
<file path=[Content_Types].xml><?xml version="1.0" encoding="utf-8"?>
<Types xmlns="http://schemas.openxmlformats.org/package/2006/content-types">
  <Default Extension="bin" ContentType="application/vnd.openxmlformats-officedocument.oleObject"/>
  <Default Extension="emf" ContentType="image/x-emf"/>
  <Default Extension="jpeg" ContentType="image/jpeg"/>
  <Default Extension="png" ContentType="image/png"/>
  <Default Extension="rels" ContentType="application/vnd.openxmlformats-package.relationships+xml"/>
  <Default Extension="svg" ContentType="image/svg+xml"/>
  <Default Extension="wdp" ContentType="image/vnd.ms-photo"/>
  <Default Extension="xml" ContentType="application/xml"/>
  <Override PartName="/ppt/webextensions/taskpanes.xml" ContentType="application/vnd.ms-office.webextensiontaskpanes+xml"/>
  <Override PartName="/ppt/webextensions/webextension1.xml" ContentType="application/vnd.ms-office.webextension+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customXml/itemProps4.xml" ContentType="application/vnd.openxmlformats-officedocument.customXmlProperties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theme/themeOverride1.xml" ContentType="application/vnd.openxmlformats-officedocument.themeOverride+xml"/>
  <Override PartName="/ppt/theme/themeOverride2.xml" ContentType="application/vnd.openxmlformats-officedocument.themeOverride+xml"/>
  <Override PartName="/ppt/theme/themeOverride3.xml" ContentType="application/vnd.openxmlformats-officedocument.themeOverride+xml"/>
  <Override PartName="/ppt/theme/themeOverride4.xml" ContentType="application/vnd.openxmlformats-officedocument.themeOverride+xml"/>
  <Override PartName="/ppt/theme/themeOverride5.xml" ContentType="application/vnd.openxmlformats-officedocument.themeOverride+xml"/>
  <Override PartName="/ppt/theme/themeOverride6.xml" ContentType="application/vnd.openxmlformats-officedocument.themeOverride+xml"/>
  <Override PartName="/ppt/theme/themeOverride7.xml" ContentType="application/vnd.openxmlformats-officedocument.themeOverride+xml"/>
  <Override PartName="/ppt/theme/themeOverride8.xml" ContentType="application/vnd.openxmlformats-officedocument.themeOverride+xml"/>
  <Override PartName="/ppt/theme/themeOverride9.xml" ContentType="application/vnd.openxmlformats-officedocument.themeOverride+xml"/>
  <Override PartName="/ppt/theme/themeOverride10.xml" ContentType="application/vnd.openxmlformats-officedocument.themeOverride+xml"/>
  <Override PartName="/ppt/theme/themeOverride11.xml" ContentType="application/vnd.openxmlformats-officedocument.themeOverride+xml"/>
  <Override PartName="/ppt/theme/themeOverride12.xml" ContentType="application/vnd.openxmlformats-officedocument.themeOverride+xml"/>
  <Override PartName="/ppt/theme/themeOverride13.xml" ContentType="application/vnd.openxmlformats-officedocument.themeOverride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theme/theme2.xml" ContentType="application/vnd.openxmlformats-officedocument.theme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slideLayouts/slideLayout103.xml" ContentType="application/vnd.openxmlformats-officedocument.presentationml.slideLayout+xml"/>
  <Override PartName="/ppt/slideLayouts/slideLayout104.xml" ContentType="application/vnd.openxmlformats-officedocument.presentationml.slideLayout+xml"/>
  <Override PartName="/ppt/slideLayouts/slideLayout105.xml" ContentType="application/vnd.openxmlformats-officedocument.presentationml.slideLayout+xml"/>
  <Override PartName="/ppt/slideLayouts/slideLayout106.xml" ContentType="application/vnd.openxmlformats-officedocument.presentationml.slideLayout+xml"/>
  <Override PartName="/ppt/slideLayouts/slideLayout107.xml" ContentType="application/vnd.openxmlformats-officedocument.presentationml.slideLayout+xml"/>
  <Override PartName="/ppt/slideLayouts/slideLayout108.xml" ContentType="application/vnd.openxmlformats-officedocument.presentationml.slideLayout+xml"/>
  <Override PartName="/ppt/slideLayouts/slideLayout109.xml" ContentType="application/vnd.openxmlformats-officedocument.presentationml.slideLayout+xml"/>
  <Override PartName="/ppt/slideLayouts/slideLayout110.xml" ContentType="application/vnd.openxmlformats-officedocument.presentationml.slideLayout+xml"/>
  <Override PartName="/ppt/slideLayouts/slideLayout111.xml" ContentType="application/vnd.openxmlformats-officedocument.presentationml.slideLayout+xml"/>
  <Override PartName="/ppt/slideLayouts/slideLayout112.xml" ContentType="application/vnd.openxmlformats-officedocument.presentationml.slideLayout+xml"/>
  <Override PartName="/ppt/slideLayouts/slideLayout113.xml" ContentType="application/vnd.openxmlformats-officedocument.presentationml.slideLayout+xml"/>
  <Override PartName="/ppt/slideLayouts/slideLayout114.xml" ContentType="application/vnd.openxmlformats-officedocument.presentationml.slideLayout+xml"/>
  <Override PartName="/ppt/slideLayouts/slideLayout115.xml" ContentType="application/vnd.openxmlformats-officedocument.presentationml.slideLayout+xml"/>
  <Override PartName="/ppt/slideLayouts/slideLayout116.xml" ContentType="application/vnd.openxmlformats-officedocument.presentationml.slideLayout+xml"/>
  <Override PartName="/ppt/slideLayouts/slideLayout117.xml" ContentType="application/vnd.openxmlformats-officedocument.presentationml.slideLayout+xml"/>
  <Override PartName="/ppt/slideLayouts/slideLayout118.xml" ContentType="application/vnd.openxmlformats-officedocument.presentationml.slideLayout+xml"/>
  <Override PartName="/ppt/slideLayouts/slideLayout119.xml" ContentType="application/vnd.openxmlformats-officedocument.presentationml.slideLayout+xml"/>
  <Override PartName="/ppt/slideLayouts/slideLayout120.xml" ContentType="application/vnd.openxmlformats-officedocument.presentationml.slideLayout+xml"/>
  <Override PartName="/ppt/slideLayouts/slideLayout121.xml" ContentType="application/vnd.openxmlformats-officedocument.presentationml.slideLayout+xml"/>
  <Override PartName="/ppt/slideLayouts/slideLayout122.xml" ContentType="application/vnd.openxmlformats-officedocument.presentationml.slideLayout+xml"/>
  <Override PartName="/ppt/slideLayouts/slideLayout123.xml" ContentType="application/vnd.openxmlformats-officedocument.presentationml.slideLayout+xml"/>
  <Override PartName="/ppt/slideLayouts/slideLayout124.xml" ContentType="application/vnd.openxmlformats-officedocument.presentationml.slideLayout+xml"/>
  <Override PartName="/ppt/slideLayouts/slideLayout125.xml" ContentType="application/vnd.openxmlformats-officedocument.presentationml.slideLayout+xml"/>
  <Override PartName="/ppt/slideLayouts/slideLayout126.xml" ContentType="application/vnd.openxmlformats-officedocument.presentationml.slideLayout+xml"/>
  <Override PartName="/ppt/slideLayouts/slideLayout127.xml" ContentType="application/vnd.openxmlformats-officedocument.presentationml.slideLayout+xml"/>
  <Override PartName="/ppt/slideLayouts/slideLayout128.xml" ContentType="application/vnd.openxmlformats-officedocument.presentationml.slideLayout+xml"/>
  <Override PartName="/ppt/slideLayouts/slideLayout129.xml" ContentType="application/vnd.openxmlformats-officedocument.presentationml.slideLayout+xml"/>
  <Override PartName="/ppt/theme/theme3.xml" ContentType="application/vnd.openxmlformats-officedocument.theme+xml"/>
  <Override PartName="/ppt/tags/tag1.xml" ContentType="application/vnd.openxmlformats-officedocument.presentationml.tags+xml"/>
  <Override PartName="/ppt/tags/tag2.xml" ContentType="application/vnd.openxmlformats-officedocument.presentationml.tags+xml"/>
  <Override PartName="/ppt/tags/tag3.xml" ContentType="application/vnd.openxmlformats-officedocument.presentationml.tags+xml"/>
  <Override PartName="/ppt/tags/tag4.xml" ContentType="application/vnd.openxmlformats-officedocument.presentationml.tags+xml"/>
  <Override PartName="/ppt/tags/tag5.xml" ContentType="application/vnd.openxmlformats-officedocument.presentationml.tags+xml"/>
  <Override PartName="/ppt/tags/tag6.xml" ContentType="application/vnd.openxmlformats-officedocument.presentationml.tags+xml"/>
  <Override PartName="/ppt/theme/theme4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revisionInfo.xml" ContentType="application/vnd.ms-powerpoint.revisioninfo+xml"/>
  <Override PartName="/ppt/authors.xml" ContentType="application/vnd.ms-powerpoint.authors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  <Override PartName="/docMetadata/LabelInfo.xml" ContentType="application/vnd.ms-office.classificationlabel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thumbnail" Target="docProps/thumbnail.jpeg"/><Relationship Id="rId7" Type="http://schemas.microsoft.com/office/2020/02/relationships/classificationlabels" Target="docMetadata/LabelInfo.xml"/><Relationship Id="rId2" Type="http://schemas.openxmlformats.org/officeDocument/2006/relationships/officeDocument" Target="ppt/presentation.xml"/><Relationship Id="rId1" Type="http://schemas.microsoft.com/office/2011/relationships/webextensiontaskpanes" Target="ppt/webextensions/taskpanes.xml"/><Relationship Id="rId6" Type="http://schemas.openxmlformats.org/officeDocument/2006/relationships/custom-properties" Target="docProps/custom.xml"/><Relationship Id="rId5" Type="http://schemas.openxmlformats.org/officeDocument/2006/relationships/extended-properties" Target="docProps/app.xml"/><Relationship Id="rId4" Type="http://schemas.openxmlformats.org/package/2006/relationships/metadata/core-properties" Target="docProps/core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0" r:id="rId5"/>
    <p:sldMasterId id="2147483714" r:id="rId6"/>
    <p:sldMasterId id="2147483875" r:id="rId7"/>
  </p:sldMasterIdLst>
  <p:notesMasterIdLst>
    <p:notesMasterId r:id="rId31"/>
  </p:notesMasterIdLst>
  <p:sldIdLst>
    <p:sldId id="260" r:id="rId8"/>
    <p:sldId id="329" r:id="rId9"/>
    <p:sldId id="2147482735" r:id="rId10"/>
    <p:sldId id="2147482736" r:id="rId11"/>
    <p:sldId id="2147482738" r:id="rId12"/>
    <p:sldId id="301" r:id="rId13"/>
    <p:sldId id="2147482726" r:id="rId14"/>
    <p:sldId id="2147482750" r:id="rId15"/>
    <p:sldId id="2147482751" r:id="rId16"/>
    <p:sldId id="2147482755" r:id="rId17"/>
    <p:sldId id="2147482746" r:id="rId18"/>
    <p:sldId id="2147482747" r:id="rId19"/>
    <p:sldId id="2147482748" r:id="rId20"/>
    <p:sldId id="2147482749" r:id="rId21"/>
    <p:sldId id="336" r:id="rId22"/>
    <p:sldId id="277" r:id="rId23"/>
    <p:sldId id="2147482763" r:id="rId24"/>
    <p:sldId id="2147482764" r:id="rId25"/>
    <p:sldId id="2147482765" r:id="rId26"/>
    <p:sldId id="2147482766" r:id="rId27"/>
    <p:sldId id="2147482767" r:id="rId28"/>
    <p:sldId id="2147482770" r:id="rId29"/>
    <p:sldId id="2147482768" r:id="rId30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authors.xml><?xml version="1.0" encoding="utf-8"?>
<p188:authorLst xmlns:a="http://schemas.openxmlformats.org/drawingml/2006/main" xmlns:r="http://schemas.openxmlformats.org/officeDocument/2006/relationships" xmlns:p188="http://schemas.microsoft.com/office/powerpoint/2018/8/main">
  <p188:author id="{255C3955-874D-314B-2EE9-8C3A6CA7BF1A}" name="Romero, Gabriel" initials="GR" userId="S::Gabriel.Romero@mdlz.com::86ec55dd-9304-4e51-9657-644dab65172a" providerId="AD"/>
</p188: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E7EAED"/>
    <a:srgbClr val="CCD2D8"/>
    <a:srgbClr val="287819"/>
    <a:srgbClr val="156082"/>
    <a:srgbClr val="666666"/>
    <a:srgbClr val="A52323"/>
    <a:srgbClr val="2D6EAA"/>
    <a:srgbClr val="E18719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0A95D3DF-CA05-43B3-AF2F-6108F55ED69C}" v="14" dt="2026-10-28T15:19:53.577"/>
    <p1510:client id="{C10278F8-31DA-4FF0-8C9D-1491612D1BFF}" v="96" dt="2026-10-27T19:31:30.481"/>
  </p1510:revLst>
</p1510:revInfo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4660"/>
  </p:normalViewPr>
  <p:slideViewPr>
    <p:cSldViewPr snapToGrid="0">
      <p:cViewPr varScale="1">
        <p:scale>
          <a:sx n="105" d="100"/>
          <a:sy n="105" d="100"/>
        </p:scale>
        <p:origin x="798" y="102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6.xml"/><Relationship Id="rId18" Type="http://schemas.openxmlformats.org/officeDocument/2006/relationships/slide" Target="slides/slide11.xml"/><Relationship Id="rId26" Type="http://schemas.openxmlformats.org/officeDocument/2006/relationships/slide" Target="slides/slide19.xml"/><Relationship Id="rId21" Type="http://schemas.openxmlformats.org/officeDocument/2006/relationships/slide" Target="slides/slide14.xml"/><Relationship Id="rId34" Type="http://schemas.openxmlformats.org/officeDocument/2006/relationships/theme" Target="theme/theme1.xml"/><Relationship Id="rId7" Type="http://schemas.openxmlformats.org/officeDocument/2006/relationships/slideMaster" Target="slideMasters/slideMaster3.xml"/><Relationship Id="rId12" Type="http://schemas.openxmlformats.org/officeDocument/2006/relationships/slide" Target="slides/slide5.xml"/><Relationship Id="rId17" Type="http://schemas.openxmlformats.org/officeDocument/2006/relationships/slide" Target="slides/slide10.xml"/><Relationship Id="rId25" Type="http://schemas.openxmlformats.org/officeDocument/2006/relationships/slide" Target="slides/slide18.xml"/><Relationship Id="rId33" Type="http://schemas.openxmlformats.org/officeDocument/2006/relationships/viewProps" Target="viewProps.xml"/><Relationship Id="rId2" Type="http://schemas.openxmlformats.org/officeDocument/2006/relationships/customXml" Target="../customXml/item2.xml"/><Relationship Id="rId16" Type="http://schemas.openxmlformats.org/officeDocument/2006/relationships/slide" Target="slides/slide9.xml"/><Relationship Id="rId20" Type="http://schemas.openxmlformats.org/officeDocument/2006/relationships/slide" Target="slides/slide13.xml"/><Relationship Id="rId29" Type="http://schemas.openxmlformats.org/officeDocument/2006/relationships/slide" Target="slides/slide22.xml"/><Relationship Id="rId1" Type="http://schemas.openxmlformats.org/officeDocument/2006/relationships/customXml" Target="../customXml/item1.xml"/><Relationship Id="rId6" Type="http://schemas.openxmlformats.org/officeDocument/2006/relationships/slideMaster" Target="slideMasters/slideMaster2.xml"/><Relationship Id="rId11" Type="http://schemas.openxmlformats.org/officeDocument/2006/relationships/slide" Target="slides/slide4.xml"/><Relationship Id="rId24" Type="http://schemas.openxmlformats.org/officeDocument/2006/relationships/slide" Target="slides/slide17.xml"/><Relationship Id="rId32" Type="http://schemas.openxmlformats.org/officeDocument/2006/relationships/presProps" Target="presProps.xml"/><Relationship Id="rId37" Type="http://schemas.microsoft.com/office/2018/10/relationships/authors" Target="authors.xml"/><Relationship Id="rId5" Type="http://schemas.openxmlformats.org/officeDocument/2006/relationships/slideMaster" Target="slideMasters/slideMaster1.xml"/><Relationship Id="rId15" Type="http://schemas.openxmlformats.org/officeDocument/2006/relationships/slide" Target="slides/slide8.xml"/><Relationship Id="rId23" Type="http://schemas.openxmlformats.org/officeDocument/2006/relationships/slide" Target="slides/slide16.xml"/><Relationship Id="rId28" Type="http://schemas.openxmlformats.org/officeDocument/2006/relationships/slide" Target="slides/slide21.xml"/><Relationship Id="rId36" Type="http://schemas.microsoft.com/office/2015/10/relationships/revisionInfo" Target="revisionInfo.xml"/><Relationship Id="rId10" Type="http://schemas.openxmlformats.org/officeDocument/2006/relationships/slide" Target="slides/slide3.xml"/><Relationship Id="rId19" Type="http://schemas.openxmlformats.org/officeDocument/2006/relationships/slide" Target="slides/slide12.xml"/><Relationship Id="rId31" Type="http://schemas.openxmlformats.org/officeDocument/2006/relationships/notesMaster" Target="notesMasters/notesMaster1.xml"/><Relationship Id="rId4" Type="http://schemas.openxmlformats.org/officeDocument/2006/relationships/customXml" Target="../customXml/item4.xml"/><Relationship Id="rId9" Type="http://schemas.openxmlformats.org/officeDocument/2006/relationships/slide" Target="slides/slide2.xml"/><Relationship Id="rId14" Type="http://schemas.openxmlformats.org/officeDocument/2006/relationships/slide" Target="slides/slide7.xml"/><Relationship Id="rId22" Type="http://schemas.openxmlformats.org/officeDocument/2006/relationships/slide" Target="slides/slide15.xml"/><Relationship Id="rId27" Type="http://schemas.openxmlformats.org/officeDocument/2006/relationships/slide" Target="slides/slide20.xml"/><Relationship Id="rId30" Type="http://schemas.openxmlformats.org/officeDocument/2006/relationships/slide" Target="slides/slide23.xml"/><Relationship Id="rId35" Type="http://schemas.openxmlformats.org/officeDocument/2006/relationships/tableStyles" Target="tableStyles.xml"/><Relationship Id="rId8" Type="http://schemas.openxmlformats.org/officeDocument/2006/relationships/slide" Target="slides/slide1.xml"/><Relationship Id="rId3" Type="http://schemas.openxmlformats.org/officeDocument/2006/relationships/customXml" Target="../customXml/item3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1628CE67-2298-4A71-A220-A3D48FFA8438}" type="datetimeFigureOut">
              <a:rPr lang="en-US" smtClean="0"/>
              <a:t>10/30/2026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EC9D9BA6-8AA8-4A3C-BC9E-7EE2E91AB736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35427537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4B54309-1E79-1BB4-F105-902860043C3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1BB3A053-4CC5-6811-3B9E-03C415F280B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F27525DE-7AEA-A71F-99BB-AB5A0E4F57F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48B341F-91D0-5CE0-DA48-A86570FCFC9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7A3F923-54DD-4AEB-93CD-CAB6BA4BFA83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50408986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9575014-938E-ED45-5314-732FAFD6D1E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07864620-74E6-0290-0797-041808D822E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20675" y="384175"/>
            <a:ext cx="4022725" cy="2262188"/>
          </a:xfrm>
        </p:spPr>
        <p:txBody>
          <a:bodyPr/>
          <a:lstStyle/>
          <a:p>
            <a:endParaRPr lang="en-US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0F74A3C4-7AA6-4E4A-C530-9BF69EED0FA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rtl="0" eaLnBrk="1" fontAlgn="base" latinLnBrk="0" hangingPunct="1"/>
            <a:r>
              <a:rPr lang="en-US" sz="1200" b="1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Key Accomplishments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List accomplishments throughout project execution (Scoping, Funding, timeline, Partner Onboarding, Change management, security, master data, ingestion, domains, data governance, test/go live/hypercare/T2S readiness.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1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Ingestion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TDDs, </a:t>
            </a:r>
            <a:r>
              <a:rPr lang="en-US" sz="1200" b="0" i="0" u="none" strike="noStrike" kern="1200" baseline="0" err="1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etc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1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Domains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TDDs </a:t>
            </a:r>
            <a:r>
              <a:rPr lang="en-US" sz="1200" b="0" i="0" u="none" strike="noStrike" kern="1200" baseline="0" err="1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etc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1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Dashboards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TDDs </a:t>
            </a:r>
            <a:r>
              <a:rPr lang="en-US" sz="1200" b="0" i="0" u="none" strike="noStrike" kern="1200" baseline="0" err="1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etc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1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Governance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Timeline, Cadence and SteerCo meetings, TG Sign offs, Lessons Learned, Change management</a:t>
            </a:r>
          </a:p>
          <a:p>
            <a:pPr rtl="0" eaLnBrk="1" fontAlgn="base" latinLnBrk="0" hangingPunct="1"/>
            <a:endParaRPr lang="en-US" sz="1200" b="0" i="0" u="none" strike="noStrike" kern="1200" baseline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1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Key upcoming decisions &amp; events 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List accomplishments throughout project execution (Scoping, Funding, timeline, Partner Onboarding, Change management, security, master data, ingestion, domains, data governance, test/go live/hypercare/T2S readiness. 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Upcoming TG Reviews and SteerCo Meetings. 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endParaRPr lang="en-US" sz="1200" b="0" i="0" u="none" strike="noStrike" kern="1200" baseline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B971C20-75C1-B46A-F9DA-AE819A84C27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A414BB17-FF98-46EA-B034-E0DB034B88CD}" type="slidenum">
              <a:rPr kumimoji="0" lang="en-US" sz="1000" b="0" i="0" u="none" strike="noStrike" kern="1200" cap="none" spc="0" normalizeH="0" baseline="0" noProof="0" smtClean="0">
                <a:ln>
                  <a:noFill/>
                </a:ln>
                <a:solidFill>
                  <a:srgbClr val="666666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</a:t>
            </a:fld>
            <a:endParaRPr kumimoji="0" lang="en-US" sz="1000" b="0" i="0" u="none" strike="noStrike" kern="1200" cap="none" spc="0" normalizeH="0" baseline="0" noProof="0">
              <a:ln>
                <a:noFill/>
              </a:ln>
              <a:solidFill>
                <a:srgbClr val="666666"/>
              </a:solidFill>
              <a:effectLst/>
              <a:uLnTx/>
              <a:uFillTx/>
              <a:latin typeface="Calibri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068223637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A0E9689-DFBD-1DAF-BFAE-B17A300ACF5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4D77D803-1976-FC4F-1F7C-C35ED8142E6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20675" y="384175"/>
            <a:ext cx="4022725" cy="2262188"/>
          </a:xfrm>
        </p:spPr>
        <p:txBody>
          <a:bodyPr/>
          <a:lstStyle/>
          <a:p>
            <a:endParaRPr lang="en-US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2B9C51CD-2681-5E72-1328-819E4CAFEC8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rtl="0" eaLnBrk="1" fontAlgn="base" latinLnBrk="0" hangingPunct="1"/>
            <a:r>
              <a:rPr lang="en-US" sz="1200" b="1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Key Accomplishments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List accomplishments throughout project execution (Scoping, Funding, timeline, Partner Onboarding, Change management, security, master data, ingestion, domains, data governance, test/go live/</a:t>
            </a:r>
            <a:r>
              <a:rPr lang="en-US" sz="1200" b="0" i="0" u="none" strike="noStrike" kern="1200" baseline="0" err="1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hypercare</a:t>
            </a:r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/T2S readiness.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1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Ingestion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TDDs, </a:t>
            </a:r>
            <a:r>
              <a:rPr lang="en-US" sz="1200" b="0" i="0" u="none" strike="noStrike" kern="1200" baseline="0" err="1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etc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1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Domains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TDDs </a:t>
            </a:r>
            <a:r>
              <a:rPr lang="en-US" sz="1200" b="0" i="0" u="none" strike="noStrike" kern="1200" baseline="0" err="1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etc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1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Dashboards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TDDs </a:t>
            </a:r>
            <a:r>
              <a:rPr lang="en-US" sz="1200" b="0" i="0" u="none" strike="noStrike" kern="1200" baseline="0" err="1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etc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1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Governance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Timeline, Cadence and </a:t>
            </a:r>
            <a:r>
              <a:rPr lang="en-US" sz="1200" b="0" i="0" u="none" strike="noStrike" kern="1200" baseline="0" err="1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SteerCo</a:t>
            </a:r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 meetings, TG Sign offs, Lessons Learned, Change management</a:t>
            </a:r>
          </a:p>
          <a:p>
            <a:pPr rtl="0" eaLnBrk="1" fontAlgn="base" latinLnBrk="0" hangingPunct="1"/>
            <a:endParaRPr lang="en-US" sz="1200" b="0" i="0" u="none" strike="noStrike" kern="1200" baseline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1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Key upcoming decisions &amp; events 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List accomplishments throughout project execution (Scoping, Funding, timeline, Partner Onboarding, Change management, security, master data, ingestion, domains, data governance, test/go live/</a:t>
            </a:r>
            <a:r>
              <a:rPr lang="en-US" sz="1200" b="0" i="0" u="none" strike="noStrike" kern="1200" baseline="0" err="1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hypercare</a:t>
            </a:r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/T2S readiness. 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Upcoming TG Reviews and </a:t>
            </a:r>
            <a:r>
              <a:rPr lang="en-US" sz="1200" b="0" i="0" u="none" strike="noStrike" kern="1200" baseline="0" err="1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SteerCo</a:t>
            </a:r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 Meetings. 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endParaRPr lang="en-US" sz="1200" b="0" i="0" u="none" strike="noStrike" kern="1200" baseline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6FB6AA5-1914-E217-CC6F-1DE49C545AE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A414BB17-FF98-46EA-B034-E0DB034B88CD}" type="slidenum">
              <a:rPr kumimoji="0" lang="en-US" sz="1000" b="0" i="0" u="none" strike="noStrike" kern="1200" cap="none" spc="0" normalizeH="0" baseline="0" noProof="0" smtClean="0">
                <a:ln>
                  <a:noFill/>
                </a:ln>
                <a:solidFill>
                  <a:srgbClr val="666666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</a:t>
            </a:fld>
            <a:endParaRPr kumimoji="0" lang="en-US" sz="1000" b="0" i="0" u="none" strike="noStrike" kern="1200" cap="none" spc="0" normalizeH="0" baseline="0" noProof="0">
              <a:ln>
                <a:noFill/>
              </a:ln>
              <a:solidFill>
                <a:srgbClr val="666666"/>
              </a:solidFill>
              <a:effectLst/>
              <a:uLnTx/>
              <a:uFillTx/>
              <a:latin typeface="Calibri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219379863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BC84CF6-8568-B602-CDFD-08075740BA8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AF41C0AC-ED9A-CC78-A857-7A5F490544C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20675" y="384175"/>
            <a:ext cx="4022725" cy="2262188"/>
          </a:xfrm>
        </p:spPr>
        <p:txBody>
          <a:bodyPr/>
          <a:lstStyle/>
          <a:p>
            <a:endParaRPr lang="en-US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57BF6E8E-3CAC-8D31-D06D-7E9EA5E5310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rtl="0" eaLnBrk="1" fontAlgn="base" latinLnBrk="0" hangingPunct="1"/>
            <a:r>
              <a:rPr lang="en-US" sz="1200" b="1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Key Accomplishments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List accomplishments throughout project execution (Scoping, Funding, timeline, Partner Onboarding, Change management, security, master data, ingestion, domains, data governance, test/go live/</a:t>
            </a:r>
            <a:r>
              <a:rPr lang="en-US" sz="1200" b="0" i="0" u="none" strike="noStrike" kern="1200" baseline="0" err="1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hypercare</a:t>
            </a:r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/T2S readiness.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1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Ingestion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TDDs, </a:t>
            </a:r>
            <a:r>
              <a:rPr lang="en-US" sz="1200" b="0" i="0" u="none" strike="noStrike" kern="1200" baseline="0" err="1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etc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1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Domains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TDDs </a:t>
            </a:r>
            <a:r>
              <a:rPr lang="en-US" sz="1200" b="0" i="0" u="none" strike="noStrike" kern="1200" baseline="0" err="1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etc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1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Dashboards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TDDs </a:t>
            </a:r>
            <a:r>
              <a:rPr lang="en-US" sz="1200" b="0" i="0" u="none" strike="noStrike" kern="1200" baseline="0" err="1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etc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1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Governance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Timeline, Cadence and </a:t>
            </a:r>
            <a:r>
              <a:rPr lang="en-US" sz="1200" b="0" i="0" u="none" strike="noStrike" kern="1200" baseline="0" err="1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SteerCo</a:t>
            </a:r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 meetings, TG Sign offs, Lessons Learned, Change management</a:t>
            </a:r>
          </a:p>
          <a:p>
            <a:pPr rtl="0" eaLnBrk="1" fontAlgn="base" latinLnBrk="0" hangingPunct="1"/>
            <a:endParaRPr lang="en-US" sz="1200" b="0" i="0" u="none" strike="noStrike" kern="1200" baseline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1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Key upcoming decisions &amp; events 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List accomplishments throughout project execution (Scoping, Funding, timeline, Partner Onboarding, Change management, security, master data, ingestion, domains, data governance, test/go live/</a:t>
            </a:r>
            <a:r>
              <a:rPr lang="en-US" sz="1200" b="0" i="0" u="none" strike="noStrike" kern="1200" baseline="0" err="1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hypercare</a:t>
            </a:r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/T2S readiness. 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Upcoming TG Reviews and </a:t>
            </a:r>
            <a:r>
              <a:rPr lang="en-US" sz="1200" b="0" i="0" u="none" strike="noStrike" kern="1200" baseline="0" err="1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SteerCo</a:t>
            </a:r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 Meetings. 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endParaRPr lang="en-US" sz="1200" b="0" i="0" u="none" strike="noStrike" kern="1200" baseline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73815BA-32D6-E066-97B3-B4AF0224579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A414BB17-FF98-46EA-B034-E0DB034B88CD}" type="slidenum">
              <a:rPr kumimoji="0" lang="en-US" sz="1000" b="0" i="0" u="none" strike="noStrike" kern="1200" cap="none" spc="0" normalizeH="0" baseline="0" noProof="0" smtClean="0">
                <a:ln>
                  <a:noFill/>
                </a:ln>
                <a:solidFill>
                  <a:srgbClr val="666666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</a:t>
            </a:fld>
            <a:endParaRPr kumimoji="0" lang="en-US" sz="1000" b="0" i="0" u="none" strike="noStrike" kern="1200" cap="none" spc="0" normalizeH="0" baseline="0" noProof="0">
              <a:ln>
                <a:noFill/>
              </a:ln>
              <a:solidFill>
                <a:srgbClr val="666666"/>
              </a:solidFill>
              <a:effectLst/>
              <a:uLnTx/>
              <a:uFillTx/>
              <a:latin typeface="Calibri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924173513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64B3CA4-3B1B-B7ED-6D0C-F90144FAA20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5E0F7485-CE8B-7458-1AF9-D89F0E0A26F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20675" y="384175"/>
            <a:ext cx="4022725" cy="2262188"/>
          </a:xfrm>
        </p:spPr>
        <p:txBody>
          <a:bodyPr/>
          <a:lstStyle/>
          <a:p>
            <a:endParaRPr lang="en-US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51B09ADB-61D7-60CA-E66C-1BA6D4119A5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rtl="0" eaLnBrk="1" fontAlgn="base" latinLnBrk="0" hangingPunct="1"/>
            <a:r>
              <a:rPr lang="en-US" sz="1200" b="1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Key Accomplishments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List accomplishments throughout project execution (Scoping, Funding, timeline, Partner Onboarding, Change management, security, master data, ingestion, domains, data governance, test/go live/</a:t>
            </a:r>
            <a:r>
              <a:rPr lang="en-US" sz="1200" b="0" i="0" u="none" strike="noStrike" kern="1200" baseline="0" err="1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hypercare</a:t>
            </a:r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/T2S readiness.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1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Ingestion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TDDs, </a:t>
            </a:r>
            <a:r>
              <a:rPr lang="en-US" sz="1200" b="0" i="0" u="none" strike="noStrike" kern="1200" baseline="0" err="1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etc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1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Domains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TDDs </a:t>
            </a:r>
            <a:r>
              <a:rPr lang="en-US" sz="1200" b="0" i="0" u="none" strike="noStrike" kern="1200" baseline="0" err="1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etc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1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Dashboards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TDDs </a:t>
            </a:r>
            <a:r>
              <a:rPr lang="en-US" sz="1200" b="0" i="0" u="none" strike="noStrike" kern="1200" baseline="0" err="1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etc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1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Governance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Timeline, Cadence and </a:t>
            </a:r>
            <a:r>
              <a:rPr lang="en-US" sz="1200" b="0" i="0" u="none" strike="noStrike" kern="1200" baseline="0" err="1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SteerCo</a:t>
            </a:r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 meetings, TG Sign offs, Lessons Learned, Change management</a:t>
            </a:r>
          </a:p>
          <a:p>
            <a:pPr rtl="0" eaLnBrk="1" fontAlgn="base" latinLnBrk="0" hangingPunct="1"/>
            <a:endParaRPr lang="en-US" sz="1200" b="0" i="0" u="none" strike="noStrike" kern="1200" baseline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1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Key upcoming decisions &amp; events 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List accomplishments throughout project execution (Scoping, Funding, timeline, Partner Onboarding, Change management, security, master data, ingestion, domains, data governance, test/go live/</a:t>
            </a:r>
            <a:r>
              <a:rPr lang="en-US" sz="1200" b="0" i="0" u="none" strike="noStrike" kern="1200" baseline="0" err="1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hypercare</a:t>
            </a:r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/T2S readiness. 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Upcoming TG Reviews and </a:t>
            </a:r>
            <a:r>
              <a:rPr lang="en-US" sz="1200" b="0" i="0" u="none" strike="noStrike" kern="1200" baseline="0" err="1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SteerCo</a:t>
            </a:r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 Meetings. 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endParaRPr lang="en-US" sz="1200" b="0" i="0" u="none" strike="noStrike" kern="1200" baseline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B3A2EF4-FAF6-090A-08DD-E9F4A5BB93B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A414BB17-FF98-46EA-B034-E0DB034B88CD}" type="slidenum">
              <a:rPr kumimoji="0" lang="en-US" sz="1000" b="0" i="0" u="none" strike="noStrike" kern="1200" cap="none" spc="0" normalizeH="0" baseline="0" noProof="0" smtClean="0">
                <a:ln>
                  <a:noFill/>
                </a:ln>
                <a:solidFill>
                  <a:srgbClr val="666666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</a:t>
            </a:fld>
            <a:endParaRPr kumimoji="0" lang="en-US" sz="1000" b="0" i="0" u="none" strike="noStrike" kern="1200" cap="none" spc="0" normalizeH="0" baseline="0" noProof="0">
              <a:ln>
                <a:noFill/>
              </a:ln>
              <a:solidFill>
                <a:srgbClr val="666666"/>
              </a:solidFill>
              <a:effectLst/>
              <a:uLnTx/>
              <a:uFillTx/>
              <a:latin typeface="Calibri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067150911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8CC7EA1-8E84-A9A6-9265-3CBB0D4AC00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91A19775-F942-4354-49DA-57B48AA2AC8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20675" y="384175"/>
            <a:ext cx="4022725" cy="2262188"/>
          </a:xfrm>
        </p:spPr>
        <p:txBody>
          <a:bodyPr/>
          <a:lstStyle/>
          <a:p>
            <a:endParaRPr lang="en-US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E10F0C5C-21BB-0FFC-13D9-28C58167854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rtl="0" eaLnBrk="1" fontAlgn="base" latinLnBrk="0" hangingPunct="1"/>
            <a:r>
              <a:rPr lang="en-US" sz="1200" b="1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Key Accomplishments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List accomplishments throughout project execution (Scoping, Funding, timeline, Partner Onboarding, Change management, security, master data, ingestion, domains, data governance, test/go live/</a:t>
            </a:r>
            <a:r>
              <a:rPr lang="en-US" sz="1200" b="0" i="0" u="none" strike="noStrike" kern="1200" baseline="0" err="1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hypercare</a:t>
            </a:r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/T2S readiness.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1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Ingestion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TDDs, </a:t>
            </a:r>
            <a:r>
              <a:rPr lang="en-US" sz="1200" b="0" i="0" u="none" strike="noStrike" kern="1200" baseline="0" err="1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etc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1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Domains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TDDs </a:t>
            </a:r>
            <a:r>
              <a:rPr lang="en-US" sz="1200" b="0" i="0" u="none" strike="noStrike" kern="1200" baseline="0" err="1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etc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1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Dashboards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TDDs </a:t>
            </a:r>
            <a:r>
              <a:rPr lang="en-US" sz="1200" b="0" i="0" u="none" strike="noStrike" kern="1200" baseline="0" err="1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etc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1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Governance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Timeline, Cadence and </a:t>
            </a:r>
            <a:r>
              <a:rPr lang="en-US" sz="1200" b="0" i="0" u="none" strike="noStrike" kern="1200" baseline="0" err="1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SteerCo</a:t>
            </a:r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 meetings, TG Sign offs, Lessons Learned, Change management</a:t>
            </a:r>
          </a:p>
          <a:p>
            <a:pPr rtl="0" eaLnBrk="1" fontAlgn="base" latinLnBrk="0" hangingPunct="1"/>
            <a:endParaRPr lang="en-US" sz="1200" b="0" i="0" u="none" strike="noStrike" kern="1200" baseline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1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Key upcoming decisions &amp; events 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List accomplishments throughout project execution (Scoping, Funding, timeline, Partner Onboarding, Change management, security, master data, ingestion, domains, data governance, test/go live/</a:t>
            </a:r>
            <a:r>
              <a:rPr lang="en-US" sz="1200" b="0" i="0" u="none" strike="noStrike" kern="1200" baseline="0" err="1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hypercare</a:t>
            </a:r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/T2S readiness. 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Upcoming TG Reviews and </a:t>
            </a:r>
            <a:r>
              <a:rPr lang="en-US" sz="1200" b="0" i="0" u="none" strike="noStrike" kern="1200" baseline="0" err="1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SteerCo</a:t>
            </a:r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 Meetings. 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endParaRPr lang="en-US" sz="1200" b="0" i="0" u="none" strike="noStrike" kern="1200" baseline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07F6E02-FB32-6E1E-DA77-7C29C4757FE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A414BB17-FF98-46EA-B034-E0DB034B88CD}" type="slidenum">
              <a:rPr kumimoji="0" lang="en-US" sz="1000" b="0" i="0" u="none" strike="noStrike" kern="1200" cap="none" spc="0" normalizeH="0" baseline="0" noProof="0" smtClean="0">
                <a:ln>
                  <a:noFill/>
                </a:ln>
                <a:solidFill>
                  <a:srgbClr val="666666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</a:t>
            </a:fld>
            <a:endParaRPr kumimoji="0" lang="en-US" sz="1000" b="0" i="0" u="none" strike="noStrike" kern="1200" cap="none" spc="0" normalizeH="0" baseline="0" noProof="0">
              <a:ln>
                <a:noFill/>
              </a:ln>
              <a:solidFill>
                <a:srgbClr val="666666"/>
              </a:solidFill>
              <a:effectLst/>
              <a:uLnTx/>
              <a:uFillTx/>
              <a:latin typeface="Calibri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91450122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48E09B9-1AA9-0DA9-0BB4-4B22E72FA97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72DF2EE5-FA3D-C557-FE33-32150789B0F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20675" y="384175"/>
            <a:ext cx="4022725" cy="2262188"/>
          </a:xfrm>
        </p:spPr>
        <p:txBody>
          <a:bodyPr/>
          <a:lstStyle/>
          <a:p>
            <a:endParaRPr lang="en-US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F1719AF1-1C8B-4A40-0DA4-B16F9B6AD4C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rtl="0" eaLnBrk="1" fontAlgn="base" latinLnBrk="0" hangingPunct="1"/>
            <a:r>
              <a:rPr lang="en-US" sz="1200" b="1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Key Accomplishments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List accomplishments throughout project execution (Scoping, Funding, timeline, Partner Onboarding, Change management, security, master data, ingestion, domains, data governance, test/go live/</a:t>
            </a:r>
            <a:r>
              <a:rPr lang="en-US" sz="1200" b="0" i="0" u="none" strike="noStrike" kern="1200" baseline="0" err="1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hypercare</a:t>
            </a:r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/T2S readiness.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1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Ingestion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TDDs, </a:t>
            </a:r>
            <a:r>
              <a:rPr lang="en-US" sz="1200" b="0" i="0" u="none" strike="noStrike" kern="1200" baseline="0" err="1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etc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1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Domains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TDDs </a:t>
            </a:r>
            <a:r>
              <a:rPr lang="en-US" sz="1200" b="0" i="0" u="none" strike="noStrike" kern="1200" baseline="0" err="1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etc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1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Dashboards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TDDs </a:t>
            </a:r>
            <a:r>
              <a:rPr lang="en-US" sz="1200" b="0" i="0" u="none" strike="noStrike" kern="1200" baseline="0" err="1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etc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1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Governance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Timeline, Cadence and </a:t>
            </a:r>
            <a:r>
              <a:rPr lang="en-US" sz="1200" b="0" i="0" u="none" strike="noStrike" kern="1200" baseline="0" err="1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SteerCo</a:t>
            </a:r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 meetings, TG Sign offs, Lessons Learned, Change management</a:t>
            </a:r>
          </a:p>
          <a:p>
            <a:pPr rtl="0" eaLnBrk="1" fontAlgn="base" latinLnBrk="0" hangingPunct="1"/>
            <a:endParaRPr lang="en-US" sz="1200" b="0" i="0" u="none" strike="noStrike" kern="1200" baseline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1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Key upcoming decisions &amp; events 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List accomplishments throughout project execution (Scoping, Funding, timeline, Partner Onboarding, Change management, security, master data, ingestion, domains, data governance, test/go live/</a:t>
            </a:r>
            <a:r>
              <a:rPr lang="en-US" sz="1200" b="0" i="0" u="none" strike="noStrike" kern="1200" baseline="0" err="1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hypercare</a:t>
            </a:r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/T2S readiness. 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Upcoming TG Reviews and </a:t>
            </a:r>
            <a:r>
              <a:rPr lang="en-US" sz="1200" b="0" i="0" u="none" strike="noStrike" kern="1200" baseline="0" err="1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SteerCo</a:t>
            </a:r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 Meetings. 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endParaRPr lang="en-US" sz="1200" b="0" i="0" u="none" strike="noStrike" kern="1200" baseline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FB2B227-E038-4B94-DA53-424FE3B448D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A414BB17-FF98-46EA-B034-E0DB034B88CD}" type="slidenum">
              <a:rPr kumimoji="0" lang="en-US" sz="1000" b="0" i="0" u="none" strike="noStrike" kern="1200" cap="none" spc="0" normalizeH="0" baseline="0" noProof="0" smtClean="0">
                <a:ln>
                  <a:noFill/>
                </a:ln>
                <a:solidFill>
                  <a:srgbClr val="666666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</a:t>
            </a:fld>
            <a:endParaRPr kumimoji="0" lang="en-US" sz="1000" b="0" i="0" u="none" strike="noStrike" kern="1200" cap="none" spc="0" normalizeH="0" baseline="0" noProof="0">
              <a:ln>
                <a:noFill/>
              </a:ln>
              <a:solidFill>
                <a:srgbClr val="666666"/>
              </a:solidFill>
              <a:effectLst/>
              <a:uLnTx/>
              <a:uFillTx/>
              <a:latin typeface="Calibri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579798149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822D747-C069-F1C5-2C93-9B0C73ED3D7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F8820C74-902B-EFCB-024C-775DE7750FC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20675" y="384175"/>
            <a:ext cx="4022725" cy="2262188"/>
          </a:xfrm>
        </p:spPr>
        <p:txBody>
          <a:bodyPr/>
          <a:lstStyle/>
          <a:p>
            <a:endParaRPr lang="en-US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180FBFC6-EAFD-F916-0CB5-CA790A44BFB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rtl="0" eaLnBrk="1" fontAlgn="base" latinLnBrk="0" hangingPunct="1"/>
            <a:r>
              <a:rPr lang="en-US" sz="1200" b="1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Key Accomplishments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List accomplishments throughout project execution (Scoping, Funding, timeline, Partner Onboarding, Change management, security, master data, ingestion, domains, data governance, test/go live/</a:t>
            </a:r>
            <a:r>
              <a:rPr lang="en-US" sz="1200" b="0" i="0" u="none" strike="noStrike" kern="1200" baseline="0" err="1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hypercare</a:t>
            </a:r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/T2S readiness.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1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Ingestion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TDDs, </a:t>
            </a:r>
            <a:r>
              <a:rPr lang="en-US" sz="1200" b="0" i="0" u="none" strike="noStrike" kern="1200" baseline="0" err="1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etc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1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Domains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TDDs </a:t>
            </a:r>
            <a:r>
              <a:rPr lang="en-US" sz="1200" b="0" i="0" u="none" strike="noStrike" kern="1200" baseline="0" err="1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etc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1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Dashboards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TDDs </a:t>
            </a:r>
            <a:r>
              <a:rPr lang="en-US" sz="1200" b="0" i="0" u="none" strike="noStrike" kern="1200" baseline="0" err="1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etc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1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Governance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Timeline, Cadence and </a:t>
            </a:r>
            <a:r>
              <a:rPr lang="en-US" sz="1200" b="0" i="0" u="none" strike="noStrike" kern="1200" baseline="0" err="1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SteerCo</a:t>
            </a:r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 meetings, TG Sign offs, Lessons Learned, Change management</a:t>
            </a:r>
          </a:p>
          <a:p>
            <a:pPr rtl="0" eaLnBrk="1" fontAlgn="base" latinLnBrk="0" hangingPunct="1"/>
            <a:endParaRPr lang="en-US" sz="1200" b="0" i="0" u="none" strike="noStrike" kern="1200" baseline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1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Key upcoming decisions &amp; events 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List accomplishments throughout project execution (Scoping, Funding, timeline, Partner Onboarding, Change management, security, master data, ingestion, domains, data governance, test/go live/</a:t>
            </a:r>
            <a:r>
              <a:rPr lang="en-US" sz="1200" b="0" i="0" u="none" strike="noStrike" kern="1200" baseline="0" err="1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hypercare</a:t>
            </a:r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/T2S readiness. 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Upcoming TG Reviews and </a:t>
            </a:r>
            <a:r>
              <a:rPr lang="en-US" sz="1200" b="0" i="0" u="none" strike="noStrike" kern="1200" baseline="0" err="1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SteerCo</a:t>
            </a:r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 Meetings. 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endParaRPr lang="en-US" sz="1200" b="0" i="0" u="none" strike="noStrike" kern="1200" baseline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C5B9170-BDA1-299C-8715-ED18F9133DC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A414BB17-FF98-46EA-B034-E0DB034B88CD}" type="slidenum">
              <a:rPr kumimoji="0" lang="en-US" sz="1000" b="0" i="0" u="none" strike="noStrike" kern="1200" cap="none" spc="0" normalizeH="0" baseline="0" noProof="0" smtClean="0">
                <a:ln>
                  <a:noFill/>
                </a:ln>
                <a:solidFill>
                  <a:srgbClr val="666666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</a:t>
            </a:fld>
            <a:endParaRPr kumimoji="0" lang="en-US" sz="1000" b="0" i="0" u="none" strike="noStrike" kern="1200" cap="none" spc="0" normalizeH="0" baseline="0" noProof="0">
              <a:ln>
                <a:noFill/>
              </a:ln>
              <a:solidFill>
                <a:srgbClr val="666666"/>
              </a:solidFill>
              <a:effectLst/>
              <a:uLnTx/>
              <a:uFillTx/>
              <a:latin typeface="Calibri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224129937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7FA063F-4279-BB53-0C9B-11F527156BE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13A76DA5-1B9C-3425-BEA8-6E1C19A7008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20675" y="384175"/>
            <a:ext cx="4022725" cy="2262188"/>
          </a:xfrm>
        </p:spPr>
        <p:txBody>
          <a:bodyPr/>
          <a:lstStyle/>
          <a:p>
            <a:endParaRPr lang="en-US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8F7F3FE8-B559-CC33-7AEA-976AA7AD4BE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rtl="0" eaLnBrk="1" fontAlgn="base" latinLnBrk="0" hangingPunct="1"/>
            <a:r>
              <a:rPr lang="en-US" sz="1200" b="1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Key Accomplishments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List accomplishments throughout project execution (Scoping, Funding, timeline, Partner Onboarding, Change management, security, master data, ingestion, domains, data governance, test/go live/</a:t>
            </a:r>
            <a:r>
              <a:rPr lang="en-US" sz="1200" b="0" i="0" u="none" strike="noStrike" kern="1200" baseline="0" err="1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hypercare</a:t>
            </a:r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/T2S readiness.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1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Ingestion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TDDs, </a:t>
            </a:r>
            <a:r>
              <a:rPr lang="en-US" sz="1200" b="0" i="0" u="none" strike="noStrike" kern="1200" baseline="0" err="1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etc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1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Domains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TDDs </a:t>
            </a:r>
            <a:r>
              <a:rPr lang="en-US" sz="1200" b="0" i="0" u="none" strike="noStrike" kern="1200" baseline="0" err="1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etc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1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Dashboards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TDDs </a:t>
            </a:r>
            <a:r>
              <a:rPr lang="en-US" sz="1200" b="0" i="0" u="none" strike="noStrike" kern="1200" baseline="0" err="1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etc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1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Governance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Timeline, Cadence and </a:t>
            </a:r>
            <a:r>
              <a:rPr lang="en-US" sz="1200" b="0" i="0" u="none" strike="noStrike" kern="1200" baseline="0" err="1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SteerCo</a:t>
            </a:r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 meetings, TG Sign offs, Lessons Learned, Change management</a:t>
            </a:r>
          </a:p>
          <a:p>
            <a:pPr rtl="0" eaLnBrk="1" fontAlgn="base" latinLnBrk="0" hangingPunct="1"/>
            <a:endParaRPr lang="en-US" sz="1200" b="0" i="0" u="none" strike="noStrike" kern="1200" baseline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1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Key upcoming decisions &amp; events 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List accomplishments throughout project execution (Scoping, Funding, timeline, Partner Onboarding, Change management, security, master data, ingestion, domains, data governance, test/go live/</a:t>
            </a:r>
            <a:r>
              <a:rPr lang="en-US" sz="1200" b="0" i="0" u="none" strike="noStrike" kern="1200" baseline="0" err="1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hypercare</a:t>
            </a:r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/T2S readiness. 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Upcoming TG Reviews and </a:t>
            </a:r>
            <a:r>
              <a:rPr lang="en-US" sz="1200" b="0" i="0" u="none" strike="noStrike" kern="1200" baseline="0" err="1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SteerCo</a:t>
            </a:r>
            <a:r>
              <a:rPr lang="en-US" sz="1200" b="0" i="0" u="none" strike="noStrik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 Meetings. </a:t>
            </a:r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endParaRPr lang="en-US" sz="1200" b="0" i="0" u="none" strike="noStrike" kern="1200" baseline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rtl="0" eaLnBrk="1" fontAlgn="base" latinLnBrk="0" hangingPunct="1"/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13D5EAB-BCFB-8C4A-9C61-A99C3EE6BC4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A414BB17-FF98-46EA-B034-E0DB034B88CD}" type="slidenum">
              <a:rPr kumimoji="0" lang="en-US" sz="1000" b="0" i="0" u="none" strike="noStrike" kern="1200" cap="none" spc="0" normalizeH="0" baseline="0" noProof="0" smtClean="0">
                <a:ln>
                  <a:noFill/>
                </a:ln>
                <a:solidFill>
                  <a:srgbClr val="666666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</a:t>
            </a:fld>
            <a:endParaRPr kumimoji="0" lang="en-US" sz="1000" b="0" i="0" u="none" strike="noStrike" kern="1200" cap="none" spc="0" normalizeH="0" baseline="0" noProof="0">
              <a:ln>
                <a:noFill/>
              </a:ln>
              <a:solidFill>
                <a:srgbClr val="666666"/>
              </a:solidFill>
              <a:effectLst/>
              <a:uLnTx/>
              <a:uFillTx/>
              <a:latin typeface="Calibri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551711861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sv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svg"/><Relationship Id="rId2" Type="http://schemas.openxmlformats.org/officeDocument/2006/relationships/slideMaster" Target="../slideMasters/slideMaster1.xml"/><Relationship Id="rId1" Type="http://schemas.openxmlformats.org/officeDocument/2006/relationships/themeOverride" Target="../theme/themeOverride1.xml"/><Relationship Id="rId4" Type="http://schemas.openxmlformats.org/officeDocument/2006/relationships/image" Target="../media/image3.png"/></Relationships>
</file>

<file path=ppt/slideLayouts/_rels/slideLayout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jpeg"/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8.png"/></Relationships>
</file>

<file path=ppt/slideLayouts/_rels/slideLayout5.xml.rels><?xml version="1.0" encoding="UTF-8" standalone="yes"?>
<Relationships xmlns="http://schemas.openxmlformats.org/package/2006/relationships"><Relationship Id="rId2" Type="http://schemas.openxmlformats.org/officeDocument/2006/relationships/slideMaster" Target="../slideMasters/slideMaster1.xml"/><Relationship Id="rId1" Type="http://schemas.openxmlformats.org/officeDocument/2006/relationships/themeOverride" Target="../theme/themeOverride2.xml"/></Relationships>
</file>

<file path=ppt/slideLayouts/_rels/slideLayout6.xml.rels><?xml version="1.0" encoding="UTF-8" standalone="yes"?>
<Relationships xmlns="http://schemas.openxmlformats.org/package/2006/relationships"><Relationship Id="rId2" Type="http://schemas.openxmlformats.org/officeDocument/2006/relationships/slideMaster" Target="../slideMasters/slideMaster1.xml"/><Relationship Id="rId1" Type="http://schemas.openxmlformats.org/officeDocument/2006/relationships/themeOverride" Target="../theme/themeOverride3.xml"/></Relationships>
</file>

<file path=ppt/slideLayouts/_rels/slideLayout7.xml.rels><?xml version="1.0" encoding="UTF-8" standalone="yes"?>
<Relationships xmlns="http://schemas.openxmlformats.org/package/2006/relationships"><Relationship Id="rId2" Type="http://schemas.openxmlformats.org/officeDocument/2006/relationships/slideMaster" Target="../slideMasters/slideMaster1.xml"/><Relationship Id="rId1" Type="http://schemas.openxmlformats.org/officeDocument/2006/relationships/themeOverride" Target="../theme/themeOverride4.xml"/></Relationships>
</file>

<file path=ppt/slideLayouts/_rels/slideLayout8.xml.rels><?xml version="1.0" encoding="UTF-8" standalone="yes"?>
<Relationships xmlns="http://schemas.openxmlformats.org/package/2006/relationships"><Relationship Id="rId2" Type="http://schemas.openxmlformats.org/officeDocument/2006/relationships/slideMaster" Target="../slideMasters/slideMaster1.xml"/><Relationship Id="rId1" Type="http://schemas.openxmlformats.org/officeDocument/2006/relationships/themeOverride" Target="../theme/themeOverride5.xml"/></Relationships>
</file>

<file path=ppt/slideLayouts/_rels/slideLayout9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1.svg"/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svg"/><Relationship Id="rId2" Type="http://schemas.openxmlformats.org/officeDocument/2006/relationships/image" Target="../media/image10.jpe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11.png"/></Relationships>
</file>

<file path=ppt/slideLayouts/_rels/slideLayout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svg"/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11.png"/></Relationships>
</file>

<file path=ppt/slideLayouts/_rels/slideLayout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svg"/><Relationship Id="rId2" Type="http://schemas.openxmlformats.org/officeDocument/2006/relationships/image" Target="../media/image14.jpe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15.png"/></Relationships>
</file>

<file path=ppt/slideLayouts/_rels/slideLayout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svg"/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17.png"/></Relationships>
</file>

<file path=ppt/slideLayouts/_rels/slideLayout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svg"/><Relationship Id="rId2" Type="http://schemas.openxmlformats.org/officeDocument/2006/relationships/image" Target="../media/image18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17.png"/></Relationships>
</file>

<file path=ppt/slideLayouts/_rels/slideLayout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svg"/><Relationship Id="rId2" Type="http://schemas.openxmlformats.org/officeDocument/2006/relationships/image" Target="../media/image19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17.png"/></Relationships>
</file>

<file path=ppt/slideLayouts/_rels/slideLayout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svg"/><Relationship Id="rId2" Type="http://schemas.openxmlformats.org/officeDocument/2006/relationships/image" Target="../media/image20.jpe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11.png"/></Relationships>
</file>

<file path=ppt/slideLayouts/_rels/slideLayout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image" Target="../media/image21.jpeg"/><Relationship Id="rId1" Type="http://schemas.openxmlformats.org/officeDocument/2006/relationships/slideMaster" Target="../slideMasters/slideMaster1.xml"/><Relationship Id="rId5" Type="http://schemas.openxmlformats.org/officeDocument/2006/relationships/image" Target="../media/image11.png"/><Relationship Id="rId4" Type="http://schemas.openxmlformats.org/officeDocument/2006/relationships/image" Target="../media/image1.svg"/></Relationships>
</file>

<file path=ppt/slideLayouts/_rels/slideLayout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svg"/><Relationship Id="rId2" Type="http://schemas.openxmlformats.org/officeDocument/2006/relationships/image" Target="../media/image21.jpe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11.png"/></Relationships>
</file>

<file path=ppt/slideLayouts/_rels/slideLayout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svg"/><Relationship Id="rId2" Type="http://schemas.openxmlformats.org/officeDocument/2006/relationships/image" Target="../media/image23.jpe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11.png"/></Relationships>
</file>

<file path=ppt/slideLayouts/_rels/slideLayout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svg"/><Relationship Id="rId2" Type="http://schemas.openxmlformats.org/officeDocument/2006/relationships/image" Target="../media/image24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25.png"/></Relationships>
</file>

<file path=ppt/slideLayouts/_rels/slideLayout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svg"/><Relationship Id="rId2" Type="http://schemas.openxmlformats.org/officeDocument/2006/relationships/image" Target="../media/image26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25.png"/></Relationships>
</file>

<file path=ppt/slideLayouts/_rels/slideLayout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svg"/><Relationship Id="rId2" Type="http://schemas.openxmlformats.org/officeDocument/2006/relationships/image" Target="../media/image27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25.png"/></Relationships>
</file>

<file path=ppt/slideLayouts/_rels/slideLayout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svg"/><Relationship Id="rId2" Type="http://schemas.openxmlformats.org/officeDocument/2006/relationships/image" Target="../media/image28.jpe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29.png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.jpeg"/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1.xml"/></Relationships>
</file>

<file path=ppt/slideLayouts/_rels/slideLayout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.jpeg"/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1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png"/><Relationship Id="rId2" Type="http://schemas.openxmlformats.org/officeDocument/2006/relationships/slideMaster" Target="../slideMasters/slideMaster1.xml"/><Relationship Id="rId1" Type="http://schemas.openxmlformats.org/officeDocument/2006/relationships/themeOverride" Target="../theme/themeOverride6.xml"/><Relationship Id="rId4" Type="http://schemas.openxmlformats.org/officeDocument/2006/relationships/image" Target="../media/image33.jpeg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8.xml.rels><?xml version="1.0" encoding="UTF-8" standalone="yes"?>
<Relationships xmlns="http://schemas.openxmlformats.org/package/2006/relationships"><Relationship Id="rId2" Type="http://schemas.openxmlformats.org/officeDocument/2006/relationships/slideMaster" Target="../slideMasters/slideMaster1.xml"/><Relationship Id="rId1" Type="http://schemas.openxmlformats.org/officeDocument/2006/relationships/themeOverride" Target="../theme/themeOverride7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png"/><Relationship Id="rId2" Type="http://schemas.openxmlformats.org/officeDocument/2006/relationships/image" Target="../media/image34.svg"/><Relationship Id="rId1" Type="http://schemas.openxmlformats.org/officeDocument/2006/relationships/slideMaster" Target="../slideMasters/slideMaster1.xml"/></Relationships>
</file>

<file path=ppt/slideLayouts/_rels/slideLayout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.svg"/><Relationship Id="rId2" Type="http://schemas.openxmlformats.org/officeDocument/2006/relationships/slideMaster" Target="../slideMasters/slideMaster1.xml"/><Relationship Id="rId1" Type="http://schemas.openxmlformats.org/officeDocument/2006/relationships/themeOverride" Target="../theme/themeOverride8.xml"/><Relationship Id="rId4" Type="http://schemas.openxmlformats.org/officeDocument/2006/relationships/image" Target="../media/image36.png"/></Relationships>
</file>

<file path=ppt/slideLayouts/_rels/slideLayout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png"/><Relationship Id="rId2" Type="http://schemas.openxmlformats.org/officeDocument/2006/relationships/image" Target="../media/image37.jpeg"/><Relationship Id="rId1" Type="http://schemas.openxmlformats.org/officeDocument/2006/relationships/slideMaster" Target="../slideMasters/slideMaster1.xml"/></Relationships>
</file>

<file path=ppt/slideLayouts/_rels/slideLayout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39.png"/></Relationships>
</file>

<file path=ppt/slideLayouts/_rels/slideLayout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svg"/><Relationship Id="rId1" Type="http://schemas.openxmlformats.org/officeDocument/2006/relationships/slideMaster" Target="../slideMasters/slideMaster1.xml"/></Relationships>
</file>

<file path=ppt/slideLayouts/_rels/slideLayout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svg"/><Relationship Id="rId2" Type="http://schemas.openxmlformats.org/officeDocument/2006/relationships/slideMaster" Target="../slideMasters/slideMaster1.xml"/><Relationship Id="rId1" Type="http://schemas.openxmlformats.org/officeDocument/2006/relationships/themeOverride" Target="../theme/themeOverride9.xml"/><Relationship Id="rId4" Type="http://schemas.openxmlformats.org/officeDocument/2006/relationships/image" Target="../media/image3.png"/></Relationships>
</file>

<file path=ppt/slideLayouts/_rels/slideLayout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jpeg"/><Relationship Id="rId1" Type="http://schemas.openxmlformats.org/officeDocument/2006/relationships/slideMaster" Target="../slideMasters/slideMaster1.xml"/></Relationships>
</file>

<file path=ppt/slideLayouts/_rels/slideLayout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8.png"/></Relationships>
</file>

<file path=ppt/slideLayouts/_rels/slideLayout48.xml.rels><?xml version="1.0" encoding="UTF-8" standalone="yes"?>
<Relationships xmlns="http://schemas.openxmlformats.org/package/2006/relationships"><Relationship Id="rId2" Type="http://schemas.openxmlformats.org/officeDocument/2006/relationships/slideMaster" Target="../slideMasters/slideMaster1.xml"/><Relationship Id="rId1" Type="http://schemas.openxmlformats.org/officeDocument/2006/relationships/themeOverride" Target="../theme/themeOverride10.xml"/></Relationships>
</file>

<file path=ppt/slideLayouts/_rels/slideLayout49.xml.rels><?xml version="1.0" encoding="UTF-8" standalone="yes"?>
<Relationships xmlns="http://schemas.openxmlformats.org/package/2006/relationships"><Relationship Id="rId2" Type="http://schemas.openxmlformats.org/officeDocument/2006/relationships/slideMaster" Target="../slideMasters/slideMaster1.xml"/><Relationship Id="rId1" Type="http://schemas.openxmlformats.org/officeDocument/2006/relationships/themeOverride" Target="../theme/themeOverride11.xml"/></Relationships>
</file>

<file path=ppt/slideLayouts/_rels/slideLayout50.xml.rels><?xml version="1.0" encoding="UTF-8" standalone="yes"?>
<Relationships xmlns="http://schemas.openxmlformats.org/package/2006/relationships"><Relationship Id="rId2" Type="http://schemas.openxmlformats.org/officeDocument/2006/relationships/slideMaster" Target="../slideMasters/slideMaster1.xml"/><Relationship Id="rId1" Type="http://schemas.openxmlformats.org/officeDocument/2006/relationships/themeOverride" Target="../theme/themeOverride12.xml"/></Relationships>
</file>

<file path=ppt/slideLayouts/_rels/slideLayout51.xml.rels><?xml version="1.0" encoding="UTF-8" standalone="yes"?>
<Relationships xmlns="http://schemas.openxmlformats.org/package/2006/relationships"><Relationship Id="rId2" Type="http://schemas.openxmlformats.org/officeDocument/2006/relationships/slideMaster" Target="../slideMasters/slideMaster1.xml"/><Relationship Id="rId1" Type="http://schemas.openxmlformats.org/officeDocument/2006/relationships/themeOverride" Target="../theme/themeOverride13.xml"/></Relationships>
</file>

<file path=ppt/slideLayouts/_rels/slideLayout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svg"/><Relationship Id="rId2" Type="http://schemas.openxmlformats.org/officeDocument/2006/relationships/image" Target="../media/image40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36.png"/></Relationships>
</file>

<file path=ppt/slideLayouts/_rels/slideLayout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.svg"/><Relationship Id="rId2" Type="http://schemas.openxmlformats.org/officeDocument/2006/relationships/image" Target="../media/image42.jpe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35.png"/></Relationships>
</file>

<file path=ppt/slideLayouts/_rels/slideLayout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svg"/><Relationship Id="rId2" Type="http://schemas.openxmlformats.org/officeDocument/2006/relationships/image" Target="../media/image43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36.png"/></Relationships>
</file>

<file path=ppt/slideLayouts/_rels/slideLayout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svg"/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17.png"/></Relationships>
</file>

<file path=ppt/slideLayouts/_rels/slideLayout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svg"/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17.png"/></Relationships>
</file>

<file path=ppt/slideLayouts/_rels/slideLayout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svg"/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17.png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4.svg"/><Relationship Id="rId1" Type="http://schemas.openxmlformats.org/officeDocument/2006/relationships/slideMaster" Target="../slideMasters/slideMaster2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5.png"/><Relationship Id="rId1" Type="http://schemas.openxmlformats.org/officeDocument/2006/relationships/slideMaster" Target="../slideMasters/slideMaster2.xml"/></Relationships>
</file>

<file path=ppt/slideLayouts/_rels/slideLayout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6.png"/><Relationship Id="rId1" Type="http://schemas.openxmlformats.org/officeDocument/2006/relationships/slideMaster" Target="../slideMasters/slideMaster2.xml"/></Relationships>
</file>

<file path=ppt/slideLayouts/_rels/slideLayout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.png"/><Relationship Id="rId2" Type="http://schemas.openxmlformats.org/officeDocument/2006/relationships/image" Target="../media/image47.png"/><Relationship Id="rId1" Type="http://schemas.openxmlformats.org/officeDocument/2006/relationships/slideMaster" Target="../slideMasters/slideMaster2.xml"/></Relationships>
</file>

<file path=ppt/slideLayouts/_rels/slideLayout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9.jpeg"/><Relationship Id="rId1" Type="http://schemas.openxmlformats.org/officeDocument/2006/relationships/slideMaster" Target="../slideMasters/slideMaster2.xml"/></Relationships>
</file>

<file path=ppt/slideLayouts/_rels/slideLayout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9.jpeg"/><Relationship Id="rId1" Type="http://schemas.openxmlformats.org/officeDocument/2006/relationships/slideMaster" Target="../slideMasters/slideMaster2.xml"/></Relationships>
</file>

<file path=ppt/slideLayouts/_rels/slideLayout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png"/><Relationship Id="rId2" Type="http://schemas.openxmlformats.org/officeDocument/2006/relationships/image" Target="../media/image52.svg"/><Relationship Id="rId1" Type="http://schemas.openxmlformats.org/officeDocument/2006/relationships/slideMaster" Target="../slideMasters/slideMaster3.xml"/></Relationships>
</file>

<file path=ppt/slideLayouts/_rels/slideLayout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png"/><Relationship Id="rId2" Type="http://schemas.openxmlformats.org/officeDocument/2006/relationships/image" Target="../media/image52.svg"/><Relationship Id="rId1" Type="http://schemas.openxmlformats.org/officeDocument/2006/relationships/slideMaster" Target="../slideMasters/slideMaster3.xml"/></Relationships>
</file>

<file path=ppt/slideLayouts/_rels/slideLayout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jpeg"/><Relationship Id="rId2" Type="http://schemas.openxmlformats.org/officeDocument/2006/relationships/image" Target="../media/image53.svg"/><Relationship Id="rId1" Type="http://schemas.openxmlformats.org/officeDocument/2006/relationships/slideMaster" Target="../slideMasters/slideMaster3.xml"/></Relationships>
</file>

<file path=ppt/slideLayouts/_rels/slideLayout1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jpeg"/><Relationship Id="rId2" Type="http://schemas.openxmlformats.org/officeDocument/2006/relationships/image" Target="../media/image54.svg"/><Relationship Id="rId1" Type="http://schemas.openxmlformats.org/officeDocument/2006/relationships/slideMaster" Target="../slideMasters/slideMaster3.xml"/></Relationships>
</file>

<file path=ppt/slideLayouts/_rels/slideLayout1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png"/><Relationship Id="rId2" Type="http://schemas.openxmlformats.org/officeDocument/2006/relationships/image" Target="../media/image52.svg"/><Relationship Id="rId1" Type="http://schemas.openxmlformats.org/officeDocument/2006/relationships/slideMaster" Target="../slideMasters/slideMaster3.xml"/></Relationships>
</file>

<file path=ppt/slideLayouts/_rels/slideLayout1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jpeg"/><Relationship Id="rId2" Type="http://schemas.openxmlformats.org/officeDocument/2006/relationships/image" Target="../media/image54.svg"/><Relationship Id="rId1" Type="http://schemas.openxmlformats.org/officeDocument/2006/relationships/slideMaster" Target="../slideMasters/slideMaster3.xml"/></Relationships>
</file>

<file path=ppt/slideLayouts/_rels/slideLayout1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jpeg"/><Relationship Id="rId2" Type="http://schemas.openxmlformats.org/officeDocument/2006/relationships/image" Target="../media/image54.svg"/><Relationship Id="rId1" Type="http://schemas.openxmlformats.org/officeDocument/2006/relationships/slideMaster" Target="../slideMasters/slideMaster3.xml"/></Relationships>
</file>

<file path=ppt/slideLayouts/_rels/slideLayout1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jpeg"/><Relationship Id="rId2" Type="http://schemas.openxmlformats.org/officeDocument/2006/relationships/image" Target="../media/image54.svg"/><Relationship Id="rId1" Type="http://schemas.openxmlformats.org/officeDocument/2006/relationships/slideMaster" Target="../slideMasters/slideMaster3.xml"/></Relationships>
</file>

<file path=ppt/slideLayouts/_rels/slideLayout1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1.jpeg"/><Relationship Id="rId1" Type="http://schemas.openxmlformats.org/officeDocument/2006/relationships/slideMaster" Target="../slideMasters/slideMaster3.xml"/></Relationships>
</file>

<file path=ppt/slideLayouts/_rels/slideLayout1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23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3.xml"/></Relationships>
</file>

<file path=ppt/slideLayouts/_rels/slideLayout124.xml.rels><?xml version="1.0" encoding="UTF-8" standalone="yes"?>
<Relationships xmlns="http://schemas.openxmlformats.org/package/2006/relationships"><Relationship Id="rId8" Type="http://schemas.openxmlformats.org/officeDocument/2006/relationships/image" Target="../media/image56.emf"/><Relationship Id="rId3" Type="http://schemas.openxmlformats.org/officeDocument/2006/relationships/tags" Target="../tags/tag4.xml"/><Relationship Id="rId7" Type="http://schemas.openxmlformats.org/officeDocument/2006/relationships/oleObject" Target="../embeddings/oleObject2.bin"/><Relationship Id="rId2" Type="http://schemas.openxmlformats.org/officeDocument/2006/relationships/tags" Target="../tags/tag3.xml"/><Relationship Id="rId1" Type="http://schemas.openxmlformats.org/officeDocument/2006/relationships/tags" Target="../tags/tag2.xml"/><Relationship Id="rId6" Type="http://schemas.openxmlformats.org/officeDocument/2006/relationships/slideMaster" Target="../slideMasters/slideMaster3.xml"/><Relationship Id="rId11" Type="http://schemas.microsoft.com/office/2007/relationships/hdphoto" Target="../media/hdphoto2.wdp"/><Relationship Id="rId5" Type="http://schemas.openxmlformats.org/officeDocument/2006/relationships/tags" Target="../tags/tag6.xml"/><Relationship Id="rId10" Type="http://schemas.openxmlformats.org/officeDocument/2006/relationships/image" Target="../media/image58.png"/><Relationship Id="rId4" Type="http://schemas.openxmlformats.org/officeDocument/2006/relationships/tags" Target="../tags/tag5.xml"/><Relationship Id="rId9" Type="http://schemas.openxmlformats.org/officeDocument/2006/relationships/image" Target="../media/image57.jpeg"/></Relationships>
</file>

<file path=ppt/slideLayouts/_rels/slideLayout1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I_Title Slide Circle Picture">
    <p:bg>
      <p:bgPr>
        <a:solidFill>
          <a:srgbClr val="4F217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10"/>
          <p:cNvSpPr>
            <a:spLocks noGrp="1"/>
          </p:cNvSpPr>
          <p:nvPr>
            <p:ph type="pic" sz="quarter" idx="10"/>
          </p:nvPr>
        </p:nvSpPr>
        <p:spPr>
          <a:xfrm>
            <a:off x="0" y="2"/>
            <a:ext cx="5266036" cy="6857999"/>
          </a:xfrm>
          <a:custGeom>
            <a:avLst/>
            <a:gdLst>
              <a:gd name="connsiteX0" fmla="*/ 0 w 5266036"/>
              <a:gd name="connsiteY0" fmla="*/ 0 h 6857999"/>
              <a:gd name="connsiteX1" fmla="*/ 3014696 w 5266036"/>
              <a:gd name="connsiteY1" fmla="*/ 0 h 6857999"/>
              <a:gd name="connsiteX2" fmla="*/ 3040982 w 5266036"/>
              <a:gd name="connsiteY2" fmla="*/ 11408 h 6857999"/>
              <a:gd name="connsiteX3" fmla="*/ 5250901 w 5266036"/>
              <a:gd name="connsiteY3" fmla="*/ 4085922 h 6857999"/>
              <a:gd name="connsiteX4" fmla="*/ 3435696 w 5266036"/>
              <a:gd name="connsiteY4" fmla="*/ 6839477 h 6857999"/>
              <a:gd name="connsiteX5" fmla="*/ 3398838 w 5266036"/>
              <a:gd name="connsiteY5" fmla="*/ 6857999 h 6857999"/>
              <a:gd name="connsiteX6" fmla="*/ 0 w 5266036"/>
              <a:gd name="connsiteY6" fmla="*/ 6857999 h 6857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266036" h="6857999">
                <a:moveTo>
                  <a:pt x="0" y="0"/>
                </a:moveTo>
                <a:lnTo>
                  <a:pt x="3014696" y="0"/>
                </a:lnTo>
                <a:lnTo>
                  <a:pt x="3040982" y="11408"/>
                </a:lnTo>
                <a:cubicBezTo>
                  <a:pt x="4562919" y="717837"/>
                  <a:pt x="5390071" y="2397951"/>
                  <a:pt x="5250901" y="4085922"/>
                </a:cubicBezTo>
                <a:cubicBezTo>
                  <a:pt x="5138669" y="5484335"/>
                  <a:pt x="4361602" y="6343612"/>
                  <a:pt x="3435696" y="6839477"/>
                </a:cubicBezTo>
                <a:lnTo>
                  <a:pt x="3398838" y="6857999"/>
                </a:lnTo>
                <a:lnTo>
                  <a:pt x="0" y="6857999"/>
                </a:lnTo>
                <a:close/>
              </a:path>
            </a:pathLst>
          </a:custGeom>
          <a:solidFill>
            <a:srgbClr val="D9D9D9"/>
          </a:solidFill>
        </p:spPr>
        <p:txBody>
          <a:bodyPr tIns="3657600" rtlCol="0">
            <a:noAutofit/>
          </a:bodyPr>
          <a:lstStyle>
            <a:lvl1pPr marL="0" marR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tx1"/>
              </a:buClr>
              <a:buSzTx/>
              <a:buFont typeface="Arial" panose="020B0604020202020204" pitchFamily="34" charset="0"/>
              <a:buNone/>
              <a:tabLst/>
              <a:defRPr sz="16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/>
              <a:t>Click icon to add picture</a:t>
            </a:r>
            <a:endParaRPr noProof="0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1"/>
          </p:nvPr>
        </p:nvSpPr>
        <p:spPr>
          <a:xfrm>
            <a:off x="6096000" y="3306349"/>
            <a:ext cx="5638800" cy="722086"/>
          </a:xfrm>
        </p:spPr>
        <p:txBody>
          <a:bodyPr/>
          <a:lstStyle>
            <a:lvl1pPr marL="0" indent="0">
              <a:spcBef>
                <a:spcPts val="0"/>
              </a:spcBef>
              <a:buFontTx/>
              <a:buNone/>
              <a:defRPr sz="2000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FontTx/>
              <a:buNone/>
              <a:defRPr sz="2000"/>
            </a:lvl2pPr>
            <a:lvl3pPr marL="0" indent="0">
              <a:spcBef>
                <a:spcPts val="0"/>
              </a:spcBef>
              <a:buFontTx/>
              <a:buNone/>
              <a:defRPr sz="2000"/>
            </a:lvl3pPr>
            <a:lvl4pPr marL="0" indent="0">
              <a:spcBef>
                <a:spcPts val="0"/>
              </a:spcBef>
              <a:buFontTx/>
              <a:buNone/>
              <a:defRPr sz="2000"/>
            </a:lvl4pPr>
            <a:lvl5pPr marL="0" indent="0">
              <a:spcBef>
                <a:spcPts val="0"/>
              </a:spcBef>
              <a:buFontTx/>
              <a:buNone/>
              <a:defRPr sz="2000"/>
            </a:lvl5pPr>
            <a:lvl6pPr marL="0" indent="0">
              <a:spcBef>
                <a:spcPts val="0"/>
              </a:spcBef>
              <a:buFontTx/>
              <a:buNone/>
              <a:defRPr sz="2000"/>
            </a:lvl6pPr>
            <a:lvl7pPr marL="0" indent="0">
              <a:spcBef>
                <a:spcPts val="0"/>
              </a:spcBef>
              <a:buFontTx/>
              <a:buNone/>
              <a:defRPr sz="2000"/>
            </a:lvl7pPr>
            <a:lvl8pPr marL="0" indent="0">
              <a:spcBef>
                <a:spcPts val="0"/>
              </a:spcBef>
              <a:buFontTx/>
              <a:buNone/>
              <a:defRPr sz="2000"/>
            </a:lvl8pPr>
            <a:lvl9pPr marL="0" indent="0">
              <a:spcBef>
                <a:spcPts val="0"/>
              </a:spcBef>
              <a:buFontTx/>
              <a:buNone/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>
          <a:xfrm>
            <a:off x="6096000" y="457200"/>
            <a:ext cx="5715000" cy="2565401"/>
          </a:xfrm>
        </p:spPr>
        <p:txBody>
          <a:bodyPr/>
          <a:lstStyle>
            <a:lvl1pPr>
              <a:lnSpc>
                <a:spcPct val="82000"/>
              </a:lnSpc>
              <a:defRPr sz="6600" b="0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/>
          </a:p>
        </p:txBody>
      </p:sp>
      <p:grpSp>
        <p:nvGrpSpPr>
          <p:cNvPr id="51" name="Group 50">
            <a:extLst>
              <a:ext uri="{FF2B5EF4-FFF2-40B4-BE49-F238E27FC236}">
                <a16:creationId xmlns:a16="http://schemas.microsoft.com/office/drawing/2014/main" id="{FD48F19F-48DD-BF92-A8CF-2C335651868B}"/>
              </a:ext>
            </a:extLst>
          </p:cNvPr>
          <p:cNvGrpSpPr/>
          <p:nvPr userDrawn="1"/>
        </p:nvGrpSpPr>
        <p:grpSpPr>
          <a:xfrm>
            <a:off x="6797041" y="5546185"/>
            <a:ext cx="4937759" cy="1175831"/>
            <a:chOff x="6403173" y="5505584"/>
            <a:chExt cx="5779301" cy="1376228"/>
          </a:xfrm>
        </p:grpSpPr>
        <p:sp>
          <p:nvSpPr>
            <p:cNvPr id="52" name="Graphic 11">
              <a:extLst>
                <a:ext uri="{FF2B5EF4-FFF2-40B4-BE49-F238E27FC236}">
                  <a16:creationId xmlns:a16="http://schemas.microsoft.com/office/drawing/2014/main" id="{05A84795-BED5-1F03-77A0-C85C64F3E687}"/>
                </a:ext>
              </a:extLst>
            </p:cNvPr>
            <p:cNvSpPr/>
            <p:nvPr userDrawn="1"/>
          </p:nvSpPr>
          <p:spPr>
            <a:xfrm rot="16200000">
              <a:off x="8294854" y="6187275"/>
              <a:ext cx="1352164" cy="36909"/>
            </a:xfrm>
            <a:custGeom>
              <a:avLst/>
              <a:gdLst>
                <a:gd name="connsiteX0" fmla="*/ 5634971 w 5634018"/>
                <a:gd name="connsiteY0" fmla="*/ 49074 h 147637"/>
                <a:gd name="connsiteX1" fmla="*/ 5600681 w 5634018"/>
                <a:gd name="connsiteY1" fmla="*/ 27167 h 147637"/>
                <a:gd name="connsiteX2" fmla="*/ 216693 w 5634018"/>
                <a:gd name="connsiteY2" fmla="*/ 12879 h 147637"/>
                <a:gd name="connsiteX3" fmla="*/ 0 w 5634018"/>
                <a:gd name="connsiteY3" fmla="*/ 85269 h 147637"/>
                <a:gd name="connsiteX4" fmla="*/ 812480 w 5634018"/>
                <a:gd name="connsiteY4" fmla="*/ 121464 h 147637"/>
                <a:gd name="connsiteX5" fmla="*/ 2112638 w 5634018"/>
                <a:gd name="connsiteY5" fmla="*/ 85269 h 147637"/>
                <a:gd name="connsiteX6" fmla="*/ 5472094 w 5634018"/>
                <a:gd name="connsiteY6" fmla="*/ 120988 h 147637"/>
                <a:gd name="connsiteX7" fmla="*/ 5634971 w 5634018"/>
                <a:gd name="connsiteY7" fmla="*/ 49074 h 147637"/>
                <a:gd name="connsiteX8" fmla="*/ 5634971 w 5634018"/>
                <a:gd name="connsiteY8" fmla="*/ 49074 h 147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634018" h="147637">
                  <a:moveTo>
                    <a:pt x="5634971" y="49074"/>
                  </a:moveTo>
                  <a:cubicBezTo>
                    <a:pt x="5634971" y="36692"/>
                    <a:pt x="5622588" y="27167"/>
                    <a:pt x="5600681" y="27167"/>
                  </a:cubicBezTo>
                  <a:cubicBezTo>
                    <a:pt x="3833323" y="25738"/>
                    <a:pt x="1982622" y="-22363"/>
                    <a:pt x="216693" y="12879"/>
                  </a:cubicBezTo>
                  <a:cubicBezTo>
                    <a:pt x="162401" y="12879"/>
                    <a:pt x="0" y="49074"/>
                    <a:pt x="0" y="85269"/>
                  </a:cubicBezTo>
                  <a:cubicBezTo>
                    <a:pt x="0" y="204331"/>
                    <a:pt x="541971" y="121464"/>
                    <a:pt x="812480" y="121464"/>
                  </a:cubicBezTo>
                  <a:cubicBezTo>
                    <a:pt x="1245866" y="85269"/>
                    <a:pt x="1679252" y="85269"/>
                    <a:pt x="2112638" y="85269"/>
                  </a:cubicBezTo>
                  <a:cubicBezTo>
                    <a:pt x="3250871" y="157183"/>
                    <a:pt x="4334336" y="120988"/>
                    <a:pt x="5472094" y="120988"/>
                  </a:cubicBezTo>
                  <a:cubicBezTo>
                    <a:pt x="5526386" y="120988"/>
                    <a:pt x="5634971" y="120988"/>
                    <a:pt x="5634971" y="49074"/>
                  </a:cubicBezTo>
                  <a:lnTo>
                    <a:pt x="5634971" y="49074"/>
                  </a:lnTo>
                  <a:close/>
                </a:path>
              </a:pathLst>
            </a:custGeom>
            <a:solidFill>
              <a:schemeClr val="tx1"/>
            </a:solidFill>
            <a:ln w="4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pic>
          <p:nvPicPr>
            <p:cNvPr id="53" name="Graphic 52">
              <a:extLst>
                <a:ext uri="{FF2B5EF4-FFF2-40B4-BE49-F238E27FC236}">
                  <a16:creationId xmlns:a16="http://schemas.microsoft.com/office/drawing/2014/main" id="{43F00327-D36D-6E44-BCAF-AB2D5F7EE056}"/>
                </a:ext>
              </a:extLst>
            </p:cNvPr>
            <p:cNvPicPr>
              <a:picLocks noChangeAspect="1"/>
            </p:cNvPicPr>
            <p:nvPr userDrawn="1"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rcRect/>
            <a:stretch/>
          </p:blipFill>
          <p:spPr>
            <a:xfrm>
              <a:off x="9363076" y="5784703"/>
              <a:ext cx="2819398" cy="842050"/>
            </a:xfrm>
            <a:prstGeom prst="rect">
              <a:avLst/>
            </a:prstGeom>
          </p:spPr>
        </p:pic>
        <p:pic>
          <p:nvPicPr>
            <p:cNvPr id="54" name="Picture 96" descr="Diagram&#10;&#10;Description automatically generated with medium confidence">
              <a:extLst>
                <a:ext uri="{FF2B5EF4-FFF2-40B4-BE49-F238E27FC236}">
                  <a16:creationId xmlns:a16="http://schemas.microsoft.com/office/drawing/2014/main" id="{3C4BF5A0-A384-D613-A955-F5625A9B2BA3}"/>
                </a:ext>
              </a:extLst>
            </p:cNvPr>
            <p:cNvPicPr>
              <a:picLocks noChangeAspect="1" noChangeArrowheads="1"/>
            </p:cNvPicPr>
            <p:nvPr userDrawn="1"/>
          </p:nvPicPr>
          <p:blipFill>
            <a:blip r:embed="rId3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03173" y="5505584"/>
              <a:ext cx="2155608" cy="1233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2482060232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I_Title Slide Full PIcture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" name="Picture Placeholder 56"/>
          <p:cNvSpPr>
            <a:spLocks noGrp="1"/>
          </p:cNvSpPr>
          <p:nvPr>
            <p:ph type="pic" sz="quarter" idx="10"/>
          </p:nvPr>
        </p:nvSpPr>
        <p:spPr>
          <a:xfrm>
            <a:off x="3459602" y="0"/>
            <a:ext cx="8732399" cy="6858000"/>
          </a:xfrm>
          <a:custGeom>
            <a:avLst/>
            <a:gdLst>
              <a:gd name="connsiteX0" fmla="*/ 343919 w 8732399"/>
              <a:gd name="connsiteY0" fmla="*/ 0 h 6858000"/>
              <a:gd name="connsiteX1" fmla="*/ 8732399 w 8732399"/>
              <a:gd name="connsiteY1" fmla="*/ 0 h 6858000"/>
              <a:gd name="connsiteX2" fmla="*/ 8732399 w 8732399"/>
              <a:gd name="connsiteY2" fmla="*/ 6858000 h 6858000"/>
              <a:gd name="connsiteX3" fmla="*/ 0 w 8732399"/>
              <a:gd name="connsiteY3" fmla="*/ 6858000 h 6858000"/>
              <a:gd name="connsiteX4" fmla="*/ 177693 w 8732399"/>
              <a:gd name="connsiteY4" fmla="*/ 6768713 h 6858000"/>
              <a:gd name="connsiteX5" fmla="*/ 2063325 w 8732399"/>
              <a:gd name="connsiteY5" fmla="*/ 3899618 h 6858000"/>
              <a:gd name="connsiteX6" fmla="*/ 2077959 w 8732399"/>
              <a:gd name="connsiteY6" fmla="*/ 3618494 h 6858000"/>
              <a:gd name="connsiteX7" fmla="*/ 2077954 w 8732399"/>
              <a:gd name="connsiteY7" fmla="*/ 3617951 h 6858000"/>
              <a:gd name="connsiteX8" fmla="*/ 2077959 w 8732399"/>
              <a:gd name="connsiteY8" fmla="*/ 3617865 h 6858000"/>
              <a:gd name="connsiteX9" fmla="*/ 2076397 w 8732399"/>
              <a:gd name="connsiteY9" fmla="*/ 3429041 h 6858000"/>
              <a:gd name="connsiteX10" fmla="*/ 2075650 w 8732399"/>
              <a:gd name="connsiteY10" fmla="*/ 3338309 h 6858000"/>
              <a:gd name="connsiteX11" fmla="*/ 404439 w 8732399"/>
              <a:gd name="connsiteY11" fmla="*/ 39934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8732399" h="6858000">
                <a:moveTo>
                  <a:pt x="343919" y="0"/>
                </a:moveTo>
                <a:lnTo>
                  <a:pt x="8732399" y="0"/>
                </a:lnTo>
                <a:lnTo>
                  <a:pt x="8732399" y="6858000"/>
                </a:lnTo>
                <a:lnTo>
                  <a:pt x="0" y="6858000"/>
                </a:lnTo>
                <a:lnTo>
                  <a:pt x="177693" y="6768713"/>
                </a:lnTo>
                <a:cubicBezTo>
                  <a:pt x="1141742" y="6254472"/>
                  <a:pt x="1951349" y="5360222"/>
                  <a:pt x="2063325" y="3899618"/>
                </a:cubicBezTo>
                <a:cubicBezTo>
                  <a:pt x="2071055" y="3805858"/>
                  <a:pt x="2075919" y="3712098"/>
                  <a:pt x="2077959" y="3618494"/>
                </a:cubicBezTo>
                <a:lnTo>
                  <a:pt x="2077954" y="3617951"/>
                </a:lnTo>
                <a:lnTo>
                  <a:pt x="2077959" y="3617865"/>
                </a:lnTo>
                <a:lnTo>
                  <a:pt x="2076397" y="3429041"/>
                </a:lnTo>
                <a:lnTo>
                  <a:pt x="2075650" y="3338309"/>
                </a:lnTo>
                <a:cubicBezTo>
                  <a:pt x="2025731" y="2034428"/>
                  <a:pt x="1430533" y="791870"/>
                  <a:pt x="404439" y="39934"/>
                </a:cubicBezTo>
                <a:close/>
              </a:path>
            </a:pathLst>
          </a:custGeom>
          <a:solidFill>
            <a:srgbClr val="D9D9D9"/>
          </a:solidFill>
        </p:spPr>
        <p:txBody>
          <a:bodyPr lIns="4663440" rtlCol="0" anchor="ctr">
            <a:noAutofit/>
          </a:bodyPr>
          <a:lstStyle>
            <a:lvl1pPr marL="0" indent="0" algn="l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/>
              <a:t>Click icon to add picture</a:t>
            </a:r>
            <a:endParaRPr noProof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600" y="1066800"/>
            <a:ext cx="4389120" cy="2391042"/>
          </a:xfrm>
        </p:spPr>
        <p:txBody>
          <a:bodyPr/>
          <a:lstStyle>
            <a:lvl1pPr>
              <a:defRPr sz="6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55" name="Text Placeholder 53"/>
          <p:cNvSpPr>
            <a:spLocks noGrp="1"/>
          </p:cNvSpPr>
          <p:nvPr>
            <p:ph type="body" sz="quarter" idx="12"/>
          </p:nvPr>
        </p:nvSpPr>
        <p:spPr>
          <a:xfrm>
            <a:off x="621333" y="3776801"/>
            <a:ext cx="4389120" cy="731520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000" i="0">
                <a:solidFill>
                  <a:schemeClr val="tx1"/>
                </a:solidFill>
              </a:defRPr>
            </a:lvl1pPr>
            <a:lvl2pPr marL="0" indent="0">
              <a:spcBef>
                <a:spcPts val="0"/>
              </a:spcBef>
              <a:buNone/>
              <a:defRPr sz="2000" i="0">
                <a:solidFill>
                  <a:schemeClr val="tx1"/>
                </a:solidFill>
              </a:defRPr>
            </a:lvl2pPr>
            <a:lvl3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3pPr>
            <a:lvl4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4pPr>
            <a:lvl5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5pPr>
            <a:lvl6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6pPr>
            <a:lvl7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7pPr>
            <a:lvl8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8pPr>
            <a:lvl9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grpSp>
        <p:nvGrpSpPr>
          <p:cNvPr id="50" name="Group 49">
            <a:extLst>
              <a:ext uri="{FF2B5EF4-FFF2-40B4-BE49-F238E27FC236}">
                <a16:creationId xmlns:a16="http://schemas.microsoft.com/office/drawing/2014/main" id="{00A809FF-319D-90AD-D0D5-8AF2917FAA3F}"/>
              </a:ext>
            </a:extLst>
          </p:cNvPr>
          <p:cNvGrpSpPr/>
          <p:nvPr userDrawn="1"/>
        </p:nvGrpSpPr>
        <p:grpSpPr>
          <a:xfrm>
            <a:off x="612180" y="5410200"/>
            <a:ext cx="3715981" cy="885503"/>
            <a:chOff x="6407181" y="5505584"/>
            <a:chExt cx="5775293" cy="1376228"/>
          </a:xfrm>
        </p:grpSpPr>
        <p:sp>
          <p:nvSpPr>
            <p:cNvPr id="51" name="Graphic 11">
              <a:extLst>
                <a:ext uri="{FF2B5EF4-FFF2-40B4-BE49-F238E27FC236}">
                  <a16:creationId xmlns:a16="http://schemas.microsoft.com/office/drawing/2014/main" id="{521A9963-B7D6-2100-AC6C-81D6DC1CABA3}"/>
                </a:ext>
              </a:extLst>
            </p:cNvPr>
            <p:cNvSpPr/>
            <p:nvPr userDrawn="1"/>
          </p:nvSpPr>
          <p:spPr>
            <a:xfrm rot="16200000">
              <a:off x="8294854" y="6187275"/>
              <a:ext cx="1352164" cy="36909"/>
            </a:xfrm>
            <a:custGeom>
              <a:avLst/>
              <a:gdLst>
                <a:gd name="connsiteX0" fmla="*/ 5634971 w 5634018"/>
                <a:gd name="connsiteY0" fmla="*/ 49074 h 147637"/>
                <a:gd name="connsiteX1" fmla="*/ 5600681 w 5634018"/>
                <a:gd name="connsiteY1" fmla="*/ 27167 h 147637"/>
                <a:gd name="connsiteX2" fmla="*/ 216693 w 5634018"/>
                <a:gd name="connsiteY2" fmla="*/ 12879 h 147637"/>
                <a:gd name="connsiteX3" fmla="*/ 0 w 5634018"/>
                <a:gd name="connsiteY3" fmla="*/ 85269 h 147637"/>
                <a:gd name="connsiteX4" fmla="*/ 812480 w 5634018"/>
                <a:gd name="connsiteY4" fmla="*/ 121464 h 147637"/>
                <a:gd name="connsiteX5" fmla="*/ 2112638 w 5634018"/>
                <a:gd name="connsiteY5" fmla="*/ 85269 h 147637"/>
                <a:gd name="connsiteX6" fmla="*/ 5472094 w 5634018"/>
                <a:gd name="connsiteY6" fmla="*/ 120988 h 147637"/>
                <a:gd name="connsiteX7" fmla="*/ 5634971 w 5634018"/>
                <a:gd name="connsiteY7" fmla="*/ 49074 h 147637"/>
                <a:gd name="connsiteX8" fmla="*/ 5634971 w 5634018"/>
                <a:gd name="connsiteY8" fmla="*/ 49074 h 147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634018" h="147637">
                  <a:moveTo>
                    <a:pt x="5634971" y="49074"/>
                  </a:moveTo>
                  <a:cubicBezTo>
                    <a:pt x="5634971" y="36692"/>
                    <a:pt x="5622588" y="27167"/>
                    <a:pt x="5600681" y="27167"/>
                  </a:cubicBezTo>
                  <a:cubicBezTo>
                    <a:pt x="3833323" y="25738"/>
                    <a:pt x="1982622" y="-22363"/>
                    <a:pt x="216693" y="12879"/>
                  </a:cubicBezTo>
                  <a:cubicBezTo>
                    <a:pt x="162401" y="12879"/>
                    <a:pt x="0" y="49074"/>
                    <a:pt x="0" y="85269"/>
                  </a:cubicBezTo>
                  <a:cubicBezTo>
                    <a:pt x="0" y="204331"/>
                    <a:pt x="541971" y="121464"/>
                    <a:pt x="812480" y="121464"/>
                  </a:cubicBezTo>
                  <a:cubicBezTo>
                    <a:pt x="1245866" y="85269"/>
                    <a:pt x="1679252" y="85269"/>
                    <a:pt x="2112638" y="85269"/>
                  </a:cubicBezTo>
                  <a:cubicBezTo>
                    <a:pt x="3250871" y="157183"/>
                    <a:pt x="4334336" y="120988"/>
                    <a:pt x="5472094" y="120988"/>
                  </a:cubicBezTo>
                  <a:cubicBezTo>
                    <a:pt x="5526386" y="120988"/>
                    <a:pt x="5634971" y="120988"/>
                    <a:pt x="5634971" y="49074"/>
                  </a:cubicBezTo>
                  <a:lnTo>
                    <a:pt x="5634971" y="49074"/>
                  </a:lnTo>
                  <a:close/>
                </a:path>
              </a:pathLst>
            </a:custGeom>
            <a:solidFill>
              <a:schemeClr val="bg1"/>
            </a:solidFill>
            <a:ln w="4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pic>
          <p:nvPicPr>
            <p:cNvPr id="52" name="Graphic 51">
              <a:extLst>
                <a:ext uri="{FF2B5EF4-FFF2-40B4-BE49-F238E27FC236}">
                  <a16:creationId xmlns:a16="http://schemas.microsoft.com/office/drawing/2014/main" id="{5124EBAF-3B8A-4667-8F12-CC443C20AB4D}"/>
                </a:ext>
              </a:extLst>
            </p:cNvPr>
            <p:cNvPicPr>
              <a:picLocks noChangeAspect="1"/>
            </p:cNvPicPr>
            <p:nvPr userDrawn="1"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/>
          </p:blipFill>
          <p:spPr>
            <a:xfrm>
              <a:off x="9363076" y="5784703"/>
              <a:ext cx="2819398" cy="842050"/>
            </a:xfrm>
            <a:prstGeom prst="rect">
              <a:avLst/>
            </a:prstGeom>
          </p:spPr>
        </p:pic>
        <p:pic>
          <p:nvPicPr>
            <p:cNvPr id="53" name="Picture 96">
              <a:extLst>
                <a:ext uri="{FF2B5EF4-FFF2-40B4-BE49-F238E27FC236}">
                  <a16:creationId xmlns:a16="http://schemas.microsoft.com/office/drawing/2014/main" id="{A34FCDB5-C19C-3657-221B-04530D530F5E}"/>
                </a:ext>
              </a:extLst>
            </p:cNvPr>
            <p:cNvPicPr>
              <a:picLocks noChangeAspect="1" noChangeArrowheads="1"/>
            </p:cNvPicPr>
            <p:nvPr userDrawn="1"/>
          </p:nvPicPr>
          <p:blipFill>
            <a:blip r:embed="rId4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 bwMode="auto">
            <a:xfrm>
              <a:off x="6407181" y="5505584"/>
              <a:ext cx="2147590" cy="12334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3943798282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I_Title Slide Circle Picture 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0" name="Picture 97" descr="Diagram&#10;&#10;Description automatically generated">
            <a:extLst>
              <a:ext uri="{FF2B5EF4-FFF2-40B4-BE49-F238E27FC236}">
                <a16:creationId xmlns:a16="http://schemas.microsoft.com/office/drawing/2014/main" id="{9672A9AF-A4AD-AD8B-B03E-3FB6BC44AAD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9669463" y="5359400"/>
            <a:ext cx="1854200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" name="Picture Placeholder 10"/>
          <p:cNvSpPr>
            <a:spLocks noGrp="1"/>
          </p:cNvSpPr>
          <p:nvPr>
            <p:ph type="pic" sz="quarter" idx="10"/>
          </p:nvPr>
        </p:nvSpPr>
        <p:spPr>
          <a:xfrm>
            <a:off x="0" y="2"/>
            <a:ext cx="5266036" cy="6857999"/>
          </a:xfrm>
          <a:custGeom>
            <a:avLst/>
            <a:gdLst>
              <a:gd name="connsiteX0" fmla="*/ 0 w 5266036"/>
              <a:gd name="connsiteY0" fmla="*/ 0 h 6857999"/>
              <a:gd name="connsiteX1" fmla="*/ 3014696 w 5266036"/>
              <a:gd name="connsiteY1" fmla="*/ 0 h 6857999"/>
              <a:gd name="connsiteX2" fmla="*/ 3040982 w 5266036"/>
              <a:gd name="connsiteY2" fmla="*/ 11408 h 6857999"/>
              <a:gd name="connsiteX3" fmla="*/ 5250901 w 5266036"/>
              <a:gd name="connsiteY3" fmla="*/ 4085922 h 6857999"/>
              <a:gd name="connsiteX4" fmla="*/ 3435696 w 5266036"/>
              <a:gd name="connsiteY4" fmla="*/ 6839477 h 6857999"/>
              <a:gd name="connsiteX5" fmla="*/ 3398838 w 5266036"/>
              <a:gd name="connsiteY5" fmla="*/ 6857999 h 6857999"/>
              <a:gd name="connsiteX6" fmla="*/ 0 w 5266036"/>
              <a:gd name="connsiteY6" fmla="*/ 6857999 h 6857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266036" h="6857999">
                <a:moveTo>
                  <a:pt x="0" y="0"/>
                </a:moveTo>
                <a:lnTo>
                  <a:pt x="3014696" y="0"/>
                </a:lnTo>
                <a:lnTo>
                  <a:pt x="3040982" y="11408"/>
                </a:lnTo>
                <a:cubicBezTo>
                  <a:pt x="4562919" y="717837"/>
                  <a:pt x="5390071" y="2397951"/>
                  <a:pt x="5250901" y="4085922"/>
                </a:cubicBezTo>
                <a:cubicBezTo>
                  <a:pt x="5138669" y="5484335"/>
                  <a:pt x="4361602" y="6343612"/>
                  <a:pt x="3435696" y="6839477"/>
                </a:cubicBezTo>
                <a:lnTo>
                  <a:pt x="3398838" y="6857999"/>
                </a:lnTo>
                <a:lnTo>
                  <a:pt x="0" y="6857999"/>
                </a:lnTo>
                <a:close/>
              </a:path>
            </a:pathLst>
          </a:custGeom>
          <a:solidFill>
            <a:srgbClr val="D9D9D9"/>
          </a:solidFill>
        </p:spPr>
        <p:txBody>
          <a:bodyPr tIns="3657600" rtlCol="0">
            <a:noAutofit/>
          </a:bodyPr>
          <a:lstStyle>
            <a:lvl1pPr marL="0" marR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tx1"/>
              </a:buClr>
              <a:buSzTx/>
              <a:buFont typeface="Arial" panose="020B0604020202020204" pitchFamily="34" charset="0"/>
              <a:buNone/>
              <a:tabLst/>
              <a:defRPr sz="1600"/>
            </a:lvl1pPr>
          </a:lstStyle>
          <a:p>
            <a:pPr lvl="0"/>
            <a:r>
              <a:rPr lang="en-US" noProof="0"/>
              <a:t>Click icon to add picture</a:t>
            </a:r>
            <a:endParaRPr noProof="0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1"/>
          </p:nvPr>
        </p:nvSpPr>
        <p:spPr>
          <a:xfrm>
            <a:off x="6096000" y="3306349"/>
            <a:ext cx="5715000" cy="731520"/>
          </a:xfrm>
        </p:spPr>
        <p:txBody>
          <a:bodyPr/>
          <a:lstStyle>
            <a:lvl1pPr marL="0" indent="0">
              <a:spcBef>
                <a:spcPts val="0"/>
              </a:spcBef>
              <a:buFontTx/>
              <a:buNone/>
              <a:defRPr sz="2000"/>
            </a:lvl1pPr>
            <a:lvl2pPr marL="0" indent="0">
              <a:spcBef>
                <a:spcPts val="0"/>
              </a:spcBef>
              <a:buFontTx/>
              <a:buNone/>
              <a:defRPr sz="2000"/>
            </a:lvl2pPr>
            <a:lvl3pPr marL="0" indent="0">
              <a:spcBef>
                <a:spcPts val="0"/>
              </a:spcBef>
              <a:buFontTx/>
              <a:buNone/>
              <a:defRPr sz="2000"/>
            </a:lvl3pPr>
            <a:lvl4pPr marL="0" indent="0">
              <a:spcBef>
                <a:spcPts val="0"/>
              </a:spcBef>
              <a:buFontTx/>
              <a:buNone/>
              <a:defRPr sz="2000"/>
            </a:lvl4pPr>
            <a:lvl5pPr marL="0" indent="0">
              <a:spcBef>
                <a:spcPts val="0"/>
              </a:spcBef>
              <a:buFontTx/>
              <a:buNone/>
              <a:defRPr sz="2000"/>
            </a:lvl5pPr>
            <a:lvl6pPr marL="0" indent="0">
              <a:spcBef>
                <a:spcPts val="0"/>
              </a:spcBef>
              <a:buFontTx/>
              <a:buNone/>
              <a:defRPr sz="2000"/>
            </a:lvl6pPr>
            <a:lvl7pPr marL="0" indent="0">
              <a:spcBef>
                <a:spcPts val="0"/>
              </a:spcBef>
              <a:buFontTx/>
              <a:buNone/>
              <a:defRPr sz="2000"/>
            </a:lvl7pPr>
            <a:lvl8pPr marL="0" indent="0">
              <a:spcBef>
                <a:spcPts val="0"/>
              </a:spcBef>
              <a:buFontTx/>
              <a:buNone/>
              <a:defRPr sz="2000"/>
            </a:lvl8pPr>
            <a:lvl9pPr marL="0" indent="0">
              <a:spcBef>
                <a:spcPts val="0"/>
              </a:spcBef>
              <a:buFontTx/>
              <a:buNone/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>
          <a:xfrm>
            <a:off x="6096000" y="457200"/>
            <a:ext cx="5715000" cy="2565401"/>
          </a:xfrm>
        </p:spPr>
        <p:txBody>
          <a:bodyPr/>
          <a:lstStyle>
            <a:lvl1pPr>
              <a:lnSpc>
                <a:spcPct val="82000"/>
              </a:lnSpc>
              <a:defRPr sz="6600" b="0"/>
            </a:lvl1pPr>
          </a:lstStyle>
          <a:p>
            <a:r>
              <a:rPr lang="en-US"/>
              <a:t>Click to edit Master title style</a:t>
            </a:r>
            <a:endParaRPr/>
          </a:p>
        </p:txBody>
      </p:sp>
      <p:pic>
        <p:nvPicPr>
          <p:cNvPr id="51" name="Picture 50" descr="A purple text on a black background&#10;&#10;AI-generated content may be incorrect.">
            <a:extLst>
              <a:ext uri="{FF2B5EF4-FFF2-40B4-BE49-F238E27FC236}">
                <a16:creationId xmlns:a16="http://schemas.microsoft.com/office/drawing/2014/main" id="{48872143-E1A8-349B-7887-3F0190C724A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128923" y="5607300"/>
            <a:ext cx="2375755" cy="70127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8961575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I_Title Slide Wor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52">
            <a:extLst>
              <a:ext uri="{FF2B5EF4-FFF2-40B4-BE49-F238E27FC236}">
                <a16:creationId xmlns:a16="http://schemas.microsoft.com/office/drawing/2014/main" id="{F90ED436-616C-8F8D-0375-112A23A6E3D1}"/>
              </a:ext>
            </a:extLst>
          </p:cNvPr>
          <p:cNvGrpSpPr>
            <a:grpSpLocks/>
          </p:cNvGrpSpPr>
          <p:nvPr/>
        </p:nvGrpSpPr>
        <p:grpSpPr bwMode="auto">
          <a:xfrm>
            <a:off x="0" y="0"/>
            <a:ext cx="5265738" cy="6858000"/>
            <a:chOff x="0" y="1"/>
            <a:chExt cx="5266036" cy="6858000"/>
          </a:xfrm>
        </p:grpSpPr>
        <p:sp>
          <p:nvSpPr>
            <p:cNvPr id="5" name="Freeform: Shape 53">
              <a:extLst>
                <a:ext uri="{FF2B5EF4-FFF2-40B4-BE49-F238E27FC236}">
                  <a16:creationId xmlns:a16="http://schemas.microsoft.com/office/drawing/2014/main" id="{A0BC447A-601D-F368-C610-93DAD4293950}"/>
                </a:ext>
              </a:extLst>
            </p:cNvPr>
            <p:cNvSpPr>
              <a:spLocks/>
            </p:cNvSpPr>
            <p:nvPr/>
          </p:nvSpPr>
          <p:spPr bwMode="ltGray">
            <a:xfrm>
              <a:off x="0" y="1"/>
              <a:ext cx="5266036" cy="6858000"/>
            </a:xfrm>
            <a:custGeom>
              <a:avLst/>
              <a:gdLst>
                <a:gd name="T0" fmla="*/ 0 w 5266036"/>
                <a:gd name="T1" fmla="*/ 0 h 6858000"/>
                <a:gd name="T2" fmla="*/ 3014696 w 5266036"/>
                <a:gd name="T3" fmla="*/ 0 h 6858000"/>
                <a:gd name="T4" fmla="*/ 3040982 w 5266036"/>
                <a:gd name="T5" fmla="*/ 11408 h 6858000"/>
                <a:gd name="T6" fmla="*/ 5250901 w 5266036"/>
                <a:gd name="T7" fmla="*/ 4085922 h 6858000"/>
                <a:gd name="T8" fmla="*/ 3435696 w 5266036"/>
                <a:gd name="T9" fmla="*/ 6839477 h 6858000"/>
                <a:gd name="T10" fmla="*/ 3398836 w 5266036"/>
                <a:gd name="T11" fmla="*/ 6858000 h 6858000"/>
                <a:gd name="T12" fmla="*/ 0 w 5266036"/>
                <a:gd name="T13" fmla="*/ 6858000 h 68580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66036" h="6858000">
                  <a:moveTo>
                    <a:pt x="0" y="0"/>
                  </a:moveTo>
                  <a:lnTo>
                    <a:pt x="3014696" y="0"/>
                  </a:lnTo>
                  <a:lnTo>
                    <a:pt x="3040982" y="11408"/>
                  </a:lnTo>
                  <a:cubicBezTo>
                    <a:pt x="4562919" y="717837"/>
                    <a:pt x="5390071" y="2397951"/>
                    <a:pt x="5250901" y="4085922"/>
                  </a:cubicBezTo>
                  <a:cubicBezTo>
                    <a:pt x="5138669" y="5484335"/>
                    <a:pt x="4361602" y="6343612"/>
                    <a:pt x="3435696" y="6839477"/>
                  </a:cubicBezTo>
                  <a:lnTo>
                    <a:pt x="3398836" y="6858000"/>
                  </a:lnTo>
                  <a:lnTo>
                    <a:pt x="0" y="68580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F21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6" name="Freeform: Shape 54">
              <a:extLst>
                <a:ext uri="{FF2B5EF4-FFF2-40B4-BE49-F238E27FC236}">
                  <a16:creationId xmlns:a16="http://schemas.microsoft.com/office/drawing/2014/main" id="{69D0033F-6B94-CDCD-B7C4-F159A1C1E4BD}"/>
                </a:ext>
              </a:extLst>
            </p:cNvPr>
            <p:cNvSpPr>
              <a:spLocks/>
            </p:cNvSpPr>
            <p:nvPr/>
          </p:nvSpPr>
          <p:spPr bwMode="ltGray">
            <a:xfrm>
              <a:off x="1" y="99439"/>
              <a:ext cx="287275" cy="1443098"/>
            </a:xfrm>
            <a:custGeom>
              <a:avLst/>
              <a:gdLst>
                <a:gd name="T0" fmla="*/ 94635 w 287275"/>
                <a:gd name="T1" fmla="*/ 646457 h 1443098"/>
                <a:gd name="T2" fmla="*/ 110030 w 287275"/>
                <a:gd name="T3" fmla="*/ 646457 h 1443098"/>
                <a:gd name="T4" fmla="*/ 176725 w 287275"/>
                <a:gd name="T5" fmla="*/ 1205691 h 1443098"/>
                <a:gd name="T6" fmla="*/ 17148 w 287275"/>
                <a:gd name="T7" fmla="*/ 1435626 h 1443098"/>
                <a:gd name="T8" fmla="*/ 0 w 287275"/>
                <a:gd name="T9" fmla="*/ 1443098 h 1443098"/>
                <a:gd name="T10" fmla="*/ 0 w 287275"/>
                <a:gd name="T11" fmla="*/ 675806 h 1443098"/>
                <a:gd name="T12" fmla="*/ 79246 w 287275"/>
                <a:gd name="T13" fmla="*/ 0 h 1443098"/>
                <a:gd name="T14" fmla="*/ 161336 w 287275"/>
                <a:gd name="T15" fmla="*/ 10261 h 1443098"/>
                <a:gd name="T16" fmla="*/ 145941 w 287275"/>
                <a:gd name="T17" fmla="*/ 287314 h 1443098"/>
                <a:gd name="T18" fmla="*/ 62169 w 287275"/>
                <a:gd name="T19" fmla="*/ 305030 h 1443098"/>
                <a:gd name="T20" fmla="*/ 0 w 287275"/>
                <a:gd name="T21" fmla="*/ 311825 h 1443098"/>
                <a:gd name="T22" fmla="*/ 0 w 287275"/>
                <a:gd name="T23" fmla="*/ 20391 h 144309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87275" h="1443098">
                  <a:moveTo>
                    <a:pt x="94635" y="646457"/>
                  </a:moveTo>
                  <a:cubicBezTo>
                    <a:pt x="99769" y="646457"/>
                    <a:pt x="104897" y="646457"/>
                    <a:pt x="110030" y="646457"/>
                  </a:cubicBezTo>
                  <a:cubicBezTo>
                    <a:pt x="438389" y="692630"/>
                    <a:pt x="217770" y="1000466"/>
                    <a:pt x="176725" y="1205691"/>
                  </a:cubicBezTo>
                  <a:cubicBezTo>
                    <a:pt x="145302" y="1376283"/>
                    <a:pt x="141374" y="1381895"/>
                    <a:pt x="17148" y="1435626"/>
                  </a:cubicBezTo>
                  <a:lnTo>
                    <a:pt x="0" y="1443098"/>
                  </a:lnTo>
                  <a:lnTo>
                    <a:pt x="0" y="675806"/>
                  </a:lnTo>
                  <a:lnTo>
                    <a:pt x="94635" y="646457"/>
                  </a:lnTo>
                  <a:close/>
                  <a:moveTo>
                    <a:pt x="79246" y="0"/>
                  </a:moveTo>
                  <a:cubicBezTo>
                    <a:pt x="99769" y="0"/>
                    <a:pt x="120291" y="5128"/>
                    <a:pt x="161336" y="10261"/>
                  </a:cubicBezTo>
                  <a:cubicBezTo>
                    <a:pt x="325515" y="92351"/>
                    <a:pt x="274209" y="246269"/>
                    <a:pt x="145941" y="287314"/>
                  </a:cubicBezTo>
                  <a:cubicBezTo>
                    <a:pt x="116441" y="296292"/>
                    <a:pt x="88864" y="301422"/>
                    <a:pt x="62169" y="305030"/>
                  </a:cubicBezTo>
                  <a:lnTo>
                    <a:pt x="0" y="311825"/>
                  </a:lnTo>
                  <a:lnTo>
                    <a:pt x="0" y="20391"/>
                  </a:lnTo>
                  <a:lnTo>
                    <a:pt x="79246" y="0"/>
                  </a:lnTo>
                  <a:close/>
                </a:path>
              </a:pathLst>
            </a:custGeom>
            <a:solidFill>
              <a:srgbClr val="724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7" name="Freeform: Shape 55">
              <a:extLst>
                <a:ext uri="{FF2B5EF4-FFF2-40B4-BE49-F238E27FC236}">
                  <a16:creationId xmlns:a16="http://schemas.microsoft.com/office/drawing/2014/main" id="{334BB765-32B4-09AF-C871-D95365356586}"/>
                </a:ext>
              </a:extLst>
            </p:cNvPr>
            <p:cNvSpPr>
              <a:spLocks/>
            </p:cNvSpPr>
            <p:nvPr/>
          </p:nvSpPr>
          <p:spPr bwMode="ltGray">
            <a:xfrm>
              <a:off x="0" y="3622695"/>
              <a:ext cx="911379" cy="2599608"/>
            </a:xfrm>
            <a:custGeom>
              <a:avLst/>
              <a:gdLst>
                <a:gd name="T0" fmla="*/ 0 w 911379"/>
                <a:gd name="T1" fmla="*/ 0 h 2599608"/>
                <a:gd name="T2" fmla="*/ 63852 w 911379"/>
                <a:gd name="T3" fmla="*/ 32258 h 2599608"/>
                <a:gd name="T4" fmla="*/ 253681 w 911379"/>
                <a:gd name="T5" fmla="*/ 140003 h 2599608"/>
                <a:gd name="T6" fmla="*/ 376816 w 911379"/>
                <a:gd name="T7" fmla="*/ 432445 h 2599608"/>
                <a:gd name="T8" fmla="*/ 587173 w 911379"/>
                <a:gd name="T9" fmla="*/ 545318 h 2599608"/>
                <a:gd name="T10" fmla="*/ 900137 w 911379"/>
                <a:gd name="T11" fmla="*/ 919855 h 2599608"/>
                <a:gd name="T12" fmla="*/ 664129 w 911379"/>
                <a:gd name="T13" fmla="*/ 1284126 h 2599608"/>
                <a:gd name="T14" fmla="*/ 566651 w 911379"/>
                <a:gd name="T15" fmla="*/ 1684313 h 2599608"/>
                <a:gd name="T16" fmla="*/ 304987 w 911379"/>
                <a:gd name="T17" fmla="*/ 2002411 h 2599608"/>
                <a:gd name="T18" fmla="*/ 63852 w 911379"/>
                <a:gd name="T19" fmla="*/ 2489821 h 2599608"/>
                <a:gd name="T20" fmla="*/ 0 w 911379"/>
                <a:gd name="T21" fmla="*/ 2599608 h 2599608"/>
                <a:gd name="T22" fmla="*/ 0 w 911379"/>
                <a:gd name="T23" fmla="*/ 0 h 259960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11379" h="2599608">
                  <a:moveTo>
                    <a:pt x="0" y="0"/>
                  </a:moveTo>
                  <a:lnTo>
                    <a:pt x="63852" y="32258"/>
                  </a:lnTo>
                  <a:cubicBezTo>
                    <a:pt x="140808" y="68175"/>
                    <a:pt x="192114" y="57913"/>
                    <a:pt x="253681" y="140003"/>
                  </a:cubicBezTo>
                  <a:cubicBezTo>
                    <a:pt x="320382" y="232354"/>
                    <a:pt x="289598" y="340094"/>
                    <a:pt x="376816" y="432445"/>
                  </a:cubicBezTo>
                  <a:cubicBezTo>
                    <a:pt x="433255" y="494012"/>
                    <a:pt x="520473" y="504273"/>
                    <a:pt x="587173" y="545318"/>
                  </a:cubicBezTo>
                  <a:cubicBezTo>
                    <a:pt x="720569" y="627408"/>
                    <a:pt x="966838" y="724892"/>
                    <a:pt x="900137" y="919855"/>
                  </a:cubicBezTo>
                  <a:cubicBezTo>
                    <a:pt x="843703" y="1089163"/>
                    <a:pt x="623085" y="1058379"/>
                    <a:pt x="664129" y="1284126"/>
                  </a:cubicBezTo>
                  <a:cubicBezTo>
                    <a:pt x="700046" y="1509872"/>
                    <a:pt x="828309" y="1550917"/>
                    <a:pt x="566651" y="1684313"/>
                  </a:cubicBezTo>
                  <a:cubicBezTo>
                    <a:pt x="366555" y="1786925"/>
                    <a:pt x="366555" y="1812581"/>
                    <a:pt x="304987" y="2002411"/>
                  </a:cubicBezTo>
                  <a:cubicBezTo>
                    <a:pt x="253681" y="2166590"/>
                    <a:pt x="156202" y="2341031"/>
                    <a:pt x="63852" y="2489821"/>
                  </a:cubicBezTo>
                  <a:lnTo>
                    <a:pt x="0" y="25996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24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8" name="Freeform: Shape 56">
              <a:extLst>
                <a:ext uri="{FF2B5EF4-FFF2-40B4-BE49-F238E27FC236}">
                  <a16:creationId xmlns:a16="http://schemas.microsoft.com/office/drawing/2014/main" id="{2CC72F86-D57B-E8A4-DDB9-2E66A0548627}"/>
                </a:ext>
              </a:extLst>
            </p:cNvPr>
            <p:cNvSpPr>
              <a:spLocks/>
            </p:cNvSpPr>
            <p:nvPr/>
          </p:nvSpPr>
          <p:spPr bwMode="ltGray">
            <a:xfrm>
              <a:off x="266515" y="81480"/>
              <a:ext cx="1128733" cy="1128733"/>
            </a:xfrm>
            <a:custGeom>
              <a:avLst/>
              <a:gdLst>
                <a:gd name="T0" fmla="*/ 500235 w 209550"/>
                <a:gd name="T1" fmla="*/ 38481 h 209550"/>
                <a:gd name="T2" fmla="*/ 500235 w 209550"/>
                <a:gd name="T3" fmla="*/ 38481 h 209550"/>
                <a:gd name="T4" fmla="*/ 38481 w 209550"/>
                <a:gd name="T5" fmla="*/ 156482 h 209550"/>
                <a:gd name="T6" fmla="*/ 38481 w 209550"/>
                <a:gd name="T7" fmla="*/ 161615 h 209550"/>
                <a:gd name="T8" fmla="*/ 89787 w 209550"/>
                <a:gd name="T9" fmla="*/ 228311 h 209550"/>
                <a:gd name="T10" fmla="*/ 135960 w 209550"/>
                <a:gd name="T11" fmla="*/ 223183 h 209550"/>
                <a:gd name="T12" fmla="*/ 341184 w 209550"/>
                <a:gd name="T13" fmla="*/ 890161 h 209550"/>
                <a:gd name="T14" fmla="*/ 474580 w 209550"/>
                <a:gd name="T15" fmla="*/ 1090252 h 209550"/>
                <a:gd name="T16" fmla="*/ 566930 w 209550"/>
                <a:gd name="T17" fmla="*/ 1044079 h 209550"/>
                <a:gd name="T18" fmla="*/ 690065 w 209550"/>
                <a:gd name="T19" fmla="*/ 802938 h 209550"/>
                <a:gd name="T20" fmla="*/ 890161 w 209550"/>
                <a:gd name="T21" fmla="*/ 649020 h 209550"/>
                <a:gd name="T22" fmla="*/ 500235 w 209550"/>
                <a:gd name="T23" fmla="*/ 38481 h 20955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9550" h="209550">
                  <a:moveTo>
                    <a:pt x="92869" y="7144"/>
                  </a:moveTo>
                  <a:cubicBezTo>
                    <a:pt x="91916" y="7144"/>
                    <a:pt x="91916" y="7144"/>
                    <a:pt x="92869" y="7144"/>
                  </a:cubicBezTo>
                  <a:cubicBezTo>
                    <a:pt x="63341" y="12859"/>
                    <a:pt x="34766" y="20479"/>
                    <a:pt x="7144" y="29051"/>
                  </a:cubicBezTo>
                  <a:cubicBezTo>
                    <a:pt x="7144" y="29051"/>
                    <a:pt x="7144" y="30004"/>
                    <a:pt x="7144" y="30004"/>
                  </a:cubicBezTo>
                  <a:lnTo>
                    <a:pt x="16669" y="42386"/>
                  </a:lnTo>
                  <a:cubicBezTo>
                    <a:pt x="19526" y="41434"/>
                    <a:pt x="22384" y="41434"/>
                    <a:pt x="25241" y="41434"/>
                  </a:cubicBezTo>
                  <a:cubicBezTo>
                    <a:pt x="74771" y="41434"/>
                    <a:pt x="57626" y="134779"/>
                    <a:pt x="63341" y="165259"/>
                  </a:cubicBezTo>
                  <a:cubicBezTo>
                    <a:pt x="67151" y="183356"/>
                    <a:pt x="74771" y="202406"/>
                    <a:pt x="88106" y="202406"/>
                  </a:cubicBezTo>
                  <a:cubicBezTo>
                    <a:pt x="92869" y="202406"/>
                    <a:pt x="98584" y="199549"/>
                    <a:pt x="105251" y="193834"/>
                  </a:cubicBezTo>
                  <a:cubicBezTo>
                    <a:pt x="115729" y="183356"/>
                    <a:pt x="116681" y="162401"/>
                    <a:pt x="128111" y="149066"/>
                  </a:cubicBezTo>
                  <a:cubicBezTo>
                    <a:pt x="138589" y="136684"/>
                    <a:pt x="152876" y="130969"/>
                    <a:pt x="165259" y="120491"/>
                  </a:cubicBezTo>
                  <a:cubicBezTo>
                    <a:pt x="265271" y="38576"/>
                    <a:pt x="172879" y="7144"/>
                    <a:pt x="92869" y="7144"/>
                  </a:cubicBezTo>
                </a:path>
              </a:pathLst>
            </a:custGeom>
            <a:solidFill>
              <a:srgbClr val="724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9" name="Freeform: Shape 57">
              <a:extLst>
                <a:ext uri="{FF2B5EF4-FFF2-40B4-BE49-F238E27FC236}">
                  <a16:creationId xmlns:a16="http://schemas.microsoft.com/office/drawing/2014/main" id="{642F7C37-CEF0-C26C-A0C9-817FF22553AA}"/>
                </a:ext>
              </a:extLst>
            </p:cNvPr>
            <p:cNvSpPr>
              <a:spLocks/>
            </p:cNvSpPr>
            <p:nvPr/>
          </p:nvSpPr>
          <p:spPr bwMode="ltGray">
            <a:xfrm>
              <a:off x="1807406" y="19914"/>
              <a:ext cx="3232281" cy="5848895"/>
            </a:xfrm>
            <a:custGeom>
              <a:avLst/>
              <a:gdLst>
                <a:gd name="T0" fmla="*/ 1227068 w 600075"/>
                <a:gd name="T1" fmla="*/ 38481 h 1085850"/>
                <a:gd name="T2" fmla="*/ 1180896 w 600075"/>
                <a:gd name="T3" fmla="*/ 100048 h 1085850"/>
                <a:gd name="T4" fmla="*/ 985933 w 600075"/>
                <a:gd name="T5" fmla="*/ 356579 h 1085850"/>
                <a:gd name="T6" fmla="*/ 867926 w 600075"/>
                <a:gd name="T7" fmla="*/ 397624 h 1085850"/>
                <a:gd name="T8" fmla="*/ 703747 w 600075"/>
                <a:gd name="T9" fmla="*/ 341184 h 1085850"/>
                <a:gd name="T10" fmla="*/ 570351 w 600075"/>
                <a:gd name="T11" fmla="*/ 310401 h 1085850"/>
                <a:gd name="T12" fmla="*/ 452350 w 600075"/>
                <a:gd name="T13" fmla="*/ 613109 h 1085850"/>
                <a:gd name="T14" fmla="*/ 565223 w 600075"/>
                <a:gd name="T15" fmla="*/ 936335 h 1085850"/>
                <a:gd name="T16" fmla="*/ 672963 w 600075"/>
                <a:gd name="T17" fmla="*/ 900423 h 1085850"/>
                <a:gd name="T18" fmla="*/ 842276 w 600075"/>
                <a:gd name="T19" fmla="*/ 731111 h 1085850"/>
                <a:gd name="T20" fmla="*/ 929493 w 600075"/>
                <a:gd name="T21" fmla="*/ 818334 h 1085850"/>
                <a:gd name="T22" fmla="*/ 847404 w 600075"/>
                <a:gd name="T23" fmla="*/ 1090253 h 1085850"/>
                <a:gd name="T24" fmla="*/ 385649 w 600075"/>
                <a:gd name="T25" fmla="*/ 1362178 h 1085850"/>
                <a:gd name="T26" fmla="*/ 370260 w 600075"/>
                <a:gd name="T27" fmla="*/ 1587925 h 1085850"/>
                <a:gd name="T28" fmla="*/ 231731 w 600075"/>
                <a:gd name="T29" fmla="*/ 1921412 h 1085850"/>
                <a:gd name="T30" fmla="*/ 334343 w 600075"/>
                <a:gd name="T31" fmla="*/ 1998374 h 1085850"/>
                <a:gd name="T32" fmla="*/ 708880 w 600075"/>
                <a:gd name="T33" fmla="*/ 1690537 h 1085850"/>
                <a:gd name="T34" fmla="*/ 903843 w 600075"/>
                <a:gd name="T35" fmla="*/ 1593053 h 1085850"/>
                <a:gd name="T36" fmla="*/ 1073150 w 600075"/>
                <a:gd name="T37" fmla="*/ 1659754 h 1085850"/>
                <a:gd name="T38" fmla="*/ 1278374 w 600075"/>
                <a:gd name="T39" fmla="*/ 1726449 h 1085850"/>
                <a:gd name="T40" fmla="*/ 1304030 w 600075"/>
                <a:gd name="T41" fmla="*/ 1726449 h 1085850"/>
                <a:gd name="T42" fmla="*/ 1457948 w 600075"/>
                <a:gd name="T43" fmla="*/ 1572531 h 1085850"/>
                <a:gd name="T44" fmla="*/ 1550299 w 600075"/>
                <a:gd name="T45" fmla="*/ 1454529 h 1085850"/>
                <a:gd name="T46" fmla="*/ 1565688 w 600075"/>
                <a:gd name="T47" fmla="*/ 1454529 h 1085850"/>
                <a:gd name="T48" fmla="*/ 1729868 w 600075"/>
                <a:gd name="T49" fmla="*/ 1639231 h 1085850"/>
                <a:gd name="T50" fmla="*/ 1575949 w 600075"/>
                <a:gd name="T51" fmla="*/ 1916284 h 1085850"/>
                <a:gd name="T52" fmla="*/ 1760651 w 600075"/>
                <a:gd name="T53" fmla="*/ 2244643 h 1085850"/>
                <a:gd name="T54" fmla="*/ 1570822 w 600075"/>
                <a:gd name="T55" fmla="*/ 2306210 h 1085850"/>
                <a:gd name="T56" fmla="*/ 1252724 w 600075"/>
                <a:gd name="T57" fmla="*/ 2254904 h 1085850"/>
                <a:gd name="T58" fmla="*/ 1216807 w 600075"/>
                <a:gd name="T59" fmla="*/ 2254904 h 1085850"/>
                <a:gd name="T60" fmla="*/ 1170634 w 600075"/>
                <a:gd name="T61" fmla="*/ 2254904 h 1085850"/>
                <a:gd name="T62" fmla="*/ 1124456 w 600075"/>
                <a:gd name="T63" fmla="*/ 2254904 h 1085850"/>
                <a:gd name="T64" fmla="*/ 1032105 w 600075"/>
                <a:gd name="T65" fmla="*/ 2239510 h 1085850"/>
                <a:gd name="T66" fmla="*/ 842276 w 600075"/>
                <a:gd name="T67" fmla="*/ 2100986 h 1085850"/>
                <a:gd name="T68" fmla="*/ 816620 w 600075"/>
                <a:gd name="T69" fmla="*/ 2100986 h 1085850"/>
                <a:gd name="T70" fmla="*/ 370260 w 600075"/>
                <a:gd name="T71" fmla="*/ 2336994 h 1085850"/>
                <a:gd name="T72" fmla="*/ 98335 w 600075"/>
                <a:gd name="T73" fmla="*/ 2701265 h 1085850"/>
                <a:gd name="T74" fmla="*/ 190686 w 600075"/>
                <a:gd name="T75" fmla="*/ 3599124 h 1085850"/>
                <a:gd name="T76" fmla="*/ 442088 w 600075"/>
                <a:gd name="T77" fmla="*/ 3681214 h 1085850"/>
                <a:gd name="T78" fmla="*/ 703747 w 600075"/>
                <a:gd name="T79" fmla="*/ 3655558 h 1085850"/>
                <a:gd name="T80" fmla="*/ 873059 w 600075"/>
                <a:gd name="T81" fmla="*/ 3645297 h 1085850"/>
                <a:gd name="T82" fmla="*/ 1119328 w 600075"/>
                <a:gd name="T83" fmla="*/ 3937744 h 1085850"/>
                <a:gd name="T84" fmla="*/ 1155240 w 600075"/>
                <a:gd name="T85" fmla="*/ 4373843 h 1085850"/>
                <a:gd name="T86" fmla="*/ 1257852 w 600075"/>
                <a:gd name="T87" fmla="*/ 4804815 h 1085850"/>
                <a:gd name="T88" fmla="*/ 1088545 w 600075"/>
                <a:gd name="T89" fmla="*/ 5635973 h 1085850"/>
                <a:gd name="T90" fmla="*/ 1201418 w 600075"/>
                <a:gd name="T91" fmla="*/ 5841198 h 1085850"/>
                <a:gd name="T92" fmla="*/ 1380986 w 600075"/>
                <a:gd name="T93" fmla="*/ 5712935 h 1085850"/>
                <a:gd name="T94" fmla="*/ 1806829 w 600075"/>
                <a:gd name="T95" fmla="*/ 5266569 h 1085850"/>
                <a:gd name="T96" fmla="*/ 2165972 w 600075"/>
                <a:gd name="T97" fmla="*/ 4435411 h 1085850"/>
                <a:gd name="T98" fmla="*/ 2181361 w 600075"/>
                <a:gd name="T99" fmla="*/ 4019834 h 1085850"/>
                <a:gd name="T100" fmla="*/ 2407107 w 600075"/>
                <a:gd name="T101" fmla="*/ 3475989 h 1085850"/>
                <a:gd name="T102" fmla="*/ 2340412 w 600075"/>
                <a:gd name="T103" fmla="*/ 3234848 h 1085850"/>
                <a:gd name="T104" fmla="*/ 2391718 w 600075"/>
                <a:gd name="T105" fmla="*/ 2957795 h 1085850"/>
                <a:gd name="T106" fmla="*/ 2514853 w 600075"/>
                <a:gd name="T107" fmla="*/ 2691003 h 1085850"/>
                <a:gd name="T108" fmla="*/ 2325018 w 600075"/>
                <a:gd name="T109" fmla="*/ 2388300 h 1085850"/>
                <a:gd name="T110" fmla="*/ 2407107 w 600075"/>
                <a:gd name="T111" fmla="*/ 2372906 h 1085850"/>
                <a:gd name="T112" fmla="*/ 2848339 w 600075"/>
                <a:gd name="T113" fmla="*/ 3188675 h 1085850"/>
                <a:gd name="T114" fmla="*/ 2971474 w 600075"/>
                <a:gd name="T115" fmla="*/ 3419550 h 1085850"/>
                <a:gd name="T116" fmla="*/ 3074086 w 600075"/>
                <a:gd name="T117" fmla="*/ 3245109 h 1085850"/>
                <a:gd name="T118" fmla="*/ 3192093 w 600075"/>
                <a:gd name="T119" fmla="*/ 2798749 h 1085850"/>
                <a:gd name="T120" fmla="*/ 3033041 w 600075"/>
                <a:gd name="T121" fmla="*/ 1921412 h 1085850"/>
                <a:gd name="T122" fmla="*/ 2427630 w 600075"/>
                <a:gd name="T123" fmla="*/ 869640 h 1085850"/>
                <a:gd name="T124" fmla="*/ 1227068 w 600075"/>
                <a:gd name="T125" fmla="*/ 38481 h 108585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600075" h="1085850">
                  <a:moveTo>
                    <a:pt x="227806" y="7144"/>
                  </a:moveTo>
                  <a:lnTo>
                    <a:pt x="219234" y="18574"/>
                  </a:lnTo>
                  <a:cubicBezTo>
                    <a:pt x="223044" y="42386"/>
                    <a:pt x="201136" y="56674"/>
                    <a:pt x="183039" y="66199"/>
                  </a:cubicBezTo>
                  <a:cubicBezTo>
                    <a:pt x="172561" y="70961"/>
                    <a:pt x="165894" y="73819"/>
                    <a:pt x="161131" y="73819"/>
                  </a:cubicBezTo>
                  <a:cubicBezTo>
                    <a:pt x="153511" y="73819"/>
                    <a:pt x="147796" y="69056"/>
                    <a:pt x="130651" y="63341"/>
                  </a:cubicBezTo>
                  <a:cubicBezTo>
                    <a:pt x="120174" y="59531"/>
                    <a:pt x="111601" y="57626"/>
                    <a:pt x="105886" y="57626"/>
                  </a:cubicBezTo>
                  <a:cubicBezTo>
                    <a:pt x="83026" y="57626"/>
                    <a:pt x="83979" y="81439"/>
                    <a:pt x="83979" y="113824"/>
                  </a:cubicBezTo>
                  <a:cubicBezTo>
                    <a:pt x="83979" y="136684"/>
                    <a:pt x="82074" y="173831"/>
                    <a:pt x="104934" y="173831"/>
                  </a:cubicBezTo>
                  <a:cubicBezTo>
                    <a:pt x="109696" y="173831"/>
                    <a:pt x="116364" y="171926"/>
                    <a:pt x="124936" y="167164"/>
                  </a:cubicBezTo>
                  <a:cubicBezTo>
                    <a:pt x="136366" y="160496"/>
                    <a:pt x="144939" y="135731"/>
                    <a:pt x="156369" y="135731"/>
                  </a:cubicBezTo>
                  <a:cubicBezTo>
                    <a:pt x="161131" y="135731"/>
                    <a:pt x="166846" y="140494"/>
                    <a:pt x="172561" y="151924"/>
                  </a:cubicBezTo>
                  <a:cubicBezTo>
                    <a:pt x="182086" y="169069"/>
                    <a:pt x="167799" y="191929"/>
                    <a:pt x="157321" y="202406"/>
                  </a:cubicBezTo>
                  <a:cubicBezTo>
                    <a:pt x="128746" y="229076"/>
                    <a:pt x="83979" y="207169"/>
                    <a:pt x="71596" y="252889"/>
                  </a:cubicBezTo>
                  <a:cubicBezTo>
                    <a:pt x="67786" y="266224"/>
                    <a:pt x="73501" y="281464"/>
                    <a:pt x="68739" y="294799"/>
                  </a:cubicBezTo>
                  <a:cubicBezTo>
                    <a:pt x="63024" y="310991"/>
                    <a:pt x="31591" y="335756"/>
                    <a:pt x="43021" y="356711"/>
                  </a:cubicBezTo>
                  <a:cubicBezTo>
                    <a:pt x="48736" y="367189"/>
                    <a:pt x="55404" y="370999"/>
                    <a:pt x="62071" y="370999"/>
                  </a:cubicBezTo>
                  <a:cubicBezTo>
                    <a:pt x="86836" y="370999"/>
                    <a:pt x="118269" y="325279"/>
                    <a:pt x="131604" y="313849"/>
                  </a:cubicBezTo>
                  <a:cubicBezTo>
                    <a:pt x="146844" y="300514"/>
                    <a:pt x="158274" y="295751"/>
                    <a:pt x="167799" y="295751"/>
                  </a:cubicBezTo>
                  <a:cubicBezTo>
                    <a:pt x="179229" y="295751"/>
                    <a:pt x="187801" y="301466"/>
                    <a:pt x="199231" y="308134"/>
                  </a:cubicBezTo>
                  <a:cubicBezTo>
                    <a:pt x="209709" y="313849"/>
                    <a:pt x="221139" y="320516"/>
                    <a:pt x="237331" y="320516"/>
                  </a:cubicBezTo>
                  <a:cubicBezTo>
                    <a:pt x="239236" y="320516"/>
                    <a:pt x="240189" y="320516"/>
                    <a:pt x="242094" y="320516"/>
                  </a:cubicBezTo>
                  <a:cubicBezTo>
                    <a:pt x="268764" y="318611"/>
                    <a:pt x="259239" y="310039"/>
                    <a:pt x="270669" y="291941"/>
                  </a:cubicBezTo>
                  <a:cubicBezTo>
                    <a:pt x="277336" y="280511"/>
                    <a:pt x="270669" y="270034"/>
                    <a:pt x="287814" y="270034"/>
                  </a:cubicBezTo>
                  <a:cubicBezTo>
                    <a:pt x="288766" y="270034"/>
                    <a:pt x="289719" y="270034"/>
                    <a:pt x="290671" y="270034"/>
                  </a:cubicBezTo>
                  <a:cubicBezTo>
                    <a:pt x="301149" y="270986"/>
                    <a:pt x="318294" y="294799"/>
                    <a:pt x="321151" y="304324"/>
                  </a:cubicBezTo>
                  <a:cubicBezTo>
                    <a:pt x="327819" y="333851"/>
                    <a:pt x="303054" y="334804"/>
                    <a:pt x="292576" y="355759"/>
                  </a:cubicBezTo>
                  <a:cubicBezTo>
                    <a:pt x="276384" y="391954"/>
                    <a:pt x="313531" y="391001"/>
                    <a:pt x="326866" y="416719"/>
                  </a:cubicBezTo>
                  <a:cubicBezTo>
                    <a:pt x="315436" y="425291"/>
                    <a:pt x="304006" y="428149"/>
                    <a:pt x="291624" y="428149"/>
                  </a:cubicBezTo>
                  <a:cubicBezTo>
                    <a:pt x="272574" y="428149"/>
                    <a:pt x="252571" y="420529"/>
                    <a:pt x="232569" y="418624"/>
                  </a:cubicBezTo>
                  <a:cubicBezTo>
                    <a:pt x="230664" y="418624"/>
                    <a:pt x="227806" y="418624"/>
                    <a:pt x="225901" y="418624"/>
                  </a:cubicBezTo>
                  <a:cubicBezTo>
                    <a:pt x="223044" y="418624"/>
                    <a:pt x="220186" y="418624"/>
                    <a:pt x="217329" y="418624"/>
                  </a:cubicBezTo>
                  <a:cubicBezTo>
                    <a:pt x="214471" y="418624"/>
                    <a:pt x="211614" y="418624"/>
                    <a:pt x="208756" y="418624"/>
                  </a:cubicBezTo>
                  <a:cubicBezTo>
                    <a:pt x="203041" y="418624"/>
                    <a:pt x="197326" y="417671"/>
                    <a:pt x="191611" y="415766"/>
                  </a:cubicBezTo>
                  <a:cubicBezTo>
                    <a:pt x="174466" y="408146"/>
                    <a:pt x="183039" y="392906"/>
                    <a:pt x="156369" y="390049"/>
                  </a:cubicBezTo>
                  <a:cubicBezTo>
                    <a:pt x="154464" y="390049"/>
                    <a:pt x="152559" y="390049"/>
                    <a:pt x="151606" y="390049"/>
                  </a:cubicBezTo>
                  <a:cubicBezTo>
                    <a:pt x="120174" y="390049"/>
                    <a:pt x="96361" y="420529"/>
                    <a:pt x="68739" y="433864"/>
                  </a:cubicBezTo>
                  <a:cubicBezTo>
                    <a:pt x="31591" y="451961"/>
                    <a:pt x="23019" y="463391"/>
                    <a:pt x="18256" y="501491"/>
                  </a:cubicBezTo>
                  <a:cubicBezTo>
                    <a:pt x="11589" y="551974"/>
                    <a:pt x="-10319" y="627221"/>
                    <a:pt x="35401" y="668179"/>
                  </a:cubicBezTo>
                  <a:cubicBezTo>
                    <a:pt x="48736" y="680561"/>
                    <a:pt x="64929" y="683419"/>
                    <a:pt x="82074" y="683419"/>
                  </a:cubicBezTo>
                  <a:cubicBezTo>
                    <a:pt x="98266" y="683419"/>
                    <a:pt x="114459" y="680561"/>
                    <a:pt x="130651" y="678656"/>
                  </a:cubicBezTo>
                  <a:cubicBezTo>
                    <a:pt x="142081" y="677704"/>
                    <a:pt x="152559" y="676751"/>
                    <a:pt x="162084" y="676751"/>
                  </a:cubicBezTo>
                  <a:cubicBezTo>
                    <a:pt x="193516" y="676751"/>
                    <a:pt x="208756" y="687229"/>
                    <a:pt x="207804" y="731044"/>
                  </a:cubicBezTo>
                  <a:cubicBezTo>
                    <a:pt x="207804" y="758666"/>
                    <a:pt x="204946" y="786289"/>
                    <a:pt x="214471" y="812006"/>
                  </a:cubicBezTo>
                  <a:cubicBezTo>
                    <a:pt x="223996" y="840581"/>
                    <a:pt x="236379" y="860584"/>
                    <a:pt x="233521" y="892016"/>
                  </a:cubicBezTo>
                  <a:cubicBezTo>
                    <a:pt x="228759" y="947261"/>
                    <a:pt x="196374" y="987266"/>
                    <a:pt x="202089" y="1046321"/>
                  </a:cubicBezTo>
                  <a:cubicBezTo>
                    <a:pt x="204946" y="1072039"/>
                    <a:pt x="211614" y="1084421"/>
                    <a:pt x="223044" y="1084421"/>
                  </a:cubicBezTo>
                  <a:cubicBezTo>
                    <a:pt x="231616" y="1084421"/>
                    <a:pt x="243046" y="1075849"/>
                    <a:pt x="256381" y="1060609"/>
                  </a:cubicBezTo>
                  <a:cubicBezTo>
                    <a:pt x="281146" y="1031081"/>
                    <a:pt x="309721" y="1006316"/>
                    <a:pt x="335439" y="977741"/>
                  </a:cubicBezTo>
                  <a:cubicBezTo>
                    <a:pt x="367824" y="942499"/>
                    <a:pt x="395446" y="870109"/>
                    <a:pt x="402114" y="823436"/>
                  </a:cubicBezTo>
                  <a:cubicBezTo>
                    <a:pt x="404971" y="797719"/>
                    <a:pt x="399256" y="771049"/>
                    <a:pt x="404971" y="746284"/>
                  </a:cubicBezTo>
                  <a:cubicBezTo>
                    <a:pt x="411639" y="709136"/>
                    <a:pt x="441166" y="680561"/>
                    <a:pt x="446881" y="645319"/>
                  </a:cubicBezTo>
                  <a:cubicBezTo>
                    <a:pt x="451644" y="617696"/>
                    <a:pt x="440214" y="623411"/>
                    <a:pt x="434499" y="600551"/>
                  </a:cubicBezTo>
                  <a:cubicBezTo>
                    <a:pt x="429736" y="583406"/>
                    <a:pt x="437356" y="563404"/>
                    <a:pt x="444024" y="549116"/>
                  </a:cubicBezTo>
                  <a:cubicBezTo>
                    <a:pt x="451644" y="532924"/>
                    <a:pt x="469741" y="519589"/>
                    <a:pt x="466884" y="499586"/>
                  </a:cubicBezTo>
                  <a:cubicBezTo>
                    <a:pt x="464026" y="477679"/>
                    <a:pt x="435451" y="464344"/>
                    <a:pt x="431641" y="443389"/>
                  </a:cubicBezTo>
                  <a:cubicBezTo>
                    <a:pt x="436404" y="441484"/>
                    <a:pt x="442119" y="440531"/>
                    <a:pt x="446881" y="440531"/>
                  </a:cubicBezTo>
                  <a:cubicBezTo>
                    <a:pt x="497364" y="440531"/>
                    <a:pt x="524034" y="557689"/>
                    <a:pt x="528796" y="591979"/>
                  </a:cubicBezTo>
                  <a:cubicBezTo>
                    <a:pt x="532606" y="618649"/>
                    <a:pt x="542131" y="634841"/>
                    <a:pt x="551656" y="634841"/>
                  </a:cubicBezTo>
                  <a:cubicBezTo>
                    <a:pt x="559276" y="634841"/>
                    <a:pt x="565944" y="625316"/>
                    <a:pt x="570706" y="602456"/>
                  </a:cubicBezTo>
                  <a:cubicBezTo>
                    <a:pt x="576421" y="572929"/>
                    <a:pt x="584994" y="546259"/>
                    <a:pt x="592614" y="519589"/>
                  </a:cubicBezTo>
                  <a:cubicBezTo>
                    <a:pt x="611664" y="448151"/>
                    <a:pt x="594519" y="416719"/>
                    <a:pt x="563086" y="356711"/>
                  </a:cubicBezTo>
                  <a:cubicBezTo>
                    <a:pt x="529749" y="293846"/>
                    <a:pt x="494506" y="219551"/>
                    <a:pt x="450691" y="161449"/>
                  </a:cubicBezTo>
                  <a:cubicBezTo>
                    <a:pt x="393541" y="91916"/>
                    <a:pt x="300196" y="51911"/>
                    <a:pt x="227806" y="7144"/>
                  </a:cubicBezTo>
                </a:path>
              </a:pathLst>
            </a:custGeom>
            <a:solidFill>
              <a:srgbClr val="724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10" name="Freeform: Shape 58">
              <a:extLst>
                <a:ext uri="{FF2B5EF4-FFF2-40B4-BE49-F238E27FC236}">
                  <a16:creationId xmlns:a16="http://schemas.microsoft.com/office/drawing/2014/main" id="{006B4B2C-3C9D-7744-5200-6DEE53E8C4D5}"/>
                </a:ext>
              </a:extLst>
            </p:cNvPr>
            <p:cNvSpPr>
              <a:spLocks/>
            </p:cNvSpPr>
            <p:nvPr/>
          </p:nvSpPr>
          <p:spPr bwMode="ltGray">
            <a:xfrm>
              <a:off x="3991507" y="4180841"/>
              <a:ext cx="1128733" cy="2206164"/>
            </a:xfrm>
            <a:custGeom>
              <a:avLst/>
              <a:gdLst>
                <a:gd name="T0" fmla="*/ 1038774 w 209550"/>
                <a:gd name="T1" fmla="*/ 38481 h 409575"/>
                <a:gd name="T2" fmla="*/ 869466 w 209550"/>
                <a:gd name="T3" fmla="*/ 243706 h 409575"/>
                <a:gd name="T4" fmla="*/ 833550 w 209550"/>
                <a:gd name="T5" fmla="*/ 536148 h 409575"/>
                <a:gd name="T6" fmla="*/ 648848 w 209550"/>
                <a:gd name="T7" fmla="*/ 926074 h 409575"/>
                <a:gd name="T8" fmla="*/ 402579 w 209550"/>
                <a:gd name="T9" fmla="*/ 1392963 h 409575"/>
                <a:gd name="T10" fmla="*/ 58826 w 209550"/>
                <a:gd name="T11" fmla="*/ 1772628 h 409575"/>
                <a:gd name="T12" fmla="*/ 53698 w 209550"/>
                <a:gd name="T13" fmla="*/ 2131771 h 409575"/>
                <a:gd name="T14" fmla="*/ 120393 w 209550"/>
                <a:gd name="T15" fmla="*/ 2193339 h 409575"/>
                <a:gd name="T16" fmla="*/ 151176 w 209550"/>
                <a:gd name="T17" fmla="*/ 2183078 h 409575"/>
                <a:gd name="T18" fmla="*/ 228138 w 209550"/>
                <a:gd name="T19" fmla="*/ 2111249 h 409575"/>
                <a:gd name="T20" fmla="*/ 376923 w 209550"/>
                <a:gd name="T21" fmla="*/ 1895763 h 409575"/>
                <a:gd name="T22" fmla="*/ 879722 w 209550"/>
                <a:gd name="T23" fmla="*/ 1023559 h 409575"/>
                <a:gd name="T24" fmla="*/ 1074691 w 209550"/>
                <a:gd name="T25" fmla="*/ 105176 h 409575"/>
                <a:gd name="T26" fmla="*/ 1038774 w 209550"/>
                <a:gd name="T27" fmla="*/ 38481 h 40957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09550" h="409575">
                  <a:moveTo>
                    <a:pt x="192849" y="7144"/>
                  </a:moveTo>
                  <a:cubicBezTo>
                    <a:pt x="187134" y="24289"/>
                    <a:pt x="168084" y="30004"/>
                    <a:pt x="161417" y="45244"/>
                  </a:cubicBezTo>
                  <a:cubicBezTo>
                    <a:pt x="156654" y="58579"/>
                    <a:pt x="157606" y="84296"/>
                    <a:pt x="154749" y="99536"/>
                  </a:cubicBezTo>
                  <a:cubicBezTo>
                    <a:pt x="149034" y="131921"/>
                    <a:pt x="137604" y="144304"/>
                    <a:pt x="120459" y="171926"/>
                  </a:cubicBezTo>
                  <a:cubicBezTo>
                    <a:pt x="102361" y="199549"/>
                    <a:pt x="96646" y="233839"/>
                    <a:pt x="74739" y="258604"/>
                  </a:cubicBezTo>
                  <a:cubicBezTo>
                    <a:pt x="53784" y="282416"/>
                    <a:pt x="19494" y="295751"/>
                    <a:pt x="10921" y="329089"/>
                  </a:cubicBezTo>
                  <a:cubicBezTo>
                    <a:pt x="7111" y="341471"/>
                    <a:pt x="5206" y="383381"/>
                    <a:pt x="9969" y="395764"/>
                  </a:cubicBezTo>
                  <a:cubicBezTo>
                    <a:pt x="13779" y="403384"/>
                    <a:pt x="17589" y="407194"/>
                    <a:pt x="22351" y="407194"/>
                  </a:cubicBezTo>
                  <a:cubicBezTo>
                    <a:pt x="24256" y="407194"/>
                    <a:pt x="26161" y="406241"/>
                    <a:pt x="28066" y="405289"/>
                  </a:cubicBezTo>
                  <a:cubicBezTo>
                    <a:pt x="32829" y="401479"/>
                    <a:pt x="37591" y="396716"/>
                    <a:pt x="42354" y="391954"/>
                  </a:cubicBezTo>
                  <a:cubicBezTo>
                    <a:pt x="52831" y="379571"/>
                    <a:pt x="62356" y="362426"/>
                    <a:pt x="69976" y="351949"/>
                  </a:cubicBezTo>
                  <a:cubicBezTo>
                    <a:pt x="106171" y="300514"/>
                    <a:pt x="131889" y="243364"/>
                    <a:pt x="163321" y="190024"/>
                  </a:cubicBezTo>
                  <a:cubicBezTo>
                    <a:pt x="195706" y="135731"/>
                    <a:pt x="218567" y="82391"/>
                    <a:pt x="199517" y="19526"/>
                  </a:cubicBezTo>
                  <a:lnTo>
                    <a:pt x="192849" y="7144"/>
                  </a:lnTo>
                  <a:close/>
                </a:path>
              </a:pathLst>
            </a:custGeom>
            <a:solidFill>
              <a:srgbClr val="724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11" name="Freeform: Shape 59">
              <a:extLst>
                <a:ext uri="{FF2B5EF4-FFF2-40B4-BE49-F238E27FC236}">
                  <a16:creationId xmlns:a16="http://schemas.microsoft.com/office/drawing/2014/main" id="{43611465-E664-9B56-8BA4-BB388B94DBE4}"/>
                </a:ext>
              </a:extLst>
            </p:cNvPr>
            <p:cNvSpPr>
              <a:spLocks/>
            </p:cNvSpPr>
            <p:nvPr/>
          </p:nvSpPr>
          <p:spPr bwMode="ltGray">
            <a:xfrm>
              <a:off x="3811259" y="4868343"/>
              <a:ext cx="359144" cy="718287"/>
            </a:xfrm>
            <a:custGeom>
              <a:avLst/>
              <a:gdLst>
                <a:gd name="T0" fmla="*/ 367342 w 66675"/>
                <a:gd name="T1" fmla="*/ 38481 h 133350"/>
                <a:gd name="T2" fmla="*/ 300641 w 66675"/>
                <a:gd name="T3" fmla="*/ 141093 h 133350"/>
                <a:gd name="T4" fmla="*/ 44110 w 66675"/>
                <a:gd name="T5" fmla="*/ 720851 h 133350"/>
                <a:gd name="T6" fmla="*/ 367342 w 66675"/>
                <a:gd name="T7" fmla="*/ 38481 h 1333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675" h="133350">
                  <a:moveTo>
                    <a:pt x="68197" y="7144"/>
                  </a:moveTo>
                  <a:lnTo>
                    <a:pt x="55814" y="26194"/>
                  </a:lnTo>
                  <a:cubicBezTo>
                    <a:pt x="46289" y="54769"/>
                    <a:pt x="-383" y="106204"/>
                    <a:pt x="8189" y="133826"/>
                  </a:cubicBezTo>
                  <a:cubicBezTo>
                    <a:pt x="66292" y="124301"/>
                    <a:pt x="68197" y="53816"/>
                    <a:pt x="68197" y="7144"/>
                  </a:cubicBezTo>
                </a:path>
              </a:pathLst>
            </a:custGeom>
            <a:solidFill>
              <a:srgbClr val="724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</p:grpSp>
      <p:grpSp>
        <p:nvGrpSpPr>
          <p:cNvPr id="12" name="Group 60">
            <a:extLst>
              <a:ext uri="{FF2B5EF4-FFF2-40B4-BE49-F238E27FC236}">
                <a16:creationId xmlns:a16="http://schemas.microsoft.com/office/drawing/2014/main" id="{C176B05B-4562-5A83-8B60-EFBE653A9B56}"/>
              </a:ext>
            </a:extLst>
          </p:cNvPr>
          <p:cNvGrpSpPr>
            <a:grpSpLocks/>
          </p:cNvGrpSpPr>
          <p:nvPr/>
        </p:nvGrpSpPr>
        <p:grpSpPr bwMode="auto">
          <a:xfrm>
            <a:off x="366326" y="2352523"/>
            <a:ext cx="2341563" cy="2874962"/>
            <a:chOff x="1079701" y="3783439"/>
            <a:chExt cx="2341873" cy="2873794"/>
          </a:xfrm>
        </p:grpSpPr>
        <p:grpSp>
          <p:nvGrpSpPr>
            <p:cNvPr id="13" name="Group 61">
              <a:extLst>
                <a:ext uri="{FF2B5EF4-FFF2-40B4-BE49-F238E27FC236}">
                  <a16:creationId xmlns:a16="http://schemas.microsoft.com/office/drawing/2014/main" id="{29A4DBED-F17B-A1E6-1D69-59FB4C3E153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80710" y="3783439"/>
              <a:ext cx="2339854" cy="1263353"/>
              <a:chOff x="9710941" y="4308631"/>
              <a:chExt cx="1770558" cy="955974"/>
            </a:xfrm>
          </p:grpSpPr>
          <p:grpSp>
            <p:nvGrpSpPr>
              <p:cNvPr id="15" name="Group 14">
                <a:extLst>
                  <a:ext uri="{FF2B5EF4-FFF2-40B4-BE49-F238E27FC236}">
                    <a16:creationId xmlns:a16="http://schemas.microsoft.com/office/drawing/2014/main" id="{35B8D296-113A-064E-4B30-366FA60C2046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9710941" y="4308631"/>
                <a:ext cx="1770558" cy="681805"/>
                <a:chOff x="2078951" y="1888610"/>
                <a:chExt cx="8030200" cy="3092248"/>
              </a:xfrm>
              <a:solidFill>
                <a:schemeClr val="bg1"/>
              </a:solidFill>
            </p:grpSpPr>
            <p:sp>
              <p:nvSpPr>
                <p:cNvPr id="17" name="Freeform: Shape 11">
                  <a:extLst>
                    <a:ext uri="{FF2B5EF4-FFF2-40B4-BE49-F238E27FC236}">
                      <a16:creationId xmlns:a16="http://schemas.microsoft.com/office/drawing/2014/main" id="{941642EC-1C1B-D370-D879-CE3C8DB8597C}"/>
                    </a:ext>
                  </a:extLst>
                </p:cNvPr>
                <p:cNvSpPr/>
                <p:nvPr/>
              </p:nvSpPr>
              <p:spPr>
                <a:xfrm>
                  <a:off x="2078951" y="2872694"/>
                  <a:ext cx="951880" cy="652717"/>
                </a:xfrm>
                <a:custGeom>
                  <a:avLst/>
                  <a:gdLst>
                    <a:gd name="connsiteX0" fmla="*/ 903041 w 951880"/>
                    <a:gd name="connsiteY0" fmla="*/ 330574 h 652717"/>
                    <a:gd name="connsiteX1" fmla="*/ 780656 w 951880"/>
                    <a:gd name="connsiteY1" fmla="*/ 379528 h 652717"/>
                    <a:gd name="connsiteX2" fmla="*/ 598439 w 951880"/>
                    <a:gd name="connsiteY2" fmla="*/ 311537 h 652717"/>
                    <a:gd name="connsiteX3" fmla="*/ 505970 w 951880"/>
                    <a:gd name="connsiteY3" fmla="*/ 164675 h 652717"/>
                    <a:gd name="connsiteX4" fmla="*/ 266640 w 951880"/>
                    <a:gd name="connsiteY4" fmla="*/ 61329 h 652717"/>
                    <a:gd name="connsiteX5" fmla="*/ 103461 w 951880"/>
                    <a:gd name="connsiteY5" fmla="*/ 458398 h 652717"/>
                    <a:gd name="connsiteX6" fmla="*/ 756179 w 951880"/>
                    <a:gd name="connsiteY6" fmla="*/ 485595 h 652717"/>
                    <a:gd name="connsiteX7" fmla="*/ 903041 w 951880"/>
                    <a:gd name="connsiteY7" fmla="*/ 330574 h 652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951880" h="652717">
                      <a:moveTo>
                        <a:pt x="903041" y="330574"/>
                      </a:moveTo>
                      <a:cubicBezTo>
                        <a:pt x="867685" y="363210"/>
                        <a:pt x="813292" y="374089"/>
                        <a:pt x="780656" y="379528"/>
                      </a:cubicBezTo>
                      <a:cubicBezTo>
                        <a:pt x="712664" y="387687"/>
                        <a:pt x="641953" y="365930"/>
                        <a:pt x="598439" y="311537"/>
                      </a:cubicBezTo>
                      <a:cubicBezTo>
                        <a:pt x="563083" y="268022"/>
                        <a:pt x="544046" y="210910"/>
                        <a:pt x="505970" y="164675"/>
                      </a:cubicBezTo>
                      <a:cubicBezTo>
                        <a:pt x="448858" y="93964"/>
                        <a:pt x="359109" y="45011"/>
                        <a:pt x="266640" y="61329"/>
                      </a:cubicBezTo>
                      <a:cubicBezTo>
                        <a:pt x="81704" y="93964"/>
                        <a:pt x="114" y="308817"/>
                        <a:pt x="103461" y="458398"/>
                      </a:cubicBezTo>
                      <a:cubicBezTo>
                        <a:pt x="253042" y="670531"/>
                        <a:pt x="584840" y="635176"/>
                        <a:pt x="756179" y="485595"/>
                      </a:cubicBezTo>
                      <a:cubicBezTo>
                        <a:pt x="813292" y="442080"/>
                        <a:pt x="862246" y="390407"/>
                        <a:pt x="903041" y="330574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18" name="Freeform: Shape 12">
                  <a:extLst>
                    <a:ext uri="{FF2B5EF4-FFF2-40B4-BE49-F238E27FC236}">
                      <a16:creationId xmlns:a16="http://schemas.microsoft.com/office/drawing/2014/main" id="{54246748-4F19-E66B-BDE0-BDE558E77C95}"/>
                    </a:ext>
                  </a:extLst>
                </p:cNvPr>
                <p:cNvSpPr/>
                <p:nvPr/>
              </p:nvSpPr>
              <p:spPr>
                <a:xfrm>
                  <a:off x="9151831" y="2872694"/>
                  <a:ext cx="951880" cy="652717"/>
                </a:xfrm>
                <a:custGeom>
                  <a:avLst/>
                  <a:gdLst>
                    <a:gd name="connsiteX0" fmla="*/ 58178 w 951880"/>
                    <a:gd name="connsiteY0" fmla="*/ 330574 h 652717"/>
                    <a:gd name="connsiteX1" fmla="*/ 180563 w 951880"/>
                    <a:gd name="connsiteY1" fmla="*/ 379528 h 652717"/>
                    <a:gd name="connsiteX2" fmla="*/ 362780 w 951880"/>
                    <a:gd name="connsiteY2" fmla="*/ 311537 h 652717"/>
                    <a:gd name="connsiteX3" fmla="*/ 455249 w 951880"/>
                    <a:gd name="connsiteY3" fmla="*/ 164675 h 652717"/>
                    <a:gd name="connsiteX4" fmla="*/ 694578 w 951880"/>
                    <a:gd name="connsiteY4" fmla="*/ 61329 h 652717"/>
                    <a:gd name="connsiteX5" fmla="*/ 857758 w 951880"/>
                    <a:gd name="connsiteY5" fmla="*/ 458398 h 652717"/>
                    <a:gd name="connsiteX6" fmla="*/ 205040 w 951880"/>
                    <a:gd name="connsiteY6" fmla="*/ 485595 h 652717"/>
                    <a:gd name="connsiteX7" fmla="*/ 58178 w 951880"/>
                    <a:gd name="connsiteY7" fmla="*/ 330574 h 652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951880" h="652717">
                      <a:moveTo>
                        <a:pt x="58178" y="330574"/>
                      </a:moveTo>
                      <a:cubicBezTo>
                        <a:pt x="96253" y="363210"/>
                        <a:pt x="147927" y="374089"/>
                        <a:pt x="180563" y="379528"/>
                      </a:cubicBezTo>
                      <a:cubicBezTo>
                        <a:pt x="248554" y="387687"/>
                        <a:pt x="319266" y="365930"/>
                        <a:pt x="362780" y="311537"/>
                      </a:cubicBezTo>
                      <a:cubicBezTo>
                        <a:pt x="398136" y="268022"/>
                        <a:pt x="417174" y="210910"/>
                        <a:pt x="455249" y="164675"/>
                      </a:cubicBezTo>
                      <a:cubicBezTo>
                        <a:pt x="512362" y="93964"/>
                        <a:pt x="602110" y="45011"/>
                        <a:pt x="694578" y="61329"/>
                      </a:cubicBezTo>
                      <a:cubicBezTo>
                        <a:pt x="879515" y="93964"/>
                        <a:pt x="961105" y="308817"/>
                        <a:pt x="857758" y="458398"/>
                      </a:cubicBezTo>
                      <a:cubicBezTo>
                        <a:pt x="708176" y="670531"/>
                        <a:pt x="376379" y="635176"/>
                        <a:pt x="205040" y="485595"/>
                      </a:cubicBezTo>
                      <a:cubicBezTo>
                        <a:pt x="150646" y="442080"/>
                        <a:pt x="101693" y="390407"/>
                        <a:pt x="58178" y="330574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19" name="Freeform: Shape 13">
                  <a:extLst>
                    <a:ext uri="{FF2B5EF4-FFF2-40B4-BE49-F238E27FC236}">
                      <a16:creationId xmlns:a16="http://schemas.microsoft.com/office/drawing/2014/main" id="{66BD1AA0-81AD-C363-4FDB-DE8283740B5A}"/>
                    </a:ext>
                  </a:extLst>
                </p:cNvPr>
                <p:cNvSpPr/>
                <p:nvPr/>
              </p:nvSpPr>
              <p:spPr>
                <a:xfrm>
                  <a:off x="8001294" y="2010994"/>
                  <a:ext cx="734308" cy="299162"/>
                </a:xfrm>
                <a:custGeom>
                  <a:avLst/>
                  <a:gdLst>
                    <a:gd name="connsiteX0" fmla="*/ 596792 w 734307"/>
                    <a:gd name="connsiteY0" fmla="*/ 58178 h 299162"/>
                    <a:gd name="connsiteX1" fmla="*/ 148048 w 734307"/>
                    <a:gd name="connsiteY1" fmla="*/ 58178 h 299162"/>
                    <a:gd name="connsiteX2" fmla="*/ 58299 w 734307"/>
                    <a:gd name="connsiteY2" fmla="*/ 150646 h 299162"/>
                    <a:gd name="connsiteX3" fmla="*/ 148048 w 734307"/>
                    <a:gd name="connsiteY3" fmla="*/ 251274 h 299162"/>
                    <a:gd name="connsiteX4" fmla="*/ 596792 w 734307"/>
                    <a:gd name="connsiteY4" fmla="*/ 251274 h 299162"/>
                    <a:gd name="connsiteX5" fmla="*/ 686541 w 734307"/>
                    <a:gd name="connsiteY5" fmla="*/ 158805 h 299162"/>
                    <a:gd name="connsiteX6" fmla="*/ 596792 w 734307"/>
                    <a:gd name="connsiteY6" fmla="*/ 58178 h 2991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34307" h="299162">
                      <a:moveTo>
                        <a:pt x="596792" y="58178"/>
                      </a:moveTo>
                      <a:cubicBezTo>
                        <a:pt x="591353" y="58178"/>
                        <a:pt x="153487" y="58178"/>
                        <a:pt x="148048" y="58178"/>
                      </a:cubicBezTo>
                      <a:cubicBezTo>
                        <a:pt x="99094" y="60898"/>
                        <a:pt x="61019" y="104412"/>
                        <a:pt x="58299" y="150646"/>
                      </a:cubicBezTo>
                      <a:cubicBezTo>
                        <a:pt x="55580" y="199600"/>
                        <a:pt x="99094" y="248554"/>
                        <a:pt x="148048" y="251274"/>
                      </a:cubicBezTo>
                      <a:cubicBezTo>
                        <a:pt x="153487" y="251274"/>
                        <a:pt x="591353" y="251274"/>
                        <a:pt x="596792" y="251274"/>
                      </a:cubicBezTo>
                      <a:cubicBezTo>
                        <a:pt x="645746" y="248554"/>
                        <a:pt x="683821" y="205040"/>
                        <a:pt x="686541" y="158805"/>
                      </a:cubicBezTo>
                      <a:cubicBezTo>
                        <a:pt x="689260" y="109852"/>
                        <a:pt x="648465" y="60898"/>
                        <a:pt x="596792" y="58178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20" name="Freeform: Shape 14">
                  <a:extLst>
                    <a:ext uri="{FF2B5EF4-FFF2-40B4-BE49-F238E27FC236}">
                      <a16:creationId xmlns:a16="http://schemas.microsoft.com/office/drawing/2014/main" id="{B0A56AA8-34C8-D3BC-ACE1-0C5440436072}"/>
                    </a:ext>
                  </a:extLst>
                </p:cNvPr>
                <p:cNvSpPr/>
                <p:nvPr/>
              </p:nvSpPr>
              <p:spPr>
                <a:xfrm>
                  <a:off x="4920042" y="2277520"/>
                  <a:ext cx="1006274" cy="951879"/>
                </a:xfrm>
                <a:custGeom>
                  <a:avLst/>
                  <a:gdLst>
                    <a:gd name="connsiteX0" fmla="*/ 884954 w 1006273"/>
                    <a:gd name="connsiteY0" fmla="*/ 746251 h 951879"/>
                    <a:gd name="connsiteX1" fmla="*/ 874076 w 1006273"/>
                    <a:gd name="connsiteY1" fmla="*/ 670101 h 951879"/>
                    <a:gd name="connsiteX2" fmla="*/ 874076 w 1006273"/>
                    <a:gd name="connsiteY2" fmla="*/ 536837 h 951879"/>
                    <a:gd name="connsiteX3" fmla="*/ 689139 w 1006273"/>
                    <a:gd name="connsiteY3" fmla="*/ 88094 h 951879"/>
                    <a:gd name="connsiteX4" fmla="*/ 428052 w 1006273"/>
                    <a:gd name="connsiteY4" fmla="*/ 253993 h 951879"/>
                    <a:gd name="connsiteX5" fmla="*/ 196881 w 1006273"/>
                    <a:gd name="connsiteY5" fmla="*/ 58178 h 951879"/>
                    <a:gd name="connsiteX6" fmla="*/ 58178 w 1006273"/>
                    <a:gd name="connsiteY6" fmla="*/ 128889 h 951879"/>
                    <a:gd name="connsiteX7" fmla="*/ 142488 w 1006273"/>
                    <a:gd name="connsiteY7" fmla="*/ 273031 h 951879"/>
                    <a:gd name="connsiteX8" fmla="*/ 142488 w 1006273"/>
                    <a:gd name="connsiteY8" fmla="*/ 757130 h 951879"/>
                    <a:gd name="connsiteX9" fmla="*/ 283910 w 1006273"/>
                    <a:gd name="connsiteY9" fmla="*/ 895832 h 951879"/>
                    <a:gd name="connsiteX10" fmla="*/ 428052 w 1006273"/>
                    <a:gd name="connsiteY10" fmla="*/ 757130 h 951879"/>
                    <a:gd name="connsiteX11" fmla="*/ 428052 w 1006273"/>
                    <a:gd name="connsiteY11" fmla="*/ 400855 h 951879"/>
                    <a:gd name="connsiteX12" fmla="*/ 523240 w 1006273"/>
                    <a:gd name="connsiteY12" fmla="*/ 283910 h 951879"/>
                    <a:gd name="connsiteX13" fmla="*/ 591231 w 1006273"/>
                    <a:gd name="connsiteY13" fmla="*/ 354621 h 951879"/>
                    <a:gd name="connsiteX14" fmla="*/ 591231 w 1006273"/>
                    <a:gd name="connsiteY14" fmla="*/ 697297 h 951879"/>
                    <a:gd name="connsiteX15" fmla="*/ 593951 w 1006273"/>
                    <a:gd name="connsiteY15" fmla="*/ 729933 h 951879"/>
                    <a:gd name="connsiteX16" fmla="*/ 610269 w 1006273"/>
                    <a:gd name="connsiteY16" fmla="*/ 778887 h 951879"/>
                    <a:gd name="connsiteX17" fmla="*/ 822402 w 1006273"/>
                    <a:gd name="connsiteY17" fmla="*/ 893112 h 951879"/>
                    <a:gd name="connsiteX18" fmla="*/ 961105 w 1006273"/>
                    <a:gd name="connsiteY18" fmla="*/ 822401 h 951879"/>
                    <a:gd name="connsiteX19" fmla="*/ 884954 w 1006273"/>
                    <a:gd name="connsiteY19" fmla="*/ 746251 h 9518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006273" h="951879">
                      <a:moveTo>
                        <a:pt x="884954" y="746251"/>
                      </a:moveTo>
                      <a:cubicBezTo>
                        <a:pt x="879515" y="721774"/>
                        <a:pt x="876795" y="694578"/>
                        <a:pt x="874076" y="670101"/>
                      </a:cubicBezTo>
                      <a:cubicBezTo>
                        <a:pt x="874076" y="634745"/>
                        <a:pt x="874076" y="583072"/>
                        <a:pt x="874076" y="536837"/>
                      </a:cubicBezTo>
                      <a:cubicBezTo>
                        <a:pt x="879515" y="373658"/>
                        <a:pt x="909431" y="88094"/>
                        <a:pt x="689139" y="88094"/>
                      </a:cubicBezTo>
                      <a:cubicBezTo>
                        <a:pt x="539558" y="88094"/>
                        <a:pt x="452529" y="213199"/>
                        <a:pt x="428052" y="253993"/>
                      </a:cubicBezTo>
                      <a:cubicBezTo>
                        <a:pt x="425332" y="139768"/>
                        <a:pt x="335583" y="58178"/>
                        <a:pt x="196881" y="58178"/>
                      </a:cubicBezTo>
                      <a:cubicBezTo>
                        <a:pt x="109852" y="58178"/>
                        <a:pt x="58178" y="128889"/>
                        <a:pt x="58178" y="128889"/>
                      </a:cubicBezTo>
                      <a:cubicBezTo>
                        <a:pt x="58178" y="128889"/>
                        <a:pt x="142488" y="158805"/>
                        <a:pt x="142488" y="273031"/>
                      </a:cubicBezTo>
                      <a:cubicBezTo>
                        <a:pt x="142488" y="354621"/>
                        <a:pt x="142488" y="757130"/>
                        <a:pt x="142488" y="757130"/>
                      </a:cubicBezTo>
                      <a:cubicBezTo>
                        <a:pt x="145207" y="827841"/>
                        <a:pt x="194161" y="895832"/>
                        <a:pt x="283910" y="895832"/>
                      </a:cubicBezTo>
                      <a:cubicBezTo>
                        <a:pt x="373659" y="895832"/>
                        <a:pt x="428052" y="827841"/>
                        <a:pt x="428052" y="757130"/>
                      </a:cubicBezTo>
                      <a:lnTo>
                        <a:pt x="428052" y="400855"/>
                      </a:lnTo>
                      <a:cubicBezTo>
                        <a:pt x="441650" y="343742"/>
                        <a:pt x="474286" y="283910"/>
                        <a:pt x="523240" y="283910"/>
                      </a:cubicBezTo>
                      <a:cubicBezTo>
                        <a:pt x="585792" y="283910"/>
                        <a:pt x="591231" y="354621"/>
                        <a:pt x="591231" y="354621"/>
                      </a:cubicBezTo>
                      <a:lnTo>
                        <a:pt x="591231" y="697297"/>
                      </a:lnTo>
                      <a:cubicBezTo>
                        <a:pt x="591231" y="708176"/>
                        <a:pt x="593951" y="719054"/>
                        <a:pt x="593951" y="729933"/>
                      </a:cubicBezTo>
                      <a:cubicBezTo>
                        <a:pt x="596671" y="748971"/>
                        <a:pt x="602110" y="765289"/>
                        <a:pt x="610269" y="778887"/>
                      </a:cubicBezTo>
                      <a:cubicBezTo>
                        <a:pt x="645624" y="846878"/>
                        <a:pt x="719055" y="893112"/>
                        <a:pt x="822402" y="893112"/>
                      </a:cubicBezTo>
                      <a:cubicBezTo>
                        <a:pt x="909431" y="893112"/>
                        <a:pt x="961105" y="822401"/>
                        <a:pt x="961105" y="822401"/>
                      </a:cubicBezTo>
                      <a:cubicBezTo>
                        <a:pt x="961105" y="822401"/>
                        <a:pt x="909431" y="808803"/>
                        <a:pt x="884954" y="746251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21" name="Freeform: Shape 15">
                  <a:extLst>
                    <a:ext uri="{FF2B5EF4-FFF2-40B4-BE49-F238E27FC236}">
                      <a16:creationId xmlns:a16="http://schemas.microsoft.com/office/drawing/2014/main" id="{A72781AD-20AC-A9A5-2168-B4684A67B9CD}"/>
                    </a:ext>
                  </a:extLst>
                </p:cNvPr>
                <p:cNvSpPr/>
                <p:nvPr/>
              </p:nvSpPr>
              <p:spPr>
                <a:xfrm>
                  <a:off x="7552331" y="1888610"/>
                  <a:ext cx="489539" cy="1332631"/>
                </a:xfrm>
                <a:custGeom>
                  <a:avLst/>
                  <a:gdLst>
                    <a:gd name="connsiteX0" fmla="*/ 368560 w 489538"/>
                    <a:gd name="connsiteY0" fmla="*/ 1135162 h 1332630"/>
                    <a:gd name="connsiteX1" fmla="*/ 357681 w 489538"/>
                    <a:gd name="connsiteY1" fmla="*/ 1059011 h 1332630"/>
                    <a:gd name="connsiteX2" fmla="*/ 357681 w 489538"/>
                    <a:gd name="connsiteY2" fmla="*/ 207759 h 1332630"/>
                    <a:gd name="connsiteX3" fmla="*/ 208099 w 489538"/>
                    <a:gd name="connsiteY3" fmla="*/ 58178 h 1332630"/>
                    <a:gd name="connsiteX4" fmla="*/ 58518 w 489538"/>
                    <a:gd name="connsiteY4" fmla="*/ 207759 h 1332630"/>
                    <a:gd name="connsiteX5" fmla="*/ 58518 w 489538"/>
                    <a:gd name="connsiteY5" fmla="*/ 961104 h 1332630"/>
                    <a:gd name="connsiteX6" fmla="*/ 85715 w 489538"/>
                    <a:gd name="connsiteY6" fmla="*/ 1159639 h 1332630"/>
                    <a:gd name="connsiteX7" fmla="*/ 306007 w 489538"/>
                    <a:gd name="connsiteY7" fmla="*/ 1282023 h 1332630"/>
                    <a:gd name="connsiteX8" fmla="*/ 444710 w 489538"/>
                    <a:gd name="connsiteY8" fmla="*/ 1211312 h 1332630"/>
                    <a:gd name="connsiteX9" fmla="*/ 368560 w 489538"/>
                    <a:gd name="connsiteY9" fmla="*/ 1135162 h 13326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89538" h="1332630">
                      <a:moveTo>
                        <a:pt x="368560" y="1135162"/>
                      </a:moveTo>
                      <a:cubicBezTo>
                        <a:pt x="363120" y="1110685"/>
                        <a:pt x="357681" y="1083488"/>
                        <a:pt x="357681" y="1059011"/>
                      </a:cubicBezTo>
                      <a:lnTo>
                        <a:pt x="357681" y="207759"/>
                      </a:lnTo>
                      <a:cubicBezTo>
                        <a:pt x="357681" y="126170"/>
                        <a:pt x="289689" y="58178"/>
                        <a:pt x="208099" y="58178"/>
                      </a:cubicBezTo>
                      <a:cubicBezTo>
                        <a:pt x="126510" y="58178"/>
                        <a:pt x="58518" y="126170"/>
                        <a:pt x="58518" y="207759"/>
                      </a:cubicBezTo>
                      <a:lnTo>
                        <a:pt x="58518" y="961104"/>
                      </a:lnTo>
                      <a:cubicBezTo>
                        <a:pt x="58518" y="1029095"/>
                        <a:pt x="53079" y="1097086"/>
                        <a:pt x="85715" y="1159639"/>
                      </a:cubicBezTo>
                      <a:cubicBezTo>
                        <a:pt x="118351" y="1227630"/>
                        <a:pt x="202660" y="1282023"/>
                        <a:pt x="306007" y="1282023"/>
                      </a:cubicBezTo>
                      <a:cubicBezTo>
                        <a:pt x="393036" y="1282023"/>
                        <a:pt x="444710" y="1211312"/>
                        <a:pt x="444710" y="1211312"/>
                      </a:cubicBezTo>
                      <a:cubicBezTo>
                        <a:pt x="444710" y="1211312"/>
                        <a:pt x="393036" y="1197714"/>
                        <a:pt x="368560" y="1135162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22" name="Freeform: Shape 16">
                  <a:extLst>
                    <a:ext uri="{FF2B5EF4-FFF2-40B4-BE49-F238E27FC236}">
                      <a16:creationId xmlns:a16="http://schemas.microsoft.com/office/drawing/2014/main" id="{42C30DC6-BDF6-7BE9-B098-0F13C05F7987}"/>
                    </a:ext>
                  </a:extLst>
                </p:cNvPr>
                <p:cNvSpPr/>
                <p:nvPr/>
              </p:nvSpPr>
              <p:spPr>
                <a:xfrm>
                  <a:off x="4162324" y="2357456"/>
                  <a:ext cx="815899" cy="815898"/>
                </a:xfrm>
                <a:custGeom>
                  <a:avLst/>
                  <a:gdLst>
                    <a:gd name="connsiteX0" fmla="*/ 407949 w 815899"/>
                    <a:gd name="connsiteY0" fmla="*/ 174058 h 815898"/>
                    <a:gd name="connsiteX1" fmla="*/ 293723 w 815899"/>
                    <a:gd name="connsiteY1" fmla="*/ 407950 h 815898"/>
                    <a:gd name="connsiteX2" fmla="*/ 410669 w 815899"/>
                    <a:gd name="connsiteY2" fmla="*/ 641840 h 815898"/>
                    <a:gd name="connsiteX3" fmla="*/ 522175 w 815899"/>
                    <a:gd name="connsiteY3" fmla="*/ 407950 h 815898"/>
                    <a:gd name="connsiteX4" fmla="*/ 407949 w 815899"/>
                    <a:gd name="connsiteY4" fmla="*/ 174058 h 815898"/>
                    <a:gd name="connsiteX5" fmla="*/ 407950 w 815899"/>
                    <a:gd name="connsiteY5" fmla="*/ 0 h 815898"/>
                    <a:gd name="connsiteX6" fmla="*/ 815899 w 815899"/>
                    <a:gd name="connsiteY6" fmla="*/ 407949 h 815898"/>
                    <a:gd name="connsiteX7" fmla="*/ 407950 w 815899"/>
                    <a:gd name="connsiteY7" fmla="*/ 815898 h 815898"/>
                    <a:gd name="connsiteX8" fmla="*/ 0 w 815899"/>
                    <a:gd name="connsiteY8" fmla="*/ 407949 h 815898"/>
                    <a:gd name="connsiteX9" fmla="*/ 407950 w 815899"/>
                    <a:gd name="connsiteY9" fmla="*/ 0 h 8158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15899" h="815898">
                      <a:moveTo>
                        <a:pt x="407949" y="174058"/>
                      </a:moveTo>
                      <a:cubicBezTo>
                        <a:pt x="342677" y="174058"/>
                        <a:pt x="293723" y="263807"/>
                        <a:pt x="293723" y="407950"/>
                      </a:cubicBezTo>
                      <a:cubicBezTo>
                        <a:pt x="293723" y="552091"/>
                        <a:pt x="331799" y="639120"/>
                        <a:pt x="410669" y="641840"/>
                      </a:cubicBezTo>
                      <a:cubicBezTo>
                        <a:pt x="489539" y="641840"/>
                        <a:pt x="527614" y="552091"/>
                        <a:pt x="522175" y="407950"/>
                      </a:cubicBezTo>
                      <a:cubicBezTo>
                        <a:pt x="522175" y="263807"/>
                        <a:pt x="473221" y="176778"/>
                        <a:pt x="407949" y="174058"/>
                      </a:cubicBezTo>
                      <a:close/>
                      <a:moveTo>
                        <a:pt x="407950" y="0"/>
                      </a:moveTo>
                      <a:cubicBezTo>
                        <a:pt x="633682" y="0"/>
                        <a:pt x="815899" y="182217"/>
                        <a:pt x="815899" y="407949"/>
                      </a:cubicBezTo>
                      <a:cubicBezTo>
                        <a:pt x="815899" y="633681"/>
                        <a:pt x="633682" y="815898"/>
                        <a:pt x="407950" y="815898"/>
                      </a:cubicBezTo>
                      <a:cubicBezTo>
                        <a:pt x="182218" y="815898"/>
                        <a:pt x="0" y="633681"/>
                        <a:pt x="0" y="407949"/>
                      </a:cubicBezTo>
                      <a:cubicBezTo>
                        <a:pt x="0" y="182217"/>
                        <a:pt x="182218" y="0"/>
                        <a:pt x="407950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23" name="Freeform: Shape 17">
                  <a:extLst>
                    <a:ext uri="{FF2B5EF4-FFF2-40B4-BE49-F238E27FC236}">
                      <a16:creationId xmlns:a16="http://schemas.microsoft.com/office/drawing/2014/main" id="{3A8EBCE6-B70F-B921-5445-8EAE067FDFFF}"/>
                    </a:ext>
                  </a:extLst>
                </p:cNvPr>
                <p:cNvSpPr/>
                <p:nvPr/>
              </p:nvSpPr>
              <p:spPr>
                <a:xfrm>
                  <a:off x="5884871" y="1946788"/>
                  <a:ext cx="912802" cy="1223846"/>
                </a:xfrm>
                <a:custGeom>
                  <a:avLst/>
                  <a:gdLst>
                    <a:gd name="connsiteX0" fmla="*/ 387907 w 912802"/>
                    <a:gd name="connsiteY0" fmla="*/ 620081 h 1223846"/>
                    <a:gd name="connsiteX1" fmla="*/ 273681 w 912802"/>
                    <a:gd name="connsiteY1" fmla="*/ 824055 h 1223846"/>
                    <a:gd name="connsiteX2" fmla="*/ 390627 w 912802"/>
                    <a:gd name="connsiteY2" fmla="*/ 1028029 h 1223846"/>
                    <a:gd name="connsiteX3" fmla="*/ 502132 w 912802"/>
                    <a:gd name="connsiteY3" fmla="*/ 824055 h 1223846"/>
                    <a:gd name="connsiteX4" fmla="*/ 387907 w 912802"/>
                    <a:gd name="connsiteY4" fmla="*/ 620081 h 1223846"/>
                    <a:gd name="connsiteX5" fmla="*/ 676192 w 912802"/>
                    <a:gd name="connsiteY5" fmla="*/ 0 h 1223846"/>
                    <a:gd name="connsiteX6" fmla="*/ 825773 w 912802"/>
                    <a:gd name="connsiteY6" fmla="*/ 149581 h 1223846"/>
                    <a:gd name="connsiteX7" fmla="*/ 825773 w 912802"/>
                    <a:gd name="connsiteY7" fmla="*/ 1000834 h 1223846"/>
                    <a:gd name="connsiteX8" fmla="*/ 836651 w 912802"/>
                    <a:gd name="connsiteY8" fmla="*/ 1076985 h 1223846"/>
                    <a:gd name="connsiteX9" fmla="*/ 912802 w 912802"/>
                    <a:gd name="connsiteY9" fmla="*/ 1150415 h 1223846"/>
                    <a:gd name="connsiteX10" fmla="*/ 774099 w 912802"/>
                    <a:gd name="connsiteY10" fmla="*/ 1221126 h 1223846"/>
                    <a:gd name="connsiteX11" fmla="*/ 553807 w 912802"/>
                    <a:gd name="connsiteY11" fmla="*/ 1098742 h 1223846"/>
                    <a:gd name="connsiteX12" fmla="*/ 548367 w 912802"/>
                    <a:gd name="connsiteY12" fmla="*/ 1085144 h 1223846"/>
                    <a:gd name="connsiteX13" fmla="*/ 398786 w 912802"/>
                    <a:gd name="connsiteY13" fmla="*/ 1212967 h 1223846"/>
                    <a:gd name="connsiteX14" fmla="*/ 156736 w 912802"/>
                    <a:gd name="connsiteY14" fmla="*/ 1180332 h 1223846"/>
                    <a:gd name="connsiteX15" fmla="*/ 287280 w 912802"/>
                    <a:gd name="connsiteY15" fmla="*/ 416107 h 1223846"/>
                    <a:gd name="connsiteX16" fmla="*/ 526611 w 912802"/>
                    <a:gd name="connsiteY16" fmla="*/ 552091 h 1223846"/>
                    <a:gd name="connsiteX17" fmla="*/ 526611 w 912802"/>
                    <a:gd name="connsiteY17" fmla="*/ 149581 h 1223846"/>
                    <a:gd name="connsiteX18" fmla="*/ 676192 w 912802"/>
                    <a:gd name="connsiteY18" fmla="*/ 0 h 12238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912802" h="1223846">
                      <a:moveTo>
                        <a:pt x="387907" y="620081"/>
                      </a:moveTo>
                      <a:cubicBezTo>
                        <a:pt x="322635" y="620081"/>
                        <a:pt x="273681" y="698951"/>
                        <a:pt x="273681" y="824055"/>
                      </a:cubicBezTo>
                      <a:cubicBezTo>
                        <a:pt x="273681" y="949160"/>
                        <a:pt x="311756" y="1028029"/>
                        <a:pt x="390627" y="1028029"/>
                      </a:cubicBezTo>
                      <a:cubicBezTo>
                        <a:pt x="466777" y="1025310"/>
                        <a:pt x="504852" y="949160"/>
                        <a:pt x="502132" y="824055"/>
                      </a:cubicBezTo>
                      <a:cubicBezTo>
                        <a:pt x="502132" y="698951"/>
                        <a:pt x="455898" y="622801"/>
                        <a:pt x="387907" y="620081"/>
                      </a:cubicBezTo>
                      <a:close/>
                      <a:moveTo>
                        <a:pt x="676192" y="0"/>
                      </a:moveTo>
                      <a:cubicBezTo>
                        <a:pt x="757781" y="0"/>
                        <a:pt x="825773" y="67992"/>
                        <a:pt x="825773" y="149581"/>
                      </a:cubicBezTo>
                      <a:lnTo>
                        <a:pt x="825773" y="1000834"/>
                      </a:lnTo>
                      <a:cubicBezTo>
                        <a:pt x="828492" y="1025311"/>
                        <a:pt x="831212" y="1052508"/>
                        <a:pt x="836651" y="1076985"/>
                      </a:cubicBezTo>
                      <a:cubicBezTo>
                        <a:pt x="861128" y="1139537"/>
                        <a:pt x="912802" y="1150415"/>
                        <a:pt x="912802" y="1150415"/>
                      </a:cubicBezTo>
                      <a:cubicBezTo>
                        <a:pt x="912802" y="1150415"/>
                        <a:pt x="861128" y="1221126"/>
                        <a:pt x="774099" y="1221126"/>
                      </a:cubicBezTo>
                      <a:cubicBezTo>
                        <a:pt x="670752" y="1221126"/>
                        <a:pt x="589162" y="1166733"/>
                        <a:pt x="553807" y="1098742"/>
                      </a:cubicBezTo>
                      <a:cubicBezTo>
                        <a:pt x="551087" y="1093303"/>
                        <a:pt x="551087" y="1090583"/>
                        <a:pt x="548367" y="1085144"/>
                      </a:cubicBezTo>
                      <a:cubicBezTo>
                        <a:pt x="534769" y="1147696"/>
                        <a:pt x="450460" y="1199369"/>
                        <a:pt x="398786" y="1212967"/>
                      </a:cubicBezTo>
                      <a:cubicBezTo>
                        <a:pt x="322636" y="1234725"/>
                        <a:pt x="222008" y="1223846"/>
                        <a:pt x="156736" y="1180332"/>
                      </a:cubicBezTo>
                      <a:cubicBezTo>
                        <a:pt x="-79874" y="1028031"/>
                        <a:pt x="-58117" y="416107"/>
                        <a:pt x="287280" y="416107"/>
                      </a:cubicBezTo>
                      <a:cubicBezTo>
                        <a:pt x="412385" y="416107"/>
                        <a:pt x="491255" y="503137"/>
                        <a:pt x="526611" y="552091"/>
                      </a:cubicBezTo>
                      <a:lnTo>
                        <a:pt x="526611" y="149581"/>
                      </a:lnTo>
                      <a:cubicBezTo>
                        <a:pt x="526611" y="67992"/>
                        <a:pt x="594602" y="0"/>
                        <a:pt x="676192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24" name="Freeform: Shape 18">
                  <a:extLst>
                    <a:ext uri="{FF2B5EF4-FFF2-40B4-BE49-F238E27FC236}">
                      <a16:creationId xmlns:a16="http://schemas.microsoft.com/office/drawing/2014/main" id="{4FA73972-DA7E-8E92-485A-65AF7EBC3179}"/>
                    </a:ext>
                  </a:extLst>
                </p:cNvPr>
                <p:cNvSpPr/>
                <p:nvPr/>
              </p:nvSpPr>
              <p:spPr>
                <a:xfrm>
                  <a:off x="6789513" y="2362895"/>
                  <a:ext cx="747906" cy="810458"/>
                </a:xfrm>
                <a:custGeom>
                  <a:avLst/>
                  <a:gdLst>
                    <a:gd name="connsiteX0" fmla="*/ 394818 w 747906"/>
                    <a:gd name="connsiteY0" fmla="*/ 163222 h 810458"/>
                    <a:gd name="connsiteX1" fmla="*/ 356275 w 747906"/>
                    <a:gd name="connsiteY1" fmla="*/ 174058 h 810458"/>
                    <a:gd name="connsiteX2" fmla="*/ 274685 w 747906"/>
                    <a:gd name="connsiteY2" fmla="*/ 356275 h 810458"/>
                    <a:gd name="connsiteX3" fmla="*/ 375313 w 747906"/>
                    <a:gd name="connsiteY3" fmla="*/ 358994 h 810458"/>
                    <a:gd name="connsiteX4" fmla="*/ 473220 w 747906"/>
                    <a:gd name="connsiteY4" fmla="*/ 239329 h 810458"/>
                    <a:gd name="connsiteX5" fmla="*/ 394818 w 747906"/>
                    <a:gd name="connsiteY5" fmla="*/ 163222 h 810458"/>
                    <a:gd name="connsiteX6" fmla="*/ 386192 w 747906"/>
                    <a:gd name="connsiteY6" fmla="*/ 0 h 810458"/>
                    <a:gd name="connsiteX7" fmla="*/ 747906 w 747906"/>
                    <a:gd name="connsiteY7" fmla="*/ 266526 h 810458"/>
                    <a:gd name="connsiteX8" fmla="*/ 291004 w 747906"/>
                    <a:gd name="connsiteY8" fmla="*/ 484100 h 810458"/>
                    <a:gd name="connsiteX9" fmla="*/ 497698 w 747906"/>
                    <a:gd name="connsiteY9" fmla="*/ 617363 h 810458"/>
                    <a:gd name="connsiteX10" fmla="*/ 712551 w 747906"/>
                    <a:gd name="connsiteY10" fmla="*/ 557530 h 810458"/>
                    <a:gd name="connsiteX11" fmla="*/ 388912 w 747906"/>
                    <a:gd name="connsiteY11" fmla="*/ 810458 h 810458"/>
                    <a:gd name="connsiteX12" fmla="*/ 0 w 747906"/>
                    <a:gd name="connsiteY12" fmla="*/ 413389 h 810458"/>
                    <a:gd name="connsiteX13" fmla="*/ 386192 w 747906"/>
                    <a:gd name="connsiteY13" fmla="*/ 0 h 8104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747906" h="810458">
                      <a:moveTo>
                        <a:pt x="394818" y="163222"/>
                      </a:moveTo>
                      <a:cubicBezTo>
                        <a:pt x="381772" y="163179"/>
                        <a:pt x="368514" y="166579"/>
                        <a:pt x="356275" y="174058"/>
                      </a:cubicBezTo>
                      <a:cubicBezTo>
                        <a:pt x="299162" y="212133"/>
                        <a:pt x="282844" y="291003"/>
                        <a:pt x="274685" y="356275"/>
                      </a:cubicBezTo>
                      <a:cubicBezTo>
                        <a:pt x="274685" y="364434"/>
                        <a:pt x="369873" y="358994"/>
                        <a:pt x="375313" y="358994"/>
                      </a:cubicBezTo>
                      <a:cubicBezTo>
                        <a:pt x="432425" y="345396"/>
                        <a:pt x="473220" y="301881"/>
                        <a:pt x="473220" y="239329"/>
                      </a:cubicBezTo>
                      <a:cubicBezTo>
                        <a:pt x="471181" y="194455"/>
                        <a:pt x="433956" y="163349"/>
                        <a:pt x="394818" y="163222"/>
                      </a:cubicBezTo>
                      <a:close/>
                      <a:moveTo>
                        <a:pt x="386192" y="0"/>
                      </a:moveTo>
                      <a:cubicBezTo>
                        <a:pt x="519455" y="0"/>
                        <a:pt x="747906" y="65272"/>
                        <a:pt x="747906" y="266526"/>
                      </a:cubicBezTo>
                      <a:cubicBezTo>
                        <a:pt x="747906" y="467782"/>
                        <a:pt x="538493" y="484100"/>
                        <a:pt x="291004" y="484100"/>
                      </a:cubicBezTo>
                      <a:cubicBezTo>
                        <a:pt x="291004" y="484100"/>
                        <a:pt x="326359" y="617363"/>
                        <a:pt x="497698" y="617363"/>
                      </a:cubicBezTo>
                      <a:cubicBezTo>
                        <a:pt x="669036" y="617363"/>
                        <a:pt x="712551" y="557530"/>
                        <a:pt x="712551" y="557530"/>
                      </a:cubicBezTo>
                      <a:cubicBezTo>
                        <a:pt x="712551" y="557530"/>
                        <a:pt x="696233" y="810458"/>
                        <a:pt x="388912" y="810458"/>
                      </a:cubicBezTo>
                      <a:cubicBezTo>
                        <a:pt x="212134" y="810458"/>
                        <a:pt x="0" y="677195"/>
                        <a:pt x="0" y="413389"/>
                      </a:cubicBezTo>
                      <a:cubicBezTo>
                        <a:pt x="0" y="176778"/>
                        <a:pt x="163180" y="0"/>
                        <a:pt x="386192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25" name="Freeform: Shape 19">
                  <a:extLst>
                    <a:ext uri="{FF2B5EF4-FFF2-40B4-BE49-F238E27FC236}">
                      <a16:creationId xmlns:a16="http://schemas.microsoft.com/office/drawing/2014/main" id="{06B9D2C6-2045-EBEC-1FED-85A1187C63FF}"/>
                    </a:ext>
                  </a:extLst>
                </p:cNvPr>
                <p:cNvSpPr/>
                <p:nvPr/>
              </p:nvSpPr>
              <p:spPr>
                <a:xfrm>
                  <a:off x="7988882" y="2362895"/>
                  <a:ext cx="747906" cy="810458"/>
                </a:xfrm>
                <a:custGeom>
                  <a:avLst/>
                  <a:gdLst>
                    <a:gd name="connsiteX0" fmla="*/ 394818 w 747906"/>
                    <a:gd name="connsiteY0" fmla="*/ 163222 h 810458"/>
                    <a:gd name="connsiteX1" fmla="*/ 356275 w 747906"/>
                    <a:gd name="connsiteY1" fmla="*/ 174058 h 810458"/>
                    <a:gd name="connsiteX2" fmla="*/ 274685 w 747906"/>
                    <a:gd name="connsiteY2" fmla="*/ 356275 h 810458"/>
                    <a:gd name="connsiteX3" fmla="*/ 375313 w 747906"/>
                    <a:gd name="connsiteY3" fmla="*/ 358994 h 810458"/>
                    <a:gd name="connsiteX4" fmla="*/ 473220 w 747906"/>
                    <a:gd name="connsiteY4" fmla="*/ 239329 h 810458"/>
                    <a:gd name="connsiteX5" fmla="*/ 394818 w 747906"/>
                    <a:gd name="connsiteY5" fmla="*/ 163222 h 810458"/>
                    <a:gd name="connsiteX6" fmla="*/ 386192 w 747906"/>
                    <a:gd name="connsiteY6" fmla="*/ 0 h 810458"/>
                    <a:gd name="connsiteX7" fmla="*/ 747906 w 747906"/>
                    <a:gd name="connsiteY7" fmla="*/ 266526 h 810458"/>
                    <a:gd name="connsiteX8" fmla="*/ 291004 w 747906"/>
                    <a:gd name="connsiteY8" fmla="*/ 484100 h 810458"/>
                    <a:gd name="connsiteX9" fmla="*/ 497697 w 747906"/>
                    <a:gd name="connsiteY9" fmla="*/ 617363 h 810458"/>
                    <a:gd name="connsiteX10" fmla="*/ 712551 w 747906"/>
                    <a:gd name="connsiteY10" fmla="*/ 557530 h 810458"/>
                    <a:gd name="connsiteX11" fmla="*/ 388911 w 747906"/>
                    <a:gd name="connsiteY11" fmla="*/ 810458 h 810458"/>
                    <a:gd name="connsiteX12" fmla="*/ 0 w 747906"/>
                    <a:gd name="connsiteY12" fmla="*/ 413389 h 810458"/>
                    <a:gd name="connsiteX13" fmla="*/ 386192 w 747906"/>
                    <a:gd name="connsiteY13" fmla="*/ 0 h 8104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747906" h="810458">
                      <a:moveTo>
                        <a:pt x="394818" y="163222"/>
                      </a:moveTo>
                      <a:cubicBezTo>
                        <a:pt x="381772" y="163179"/>
                        <a:pt x="368514" y="166579"/>
                        <a:pt x="356275" y="174058"/>
                      </a:cubicBezTo>
                      <a:cubicBezTo>
                        <a:pt x="299162" y="212133"/>
                        <a:pt x="282844" y="291003"/>
                        <a:pt x="274685" y="356275"/>
                      </a:cubicBezTo>
                      <a:cubicBezTo>
                        <a:pt x="274685" y="364434"/>
                        <a:pt x="369873" y="358994"/>
                        <a:pt x="375313" y="358994"/>
                      </a:cubicBezTo>
                      <a:cubicBezTo>
                        <a:pt x="432426" y="345396"/>
                        <a:pt x="473220" y="301881"/>
                        <a:pt x="473220" y="239329"/>
                      </a:cubicBezTo>
                      <a:cubicBezTo>
                        <a:pt x="471181" y="194455"/>
                        <a:pt x="433955" y="163349"/>
                        <a:pt x="394818" y="163222"/>
                      </a:cubicBezTo>
                      <a:close/>
                      <a:moveTo>
                        <a:pt x="386192" y="0"/>
                      </a:moveTo>
                      <a:cubicBezTo>
                        <a:pt x="519455" y="0"/>
                        <a:pt x="747906" y="65272"/>
                        <a:pt x="747906" y="266526"/>
                      </a:cubicBezTo>
                      <a:cubicBezTo>
                        <a:pt x="747906" y="467782"/>
                        <a:pt x="538492" y="484100"/>
                        <a:pt x="291004" y="484100"/>
                      </a:cubicBezTo>
                      <a:cubicBezTo>
                        <a:pt x="291004" y="484100"/>
                        <a:pt x="326359" y="617363"/>
                        <a:pt x="497697" y="617363"/>
                      </a:cubicBezTo>
                      <a:cubicBezTo>
                        <a:pt x="669036" y="617363"/>
                        <a:pt x="712551" y="557530"/>
                        <a:pt x="712551" y="557530"/>
                      </a:cubicBezTo>
                      <a:cubicBezTo>
                        <a:pt x="712551" y="557530"/>
                        <a:pt x="696233" y="810458"/>
                        <a:pt x="388911" y="810458"/>
                      </a:cubicBezTo>
                      <a:cubicBezTo>
                        <a:pt x="212133" y="810458"/>
                        <a:pt x="0" y="677195"/>
                        <a:pt x="0" y="413389"/>
                      </a:cubicBezTo>
                      <a:cubicBezTo>
                        <a:pt x="0" y="176778"/>
                        <a:pt x="163180" y="0"/>
                        <a:pt x="386192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26" name="Freeform: Shape 20">
                  <a:extLst>
                    <a:ext uri="{FF2B5EF4-FFF2-40B4-BE49-F238E27FC236}">
                      <a16:creationId xmlns:a16="http://schemas.microsoft.com/office/drawing/2014/main" id="{3FAFCB54-3AA0-293F-705C-3B7ECE4EC104}"/>
                    </a:ext>
                  </a:extLst>
                </p:cNvPr>
                <p:cNvSpPr/>
                <p:nvPr/>
              </p:nvSpPr>
              <p:spPr>
                <a:xfrm>
                  <a:off x="8683414" y="2274801"/>
                  <a:ext cx="897487" cy="951879"/>
                </a:xfrm>
                <a:custGeom>
                  <a:avLst/>
                  <a:gdLst>
                    <a:gd name="connsiteX0" fmla="*/ 580988 w 897487"/>
                    <a:gd name="connsiteY0" fmla="*/ 667381 h 951879"/>
                    <a:gd name="connsiteX1" fmla="*/ 409649 w 897487"/>
                    <a:gd name="connsiteY1" fmla="*/ 667381 h 951879"/>
                    <a:gd name="connsiteX2" fmla="*/ 591866 w 897487"/>
                    <a:gd name="connsiteY2" fmla="*/ 525959 h 951879"/>
                    <a:gd name="connsiteX3" fmla="*/ 842075 w 897487"/>
                    <a:gd name="connsiteY3" fmla="*/ 123450 h 951879"/>
                    <a:gd name="connsiteX4" fmla="*/ 842075 w 897487"/>
                    <a:gd name="connsiteY4" fmla="*/ 123450 h 951879"/>
                    <a:gd name="connsiteX5" fmla="*/ 798560 w 897487"/>
                    <a:gd name="connsiteY5" fmla="*/ 58178 h 951879"/>
                    <a:gd name="connsiteX6" fmla="*/ 746887 w 897487"/>
                    <a:gd name="connsiteY6" fmla="*/ 107132 h 951879"/>
                    <a:gd name="connsiteX7" fmla="*/ 697933 w 897487"/>
                    <a:gd name="connsiteY7" fmla="*/ 115291 h 951879"/>
                    <a:gd name="connsiteX8" fmla="*/ 219273 w 897487"/>
                    <a:gd name="connsiteY8" fmla="*/ 115291 h 951879"/>
                    <a:gd name="connsiteX9" fmla="*/ 102328 w 897487"/>
                    <a:gd name="connsiteY9" fmla="*/ 224077 h 951879"/>
                    <a:gd name="connsiteX10" fmla="*/ 213834 w 897487"/>
                    <a:gd name="connsiteY10" fmla="*/ 332863 h 951879"/>
                    <a:gd name="connsiteX11" fmla="*/ 485800 w 897487"/>
                    <a:gd name="connsiteY11" fmla="*/ 335583 h 951879"/>
                    <a:gd name="connsiteX12" fmla="*/ 134964 w 897487"/>
                    <a:gd name="connsiteY12" fmla="*/ 615708 h 951879"/>
                    <a:gd name="connsiteX13" fmla="*/ 61533 w 897487"/>
                    <a:gd name="connsiteY13" fmla="*/ 884953 h 951879"/>
                    <a:gd name="connsiteX14" fmla="*/ 398771 w 897487"/>
                    <a:gd name="connsiteY14" fmla="*/ 806083 h 951879"/>
                    <a:gd name="connsiteX15" fmla="*/ 529314 w 897487"/>
                    <a:gd name="connsiteY15" fmla="*/ 863196 h 951879"/>
                    <a:gd name="connsiteX16" fmla="*/ 782242 w 897487"/>
                    <a:gd name="connsiteY16" fmla="*/ 607549 h 951879"/>
                    <a:gd name="connsiteX17" fmla="*/ 580988 w 897487"/>
                    <a:gd name="connsiteY17" fmla="*/ 667381 h 9518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897487" h="951879">
                      <a:moveTo>
                        <a:pt x="580988" y="667381"/>
                      </a:moveTo>
                      <a:lnTo>
                        <a:pt x="409649" y="667381"/>
                      </a:lnTo>
                      <a:cubicBezTo>
                        <a:pt x="423248" y="667381"/>
                        <a:pt x="548352" y="561314"/>
                        <a:pt x="591866" y="525959"/>
                      </a:cubicBezTo>
                      <a:cubicBezTo>
                        <a:pt x="700653" y="433491"/>
                        <a:pt x="899188" y="297508"/>
                        <a:pt x="842075" y="123450"/>
                      </a:cubicBezTo>
                      <a:lnTo>
                        <a:pt x="842075" y="123450"/>
                      </a:lnTo>
                      <a:cubicBezTo>
                        <a:pt x="831197" y="82655"/>
                        <a:pt x="798560" y="58178"/>
                        <a:pt x="798560" y="58178"/>
                      </a:cubicBezTo>
                      <a:cubicBezTo>
                        <a:pt x="798560" y="58178"/>
                        <a:pt x="787682" y="90814"/>
                        <a:pt x="746887" y="107132"/>
                      </a:cubicBezTo>
                      <a:cubicBezTo>
                        <a:pt x="730569" y="109852"/>
                        <a:pt x="714251" y="115291"/>
                        <a:pt x="697933" y="115291"/>
                      </a:cubicBezTo>
                      <a:cubicBezTo>
                        <a:pt x="684334" y="115291"/>
                        <a:pt x="219273" y="115291"/>
                        <a:pt x="219273" y="115291"/>
                      </a:cubicBezTo>
                      <a:cubicBezTo>
                        <a:pt x="156721" y="115291"/>
                        <a:pt x="105048" y="166964"/>
                        <a:pt x="102328" y="224077"/>
                      </a:cubicBezTo>
                      <a:cubicBezTo>
                        <a:pt x="102328" y="283910"/>
                        <a:pt x="151282" y="332863"/>
                        <a:pt x="213834" y="332863"/>
                      </a:cubicBezTo>
                      <a:lnTo>
                        <a:pt x="485800" y="335583"/>
                      </a:lnTo>
                      <a:cubicBezTo>
                        <a:pt x="360695" y="406294"/>
                        <a:pt x="211114" y="487884"/>
                        <a:pt x="134964" y="615708"/>
                      </a:cubicBezTo>
                      <a:cubicBezTo>
                        <a:pt x="91449" y="689138"/>
                        <a:pt x="45215" y="800644"/>
                        <a:pt x="61533" y="884953"/>
                      </a:cubicBezTo>
                      <a:cubicBezTo>
                        <a:pt x="121366" y="830560"/>
                        <a:pt x="279106" y="778887"/>
                        <a:pt x="398771" y="806083"/>
                      </a:cubicBezTo>
                      <a:cubicBezTo>
                        <a:pt x="445005" y="814242"/>
                        <a:pt x="491239" y="838719"/>
                        <a:pt x="529314" y="863196"/>
                      </a:cubicBezTo>
                      <a:cubicBezTo>
                        <a:pt x="755046" y="1004618"/>
                        <a:pt x="891029" y="727213"/>
                        <a:pt x="782242" y="607549"/>
                      </a:cubicBezTo>
                      <a:cubicBezTo>
                        <a:pt x="784962" y="607549"/>
                        <a:pt x="722410" y="667381"/>
                        <a:pt x="580988" y="667381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27" name="Freeform: Shape 21">
                  <a:extLst>
                    <a:ext uri="{FF2B5EF4-FFF2-40B4-BE49-F238E27FC236}">
                      <a16:creationId xmlns:a16="http://schemas.microsoft.com/office/drawing/2014/main" id="{75997264-1073-8FF4-FD5C-633CAEEB076E}"/>
                    </a:ext>
                  </a:extLst>
                </p:cNvPr>
                <p:cNvSpPr/>
                <p:nvPr/>
              </p:nvSpPr>
              <p:spPr>
                <a:xfrm>
                  <a:off x="2624650" y="1948442"/>
                  <a:ext cx="1903761" cy="1577400"/>
                </a:xfrm>
                <a:custGeom>
                  <a:avLst/>
                  <a:gdLst>
                    <a:gd name="connsiteX0" fmla="*/ 1559430 w 1903760"/>
                    <a:gd name="connsiteY0" fmla="*/ 1165078 h 1577399"/>
                    <a:gd name="connsiteX1" fmla="*/ 1369054 w 1903760"/>
                    <a:gd name="connsiteY1" fmla="*/ 593950 h 1577399"/>
                    <a:gd name="connsiteX2" fmla="*/ 1483279 w 1903760"/>
                    <a:gd name="connsiteY2" fmla="*/ 126170 h 1577399"/>
                    <a:gd name="connsiteX3" fmla="*/ 1311941 w 1903760"/>
                    <a:gd name="connsiteY3" fmla="*/ 58178 h 1577399"/>
                    <a:gd name="connsiteX4" fmla="*/ 1078050 w 1903760"/>
                    <a:gd name="connsiteY4" fmla="*/ 205040 h 1577399"/>
                    <a:gd name="connsiteX5" fmla="*/ 846879 w 1903760"/>
                    <a:gd name="connsiteY5" fmla="*/ 523239 h 1577399"/>
                    <a:gd name="connsiteX6" fmla="*/ 645624 w 1903760"/>
                    <a:gd name="connsiteY6" fmla="*/ 210479 h 1577399"/>
                    <a:gd name="connsiteX7" fmla="*/ 455248 w 1903760"/>
                    <a:gd name="connsiteY7" fmla="*/ 63617 h 1577399"/>
                    <a:gd name="connsiteX8" fmla="*/ 234956 w 1903760"/>
                    <a:gd name="connsiteY8" fmla="*/ 137048 h 1577399"/>
                    <a:gd name="connsiteX9" fmla="*/ 316546 w 1903760"/>
                    <a:gd name="connsiteY9" fmla="*/ 588511 h 1577399"/>
                    <a:gd name="connsiteX10" fmla="*/ 58178 w 1903760"/>
                    <a:gd name="connsiteY10" fmla="*/ 1072610 h 1577399"/>
                    <a:gd name="connsiteX11" fmla="*/ 474286 w 1903760"/>
                    <a:gd name="connsiteY11" fmla="*/ 1020936 h 1577399"/>
                    <a:gd name="connsiteX12" fmla="*/ 555876 w 1903760"/>
                    <a:gd name="connsiteY12" fmla="*/ 572193 h 1577399"/>
                    <a:gd name="connsiteX13" fmla="*/ 830561 w 1903760"/>
                    <a:gd name="connsiteY13" fmla="*/ 993740 h 1577399"/>
                    <a:gd name="connsiteX14" fmla="*/ 1140602 w 1903760"/>
                    <a:gd name="connsiteY14" fmla="*/ 574913 h 1577399"/>
                    <a:gd name="connsiteX15" fmla="*/ 1567589 w 1903760"/>
                    <a:gd name="connsiteY15" fmla="*/ 1526792 h 1577399"/>
                    <a:gd name="connsiteX16" fmla="*/ 1866751 w 1903760"/>
                    <a:gd name="connsiteY16" fmla="*/ 1322818 h 1577399"/>
                    <a:gd name="connsiteX17" fmla="*/ 1559430 w 1903760"/>
                    <a:gd name="connsiteY17" fmla="*/ 1165078 h 1577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1903760" h="1577399">
                      <a:moveTo>
                        <a:pt x="1559430" y="1165078"/>
                      </a:moveTo>
                      <a:cubicBezTo>
                        <a:pt x="1420727" y="1012777"/>
                        <a:pt x="1377213" y="762569"/>
                        <a:pt x="1369054" y="593950"/>
                      </a:cubicBezTo>
                      <a:cubicBezTo>
                        <a:pt x="1360895" y="449809"/>
                        <a:pt x="1369054" y="199600"/>
                        <a:pt x="1483279" y="126170"/>
                      </a:cubicBezTo>
                      <a:cubicBezTo>
                        <a:pt x="1445204" y="77216"/>
                        <a:pt x="1369054" y="58178"/>
                        <a:pt x="1311941" y="58178"/>
                      </a:cubicBezTo>
                      <a:cubicBezTo>
                        <a:pt x="1184117" y="58178"/>
                        <a:pt x="1121565" y="142488"/>
                        <a:pt x="1078050" y="205040"/>
                      </a:cubicBezTo>
                      <a:cubicBezTo>
                        <a:pt x="1064452" y="224077"/>
                        <a:pt x="846879" y="523239"/>
                        <a:pt x="846879" y="523239"/>
                      </a:cubicBezTo>
                      <a:cubicBezTo>
                        <a:pt x="846879" y="523239"/>
                        <a:pt x="667382" y="243115"/>
                        <a:pt x="645624" y="210479"/>
                      </a:cubicBezTo>
                      <a:cubicBezTo>
                        <a:pt x="615708" y="164245"/>
                        <a:pt x="555876" y="77216"/>
                        <a:pt x="455248" y="63617"/>
                      </a:cubicBezTo>
                      <a:cubicBezTo>
                        <a:pt x="411734" y="58178"/>
                        <a:pt x="297508" y="52739"/>
                        <a:pt x="234956" y="137048"/>
                      </a:cubicBezTo>
                      <a:cubicBezTo>
                        <a:pt x="341023" y="221357"/>
                        <a:pt x="338303" y="438930"/>
                        <a:pt x="316546" y="588511"/>
                      </a:cubicBezTo>
                      <a:cubicBezTo>
                        <a:pt x="248554" y="1031815"/>
                        <a:pt x="58178" y="1072610"/>
                        <a:pt x="58178" y="1072610"/>
                      </a:cubicBezTo>
                      <a:cubicBezTo>
                        <a:pt x="156086" y="1333696"/>
                        <a:pt x="403575" y="1230350"/>
                        <a:pt x="474286" y="1020936"/>
                      </a:cubicBezTo>
                      <a:cubicBezTo>
                        <a:pt x="520520" y="884953"/>
                        <a:pt x="550436" y="713615"/>
                        <a:pt x="555876" y="572193"/>
                      </a:cubicBezTo>
                      <a:lnTo>
                        <a:pt x="830561" y="993740"/>
                      </a:lnTo>
                      <a:cubicBezTo>
                        <a:pt x="830561" y="993740"/>
                        <a:pt x="1140602" y="574913"/>
                        <a:pt x="1140602" y="574913"/>
                      </a:cubicBezTo>
                      <a:cubicBezTo>
                        <a:pt x="1088929" y="1314659"/>
                        <a:pt x="1344577" y="1526792"/>
                        <a:pt x="1567589" y="1526792"/>
                      </a:cubicBezTo>
                      <a:cubicBezTo>
                        <a:pt x="1790601" y="1526792"/>
                        <a:pt x="1866751" y="1322818"/>
                        <a:pt x="1866751" y="1322818"/>
                      </a:cubicBezTo>
                      <a:cubicBezTo>
                        <a:pt x="1744367" y="1314659"/>
                        <a:pt x="1641019" y="1252107"/>
                        <a:pt x="1559430" y="1165078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28" name="Freeform: Shape 22">
                  <a:extLst>
                    <a:ext uri="{FF2B5EF4-FFF2-40B4-BE49-F238E27FC236}">
                      <a16:creationId xmlns:a16="http://schemas.microsoft.com/office/drawing/2014/main" id="{A80FD0AC-D072-42B2-E07E-FC34BA244F26}"/>
                    </a:ext>
                  </a:extLst>
                </p:cNvPr>
                <p:cNvSpPr/>
                <p:nvPr/>
              </p:nvSpPr>
              <p:spPr>
                <a:xfrm>
                  <a:off x="4792218" y="3234839"/>
                  <a:ext cx="271966" cy="652717"/>
                </a:xfrm>
                <a:custGeom>
                  <a:avLst/>
                  <a:gdLst>
                    <a:gd name="connsiteX0" fmla="*/ 88095 w 271965"/>
                    <a:gd name="connsiteY0" fmla="*/ 120730 h 652717"/>
                    <a:gd name="connsiteX1" fmla="*/ 93534 w 271965"/>
                    <a:gd name="connsiteY1" fmla="*/ 153366 h 652717"/>
                    <a:gd name="connsiteX2" fmla="*/ 93534 w 271965"/>
                    <a:gd name="connsiteY2" fmla="*/ 544997 h 652717"/>
                    <a:gd name="connsiteX3" fmla="*/ 156086 w 271965"/>
                    <a:gd name="connsiteY3" fmla="*/ 604829 h 652717"/>
                    <a:gd name="connsiteX4" fmla="*/ 221358 w 271965"/>
                    <a:gd name="connsiteY4" fmla="*/ 544997 h 652717"/>
                    <a:gd name="connsiteX5" fmla="*/ 221358 w 271965"/>
                    <a:gd name="connsiteY5" fmla="*/ 194161 h 652717"/>
                    <a:gd name="connsiteX6" fmla="*/ 210479 w 271965"/>
                    <a:gd name="connsiteY6" fmla="*/ 109852 h 652717"/>
                    <a:gd name="connsiteX7" fmla="*/ 118011 w 271965"/>
                    <a:gd name="connsiteY7" fmla="*/ 58178 h 652717"/>
                    <a:gd name="connsiteX8" fmla="*/ 58178 w 271965"/>
                    <a:gd name="connsiteY8" fmla="*/ 88094 h 652717"/>
                    <a:gd name="connsiteX9" fmla="*/ 88095 w 271965"/>
                    <a:gd name="connsiteY9" fmla="*/ 120730 h 652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71965" h="652717">
                      <a:moveTo>
                        <a:pt x="88095" y="120730"/>
                      </a:moveTo>
                      <a:cubicBezTo>
                        <a:pt x="90814" y="131609"/>
                        <a:pt x="90814" y="142487"/>
                        <a:pt x="93534" y="153366"/>
                      </a:cubicBezTo>
                      <a:cubicBezTo>
                        <a:pt x="93534" y="156086"/>
                        <a:pt x="93534" y="542277"/>
                        <a:pt x="93534" y="544997"/>
                      </a:cubicBezTo>
                      <a:cubicBezTo>
                        <a:pt x="93534" y="577632"/>
                        <a:pt x="123450" y="604829"/>
                        <a:pt x="156086" y="604829"/>
                      </a:cubicBezTo>
                      <a:cubicBezTo>
                        <a:pt x="188722" y="607548"/>
                        <a:pt x="221358" y="577632"/>
                        <a:pt x="221358" y="544997"/>
                      </a:cubicBezTo>
                      <a:cubicBezTo>
                        <a:pt x="221358" y="539557"/>
                        <a:pt x="221358" y="194161"/>
                        <a:pt x="221358" y="194161"/>
                      </a:cubicBezTo>
                      <a:cubicBezTo>
                        <a:pt x="221358" y="164245"/>
                        <a:pt x="224078" y="134329"/>
                        <a:pt x="210479" y="109852"/>
                      </a:cubicBezTo>
                      <a:cubicBezTo>
                        <a:pt x="196881" y="79935"/>
                        <a:pt x="158806" y="58178"/>
                        <a:pt x="118011" y="58178"/>
                      </a:cubicBezTo>
                      <a:cubicBezTo>
                        <a:pt x="79936" y="58178"/>
                        <a:pt x="58178" y="88094"/>
                        <a:pt x="58178" y="88094"/>
                      </a:cubicBezTo>
                      <a:cubicBezTo>
                        <a:pt x="58178" y="88094"/>
                        <a:pt x="77216" y="93534"/>
                        <a:pt x="88095" y="120730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29" name="Freeform: Shape 23">
                  <a:extLst>
                    <a:ext uri="{FF2B5EF4-FFF2-40B4-BE49-F238E27FC236}">
                      <a16:creationId xmlns:a16="http://schemas.microsoft.com/office/drawing/2014/main" id="{31C6A853-5F00-A420-4E5C-02A80C1F1960}"/>
                    </a:ext>
                  </a:extLst>
                </p:cNvPr>
                <p:cNvSpPr/>
                <p:nvPr/>
              </p:nvSpPr>
              <p:spPr>
                <a:xfrm>
                  <a:off x="8751819" y="3234667"/>
                  <a:ext cx="271966" cy="652717"/>
                </a:xfrm>
                <a:custGeom>
                  <a:avLst/>
                  <a:gdLst>
                    <a:gd name="connsiteX0" fmla="*/ 191663 w 271965"/>
                    <a:gd name="connsiteY0" fmla="*/ 542449 h 652717"/>
                    <a:gd name="connsiteX1" fmla="*/ 186224 w 271965"/>
                    <a:gd name="connsiteY1" fmla="*/ 509813 h 652717"/>
                    <a:gd name="connsiteX2" fmla="*/ 186224 w 271965"/>
                    <a:gd name="connsiteY2" fmla="*/ 118183 h 652717"/>
                    <a:gd name="connsiteX3" fmla="*/ 123672 w 271965"/>
                    <a:gd name="connsiteY3" fmla="*/ 58350 h 652717"/>
                    <a:gd name="connsiteX4" fmla="*/ 58400 w 271965"/>
                    <a:gd name="connsiteY4" fmla="*/ 118183 h 652717"/>
                    <a:gd name="connsiteX5" fmla="*/ 58400 w 271965"/>
                    <a:gd name="connsiteY5" fmla="*/ 469018 h 652717"/>
                    <a:gd name="connsiteX6" fmla="*/ 69279 w 271965"/>
                    <a:gd name="connsiteY6" fmla="*/ 553328 h 652717"/>
                    <a:gd name="connsiteX7" fmla="*/ 161747 w 271965"/>
                    <a:gd name="connsiteY7" fmla="*/ 605001 h 652717"/>
                    <a:gd name="connsiteX8" fmla="*/ 221580 w 271965"/>
                    <a:gd name="connsiteY8" fmla="*/ 575085 h 652717"/>
                    <a:gd name="connsiteX9" fmla="*/ 191663 w 271965"/>
                    <a:gd name="connsiteY9" fmla="*/ 542449 h 652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71965" h="652717">
                      <a:moveTo>
                        <a:pt x="191663" y="542449"/>
                      </a:moveTo>
                      <a:cubicBezTo>
                        <a:pt x="188944" y="531570"/>
                        <a:pt x="186224" y="520692"/>
                        <a:pt x="186224" y="509813"/>
                      </a:cubicBezTo>
                      <a:cubicBezTo>
                        <a:pt x="186224" y="507093"/>
                        <a:pt x="186224" y="120902"/>
                        <a:pt x="186224" y="118183"/>
                      </a:cubicBezTo>
                      <a:cubicBezTo>
                        <a:pt x="186224" y="85547"/>
                        <a:pt x="156308" y="58350"/>
                        <a:pt x="123672" y="58350"/>
                      </a:cubicBezTo>
                      <a:cubicBezTo>
                        <a:pt x="91036" y="55631"/>
                        <a:pt x="58400" y="85547"/>
                        <a:pt x="58400" y="118183"/>
                      </a:cubicBezTo>
                      <a:cubicBezTo>
                        <a:pt x="58400" y="123622"/>
                        <a:pt x="58400" y="469018"/>
                        <a:pt x="58400" y="469018"/>
                      </a:cubicBezTo>
                      <a:cubicBezTo>
                        <a:pt x="58400" y="498934"/>
                        <a:pt x="55680" y="528851"/>
                        <a:pt x="69279" y="553328"/>
                      </a:cubicBezTo>
                      <a:cubicBezTo>
                        <a:pt x="82877" y="583244"/>
                        <a:pt x="120953" y="605001"/>
                        <a:pt x="161747" y="605001"/>
                      </a:cubicBezTo>
                      <a:cubicBezTo>
                        <a:pt x="199822" y="605001"/>
                        <a:pt x="221580" y="575085"/>
                        <a:pt x="221580" y="575085"/>
                      </a:cubicBezTo>
                      <a:cubicBezTo>
                        <a:pt x="221580" y="575085"/>
                        <a:pt x="202542" y="566926"/>
                        <a:pt x="191663" y="542449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30" name="Freeform: Shape 24">
                  <a:extLst>
                    <a:ext uri="{FF2B5EF4-FFF2-40B4-BE49-F238E27FC236}">
                      <a16:creationId xmlns:a16="http://schemas.microsoft.com/office/drawing/2014/main" id="{FF7EA8AF-A36E-AFF4-C8BE-7FAA27D8677A}"/>
                    </a:ext>
                  </a:extLst>
                </p:cNvPr>
                <p:cNvSpPr/>
                <p:nvPr/>
              </p:nvSpPr>
              <p:spPr>
                <a:xfrm>
                  <a:off x="6320666" y="3416868"/>
                  <a:ext cx="435145" cy="462341"/>
                </a:xfrm>
                <a:custGeom>
                  <a:avLst/>
                  <a:gdLst>
                    <a:gd name="connsiteX0" fmla="*/ 302948 w 435145"/>
                    <a:gd name="connsiteY0" fmla="*/ 74684 h 462341"/>
                    <a:gd name="connsiteX1" fmla="*/ 186003 w 435145"/>
                    <a:gd name="connsiteY1" fmla="*/ 148115 h 462341"/>
                    <a:gd name="connsiteX2" fmla="*/ 186003 w 435145"/>
                    <a:gd name="connsiteY2" fmla="*/ 148115 h 462341"/>
                    <a:gd name="connsiteX3" fmla="*/ 186003 w 435145"/>
                    <a:gd name="connsiteY3" fmla="*/ 115479 h 462341"/>
                    <a:gd name="connsiteX4" fmla="*/ 123450 w 435145"/>
                    <a:gd name="connsiteY4" fmla="*/ 58366 h 462341"/>
                    <a:gd name="connsiteX5" fmla="*/ 58178 w 435145"/>
                    <a:gd name="connsiteY5" fmla="*/ 115479 h 462341"/>
                    <a:gd name="connsiteX6" fmla="*/ 58178 w 435145"/>
                    <a:gd name="connsiteY6" fmla="*/ 362967 h 462341"/>
                    <a:gd name="connsiteX7" fmla="*/ 120730 w 435145"/>
                    <a:gd name="connsiteY7" fmla="*/ 422800 h 462341"/>
                    <a:gd name="connsiteX8" fmla="*/ 186003 w 435145"/>
                    <a:gd name="connsiteY8" fmla="*/ 362967 h 462341"/>
                    <a:gd name="connsiteX9" fmla="*/ 186003 w 435145"/>
                    <a:gd name="connsiteY9" fmla="*/ 213386 h 462341"/>
                    <a:gd name="connsiteX10" fmla="*/ 186003 w 435145"/>
                    <a:gd name="connsiteY10" fmla="*/ 213386 h 462341"/>
                    <a:gd name="connsiteX11" fmla="*/ 229517 w 435145"/>
                    <a:gd name="connsiteY11" fmla="*/ 161713 h 462341"/>
                    <a:gd name="connsiteX12" fmla="*/ 259433 w 435145"/>
                    <a:gd name="connsiteY12" fmla="*/ 194349 h 462341"/>
                    <a:gd name="connsiteX13" fmla="*/ 259433 w 435145"/>
                    <a:gd name="connsiteY13" fmla="*/ 362967 h 462341"/>
                    <a:gd name="connsiteX14" fmla="*/ 321985 w 435145"/>
                    <a:gd name="connsiteY14" fmla="*/ 422800 h 462341"/>
                    <a:gd name="connsiteX15" fmla="*/ 387257 w 435145"/>
                    <a:gd name="connsiteY15" fmla="*/ 362967 h 462341"/>
                    <a:gd name="connsiteX16" fmla="*/ 387257 w 435145"/>
                    <a:gd name="connsiteY16" fmla="*/ 273219 h 462341"/>
                    <a:gd name="connsiteX17" fmla="*/ 302948 w 435145"/>
                    <a:gd name="connsiteY17" fmla="*/ 74684 h 4623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435145" h="462341">
                      <a:moveTo>
                        <a:pt x="302948" y="74684"/>
                      </a:moveTo>
                      <a:cubicBezTo>
                        <a:pt x="234956" y="74684"/>
                        <a:pt x="196881" y="131797"/>
                        <a:pt x="186003" y="148115"/>
                      </a:cubicBezTo>
                      <a:lnTo>
                        <a:pt x="186003" y="148115"/>
                      </a:lnTo>
                      <a:cubicBezTo>
                        <a:pt x="186003" y="129077"/>
                        <a:pt x="186003" y="115479"/>
                        <a:pt x="186003" y="115479"/>
                      </a:cubicBezTo>
                      <a:cubicBezTo>
                        <a:pt x="186003" y="82843"/>
                        <a:pt x="156086" y="58366"/>
                        <a:pt x="123450" y="58366"/>
                      </a:cubicBezTo>
                      <a:cubicBezTo>
                        <a:pt x="90814" y="55646"/>
                        <a:pt x="58178" y="82843"/>
                        <a:pt x="58178" y="115479"/>
                      </a:cubicBezTo>
                      <a:cubicBezTo>
                        <a:pt x="58178" y="120918"/>
                        <a:pt x="58178" y="360248"/>
                        <a:pt x="58178" y="362967"/>
                      </a:cubicBezTo>
                      <a:cubicBezTo>
                        <a:pt x="58178" y="395603"/>
                        <a:pt x="88095" y="422800"/>
                        <a:pt x="120730" y="422800"/>
                      </a:cubicBezTo>
                      <a:cubicBezTo>
                        <a:pt x="153366" y="425519"/>
                        <a:pt x="186003" y="395603"/>
                        <a:pt x="186003" y="362967"/>
                      </a:cubicBezTo>
                      <a:cubicBezTo>
                        <a:pt x="186003" y="360248"/>
                        <a:pt x="186003" y="281378"/>
                        <a:pt x="186003" y="213386"/>
                      </a:cubicBezTo>
                      <a:lnTo>
                        <a:pt x="186003" y="213386"/>
                      </a:lnTo>
                      <a:cubicBezTo>
                        <a:pt x="191442" y="186190"/>
                        <a:pt x="205040" y="161713"/>
                        <a:pt x="229517" y="161713"/>
                      </a:cubicBezTo>
                      <a:cubicBezTo>
                        <a:pt x="259433" y="161713"/>
                        <a:pt x="259433" y="194349"/>
                        <a:pt x="259433" y="194349"/>
                      </a:cubicBezTo>
                      <a:lnTo>
                        <a:pt x="259433" y="362967"/>
                      </a:lnTo>
                      <a:cubicBezTo>
                        <a:pt x="259433" y="395603"/>
                        <a:pt x="289349" y="422800"/>
                        <a:pt x="321985" y="422800"/>
                      </a:cubicBezTo>
                      <a:cubicBezTo>
                        <a:pt x="354621" y="425519"/>
                        <a:pt x="387257" y="395603"/>
                        <a:pt x="387257" y="362967"/>
                      </a:cubicBezTo>
                      <a:lnTo>
                        <a:pt x="387257" y="273219"/>
                      </a:lnTo>
                      <a:cubicBezTo>
                        <a:pt x="387257" y="183470"/>
                        <a:pt x="395416" y="71964"/>
                        <a:pt x="302948" y="74684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31" name="Freeform: Shape 25">
                  <a:extLst>
                    <a:ext uri="{FF2B5EF4-FFF2-40B4-BE49-F238E27FC236}">
                      <a16:creationId xmlns:a16="http://schemas.microsoft.com/office/drawing/2014/main" id="{7B62C970-1A54-A7A5-BDCE-1E848FC6ABBC}"/>
                    </a:ext>
                  </a:extLst>
                </p:cNvPr>
                <p:cNvSpPr/>
                <p:nvPr/>
              </p:nvSpPr>
              <p:spPr>
                <a:xfrm>
                  <a:off x="7960620" y="3416868"/>
                  <a:ext cx="435145" cy="462341"/>
                </a:xfrm>
                <a:custGeom>
                  <a:avLst/>
                  <a:gdLst>
                    <a:gd name="connsiteX0" fmla="*/ 302948 w 435145"/>
                    <a:gd name="connsiteY0" fmla="*/ 74684 h 462341"/>
                    <a:gd name="connsiteX1" fmla="*/ 186002 w 435145"/>
                    <a:gd name="connsiteY1" fmla="*/ 148115 h 462341"/>
                    <a:gd name="connsiteX2" fmla="*/ 186002 w 435145"/>
                    <a:gd name="connsiteY2" fmla="*/ 148115 h 462341"/>
                    <a:gd name="connsiteX3" fmla="*/ 186002 w 435145"/>
                    <a:gd name="connsiteY3" fmla="*/ 115479 h 462341"/>
                    <a:gd name="connsiteX4" fmla="*/ 123450 w 435145"/>
                    <a:gd name="connsiteY4" fmla="*/ 58366 h 462341"/>
                    <a:gd name="connsiteX5" fmla="*/ 58178 w 435145"/>
                    <a:gd name="connsiteY5" fmla="*/ 115479 h 462341"/>
                    <a:gd name="connsiteX6" fmla="*/ 58178 w 435145"/>
                    <a:gd name="connsiteY6" fmla="*/ 362967 h 462341"/>
                    <a:gd name="connsiteX7" fmla="*/ 120730 w 435145"/>
                    <a:gd name="connsiteY7" fmla="*/ 422800 h 462341"/>
                    <a:gd name="connsiteX8" fmla="*/ 186002 w 435145"/>
                    <a:gd name="connsiteY8" fmla="*/ 362967 h 462341"/>
                    <a:gd name="connsiteX9" fmla="*/ 186002 w 435145"/>
                    <a:gd name="connsiteY9" fmla="*/ 213386 h 462341"/>
                    <a:gd name="connsiteX10" fmla="*/ 186002 w 435145"/>
                    <a:gd name="connsiteY10" fmla="*/ 213386 h 462341"/>
                    <a:gd name="connsiteX11" fmla="*/ 229517 w 435145"/>
                    <a:gd name="connsiteY11" fmla="*/ 161713 h 462341"/>
                    <a:gd name="connsiteX12" fmla="*/ 259433 w 435145"/>
                    <a:gd name="connsiteY12" fmla="*/ 194349 h 462341"/>
                    <a:gd name="connsiteX13" fmla="*/ 259433 w 435145"/>
                    <a:gd name="connsiteY13" fmla="*/ 362967 h 462341"/>
                    <a:gd name="connsiteX14" fmla="*/ 321985 w 435145"/>
                    <a:gd name="connsiteY14" fmla="*/ 422800 h 462341"/>
                    <a:gd name="connsiteX15" fmla="*/ 387257 w 435145"/>
                    <a:gd name="connsiteY15" fmla="*/ 362967 h 462341"/>
                    <a:gd name="connsiteX16" fmla="*/ 387257 w 435145"/>
                    <a:gd name="connsiteY16" fmla="*/ 273219 h 462341"/>
                    <a:gd name="connsiteX17" fmla="*/ 302948 w 435145"/>
                    <a:gd name="connsiteY17" fmla="*/ 74684 h 4623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435145" h="462341">
                      <a:moveTo>
                        <a:pt x="302948" y="74684"/>
                      </a:moveTo>
                      <a:cubicBezTo>
                        <a:pt x="234956" y="74684"/>
                        <a:pt x="196881" y="131797"/>
                        <a:pt x="186002" y="148115"/>
                      </a:cubicBezTo>
                      <a:lnTo>
                        <a:pt x="186002" y="148115"/>
                      </a:lnTo>
                      <a:cubicBezTo>
                        <a:pt x="186002" y="129077"/>
                        <a:pt x="186002" y="115479"/>
                        <a:pt x="186002" y="115479"/>
                      </a:cubicBezTo>
                      <a:cubicBezTo>
                        <a:pt x="186002" y="82843"/>
                        <a:pt x="156086" y="58366"/>
                        <a:pt x="123450" y="58366"/>
                      </a:cubicBezTo>
                      <a:cubicBezTo>
                        <a:pt x="90814" y="55646"/>
                        <a:pt x="58178" y="82843"/>
                        <a:pt x="58178" y="115479"/>
                      </a:cubicBezTo>
                      <a:cubicBezTo>
                        <a:pt x="58178" y="120918"/>
                        <a:pt x="58178" y="360248"/>
                        <a:pt x="58178" y="362967"/>
                      </a:cubicBezTo>
                      <a:cubicBezTo>
                        <a:pt x="58178" y="395603"/>
                        <a:pt x="88095" y="422800"/>
                        <a:pt x="120730" y="422800"/>
                      </a:cubicBezTo>
                      <a:cubicBezTo>
                        <a:pt x="153366" y="425519"/>
                        <a:pt x="186002" y="395603"/>
                        <a:pt x="186002" y="362967"/>
                      </a:cubicBezTo>
                      <a:cubicBezTo>
                        <a:pt x="186002" y="360248"/>
                        <a:pt x="186002" y="281378"/>
                        <a:pt x="186002" y="213386"/>
                      </a:cubicBezTo>
                      <a:lnTo>
                        <a:pt x="186002" y="213386"/>
                      </a:lnTo>
                      <a:cubicBezTo>
                        <a:pt x="191442" y="186190"/>
                        <a:pt x="205040" y="161713"/>
                        <a:pt x="229517" y="161713"/>
                      </a:cubicBezTo>
                      <a:cubicBezTo>
                        <a:pt x="259433" y="161713"/>
                        <a:pt x="259433" y="194349"/>
                        <a:pt x="259433" y="194349"/>
                      </a:cubicBezTo>
                      <a:lnTo>
                        <a:pt x="259433" y="362967"/>
                      </a:lnTo>
                      <a:cubicBezTo>
                        <a:pt x="259433" y="395603"/>
                        <a:pt x="289349" y="422800"/>
                        <a:pt x="321985" y="422800"/>
                      </a:cubicBezTo>
                      <a:cubicBezTo>
                        <a:pt x="354621" y="425519"/>
                        <a:pt x="387257" y="395603"/>
                        <a:pt x="387257" y="362967"/>
                      </a:cubicBezTo>
                      <a:lnTo>
                        <a:pt x="387257" y="273219"/>
                      </a:lnTo>
                      <a:cubicBezTo>
                        <a:pt x="384537" y="183470"/>
                        <a:pt x="395416" y="71964"/>
                        <a:pt x="302948" y="74684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32" name="Freeform: Shape 26">
                  <a:extLst>
                    <a:ext uri="{FF2B5EF4-FFF2-40B4-BE49-F238E27FC236}">
                      <a16:creationId xmlns:a16="http://schemas.microsoft.com/office/drawing/2014/main" id="{BDB3B898-2C51-861B-90A7-76ADF7553EA4}"/>
                    </a:ext>
                  </a:extLst>
                </p:cNvPr>
                <p:cNvSpPr/>
                <p:nvPr/>
              </p:nvSpPr>
              <p:spPr>
                <a:xfrm>
                  <a:off x="5020669" y="3416868"/>
                  <a:ext cx="435145" cy="462341"/>
                </a:xfrm>
                <a:custGeom>
                  <a:avLst/>
                  <a:gdLst>
                    <a:gd name="connsiteX0" fmla="*/ 302948 w 435145"/>
                    <a:gd name="connsiteY0" fmla="*/ 74684 h 462341"/>
                    <a:gd name="connsiteX1" fmla="*/ 186002 w 435145"/>
                    <a:gd name="connsiteY1" fmla="*/ 148115 h 462341"/>
                    <a:gd name="connsiteX2" fmla="*/ 186002 w 435145"/>
                    <a:gd name="connsiteY2" fmla="*/ 148115 h 462341"/>
                    <a:gd name="connsiteX3" fmla="*/ 186002 w 435145"/>
                    <a:gd name="connsiteY3" fmla="*/ 115479 h 462341"/>
                    <a:gd name="connsiteX4" fmla="*/ 123450 w 435145"/>
                    <a:gd name="connsiteY4" fmla="*/ 58366 h 462341"/>
                    <a:gd name="connsiteX5" fmla="*/ 58178 w 435145"/>
                    <a:gd name="connsiteY5" fmla="*/ 115479 h 462341"/>
                    <a:gd name="connsiteX6" fmla="*/ 58178 w 435145"/>
                    <a:gd name="connsiteY6" fmla="*/ 362967 h 462341"/>
                    <a:gd name="connsiteX7" fmla="*/ 120730 w 435145"/>
                    <a:gd name="connsiteY7" fmla="*/ 422800 h 462341"/>
                    <a:gd name="connsiteX8" fmla="*/ 186002 w 435145"/>
                    <a:gd name="connsiteY8" fmla="*/ 362967 h 462341"/>
                    <a:gd name="connsiteX9" fmla="*/ 186002 w 435145"/>
                    <a:gd name="connsiteY9" fmla="*/ 213386 h 462341"/>
                    <a:gd name="connsiteX10" fmla="*/ 186002 w 435145"/>
                    <a:gd name="connsiteY10" fmla="*/ 213386 h 462341"/>
                    <a:gd name="connsiteX11" fmla="*/ 229517 w 435145"/>
                    <a:gd name="connsiteY11" fmla="*/ 161713 h 462341"/>
                    <a:gd name="connsiteX12" fmla="*/ 259433 w 435145"/>
                    <a:gd name="connsiteY12" fmla="*/ 194349 h 462341"/>
                    <a:gd name="connsiteX13" fmla="*/ 259433 w 435145"/>
                    <a:gd name="connsiteY13" fmla="*/ 362967 h 462341"/>
                    <a:gd name="connsiteX14" fmla="*/ 321985 w 435145"/>
                    <a:gd name="connsiteY14" fmla="*/ 422800 h 462341"/>
                    <a:gd name="connsiteX15" fmla="*/ 387257 w 435145"/>
                    <a:gd name="connsiteY15" fmla="*/ 362967 h 462341"/>
                    <a:gd name="connsiteX16" fmla="*/ 387257 w 435145"/>
                    <a:gd name="connsiteY16" fmla="*/ 273219 h 462341"/>
                    <a:gd name="connsiteX17" fmla="*/ 302948 w 435145"/>
                    <a:gd name="connsiteY17" fmla="*/ 74684 h 4623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435145" h="462341">
                      <a:moveTo>
                        <a:pt x="302948" y="74684"/>
                      </a:moveTo>
                      <a:cubicBezTo>
                        <a:pt x="234956" y="74684"/>
                        <a:pt x="196881" y="131797"/>
                        <a:pt x="186002" y="148115"/>
                      </a:cubicBezTo>
                      <a:lnTo>
                        <a:pt x="186002" y="148115"/>
                      </a:lnTo>
                      <a:cubicBezTo>
                        <a:pt x="186002" y="129077"/>
                        <a:pt x="186002" y="115479"/>
                        <a:pt x="186002" y="115479"/>
                      </a:cubicBezTo>
                      <a:cubicBezTo>
                        <a:pt x="186002" y="82843"/>
                        <a:pt x="156086" y="58366"/>
                        <a:pt x="123450" y="58366"/>
                      </a:cubicBezTo>
                      <a:cubicBezTo>
                        <a:pt x="90814" y="55646"/>
                        <a:pt x="58178" y="82843"/>
                        <a:pt x="58178" y="115479"/>
                      </a:cubicBezTo>
                      <a:cubicBezTo>
                        <a:pt x="58178" y="120918"/>
                        <a:pt x="58178" y="360248"/>
                        <a:pt x="58178" y="362967"/>
                      </a:cubicBezTo>
                      <a:cubicBezTo>
                        <a:pt x="58178" y="395603"/>
                        <a:pt x="88094" y="422800"/>
                        <a:pt x="120730" y="422800"/>
                      </a:cubicBezTo>
                      <a:cubicBezTo>
                        <a:pt x="153366" y="425519"/>
                        <a:pt x="186002" y="395603"/>
                        <a:pt x="186002" y="362967"/>
                      </a:cubicBezTo>
                      <a:cubicBezTo>
                        <a:pt x="186002" y="360248"/>
                        <a:pt x="186002" y="281378"/>
                        <a:pt x="186002" y="213386"/>
                      </a:cubicBezTo>
                      <a:lnTo>
                        <a:pt x="186002" y="213386"/>
                      </a:lnTo>
                      <a:cubicBezTo>
                        <a:pt x="191442" y="186190"/>
                        <a:pt x="205040" y="161713"/>
                        <a:pt x="229517" y="161713"/>
                      </a:cubicBezTo>
                      <a:cubicBezTo>
                        <a:pt x="259433" y="161713"/>
                        <a:pt x="259433" y="194349"/>
                        <a:pt x="259433" y="194349"/>
                      </a:cubicBezTo>
                      <a:lnTo>
                        <a:pt x="259433" y="362967"/>
                      </a:lnTo>
                      <a:cubicBezTo>
                        <a:pt x="259433" y="395603"/>
                        <a:pt x="289349" y="422800"/>
                        <a:pt x="321985" y="422800"/>
                      </a:cubicBezTo>
                      <a:cubicBezTo>
                        <a:pt x="354621" y="425519"/>
                        <a:pt x="387257" y="395603"/>
                        <a:pt x="387257" y="362967"/>
                      </a:cubicBezTo>
                      <a:lnTo>
                        <a:pt x="387257" y="273219"/>
                      </a:lnTo>
                      <a:cubicBezTo>
                        <a:pt x="384537" y="183470"/>
                        <a:pt x="395416" y="71964"/>
                        <a:pt x="302948" y="74684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33" name="Freeform: Shape 27">
                  <a:extLst>
                    <a:ext uri="{FF2B5EF4-FFF2-40B4-BE49-F238E27FC236}">
                      <a16:creationId xmlns:a16="http://schemas.microsoft.com/office/drawing/2014/main" id="{CD7B9E5D-66A1-926A-59CB-F0AC61BE0E59}"/>
                    </a:ext>
                  </a:extLst>
                </p:cNvPr>
                <p:cNvSpPr/>
                <p:nvPr/>
              </p:nvSpPr>
              <p:spPr>
                <a:xfrm>
                  <a:off x="7616289" y="3475234"/>
                  <a:ext cx="364436" cy="364434"/>
                </a:xfrm>
                <a:custGeom>
                  <a:avLst/>
                  <a:gdLst>
                    <a:gd name="connsiteX0" fmla="*/ 182218 w 364436"/>
                    <a:gd name="connsiteY0" fmla="*/ 73431 h 364434"/>
                    <a:gd name="connsiteX1" fmla="*/ 130544 w 364436"/>
                    <a:gd name="connsiteY1" fmla="*/ 179499 h 364434"/>
                    <a:gd name="connsiteX2" fmla="*/ 182218 w 364436"/>
                    <a:gd name="connsiteY2" fmla="*/ 285565 h 364434"/>
                    <a:gd name="connsiteX3" fmla="*/ 233891 w 364436"/>
                    <a:gd name="connsiteY3" fmla="*/ 179499 h 364434"/>
                    <a:gd name="connsiteX4" fmla="*/ 182218 w 364436"/>
                    <a:gd name="connsiteY4" fmla="*/ 73431 h 364434"/>
                    <a:gd name="connsiteX5" fmla="*/ 182219 w 364436"/>
                    <a:gd name="connsiteY5" fmla="*/ 0 h 364434"/>
                    <a:gd name="connsiteX6" fmla="*/ 364436 w 364436"/>
                    <a:gd name="connsiteY6" fmla="*/ 182217 h 364434"/>
                    <a:gd name="connsiteX7" fmla="*/ 182219 w 364436"/>
                    <a:gd name="connsiteY7" fmla="*/ 364434 h 364434"/>
                    <a:gd name="connsiteX8" fmla="*/ 0 w 364436"/>
                    <a:gd name="connsiteY8" fmla="*/ 182217 h 364434"/>
                    <a:gd name="connsiteX9" fmla="*/ 182219 w 364436"/>
                    <a:gd name="connsiteY9" fmla="*/ 0 h 3644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64436" h="364434">
                      <a:moveTo>
                        <a:pt x="182218" y="73431"/>
                      </a:moveTo>
                      <a:cubicBezTo>
                        <a:pt x="152302" y="76151"/>
                        <a:pt x="130544" y="114226"/>
                        <a:pt x="130544" y="179499"/>
                      </a:cubicBezTo>
                      <a:cubicBezTo>
                        <a:pt x="130544" y="244770"/>
                        <a:pt x="146862" y="285565"/>
                        <a:pt x="182218" y="285565"/>
                      </a:cubicBezTo>
                      <a:cubicBezTo>
                        <a:pt x="217573" y="285565"/>
                        <a:pt x="233891" y="247490"/>
                        <a:pt x="233891" y="179499"/>
                      </a:cubicBezTo>
                      <a:cubicBezTo>
                        <a:pt x="233891" y="114226"/>
                        <a:pt x="212134" y="73431"/>
                        <a:pt x="182218" y="73431"/>
                      </a:cubicBezTo>
                      <a:close/>
                      <a:moveTo>
                        <a:pt x="182219" y="0"/>
                      </a:moveTo>
                      <a:cubicBezTo>
                        <a:pt x="282846" y="0"/>
                        <a:pt x="364436" y="81590"/>
                        <a:pt x="364436" y="182217"/>
                      </a:cubicBezTo>
                      <a:cubicBezTo>
                        <a:pt x="364436" y="282844"/>
                        <a:pt x="282846" y="364434"/>
                        <a:pt x="182219" y="364434"/>
                      </a:cubicBezTo>
                      <a:cubicBezTo>
                        <a:pt x="81591" y="364434"/>
                        <a:pt x="0" y="282844"/>
                        <a:pt x="0" y="182217"/>
                      </a:cubicBezTo>
                      <a:cubicBezTo>
                        <a:pt x="0" y="81590"/>
                        <a:pt x="81591" y="0"/>
                        <a:pt x="182219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34" name="Freeform: Shape 28">
                  <a:extLst>
                    <a:ext uri="{FF2B5EF4-FFF2-40B4-BE49-F238E27FC236}">
                      <a16:creationId xmlns:a16="http://schemas.microsoft.com/office/drawing/2014/main" id="{7D17CF51-7B55-C1C8-FA54-F0B1EBBDC5FE}"/>
                    </a:ext>
                  </a:extLst>
                </p:cNvPr>
                <p:cNvSpPr/>
                <p:nvPr/>
              </p:nvSpPr>
              <p:spPr>
                <a:xfrm>
                  <a:off x="6743101" y="3464184"/>
                  <a:ext cx="372773" cy="375657"/>
                </a:xfrm>
                <a:custGeom>
                  <a:avLst/>
                  <a:gdLst>
                    <a:gd name="connsiteX0" fmla="*/ 176958 w 372773"/>
                    <a:gd name="connsiteY0" fmla="*/ 98080 h 375657"/>
                    <a:gd name="connsiteX1" fmla="*/ 125284 w 372773"/>
                    <a:gd name="connsiteY1" fmla="*/ 190548 h 375657"/>
                    <a:gd name="connsiteX2" fmla="*/ 176958 w 372773"/>
                    <a:gd name="connsiteY2" fmla="*/ 283017 h 375657"/>
                    <a:gd name="connsiteX3" fmla="*/ 228631 w 372773"/>
                    <a:gd name="connsiteY3" fmla="*/ 190548 h 375657"/>
                    <a:gd name="connsiteX4" fmla="*/ 176958 w 372773"/>
                    <a:gd name="connsiteY4" fmla="*/ 98080 h 375657"/>
                    <a:gd name="connsiteX5" fmla="*/ 307501 w 372773"/>
                    <a:gd name="connsiteY5" fmla="*/ 172 h 375657"/>
                    <a:gd name="connsiteX6" fmla="*/ 372773 w 372773"/>
                    <a:gd name="connsiteY6" fmla="*/ 62724 h 375657"/>
                    <a:gd name="connsiteX7" fmla="*/ 372773 w 372773"/>
                    <a:gd name="connsiteY7" fmla="*/ 312934 h 375657"/>
                    <a:gd name="connsiteX8" fmla="*/ 302061 w 372773"/>
                    <a:gd name="connsiteY8" fmla="*/ 375486 h 375657"/>
                    <a:gd name="connsiteX9" fmla="*/ 239509 w 372773"/>
                    <a:gd name="connsiteY9" fmla="*/ 326532 h 375657"/>
                    <a:gd name="connsiteX10" fmla="*/ 179677 w 372773"/>
                    <a:gd name="connsiteY10" fmla="*/ 370046 h 375657"/>
                    <a:gd name="connsiteX11" fmla="*/ 70890 w 372773"/>
                    <a:gd name="connsiteY11" fmla="*/ 353728 h 375657"/>
                    <a:gd name="connsiteX12" fmla="*/ 128003 w 372773"/>
                    <a:gd name="connsiteY12" fmla="*/ 11051 h 375657"/>
                    <a:gd name="connsiteX13" fmla="*/ 236790 w 372773"/>
                    <a:gd name="connsiteY13" fmla="*/ 70883 h 375657"/>
                    <a:gd name="connsiteX14" fmla="*/ 236790 w 372773"/>
                    <a:gd name="connsiteY14" fmla="*/ 62724 h 375657"/>
                    <a:gd name="connsiteX15" fmla="*/ 307501 w 372773"/>
                    <a:gd name="connsiteY15" fmla="*/ 172 h 3756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773" h="375657">
                      <a:moveTo>
                        <a:pt x="176958" y="98080"/>
                      </a:moveTo>
                      <a:cubicBezTo>
                        <a:pt x="147042" y="100800"/>
                        <a:pt x="125284" y="133436"/>
                        <a:pt x="125284" y="190548"/>
                      </a:cubicBezTo>
                      <a:cubicBezTo>
                        <a:pt x="125284" y="247661"/>
                        <a:pt x="141602" y="283017"/>
                        <a:pt x="176958" y="283017"/>
                      </a:cubicBezTo>
                      <a:cubicBezTo>
                        <a:pt x="212314" y="283017"/>
                        <a:pt x="228631" y="247661"/>
                        <a:pt x="228631" y="190548"/>
                      </a:cubicBezTo>
                      <a:cubicBezTo>
                        <a:pt x="228631" y="133436"/>
                        <a:pt x="206874" y="98080"/>
                        <a:pt x="176958" y="98080"/>
                      </a:cubicBezTo>
                      <a:close/>
                      <a:moveTo>
                        <a:pt x="307501" y="172"/>
                      </a:moveTo>
                      <a:cubicBezTo>
                        <a:pt x="340137" y="172"/>
                        <a:pt x="372773" y="30088"/>
                        <a:pt x="372773" y="62724"/>
                      </a:cubicBezTo>
                      <a:cubicBezTo>
                        <a:pt x="372773" y="65444"/>
                        <a:pt x="372773" y="307494"/>
                        <a:pt x="372773" y="312934"/>
                      </a:cubicBezTo>
                      <a:cubicBezTo>
                        <a:pt x="370053" y="348289"/>
                        <a:pt x="337417" y="378205"/>
                        <a:pt x="302061" y="375486"/>
                      </a:cubicBezTo>
                      <a:cubicBezTo>
                        <a:pt x="274865" y="372766"/>
                        <a:pt x="247668" y="353728"/>
                        <a:pt x="239509" y="326532"/>
                      </a:cubicBezTo>
                      <a:cubicBezTo>
                        <a:pt x="225911" y="348289"/>
                        <a:pt x="198715" y="364607"/>
                        <a:pt x="179677" y="370046"/>
                      </a:cubicBezTo>
                      <a:cubicBezTo>
                        <a:pt x="147041" y="378205"/>
                        <a:pt x="100807" y="372766"/>
                        <a:pt x="70890" y="353728"/>
                      </a:cubicBezTo>
                      <a:cubicBezTo>
                        <a:pt x="-35177" y="285737"/>
                        <a:pt x="-27018" y="11051"/>
                        <a:pt x="128003" y="11051"/>
                      </a:cubicBezTo>
                      <a:cubicBezTo>
                        <a:pt x="185116" y="11051"/>
                        <a:pt x="220471" y="49126"/>
                        <a:pt x="236790" y="70883"/>
                      </a:cubicBezTo>
                      <a:cubicBezTo>
                        <a:pt x="236790" y="70883"/>
                        <a:pt x="236790" y="65444"/>
                        <a:pt x="236790" y="62724"/>
                      </a:cubicBezTo>
                      <a:cubicBezTo>
                        <a:pt x="239509" y="27369"/>
                        <a:pt x="272145" y="-2547"/>
                        <a:pt x="307501" y="172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35" name="Freeform: Shape 29">
                  <a:extLst>
                    <a:ext uri="{FF2B5EF4-FFF2-40B4-BE49-F238E27FC236}">
                      <a16:creationId xmlns:a16="http://schemas.microsoft.com/office/drawing/2014/main" id="{07711BD8-4407-59B9-1AEB-261C89BD0EBE}"/>
                    </a:ext>
                  </a:extLst>
                </p:cNvPr>
                <p:cNvSpPr/>
                <p:nvPr/>
              </p:nvSpPr>
              <p:spPr>
                <a:xfrm>
                  <a:off x="8380335" y="3464184"/>
                  <a:ext cx="372772" cy="375657"/>
                </a:xfrm>
                <a:custGeom>
                  <a:avLst/>
                  <a:gdLst>
                    <a:gd name="connsiteX0" fmla="*/ 176957 w 372772"/>
                    <a:gd name="connsiteY0" fmla="*/ 98080 h 375657"/>
                    <a:gd name="connsiteX1" fmla="*/ 125282 w 372772"/>
                    <a:gd name="connsiteY1" fmla="*/ 190548 h 375657"/>
                    <a:gd name="connsiteX2" fmla="*/ 176957 w 372772"/>
                    <a:gd name="connsiteY2" fmla="*/ 283017 h 375657"/>
                    <a:gd name="connsiteX3" fmla="*/ 228630 w 372772"/>
                    <a:gd name="connsiteY3" fmla="*/ 190548 h 375657"/>
                    <a:gd name="connsiteX4" fmla="*/ 176957 w 372772"/>
                    <a:gd name="connsiteY4" fmla="*/ 98080 h 375657"/>
                    <a:gd name="connsiteX5" fmla="*/ 307501 w 372772"/>
                    <a:gd name="connsiteY5" fmla="*/ 172 h 375657"/>
                    <a:gd name="connsiteX6" fmla="*/ 372772 w 372772"/>
                    <a:gd name="connsiteY6" fmla="*/ 62724 h 375657"/>
                    <a:gd name="connsiteX7" fmla="*/ 372772 w 372772"/>
                    <a:gd name="connsiteY7" fmla="*/ 312934 h 375657"/>
                    <a:gd name="connsiteX8" fmla="*/ 302062 w 372772"/>
                    <a:gd name="connsiteY8" fmla="*/ 375486 h 375657"/>
                    <a:gd name="connsiteX9" fmla="*/ 239509 w 372772"/>
                    <a:gd name="connsiteY9" fmla="*/ 326532 h 375657"/>
                    <a:gd name="connsiteX10" fmla="*/ 179677 w 372772"/>
                    <a:gd name="connsiteY10" fmla="*/ 370046 h 375657"/>
                    <a:gd name="connsiteX11" fmla="*/ 70890 w 372772"/>
                    <a:gd name="connsiteY11" fmla="*/ 353728 h 375657"/>
                    <a:gd name="connsiteX12" fmla="*/ 128002 w 372772"/>
                    <a:gd name="connsiteY12" fmla="*/ 11051 h 375657"/>
                    <a:gd name="connsiteX13" fmla="*/ 236790 w 372772"/>
                    <a:gd name="connsiteY13" fmla="*/ 70883 h 375657"/>
                    <a:gd name="connsiteX14" fmla="*/ 236790 w 372772"/>
                    <a:gd name="connsiteY14" fmla="*/ 62724 h 375657"/>
                    <a:gd name="connsiteX15" fmla="*/ 307501 w 372772"/>
                    <a:gd name="connsiteY15" fmla="*/ 172 h 3756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772" h="375657">
                      <a:moveTo>
                        <a:pt x="176957" y="98080"/>
                      </a:moveTo>
                      <a:cubicBezTo>
                        <a:pt x="147039" y="100800"/>
                        <a:pt x="125282" y="133436"/>
                        <a:pt x="125282" y="190548"/>
                      </a:cubicBezTo>
                      <a:cubicBezTo>
                        <a:pt x="125282" y="247661"/>
                        <a:pt x="141600" y="283017"/>
                        <a:pt x="176957" y="283017"/>
                      </a:cubicBezTo>
                      <a:cubicBezTo>
                        <a:pt x="212312" y="283017"/>
                        <a:pt x="228630" y="247661"/>
                        <a:pt x="228630" y="190548"/>
                      </a:cubicBezTo>
                      <a:cubicBezTo>
                        <a:pt x="228630" y="133436"/>
                        <a:pt x="206873" y="98080"/>
                        <a:pt x="176957" y="98080"/>
                      </a:cubicBezTo>
                      <a:close/>
                      <a:moveTo>
                        <a:pt x="307501" y="172"/>
                      </a:moveTo>
                      <a:cubicBezTo>
                        <a:pt x="340137" y="172"/>
                        <a:pt x="372772" y="30088"/>
                        <a:pt x="372772" y="62724"/>
                      </a:cubicBezTo>
                      <a:cubicBezTo>
                        <a:pt x="372772" y="65444"/>
                        <a:pt x="372772" y="307494"/>
                        <a:pt x="372772" y="312934"/>
                      </a:cubicBezTo>
                      <a:cubicBezTo>
                        <a:pt x="370053" y="348289"/>
                        <a:pt x="337417" y="378205"/>
                        <a:pt x="302062" y="375486"/>
                      </a:cubicBezTo>
                      <a:cubicBezTo>
                        <a:pt x="274865" y="372766"/>
                        <a:pt x="247668" y="353728"/>
                        <a:pt x="239509" y="326532"/>
                      </a:cubicBezTo>
                      <a:cubicBezTo>
                        <a:pt x="228630" y="348289"/>
                        <a:pt x="198714" y="364607"/>
                        <a:pt x="179677" y="370046"/>
                      </a:cubicBezTo>
                      <a:cubicBezTo>
                        <a:pt x="147040" y="378205"/>
                        <a:pt x="100806" y="372766"/>
                        <a:pt x="70890" y="353728"/>
                      </a:cubicBezTo>
                      <a:cubicBezTo>
                        <a:pt x="-35177" y="285737"/>
                        <a:pt x="-27018" y="11051"/>
                        <a:pt x="128002" y="11051"/>
                      </a:cubicBezTo>
                      <a:cubicBezTo>
                        <a:pt x="185116" y="11051"/>
                        <a:pt x="220472" y="49126"/>
                        <a:pt x="236790" y="70883"/>
                      </a:cubicBezTo>
                      <a:cubicBezTo>
                        <a:pt x="236790" y="70883"/>
                        <a:pt x="236790" y="65444"/>
                        <a:pt x="236790" y="62724"/>
                      </a:cubicBezTo>
                      <a:cubicBezTo>
                        <a:pt x="239509" y="27369"/>
                        <a:pt x="272145" y="-2547"/>
                        <a:pt x="307501" y="172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36" name="Freeform: Shape 30">
                  <a:extLst>
                    <a:ext uri="{FF2B5EF4-FFF2-40B4-BE49-F238E27FC236}">
                      <a16:creationId xmlns:a16="http://schemas.microsoft.com/office/drawing/2014/main" id="{221E2582-B903-9DD6-D9CC-1314899D3C01}"/>
                    </a:ext>
                  </a:extLst>
                </p:cNvPr>
                <p:cNvSpPr/>
                <p:nvPr/>
              </p:nvSpPr>
              <p:spPr>
                <a:xfrm>
                  <a:off x="7389492" y="3444253"/>
                  <a:ext cx="217573" cy="435145"/>
                </a:xfrm>
                <a:custGeom>
                  <a:avLst/>
                  <a:gdLst>
                    <a:gd name="connsiteX0" fmla="*/ 186002 w 217572"/>
                    <a:gd name="connsiteY0" fmla="*/ 118011 h 435144"/>
                    <a:gd name="connsiteX1" fmla="*/ 128890 w 217572"/>
                    <a:gd name="connsiteY1" fmla="*/ 58178 h 435144"/>
                    <a:gd name="connsiteX2" fmla="*/ 123450 w 217572"/>
                    <a:gd name="connsiteY2" fmla="*/ 58178 h 435144"/>
                    <a:gd name="connsiteX3" fmla="*/ 58178 w 217572"/>
                    <a:gd name="connsiteY3" fmla="*/ 115291 h 435144"/>
                    <a:gd name="connsiteX4" fmla="*/ 58178 w 217572"/>
                    <a:gd name="connsiteY4" fmla="*/ 232236 h 435144"/>
                    <a:gd name="connsiteX5" fmla="*/ 58178 w 217572"/>
                    <a:gd name="connsiteY5" fmla="*/ 232236 h 435144"/>
                    <a:gd name="connsiteX6" fmla="*/ 58178 w 217572"/>
                    <a:gd name="connsiteY6" fmla="*/ 335583 h 435144"/>
                    <a:gd name="connsiteX7" fmla="*/ 115291 w 217572"/>
                    <a:gd name="connsiteY7" fmla="*/ 395415 h 435144"/>
                    <a:gd name="connsiteX8" fmla="*/ 120730 w 217572"/>
                    <a:gd name="connsiteY8" fmla="*/ 395415 h 435144"/>
                    <a:gd name="connsiteX9" fmla="*/ 186002 w 217572"/>
                    <a:gd name="connsiteY9" fmla="*/ 338303 h 435144"/>
                    <a:gd name="connsiteX10" fmla="*/ 186002 w 217572"/>
                    <a:gd name="connsiteY10" fmla="*/ 240395 h 435144"/>
                    <a:gd name="connsiteX11" fmla="*/ 186002 w 217572"/>
                    <a:gd name="connsiteY11" fmla="*/ 240395 h 435144"/>
                    <a:gd name="connsiteX12" fmla="*/ 186002 w 217572"/>
                    <a:gd name="connsiteY12" fmla="*/ 118011 h 4351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17572" h="435144">
                      <a:moveTo>
                        <a:pt x="186002" y="118011"/>
                      </a:moveTo>
                      <a:cubicBezTo>
                        <a:pt x="183283" y="85375"/>
                        <a:pt x="158806" y="60898"/>
                        <a:pt x="128890" y="58178"/>
                      </a:cubicBezTo>
                      <a:cubicBezTo>
                        <a:pt x="126170" y="58178"/>
                        <a:pt x="126170" y="58178"/>
                        <a:pt x="123450" y="58178"/>
                      </a:cubicBezTo>
                      <a:cubicBezTo>
                        <a:pt x="96254" y="58178"/>
                        <a:pt x="58178" y="82655"/>
                        <a:pt x="58178" y="115291"/>
                      </a:cubicBezTo>
                      <a:lnTo>
                        <a:pt x="58178" y="232236"/>
                      </a:lnTo>
                      <a:lnTo>
                        <a:pt x="58178" y="232236"/>
                      </a:lnTo>
                      <a:cubicBezTo>
                        <a:pt x="58178" y="270311"/>
                        <a:pt x="58178" y="335583"/>
                        <a:pt x="58178" y="335583"/>
                      </a:cubicBezTo>
                      <a:cubicBezTo>
                        <a:pt x="60898" y="368219"/>
                        <a:pt x="85375" y="392696"/>
                        <a:pt x="115291" y="395415"/>
                      </a:cubicBezTo>
                      <a:cubicBezTo>
                        <a:pt x="118011" y="395415"/>
                        <a:pt x="118011" y="395415"/>
                        <a:pt x="120730" y="395415"/>
                      </a:cubicBezTo>
                      <a:cubicBezTo>
                        <a:pt x="147927" y="395415"/>
                        <a:pt x="186002" y="370938"/>
                        <a:pt x="186002" y="338303"/>
                      </a:cubicBezTo>
                      <a:lnTo>
                        <a:pt x="186002" y="240395"/>
                      </a:lnTo>
                      <a:lnTo>
                        <a:pt x="186002" y="240395"/>
                      </a:lnTo>
                      <a:cubicBezTo>
                        <a:pt x="186002" y="202320"/>
                        <a:pt x="186002" y="118011"/>
                        <a:pt x="186002" y="118011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37" name="Freeform: Shape 31">
                  <a:extLst>
                    <a:ext uri="{FF2B5EF4-FFF2-40B4-BE49-F238E27FC236}">
                      <a16:creationId xmlns:a16="http://schemas.microsoft.com/office/drawing/2014/main" id="{73A8626B-F869-C6E9-255C-56549E461D45}"/>
                    </a:ext>
                  </a:extLst>
                </p:cNvPr>
                <p:cNvSpPr/>
                <p:nvPr/>
              </p:nvSpPr>
              <p:spPr>
                <a:xfrm>
                  <a:off x="7392212" y="3280901"/>
                  <a:ext cx="217573" cy="217572"/>
                </a:xfrm>
                <a:custGeom>
                  <a:avLst/>
                  <a:gdLst>
                    <a:gd name="connsiteX0" fmla="*/ 183282 w 217572"/>
                    <a:gd name="connsiteY0" fmla="*/ 120902 h 217572"/>
                    <a:gd name="connsiteX1" fmla="*/ 120730 w 217572"/>
                    <a:gd name="connsiteY1" fmla="*/ 183454 h 217572"/>
                    <a:gd name="connsiteX2" fmla="*/ 58178 w 217572"/>
                    <a:gd name="connsiteY2" fmla="*/ 120902 h 217572"/>
                    <a:gd name="connsiteX3" fmla="*/ 120730 w 217572"/>
                    <a:gd name="connsiteY3" fmla="*/ 58350 h 217572"/>
                    <a:gd name="connsiteX4" fmla="*/ 183282 w 217572"/>
                    <a:gd name="connsiteY4" fmla="*/ 120902 h 2175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7572" h="217572">
                      <a:moveTo>
                        <a:pt x="183282" y="120902"/>
                      </a:moveTo>
                      <a:cubicBezTo>
                        <a:pt x="183282" y="156258"/>
                        <a:pt x="156086" y="183454"/>
                        <a:pt x="120730" y="183454"/>
                      </a:cubicBezTo>
                      <a:cubicBezTo>
                        <a:pt x="85375" y="183454"/>
                        <a:pt x="58178" y="156258"/>
                        <a:pt x="58178" y="120902"/>
                      </a:cubicBezTo>
                      <a:cubicBezTo>
                        <a:pt x="58178" y="85547"/>
                        <a:pt x="85375" y="58350"/>
                        <a:pt x="120730" y="58350"/>
                      </a:cubicBezTo>
                      <a:cubicBezTo>
                        <a:pt x="153366" y="55630"/>
                        <a:pt x="183282" y="85547"/>
                        <a:pt x="183282" y="120902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38" name="Freeform: Shape 32">
                  <a:extLst>
                    <a:ext uri="{FF2B5EF4-FFF2-40B4-BE49-F238E27FC236}">
                      <a16:creationId xmlns:a16="http://schemas.microsoft.com/office/drawing/2014/main" id="{C3D808FF-2E21-017A-27FB-864236E05D56}"/>
                    </a:ext>
                  </a:extLst>
                </p:cNvPr>
                <p:cNvSpPr/>
                <p:nvPr/>
              </p:nvSpPr>
              <p:spPr>
                <a:xfrm>
                  <a:off x="6005186" y="3416884"/>
                  <a:ext cx="380752" cy="462341"/>
                </a:xfrm>
                <a:custGeom>
                  <a:avLst/>
                  <a:gdLst>
                    <a:gd name="connsiteX0" fmla="*/ 270312 w 380752"/>
                    <a:gd name="connsiteY0" fmla="*/ 69229 h 462341"/>
                    <a:gd name="connsiteX1" fmla="*/ 188722 w 380752"/>
                    <a:gd name="connsiteY1" fmla="*/ 134501 h 462341"/>
                    <a:gd name="connsiteX2" fmla="*/ 188722 w 380752"/>
                    <a:gd name="connsiteY2" fmla="*/ 118183 h 462341"/>
                    <a:gd name="connsiteX3" fmla="*/ 126170 w 380752"/>
                    <a:gd name="connsiteY3" fmla="*/ 58350 h 462341"/>
                    <a:gd name="connsiteX4" fmla="*/ 58178 w 380752"/>
                    <a:gd name="connsiteY4" fmla="*/ 118183 h 462341"/>
                    <a:gd name="connsiteX5" fmla="*/ 58178 w 380752"/>
                    <a:gd name="connsiteY5" fmla="*/ 210651 h 462341"/>
                    <a:gd name="connsiteX6" fmla="*/ 58178 w 380752"/>
                    <a:gd name="connsiteY6" fmla="*/ 365671 h 462341"/>
                    <a:gd name="connsiteX7" fmla="*/ 58178 w 380752"/>
                    <a:gd name="connsiteY7" fmla="*/ 365671 h 462341"/>
                    <a:gd name="connsiteX8" fmla="*/ 120730 w 380752"/>
                    <a:gd name="connsiteY8" fmla="*/ 425504 h 462341"/>
                    <a:gd name="connsiteX9" fmla="*/ 186002 w 380752"/>
                    <a:gd name="connsiteY9" fmla="*/ 365671 h 462341"/>
                    <a:gd name="connsiteX10" fmla="*/ 186002 w 380752"/>
                    <a:gd name="connsiteY10" fmla="*/ 365671 h 462341"/>
                    <a:gd name="connsiteX11" fmla="*/ 186002 w 380752"/>
                    <a:gd name="connsiteY11" fmla="*/ 210651 h 462341"/>
                    <a:gd name="connsiteX12" fmla="*/ 215919 w 380752"/>
                    <a:gd name="connsiteY12" fmla="*/ 158978 h 462341"/>
                    <a:gd name="connsiteX13" fmla="*/ 275751 w 380752"/>
                    <a:gd name="connsiteY13" fmla="*/ 221530 h 462341"/>
                    <a:gd name="connsiteX14" fmla="*/ 270312 w 380752"/>
                    <a:gd name="connsiteY14" fmla="*/ 69229 h 4623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80752" h="462341">
                      <a:moveTo>
                        <a:pt x="270312" y="69229"/>
                      </a:moveTo>
                      <a:cubicBezTo>
                        <a:pt x="232236" y="71949"/>
                        <a:pt x="213199" y="99145"/>
                        <a:pt x="188722" y="134501"/>
                      </a:cubicBezTo>
                      <a:cubicBezTo>
                        <a:pt x="188722" y="134501"/>
                        <a:pt x="188722" y="118183"/>
                        <a:pt x="188722" y="118183"/>
                      </a:cubicBezTo>
                      <a:cubicBezTo>
                        <a:pt x="188722" y="85547"/>
                        <a:pt x="158806" y="58350"/>
                        <a:pt x="126170" y="58350"/>
                      </a:cubicBezTo>
                      <a:cubicBezTo>
                        <a:pt x="93534" y="55631"/>
                        <a:pt x="60898" y="85547"/>
                        <a:pt x="58178" y="118183"/>
                      </a:cubicBezTo>
                      <a:lnTo>
                        <a:pt x="58178" y="210651"/>
                      </a:lnTo>
                      <a:lnTo>
                        <a:pt x="58178" y="365671"/>
                      </a:lnTo>
                      <a:lnTo>
                        <a:pt x="58178" y="365671"/>
                      </a:lnTo>
                      <a:cubicBezTo>
                        <a:pt x="58178" y="398307"/>
                        <a:pt x="88094" y="425504"/>
                        <a:pt x="120730" y="425504"/>
                      </a:cubicBezTo>
                      <a:cubicBezTo>
                        <a:pt x="153366" y="428224"/>
                        <a:pt x="186002" y="398307"/>
                        <a:pt x="186002" y="365671"/>
                      </a:cubicBezTo>
                      <a:lnTo>
                        <a:pt x="186002" y="365671"/>
                      </a:lnTo>
                      <a:lnTo>
                        <a:pt x="186002" y="210651"/>
                      </a:lnTo>
                      <a:cubicBezTo>
                        <a:pt x="188722" y="188894"/>
                        <a:pt x="196881" y="158978"/>
                        <a:pt x="215919" y="158978"/>
                      </a:cubicBezTo>
                      <a:cubicBezTo>
                        <a:pt x="243115" y="158978"/>
                        <a:pt x="215919" y="221530"/>
                        <a:pt x="275751" y="221530"/>
                      </a:cubicBezTo>
                      <a:cubicBezTo>
                        <a:pt x="362780" y="221530"/>
                        <a:pt x="373658" y="63790"/>
                        <a:pt x="270312" y="69229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39" name="Freeform: Shape 33">
                  <a:extLst>
                    <a:ext uri="{FF2B5EF4-FFF2-40B4-BE49-F238E27FC236}">
                      <a16:creationId xmlns:a16="http://schemas.microsoft.com/office/drawing/2014/main" id="{39805562-CC41-6E06-48D1-3D029D63D0F2}"/>
                    </a:ext>
                  </a:extLst>
                </p:cNvPr>
                <p:cNvSpPr/>
                <p:nvPr/>
              </p:nvSpPr>
              <p:spPr>
                <a:xfrm>
                  <a:off x="5693490" y="3475234"/>
                  <a:ext cx="337238" cy="364434"/>
                </a:xfrm>
                <a:custGeom>
                  <a:avLst/>
                  <a:gdLst>
                    <a:gd name="connsiteX0" fmla="*/ 180433 w 337238"/>
                    <a:gd name="connsiteY0" fmla="*/ 73984 h 364434"/>
                    <a:gd name="connsiteX1" fmla="*/ 163180 w 337238"/>
                    <a:gd name="connsiteY1" fmla="*/ 78870 h 364434"/>
                    <a:gd name="connsiteX2" fmla="*/ 125105 w 337238"/>
                    <a:gd name="connsiteY2" fmla="*/ 160461 h 364434"/>
                    <a:gd name="connsiteX3" fmla="*/ 171339 w 337238"/>
                    <a:gd name="connsiteY3" fmla="*/ 163180 h 364434"/>
                    <a:gd name="connsiteX4" fmla="*/ 214854 w 337238"/>
                    <a:gd name="connsiteY4" fmla="*/ 108787 h 364434"/>
                    <a:gd name="connsiteX5" fmla="*/ 180433 w 337238"/>
                    <a:gd name="connsiteY5" fmla="*/ 73984 h 364434"/>
                    <a:gd name="connsiteX6" fmla="*/ 174059 w 337238"/>
                    <a:gd name="connsiteY6" fmla="*/ 0 h 364434"/>
                    <a:gd name="connsiteX7" fmla="*/ 337238 w 337238"/>
                    <a:gd name="connsiteY7" fmla="*/ 119665 h 364434"/>
                    <a:gd name="connsiteX8" fmla="*/ 133264 w 337238"/>
                    <a:gd name="connsiteY8" fmla="*/ 217573 h 364434"/>
                    <a:gd name="connsiteX9" fmla="*/ 225732 w 337238"/>
                    <a:gd name="connsiteY9" fmla="*/ 277405 h 364434"/>
                    <a:gd name="connsiteX10" fmla="*/ 320920 w 337238"/>
                    <a:gd name="connsiteY10" fmla="*/ 250208 h 364434"/>
                    <a:gd name="connsiteX11" fmla="*/ 174059 w 337238"/>
                    <a:gd name="connsiteY11" fmla="*/ 364434 h 364434"/>
                    <a:gd name="connsiteX12" fmla="*/ 0 w 337238"/>
                    <a:gd name="connsiteY12" fmla="*/ 184937 h 364434"/>
                    <a:gd name="connsiteX13" fmla="*/ 174059 w 337238"/>
                    <a:gd name="connsiteY13" fmla="*/ 0 h 3644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37238" h="364434">
                      <a:moveTo>
                        <a:pt x="180433" y="73984"/>
                      </a:moveTo>
                      <a:cubicBezTo>
                        <a:pt x="174569" y="73941"/>
                        <a:pt x="168620" y="75471"/>
                        <a:pt x="163180" y="78870"/>
                      </a:cubicBezTo>
                      <a:cubicBezTo>
                        <a:pt x="135984" y="95189"/>
                        <a:pt x="127825" y="130544"/>
                        <a:pt x="125105" y="160461"/>
                      </a:cubicBezTo>
                      <a:cubicBezTo>
                        <a:pt x="125105" y="163180"/>
                        <a:pt x="168620" y="160461"/>
                        <a:pt x="171339" y="163180"/>
                      </a:cubicBezTo>
                      <a:cubicBezTo>
                        <a:pt x="195816" y="157741"/>
                        <a:pt x="214854" y="135984"/>
                        <a:pt x="214854" y="108787"/>
                      </a:cubicBezTo>
                      <a:cubicBezTo>
                        <a:pt x="214854" y="88389"/>
                        <a:pt x="198026" y="74111"/>
                        <a:pt x="180433" y="73984"/>
                      </a:cubicBezTo>
                      <a:close/>
                      <a:moveTo>
                        <a:pt x="174059" y="0"/>
                      </a:moveTo>
                      <a:cubicBezTo>
                        <a:pt x="233891" y="0"/>
                        <a:pt x="337238" y="29916"/>
                        <a:pt x="337238" y="119665"/>
                      </a:cubicBezTo>
                      <a:cubicBezTo>
                        <a:pt x="337238" y="209414"/>
                        <a:pt x="244770" y="217573"/>
                        <a:pt x="133264" y="217573"/>
                      </a:cubicBezTo>
                      <a:cubicBezTo>
                        <a:pt x="133264" y="217573"/>
                        <a:pt x="149581" y="277405"/>
                        <a:pt x="225732" y="277405"/>
                      </a:cubicBezTo>
                      <a:cubicBezTo>
                        <a:pt x="301883" y="277405"/>
                        <a:pt x="320920" y="250208"/>
                        <a:pt x="320920" y="250208"/>
                      </a:cubicBezTo>
                      <a:cubicBezTo>
                        <a:pt x="320920" y="250208"/>
                        <a:pt x="315481" y="364434"/>
                        <a:pt x="174059" y="364434"/>
                      </a:cubicBezTo>
                      <a:cubicBezTo>
                        <a:pt x="95188" y="364434"/>
                        <a:pt x="0" y="304602"/>
                        <a:pt x="0" y="184937"/>
                      </a:cubicBezTo>
                      <a:cubicBezTo>
                        <a:pt x="0" y="78870"/>
                        <a:pt x="73431" y="0"/>
                        <a:pt x="174059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40" name="Freeform: Shape 34">
                  <a:extLst>
                    <a:ext uri="{FF2B5EF4-FFF2-40B4-BE49-F238E27FC236}">
                      <a16:creationId xmlns:a16="http://schemas.microsoft.com/office/drawing/2014/main" id="{F682F0EF-372F-6C5A-1587-7E7E6A75E7B1}"/>
                    </a:ext>
                  </a:extLst>
                </p:cNvPr>
                <p:cNvSpPr/>
                <p:nvPr/>
              </p:nvSpPr>
              <p:spPr>
                <a:xfrm>
                  <a:off x="5376945" y="3338014"/>
                  <a:ext cx="353556" cy="543931"/>
                </a:xfrm>
                <a:custGeom>
                  <a:avLst/>
                  <a:gdLst>
                    <a:gd name="connsiteX0" fmla="*/ 311107 w 353555"/>
                    <a:gd name="connsiteY0" fmla="*/ 433663 h 543931"/>
                    <a:gd name="connsiteX1" fmla="*/ 215919 w 353555"/>
                    <a:gd name="connsiteY1" fmla="*/ 501654 h 543931"/>
                    <a:gd name="connsiteX2" fmla="*/ 98973 w 353555"/>
                    <a:gd name="connsiteY2" fmla="*/ 392868 h 543931"/>
                    <a:gd name="connsiteX3" fmla="*/ 98973 w 353555"/>
                    <a:gd name="connsiteY3" fmla="*/ 221530 h 543931"/>
                    <a:gd name="connsiteX4" fmla="*/ 82655 w 353555"/>
                    <a:gd name="connsiteY4" fmla="*/ 221530 h 543931"/>
                    <a:gd name="connsiteX5" fmla="*/ 58178 w 353555"/>
                    <a:gd name="connsiteY5" fmla="*/ 191614 h 543931"/>
                    <a:gd name="connsiteX6" fmla="*/ 85375 w 353555"/>
                    <a:gd name="connsiteY6" fmla="*/ 164417 h 543931"/>
                    <a:gd name="connsiteX7" fmla="*/ 101693 w 353555"/>
                    <a:gd name="connsiteY7" fmla="*/ 164417 h 543931"/>
                    <a:gd name="connsiteX8" fmla="*/ 101693 w 353555"/>
                    <a:gd name="connsiteY8" fmla="*/ 118183 h 543931"/>
                    <a:gd name="connsiteX9" fmla="*/ 166965 w 353555"/>
                    <a:gd name="connsiteY9" fmla="*/ 58350 h 543931"/>
                    <a:gd name="connsiteX10" fmla="*/ 229517 w 353555"/>
                    <a:gd name="connsiteY10" fmla="*/ 118183 h 543931"/>
                    <a:gd name="connsiteX11" fmla="*/ 229517 w 353555"/>
                    <a:gd name="connsiteY11" fmla="*/ 118183 h 543931"/>
                    <a:gd name="connsiteX12" fmla="*/ 229517 w 353555"/>
                    <a:gd name="connsiteY12" fmla="*/ 164417 h 543931"/>
                    <a:gd name="connsiteX13" fmla="*/ 283910 w 353555"/>
                    <a:gd name="connsiteY13" fmla="*/ 164417 h 543931"/>
                    <a:gd name="connsiteX14" fmla="*/ 308387 w 353555"/>
                    <a:gd name="connsiteY14" fmla="*/ 194333 h 543931"/>
                    <a:gd name="connsiteX15" fmla="*/ 281190 w 353555"/>
                    <a:gd name="connsiteY15" fmla="*/ 221530 h 543931"/>
                    <a:gd name="connsiteX16" fmla="*/ 229517 w 353555"/>
                    <a:gd name="connsiteY16" fmla="*/ 221530 h 543931"/>
                    <a:gd name="connsiteX17" fmla="*/ 229517 w 353555"/>
                    <a:gd name="connsiteY17" fmla="*/ 365671 h 543931"/>
                    <a:gd name="connsiteX18" fmla="*/ 311107 w 353555"/>
                    <a:gd name="connsiteY18" fmla="*/ 433663 h 5439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353555" h="543931">
                      <a:moveTo>
                        <a:pt x="311107" y="433663"/>
                      </a:moveTo>
                      <a:cubicBezTo>
                        <a:pt x="311107" y="433663"/>
                        <a:pt x="278471" y="501654"/>
                        <a:pt x="215919" y="501654"/>
                      </a:cubicBezTo>
                      <a:cubicBezTo>
                        <a:pt x="164245" y="501654"/>
                        <a:pt x="101693" y="458140"/>
                        <a:pt x="98973" y="392868"/>
                      </a:cubicBezTo>
                      <a:cubicBezTo>
                        <a:pt x="98973" y="392868"/>
                        <a:pt x="98973" y="297680"/>
                        <a:pt x="98973" y="221530"/>
                      </a:cubicBezTo>
                      <a:lnTo>
                        <a:pt x="82655" y="221530"/>
                      </a:lnTo>
                      <a:cubicBezTo>
                        <a:pt x="74496" y="221530"/>
                        <a:pt x="58178" y="216090"/>
                        <a:pt x="58178" y="191614"/>
                      </a:cubicBezTo>
                      <a:cubicBezTo>
                        <a:pt x="58178" y="167137"/>
                        <a:pt x="77216" y="164417"/>
                        <a:pt x="85375" y="164417"/>
                      </a:cubicBezTo>
                      <a:lnTo>
                        <a:pt x="101693" y="164417"/>
                      </a:lnTo>
                      <a:cubicBezTo>
                        <a:pt x="101693" y="137220"/>
                        <a:pt x="101693" y="118183"/>
                        <a:pt x="101693" y="118183"/>
                      </a:cubicBezTo>
                      <a:cubicBezTo>
                        <a:pt x="104413" y="85547"/>
                        <a:pt x="134329" y="55631"/>
                        <a:pt x="166965" y="58350"/>
                      </a:cubicBezTo>
                      <a:cubicBezTo>
                        <a:pt x="196881" y="61070"/>
                        <a:pt x="229517" y="85547"/>
                        <a:pt x="229517" y="118183"/>
                      </a:cubicBezTo>
                      <a:lnTo>
                        <a:pt x="229517" y="118183"/>
                      </a:lnTo>
                      <a:lnTo>
                        <a:pt x="229517" y="164417"/>
                      </a:lnTo>
                      <a:lnTo>
                        <a:pt x="283910" y="164417"/>
                      </a:lnTo>
                      <a:cubicBezTo>
                        <a:pt x="292069" y="164417"/>
                        <a:pt x="308387" y="169856"/>
                        <a:pt x="308387" y="194333"/>
                      </a:cubicBezTo>
                      <a:cubicBezTo>
                        <a:pt x="308387" y="218810"/>
                        <a:pt x="292069" y="221530"/>
                        <a:pt x="281190" y="221530"/>
                      </a:cubicBezTo>
                      <a:lnTo>
                        <a:pt x="229517" y="221530"/>
                      </a:lnTo>
                      <a:lnTo>
                        <a:pt x="229517" y="365671"/>
                      </a:lnTo>
                      <a:cubicBezTo>
                        <a:pt x="226797" y="409186"/>
                        <a:pt x="267592" y="433663"/>
                        <a:pt x="311107" y="433663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41" name="Freeform: Shape 35">
                  <a:extLst>
                    <a:ext uri="{FF2B5EF4-FFF2-40B4-BE49-F238E27FC236}">
                      <a16:creationId xmlns:a16="http://schemas.microsoft.com/office/drawing/2014/main" id="{CA297EC4-6C51-F639-BE78-74FB8AFEC392}"/>
                    </a:ext>
                  </a:extLst>
                </p:cNvPr>
                <p:cNvSpPr/>
                <p:nvPr/>
              </p:nvSpPr>
              <p:spPr>
                <a:xfrm>
                  <a:off x="7090329" y="3338014"/>
                  <a:ext cx="353556" cy="543931"/>
                </a:xfrm>
                <a:custGeom>
                  <a:avLst/>
                  <a:gdLst>
                    <a:gd name="connsiteX0" fmla="*/ 311107 w 353555"/>
                    <a:gd name="connsiteY0" fmla="*/ 433663 h 543931"/>
                    <a:gd name="connsiteX1" fmla="*/ 215919 w 353555"/>
                    <a:gd name="connsiteY1" fmla="*/ 501654 h 543931"/>
                    <a:gd name="connsiteX2" fmla="*/ 98973 w 353555"/>
                    <a:gd name="connsiteY2" fmla="*/ 392868 h 543931"/>
                    <a:gd name="connsiteX3" fmla="*/ 98973 w 353555"/>
                    <a:gd name="connsiteY3" fmla="*/ 221530 h 543931"/>
                    <a:gd name="connsiteX4" fmla="*/ 82655 w 353555"/>
                    <a:gd name="connsiteY4" fmla="*/ 221530 h 543931"/>
                    <a:gd name="connsiteX5" fmla="*/ 58178 w 353555"/>
                    <a:gd name="connsiteY5" fmla="*/ 191614 h 543931"/>
                    <a:gd name="connsiteX6" fmla="*/ 85375 w 353555"/>
                    <a:gd name="connsiteY6" fmla="*/ 164417 h 543931"/>
                    <a:gd name="connsiteX7" fmla="*/ 101693 w 353555"/>
                    <a:gd name="connsiteY7" fmla="*/ 164417 h 543931"/>
                    <a:gd name="connsiteX8" fmla="*/ 101693 w 353555"/>
                    <a:gd name="connsiteY8" fmla="*/ 118183 h 543931"/>
                    <a:gd name="connsiteX9" fmla="*/ 166965 w 353555"/>
                    <a:gd name="connsiteY9" fmla="*/ 58350 h 543931"/>
                    <a:gd name="connsiteX10" fmla="*/ 229517 w 353555"/>
                    <a:gd name="connsiteY10" fmla="*/ 118183 h 543931"/>
                    <a:gd name="connsiteX11" fmla="*/ 229517 w 353555"/>
                    <a:gd name="connsiteY11" fmla="*/ 118183 h 543931"/>
                    <a:gd name="connsiteX12" fmla="*/ 229517 w 353555"/>
                    <a:gd name="connsiteY12" fmla="*/ 164417 h 543931"/>
                    <a:gd name="connsiteX13" fmla="*/ 283910 w 353555"/>
                    <a:gd name="connsiteY13" fmla="*/ 164417 h 543931"/>
                    <a:gd name="connsiteX14" fmla="*/ 308387 w 353555"/>
                    <a:gd name="connsiteY14" fmla="*/ 194333 h 543931"/>
                    <a:gd name="connsiteX15" fmla="*/ 281190 w 353555"/>
                    <a:gd name="connsiteY15" fmla="*/ 221530 h 543931"/>
                    <a:gd name="connsiteX16" fmla="*/ 229517 w 353555"/>
                    <a:gd name="connsiteY16" fmla="*/ 221530 h 543931"/>
                    <a:gd name="connsiteX17" fmla="*/ 229517 w 353555"/>
                    <a:gd name="connsiteY17" fmla="*/ 365671 h 543931"/>
                    <a:gd name="connsiteX18" fmla="*/ 311107 w 353555"/>
                    <a:gd name="connsiteY18" fmla="*/ 433663 h 5439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353555" h="543931">
                      <a:moveTo>
                        <a:pt x="311107" y="433663"/>
                      </a:moveTo>
                      <a:cubicBezTo>
                        <a:pt x="311107" y="433663"/>
                        <a:pt x="278471" y="501654"/>
                        <a:pt x="215919" y="501654"/>
                      </a:cubicBezTo>
                      <a:cubicBezTo>
                        <a:pt x="164245" y="501654"/>
                        <a:pt x="101693" y="458140"/>
                        <a:pt x="98973" y="392868"/>
                      </a:cubicBezTo>
                      <a:cubicBezTo>
                        <a:pt x="98973" y="392868"/>
                        <a:pt x="98973" y="297680"/>
                        <a:pt x="98973" y="221530"/>
                      </a:cubicBezTo>
                      <a:lnTo>
                        <a:pt x="82655" y="221530"/>
                      </a:lnTo>
                      <a:cubicBezTo>
                        <a:pt x="74496" y="221530"/>
                        <a:pt x="58178" y="216090"/>
                        <a:pt x="58178" y="191614"/>
                      </a:cubicBezTo>
                      <a:cubicBezTo>
                        <a:pt x="58178" y="167137"/>
                        <a:pt x="77216" y="164417"/>
                        <a:pt x="85375" y="164417"/>
                      </a:cubicBezTo>
                      <a:lnTo>
                        <a:pt x="101693" y="164417"/>
                      </a:lnTo>
                      <a:cubicBezTo>
                        <a:pt x="101693" y="137220"/>
                        <a:pt x="101693" y="118183"/>
                        <a:pt x="101693" y="118183"/>
                      </a:cubicBezTo>
                      <a:cubicBezTo>
                        <a:pt x="104412" y="85547"/>
                        <a:pt x="134329" y="55631"/>
                        <a:pt x="166965" y="58350"/>
                      </a:cubicBezTo>
                      <a:cubicBezTo>
                        <a:pt x="196881" y="61070"/>
                        <a:pt x="229517" y="85547"/>
                        <a:pt x="229517" y="118183"/>
                      </a:cubicBezTo>
                      <a:lnTo>
                        <a:pt x="229517" y="118183"/>
                      </a:lnTo>
                      <a:lnTo>
                        <a:pt x="229517" y="164417"/>
                      </a:lnTo>
                      <a:lnTo>
                        <a:pt x="283910" y="164417"/>
                      </a:lnTo>
                      <a:cubicBezTo>
                        <a:pt x="292069" y="164417"/>
                        <a:pt x="308387" y="169856"/>
                        <a:pt x="308387" y="194333"/>
                      </a:cubicBezTo>
                      <a:cubicBezTo>
                        <a:pt x="308387" y="218810"/>
                        <a:pt x="292069" y="221530"/>
                        <a:pt x="281190" y="221530"/>
                      </a:cubicBezTo>
                      <a:lnTo>
                        <a:pt x="229517" y="221530"/>
                      </a:lnTo>
                      <a:lnTo>
                        <a:pt x="229517" y="365671"/>
                      </a:lnTo>
                      <a:cubicBezTo>
                        <a:pt x="229517" y="409186"/>
                        <a:pt x="270312" y="433663"/>
                        <a:pt x="311107" y="433663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42" name="Freeform: Shape 36">
                  <a:extLst>
                    <a:ext uri="{FF2B5EF4-FFF2-40B4-BE49-F238E27FC236}">
                      <a16:creationId xmlns:a16="http://schemas.microsoft.com/office/drawing/2014/main" id="{AE36B7D4-A2E2-D383-28F5-8E1B6732B0FA}"/>
                    </a:ext>
                  </a:extLst>
                </p:cNvPr>
                <p:cNvSpPr/>
                <p:nvPr/>
              </p:nvSpPr>
              <p:spPr>
                <a:xfrm>
                  <a:off x="2080719" y="4178559"/>
                  <a:ext cx="462342" cy="788700"/>
                </a:xfrm>
                <a:custGeom>
                  <a:avLst/>
                  <a:gdLst>
                    <a:gd name="connsiteX0" fmla="*/ 403575 w 462341"/>
                    <a:gd name="connsiteY0" fmla="*/ 583072 h 788699"/>
                    <a:gd name="connsiteX1" fmla="*/ 406295 w 462341"/>
                    <a:gd name="connsiteY1" fmla="*/ 596670 h 788699"/>
                    <a:gd name="connsiteX2" fmla="*/ 400855 w 462341"/>
                    <a:gd name="connsiteY2" fmla="*/ 610268 h 788699"/>
                    <a:gd name="connsiteX3" fmla="*/ 389977 w 462341"/>
                    <a:gd name="connsiteY3" fmla="*/ 626586 h 788699"/>
                    <a:gd name="connsiteX4" fmla="*/ 354621 w 462341"/>
                    <a:gd name="connsiteY4" fmla="*/ 675540 h 788699"/>
                    <a:gd name="connsiteX5" fmla="*/ 327424 w 462341"/>
                    <a:gd name="connsiteY5" fmla="*/ 691858 h 788699"/>
                    <a:gd name="connsiteX6" fmla="*/ 292069 w 462341"/>
                    <a:gd name="connsiteY6" fmla="*/ 713615 h 788699"/>
                    <a:gd name="connsiteX7" fmla="*/ 251274 w 462341"/>
                    <a:gd name="connsiteY7" fmla="*/ 724494 h 788699"/>
                    <a:gd name="connsiteX8" fmla="*/ 221358 w 462341"/>
                    <a:gd name="connsiteY8" fmla="*/ 721774 h 788699"/>
                    <a:gd name="connsiteX9" fmla="*/ 191442 w 462341"/>
                    <a:gd name="connsiteY9" fmla="*/ 721774 h 788699"/>
                    <a:gd name="connsiteX10" fmla="*/ 153366 w 462341"/>
                    <a:gd name="connsiteY10" fmla="*/ 713615 h 788699"/>
                    <a:gd name="connsiteX11" fmla="*/ 104412 w 462341"/>
                    <a:gd name="connsiteY11" fmla="*/ 675540 h 788699"/>
                    <a:gd name="connsiteX12" fmla="*/ 104412 w 462341"/>
                    <a:gd name="connsiteY12" fmla="*/ 689138 h 788699"/>
                    <a:gd name="connsiteX13" fmla="*/ 101693 w 462341"/>
                    <a:gd name="connsiteY13" fmla="*/ 710895 h 788699"/>
                    <a:gd name="connsiteX14" fmla="*/ 85375 w 462341"/>
                    <a:gd name="connsiteY14" fmla="*/ 732653 h 788699"/>
                    <a:gd name="connsiteX15" fmla="*/ 69057 w 462341"/>
                    <a:gd name="connsiteY15" fmla="*/ 727214 h 788699"/>
                    <a:gd name="connsiteX16" fmla="*/ 60898 w 462341"/>
                    <a:gd name="connsiteY16" fmla="*/ 710895 h 788699"/>
                    <a:gd name="connsiteX17" fmla="*/ 58178 w 462341"/>
                    <a:gd name="connsiteY17" fmla="*/ 691858 h 788699"/>
                    <a:gd name="connsiteX18" fmla="*/ 60898 w 462341"/>
                    <a:gd name="connsiteY18" fmla="*/ 664661 h 788699"/>
                    <a:gd name="connsiteX19" fmla="*/ 60898 w 462341"/>
                    <a:gd name="connsiteY19" fmla="*/ 607549 h 788699"/>
                    <a:gd name="connsiteX20" fmla="*/ 63618 w 462341"/>
                    <a:gd name="connsiteY20" fmla="*/ 528679 h 788699"/>
                    <a:gd name="connsiteX21" fmla="*/ 69057 w 462341"/>
                    <a:gd name="connsiteY21" fmla="*/ 504202 h 788699"/>
                    <a:gd name="connsiteX22" fmla="*/ 74496 w 462341"/>
                    <a:gd name="connsiteY22" fmla="*/ 493323 h 788699"/>
                    <a:gd name="connsiteX23" fmla="*/ 82655 w 462341"/>
                    <a:gd name="connsiteY23" fmla="*/ 487884 h 788699"/>
                    <a:gd name="connsiteX24" fmla="*/ 90814 w 462341"/>
                    <a:gd name="connsiteY24" fmla="*/ 493323 h 788699"/>
                    <a:gd name="connsiteX25" fmla="*/ 98973 w 462341"/>
                    <a:gd name="connsiteY25" fmla="*/ 512361 h 788699"/>
                    <a:gd name="connsiteX26" fmla="*/ 101693 w 462341"/>
                    <a:gd name="connsiteY26" fmla="*/ 555875 h 788699"/>
                    <a:gd name="connsiteX27" fmla="*/ 101693 w 462341"/>
                    <a:gd name="connsiteY27" fmla="*/ 596670 h 788699"/>
                    <a:gd name="connsiteX28" fmla="*/ 109852 w 462341"/>
                    <a:gd name="connsiteY28" fmla="*/ 626586 h 788699"/>
                    <a:gd name="connsiteX29" fmla="*/ 128889 w 462341"/>
                    <a:gd name="connsiteY29" fmla="*/ 651063 h 788699"/>
                    <a:gd name="connsiteX30" fmla="*/ 153366 w 462341"/>
                    <a:gd name="connsiteY30" fmla="*/ 670101 h 788699"/>
                    <a:gd name="connsiteX31" fmla="*/ 196881 w 462341"/>
                    <a:gd name="connsiteY31" fmla="*/ 678260 h 788699"/>
                    <a:gd name="connsiteX32" fmla="*/ 221358 w 462341"/>
                    <a:gd name="connsiteY32" fmla="*/ 667381 h 788699"/>
                    <a:gd name="connsiteX33" fmla="*/ 253994 w 462341"/>
                    <a:gd name="connsiteY33" fmla="*/ 659222 h 788699"/>
                    <a:gd name="connsiteX34" fmla="*/ 275751 w 462341"/>
                    <a:gd name="connsiteY34" fmla="*/ 637465 h 788699"/>
                    <a:gd name="connsiteX35" fmla="*/ 281190 w 462341"/>
                    <a:gd name="connsiteY35" fmla="*/ 615708 h 788699"/>
                    <a:gd name="connsiteX36" fmla="*/ 278471 w 462341"/>
                    <a:gd name="connsiteY36" fmla="*/ 602109 h 788699"/>
                    <a:gd name="connsiteX37" fmla="*/ 262153 w 462341"/>
                    <a:gd name="connsiteY37" fmla="*/ 572193 h 788699"/>
                    <a:gd name="connsiteX38" fmla="*/ 245835 w 462341"/>
                    <a:gd name="connsiteY38" fmla="*/ 536838 h 788699"/>
                    <a:gd name="connsiteX39" fmla="*/ 196881 w 462341"/>
                    <a:gd name="connsiteY39" fmla="*/ 477005 h 788699"/>
                    <a:gd name="connsiteX40" fmla="*/ 145207 w 462341"/>
                    <a:gd name="connsiteY40" fmla="*/ 419892 h 788699"/>
                    <a:gd name="connsiteX41" fmla="*/ 93534 w 462341"/>
                    <a:gd name="connsiteY41" fmla="*/ 357340 h 788699"/>
                    <a:gd name="connsiteX42" fmla="*/ 66337 w 462341"/>
                    <a:gd name="connsiteY42" fmla="*/ 283910 h 788699"/>
                    <a:gd name="connsiteX43" fmla="*/ 58178 w 462341"/>
                    <a:gd name="connsiteY43" fmla="*/ 224077 h 788699"/>
                    <a:gd name="connsiteX44" fmla="*/ 82655 w 462341"/>
                    <a:gd name="connsiteY44" fmla="*/ 150647 h 788699"/>
                    <a:gd name="connsiteX45" fmla="*/ 137048 w 462341"/>
                    <a:gd name="connsiteY45" fmla="*/ 96253 h 788699"/>
                    <a:gd name="connsiteX46" fmla="*/ 196881 w 462341"/>
                    <a:gd name="connsiteY46" fmla="*/ 77216 h 788699"/>
                    <a:gd name="connsiteX47" fmla="*/ 232236 w 462341"/>
                    <a:gd name="connsiteY47" fmla="*/ 69057 h 788699"/>
                    <a:gd name="connsiteX48" fmla="*/ 262153 w 462341"/>
                    <a:gd name="connsiteY48" fmla="*/ 74496 h 788699"/>
                    <a:gd name="connsiteX49" fmla="*/ 294789 w 462341"/>
                    <a:gd name="connsiteY49" fmla="*/ 85375 h 788699"/>
                    <a:gd name="connsiteX50" fmla="*/ 327424 w 462341"/>
                    <a:gd name="connsiteY50" fmla="*/ 104412 h 788699"/>
                    <a:gd name="connsiteX51" fmla="*/ 332864 w 462341"/>
                    <a:gd name="connsiteY51" fmla="*/ 74496 h 788699"/>
                    <a:gd name="connsiteX52" fmla="*/ 338303 w 462341"/>
                    <a:gd name="connsiteY52" fmla="*/ 63618 h 788699"/>
                    <a:gd name="connsiteX53" fmla="*/ 349182 w 462341"/>
                    <a:gd name="connsiteY53" fmla="*/ 58178 h 788699"/>
                    <a:gd name="connsiteX54" fmla="*/ 357341 w 462341"/>
                    <a:gd name="connsiteY54" fmla="*/ 63618 h 788699"/>
                    <a:gd name="connsiteX55" fmla="*/ 365500 w 462341"/>
                    <a:gd name="connsiteY55" fmla="*/ 82655 h 788699"/>
                    <a:gd name="connsiteX56" fmla="*/ 368219 w 462341"/>
                    <a:gd name="connsiteY56" fmla="*/ 142488 h 788699"/>
                    <a:gd name="connsiteX57" fmla="*/ 368219 w 462341"/>
                    <a:gd name="connsiteY57" fmla="*/ 188722 h 788699"/>
                    <a:gd name="connsiteX58" fmla="*/ 370939 w 462341"/>
                    <a:gd name="connsiteY58" fmla="*/ 245834 h 788699"/>
                    <a:gd name="connsiteX59" fmla="*/ 354621 w 462341"/>
                    <a:gd name="connsiteY59" fmla="*/ 286629 h 788699"/>
                    <a:gd name="connsiteX60" fmla="*/ 338303 w 462341"/>
                    <a:gd name="connsiteY60" fmla="*/ 281190 h 788699"/>
                    <a:gd name="connsiteX61" fmla="*/ 330144 w 462341"/>
                    <a:gd name="connsiteY61" fmla="*/ 264872 h 788699"/>
                    <a:gd name="connsiteX62" fmla="*/ 327424 w 462341"/>
                    <a:gd name="connsiteY62" fmla="*/ 248554 h 788699"/>
                    <a:gd name="connsiteX63" fmla="*/ 330144 w 462341"/>
                    <a:gd name="connsiteY63" fmla="*/ 221357 h 788699"/>
                    <a:gd name="connsiteX64" fmla="*/ 330144 w 462341"/>
                    <a:gd name="connsiteY64" fmla="*/ 188722 h 788699"/>
                    <a:gd name="connsiteX65" fmla="*/ 327424 w 462341"/>
                    <a:gd name="connsiteY65" fmla="*/ 164245 h 788699"/>
                    <a:gd name="connsiteX66" fmla="*/ 311107 w 462341"/>
                    <a:gd name="connsiteY66" fmla="*/ 134329 h 788699"/>
                    <a:gd name="connsiteX67" fmla="*/ 283910 w 462341"/>
                    <a:gd name="connsiteY67" fmla="*/ 118011 h 788699"/>
                    <a:gd name="connsiteX68" fmla="*/ 251274 w 462341"/>
                    <a:gd name="connsiteY68" fmla="*/ 112571 h 788699"/>
                    <a:gd name="connsiteX69" fmla="*/ 215918 w 462341"/>
                    <a:gd name="connsiteY69" fmla="*/ 123450 h 788699"/>
                    <a:gd name="connsiteX70" fmla="*/ 202320 w 462341"/>
                    <a:gd name="connsiteY70" fmla="*/ 147927 h 788699"/>
                    <a:gd name="connsiteX71" fmla="*/ 188722 w 462341"/>
                    <a:gd name="connsiteY71" fmla="*/ 180563 h 788699"/>
                    <a:gd name="connsiteX72" fmla="*/ 183283 w 462341"/>
                    <a:gd name="connsiteY72" fmla="*/ 210479 h 788699"/>
                    <a:gd name="connsiteX73" fmla="*/ 188722 w 462341"/>
                    <a:gd name="connsiteY73" fmla="*/ 226797 h 788699"/>
                    <a:gd name="connsiteX74" fmla="*/ 188722 w 462341"/>
                    <a:gd name="connsiteY74" fmla="*/ 248554 h 788699"/>
                    <a:gd name="connsiteX75" fmla="*/ 210479 w 462341"/>
                    <a:gd name="connsiteY75" fmla="*/ 273031 h 788699"/>
                    <a:gd name="connsiteX76" fmla="*/ 226797 w 462341"/>
                    <a:gd name="connsiteY76" fmla="*/ 300228 h 788699"/>
                    <a:gd name="connsiteX77" fmla="*/ 256713 w 462341"/>
                    <a:gd name="connsiteY77" fmla="*/ 332864 h 788699"/>
                    <a:gd name="connsiteX78" fmla="*/ 275751 w 462341"/>
                    <a:gd name="connsiteY78" fmla="*/ 351901 h 788699"/>
                    <a:gd name="connsiteX79" fmla="*/ 324705 w 462341"/>
                    <a:gd name="connsiteY79" fmla="*/ 400855 h 788699"/>
                    <a:gd name="connsiteX80" fmla="*/ 343742 w 462341"/>
                    <a:gd name="connsiteY80" fmla="*/ 428051 h 788699"/>
                    <a:gd name="connsiteX81" fmla="*/ 351901 w 462341"/>
                    <a:gd name="connsiteY81" fmla="*/ 433491 h 788699"/>
                    <a:gd name="connsiteX82" fmla="*/ 360060 w 462341"/>
                    <a:gd name="connsiteY82" fmla="*/ 447089 h 788699"/>
                    <a:gd name="connsiteX83" fmla="*/ 384537 w 462341"/>
                    <a:gd name="connsiteY83" fmla="*/ 474286 h 788699"/>
                    <a:gd name="connsiteX84" fmla="*/ 395416 w 462341"/>
                    <a:gd name="connsiteY84" fmla="*/ 506921 h 788699"/>
                    <a:gd name="connsiteX85" fmla="*/ 406295 w 462341"/>
                    <a:gd name="connsiteY85" fmla="*/ 536838 h 788699"/>
                    <a:gd name="connsiteX86" fmla="*/ 409014 w 462341"/>
                    <a:gd name="connsiteY86" fmla="*/ 547716 h 788699"/>
                    <a:gd name="connsiteX87" fmla="*/ 406295 w 462341"/>
                    <a:gd name="connsiteY87" fmla="*/ 569473 h 788699"/>
                    <a:gd name="connsiteX88" fmla="*/ 403575 w 462341"/>
                    <a:gd name="connsiteY88" fmla="*/ 583072 h 788699"/>
                    <a:gd name="connsiteX89" fmla="*/ 403575 w 462341"/>
                    <a:gd name="connsiteY89" fmla="*/ 583072 h 788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</a:cxnLst>
                  <a:rect l="l" t="t" r="r" b="b"/>
                  <a:pathLst>
                    <a:path w="462341" h="788699">
                      <a:moveTo>
                        <a:pt x="403575" y="583072"/>
                      </a:moveTo>
                      <a:cubicBezTo>
                        <a:pt x="403575" y="588511"/>
                        <a:pt x="406295" y="591231"/>
                        <a:pt x="406295" y="596670"/>
                      </a:cubicBezTo>
                      <a:cubicBezTo>
                        <a:pt x="406295" y="602109"/>
                        <a:pt x="403575" y="604829"/>
                        <a:pt x="400855" y="610268"/>
                      </a:cubicBezTo>
                      <a:cubicBezTo>
                        <a:pt x="398136" y="615708"/>
                        <a:pt x="392696" y="621147"/>
                        <a:pt x="389977" y="626586"/>
                      </a:cubicBezTo>
                      <a:cubicBezTo>
                        <a:pt x="381818" y="645624"/>
                        <a:pt x="368219" y="661942"/>
                        <a:pt x="354621" y="675540"/>
                      </a:cubicBezTo>
                      <a:cubicBezTo>
                        <a:pt x="346462" y="683699"/>
                        <a:pt x="338303" y="686419"/>
                        <a:pt x="327424" y="691858"/>
                      </a:cubicBezTo>
                      <a:cubicBezTo>
                        <a:pt x="316546" y="700017"/>
                        <a:pt x="302948" y="708176"/>
                        <a:pt x="292069" y="713615"/>
                      </a:cubicBezTo>
                      <a:cubicBezTo>
                        <a:pt x="281190" y="719054"/>
                        <a:pt x="264872" y="724494"/>
                        <a:pt x="251274" y="724494"/>
                      </a:cubicBezTo>
                      <a:cubicBezTo>
                        <a:pt x="240395" y="724494"/>
                        <a:pt x="229517" y="721774"/>
                        <a:pt x="221358" y="721774"/>
                      </a:cubicBezTo>
                      <a:cubicBezTo>
                        <a:pt x="213199" y="721774"/>
                        <a:pt x="202320" y="721774"/>
                        <a:pt x="191442" y="721774"/>
                      </a:cubicBezTo>
                      <a:cubicBezTo>
                        <a:pt x="172404" y="721774"/>
                        <a:pt x="172404" y="721774"/>
                        <a:pt x="153366" y="713615"/>
                      </a:cubicBezTo>
                      <a:cubicBezTo>
                        <a:pt x="134329" y="708176"/>
                        <a:pt x="118011" y="691858"/>
                        <a:pt x="104412" y="675540"/>
                      </a:cubicBezTo>
                      <a:cubicBezTo>
                        <a:pt x="104412" y="678260"/>
                        <a:pt x="104412" y="680979"/>
                        <a:pt x="104412" y="689138"/>
                      </a:cubicBezTo>
                      <a:cubicBezTo>
                        <a:pt x="104412" y="694578"/>
                        <a:pt x="104412" y="702737"/>
                        <a:pt x="101693" y="710895"/>
                      </a:cubicBezTo>
                      <a:cubicBezTo>
                        <a:pt x="101693" y="721774"/>
                        <a:pt x="96253" y="732653"/>
                        <a:pt x="85375" y="732653"/>
                      </a:cubicBezTo>
                      <a:cubicBezTo>
                        <a:pt x="77216" y="732653"/>
                        <a:pt x="74496" y="729933"/>
                        <a:pt x="69057" y="727214"/>
                      </a:cubicBezTo>
                      <a:cubicBezTo>
                        <a:pt x="63618" y="724494"/>
                        <a:pt x="60898" y="716335"/>
                        <a:pt x="60898" y="710895"/>
                      </a:cubicBezTo>
                      <a:cubicBezTo>
                        <a:pt x="58178" y="702737"/>
                        <a:pt x="58178" y="697297"/>
                        <a:pt x="58178" y="691858"/>
                      </a:cubicBezTo>
                      <a:cubicBezTo>
                        <a:pt x="58178" y="683699"/>
                        <a:pt x="60898" y="678260"/>
                        <a:pt x="60898" y="664661"/>
                      </a:cubicBezTo>
                      <a:cubicBezTo>
                        <a:pt x="60898" y="656502"/>
                        <a:pt x="60898" y="632026"/>
                        <a:pt x="60898" y="607549"/>
                      </a:cubicBezTo>
                      <a:cubicBezTo>
                        <a:pt x="60898" y="574913"/>
                        <a:pt x="60898" y="542277"/>
                        <a:pt x="63618" y="528679"/>
                      </a:cubicBezTo>
                      <a:cubicBezTo>
                        <a:pt x="63618" y="520520"/>
                        <a:pt x="63618" y="509641"/>
                        <a:pt x="69057" y="504202"/>
                      </a:cubicBezTo>
                      <a:cubicBezTo>
                        <a:pt x="71777" y="501482"/>
                        <a:pt x="71777" y="498762"/>
                        <a:pt x="74496" y="493323"/>
                      </a:cubicBezTo>
                      <a:cubicBezTo>
                        <a:pt x="77216" y="490603"/>
                        <a:pt x="79936" y="487884"/>
                        <a:pt x="82655" y="487884"/>
                      </a:cubicBezTo>
                      <a:cubicBezTo>
                        <a:pt x="85375" y="487884"/>
                        <a:pt x="90814" y="490603"/>
                        <a:pt x="90814" y="493323"/>
                      </a:cubicBezTo>
                      <a:cubicBezTo>
                        <a:pt x="93534" y="498762"/>
                        <a:pt x="98973" y="506921"/>
                        <a:pt x="98973" y="512361"/>
                      </a:cubicBezTo>
                      <a:cubicBezTo>
                        <a:pt x="98973" y="520520"/>
                        <a:pt x="101693" y="536838"/>
                        <a:pt x="101693" y="555875"/>
                      </a:cubicBezTo>
                      <a:cubicBezTo>
                        <a:pt x="101693" y="569473"/>
                        <a:pt x="101693" y="583072"/>
                        <a:pt x="101693" y="596670"/>
                      </a:cubicBezTo>
                      <a:cubicBezTo>
                        <a:pt x="101693" y="607549"/>
                        <a:pt x="104412" y="618427"/>
                        <a:pt x="109852" y="626586"/>
                      </a:cubicBezTo>
                      <a:cubicBezTo>
                        <a:pt x="115291" y="637465"/>
                        <a:pt x="123450" y="642904"/>
                        <a:pt x="128889" y="651063"/>
                      </a:cubicBezTo>
                      <a:cubicBezTo>
                        <a:pt x="137048" y="661942"/>
                        <a:pt x="139768" y="667381"/>
                        <a:pt x="153366" y="670101"/>
                      </a:cubicBezTo>
                      <a:cubicBezTo>
                        <a:pt x="161525" y="670101"/>
                        <a:pt x="183283" y="678260"/>
                        <a:pt x="196881" y="678260"/>
                      </a:cubicBezTo>
                      <a:cubicBezTo>
                        <a:pt x="207759" y="678260"/>
                        <a:pt x="210479" y="672820"/>
                        <a:pt x="221358" y="667381"/>
                      </a:cubicBezTo>
                      <a:cubicBezTo>
                        <a:pt x="232236" y="661942"/>
                        <a:pt x="245835" y="664661"/>
                        <a:pt x="253994" y="659222"/>
                      </a:cubicBezTo>
                      <a:cubicBezTo>
                        <a:pt x="262153" y="653783"/>
                        <a:pt x="273031" y="645624"/>
                        <a:pt x="275751" y="637465"/>
                      </a:cubicBezTo>
                      <a:cubicBezTo>
                        <a:pt x="281190" y="629306"/>
                        <a:pt x="281190" y="621147"/>
                        <a:pt x="281190" y="615708"/>
                      </a:cubicBezTo>
                      <a:cubicBezTo>
                        <a:pt x="281190" y="610268"/>
                        <a:pt x="281190" y="607549"/>
                        <a:pt x="278471" y="602109"/>
                      </a:cubicBezTo>
                      <a:cubicBezTo>
                        <a:pt x="275751" y="591231"/>
                        <a:pt x="267592" y="583072"/>
                        <a:pt x="262153" y="572193"/>
                      </a:cubicBezTo>
                      <a:cubicBezTo>
                        <a:pt x="256713" y="561314"/>
                        <a:pt x="253994" y="547716"/>
                        <a:pt x="245835" y="536838"/>
                      </a:cubicBezTo>
                      <a:cubicBezTo>
                        <a:pt x="232236" y="515080"/>
                        <a:pt x="213199" y="498762"/>
                        <a:pt x="196881" y="477005"/>
                      </a:cubicBezTo>
                      <a:cubicBezTo>
                        <a:pt x="180563" y="457968"/>
                        <a:pt x="164245" y="438930"/>
                        <a:pt x="145207" y="419892"/>
                      </a:cubicBezTo>
                      <a:cubicBezTo>
                        <a:pt x="126170" y="400855"/>
                        <a:pt x="109852" y="379098"/>
                        <a:pt x="93534" y="357340"/>
                      </a:cubicBezTo>
                      <a:cubicBezTo>
                        <a:pt x="77216" y="335583"/>
                        <a:pt x="71777" y="308387"/>
                        <a:pt x="66337" y="283910"/>
                      </a:cubicBezTo>
                      <a:cubicBezTo>
                        <a:pt x="63618" y="267592"/>
                        <a:pt x="58178" y="245834"/>
                        <a:pt x="58178" y="224077"/>
                      </a:cubicBezTo>
                      <a:cubicBezTo>
                        <a:pt x="58178" y="194161"/>
                        <a:pt x="69057" y="175123"/>
                        <a:pt x="82655" y="150647"/>
                      </a:cubicBezTo>
                      <a:cubicBezTo>
                        <a:pt x="96253" y="128889"/>
                        <a:pt x="115291" y="109852"/>
                        <a:pt x="137048" y="96253"/>
                      </a:cubicBezTo>
                      <a:cubicBezTo>
                        <a:pt x="158806" y="82655"/>
                        <a:pt x="172404" y="79936"/>
                        <a:pt x="196881" y="77216"/>
                      </a:cubicBezTo>
                      <a:cubicBezTo>
                        <a:pt x="210479" y="77216"/>
                        <a:pt x="215918" y="69057"/>
                        <a:pt x="232236" y="69057"/>
                      </a:cubicBezTo>
                      <a:cubicBezTo>
                        <a:pt x="243115" y="69057"/>
                        <a:pt x="251274" y="71776"/>
                        <a:pt x="262153" y="74496"/>
                      </a:cubicBezTo>
                      <a:cubicBezTo>
                        <a:pt x="273031" y="77216"/>
                        <a:pt x="283910" y="82655"/>
                        <a:pt x="294789" y="85375"/>
                      </a:cubicBezTo>
                      <a:cubicBezTo>
                        <a:pt x="308387" y="90814"/>
                        <a:pt x="319265" y="96253"/>
                        <a:pt x="327424" y="104412"/>
                      </a:cubicBezTo>
                      <a:cubicBezTo>
                        <a:pt x="327424" y="90814"/>
                        <a:pt x="327424" y="79936"/>
                        <a:pt x="332864" y="74496"/>
                      </a:cubicBezTo>
                      <a:cubicBezTo>
                        <a:pt x="335583" y="71776"/>
                        <a:pt x="335583" y="69057"/>
                        <a:pt x="338303" y="63618"/>
                      </a:cubicBezTo>
                      <a:cubicBezTo>
                        <a:pt x="341023" y="60898"/>
                        <a:pt x="346462" y="58178"/>
                        <a:pt x="349182" y="58178"/>
                      </a:cubicBezTo>
                      <a:cubicBezTo>
                        <a:pt x="351901" y="58178"/>
                        <a:pt x="357341" y="60898"/>
                        <a:pt x="357341" y="63618"/>
                      </a:cubicBezTo>
                      <a:cubicBezTo>
                        <a:pt x="360060" y="69057"/>
                        <a:pt x="365500" y="77216"/>
                        <a:pt x="365500" y="82655"/>
                      </a:cubicBezTo>
                      <a:cubicBezTo>
                        <a:pt x="365500" y="90814"/>
                        <a:pt x="368219" y="123450"/>
                        <a:pt x="368219" y="142488"/>
                      </a:cubicBezTo>
                      <a:cubicBezTo>
                        <a:pt x="368219" y="158806"/>
                        <a:pt x="368219" y="177843"/>
                        <a:pt x="368219" y="188722"/>
                      </a:cubicBezTo>
                      <a:cubicBezTo>
                        <a:pt x="368219" y="213199"/>
                        <a:pt x="370939" y="224077"/>
                        <a:pt x="370939" y="245834"/>
                      </a:cubicBezTo>
                      <a:cubicBezTo>
                        <a:pt x="370939" y="256713"/>
                        <a:pt x="370939" y="286629"/>
                        <a:pt x="354621" y="286629"/>
                      </a:cubicBezTo>
                      <a:cubicBezTo>
                        <a:pt x="346462" y="286629"/>
                        <a:pt x="343742" y="283910"/>
                        <a:pt x="338303" y="281190"/>
                      </a:cubicBezTo>
                      <a:cubicBezTo>
                        <a:pt x="332864" y="278470"/>
                        <a:pt x="330144" y="270311"/>
                        <a:pt x="330144" y="264872"/>
                      </a:cubicBezTo>
                      <a:cubicBezTo>
                        <a:pt x="327424" y="256713"/>
                        <a:pt x="327424" y="251274"/>
                        <a:pt x="327424" y="248554"/>
                      </a:cubicBezTo>
                      <a:cubicBezTo>
                        <a:pt x="327424" y="240395"/>
                        <a:pt x="330144" y="234956"/>
                        <a:pt x="330144" y="221357"/>
                      </a:cubicBezTo>
                      <a:cubicBezTo>
                        <a:pt x="330144" y="213199"/>
                        <a:pt x="330144" y="202320"/>
                        <a:pt x="330144" y="188722"/>
                      </a:cubicBezTo>
                      <a:cubicBezTo>
                        <a:pt x="330144" y="180563"/>
                        <a:pt x="327424" y="172404"/>
                        <a:pt x="327424" y="164245"/>
                      </a:cubicBezTo>
                      <a:cubicBezTo>
                        <a:pt x="324705" y="153366"/>
                        <a:pt x="319265" y="142488"/>
                        <a:pt x="311107" y="134329"/>
                      </a:cubicBezTo>
                      <a:cubicBezTo>
                        <a:pt x="302948" y="126170"/>
                        <a:pt x="294789" y="120730"/>
                        <a:pt x="283910" y="118011"/>
                      </a:cubicBezTo>
                      <a:cubicBezTo>
                        <a:pt x="275751" y="115291"/>
                        <a:pt x="262153" y="112571"/>
                        <a:pt x="251274" y="112571"/>
                      </a:cubicBezTo>
                      <a:cubicBezTo>
                        <a:pt x="237676" y="112571"/>
                        <a:pt x="224077" y="115291"/>
                        <a:pt x="215918" y="123450"/>
                      </a:cubicBezTo>
                      <a:cubicBezTo>
                        <a:pt x="207759" y="128889"/>
                        <a:pt x="205040" y="139768"/>
                        <a:pt x="202320" y="147927"/>
                      </a:cubicBezTo>
                      <a:cubicBezTo>
                        <a:pt x="196881" y="158806"/>
                        <a:pt x="191442" y="166964"/>
                        <a:pt x="188722" y="180563"/>
                      </a:cubicBezTo>
                      <a:cubicBezTo>
                        <a:pt x="186002" y="191441"/>
                        <a:pt x="183283" y="199600"/>
                        <a:pt x="183283" y="210479"/>
                      </a:cubicBezTo>
                      <a:cubicBezTo>
                        <a:pt x="183283" y="215918"/>
                        <a:pt x="186002" y="221357"/>
                        <a:pt x="188722" y="226797"/>
                      </a:cubicBezTo>
                      <a:cubicBezTo>
                        <a:pt x="191442" y="234956"/>
                        <a:pt x="188722" y="243115"/>
                        <a:pt x="188722" y="248554"/>
                      </a:cubicBezTo>
                      <a:cubicBezTo>
                        <a:pt x="191442" y="259433"/>
                        <a:pt x="202320" y="264872"/>
                        <a:pt x="210479" y="273031"/>
                      </a:cubicBezTo>
                      <a:cubicBezTo>
                        <a:pt x="218638" y="281190"/>
                        <a:pt x="221358" y="292069"/>
                        <a:pt x="226797" y="300228"/>
                      </a:cubicBezTo>
                      <a:cubicBezTo>
                        <a:pt x="234956" y="311106"/>
                        <a:pt x="245835" y="321985"/>
                        <a:pt x="256713" y="332864"/>
                      </a:cubicBezTo>
                      <a:cubicBezTo>
                        <a:pt x="259433" y="338303"/>
                        <a:pt x="267592" y="343742"/>
                        <a:pt x="275751" y="351901"/>
                      </a:cubicBezTo>
                      <a:cubicBezTo>
                        <a:pt x="292069" y="368219"/>
                        <a:pt x="311107" y="384537"/>
                        <a:pt x="324705" y="400855"/>
                      </a:cubicBezTo>
                      <a:cubicBezTo>
                        <a:pt x="332864" y="409014"/>
                        <a:pt x="335583" y="419892"/>
                        <a:pt x="343742" y="428051"/>
                      </a:cubicBezTo>
                      <a:cubicBezTo>
                        <a:pt x="346462" y="430771"/>
                        <a:pt x="349182" y="430771"/>
                        <a:pt x="351901" y="433491"/>
                      </a:cubicBezTo>
                      <a:cubicBezTo>
                        <a:pt x="354621" y="436210"/>
                        <a:pt x="357341" y="441650"/>
                        <a:pt x="360060" y="447089"/>
                      </a:cubicBezTo>
                      <a:cubicBezTo>
                        <a:pt x="368219" y="455248"/>
                        <a:pt x="376378" y="463407"/>
                        <a:pt x="384537" y="474286"/>
                      </a:cubicBezTo>
                      <a:cubicBezTo>
                        <a:pt x="389977" y="482445"/>
                        <a:pt x="392696" y="496043"/>
                        <a:pt x="395416" y="506921"/>
                      </a:cubicBezTo>
                      <a:cubicBezTo>
                        <a:pt x="400855" y="517800"/>
                        <a:pt x="400855" y="528679"/>
                        <a:pt x="406295" y="536838"/>
                      </a:cubicBezTo>
                      <a:cubicBezTo>
                        <a:pt x="409014" y="539557"/>
                        <a:pt x="409014" y="544997"/>
                        <a:pt x="409014" y="547716"/>
                      </a:cubicBezTo>
                      <a:cubicBezTo>
                        <a:pt x="409014" y="555875"/>
                        <a:pt x="406295" y="561314"/>
                        <a:pt x="406295" y="569473"/>
                      </a:cubicBezTo>
                      <a:cubicBezTo>
                        <a:pt x="406295" y="574913"/>
                        <a:pt x="403575" y="577632"/>
                        <a:pt x="403575" y="583072"/>
                      </a:cubicBezTo>
                      <a:lnTo>
                        <a:pt x="403575" y="583072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43" name="Freeform: Shape 37">
                  <a:extLst>
                    <a:ext uri="{FF2B5EF4-FFF2-40B4-BE49-F238E27FC236}">
                      <a16:creationId xmlns:a16="http://schemas.microsoft.com/office/drawing/2014/main" id="{C9C12439-6E9C-D37A-8CA6-3ABEE2568F25}"/>
                    </a:ext>
                  </a:extLst>
                </p:cNvPr>
                <p:cNvSpPr/>
                <p:nvPr/>
              </p:nvSpPr>
              <p:spPr>
                <a:xfrm>
                  <a:off x="2456032" y="4192158"/>
                  <a:ext cx="571128" cy="761503"/>
                </a:xfrm>
                <a:custGeom>
                  <a:avLst/>
                  <a:gdLst>
                    <a:gd name="connsiteX0" fmla="*/ 512361 w 571128"/>
                    <a:gd name="connsiteY0" fmla="*/ 79936 h 761503"/>
                    <a:gd name="connsiteX1" fmla="*/ 539558 w 571128"/>
                    <a:gd name="connsiteY1" fmla="*/ 96253 h 761503"/>
                    <a:gd name="connsiteX2" fmla="*/ 534118 w 571128"/>
                    <a:gd name="connsiteY2" fmla="*/ 112571 h 761503"/>
                    <a:gd name="connsiteX3" fmla="*/ 523240 w 571128"/>
                    <a:gd name="connsiteY3" fmla="*/ 120730 h 761503"/>
                    <a:gd name="connsiteX4" fmla="*/ 506922 w 571128"/>
                    <a:gd name="connsiteY4" fmla="*/ 123450 h 761503"/>
                    <a:gd name="connsiteX5" fmla="*/ 477006 w 571128"/>
                    <a:gd name="connsiteY5" fmla="*/ 123450 h 761503"/>
                    <a:gd name="connsiteX6" fmla="*/ 479725 w 571128"/>
                    <a:gd name="connsiteY6" fmla="*/ 145207 h 761503"/>
                    <a:gd name="connsiteX7" fmla="*/ 477006 w 571128"/>
                    <a:gd name="connsiteY7" fmla="*/ 180563 h 761503"/>
                    <a:gd name="connsiteX8" fmla="*/ 482445 w 571128"/>
                    <a:gd name="connsiteY8" fmla="*/ 232236 h 761503"/>
                    <a:gd name="connsiteX9" fmla="*/ 485165 w 571128"/>
                    <a:gd name="connsiteY9" fmla="*/ 283910 h 761503"/>
                    <a:gd name="connsiteX10" fmla="*/ 485165 w 571128"/>
                    <a:gd name="connsiteY10" fmla="*/ 327424 h 761503"/>
                    <a:gd name="connsiteX11" fmla="*/ 487884 w 571128"/>
                    <a:gd name="connsiteY11" fmla="*/ 373658 h 761503"/>
                    <a:gd name="connsiteX12" fmla="*/ 485165 w 571128"/>
                    <a:gd name="connsiteY12" fmla="*/ 419892 h 761503"/>
                    <a:gd name="connsiteX13" fmla="*/ 485165 w 571128"/>
                    <a:gd name="connsiteY13" fmla="*/ 463407 h 761503"/>
                    <a:gd name="connsiteX14" fmla="*/ 482445 w 571128"/>
                    <a:gd name="connsiteY14" fmla="*/ 515080 h 761503"/>
                    <a:gd name="connsiteX15" fmla="*/ 482445 w 571128"/>
                    <a:gd name="connsiteY15" fmla="*/ 558595 h 761503"/>
                    <a:gd name="connsiteX16" fmla="*/ 479725 w 571128"/>
                    <a:gd name="connsiteY16" fmla="*/ 602109 h 761503"/>
                    <a:gd name="connsiteX17" fmla="*/ 485165 w 571128"/>
                    <a:gd name="connsiteY17" fmla="*/ 648343 h 761503"/>
                    <a:gd name="connsiteX18" fmla="*/ 474286 w 571128"/>
                    <a:gd name="connsiteY18" fmla="*/ 675540 h 761503"/>
                    <a:gd name="connsiteX19" fmla="*/ 428052 w 571128"/>
                    <a:gd name="connsiteY19" fmla="*/ 691858 h 761503"/>
                    <a:gd name="connsiteX20" fmla="*/ 387257 w 571128"/>
                    <a:gd name="connsiteY20" fmla="*/ 683699 h 761503"/>
                    <a:gd name="connsiteX21" fmla="*/ 351901 w 571128"/>
                    <a:gd name="connsiteY21" fmla="*/ 664661 h 761503"/>
                    <a:gd name="connsiteX22" fmla="*/ 305667 w 571128"/>
                    <a:gd name="connsiteY22" fmla="*/ 596670 h 761503"/>
                    <a:gd name="connsiteX23" fmla="*/ 270312 w 571128"/>
                    <a:gd name="connsiteY23" fmla="*/ 509641 h 761503"/>
                    <a:gd name="connsiteX24" fmla="*/ 251274 w 571128"/>
                    <a:gd name="connsiteY24" fmla="*/ 460687 h 761503"/>
                    <a:gd name="connsiteX25" fmla="*/ 224077 w 571128"/>
                    <a:gd name="connsiteY25" fmla="*/ 381817 h 761503"/>
                    <a:gd name="connsiteX26" fmla="*/ 207759 w 571128"/>
                    <a:gd name="connsiteY26" fmla="*/ 330144 h 761503"/>
                    <a:gd name="connsiteX27" fmla="*/ 191442 w 571128"/>
                    <a:gd name="connsiteY27" fmla="*/ 286629 h 761503"/>
                    <a:gd name="connsiteX28" fmla="*/ 183283 w 571128"/>
                    <a:gd name="connsiteY28" fmla="*/ 278470 h 761503"/>
                    <a:gd name="connsiteX29" fmla="*/ 180563 w 571128"/>
                    <a:gd name="connsiteY29" fmla="*/ 292069 h 761503"/>
                    <a:gd name="connsiteX30" fmla="*/ 180563 w 571128"/>
                    <a:gd name="connsiteY30" fmla="*/ 305667 h 761503"/>
                    <a:gd name="connsiteX31" fmla="*/ 183283 w 571128"/>
                    <a:gd name="connsiteY31" fmla="*/ 354621 h 761503"/>
                    <a:gd name="connsiteX32" fmla="*/ 188722 w 571128"/>
                    <a:gd name="connsiteY32" fmla="*/ 449809 h 761503"/>
                    <a:gd name="connsiteX33" fmla="*/ 188722 w 571128"/>
                    <a:gd name="connsiteY33" fmla="*/ 479725 h 761503"/>
                    <a:gd name="connsiteX34" fmla="*/ 188722 w 571128"/>
                    <a:gd name="connsiteY34" fmla="*/ 542277 h 761503"/>
                    <a:gd name="connsiteX35" fmla="*/ 186002 w 571128"/>
                    <a:gd name="connsiteY35" fmla="*/ 615708 h 761503"/>
                    <a:gd name="connsiteX36" fmla="*/ 186002 w 571128"/>
                    <a:gd name="connsiteY36" fmla="*/ 637465 h 761503"/>
                    <a:gd name="connsiteX37" fmla="*/ 183283 w 571128"/>
                    <a:gd name="connsiteY37" fmla="*/ 664661 h 761503"/>
                    <a:gd name="connsiteX38" fmla="*/ 226797 w 571128"/>
                    <a:gd name="connsiteY38" fmla="*/ 664661 h 761503"/>
                    <a:gd name="connsiteX39" fmla="*/ 253994 w 571128"/>
                    <a:gd name="connsiteY39" fmla="*/ 680979 h 761503"/>
                    <a:gd name="connsiteX40" fmla="*/ 248554 w 571128"/>
                    <a:gd name="connsiteY40" fmla="*/ 697297 h 761503"/>
                    <a:gd name="connsiteX41" fmla="*/ 234956 w 571128"/>
                    <a:gd name="connsiteY41" fmla="*/ 705456 h 761503"/>
                    <a:gd name="connsiteX42" fmla="*/ 218638 w 571128"/>
                    <a:gd name="connsiteY42" fmla="*/ 708176 h 761503"/>
                    <a:gd name="connsiteX43" fmla="*/ 183283 w 571128"/>
                    <a:gd name="connsiteY43" fmla="*/ 708176 h 761503"/>
                    <a:gd name="connsiteX44" fmla="*/ 150647 w 571128"/>
                    <a:gd name="connsiteY44" fmla="*/ 708176 h 761503"/>
                    <a:gd name="connsiteX45" fmla="*/ 107132 w 571128"/>
                    <a:gd name="connsiteY45" fmla="*/ 708176 h 761503"/>
                    <a:gd name="connsiteX46" fmla="*/ 88094 w 571128"/>
                    <a:gd name="connsiteY46" fmla="*/ 708176 h 761503"/>
                    <a:gd name="connsiteX47" fmla="*/ 69057 w 571128"/>
                    <a:gd name="connsiteY47" fmla="*/ 702737 h 761503"/>
                    <a:gd name="connsiteX48" fmla="*/ 58178 w 571128"/>
                    <a:gd name="connsiteY48" fmla="*/ 686419 h 761503"/>
                    <a:gd name="connsiteX49" fmla="*/ 60898 w 571128"/>
                    <a:gd name="connsiteY49" fmla="*/ 678260 h 761503"/>
                    <a:gd name="connsiteX50" fmla="*/ 77216 w 571128"/>
                    <a:gd name="connsiteY50" fmla="*/ 670101 h 761503"/>
                    <a:gd name="connsiteX51" fmla="*/ 120730 w 571128"/>
                    <a:gd name="connsiteY51" fmla="*/ 664661 h 761503"/>
                    <a:gd name="connsiteX52" fmla="*/ 131609 w 571128"/>
                    <a:gd name="connsiteY52" fmla="*/ 664661 h 761503"/>
                    <a:gd name="connsiteX53" fmla="*/ 134329 w 571128"/>
                    <a:gd name="connsiteY53" fmla="*/ 539557 h 761503"/>
                    <a:gd name="connsiteX54" fmla="*/ 134329 w 571128"/>
                    <a:gd name="connsiteY54" fmla="*/ 504202 h 761503"/>
                    <a:gd name="connsiteX55" fmla="*/ 131609 w 571128"/>
                    <a:gd name="connsiteY55" fmla="*/ 376378 h 761503"/>
                    <a:gd name="connsiteX56" fmla="*/ 131609 w 571128"/>
                    <a:gd name="connsiteY56" fmla="*/ 302947 h 761503"/>
                    <a:gd name="connsiteX57" fmla="*/ 134329 w 571128"/>
                    <a:gd name="connsiteY57" fmla="*/ 221357 h 761503"/>
                    <a:gd name="connsiteX58" fmla="*/ 137048 w 571128"/>
                    <a:gd name="connsiteY58" fmla="*/ 123450 h 761503"/>
                    <a:gd name="connsiteX59" fmla="*/ 107132 w 571128"/>
                    <a:gd name="connsiteY59" fmla="*/ 123450 h 761503"/>
                    <a:gd name="connsiteX60" fmla="*/ 88094 w 571128"/>
                    <a:gd name="connsiteY60" fmla="*/ 123450 h 761503"/>
                    <a:gd name="connsiteX61" fmla="*/ 69057 w 571128"/>
                    <a:gd name="connsiteY61" fmla="*/ 118011 h 761503"/>
                    <a:gd name="connsiteX62" fmla="*/ 58178 w 571128"/>
                    <a:gd name="connsiteY62" fmla="*/ 101693 h 761503"/>
                    <a:gd name="connsiteX63" fmla="*/ 60898 w 571128"/>
                    <a:gd name="connsiteY63" fmla="*/ 93534 h 761503"/>
                    <a:gd name="connsiteX64" fmla="*/ 77216 w 571128"/>
                    <a:gd name="connsiteY64" fmla="*/ 85375 h 761503"/>
                    <a:gd name="connsiteX65" fmla="*/ 131609 w 571128"/>
                    <a:gd name="connsiteY65" fmla="*/ 79936 h 761503"/>
                    <a:gd name="connsiteX66" fmla="*/ 161525 w 571128"/>
                    <a:gd name="connsiteY66" fmla="*/ 79936 h 761503"/>
                    <a:gd name="connsiteX67" fmla="*/ 177843 w 571128"/>
                    <a:gd name="connsiteY67" fmla="*/ 66337 h 761503"/>
                    <a:gd name="connsiteX68" fmla="*/ 202320 w 571128"/>
                    <a:gd name="connsiteY68" fmla="*/ 58178 h 761503"/>
                    <a:gd name="connsiteX69" fmla="*/ 234956 w 571128"/>
                    <a:gd name="connsiteY69" fmla="*/ 77216 h 761503"/>
                    <a:gd name="connsiteX70" fmla="*/ 251274 w 571128"/>
                    <a:gd name="connsiteY70" fmla="*/ 107132 h 761503"/>
                    <a:gd name="connsiteX71" fmla="*/ 267592 w 571128"/>
                    <a:gd name="connsiteY71" fmla="*/ 147927 h 761503"/>
                    <a:gd name="connsiteX72" fmla="*/ 281190 w 571128"/>
                    <a:gd name="connsiteY72" fmla="*/ 183282 h 761503"/>
                    <a:gd name="connsiteX73" fmla="*/ 297508 w 571128"/>
                    <a:gd name="connsiteY73" fmla="*/ 224077 h 761503"/>
                    <a:gd name="connsiteX74" fmla="*/ 308387 w 571128"/>
                    <a:gd name="connsiteY74" fmla="*/ 264872 h 761503"/>
                    <a:gd name="connsiteX75" fmla="*/ 319265 w 571128"/>
                    <a:gd name="connsiteY75" fmla="*/ 300228 h 761503"/>
                    <a:gd name="connsiteX76" fmla="*/ 351901 w 571128"/>
                    <a:gd name="connsiteY76" fmla="*/ 379098 h 761503"/>
                    <a:gd name="connsiteX77" fmla="*/ 365500 w 571128"/>
                    <a:gd name="connsiteY77" fmla="*/ 417173 h 761503"/>
                    <a:gd name="connsiteX78" fmla="*/ 379098 w 571128"/>
                    <a:gd name="connsiteY78" fmla="*/ 457968 h 761503"/>
                    <a:gd name="connsiteX79" fmla="*/ 395416 w 571128"/>
                    <a:gd name="connsiteY79" fmla="*/ 496043 h 761503"/>
                    <a:gd name="connsiteX80" fmla="*/ 406295 w 571128"/>
                    <a:gd name="connsiteY80" fmla="*/ 512361 h 761503"/>
                    <a:gd name="connsiteX81" fmla="*/ 411734 w 571128"/>
                    <a:gd name="connsiteY81" fmla="*/ 531398 h 761503"/>
                    <a:gd name="connsiteX82" fmla="*/ 419893 w 571128"/>
                    <a:gd name="connsiteY82" fmla="*/ 558595 h 761503"/>
                    <a:gd name="connsiteX83" fmla="*/ 425332 w 571128"/>
                    <a:gd name="connsiteY83" fmla="*/ 564034 h 761503"/>
                    <a:gd name="connsiteX84" fmla="*/ 430771 w 571128"/>
                    <a:gd name="connsiteY84" fmla="*/ 558595 h 761503"/>
                    <a:gd name="connsiteX85" fmla="*/ 430771 w 571128"/>
                    <a:gd name="connsiteY85" fmla="*/ 550436 h 761503"/>
                    <a:gd name="connsiteX86" fmla="*/ 430771 w 571128"/>
                    <a:gd name="connsiteY86" fmla="*/ 501482 h 761503"/>
                    <a:gd name="connsiteX87" fmla="*/ 430771 w 571128"/>
                    <a:gd name="connsiteY87" fmla="*/ 403575 h 761503"/>
                    <a:gd name="connsiteX88" fmla="*/ 425332 w 571128"/>
                    <a:gd name="connsiteY88" fmla="*/ 313826 h 761503"/>
                    <a:gd name="connsiteX89" fmla="*/ 425332 w 571128"/>
                    <a:gd name="connsiteY89" fmla="*/ 248554 h 761503"/>
                    <a:gd name="connsiteX90" fmla="*/ 425332 w 571128"/>
                    <a:gd name="connsiteY90" fmla="*/ 210479 h 761503"/>
                    <a:gd name="connsiteX91" fmla="*/ 422613 w 571128"/>
                    <a:gd name="connsiteY91" fmla="*/ 153366 h 761503"/>
                    <a:gd name="connsiteX92" fmla="*/ 425332 w 571128"/>
                    <a:gd name="connsiteY92" fmla="*/ 123450 h 761503"/>
                    <a:gd name="connsiteX93" fmla="*/ 398136 w 571128"/>
                    <a:gd name="connsiteY93" fmla="*/ 123450 h 761503"/>
                    <a:gd name="connsiteX94" fmla="*/ 379098 w 571128"/>
                    <a:gd name="connsiteY94" fmla="*/ 123450 h 761503"/>
                    <a:gd name="connsiteX95" fmla="*/ 360060 w 571128"/>
                    <a:gd name="connsiteY95" fmla="*/ 118011 h 761503"/>
                    <a:gd name="connsiteX96" fmla="*/ 349182 w 571128"/>
                    <a:gd name="connsiteY96" fmla="*/ 101693 h 761503"/>
                    <a:gd name="connsiteX97" fmla="*/ 351901 w 571128"/>
                    <a:gd name="connsiteY97" fmla="*/ 93534 h 761503"/>
                    <a:gd name="connsiteX98" fmla="*/ 368219 w 571128"/>
                    <a:gd name="connsiteY98" fmla="*/ 85375 h 761503"/>
                    <a:gd name="connsiteX99" fmla="*/ 422613 w 571128"/>
                    <a:gd name="connsiteY99" fmla="*/ 79936 h 761503"/>
                    <a:gd name="connsiteX100" fmla="*/ 444370 w 571128"/>
                    <a:gd name="connsiteY100" fmla="*/ 79936 h 761503"/>
                    <a:gd name="connsiteX101" fmla="*/ 463407 w 571128"/>
                    <a:gd name="connsiteY101" fmla="*/ 71776 h 761503"/>
                    <a:gd name="connsiteX102" fmla="*/ 477006 w 571128"/>
                    <a:gd name="connsiteY102" fmla="*/ 79936 h 761503"/>
                    <a:gd name="connsiteX103" fmla="*/ 512361 w 571128"/>
                    <a:gd name="connsiteY103" fmla="*/ 79936 h 761503"/>
                    <a:gd name="connsiteX104" fmla="*/ 512361 w 571128"/>
                    <a:gd name="connsiteY104" fmla="*/ 79936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</a:cxnLst>
                  <a:rect l="l" t="t" r="r" b="b"/>
                  <a:pathLst>
                    <a:path w="571128" h="761503">
                      <a:moveTo>
                        <a:pt x="512361" y="79936"/>
                      </a:moveTo>
                      <a:cubicBezTo>
                        <a:pt x="520520" y="79936"/>
                        <a:pt x="539558" y="79936"/>
                        <a:pt x="539558" y="96253"/>
                      </a:cubicBezTo>
                      <a:cubicBezTo>
                        <a:pt x="539558" y="104412"/>
                        <a:pt x="539558" y="107132"/>
                        <a:pt x="534118" y="112571"/>
                      </a:cubicBezTo>
                      <a:cubicBezTo>
                        <a:pt x="531399" y="118011"/>
                        <a:pt x="525960" y="120730"/>
                        <a:pt x="523240" y="120730"/>
                      </a:cubicBezTo>
                      <a:cubicBezTo>
                        <a:pt x="515081" y="123450"/>
                        <a:pt x="512361" y="123450"/>
                        <a:pt x="506922" y="123450"/>
                      </a:cubicBezTo>
                      <a:cubicBezTo>
                        <a:pt x="504202" y="123450"/>
                        <a:pt x="490604" y="123450"/>
                        <a:pt x="477006" y="123450"/>
                      </a:cubicBezTo>
                      <a:cubicBezTo>
                        <a:pt x="477006" y="131609"/>
                        <a:pt x="479725" y="137048"/>
                        <a:pt x="479725" y="145207"/>
                      </a:cubicBezTo>
                      <a:cubicBezTo>
                        <a:pt x="479725" y="156086"/>
                        <a:pt x="477006" y="166964"/>
                        <a:pt x="477006" y="180563"/>
                      </a:cubicBezTo>
                      <a:cubicBezTo>
                        <a:pt x="477006" y="196881"/>
                        <a:pt x="479725" y="215918"/>
                        <a:pt x="482445" y="232236"/>
                      </a:cubicBezTo>
                      <a:cubicBezTo>
                        <a:pt x="485165" y="248554"/>
                        <a:pt x="485165" y="267592"/>
                        <a:pt x="485165" y="283910"/>
                      </a:cubicBezTo>
                      <a:cubicBezTo>
                        <a:pt x="485165" y="297508"/>
                        <a:pt x="485165" y="313826"/>
                        <a:pt x="485165" y="327424"/>
                      </a:cubicBezTo>
                      <a:cubicBezTo>
                        <a:pt x="485165" y="343742"/>
                        <a:pt x="487884" y="357340"/>
                        <a:pt x="487884" y="373658"/>
                      </a:cubicBezTo>
                      <a:cubicBezTo>
                        <a:pt x="487884" y="389976"/>
                        <a:pt x="485165" y="403575"/>
                        <a:pt x="485165" y="419892"/>
                      </a:cubicBezTo>
                      <a:cubicBezTo>
                        <a:pt x="485165" y="436210"/>
                        <a:pt x="485165" y="449809"/>
                        <a:pt x="485165" y="463407"/>
                      </a:cubicBezTo>
                      <a:cubicBezTo>
                        <a:pt x="485165" y="479725"/>
                        <a:pt x="485165" y="498762"/>
                        <a:pt x="482445" y="515080"/>
                      </a:cubicBezTo>
                      <a:cubicBezTo>
                        <a:pt x="482445" y="528679"/>
                        <a:pt x="482445" y="542277"/>
                        <a:pt x="482445" y="558595"/>
                      </a:cubicBezTo>
                      <a:cubicBezTo>
                        <a:pt x="482445" y="572193"/>
                        <a:pt x="479725" y="588511"/>
                        <a:pt x="479725" y="602109"/>
                      </a:cubicBezTo>
                      <a:cubicBezTo>
                        <a:pt x="479725" y="615708"/>
                        <a:pt x="485165" y="632026"/>
                        <a:pt x="485165" y="648343"/>
                      </a:cubicBezTo>
                      <a:cubicBezTo>
                        <a:pt x="485165" y="659222"/>
                        <a:pt x="482445" y="670101"/>
                        <a:pt x="474286" y="675540"/>
                      </a:cubicBezTo>
                      <a:cubicBezTo>
                        <a:pt x="460688" y="686419"/>
                        <a:pt x="444370" y="691858"/>
                        <a:pt x="428052" y="691858"/>
                      </a:cubicBezTo>
                      <a:cubicBezTo>
                        <a:pt x="414454" y="691858"/>
                        <a:pt x="400855" y="689138"/>
                        <a:pt x="387257" y="683699"/>
                      </a:cubicBezTo>
                      <a:cubicBezTo>
                        <a:pt x="373659" y="678260"/>
                        <a:pt x="360060" y="672820"/>
                        <a:pt x="351901" y="664661"/>
                      </a:cubicBezTo>
                      <a:cubicBezTo>
                        <a:pt x="330144" y="645624"/>
                        <a:pt x="316546" y="621147"/>
                        <a:pt x="305667" y="596670"/>
                      </a:cubicBezTo>
                      <a:cubicBezTo>
                        <a:pt x="292069" y="569473"/>
                        <a:pt x="281190" y="539557"/>
                        <a:pt x="270312" y="509641"/>
                      </a:cubicBezTo>
                      <a:cubicBezTo>
                        <a:pt x="264872" y="493323"/>
                        <a:pt x="256713" y="477005"/>
                        <a:pt x="251274" y="460687"/>
                      </a:cubicBezTo>
                      <a:cubicBezTo>
                        <a:pt x="240395" y="433491"/>
                        <a:pt x="232236" y="409014"/>
                        <a:pt x="224077" y="381817"/>
                      </a:cubicBezTo>
                      <a:cubicBezTo>
                        <a:pt x="218638" y="365499"/>
                        <a:pt x="213199" y="346462"/>
                        <a:pt x="207759" y="330144"/>
                      </a:cubicBezTo>
                      <a:cubicBezTo>
                        <a:pt x="202320" y="316545"/>
                        <a:pt x="196881" y="300228"/>
                        <a:pt x="191442" y="286629"/>
                      </a:cubicBezTo>
                      <a:cubicBezTo>
                        <a:pt x="188722" y="281190"/>
                        <a:pt x="186002" y="278470"/>
                        <a:pt x="183283" y="278470"/>
                      </a:cubicBezTo>
                      <a:cubicBezTo>
                        <a:pt x="180563" y="278470"/>
                        <a:pt x="180563" y="286629"/>
                        <a:pt x="180563" y="292069"/>
                      </a:cubicBezTo>
                      <a:cubicBezTo>
                        <a:pt x="180563" y="297508"/>
                        <a:pt x="180563" y="302947"/>
                        <a:pt x="180563" y="305667"/>
                      </a:cubicBezTo>
                      <a:cubicBezTo>
                        <a:pt x="180563" y="321985"/>
                        <a:pt x="183283" y="338303"/>
                        <a:pt x="183283" y="354621"/>
                      </a:cubicBezTo>
                      <a:cubicBezTo>
                        <a:pt x="183283" y="387257"/>
                        <a:pt x="186002" y="417173"/>
                        <a:pt x="188722" y="449809"/>
                      </a:cubicBezTo>
                      <a:cubicBezTo>
                        <a:pt x="188722" y="460687"/>
                        <a:pt x="188722" y="468846"/>
                        <a:pt x="188722" y="479725"/>
                      </a:cubicBezTo>
                      <a:cubicBezTo>
                        <a:pt x="188722" y="501482"/>
                        <a:pt x="188722" y="523239"/>
                        <a:pt x="188722" y="542277"/>
                      </a:cubicBezTo>
                      <a:cubicBezTo>
                        <a:pt x="188722" y="566754"/>
                        <a:pt x="186002" y="591231"/>
                        <a:pt x="186002" y="615708"/>
                      </a:cubicBezTo>
                      <a:cubicBezTo>
                        <a:pt x="186002" y="623867"/>
                        <a:pt x="186002" y="632026"/>
                        <a:pt x="186002" y="637465"/>
                      </a:cubicBezTo>
                      <a:cubicBezTo>
                        <a:pt x="186002" y="645624"/>
                        <a:pt x="183283" y="656502"/>
                        <a:pt x="183283" y="664661"/>
                      </a:cubicBezTo>
                      <a:cubicBezTo>
                        <a:pt x="202320" y="664661"/>
                        <a:pt x="218638" y="664661"/>
                        <a:pt x="226797" y="664661"/>
                      </a:cubicBezTo>
                      <a:cubicBezTo>
                        <a:pt x="234956" y="664661"/>
                        <a:pt x="253994" y="664661"/>
                        <a:pt x="253994" y="680979"/>
                      </a:cubicBezTo>
                      <a:cubicBezTo>
                        <a:pt x="253994" y="689138"/>
                        <a:pt x="253994" y="691858"/>
                        <a:pt x="248554" y="697297"/>
                      </a:cubicBezTo>
                      <a:cubicBezTo>
                        <a:pt x="245835" y="702737"/>
                        <a:pt x="240395" y="705456"/>
                        <a:pt x="234956" y="705456"/>
                      </a:cubicBezTo>
                      <a:cubicBezTo>
                        <a:pt x="226797" y="708176"/>
                        <a:pt x="224077" y="708176"/>
                        <a:pt x="218638" y="708176"/>
                      </a:cubicBezTo>
                      <a:cubicBezTo>
                        <a:pt x="215918" y="708176"/>
                        <a:pt x="199600" y="708176"/>
                        <a:pt x="183283" y="708176"/>
                      </a:cubicBezTo>
                      <a:cubicBezTo>
                        <a:pt x="166965" y="708176"/>
                        <a:pt x="153366" y="708176"/>
                        <a:pt x="150647" y="708176"/>
                      </a:cubicBezTo>
                      <a:cubicBezTo>
                        <a:pt x="139768" y="708176"/>
                        <a:pt x="120730" y="708176"/>
                        <a:pt x="107132" y="708176"/>
                      </a:cubicBezTo>
                      <a:cubicBezTo>
                        <a:pt x="101693" y="708176"/>
                        <a:pt x="96253" y="708176"/>
                        <a:pt x="88094" y="708176"/>
                      </a:cubicBezTo>
                      <a:cubicBezTo>
                        <a:pt x="82655" y="708176"/>
                        <a:pt x="74496" y="708176"/>
                        <a:pt x="69057" y="702737"/>
                      </a:cubicBezTo>
                      <a:cubicBezTo>
                        <a:pt x="63618" y="700017"/>
                        <a:pt x="58178" y="691858"/>
                        <a:pt x="58178" y="686419"/>
                      </a:cubicBezTo>
                      <a:cubicBezTo>
                        <a:pt x="58178" y="683699"/>
                        <a:pt x="58178" y="680979"/>
                        <a:pt x="60898" y="678260"/>
                      </a:cubicBezTo>
                      <a:cubicBezTo>
                        <a:pt x="63618" y="675540"/>
                        <a:pt x="71777" y="672820"/>
                        <a:pt x="77216" y="670101"/>
                      </a:cubicBezTo>
                      <a:cubicBezTo>
                        <a:pt x="90814" y="667381"/>
                        <a:pt x="115291" y="664661"/>
                        <a:pt x="120730" y="664661"/>
                      </a:cubicBezTo>
                      <a:cubicBezTo>
                        <a:pt x="123450" y="664661"/>
                        <a:pt x="126170" y="664661"/>
                        <a:pt x="131609" y="664661"/>
                      </a:cubicBezTo>
                      <a:cubicBezTo>
                        <a:pt x="131609" y="623867"/>
                        <a:pt x="134329" y="583072"/>
                        <a:pt x="134329" y="539557"/>
                      </a:cubicBezTo>
                      <a:cubicBezTo>
                        <a:pt x="134329" y="528679"/>
                        <a:pt x="134329" y="515080"/>
                        <a:pt x="134329" y="504202"/>
                      </a:cubicBezTo>
                      <a:cubicBezTo>
                        <a:pt x="131609" y="460687"/>
                        <a:pt x="131609" y="417173"/>
                        <a:pt x="131609" y="376378"/>
                      </a:cubicBezTo>
                      <a:cubicBezTo>
                        <a:pt x="131609" y="351901"/>
                        <a:pt x="131609" y="327424"/>
                        <a:pt x="131609" y="302947"/>
                      </a:cubicBezTo>
                      <a:cubicBezTo>
                        <a:pt x="131609" y="275751"/>
                        <a:pt x="131609" y="248554"/>
                        <a:pt x="134329" y="221357"/>
                      </a:cubicBezTo>
                      <a:cubicBezTo>
                        <a:pt x="134329" y="188722"/>
                        <a:pt x="137048" y="156086"/>
                        <a:pt x="137048" y="123450"/>
                      </a:cubicBezTo>
                      <a:cubicBezTo>
                        <a:pt x="126170" y="123450"/>
                        <a:pt x="115291" y="123450"/>
                        <a:pt x="107132" y="123450"/>
                      </a:cubicBezTo>
                      <a:cubicBezTo>
                        <a:pt x="101693" y="123450"/>
                        <a:pt x="96253" y="123450"/>
                        <a:pt x="88094" y="123450"/>
                      </a:cubicBezTo>
                      <a:cubicBezTo>
                        <a:pt x="82655" y="123450"/>
                        <a:pt x="74496" y="120730"/>
                        <a:pt x="69057" y="118011"/>
                      </a:cubicBezTo>
                      <a:cubicBezTo>
                        <a:pt x="63618" y="115291"/>
                        <a:pt x="58178" y="107132"/>
                        <a:pt x="58178" y="101693"/>
                      </a:cubicBezTo>
                      <a:cubicBezTo>
                        <a:pt x="58178" y="98973"/>
                        <a:pt x="58178" y="96253"/>
                        <a:pt x="60898" y="93534"/>
                      </a:cubicBezTo>
                      <a:cubicBezTo>
                        <a:pt x="63618" y="90814"/>
                        <a:pt x="71777" y="88095"/>
                        <a:pt x="77216" y="85375"/>
                      </a:cubicBezTo>
                      <a:cubicBezTo>
                        <a:pt x="90814" y="82655"/>
                        <a:pt x="126170" y="79936"/>
                        <a:pt x="131609" y="79936"/>
                      </a:cubicBezTo>
                      <a:cubicBezTo>
                        <a:pt x="137048" y="79936"/>
                        <a:pt x="147927" y="79936"/>
                        <a:pt x="161525" y="79936"/>
                      </a:cubicBezTo>
                      <a:cubicBezTo>
                        <a:pt x="166965" y="74496"/>
                        <a:pt x="172404" y="71776"/>
                        <a:pt x="177843" y="66337"/>
                      </a:cubicBezTo>
                      <a:cubicBezTo>
                        <a:pt x="186002" y="60898"/>
                        <a:pt x="194161" y="58178"/>
                        <a:pt x="202320" y="58178"/>
                      </a:cubicBezTo>
                      <a:cubicBezTo>
                        <a:pt x="215918" y="58178"/>
                        <a:pt x="226797" y="63618"/>
                        <a:pt x="234956" y="77216"/>
                      </a:cubicBezTo>
                      <a:cubicBezTo>
                        <a:pt x="240395" y="88095"/>
                        <a:pt x="248554" y="96253"/>
                        <a:pt x="251274" y="107132"/>
                      </a:cubicBezTo>
                      <a:cubicBezTo>
                        <a:pt x="256713" y="120730"/>
                        <a:pt x="259433" y="134329"/>
                        <a:pt x="267592" y="147927"/>
                      </a:cubicBezTo>
                      <a:cubicBezTo>
                        <a:pt x="273031" y="158806"/>
                        <a:pt x="275751" y="172404"/>
                        <a:pt x="281190" y="183282"/>
                      </a:cubicBezTo>
                      <a:cubicBezTo>
                        <a:pt x="286630" y="196881"/>
                        <a:pt x="292069" y="210479"/>
                        <a:pt x="297508" y="224077"/>
                      </a:cubicBezTo>
                      <a:cubicBezTo>
                        <a:pt x="300228" y="237676"/>
                        <a:pt x="305667" y="251274"/>
                        <a:pt x="308387" y="264872"/>
                      </a:cubicBezTo>
                      <a:cubicBezTo>
                        <a:pt x="311107" y="278470"/>
                        <a:pt x="311107" y="289349"/>
                        <a:pt x="319265" y="300228"/>
                      </a:cubicBezTo>
                      <a:cubicBezTo>
                        <a:pt x="332864" y="324704"/>
                        <a:pt x="346462" y="351901"/>
                        <a:pt x="351901" y="379098"/>
                      </a:cubicBezTo>
                      <a:cubicBezTo>
                        <a:pt x="354621" y="392696"/>
                        <a:pt x="360060" y="403575"/>
                        <a:pt x="365500" y="417173"/>
                      </a:cubicBezTo>
                      <a:cubicBezTo>
                        <a:pt x="373659" y="430771"/>
                        <a:pt x="373659" y="444369"/>
                        <a:pt x="379098" y="457968"/>
                      </a:cubicBezTo>
                      <a:cubicBezTo>
                        <a:pt x="381818" y="471566"/>
                        <a:pt x="387257" y="482445"/>
                        <a:pt x="395416" y="496043"/>
                      </a:cubicBezTo>
                      <a:cubicBezTo>
                        <a:pt x="398136" y="501482"/>
                        <a:pt x="403575" y="506921"/>
                        <a:pt x="406295" y="512361"/>
                      </a:cubicBezTo>
                      <a:cubicBezTo>
                        <a:pt x="409014" y="517800"/>
                        <a:pt x="409014" y="525959"/>
                        <a:pt x="411734" y="531398"/>
                      </a:cubicBezTo>
                      <a:cubicBezTo>
                        <a:pt x="414454" y="539557"/>
                        <a:pt x="417173" y="550436"/>
                        <a:pt x="419893" y="558595"/>
                      </a:cubicBezTo>
                      <a:cubicBezTo>
                        <a:pt x="422613" y="561314"/>
                        <a:pt x="422613" y="564034"/>
                        <a:pt x="425332" y="564034"/>
                      </a:cubicBezTo>
                      <a:cubicBezTo>
                        <a:pt x="428052" y="564034"/>
                        <a:pt x="428052" y="561314"/>
                        <a:pt x="430771" y="558595"/>
                      </a:cubicBezTo>
                      <a:cubicBezTo>
                        <a:pt x="430771" y="555875"/>
                        <a:pt x="430771" y="553156"/>
                        <a:pt x="430771" y="550436"/>
                      </a:cubicBezTo>
                      <a:cubicBezTo>
                        <a:pt x="430771" y="534118"/>
                        <a:pt x="430771" y="517800"/>
                        <a:pt x="430771" y="501482"/>
                      </a:cubicBezTo>
                      <a:cubicBezTo>
                        <a:pt x="430771" y="468846"/>
                        <a:pt x="433491" y="436210"/>
                        <a:pt x="430771" y="403575"/>
                      </a:cubicBezTo>
                      <a:cubicBezTo>
                        <a:pt x="430771" y="373658"/>
                        <a:pt x="425332" y="343742"/>
                        <a:pt x="425332" y="313826"/>
                      </a:cubicBezTo>
                      <a:cubicBezTo>
                        <a:pt x="425332" y="292069"/>
                        <a:pt x="425332" y="270311"/>
                        <a:pt x="425332" y="248554"/>
                      </a:cubicBezTo>
                      <a:cubicBezTo>
                        <a:pt x="425332" y="234956"/>
                        <a:pt x="425332" y="224077"/>
                        <a:pt x="425332" y="210479"/>
                      </a:cubicBezTo>
                      <a:cubicBezTo>
                        <a:pt x="425332" y="191441"/>
                        <a:pt x="422613" y="172404"/>
                        <a:pt x="422613" y="153366"/>
                      </a:cubicBezTo>
                      <a:cubicBezTo>
                        <a:pt x="422613" y="142488"/>
                        <a:pt x="422613" y="134329"/>
                        <a:pt x="425332" y="123450"/>
                      </a:cubicBezTo>
                      <a:cubicBezTo>
                        <a:pt x="417173" y="123450"/>
                        <a:pt x="406295" y="123450"/>
                        <a:pt x="398136" y="123450"/>
                      </a:cubicBezTo>
                      <a:cubicBezTo>
                        <a:pt x="392696" y="123450"/>
                        <a:pt x="387257" y="123450"/>
                        <a:pt x="379098" y="123450"/>
                      </a:cubicBezTo>
                      <a:cubicBezTo>
                        <a:pt x="373659" y="123450"/>
                        <a:pt x="365500" y="120730"/>
                        <a:pt x="360060" y="118011"/>
                      </a:cubicBezTo>
                      <a:cubicBezTo>
                        <a:pt x="354621" y="115291"/>
                        <a:pt x="349182" y="107132"/>
                        <a:pt x="349182" y="101693"/>
                      </a:cubicBezTo>
                      <a:cubicBezTo>
                        <a:pt x="349182" y="98973"/>
                        <a:pt x="349182" y="96253"/>
                        <a:pt x="351901" y="93534"/>
                      </a:cubicBezTo>
                      <a:cubicBezTo>
                        <a:pt x="354621" y="90814"/>
                        <a:pt x="362780" y="88095"/>
                        <a:pt x="368219" y="85375"/>
                      </a:cubicBezTo>
                      <a:cubicBezTo>
                        <a:pt x="381818" y="82655"/>
                        <a:pt x="417173" y="79936"/>
                        <a:pt x="422613" y="79936"/>
                      </a:cubicBezTo>
                      <a:cubicBezTo>
                        <a:pt x="428052" y="79936"/>
                        <a:pt x="433491" y="79936"/>
                        <a:pt x="444370" y="79936"/>
                      </a:cubicBezTo>
                      <a:cubicBezTo>
                        <a:pt x="449809" y="74496"/>
                        <a:pt x="455248" y="71776"/>
                        <a:pt x="463407" y="71776"/>
                      </a:cubicBezTo>
                      <a:cubicBezTo>
                        <a:pt x="471566" y="71776"/>
                        <a:pt x="477006" y="74496"/>
                        <a:pt x="477006" y="79936"/>
                      </a:cubicBezTo>
                      <a:cubicBezTo>
                        <a:pt x="490604" y="82655"/>
                        <a:pt x="504202" y="79936"/>
                        <a:pt x="512361" y="79936"/>
                      </a:cubicBezTo>
                      <a:lnTo>
                        <a:pt x="512361" y="79936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44" name="Freeform: Shape 38">
                  <a:extLst>
                    <a:ext uri="{FF2B5EF4-FFF2-40B4-BE49-F238E27FC236}">
                      <a16:creationId xmlns:a16="http://schemas.microsoft.com/office/drawing/2014/main" id="{64FEF7C2-9089-1C6C-1862-D419FD9CFBF3}"/>
                    </a:ext>
                  </a:extLst>
                </p:cNvPr>
                <p:cNvSpPr/>
                <p:nvPr/>
              </p:nvSpPr>
              <p:spPr>
                <a:xfrm>
                  <a:off x="2987430" y="4242177"/>
                  <a:ext cx="494979" cy="674476"/>
                </a:xfrm>
                <a:custGeom>
                  <a:avLst/>
                  <a:gdLst>
                    <a:gd name="connsiteX0" fmla="*/ 228453 w 494979"/>
                    <a:gd name="connsiteY0" fmla="*/ 97907 h 674476"/>
                    <a:gd name="connsiteX1" fmla="*/ 212135 w 494979"/>
                    <a:gd name="connsiteY1" fmla="*/ 119665 h 674476"/>
                    <a:gd name="connsiteX2" fmla="*/ 203976 w 494979"/>
                    <a:gd name="connsiteY2" fmla="*/ 152300 h 674476"/>
                    <a:gd name="connsiteX3" fmla="*/ 201256 w 494979"/>
                    <a:gd name="connsiteY3" fmla="*/ 168618 h 674476"/>
                    <a:gd name="connsiteX4" fmla="*/ 198537 w 494979"/>
                    <a:gd name="connsiteY4" fmla="*/ 184936 h 674476"/>
                    <a:gd name="connsiteX5" fmla="*/ 190378 w 494979"/>
                    <a:gd name="connsiteY5" fmla="*/ 220292 h 674476"/>
                    <a:gd name="connsiteX6" fmla="*/ 171340 w 494979"/>
                    <a:gd name="connsiteY6" fmla="*/ 291003 h 674476"/>
                    <a:gd name="connsiteX7" fmla="*/ 163180 w 494979"/>
                    <a:gd name="connsiteY7" fmla="*/ 323639 h 674476"/>
                    <a:gd name="connsiteX8" fmla="*/ 152302 w 494979"/>
                    <a:gd name="connsiteY8" fmla="*/ 361714 h 674476"/>
                    <a:gd name="connsiteX9" fmla="*/ 146862 w 494979"/>
                    <a:gd name="connsiteY9" fmla="*/ 388910 h 674476"/>
                    <a:gd name="connsiteX10" fmla="*/ 152302 w 494979"/>
                    <a:gd name="connsiteY10" fmla="*/ 391630 h 674476"/>
                    <a:gd name="connsiteX11" fmla="*/ 174060 w 494979"/>
                    <a:gd name="connsiteY11" fmla="*/ 391630 h 674476"/>
                    <a:gd name="connsiteX12" fmla="*/ 195817 w 494979"/>
                    <a:gd name="connsiteY12" fmla="*/ 388910 h 674476"/>
                    <a:gd name="connsiteX13" fmla="*/ 214855 w 494979"/>
                    <a:gd name="connsiteY13" fmla="*/ 388910 h 674476"/>
                    <a:gd name="connsiteX14" fmla="*/ 239332 w 494979"/>
                    <a:gd name="connsiteY14" fmla="*/ 388910 h 674476"/>
                    <a:gd name="connsiteX15" fmla="*/ 252930 w 494979"/>
                    <a:gd name="connsiteY15" fmla="*/ 386191 h 674476"/>
                    <a:gd name="connsiteX16" fmla="*/ 261089 w 494979"/>
                    <a:gd name="connsiteY16" fmla="*/ 386191 h 674476"/>
                    <a:gd name="connsiteX17" fmla="*/ 258369 w 494979"/>
                    <a:gd name="connsiteY17" fmla="*/ 367153 h 674476"/>
                    <a:gd name="connsiteX18" fmla="*/ 252930 w 494979"/>
                    <a:gd name="connsiteY18" fmla="*/ 331797 h 674476"/>
                    <a:gd name="connsiteX19" fmla="*/ 250210 w 494979"/>
                    <a:gd name="connsiteY19" fmla="*/ 244769 h 674476"/>
                    <a:gd name="connsiteX20" fmla="*/ 244771 w 494979"/>
                    <a:gd name="connsiteY20" fmla="*/ 203974 h 674476"/>
                    <a:gd name="connsiteX21" fmla="*/ 239332 w 494979"/>
                    <a:gd name="connsiteY21" fmla="*/ 157740 h 674476"/>
                    <a:gd name="connsiteX22" fmla="*/ 236612 w 494979"/>
                    <a:gd name="connsiteY22" fmla="*/ 119665 h 674476"/>
                    <a:gd name="connsiteX23" fmla="*/ 228453 w 494979"/>
                    <a:gd name="connsiteY23" fmla="*/ 97907 h 674476"/>
                    <a:gd name="connsiteX24" fmla="*/ 274687 w 494979"/>
                    <a:gd name="connsiteY24" fmla="*/ 0 h 674476"/>
                    <a:gd name="connsiteX25" fmla="*/ 304603 w 494979"/>
                    <a:gd name="connsiteY25" fmla="*/ 5439 h 674476"/>
                    <a:gd name="connsiteX26" fmla="*/ 320921 w 494979"/>
                    <a:gd name="connsiteY26" fmla="*/ 24477 h 674476"/>
                    <a:gd name="connsiteX27" fmla="*/ 334519 w 494979"/>
                    <a:gd name="connsiteY27" fmla="*/ 43515 h 674476"/>
                    <a:gd name="connsiteX28" fmla="*/ 339959 w 494979"/>
                    <a:gd name="connsiteY28" fmla="*/ 65272 h 674476"/>
                    <a:gd name="connsiteX29" fmla="*/ 348118 w 494979"/>
                    <a:gd name="connsiteY29" fmla="*/ 114226 h 674476"/>
                    <a:gd name="connsiteX30" fmla="*/ 361716 w 494979"/>
                    <a:gd name="connsiteY30" fmla="*/ 163180 h 674476"/>
                    <a:gd name="connsiteX31" fmla="*/ 369875 w 494979"/>
                    <a:gd name="connsiteY31" fmla="*/ 220293 h 674476"/>
                    <a:gd name="connsiteX32" fmla="*/ 378034 w 494979"/>
                    <a:gd name="connsiteY32" fmla="*/ 274686 h 674476"/>
                    <a:gd name="connsiteX33" fmla="*/ 383473 w 494979"/>
                    <a:gd name="connsiteY33" fmla="*/ 301883 h 674476"/>
                    <a:gd name="connsiteX34" fmla="*/ 391632 w 494979"/>
                    <a:gd name="connsiteY34" fmla="*/ 337238 h 674476"/>
                    <a:gd name="connsiteX35" fmla="*/ 397071 w 494979"/>
                    <a:gd name="connsiteY35" fmla="*/ 364435 h 674476"/>
                    <a:gd name="connsiteX36" fmla="*/ 405230 w 494979"/>
                    <a:gd name="connsiteY36" fmla="*/ 383473 h 674476"/>
                    <a:gd name="connsiteX37" fmla="*/ 416109 w 494979"/>
                    <a:gd name="connsiteY37" fmla="*/ 386192 h 674476"/>
                    <a:gd name="connsiteX38" fmla="*/ 426988 w 494979"/>
                    <a:gd name="connsiteY38" fmla="*/ 386192 h 674476"/>
                    <a:gd name="connsiteX39" fmla="*/ 454184 w 494979"/>
                    <a:gd name="connsiteY39" fmla="*/ 397071 h 674476"/>
                    <a:gd name="connsiteX40" fmla="*/ 456904 w 494979"/>
                    <a:gd name="connsiteY40" fmla="*/ 405230 h 674476"/>
                    <a:gd name="connsiteX41" fmla="*/ 451465 w 494979"/>
                    <a:gd name="connsiteY41" fmla="*/ 416108 h 674476"/>
                    <a:gd name="connsiteX42" fmla="*/ 432427 w 494979"/>
                    <a:gd name="connsiteY42" fmla="*/ 429707 h 674476"/>
                    <a:gd name="connsiteX43" fmla="*/ 421548 w 494979"/>
                    <a:gd name="connsiteY43" fmla="*/ 432426 h 674476"/>
                    <a:gd name="connsiteX44" fmla="*/ 413389 w 494979"/>
                    <a:gd name="connsiteY44" fmla="*/ 435146 h 674476"/>
                    <a:gd name="connsiteX45" fmla="*/ 413389 w 494979"/>
                    <a:gd name="connsiteY45" fmla="*/ 440585 h 674476"/>
                    <a:gd name="connsiteX46" fmla="*/ 416109 w 494979"/>
                    <a:gd name="connsiteY46" fmla="*/ 451464 h 674476"/>
                    <a:gd name="connsiteX47" fmla="*/ 418829 w 494979"/>
                    <a:gd name="connsiteY47" fmla="*/ 465062 h 674476"/>
                    <a:gd name="connsiteX48" fmla="*/ 418829 w 494979"/>
                    <a:gd name="connsiteY48" fmla="*/ 475941 h 674476"/>
                    <a:gd name="connsiteX49" fmla="*/ 418829 w 494979"/>
                    <a:gd name="connsiteY49" fmla="*/ 486820 h 674476"/>
                    <a:gd name="connsiteX50" fmla="*/ 426988 w 494979"/>
                    <a:gd name="connsiteY50" fmla="*/ 516736 h 674476"/>
                    <a:gd name="connsiteX51" fmla="*/ 432427 w 494979"/>
                    <a:gd name="connsiteY51" fmla="*/ 543932 h 674476"/>
                    <a:gd name="connsiteX52" fmla="*/ 437866 w 494979"/>
                    <a:gd name="connsiteY52" fmla="*/ 573848 h 674476"/>
                    <a:gd name="connsiteX53" fmla="*/ 443306 w 494979"/>
                    <a:gd name="connsiteY53" fmla="*/ 606484 h 674476"/>
                    <a:gd name="connsiteX54" fmla="*/ 446025 w 494979"/>
                    <a:gd name="connsiteY54" fmla="*/ 617363 h 674476"/>
                    <a:gd name="connsiteX55" fmla="*/ 470502 w 494979"/>
                    <a:gd name="connsiteY55" fmla="*/ 617363 h 674476"/>
                    <a:gd name="connsiteX56" fmla="*/ 494979 w 494979"/>
                    <a:gd name="connsiteY56" fmla="*/ 641840 h 674476"/>
                    <a:gd name="connsiteX57" fmla="*/ 486820 w 494979"/>
                    <a:gd name="connsiteY57" fmla="*/ 655438 h 674476"/>
                    <a:gd name="connsiteX58" fmla="*/ 470502 w 494979"/>
                    <a:gd name="connsiteY58" fmla="*/ 663597 h 674476"/>
                    <a:gd name="connsiteX59" fmla="*/ 446025 w 494979"/>
                    <a:gd name="connsiteY59" fmla="*/ 666317 h 674476"/>
                    <a:gd name="connsiteX60" fmla="*/ 424268 w 494979"/>
                    <a:gd name="connsiteY60" fmla="*/ 666317 h 674476"/>
                    <a:gd name="connsiteX61" fmla="*/ 416109 w 494979"/>
                    <a:gd name="connsiteY61" fmla="*/ 666317 h 674476"/>
                    <a:gd name="connsiteX62" fmla="*/ 402511 w 494979"/>
                    <a:gd name="connsiteY62" fmla="*/ 671756 h 674476"/>
                    <a:gd name="connsiteX63" fmla="*/ 386193 w 494979"/>
                    <a:gd name="connsiteY63" fmla="*/ 674476 h 674476"/>
                    <a:gd name="connsiteX64" fmla="*/ 350837 w 494979"/>
                    <a:gd name="connsiteY64" fmla="*/ 669036 h 674476"/>
                    <a:gd name="connsiteX65" fmla="*/ 329080 w 494979"/>
                    <a:gd name="connsiteY65" fmla="*/ 669036 h 674476"/>
                    <a:gd name="connsiteX66" fmla="*/ 280126 w 494979"/>
                    <a:gd name="connsiteY66" fmla="*/ 669036 h 674476"/>
                    <a:gd name="connsiteX67" fmla="*/ 255649 w 494979"/>
                    <a:gd name="connsiteY67" fmla="*/ 663597 h 674476"/>
                    <a:gd name="connsiteX68" fmla="*/ 239331 w 494979"/>
                    <a:gd name="connsiteY68" fmla="*/ 647279 h 674476"/>
                    <a:gd name="connsiteX69" fmla="*/ 263808 w 494979"/>
                    <a:gd name="connsiteY69" fmla="*/ 630961 h 674476"/>
                    <a:gd name="connsiteX70" fmla="*/ 291005 w 494979"/>
                    <a:gd name="connsiteY70" fmla="*/ 628241 h 674476"/>
                    <a:gd name="connsiteX71" fmla="*/ 288285 w 494979"/>
                    <a:gd name="connsiteY71" fmla="*/ 609204 h 674476"/>
                    <a:gd name="connsiteX72" fmla="*/ 285565 w 494979"/>
                    <a:gd name="connsiteY72" fmla="*/ 582007 h 674476"/>
                    <a:gd name="connsiteX73" fmla="*/ 282846 w 494979"/>
                    <a:gd name="connsiteY73" fmla="*/ 568409 h 674476"/>
                    <a:gd name="connsiteX74" fmla="*/ 285565 w 494979"/>
                    <a:gd name="connsiteY74" fmla="*/ 554811 h 674476"/>
                    <a:gd name="connsiteX75" fmla="*/ 280126 w 494979"/>
                    <a:gd name="connsiteY75" fmla="*/ 538493 h 674476"/>
                    <a:gd name="connsiteX76" fmla="*/ 274687 w 494979"/>
                    <a:gd name="connsiteY76" fmla="*/ 505857 h 674476"/>
                    <a:gd name="connsiteX77" fmla="*/ 271967 w 494979"/>
                    <a:gd name="connsiteY77" fmla="*/ 478660 h 674476"/>
                    <a:gd name="connsiteX78" fmla="*/ 269247 w 494979"/>
                    <a:gd name="connsiteY78" fmla="*/ 446025 h 674476"/>
                    <a:gd name="connsiteX79" fmla="*/ 263808 w 494979"/>
                    <a:gd name="connsiteY79" fmla="*/ 437866 h 674476"/>
                    <a:gd name="connsiteX80" fmla="*/ 252929 w 494979"/>
                    <a:gd name="connsiteY80" fmla="*/ 437866 h 674476"/>
                    <a:gd name="connsiteX81" fmla="*/ 223013 w 494979"/>
                    <a:gd name="connsiteY81" fmla="*/ 440585 h 674476"/>
                    <a:gd name="connsiteX82" fmla="*/ 193097 w 494979"/>
                    <a:gd name="connsiteY82" fmla="*/ 443305 h 674476"/>
                    <a:gd name="connsiteX83" fmla="*/ 168620 w 494979"/>
                    <a:gd name="connsiteY83" fmla="*/ 443305 h 674476"/>
                    <a:gd name="connsiteX84" fmla="*/ 146862 w 494979"/>
                    <a:gd name="connsiteY84" fmla="*/ 440585 h 674476"/>
                    <a:gd name="connsiteX85" fmla="*/ 138703 w 494979"/>
                    <a:gd name="connsiteY85" fmla="*/ 454184 h 674476"/>
                    <a:gd name="connsiteX86" fmla="*/ 133263 w 494979"/>
                    <a:gd name="connsiteY86" fmla="*/ 486820 h 674476"/>
                    <a:gd name="connsiteX87" fmla="*/ 122385 w 494979"/>
                    <a:gd name="connsiteY87" fmla="*/ 541213 h 674476"/>
                    <a:gd name="connsiteX88" fmla="*/ 106067 w 494979"/>
                    <a:gd name="connsiteY88" fmla="*/ 614643 h 674476"/>
                    <a:gd name="connsiteX89" fmla="*/ 135983 w 494979"/>
                    <a:gd name="connsiteY89" fmla="*/ 614643 h 674476"/>
                    <a:gd name="connsiteX90" fmla="*/ 171340 w 494979"/>
                    <a:gd name="connsiteY90" fmla="*/ 630961 h 674476"/>
                    <a:gd name="connsiteX91" fmla="*/ 165900 w 494979"/>
                    <a:gd name="connsiteY91" fmla="*/ 647279 h 674476"/>
                    <a:gd name="connsiteX92" fmla="*/ 149581 w 494979"/>
                    <a:gd name="connsiteY92" fmla="*/ 655438 h 674476"/>
                    <a:gd name="connsiteX93" fmla="*/ 127824 w 494979"/>
                    <a:gd name="connsiteY93" fmla="*/ 658158 h 674476"/>
                    <a:gd name="connsiteX94" fmla="*/ 106067 w 494979"/>
                    <a:gd name="connsiteY94" fmla="*/ 658158 h 674476"/>
                    <a:gd name="connsiteX95" fmla="*/ 62552 w 494979"/>
                    <a:gd name="connsiteY95" fmla="*/ 658158 h 674476"/>
                    <a:gd name="connsiteX96" fmla="*/ 40795 w 494979"/>
                    <a:gd name="connsiteY96" fmla="*/ 658158 h 674476"/>
                    <a:gd name="connsiteX97" fmla="*/ 16318 w 494979"/>
                    <a:gd name="connsiteY97" fmla="*/ 652718 h 674476"/>
                    <a:gd name="connsiteX98" fmla="*/ 0 w 494979"/>
                    <a:gd name="connsiteY98" fmla="*/ 636401 h 674476"/>
                    <a:gd name="connsiteX99" fmla="*/ 2720 w 494979"/>
                    <a:gd name="connsiteY99" fmla="*/ 628241 h 674476"/>
                    <a:gd name="connsiteX100" fmla="*/ 24477 w 494979"/>
                    <a:gd name="connsiteY100" fmla="*/ 620082 h 674476"/>
                    <a:gd name="connsiteX101" fmla="*/ 62552 w 494979"/>
                    <a:gd name="connsiteY101" fmla="*/ 617363 h 674476"/>
                    <a:gd name="connsiteX102" fmla="*/ 62552 w 494979"/>
                    <a:gd name="connsiteY102" fmla="*/ 614643 h 674476"/>
                    <a:gd name="connsiteX103" fmla="*/ 65272 w 494979"/>
                    <a:gd name="connsiteY103" fmla="*/ 587447 h 674476"/>
                    <a:gd name="connsiteX104" fmla="*/ 76151 w 494979"/>
                    <a:gd name="connsiteY104" fmla="*/ 522175 h 674476"/>
                    <a:gd name="connsiteX105" fmla="*/ 87029 w 494979"/>
                    <a:gd name="connsiteY105" fmla="*/ 470501 h 674476"/>
                    <a:gd name="connsiteX106" fmla="*/ 92469 w 494979"/>
                    <a:gd name="connsiteY106" fmla="*/ 446025 h 674476"/>
                    <a:gd name="connsiteX107" fmla="*/ 65272 w 494979"/>
                    <a:gd name="connsiteY107" fmla="*/ 432426 h 674476"/>
                    <a:gd name="connsiteX108" fmla="*/ 54393 w 494979"/>
                    <a:gd name="connsiteY108" fmla="*/ 421548 h 674476"/>
                    <a:gd name="connsiteX109" fmla="*/ 73431 w 494979"/>
                    <a:gd name="connsiteY109" fmla="*/ 407949 h 674476"/>
                    <a:gd name="connsiteX110" fmla="*/ 100628 w 494979"/>
                    <a:gd name="connsiteY110" fmla="*/ 399790 h 674476"/>
                    <a:gd name="connsiteX111" fmla="*/ 108787 w 494979"/>
                    <a:gd name="connsiteY111" fmla="*/ 369874 h 674476"/>
                    <a:gd name="connsiteX112" fmla="*/ 125105 w 494979"/>
                    <a:gd name="connsiteY112" fmla="*/ 307322 h 674476"/>
                    <a:gd name="connsiteX113" fmla="*/ 141423 w 494979"/>
                    <a:gd name="connsiteY113" fmla="*/ 242051 h 674476"/>
                    <a:gd name="connsiteX114" fmla="*/ 155021 w 494979"/>
                    <a:gd name="connsiteY114" fmla="*/ 179498 h 674476"/>
                    <a:gd name="connsiteX115" fmla="*/ 168620 w 494979"/>
                    <a:gd name="connsiteY115" fmla="*/ 119665 h 674476"/>
                    <a:gd name="connsiteX116" fmla="*/ 193097 w 494979"/>
                    <a:gd name="connsiteY116" fmla="*/ 57113 h 674476"/>
                    <a:gd name="connsiteX117" fmla="*/ 201256 w 494979"/>
                    <a:gd name="connsiteY117" fmla="*/ 38075 h 674476"/>
                    <a:gd name="connsiteX118" fmla="*/ 217574 w 494979"/>
                    <a:gd name="connsiteY118" fmla="*/ 13598 h 674476"/>
                    <a:gd name="connsiteX119" fmla="*/ 274687 w 494979"/>
                    <a:gd name="connsiteY119" fmla="*/ 0 h 6744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</a:cxnLst>
                  <a:rect l="l" t="t" r="r" b="b"/>
                  <a:pathLst>
                    <a:path w="494979" h="674476">
                      <a:moveTo>
                        <a:pt x="228453" y="97907"/>
                      </a:moveTo>
                      <a:cubicBezTo>
                        <a:pt x="220294" y="97907"/>
                        <a:pt x="212135" y="114225"/>
                        <a:pt x="212135" y="119665"/>
                      </a:cubicBezTo>
                      <a:cubicBezTo>
                        <a:pt x="209415" y="130543"/>
                        <a:pt x="206696" y="144141"/>
                        <a:pt x="203976" y="152300"/>
                      </a:cubicBezTo>
                      <a:cubicBezTo>
                        <a:pt x="201256" y="157740"/>
                        <a:pt x="201256" y="163179"/>
                        <a:pt x="201256" y="168618"/>
                      </a:cubicBezTo>
                      <a:cubicBezTo>
                        <a:pt x="201256" y="174058"/>
                        <a:pt x="198537" y="179497"/>
                        <a:pt x="198537" y="184936"/>
                      </a:cubicBezTo>
                      <a:cubicBezTo>
                        <a:pt x="195817" y="195815"/>
                        <a:pt x="193097" y="209413"/>
                        <a:pt x="190378" y="220292"/>
                      </a:cubicBezTo>
                      <a:cubicBezTo>
                        <a:pt x="187658" y="244769"/>
                        <a:pt x="179499" y="269246"/>
                        <a:pt x="171340" y="291003"/>
                      </a:cubicBezTo>
                      <a:cubicBezTo>
                        <a:pt x="168620" y="301881"/>
                        <a:pt x="165900" y="312760"/>
                        <a:pt x="163180" y="323639"/>
                      </a:cubicBezTo>
                      <a:cubicBezTo>
                        <a:pt x="160461" y="337237"/>
                        <a:pt x="157741" y="348115"/>
                        <a:pt x="152302" y="361714"/>
                      </a:cubicBezTo>
                      <a:cubicBezTo>
                        <a:pt x="149582" y="367153"/>
                        <a:pt x="146862" y="383471"/>
                        <a:pt x="146862" y="388910"/>
                      </a:cubicBezTo>
                      <a:cubicBezTo>
                        <a:pt x="146862" y="391630"/>
                        <a:pt x="149582" y="391630"/>
                        <a:pt x="152302" y="391630"/>
                      </a:cubicBezTo>
                      <a:cubicBezTo>
                        <a:pt x="157741" y="391630"/>
                        <a:pt x="171340" y="391630"/>
                        <a:pt x="174060" y="391630"/>
                      </a:cubicBezTo>
                      <a:cubicBezTo>
                        <a:pt x="182219" y="391630"/>
                        <a:pt x="190378" y="391630"/>
                        <a:pt x="195817" y="388910"/>
                      </a:cubicBezTo>
                      <a:cubicBezTo>
                        <a:pt x="201256" y="388910"/>
                        <a:pt x="206696" y="388910"/>
                        <a:pt x="214855" y="388910"/>
                      </a:cubicBezTo>
                      <a:cubicBezTo>
                        <a:pt x="220294" y="388910"/>
                        <a:pt x="228453" y="388910"/>
                        <a:pt x="239332" y="388910"/>
                      </a:cubicBezTo>
                      <a:cubicBezTo>
                        <a:pt x="244771" y="388910"/>
                        <a:pt x="250210" y="388910"/>
                        <a:pt x="252930" y="386191"/>
                      </a:cubicBezTo>
                      <a:cubicBezTo>
                        <a:pt x="258369" y="391630"/>
                        <a:pt x="261089" y="388910"/>
                        <a:pt x="261089" y="386191"/>
                      </a:cubicBezTo>
                      <a:cubicBezTo>
                        <a:pt x="261089" y="380751"/>
                        <a:pt x="258369" y="372592"/>
                        <a:pt x="258369" y="367153"/>
                      </a:cubicBezTo>
                      <a:cubicBezTo>
                        <a:pt x="255650" y="353555"/>
                        <a:pt x="252930" y="342676"/>
                        <a:pt x="252930" y="331797"/>
                      </a:cubicBezTo>
                      <a:cubicBezTo>
                        <a:pt x="252930" y="301881"/>
                        <a:pt x="252930" y="274685"/>
                        <a:pt x="250210" y="244769"/>
                      </a:cubicBezTo>
                      <a:cubicBezTo>
                        <a:pt x="250210" y="231170"/>
                        <a:pt x="247491" y="217572"/>
                        <a:pt x="244771" y="203974"/>
                      </a:cubicBezTo>
                      <a:cubicBezTo>
                        <a:pt x="242051" y="187656"/>
                        <a:pt x="239332" y="174058"/>
                        <a:pt x="239332" y="157740"/>
                      </a:cubicBezTo>
                      <a:cubicBezTo>
                        <a:pt x="239332" y="152300"/>
                        <a:pt x="239332" y="133263"/>
                        <a:pt x="236612" y="119665"/>
                      </a:cubicBezTo>
                      <a:cubicBezTo>
                        <a:pt x="236612" y="106066"/>
                        <a:pt x="233892" y="97907"/>
                        <a:pt x="228453" y="97907"/>
                      </a:cubicBezTo>
                      <a:close/>
                      <a:moveTo>
                        <a:pt x="274687" y="0"/>
                      </a:moveTo>
                      <a:cubicBezTo>
                        <a:pt x="288285" y="0"/>
                        <a:pt x="293724" y="2720"/>
                        <a:pt x="304603" y="5439"/>
                      </a:cubicBezTo>
                      <a:cubicBezTo>
                        <a:pt x="315482" y="10879"/>
                        <a:pt x="315482" y="16318"/>
                        <a:pt x="320921" y="24477"/>
                      </a:cubicBezTo>
                      <a:cubicBezTo>
                        <a:pt x="326360" y="29916"/>
                        <a:pt x="331800" y="35356"/>
                        <a:pt x="334519" y="43515"/>
                      </a:cubicBezTo>
                      <a:cubicBezTo>
                        <a:pt x="337239" y="51674"/>
                        <a:pt x="337239" y="57113"/>
                        <a:pt x="339959" y="65272"/>
                      </a:cubicBezTo>
                      <a:cubicBezTo>
                        <a:pt x="345398" y="78870"/>
                        <a:pt x="342678" y="97908"/>
                        <a:pt x="348118" y="114226"/>
                      </a:cubicBezTo>
                      <a:cubicBezTo>
                        <a:pt x="350837" y="130544"/>
                        <a:pt x="358996" y="146863"/>
                        <a:pt x="361716" y="163180"/>
                      </a:cubicBezTo>
                      <a:cubicBezTo>
                        <a:pt x="364435" y="182218"/>
                        <a:pt x="364435" y="201256"/>
                        <a:pt x="369875" y="220293"/>
                      </a:cubicBezTo>
                      <a:cubicBezTo>
                        <a:pt x="375314" y="239331"/>
                        <a:pt x="378034" y="255649"/>
                        <a:pt x="378034" y="274686"/>
                      </a:cubicBezTo>
                      <a:cubicBezTo>
                        <a:pt x="378034" y="282845"/>
                        <a:pt x="380753" y="293724"/>
                        <a:pt x="383473" y="301883"/>
                      </a:cubicBezTo>
                      <a:cubicBezTo>
                        <a:pt x="386193" y="312762"/>
                        <a:pt x="388912" y="326360"/>
                        <a:pt x="391632" y="337238"/>
                      </a:cubicBezTo>
                      <a:cubicBezTo>
                        <a:pt x="391632" y="342678"/>
                        <a:pt x="394352" y="353556"/>
                        <a:pt x="397071" y="364435"/>
                      </a:cubicBezTo>
                      <a:cubicBezTo>
                        <a:pt x="399791" y="372594"/>
                        <a:pt x="402511" y="380753"/>
                        <a:pt x="405230" y="383473"/>
                      </a:cubicBezTo>
                      <a:cubicBezTo>
                        <a:pt x="407950" y="386192"/>
                        <a:pt x="413389" y="386192"/>
                        <a:pt x="416109" y="386192"/>
                      </a:cubicBezTo>
                      <a:cubicBezTo>
                        <a:pt x="418829" y="386192"/>
                        <a:pt x="424268" y="386192"/>
                        <a:pt x="426988" y="386192"/>
                      </a:cubicBezTo>
                      <a:cubicBezTo>
                        <a:pt x="437866" y="386192"/>
                        <a:pt x="448745" y="388912"/>
                        <a:pt x="454184" y="397071"/>
                      </a:cubicBezTo>
                      <a:cubicBezTo>
                        <a:pt x="456904" y="399790"/>
                        <a:pt x="456904" y="402510"/>
                        <a:pt x="456904" y="405230"/>
                      </a:cubicBezTo>
                      <a:cubicBezTo>
                        <a:pt x="456904" y="407949"/>
                        <a:pt x="454184" y="410669"/>
                        <a:pt x="451465" y="416108"/>
                      </a:cubicBezTo>
                      <a:cubicBezTo>
                        <a:pt x="446025" y="421548"/>
                        <a:pt x="440586" y="426987"/>
                        <a:pt x="432427" y="429707"/>
                      </a:cubicBezTo>
                      <a:cubicBezTo>
                        <a:pt x="429707" y="429707"/>
                        <a:pt x="426988" y="432426"/>
                        <a:pt x="421548" y="432426"/>
                      </a:cubicBezTo>
                      <a:cubicBezTo>
                        <a:pt x="418829" y="432426"/>
                        <a:pt x="416109" y="432426"/>
                        <a:pt x="413389" y="435146"/>
                      </a:cubicBezTo>
                      <a:cubicBezTo>
                        <a:pt x="413389" y="435146"/>
                        <a:pt x="413389" y="437866"/>
                        <a:pt x="413389" y="440585"/>
                      </a:cubicBezTo>
                      <a:cubicBezTo>
                        <a:pt x="413389" y="443305"/>
                        <a:pt x="413389" y="448744"/>
                        <a:pt x="416109" y="451464"/>
                      </a:cubicBezTo>
                      <a:cubicBezTo>
                        <a:pt x="416109" y="456903"/>
                        <a:pt x="418829" y="462343"/>
                        <a:pt x="418829" y="465062"/>
                      </a:cubicBezTo>
                      <a:lnTo>
                        <a:pt x="418829" y="475941"/>
                      </a:lnTo>
                      <a:cubicBezTo>
                        <a:pt x="418829" y="481380"/>
                        <a:pt x="418829" y="484100"/>
                        <a:pt x="418829" y="486820"/>
                      </a:cubicBezTo>
                      <a:cubicBezTo>
                        <a:pt x="421548" y="497698"/>
                        <a:pt x="424268" y="505857"/>
                        <a:pt x="426988" y="516736"/>
                      </a:cubicBezTo>
                      <a:cubicBezTo>
                        <a:pt x="426988" y="524895"/>
                        <a:pt x="429707" y="535773"/>
                        <a:pt x="432427" y="543932"/>
                      </a:cubicBezTo>
                      <a:cubicBezTo>
                        <a:pt x="435147" y="554811"/>
                        <a:pt x="437866" y="562970"/>
                        <a:pt x="437866" y="573848"/>
                      </a:cubicBezTo>
                      <a:cubicBezTo>
                        <a:pt x="437866" y="587447"/>
                        <a:pt x="440586" y="595606"/>
                        <a:pt x="443306" y="606484"/>
                      </a:cubicBezTo>
                      <a:cubicBezTo>
                        <a:pt x="443306" y="609204"/>
                        <a:pt x="446025" y="614643"/>
                        <a:pt x="446025" y="617363"/>
                      </a:cubicBezTo>
                      <a:cubicBezTo>
                        <a:pt x="454184" y="617363"/>
                        <a:pt x="462343" y="617363"/>
                        <a:pt x="470502" y="617363"/>
                      </a:cubicBezTo>
                      <a:cubicBezTo>
                        <a:pt x="478661" y="625522"/>
                        <a:pt x="492259" y="630961"/>
                        <a:pt x="494979" y="641840"/>
                      </a:cubicBezTo>
                      <a:cubicBezTo>
                        <a:pt x="494979" y="647279"/>
                        <a:pt x="489540" y="649999"/>
                        <a:pt x="486820" y="655438"/>
                      </a:cubicBezTo>
                      <a:cubicBezTo>
                        <a:pt x="484100" y="660877"/>
                        <a:pt x="475942" y="663597"/>
                        <a:pt x="470502" y="663597"/>
                      </a:cubicBezTo>
                      <a:cubicBezTo>
                        <a:pt x="459623" y="666317"/>
                        <a:pt x="454184" y="666317"/>
                        <a:pt x="446025" y="666317"/>
                      </a:cubicBezTo>
                      <a:cubicBezTo>
                        <a:pt x="440586" y="666317"/>
                        <a:pt x="432427" y="666317"/>
                        <a:pt x="424268" y="666317"/>
                      </a:cubicBezTo>
                      <a:cubicBezTo>
                        <a:pt x="421548" y="666317"/>
                        <a:pt x="418829" y="666317"/>
                        <a:pt x="416109" y="666317"/>
                      </a:cubicBezTo>
                      <a:cubicBezTo>
                        <a:pt x="410670" y="669036"/>
                        <a:pt x="407950" y="669036"/>
                        <a:pt x="402511" y="671756"/>
                      </a:cubicBezTo>
                      <a:cubicBezTo>
                        <a:pt x="397071" y="671756"/>
                        <a:pt x="391632" y="674476"/>
                        <a:pt x="386193" y="674476"/>
                      </a:cubicBezTo>
                      <a:cubicBezTo>
                        <a:pt x="375314" y="674476"/>
                        <a:pt x="361716" y="671756"/>
                        <a:pt x="350837" y="669036"/>
                      </a:cubicBezTo>
                      <a:cubicBezTo>
                        <a:pt x="342678" y="669036"/>
                        <a:pt x="334519" y="669036"/>
                        <a:pt x="329080" y="669036"/>
                      </a:cubicBezTo>
                      <a:cubicBezTo>
                        <a:pt x="307323" y="669036"/>
                        <a:pt x="288285" y="669036"/>
                        <a:pt x="280126" y="669036"/>
                      </a:cubicBezTo>
                      <a:cubicBezTo>
                        <a:pt x="271967" y="669036"/>
                        <a:pt x="261088" y="669036"/>
                        <a:pt x="255649" y="663597"/>
                      </a:cubicBezTo>
                      <a:cubicBezTo>
                        <a:pt x="250210" y="660877"/>
                        <a:pt x="239331" y="655438"/>
                        <a:pt x="239331" y="647279"/>
                      </a:cubicBezTo>
                      <a:cubicBezTo>
                        <a:pt x="239331" y="636401"/>
                        <a:pt x="255649" y="633681"/>
                        <a:pt x="263808" y="630961"/>
                      </a:cubicBezTo>
                      <a:cubicBezTo>
                        <a:pt x="269247" y="630961"/>
                        <a:pt x="277406" y="630961"/>
                        <a:pt x="291005" y="628241"/>
                      </a:cubicBezTo>
                      <a:cubicBezTo>
                        <a:pt x="291005" y="620082"/>
                        <a:pt x="291005" y="614643"/>
                        <a:pt x="288285" y="609204"/>
                      </a:cubicBezTo>
                      <a:cubicBezTo>
                        <a:pt x="288285" y="601045"/>
                        <a:pt x="285565" y="590166"/>
                        <a:pt x="285565" y="582007"/>
                      </a:cubicBezTo>
                      <a:cubicBezTo>
                        <a:pt x="285565" y="576568"/>
                        <a:pt x="282846" y="573848"/>
                        <a:pt x="282846" y="568409"/>
                      </a:cubicBezTo>
                      <a:cubicBezTo>
                        <a:pt x="282846" y="562970"/>
                        <a:pt x="285565" y="557531"/>
                        <a:pt x="285565" y="554811"/>
                      </a:cubicBezTo>
                      <a:cubicBezTo>
                        <a:pt x="285565" y="549371"/>
                        <a:pt x="282846" y="546652"/>
                        <a:pt x="280126" y="538493"/>
                      </a:cubicBezTo>
                      <a:cubicBezTo>
                        <a:pt x="280126" y="527614"/>
                        <a:pt x="274687" y="516736"/>
                        <a:pt x="274687" y="505857"/>
                      </a:cubicBezTo>
                      <a:cubicBezTo>
                        <a:pt x="274687" y="494978"/>
                        <a:pt x="274687" y="486820"/>
                        <a:pt x="271967" y="478660"/>
                      </a:cubicBezTo>
                      <a:cubicBezTo>
                        <a:pt x="269247" y="467782"/>
                        <a:pt x="269247" y="456903"/>
                        <a:pt x="269247" y="446025"/>
                      </a:cubicBezTo>
                      <a:cubicBezTo>
                        <a:pt x="269247" y="440585"/>
                        <a:pt x="266528" y="437866"/>
                        <a:pt x="263808" y="437866"/>
                      </a:cubicBezTo>
                      <a:cubicBezTo>
                        <a:pt x="261088" y="437866"/>
                        <a:pt x="258369" y="437866"/>
                        <a:pt x="252929" y="437866"/>
                      </a:cubicBezTo>
                      <a:cubicBezTo>
                        <a:pt x="242051" y="437866"/>
                        <a:pt x="231172" y="437866"/>
                        <a:pt x="223013" y="440585"/>
                      </a:cubicBezTo>
                      <a:cubicBezTo>
                        <a:pt x="212135" y="440585"/>
                        <a:pt x="203976" y="443305"/>
                        <a:pt x="193097" y="443305"/>
                      </a:cubicBezTo>
                      <a:cubicBezTo>
                        <a:pt x="184938" y="443305"/>
                        <a:pt x="176779" y="443305"/>
                        <a:pt x="168620" y="443305"/>
                      </a:cubicBezTo>
                      <a:cubicBezTo>
                        <a:pt x="165900" y="443305"/>
                        <a:pt x="155021" y="440585"/>
                        <a:pt x="146862" y="440585"/>
                      </a:cubicBezTo>
                      <a:cubicBezTo>
                        <a:pt x="138703" y="440585"/>
                        <a:pt x="138703" y="448744"/>
                        <a:pt x="138703" y="454184"/>
                      </a:cubicBezTo>
                      <a:cubicBezTo>
                        <a:pt x="138703" y="465062"/>
                        <a:pt x="135983" y="475941"/>
                        <a:pt x="133263" y="486820"/>
                      </a:cubicBezTo>
                      <a:cubicBezTo>
                        <a:pt x="130544" y="505857"/>
                        <a:pt x="125105" y="522175"/>
                        <a:pt x="122385" y="541213"/>
                      </a:cubicBezTo>
                      <a:cubicBezTo>
                        <a:pt x="119665" y="560250"/>
                        <a:pt x="111506" y="595606"/>
                        <a:pt x="106067" y="614643"/>
                      </a:cubicBezTo>
                      <a:cubicBezTo>
                        <a:pt x="114226" y="614643"/>
                        <a:pt x="125105" y="614643"/>
                        <a:pt x="135983" y="614643"/>
                      </a:cubicBezTo>
                      <a:cubicBezTo>
                        <a:pt x="149581" y="614643"/>
                        <a:pt x="171340" y="614643"/>
                        <a:pt x="171340" y="630961"/>
                      </a:cubicBezTo>
                      <a:cubicBezTo>
                        <a:pt x="171340" y="639120"/>
                        <a:pt x="168620" y="639120"/>
                        <a:pt x="165900" y="647279"/>
                      </a:cubicBezTo>
                      <a:cubicBezTo>
                        <a:pt x="163181" y="652718"/>
                        <a:pt x="155021" y="655438"/>
                        <a:pt x="149581" y="655438"/>
                      </a:cubicBezTo>
                      <a:cubicBezTo>
                        <a:pt x="141423" y="658158"/>
                        <a:pt x="135983" y="658158"/>
                        <a:pt x="127824" y="658158"/>
                      </a:cubicBezTo>
                      <a:cubicBezTo>
                        <a:pt x="122385" y="658158"/>
                        <a:pt x="116946" y="658158"/>
                        <a:pt x="106067" y="658158"/>
                      </a:cubicBezTo>
                      <a:cubicBezTo>
                        <a:pt x="92469" y="658158"/>
                        <a:pt x="78870" y="658158"/>
                        <a:pt x="62552" y="658158"/>
                      </a:cubicBezTo>
                      <a:cubicBezTo>
                        <a:pt x="54393" y="658158"/>
                        <a:pt x="46234" y="658158"/>
                        <a:pt x="40795" y="658158"/>
                      </a:cubicBezTo>
                      <a:cubicBezTo>
                        <a:pt x="32636" y="658158"/>
                        <a:pt x="21758" y="658158"/>
                        <a:pt x="16318" y="652718"/>
                      </a:cubicBezTo>
                      <a:cubicBezTo>
                        <a:pt x="8159" y="649999"/>
                        <a:pt x="0" y="641840"/>
                        <a:pt x="0" y="636401"/>
                      </a:cubicBezTo>
                      <a:cubicBezTo>
                        <a:pt x="0" y="633681"/>
                        <a:pt x="0" y="630961"/>
                        <a:pt x="2720" y="628241"/>
                      </a:cubicBezTo>
                      <a:cubicBezTo>
                        <a:pt x="8159" y="625522"/>
                        <a:pt x="16318" y="622802"/>
                        <a:pt x="24477" y="620082"/>
                      </a:cubicBezTo>
                      <a:cubicBezTo>
                        <a:pt x="38075" y="617363"/>
                        <a:pt x="48954" y="617363"/>
                        <a:pt x="62552" y="617363"/>
                      </a:cubicBezTo>
                      <a:cubicBezTo>
                        <a:pt x="62552" y="617363"/>
                        <a:pt x="62552" y="614643"/>
                        <a:pt x="62552" y="614643"/>
                      </a:cubicBezTo>
                      <a:cubicBezTo>
                        <a:pt x="62552" y="603765"/>
                        <a:pt x="65272" y="590166"/>
                        <a:pt x="65272" y="587447"/>
                      </a:cubicBezTo>
                      <a:cubicBezTo>
                        <a:pt x="67992" y="565689"/>
                        <a:pt x="73431" y="543932"/>
                        <a:pt x="76151" y="522175"/>
                      </a:cubicBezTo>
                      <a:cubicBezTo>
                        <a:pt x="78870" y="505857"/>
                        <a:pt x="81590" y="486820"/>
                        <a:pt x="87029" y="470501"/>
                      </a:cubicBezTo>
                      <a:cubicBezTo>
                        <a:pt x="87029" y="465062"/>
                        <a:pt x="92469" y="451464"/>
                        <a:pt x="92469" y="446025"/>
                      </a:cubicBezTo>
                      <a:cubicBezTo>
                        <a:pt x="92469" y="437866"/>
                        <a:pt x="73431" y="437866"/>
                        <a:pt x="65272" y="432426"/>
                      </a:cubicBezTo>
                      <a:cubicBezTo>
                        <a:pt x="59833" y="429707"/>
                        <a:pt x="54393" y="426987"/>
                        <a:pt x="54393" y="421548"/>
                      </a:cubicBezTo>
                      <a:cubicBezTo>
                        <a:pt x="54393" y="413389"/>
                        <a:pt x="62552" y="410669"/>
                        <a:pt x="73431" y="407949"/>
                      </a:cubicBezTo>
                      <a:cubicBezTo>
                        <a:pt x="78870" y="407949"/>
                        <a:pt x="92469" y="405230"/>
                        <a:pt x="100628" y="399790"/>
                      </a:cubicBezTo>
                      <a:cubicBezTo>
                        <a:pt x="106067" y="394351"/>
                        <a:pt x="106067" y="378033"/>
                        <a:pt x="108787" y="369874"/>
                      </a:cubicBezTo>
                      <a:cubicBezTo>
                        <a:pt x="114226" y="348117"/>
                        <a:pt x="119665" y="326360"/>
                        <a:pt x="125105" y="307322"/>
                      </a:cubicBezTo>
                      <a:cubicBezTo>
                        <a:pt x="130544" y="285565"/>
                        <a:pt x="135983" y="263808"/>
                        <a:pt x="141423" y="242051"/>
                      </a:cubicBezTo>
                      <a:cubicBezTo>
                        <a:pt x="146862" y="220293"/>
                        <a:pt x="152301" y="198536"/>
                        <a:pt x="155021" y="179498"/>
                      </a:cubicBezTo>
                      <a:cubicBezTo>
                        <a:pt x="157740" y="160461"/>
                        <a:pt x="163181" y="138703"/>
                        <a:pt x="168620" y="119665"/>
                      </a:cubicBezTo>
                      <a:cubicBezTo>
                        <a:pt x="176779" y="100627"/>
                        <a:pt x="182218" y="76150"/>
                        <a:pt x="193097" y="57113"/>
                      </a:cubicBezTo>
                      <a:lnTo>
                        <a:pt x="201256" y="38075"/>
                      </a:lnTo>
                      <a:cubicBezTo>
                        <a:pt x="206695" y="29916"/>
                        <a:pt x="209415" y="19038"/>
                        <a:pt x="217574" y="13598"/>
                      </a:cubicBezTo>
                      <a:cubicBezTo>
                        <a:pt x="231172" y="2720"/>
                        <a:pt x="255649" y="0"/>
                        <a:pt x="274687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45" name="Freeform: Shape 39">
                  <a:extLst>
                    <a:ext uri="{FF2B5EF4-FFF2-40B4-BE49-F238E27FC236}">
                      <a16:creationId xmlns:a16="http://schemas.microsoft.com/office/drawing/2014/main" id="{58B73DCE-EA65-42C3-1A9F-DF0EB97485B6}"/>
                    </a:ext>
                  </a:extLst>
                </p:cNvPr>
                <p:cNvSpPr/>
                <p:nvPr/>
              </p:nvSpPr>
              <p:spPr>
                <a:xfrm>
                  <a:off x="3443268" y="4186718"/>
                  <a:ext cx="435145" cy="761503"/>
                </a:xfrm>
                <a:custGeom>
                  <a:avLst/>
                  <a:gdLst>
                    <a:gd name="connsiteX0" fmla="*/ 400855 w 435145"/>
                    <a:gd name="connsiteY0" fmla="*/ 678260 h 761503"/>
                    <a:gd name="connsiteX1" fmla="*/ 384537 w 435145"/>
                    <a:gd name="connsiteY1" fmla="*/ 719054 h 761503"/>
                    <a:gd name="connsiteX2" fmla="*/ 368219 w 435145"/>
                    <a:gd name="connsiteY2" fmla="*/ 713615 h 761503"/>
                    <a:gd name="connsiteX3" fmla="*/ 360060 w 435145"/>
                    <a:gd name="connsiteY3" fmla="*/ 697297 h 761503"/>
                    <a:gd name="connsiteX4" fmla="*/ 360060 w 435145"/>
                    <a:gd name="connsiteY4" fmla="*/ 651063 h 761503"/>
                    <a:gd name="connsiteX5" fmla="*/ 332864 w 435145"/>
                    <a:gd name="connsiteY5" fmla="*/ 686418 h 761503"/>
                    <a:gd name="connsiteX6" fmla="*/ 251274 w 435145"/>
                    <a:gd name="connsiteY6" fmla="*/ 721774 h 761503"/>
                    <a:gd name="connsiteX7" fmla="*/ 229517 w 435145"/>
                    <a:gd name="connsiteY7" fmla="*/ 719054 h 761503"/>
                    <a:gd name="connsiteX8" fmla="*/ 158806 w 435145"/>
                    <a:gd name="connsiteY8" fmla="*/ 694578 h 761503"/>
                    <a:gd name="connsiteX9" fmla="*/ 112571 w 435145"/>
                    <a:gd name="connsiteY9" fmla="*/ 659222 h 761503"/>
                    <a:gd name="connsiteX10" fmla="*/ 79936 w 435145"/>
                    <a:gd name="connsiteY10" fmla="*/ 607548 h 761503"/>
                    <a:gd name="connsiteX11" fmla="*/ 63618 w 435145"/>
                    <a:gd name="connsiteY11" fmla="*/ 542277 h 761503"/>
                    <a:gd name="connsiteX12" fmla="*/ 58178 w 435145"/>
                    <a:gd name="connsiteY12" fmla="*/ 471566 h 761503"/>
                    <a:gd name="connsiteX13" fmla="*/ 60898 w 435145"/>
                    <a:gd name="connsiteY13" fmla="*/ 400855 h 761503"/>
                    <a:gd name="connsiteX14" fmla="*/ 66337 w 435145"/>
                    <a:gd name="connsiteY14" fmla="*/ 335583 h 761503"/>
                    <a:gd name="connsiteX15" fmla="*/ 85375 w 435145"/>
                    <a:gd name="connsiteY15" fmla="*/ 267592 h 761503"/>
                    <a:gd name="connsiteX16" fmla="*/ 109852 w 435145"/>
                    <a:gd name="connsiteY16" fmla="*/ 199600 h 761503"/>
                    <a:gd name="connsiteX17" fmla="*/ 145207 w 435145"/>
                    <a:gd name="connsiteY17" fmla="*/ 145207 h 761503"/>
                    <a:gd name="connsiteX18" fmla="*/ 188722 w 435145"/>
                    <a:gd name="connsiteY18" fmla="*/ 96253 h 761503"/>
                    <a:gd name="connsiteX19" fmla="*/ 243115 w 435145"/>
                    <a:gd name="connsiteY19" fmla="*/ 71776 h 761503"/>
                    <a:gd name="connsiteX20" fmla="*/ 286630 w 435145"/>
                    <a:gd name="connsiteY20" fmla="*/ 63617 h 761503"/>
                    <a:gd name="connsiteX21" fmla="*/ 305667 w 435145"/>
                    <a:gd name="connsiteY21" fmla="*/ 66337 h 761503"/>
                    <a:gd name="connsiteX22" fmla="*/ 324705 w 435145"/>
                    <a:gd name="connsiteY22" fmla="*/ 79936 h 761503"/>
                    <a:gd name="connsiteX23" fmla="*/ 341023 w 435145"/>
                    <a:gd name="connsiteY23" fmla="*/ 101693 h 761503"/>
                    <a:gd name="connsiteX24" fmla="*/ 354621 w 435145"/>
                    <a:gd name="connsiteY24" fmla="*/ 123450 h 761503"/>
                    <a:gd name="connsiteX25" fmla="*/ 354621 w 435145"/>
                    <a:gd name="connsiteY25" fmla="*/ 98973 h 761503"/>
                    <a:gd name="connsiteX26" fmla="*/ 360060 w 435145"/>
                    <a:gd name="connsiteY26" fmla="*/ 74496 h 761503"/>
                    <a:gd name="connsiteX27" fmla="*/ 365500 w 435145"/>
                    <a:gd name="connsiteY27" fmla="*/ 63617 h 761503"/>
                    <a:gd name="connsiteX28" fmla="*/ 373659 w 435145"/>
                    <a:gd name="connsiteY28" fmla="*/ 58178 h 761503"/>
                    <a:gd name="connsiteX29" fmla="*/ 381818 w 435145"/>
                    <a:gd name="connsiteY29" fmla="*/ 63617 h 761503"/>
                    <a:gd name="connsiteX30" fmla="*/ 389977 w 435145"/>
                    <a:gd name="connsiteY30" fmla="*/ 82655 h 761503"/>
                    <a:gd name="connsiteX31" fmla="*/ 392696 w 435145"/>
                    <a:gd name="connsiteY31" fmla="*/ 126170 h 761503"/>
                    <a:gd name="connsiteX32" fmla="*/ 395416 w 435145"/>
                    <a:gd name="connsiteY32" fmla="*/ 186002 h 761503"/>
                    <a:gd name="connsiteX33" fmla="*/ 398136 w 435145"/>
                    <a:gd name="connsiteY33" fmla="*/ 237675 h 761503"/>
                    <a:gd name="connsiteX34" fmla="*/ 398136 w 435145"/>
                    <a:gd name="connsiteY34" fmla="*/ 243115 h 761503"/>
                    <a:gd name="connsiteX35" fmla="*/ 395416 w 435145"/>
                    <a:gd name="connsiteY35" fmla="*/ 256713 h 761503"/>
                    <a:gd name="connsiteX36" fmla="*/ 379098 w 435145"/>
                    <a:gd name="connsiteY36" fmla="*/ 278470 h 761503"/>
                    <a:gd name="connsiteX37" fmla="*/ 362780 w 435145"/>
                    <a:gd name="connsiteY37" fmla="*/ 273031 h 761503"/>
                    <a:gd name="connsiteX38" fmla="*/ 354621 w 435145"/>
                    <a:gd name="connsiteY38" fmla="*/ 256713 h 761503"/>
                    <a:gd name="connsiteX39" fmla="*/ 354621 w 435145"/>
                    <a:gd name="connsiteY39" fmla="*/ 213198 h 761503"/>
                    <a:gd name="connsiteX40" fmla="*/ 354621 w 435145"/>
                    <a:gd name="connsiteY40" fmla="*/ 205040 h 761503"/>
                    <a:gd name="connsiteX41" fmla="*/ 338303 w 435145"/>
                    <a:gd name="connsiteY41" fmla="*/ 147927 h 761503"/>
                    <a:gd name="connsiteX42" fmla="*/ 292069 w 435145"/>
                    <a:gd name="connsiteY42" fmla="*/ 107132 h 761503"/>
                    <a:gd name="connsiteX43" fmla="*/ 262153 w 435145"/>
                    <a:gd name="connsiteY43" fmla="*/ 120730 h 761503"/>
                    <a:gd name="connsiteX44" fmla="*/ 251274 w 435145"/>
                    <a:gd name="connsiteY44" fmla="*/ 131609 h 761503"/>
                    <a:gd name="connsiteX45" fmla="*/ 240395 w 435145"/>
                    <a:gd name="connsiteY45" fmla="*/ 139768 h 761503"/>
                    <a:gd name="connsiteX46" fmla="*/ 237676 w 435145"/>
                    <a:gd name="connsiteY46" fmla="*/ 164245 h 761503"/>
                    <a:gd name="connsiteX47" fmla="*/ 226797 w 435145"/>
                    <a:gd name="connsiteY47" fmla="*/ 196881 h 761503"/>
                    <a:gd name="connsiteX48" fmla="*/ 213199 w 435145"/>
                    <a:gd name="connsiteY48" fmla="*/ 259433 h 761503"/>
                    <a:gd name="connsiteX49" fmla="*/ 207759 w 435145"/>
                    <a:gd name="connsiteY49" fmla="*/ 324704 h 761503"/>
                    <a:gd name="connsiteX50" fmla="*/ 207759 w 435145"/>
                    <a:gd name="connsiteY50" fmla="*/ 335583 h 761503"/>
                    <a:gd name="connsiteX51" fmla="*/ 205040 w 435145"/>
                    <a:gd name="connsiteY51" fmla="*/ 349181 h 761503"/>
                    <a:gd name="connsiteX52" fmla="*/ 207759 w 435145"/>
                    <a:gd name="connsiteY52" fmla="*/ 368219 h 761503"/>
                    <a:gd name="connsiteX53" fmla="*/ 207759 w 435145"/>
                    <a:gd name="connsiteY53" fmla="*/ 376378 h 761503"/>
                    <a:gd name="connsiteX54" fmla="*/ 205040 w 435145"/>
                    <a:gd name="connsiteY54" fmla="*/ 387256 h 761503"/>
                    <a:gd name="connsiteX55" fmla="*/ 205040 w 435145"/>
                    <a:gd name="connsiteY55" fmla="*/ 395415 h 761503"/>
                    <a:gd name="connsiteX56" fmla="*/ 205040 w 435145"/>
                    <a:gd name="connsiteY56" fmla="*/ 406294 h 761503"/>
                    <a:gd name="connsiteX57" fmla="*/ 205040 w 435145"/>
                    <a:gd name="connsiteY57" fmla="*/ 425332 h 761503"/>
                    <a:gd name="connsiteX58" fmla="*/ 213199 w 435145"/>
                    <a:gd name="connsiteY58" fmla="*/ 493323 h 761503"/>
                    <a:gd name="connsiteX59" fmla="*/ 221358 w 435145"/>
                    <a:gd name="connsiteY59" fmla="*/ 561314 h 761503"/>
                    <a:gd name="connsiteX60" fmla="*/ 226797 w 435145"/>
                    <a:gd name="connsiteY60" fmla="*/ 591231 h 761503"/>
                    <a:gd name="connsiteX61" fmla="*/ 240395 w 435145"/>
                    <a:gd name="connsiteY61" fmla="*/ 618427 h 761503"/>
                    <a:gd name="connsiteX62" fmla="*/ 283910 w 435145"/>
                    <a:gd name="connsiteY62" fmla="*/ 651063 h 761503"/>
                    <a:gd name="connsiteX63" fmla="*/ 338303 w 435145"/>
                    <a:gd name="connsiteY63" fmla="*/ 612988 h 761503"/>
                    <a:gd name="connsiteX64" fmla="*/ 354621 w 435145"/>
                    <a:gd name="connsiteY64" fmla="*/ 577632 h 761503"/>
                    <a:gd name="connsiteX65" fmla="*/ 357341 w 435145"/>
                    <a:gd name="connsiteY65" fmla="*/ 509641 h 761503"/>
                    <a:gd name="connsiteX66" fmla="*/ 362780 w 435145"/>
                    <a:gd name="connsiteY66" fmla="*/ 485164 h 761503"/>
                    <a:gd name="connsiteX67" fmla="*/ 368219 w 435145"/>
                    <a:gd name="connsiteY67" fmla="*/ 474286 h 761503"/>
                    <a:gd name="connsiteX68" fmla="*/ 376378 w 435145"/>
                    <a:gd name="connsiteY68" fmla="*/ 468846 h 761503"/>
                    <a:gd name="connsiteX69" fmla="*/ 384537 w 435145"/>
                    <a:gd name="connsiteY69" fmla="*/ 474286 h 761503"/>
                    <a:gd name="connsiteX70" fmla="*/ 392696 w 435145"/>
                    <a:gd name="connsiteY70" fmla="*/ 493323 h 761503"/>
                    <a:gd name="connsiteX71" fmla="*/ 395416 w 435145"/>
                    <a:gd name="connsiteY71" fmla="*/ 558595 h 761503"/>
                    <a:gd name="connsiteX72" fmla="*/ 398136 w 435145"/>
                    <a:gd name="connsiteY72" fmla="*/ 618427 h 761503"/>
                    <a:gd name="connsiteX73" fmla="*/ 400855 w 435145"/>
                    <a:gd name="connsiteY73" fmla="*/ 678260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</a:cxnLst>
                  <a:rect l="l" t="t" r="r" b="b"/>
                  <a:pathLst>
                    <a:path w="435145" h="761503">
                      <a:moveTo>
                        <a:pt x="400855" y="678260"/>
                      </a:moveTo>
                      <a:cubicBezTo>
                        <a:pt x="400855" y="689138"/>
                        <a:pt x="400855" y="719054"/>
                        <a:pt x="384537" y="719054"/>
                      </a:cubicBezTo>
                      <a:cubicBezTo>
                        <a:pt x="376378" y="719054"/>
                        <a:pt x="373659" y="716335"/>
                        <a:pt x="368219" y="713615"/>
                      </a:cubicBezTo>
                      <a:cubicBezTo>
                        <a:pt x="362780" y="710895"/>
                        <a:pt x="360060" y="702736"/>
                        <a:pt x="360060" y="697297"/>
                      </a:cubicBezTo>
                      <a:cubicBezTo>
                        <a:pt x="357341" y="680979"/>
                        <a:pt x="357341" y="664661"/>
                        <a:pt x="360060" y="651063"/>
                      </a:cubicBezTo>
                      <a:cubicBezTo>
                        <a:pt x="354621" y="659222"/>
                        <a:pt x="341023" y="678260"/>
                        <a:pt x="332864" y="686418"/>
                      </a:cubicBezTo>
                      <a:cubicBezTo>
                        <a:pt x="311107" y="708176"/>
                        <a:pt x="283910" y="721774"/>
                        <a:pt x="251274" y="721774"/>
                      </a:cubicBezTo>
                      <a:cubicBezTo>
                        <a:pt x="243115" y="721774"/>
                        <a:pt x="237676" y="721774"/>
                        <a:pt x="229517" y="719054"/>
                      </a:cubicBezTo>
                      <a:cubicBezTo>
                        <a:pt x="207759" y="716335"/>
                        <a:pt x="183283" y="708176"/>
                        <a:pt x="158806" y="694578"/>
                      </a:cubicBezTo>
                      <a:cubicBezTo>
                        <a:pt x="142488" y="686418"/>
                        <a:pt x="126170" y="672820"/>
                        <a:pt x="112571" y="659222"/>
                      </a:cubicBezTo>
                      <a:cubicBezTo>
                        <a:pt x="98973" y="642904"/>
                        <a:pt x="88095" y="626586"/>
                        <a:pt x="79936" y="607548"/>
                      </a:cubicBezTo>
                      <a:cubicBezTo>
                        <a:pt x="71777" y="585791"/>
                        <a:pt x="66337" y="566754"/>
                        <a:pt x="63618" y="542277"/>
                      </a:cubicBezTo>
                      <a:cubicBezTo>
                        <a:pt x="60898" y="517800"/>
                        <a:pt x="58178" y="493323"/>
                        <a:pt x="58178" y="471566"/>
                      </a:cubicBezTo>
                      <a:cubicBezTo>
                        <a:pt x="58178" y="447089"/>
                        <a:pt x="58178" y="425332"/>
                        <a:pt x="60898" y="400855"/>
                      </a:cubicBezTo>
                      <a:cubicBezTo>
                        <a:pt x="63618" y="379098"/>
                        <a:pt x="60898" y="357340"/>
                        <a:pt x="66337" y="335583"/>
                      </a:cubicBezTo>
                      <a:cubicBezTo>
                        <a:pt x="69057" y="313826"/>
                        <a:pt x="77216" y="289349"/>
                        <a:pt x="85375" y="267592"/>
                      </a:cubicBezTo>
                      <a:cubicBezTo>
                        <a:pt x="93534" y="243115"/>
                        <a:pt x="98973" y="221357"/>
                        <a:pt x="109852" y="199600"/>
                      </a:cubicBezTo>
                      <a:cubicBezTo>
                        <a:pt x="118011" y="177843"/>
                        <a:pt x="131609" y="161525"/>
                        <a:pt x="145207" y="145207"/>
                      </a:cubicBezTo>
                      <a:cubicBezTo>
                        <a:pt x="158806" y="128889"/>
                        <a:pt x="172404" y="109852"/>
                        <a:pt x="188722" y="96253"/>
                      </a:cubicBezTo>
                      <a:cubicBezTo>
                        <a:pt x="205040" y="82655"/>
                        <a:pt x="224077" y="77216"/>
                        <a:pt x="243115" y="71776"/>
                      </a:cubicBezTo>
                      <a:cubicBezTo>
                        <a:pt x="256713" y="69057"/>
                        <a:pt x="273031" y="63617"/>
                        <a:pt x="286630" y="63617"/>
                      </a:cubicBezTo>
                      <a:cubicBezTo>
                        <a:pt x="292069" y="63617"/>
                        <a:pt x="297508" y="63617"/>
                        <a:pt x="305667" y="66337"/>
                      </a:cubicBezTo>
                      <a:cubicBezTo>
                        <a:pt x="313826" y="69057"/>
                        <a:pt x="319266" y="74496"/>
                        <a:pt x="324705" y="79936"/>
                      </a:cubicBezTo>
                      <a:cubicBezTo>
                        <a:pt x="332864" y="85375"/>
                        <a:pt x="332864" y="93534"/>
                        <a:pt x="341023" y="101693"/>
                      </a:cubicBezTo>
                      <a:cubicBezTo>
                        <a:pt x="346462" y="107132"/>
                        <a:pt x="349182" y="118011"/>
                        <a:pt x="354621" y="123450"/>
                      </a:cubicBezTo>
                      <a:cubicBezTo>
                        <a:pt x="354621" y="115291"/>
                        <a:pt x="354621" y="101693"/>
                        <a:pt x="354621" y="98973"/>
                      </a:cubicBezTo>
                      <a:cubicBezTo>
                        <a:pt x="354621" y="90814"/>
                        <a:pt x="354621" y="79936"/>
                        <a:pt x="360060" y="74496"/>
                      </a:cubicBezTo>
                      <a:cubicBezTo>
                        <a:pt x="362780" y="71776"/>
                        <a:pt x="362780" y="69057"/>
                        <a:pt x="365500" y="63617"/>
                      </a:cubicBezTo>
                      <a:cubicBezTo>
                        <a:pt x="368219" y="60898"/>
                        <a:pt x="370939" y="58178"/>
                        <a:pt x="373659" y="58178"/>
                      </a:cubicBezTo>
                      <a:cubicBezTo>
                        <a:pt x="376378" y="58178"/>
                        <a:pt x="379098" y="60898"/>
                        <a:pt x="381818" y="63617"/>
                      </a:cubicBezTo>
                      <a:cubicBezTo>
                        <a:pt x="384537" y="69057"/>
                        <a:pt x="387257" y="77216"/>
                        <a:pt x="389977" y="82655"/>
                      </a:cubicBezTo>
                      <a:cubicBezTo>
                        <a:pt x="389977" y="90814"/>
                        <a:pt x="392696" y="107132"/>
                        <a:pt x="392696" y="126170"/>
                      </a:cubicBezTo>
                      <a:cubicBezTo>
                        <a:pt x="392696" y="150647"/>
                        <a:pt x="392696" y="177843"/>
                        <a:pt x="395416" y="186002"/>
                      </a:cubicBezTo>
                      <a:cubicBezTo>
                        <a:pt x="398136" y="205040"/>
                        <a:pt x="398136" y="215918"/>
                        <a:pt x="398136" y="237675"/>
                      </a:cubicBezTo>
                      <a:cubicBezTo>
                        <a:pt x="398136" y="240395"/>
                        <a:pt x="398136" y="243115"/>
                        <a:pt x="398136" y="243115"/>
                      </a:cubicBezTo>
                      <a:cubicBezTo>
                        <a:pt x="398136" y="248554"/>
                        <a:pt x="398136" y="251274"/>
                        <a:pt x="395416" y="256713"/>
                      </a:cubicBezTo>
                      <a:cubicBezTo>
                        <a:pt x="392696" y="267592"/>
                        <a:pt x="389977" y="278470"/>
                        <a:pt x="379098" y="278470"/>
                      </a:cubicBezTo>
                      <a:cubicBezTo>
                        <a:pt x="370939" y="278470"/>
                        <a:pt x="368219" y="275751"/>
                        <a:pt x="362780" y="273031"/>
                      </a:cubicBezTo>
                      <a:cubicBezTo>
                        <a:pt x="357341" y="270311"/>
                        <a:pt x="354621" y="262152"/>
                        <a:pt x="354621" y="256713"/>
                      </a:cubicBezTo>
                      <a:cubicBezTo>
                        <a:pt x="349182" y="237675"/>
                        <a:pt x="354621" y="232236"/>
                        <a:pt x="354621" y="213198"/>
                      </a:cubicBezTo>
                      <a:cubicBezTo>
                        <a:pt x="354621" y="210479"/>
                        <a:pt x="354621" y="207759"/>
                        <a:pt x="354621" y="205040"/>
                      </a:cubicBezTo>
                      <a:cubicBezTo>
                        <a:pt x="349182" y="186002"/>
                        <a:pt x="343742" y="169684"/>
                        <a:pt x="338303" y="147927"/>
                      </a:cubicBezTo>
                      <a:cubicBezTo>
                        <a:pt x="332864" y="131609"/>
                        <a:pt x="311107" y="107132"/>
                        <a:pt x="292069" y="107132"/>
                      </a:cubicBezTo>
                      <a:cubicBezTo>
                        <a:pt x="281190" y="107132"/>
                        <a:pt x="270312" y="115291"/>
                        <a:pt x="262153" y="120730"/>
                      </a:cubicBezTo>
                      <a:cubicBezTo>
                        <a:pt x="259433" y="123450"/>
                        <a:pt x="256713" y="126170"/>
                        <a:pt x="251274" y="131609"/>
                      </a:cubicBezTo>
                      <a:cubicBezTo>
                        <a:pt x="248554" y="134329"/>
                        <a:pt x="243115" y="137048"/>
                        <a:pt x="240395" y="139768"/>
                      </a:cubicBezTo>
                      <a:cubicBezTo>
                        <a:pt x="237676" y="145207"/>
                        <a:pt x="240395" y="156086"/>
                        <a:pt x="237676" y="164245"/>
                      </a:cubicBezTo>
                      <a:cubicBezTo>
                        <a:pt x="232236" y="175123"/>
                        <a:pt x="229517" y="186002"/>
                        <a:pt x="226797" y="196881"/>
                      </a:cubicBezTo>
                      <a:cubicBezTo>
                        <a:pt x="221358" y="218638"/>
                        <a:pt x="218638" y="237675"/>
                        <a:pt x="213199" y="259433"/>
                      </a:cubicBezTo>
                      <a:cubicBezTo>
                        <a:pt x="210479" y="281190"/>
                        <a:pt x="207759" y="302947"/>
                        <a:pt x="207759" y="324704"/>
                      </a:cubicBezTo>
                      <a:cubicBezTo>
                        <a:pt x="207759" y="327424"/>
                        <a:pt x="207759" y="332863"/>
                        <a:pt x="207759" y="335583"/>
                      </a:cubicBezTo>
                      <a:cubicBezTo>
                        <a:pt x="207759" y="341022"/>
                        <a:pt x="205040" y="343742"/>
                        <a:pt x="205040" y="349181"/>
                      </a:cubicBezTo>
                      <a:cubicBezTo>
                        <a:pt x="205040" y="354621"/>
                        <a:pt x="207759" y="362779"/>
                        <a:pt x="207759" y="368219"/>
                      </a:cubicBezTo>
                      <a:cubicBezTo>
                        <a:pt x="207759" y="370939"/>
                        <a:pt x="207759" y="373658"/>
                        <a:pt x="207759" y="376378"/>
                      </a:cubicBezTo>
                      <a:cubicBezTo>
                        <a:pt x="205040" y="381817"/>
                        <a:pt x="205040" y="384537"/>
                        <a:pt x="205040" y="387256"/>
                      </a:cubicBezTo>
                      <a:cubicBezTo>
                        <a:pt x="205040" y="389976"/>
                        <a:pt x="205040" y="392696"/>
                        <a:pt x="205040" y="395415"/>
                      </a:cubicBezTo>
                      <a:cubicBezTo>
                        <a:pt x="205040" y="398135"/>
                        <a:pt x="205040" y="403574"/>
                        <a:pt x="205040" y="406294"/>
                      </a:cubicBezTo>
                      <a:cubicBezTo>
                        <a:pt x="205040" y="411733"/>
                        <a:pt x="205040" y="417173"/>
                        <a:pt x="205040" y="425332"/>
                      </a:cubicBezTo>
                      <a:cubicBezTo>
                        <a:pt x="205040" y="449809"/>
                        <a:pt x="213199" y="471566"/>
                        <a:pt x="213199" y="493323"/>
                      </a:cubicBezTo>
                      <a:cubicBezTo>
                        <a:pt x="213199" y="517800"/>
                        <a:pt x="215919" y="539557"/>
                        <a:pt x="221358" y="561314"/>
                      </a:cubicBezTo>
                      <a:cubicBezTo>
                        <a:pt x="224077" y="572193"/>
                        <a:pt x="224077" y="580352"/>
                        <a:pt x="226797" y="591231"/>
                      </a:cubicBezTo>
                      <a:cubicBezTo>
                        <a:pt x="229517" y="599390"/>
                        <a:pt x="237676" y="607548"/>
                        <a:pt x="240395" y="618427"/>
                      </a:cubicBezTo>
                      <a:cubicBezTo>
                        <a:pt x="248554" y="637465"/>
                        <a:pt x="262153" y="651063"/>
                        <a:pt x="283910" y="651063"/>
                      </a:cubicBezTo>
                      <a:cubicBezTo>
                        <a:pt x="302948" y="651063"/>
                        <a:pt x="330144" y="629306"/>
                        <a:pt x="338303" y="612988"/>
                      </a:cubicBezTo>
                      <a:cubicBezTo>
                        <a:pt x="346462" y="599390"/>
                        <a:pt x="351901" y="591231"/>
                        <a:pt x="354621" y="577632"/>
                      </a:cubicBezTo>
                      <a:cubicBezTo>
                        <a:pt x="354621" y="550436"/>
                        <a:pt x="354621" y="517800"/>
                        <a:pt x="357341" y="509641"/>
                      </a:cubicBezTo>
                      <a:cubicBezTo>
                        <a:pt x="357341" y="501482"/>
                        <a:pt x="357341" y="490603"/>
                        <a:pt x="362780" y="485164"/>
                      </a:cubicBezTo>
                      <a:cubicBezTo>
                        <a:pt x="365500" y="482444"/>
                        <a:pt x="365500" y="479725"/>
                        <a:pt x="368219" y="474286"/>
                      </a:cubicBezTo>
                      <a:cubicBezTo>
                        <a:pt x="370939" y="471566"/>
                        <a:pt x="373659" y="468846"/>
                        <a:pt x="376378" y="468846"/>
                      </a:cubicBezTo>
                      <a:cubicBezTo>
                        <a:pt x="379098" y="468846"/>
                        <a:pt x="381818" y="471566"/>
                        <a:pt x="384537" y="474286"/>
                      </a:cubicBezTo>
                      <a:cubicBezTo>
                        <a:pt x="387257" y="479725"/>
                        <a:pt x="389977" y="487884"/>
                        <a:pt x="392696" y="493323"/>
                      </a:cubicBezTo>
                      <a:cubicBezTo>
                        <a:pt x="392696" y="501482"/>
                        <a:pt x="395416" y="539557"/>
                        <a:pt x="395416" y="558595"/>
                      </a:cubicBezTo>
                      <a:cubicBezTo>
                        <a:pt x="395416" y="583072"/>
                        <a:pt x="395416" y="610268"/>
                        <a:pt x="398136" y="618427"/>
                      </a:cubicBezTo>
                      <a:cubicBezTo>
                        <a:pt x="398136" y="648343"/>
                        <a:pt x="400855" y="659222"/>
                        <a:pt x="400855" y="678260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46" name="Freeform: Shape 40">
                  <a:extLst>
                    <a:ext uri="{FF2B5EF4-FFF2-40B4-BE49-F238E27FC236}">
                      <a16:creationId xmlns:a16="http://schemas.microsoft.com/office/drawing/2014/main" id="{CB7C4BA0-4A9F-B460-FD15-ADAE33E8C5C6}"/>
                    </a:ext>
                  </a:extLst>
                </p:cNvPr>
                <p:cNvSpPr/>
                <p:nvPr/>
              </p:nvSpPr>
              <p:spPr>
                <a:xfrm>
                  <a:off x="3829459" y="4200317"/>
                  <a:ext cx="598325" cy="761503"/>
                </a:xfrm>
                <a:custGeom>
                  <a:avLst/>
                  <a:gdLst>
                    <a:gd name="connsiteX0" fmla="*/ 360060 w 598324"/>
                    <a:gd name="connsiteY0" fmla="*/ 332863 h 761503"/>
                    <a:gd name="connsiteX1" fmla="*/ 341023 w 598324"/>
                    <a:gd name="connsiteY1" fmla="*/ 370939 h 761503"/>
                    <a:gd name="connsiteX2" fmla="*/ 376378 w 598324"/>
                    <a:gd name="connsiteY2" fmla="*/ 389976 h 761503"/>
                    <a:gd name="connsiteX3" fmla="*/ 425332 w 598324"/>
                    <a:gd name="connsiteY3" fmla="*/ 433491 h 761503"/>
                    <a:gd name="connsiteX4" fmla="*/ 438930 w 598324"/>
                    <a:gd name="connsiteY4" fmla="*/ 463407 h 761503"/>
                    <a:gd name="connsiteX5" fmla="*/ 449809 w 598324"/>
                    <a:gd name="connsiteY5" fmla="*/ 498762 h 761503"/>
                    <a:gd name="connsiteX6" fmla="*/ 457968 w 598324"/>
                    <a:gd name="connsiteY6" fmla="*/ 528679 h 761503"/>
                    <a:gd name="connsiteX7" fmla="*/ 466127 w 598324"/>
                    <a:gd name="connsiteY7" fmla="*/ 564034 h 761503"/>
                    <a:gd name="connsiteX8" fmla="*/ 471566 w 598324"/>
                    <a:gd name="connsiteY8" fmla="*/ 593950 h 761503"/>
                    <a:gd name="connsiteX9" fmla="*/ 479725 w 598324"/>
                    <a:gd name="connsiteY9" fmla="*/ 607548 h 761503"/>
                    <a:gd name="connsiteX10" fmla="*/ 487884 w 598324"/>
                    <a:gd name="connsiteY10" fmla="*/ 623867 h 761503"/>
                    <a:gd name="connsiteX11" fmla="*/ 501482 w 598324"/>
                    <a:gd name="connsiteY11" fmla="*/ 651063 h 761503"/>
                    <a:gd name="connsiteX12" fmla="*/ 523240 w 598324"/>
                    <a:gd name="connsiteY12" fmla="*/ 670101 h 761503"/>
                    <a:gd name="connsiteX13" fmla="*/ 534119 w 598324"/>
                    <a:gd name="connsiteY13" fmla="*/ 686418 h 761503"/>
                    <a:gd name="connsiteX14" fmla="*/ 531399 w 598324"/>
                    <a:gd name="connsiteY14" fmla="*/ 694578 h 761503"/>
                    <a:gd name="connsiteX15" fmla="*/ 498763 w 598324"/>
                    <a:gd name="connsiteY15" fmla="*/ 708176 h 761503"/>
                    <a:gd name="connsiteX16" fmla="*/ 449809 w 598324"/>
                    <a:gd name="connsiteY16" fmla="*/ 700017 h 761503"/>
                    <a:gd name="connsiteX17" fmla="*/ 400855 w 598324"/>
                    <a:gd name="connsiteY17" fmla="*/ 667381 h 761503"/>
                    <a:gd name="connsiteX18" fmla="*/ 381817 w 598324"/>
                    <a:gd name="connsiteY18" fmla="*/ 642904 h 761503"/>
                    <a:gd name="connsiteX19" fmla="*/ 368219 w 598324"/>
                    <a:gd name="connsiteY19" fmla="*/ 610268 h 761503"/>
                    <a:gd name="connsiteX20" fmla="*/ 349182 w 598324"/>
                    <a:gd name="connsiteY20" fmla="*/ 550436 h 761503"/>
                    <a:gd name="connsiteX21" fmla="*/ 338303 w 598324"/>
                    <a:gd name="connsiteY21" fmla="*/ 504202 h 761503"/>
                    <a:gd name="connsiteX22" fmla="*/ 330144 w 598324"/>
                    <a:gd name="connsiteY22" fmla="*/ 477005 h 761503"/>
                    <a:gd name="connsiteX23" fmla="*/ 321985 w 598324"/>
                    <a:gd name="connsiteY23" fmla="*/ 455248 h 761503"/>
                    <a:gd name="connsiteX24" fmla="*/ 305667 w 598324"/>
                    <a:gd name="connsiteY24" fmla="*/ 436210 h 761503"/>
                    <a:gd name="connsiteX25" fmla="*/ 294788 w 598324"/>
                    <a:gd name="connsiteY25" fmla="*/ 441650 h 761503"/>
                    <a:gd name="connsiteX26" fmla="*/ 278471 w 598324"/>
                    <a:gd name="connsiteY26" fmla="*/ 463407 h 761503"/>
                    <a:gd name="connsiteX27" fmla="*/ 264872 w 598324"/>
                    <a:gd name="connsiteY27" fmla="*/ 496043 h 761503"/>
                    <a:gd name="connsiteX28" fmla="*/ 262153 w 598324"/>
                    <a:gd name="connsiteY28" fmla="*/ 517800 h 761503"/>
                    <a:gd name="connsiteX29" fmla="*/ 262153 w 598324"/>
                    <a:gd name="connsiteY29" fmla="*/ 523239 h 761503"/>
                    <a:gd name="connsiteX30" fmla="*/ 262153 w 598324"/>
                    <a:gd name="connsiteY30" fmla="*/ 553155 h 761503"/>
                    <a:gd name="connsiteX31" fmla="*/ 262153 w 598324"/>
                    <a:gd name="connsiteY31" fmla="*/ 629306 h 761503"/>
                    <a:gd name="connsiteX32" fmla="*/ 259433 w 598324"/>
                    <a:gd name="connsiteY32" fmla="*/ 659222 h 761503"/>
                    <a:gd name="connsiteX33" fmla="*/ 283910 w 598324"/>
                    <a:gd name="connsiteY33" fmla="*/ 659222 h 761503"/>
                    <a:gd name="connsiteX34" fmla="*/ 321985 w 598324"/>
                    <a:gd name="connsiteY34" fmla="*/ 675540 h 761503"/>
                    <a:gd name="connsiteX35" fmla="*/ 316546 w 598324"/>
                    <a:gd name="connsiteY35" fmla="*/ 691858 h 761503"/>
                    <a:gd name="connsiteX36" fmla="*/ 300228 w 598324"/>
                    <a:gd name="connsiteY36" fmla="*/ 700017 h 761503"/>
                    <a:gd name="connsiteX37" fmla="*/ 278471 w 598324"/>
                    <a:gd name="connsiteY37" fmla="*/ 702736 h 761503"/>
                    <a:gd name="connsiteX38" fmla="*/ 243115 w 598324"/>
                    <a:gd name="connsiteY38" fmla="*/ 702736 h 761503"/>
                    <a:gd name="connsiteX39" fmla="*/ 221358 w 598324"/>
                    <a:gd name="connsiteY39" fmla="*/ 710895 h 761503"/>
                    <a:gd name="connsiteX40" fmla="*/ 194161 w 598324"/>
                    <a:gd name="connsiteY40" fmla="*/ 702736 h 761503"/>
                    <a:gd name="connsiteX41" fmla="*/ 177843 w 598324"/>
                    <a:gd name="connsiteY41" fmla="*/ 702736 h 761503"/>
                    <a:gd name="connsiteX42" fmla="*/ 126170 w 598324"/>
                    <a:gd name="connsiteY42" fmla="*/ 702736 h 761503"/>
                    <a:gd name="connsiteX43" fmla="*/ 101693 w 598324"/>
                    <a:gd name="connsiteY43" fmla="*/ 702736 h 761503"/>
                    <a:gd name="connsiteX44" fmla="*/ 74496 w 598324"/>
                    <a:gd name="connsiteY44" fmla="*/ 697297 h 761503"/>
                    <a:gd name="connsiteX45" fmla="*/ 58178 w 598324"/>
                    <a:gd name="connsiteY45" fmla="*/ 680979 h 761503"/>
                    <a:gd name="connsiteX46" fmla="*/ 63617 w 598324"/>
                    <a:gd name="connsiteY46" fmla="*/ 672820 h 761503"/>
                    <a:gd name="connsiteX47" fmla="*/ 85375 w 598324"/>
                    <a:gd name="connsiteY47" fmla="*/ 664661 h 761503"/>
                    <a:gd name="connsiteX48" fmla="*/ 128889 w 598324"/>
                    <a:gd name="connsiteY48" fmla="*/ 659222 h 761503"/>
                    <a:gd name="connsiteX49" fmla="*/ 147927 w 598324"/>
                    <a:gd name="connsiteY49" fmla="*/ 659222 h 761503"/>
                    <a:gd name="connsiteX50" fmla="*/ 145207 w 598324"/>
                    <a:gd name="connsiteY50" fmla="*/ 653783 h 761503"/>
                    <a:gd name="connsiteX51" fmla="*/ 131609 w 598324"/>
                    <a:gd name="connsiteY51" fmla="*/ 585791 h 761503"/>
                    <a:gd name="connsiteX52" fmla="*/ 134329 w 598324"/>
                    <a:gd name="connsiteY52" fmla="*/ 498762 h 761503"/>
                    <a:gd name="connsiteX53" fmla="*/ 137048 w 598324"/>
                    <a:gd name="connsiteY53" fmla="*/ 406294 h 761503"/>
                    <a:gd name="connsiteX54" fmla="*/ 134329 w 598324"/>
                    <a:gd name="connsiteY54" fmla="*/ 327424 h 761503"/>
                    <a:gd name="connsiteX55" fmla="*/ 137048 w 598324"/>
                    <a:gd name="connsiteY55" fmla="*/ 253993 h 761503"/>
                    <a:gd name="connsiteX56" fmla="*/ 139768 w 598324"/>
                    <a:gd name="connsiteY56" fmla="*/ 207759 h 761503"/>
                    <a:gd name="connsiteX57" fmla="*/ 137048 w 598324"/>
                    <a:gd name="connsiteY57" fmla="*/ 172404 h 761503"/>
                    <a:gd name="connsiteX58" fmla="*/ 137048 w 598324"/>
                    <a:gd name="connsiteY58" fmla="*/ 112571 h 761503"/>
                    <a:gd name="connsiteX59" fmla="*/ 126170 w 598324"/>
                    <a:gd name="connsiteY59" fmla="*/ 112571 h 761503"/>
                    <a:gd name="connsiteX60" fmla="*/ 101693 w 598324"/>
                    <a:gd name="connsiteY60" fmla="*/ 112571 h 761503"/>
                    <a:gd name="connsiteX61" fmla="*/ 74496 w 598324"/>
                    <a:gd name="connsiteY61" fmla="*/ 107132 h 761503"/>
                    <a:gd name="connsiteX62" fmla="*/ 58178 w 598324"/>
                    <a:gd name="connsiteY62" fmla="*/ 90814 h 761503"/>
                    <a:gd name="connsiteX63" fmla="*/ 63617 w 598324"/>
                    <a:gd name="connsiteY63" fmla="*/ 82655 h 761503"/>
                    <a:gd name="connsiteX64" fmla="*/ 85375 w 598324"/>
                    <a:gd name="connsiteY64" fmla="*/ 74496 h 761503"/>
                    <a:gd name="connsiteX65" fmla="*/ 137048 w 598324"/>
                    <a:gd name="connsiteY65" fmla="*/ 69057 h 761503"/>
                    <a:gd name="connsiteX66" fmla="*/ 145207 w 598324"/>
                    <a:gd name="connsiteY66" fmla="*/ 69057 h 761503"/>
                    <a:gd name="connsiteX67" fmla="*/ 169684 w 598324"/>
                    <a:gd name="connsiteY67" fmla="*/ 58178 h 761503"/>
                    <a:gd name="connsiteX68" fmla="*/ 177843 w 598324"/>
                    <a:gd name="connsiteY68" fmla="*/ 58178 h 761503"/>
                    <a:gd name="connsiteX69" fmla="*/ 205040 w 598324"/>
                    <a:gd name="connsiteY69" fmla="*/ 66337 h 761503"/>
                    <a:gd name="connsiteX70" fmla="*/ 286629 w 598324"/>
                    <a:gd name="connsiteY70" fmla="*/ 63617 h 761503"/>
                    <a:gd name="connsiteX71" fmla="*/ 324705 w 598324"/>
                    <a:gd name="connsiteY71" fmla="*/ 79936 h 761503"/>
                    <a:gd name="connsiteX72" fmla="*/ 319265 w 598324"/>
                    <a:gd name="connsiteY72" fmla="*/ 96253 h 761503"/>
                    <a:gd name="connsiteX73" fmla="*/ 302948 w 598324"/>
                    <a:gd name="connsiteY73" fmla="*/ 104412 h 761503"/>
                    <a:gd name="connsiteX74" fmla="*/ 278471 w 598324"/>
                    <a:gd name="connsiteY74" fmla="*/ 112571 h 761503"/>
                    <a:gd name="connsiteX75" fmla="*/ 232236 w 598324"/>
                    <a:gd name="connsiteY75" fmla="*/ 112571 h 761503"/>
                    <a:gd name="connsiteX76" fmla="*/ 240395 w 598324"/>
                    <a:gd name="connsiteY76" fmla="*/ 137048 h 761503"/>
                    <a:gd name="connsiteX77" fmla="*/ 240395 w 598324"/>
                    <a:gd name="connsiteY77" fmla="*/ 150647 h 761503"/>
                    <a:gd name="connsiteX78" fmla="*/ 243115 w 598324"/>
                    <a:gd name="connsiteY78" fmla="*/ 158805 h 761503"/>
                    <a:gd name="connsiteX79" fmla="*/ 248554 w 598324"/>
                    <a:gd name="connsiteY79" fmla="*/ 188722 h 761503"/>
                    <a:gd name="connsiteX80" fmla="*/ 248554 w 598324"/>
                    <a:gd name="connsiteY80" fmla="*/ 199600 h 761503"/>
                    <a:gd name="connsiteX81" fmla="*/ 248554 w 598324"/>
                    <a:gd name="connsiteY81" fmla="*/ 221357 h 761503"/>
                    <a:gd name="connsiteX82" fmla="*/ 253994 w 598324"/>
                    <a:gd name="connsiteY82" fmla="*/ 264872 h 761503"/>
                    <a:gd name="connsiteX83" fmla="*/ 262153 w 598324"/>
                    <a:gd name="connsiteY83" fmla="*/ 297508 h 761503"/>
                    <a:gd name="connsiteX84" fmla="*/ 264872 w 598324"/>
                    <a:gd name="connsiteY84" fmla="*/ 324704 h 761503"/>
                    <a:gd name="connsiteX85" fmla="*/ 264872 w 598324"/>
                    <a:gd name="connsiteY85" fmla="*/ 332863 h 761503"/>
                    <a:gd name="connsiteX86" fmla="*/ 264872 w 598324"/>
                    <a:gd name="connsiteY86" fmla="*/ 351901 h 761503"/>
                    <a:gd name="connsiteX87" fmla="*/ 262153 w 598324"/>
                    <a:gd name="connsiteY87" fmla="*/ 370939 h 761503"/>
                    <a:gd name="connsiteX88" fmla="*/ 267592 w 598324"/>
                    <a:gd name="connsiteY88" fmla="*/ 384537 h 761503"/>
                    <a:gd name="connsiteX89" fmla="*/ 278471 w 598324"/>
                    <a:gd name="connsiteY89" fmla="*/ 370939 h 761503"/>
                    <a:gd name="connsiteX90" fmla="*/ 297508 w 598324"/>
                    <a:gd name="connsiteY90" fmla="*/ 332863 h 761503"/>
                    <a:gd name="connsiteX91" fmla="*/ 311106 w 598324"/>
                    <a:gd name="connsiteY91" fmla="*/ 305667 h 761503"/>
                    <a:gd name="connsiteX92" fmla="*/ 335583 w 598324"/>
                    <a:gd name="connsiteY92" fmla="*/ 259433 h 761503"/>
                    <a:gd name="connsiteX93" fmla="*/ 354621 w 598324"/>
                    <a:gd name="connsiteY93" fmla="*/ 224077 h 761503"/>
                    <a:gd name="connsiteX94" fmla="*/ 381817 w 598324"/>
                    <a:gd name="connsiteY94" fmla="*/ 172404 h 761503"/>
                    <a:gd name="connsiteX95" fmla="*/ 409014 w 598324"/>
                    <a:gd name="connsiteY95" fmla="*/ 118011 h 761503"/>
                    <a:gd name="connsiteX96" fmla="*/ 411734 w 598324"/>
                    <a:gd name="connsiteY96" fmla="*/ 115291 h 761503"/>
                    <a:gd name="connsiteX97" fmla="*/ 398136 w 598324"/>
                    <a:gd name="connsiteY97" fmla="*/ 115291 h 761503"/>
                    <a:gd name="connsiteX98" fmla="*/ 379098 w 598324"/>
                    <a:gd name="connsiteY98" fmla="*/ 109852 h 761503"/>
                    <a:gd name="connsiteX99" fmla="*/ 368219 w 598324"/>
                    <a:gd name="connsiteY99" fmla="*/ 93534 h 761503"/>
                    <a:gd name="connsiteX100" fmla="*/ 370939 w 598324"/>
                    <a:gd name="connsiteY100" fmla="*/ 85375 h 761503"/>
                    <a:gd name="connsiteX101" fmla="*/ 387257 w 598324"/>
                    <a:gd name="connsiteY101" fmla="*/ 77216 h 761503"/>
                    <a:gd name="connsiteX102" fmla="*/ 422612 w 598324"/>
                    <a:gd name="connsiteY102" fmla="*/ 71776 h 761503"/>
                    <a:gd name="connsiteX103" fmla="*/ 436211 w 598324"/>
                    <a:gd name="connsiteY103" fmla="*/ 71776 h 761503"/>
                    <a:gd name="connsiteX104" fmla="*/ 438930 w 598324"/>
                    <a:gd name="connsiteY104" fmla="*/ 69057 h 761503"/>
                    <a:gd name="connsiteX105" fmla="*/ 452529 w 598324"/>
                    <a:gd name="connsiteY105" fmla="*/ 66337 h 761503"/>
                    <a:gd name="connsiteX106" fmla="*/ 466127 w 598324"/>
                    <a:gd name="connsiteY106" fmla="*/ 69057 h 761503"/>
                    <a:gd name="connsiteX107" fmla="*/ 471566 w 598324"/>
                    <a:gd name="connsiteY107" fmla="*/ 71776 h 761503"/>
                    <a:gd name="connsiteX108" fmla="*/ 515081 w 598324"/>
                    <a:gd name="connsiteY108" fmla="*/ 71776 h 761503"/>
                    <a:gd name="connsiteX109" fmla="*/ 542277 w 598324"/>
                    <a:gd name="connsiteY109" fmla="*/ 88094 h 761503"/>
                    <a:gd name="connsiteX110" fmla="*/ 536838 w 598324"/>
                    <a:gd name="connsiteY110" fmla="*/ 104412 h 761503"/>
                    <a:gd name="connsiteX111" fmla="*/ 525959 w 598324"/>
                    <a:gd name="connsiteY111" fmla="*/ 112571 h 761503"/>
                    <a:gd name="connsiteX112" fmla="*/ 509642 w 598324"/>
                    <a:gd name="connsiteY112" fmla="*/ 115291 h 761503"/>
                    <a:gd name="connsiteX113" fmla="*/ 468847 w 598324"/>
                    <a:gd name="connsiteY113" fmla="*/ 115291 h 761503"/>
                    <a:gd name="connsiteX114" fmla="*/ 457968 w 598324"/>
                    <a:gd name="connsiteY114" fmla="*/ 137048 h 761503"/>
                    <a:gd name="connsiteX115" fmla="*/ 430771 w 598324"/>
                    <a:gd name="connsiteY115" fmla="*/ 194161 h 761503"/>
                    <a:gd name="connsiteX116" fmla="*/ 400855 w 598324"/>
                    <a:gd name="connsiteY116" fmla="*/ 262152 h 761503"/>
                    <a:gd name="connsiteX117" fmla="*/ 360060 w 598324"/>
                    <a:gd name="connsiteY117" fmla="*/ 332863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</a:cxnLst>
                  <a:rect l="l" t="t" r="r" b="b"/>
                  <a:pathLst>
                    <a:path w="598324" h="761503">
                      <a:moveTo>
                        <a:pt x="360060" y="332863"/>
                      </a:moveTo>
                      <a:cubicBezTo>
                        <a:pt x="351901" y="343742"/>
                        <a:pt x="341023" y="357340"/>
                        <a:pt x="341023" y="370939"/>
                      </a:cubicBezTo>
                      <a:cubicBezTo>
                        <a:pt x="341023" y="379098"/>
                        <a:pt x="357341" y="381817"/>
                        <a:pt x="376378" y="389976"/>
                      </a:cubicBezTo>
                      <a:cubicBezTo>
                        <a:pt x="395416" y="398135"/>
                        <a:pt x="417173" y="417173"/>
                        <a:pt x="425332" y="433491"/>
                      </a:cubicBezTo>
                      <a:cubicBezTo>
                        <a:pt x="430771" y="444369"/>
                        <a:pt x="436211" y="452528"/>
                        <a:pt x="438930" y="463407"/>
                      </a:cubicBezTo>
                      <a:cubicBezTo>
                        <a:pt x="444370" y="474286"/>
                        <a:pt x="447089" y="487884"/>
                        <a:pt x="449809" y="498762"/>
                      </a:cubicBezTo>
                      <a:cubicBezTo>
                        <a:pt x="452529" y="512361"/>
                        <a:pt x="452529" y="517800"/>
                        <a:pt x="457968" y="528679"/>
                      </a:cubicBezTo>
                      <a:cubicBezTo>
                        <a:pt x="463407" y="539557"/>
                        <a:pt x="463407" y="553155"/>
                        <a:pt x="466127" y="564034"/>
                      </a:cubicBezTo>
                      <a:cubicBezTo>
                        <a:pt x="468847" y="572193"/>
                        <a:pt x="468847" y="585791"/>
                        <a:pt x="471566" y="593950"/>
                      </a:cubicBezTo>
                      <a:cubicBezTo>
                        <a:pt x="474286" y="599390"/>
                        <a:pt x="477006" y="602109"/>
                        <a:pt x="479725" y="607548"/>
                      </a:cubicBezTo>
                      <a:cubicBezTo>
                        <a:pt x="482445" y="612988"/>
                        <a:pt x="487884" y="618427"/>
                        <a:pt x="487884" y="623867"/>
                      </a:cubicBezTo>
                      <a:cubicBezTo>
                        <a:pt x="490604" y="634745"/>
                        <a:pt x="496043" y="642904"/>
                        <a:pt x="501482" y="651063"/>
                      </a:cubicBezTo>
                      <a:cubicBezTo>
                        <a:pt x="506922" y="661942"/>
                        <a:pt x="512361" y="664661"/>
                        <a:pt x="523240" y="670101"/>
                      </a:cubicBezTo>
                      <a:cubicBezTo>
                        <a:pt x="528679" y="672820"/>
                        <a:pt x="534119" y="680979"/>
                        <a:pt x="534119" y="686418"/>
                      </a:cubicBezTo>
                      <a:cubicBezTo>
                        <a:pt x="534119" y="689138"/>
                        <a:pt x="534119" y="691858"/>
                        <a:pt x="531399" y="694578"/>
                      </a:cubicBezTo>
                      <a:cubicBezTo>
                        <a:pt x="525959" y="702736"/>
                        <a:pt x="512361" y="708176"/>
                        <a:pt x="498763" y="708176"/>
                      </a:cubicBezTo>
                      <a:cubicBezTo>
                        <a:pt x="485165" y="708176"/>
                        <a:pt x="466127" y="705456"/>
                        <a:pt x="449809" y="700017"/>
                      </a:cubicBezTo>
                      <a:cubicBezTo>
                        <a:pt x="430771" y="694578"/>
                        <a:pt x="409014" y="675540"/>
                        <a:pt x="400855" y="667381"/>
                      </a:cubicBezTo>
                      <a:cubicBezTo>
                        <a:pt x="392696" y="659222"/>
                        <a:pt x="387257" y="651063"/>
                        <a:pt x="381817" y="642904"/>
                      </a:cubicBezTo>
                      <a:cubicBezTo>
                        <a:pt x="376378" y="632025"/>
                        <a:pt x="370939" y="623867"/>
                        <a:pt x="368219" y="610268"/>
                      </a:cubicBezTo>
                      <a:cubicBezTo>
                        <a:pt x="360060" y="588511"/>
                        <a:pt x="357341" y="574913"/>
                        <a:pt x="349182" y="550436"/>
                      </a:cubicBezTo>
                      <a:cubicBezTo>
                        <a:pt x="343742" y="534118"/>
                        <a:pt x="341023" y="520520"/>
                        <a:pt x="338303" y="504202"/>
                      </a:cubicBezTo>
                      <a:cubicBezTo>
                        <a:pt x="335583" y="493323"/>
                        <a:pt x="332864" y="485164"/>
                        <a:pt x="330144" y="477005"/>
                      </a:cubicBezTo>
                      <a:cubicBezTo>
                        <a:pt x="327424" y="471566"/>
                        <a:pt x="324705" y="463407"/>
                        <a:pt x="321985" y="455248"/>
                      </a:cubicBezTo>
                      <a:cubicBezTo>
                        <a:pt x="316546" y="444369"/>
                        <a:pt x="311106" y="436210"/>
                        <a:pt x="305667" y="436210"/>
                      </a:cubicBezTo>
                      <a:cubicBezTo>
                        <a:pt x="302948" y="436210"/>
                        <a:pt x="300228" y="438930"/>
                        <a:pt x="294788" y="441650"/>
                      </a:cubicBezTo>
                      <a:cubicBezTo>
                        <a:pt x="289349" y="447089"/>
                        <a:pt x="283910" y="455248"/>
                        <a:pt x="278471" y="463407"/>
                      </a:cubicBezTo>
                      <a:cubicBezTo>
                        <a:pt x="270312" y="474286"/>
                        <a:pt x="267592" y="485164"/>
                        <a:pt x="264872" y="496043"/>
                      </a:cubicBezTo>
                      <a:cubicBezTo>
                        <a:pt x="264872" y="504202"/>
                        <a:pt x="262153" y="512361"/>
                        <a:pt x="262153" y="517800"/>
                      </a:cubicBezTo>
                      <a:cubicBezTo>
                        <a:pt x="262153" y="520520"/>
                        <a:pt x="262153" y="520520"/>
                        <a:pt x="262153" y="523239"/>
                      </a:cubicBezTo>
                      <a:cubicBezTo>
                        <a:pt x="262153" y="528679"/>
                        <a:pt x="262153" y="544997"/>
                        <a:pt x="262153" y="553155"/>
                      </a:cubicBezTo>
                      <a:cubicBezTo>
                        <a:pt x="262153" y="583072"/>
                        <a:pt x="264872" y="599390"/>
                        <a:pt x="262153" y="629306"/>
                      </a:cubicBezTo>
                      <a:cubicBezTo>
                        <a:pt x="262153" y="640184"/>
                        <a:pt x="262153" y="648343"/>
                        <a:pt x="259433" y="659222"/>
                      </a:cubicBezTo>
                      <a:cubicBezTo>
                        <a:pt x="270312" y="659222"/>
                        <a:pt x="278471" y="659222"/>
                        <a:pt x="283910" y="659222"/>
                      </a:cubicBezTo>
                      <a:cubicBezTo>
                        <a:pt x="297508" y="659222"/>
                        <a:pt x="321985" y="659222"/>
                        <a:pt x="321985" y="675540"/>
                      </a:cubicBezTo>
                      <a:cubicBezTo>
                        <a:pt x="321985" y="683699"/>
                        <a:pt x="319265" y="686418"/>
                        <a:pt x="316546" y="691858"/>
                      </a:cubicBezTo>
                      <a:cubicBezTo>
                        <a:pt x="311106" y="697297"/>
                        <a:pt x="305667" y="700017"/>
                        <a:pt x="300228" y="700017"/>
                      </a:cubicBezTo>
                      <a:cubicBezTo>
                        <a:pt x="292069" y="702736"/>
                        <a:pt x="283910" y="702736"/>
                        <a:pt x="278471" y="702736"/>
                      </a:cubicBezTo>
                      <a:cubicBezTo>
                        <a:pt x="275751" y="702736"/>
                        <a:pt x="259433" y="702736"/>
                        <a:pt x="243115" y="702736"/>
                      </a:cubicBezTo>
                      <a:cubicBezTo>
                        <a:pt x="237676" y="708176"/>
                        <a:pt x="229517" y="710895"/>
                        <a:pt x="221358" y="710895"/>
                      </a:cubicBezTo>
                      <a:cubicBezTo>
                        <a:pt x="213199" y="710895"/>
                        <a:pt x="202320" y="708176"/>
                        <a:pt x="194161" y="702736"/>
                      </a:cubicBezTo>
                      <a:cubicBezTo>
                        <a:pt x="186002" y="702736"/>
                        <a:pt x="180563" y="702736"/>
                        <a:pt x="177843" y="702736"/>
                      </a:cubicBezTo>
                      <a:cubicBezTo>
                        <a:pt x="164245" y="702736"/>
                        <a:pt x="139768" y="702736"/>
                        <a:pt x="126170" y="702736"/>
                      </a:cubicBezTo>
                      <a:cubicBezTo>
                        <a:pt x="118011" y="702736"/>
                        <a:pt x="109852" y="702736"/>
                        <a:pt x="101693" y="702736"/>
                      </a:cubicBezTo>
                      <a:cubicBezTo>
                        <a:pt x="93534" y="702736"/>
                        <a:pt x="82655" y="702736"/>
                        <a:pt x="74496" y="697297"/>
                      </a:cubicBezTo>
                      <a:cubicBezTo>
                        <a:pt x="66337" y="694578"/>
                        <a:pt x="58178" y="686418"/>
                        <a:pt x="58178" y="680979"/>
                      </a:cubicBezTo>
                      <a:cubicBezTo>
                        <a:pt x="58178" y="678260"/>
                        <a:pt x="58178" y="675540"/>
                        <a:pt x="63617" y="672820"/>
                      </a:cubicBezTo>
                      <a:cubicBezTo>
                        <a:pt x="69057" y="670101"/>
                        <a:pt x="79935" y="667381"/>
                        <a:pt x="85375" y="664661"/>
                      </a:cubicBezTo>
                      <a:cubicBezTo>
                        <a:pt x="104412" y="661942"/>
                        <a:pt x="123450" y="659222"/>
                        <a:pt x="128889" y="659222"/>
                      </a:cubicBezTo>
                      <a:cubicBezTo>
                        <a:pt x="134329" y="659222"/>
                        <a:pt x="139768" y="659222"/>
                        <a:pt x="147927" y="659222"/>
                      </a:cubicBezTo>
                      <a:cubicBezTo>
                        <a:pt x="147927" y="656502"/>
                        <a:pt x="145207" y="653783"/>
                        <a:pt x="145207" y="653783"/>
                      </a:cubicBezTo>
                      <a:cubicBezTo>
                        <a:pt x="131609" y="632025"/>
                        <a:pt x="131609" y="610268"/>
                        <a:pt x="131609" y="585791"/>
                      </a:cubicBezTo>
                      <a:cubicBezTo>
                        <a:pt x="131609" y="555875"/>
                        <a:pt x="131609" y="528679"/>
                        <a:pt x="134329" y="498762"/>
                      </a:cubicBezTo>
                      <a:cubicBezTo>
                        <a:pt x="134329" y="468846"/>
                        <a:pt x="137048" y="436210"/>
                        <a:pt x="137048" y="406294"/>
                      </a:cubicBezTo>
                      <a:cubicBezTo>
                        <a:pt x="137048" y="379098"/>
                        <a:pt x="134329" y="354621"/>
                        <a:pt x="134329" y="327424"/>
                      </a:cubicBezTo>
                      <a:cubicBezTo>
                        <a:pt x="134329" y="302947"/>
                        <a:pt x="137048" y="278470"/>
                        <a:pt x="137048" y="253993"/>
                      </a:cubicBezTo>
                      <a:cubicBezTo>
                        <a:pt x="137048" y="237675"/>
                        <a:pt x="139768" y="224077"/>
                        <a:pt x="139768" y="207759"/>
                      </a:cubicBezTo>
                      <a:cubicBezTo>
                        <a:pt x="139768" y="196881"/>
                        <a:pt x="137048" y="183282"/>
                        <a:pt x="137048" y="172404"/>
                      </a:cubicBezTo>
                      <a:cubicBezTo>
                        <a:pt x="137048" y="150647"/>
                        <a:pt x="137048" y="131609"/>
                        <a:pt x="137048" y="112571"/>
                      </a:cubicBezTo>
                      <a:cubicBezTo>
                        <a:pt x="134329" y="112571"/>
                        <a:pt x="137048" y="112571"/>
                        <a:pt x="126170" y="112571"/>
                      </a:cubicBezTo>
                      <a:cubicBezTo>
                        <a:pt x="118011" y="112571"/>
                        <a:pt x="109852" y="112571"/>
                        <a:pt x="101693" y="112571"/>
                      </a:cubicBezTo>
                      <a:cubicBezTo>
                        <a:pt x="93534" y="112571"/>
                        <a:pt x="82655" y="109852"/>
                        <a:pt x="74496" y="107132"/>
                      </a:cubicBezTo>
                      <a:cubicBezTo>
                        <a:pt x="66337" y="104412"/>
                        <a:pt x="58178" y="96253"/>
                        <a:pt x="58178" y="90814"/>
                      </a:cubicBezTo>
                      <a:cubicBezTo>
                        <a:pt x="58178" y="88094"/>
                        <a:pt x="58178" y="85375"/>
                        <a:pt x="63617" y="82655"/>
                      </a:cubicBezTo>
                      <a:cubicBezTo>
                        <a:pt x="69057" y="79936"/>
                        <a:pt x="79935" y="77216"/>
                        <a:pt x="85375" y="74496"/>
                      </a:cubicBezTo>
                      <a:cubicBezTo>
                        <a:pt x="104412" y="71776"/>
                        <a:pt x="128889" y="69057"/>
                        <a:pt x="137048" y="69057"/>
                      </a:cubicBezTo>
                      <a:cubicBezTo>
                        <a:pt x="137048" y="69057"/>
                        <a:pt x="139768" y="69057"/>
                        <a:pt x="145207" y="69057"/>
                      </a:cubicBezTo>
                      <a:cubicBezTo>
                        <a:pt x="150646" y="60898"/>
                        <a:pt x="158806" y="58178"/>
                        <a:pt x="169684" y="58178"/>
                      </a:cubicBezTo>
                      <a:cubicBezTo>
                        <a:pt x="172404" y="58178"/>
                        <a:pt x="175123" y="58178"/>
                        <a:pt x="177843" y="58178"/>
                      </a:cubicBezTo>
                      <a:cubicBezTo>
                        <a:pt x="186002" y="58178"/>
                        <a:pt x="196881" y="63617"/>
                        <a:pt x="205040" y="66337"/>
                      </a:cubicBezTo>
                      <a:cubicBezTo>
                        <a:pt x="237676" y="66337"/>
                        <a:pt x="273031" y="63617"/>
                        <a:pt x="286629" y="63617"/>
                      </a:cubicBezTo>
                      <a:cubicBezTo>
                        <a:pt x="300228" y="63617"/>
                        <a:pt x="324705" y="63617"/>
                        <a:pt x="324705" y="79936"/>
                      </a:cubicBezTo>
                      <a:cubicBezTo>
                        <a:pt x="324705" y="88094"/>
                        <a:pt x="321985" y="90814"/>
                        <a:pt x="319265" y="96253"/>
                      </a:cubicBezTo>
                      <a:cubicBezTo>
                        <a:pt x="313826" y="101693"/>
                        <a:pt x="308387" y="104412"/>
                        <a:pt x="302948" y="104412"/>
                      </a:cubicBezTo>
                      <a:cubicBezTo>
                        <a:pt x="289349" y="112571"/>
                        <a:pt x="283910" y="112571"/>
                        <a:pt x="278471" y="112571"/>
                      </a:cubicBezTo>
                      <a:cubicBezTo>
                        <a:pt x="273031" y="112571"/>
                        <a:pt x="253994" y="112571"/>
                        <a:pt x="232236" y="112571"/>
                      </a:cubicBezTo>
                      <a:cubicBezTo>
                        <a:pt x="237676" y="120730"/>
                        <a:pt x="240395" y="128889"/>
                        <a:pt x="240395" y="137048"/>
                      </a:cubicBezTo>
                      <a:cubicBezTo>
                        <a:pt x="240395" y="142487"/>
                        <a:pt x="240395" y="145207"/>
                        <a:pt x="240395" y="150647"/>
                      </a:cubicBezTo>
                      <a:cubicBezTo>
                        <a:pt x="240395" y="153366"/>
                        <a:pt x="240395" y="156086"/>
                        <a:pt x="243115" y="158805"/>
                      </a:cubicBezTo>
                      <a:cubicBezTo>
                        <a:pt x="245835" y="169684"/>
                        <a:pt x="245835" y="180563"/>
                        <a:pt x="248554" y="188722"/>
                      </a:cubicBezTo>
                      <a:cubicBezTo>
                        <a:pt x="248554" y="191441"/>
                        <a:pt x="248554" y="194161"/>
                        <a:pt x="248554" y="199600"/>
                      </a:cubicBezTo>
                      <a:cubicBezTo>
                        <a:pt x="248554" y="207759"/>
                        <a:pt x="248554" y="213198"/>
                        <a:pt x="248554" y="221357"/>
                      </a:cubicBezTo>
                      <a:cubicBezTo>
                        <a:pt x="248554" y="234956"/>
                        <a:pt x="251274" y="248554"/>
                        <a:pt x="253994" y="264872"/>
                      </a:cubicBezTo>
                      <a:cubicBezTo>
                        <a:pt x="256713" y="275751"/>
                        <a:pt x="259433" y="286629"/>
                        <a:pt x="262153" y="297508"/>
                      </a:cubicBezTo>
                      <a:cubicBezTo>
                        <a:pt x="264872" y="305667"/>
                        <a:pt x="264872" y="313826"/>
                        <a:pt x="264872" y="324704"/>
                      </a:cubicBezTo>
                      <a:cubicBezTo>
                        <a:pt x="264872" y="327424"/>
                        <a:pt x="264872" y="330144"/>
                        <a:pt x="264872" y="332863"/>
                      </a:cubicBezTo>
                      <a:cubicBezTo>
                        <a:pt x="264872" y="338303"/>
                        <a:pt x="264872" y="346462"/>
                        <a:pt x="264872" y="351901"/>
                      </a:cubicBezTo>
                      <a:cubicBezTo>
                        <a:pt x="264872" y="357340"/>
                        <a:pt x="262153" y="365499"/>
                        <a:pt x="262153" y="370939"/>
                      </a:cubicBezTo>
                      <a:cubicBezTo>
                        <a:pt x="262153" y="376378"/>
                        <a:pt x="264872" y="384537"/>
                        <a:pt x="267592" y="384537"/>
                      </a:cubicBezTo>
                      <a:cubicBezTo>
                        <a:pt x="273031" y="384537"/>
                        <a:pt x="275751" y="376378"/>
                        <a:pt x="278471" y="370939"/>
                      </a:cubicBezTo>
                      <a:cubicBezTo>
                        <a:pt x="283910" y="360060"/>
                        <a:pt x="289349" y="346462"/>
                        <a:pt x="297508" y="332863"/>
                      </a:cubicBezTo>
                      <a:cubicBezTo>
                        <a:pt x="302948" y="324704"/>
                        <a:pt x="305667" y="313826"/>
                        <a:pt x="311106" y="305667"/>
                      </a:cubicBezTo>
                      <a:cubicBezTo>
                        <a:pt x="319265" y="289349"/>
                        <a:pt x="327424" y="275751"/>
                        <a:pt x="335583" y="259433"/>
                      </a:cubicBezTo>
                      <a:cubicBezTo>
                        <a:pt x="341023" y="248554"/>
                        <a:pt x="349182" y="234956"/>
                        <a:pt x="354621" y="224077"/>
                      </a:cubicBezTo>
                      <a:cubicBezTo>
                        <a:pt x="362780" y="207759"/>
                        <a:pt x="370939" y="191441"/>
                        <a:pt x="381817" y="172404"/>
                      </a:cubicBezTo>
                      <a:cubicBezTo>
                        <a:pt x="389977" y="153366"/>
                        <a:pt x="400855" y="134329"/>
                        <a:pt x="409014" y="118011"/>
                      </a:cubicBezTo>
                      <a:cubicBezTo>
                        <a:pt x="409014" y="115291"/>
                        <a:pt x="409014" y="115291"/>
                        <a:pt x="411734" y="115291"/>
                      </a:cubicBezTo>
                      <a:cubicBezTo>
                        <a:pt x="406294" y="115291"/>
                        <a:pt x="400855" y="115291"/>
                        <a:pt x="398136" y="115291"/>
                      </a:cubicBezTo>
                      <a:cubicBezTo>
                        <a:pt x="392696" y="115291"/>
                        <a:pt x="384537" y="115291"/>
                        <a:pt x="379098" y="109852"/>
                      </a:cubicBezTo>
                      <a:cubicBezTo>
                        <a:pt x="373659" y="107132"/>
                        <a:pt x="368219" y="98973"/>
                        <a:pt x="368219" y="93534"/>
                      </a:cubicBezTo>
                      <a:cubicBezTo>
                        <a:pt x="368219" y="90814"/>
                        <a:pt x="368219" y="88094"/>
                        <a:pt x="370939" y="85375"/>
                      </a:cubicBezTo>
                      <a:cubicBezTo>
                        <a:pt x="373659" y="82655"/>
                        <a:pt x="381817" y="79936"/>
                        <a:pt x="387257" y="77216"/>
                      </a:cubicBezTo>
                      <a:cubicBezTo>
                        <a:pt x="400855" y="74496"/>
                        <a:pt x="414453" y="71776"/>
                        <a:pt x="422612" y="71776"/>
                      </a:cubicBezTo>
                      <a:cubicBezTo>
                        <a:pt x="425332" y="71776"/>
                        <a:pt x="430771" y="71776"/>
                        <a:pt x="436211" y="71776"/>
                      </a:cubicBezTo>
                      <a:cubicBezTo>
                        <a:pt x="436211" y="71776"/>
                        <a:pt x="438930" y="69057"/>
                        <a:pt x="438930" y="69057"/>
                      </a:cubicBezTo>
                      <a:cubicBezTo>
                        <a:pt x="444370" y="66337"/>
                        <a:pt x="447089" y="66337"/>
                        <a:pt x="452529" y="66337"/>
                      </a:cubicBezTo>
                      <a:cubicBezTo>
                        <a:pt x="457968" y="66337"/>
                        <a:pt x="460688" y="66337"/>
                        <a:pt x="466127" y="69057"/>
                      </a:cubicBezTo>
                      <a:cubicBezTo>
                        <a:pt x="468847" y="69057"/>
                        <a:pt x="471566" y="71776"/>
                        <a:pt x="471566" y="71776"/>
                      </a:cubicBezTo>
                      <a:cubicBezTo>
                        <a:pt x="490604" y="71776"/>
                        <a:pt x="506922" y="71776"/>
                        <a:pt x="515081" y="71776"/>
                      </a:cubicBezTo>
                      <a:cubicBezTo>
                        <a:pt x="523240" y="71776"/>
                        <a:pt x="542277" y="71776"/>
                        <a:pt x="542277" y="88094"/>
                      </a:cubicBezTo>
                      <a:cubicBezTo>
                        <a:pt x="542277" y="96253"/>
                        <a:pt x="542277" y="98973"/>
                        <a:pt x="536838" y="104412"/>
                      </a:cubicBezTo>
                      <a:cubicBezTo>
                        <a:pt x="534119" y="109852"/>
                        <a:pt x="528679" y="112571"/>
                        <a:pt x="525959" y="112571"/>
                      </a:cubicBezTo>
                      <a:cubicBezTo>
                        <a:pt x="520520" y="115291"/>
                        <a:pt x="515081" y="115291"/>
                        <a:pt x="509642" y="115291"/>
                      </a:cubicBezTo>
                      <a:cubicBezTo>
                        <a:pt x="506922" y="115291"/>
                        <a:pt x="487884" y="115291"/>
                        <a:pt x="468847" y="115291"/>
                      </a:cubicBezTo>
                      <a:cubicBezTo>
                        <a:pt x="466127" y="123450"/>
                        <a:pt x="460688" y="128889"/>
                        <a:pt x="457968" y="137048"/>
                      </a:cubicBezTo>
                      <a:cubicBezTo>
                        <a:pt x="447089" y="156086"/>
                        <a:pt x="438930" y="175123"/>
                        <a:pt x="430771" y="194161"/>
                      </a:cubicBezTo>
                      <a:cubicBezTo>
                        <a:pt x="419893" y="215918"/>
                        <a:pt x="411734" y="240395"/>
                        <a:pt x="400855" y="262152"/>
                      </a:cubicBezTo>
                      <a:cubicBezTo>
                        <a:pt x="387257" y="289349"/>
                        <a:pt x="373659" y="311106"/>
                        <a:pt x="360060" y="332863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47" name="Freeform: Shape 41">
                  <a:extLst>
                    <a:ext uri="{FF2B5EF4-FFF2-40B4-BE49-F238E27FC236}">
                      <a16:creationId xmlns:a16="http://schemas.microsoft.com/office/drawing/2014/main" id="{C0D418AB-F559-50EC-A44B-1FC6D15E0A8F}"/>
                    </a:ext>
                  </a:extLst>
                </p:cNvPr>
                <p:cNvSpPr/>
                <p:nvPr/>
              </p:nvSpPr>
              <p:spPr>
                <a:xfrm>
                  <a:off x="4335316" y="4186718"/>
                  <a:ext cx="353556" cy="761503"/>
                </a:xfrm>
                <a:custGeom>
                  <a:avLst/>
                  <a:gdLst>
                    <a:gd name="connsiteX0" fmla="*/ 283910 w 353555"/>
                    <a:gd name="connsiteY0" fmla="*/ 672820 h 761503"/>
                    <a:gd name="connsiteX1" fmla="*/ 321985 w 353555"/>
                    <a:gd name="connsiteY1" fmla="*/ 689138 h 761503"/>
                    <a:gd name="connsiteX2" fmla="*/ 316546 w 353555"/>
                    <a:gd name="connsiteY2" fmla="*/ 705456 h 761503"/>
                    <a:gd name="connsiteX3" fmla="*/ 300228 w 353555"/>
                    <a:gd name="connsiteY3" fmla="*/ 713615 h 761503"/>
                    <a:gd name="connsiteX4" fmla="*/ 278471 w 353555"/>
                    <a:gd name="connsiteY4" fmla="*/ 716335 h 761503"/>
                    <a:gd name="connsiteX5" fmla="*/ 237676 w 353555"/>
                    <a:gd name="connsiteY5" fmla="*/ 716335 h 761503"/>
                    <a:gd name="connsiteX6" fmla="*/ 180563 w 353555"/>
                    <a:gd name="connsiteY6" fmla="*/ 719054 h 761503"/>
                    <a:gd name="connsiteX7" fmla="*/ 126170 w 353555"/>
                    <a:gd name="connsiteY7" fmla="*/ 719054 h 761503"/>
                    <a:gd name="connsiteX8" fmla="*/ 101693 w 353555"/>
                    <a:gd name="connsiteY8" fmla="*/ 719054 h 761503"/>
                    <a:gd name="connsiteX9" fmla="*/ 74496 w 353555"/>
                    <a:gd name="connsiteY9" fmla="*/ 713615 h 761503"/>
                    <a:gd name="connsiteX10" fmla="*/ 58178 w 353555"/>
                    <a:gd name="connsiteY10" fmla="*/ 697297 h 761503"/>
                    <a:gd name="connsiteX11" fmla="*/ 63617 w 353555"/>
                    <a:gd name="connsiteY11" fmla="*/ 689138 h 761503"/>
                    <a:gd name="connsiteX12" fmla="*/ 85375 w 353555"/>
                    <a:gd name="connsiteY12" fmla="*/ 680979 h 761503"/>
                    <a:gd name="connsiteX13" fmla="*/ 131609 w 353555"/>
                    <a:gd name="connsiteY13" fmla="*/ 675540 h 761503"/>
                    <a:gd name="connsiteX14" fmla="*/ 142488 w 353555"/>
                    <a:gd name="connsiteY14" fmla="*/ 675540 h 761503"/>
                    <a:gd name="connsiteX15" fmla="*/ 131609 w 353555"/>
                    <a:gd name="connsiteY15" fmla="*/ 653783 h 761503"/>
                    <a:gd name="connsiteX16" fmla="*/ 128889 w 353555"/>
                    <a:gd name="connsiteY16" fmla="*/ 640184 h 761503"/>
                    <a:gd name="connsiteX17" fmla="*/ 128889 w 353555"/>
                    <a:gd name="connsiteY17" fmla="*/ 629306 h 761503"/>
                    <a:gd name="connsiteX18" fmla="*/ 128889 w 353555"/>
                    <a:gd name="connsiteY18" fmla="*/ 621147 h 761503"/>
                    <a:gd name="connsiteX19" fmla="*/ 128889 w 353555"/>
                    <a:gd name="connsiteY19" fmla="*/ 593950 h 761503"/>
                    <a:gd name="connsiteX20" fmla="*/ 128889 w 353555"/>
                    <a:gd name="connsiteY20" fmla="*/ 583072 h 761503"/>
                    <a:gd name="connsiteX21" fmla="*/ 128889 w 353555"/>
                    <a:gd name="connsiteY21" fmla="*/ 436210 h 761503"/>
                    <a:gd name="connsiteX22" fmla="*/ 128889 w 353555"/>
                    <a:gd name="connsiteY22" fmla="*/ 357340 h 761503"/>
                    <a:gd name="connsiteX23" fmla="*/ 131609 w 353555"/>
                    <a:gd name="connsiteY23" fmla="*/ 289349 h 761503"/>
                    <a:gd name="connsiteX24" fmla="*/ 131609 w 353555"/>
                    <a:gd name="connsiteY24" fmla="*/ 251274 h 761503"/>
                    <a:gd name="connsiteX25" fmla="*/ 131609 w 353555"/>
                    <a:gd name="connsiteY25" fmla="*/ 205040 h 761503"/>
                    <a:gd name="connsiteX26" fmla="*/ 131609 w 353555"/>
                    <a:gd name="connsiteY26" fmla="*/ 139768 h 761503"/>
                    <a:gd name="connsiteX27" fmla="*/ 131609 w 353555"/>
                    <a:gd name="connsiteY27" fmla="*/ 128889 h 761503"/>
                    <a:gd name="connsiteX28" fmla="*/ 126170 w 353555"/>
                    <a:gd name="connsiteY28" fmla="*/ 128889 h 761503"/>
                    <a:gd name="connsiteX29" fmla="*/ 101693 w 353555"/>
                    <a:gd name="connsiteY29" fmla="*/ 128889 h 761503"/>
                    <a:gd name="connsiteX30" fmla="*/ 74496 w 353555"/>
                    <a:gd name="connsiteY30" fmla="*/ 123450 h 761503"/>
                    <a:gd name="connsiteX31" fmla="*/ 58178 w 353555"/>
                    <a:gd name="connsiteY31" fmla="*/ 107132 h 761503"/>
                    <a:gd name="connsiteX32" fmla="*/ 60898 w 353555"/>
                    <a:gd name="connsiteY32" fmla="*/ 98973 h 761503"/>
                    <a:gd name="connsiteX33" fmla="*/ 82655 w 353555"/>
                    <a:gd name="connsiteY33" fmla="*/ 93534 h 761503"/>
                    <a:gd name="connsiteX34" fmla="*/ 131609 w 353555"/>
                    <a:gd name="connsiteY34" fmla="*/ 88094 h 761503"/>
                    <a:gd name="connsiteX35" fmla="*/ 131609 w 353555"/>
                    <a:gd name="connsiteY35" fmla="*/ 82655 h 761503"/>
                    <a:gd name="connsiteX36" fmla="*/ 134329 w 353555"/>
                    <a:gd name="connsiteY36" fmla="*/ 71776 h 761503"/>
                    <a:gd name="connsiteX37" fmla="*/ 147927 w 353555"/>
                    <a:gd name="connsiteY37" fmla="*/ 63617 h 761503"/>
                    <a:gd name="connsiteX38" fmla="*/ 164245 w 353555"/>
                    <a:gd name="connsiteY38" fmla="*/ 58178 h 761503"/>
                    <a:gd name="connsiteX39" fmla="*/ 177843 w 353555"/>
                    <a:gd name="connsiteY39" fmla="*/ 58178 h 761503"/>
                    <a:gd name="connsiteX40" fmla="*/ 196881 w 353555"/>
                    <a:gd name="connsiteY40" fmla="*/ 60898 h 761503"/>
                    <a:gd name="connsiteX41" fmla="*/ 232236 w 353555"/>
                    <a:gd name="connsiteY41" fmla="*/ 88094 h 761503"/>
                    <a:gd name="connsiteX42" fmla="*/ 278471 w 353555"/>
                    <a:gd name="connsiteY42" fmla="*/ 88094 h 761503"/>
                    <a:gd name="connsiteX43" fmla="*/ 316546 w 353555"/>
                    <a:gd name="connsiteY43" fmla="*/ 104412 h 761503"/>
                    <a:gd name="connsiteX44" fmla="*/ 311106 w 353555"/>
                    <a:gd name="connsiteY44" fmla="*/ 120730 h 761503"/>
                    <a:gd name="connsiteX45" fmla="*/ 294788 w 353555"/>
                    <a:gd name="connsiteY45" fmla="*/ 128889 h 761503"/>
                    <a:gd name="connsiteX46" fmla="*/ 273031 w 353555"/>
                    <a:gd name="connsiteY46" fmla="*/ 131609 h 761503"/>
                    <a:gd name="connsiteX47" fmla="*/ 243115 w 353555"/>
                    <a:gd name="connsiteY47" fmla="*/ 131609 h 761503"/>
                    <a:gd name="connsiteX48" fmla="*/ 243115 w 353555"/>
                    <a:gd name="connsiteY48" fmla="*/ 134329 h 761503"/>
                    <a:gd name="connsiteX49" fmla="*/ 248554 w 353555"/>
                    <a:gd name="connsiteY49" fmla="*/ 169684 h 761503"/>
                    <a:gd name="connsiteX50" fmla="*/ 251274 w 353555"/>
                    <a:gd name="connsiteY50" fmla="*/ 205040 h 761503"/>
                    <a:gd name="connsiteX51" fmla="*/ 251274 w 353555"/>
                    <a:gd name="connsiteY51" fmla="*/ 240395 h 761503"/>
                    <a:gd name="connsiteX52" fmla="*/ 251274 w 353555"/>
                    <a:gd name="connsiteY52" fmla="*/ 256713 h 761503"/>
                    <a:gd name="connsiteX53" fmla="*/ 253994 w 353555"/>
                    <a:gd name="connsiteY53" fmla="*/ 270311 h 761503"/>
                    <a:gd name="connsiteX54" fmla="*/ 259433 w 353555"/>
                    <a:gd name="connsiteY54" fmla="*/ 343742 h 761503"/>
                    <a:gd name="connsiteX55" fmla="*/ 262153 w 353555"/>
                    <a:gd name="connsiteY55" fmla="*/ 425332 h 761503"/>
                    <a:gd name="connsiteX56" fmla="*/ 264872 w 353555"/>
                    <a:gd name="connsiteY56" fmla="*/ 490603 h 761503"/>
                    <a:gd name="connsiteX57" fmla="*/ 270312 w 353555"/>
                    <a:gd name="connsiteY57" fmla="*/ 564034 h 761503"/>
                    <a:gd name="connsiteX58" fmla="*/ 270312 w 353555"/>
                    <a:gd name="connsiteY58" fmla="*/ 599390 h 761503"/>
                    <a:gd name="connsiteX59" fmla="*/ 270312 w 353555"/>
                    <a:gd name="connsiteY59" fmla="*/ 637465 h 761503"/>
                    <a:gd name="connsiteX60" fmla="*/ 264872 w 353555"/>
                    <a:gd name="connsiteY60" fmla="*/ 670101 h 761503"/>
                    <a:gd name="connsiteX61" fmla="*/ 283910 w 353555"/>
                    <a:gd name="connsiteY61" fmla="*/ 672820 h 761503"/>
                    <a:gd name="connsiteX62" fmla="*/ 283910 w 353555"/>
                    <a:gd name="connsiteY62" fmla="*/ 672820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</a:cxnLst>
                  <a:rect l="l" t="t" r="r" b="b"/>
                  <a:pathLst>
                    <a:path w="353555" h="761503">
                      <a:moveTo>
                        <a:pt x="283910" y="672820"/>
                      </a:moveTo>
                      <a:cubicBezTo>
                        <a:pt x="297508" y="672820"/>
                        <a:pt x="321985" y="672820"/>
                        <a:pt x="321985" y="689138"/>
                      </a:cubicBezTo>
                      <a:cubicBezTo>
                        <a:pt x="321985" y="697297"/>
                        <a:pt x="319265" y="697297"/>
                        <a:pt x="316546" y="705456"/>
                      </a:cubicBezTo>
                      <a:cubicBezTo>
                        <a:pt x="311106" y="710895"/>
                        <a:pt x="305667" y="713615"/>
                        <a:pt x="300228" y="713615"/>
                      </a:cubicBezTo>
                      <a:cubicBezTo>
                        <a:pt x="292069" y="716335"/>
                        <a:pt x="283910" y="716335"/>
                        <a:pt x="278471" y="716335"/>
                      </a:cubicBezTo>
                      <a:cubicBezTo>
                        <a:pt x="275751" y="716335"/>
                        <a:pt x="256713" y="716335"/>
                        <a:pt x="237676" y="716335"/>
                      </a:cubicBezTo>
                      <a:cubicBezTo>
                        <a:pt x="213199" y="716335"/>
                        <a:pt x="186002" y="719054"/>
                        <a:pt x="180563" y="719054"/>
                      </a:cubicBezTo>
                      <a:cubicBezTo>
                        <a:pt x="166965" y="719054"/>
                        <a:pt x="142488" y="719054"/>
                        <a:pt x="126170" y="719054"/>
                      </a:cubicBezTo>
                      <a:cubicBezTo>
                        <a:pt x="118011" y="719054"/>
                        <a:pt x="109852" y="719054"/>
                        <a:pt x="101693" y="719054"/>
                      </a:cubicBezTo>
                      <a:cubicBezTo>
                        <a:pt x="93534" y="719054"/>
                        <a:pt x="82655" y="719054"/>
                        <a:pt x="74496" y="713615"/>
                      </a:cubicBezTo>
                      <a:cubicBezTo>
                        <a:pt x="66337" y="710895"/>
                        <a:pt x="58178" y="702736"/>
                        <a:pt x="58178" y="697297"/>
                      </a:cubicBezTo>
                      <a:cubicBezTo>
                        <a:pt x="58178" y="694578"/>
                        <a:pt x="58178" y="691858"/>
                        <a:pt x="63617" y="689138"/>
                      </a:cubicBezTo>
                      <a:cubicBezTo>
                        <a:pt x="69057" y="686418"/>
                        <a:pt x="79935" y="683699"/>
                        <a:pt x="85375" y="680979"/>
                      </a:cubicBezTo>
                      <a:cubicBezTo>
                        <a:pt x="104412" y="678260"/>
                        <a:pt x="123450" y="675540"/>
                        <a:pt x="131609" y="675540"/>
                      </a:cubicBezTo>
                      <a:cubicBezTo>
                        <a:pt x="134329" y="675540"/>
                        <a:pt x="137048" y="675540"/>
                        <a:pt x="142488" y="675540"/>
                      </a:cubicBezTo>
                      <a:cubicBezTo>
                        <a:pt x="134329" y="670101"/>
                        <a:pt x="131609" y="661942"/>
                        <a:pt x="131609" y="653783"/>
                      </a:cubicBezTo>
                      <a:cubicBezTo>
                        <a:pt x="131609" y="648343"/>
                        <a:pt x="131609" y="642904"/>
                        <a:pt x="128889" y="640184"/>
                      </a:cubicBezTo>
                      <a:cubicBezTo>
                        <a:pt x="128889" y="637465"/>
                        <a:pt x="128889" y="634745"/>
                        <a:pt x="128889" y="629306"/>
                      </a:cubicBezTo>
                      <a:cubicBezTo>
                        <a:pt x="128889" y="626586"/>
                        <a:pt x="128889" y="623867"/>
                        <a:pt x="128889" y="621147"/>
                      </a:cubicBezTo>
                      <a:cubicBezTo>
                        <a:pt x="128889" y="612988"/>
                        <a:pt x="128889" y="604829"/>
                        <a:pt x="128889" y="593950"/>
                      </a:cubicBezTo>
                      <a:cubicBezTo>
                        <a:pt x="128889" y="591231"/>
                        <a:pt x="128889" y="585791"/>
                        <a:pt x="128889" y="583072"/>
                      </a:cubicBezTo>
                      <a:cubicBezTo>
                        <a:pt x="128889" y="534118"/>
                        <a:pt x="131609" y="485164"/>
                        <a:pt x="128889" y="436210"/>
                      </a:cubicBezTo>
                      <a:cubicBezTo>
                        <a:pt x="128889" y="409014"/>
                        <a:pt x="128889" y="384537"/>
                        <a:pt x="128889" y="357340"/>
                      </a:cubicBezTo>
                      <a:cubicBezTo>
                        <a:pt x="128889" y="335583"/>
                        <a:pt x="131609" y="313826"/>
                        <a:pt x="131609" y="289349"/>
                      </a:cubicBezTo>
                      <a:cubicBezTo>
                        <a:pt x="131609" y="275751"/>
                        <a:pt x="131609" y="264872"/>
                        <a:pt x="131609" y="251274"/>
                      </a:cubicBezTo>
                      <a:cubicBezTo>
                        <a:pt x="131609" y="234956"/>
                        <a:pt x="131609" y="221357"/>
                        <a:pt x="131609" y="205040"/>
                      </a:cubicBezTo>
                      <a:cubicBezTo>
                        <a:pt x="131609" y="183282"/>
                        <a:pt x="131609" y="161525"/>
                        <a:pt x="131609" y="139768"/>
                      </a:cubicBezTo>
                      <a:cubicBezTo>
                        <a:pt x="131609" y="137048"/>
                        <a:pt x="131609" y="134329"/>
                        <a:pt x="131609" y="128889"/>
                      </a:cubicBezTo>
                      <a:cubicBezTo>
                        <a:pt x="128889" y="128889"/>
                        <a:pt x="126170" y="128889"/>
                        <a:pt x="126170" y="128889"/>
                      </a:cubicBezTo>
                      <a:cubicBezTo>
                        <a:pt x="118011" y="128889"/>
                        <a:pt x="109852" y="128889"/>
                        <a:pt x="101693" y="128889"/>
                      </a:cubicBezTo>
                      <a:cubicBezTo>
                        <a:pt x="93534" y="128889"/>
                        <a:pt x="82655" y="128889"/>
                        <a:pt x="74496" y="123450"/>
                      </a:cubicBezTo>
                      <a:cubicBezTo>
                        <a:pt x="66337" y="120730"/>
                        <a:pt x="58178" y="112571"/>
                        <a:pt x="58178" y="107132"/>
                      </a:cubicBezTo>
                      <a:cubicBezTo>
                        <a:pt x="58178" y="104412"/>
                        <a:pt x="58178" y="101693"/>
                        <a:pt x="60898" y="98973"/>
                      </a:cubicBezTo>
                      <a:cubicBezTo>
                        <a:pt x="63617" y="96253"/>
                        <a:pt x="77216" y="93534"/>
                        <a:pt x="82655" y="93534"/>
                      </a:cubicBezTo>
                      <a:cubicBezTo>
                        <a:pt x="98973" y="90814"/>
                        <a:pt x="123450" y="88094"/>
                        <a:pt x="131609" y="88094"/>
                      </a:cubicBezTo>
                      <a:cubicBezTo>
                        <a:pt x="131609" y="85375"/>
                        <a:pt x="131609" y="85375"/>
                        <a:pt x="131609" y="82655"/>
                      </a:cubicBezTo>
                      <a:cubicBezTo>
                        <a:pt x="131609" y="77216"/>
                        <a:pt x="131609" y="74496"/>
                        <a:pt x="134329" y="71776"/>
                      </a:cubicBezTo>
                      <a:cubicBezTo>
                        <a:pt x="137048" y="69057"/>
                        <a:pt x="145207" y="66337"/>
                        <a:pt x="147927" y="63617"/>
                      </a:cubicBezTo>
                      <a:cubicBezTo>
                        <a:pt x="153366" y="60898"/>
                        <a:pt x="158806" y="58178"/>
                        <a:pt x="164245" y="58178"/>
                      </a:cubicBezTo>
                      <a:cubicBezTo>
                        <a:pt x="169684" y="58178"/>
                        <a:pt x="175123" y="58178"/>
                        <a:pt x="177843" y="58178"/>
                      </a:cubicBezTo>
                      <a:cubicBezTo>
                        <a:pt x="183283" y="58178"/>
                        <a:pt x="191442" y="58178"/>
                        <a:pt x="196881" y="60898"/>
                      </a:cubicBezTo>
                      <a:cubicBezTo>
                        <a:pt x="213199" y="63617"/>
                        <a:pt x="224077" y="74496"/>
                        <a:pt x="232236" y="88094"/>
                      </a:cubicBezTo>
                      <a:cubicBezTo>
                        <a:pt x="253994" y="88094"/>
                        <a:pt x="270312" y="88094"/>
                        <a:pt x="278471" y="88094"/>
                      </a:cubicBezTo>
                      <a:cubicBezTo>
                        <a:pt x="292069" y="88094"/>
                        <a:pt x="316546" y="88094"/>
                        <a:pt x="316546" y="104412"/>
                      </a:cubicBezTo>
                      <a:cubicBezTo>
                        <a:pt x="316546" y="112571"/>
                        <a:pt x="313826" y="112571"/>
                        <a:pt x="311106" y="120730"/>
                      </a:cubicBezTo>
                      <a:cubicBezTo>
                        <a:pt x="305667" y="126170"/>
                        <a:pt x="300228" y="128889"/>
                        <a:pt x="294788" y="128889"/>
                      </a:cubicBezTo>
                      <a:cubicBezTo>
                        <a:pt x="286630" y="131609"/>
                        <a:pt x="278471" y="131609"/>
                        <a:pt x="273031" y="131609"/>
                      </a:cubicBezTo>
                      <a:cubicBezTo>
                        <a:pt x="270312" y="131609"/>
                        <a:pt x="259433" y="131609"/>
                        <a:pt x="243115" y="131609"/>
                      </a:cubicBezTo>
                      <a:lnTo>
                        <a:pt x="243115" y="134329"/>
                      </a:lnTo>
                      <a:cubicBezTo>
                        <a:pt x="245835" y="145207"/>
                        <a:pt x="245835" y="158805"/>
                        <a:pt x="248554" y="169684"/>
                      </a:cubicBezTo>
                      <a:cubicBezTo>
                        <a:pt x="251274" y="180563"/>
                        <a:pt x="251274" y="194161"/>
                        <a:pt x="251274" y="205040"/>
                      </a:cubicBezTo>
                      <a:cubicBezTo>
                        <a:pt x="251274" y="215918"/>
                        <a:pt x="251274" y="226797"/>
                        <a:pt x="251274" y="240395"/>
                      </a:cubicBezTo>
                      <a:cubicBezTo>
                        <a:pt x="251274" y="245834"/>
                        <a:pt x="251274" y="251274"/>
                        <a:pt x="251274" y="256713"/>
                      </a:cubicBezTo>
                      <a:cubicBezTo>
                        <a:pt x="251274" y="262152"/>
                        <a:pt x="251274" y="267592"/>
                        <a:pt x="253994" y="270311"/>
                      </a:cubicBezTo>
                      <a:cubicBezTo>
                        <a:pt x="256713" y="294788"/>
                        <a:pt x="256713" y="319265"/>
                        <a:pt x="259433" y="343742"/>
                      </a:cubicBezTo>
                      <a:cubicBezTo>
                        <a:pt x="259433" y="370939"/>
                        <a:pt x="262153" y="398135"/>
                        <a:pt x="262153" y="425332"/>
                      </a:cubicBezTo>
                      <a:cubicBezTo>
                        <a:pt x="262153" y="447089"/>
                        <a:pt x="262153" y="468846"/>
                        <a:pt x="264872" y="490603"/>
                      </a:cubicBezTo>
                      <a:cubicBezTo>
                        <a:pt x="264872" y="515080"/>
                        <a:pt x="270312" y="539557"/>
                        <a:pt x="270312" y="564034"/>
                      </a:cubicBezTo>
                      <a:cubicBezTo>
                        <a:pt x="270312" y="574913"/>
                        <a:pt x="270312" y="588511"/>
                        <a:pt x="270312" y="599390"/>
                      </a:cubicBezTo>
                      <a:cubicBezTo>
                        <a:pt x="270312" y="612988"/>
                        <a:pt x="270312" y="623867"/>
                        <a:pt x="270312" y="637465"/>
                      </a:cubicBezTo>
                      <a:cubicBezTo>
                        <a:pt x="270312" y="648343"/>
                        <a:pt x="270312" y="661942"/>
                        <a:pt x="264872" y="670101"/>
                      </a:cubicBezTo>
                      <a:cubicBezTo>
                        <a:pt x="273031" y="672820"/>
                        <a:pt x="278471" y="672820"/>
                        <a:pt x="283910" y="672820"/>
                      </a:cubicBezTo>
                      <a:lnTo>
                        <a:pt x="283910" y="672820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48" name="Freeform: Shape 42">
                  <a:extLst>
                    <a:ext uri="{FF2B5EF4-FFF2-40B4-BE49-F238E27FC236}">
                      <a16:creationId xmlns:a16="http://schemas.microsoft.com/office/drawing/2014/main" id="{F252B7BB-3386-26ED-6141-38E9AD8373AE}"/>
                    </a:ext>
                  </a:extLst>
                </p:cNvPr>
                <p:cNvSpPr/>
                <p:nvPr/>
              </p:nvSpPr>
              <p:spPr>
                <a:xfrm>
                  <a:off x="4620880" y="4194877"/>
                  <a:ext cx="598325" cy="761503"/>
                </a:xfrm>
                <a:custGeom>
                  <a:avLst/>
                  <a:gdLst>
                    <a:gd name="connsiteX0" fmla="*/ 515081 w 598324"/>
                    <a:gd name="connsiteY0" fmla="*/ 79935 h 761503"/>
                    <a:gd name="connsiteX1" fmla="*/ 542277 w 598324"/>
                    <a:gd name="connsiteY1" fmla="*/ 96253 h 761503"/>
                    <a:gd name="connsiteX2" fmla="*/ 536838 w 598324"/>
                    <a:gd name="connsiteY2" fmla="*/ 112571 h 761503"/>
                    <a:gd name="connsiteX3" fmla="*/ 523240 w 598324"/>
                    <a:gd name="connsiteY3" fmla="*/ 120730 h 761503"/>
                    <a:gd name="connsiteX4" fmla="*/ 506922 w 598324"/>
                    <a:gd name="connsiteY4" fmla="*/ 123450 h 761503"/>
                    <a:gd name="connsiteX5" fmla="*/ 477006 w 598324"/>
                    <a:gd name="connsiteY5" fmla="*/ 123450 h 761503"/>
                    <a:gd name="connsiteX6" fmla="*/ 479725 w 598324"/>
                    <a:gd name="connsiteY6" fmla="*/ 145207 h 761503"/>
                    <a:gd name="connsiteX7" fmla="*/ 477006 w 598324"/>
                    <a:gd name="connsiteY7" fmla="*/ 180563 h 761503"/>
                    <a:gd name="connsiteX8" fmla="*/ 482445 w 598324"/>
                    <a:gd name="connsiteY8" fmla="*/ 232236 h 761503"/>
                    <a:gd name="connsiteX9" fmla="*/ 485165 w 598324"/>
                    <a:gd name="connsiteY9" fmla="*/ 283909 h 761503"/>
                    <a:gd name="connsiteX10" fmla="*/ 485165 w 598324"/>
                    <a:gd name="connsiteY10" fmla="*/ 327424 h 761503"/>
                    <a:gd name="connsiteX11" fmla="*/ 487884 w 598324"/>
                    <a:gd name="connsiteY11" fmla="*/ 373658 h 761503"/>
                    <a:gd name="connsiteX12" fmla="*/ 485165 w 598324"/>
                    <a:gd name="connsiteY12" fmla="*/ 419892 h 761503"/>
                    <a:gd name="connsiteX13" fmla="*/ 485165 w 598324"/>
                    <a:gd name="connsiteY13" fmla="*/ 463407 h 761503"/>
                    <a:gd name="connsiteX14" fmla="*/ 482445 w 598324"/>
                    <a:gd name="connsiteY14" fmla="*/ 515080 h 761503"/>
                    <a:gd name="connsiteX15" fmla="*/ 482445 w 598324"/>
                    <a:gd name="connsiteY15" fmla="*/ 558595 h 761503"/>
                    <a:gd name="connsiteX16" fmla="*/ 479725 w 598324"/>
                    <a:gd name="connsiteY16" fmla="*/ 602109 h 761503"/>
                    <a:gd name="connsiteX17" fmla="*/ 485165 w 598324"/>
                    <a:gd name="connsiteY17" fmla="*/ 648343 h 761503"/>
                    <a:gd name="connsiteX18" fmla="*/ 474286 w 598324"/>
                    <a:gd name="connsiteY18" fmla="*/ 675540 h 761503"/>
                    <a:gd name="connsiteX19" fmla="*/ 428052 w 598324"/>
                    <a:gd name="connsiteY19" fmla="*/ 691858 h 761503"/>
                    <a:gd name="connsiteX20" fmla="*/ 387257 w 598324"/>
                    <a:gd name="connsiteY20" fmla="*/ 683699 h 761503"/>
                    <a:gd name="connsiteX21" fmla="*/ 351901 w 598324"/>
                    <a:gd name="connsiteY21" fmla="*/ 664661 h 761503"/>
                    <a:gd name="connsiteX22" fmla="*/ 305667 w 598324"/>
                    <a:gd name="connsiteY22" fmla="*/ 596670 h 761503"/>
                    <a:gd name="connsiteX23" fmla="*/ 270312 w 598324"/>
                    <a:gd name="connsiteY23" fmla="*/ 509641 h 761503"/>
                    <a:gd name="connsiteX24" fmla="*/ 251274 w 598324"/>
                    <a:gd name="connsiteY24" fmla="*/ 460687 h 761503"/>
                    <a:gd name="connsiteX25" fmla="*/ 224077 w 598324"/>
                    <a:gd name="connsiteY25" fmla="*/ 381817 h 761503"/>
                    <a:gd name="connsiteX26" fmla="*/ 207759 w 598324"/>
                    <a:gd name="connsiteY26" fmla="*/ 330144 h 761503"/>
                    <a:gd name="connsiteX27" fmla="*/ 191442 w 598324"/>
                    <a:gd name="connsiteY27" fmla="*/ 286629 h 761503"/>
                    <a:gd name="connsiteX28" fmla="*/ 183283 w 598324"/>
                    <a:gd name="connsiteY28" fmla="*/ 278470 h 761503"/>
                    <a:gd name="connsiteX29" fmla="*/ 180563 w 598324"/>
                    <a:gd name="connsiteY29" fmla="*/ 292068 h 761503"/>
                    <a:gd name="connsiteX30" fmla="*/ 180563 w 598324"/>
                    <a:gd name="connsiteY30" fmla="*/ 305667 h 761503"/>
                    <a:gd name="connsiteX31" fmla="*/ 183283 w 598324"/>
                    <a:gd name="connsiteY31" fmla="*/ 354620 h 761503"/>
                    <a:gd name="connsiteX32" fmla="*/ 188722 w 598324"/>
                    <a:gd name="connsiteY32" fmla="*/ 449808 h 761503"/>
                    <a:gd name="connsiteX33" fmla="*/ 188722 w 598324"/>
                    <a:gd name="connsiteY33" fmla="*/ 479725 h 761503"/>
                    <a:gd name="connsiteX34" fmla="*/ 188722 w 598324"/>
                    <a:gd name="connsiteY34" fmla="*/ 542277 h 761503"/>
                    <a:gd name="connsiteX35" fmla="*/ 186002 w 598324"/>
                    <a:gd name="connsiteY35" fmla="*/ 615708 h 761503"/>
                    <a:gd name="connsiteX36" fmla="*/ 186002 w 598324"/>
                    <a:gd name="connsiteY36" fmla="*/ 637465 h 761503"/>
                    <a:gd name="connsiteX37" fmla="*/ 183283 w 598324"/>
                    <a:gd name="connsiteY37" fmla="*/ 664661 h 761503"/>
                    <a:gd name="connsiteX38" fmla="*/ 226797 w 598324"/>
                    <a:gd name="connsiteY38" fmla="*/ 664661 h 761503"/>
                    <a:gd name="connsiteX39" fmla="*/ 253994 w 598324"/>
                    <a:gd name="connsiteY39" fmla="*/ 680979 h 761503"/>
                    <a:gd name="connsiteX40" fmla="*/ 248554 w 598324"/>
                    <a:gd name="connsiteY40" fmla="*/ 697297 h 761503"/>
                    <a:gd name="connsiteX41" fmla="*/ 234956 w 598324"/>
                    <a:gd name="connsiteY41" fmla="*/ 705456 h 761503"/>
                    <a:gd name="connsiteX42" fmla="*/ 218638 w 598324"/>
                    <a:gd name="connsiteY42" fmla="*/ 708176 h 761503"/>
                    <a:gd name="connsiteX43" fmla="*/ 183283 w 598324"/>
                    <a:gd name="connsiteY43" fmla="*/ 708176 h 761503"/>
                    <a:gd name="connsiteX44" fmla="*/ 150647 w 598324"/>
                    <a:gd name="connsiteY44" fmla="*/ 708176 h 761503"/>
                    <a:gd name="connsiteX45" fmla="*/ 107132 w 598324"/>
                    <a:gd name="connsiteY45" fmla="*/ 708176 h 761503"/>
                    <a:gd name="connsiteX46" fmla="*/ 88094 w 598324"/>
                    <a:gd name="connsiteY46" fmla="*/ 708176 h 761503"/>
                    <a:gd name="connsiteX47" fmla="*/ 69057 w 598324"/>
                    <a:gd name="connsiteY47" fmla="*/ 702736 h 761503"/>
                    <a:gd name="connsiteX48" fmla="*/ 58178 w 598324"/>
                    <a:gd name="connsiteY48" fmla="*/ 686418 h 761503"/>
                    <a:gd name="connsiteX49" fmla="*/ 60898 w 598324"/>
                    <a:gd name="connsiteY49" fmla="*/ 678259 h 761503"/>
                    <a:gd name="connsiteX50" fmla="*/ 77216 w 598324"/>
                    <a:gd name="connsiteY50" fmla="*/ 670101 h 761503"/>
                    <a:gd name="connsiteX51" fmla="*/ 120730 w 598324"/>
                    <a:gd name="connsiteY51" fmla="*/ 664661 h 761503"/>
                    <a:gd name="connsiteX52" fmla="*/ 131609 w 598324"/>
                    <a:gd name="connsiteY52" fmla="*/ 664661 h 761503"/>
                    <a:gd name="connsiteX53" fmla="*/ 134329 w 598324"/>
                    <a:gd name="connsiteY53" fmla="*/ 539557 h 761503"/>
                    <a:gd name="connsiteX54" fmla="*/ 134329 w 598324"/>
                    <a:gd name="connsiteY54" fmla="*/ 504201 h 761503"/>
                    <a:gd name="connsiteX55" fmla="*/ 131609 w 598324"/>
                    <a:gd name="connsiteY55" fmla="*/ 376378 h 761503"/>
                    <a:gd name="connsiteX56" fmla="*/ 131609 w 598324"/>
                    <a:gd name="connsiteY56" fmla="*/ 302947 h 761503"/>
                    <a:gd name="connsiteX57" fmla="*/ 134329 w 598324"/>
                    <a:gd name="connsiteY57" fmla="*/ 221357 h 761503"/>
                    <a:gd name="connsiteX58" fmla="*/ 137048 w 598324"/>
                    <a:gd name="connsiteY58" fmla="*/ 123450 h 761503"/>
                    <a:gd name="connsiteX59" fmla="*/ 107132 w 598324"/>
                    <a:gd name="connsiteY59" fmla="*/ 123450 h 761503"/>
                    <a:gd name="connsiteX60" fmla="*/ 88094 w 598324"/>
                    <a:gd name="connsiteY60" fmla="*/ 123450 h 761503"/>
                    <a:gd name="connsiteX61" fmla="*/ 69057 w 598324"/>
                    <a:gd name="connsiteY61" fmla="*/ 118011 h 761503"/>
                    <a:gd name="connsiteX62" fmla="*/ 58178 w 598324"/>
                    <a:gd name="connsiteY62" fmla="*/ 101693 h 761503"/>
                    <a:gd name="connsiteX63" fmla="*/ 60898 w 598324"/>
                    <a:gd name="connsiteY63" fmla="*/ 93534 h 761503"/>
                    <a:gd name="connsiteX64" fmla="*/ 77216 w 598324"/>
                    <a:gd name="connsiteY64" fmla="*/ 85375 h 761503"/>
                    <a:gd name="connsiteX65" fmla="*/ 131609 w 598324"/>
                    <a:gd name="connsiteY65" fmla="*/ 79935 h 761503"/>
                    <a:gd name="connsiteX66" fmla="*/ 161525 w 598324"/>
                    <a:gd name="connsiteY66" fmla="*/ 79935 h 761503"/>
                    <a:gd name="connsiteX67" fmla="*/ 177843 w 598324"/>
                    <a:gd name="connsiteY67" fmla="*/ 66337 h 761503"/>
                    <a:gd name="connsiteX68" fmla="*/ 202320 w 598324"/>
                    <a:gd name="connsiteY68" fmla="*/ 58178 h 761503"/>
                    <a:gd name="connsiteX69" fmla="*/ 234956 w 598324"/>
                    <a:gd name="connsiteY69" fmla="*/ 77216 h 761503"/>
                    <a:gd name="connsiteX70" fmla="*/ 251274 w 598324"/>
                    <a:gd name="connsiteY70" fmla="*/ 107132 h 761503"/>
                    <a:gd name="connsiteX71" fmla="*/ 267592 w 598324"/>
                    <a:gd name="connsiteY71" fmla="*/ 147927 h 761503"/>
                    <a:gd name="connsiteX72" fmla="*/ 281190 w 598324"/>
                    <a:gd name="connsiteY72" fmla="*/ 183282 h 761503"/>
                    <a:gd name="connsiteX73" fmla="*/ 297508 w 598324"/>
                    <a:gd name="connsiteY73" fmla="*/ 224077 h 761503"/>
                    <a:gd name="connsiteX74" fmla="*/ 308387 w 598324"/>
                    <a:gd name="connsiteY74" fmla="*/ 264872 h 761503"/>
                    <a:gd name="connsiteX75" fmla="*/ 319265 w 598324"/>
                    <a:gd name="connsiteY75" fmla="*/ 300227 h 761503"/>
                    <a:gd name="connsiteX76" fmla="*/ 351901 w 598324"/>
                    <a:gd name="connsiteY76" fmla="*/ 379097 h 761503"/>
                    <a:gd name="connsiteX77" fmla="*/ 365500 w 598324"/>
                    <a:gd name="connsiteY77" fmla="*/ 417173 h 761503"/>
                    <a:gd name="connsiteX78" fmla="*/ 379098 w 598324"/>
                    <a:gd name="connsiteY78" fmla="*/ 457967 h 761503"/>
                    <a:gd name="connsiteX79" fmla="*/ 395416 w 598324"/>
                    <a:gd name="connsiteY79" fmla="*/ 496043 h 761503"/>
                    <a:gd name="connsiteX80" fmla="*/ 406294 w 598324"/>
                    <a:gd name="connsiteY80" fmla="*/ 512361 h 761503"/>
                    <a:gd name="connsiteX81" fmla="*/ 411734 w 598324"/>
                    <a:gd name="connsiteY81" fmla="*/ 531398 h 761503"/>
                    <a:gd name="connsiteX82" fmla="*/ 419893 w 598324"/>
                    <a:gd name="connsiteY82" fmla="*/ 558595 h 761503"/>
                    <a:gd name="connsiteX83" fmla="*/ 425332 w 598324"/>
                    <a:gd name="connsiteY83" fmla="*/ 564034 h 761503"/>
                    <a:gd name="connsiteX84" fmla="*/ 430771 w 598324"/>
                    <a:gd name="connsiteY84" fmla="*/ 558595 h 761503"/>
                    <a:gd name="connsiteX85" fmla="*/ 430771 w 598324"/>
                    <a:gd name="connsiteY85" fmla="*/ 550436 h 761503"/>
                    <a:gd name="connsiteX86" fmla="*/ 430771 w 598324"/>
                    <a:gd name="connsiteY86" fmla="*/ 501482 h 761503"/>
                    <a:gd name="connsiteX87" fmla="*/ 430771 w 598324"/>
                    <a:gd name="connsiteY87" fmla="*/ 403574 h 761503"/>
                    <a:gd name="connsiteX88" fmla="*/ 425332 w 598324"/>
                    <a:gd name="connsiteY88" fmla="*/ 313826 h 761503"/>
                    <a:gd name="connsiteX89" fmla="*/ 425332 w 598324"/>
                    <a:gd name="connsiteY89" fmla="*/ 248554 h 761503"/>
                    <a:gd name="connsiteX90" fmla="*/ 425332 w 598324"/>
                    <a:gd name="connsiteY90" fmla="*/ 210479 h 761503"/>
                    <a:gd name="connsiteX91" fmla="*/ 422613 w 598324"/>
                    <a:gd name="connsiteY91" fmla="*/ 153366 h 761503"/>
                    <a:gd name="connsiteX92" fmla="*/ 425332 w 598324"/>
                    <a:gd name="connsiteY92" fmla="*/ 123450 h 761503"/>
                    <a:gd name="connsiteX93" fmla="*/ 398136 w 598324"/>
                    <a:gd name="connsiteY93" fmla="*/ 123450 h 761503"/>
                    <a:gd name="connsiteX94" fmla="*/ 379098 w 598324"/>
                    <a:gd name="connsiteY94" fmla="*/ 123450 h 761503"/>
                    <a:gd name="connsiteX95" fmla="*/ 360060 w 598324"/>
                    <a:gd name="connsiteY95" fmla="*/ 118011 h 761503"/>
                    <a:gd name="connsiteX96" fmla="*/ 349182 w 598324"/>
                    <a:gd name="connsiteY96" fmla="*/ 101693 h 761503"/>
                    <a:gd name="connsiteX97" fmla="*/ 351901 w 598324"/>
                    <a:gd name="connsiteY97" fmla="*/ 93534 h 761503"/>
                    <a:gd name="connsiteX98" fmla="*/ 368219 w 598324"/>
                    <a:gd name="connsiteY98" fmla="*/ 85375 h 761503"/>
                    <a:gd name="connsiteX99" fmla="*/ 422613 w 598324"/>
                    <a:gd name="connsiteY99" fmla="*/ 79935 h 761503"/>
                    <a:gd name="connsiteX100" fmla="*/ 444370 w 598324"/>
                    <a:gd name="connsiteY100" fmla="*/ 79935 h 761503"/>
                    <a:gd name="connsiteX101" fmla="*/ 463407 w 598324"/>
                    <a:gd name="connsiteY101" fmla="*/ 71776 h 761503"/>
                    <a:gd name="connsiteX102" fmla="*/ 477006 w 598324"/>
                    <a:gd name="connsiteY102" fmla="*/ 79935 h 761503"/>
                    <a:gd name="connsiteX103" fmla="*/ 515081 w 598324"/>
                    <a:gd name="connsiteY103" fmla="*/ 79935 h 761503"/>
                    <a:gd name="connsiteX104" fmla="*/ 515081 w 598324"/>
                    <a:gd name="connsiteY104" fmla="*/ 79935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</a:cxnLst>
                  <a:rect l="l" t="t" r="r" b="b"/>
                  <a:pathLst>
                    <a:path w="598324" h="761503">
                      <a:moveTo>
                        <a:pt x="515081" y="79935"/>
                      </a:moveTo>
                      <a:cubicBezTo>
                        <a:pt x="523240" y="79935"/>
                        <a:pt x="542277" y="79935"/>
                        <a:pt x="542277" y="96253"/>
                      </a:cubicBezTo>
                      <a:cubicBezTo>
                        <a:pt x="542277" y="104412"/>
                        <a:pt x="542277" y="107132"/>
                        <a:pt x="536838" y="112571"/>
                      </a:cubicBezTo>
                      <a:cubicBezTo>
                        <a:pt x="534119" y="118011"/>
                        <a:pt x="528679" y="120730"/>
                        <a:pt x="523240" y="120730"/>
                      </a:cubicBezTo>
                      <a:cubicBezTo>
                        <a:pt x="515081" y="123450"/>
                        <a:pt x="512361" y="123450"/>
                        <a:pt x="506922" y="123450"/>
                      </a:cubicBezTo>
                      <a:cubicBezTo>
                        <a:pt x="504202" y="123450"/>
                        <a:pt x="490604" y="123450"/>
                        <a:pt x="477006" y="123450"/>
                      </a:cubicBezTo>
                      <a:cubicBezTo>
                        <a:pt x="477006" y="131609"/>
                        <a:pt x="479725" y="137048"/>
                        <a:pt x="479725" y="145207"/>
                      </a:cubicBezTo>
                      <a:cubicBezTo>
                        <a:pt x="479725" y="156086"/>
                        <a:pt x="477006" y="166964"/>
                        <a:pt x="477006" y="180563"/>
                      </a:cubicBezTo>
                      <a:cubicBezTo>
                        <a:pt x="477006" y="196881"/>
                        <a:pt x="479725" y="215918"/>
                        <a:pt x="482445" y="232236"/>
                      </a:cubicBezTo>
                      <a:cubicBezTo>
                        <a:pt x="485165" y="248554"/>
                        <a:pt x="485165" y="267592"/>
                        <a:pt x="485165" y="283909"/>
                      </a:cubicBezTo>
                      <a:cubicBezTo>
                        <a:pt x="485165" y="297508"/>
                        <a:pt x="485165" y="313826"/>
                        <a:pt x="485165" y="327424"/>
                      </a:cubicBezTo>
                      <a:cubicBezTo>
                        <a:pt x="485165" y="343742"/>
                        <a:pt x="487884" y="357340"/>
                        <a:pt x="487884" y="373658"/>
                      </a:cubicBezTo>
                      <a:cubicBezTo>
                        <a:pt x="487884" y="389976"/>
                        <a:pt x="485165" y="403574"/>
                        <a:pt x="485165" y="419892"/>
                      </a:cubicBezTo>
                      <a:cubicBezTo>
                        <a:pt x="485165" y="436210"/>
                        <a:pt x="485165" y="449808"/>
                        <a:pt x="485165" y="463407"/>
                      </a:cubicBezTo>
                      <a:cubicBezTo>
                        <a:pt x="485165" y="479725"/>
                        <a:pt x="485165" y="498762"/>
                        <a:pt x="482445" y="515080"/>
                      </a:cubicBezTo>
                      <a:cubicBezTo>
                        <a:pt x="482445" y="528678"/>
                        <a:pt x="482445" y="542277"/>
                        <a:pt x="482445" y="558595"/>
                      </a:cubicBezTo>
                      <a:cubicBezTo>
                        <a:pt x="482445" y="572193"/>
                        <a:pt x="479725" y="588511"/>
                        <a:pt x="479725" y="602109"/>
                      </a:cubicBezTo>
                      <a:cubicBezTo>
                        <a:pt x="479725" y="615708"/>
                        <a:pt x="485165" y="632025"/>
                        <a:pt x="485165" y="648343"/>
                      </a:cubicBezTo>
                      <a:cubicBezTo>
                        <a:pt x="485165" y="659222"/>
                        <a:pt x="482445" y="670101"/>
                        <a:pt x="474286" y="675540"/>
                      </a:cubicBezTo>
                      <a:cubicBezTo>
                        <a:pt x="460688" y="686418"/>
                        <a:pt x="444370" y="691858"/>
                        <a:pt x="428052" y="691858"/>
                      </a:cubicBezTo>
                      <a:cubicBezTo>
                        <a:pt x="414453" y="691858"/>
                        <a:pt x="400855" y="689138"/>
                        <a:pt x="387257" y="683699"/>
                      </a:cubicBezTo>
                      <a:cubicBezTo>
                        <a:pt x="373659" y="678259"/>
                        <a:pt x="360060" y="672820"/>
                        <a:pt x="351901" y="664661"/>
                      </a:cubicBezTo>
                      <a:cubicBezTo>
                        <a:pt x="330144" y="645624"/>
                        <a:pt x="316546" y="621147"/>
                        <a:pt x="305667" y="596670"/>
                      </a:cubicBezTo>
                      <a:cubicBezTo>
                        <a:pt x="292069" y="569473"/>
                        <a:pt x="281190" y="539557"/>
                        <a:pt x="270312" y="509641"/>
                      </a:cubicBezTo>
                      <a:cubicBezTo>
                        <a:pt x="264872" y="493323"/>
                        <a:pt x="256713" y="477005"/>
                        <a:pt x="251274" y="460687"/>
                      </a:cubicBezTo>
                      <a:cubicBezTo>
                        <a:pt x="240395" y="433490"/>
                        <a:pt x="232236" y="409014"/>
                        <a:pt x="224077" y="381817"/>
                      </a:cubicBezTo>
                      <a:cubicBezTo>
                        <a:pt x="218638" y="365499"/>
                        <a:pt x="213199" y="346462"/>
                        <a:pt x="207759" y="330144"/>
                      </a:cubicBezTo>
                      <a:cubicBezTo>
                        <a:pt x="202320" y="316545"/>
                        <a:pt x="196881" y="300227"/>
                        <a:pt x="191442" y="286629"/>
                      </a:cubicBezTo>
                      <a:cubicBezTo>
                        <a:pt x="188722" y="281190"/>
                        <a:pt x="186002" y="278470"/>
                        <a:pt x="183283" y="278470"/>
                      </a:cubicBezTo>
                      <a:cubicBezTo>
                        <a:pt x="180563" y="278470"/>
                        <a:pt x="180563" y="286629"/>
                        <a:pt x="180563" y="292068"/>
                      </a:cubicBezTo>
                      <a:cubicBezTo>
                        <a:pt x="180563" y="297508"/>
                        <a:pt x="180563" y="302947"/>
                        <a:pt x="180563" y="305667"/>
                      </a:cubicBezTo>
                      <a:cubicBezTo>
                        <a:pt x="180563" y="321985"/>
                        <a:pt x="183283" y="338303"/>
                        <a:pt x="183283" y="354620"/>
                      </a:cubicBezTo>
                      <a:cubicBezTo>
                        <a:pt x="183283" y="387256"/>
                        <a:pt x="186002" y="417173"/>
                        <a:pt x="188722" y="449808"/>
                      </a:cubicBezTo>
                      <a:cubicBezTo>
                        <a:pt x="188722" y="460687"/>
                        <a:pt x="188722" y="468846"/>
                        <a:pt x="188722" y="479725"/>
                      </a:cubicBezTo>
                      <a:cubicBezTo>
                        <a:pt x="188722" y="501482"/>
                        <a:pt x="188722" y="523239"/>
                        <a:pt x="188722" y="542277"/>
                      </a:cubicBezTo>
                      <a:cubicBezTo>
                        <a:pt x="188722" y="566754"/>
                        <a:pt x="186002" y="591231"/>
                        <a:pt x="186002" y="615708"/>
                      </a:cubicBezTo>
                      <a:cubicBezTo>
                        <a:pt x="186002" y="623866"/>
                        <a:pt x="186002" y="632025"/>
                        <a:pt x="186002" y="637465"/>
                      </a:cubicBezTo>
                      <a:cubicBezTo>
                        <a:pt x="186002" y="645624"/>
                        <a:pt x="183283" y="656502"/>
                        <a:pt x="183283" y="664661"/>
                      </a:cubicBezTo>
                      <a:cubicBezTo>
                        <a:pt x="202320" y="664661"/>
                        <a:pt x="218638" y="664661"/>
                        <a:pt x="226797" y="664661"/>
                      </a:cubicBezTo>
                      <a:cubicBezTo>
                        <a:pt x="234956" y="664661"/>
                        <a:pt x="253994" y="664661"/>
                        <a:pt x="253994" y="680979"/>
                      </a:cubicBezTo>
                      <a:cubicBezTo>
                        <a:pt x="253994" y="689138"/>
                        <a:pt x="253994" y="691858"/>
                        <a:pt x="248554" y="697297"/>
                      </a:cubicBezTo>
                      <a:cubicBezTo>
                        <a:pt x="245835" y="702736"/>
                        <a:pt x="240395" y="705456"/>
                        <a:pt x="234956" y="705456"/>
                      </a:cubicBezTo>
                      <a:cubicBezTo>
                        <a:pt x="226797" y="708176"/>
                        <a:pt x="224077" y="708176"/>
                        <a:pt x="218638" y="708176"/>
                      </a:cubicBezTo>
                      <a:cubicBezTo>
                        <a:pt x="215918" y="708176"/>
                        <a:pt x="199600" y="708176"/>
                        <a:pt x="183283" y="708176"/>
                      </a:cubicBezTo>
                      <a:cubicBezTo>
                        <a:pt x="166965" y="708176"/>
                        <a:pt x="153366" y="708176"/>
                        <a:pt x="150647" y="708176"/>
                      </a:cubicBezTo>
                      <a:cubicBezTo>
                        <a:pt x="139768" y="708176"/>
                        <a:pt x="120730" y="708176"/>
                        <a:pt x="107132" y="708176"/>
                      </a:cubicBezTo>
                      <a:cubicBezTo>
                        <a:pt x="101693" y="708176"/>
                        <a:pt x="96254" y="708176"/>
                        <a:pt x="88094" y="708176"/>
                      </a:cubicBezTo>
                      <a:cubicBezTo>
                        <a:pt x="82655" y="708176"/>
                        <a:pt x="74496" y="708176"/>
                        <a:pt x="69057" y="702736"/>
                      </a:cubicBezTo>
                      <a:cubicBezTo>
                        <a:pt x="63617" y="700017"/>
                        <a:pt x="58178" y="691858"/>
                        <a:pt x="58178" y="686418"/>
                      </a:cubicBezTo>
                      <a:cubicBezTo>
                        <a:pt x="58178" y="683699"/>
                        <a:pt x="58178" y="680979"/>
                        <a:pt x="60898" y="678259"/>
                      </a:cubicBezTo>
                      <a:cubicBezTo>
                        <a:pt x="63617" y="675540"/>
                        <a:pt x="71777" y="672820"/>
                        <a:pt x="77216" y="670101"/>
                      </a:cubicBezTo>
                      <a:cubicBezTo>
                        <a:pt x="90814" y="667381"/>
                        <a:pt x="115291" y="664661"/>
                        <a:pt x="120730" y="664661"/>
                      </a:cubicBezTo>
                      <a:cubicBezTo>
                        <a:pt x="123450" y="664661"/>
                        <a:pt x="126170" y="664661"/>
                        <a:pt x="131609" y="664661"/>
                      </a:cubicBezTo>
                      <a:cubicBezTo>
                        <a:pt x="131609" y="623866"/>
                        <a:pt x="134329" y="583072"/>
                        <a:pt x="134329" y="539557"/>
                      </a:cubicBezTo>
                      <a:cubicBezTo>
                        <a:pt x="134329" y="528678"/>
                        <a:pt x="134329" y="515080"/>
                        <a:pt x="134329" y="504201"/>
                      </a:cubicBezTo>
                      <a:cubicBezTo>
                        <a:pt x="131609" y="460687"/>
                        <a:pt x="131609" y="417173"/>
                        <a:pt x="131609" y="376378"/>
                      </a:cubicBezTo>
                      <a:cubicBezTo>
                        <a:pt x="131609" y="351901"/>
                        <a:pt x="131609" y="327424"/>
                        <a:pt x="131609" y="302947"/>
                      </a:cubicBezTo>
                      <a:cubicBezTo>
                        <a:pt x="131609" y="275751"/>
                        <a:pt x="131609" y="248554"/>
                        <a:pt x="134329" y="221357"/>
                      </a:cubicBezTo>
                      <a:cubicBezTo>
                        <a:pt x="134329" y="188722"/>
                        <a:pt x="137048" y="156086"/>
                        <a:pt x="137048" y="123450"/>
                      </a:cubicBezTo>
                      <a:cubicBezTo>
                        <a:pt x="126170" y="123450"/>
                        <a:pt x="115291" y="123450"/>
                        <a:pt x="107132" y="123450"/>
                      </a:cubicBezTo>
                      <a:cubicBezTo>
                        <a:pt x="101693" y="123450"/>
                        <a:pt x="96254" y="123450"/>
                        <a:pt x="88094" y="123450"/>
                      </a:cubicBezTo>
                      <a:cubicBezTo>
                        <a:pt x="82655" y="123450"/>
                        <a:pt x="74496" y="120730"/>
                        <a:pt x="69057" y="118011"/>
                      </a:cubicBezTo>
                      <a:cubicBezTo>
                        <a:pt x="63617" y="115291"/>
                        <a:pt x="58178" y="107132"/>
                        <a:pt x="58178" y="101693"/>
                      </a:cubicBezTo>
                      <a:cubicBezTo>
                        <a:pt x="58178" y="98973"/>
                        <a:pt x="58178" y="96253"/>
                        <a:pt x="60898" y="93534"/>
                      </a:cubicBezTo>
                      <a:cubicBezTo>
                        <a:pt x="63617" y="90814"/>
                        <a:pt x="71777" y="88094"/>
                        <a:pt x="77216" y="85375"/>
                      </a:cubicBezTo>
                      <a:cubicBezTo>
                        <a:pt x="90814" y="82655"/>
                        <a:pt x="126170" y="79935"/>
                        <a:pt x="131609" y="79935"/>
                      </a:cubicBezTo>
                      <a:cubicBezTo>
                        <a:pt x="137048" y="79935"/>
                        <a:pt x="147927" y="79935"/>
                        <a:pt x="161525" y="79935"/>
                      </a:cubicBezTo>
                      <a:cubicBezTo>
                        <a:pt x="166965" y="74496"/>
                        <a:pt x="172404" y="71776"/>
                        <a:pt x="177843" y="66337"/>
                      </a:cubicBezTo>
                      <a:cubicBezTo>
                        <a:pt x="186002" y="60898"/>
                        <a:pt x="194161" y="58178"/>
                        <a:pt x="202320" y="58178"/>
                      </a:cubicBezTo>
                      <a:cubicBezTo>
                        <a:pt x="215918" y="58178"/>
                        <a:pt x="226797" y="63617"/>
                        <a:pt x="234956" y="77216"/>
                      </a:cubicBezTo>
                      <a:cubicBezTo>
                        <a:pt x="240395" y="88094"/>
                        <a:pt x="248554" y="96253"/>
                        <a:pt x="251274" y="107132"/>
                      </a:cubicBezTo>
                      <a:cubicBezTo>
                        <a:pt x="256713" y="120730"/>
                        <a:pt x="259433" y="134328"/>
                        <a:pt x="267592" y="147927"/>
                      </a:cubicBezTo>
                      <a:cubicBezTo>
                        <a:pt x="273031" y="158805"/>
                        <a:pt x="275751" y="172404"/>
                        <a:pt x="281190" y="183282"/>
                      </a:cubicBezTo>
                      <a:cubicBezTo>
                        <a:pt x="286630" y="196881"/>
                        <a:pt x="292069" y="210479"/>
                        <a:pt x="297508" y="224077"/>
                      </a:cubicBezTo>
                      <a:cubicBezTo>
                        <a:pt x="300228" y="237675"/>
                        <a:pt x="305667" y="251274"/>
                        <a:pt x="308387" y="264872"/>
                      </a:cubicBezTo>
                      <a:cubicBezTo>
                        <a:pt x="311106" y="278470"/>
                        <a:pt x="311106" y="289349"/>
                        <a:pt x="319265" y="300227"/>
                      </a:cubicBezTo>
                      <a:cubicBezTo>
                        <a:pt x="332864" y="324704"/>
                        <a:pt x="346462" y="351901"/>
                        <a:pt x="351901" y="379097"/>
                      </a:cubicBezTo>
                      <a:cubicBezTo>
                        <a:pt x="354621" y="392696"/>
                        <a:pt x="360060" y="403574"/>
                        <a:pt x="365500" y="417173"/>
                      </a:cubicBezTo>
                      <a:cubicBezTo>
                        <a:pt x="373659" y="430771"/>
                        <a:pt x="373659" y="444369"/>
                        <a:pt x="379098" y="457967"/>
                      </a:cubicBezTo>
                      <a:cubicBezTo>
                        <a:pt x="381818" y="471566"/>
                        <a:pt x="387257" y="482444"/>
                        <a:pt x="395416" y="496043"/>
                      </a:cubicBezTo>
                      <a:cubicBezTo>
                        <a:pt x="398136" y="501482"/>
                        <a:pt x="403575" y="506921"/>
                        <a:pt x="406294" y="512361"/>
                      </a:cubicBezTo>
                      <a:cubicBezTo>
                        <a:pt x="409014" y="517800"/>
                        <a:pt x="409014" y="525959"/>
                        <a:pt x="411734" y="531398"/>
                      </a:cubicBezTo>
                      <a:cubicBezTo>
                        <a:pt x="414453" y="539557"/>
                        <a:pt x="417173" y="550436"/>
                        <a:pt x="419893" y="558595"/>
                      </a:cubicBezTo>
                      <a:cubicBezTo>
                        <a:pt x="422613" y="561314"/>
                        <a:pt x="422613" y="564034"/>
                        <a:pt x="425332" y="564034"/>
                      </a:cubicBezTo>
                      <a:cubicBezTo>
                        <a:pt x="428052" y="564034"/>
                        <a:pt x="428052" y="561314"/>
                        <a:pt x="430771" y="558595"/>
                      </a:cubicBezTo>
                      <a:cubicBezTo>
                        <a:pt x="430771" y="555875"/>
                        <a:pt x="430771" y="553155"/>
                        <a:pt x="430771" y="550436"/>
                      </a:cubicBezTo>
                      <a:cubicBezTo>
                        <a:pt x="430771" y="534118"/>
                        <a:pt x="430771" y="517800"/>
                        <a:pt x="430771" y="501482"/>
                      </a:cubicBezTo>
                      <a:cubicBezTo>
                        <a:pt x="430771" y="468846"/>
                        <a:pt x="433491" y="436210"/>
                        <a:pt x="430771" y="403574"/>
                      </a:cubicBezTo>
                      <a:cubicBezTo>
                        <a:pt x="430771" y="373658"/>
                        <a:pt x="425332" y="343742"/>
                        <a:pt x="425332" y="313826"/>
                      </a:cubicBezTo>
                      <a:cubicBezTo>
                        <a:pt x="425332" y="292068"/>
                        <a:pt x="425332" y="270311"/>
                        <a:pt x="425332" y="248554"/>
                      </a:cubicBezTo>
                      <a:cubicBezTo>
                        <a:pt x="425332" y="234956"/>
                        <a:pt x="425332" y="224077"/>
                        <a:pt x="425332" y="210479"/>
                      </a:cubicBezTo>
                      <a:cubicBezTo>
                        <a:pt x="425332" y="191441"/>
                        <a:pt x="422613" y="172404"/>
                        <a:pt x="422613" y="153366"/>
                      </a:cubicBezTo>
                      <a:cubicBezTo>
                        <a:pt x="422613" y="142487"/>
                        <a:pt x="422613" y="134328"/>
                        <a:pt x="425332" y="123450"/>
                      </a:cubicBezTo>
                      <a:cubicBezTo>
                        <a:pt x="417173" y="123450"/>
                        <a:pt x="406294" y="123450"/>
                        <a:pt x="398136" y="123450"/>
                      </a:cubicBezTo>
                      <a:cubicBezTo>
                        <a:pt x="392696" y="123450"/>
                        <a:pt x="387257" y="123450"/>
                        <a:pt x="379098" y="123450"/>
                      </a:cubicBezTo>
                      <a:cubicBezTo>
                        <a:pt x="373659" y="123450"/>
                        <a:pt x="365500" y="120730"/>
                        <a:pt x="360060" y="118011"/>
                      </a:cubicBezTo>
                      <a:cubicBezTo>
                        <a:pt x="354621" y="115291"/>
                        <a:pt x="349182" y="107132"/>
                        <a:pt x="349182" y="101693"/>
                      </a:cubicBezTo>
                      <a:cubicBezTo>
                        <a:pt x="349182" y="98973"/>
                        <a:pt x="349182" y="96253"/>
                        <a:pt x="351901" y="93534"/>
                      </a:cubicBezTo>
                      <a:cubicBezTo>
                        <a:pt x="354621" y="90814"/>
                        <a:pt x="362780" y="88094"/>
                        <a:pt x="368219" y="85375"/>
                      </a:cubicBezTo>
                      <a:cubicBezTo>
                        <a:pt x="381818" y="82655"/>
                        <a:pt x="417173" y="79935"/>
                        <a:pt x="422613" y="79935"/>
                      </a:cubicBezTo>
                      <a:cubicBezTo>
                        <a:pt x="428052" y="79935"/>
                        <a:pt x="433491" y="79935"/>
                        <a:pt x="444370" y="79935"/>
                      </a:cubicBezTo>
                      <a:cubicBezTo>
                        <a:pt x="449809" y="74496"/>
                        <a:pt x="455248" y="71776"/>
                        <a:pt x="463407" y="71776"/>
                      </a:cubicBezTo>
                      <a:cubicBezTo>
                        <a:pt x="471566" y="71776"/>
                        <a:pt x="477006" y="74496"/>
                        <a:pt x="477006" y="79935"/>
                      </a:cubicBezTo>
                      <a:cubicBezTo>
                        <a:pt x="493324" y="79935"/>
                        <a:pt x="506922" y="79935"/>
                        <a:pt x="515081" y="79935"/>
                      </a:cubicBezTo>
                      <a:lnTo>
                        <a:pt x="515081" y="79935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49" name="Freeform: Shape 43">
                  <a:extLst>
                    <a:ext uri="{FF2B5EF4-FFF2-40B4-BE49-F238E27FC236}">
                      <a16:creationId xmlns:a16="http://schemas.microsoft.com/office/drawing/2014/main" id="{0F889352-C4B3-14E8-7D50-F1190B058027}"/>
                    </a:ext>
                  </a:extLst>
                </p:cNvPr>
                <p:cNvSpPr/>
                <p:nvPr/>
              </p:nvSpPr>
              <p:spPr>
                <a:xfrm>
                  <a:off x="5139126" y="4192158"/>
                  <a:ext cx="516735" cy="788700"/>
                </a:xfrm>
                <a:custGeom>
                  <a:avLst/>
                  <a:gdLst>
                    <a:gd name="connsiteX0" fmla="*/ 464616 w 516735"/>
                    <a:gd name="connsiteY0" fmla="*/ 436210 h 788699"/>
                    <a:gd name="connsiteX1" fmla="*/ 445578 w 516735"/>
                    <a:gd name="connsiteY1" fmla="*/ 455248 h 788699"/>
                    <a:gd name="connsiteX2" fmla="*/ 404784 w 516735"/>
                    <a:gd name="connsiteY2" fmla="*/ 466126 h 788699"/>
                    <a:gd name="connsiteX3" fmla="*/ 385746 w 516735"/>
                    <a:gd name="connsiteY3" fmla="*/ 479725 h 788699"/>
                    <a:gd name="connsiteX4" fmla="*/ 388466 w 516735"/>
                    <a:gd name="connsiteY4" fmla="*/ 512361 h 788699"/>
                    <a:gd name="connsiteX5" fmla="*/ 388466 w 516735"/>
                    <a:gd name="connsiteY5" fmla="*/ 544997 h 788699"/>
                    <a:gd name="connsiteX6" fmla="*/ 388466 w 516735"/>
                    <a:gd name="connsiteY6" fmla="*/ 566754 h 788699"/>
                    <a:gd name="connsiteX7" fmla="*/ 391185 w 516735"/>
                    <a:gd name="connsiteY7" fmla="*/ 632026 h 788699"/>
                    <a:gd name="connsiteX8" fmla="*/ 393905 w 516735"/>
                    <a:gd name="connsiteY8" fmla="*/ 683699 h 788699"/>
                    <a:gd name="connsiteX9" fmla="*/ 377587 w 516735"/>
                    <a:gd name="connsiteY9" fmla="*/ 724494 h 788699"/>
                    <a:gd name="connsiteX10" fmla="*/ 361269 w 516735"/>
                    <a:gd name="connsiteY10" fmla="*/ 719054 h 788699"/>
                    <a:gd name="connsiteX11" fmla="*/ 353110 w 516735"/>
                    <a:gd name="connsiteY11" fmla="*/ 702737 h 788699"/>
                    <a:gd name="connsiteX12" fmla="*/ 350390 w 516735"/>
                    <a:gd name="connsiteY12" fmla="*/ 686419 h 788699"/>
                    <a:gd name="connsiteX13" fmla="*/ 353110 w 516735"/>
                    <a:gd name="connsiteY13" fmla="*/ 659222 h 788699"/>
                    <a:gd name="connsiteX14" fmla="*/ 353110 w 516735"/>
                    <a:gd name="connsiteY14" fmla="*/ 656502 h 788699"/>
                    <a:gd name="connsiteX15" fmla="*/ 317755 w 516735"/>
                    <a:gd name="connsiteY15" fmla="*/ 708176 h 788699"/>
                    <a:gd name="connsiteX16" fmla="*/ 241604 w 516735"/>
                    <a:gd name="connsiteY16" fmla="*/ 735372 h 788699"/>
                    <a:gd name="connsiteX17" fmla="*/ 187211 w 516735"/>
                    <a:gd name="connsiteY17" fmla="*/ 727214 h 788699"/>
                    <a:gd name="connsiteX18" fmla="*/ 135538 w 516735"/>
                    <a:gd name="connsiteY18" fmla="*/ 694578 h 788699"/>
                    <a:gd name="connsiteX19" fmla="*/ 86584 w 516735"/>
                    <a:gd name="connsiteY19" fmla="*/ 621147 h 788699"/>
                    <a:gd name="connsiteX20" fmla="*/ 67546 w 516735"/>
                    <a:gd name="connsiteY20" fmla="*/ 555875 h 788699"/>
                    <a:gd name="connsiteX21" fmla="*/ 59387 w 516735"/>
                    <a:gd name="connsiteY21" fmla="*/ 509641 h 788699"/>
                    <a:gd name="connsiteX22" fmla="*/ 59387 w 516735"/>
                    <a:gd name="connsiteY22" fmla="*/ 468846 h 788699"/>
                    <a:gd name="connsiteX23" fmla="*/ 86584 w 516735"/>
                    <a:gd name="connsiteY23" fmla="*/ 302947 h 788699"/>
                    <a:gd name="connsiteX24" fmla="*/ 108341 w 516735"/>
                    <a:gd name="connsiteY24" fmla="*/ 224077 h 788699"/>
                    <a:gd name="connsiteX25" fmla="*/ 146416 w 516735"/>
                    <a:gd name="connsiteY25" fmla="*/ 145207 h 788699"/>
                    <a:gd name="connsiteX26" fmla="*/ 198090 w 516735"/>
                    <a:gd name="connsiteY26" fmla="*/ 85375 h 788699"/>
                    <a:gd name="connsiteX27" fmla="*/ 228006 w 516735"/>
                    <a:gd name="connsiteY27" fmla="*/ 69057 h 788699"/>
                    <a:gd name="connsiteX28" fmla="*/ 268801 w 516735"/>
                    <a:gd name="connsiteY28" fmla="*/ 58178 h 788699"/>
                    <a:gd name="connsiteX29" fmla="*/ 274240 w 516735"/>
                    <a:gd name="connsiteY29" fmla="*/ 58178 h 788699"/>
                    <a:gd name="connsiteX30" fmla="*/ 295997 w 516735"/>
                    <a:gd name="connsiteY30" fmla="*/ 60898 h 788699"/>
                    <a:gd name="connsiteX31" fmla="*/ 331353 w 516735"/>
                    <a:gd name="connsiteY31" fmla="*/ 71776 h 788699"/>
                    <a:gd name="connsiteX32" fmla="*/ 350390 w 516735"/>
                    <a:gd name="connsiteY32" fmla="*/ 93534 h 788699"/>
                    <a:gd name="connsiteX33" fmla="*/ 353110 w 516735"/>
                    <a:gd name="connsiteY33" fmla="*/ 74496 h 788699"/>
                    <a:gd name="connsiteX34" fmla="*/ 358549 w 516735"/>
                    <a:gd name="connsiteY34" fmla="*/ 63618 h 788699"/>
                    <a:gd name="connsiteX35" fmla="*/ 366708 w 516735"/>
                    <a:gd name="connsiteY35" fmla="*/ 58178 h 788699"/>
                    <a:gd name="connsiteX36" fmla="*/ 374867 w 516735"/>
                    <a:gd name="connsiteY36" fmla="*/ 63618 h 788699"/>
                    <a:gd name="connsiteX37" fmla="*/ 383026 w 516735"/>
                    <a:gd name="connsiteY37" fmla="*/ 82655 h 788699"/>
                    <a:gd name="connsiteX38" fmla="*/ 385746 w 516735"/>
                    <a:gd name="connsiteY38" fmla="*/ 126170 h 788699"/>
                    <a:gd name="connsiteX39" fmla="*/ 388466 w 516735"/>
                    <a:gd name="connsiteY39" fmla="*/ 186002 h 788699"/>
                    <a:gd name="connsiteX40" fmla="*/ 391185 w 516735"/>
                    <a:gd name="connsiteY40" fmla="*/ 237676 h 788699"/>
                    <a:gd name="connsiteX41" fmla="*/ 374867 w 516735"/>
                    <a:gd name="connsiteY41" fmla="*/ 278470 h 788699"/>
                    <a:gd name="connsiteX42" fmla="*/ 358549 w 516735"/>
                    <a:gd name="connsiteY42" fmla="*/ 273031 h 788699"/>
                    <a:gd name="connsiteX43" fmla="*/ 350390 w 516735"/>
                    <a:gd name="connsiteY43" fmla="*/ 256713 h 788699"/>
                    <a:gd name="connsiteX44" fmla="*/ 347671 w 516735"/>
                    <a:gd name="connsiteY44" fmla="*/ 240395 h 788699"/>
                    <a:gd name="connsiteX45" fmla="*/ 347671 w 516735"/>
                    <a:gd name="connsiteY45" fmla="*/ 213199 h 788699"/>
                    <a:gd name="connsiteX46" fmla="*/ 344951 w 516735"/>
                    <a:gd name="connsiteY46" fmla="*/ 194161 h 788699"/>
                    <a:gd name="connsiteX47" fmla="*/ 339512 w 516735"/>
                    <a:gd name="connsiteY47" fmla="*/ 150647 h 788699"/>
                    <a:gd name="connsiteX48" fmla="*/ 323194 w 516735"/>
                    <a:gd name="connsiteY48" fmla="*/ 112571 h 788699"/>
                    <a:gd name="connsiteX49" fmla="*/ 293278 w 516735"/>
                    <a:gd name="connsiteY49" fmla="*/ 101693 h 788699"/>
                    <a:gd name="connsiteX50" fmla="*/ 263361 w 516735"/>
                    <a:gd name="connsiteY50" fmla="*/ 120730 h 788699"/>
                    <a:gd name="connsiteX51" fmla="*/ 241604 w 516735"/>
                    <a:gd name="connsiteY51" fmla="*/ 153366 h 788699"/>
                    <a:gd name="connsiteX52" fmla="*/ 233445 w 516735"/>
                    <a:gd name="connsiteY52" fmla="*/ 194161 h 788699"/>
                    <a:gd name="connsiteX53" fmla="*/ 225286 w 516735"/>
                    <a:gd name="connsiteY53" fmla="*/ 232236 h 788699"/>
                    <a:gd name="connsiteX54" fmla="*/ 217127 w 516735"/>
                    <a:gd name="connsiteY54" fmla="*/ 275751 h 788699"/>
                    <a:gd name="connsiteX55" fmla="*/ 211688 w 516735"/>
                    <a:gd name="connsiteY55" fmla="*/ 316545 h 788699"/>
                    <a:gd name="connsiteX56" fmla="*/ 206249 w 516735"/>
                    <a:gd name="connsiteY56" fmla="*/ 354621 h 788699"/>
                    <a:gd name="connsiteX57" fmla="*/ 200809 w 516735"/>
                    <a:gd name="connsiteY57" fmla="*/ 398135 h 788699"/>
                    <a:gd name="connsiteX58" fmla="*/ 195370 w 516735"/>
                    <a:gd name="connsiteY58" fmla="*/ 438930 h 788699"/>
                    <a:gd name="connsiteX59" fmla="*/ 192650 w 516735"/>
                    <a:gd name="connsiteY59" fmla="*/ 474286 h 788699"/>
                    <a:gd name="connsiteX60" fmla="*/ 195370 w 516735"/>
                    <a:gd name="connsiteY60" fmla="*/ 525959 h 788699"/>
                    <a:gd name="connsiteX61" fmla="*/ 208968 w 516735"/>
                    <a:gd name="connsiteY61" fmla="*/ 596670 h 788699"/>
                    <a:gd name="connsiteX62" fmla="*/ 214407 w 516735"/>
                    <a:gd name="connsiteY62" fmla="*/ 623867 h 788699"/>
                    <a:gd name="connsiteX63" fmla="*/ 228006 w 516735"/>
                    <a:gd name="connsiteY63" fmla="*/ 656502 h 788699"/>
                    <a:gd name="connsiteX64" fmla="*/ 271520 w 516735"/>
                    <a:gd name="connsiteY64" fmla="*/ 689138 h 788699"/>
                    <a:gd name="connsiteX65" fmla="*/ 306876 w 516735"/>
                    <a:gd name="connsiteY65" fmla="*/ 664661 h 788699"/>
                    <a:gd name="connsiteX66" fmla="*/ 331353 w 516735"/>
                    <a:gd name="connsiteY66" fmla="*/ 602109 h 788699"/>
                    <a:gd name="connsiteX67" fmla="*/ 336792 w 516735"/>
                    <a:gd name="connsiteY67" fmla="*/ 544997 h 788699"/>
                    <a:gd name="connsiteX68" fmla="*/ 336792 w 516735"/>
                    <a:gd name="connsiteY68" fmla="*/ 498762 h 788699"/>
                    <a:gd name="connsiteX69" fmla="*/ 336792 w 516735"/>
                    <a:gd name="connsiteY69" fmla="*/ 490603 h 788699"/>
                    <a:gd name="connsiteX70" fmla="*/ 320474 w 516735"/>
                    <a:gd name="connsiteY70" fmla="*/ 477005 h 788699"/>
                    <a:gd name="connsiteX71" fmla="*/ 282399 w 516735"/>
                    <a:gd name="connsiteY71" fmla="*/ 479725 h 788699"/>
                    <a:gd name="connsiteX72" fmla="*/ 252483 w 516735"/>
                    <a:gd name="connsiteY72" fmla="*/ 474286 h 788699"/>
                    <a:gd name="connsiteX73" fmla="*/ 247043 w 516735"/>
                    <a:gd name="connsiteY73" fmla="*/ 466126 h 788699"/>
                    <a:gd name="connsiteX74" fmla="*/ 249763 w 516735"/>
                    <a:gd name="connsiteY74" fmla="*/ 457968 h 788699"/>
                    <a:gd name="connsiteX75" fmla="*/ 268801 w 516735"/>
                    <a:gd name="connsiteY75" fmla="*/ 447089 h 788699"/>
                    <a:gd name="connsiteX76" fmla="*/ 312315 w 516735"/>
                    <a:gd name="connsiteY76" fmla="*/ 436210 h 788699"/>
                    <a:gd name="connsiteX77" fmla="*/ 353110 w 516735"/>
                    <a:gd name="connsiteY77" fmla="*/ 430771 h 788699"/>
                    <a:gd name="connsiteX78" fmla="*/ 385746 w 516735"/>
                    <a:gd name="connsiteY78" fmla="*/ 430771 h 788699"/>
                    <a:gd name="connsiteX79" fmla="*/ 437420 w 516735"/>
                    <a:gd name="connsiteY79" fmla="*/ 428051 h 788699"/>
                    <a:gd name="connsiteX80" fmla="*/ 464616 w 516735"/>
                    <a:gd name="connsiteY80" fmla="*/ 436210 h 788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</a:cxnLst>
                  <a:rect l="l" t="t" r="r" b="b"/>
                  <a:pathLst>
                    <a:path w="516735" h="788699">
                      <a:moveTo>
                        <a:pt x="464616" y="436210"/>
                      </a:moveTo>
                      <a:cubicBezTo>
                        <a:pt x="464616" y="447089"/>
                        <a:pt x="453737" y="452528"/>
                        <a:pt x="445578" y="455248"/>
                      </a:cubicBezTo>
                      <a:cubicBezTo>
                        <a:pt x="434700" y="460687"/>
                        <a:pt x="415662" y="463407"/>
                        <a:pt x="404784" y="466126"/>
                      </a:cubicBezTo>
                      <a:cubicBezTo>
                        <a:pt x="393905" y="466126"/>
                        <a:pt x="385746" y="468846"/>
                        <a:pt x="385746" y="479725"/>
                      </a:cubicBezTo>
                      <a:cubicBezTo>
                        <a:pt x="385746" y="487884"/>
                        <a:pt x="388466" y="506921"/>
                        <a:pt x="388466" y="512361"/>
                      </a:cubicBezTo>
                      <a:cubicBezTo>
                        <a:pt x="388466" y="515080"/>
                        <a:pt x="388466" y="539557"/>
                        <a:pt x="388466" y="544997"/>
                      </a:cubicBezTo>
                      <a:cubicBezTo>
                        <a:pt x="388466" y="550436"/>
                        <a:pt x="388466" y="558595"/>
                        <a:pt x="388466" y="566754"/>
                      </a:cubicBezTo>
                      <a:cubicBezTo>
                        <a:pt x="388466" y="591231"/>
                        <a:pt x="388466" y="621147"/>
                        <a:pt x="391185" y="632026"/>
                      </a:cubicBezTo>
                      <a:cubicBezTo>
                        <a:pt x="393905" y="653783"/>
                        <a:pt x="393905" y="661942"/>
                        <a:pt x="393905" y="683699"/>
                      </a:cubicBezTo>
                      <a:cubicBezTo>
                        <a:pt x="393905" y="694578"/>
                        <a:pt x="393905" y="724494"/>
                        <a:pt x="377587" y="724494"/>
                      </a:cubicBezTo>
                      <a:cubicBezTo>
                        <a:pt x="369428" y="724494"/>
                        <a:pt x="366708" y="721774"/>
                        <a:pt x="361269" y="719054"/>
                      </a:cubicBezTo>
                      <a:cubicBezTo>
                        <a:pt x="355830" y="716335"/>
                        <a:pt x="353110" y="708176"/>
                        <a:pt x="353110" y="702737"/>
                      </a:cubicBezTo>
                      <a:cubicBezTo>
                        <a:pt x="350390" y="694578"/>
                        <a:pt x="350390" y="689138"/>
                        <a:pt x="350390" y="686419"/>
                      </a:cubicBezTo>
                      <a:cubicBezTo>
                        <a:pt x="350390" y="678260"/>
                        <a:pt x="353110" y="672820"/>
                        <a:pt x="353110" y="659222"/>
                      </a:cubicBezTo>
                      <a:lnTo>
                        <a:pt x="353110" y="656502"/>
                      </a:lnTo>
                      <a:cubicBezTo>
                        <a:pt x="347671" y="675540"/>
                        <a:pt x="334072" y="694578"/>
                        <a:pt x="317755" y="708176"/>
                      </a:cubicBezTo>
                      <a:cubicBezTo>
                        <a:pt x="293278" y="727214"/>
                        <a:pt x="274240" y="735372"/>
                        <a:pt x="241604" y="735372"/>
                      </a:cubicBezTo>
                      <a:cubicBezTo>
                        <a:pt x="222566" y="735372"/>
                        <a:pt x="203529" y="732653"/>
                        <a:pt x="187211" y="727214"/>
                      </a:cubicBezTo>
                      <a:cubicBezTo>
                        <a:pt x="165454" y="719054"/>
                        <a:pt x="149136" y="708176"/>
                        <a:pt x="135538" y="694578"/>
                      </a:cubicBezTo>
                      <a:cubicBezTo>
                        <a:pt x="113780" y="672820"/>
                        <a:pt x="100182" y="648343"/>
                        <a:pt x="86584" y="621147"/>
                      </a:cubicBezTo>
                      <a:cubicBezTo>
                        <a:pt x="75705" y="599390"/>
                        <a:pt x="70266" y="580352"/>
                        <a:pt x="67546" y="555875"/>
                      </a:cubicBezTo>
                      <a:cubicBezTo>
                        <a:pt x="64826" y="539557"/>
                        <a:pt x="62107" y="525959"/>
                        <a:pt x="59387" y="509641"/>
                      </a:cubicBezTo>
                      <a:cubicBezTo>
                        <a:pt x="56667" y="493323"/>
                        <a:pt x="59387" y="485164"/>
                        <a:pt x="59387" y="468846"/>
                      </a:cubicBezTo>
                      <a:cubicBezTo>
                        <a:pt x="59387" y="414453"/>
                        <a:pt x="72985" y="362780"/>
                        <a:pt x="86584" y="302947"/>
                      </a:cubicBezTo>
                      <a:cubicBezTo>
                        <a:pt x="92023" y="275751"/>
                        <a:pt x="100182" y="248554"/>
                        <a:pt x="108341" y="224077"/>
                      </a:cubicBezTo>
                      <a:cubicBezTo>
                        <a:pt x="116500" y="196881"/>
                        <a:pt x="130098" y="169684"/>
                        <a:pt x="146416" y="145207"/>
                      </a:cubicBezTo>
                      <a:cubicBezTo>
                        <a:pt x="160014" y="123450"/>
                        <a:pt x="176332" y="101693"/>
                        <a:pt x="198090" y="85375"/>
                      </a:cubicBezTo>
                      <a:cubicBezTo>
                        <a:pt x="206249" y="77216"/>
                        <a:pt x="217127" y="71776"/>
                        <a:pt x="228006" y="69057"/>
                      </a:cubicBezTo>
                      <a:cubicBezTo>
                        <a:pt x="241604" y="63618"/>
                        <a:pt x="255202" y="58178"/>
                        <a:pt x="268801" y="58178"/>
                      </a:cubicBezTo>
                      <a:cubicBezTo>
                        <a:pt x="271520" y="58178"/>
                        <a:pt x="274240" y="58178"/>
                        <a:pt x="274240" y="58178"/>
                      </a:cubicBezTo>
                      <a:cubicBezTo>
                        <a:pt x="279679" y="58178"/>
                        <a:pt x="285119" y="58178"/>
                        <a:pt x="295997" y="60898"/>
                      </a:cubicBezTo>
                      <a:cubicBezTo>
                        <a:pt x="309595" y="63618"/>
                        <a:pt x="320474" y="66337"/>
                        <a:pt x="331353" y="71776"/>
                      </a:cubicBezTo>
                      <a:cubicBezTo>
                        <a:pt x="339512" y="77216"/>
                        <a:pt x="347671" y="85375"/>
                        <a:pt x="350390" y="93534"/>
                      </a:cubicBezTo>
                      <a:cubicBezTo>
                        <a:pt x="350390" y="88095"/>
                        <a:pt x="353110" y="79936"/>
                        <a:pt x="353110" y="74496"/>
                      </a:cubicBezTo>
                      <a:cubicBezTo>
                        <a:pt x="355830" y="71776"/>
                        <a:pt x="355830" y="69057"/>
                        <a:pt x="358549" y="63618"/>
                      </a:cubicBezTo>
                      <a:cubicBezTo>
                        <a:pt x="361269" y="60898"/>
                        <a:pt x="363989" y="58178"/>
                        <a:pt x="366708" y="58178"/>
                      </a:cubicBezTo>
                      <a:cubicBezTo>
                        <a:pt x="369428" y="58178"/>
                        <a:pt x="372148" y="60898"/>
                        <a:pt x="374867" y="63618"/>
                      </a:cubicBezTo>
                      <a:cubicBezTo>
                        <a:pt x="377587" y="69057"/>
                        <a:pt x="380307" y="77216"/>
                        <a:pt x="383026" y="82655"/>
                      </a:cubicBezTo>
                      <a:cubicBezTo>
                        <a:pt x="383026" y="90814"/>
                        <a:pt x="385746" y="107132"/>
                        <a:pt x="385746" y="126170"/>
                      </a:cubicBezTo>
                      <a:cubicBezTo>
                        <a:pt x="385746" y="150647"/>
                        <a:pt x="385746" y="177843"/>
                        <a:pt x="388466" y="186002"/>
                      </a:cubicBezTo>
                      <a:cubicBezTo>
                        <a:pt x="391185" y="207759"/>
                        <a:pt x="391185" y="215918"/>
                        <a:pt x="391185" y="237676"/>
                      </a:cubicBezTo>
                      <a:cubicBezTo>
                        <a:pt x="391185" y="248554"/>
                        <a:pt x="391185" y="278470"/>
                        <a:pt x="374867" y="278470"/>
                      </a:cubicBezTo>
                      <a:cubicBezTo>
                        <a:pt x="366708" y="278470"/>
                        <a:pt x="363989" y="275751"/>
                        <a:pt x="358549" y="273031"/>
                      </a:cubicBezTo>
                      <a:cubicBezTo>
                        <a:pt x="353110" y="270311"/>
                        <a:pt x="350390" y="262152"/>
                        <a:pt x="350390" y="256713"/>
                      </a:cubicBezTo>
                      <a:cubicBezTo>
                        <a:pt x="350390" y="251274"/>
                        <a:pt x="347671" y="245834"/>
                        <a:pt x="347671" y="240395"/>
                      </a:cubicBezTo>
                      <a:cubicBezTo>
                        <a:pt x="347671" y="232236"/>
                        <a:pt x="347671" y="224077"/>
                        <a:pt x="347671" y="213199"/>
                      </a:cubicBezTo>
                      <a:cubicBezTo>
                        <a:pt x="347671" y="207759"/>
                        <a:pt x="347671" y="199600"/>
                        <a:pt x="344951" y="194161"/>
                      </a:cubicBezTo>
                      <a:cubicBezTo>
                        <a:pt x="342232" y="180563"/>
                        <a:pt x="342232" y="164245"/>
                        <a:pt x="339512" y="150647"/>
                      </a:cubicBezTo>
                      <a:cubicBezTo>
                        <a:pt x="336792" y="137048"/>
                        <a:pt x="331353" y="123450"/>
                        <a:pt x="323194" y="112571"/>
                      </a:cubicBezTo>
                      <a:cubicBezTo>
                        <a:pt x="317755" y="104412"/>
                        <a:pt x="304156" y="101693"/>
                        <a:pt x="293278" y="101693"/>
                      </a:cubicBezTo>
                      <a:cubicBezTo>
                        <a:pt x="279679" y="101693"/>
                        <a:pt x="271520" y="109852"/>
                        <a:pt x="263361" y="120730"/>
                      </a:cubicBezTo>
                      <a:cubicBezTo>
                        <a:pt x="257922" y="131609"/>
                        <a:pt x="247043" y="139768"/>
                        <a:pt x="241604" y="153366"/>
                      </a:cubicBezTo>
                      <a:cubicBezTo>
                        <a:pt x="236165" y="166964"/>
                        <a:pt x="233445" y="180563"/>
                        <a:pt x="233445" y="194161"/>
                      </a:cubicBezTo>
                      <a:cubicBezTo>
                        <a:pt x="233445" y="207759"/>
                        <a:pt x="230726" y="218638"/>
                        <a:pt x="225286" y="232236"/>
                      </a:cubicBezTo>
                      <a:cubicBezTo>
                        <a:pt x="219847" y="245834"/>
                        <a:pt x="219847" y="262152"/>
                        <a:pt x="217127" y="275751"/>
                      </a:cubicBezTo>
                      <a:cubicBezTo>
                        <a:pt x="214407" y="289349"/>
                        <a:pt x="214407" y="302947"/>
                        <a:pt x="211688" y="316545"/>
                      </a:cubicBezTo>
                      <a:cubicBezTo>
                        <a:pt x="211688" y="330144"/>
                        <a:pt x="206249" y="341022"/>
                        <a:pt x="206249" y="354621"/>
                      </a:cubicBezTo>
                      <a:cubicBezTo>
                        <a:pt x="203529" y="368219"/>
                        <a:pt x="203529" y="381817"/>
                        <a:pt x="200809" y="398135"/>
                      </a:cubicBezTo>
                      <a:cubicBezTo>
                        <a:pt x="198090" y="411733"/>
                        <a:pt x="198090" y="425332"/>
                        <a:pt x="195370" y="438930"/>
                      </a:cubicBezTo>
                      <a:cubicBezTo>
                        <a:pt x="195370" y="449809"/>
                        <a:pt x="192650" y="463407"/>
                        <a:pt x="192650" y="474286"/>
                      </a:cubicBezTo>
                      <a:cubicBezTo>
                        <a:pt x="192650" y="490603"/>
                        <a:pt x="195370" y="509641"/>
                        <a:pt x="195370" y="525959"/>
                      </a:cubicBezTo>
                      <a:cubicBezTo>
                        <a:pt x="195370" y="550436"/>
                        <a:pt x="203529" y="572193"/>
                        <a:pt x="208968" y="596670"/>
                      </a:cubicBezTo>
                      <a:cubicBezTo>
                        <a:pt x="211688" y="604829"/>
                        <a:pt x="211688" y="615708"/>
                        <a:pt x="214407" y="623867"/>
                      </a:cubicBezTo>
                      <a:cubicBezTo>
                        <a:pt x="217127" y="634745"/>
                        <a:pt x="222566" y="645624"/>
                        <a:pt x="228006" y="656502"/>
                      </a:cubicBezTo>
                      <a:cubicBezTo>
                        <a:pt x="236165" y="670101"/>
                        <a:pt x="252483" y="689138"/>
                        <a:pt x="271520" y="689138"/>
                      </a:cubicBezTo>
                      <a:cubicBezTo>
                        <a:pt x="287838" y="689138"/>
                        <a:pt x="298717" y="675540"/>
                        <a:pt x="306876" y="664661"/>
                      </a:cubicBezTo>
                      <a:cubicBezTo>
                        <a:pt x="320474" y="645624"/>
                        <a:pt x="325914" y="623867"/>
                        <a:pt x="331353" y="602109"/>
                      </a:cubicBezTo>
                      <a:cubicBezTo>
                        <a:pt x="334072" y="583072"/>
                        <a:pt x="336792" y="564034"/>
                        <a:pt x="336792" y="544997"/>
                      </a:cubicBezTo>
                      <a:cubicBezTo>
                        <a:pt x="336792" y="531398"/>
                        <a:pt x="336792" y="512361"/>
                        <a:pt x="336792" y="498762"/>
                      </a:cubicBezTo>
                      <a:cubicBezTo>
                        <a:pt x="336792" y="496043"/>
                        <a:pt x="336792" y="493323"/>
                        <a:pt x="336792" y="490603"/>
                      </a:cubicBezTo>
                      <a:cubicBezTo>
                        <a:pt x="336792" y="479725"/>
                        <a:pt x="336792" y="477005"/>
                        <a:pt x="320474" y="477005"/>
                      </a:cubicBezTo>
                      <a:cubicBezTo>
                        <a:pt x="309595" y="477005"/>
                        <a:pt x="295997" y="479725"/>
                        <a:pt x="282399" y="479725"/>
                      </a:cubicBezTo>
                      <a:cubicBezTo>
                        <a:pt x="271520" y="479725"/>
                        <a:pt x="260642" y="479725"/>
                        <a:pt x="252483" y="474286"/>
                      </a:cubicBezTo>
                      <a:cubicBezTo>
                        <a:pt x="249763" y="471566"/>
                        <a:pt x="247043" y="468846"/>
                        <a:pt x="247043" y="466126"/>
                      </a:cubicBezTo>
                      <a:cubicBezTo>
                        <a:pt x="247043" y="463407"/>
                        <a:pt x="247043" y="460687"/>
                        <a:pt x="249763" y="457968"/>
                      </a:cubicBezTo>
                      <a:cubicBezTo>
                        <a:pt x="255202" y="452528"/>
                        <a:pt x="260642" y="449809"/>
                        <a:pt x="268801" y="447089"/>
                      </a:cubicBezTo>
                      <a:cubicBezTo>
                        <a:pt x="282399" y="441650"/>
                        <a:pt x="295997" y="438930"/>
                        <a:pt x="312315" y="436210"/>
                      </a:cubicBezTo>
                      <a:cubicBezTo>
                        <a:pt x="325914" y="433491"/>
                        <a:pt x="339512" y="433491"/>
                        <a:pt x="353110" y="430771"/>
                      </a:cubicBezTo>
                      <a:cubicBezTo>
                        <a:pt x="363989" y="430771"/>
                        <a:pt x="374867" y="430771"/>
                        <a:pt x="385746" y="430771"/>
                      </a:cubicBezTo>
                      <a:cubicBezTo>
                        <a:pt x="402064" y="430771"/>
                        <a:pt x="426541" y="428051"/>
                        <a:pt x="437420" y="428051"/>
                      </a:cubicBezTo>
                      <a:cubicBezTo>
                        <a:pt x="451018" y="419892"/>
                        <a:pt x="464616" y="425332"/>
                        <a:pt x="464616" y="436210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50" name="Freeform: Shape 44">
                  <a:extLst>
                    <a:ext uri="{FF2B5EF4-FFF2-40B4-BE49-F238E27FC236}">
                      <a16:creationId xmlns:a16="http://schemas.microsoft.com/office/drawing/2014/main" id="{88BA62D1-213A-4330-D986-3CA41D1C0B19}"/>
                    </a:ext>
                  </a:extLst>
                </p:cNvPr>
                <p:cNvSpPr/>
                <p:nvPr/>
              </p:nvSpPr>
              <p:spPr>
                <a:xfrm>
                  <a:off x="5651630" y="4181279"/>
                  <a:ext cx="734308" cy="788700"/>
                </a:xfrm>
                <a:custGeom>
                  <a:avLst/>
                  <a:gdLst>
                    <a:gd name="connsiteX0" fmla="*/ 653783 w 734307"/>
                    <a:gd name="connsiteY0" fmla="*/ 678259 h 788699"/>
                    <a:gd name="connsiteX1" fmla="*/ 691859 w 734307"/>
                    <a:gd name="connsiteY1" fmla="*/ 694577 h 788699"/>
                    <a:gd name="connsiteX2" fmla="*/ 686419 w 734307"/>
                    <a:gd name="connsiteY2" fmla="*/ 710895 h 788699"/>
                    <a:gd name="connsiteX3" fmla="*/ 670101 w 734307"/>
                    <a:gd name="connsiteY3" fmla="*/ 719054 h 788699"/>
                    <a:gd name="connsiteX4" fmla="*/ 648344 w 734307"/>
                    <a:gd name="connsiteY4" fmla="*/ 721774 h 788699"/>
                    <a:gd name="connsiteX5" fmla="*/ 618428 w 734307"/>
                    <a:gd name="connsiteY5" fmla="*/ 721774 h 788699"/>
                    <a:gd name="connsiteX6" fmla="*/ 572194 w 734307"/>
                    <a:gd name="connsiteY6" fmla="*/ 735372 h 788699"/>
                    <a:gd name="connsiteX7" fmla="*/ 544997 w 734307"/>
                    <a:gd name="connsiteY7" fmla="*/ 729933 h 788699"/>
                    <a:gd name="connsiteX8" fmla="*/ 534119 w 734307"/>
                    <a:gd name="connsiteY8" fmla="*/ 721774 h 788699"/>
                    <a:gd name="connsiteX9" fmla="*/ 496043 w 734307"/>
                    <a:gd name="connsiteY9" fmla="*/ 721774 h 788699"/>
                    <a:gd name="connsiteX10" fmla="*/ 471566 w 734307"/>
                    <a:gd name="connsiteY10" fmla="*/ 721774 h 788699"/>
                    <a:gd name="connsiteX11" fmla="*/ 444370 w 734307"/>
                    <a:gd name="connsiteY11" fmla="*/ 716335 h 788699"/>
                    <a:gd name="connsiteX12" fmla="*/ 428052 w 734307"/>
                    <a:gd name="connsiteY12" fmla="*/ 700017 h 788699"/>
                    <a:gd name="connsiteX13" fmla="*/ 433491 w 734307"/>
                    <a:gd name="connsiteY13" fmla="*/ 691858 h 788699"/>
                    <a:gd name="connsiteX14" fmla="*/ 455248 w 734307"/>
                    <a:gd name="connsiteY14" fmla="*/ 683699 h 788699"/>
                    <a:gd name="connsiteX15" fmla="*/ 506922 w 734307"/>
                    <a:gd name="connsiteY15" fmla="*/ 678259 h 788699"/>
                    <a:gd name="connsiteX16" fmla="*/ 509641 w 734307"/>
                    <a:gd name="connsiteY16" fmla="*/ 678259 h 788699"/>
                    <a:gd name="connsiteX17" fmla="*/ 506922 w 734307"/>
                    <a:gd name="connsiteY17" fmla="*/ 664661 h 788699"/>
                    <a:gd name="connsiteX18" fmla="*/ 498763 w 734307"/>
                    <a:gd name="connsiteY18" fmla="*/ 580352 h 788699"/>
                    <a:gd name="connsiteX19" fmla="*/ 496043 w 734307"/>
                    <a:gd name="connsiteY19" fmla="*/ 479725 h 788699"/>
                    <a:gd name="connsiteX20" fmla="*/ 493324 w 734307"/>
                    <a:gd name="connsiteY20" fmla="*/ 389976 h 788699"/>
                    <a:gd name="connsiteX21" fmla="*/ 490604 w 734307"/>
                    <a:gd name="connsiteY21" fmla="*/ 302947 h 788699"/>
                    <a:gd name="connsiteX22" fmla="*/ 487884 w 734307"/>
                    <a:gd name="connsiteY22" fmla="*/ 229516 h 788699"/>
                    <a:gd name="connsiteX23" fmla="*/ 485165 w 734307"/>
                    <a:gd name="connsiteY23" fmla="*/ 221357 h 788699"/>
                    <a:gd name="connsiteX24" fmla="*/ 482445 w 734307"/>
                    <a:gd name="connsiteY24" fmla="*/ 226797 h 788699"/>
                    <a:gd name="connsiteX25" fmla="*/ 477006 w 734307"/>
                    <a:gd name="connsiteY25" fmla="*/ 262152 h 788699"/>
                    <a:gd name="connsiteX26" fmla="*/ 460688 w 734307"/>
                    <a:gd name="connsiteY26" fmla="*/ 341022 h 788699"/>
                    <a:gd name="connsiteX27" fmla="*/ 444370 w 734307"/>
                    <a:gd name="connsiteY27" fmla="*/ 417173 h 788699"/>
                    <a:gd name="connsiteX28" fmla="*/ 436211 w 734307"/>
                    <a:gd name="connsiteY28" fmla="*/ 455248 h 788699"/>
                    <a:gd name="connsiteX29" fmla="*/ 425332 w 734307"/>
                    <a:gd name="connsiteY29" fmla="*/ 493323 h 788699"/>
                    <a:gd name="connsiteX30" fmla="*/ 411734 w 734307"/>
                    <a:gd name="connsiteY30" fmla="*/ 531398 h 788699"/>
                    <a:gd name="connsiteX31" fmla="*/ 376378 w 734307"/>
                    <a:gd name="connsiteY31" fmla="*/ 547716 h 788699"/>
                    <a:gd name="connsiteX32" fmla="*/ 319265 w 734307"/>
                    <a:gd name="connsiteY32" fmla="*/ 525959 h 788699"/>
                    <a:gd name="connsiteX33" fmla="*/ 289349 w 734307"/>
                    <a:gd name="connsiteY33" fmla="*/ 455248 h 788699"/>
                    <a:gd name="connsiteX34" fmla="*/ 273031 w 734307"/>
                    <a:gd name="connsiteY34" fmla="*/ 373658 h 788699"/>
                    <a:gd name="connsiteX35" fmla="*/ 262153 w 734307"/>
                    <a:gd name="connsiteY35" fmla="*/ 316545 h 788699"/>
                    <a:gd name="connsiteX36" fmla="*/ 245835 w 734307"/>
                    <a:gd name="connsiteY36" fmla="*/ 237675 h 788699"/>
                    <a:gd name="connsiteX37" fmla="*/ 234956 w 734307"/>
                    <a:gd name="connsiteY37" fmla="*/ 196881 h 788699"/>
                    <a:gd name="connsiteX38" fmla="*/ 232236 w 734307"/>
                    <a:gd name="connsiteY38" fmla="*/ 191441 h 788699"/>
                    <a:gd name="connsiteX39" fmla="*/ 226797 w 734307"/>
                    <a:gd name="connsiteY39" fmla="*/ 207759 h 788699"/>
                    <a:gd name="connsiteX40" fmla="*/ 226797 w 734307"/>
                    <a:gd name="connsiteY40" fmla="*/ 232236 h 788699"/>
                    <a:gd name="connsiteX41" fmla="*/ 224077 w 734307"/>
                    <a:gd name="connsiteY41" fmla="*/ 267592 h 788699"/>
                    <a:gd name="connsiteX42" fmla="*/ 221358 w 734307"/>
                    <a:gd name="connsiteY42" fmla="*/ 311106 h 788699"/>
                    <a:gd name="connsiteX43" fmla="*/ 218638 w 734307"/>
                    <a:gd name="connsiteY43" fmla="*/ 360060 h 788699"/>
                    <a:gd name="connsiteX44" fmla="*/ 215919 w 734307"/>
                    <a:gd name="connsiteY44" fmla="*/ 398135 h 788699"/>
                    <a:gd name="connsiteX45" fmla="*/ 213199 w 734307"/>
                    <a:gd name="connsiteY45" fmla="*/ 430771 h 788699"/>
                    <a:gd name="connsiteX46" fmla="*/ 213199 w 734307"/>
                    <a:gd name="connsiteY46" fmla="*/ 455248 h 788699"/>
                    <a:gd name="connsiteX47" fmla="*/ 213199 w 734307"/>
                    <a:gd name="connsiteY47" fmla="*/ 477005 h 788699"/>
                    <a:gd name="connsiteX48" fmla="*/ 207759 w 734307"/>
                    <a:gd name="connsiteY48" fmla="*/ 520520 h 788699"/>
                    <a:gd name="connsiteX49" fmla="*/ 196881 w 734307"/>
                    <a:gd name="connsiteY49" fmla="*/ 610268 h 788699"/>
                    <a:gd name="connsiteX50" fmla="*/ 194161 w 734307"/>
                    <a:gd name="connsiteY50" fmla="*/ 653783 h 788699"/>
                    <a:gd name="connsiteX51" fmla="*/ 191441 w 734307"/>
                    <a:gd name="connsiteY51" fmla="*/ 667381 h 788699"/>
                    <a:gd name="connsiteX52" fmla="*/ 243115 w 734307"/>
                    <a:gd name="connsiteY52" fmla="*/ 667381 h 788699"/>
                    <a:gd name="connsiteX53" fmla="*/ 273031 w 734307"/>
                    <a:gd name="connsiteY53" fmla="*/ 683699 h 788699"/>
                    <a:gd name="connsiteX54" fmla="*/ 262153 w 734307"/>
                    <a:gd name="connsiteY54" fmla="*/ 697297 h 788699"/>
                    <a:gd name="connsiteX55" fmla="*/ 248554 w 734307"/>
                    <a:gd name="connsiteY55" fmla="*/ 705456 h 788699"/>
                    <a:gd name="connsiteX56" fmla="*/ 232236 w 734307"/>
                    <a:gd name="connsiteY56" fmla="*/ 708176 h 788699"/>
                    <a:gd name="connsiteX57" fmla="*/ 166965 w 734307"/>
                    <a:gd name="connsiteY57" fmla="*/ 708176 h 788699"/>
                    <a:gd name="connsiteX58" fmla="*/ 109852 w 734307"/>
                    <a:gd name="connsiteY58" fmla="*/ 708176 h 788699"/>
                    <a:gd name="connsiteX59" fmla="*/ 90814 w 734307"/>
                    <a:gd name="connsiteY59" fmla="*/ 708176 h 788699"/>
                    <a:gd name="connsiteX60" fmla="*/ 69057 w 734307"/>
                    <a:gd name="connsiteY60" fmla="*/ 702736 h 788699"/>
                    <a:gd name="connsiteX61" fmla="*/ 58178 w 734307"/>
                    <a:gd name="connsiteY61" fmla="*/ 686418 h 788699"/>
                    <a:gd name="connsiteX62" fmla="*/ 60898 w 734307"/>
                    <a:gd name="connsiteY62" fmla="*/ 678259 h 788699"/>
                    <a:gd name="connsiteX63" fmla="*/ 77216 w 734307"/>
                    <a:gd name="connsiteY63" fmla="*/ 670101 h 788699"/>
                    <a:gd name="connsiteX64" fmla="*/ 126170 w 734307"/>
                    <a:gd name="connsiteY64" fmla="*/ 664661 h 788699"/>
                    <a:gd name="connsiteX65" fmla="*/ 142487 w 734307"/>
                    <a:gd name="connsiteY65" fmla="*/ 664661 h 788699"/>
                    <a:gd name="connsiteX66" fmla="*/ 147927 w 734307"/>
                    <a:gd name="connsiteY66" fmla="*/ 588511 h 788699"/>
                    <a:gd name="connsiteX67" fmla="*/ 153366 w 734307"/>
                    <a:gd name="connsiteY67" fmla="*/ 493323 h 788699"/>
                    <a:gd name="connsiteX68" fmla="*/ 156086 w 734307"/>
                    <a:gd name="connsiteY68" fmla="*/ 411733 h 788699"/>
                    <a:gd name="connsiteX69" fmla="*/ 161525 w 734307"/>
                    <a:gd name="connsiteY69" fmla="*/ 297508 h 788699"/>
                    <a:gd name="connsiteX70" fmla="*/ 166965 w 734307"/>
                    <a:gd name="connsiteY70" fmla="*/ 240395 h 788699"/>
                    <a:gd name="connsiteX71" fmla="*/ 177843 w 734307"/>
                    <a:gd name="connsiteY71" fmla="*/ 161525 h 788699"/>
                    <a:gd name="connsiteX72" fmla="*/ 183282 w 734307"/>
                    <a:gd name="connsiteY72" fmla="*/ 118011 h 788699"/>
                    <a:gd name="connsiteX73" fmla="*/ 183282 w 734307"/>
                    <a:gd name="connsiteY73" fmla="*/ 115291 h 788699"/>
                    <a:gd name="connsiteX74" fmla="*/ 161525 w 734307"/>
                    <a:gd name="connsiteY74" fmla="*/ 115291 h 788699"/>
                    <a:gd name="connsiteX75" fmla="*/ 137048 w 734307"/>
                    <a:gd name="connsiteY75" fmla="*/ 115291 h 788699"/>
                    <a:gd name="connsiteX76" fmla="*/ 109852 w 734307"/>
                    <a:gd name="connsiteY76" fmla="*/ 109851 h 788699"/>
                    <a:gd name="connsiteX77" fmla="*/ 93534 w 734307"/>
                    <a:gd name="connsiteY77" fmla="*/ 93534 h 788699"/>
                    <a:gd name="connsiteX78" fmla="*/ 98973 w 734307"/>
                    <a:gd name="connsiteY78" fmla="*/ 85375 h 788699"/>
                    <a:gd name="connsiteX79" fmla="*/ 120730 w 734307"/>
                    <a:gd name="connsiteY79" fmla="*/ 77216 h 788699"/>
                    <a:gd name="connsiteX80" fmla="*/ 172404 w 734307"/>
                    <a:gd name="connsiteY80" fmla="*/ 71776 h 788699"/>
                    <a:gd name="connsiteX81" fmla="*/ 234956 w 734307"/>
                    <a:gd name="connsiteY81" fmla="*/ 69057 h 788699"/>
                    <a:gd name="connsiteX82" fmla="*/ 243115 w 734307"/>
                    <a:gd name="connsiteY82" fmla="*/ 69057 h 788699"/>
                    <a:gd name="connsiteX83" fmla="*/ 270312 w 734307"/>
                    <a:gd name="connsiteY83" fmla="*/ 74496 h 788699"/>
                    <a:gd name="connsiteX84" fmla="*/ 308387 w 734307"/>
                    <a:gd name="connsiteY84" fmla="*/ 123450 h 788699"/>
                    <a:gd name="connsiteX85" fmla="*/ 332864 w 734307"/>
                    <a:gd name="connsiteY85" fmla="*/ 202320 h 788699"/>
                    <a:gd name="connsiteX86" fmla="*/ 338303 w 734307"/>
                    <a:gd name="connsiteY86" fmla="*/ 237675 h 788699"/>
                    <a:gd name="connsiteX87" fmla="*/ 349182 w 734307"/>
                    <a:gd name="connsiteY87" fmla="*/ 281190 h 788699"/>
                    <a:gd name="connsiteX88" fmla="*/ 357341 w 734307"/>
                    <a:gd name="connsiteY88" fmla="*/ 316545 h 788699"/>
                    <a:gd name="connsiteX89" fmla="*/ 365500 w 734307"/>
                    <a:gd name="connsiteY89" fmla="*/ 351901 h 788699"/>
                    <a:gd name="connsiteX90" fmla="*/ 376378 w 734307"/>
                    <a:gd name="connsiteY90" fmla="*/ 389976 h 788699"/>
                    <a:gd name="connsiteX91" fmla="*/ 387257 w 734307"/>
                    <a:gd name="connsiteY91" fmla="*/ 414453 h 788699"/>
                    <a:gd name="connsiteX92" fmla="*/ 398136 w 734307"/>
                    <a:gd name="connsiteY92" fmla="*/ 376378 h 788699"/>
                    <a:gd name="connsiteX93" fmla="*/ 406295 w 734307"/>
                    <a:gd name="connsiteY93" fmla="*/ 332863 h 788699"/>
                    <a:gd name="connsiteX94" fmla="*/ 425332 w 734307"/>
                    <a:gd name="connsiteY94" fmla="*/ 243115 h 788699"/>
                    <a:gd name="connsiteX95" fmla="*/ 444370 w 734307"/>
                    <a:gd name="connsiteY95" fmla="*/ 150646 h 788699"/>
                    <a:gd name="connsiteX96" fmla="*/ 477006 w 734307"/>
                    <a:gd name="connsiteY96" fmla="*/ 79935 h 788699"/>
                    <a:gd name="connsiteX97" fmla="*/ 523240 w 734307"/>
                    <a:gd name="connsiteY97" fmla="*/ 58178 h 788699"/>
                    <a:gd name="connsiteX98" fmla="*/ 544997 w 734307"/>
                    <a:gd name="connsiteY98" fmla="*/ 63617 h 788699"/>
                    <a:gd name="connsiteX99" fmla="*/ 612988 w 734307"/>
                    <a:gd name="connsiteY99" fmla="*/ 63617 h 788699"/>
                    <a:gd name="connsiteX100" fmla="*/ 651064 w 734307"/>
                    <a:gd name="connsiteY100" fmla="*/ 79935 h 788699"/>
                    <a:gd name="connsiteX101" fmla="*/ 645624 w 734307"/>
                    <a:gd name="connsiteY101" fmla="*/ 96253 h 788699"/>
                    <a:gd name="connsiteX102" fmla="*/ 629307 w 734307"/>
                    <a:gd name="connsiteY102" fmla="*/ 104412 h 788699"/>
                    <a:gd name="connsiteX103" fmla="*/ 607549 w 734307"/>
                    <a:gd name="connsiteY103" fmla="*/ 107132 h 788699"/>
                    <a:gd name="connsiteX104" fmla="*/ 580353 w 734307"/>
                    <a:gd name="connsiteY104" fmla="*/ 107132 h 788699"/>
                    <a:gd name="connsiteX105" fmla="*/ 583072 w 734307"/>
                    <a:gd name="connsiteY105" fmla="*/ 115291 h 788699"/>
                    <a:gd name="connsiteX106" fmla="*/ 588512 w 734307"/>
                    <a:gd name="connsiteY106" fmla="*/ 156086 h 788699"/>
                    <a:gd name="connsiteX107" fmla="*/ 593951 w 734307"/>
                    <a:gd name="connsiteY107" fmla="*/ 196881 h 788699"/>
                    <a:gd name="connsiteX108" fmla="*/ 599390 w 734307"/>
                    <a:gd name="connsiteY108" fmla="*/ 226797 h 788699"/>
                    <a:gd name="connsiteX109" fmla="*/ 599390 w 734307"/>
                    <a:gd name="connsiteY109" fmla="*/ 232236 h 788699"/>
                    <a:gd name="connsiteX110" fmla="*/ 599390 w 734307"/>
                    <a:gd name="connsiteY110" fmla="*/ 240395 h 788699"/>
                    <a:gd name="connsiteX111" fmla="*/ 602110 w 734307"/>
                    <a:gd name="connsiteY111" fmla="*/ 270311 h 788699"/>
                    <a:gd name="connsiteX112" fmla="*/ 607549 w 734307"/>
                    <a:gd name="connsiteY112" fmla="*/ 308386 h 788699"/>
                    <a:gd name="connsiteX113" fmla="*/ 607549 w 734307"/>
                    <a:gd name="connsiteY113" fmla="*/ 319265 h 788699"/>
                    <a:gd name="connsiteX114" fmla="*/ 612988 w 734307"/>
                    <a:gd name="connsiteY114" fmla="*/ 335583 h 788699"/>
                    <a:gd name="connsiteX115" fmla="*/ 612988 w 734307"/>
                    <a:gd name="connsiteY115" fmla="*/ 346462 h 788699"/>
                    <a:gd name="connsiteX116" fmla="*/ 612988 w 734307"/>
                    <a:gd name="connsiteY116" fmla="*/ 370939 h 788699"/>
                    <a:gd name="connsiteX117" fmla="*/ 612988 w 734307"/>
                    <a:gd name="connsiteY117" fmla="*/ 395415 h 788699"/>
                    <a:gd name="connsiteX118" fmla="*/ 615708 w 734307"/>
                    <a:gd name="connsiteY118" fmla="*/ 422612 h 788699"/>
                    <a:gd name="connsiteX119" fmla="*/ 618428 w 734307"/>
                    <a:gd name="connsiteY119" fmla="*/ 441650 h 788699"/>
                    <a:gd name="connsiteX120" fmla="*/ 618428 w 734307"/>
                    <a:gd name="connsiteY120" fmla="*/ 455248 h 788699"/>
                    <a:gd name="connsiteX121" fmla="*/ 621147 w 734307"/>
                    <a:gd name="connsiteY121" fmla="*/ 463407 h 788699"/>
                    <a:gd name="connsiteX122" fmla="*/ 626587 w 734307"/>
                    <a:gd name="connsiteY122" fmla="*/ 482444 h 788699"/>
                    <a:gd name="connsiteX123" fmla="*/ 629307 w 734307"/>
                    <a:gd name="connsiteY123" fmla="*/ 517800 h 788699"/>
                    <a:gd name="connsiteX124" fmla="*/ 634746 w 734307"/>
                    <a:gd name="connsiteY124" fmla="*/ 561314 h 788699"/>
                    <a:gd name="connsiteX125" fmla="*/ 634746 w 734307"/>
                    <a:gd name="connsiteY125" fmla="*/ 566754 h 788699"/>
                    <a:gd name="connsiteX126" fmla="*/ 634746 w 734307"/>
                    <a:gd name="connsiteY126" fmla="*/ 583072 h 788699"/>
                    <a:gd name="connsiteX127" fmla="*/ 637466 w 734307"/>
                    <a:gd name="connsiteY127" fmla="*/ 607548 h 788699"/>
                    <a:gd name="connsiteX128" fmla="*/ 640185 w 734307"/>
                    <a:gd name="connsiteY128" fmla="*/ 618427 h 788699"/>
                    <a:gd name="connsiteX129" fmla="*/ 640185 w 734307"/>
                    <a:gd name="connsiteY129" fmla="*/ 632025 h 788699"/>
                    <a:gd name="connsiteX130" fmla="*/ 640185 w 734307"/>
                    <a:gd name="connsiteY130" fmla="*/ 640184 h 788699"/>
                    <a:gd name="connsiteX131" fmla="*/ 642905 w 734307"/>
                    <a:gd name="connsiteY131" fmla="*/ 659222 h 788699"/>
                    <a:gd name="connsiteX132" fmla="*/ 642905 w 734307"/>
                    <a:gd name="connsiteY132" fmla="*/ 664661 h 788699"/>
                    <a:gd name="connsiteX133" fmla="*/ 653783 w 734307"/>
                    <a:gd name="connsiteY133" fmla="*/ 678259 h 788699"/>
                    <a:gd name="connsiteX134" fmla="*/ 653783 w 734307"/>
                    <a:gd name="connsiteY134" fmla="*/ 678259 h 788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</a:cxnLst>
                  <a:rect l="l" t="t" r="r" b="b"/>
                  <a:pathLst>
                    <a:path w="734307" h="788699">
                      <a:moveTo>
                        <a:pt x="653783" y="678259"/>
                      </a:moveTo>
                      <a:cubicBezTo>
                        <a:pt x="667382" y="678259"/>
                        <a:pt x="691859" y="678259"/>
                        <a:pt x="691859" y="694577"/>
                      </a:cubicBezTo>
                      <a:cubicBezTo>
                        <a:pt x="691859" y="702736"/>
                        <a:pt x="689139" y="705456"/>
                        <a:pt x="686419" y="710895"/>
                      </a:cubicBezTo>
                      <a:cubicBezTo>
                        <a:pt x="683700" y="716335"/>
                        <a:pt x="675541" y="719054"/>
                        <a:pt x="670101" y="719054"/>
                      </a:cubicBezTo>
                      <a:cubicBezTo>
                        <a:pt x="661942" y="721774"/>
                        <a:pt x="653783" y="721774"/>
                        <a:pt x="648344" y="721774"/>
                      </a:cubicBezTo>
                      <a:cubicBezTo>
                        <a:pt x="645624" y="721774"/>
                        <a:pt x="634746" y="721774"/>
                        <a:pt x="618428" y="721774"/>
                      </a:cubicBezTo>
                      <a:cubicBezTo>
                        <a:pt x="604829" y="729933"/>
                        <a:pt x="588512" y="735372"/>
                        <a:pt x="572194" y="735372"/>
                      </a:cubicBezTo>
                      <a:cubicBezTo>
                        <a:pt x="564035" y="735372"/>
                        <a:pt x="553156" y="732653"/>
                        <a:pt x="544997" y="729933"/>
                      </a:cubicBezTo>
                      <a:cubicBezTo>
                        <a:pt x="539558" y="727213"/>
                        <a:pt x="536838" y="724494"/>
                        <a:pt x="534119" y="721774"/>
                      </a:cubicBezTo>
                      <a:cubicBezTo>
                        <a:pt x="520520" y="721774"/>
                        <a:pt x="509641" y="721774"/>
                        <a:pt x="496043" y="721774"/>
                      </a:cubicBezTo>
                      <a:cubicBezTo>
                        <a:pt x="487884" y="721774"/>
                        <a:pt x="479725" y="721774"/>
                        <a:pt x="471566" y="721774"/>
                      </a:cubicBezTo>
                      <a:cubicBezTo>
                        <a:pt x="463407" y="721774"/>
                        <a:pt x="452529" y="721774"/>
                        <a:pt x="444370" y="716335"/>
                      </a:cubicBezTo>
                      <a:cubicBezTo>
                        <a:pt x="436211" y="713615"/>
                        <a:pt x="428052" y="705456"/>
                        <a:pt x="428052" y="700017"/>
                      </a:cubicBezTo>
                      <a:cubicBezTo>
                        <a:pt x="428052" y="697297"/>
                        <a:pt x="428052" y="694577"/>
                        <a:pt x="433491" y="691858"/>
                      </a:cubicBezTo>
                      <a:cubicBezTo>
                        <a:pt x="438930" y="689138"/>
                        <a:pt x="449809" y="686418"/>
                        <a:pt x="455248" y="683699"/>
                      </a:cubicBezTo>
                      <a:cubicBezTo>
                        <a:pt x="474286" y="680979"/>
                        <a:pt x="498763" y="678259"/>
                        <a:pt x="506922" y="678259"/>
                      </a:cubicBezTo>
                      <a:cubicBezTo>
                        <a:pt x="506922" y="678259"/>
                        <a:pt x="509641" y="678259"/>
                        <a:pt x="509641" y="678259"/>
                      </a:cubicBezTo>
                      <a:cubicBezTo>
                        <a:pt x="509641" y="672820"/>
                        <a:pt x="506922" y="670101"/>
                        <a:pt x="506922" y="664661"/>
                      </a:cubicBezTo>
                      <a:cubicBezTo>
                        <a:pt x="501483" y="640184"/>
                        <a:pt x="501483" y="612988"/>
                        <a:pt x="498763" y="580352"/>
                      </a:cubicBezTo>
                      <a:cubicBezTo>
                        <a:pt x="496043" y="547716"/>
                        <a:pt x="498763" y="512361"/>
                        <a:pt x="496043" y="479725"/>
                      </a:cubicBezTo>
                      <a:cubicBezTo>
                        <a:pt x="493324" y="449808"/>
                        <a:pt x="493324" y="419892"/>
                        <a:pt x="493324" y="389976"/>
                      </a:cubicBezTo>
                      <a:cubicBezTo>
                        <a:pt x="493324" y="360060"/>
                        <a:pt x="490604" y="332863"/>
                        <a:pt x="490604" y="302947"/>
                      </a:cubicBezTo>
                      <a:cubicBezTo>
                        <a:pt x="487884" y="275751"/>
                        <a:pt x="487884" y="240395"/>
                        <a:pt x="487884" y="229516"/>
                      </a:cubicBezTo>
                      <a:cubicBezTo>
                        <a:pt x="487884" y="224077"/>
                        <a:pt x="487884" y="221357"/>
                        <a:pt x="485165" y="221357"/>
                      </a:cubicBezTo>
                      <a:cubicBezTo>
                        <a:pt x="485165" y="221357"/>
                        <a:pt x="482445" y="224077"/>
                        <a:pt x="482445" y="226797"/>
                      </a:cubicBezTo>
                      <a:cubicBezTo>
                        <a:pt x="479725" y="237675"/>
                        <a:pt x="479725" y="251274"/>
                        <a:pt x="477006" y="262152"/>
                      </a:cubicBezTo>
                      <a:cubicBezTo>
                        <a:pt x="471566" y="289349"/>
                        <a:pt x="466127" y="316545"/>
                        <a:pt x="460688" y="341022"/>
                      </a:cubicBezTo>
                      <a:cubicBezTo>
                        <a:pt x="455248" y="365499"/>
                        <a:pt x="447090" y="392696"/>
                        <a:pt x="444370" y="417173"/>
                      </a:cubicBezTo>
                      <a:cubicBezTo>
                        <a:pt x="441650" y="430771"/>
                        <a:pt x="438930" y="441650"/>
                        <a:pt x="436211" y="455248"/>
                      </a:cubicBezTo>
                      <a:cubicBezTo>
                        <a:pt x="433491" y="468846"/>
                        <a:pt x="428052" y="479725"/>
                        <a:pt x="425332" y="493323"/>
                      </a:cubicBezTo>
                      <a:cubicBezTo>
                        <a:pt x="422612" y="506921"/>
                        <a:pt x="419893" y="520520"/>
                        <a:pt x="411734" y="531398"/>
                      </a:cubicBezTo>
                      <a:cubicBezTo>
                        <a:pt x="406295" y="539557"/>
                        <a:pt x="395416" y="547716"/>
                        <a:pt x="376378" y="547716"/>
                      </a:cubicBezTo>
                      <a:cubicBezTo>
                        <a:pt x="357341" y="547716"/>
                        <a:pt x="335583" y="539557"/>
                        <a:pt x="319265" y="525959"/>
                      </a:cubicBezTo>
                      <a:cubicBezTo>
                        <a:pt x="300228" y="506921"/>
                        <a:pt x="294788" y="479725"/>
                        <a:pt x="289349" y="455248"/>
                      </a:cubicBezTo>
                      <a:cubicBezTo>
                        <a:pt x="283910" y="428051"/>
                        <a:pt x="278470" y="400855"/>
                        <a:pt x="273031" y="373658"/>
                      </a:cubicBezTo>
                      <a:cubicBezTo>
                        <a:pt x="273031" y="368219"/>
                        <a:pt x="267592" y="346462"/>
                        <a:pt x="262153" y="316545"/>
                      </a:cubicBezTo>
                      <a:cubicBezTo>
                        <a:pt x="256713" y="292068"/>
                        <a:pt x="251274" y="262152"/>
                        <a:pt x="245835" y="237675"/>
                      </a:cubicBezTo>
                      <a:cubicBezTo>
                        <a:pt x="240395" y="218638"/>
                        <a:pt x="237675" y="205039"/>
                        <a:pt x="234956" y="196881"/>
                      </a:cubicBezTo>
                      <a:cubicBezTo>
                        <a:pt x="232236" y="191441"/>
                        <a:pt x="232236" y="191441"/>
                        <a:pt x="232236" y="191441"/>
                      </a:cubicBezTo>
                      <a:cubicBezTo>
                        <a:pt x="229517" y="191441"/>
                        <a:pt x="229517" y="196881"/>
                        <a:pt x="226797" y="207759"/>
                      </a:cubicBezTo>
                      <a:cubicBezTo>
                        <a:pt x="226797" y="215918"/>
                        <a:pt x="226797" y="229516"/>
                        <a:pt x="226797" y="232236"/>
                      </a:cubicBezTo>
                      <a:cubicBezTo>
                        <a:pt x="226797" y="243115"/>
                        <a:pt x="224077" y="256713"/>
                        <a:pt x="224077" y="267592"/>
                      </a:cubicBezTo>
                      <a:cubicBezTo>
                        <a:pt x="224077" y="278470"/>
                        <a:pt x="224077" y="294788"/>
                        <a:pt x="221358" y="311106"/>
                      </a:cubicBezTo>
                      <a:cubicBezTo>
                        <a:pt x="221358" y="327424"/>
                        <a:pt x="218638" y="343742"/>
                        <a:pt x="218638" y="360060"/>
                      </a:cubicBezTo>
                      <a:cubicBezTo>
                        <a:pt x="218638" y="373658"/>
                        <a:pt x="215919" y="384537"/>
                        <a:pt x="215919" y="398135"/>
                      </a:cubicBezTo>
                      <a:cubicBezTo>
                        <a:pt x="215919" y="409014"/>
                        <a:pt x="213199" y="419892"/>
                        <a:pt x="213199" y="430771"/>
                      </a:cubicBezTo>
                      <a:cubicBezTo>
                        <a:pt x="213199" y="438930"/>
                        <a:pt x="213199" y="447089"/>
                        <a:pt x="213199" y="455248"/>
                      </a:cubicBezTo>
                      <a:cubicBezTo>
                        <a:pt x="213199" y="463407"/>
                        <a:pt x="213199" y="471566"/>
                        <a:pt x="213199" y="477005"/>
                      </a:cubicBezTo>
                      <a:cubicBezTo>
                        <a:pt x="210479" y="490603"/>
                        <a:pt x="207759" y="506921"/>
                        <a:pt x="207759" y="520520"/>
                      </a:cubicBezTo>
                      <a:cubicBezTo>
                        <a:pt x="202320" y="550436"/>
                        <a:pt x="199600" y="580352"/>
                        <a:pt x="196881" y="610268"/>
                      </a:cubicBezTo>
                      <a:cubicBezTo>
                        <a:pt x="196881" y="623866"/>
                        <a:pt x="196881" y="640184"/>
                        <a:pt x="194161" y="653783"/>
                      </a:cubicBezTo>
                      <a:cubicBezTo>
                        <a:pt x="194161" y="659222"/>
                        <a:pt x="194161" y="661942"/>
                        <a:pt x="191441" y="667381"/>
                      </a:cubicBezTo>
                      <a:cubicBezTo>
                        <a:pt x="213199" y="667381"/>
                        <a:pt x="232236" y="667381"/>
                        <a:pt x="243115" y="667381"/>
                      </a:cubicBezTo>
                      <a:cubicBezTo>
                        <a:pt x="253994" y="667381"/>
                        <a:pt x="273031" y="670101"/>
                        <a:pt x="273031" y="683699"/>
                      </a:cubicBezTo>
                      <a:cubicBezTo>
                        <a:pt x="273031" y="691858"/>
                        <a:pt x="267592" y="691858"/>
                        <a:pt x="262153" y="697297"/>
                      </a:cubicBezTo>
                      <a:cubicBezTo>
                        <a:pt x="259433" y="702736"/>
                        <a:pt x="253994" y="705456"/>
                        <a:pt x="248554" y="705456"/>
                      </a:cubicBezTo>
                      <a:cubicBezTo>
                        <a:pt x="240395" y="708176"/>
                        <a:pt x="234956" y="708176"/>
                        <a:pt x="232236" y="708176"/>
                      </a:cubicBezTo>
                      <a:cubicBezTo>
                        <a:pt x="226797" y="708176"/>
                        <a:pt x="175124" y="708176"/>
                        <a:pt x="166965" y="708176"/>
                      </a:cubicBezTo>
                      <a:cubicBezTo>
                        <a:pt x="156086" y="708176"/>
                        <a:pt x="120730" y="708176"/>
                        <a:pt x="109852" y="708176"/>
                      </a:cubicBezTo>
                      <a:cubicBezTo>
                        <a:pt x="104412" y="708176"/>
                        <a:pt x="96253" y="708176"/>
                        <a:pt x="90814" y="708176"/>
                      </a:cubicBezTo>
                      <a:cubicBezTo>
                        <a:pt x="85375" y="708176"/>
                        <a:pt x="77216" y="705456"/>
                        <a:pt x="69057" y="702736"/>
                      </a:cubicBezTo>
                      <a:cubicBezTo>
                        <a:pt x="63617" y="700017"/>
                        <a:pt x="58178" y="691858"/>
                        <a:pt x="58178" y="686418"/>
                      </a:cubicBezTo>
                      <a:cubicBezTo>
                        <a:pt x="58178" y="683699"/>
                        <a:pt x="58178" y="680979"/>
                        <a:pt x="60898" y="678259"/>
                      </a:cubicBezTo>
                      <a:cubicBezTo>
                        <a:pt x="63617" y="675540"/>
                        <a:pt x="71777" y="672820"/>
                        <a:pt x="77216" y="670101"/>
                      </a:cubicBezTo>
                      <a:cubicBezTo>
                        <a:pt x="90814" y="667381"/>
                        <a:pt x="120730" y="664661"/>
                        <a:pt x="126170" y="664661"/>
                      </a:cubicBezTo>
                      <a:cubicBezTo>
                        <a:pt x="128889" y="664661"/>
                        <a:pt x="134329" y="664661"/>
                        <a:pt x="142487" y="664661"/>
                      </a:cubicBezTo>
                      <a:cubicBezTo>
                        <a:pt x="142487" y="640184"/>
                        <a:pt x="147927" y="612988"/>
                        <a:pt x="147927" y="588511"/>
                      </a:cubicBezTo>
                      <a:cubicBezTo>
                        <a:pt x="150646" y="555875"/>
                        <a:pt x="153366" y="523239"/>
                        <a:pt x="153366" y="493323"/>
                      </a:cubicBezTo>
                      <a:cubicBezTo>
                        <a:pt x="153366" y="466126"/>
                        <a:pt x="156086" y="438930"/>
                        <a:pt x="156086" y="411733"/>
                      </a:cubicBezTo>
                      <a:cubicBezTo>
                        <a:pt x="158806" y="373658"/>
                        <a:pt x="158806" y="335583"/>
                        <a:pt x="161525" y="297508"/>
                      </a:cubicBezTo>
                      <a:cubicBezTo>
                        <a:pt x="161525" y="278470"/>
                        <a:pt x="164245" y="259433"/>
                        <a:pt x="166965" y="240395"/>
                      </a:cubicBezTo>
                      <a:cubicBezTo>
                        <a:pt x="169684" y="210479"/>
                        <a:pt x="172404" y="191441"/>
                        <a:pt x="177843" y="161525"/>
                      </a:cubicBezTo>
                      <a:cubicBezTo>
                        <a:pt x="180563" y="147927"/>
                        <a:pt x="180563" y="131609"/>
                        <a:pt x="183282" y="118011"/>
                      </a:cubicBezTo>
                      <a:cubicBezTo>
                        <a:pt x="183282" y="118011"/>
                        <a:pt x="183282" y="115291"/>
                        <a:pt x="183282" y="115291"/>
                      </a:cubicBezTo>
                      <a:cubicBezTo>
                        <a:pt x="177843" y="115291"/>
                        <a:pt x="172404" y="115291"/>
                        <a:pt x="161525" y="115291"/>
                      </a:cubicBezTo>
                      <a:cubicBezTo>
                        <a:pt x="153366" y="115291"/>
                        <a:pt x="145207" y="115291"/>
                        <a:pt x="137048" y="115291"/>
                      </a:cubicBezTo>
                      <a:cubicBezTo>
                        <a:pt x="128889" y="115291"/>
                        <a:pt x="118011" y="115291"/>
                        <a:pt x="109852" y="109851"/>
                      </a:cubicBezTo>
                      <a:cubicBezTo>
                        <a:pt x="101693" y="107132"/>
                        <a:pt x="93534" y="98973"/>
                        <a:pt x="93534" y="93534"/>
                      </a:cubicBezTo>
                      <a:cubicBezTo>
                        <a:pt x="93534" y="90814"/>
                        <a:pt x="93534" y="88094"/>
                        <a:pt x="98973" y="85375"/>
                      </a:cubicBezTo>
                      <a:cubicBezTo>
                        <a:pt x="104412" y="82655"/>
                        <a:pt x="115291" y="79935"/>
                        <a:pt x="120730" y="77216"/>
                      </a:cubicBezTo>
                      <a:cubicBezTo>
                        <a:pt x="139768" y="74496"/>
                        <a:pt x="164245" y="71776"/>
                        <a:pt x="172404" y="71776"/>
                      </a:cubicBezTo>
                      <a:cubicBezTo>
                        <a:pt x="194161" y="71776"/>
                        <a:pt x="210479" y="69057"/>
                        <a:pt x="234956" y="69057"/>
                      </a:cubicBezTo>
                      <a:cubicBezTo>
                        <a:pt x="237675" y="69057"/>
                        <a:pt x="240395" y="69057"/>
                        <a:pt x="243115" y="69057"/>
                      </a:cubicBezTo>
                      <a:cubicBezTo>
                        <a:pt x="251274" y="69057"/>
                        <a:pt x="262153" y="69057"/>
                        <a:pt x="270312" y="74496"/>
                      </a:cubicBezTo>
                      <a:cubicBezTo>
                        <a:pt x="283910" y="82655"/>
                        <a:pt x="300228" y="96253"/>
                        <a:pt x="308387" y="123450"/>
                      </a:cubicBezTo>
                      <a:cubicBezTo>
                        <a:pt x="316546" y="147927"/>
                        <a:pt x="327424" y="175123"/>
                        <a:pt x="332864" y="202320"/>
                      </a:cubicBezTo>
                      <a:cubicBezTo>
                        <a:pt x="335583" y="213198"/>
                        <a:pt x="335583" y="226797"/>
                        <a:pt x="338303" y="237675"/>
                      </a:cubicBezTo>
                      <a:cubicBezTo>
                        <a:pt x="343742" y="251274"/>
                        <a:pt x="346462" y="264872"/>
                        <a:pt x="349182" y="281190"/>
                      </a:cubicBezTo>
                      <a:cubicBezTo>
                        <a:pt x="351901" y="292068"/>
                        <a:pt x="351901" y="305667"/>
                        <a:pt x="357341" y="316545"/>
                      </a:cubicBezTo>
                      <a:cubicBezTo>
                        <a:pt x="362780" y="327424"/>
                        <a:pt x="362780" y="338303"/>
                        <a:pt x="365500" y="351901"/>
                      </a:cubicBezTo>
                      <a:cubicBezTo>
                        <a:pt x="365500" y="357340"/>
                        <a:pt x="373658" y="373658"/>
                        <a:pt x="376378" y="389976"/>
                      </a:cubicBezTo>
                      <a:cubicBezTo>
                        <a:pt x="381817" y="403574"/>
                        <a:pt x="384537" y="414453"/>
                        <a:pt x="387257" y="414453"/>
                      </a:cubicBezTo>
                      <a:cubicBezTo>
                        <a:pt x="392696" y="414453"/>
                        <a:pt x="395416" y="381817"/>
                        <a:pt x="398136" y="376378"/>
                      </a:cubicBezTo>
                      <a:cubicBezTo>
                        <a:pt x="400855" y="362779"/>
                        <a:pt x="403575" y="346462"/>
                        <a:pt x="406295" y="332863"/>
                      </a:cubicBezTo>
                      <a:cubicBezTo>
                        <a:pt x="411734" y="302947"/>
                        <a:pt x="417173" y="273031"/>
                        <a:pt x="425332" y="243115"/>
                      </a:cubicBezTo>
                      <a:cubicBezTo>
                        <a:pt x="430771" y="213198"/>
                        <a:pt x="436211" y="180563"/>
                        <a:pt x="444370" y="150646"/>
                      </a:cubicBezTo>
                      <a:cubicBezTo>
                        <a:pt x="449809" y="126170"/>
                        <a:pt x="460688" y="98973"/>
                        <a:pt x="477006" y="79935"/>
                      </a:cubicBezTo>
                      <a:cubicBezTo>
                        <a:pt x="487884" y="66337"/>
                        <a:pt x="506922" y="58178"/>
                        <a:pt x="523240" y="58178"/>
                      </a:cubicBezTo>
                      <a:cubicBezTo>
                        <a:pt x="528679" y="58178"/>
                        <a:pt x="539558" y="58178"/>
                        <a:pt x="544997" y="63617"/>
                      </a:cubicBezTo>
                      <a:lnTo>
                        <a:pt x="612988" y="63617"/>
                      </a:lnTo>
                      <a:cubicBezTo>
                        <a:pt x="626587" y="63617"/>
                        <a:pt x="651064" y="63617"/>
                        <a:pt x="651064" y="79935"/>
                      </a:cubicBezTo>
                      <a:cubicBezTo>
                        <a:pt x="651064" y="88094"/>
                        <a:pt x="648344" y="88094"/>
                        <a:pt x="645624" y="96253"/>
                      </a:cubicBezTo>
                      <a:cubicBezTo>
                        <a:pt x="640185" y="101693"/>
                        <a:pt x="634746" y="104412"/>
                        <a:pt x="629307" y="104412"/>
                      </a:cubicBezTo>
                      <a:cubicBezTo>
                        <a:pt x="621147" y="107132"/>
                        <a:pt x="612988" y="107132"/>
                        <a:pt x="607549" y="107132"/>
                      </a:cubicBezTo>
                      <a:cubicBezTo>
                        <a:pt x="604829" y="107132"/>
                        <a:pt x="591231" y="107132"/>
                        <a:pt x="580353" y="107132"/>
                      </a:cubicBezTo>
                      <a:cubicBezTo>
                        <a:pt x="580353" y="109851"/>
                        <a:pt x="583072" y="112571"/>
                        <a:pt x="583072" y="115291"/>
                      </a:cubicBezTo>
                      <a:cubicBezTo>
                        <a:pt x="585792" y="128889"/>
                        <a:pt x="585792" y="142487"/>
                        <a:pt x="588512" y="156086"/>
                      </a:cubicBezTo>
                      <a:cubicBezTo>
                        <a:pt x="591231" y="169684"/>
                        <a:pt x="591231" y="183282"/>
                        <a:pt x="593951" y="196881"/>
                      </a:cubicBezTo>
                      <a:cubicBezTo>
                        <a:pt x="593951" y="207759"/>
                        <a:pt x="599390" y="215918"/>
                        <a:pt x="599390" y="226797"/>
                      </a:cubicBezTo>
                      <a:cubicBezTo>
                        <a:pt x="599390" y="229516"/>
                        <a:pt x="599390" y="229516"/>
                        <a:pt x="599390" y="232236"/>
                      </a:cubicBezTo>
                      <a:cubicBezTo>
                        <a:pt x="599390" y="234956"/>
                        <a:pt x="599390" y="237675"/>
                        <a:pt x="599390" y="240395"/>
                      </a:cubicBezTo>
                      <a:cubicBezTo>
                        <a:pt x="599390" y="251274"/>
                        <a:pt x="599390" y="259433"/>
                        <a:pt x="602110" y="270311"/>
                      </a:cubicBezTo>
                      <a:cubicBezTo>
                        <a:pt x="604829" y="283909"/>
                        <a:pt x="607549" y="294788"/>
                        <a:pt x="607549" y="308386"/>
                      </a:cubicBezTo>
                      <a:cubicBezTo>
                        <a:pt x="607549" y="311106"/>
                        <a:pt x="607549" y="316545"/>
                        <a:pt x="607549" y="319265"/>
                      </a:cubicBezTo>
                      <a:cubicBezTo>
                        <a:pt x="607549" y="324704"/>
                        <a:pt x="610269" y="330144"/>
                        <a:pt x="612988" y="335583"/>
                      </a:cubicBezTo>
                      <a:cubicBezTo>
                        <a:pt x="612988" y="338303"/>
                        <a:pt x="612988" y="343742"/>
                        <a:pt x="612988" y="346462"/>
                      </a:cubicBezTo>
                      <a:cubicBezTo>
                        <a:pt x="612988" y="354620"/>
                        <a:pt x="612988" y="362779"/>
                        <a:pt x="612988" y="370939"/>
                      </a:cubicBezTo>
                      <a:cubicBezTo>
                        <a:pt x="612988" y="379097"/>
                        <a:pt x="612988" y="387256"/>
                        <a:pt x="612988" y="395415"/>
                      </a:cubicBezTo>
                      <a:cubicBezTo>
                        <a:pt x="612988" y="403574"/>
                        <a:pt x="615708" y="414453"/>
                        <a:pt x="615708" y="422612"/>
                      </a:cubicBezTo>
                      <a:cubicBezTo>
                        <a:pt x="618428" y="430771"/>
                        <a:pt x="618428" y="436210"/>
                        <a:pt x="618428" y="441650"/>
                      </a:cubicBezTo>
                      <a:cubicBezTo>
                        <a:pt x="618428" y="444369"/>
                        <a:pt x="618428" y="449808"/>
                        <a:pt x="618428" y="455248"/>
                      </a:cubicBezTo>
                      <a:cubicBezTo>
                        <a:pt x="618428" y="460687"/>
                        <a:pt x="618428" y="460687"/>
                        <a:pt x="621147" y="463407"/>
                      </a:cubicBezTo>
                      <a:cubicBezTo>
                        <a:pt x="623867" y="471566"/>
                        <a:pt x="623867" y="477005"/>
                        <a:pt x="626587" y="482444"/>
                      </a:cubicBezTo>
                      <a:cubicBezTo>
                        <a:pt x="629307" y="493323"/>
                        <a:pt x="629307" y="506921"/>
                        <a:pt x="629307" y="517800"/>
                      </a:cubicBezTo>
                      <a:cubicBezTo>
                        <a:pt x="632026" y="534118"/>
                        <a:pt x="632026" y="547716"/>
                        <a:pt x="634746" y="561314"/>
                      </a:cubicBezTo>
                      <a:cubicBezTo>
                        <a:pt x="634746" y="564034"/>
                        <a:pt x="634746" y="564034"/>
                        <a:pt x="634746" y="566754"/>
                      </a:cubicBezTo>
                      <a:cubicBezTo>
                        <a:pt x="634746" y="572193"/>
                        <a:pt x="634746" y="577632"/>
                        <a:pt x="634746" y="583072"/>
                      </a:cubicBezTo>
                      <a:cubicBezTo>
                        <a:pt x="634746" y="596670"/>
                        <a:pt x="637466" y="602109"/>
                        <a:pt x="637466" y="607548"/>
                      </a:cubicBezTo>
                      <a:cubicBezTo>
                        <a:pt x="637466" y="610268"/>
                        <a:pt x="640185" y="615708"/>
                        <a:pt x="640185" y="618427"/>
                      </a:cubicBezTo>
                      <a:cubicBezTo>
                        <a:pt x="640185" y="623866"/>
                        <a:pt x="640185" y="629306"/>
                        <a:pt x="640185" y="632025"/>
                      </a:cubicBezTo>
                      <a:cubicBezTo>
                        <a:pt x="640185" y="634745"/>
                        <a:pt x="640185" y="637465"/>
                        <a:pt x="640185" y="640184"/>
                      </a:cubicBezTo>
                      <a:cubicBezTo>
                        <a:pt x="640185" y="645624"/>
                        <a:pt x="642905" y="653783"/>
                        <a:pt x="642905" y="659222"/>
                      </a:cubicBezTo>
                      <a:cubicBezTo>
                        <a:pt x="642905" y="661942"/>
                        <a:pt x="642905" y="661942"/>
                        <a:pt x="642905" y="664661"/>
                      </a:cubicBezTo>
                      <a:cubicBezTo>
                        <a:pt x="645624" y="678259"/>
                        <a:pt x="651064" y="678259"/>
                        <a:pt x="653783" y="678259"/>
                      </a:cubicBezTo>
                      <a:lnTo>
                        <a:pt x="653783" y="678259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51" name="Freeform: Shape 45">
                  <a:extLst>
                    <a:ext uri="{FF2B5EF4-FFF2-40B4-BE49-F238E27FC236}">
                      <a16:creationId xmlns:a16="http://schemas.microsoft.com/office/drawing/2014/main" id="{D3802517-BB92-DB3A-D526-D5E586613D57}"/>
                    </a:ext>
                  </a:extLst>
                </p:cNvPr>
                <p:cNvSpPr/>
                <p:nvPr/>
              </p:nvSpPr>
              <p:spPr>
                <a:xfrm>
                  <a:off x="6362526" y="4242177"/>
                  <a:ext cx="492259" cy="674476"/>
                </a:xfrm>
                <a:custGeom>
                  <a:avLst/>
                  <a:gdLst>
                    <a:gd name="connsiteX0" fmla="*/ 225733 w 492259"/>
                    <a:gd name="connsiteY0" fmla="*/ 97907 h 674476"/>
                    <a:gd name="connsiteX1" fmla="*/ 209415 w 492259"/>
                    <a:gd name="connsiteY1" fmla="*/ 119665 h 674476"/>
                    <a:gd name="connsiteX2" fmla="*/ 201256 w 492259"/>
                    <a:gd name="connsiteY2" fmla="*/ 152300 h 674476"/>
                    <a:gd name="connsiteX3" fmla="*/ 198536 w 492259"/>
                    <a:gd name="connsiteY3" fmla="*/ 168618 h 674476"/>
                    <a:gd name="connsiteX4" fmla="*/ 195817 w 492259"/>
                    <a:gd name="connsiteY4" fmla="*/ 184936 h 674476"/>
                    <a:gd name="connsiteX5" fmla="*/ 187658 w 492259"/>
                    <a:gd name="connsiteY5" fmla="*/ 220292 h 674476"/>
                    <a:gd name="connsiteX6" fmla="*/ 168620 w 492259"/>
                    <a:gd name="connsiteY6" fmla="*/ 291003 h 674476"/>
                    <a:gd name="connsiteX7" fmla="*/ 160461 w 492259"/>
                    <a:gd name="connsiteY7" fmla="*/ 323639 h 674476"/>
                    <a:gd name="connsiteX8" fmla="*/ 149582 w 492259"/>
                    <a:gd name="connsiteY8" fmla="*/ 361714 h 674476"/>
                    <a:gd name="connsiteX9" fmla="*/ 144143 w 492259"/>
                    <a:gd name="connsiteY9" fmla="*/ 388910 h 674476"/>
                    <a:gd name="connsiteX10" fmla="*/ 149582 w 492259"/>
                    <a:gd name="connsiteY10" fmla="*/ 391630 h 674476"/>
                    <a:gd name="connsiteX11" fmla="*/ 171340 w 492259"/>
                    <a:gd name="connsiteY11" fmla="*/ 391630 h 674476"/>
                    <a:gd name="connsiteX12" fmla="*/ 193097 w 492259"/>
                    <a:gd name="connsiteY12" fmla="*/ 388910 h 674476"/>
                    <a:gd name="connsiteX13" fmla="*/ 212135 w 492259"/>
                    <a:gd name="connsiteY13" fmla="*/ 388910 h 674476"/>
                    <a:gd name="connsiteX14" fmla="*/ 236611 w 492259"/>
                    <a:gd name="connsiteY14" fmla="*/ 388910 h 674476"/>
                    <a:gd name="connsiteX15" fmla="*/ 250210 w 492259"/>
                    <a:gd name="connsiteY15" fmla="*/ 386191 h 674476"/>
                    <a:gd name="connsiteX16" fmla="*/ 258369 w 492259"/>
                    <a:gd name="connsiteY16" fmla="*/ 386191 h 674476"/>
                    <a:gd name="connsiteX17" fmla="*/ 255649 w 492259"/>
                    <a:gd name="connsiteY17" fmla="*/ 367153 h 674476"/>
                    <a:gd name="connsiteX18" fmla="*/ 250210 w 492259"/>
                    <a:gd name="connsiteY18" fmla="*/ 331797 h 674476"/>
                    <a:gd name="connsiteX19" fmla="*/ 247490 w 492259"/>
                    <a:gd name="connsiteY19" fmla="*/ 244769 h 674476"/>
                    <a:gd name="connsiteX20" fmla="*/ 242051 w 492259"/>
                    <a:gd name="connsiteY20" fmla="*/ 203974 h 674476"/>
                    <a:gd name="connsiteX21" fmla="*/ 236611 w 492259"/>
                    <a:gd name="connsiteY21" fmla="*/ 157740 h 674476"/>
                    <a:gd name="connsiteX22" fmla="*/ 233892 w 492259"/>
                    <a:gd name="connsiteY22" fmla="*/ 119665 h 674476"/>
                    <a:gd name="connsiteX23" fmla="*/ 225733 w 492259"/>
                    <a:gd name="connsiteY23" fmla="*/ 97907 h 674476"/>
                    <a:gd name="connsiteX24" fmla="*/ 274687 w 492259"/>
                    <a:gd name="connsiteY24" fmla="*/ 0 h 674476"/>
                    <a:gd name="connsiteX25" fmla="*/ 304603 w 492259"/>
                    <a:gd name="connsiteY25" fmla="*/ 5439 h 674476"/>
                    <a:gd name="connsiteX26" fmla="*/ 320921 w 492259"/>
                    <a:gd name="connsiteY26" fmla="*/ 24477 h 674476"/>
                    <a:gd name="connsiteX27" fmla="*/ 334519 w 492259"/>
                    <a:gd name="connsiteY27" fmla="*/ 43515 h 674476"/>
                    <a:gd name="connsiteX28" fmla="*/ 339959 w 492259"/>
                    <a:gd name="connsiteY28" fmla="*/ 65272 h 674476"/>
                    <a:gd name="connsiteX29" fmla="*/ 348118 w 492259"/>
                    <a:gd name="connsiteY29" fmla="*/ 114226 h 674476"/>
                    <a:gd name="connsiteX30" fmla="*/ 361716 w 492259"/>
                    <a:gd name="connsiteY30" fmla="*/ 163180 h 674476"/>
                    <a:gd name="connsiteX31" fmla="*/ 369875 w 492259"/>
                    <a:gd name="connsiteY31" fmla="*/ 220293 h 674476"/>
                    <a:gd name="connsiteX32" fmla="*/ 378034 w 492259"/>
                    <a:gd name="connsiteY32" fmla="*/ 274686 h 674476"/>
                    <a:gd name="connsiteX33" fmla="*/ 383473 w 492259"/>
                    <a:gd name="connsiteY33" fmla="*/ 301883 h 674476"/>
                    <a:gd name="connsiteX34" fmla="*/ 391632 w 492259"/>
                    <a:gd name="connsiteY34" fmla="*/ 337238 h 674476"/>
                    <a:gd name="connsiteX35" fmla="*/ 397071 w 492259"/>
                    <a:gd name="connsiteY35" fmla="*/ 364435 h 674476"/>
                    <a:gd name="connsiteX36" fmla="*/ 405230 w 492259"/>
                    <a:gd name="connsiteY36" fmla="*/ 383473 h 674476"/>
                    <a:gd name="connsiteX37" fmla="*/ 416109 w 492259"/>
                    <a:gd name="connsiteY37" fmla="*/ 386192 h 674476"/>
                    <a:gd name="connsiteX38" fmla="*/ 426988 w 492259"/>
                    <a:gd name="connsiteY38" fmla="*/ 386192 h 674476"/>
                    <a:gd name="connsiteX39" fmla="*/ 454184 w 492259"/>
                    <a:gd name="connsiteY39" fmla="*/ 397071 h 674476"/>
                    <a:gd name="connsiteX40" fmla="*/ 456904 w 492259"/>
                    <a:gd name="connsiteY40" fmla="*/ 405230 h 674476"/>
                    <a:gd name="connsiteX41" fmla="*/ 451464 w 492259"/>
                    <a:gd name="connsiteY41" fmla="*/ 416108 h 674476"/>
                    <a:gd name="connsiteX42" fmla="*/ 432427 w 492259"/>
                    <a:gd name="connsiteY42" fmla="*/ 429707 h 674476"/>
                    <a:gd name="connsiteX43" fmla="*/ 421548 w 492259"/>
                    <a:gd name="connsiteY43" fmla="*/ 432426 h 674476"/>
                    <a:gd name="connsiteX44" fmla="*/ 413389 w 492259"/>
                    <a:gd name="connsiteY44" fmla="*/ 435146 h 674476"/>
                    <a:gd name="connsiteX45" fmla="*/ 413389 w 492259"/>
                    <a:gd name="connsiteY45" fmla="*/ 440585 h 674476"/>
                    <a:gd name="connsiteX46" fmla="*/ 416109 w 492259"/>
                    <a:gd name="connsiteY46" fmla="*/ 451464 h 674476"/>
                    <a:gd name="connsiteX47" fmla="*/ 418829 w 492259"/>
                    <a:gd name="connsiteY47" fmla="*/ 465062 h 674476"/>
                    <a:gd name="connsiteX48" fmla="*/ 418829 w 492259"/>
                    <a:gd name="connsiteY48" fmla="*/ 475941 h 674476"/>
                    <a:gd name="connsiteX49" fmla="*/ 418829 w 492259"/>
                    <a:gd name="connsiteY49" fmla="*/ 486820 h 674476"/>
                    <a:gd name="connsiteX50" fmla="*/ 426988 w 492259"/>
                    <a:gd name="connsiteY50" fmla="*/ 516736 h 674476"/>
                    <a:gd name="connsiteX51" fmla="*/ 432427 w 492259"/>
                    <a:gd name="connsiteY51" fmla="*/ 543932 h 674476"/>
                    <a:gd name="connsiteX52" fmla="*/ 437866 w 492259"/>
                    <a:gd name="connsiteY52" fmla="*/ 573848 h 674476"/>
                    <a:gd name="connsiteX53" fmla="*/ 443306 w 492259"/>
                    <a:gd name="connsiteY53" fmla="*/ 606484 h 674476"/>
                    <a:gd name="connsiteX54" fmla="*/ 446025 w 492259"/>
                    <a:gd name="connsiteY54" fmla="*/ 617363 h 674476"/>
                    <a:gd name="connsiteX55" fmla="*/ 470502 w 492259"/>
                    <a:gd name="connsiteY55" fmla="*/ 617363 h 674476"/>
                    <a:gd name="connsiteX56" fmla="*/ 492259 w 492259"/>
                    <a:gd name="connsiteY56" fmla="*/ 641840 h 674476"/>
                    <a:gd name="connsiteX57" fmla="*/ 484101 w 492259"/>
                    <a:gd name="connsiteY57" fmla="*/ 655438 h 674476"/>
                    <a:gd name="connsiteX58" fmla="*/ 467782 w 492259"/>
                    <a:gd name="connsiteY58" fmla="*/ 663597 h 674476"/>
                    <a:gd name="connsiteX59" fmla="*/ 443306 w 492259"/>
                    <a:gd name="connsiteY59" fmla="*/ 666317 h 674476"/>
                    <a:gd name="connsiteX60" fmla="*/ 421548 w 492259"/>
                    <a:gd name="connsiteY60" fmla="*/ 666317 h 674476"/>
                    <a:gd name="connsiteX61" fmla="*/ 413389 w 492259"/>
                    <a:gd name="connsiteY61" fmla="*/ 666317 h 674476"/>
                    <a:gd name="connsiteX62" fmla="*/ 399791 w 492259"/>
                    <a:gd name="connsiteY62" fmla="*/ 671756 h 674476"/>
                    <a:gd name="connsiteX63" fmla="*/ 383473 w 492259"/>
                    <a:gd name="connsiteY63" fmla="*/ 674476 h 674476"/>
                    <a:gd name="connsiteX64" fmla="*/ 348118 w 492259"/>
                    <a:gd name="connsiteY64" fmla="*/ 669036 h 674476"/>
                    <a:gd name="connsiteX65" fmla="*/ 326360 w 492259"/>
                    <a:gd name="connsiteY65" fmla="*/ 669036 h 674476"/>
                    <a:gd name="connsiteX66" fmla="*/ 277406 w 492259"/>
                    <a:gd name="connsiteY66" fmla="*/ 669036 h 674476"/>
                    <a:gd name="connsiteX67" fmla="*/ 252930 w 492259"/>
                    <a:gd name="connsiteY67" fmla="*/ 663597 h 674476"/>
                    <a:gd name="connsiteX68" fmla="*/ 236611 w 492259"/>
                    <a:gd name="connsiteY68" fmla="*/ 647279 h 674476"/>
                    <a:gd name="connsiteX69" fmla="*/ 261088 w 492259"/>
                    <a:gd name="connsiteY69" fmla="*/ 630961 h 674476"/>
                    <a:gd name="connsiteX70" fmla="*/ 288285 w 492259"/>
                    <a:gd name="connsiteY70" fmla="*/ 628241 h 674476"/>
                    <a:gd name="connsiteX71" fmla="*/ 285565 w 492259"/>
                    <a:gd name="connsiteY71" fmla="*/ 609204 h 674476"/>
                    <a:gd name="connsiteX72" fmla="*/ 282846 w 492259"/>
                    <a:gd name="connsiteY72" fmla="*/ 582007 h 674476"/>
                    <a:gd name="connsiteX73" fmla="*/ 280126 w 492259"/>
                    <a:gd name="connsiteY73" fmla="*/ 568409 h 674476"/>
                    <a:gd name="connsiteX74" fmla="*/ 282846 w 492259"/>
                    <a:gd name="connsiteY74" fmla="*/ 554811 h 674476"/>
                    <a:gd name="connsiteX75" fmla="*/ 277406 w 492259"/>
                    <a:gd name="connsiteY75" fmla="*/ 538493 h 674476"/>
                    <a:gd name="connsiteX76" fmla="*/ 271967 w 492259"/>
                    <a:gd name="connsiteY76" fmla="*/ 505857 h 674476"/>
                    <a:gd name="connsiteX77" fmla="*/ 269247 w 492259"/>
                    <a:gd name="connsiteY77" fmla="*/ 478660 h 674476"/>
                    <a:gd name="connsiteX78" fmla="*/ 266528 w 492259"/>
                    <a:gd name="connsiteY78" fmla="*/ 446025 h 674476"/>
                    <a:gd name="connsiteX79" fmla="*/ 261088 w 492259"/>
                    <a:gd name="connsiteY79" fmla="*/ 437866 h 674476"/>
                    <a:gd name="connsiteX80" fmla="*/ 250210 w 492259"/>
                    <a:gd name="connsiteY80" fmla="*/ 437866 h 674476"/>
                    <a:gd name="connsiteX81" fmla="*/ 220293 w 492259"/>
                    <a:gd name="connsiteY81" fmla="*/ 440585 h 674476"/>
                    <a:gd name="connsiteX82" fmla="*/ 190377 w 492259"/>
                    <a:gd name="connsiteY82" fmla="*/ 443305 h 674476"/>
                    <a:gd name="connsiteX83" fmla="*/ 165900 w 492259"/>
                    <a:gd name="connsiteY83" fmla="*/ 443305 h 674476"/>
                    <a:gd name="connsiteX84" fmla="*/ 144143 w 492259"/>
                    <a:gd name="connsiteY84" fmla="*/ 440585 h 674476"/>
                    <a:gd name="connsiteX85" fmla="*/ 135984 w 492259"/>
                    <a:gd name="connsiteY85" fmla="*/ 454184 h 674476"/>
                    <a:gd name="connsiteX86" fmla="*/ 130545 w 492259"/>
                    <a:gd name="connsiteY86" fmla="*/ 486820 h 674476"/>
                    <a:gd name="connsiteX87" fmla="*/ 119666 w 492259"/>
                    <a:gd name="connsiteY87" fmla="*/ 541213 h 674476"/>
                    <a:gd name="connsiteX88" fmla="*/ 103348 w 492259"/>
                    <a:gd name="connsiteY88" fmla="*/ 614643 h 674476"/>
                    <a:gd name="connsiteX89" fmla="*/ 133264 w 492259"/>
                    <a:gd name="connsiteY89" fmla="*/ 614643 h 674476"/>
                    <a:gd name="connsiteX90" fmla="*/ 168620 w 492259"/>
                    <a:gd name="connsiteY90" fmla="*/ 630961 h 674476"/>
                    <a:gd name="connsiteX91" fmla="*/ 163181 w 492259"/>
                    <a:gd name="connsiteY91" fmla="*/ 647279 h 674476"/>
                    <a:gd name="connsiteX92" fmla="*/ 146863 w 492259"/>
                    <a:gd name="connsiteY92" fmla="*/ 655438 h 674476"/>
                    <a:gd name="connsiteX93" fmla="*/ 127825 w 492259"/>
                    <a:gd name="connsiteY93" fmla="*/ 658158 h 674476"/>
                    <a:gd name="connsiteX94" fmla="*/ 106068 w 492259"/>
                    <a:gd name="connsiteY94" fmla="*/ 658158 h 674476"/>
                    <a:gd name="connsiteX95" fmla="*/ 62552 w 492259"/>
                    <a:gd name="connsiteY95" fmla="*/ 658158 h 674476"/>
                    <a:gd name="connsiteX96" fmla="*/ 40795 w 492259"/>
                    <a:gd name="connsiteY96" fmla="*/ 658158 h 674476"/>
                    <a:gd name="connsiteX97" fmla="*/ 16318 w 492259"/>
                    <a:gd name="connsiteY97" fmla="*/ 652718 h 674476"/>
                    <a:gd name="connsiteX98" fmla="*/ 0 w 492259"/>
                    <a:gd name="connsiteY98" fmla="*/ 636401 h 674476"/>
                    <a:gd name="connsiteX99" fmla="*/ 2720 w 492259"/>
                    <a:gd name="connsiteY99" fmla="*/ 628241 h 674476"/>
                    <a:gd name="connsiteX100" fmla="*/ 24477 w 492259"/>
                    <a:gd name="connsiteY100" fmla="*/ 620082 h 674476"/>
                    <a:gd name="connsiteX101" fmla="*/ 62552 w 492259"/>
                    <a:gd name="connsiteY101" fmla="*/ 617363 h 674476"/>
                    <a:gd name="connsiteX102" fmla="*/ 62552 w 492259"/>
                    <a:gd name="connsiteY102" fmla="*/ 614643 h 674476"/>
                    <a:gd name="connsiteX103" fmla="*/ 65272 w 492259"/>
                    <a:gd name="connsiteY103" fmla="*/ 587447 h 674476"/>
                    <a:gd name="connsiteX104" fmla="*/ 76151 w 492259"/>
                    <a:gd name="connsiteY104" fmla="*/ 522175 h 674476"/>
                    <a:gd name="connsiteX105" fmla="*/ 87029 w 492259"/>
                    <a:gd name="connsiteY105" fmla="*/ 470501 h 674476"/>
                    <a:gd name="connsiteX106" fmla="*/ 92468 w 492259"/>
                    <a:gd name="connsiteY106" fmla="*/ 446025 h 674476"/>
                    <a:gd name="connsiteX107" fmla="*/ 65272 w 492259"/>
                    <a:gd name="connsiteY107" fmla="*/ 432426 h 674476"/>
                    <a:gd name="connsiteX108" fmla="*/ 54393 w 492259"/>
                    <a:gd name="connsiteY108" fmla="*/ 421548 h 674476"/>
                    <a:gd name="connsiteX109" fmla="*/ 73431 w 492259"/>
                    <a:gd name="connsiteY109" fmla="*/ 407949 h 674476"/>
                    <a:gd name="connsiteX110" fmla="*/ 100629 w 492259"/>
                    <a:gd name="connsiteY110" fmla="*/ 399790 h 674476"/>
                    <a:gd name="connsiteX111" fmla="*/ 108788 w 492259"/>
                    <a:gd name="connsiteY111" fmla="*/ 369874 h 674476"/>
                    <a:gd name="connsiteX112" fmla="*/ 125105 w 492259"/>
                    <a:gd name="connsiteY112" fmla="*/ 307322 h 674476"/>
                    <a:gd name="connsiteX113" fmla="*/ 141423 w 492259"/>
                    <a:gd name="connsiteY113" fmla="*/ 242051 h 674476"/>
                    <a:gd name="connsiteX114" fmla="*/ 155022 w 492259"/>
                    <a:gd name="connsiteY114" fmla="*/ 179498 h 674476"/>
                    <a:gd name="connsiteX115" fmla="*/ 168620 w 492259"/>
                    <a:gd name="connsiteY115" fmla="*/ 119665 h 674476"/>
                    <a:gd name="connsiteX116" fmla="*/ 193097 w 492259"/>
                    <a:gd name="connsiteY116" fmla="*/ 57113 h 674476"/>
                    <a:gd name="connsiteX117" fmla="*/ 201256 w 492259"/>
                    <a:gd name="connsiteY117" fmla="*/ 38075 h 674476"/>
                    <a:gd name="connsiteX118" fmla="*/ 217574 w 492259"/>
                    <a:gd name="connsiteY118" fmla="*/ 13598 h 674476"/>
                    <a:gd name="connsiteX119" fmla="*/ 274687 w 492259"/>
                    <a:gd name="connsiteY119" fmla="*/ 0 h 6744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</a:cxnLst>
                  <a:rect l="l" t="t" r="r" b="b"/>
                  <a:pathLst>
                    <a:path w="492259" h="674476">
                      <a:moveTo>
                        <a:pt x="225733" y="97907"/>
                      </a:moveTo>
                      <a:cubicBezTo>
                        <a:pt x="217574" y="97907"/>
                        <a:pt x="209415" y="114225"/>
                        <a:pt x="209415" y="119665"/>
                      </a:cubicBezTo>
                      <a:cubicBezTo>
                        <a:pt x="206695" y="130543"/>
                        <a:pt x="203976" y="144141"/>
                        <a:pt x="201256" y="152300"/>
                      </a:cubicBezTo>
                      <a:cubicBezTo>
                        <a:pt x="198536" y="157740"/>
                        <a:pt x="198536" y="163179"/>
                        <a:pt x="198536" y="168618"/>
                      </a:cubicBezTo>
                      <a:cubicBezTo>
                        <a:pt x="198536" y="174058"/>
                        <a:pt x="195817" y="179497"/>
                        <a:pt x="195817" y="184936"/>
                      </a:cubicBezTo>
                      <a:cubicBezTo>
                        <a:pt x="193097" y="195815"/>
                        <a:pt x="190377" y="209413"/>
                        <a:pt x="187658" y="220292"/>
                      </a:cubicBezTo>
                      <a:cubicBezTo>
                        <a:pt x="184938" y="244769"/>
                        <a:pt x="176779" y="269246"/>
                        <a:pt x="168620" y="291003"/>
                      </a:cubicBezTo>
                      <a:cubicBezTo>
                        <a:pt x="165900" y="301881"/>
                        <a:pt x="163181" y="312760"/>
                        <a:pt x="160461" y="323639"/>
                      </a:cubicBezTo>
                      <a:cubicBezTo>
                        <a:pt x="157742" y="337237"/>
                        <a:pt x="155022" y="348115"/>
                        <a:pt x="149582" y="361714"/>
                      </a:cubicBezTo>
                      <a:cubicBezTo>
                        <a:pt x="146863" y="367153"/>
                        <a:pt x="144143" y="383471"/>
                        <a:pt x="144143" y="388910"/>
                      </a:cubicBezTo>
                      <a:cubicBezTo>
                        <a:pt x="144143" y="391630"/>
                        <a:pt x="146863" y="391630"/>
                        <a:pt x="149582" y="391630"/>
                      </a:cubicBezTo>
                      <a:cubicBezTo>
                        <a:pt x="155022" y="391630"/>
                        <a:pt x="168620" y="391630"/>
                        <a:pt x="171340" y="391630"/>
                      </a:cubicBezTo>
                      <a:cubicBezTo>
                        <a:pt x="179498" y="391630"/>
                        <a:pt x="187658" y="391630"/>
                        <a:pt x="193097" y="388910"/>
                      </a:cubicBezTo>
                      <a:cubicBezTo>
                        <a:pt x="198536" y="388910"/>
                        <a:pt x="203976" y="388910"/>
                        <a:pt x="212135" y="388910"/>
                      </a:cubicBezTo>
                      <a:cubicBezTo>
                        <a:pt x="217574" y="388910"/>
                        <a:pt x="225733" y="388910"/>
                        <a:pt x="236611" y="388910"/>
                      </a:cubicBezTo>
                      <a:cubicBezTo>
                        <a:pt x="242051" y="388910"/>
                        <a:pt x="247490" y="388910"/>
                        <a:pt x="250210" y="386191"/>
                      </a:cubicBezTo>
                      <a:cubicBezTo>
                        <a:pt x="255649" y="391630"/>
                        <a:pt x="258369" y="388910"/>
                        <a:pt x="258369" y="386191"/>
                      </a:cubicBezTo>
                      <a:cubicBezTo>
                        <a:pt x="258369" y="380751"/>
                        <a:pt x="255649" y="372592"/>
                        <a:pt x="255649" y="367153"/>
                      </a:cubicBezTo>
                      <a:cubicBezTo>
                        <a:pt x="252930" y="353555"/>
                        <a:pt x="250210" y="342676"/>
                        <a:pt x="250210" y="331797"/>
                      </a:cubicBezTo>
                      <a:cubicBezTo>
                        <a:pt x="250210" y="301881"/>
                        <a:pt x="250210" y="274685"/>
                        <a:pt x="247490" y="244769"/>
                      </a:cubicBezTo>
                      <a:cubicBezTo>
                        <a:pt x="247490" y="231170"/>
                        <a:pt x="244771" y="217572"/>
                        <a:pt x="242051" y="203974"/>
                      </a:cubicBezTo>
                      <a:cubicBezTo>
                        <a:pt x="239331" y="187656"/>
                        <a:pt x="236611" y="174058"/>
                        <a:pt x="236611" y="157740"/>
                      </a:cubicBezTo>
                      <a:cubicBezTo>
                        <a:pt x="236611" y="152300"/>
                        <a:pt x="236611" y="133263"/>
                        <a:pt x="233892" y="119665"/>
                      </a:cubicBezTo>
                      <a:cubicBezTo>
                        <a:pt x="233892" y="106066"/>
                        <a:pt x="231172" y="97907"/>
                        <a:pt x="225733" y="97907"/>
                      </a:cubicBezTo>
                      <a:close/>
                      <a:moveTo>
                        <a:pt x="274687" y="0"/>
                      </a:moveTo>
                      <a:cubicBezTo>
                        <a:pt x="288285" y="0"/>
                        <a:pt x="293724" y="2720"/>
                        <a:pt x="304603" y="5439"/>
                      </a:cubicBezTo>
                      <a:cubicBezTo>
                        <a:pt x="315481" y="10879"/>
                        <a:pt x="315481" y="16318"/>
                        <a:pt x="320921" y="24477"/>
                      </a:cubicBezTo>
                      <a:cubicBezTo>
                        <a:pt x="326360" y="29916"/>
                        <a:pt x="331800" y="35356"/>
                        <a:pt x="334519" y="43515"/>
                      </a:cubicBezTo>
                      <a:cubicBezTo>
                        <a:pt x="337239" y="51674"/>
                        <a:pt x="337239" y="57113"/>
                        <a:pt x="339959" y="65272"/>
                      </a:cubicBezTo>
                      <a:cubicBezTo>
                        <a:pt x="345398" y="78870"/>
                        <a:pt x="342678" y="97908"/>
                        <a:pt x="348118" y="114226"/>
                      </a:cubicBezTo>
                      <a:cubicBezTo>
                        <a:pt x="350837" y="130544"/>
                        <a:pt x="358996" y="146863"/>
                        <a:pt x="361716" y="163180"/>
                      </a:cubicBezTo>
                      <a:cubicBezTo>
                        <a:pt x="364435" y="182218"/>
                        <a:pt x="364435" y="201256"/>
                        <a:pt x="369875" y="220293"/>
                      </a:cubicBezTo>
                      <a:cubicBezTo>
                        <a:pt x="375314" y="239331"/>
                        <a:pt x="378034" y="255649"/>
                        <a:pt x="378034" y="274686"/>
                      </a:cubicBezTo>
                      <a:cubicBezTo>
                        <a:pt x="378034" y="282845"/>
                        <a:pt x="380753" y="293724"/>
                        <a:pt x="383473" y="301883"/>
                      </a:cubicBezTo>
                      <a:cubicBezTo>
                        <a:pt x="386193" y="312762"/>
                        <a:pt x="388913" y="326360"/>
                        <a:pt x="391632" y="337238"/>
                      </a:cubicBezTo>
                      <a:cubicBezTo>
                        <a:pt x="391632" y="342678"/>
                        <a:pt x="394352" y="353556"/>
                        <a:pt x="397071" y="364435"/>
                      </a:cubicBezTo>
                      <a:cubicBezTo>
                        <a:pt x="399791" y="372594"/>
                        <a:pt x="402511" y="380753"/>
                        <a:pt x="405230" y="383473"/>
                      </a:cubicBezTo>
                      <a:cubicBezTo>
                        <a:pt x="407950" y="386192"/>
                        <a:pt x="413389" y="386192"/>
                        <a:pt x="416109" y="386192"/>
                      </a:cubicBezTo>
                      <a:cubicBezTo>
                        <a:pt x="418829" y="386192"/>
                        <a:pt x="424268" y="386192"/>
                        <a:pt x="426988" y="386192"/>
                      </a:cubicBezTo>
                      <a:cubicBezTo>
                        <a:pt x="437866" y="386192"/>
                        <a:pt x="448745" y="388912"/>
                        <a:pt x="454184" y="397071"/>
                      </a:cubicBezTo>
                      <a:cubicBezTo>
                        <a:pt x="456904" y="399790"/>
                        <a:pt x="456904" y="402510"/>
                        <a:pt x="456904" y="405230"/>
                      </a:cubicBezTo>
                      <a:cubicBezTo>
                        <a:pt x="456904" y="407949"/>
                        <a:pt x="454184" y="410669"/>
                        <a:pt x="451464" y="416108"/>
                      </a:cubicBezTo>
                      <a:cubicBezTo>
                        <a:pt x="446025" y="421548"/>
                        <a:pt x="440586" y="426987"/>
                        <a:pt x="432427" y="429707"/>
                      </a:cubicBezTo>
                      <a:cubicBezTo>
                        <a:pt x="429707" y="429707"/>
                        <a:pt x="426988" y="432426"/>
                        <a:pt x="421548" y="432426"/>
                      </a:cubicBezTo>
                      <a:cubicBezTo>
                        <a:pt x="418829" y="432426"/>
                        <a:pt x="416109" y="432426"/>
                        <a:pt x="413389" y="435146"/>
                      </a:cubicBezTo>
                      <a:cubicBezTo>
                        <a:pt x="413389" y="435146"/>
                        <a:pt x="413389" y="437866"/>
                        <a:pt x="413389" y="440585"/>
                      </a:cubicBezTo>
                      <a:cubicBezTo>
                        <a:pt x="413389" y="443305"/>
                        <a:pt x="413389" y="448744"/>
                        <a:pt x="416109" y="451464"/>
                      </a:cubicBezTo>
                      <a:cubicBezTo>
                        <a:pt x="416109" y="456903"/>
                        <a:pt x="418829" y="462343"/>
                        <a:pt x="418829" y="465062"/>
                      </a:cubicBezTo>
                      <a:lnTo>
                        <a:pt x="418829" y="475941"/>
                      </a:lnTo>
                      <a:cubicBezTo>
                        <a:pt x="418829" y="481380"/>
                        <a:pt x="418829" y="484100"/>
                        <a:pt x="418829" y="486820"/>
                      </a:cubicBezTo>
                      <a:cubicBezTo>
                        <a:pt x="421548" y="497698"/>
                        <a:pt x="424268" y="505857"/>
                        <a:pt x="426988" y="516736"/>
                      </a:cubicBezTo>
                      <a:cubicBezTo>
                        <a:pt x="426988" y="524895"/>
                        <a:pt x="429707" y="535773"/>
                        <a:pt x="432427" y="543932"/>
                      </a:cubicBezTo>
                      <a:cubicBezTo>
                        <a:pt x="435147" y="554811"/>
                        <a:pt x="437866" y="562970"/>
                        <a:pt x="437866" y="573848"/>
                      </a:cubicBezTo>
                      <a:cubicBezTo>
                        <a:pt x="437866" y="587447"/>
                        <a:pt x="440586" y="595606"/>
                        <a:pt x="443306" y="606484"/>
                      </a:cubicBezTo>
                      <a:cubicBezTo>
                        <a:pt x="443306" y="609204"/>
                        <a:pt x="446025" y="614643"/>
                        <a:pt x="446025" y="617363"/>
                      </a:cubicBezTo>
                      <a:cubicBezTo>
                        <a:pt x="454184" y="617363"/>
                        <a:pt x="462343" y="617363"/>
                        <a:pt x="470502" y="617363"/>
                      </a:cubicBezTo>
                      <a:cubicBezTo>
                        <a:pt x="475942" y="625522"/>
                        <a:pt x="492259" y="630961"/>
                        <a:pt x="492259" y="641840"/>
                      </a:cubicBezTo>
                      <a:cubicBezTo>
                        <a:pt x="492259" y="647279"/>
                        <a:pt x="486820" y="649999"/>
                        <a:pt x="484101" y="655438"/>
                      </a:cubicBezTo>
                      <a:cubicBezTo>
                        <a:pt x="481381" y="660877"/>
                        <a:pt x="473222" y="663597"/>
                        <a:pt x="467782" y="663597"/>
                      </a:cubicBezTo>
                      <a:cubicBezTo>
                        <a:pt x="456904" y="666317"/>
                        <a:pt x="451464" y="666317"/>
                        <a:pt x="443306" y="666317"/>
                      </a:cubicBezTo>
                      <a:cubicBezTo>
                        <a:pt x="437866" y="666317"/>
                        <a:pt x="429707" y="666317"/>
                        <a:pt x="421548" y="666317"/>
                      </a:cubicBezTo>
                      <a:cubicBezTo>
                        <a:pt x="418829" y="666317"/>
                        <a:pt x="416109" y="666317"/>
                        <a:pt x="413389" y="666317"/>
                      </a:cubicBezTo>
                      <a:cubicBezTo>
                        <a:pt x="407950" y="669036"/>
                        <a:pt x="405230" y="669036"/>
                        <a:pt x="399791" y="671756"/>
                      </a:cubicBezTo>
                      <a:cubicBezTo>
                        <a:pt x="394352" y="671756"/>
                        <a:pt x="388913" y="674476"/>
                        <a:pt x="383473" y="674476"/>
                      </a:cubicBezTo>
                      <a:cubicBezTo>
                        <a:pt x="372594" y="674476"/>
                        <a:pt x="358996" y="671756"/>
                        <a:pt x="348118" y="669036"/>
                      </a:cubicBezTo>
                      <a:cubicBezTo>
                        <a:pt x="339959" y="669036"/>
                        <a:pt x="331800" y="669036"/>
                        <a:pt x="326360" y="669036"/>
                      </a:cubicBezTo>
                      <a:cubicBezTo>
                        <a:pt x="304603" y="669036"/>
                        <a:pt x="285565" y="669036"/>
                        <a:pt x="277406" y="669036"/>
                      </a:cubicBezTo>
                      <a:cubicBezTo>
                        <a:pt x="269247" y="669036"/>
                        <a:pt x="258369" y="669036"/>
                        <a:pt x="252930" y="663597"/>
                      </a:cubicBezTo>
                      <a:cubicBezTo>
                        <a:pt x="247490" y="660877"/>
                        <a:pt x="236611" y="655438"/>
                        <a:pt x="236611" y="647279"/>
                      </a:cubicBezTo>
                      <a:cubicBezTo>
                        <a:pt x="236611" y="636401"/>
                        <a:pt x="252930" y="633681"/>
                        <a:pt x="261088" y="630961"/>
                      </a:cubicBezTo>
                      <a:cubicBezTo>
                        <a:pt x="266528" y="630961"/>
                        <a:pt x="274687" y="630961"/>
                        <a:pt x="288285" y="628241"/>
                      </a:cubicBezTo>
                      <a:cubicBezTo>
                        <a:pt x="288285" y="620082"/>
                        <a:pt x="288285" y="614643"/>
                        <a:pt x="285565" y="609204"/>
                      </a:cubicBezTo>
                      <a:cubicBezTo>
                        <a:pt x="285565" y="601045"/>
                        <a:pt x="282846" y="590166"/>
                        <a:pt x="282846" y="582007"/>
                      </a:cubicBezTo>
                      <a:cubicBezTo>
                        <a:pt x="282846" y="576568"/>
                        <a:pt x="280126" y="573848"/>
                        <a:pt x="280126" y="568409"/>
                      </a:cubicBezTo>
                      <a:cubicBezTo>
                        <a:pt x="280126" y="562970"/>
                        <a:pt x="282846" y="557531"/>
                        <a:pt x="282846" y="554811"/>
                      </a:cubicBezTo>
                      <a:cubicBezTo>
                        <a:pt x="282846" y="549371"/>
                        <a:pt x="280126" y="546652"/>
                        <a:pt x="277406" y="538493"/>
                      </a:cubicBezTo>
                      <a:cubicBezTo>
                        <a:pt x="277406" y="527614"/>
                        <a:pt x="271967" y="516736"/>
                        <a:pt x="271967" y="505857"/>
                      </a:cubicBezTo>
                      <a:cubicBezTo>
                        <a:pt x="271967" y="494978"/>
                        <a:pt x="271967" y="486820"/>
                        <a:pt x="269247" y="478660"/>
                      </a:cubicBezTo>
                      <a:cubicBezTo>
                        <a:pt x="266528" y="467782"/>
                        <a:pt x="266528" y="456903"/>
                        <a:pt x="266528" y="446025"/>
                      </a:cubicBezTo>
                      <a:cubicBezTo>
                        <a:pt x="266528" y="440585"/>
                        <a:pt x="263808" y="437866"/>
                        <a:pt x="261088" y="437866"/>
                      </a:cubicBezTo>
                      <a:cubicBezTo>
                        <a:pt x="258369" y="437866"/>
                        <a:pt x="255649" y="437866"/>
                        <a:pt x="250210" y="437866"/>
                      </a:cubicBezTo>
                      <a:cubicBezTo>
                        <a:pt x="239331" y="437866"/>
                        <a:pt x="228452" y="437866"/>
                        <a:pt x="220293" y="440585"/>
                      </a:cubicBezTo>
                      <a:cubicBezTo>
                        <a:pt x="209415" y="440585"/>
                        <a:pt x="201256" y="443305"/>
                        <a:pt x="190377" y="443305"/>
                      </a:cubicBezTo>
                      <a:cubicBezTo>
                        <a:pt x="182218" y="443305"/>
                        <a:pt x="174059" y="443305"/>
                        <a:pt x="165900" y="443305"/>
                      </a:cubicBezTo>
                      <a:cubicBezTo>
                        <a:pt x="163181" y="443305"/>
                        <a:pt x="152302" y="440585"/>
                        <a:pt x="144143" y="440585"/>
                      </a:cubicBezTo>
                      <a:cubicBezTo>
                        <a:pt x="135984" y="440585"/>
                        <a:pt x="135984" y="448744"/>
                        <a:pt x="135984" y="454184"/>
                      </a:cubicBezTo>
                      <a:cubicBezTo>
                        <a:pt x="135984" y="465062"/>
                        <a:pt x="133264" y="475941"/>
                        <a:pt x="130545" y="486820"/>
                      </a:cubicBezTo>
                      <a:cubicBezTo>
                        <a:pt x="127825" y="505857"/>
                        <a:pt x="122386" y="522175"/>
                        <a:pt x="119666" y="541213"/>
                      </a:cubicBezTo>
                      <a:cubicBezTo>
                        <a:pt x="116947" y="560250"/>
                        <a:pt x="108788" y="595606"/>
                        <a:pt x="103348" y="614643"/>
                      </a:cubicBezTo>
                      <a:cubicBezTo>
                        <a:pt x="111507" y="614643"/>
                        <a:pt x="122386" y="614643"/>
                        <a:pt x="133264" y="614643"/>
                      </a:cubicBezTo>
                      <a:cubicBezTo>
                        <a:pt x="146863" y="614643"/>
                        <a:pt x="168620" y="614643"/>
                        <a:pt x="168620" y="630961"/>
                      </a:cubicBezTo>
                      <a:cubicBezTo>
                        <a:pt x="168620" y="639120"/>
                        <a:pt x="165900" y="639120"/>
                        <a:pt x="163181" y="647279"/>
                      </a:cubicBezTo>
                      <a:cubicBezTo>
                        <a:pt x="160461" y="652718"/>
                        <a:pt x="152302" y="655438"/>
                        <a:pt x="146863" y="655438"/>
                      </a:cubicBezTo>
                      <a:cubicBezTo>
                        <a:pt x="138704" y="658158"/>
                        <a:pt x="133264" y="658158"/>
                        <a:pt x="127825" y="658158"/>
                      </a:cubicBezTo>
                      <a:cubicBezTo>
                        <a:pt x="122386" y="658158"/>
                        <a:pt x="116947" y="658158"/>
                        <a:pt x="106068" y="658158"/>
                      </a:cubicBezTo>
                      <a:cubicBezTo>
                        <a:pt x="92468" y="658158"/>
                        <a:pt x="78870" y="658158"/>
                        <a:pt x="62552" y="658158"/>
                      </a:cubicBezTo>
                      <a:cubicBezTo>
                        <a:pt x="54393" y="658158"/>
                        <a:pt x="46234" y="658158"/>
                        <a:pt x="40795" y="658158"/>
                      </a:cubicBezTo>
                      <a:cubicBezTo>
                        <a:pt x="32636" y="658158"/>
                        <a:pt x="21758" y="658158"/>
                        <a:pt x="16318" y="652718"/>
                      </a:cubicBezTo>
                      <a:cubicBezTo>
                        <a:pt x="8159" y="649999"/>
                        <a:pt x="0" y="641840"/>
                        <a:pt x="0" y="636401"/>
                      </a:cubicBezTo>
                      <a:cubicBezTo>
                        <a:pt x="0" y="633681"/>
                        <a:pt x="0" y="630961"/>
                        <a:pt x="2720" y="628241"/>
                      </a:cubicBezTo>
                      <a:cubicBezTo>
                        <a:pt x="8159" y="625522"/>
                        <a:pt x="16318" y="622802"/>
                        <a:pt x="24477" y="620082"/>
                      </a:cubicBezTo>
                      <a:cubicBezTo>
                        <a:pt x="38075" y="617363"/>
                        <a:pt x="48954" y="617363"/>
                        <a:pt x="62552" y="617363"/>
                      </a:cubicBezTo>
                      <a:cubicBezTo>
                        <a:pt x="62552" y="617363"/>
                        <a:pt x="62552" y="614643"/>
                        <a:pt x="62552" y="614643"/>
                      </a:cubicBezTo>
                      <a:cubicBezTo>
                        <a:pt x="62552" y="603765"/>
                        <a:pt x="65272" y="590166"/>
                        <a:pt x="65272" y="587447"/>
                      </a:cubicBezTo>
                      <a:cubicBezTo>
                        <a:pt x="67992" y="565689"/>
                        <a:pt x="73431" y="543932"/>
                        <a:pt x="76151" y="522175"/>
                      </a:cubicBezTo>
                      <a:cubicBezTo>
                        <a:pt x="78870" y="505857"/>
                        <a:pt x="81590" y="486820"/>
                        <a:pt x="87029" y="470501"/>
                      </a:cubicBezTo>
                      <a:cubicBezTo>
                        <a:pt x="87029" y="465062"/>
                        <a:pt x="92468" y="451464"/>
                        <a:pt x="92468" y="446025"/>
                      </a:cubicBezTo>
                      <a:cubicBezTo>
                        <a:pt x="92468" y="437866"/>
                        <a:pt x="73431" y="437866"/>
                        <a:pt x="65272" y="432426"/>
                      </a:cubicBezTo>
                      <a:cubicBezTo>
                        <a:pt x="59833" y="429707"/>
                        <a:pt x="54393" y="426987"/>
                        <a:pt x="54393" y="421548"/>
                      </a:cubicBezTo>
                      <a:cubicBezTo>
                        <a:pt x="54393" y="413389"/>
                        <a:pt x="62552" y="410669"/>
                        <a:pt x="73431" y="407949"/>
                      </a:cubicBezTo>
                      <a:cubicBezTo>
                        <a:pt x="78870" y="407949"/>
                        <a:pt x="92468" y="405230"/>
                        <a:pt x="100629" y="399790"/>
                      </a:cubicBezTo>
                      <a:cubicBezTo>
                        <a:pt x="106068" y="394351"/>
                        <a:pt x="106068" y="378033"/>
                        <a:pt x="108788" y="369874"/>
                      </a:cubicBezTo>
                      <a:cubicBezTo>
                        <a:pt x="114227" y="348117"/>
                        <a:pt x="119666" y="326360"/>
                        <a:pt x="125105" y="307322"/>
                      </a:cubicBezTo>
                      <a:cubicBezTo>
                        <a:pt x="130545" y="285565"/>
                        <a:pt x="135984" y="263808"/>
                        <a:pt x="141423" y="242051"/>
                      </a:cubicBezTo>
                      <a:cubicBezTo>
                        <a:pt x="146863" y="220293"/>
                        <a:pt x="152302" y="198536"/>
                        <a:pt x="155022" y="179498"/>
                      </a:cubicBezTo>
                      <a:cubicBezTo>
                        <a:pt x="157742" y="160461"/>
                        <a:pt x="163181" y="138703"/>
                        <a:pt x="168620" y="119665"/>
                      </a:cubicBezTo>
                      <a:cubicBezTo>
                        <a:pt x="176779" y="100627"/>
                        <a:pt x="182218" y="76150"/>
                        <a:pt x="193097" y="57113"/>
                      </a:cubicBezTo>
                      <a:lnTo>
                        <a:pt x="201256" y="38075"/>
                      </a:lnTo>
                      <a:cubicBezTo>
                        <a:pt x="206695" y="29916"/>
                        <a:pt x="209415" y="19038"/>
                        <a:pt x="217574" y="13598"/>
                      </a:cubicBezTo>
                      <a:cubicBezTo>
                        <a:pt x="231172" y="2720"/>
                        <a:pt x="255649" y="0"/>
                        <a:pt x="274687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52" name="Freeform: Shape 46">
                  <a:extLst>
                    <a:ext uri="{FF2B5EF4-FFF2-40B4-BE49-F238E27FC236}">
                      <a16:creationId xmlns:a16="http://schemas.microsoft.com/office/drawing/2014/main" id="{8B19410E-BC0A-235B-BD30-6A60FF7018EE}"/>
                    </a:ext>
                  </a:extLst>
                </p:cNvPr>
                <p:cNvSpPr/>
                <p:nvPr/>
              </p:nvSpPr>
              <p:spPr>
                <a:xfrm>
                  <a:off x="6876542" y="4244897"/>
                  <a:ext cx="462342" cy="677195"/>
                </a:xfrm>
                <a:custGeom>
                  <a:avLst/>
                  <a:gdLst>
                    <a:gd name="connsiteX0" fmla="*/ 214853 w 462342"/>
                    <a:gd name="connsiteY0" fmla="*/ 65272 h 677195"/>
                    <a:gd name="connsiteX1" fmla="*/ 195815 w 462342"/>
                    <a:gd name="connsiteY1" fmla="*/ 73431 h 677195"/>
                    <a:gd name="connsiteX2" fmla="*/ 193096 w 462342"/>
                    <a:gd name="connsiteY2" fmla="*/ 125105 h 677195"/>
                    <a:gd name="connsiteX3" fmla="*/ 190376 w 462342"/>
                    <a:gd name="connsiteY3" fmla="*/ 280125 h 677195"/>
                    <a:gd name="connsiteX4" fmla="*/ 190376 w 462342"/>
                    <a:gd name="connsiteY4" fmla="*/ 301882 h 677195"/>
                    <a:gd name="connsiteX5" fmla="*/ 193096 w 462342"/>
                    <a:gd name="connsiteY5" fmla="*/ 342677 h 677195"/>
                    <a:gd name="connsiteX6" fmla="*/ 195815 w 462342"/>
                    <a:gd name="connsiteY6" fmla="*/ 397070 h 677195"/>
                    <a:gd name="connsiteX7" fmla="*/ 195815 w 462342"/>
                    <a:gd name="connsiteY7" fmla="*/ 443304 h 677195"/>
                    <a:gd name="connsiteX8" fmla="*/ 195815 w 462342"/>
                    <a:gd name="connsiteY8" fmla="*/ 530333 h 677195"/>
                    <a:gd name="connsiteX9" fmla="*/ 193096 w 462342"/>
                    <a:gd name="connsiteY9" fmla="*/ 554810 h 677195"/>
                    <a:gd name="connsiteX10" fmla="*/ 190376 w 462342"/>
                    <a:gd name="connsiteY10" fmla="*/ 603764 h 677195"/>
                    <a:gd name="connsiteX11" fmla="*/ 198535 w 462342"/>
                    <a:gd name="connsiteY11" fmla="*/ 611923 h 677195"/>
                    <a:gd name="connsiteX12" fmla="*/ 214853 w 462342"/>
                    <a:gd name="connsiteY12" fmla="*/ 611923 h 677195"/>
                    <a:gd name="connsiteX13" fmla="*/ 236610 w 462342"/>
                    <a:gd name="connsiteY13" fmla="*/ 611923 h 677195"/>
                    <a:gd name="connsiteX14" fmla="*/ 263807 w 462342"/>
                    <a:gd name="connsiteY14" fmla="*/ 598325 h 677195"/>
                    <a:gd name="connsiteX15" fmla="*/ 277405 w 462342"/>
                    <a:gd name="connsiteY15" fmla="*/ 592885 h 677195"/>
                    <a:gd name="connsiteX16" fmla="*/ 291004 w 462342"/>
                    <a:gd name="connsiteY16" fmla="*/ 573848 h 677195"/>
                    <a:gd name="connsiteX17" fmla="*/ 307322 w 462342"/>
                    <a:gd name="connsiteY17" fmla="*/ 543931 h 677195"/>
                    <a:gd name="connsiteX18" fmla="*/ 326359 w 462342"/>
                    <a:gd name="connsiteY18" fmla="*/ 481379 h 677195"/>
                    <a:gd name="connsiteX19" fmla="*/ 337238 w 462342"/>
                    <a:gd name="connsiteY19" fmla="*/ 413388 h 677195"/>
                    <a:gd name="connsiteX20" fmla="*/ 337238 w 462342"/>
                    <a:gd name="connsiteY20" fmla="*/ 350836 h 677195"/>
                    <a:gd name="connsiteX21" fmla="*/ 334518 w 462342"/>
                    <a:gd name="connsiteY21" fmla="*/ 296443 h 677195"/>
                    <a:gd name="connsiteX22" fmla="*/ 329079 w 462342"/>
                    <a:gd name="connsiteY22" fmla="*/ 244769 h 677195"/>
                    <a:gd name="connsiteX23" fmla="*/ 307322 w 462342"/>
                    <a:gd name="connsiteY23" fmla="*/ 135983 h 677195"/>
                    <a:gd name="connsiteX24" fmla="*/ 271966 w 462342"/>
                    <a:gd name="connsiteY24" fmla="*/ 78870 h 677195"/>
                    <a:gd name="connsiteX25" fmla="*/ 214853 w 462342"/>
                    <a:gd name="connsiteY25" fmla="*/ 65272 h 677195"/>
                    <a:gd name="connsiteX26" fmla="*/ 114226 w 462342"/>
                    <a:gd name="connsiteY26" fmla="*/ 0 h 677195"/>
                    <a:gd name="connsiteX27" fmla="*/ 127824 w 462342"/>
                    <a:gd name="connsiteY27" fmla="*/ 0 h 677195"/>
                    <a:gd name="connsiteX28" fmla="*/ 146862 w 462342"/>
                    <a:gd name="connsiteY28" fmla="*/ 2720 h 677195"/>
                    <a:gd name="connsiteX29" fmla="*/ 174059 w 462342"/>
                    <a:gd name="connsiteY29" fmla="*/ 21758 h 677195"/>
                    <a:gd name="connsiteX30" fmla="*/ 193096 w 462342"/>
                    <a:gd name="connsiteY30" fmla="*/ 21758 h 677195"/>
                    <a:gd name="connsiteX31" fmla="*/ 261088 w 462342"/>
                    <a:gd name="connsiteY31" fmla="*/ 27197 h 677195"/>
                    <a:gd name="connsiteX32" fmla="*/ 310042 w 462342"/>
                    <a:gd name="connsiteY32" fmla="*/ 35356 h 677195"/>
                    <a:gd name="connsiteX33" fmla="*/ 334518 w 462342"/>
                    <a:gd name="connsiteY33" fmla="*/ 40795 h 677195"/>
                    <a:gd name="connsiteX34" fmla="*/ 356276 w 462342"/>
                    <a:gd name="connsiteY34" fmla="*/ 59833 h 677195"/>
                    <a:gd name="connsiteX35" fmla="*/ 372593 w 462342"/>
                    <a:gd name="connsiteY35" fmla="*/ 76151 h 677195"/>
                    <a:gd name="connsiteX36" fmla="*/ 380752 w 462342"/>
                    <a:gd name="connsiteY36" fmla="*/ 95188 h 677195"/>
                    <a:gd name="connsiteX37" fmla="*/ 405230 w 462342"/>
                    <a:gd name="connsiteY37" fmla="*/ 114226 h 677195"/>
                    <a:gd name="connsiteX38" fmla="*/ 416108 w 462342"/>
                    <a:gd name="connsiteY38" fmla="*/ 141422 h 677195"/>
                    <a:gd name="connsiteX39" fmla="*/ 451464 w 462342"/>
                    <a:gd name="connsiteY39" fmla="*/ 201256 h 677195"/>
                    <a:gd name="connsiteX40" fmla="*/ 456903 w 462342"/>
                    <a:gd name="connsiteY40" fmla="*/ 252929 h 677195"/>
                    <a:gd name="connsiteX41" fmla="*/ 456903 w 462342"/>
                    <a:gd name="connsiteY41" fmla="*/ 291004 h 677195"/>
                    <a:gd name="connsiteX42" fmla="*/ 459623 w 462342"/>
                    <a:gd name="connsiteY42" fmla="*/ 318201 h 677195"/>
                    <a:gd name="connsiteX43" fmla="*/ 459623 w 462342"/>
                    <a:gd name="connsiteY43" fmla="*/ 326360 h 677195"/>
                    <a:gd name="connsiteX44" fmla="*/ 459623 w 462342"/>
                    <a:gd name="connsiteY44" fmla="*/ 348117 h 677195"/>
                    <a:gd name="connsiteX45" fmla="*/ 462342 w 462342"/>
                    <a:gd name="connsiteY45" fmla="*/ 367155 h 677195"/>
                    <a:gd name="connsiteX46" fmla="*/ 456903 w 462342"/>
                    <a:gd name="connsiteY46" fmla="*/ 391632 h 677195"/>
                    <a:gd name="connsiteX47" fmla="*/ 456903 w 462342"/>
                    <a:gd name="connsiteY47" fmla="*/ 418828 h 677195"/>
                    <a:gd name="connsiteX48" fmla="*/ 451464 w 462342"/>
                    <a:gd name="connsiteY48" fmla="*/ 437866 h 677195"/>
                    <a:gd name="connsiteX49" fmla="*/ 446025 w 462342"/>
                    <a:gd name="connsiteY49" fmla="*/ 454184 h 677195"/>
                    <a:gd name="connsiteX50" fmla="*/ 440585 w 462342"/>
                    <a:gd name="connsiteY50" fmla="*/ 481380 h 677195"/>
                    <a:gd name="connsiteX51" fmla="*/ 432426 w 462342"/>
                    <a:gd name="connsiteY51" fmla="*/ 508577 h 677195"/>
                    <a:gd name="connsiteX52" fmla="*/ 418828 w 462342"/>
                    <a:gd name="connsiteY52" fmla="*/ 530334 h 677195"/>
                    <a:gd name="connsiteX53" fmla="*/ 410669 w 462342"/>
                    <a:gd name="connsiteY53" fmla="*/ 549371 h 677195"/>
                    <a:gd name="connsiteX54" fmla="*/ 391631 w 462342"/>
                    <a:gd name="connsiteY54" fmla="*/ 579288 h 677195"/>
                    <a:gd name="connsiteX55" fmla="*/ 337238 w 462342"/>
                    <a:gd name="connsiteY55" fmla="*/ 630961 h 677195"/>
                    <a:gd name="connsiteX56" fmla="*/ 301883 w 462342"/>
                    <a:gd name="connsiteY56" fmla="*/ 647279 h 677195"/>
                    <a:gd name="connsiteX57" fmla="*/ 263807 w 462342"/>
                    <a:gd name="connsiteY57" fmla="*/ 652718 h 677195"/>
                    <a:gd name="connsiteX58" fmla="*/ 233891 w 462342"/>
                    <a:gd name="connsiteY58" fmla="*/ 649999 h 677195"/>
                    <a:gd name="connsiteX59" fmla="*/ 187657 w 462342"/>
                    <a:gd name="connsiteY59" fmla="*/ 652718 h 677195"/>
                    <a:gd name="connsiteX60" fmla="*/ 171339 w 462342"/>
                    <a:gd name="connsiteY60" fmla="*/ 669036 h 677195"/>
                    <a:gd name="connsiteX61" fmla="*/ 155021 w 462342"/>
                    <a:gd name="connsiteY61" fmla="*/ 671756 h 677195"/>
                    <a:gd name="connsiteX62" fmla="*/ 138703 w 462342"/>
                    <a:gd name="connsiteY62" fmla="*/ 674476 h 677195"/>
                    <a:gd name="connsiteX63" fmla="*/ 125105 w 462342"/>
                    <a:gd name="connsiteY63" fmla="*/ 677195 h 677195"/>
                    <a:gd name="connsiteX64" fmla="*/ 106067 w 462342"/>
                    <a:gd name="connsiteY64" fmla="*/ 671756 h 677195"/>
                    <a:gd name="connsiteX65" fmla="*/ 87029 w 462342"/>
                    <a:gd name="connsiteY65" fmla="*/ 658158 h 677195"/>
                    <a:gd name="connsiteX66" fmla="*/ 81590 w 462342"/>
                    <a:gd name="connsiteY66" fmla="*/ 652718 h 677195"/>
                    <a:gd name="connsiteX67" fmla="*/ 67992 w 462342"/>
                    <a:gd name="connsiteY67" fmla="*/ 652718 h 677195"/>
                    <a:gd name="connsiteX68" fmla="*/ 43515 w 462342"/>
                    <a:gd name="connsiteY68" fmla="*/ 652718 h 677195"/>
                    <a:gd name="connsiteX69" fmla="*/ 16318 w 462342"/>
                    <a:gd name="connsiteY69" fmla="*/ 647279 h 677195"/>
                    <a:gd name="connsiteX70" fmla="*/ 0 w 462342"/>
                    <a:gd name="connsiteY70" fmla="*/ 630961 h 677195"/>
                    <a:gd name="connsiteX71" fmla="*/ 5439 w 462342"/>
                    <a:gd name="connsiteY71" fmla="*/ 620083 h 677195"/>
                    <a:gd name="connsiteX72" fmla="*/ 27197 w 462342"/>
                    <a:gd name="connsiteY72" fmla="*/ 611924 h 677195"/>
                    <a:gd name="connsiteX73" fmla="*/ 65272 w 462342"/>
                    <a:gd name="connsiteY73" fmla="*/ 609204 h 677195"/>
                    <a:gd name="connsiteX74" fmla="*/ 65272 w 462342"/>
                    <a:gd name="connsiteY74" fmla="*/ 584727 h 677195"/>
                    <a:gd name="connsiteX75" fmla="*/ 62552 w 462342"/>
                    <a:gd name="connsiteY75" fmla="*/ 456903 h 677195"/>
                    <a:gd name="connsiteX76" fmla="*/ 65272 w 462342"/>
                    <a:gd name="connsiteY76" fmla="*/ 337238 h 677195"/>
                    <a:gd name="connsiteX77" fmla="*/ 67992 w 462342"/>
                    <a:gd name="connsiteY77" fmla="*/ 203975 h 677195"/>
                    <a:gd name="connsiteX78" fmla="*/ 70712 w 462342"/>
                    <a:gd name="connsiteY78" fmla="*/ 119665 h 677195"/>
                    <a:gd name="connsiteX79" fmla="*/ 73431 w 462342"/>
                    <a:gd name="connsiteY79" fmla="*/ 67992 h 677195"/>
                    <a:gd name="connsiteX80" fmla="*/ 67992 w 462342"/>
                    <a:gd name="connsiteY80" fmla="*/ 67992 h 677195"/>
                    <a:gd name="connsiteX81" fmla="*/ 43515 w 462342"/>
                    <a:gd name="connsiteY81" fmla="*/ 67992 h 677195"/>
                    <a:gd name="connsiteX82" fmla="*/ 16318 w 462342"/>
                    <a:gd name="connsiteY82" fmla="*/ 62552 h 677195"/>
                    <a:gd name="connsiteX83" fmla="*/ 0 w 462342"/>
                    <a:gd name="connsiteY83" fmla="*/ 46234 h 677195"/>
                    <a:gd name="connsiteX84" fmla="*/ 5439 w 462342"/>
                    <a:gd name="connsiteY84" fmla="*/ 35356 h 677195"/>
                    <a:gd name="connsiteX85" fmla="*/ 27197 w 462342"/>
                    <a:gd name="connsiteY85" fmla="*/ 27197 h 677195"/>
                    <a:gd name="connsiteX86" fmla="*/ 76151 w 462342"/>
                    <a:gd name="connsiteY86" fmla="*/ 21758 h 677195"/>
                    <a:gd name="connsiteX87" fmla="*/ 81590 w 462342"/>
                    <a:gd name="connsiteY87" fmla="*/ 13598 h 677195"/>
                    <a:gd name="connsiteX88" fmla="*/ 97908 w 462342"/>
                    <a:gd name="connsiteY88" fmla="*/ 5439 h 677195"/>
                    <a:gd name="connsiteX89" fmla="*/ 114226 w 462342"/>
                    <a:gd name="connsiteY89" fmla="*/ 0 h 6771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</a:cxnLst>
                  <a:rect l="l" t="t" r="r" b="b"/>
                  <a:pathLst>
                    <a:path w="462342" h="677195">
                      <a:moveTo>
                        <a:pt x="214853" y="65272"/>
                      </a:moveTo>
                      <a:cubicBezTo>
                        <a:pt x="203975" y="65272"/>
                        <a:pt x="195815" y="67992"/>
                        <a:pt x="195815" y="73431"/>
                      </a:cubicBezTo>
                      <a:cubicBezTo>
                        <a:pt x="193096" y="78870"/>
                        <a:pt x="193096" y="100628"/>
                        <a:pt x="193096" y="125105"/>
                      </a:cubicBezTo>
                      <a:cubicBezTo>
                        <a:pt x="193096" y="182217"/>
                        <a:pt x="193096" y="266527"/>
                        <a:pt x="190376" y="280125"/>
                      </a:cubicBezTo>
                      <a:cubicBezTo>
                        <a:pt x="190376" y="288284"/>
                        <a:pt x="190376" y="293723"/>
                        <a:pt x="190376" y="301882"/>
                      </a:cubicBezTo>
                      <a:cubicBezTo>
                        <a:pt x="190376" y="315480"/>
                        <a:pt x="190376" y="329079"/>
                        <a:pt x="193096" y="342677"/>
                      </a:cubicBezTo>
                      <a:cubicBezTo>
                        <a:pt x="193096" y="361715"/>
                        <a:pt x="193096" y="378033"/>
                        <a:pt x="195815" y="397070"/>
                      </a:cubicBezTo>
                      <a:cubicBezTo>
                        <a:pt x="195815" y="413388"/>
                        <a:pt x="195815" y="426986"/>
                        <a:pt x="195815" y="443304"/>
                      </a:cubicBezTo>
                      <a:cubicBezTo>
                        <a:pt x="195815" y="465061"/>
                        <a:pt x="198535" y="508576"/>
                        <a:pt x="195815" y="530333"/>
                      </a:cubicBezTo>
                      <a:cubicBezTo>
                        <a:pt x="195815" y="538492"/>
                        <a:pt x="193096" y="546651"/>
                        <a:pt x="193096" y="554810"/>
                      </a:cubicBezTo>
                      <a:cubicBezTo>
                        <a:pt x="193096" y="560249"/>
                        <a:pt x="190376" y="590166"/>
                        <a:pt x="190376" y="603764"/>
                      </a:cubicBezTo>
                      <a:cubicBezTo>
                        <a:pt x="190376" y="609203"/>
                        <a:pt x="190376" y="611923"/>
                        <a:pt x="198535" y="611923"/>
                      </a:cubicBezTo>
                      <a:cubicBezTo>
                        <a:pt x="206694" y="611923"/>
                        <a:pt x="209414" y="611923"/>
                        <a:pt x="214853" y="611923"/>
                      </a:cubicBezTo>
                      <a:cubicBezTo>
                        <a:pt x="223012" y="611923"/>
                        <a:pt x="220293" y="611923"/>
                        <a:pt x="236610" y="611923"/>
                      </a:cubicBezTo>
                      <a:cubicBezTo>
                        <a:pt x="242050" y="611923"/>
                        <a:pt x="258368" y="601044"/>
                        <a:pt x="263807" y="598325"/>
                      </a:cubicBezTo>
                      <a:cubicBezTo>
                        <a:pt x="266527" y="598325"/>
                        <a:pt x="274686" y="592885"/>
                        <a:pt x="277405" y="592885"/>
                      </a:cubicBezTo>
                      <a:cubicBezTo>
                        <a:pt x="285564" y="587446"/>
                        <a:pt x="288284" y="579287"/>
                        <a:pt x="291004" y="573848"/>
                      </a:cubicBezTo>
                      <a:cubicBezTo>
                        <a:pt x="296443" y="562969"/>
                        <a:pt x="301882" y="554810"/>
                        <a:pt x="307322" y="543931"/>
                      </a:cubicBezTo>
                      <a:cubicBezTo>
                        <a:pt x="315481" y="524894"/>
                        <a:pt x="320920" y="524894"/>
                        <a:pt x="326359" y="481379"/>
                      </a:cubicBezTo>
                      <a:cubicBezTo>
                        <a:pt x="329079" y="456903"/>
                        <a:pt x="334518" y="435145"/>
                        <a:pt x="337238" y="413388"/>
                      </a:cubicBezTo>
                      <a:cubicBezTo>
                        <a:pt x="337238" y="391631"/>
                        <a:pt x="337238" y="369873"/>
                        <a:pt x="337238" y="350836"/>
                      </a:cubicBezTo>
                      <a:cubicBezTo>
                        <a:pt x="337238" y="339957"/>
                        <a:pt x="337238" y="320920"/>
                        <a:pt x="334518" y="296443"/>
                      </a:cubicBezTo>
                      <a:cubicBezTo>
                        <a:pt x="331798" y="269246"/>
                        <a:pt x="329079" y="250209"/>
                        <a:pt x="329079" y="244769"/>
                      </a:cubicBezTo>
                      <a:cubicBezTo>
                        <a:pt x="323640" y="206694"/>
                        <a:pt x="318200" y="174058"/>
                        <a:pt x="307322" y="135983"/>
                      </a:cubicBezTo>
                      <a:cubicBezTo>
                        <a:pt x="304602" y="125105"/>
                        <a:pt x="304602" y="108787"/>
                        <a:pt x="271966" y="78870"/>
                      </a:cubicBezTo>
                      <a:cubicBezTo>
                        <a:pt x="263807" y="73431"/>
                        <a:pt x="233891" y="65272"/>
                        <a:pt x="214853" y="65272"/>
                      </a:cubicBezTo>
                      <a:close/>
                      <a:moveTo>
                        <a:pt x="114226" y="0"/>
                      </a:moveTo>
                      <a:cubicBezTo>
                        <a:pt x="119665" y="0"/>
                        <a:pt x="125105" y="0"/>
                        <a:pt x="127824" y="0"/>
                      </a:cubicBezTo>
                      <a:cubicBezTo>
                        <a:pt x="133264" y="0"/>
                        <a:pt x="141422" y="0"/>
                        <a:pt x="146862" y="2720"/>
                      </a:cubicBezTo>
                      <a:cubicBezTo>
                        <a:pt x="157741" y="5439"/>
                        <a:pt x="165900" y="13598"/>
                        <a:pt x="174059" y="21758"/>
                      </a:cubicBezTo>
                      <a:cubicBezTo>
                        <a:pt x="179498" y="21758"/>
                        <a:pt x="187657" y="21758"/>
                        <a:pt x="193096" y="21758"/>
                      </a:cubicBezTo>
                      <a:cubicBezTo>
                        <a:pt x="212134" y="21758"/>
                        <a:pt x="228452" y="27197"/>
                        <a:pt x="261088" y="27197"/>
                      </a:cubicBezTo>
                      <a:cubicBezTo>
                        <a:pt x="277405" y="27197"/>
                        <a:pt x="293723" y="35356"/>
                        <a:pt x="310042" y="35356"/>
                      </a:cubicBezTo>
                      <a:cubicBezTo>
                        <a:pt x="318200" y="35356"/>
                        <a:pt x="329079" y="35356"/>
                        <a:pt x="334518" y="40795"/>
                      </a:cubicBezTo>
                      <a:cubicBezTo>
                        <a:pt x="342677" y="46234"/>
                        <a:pt x="348117" y="54393"/>
                        <a:pt x="356276" y="59833"/>
                      </a:cubicBezTo>
                      <a:cubicBezTo>
                        <a:pt x="361715" y="65272"/>
                        <a:pt x="369874" y="67992"/>
                        <a:pt x="372593" y="76151"/>
                      </a:cubicBezTo>
                      <a:cubicBezTo>
                        <a:pt x="375313" y="81590"/>
                        <a:pt x="378033" y="89749"/>
                        <a:pt x="380752" y="95188"/>
                      </a:cubicBezTo>
                      <a:cubicBezTo>
                        <a:pt x="386192" y="103347"/>
                        <a:pt x="391631" y="106067"/>
                        <a:pt x="405230" y="114226"/>
                      </a:cubicBezTo>
                      <a:cubicBezTo>
                        <a:pt x="413388" y="119665"/>
                        <a:pt x="410669" y="133263"/>
                        <a:pt x="416108" y="141422"/>
                      </a:cubicBezTo>
                      <a:cubicBezTo>
                        <a:pt x="426987" y="160461"/>
                        <a:pt x="446025" y="182218"/>
                        <a:pt x="451464" y="201256"/>
                      </a:cubicBezTo>
                      <a:cubicBezTo>
                        <a:pt x="456903" y="220293"/>
                        <a:pt x="456903" y="236611"/>
                        <a:pt x="456903" y="252929"/>
                      </a:cubicBezTo>
                      <a:cubicBezTo>
                        <a:pt x="456903" y="266527"/>
                        <a:pt x="456903" y="277406"/>
                        <a:pt x="456903" y="291004"/>
                      </a:cubicBezTo>
                      <a:cubicBezTo>
                        <a:pt x="456903" y="299163"/>
                        <a:pt x="456903" y="307322"/>
                        <a:pt x="459623" y="318201"/>
                      </a:cubicBezTo>
                      <a:cubicBezTo>
                        <a:pt x="459623" y="320921"/>
                        <a:pt x="459623" y="323640"/>
                        <a:pt x="459623" y="326360"/>
                      </a:cubicBezTo>
                      <a:cubicBezTo>
                        <a:pt x="462342" y="331799"/>
                        <a:pt x="459623" y="337238"/>
                        <a:pt x="459623" y="348117"/>
                      </a:cubicBezTo>
                      <a:cubicBezTo>
                        <a:pt x="459623" y="350837"/>
                        <a:pt x="462342" y="361715"/>
                        <a:pt x="462342" y="367155"/>
                      </a:cubicBezTo>
                      <a:cubicBezTo>
                        <a:pt x="462342" y="375314"/>
                        <a:pt x="456903" y="383473"/>
                        <a:pt x="456903" y="391632"/>
                      </a:cubicBezTo>
                      <a:cubicBezTo>
                        <a:pt x="456903" y="399790"/>
                        <a:pt x="456903" y="410669"/>
                        <a:pt x="456903" y="418828"/>
                      </a:cubicBezTo>
                      <a:cubicBezTo>
                        <a:pt x="456903" y="421548"/>
                        <a:pt x="454183" y="429707"/>
                        <a:pt x="451464" y="437866"/>
                      </a:cubicBezTo>
                      <a:cubicBezTo>
                        <a:pt x="448744" y="443305"/>
                        <a:pt x="448744" y="451464"/>
                        <a:pt x="446025" y="454184"/>
                      </a:cubicBezTo>
                      <a:cubicBezTo>
                        <a:pt x="443305" y="462343"/>
                        <a:pt x="440585" y="473221"/>
                        <a:pt x="440585" y="481380"/>
                      </a:cubicBezTo>
                      <a:cubicBezTo>
                        <a:pt x="437865" y="489539"/>
                        <a:pt x="437865" y="500418"/>
                        <a:pt x="432426" y="508577"/>
                      </a:cubicBezTo>
                      <a:cubicBezTo>
                        <a:pt x="429706" y="516736"/>
                        <a:pt x="424267" y="522175"/>
                        <a:pt x="418828" y="530334"/>
                      </a:cubicBezTo>
                      <a:cubicBezTo>
                        <a:pt x="416108" y="535773"/>
                        <a:pt x="413388" y="543932"/>
                        <a:pt x="410669" y="549371"/>
                      </a:cubicBezTo>
                      <a:cubicBezTo>
                        <a:pt x="405230" y="557531"/>
                        <a:pt x="397071" y="573848"/>
                        <a:pt x="391631" y="579288"/>
                      </a:cubicBezTo>
                      <a:cubicBezTo>
                        <a:pt x="369874" y="609204"/>
                        <a:pt x="350836" y="620083"/>
                        <a:pt x="337238" y="630961"/>
                      </a:cubicBezTo>
                      <a:cubicBezTo>
                        <a:pt x="326359" y="639120"/>
                        <a:pt x="315481" y="641840"/>
                        <a:pt x="301883" y="647279"/>
                      </a:cubicBezTo>
                      <a:cubicBezTo>
                        <a:pt x="291004" y="649999"/>
                        <a:pt x="277405" y="652718"/>
                        <a:pt x="263807" y="652718"/>
                      </a:cubicBezTo>
                      <a:cubicBezTo>
                        <a:pt x="252929" y="652718"/>
                        <a:pt x="244770" y="649999"/>
                        <a:pt x="233891" y="649999"/>
                      </a:cubicBezTo>
                      <a:cubicBezTo>
                        <a:pt x="206694" y="649999"/>
                        <a:pt x="217573" y="652718"/>
                        <a:pt x="187657" y="652718"/>
                      </a:cubicBezTo>
                      <a:cubicBezTo>
                        <a:pt x="184937" y="660877"/>
                        <a:pt x="179498" y="666317"/>
                        <a:pt x="171339" y="669036"/>
                      </a:cubicBezTo>
                      <a:cubicBezTo>
                        <a:pt x="165900" y="671756"/>
                        <a:pt x="160460" y="671756"/>
                        <a:pt x="155021" y="671756"/>
                      </a:cubicBezTo>
                      <a:cubicBezTo>
                        <a:pt x="149581" y="671756"/>
                        <a:pt x="144142" y="674476"/>
                        <a:pt x="138703" y="674476"/>
                      </a:cubicBezTo>
                      <a:cubicBezTo>
                        <a:pt x="135983" y="674476"/>
                        <a:pt x="127824" y="677195"/>
                        <a:pt x="125105" y="677195"/>
                      </a:cubicBezTo>
                      <a:cubicBezTo>
                        <a:pt x="116946" y="677195"/>
                        <a:pt x="108787" y="671756"/>
                        <a:pt x="106067" y="671756"/>
                      </a:cubicBezTo>
                      <a:cubicBezTo>
                        <a:pt x="100628" y="669036"/>
                        <a:pt x="95188" y="663597"/>
                        <a:pt x="87029" y="658158"/>
                      </a:cubicBezTo>
                      <a:cubicBezTo>
                        <a:pt x="84310" y="655438"/>
                        <a:pt x="81590" y="655438"/>
                        <a:pt x="81590" y="652718"/>
                      </a:cubicBezTo>
                      <a:cubicBezTo>
                        <a:pt x="73431" y="652718"/>
                        <a:pt x="81590" y="652718"/>
                        <a:pt x="67992" y="652718"/>
                      </a:cubicBezTo>
                      <a:cubicBezTo>
                        <a:pt x="59833" y="652718"/>
                        <a:pt x="51674" y="652718"/>
                        <a:pt x="43515" y="652718"/>
                      </a:cubicBezTo>
                      <a:cubicBezTo>
                        <a:pt x="35356" y="652718"/>
                        <a:pt x="24477" y="652718"/>
                        <a:pt x="16318" y="647279"/>
                      </a:cubicBezTo>
                      <a:cubicBezTo>
                        <a:pt x="8159" y="644559"/>
                        <a:pt x="0" y="636401"/>
                        <a:pt x="0" y="630961"/>
                      </a:cubicBezTo>
                      <a:cubicBezTo>
                        <a:pt x="0" y="625522"/>
                        <a:pt x="0" y="622802"/>
                        <a:pt x="5439" y="620083"/>
                      </a:cubicBezTo>
                      <a:cubicBezTo>
                        <a:pt x="10879" y="617363"/>
                        <a:pt x="21758" y="614643"/>
                        <a:pt x="27197" y="611924"/>
                      </a:cubicBezTo>
                      <a:cubicBezTo>
                        <a:pt x="38076" y="609204"/>
                        <a:pt x="54393" y="609204"/>
                        <a:pt x="65272" y="609204"/>
                      </a:cubicBezTo>
                      <a:cubicBezTo>
                        <a:pt x="65272" y="601045"/>
                        <a:pt x="65272" y="592886"/>
                        <a:pt x="65272" y="584727"/>
                      </a:cubicBezTo>
                      <a:cubicBezTo>
                        <a:pt x="65272" y="541213"/>
                        <a:pt x="62552" y="500418"/>
                        <a:pt x="62552" y="456903"/>
                      </a:cubicBezTo>
                      <a:cubicBezTo>
                        <a:pt x="62552" y="440585"/>
                        <a:pt x="65272" y="397071"/>
                        <a:pt x="65272" y="337238"/>
                      </a:cubicBezTo>
                      <a:cubicBezTo>
                        <a:pt x="65272" y="293724"/>
                        <a:pt x="67992" y="247490"/>
                        <a:pt x="67992" y="203975"/>
                      </a:cubicBezTo>
                      <a:cubicBezTo>
                        <a:pt x="67992" y="179498"/>
                        <a:pt x="67992" y="149582"/>
                        <a:pt x="70712" y="119665"/>
                      </a:cubicBezTo>
                      <a:cubicBezTo>
                        <a:pt x="70712" y="103347"/>
                        <a:pt x="73431" y="84309"/>
                        <a:pt x="73431" y="67992"/>
                      </a:cubicBezTo>
                      <a:cubicBezTo>
                        <a:pt x="73431" y="67992"/>
                        <a:pt x="70712" y="67992"/>
                        <a:pt x="67992" y="67992"/>
                      </a:cubicBezTo>
                      <a:cubicBezTo>
                        <a:pt x="59833" y="67992"/>
                        <a:pt x="51674" y="67992"/>
                        <a:pt x="43515" y="67992"/>
                      </a:cubicBezTo>
                      <a:cubicBezTo>
                        <a:pt x="35356" y="67992"/>
                        <a:pt x="24477" y="67992"/>
                        <a:pt x="16318" y="62552"/>
                      </a:cubicBezTo>
                      <a:cubicBezTo>
                        <a:pt x="8159" y="59833"/>
                        <a:pt x="0" y="51674"/>
                        <a:pt x="0" y="46234"/>
                      </a:cubicBezTo>
                      <a:cubicBezTo>
                        <a:pt x="0" y="43515"/>
                        <a:pt x="0" y="38075"/>
                        <a:pt x="5439" y="35356"/>
                      </a:cubicBezTo>
                      <a:cubicBezTo>
                        <a:pt x="10879" y="32636"/>
                        <a:pt x="21758" y="29916"/>
                        <a:pt x="27197" y="27197"/>
                      </a:cubicBezTo>
                      <a:cubicBezTo>
                        <a:pt x="46234" y="24477"/>
                        <a:pt x="65272" y="21758"/>
                        <a:pt x="76151" y="21758"/>
                      </a:cubicBezTo>
                      <a:cubicBezTo>
                        <a:pt x="76151" y="19038"/>
                        <a:pt x="78871" y="16318"/>
                        <a:pt x="81590" y="13598"/>
                      </a:cubicBezTo>
                      <a:cubicBezTo>
                        <a:pt x="84310" y="10879"/>
                        <a:pt x="92469" y="5439"/>
                        <a:pt x="97908" y="5439"/>
                      </a:cubicBezTo>
                      <a:cubicBezTo>
                        <a:pt x="103347" y="2720"/>
                        <a:pt x="108787" y="0"/>
                        <a:pt x="114226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53" name="Freeform: Shape 47">
                  <a:extLst>
                    <a:ext uri="{FF2B5EF4-FFF2-40B4-BE49-F238E27FC236}">
                      <a16:creationId xmlns:a16="http://schemas.microsoft.com/office/drawing/2014/main" id="{099C3EEA-86C9-F540-C74C-2F23BF6D7155}"/>
                    </a:ext>
                  </a:extLst>
                </p:cNvPr>
                <p:cNvSpPr/>
                <p:nvPr/>
              </p:nvSpPr>
              <p:spPr>
                <a:xfrm>
                  <a:off x="7310622" y="4197597"/>
                  <a:ext cx="489539" cy="761503"/>
                </a:xfrm>
                <a:custGeom>
                  <a:avLst/>
                  <a:gdLst>
                    <a:gd name="connsiteX0" fmla="*/ 433491 w 489538"/>
                    <a:gd name="connsiteY0" fmla="*/ 651063 h 761503"/>
                    <a:gd name="connsiteX1" fmla="*/ 438930 w 489538"/>
                    <a:gd name="connsiteY1" fmla="*/ 661942 h 761503"/>
                    <a:gd name="connsiteX2" fmla="*/ 425332 w 489538"/>
                    <a:gd name="connsiteY2" fmla="*/ 683699 h 761503"/>
                    <a:gd name="connsiteX3" fmla="*/ 400855 w 489538"/>
                    <a:gd name="connsiteY3" fmla="*/ 691858 h 761503"/>
                    <a:gd name="connsiteX4" fmla="*/ 343742 w 489538"/>
                    <a:gd name="connsiteY4" fmla="*/ 700017 h 761503"/>
                    <a:gd name="connsiteX5" fmla="*/ 316546 w 489538"/>
                    <a:gd name="connsiteY5" fmla="*/ 705456 h 761503"/>
                    <a:gd name="connsiteX6" fmla="*/ 275751 w 489538"/>
                    <a:gd name="connsiteY6" fmla="*/ 705456 h 761503"/>
                    <a:gd name="connsiteX7" fmla="*/ 264872 w 489538"/>
                    <a:gd name="connsiteY7" fmla="*/ 708176 h 761503"/>
                    <a:gd name="connsiteX8" fmla="*/ 253994 w 489538"/>
                    <a:gd name="connsiteY8" fmla="*/ 708176 h 761503"/>
                    <a:gd name="connsiteX9" fmla="*/ 240395 w 489538"/>
                    <a:gd name="connsiteY9" fmla="*/ 719054 h 761503"/>
                    <a:gd name="connsiteX10" fmla="*/ 224077 w 489538"/>
                    <a:gd name="connsiteY10" fmla="*/ 721774 h 761503"/>
                    <a:gd name="connsiteX11" fmla="*/ 205040 w 489538"/>
                    <a:gd name="connsiteY11" fmla="*/ 724494 h 761503"/>
                    <a:gd name="connsiteX12" fmla="*/ 191441 w 489538"/>
                    <a:gd name="connsiteY12" fmla="*/ 727213 h 761503"/>
                    <a:gd name="connsiteX13" fmla="*/ 169684 w 489538"/>
                    <a:gd name="connsiteY13" fmla="*/ 721774 h 761503"/>
                    <a:gd name="connsiteX14" fmla="*/ 150646 w 489538"/>
                    <a:gd name="connsiteY14" fmla="*/ 708176 h 761503"/>
                    <a:gd name="connsiteX15" fmla="*/ 139768 w 489538"/>
                    <a:gd name="connsiteY15" fmla="*/ 708176 h 761503"/>
                    <a:gd name="connsiteX16" fmla="*/ 120730 w 489538"/>
                    <a:gd name="connsiteY16" fmla="*/ 708176 h 761503"/>
                    <a:gd name="connsiteX17" fmla="*/ 98973 w 489538"/>
                    <a:gd name="connsiteY17" fmla="*/ 708176 h 761503"/>
                    <a:gd name="connsiteX18" fmla="*/ 74496 w 489538"/>
                    <a:gd name="connsiteY18" fmla="*/ 702736 h 761503"/>
                    <a:gd name="connsiteX19" fmla="*/ 58178 w 489538"/>
                    <a:gd name="connsiteY19" fmla="*/ 683699 h 761503"/>
                    <a:gd name="connsiteX20" fmla="*/ 63617 w 489538"/>
                    <a:gd name="connsiteY20" fmla="*/ 675540 h 761503"/>
                    <a:gd name="connsiteX21" fmla="*/ 85375 w 489538"/>
                    <a:gd name="connsiteY21" fmla="*/ 667381 h 761503"/>
                    <a:gd name="connsiteX22" fmla="*/ 128889 w 489538"/>
                    <a:gd name="connsiteY22" fmla="*/ 661942 h 761503"/>
                    <a:gd name="connsiteX23" fmla="*/ 128889 w 489538"/>
                    <a:gd name="connsiteY23" fmla="*/ 602109 h 761503"/>
                    <a:gd name="connsiteX24" fmla="*/ 126170 w 489538"/>
                    <a:gd name="connsiteY24" fmla="*/ 523239 h 761503"/>
                    <a:gd name="connsiteX25" fmla="*/ 126170 w 489538"/>
                    <a:gd name="connsiteY25" fmla="*/ 468846 h 761503"/>
                    <a:gd name="connsiteX26" fmla="*/ 123450 w 489538"/>
                    <a:gd name="connsiteY26" fmla="*/ 409014 h 761503"/>
                    <a:gd name="connsiteX27" fmla="*/ 123450 w 489538"/>
                    <a:gd name="connsiteY27" fmla="*/ 384537 h 761503"/>
                    <a:gd name="connsiteX28" fmla="*/ 126170 w 489538"/>
                    <a:gd name="connsiteY28" fmla="*/ 349181 h 761503"/>
                    <a:gd name="connsiteX29" fmla="*/ 126170 w 489538"/>
                    <a:gd name="connsiteY29" fmla="*/ 324704 h 761503"/>
                    <a:gd name="connsiteX30" fmla="*/ 128889 w 489538"/>
                    <a:gd name="connsiteY30" fmla="*/ 292068 h 761503"/>
                    <a:gd name="connsiteX31" fmla="*/ 134329 w 489538"/>
                    <a:gd name="connsiteY31" fmla="*/ 234956 h 761503"/>
                    <a:gd name="connsiteX32" fmla="*/ 134329 w 489538"/>
                    <a:gd name="connsiteY32" fmla="*/ 172404 h 761503"/>
                    <a:gd name="connsiteX33" fmla="*/ 137048 w 489538"/>
                    <a:gd name="connsiteY33" fmla="*/ 123450 h 761503"/>
                    <a:gd name="connsiteX34" fmla="*/ 123450 w 489538"/>
                    <a:gd name="connsiteY34" fmla="*/ 123450 h 761503"/>
                    <a:gd name="connsiteX35" fmla="*/ 101693 w 489538"/>
                    <a:gd name="connsiteY35" fmla="*/ 123450 h 761503"/>
                    <a:gd name="connsiteX36" fmla="*/ 77216 w 489538"/>
                    <a:gd name="connsiteY36" fmla="*/ 118011 h 761503"/>
                    <a:gd name="connsiteX37" fmla="*/ 60898 w 489538"/>
                    <a:gd name="connsiteY37" fmla="*/ 98973 h 761503"/>
                    <a:gd name="connsiteX38" fmla="*/ 66337 w 489538"/>
                    <a:gd name="connsiteY38" fmla="*/ 90814 h 761503"/>
                    <a:gd name="connsiteX39" fmla="*/ 88094 w 489538"/>
                    <a:gd name="connsiteY39" fmla="*/ 82655 h 761503"/>
                    <a:gd name="connsiteX40" fmla="*/ 145207 w 489538"/>
                    <a:gd name="connsiteY40" fmla="*/ 77216 h 761503"/>
                    <a:gd name="connsiteX41" fmla="*/ 145207 w 489538"/>
                    <a:gd name="connsiteY41" fmla="*/ 77216 h 761503"/>
                    <a:gd name="connsiteX42" fmla="*/ 153366 w 489538"/>
                    <a:gd name="connsiteY42" fmla="*/ 69057 h 761503"/>
                    <a:gd name="connsiteX43" fmla="*/ 177843 w 489538"/>
                    <a:gd name="connsiteY43" fmla="*/ 60898 h 761503"/>
                    <a:gd name="connsiteX44" fmla="*/ 196881 w 489538"/>
                    <a:gd name="connsiteY44" fmla="*/ 58178 h 761503"/>
                    <a:gd name="connsiteX45" fmla="*/ 205040 w 489538"/>
                    <a:gd name="connsiteY45" fmla="*/ 58178 h 761503"/>
                    <a:gd name="connsiteX46" fmla="*/ 215919 w 489538"/>
                    <a:gd name="connsiteY46" fmla="*/ 63617 h 761503"/>
                    <a:gd name="connsiteX47" fmla="*/ 229517 w 489538"/>
                    <a:gd name="connsiteY47" fmla="*/ 69057 h 761503"/>
                    <a:gd name="connsiteX48" fmla="*/ 256713 w 489538"/>
                    <a:gd name="connsiteY48" fmla="*/ 77216 h 761503"/>
                    <a:gd name="connsiteX49" fmla="*/ 264872 w 489538"/>
                    <a:gd name="connsiteY49" fmla="*/ 77216 h 761503"/>
                    <a:gd name="connsiteX50" fmla="*/ 281190 w 489538"/>
                    <a:gd name="connsiteY50" fmla="*/ 77216 h 761503"/>
                    <a:gd name="connsiteX51" fmla="*/ 330144 w 489538"/>
                    <a:gd name="connsiteY51" fmla="*/ 77216 h 761503"/>
                    <a:gd name="connsiteX52" fmla="*/ 357341 w 489538"/>
                    <a:gd name="connsiteY52" fmla="*/ 79935 h 761503"/>
                    <a:gd name="connsiteX53" fmla="*/ 387257 w 489538"/>
                    <a:gd name="connsiteY53" fmla="*/ 82655 h 761503"/>
                    <a:gd name="connsiteX54" fmla="*/ 406295 w 489538"/>
                    <a:gd name="connsiteY54" fmla="*/ 85375 h 761503"/>
                    <a:gd name="connsiteX55" fmla="*/ 417173 w 489538"/>
                    <a:gd name="connsiteY55" fmla="*/ 79935 h 761503"/>
                    <a:gd name="connsiteX56" fmla="*/ 425332 w 489538"/>
                    <a:gd name="connsiteY56" fmla="*/ 85375 h 761503"/>
                    <a:gd name="connsiteX57" fmla="*/ 433491 w 489538"/>
                    <a:gd name="connsiteY57" fmla="*/ 104412 h 761503"/>
                    <a:gd name="connsiteX58" fmla="*/ 436211 w 489538"/>
                    <a:gd name="connsiteY58" fmla="*/ 137048 h 761503"/>
                    <a:gd name="connsiteX59" fmla="*/ 438930 w 489538"/>
                    <a:gd name="connsiteY59" fmla="*/ 183282 h 761503"/>
                    <a:gd name="connsiteX60" fmla="*/ 422612 w 489538"/>
                    <a:gd name="connsiteY60" fmla="*/ 218638 h 761503"/>
                    <a:gd name="connsiteX61" fmla="*/ 406295 w 489538"/>
                    <a:gd name="connsiteY61" fmla="*/ 213198 h 761503"/>
                    <a:gd name="connsiteX62" fmla="*/ 398136 w 489538"/>
                    <a:gd name="connsiteY62" fmla="*/ 196881 h 761503"/>
                    <a:gd name="connsiteX63" fmla="*/ 395416 w 489538"/>
                    <a:gd name="connsiteY63" fmla="*/ 175123 h 761503"/>
                    <a:gd name="connsiteX64" fmla="*/ 395416 w 489538"/>
                    <a:gd name="connsiteY64" fmla="*/ 153366 h 761503"/>
                    <a:gd name="connsiteX65" fmla="*/ 395416 w 489538"/>
                    <a:gd name="connsiteY65" fmla="*/ 126170 h 761503"/>
                    <a:gd name="connsiteX66" fmla="*/ 370939 w 489538"/>
                    <a:gd name="connsiteY66" fmla="*/ 128889 h 761503"/>
                    <a:gd name="connsiteX67" fmla="*/ 338303 w 489538"/>
                    <a:gd name="connsiteY67" fmla="*/ 131609 h 761503"/>
                    <a:gd name="connsiteX68" fmla="*/ 286629 w 489538"/>
                    <a:gd name="connsiteY68" fmla="*/ 134328 h 761503"/>
                    <a:gd name="connsiteX69" fmla="*/ 273031 w 489538"/>
                    <a:gd name="connsiteY69" fmla="*/ 137048 h 761503"/>
                    <a:gd name="connsiteX70" fmla="*/ 262153 w 489538"/>
                    <a:gd name="connsiteY70" fmla="*/ 142487 h 761503"/>
                    <a:gd name="connsiteX71" fmla="*/ 259433 w 489538"/>
                    <a:gd name="connsiteY71" fmla="*/ 153366 h 761503"/>
                    <a:gd name="connsiteX72" fmla="*/ 262153 w 489538"/>
                    <a:gd name="connsiteY72" fmla="*/ 166964 h 761503"/>
                    <a:gd name="connsiteX73" fmla="*/ 262153 w 489538"/>
                    <a:gd name="connsiteY73" fmla="*/ 196881 h 761503"/>
                    <a:gd name="connsiteX74" fmla="*/ 262153 w 489538"/>
                    <a:gd name="connsiteY74" fmla="*/ 215918 h 761503"/>
                    <a:gd name="connsiteX75" fmla="*/ 262153 w 489538"/>
                    <a:gd name="connsiteY75" fmla="*/ 251274 h 761503"/>
                    <a:gd name="connsiteX76" fmla="*/ 259433 w 489538"/>
                    <a:gd name="connsiteY76" fmla="*/ 278470 h 761503"/>
                    <a:gd name="connsiteX77" fmla="*/ 259433 w 489538"/>
                    <a:gd name="connsiteY77" fmla="*/ 308386 h 761503"/>
                    <a:gd name="connsiteX78" fmla="*/ 259433 w 489538"/>
                    <a:gd name="connsiteY78" fmla="*/ 321985 h 761503"/>
                    <a:gd name="connsiteX79" fmla="*/ 259433 w 489538"/>
                    <a:gd name="connsiteY79" fmla="*/ 332863 h 761503"/>
                    <a:gd name="connsiteX80" fmla="*/ 267592 w 489538"/>
                    <a:gd name="connsiteY80" fmla="*/ 335583 h 761503"/>
                    <a:gd name="connsiteX81" fmla="*/ 281190 w 489538"/>
                    <a:gd name="connsiteY81" fmla="*/ 335583 h 761503"/>
                    <a:gd name="connsiteX82" fmla="*/ 327424 w 489538"/>
                    <a:gd name="connsiteY82" fmla="*/ 338303 h 761503"/>
                    <a:gd name="connsiteX83" fmla="*/ 351901 w 489538"/>
                    <a:gd name="connsiteY83" fmla="*/ 341022 h 761503"/>
                    <a:gd name="connsiteX84" fmla="*/ 351901 w 489538"/>
                    <a:gd name="connsiteY84" fmla="*/ 335583 h 761503"/>
                    <a:gd name="connsiteX85" fmla="*/ 351901 w 489538"/>
                    <a:gd name="connsiteY85" fmla="*/ 313826 h 761503"/>
                    <a:gd name="connsiteX86" fmla="*/ 357341 w 489538"/>
                    <a:gd name="connsiteY86" fmla="*/ 289349 h 761503"/>
                    <a:gd name="connsiteX87" fmla="*/ 373658 w 489538"/>
                    <a:gd name="connsiteY87" fmla="*/ 273031 h 761503"/>
                    <a:gd name="connsiteX88" fmla="*/ 381817 w 489538"/>
                    <a:gd name="connsiteY88" fmla="*/ 278470 h 761503"/>
                    <a:gd name="connsiteX89" fmla="*/ 389977 w 489538"/>
                    <a:gd name="connsiteY89" fmla="*/ 300228 h 761503"/>
                    <a:gd name="connsiteX90" fmla="*/ 395416 w 489538"/>
                    <a:gd name="connsiteY90" fmla="*/ 351901 h 761503"/>
                    <a:gd name="connsiteX91" fmla="*/ 398136 w 489538"/>
                    <a:gd name="connsiteY91" fmla="*/ 409014 h 761503"/>
                    <a:gd name="connsiteX92" fmla="*/ 381817 w 489538"/>
                    <a:gd name="connsiteY92" fmla="*/ 444369 h 761503"/>
                    <a:gd name="connsiteX93" fmla="*/ 365500 w 489538"/>
                    <a:gd name="connsiteY93" fmla="*/ 438930 h 761503"/>
                    <a:gd name="connsiteX94" fmla="*/ 357341 w 489538"/>
                    <a:gd name="connsiteY94" fmla="*/ 422612 h 761503"/>
                    <a:gd name="connsiteX95" fmla="*/ 354621 w 489538"/>
                    <a:gd name="connsiteY95" fmla="*/ 400855 h 761503"/>
                    <a:gd name="connsiteX96" fmla="*/ 354621 w 489538"/>
                    <a:gd name="connsiteY96" fmla="*/ 381817 h 761503"/>
                    <a:gd name="connsiteX97" fmla="*/ 270312 w 489538"/>
                    <a:gd name="connsiteY97" fmla="*/ 381817 h 761503"/>
                    <a:gd name="connsiteX98" fmla="*/ 256713 w 489538"/>
                    <a:gd name="connsiteY98" fmla="*/ 395415 h 761503"/>
                    <a:gd name="connsiteX99" fmla="*/ 253994 w 489538"/>
                    <a:gd name="connsiteY99" fmla="*/ 422612 h 761503"/>
                    <a:gd name="connsiteX100" fmla="*/ 253994 w 489538"/>
                    <a:gd name="connsiteY100" fmla="*/ 433490 h 761503"/>
                    <a:gd name="connsiteX101" fmla="*/ 253994 w 489538"/>
                    <a:gd name="connsiteY101" fmla="*/ 449809 h 761503"/>
                    <a:gd name="connsiteX102" fmla="*/ 256713 w 489538"/>
                    <a:gd name="connsiteY102" fmla="*/ 474285 h 761503"/>
                    <a:gd name="connsiteX103" fmla="*/ 256713 w 489538"/>
                    <a:gd name="connsiteY103" fmla="*/ 496043 h 761503"/>
                    <a:gd name="connsiteX104" fmla="*/ 259433 w 489538"/>
                    <a:gd name="connsiteY104" fmla="*/ 534118 h 761503"/>
                    <a:gd name="connsiteX105" fmla="*/ 259433 w 489538"/>
                    <a:gd name="connsiteY105" fmla="*/ 591231 h 761503"/>
                    <a:gd name="connsiteX106" fmla="*/ 262153 w 489538"/>
                    <a:gd name="connsiteY106" fmla="*/ 618427 h 761503"/>
                    <a:gd name="connsiteX107" fmla="*/ 267592 w 489538"/>
                    <a:gd name="connsiteY107" fmla="*/ 648343 h 761503"/>
                    <a:gd name="connsiteX108" fmla="*/ 292069 w 489538"/>
                    <a:gd name="connsiteY108" fmla="*/ 651063 h 761503"/>
                    <a:gd name="connsiteX109" fmla="*/ 327424 w 489538"/>
                    <a:gd name="connsiteY109" fmla="*/ 651063 h 761503"/>
                    <a:gd name="connsiteX110" fmla="*/ 362780 w 489538"/>
                    <a:gd name="connsiteY110" fmla="*/ 653783 h 761503"/>
                    <a:gd name="connsiteX111" fmla="*/ 395416 w 489538"/>
                    <a:gd name="connsiteY111" fmla="*/ 648343 h 761503"/>
                    <a:gd name="connsiteX112" fmla="*/ 395416 w 489538"/>
                    <a:gd name="connsiteY112" fmla="*/ 618427 h 761503"/>
                    <a:gd name="connsiteX113" fmla="*/ 395416 w 489538"/>
                    <a:gd name="connsiteY113" fmla="*/ 596670 h 761503"/>
                    <a:gd name="connsiteX114" fmla="*/ 398136 w 489538"/>
                    <a:gd name="connsiteY114" fmla="*/ 574913 h 761503"/>
                    <a:gd name="connsiteX115" fmla="*/ 406295 w 489538"/>
                    <a:gd name="connsiteY115" fmla="*/ 558595 h 761503"/>
                    <a:gd name="connsiteX116" fmla="*/ 422612 w 489538"/>
                    <a:gd name="connsiteY116" fmla="*/ 553155 h 761503"/>
                    <a:gd name="connsiteX117" fmla="*/ 438930 w 489538"/>
                    <a:gd name="connsiteY117" fmla="*/ 588511 h 761503"/>
                    <a:gd name="connsiteX118" fmla="*/ 436211 w 489538"/>
                    <a:gd name="connsiteY118" fmla="*/ 645624 h 761503"/>
                    <a:gd name="connsiteX119" fmla="*/ 433491 w 489538"/>
                    <a:gd name="connsiteY119" fmla="*/ 651063 h 761503"/>
                    <a:gd name="connsiteX120" fmla="*/ 433491 w 489538"/>
                    <a:gd name="connsiteY120" fmla="*/ 651063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</a:cxnLst>
                  <a:rect l="l" t="t" r="r" b="b"/>
                  <a:pathLst>
                    <a:path w="489538" h="761503">
                      <a:moveTo>
                        <a:pt x="433491" y="651063"/>
                      </a:moveTo>
                      <a:cubicBezTo>
                        <a:pt x="436211" y="653783"/>
                        <a:pt x="438930" y="656502"/>
                        <a:pt x="438930" y="661942"/>
                      </a:cubicBezTo>
                      <a:cubicBezTo>
                        <a:pt x="438930" y="670101"/>
                        <a:pt x="433491" y="678259"/>
                        <a:pt x="425332" y="683699"/>
                      </a:cubicBezTo>
                      <a:cubicBezTo>
                        <a:pt x="417173" y="689138"/>
                        <a:pt x="409014" y="689138"/>
                        <a:pt x="400855" y="691858"/>
                      </a:cubicBezTo>
                      <a:cubicBezTo>
                        <a:pt x="381817" y="694578"/>
                        <a:pt x="362780" y="694578"/>
                        <a:pt x="343742" y="700017"/>
                      </a:cubicBezTo>
                      <a:cubicBezTo>
                        <a:pt x="335583" y="702736"/>
                        <a:pt x="324705" y="702736"/>
                        <a:pt x="316546" y="705456"/>
                      </a:cubicBezTo>
                      <a:cubicBezTo>
                        <a:pt x="308387" y="705456"/>
                        <a:pt x="289349" y="705456"/>
                        <a:pt x="275751" y="705456"/>
                      </a:cubicBezTo>
                      <a:cubicBezTo>
                        <a:pt x="270312" y="705456"/>
                        <a:pt x="267592" y="708176"/>
                        <a:pt x="264872" y="708176"/>
                      </a:cubicBezTo>
                      <a:cubicBezTo>
                        <a:pt x="264872" y="708176"/>
                        <a:pt x="259433" y="708176"/>
                        <a:pt x="253994" y="708176"/>
                      </a:cubicBezTo>
                      <a:cubicBezTo>
                        <a:pt x="251274" y="713615"/>
                        <a:pt x="245835" y="716335"/>
                        <a:pt x="240395" y="719054"/>
                      </a:cubicBezTo>
                      <a:cubicBezTo>
                        <a:pt x="234956" y="721774"/>
                        <a:pt x="229517" y="721774"/>
                        <a:pt x="224077" y="721774"/>
                      </a:cubicBezTo>
                      <a:cubicBezTo>
                        <a:pt x="218638" y="721774"/>
                        <a:pt x="213199" y="724494"/>
                        <a:pt x="205040" y="724494"/>
                      </a:cubicBezTo>
                      <a:cubicBezTo>
                        <a:pt x="202320" y="724494"/>
                        <a:pt x="194161" y="727213"/>
                        <a:pt x="191441" y="727213"/>
                      </a:cubicBezTo>
                      <a:cubicBezTo>
                        <a:pt x="183282" y="727213"/>
                        <a:pt x="172404" y="721774"/>
                        <a:pt x="169684" y="721774"/>
                      </a:cubicBezTo>
                      <a:cubicBezTo>
                        <a:pt x="164245" y="719054"/>
                        <a:pt x="156086" y="713615"/>
                        <a:pt x="150646" y="708176"/>
                      </a:cubicBezTo>
                      <a:cubicBezTo>
                        <a:pt x="145207" y="708176"/>
                        <a:pt x="139768" y="708176"/>
                        <a:pt x="139768" y="708176"/>
                      </a:cubicBezTo>
                      <a:cubicBezTo>
                        <a:pt x="126170" y="708176"/>
                        <a:pt x="137048" y="708176"/>
                        <a:pt x="120730" y="708176"/>
                      </a:cubicBezTo>
                      <a:cubicBezTo>
                        <a:pt x="112571" y="708176"/>
                        <a:pt x="104412" y="708176"/>
                        <a:pt x="98973" y="708176"/>
                      </a:cubicBezTo>
                      <a:cubicBezTo>
                        <a:pt x="90814" y="708176"/>
                        <a:pt x="79936" y="708176"/>
                        <a:pt x="74496" y="702736"/>
                      </a:cubicBezTo>
                      <a:cubicBezTo>
                        <a:pt x="66337" y="700017"/>
                        <a:pt x="58178" y="689138"/>
                        <a:pt x="58178" y="683699"/>
                      </a:cubicBezTo>
                      <a:cubicBezTo>
                        <a:pt x="58178" y="680979"/>
                        <a:pt x="58178" y="678259"/>
                        <a:pt x="63617" y="675540"/>
                      </a:cubicBezTo>
                      <a:cubicBezTo>
                        <a:pt x="69057" y="672820"/>
                        <a:pt x="77216" y="670101"/>
                        <a:pt x="85375" y="667381"/>
                      </a:cubicBezTo>
                      <a:cubicBezTo>
                        <a:pt x="98973" y="664661"/>
                        <a:pt x="115291" y="664661"/>
                        <a:pt x="128889" y="661942"/>
                      </a:cubicBezTo>
                      <a:cubicBezTo>
                        <a:pt x="128889" y="645624"/>
                        <a:pt x="128889" y="623866"/>
                        <a:pt x="128889" y="602109"/>
                      </a:cubicBezTo>
                      <a:cubicBezTo>
                        <a:pt x="128889" y="566754"/>
                        <a:pt x="128889" y="531398"/>
                        <a:pt x="126170" y="523239"/>
                      </a:cubicBezTo>
                      <a:cubicBezTo>
                        <a:pt x="126170" y="517800"/>
                        <a:pt x="126170" y="487884"/>
                        <a:pt x="126170" y="468846"/>
                      </a:cubicBezTo>
                      <a:cubicBezTo>
                        <a:pt x="126170" y="449809"/>
                        <a:pt x="123450" y="430771"/>
                        <a:pt x="123450" y="409014"/>
                      </a:cubicBezTo>
                      <a:cubicBezTo>
                        <a:pt x="123450" y="400855"/>
                        <a:pt x="123450" y="392696"/>
                        <a:pt x="123450" y="384537"/>
                      </a:cubicBezTo>
                      <a:cubicBezTo>
                        <a:pt x="123450" y="373658"/>
                        <a:pt x="126170" y="360060"/>
                        <a:pt x="126170" y="349181"/>
                      </a:cubicBezTo>
                      <a:cubicBezTo>
                        <a:pt x="126170" y="341022"/>
                        <a:pt x="126170" y="332863"/>
                        <a:pt x="126170" y="324704"/>
                      </a:cubicBezTo>
                      <a:cubicBezTo>
                        <a:pt x="126170" y="313826"/>
                        <a:pt x="126170" y="302947"/>
                        <a:pt x="128889" y="292068"/>
                      </a:cubicBezTo>
                      <a:cubicBezTo>
                        <a:pt x="131609" y="273031"/>
                        <a:pt x="134329" y="253993"/>
                        <a:pt x="134329" y="234956"/>
                      </a:cubicBezTo>
                      <a:cubicBezTo>
                        <a:pt x="134329" y="213198"/>
                        <a:pt x="134329" y="191441"/>
                        <a:pt x="134329" y="172404"/>
                      </a:cubicBezTo>
                      <a:cubicBezTo>
                        <a:pt x="134329" y="156086"/>
                        <a:pt x="134329" y="139768"/>
                        <a:pt x="137048" y="123450"/>
                      </a:cubicBezTo>
                      <a:cubicBezTo>
                        <a:pt x="131609" y="123450"/>
                        <a:pt x="134329" y="123450"/>
                        <a:pt x="123450" y="123450"/>
                      </a:cubicBezTo>
                      <a:cubicBezTo>
                        <a:pt x="115291" y="123450"/>
                        <a:pt x="107132" y="123450"/>
                        <a:pt x="101693" y="123450"/>
                      </a:cubicBezTo>
                      <a:cubicBezTo>
                        <a:pt x="93534" y="123450"/>
                        <a:pt x="82655" y="123450"/>
                        <a:pt x="77216" y="118011"/>
                      </a:cubicBezTo>
                      <a:cubicBezTo>
                        <a:pt x="69057" y="115291"/>
                        <a:pt x="60898" y="101693"/>
                        <a:pt x="60898" y="98973"/>
                      </a:cubicBezTo>
                      <a:cubicBezTo>
                        <a:pt x="60898" y="96253"/>
                        <a:pt x="60898" y="93534"/>
                        <a:pt x="66337" y="90814"/>
                      </a:cubicBezTo>
                      <a:cubicBezTo>
                        <a:pt x="71777" y="88094"/>
                        <a:pt x="79936" y="85375"/>
                        <a:pt x="88094" y="82655"/>
                      </a:cubicBezTo>
                      <a:cubicBezTo>
                        <a:pt x="104412" y="79935"/>
                        <a:pt x="131609" y="77216"/>
                        <a:pt x="145207" y="77216"/>
                      </a:cubicBezTo>
                      <a:cubicBezTo>
                        <a:pt x="145207" y="77216"/>
                        <a:pt x="145207" y="77216"/>
                        <a:pt x="145207" y="77216"/>
                      </a:cubicBezTo>
                      <a:cubicBezTo>
                        <a:pt x="145207" y="74496"/>
                        <a:pt x="150646" y="71776"/>
                        <a:pt x="153366" y="69057"/>
                      </a:cubicBezTo>
                      <a:cubicBezTo>
                        <a:pt x="161525" y="63617"/>
                        <a:pt x="169684" y="63617"/>
                        <a:pt x="177843" y="60898"/>
                      </a:cubicBezTo>
                      <a:cubicBezTo>
                        <a:pt x="183282" y="58178"/>
                        <a:pt x="191441" y="58178"/>
                        <a:pt x="196881" y="58178"/>
                      </a:cubicBezTo>
                      <a:cubicBezTo>
                        <a:pt x="199600" y="58178"/>
                        <a:pt x="202320" y="58178"/>
                        <a:pt x="205040" y="58178"/>
                      </a:cubicBezTo>
                      <a:cubicBezTo>
                        <a:pt x="207759" y="58178"/>
                        <a:pt x="213199" y="60898"/>
                        <a:pt x="215919" y="63617"/>
                      </a:cubicBezTo>
                      <a:cubicBezTo>
                        <a:pt x="221358" y="66337"/>
                        <a:pt x="224077" y="66337"/>
                        <a:pt x="229517" y="69057"/>
                      </a:cubicBezTo>
                      <a:cubicBezTo>
                        <a:pt x="237675" y="71776"/>
                        <a:pt x="245835" y="77216"/>
                        <a:pt x="256713" y="77216"/>
                      </a:cubicBezTo>
                      <a:cubicBezTo>
                        <a:pt x="259433" y="77216"/>
                        <a:pt x="262153" y="77216"/>
                        <a:pt x="264872" y="77216"/>
                      </a:cubicBezTo>
                      <a:cubicBezTo>
                        <a:pt x="270312" y="77216"/>
                        <a:pt x="275751" y="77216"/>
                        <a:pt x="281190" y="77216"/>
                      </a:cubicBezTo>
                      <a:cubicBezTo>
                        <a:pt x="292069" y="77216"/>
                        <a:pt x="321985" y="77216"/>
                        <a:pt x="330144" y="77216"/>
                      </a:cubicBezTo>
                      <a:cubicBezTo>
                        <a:pt x="338303" y="77216"/>
                        <a:pt x="349182" y="77216"/>
                        <a:pt x="357341" y="79935"/>
                      </a:cubicBezTo>
                      <a:cubicBezTo>
                        <a:pt x="368219" y="79935"/>
                        <a:pt x="379098" y="82655"/>
                        <a:pt x="387257" y="82655"/>
                      </a:cubicBezTo>
                      <a:cubicBezTo>
                        <a:pt x="392696" y="82655"/>
                        <a:pt x="400855" y="85375"/>
                        <a:pt x="406295" y="85375"/>
                      </a:cubicBezTo>
                      <a:cubicBezTo>
                        <a:pt x="409014" y="82655"/>
                        <a:pt x="414453" y="79935"/>
                        <a:pt x="417173" y="79935"/>
                      </a:cubicBezTo>
                      <a:cubicBezTo>
                        <a:pt x="419893" y="79935"/>
                        <a:pt x="422612" y="79935"/>
                        <a:pt x="425332" y="85375"/>
                      </a:cubicBezTo>
                      <a:cubicBezTo>
                        <a:pt x="428052" y="90814"/>
                        <a:pt x="433491" y="98973"/>
                        <a:pt x="433491" y="104412"/>
                      </a:cubicBezTo>
                      <a:cubicBezTo>
                        <a:pt x="436211" y="131609"/>
                        <a:pt x="436211" y="120730"/>
                        <a:pt x="436211" y="137048"/>
                      </a:cubicBezTo>
                      <a:cubicBezTo>
                        <a:pt x="438930" y="158805"/>
                        <a:pt x="438930" y="158805"/>
                        <a:pt x="438930" y="183282"/>
                      </a:cubicBezTo>
                      <a:cubicBezTo>
                        <a:pt x="438930" y="194161"/>
                        <a:pt x="438930" y="218638"/>
                        <a:pt x="422612" y="218638"/>
                      </a:cubicBezTo>
                      <a:cubicBezTo>
                        <a:pt x="414453" y="218638"/>
                        <a:pt x="411734" y="215918"/>
                        <a:pt x="406295" y="213198"/>
                      </a:cubicBezTo>
                      <a:cubicBezTo>
                        <a:pt x="400855" y="210479"/>
                        <a:pt x="398136" y="202320"/>
                        <a:pt x="398136" y="196881"/>
                      </a:cubicBezTo>
                      <a:cubicBezTo>
                        <a:pt x="395416" y="188722"/>
                        <a:pt x="395416" y="183282"/>
                        <a:pt x="395416" y="175123"/>
                      </a:cubicBezTo>
                      <a:cubicBezTo>
                        <a:pt x="395416" y="169684"/>
                        <a:pt x="395416" y="164245"/>
                        <a:pt x="395416" y="153366"/>
                      </a:cubicBezTo>
                      <a:cubicBezTo>
                        <a:pt x="395416" y="145207"/>
                        <a:pt x="395416" y="134328"/>
                        <a:pt x="395416" y="126170"/>
                      </a:cubicBezTo>
                      <a:cubicBezTo>
                        <a:pt x="387257" y="128889"/>
                        <a:pt x="379098" y="128889"/>
                        <a:pt x="370939" y="128889"/>
                      </a:cubicBezTo>
                      <a:cubicBezTo>
                        <a:pt x="360060" y="128889"/>
                        <a:pt x="349182" y="128889"/>
                        <a:pt x="338303" y="131609"/>
                      </a:cubicBezTo>
                      <a:cubicBezTo>
                        <a:pt x="327424" y="131609"/>
                        <a:pt x="319265" y="134328"/>
                        <a:pt x="286629" y="134328"/>
                      </a:cubicBezTo>
                      <a:cubicBezTo>
                        <a:pt x="281190" y="134328"/>
                        <a:pt x="278470" y="134328"/>
                        <a:pt x="273031" y="137048"/>
                      </a:cubicBezTo>
                      <a:cubicBezTo>
                        <a:pt x="270312" y="137048"/>
                        <a:pt x="264872" y="137048"/>
                        <a:pt x="262153" y="142487"/>
                      </a:cubicBezTo>
                      <a:cubicBezTo>
                        <a:pt x="259433" y="145207"/>
                        <a:pt x="259433" y="150647"/>
                        <a:pt x="259433" y="153366"/>
                      </a:cubicBezTo>
                      <a:cubicBezTo>
                        <a:pt x="259433" y="158805"/>
                        <a:pt x="259433" y="164245"/>
                        <a:pt x="262153" y="166964"/>
                      </a:cubicBezTo>
                      <a:cubicBezTo>
                        <a:pt x="262153" y="177843"/>
                        <a:pt x="262153" y="186002"/>
                        <a:pt x="262153" y="196881"/>
                      </a:cubicBezTo>
                      <a:cubicBezTo>
                        <a:pt x="262153" y="202320"/>
                        <a:pt x="262153" y="210479"/>
                        <a:pt x="262153" y="215918"/>
                      </a:cubicBezTo>
                      <a:cubicBezTo>
                        <a:pt x="262153" y="229516"/>
                        <a:pt x="262153" y="240395"/>
                        <a:pt x="262153" y="251274"/>
                      </a:cubicBezTo>
                      <a:cubicBezTo>
                        <a:pt x="262153" y="259433"/>
                        <a:pt x="259433" y="270311"/>
                        <a:pt x="259433" y="278470"/>
                      </a:cubicBezTo>
                      <a:cubicBezTo>
                        <a:pt x="259433" y="289349"/>
                        <a:pt x="259433" y="297508"/>
                        <a:pt x="259433" y="308386"/>
                      </a:cubicBezTo>
                      <a:cubicBezTo>
                        <a:pt x="259433" y="313826"/>
                        <a:pt x="259433" y="319265"/>
                        <a:pt x="259433" y="321985"/>
                      </a:cubicBezTo>
                      <a:cubicBezTo>
                        <a:pt x="259433" y="324704"/>
                        <a:pt x="259433" y="330144"/>
                        <a:pt x="259433" y="332863"/>
                      </a:cubicBezTo>
                      <a:cubicBezTo>
                        <a:pt x="262153" y="335583"/>
                        <a:pt x="264872" y="335583"/>
                        <a:pt x="267592" y="335583"/>
                      </a:cubicBezTo>
                      <a:cubicBezTo>
                        <a:pt x="273031" y="335583"/>
                        <a:pt x="275751" y="335583"/>
                        <a:pt x="281190" y="335583"/>
                      </a:cubicBezTo>
                      <a:cubicBezTo>
                        <a:pt x="311107" y="335583"/>
                        <a:pt x="319265" y="335583"/>
                        <a:pt x="327424" y="338303"/>
                      </a:cubicBezTo>
                      <a:cubicBezTo>
                        <a:pt x="335583" y="341022"/>
                        <a:pt x="343742" y="341022"/>
                        <a:pt x="351901" y="341022"/>
                      </a:cubicBezTo>
                      <a:cubicBezTo>
                        <a:pt x="351901" y="338303"/>
                        <a:pt x="351901" y="338303"/>
                        <a:pt x="351901" y="335583"/>
                      </a:cubicBezTo>
                      <a:cubicBezTo>
                        <a:pt x="351901" y="327424"/>
                        <a:pt x="351901" y="319265"/>
                        <a:pt x="351901" y="313826"/>
                      </a:cubicBezTo>
                      <a:cubicBezTo>
                        <a:pt x="351901" y="305667"/>
                        <a:pt x="351901" y="294788"/>
                        <a:pt x="357341" y="289349"/>
                      </a:cubicBezTo>
                      <a:cubicBezTo>
                        <a:pt x="360060" y="281190"/>
                        <a:pt x="368219" y="273031"/>
                        <a:pt x="373658" y="273031"/>
                      </a:cubicBezTo>
                      <a:cubicBezTo>
                        <a:pt x="376378" y="273031"/>
                        <a:pt x="379098" y="273031"/>
                        <a:pt x="381817" y="278470"/>
                      </a:cubicBezTo>
                      <a:cubicBezTo>
                        <a:pt x="384537" y="283909"/>
                        <a:pt x="387257" y="292068"/>
                        <a:pt x="389977" y="300228"/>
                      </a:cubicBezTo>
                      <a:cubicBezTo>
                        <a:pt x="392696" y="316545"/>
                        <a:pt x="392696" y="335583"/>
                        <a:pt x="395416" y="351901"/>
                      </a:cubicBezTo>
                      <a:cubicBezTo>
                        <a:pt x="398136" y="373658"/>
                        <a:pt x="398136" y="384537"/>
                        <a:pt x="398136" y="409014"/>
                      </a:cubicBezTo>
                      <a:cubicBezTo>
                        <a:pt x="398136" y="422612"/>
                        <a:pt x="398136" y="444369"/>
                        <a:pt x="381817" y="444369"/>
                      </a:cubicBezTo>
                      <a:cubicBezTo>
                        <a:pt x="373658" y="444369"/>
                        <a:pt x="370939" y="441650"/>
                        <a:pt x="365500" y="438930"/>
                      </a:cubicBezTo>
                      <a:cubicBezTo>
                        <a:pt x="360060" y="436210"/>
                        <a:pt x="357341" y="428051"/>
                        <a:pt x="357341" y="422612"/>
                      </a:cubicBezTo>
                      <a:cubicBezTo>
                        <a:pt x="354621" y="414453"/>
                        <a:pt x="354621" y="409014"/>
                        <a:pt x="354621" y="400855"/>
                      </a:cubicBezTo>
                      <a:cubicBezTo>
                        <a:pt x="354621" y="395415"/>
                        <a:pt x="354621" y="389976"/>
                        <a:pt x="354621" y="381817"/>
                      </a:cubicBezTo>
                      <a:cubicBezTo>
                        <a:pt x="335583" y="381817"/>
                        <a:pt x="308387" y="384537"/>
                        <a:pt x="270312" y="381817"/>
                      </a:cubicBezTo>
                      <a:cubicBezTo>
                        <a:pt x="262153" y="381817"/>
                        <a:pt x="256713" y="387256"/>
                        <a:pt x="256713" y="395415"/>
                      </a:cubicBezTo>
                      <a:cubicBezTo>
                        <a:pt x="256713" y="403574"/>
                        <a:pt x="256713" y="414453"/>
                        <a:pt x="253994" y="422612"/>
                      </a:cubicBezTo>
                      <a:cubicBezTo>
                        <a:pt x="253994" y="425332"/>
                        <a:pt x="253994" y="430771"/>
                        <a:pt x="253994" y="433490"/>
                      </a:cubicBezTo>
                      <a:cubicBezTo>
                        <a:pt x="253994" y="438930"/>
                        <a:pt x="253994" y="444369"/>
                        <a:pt x="253994" y="449809"/>
                      </a:cubicBezTo>
                      <a:cubicBezTo>
                        <a:pt x="253994" y="457967"/>
                        <a:pt x="256713" y="466126"/>
                        <a:pt x="256713" y="474285"/>
                      </a:cubicBezTo>
                      <a:cubicBezTo>
                        <a:pt x="256713" y="482444"/>
                        <a:pt x="256713" y="490603"/>
                        <a:pt x="256713" y="496043"/>
                      </a:cubicBezTo>
                      <a:cubicBezTo>
                        <a:pt x="256713" y="509641"/>
                        <a:pt x="259433" y="520520"/>
                        <a:pt x="259433" y="534118"/>
                      </a:cubicBezTo>
                      <a:cubicBezTo>
                        <a:pt x="259433" y="553155"/>
                        <a:pt x="259433" y="572193"/>
                        <a:pt x="259433" y="591231"/>
                      </a:cubicBezTo>
                      <a:cubicBezTo>
                        <a:pt x="259433" y="602109"/>
                        <a:pt x="262153" y="610268"/>
                        <a:pt x="262153" y="618427"/>
                      </a:cubicBezTo>
                      <a:cubicBezTo>
                        <a:pt x="264872" y="626586"/>
                        <a:pt x="262153" y="642904"/>
                        <a:pt x="267592" y="648343"/>
                      </a:cubicBezTo>
                      <a:cubicBezTo>
                        <a:pt x="270312" y="651063"/>
                        <a:pt x="275751" y="651063"/>
                        <a:pt x="292069" y="651063"/>
                      </a:cubicBezTo>
                      <a:cubicBezTo>
                        <a:pt x="305667" y="651063"/>
                        <a:pt x="319265" y="651063"/>
                        <a:pt x="327424" y="651063"/>
                      </a:cubicBezTo>
                      <a:cubicBezTo>
                        <a:pt x="338303" y="651063"/>
                        <a:pt x="351901" y="653783"/>
                        <a:pt x="362780" y="653783"/>
                      </a:cubicBezTo>
                      <a:cubicBezTo>
                        <a:pt x="376378" y="653783"/>
                        <a:pt x="384537" y="651063"/>
                        <a:pt x="395416" y="648343"/>
                      </a:cubicBezTo>
                      <a:cubicBezTo>
                        <a:pt x="395416" y="637465"/>
                        <a:pt x="395416" y="629306"/>
                        <a:pt x="395416" y="618427"/>
                      </a:cubicBezTo>
                      <a:cubicBezTo>
                        <a:pt x="395416" y="610268"/>
                        <a:pt x="395416" y="602109"/>
                        <a:pt x="395416" y="596670"/>
                      </a:cubicBezTo>
                      <a:cubicBezTo>
                        <a:pt x="395416" y="591231"/>
                        <a:pt x="395416" y="585791"/>
                        <a:pt x="398136" y="574913"/>
                      </a:cubicBezTo>
                      <a:cubicBezTo>
                        <a:pt x="400855" y="569473"/>
                        <a:pt x="400855" y="564034"/>
                        <a:pt x="406295" y="558595"/>
                      </a:cubicBezTo>
                      <a:cubicBezTo>
                        <a:pt x="411734" y="553155"/>
                        <a:pt x="414453" y="553155"/>
                        <a:pt x="422612" y="553155"/>
                      </a:cubicBezTo>
                      <a:cubicBezTo>
                        <a:pt x="436211" y="553155"/>
                        <a:pt x="438930" y="577632"/>
                        <a:pt x="438930" y="588511"/>
                      </a:cubicBezTo>
                      <a:cubicBezTo>
                        <a:pt x="438930" y="612988"/>
                        <a:pt x="438930" y="623866"/>
                        <a:pt x="436211" y="645624"/>
                      </a:cubicBezTo>
                      <a:cubicBezTo>
                        <a:pt x="433491" y="648343"/>
                        <a:pt x="433491" y="648343"/>
                        <a:pt x="433491" y="651063"/>
                      </a:cubicBezTo>
                      <a:lnTo>
                        <a:pt x="433491" y="651063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54" name="Freeform: Shape 48">
                  <a:extLst>
                    <a:ext uri="{FF2B5EF4-FFF2-40B4-BE49-F238E27FC236}">
                      <a16:creationId xmlns:a16="http://schemas.microsoft.com/office/drawing/2014/main" id="{9EB0FA2D-E07F-CF5E-C513-012F740170BD}"/>
                    </a:ext>
                  </a:extLst>
                </p:cNvPr>
                <p:cNvSpPr/>
                <p:nvPr/>
              </p:nvSpPr>
              <p:spPr>
                <a:xfrm>
                  <a:off x="7912732" y="4250336"/>
                  <a:ext cx="465062" cy="658157"/>
                </a:xfrm>
                <a:custGeom>
                  <a:avLst/>
                  <a:gdLst>
                    <a:gd name="connsiteX0" fmla="*/ 193096 w 465062"/>
                    <a:gd name="connsiteY0" fmla="*/ 59832 h 658157"/>
                    <a:gd name="connsiteX1" fmla="*/ 193096 w 465062"/>
                    <a:gd name="connsiteY1" fmla="*/ 114226 h 658157"/>
                    <a:gd name="connsiteX2" fmla="*/ 198536 w 465062"/>
                    <a:gd name="connsiteY2" fmla="*/ 209414 h 658157"/>
                    <a:gd name="connsiteX3" fmla="*/ 201255 w 465062"/>
                    <a:gd name="connsiteY3" fmla="*/ 282845 h 658157"/>
                    <a:gd name="connsiteX4" fmla="*/ 203975 w 465062"/>
                    <a:gd name="connsiteY4" fmla="*/ 315481 h 658157"/>
                    <a:gd name="connsiteX5" fmla="*/ 203975 w 465062"/>
                    <a:gd name="connsiteY5" fmla="*/ 320920 h 658157"/>
                    <a:gd name="connsiteX6" fmla="*/ 212134 w 465062"/>
                    <a:gd name="connsiteY6" fmla="*/ 329079 h 658157"/>
                    <a:gd name="connsiteX7" fmla="*/ 223013 w 465062"/>
                    <a:gd name="connsiteY7" fmla="*/ 329079 h 658157"/>
                    <a:gd name="connsiteX8" fmla="*/ 239331 w 465062"/>
                    <a:gd name="connsiteY8" fmla="*/ 329079 h 658157"/>
                    <a:gd name="connsiteX9" fmla="*/ 280126 w 465062"/>
                    <a:gd name="connsiteY9" fmla="*/ 312761 h 658157"/>
                    <a:gd name="connsiteX10" fmla="*/ 296443 w 465062"/>
                    <a:gd name="connsiteY10" fmla="*/ 288284 h 658157"/>
                    <a:gd name="connsiteX11" fmla="*/ 304602 w 465062"/>
                    <a:gd name="connsiteY11" fmla="*/ 258368 h 658157"/>
                    <a:gd name="connsiteX12" fmla="*/ 312761 w 465062"/>
                    <a:gd name="connsiteY12" fmla="*/ 225732 h 658157"/>
                    <a:gd name="connsiteX13" fmla="*/ 315481 w 465062"/>
                    <a:gd name="connsiteY13" fmla="*/ 195816 h 658157"/>
                    <a:gd name="connsiteX14" fmla="*/ 318201 w 465062"/>
                    <a:gd name="connsiteY14" fmla="*/ 168619 h 658157"/>
                    <a:gd name="connsiteX15" fmla="*/ 312761 w 465062"/>
                    <a:gd name="connsiteY15" fmla="*/ 135983 h 658157"/>
                    <a:gd name="connsiteX16" fmla="*/ 312761 w 465062"/>
                    <a:gd name="connsiteY16" fmla="*/ 122385 h 658157"/>
                    <a:gd name="connsiteX17" fmla="*/ 293724 w 465062"/>
                    <a:gd name="connsiteY17" fmla="*/ 84309 h 658157"/>
                    <a:gd name="connsiteX18" fmla="*/ 280126 w 465062"/>
                    <a:gd name="connsiteY18" fmla="*/ 73430 h 658157"/>
                    <a:gd name="connsiteX19" fmla="*/ 258368 w 465062"/>
                    <a:gd name="connsiteY19" fmla="*/ 62552 h 658157"/>
                    <a:gd name="connsiteX20" fmla="*/ 217573 w 465062"/>
                    <a:gd name="connsiteY20" fmla="*/ 59832 h 658157"/>
                    <a:gd name="connsiteX21" fmla="*/ 111506 w 465062"/>
                    <a:gd name="connsiteY21" fmla="*/ 0 h 658157"/>
                    <a:gd name="connsiteX22" fmla="*/ 127824 w 465062"/>
                    <a:gd name="connsiteY22" fmla="*/ 0 h 658157"/>
                    <a:gd name="connsiteX23" fmla="*/ 157741 w 465062"/>
                    <a:gd name="connsiteY23" fmla="*/ 5440 h 658157"/>
                    <a:gd name="connsiteX24" fmla="*/ 179497 w 465062"/>
                    <a:gd name="connsiteY24" fmla="*/ 16318 h 658157"/>
                    <a:gd name="connsiteX25" fmla="*/ 209414 w 465062"/>
                    <a:gd name="connsiteY25" fmla="*/ 16318 h 658157"/>
                    <a:gd name="connsiteX26" fmla="*/ 247489 w 465062"/>
                    <a:gd name="connsiteY26" fmla="*/ 16318 h 658157"/>
                    <a:gd name="connsiteX27" fmla="*/ 266527 w 465062"/>
                    <a:gd name="connsiteY27" fmla="*/ 16318 h 658157"/>
                    <a:gd name="connsiteX28" fmla="*/ 312761 w 465062"/>
                    <a:gd name="connsiteY28" fmla="*/ 27197 h 658157"/>
                    <a:gd name="connsiteX29" fmla="*/ 337238 w 465062"/>
                    <a:gd name="connsiteY29" fmla="*/ 38075 h 658157"/>
                    <a:gd name="connsiteX30" fmla="*/ 364434 w 465062"/>
                    <a:gd name="connsiteY30" fmla="*/ 54393 h 658157"/>
                    <a:gd name="connsiteX31" fmla="*/ 386192 w 465062"/>
                    <a:gd name="connsiteY31" fmla="*/ 73431 h 658157"/>
                    <a:gd name="connsiteX32" fmla="*/ 407949 w 465062"/>
                    <a:gd name="connsiteY32" fmla="*/ 103347 h 658157"/>
                    <a:gd name="connsiteX33" fmla="*/ 416108 w 465062"/>
                    <a:gd name="connsiteY33" fmla="*/ 141422 h 658157"/>
                    <a:gd name="connsiteX34" fmla="*/ 418828 w 465062"/>
                    <a:gd name="connsiteY34" fmla="*/ 163179 h 658157"/>
                    <a:gd name="connsiteX35" fmla="*/ 418828 w 465062"/>
                    <a:gd name="connsiteY35" fmla="*/ 171339 h 658157"/>
                    <a:gd name="connsiteX36" fmla="*/ 421547 w 465062"/>
                    <a:gd name="connsiteY36" fmla="*/ 187656 h 658157"/>
                    <a:gd name="connsiteX37" fmla="*/ 418828 w 465062"/>
                    <a:gd name="connsiteY37" fmla="*/ 206694 h 658157"/>
                    <a:gd name="connsiteX38" fmla="*/ 416108 w 465062"/>
                    <a:gd name="connsiteY38" fmla="*/ 233891 h 658157"/>
                    <a:gd name="connsiteX39" fmla="*/ 405229 w 465062"/>
                    <a:gd name="connsiteY39" fmla="*/ 263807 h 658157"/>
                    <a:gd name="connsiteX40" fmla="*/ 394351 w 465062"/>
                    <a:gd name="connsiteY40" fmla="*/ 274686 h 658157"/>
                    <a:gd name="connsiteX41" fmla="*/ 388912 w 465062"/>
                    <a:gd name="connsiteY41" fmla="*/ 285564 h 658157"/>
                    <a:gd name="connsiteX42" fmla="*/ 369874 w 465062"/>
                    <a:gd name="connsiteY42" fmla="*/ 304602 h 658157"/>
                    <a:gd name="connsiteX43" fmla="*/ 358995 w 465062"/>
                    <a:gd name="connsiteY43" fmla="*/ 310041 h 658157"/>
                    <a:gd name="connsiteX44" fmla="*/ 348117 w 465062"/>
                    <a:gd name="connsiteY44" fmla="*/ 320920 h 658157"/>
                    <a:gd name="connsiteX45" fmla="*/ 326359 w 465062"/>
                    <a:gd name="connsiteY45" fmla="*/ 339957 h 658157"/>
                    <a:gd name="connsiteX46" fmla="*/ 312761 w 465062"/>
                    <a:gd name="connsiteY46" fmla="*/ 353555 h 658157"/>
                    <a:gd name="connsiteX47" fmla="*/ 337238 w 465062"/>
                    <a:gd name="connsiteY47" fmla="*/ 380752 h 658157"/>
                    <a:gd name="connsiteX48" fmla="*/ 358995 w 465062"/>
                    <a:gd name="connsiteY48" fmla="*/ 421547 h 658157"/>
                    <a:gd name="connsiteX49" fmla="*/ 372593 w 465062"/>
                    <a:gd name="connsiteY49" fmla="*/ 459622 h 658157"/>
                    <a:gd name="connsiteX50" fmla="*/ 386192 w 465062"/>
                    <a:gd name="connsiteY50" fmla="*/ 514015 h 658157"/>
                    <a:gd name="connsiteX51" fmla="*/ 407949 w 465062"/>
                    <a:gd name="connsiteY51" fmla="*/ 568408 h 658157"/>
                    <a:gd name="connsiteX52" fmla="*/ 421547 w 465062"/>
                    <a:gd name="connsiteY52" fmla="*/ 598324 h 658157"/>
                    <a:gd name="connsiteX53" fmla="*/ 451463 w 465062"/>
                    <a:gd name="connsiteY53" fmla="*/ 628241 h 658157"/>
                    <a:gd name="connsiteX54" fmla="*/ 465062 w 465062"/>
                    <a:gd name="connsiteY54" fmla="*/ 644559 h 658157"/>
                    <a:gd name="connsiteX55" fmla="*/ 462342 w 465062"/>
                    <a:gd name="connsiteY55" fmla="*/ 649998 h 658157"/>
                    <a:gd name="connsiteX56" fmla="*/ 437865 w 465062"/>
                    <a:gd name="connsiteY56" fmla="*/ 658157 h 658157"/>
                    <a:gd name="connsiteX57" fmla="*/ 361715 w 465062"/>
                    <a:gd name="connsiteY57" fmla="*/ 622801 h 658157"/>
                    <a:gd name="connsiteX58" fmla="*/ 320920 w 465062"/>
                    <a:gd name="connsiteY58" fmla="*/ 565689 h 658157"/>
                    <a:gd name="connsiteX59" fmla="*/ 304602 w 465062"/>
                    <a:gd name="connsiteY59" fmla="*/ 530333 h 658157"/>
                    <a:gd name="connsiteX60" fmla="*/ 293723 w 465062"/>
                    <a:gd name="connsiteY60" fmla="*/ 497697 h 658157"/>
                    <a:gd name="connsiteX61" fmla="*/ 282845 w 465062"/>
                    <a:gd name="connsiteY61" fmla="*/ 462342 h 658157"/>
                    <a:gd name="connsiteX62" fmla="*/ 269246 w 465062"/>
                    <a:gd name="connsiteY62" fmla="*/ 424267 h 658157"/>
                    <a:gd name="connsiteX63" fmla="*/ 255648 w 465062"/>
                    <a:gd name="connsiteY63" fmla="*/ 391631 h 658157"/>
                    <a:gd name="connsiteX64" fmla="*/ 236610 w 465062"/>
                    <a:gd name="connsiteY64" fmla="*/ 367154 h 658157"/>
                    <a:gd name="connsiteX65" fmla="*/ 217573 w 465062"/>
                    <a:gd name="connsiteY65" fmla="*/ 361714 h 658157"/>
                    <a:gd name="connsiteX66" fmla="*/ 201255 w 465062"/>
                    <a:gd name="connsiteY66" fmla="*/ 361714 h 658157"/>
                    <a:gd name="connsiteX67" fmla="*/ 198535 w 465062"/>
                    <a:gd name="connsiteY67" fmla="*/ 367154 h 658157"/>
                    <a:gd name="connsiteX68" fmla="*/ 201255 w 465062"/>
                    <a:gd name="connsiteY68" fmla="*/ 388911 h 658157"/>
                    <a:gd name="connsiteX69" fmla="*/ 198535 w 465062"/>
                    <a:gd name="connsiteY69" fmla="*/ 426986 h 658157"/>
                    <a:gd name="connsiteX70" fmla="*/ 203975 w 465062"/>
                    <a:gd name="connsiteY70" fmla="*/ 478660 h 658157"/>
                    <a:gd name="connsiteX71" fmla="*/ 198535 w 465062"/>
                    <a:gd name="connsiteY71" fmla="*/ 552090 h 658157"/>
                    <a:gd name="connsiteX72" fmla="*/ 195816 w 465062"/>
                    <a:gd name="connsiteY72" fmla="*/ 576567 h 658157"/>
                    <a:gd name="connsiteX73" fmla="*/ 198535 w 465062"/>
                    <a:gd name="connsiteY73" fmla="*/ 592885 h 658157"/>
                    <a:gd name="connsiteX74" fmla="*/ 233891 w 465062"/>
                    <a:gd name="connsiteY74" fmla="*/ 592885 h 658157"/>
                    <a:gd name="connsiteX75" fmla="*/ 271966 w 465062"/>
                    <a:gd name="connsiteY75" fmla="*/ 611923 h 658157"/>
                    <a:gd name="connsiteX76" fmla="*/ 266527 w 465062"/>
                    <a:gd name="connsiteY76" fmla="*/ 628241 h 658157"/>
                    <a:gd name="connsiteX77" fmla="*/ 250209 w 465062"/>
                    <a:gd name="connsiteY77" fmla="*/ 636400 h 658157"/>
                    <a:gd name="connsiteX78" fmla="*/ 228451 w 465062"/>
                    <a:gd name="connsiteY78" fmla="*/ 639119 h 658157"/>
                    <a:gd name="connsiteX79" fmla="*/ 187657 w 465062"/>
                    <a:gd name="connsiteY79" fmla="*/ 639119 h 658157"/>
                    <a:gd name="connsiteX80" fmla="*/ 152301 w 465062"/>
                    <a:gd name="connsiteY80" fmla="*/ 652717 h 658157"/>
                    <a:gd name="connsiteX81" fmla="*/ 133263 w 465062"/>
                    <a:gd name="connsiteY81" fmla="*/ 655437 h 658157"/>
                    <a:gd name="connsiteX82" fmla="*/ 122385 w 465062"/>
                    <a:gd name="connsiteY82" fmla="*/ 652717 h 658157"/>
                    <a:gd name="connsiteX83" fmla="*/ 97908 w 465062"/>
                    <a:gd name="connsiteY83" fmla="*/ 639119 h 658157"/>
                    <a:gd name="connsiteX84" fmla="*/ 70711 w 465062"/>
                    <a:gd name="connsiteY84" fmla="*/ 639119 h 658157"/>
                    <a:gd name="connsiteX85" fmla="*/ 46234 w 465062"/>
                    <a:gd name="connsiteY85" fmla="*/ 639119 h 658157"/>
                    <a:gd name="connsiteX86" fmla="*/ 19038 w 465062"/>
                    <a:gd name="connsiteY86" fmla="*/ 630960 h 658157"/>
                    <a:gd name="connsiteX87" fmla="*/ 2720 w 465062"/>
                    <a:gd name="connsiteY87" fmla="*/ 614642 h 658157"/>
                    <a:gd name="connsiteX88" fmla="*/ 8159 w 465062"/>
                    <a:gd name="connsiteY88" fmla="*/ 606483 h 658157"/>
                    <a:gd name="connsiteX89" fmla="*/ 29916 w 465062"/>
                    <a:gd name="connsiteY89" fmla="*/ 598324 h 658157"/>
                    <a:gd name="connsiteX90" fmla="*/ 76151 w 465062"/>
                    <a:gd name="connsiteY90" fmla="*/ 592885 h 658157"/>
                    <a:gd name="connsiteX91" fmla="*/ 73431 w 465062"/>
                    <a:gd name="connsiteY91" fmla="*/ 573848 h 658157"/>
                    <a:gd name="connsiteX92" fmla="*/ 70711 w 465062"/>
                    <a:gd name="connsiteY92" fmla="*/ 500417 h 658157"/>
                    <a:gd name="connsiteX93" fmla="*/ 73431 w 465062"/>
                    <a:gd name="connsiteY93" fmla="*/ 437865 h 658157"/>
                    <a:gd name="connsiteX94" fmla="*/ 70711 w 465062"/>
                    <a:gd name="connsiteY94" fmla="*/ 369873 h 658157"/>
                    <a:gd name="connsiteX95" fmla="*/ 70711 w 465062"/>
                    <a:gd name="connsiteY95" fmla="*/ 293723 h 658157"/>
                    <a:gd name="connsiteX96" fmla="*/ 73431 w 465062"/>
                    <a:gd name="connsiteY96" fmla="*/ 212133 h 658157"/>
                    <a:gd name="connsiteX97" fmla="*/ 76151 w 465062"/>
                    <a:gd name="connsiteY97" fmla="*/ 155021 h 658157"/>
                    <a:gd name="connsiteX98" fmla="*/ 76151 w 465062"/>
                    <a:gd name="connsiteY98" fmla="*/ 119665 h 658157"/>
                    <a:gd name="connsiteX99" fmla="*/ 78870 w 465062"/>
                    <a:gd name="connsiteY99" fmla="*/ 84310 h 658157"/>
                    <a:gd name="connsiteX100" fmla="*/ 76151 w 465062"/>
                    <a:gd name="connsiteY100" fmla="*/ 62552 h 658157"/>
                    <a:gd name="connsiteX101" fmla="*/ 67992 w 465062"/>
                    <a:gd name="connsiteY101" fmla="*/ 62552 h 658157"/>
                    <a:gd name="connsiteX102" fmla="*/ 43515 w 465062"/>
                    <a:gd name="connsiteY102" fmla="*/ 62552 h 658157"/>
                    <a:gd name="connsiteX103" fmla="*/ 16318 w 465062"/>
                    <a:gd name="connsiteY103" fmla="*/ 57113 h 658157"/>
                    <a:gd name="connsiteX104" fmla="*/ 0 w 465062"/>
                    <a:gd name="connsiteY104" fmla="*/ 40795 h 658157"/>
                    <a:gd name="connsiteX105" fmla="*/ 5439 w 465062"/>
                    <a:gd name="connsiteY105" fmla="*/ 32636 h 658157"/>
                    <a:gd name="connsiteX106" fmla="*/ 27197 w 465062"/>
                    <a:gd name="connsiteY106" fmla="*/ 24477 h 658157"/>
                    <a:gd name="connsiteX107" fmla="*/ 76151 w 465062"/>
                    <a:gd name="connsiteY107" fmla="*/ 19038 h 658157"/>
                    <a:gd name="connsiteX108" fmla="*/ 78870 w 465062"/>
                    <a:gd name="connsiteY108" fmla="*/ 13598 h 658157"/>
                    <a:gd name="connsiteX109" fmla="*/ 95188 w 465062"/>
                    <a:gd name="connsiteY109" fmla="*/ 5440 h 658157"/>
                    <a:gd name="connsiteX110" fmla="*/ 111506 w 465062"/>
                    <a:gd name="connsiteY110" fmla="*/ 0 h 6581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</a:cxnLst>
                  <a:rect l="l" t="t" r="r" b="b"/>
                  <a:pathLst>
                    <a:path w="465062" h="658157">
                      <a:moveTo>
                        <a:pt x="193096" y="59832"/>
                      </a:moveTo>
                      <a:cubicBezTo>
                        <a:pt x="193096" y="73430"/>
                        <a:pt x="193096" y="89748"/>
                        <a:pt x="193096" y="114226"/>
                      </a:cubicBezTo>
                      <a:cubicBezTo>
                        <a:pt x="193096" y="144142"/>
                        <a:pt x="195816" y="176778"/>
                        <a:pt x="198536" y="209414"/>
                      </a:cubicBezTo>
                      <a:cubicBezTo>
                        <a:pt x="198536" y="247489"/>
                        <a:pt x="201255" y="277406"/>
                        <a:pt x="201255" y="282845"/>
                      </a:cubicBezTo>
                      <a:cubicBezTo>
                        <a:pt x="201255" y="293723"/>
                        <a:pt x="203975" y="304602"/>
                        <a:pt x="203975" y="315481"/>
                      </a:cubicBezTo>
                      <a:cubicBezTo>
                        <a:pt x="203975" y="318200"/>
                        <a:pt x="203975" y="318200"/>
                        <a:pt x="203975" y="320920"/>
                      </a:cubicBezTo>
                      <a:cubicBezTo>
                        <a:pt x="203975" y="326359"/>
                        <a:pt x="206695" y="329079"/>
                        <a:pt x="212134" y="329079"/>
                      </a:cubicBezTo>
                      <a:cubicBezTo>
                        <a:pt x="214854" y="329079"/>
                        <a:pt x="220293" y="329079"/>
                        <a:pt x="223013" y="329079"/>
                      </a:cubicBezTo>
                      <a:cubicBezTo>
                        <a:pt x="228452" y="329079"/>
                        <a:pt x="233891" y="329079"/>
                        <a:pt x="239331" y="329079"/>
                      </a:cubicBezTo>
                      <a:cubicBezTo>
                        <a:pt x="252929" y="329079"/>
                        <a:pt x="271967" y="323640"/>
                        <a:pt x="280126" y="312761"/>
                      </a:cubicBezTo>
                      <a:cubicBezTo>
                        <a:pt x="288284" y="304602"/>
                        <a:pt x="291004" y="299163"/>
                        <a:pt x="296443" y="288284"/>
                      </a:cubicBezTo>
                      <a:cubicBezTo>
                        <a:pt x="299163" y="277406"/>
                        <a:pt x="301883" y="269247"/>
                        <a:pt x="304602" y="258368"/>
                      </a:cubicBezTo>
                      <a:cubicBezTo>
                        <a:pt x="307322" y="244770"/>
                        <a:pt x="310042" y="239330"/>
                        <a:pt x="312761" y="225732"/>
                      </a:cubicBezTo>
                      <a:cubicBezTo>
                        <a:pt x="315481" y="212134"/>
                        <a:pt x="315481" y="209414"/>
                        <a:pt x="315481" y="195816"/>
                      </a:cubicBezTo>
                      <a:cubicBezTo>
                        <a:pt x="315481" y="179498"/>
                        <a:pt x="315481" y="184937"/>
                        <a:pt x="318201" y="168619"/>
                      </a:cubicBezTo>
                      <a:cubicBezTo>
                        <a:pt x="312761" y="152302"/>
                        <a:pt x="312761" y="149582"/>
                        <a:pt x="312761" y="135983"/>
                      </a:cubicBezTo>
                      <a:cubicBezTo>
                        <a:pt x="312761" y="133264"/>
                        <a:pt x="312761" y="127825"/>
                        <a:pt x="312761" y="122385"/>
                      </a:cubicBezTo>
                      <a:cubicBezTo>
                        <a:pt x="312761" y="111507"/>
                        <a:pt x="301883" y="95188"/>
                        <a:pt x="293724" y="84309"/>
                      </a:cubicBezTo>
                      <a:cubicBezTo>
                        <a:pt x="288284" y="78870"/>
                        <a:pt x="285565" y="76150"/>
                        <a:pt x="280126" y="73430"/>
                      </a:cubicBezTo>
                      <a:cubicBezTo>
                        <a:pt x="271967" y="67991"/>
                        <a:pt x="266527" y="65271"/>
                        <a:pt x="258368" y="62552"/>
                      </a:cubicBezTo>
                      <a:cubicBezTo>
                        <a:pt x="244770" y="59832"/>
                        <a:pt x="228452" y="59832"/>
                        <a:pt x="217573" y="59832"/>
                      </a:cubicBezTo>
                      <a:close/>
                      <a:moveTo>
                        <a:pt x="111506" y="0"/>
                      </a:moveTo>
                      <a:cubicBezTo>
                        <a:pt x="114226" y="0"/>
                        <a:pt x="122385" y="0"/>
                        <a:pt x="127824" y="0"/>
                      </a:cubicBezTo>
                      <a:cubicBezTo>
                        <a:pt x="135983" y="0"/>
                        <a:pt x="146862" y="2720"/>
                        <a:pt x="157741" y="5440"/>
                      </a:cubicBezTo>
                      <a:cubicBezTo>
                        <a:pt x="168619" y="8159"/>
                        <a:pt x="176778" y="10879"/>
                        <a:pt x="179497" y="16318"/>
                      </a:cubicBezTo>
                      <a:cubicBezTo>
                        <a:pt x="193096" y="16318"/>
                        <a:pt x="201255" y="16318"/>
                        <a:pt x="209414" y="16318"/>
                      </a:cubicBezTo>
                      <a:cubicBezTo>
                        <a:pt x="220292" y="16318"/>
                        <a:pt x="231171" y="16318"/>
                        <a:pt x="247489" y="16318"/>
                      </a:cubicBezTo>
                      <a:cubicBezTo>
                        <a:pt x="250209" y="16318"/>
                        <a:pt x="258368" y="16318"/>
                        <a:pt x="266527" y="16318"/>
                      </a:cubicBezTo>
                      <a:cubicBezTo>
                        <a:pt x="277405" y="16318"/>
                        <a:pt x="291004" y="21758"/>
                        <a:pt x="312761" y="27197"/>
                      </a:cubicBezTo>
                      <a:cubicBezTo>
                        <a:pt x="320920" y="29917"/>
                        <a:pt x="329079" y="35356"/>
                        <a:pt x="337238" y="38075"/>
                      </a:cubicBezTo>
                      <a:cubicBezTo>
                        <a:pt x="342677" y="40795"/>
                        <a:pt x="353556" y="48954"/>
                        <a:pt x="364434" y="54393"/>
                      </a:cubicBezTo>
                      <a:cubicBezTo>
                        <a:pt x="375313" y="62552"/>
                        <a:pt x="386192" y="67992"/>
                        <a:pt x="386192" y="73431"/>
                      </a:cubicBezTo>
                      <a:cubicBezTo>
                        <a:pt x="391631" y="84310"/>
                        <a:pt x="402510" y="92469"/>
                        <a:pt x="407949" y="103347"/>
                      </a:cubicBezTo>
                      <a:cubicBezTo>
                        <a:pt x="413388" y="116945"/>
                        <a:pt x="416108" y="130544"/>
                        <a:pt x="416108" y="141422"/>
                      </a:cubicBezTo>
                      <a:cubicBezTo>
                        <a:pt x="416108" y="152301"/>
                        <a:pt x="418828" y="157740"/>
                        <a:pt x="418828" y="163179"/>
                      </a:cubicBezTo>
                      <a:cubicBezTo>
                        <a:pt x="418828" y="165899"/>
                        <a:pt x="418828" y="168619"/>
                        <a:pt x="418828" y="171339"/>
                      </a:cubicBezTo>
                      <a:cubicBezTo>
                        <a:pt x="418828" y="174058"/>
                        <a:pt x="421547" y="182217"/>
                        <a:pt x="421547" y="187656"/>
                      </a:cubicBezTo>
                      <a:cubicBezTo>
                        <a:pt x="421547" y="193096"/>
                        <a:pt x="418828" y="201255"/>
                        <a:pt x="418828" y="206694"/>
                      </a:cubicBezTo>
                      <a:cubicBezTo>
                        <a:pt x="418828" y="217573"/>
                        <a:pt x="418828" y="223012"/>
                        <a:pt x="416108" y="233891"/>
                      </a:cubicBezTo>
                      <a:cubicBezTo>
                        <a:pt x="413388" y="244769"/>
                        <a:pt x="410668" y="255648"/>
                        <a:pt x="405229" y="263807"/>
                      </a:cubicBezTo>
                      <a:cubicBezTo>
                        <a:pt x="402510" y="269246"/>
                        <a:pt x="397070" y="269246"/>
                        <a:pt x="394351" y="274686"/>
                      </a:cubicBezTo>
                      <a:cubicBezTo>
                        <a:pt x="391631" y="277405"/>
                        <a:pt x="391631" y="282844"/>
                        <a:pt x="388912" y="285564"/>
                      </a:cubicBezTo>
                      <a:cubicBezTo>
                        <a:pt x="383472" y="291003"/>
                        <a:pt x="375313" y="301882"/>
                        <a:pt x="369874" y="304602"/>
                      </a:cubicBezTo>
                      <a:cubicBezTo>
                        <a:pt x="367154" y="307321"/>
                        <a:pt x="361715" y="307321"/>
                        <a:pt x="358995" y="310041"/>
                      </a:cubicBezTo>
                      <a:cubicBezTo>
                        <a:pt x="356275" y="312761"/>
                        <a:pt x="350836" y="318200"/>
                        <a:pt x="348117" y="320920"/>
                      </a:cubicBezTo>
                      <a:cubicBezTo>
                        <a:pt x="339958" y="326359"/>
                        <a:pt x="334518" y="334518"/>
                        <a:pt x="326359" y="339957"/>
                      </a:cubicBezTo>
                      <a:cubicBezTo>
                        <a:pt x="320920" y="342677"/>
                        <a:pt x="312761" y="342677"/>
                        <a:pt x="312761" y="353555"/>
                      </a:cubicBezTo>
                      <a:cubicBezTo>
                        <a:pt x="312761" y="361714"/>
                        <a:pt x="334518" y="372593"/>
                        <a:pt x="337238" y="380752"/>
                      </a:cubicBezTo>
                      <a:cubicBezTo>
                        <a:pt x="345397" y="394350"/>
                        <a:pt x="353556" y="407948"/>
                        <a:pt x="358995" y="421547"/>
                      </a:cubicBezTo>
                      <a:cubicBezTo>
                        <a:pt x="364434" y="435145"/>
                        <a:pt x="367154" y="446024"/>
                        <a:pt x="372593" y="459622"/>
                      </a:cubicBezTo>
                      <a:cubicBezTo>
                        <a:pt x="378033" y="478660"/>
                        <a:pt x="383472" y="494978"/>
                        <a:pt x="386192" y="514015"/>
                      </a:cubicBezTo>
                      <a:cubicBezTo>
                        <a:pt x="391631" y="533053"/>
                        <a:pt x="402510" y="549371"/>
                        <a:pt x="407949" y="568408"/>
                      </a:cubicBezTo>
                      <a:cubicBezTo>
                        <a:pt x="410668" y="579287"/>
                        <a:pt x="416108" y="590165"/>
                        <a:pt x="421547" y="598324"/>
                      </a:cubicBezTo>
                      <a:cubicBezTo>
                        <a:pt x="435146" y="614642"/>
                        <a:pt x="443305" y="622801"/>
                        <a:pt x="451463" y="628241"/>
                      </a:cubicBezTo>
                      <a:cubicBezTo>
                        <a:pt x="456903" y="630960"/>
                        <a:pt x="465062" y="636400"/>
                        <a:pt x="465062" y="644559"/>
                      </a:cubicBezTo>
                      <a:cubicBezTo>
                        <a:pt x="465062" y="647278"/>
                        <a:pt x="465062" y="647278"/>
                        <a:pt x="462342" y="649998"/>
                      </a:cubicBezTo>
                      <a:cubicBezTo>
                        <a:pt x="456903" y="655437"/>
                        <a:pt x="446024" y="658157"/>
                        <a:pt x="437865" y="658157"/>
                      </a:cubicBezTo>
                      <a:cubicBezTo>
                        <a:pt x="413388" y="658157"/>
                        <a:pt x="378033" y="641839"/>
                        <a:pt x="361715" y="622801"/>
                      </a:cubicBezTo>
                      <a:cubicBezTo>
                        <a:pt x="345397" y="606483"/>
                        <a:pt x="334518" y="584726"/>
                        <a:pt x="320920" y="565689"/>
                      </a:cubicBezTo>
                      <a:cubicBezTo>
                        <a:pt x="315480" y="554810"/>
                        <a:pt x="310041" y="543931"/>
                        <a:pt x="304602" y="530333"/>
                      </a:cubicBezTo>
                      <a:cubicBezTo>
                        <a:pt x="299163" y="519454"/>
                        <a:pt x="296443" y="508576"/>
                        <a:pt x="293723" y="497697"/>
                      </a:cubicBezTo>
                      <a:cubicBezTo>
                        <a:pt x="291004" y="486819"/>
                        <a:pt x="288284" y="473220"/>
                        <a:pt x="282845" y="462342"/>
                      </a:cubicBezTo>
                      <a:cubicBezTo>
                        <a:pt x="280125" y="448743"/>
                        <a:pt x="274686" y="437865"/>
                        <a:pt x="269246" y="424267"/>
                      </a:cubicBezTo>
                      <a:cubicBezTo>
                        <a:pt x="266527" y="416108"/>
                        <a:pt x="261087" y="402509"/>
                        <a:pt x="255648" y="391631"/>
                      </a:cubicBezTo>
                      <a:cubicBezTo>
                        <a:pt x="250209" y="380752"/>
                        <a:pt x="244770" y="375313"/>
                        <a:pt x="236610" y="367154"/>
                      </a:cubicBezTo>
                      <a:cubicBezTo>
                        <a:pt x="231171" y="361714"/>
                        <a:pt x="223012" y="361714"/>
                        <a:pt x="217573" y="361714"/>
                      </a:cubicBezTo>
                      <a:cubicBezTo>
                        <a:pt x="212134" y="361714"/>
                        <a:pt x="206694" y="361714"/>
                        <a:pt x="201255" y="361714"/>
                      </a:cubicBezTo>
                      <a:cubicBezTo>
                        <a:pt x="198535" y="361714"/>
                        <a:pt x="198535" y="364434"/>
                        <a:pt x="198535" y="367154"/>
                      </a:cubicBezTo>
                      <a:cubicBezTo>
                        <a:pt x="198535" y="375313"/>
                        <a:pt x="201255" y="386191"/>
                        <a:pt x="201255" y="388911"/>
                      </a:cubicBezTo>
                      <a:cubicBezTo>
                        <a:pt x="201255" y="402509"/>
                        <a:pt x="198535" y="413388"/>
                        <a:pt x="198535" y="426986"/>
                      </a:cubicBezTo>
                      <a:cubicBezTo>
                        <a:pt x="198535" y="446024"/>
                        <a:pt x="203975" y="456902"/>
                        <a:pt x="203975" y="478660"/>
                      </a:cubicBezTo>
                      <a:cubicBezTo>
                        <a:pt x="203975" y="503136"/>
                        <a:pt x="201255" y="527613"/>
                        <a:pt x="198535" y="552090"/>
                      </a:cubicBezTo>
                      <a:cubicBezTo>
                        <a:pt x="198535" y="560249"/>
                        <a:pt x="195816" y="568408"/>
                        <a:pt x="195816" y="576567"/>
                      </a:cubicBezTo>
                      <a:cubicBezTo>
                        <a:pt x="195816" y="582006"/>
                        <a:pt x="195816" y="587446"/>
                        <a:pt x="198535" y="592885"/>
                      </a:cubicBezTo>
                      <a:cubicBezTo>
                        <a:pt x="212134" y="592885"/>
                        <a:pt x="225732" y="592885"/>
                        <a:pt x="233891" y="592885"/>
                      </a:cubicBezTo>
                      <a:cubicBezTo>
                        <a:pt x="247489" y="592885"/>
                        <a:pt x="271966" y="592885"/>
                        <a:pt x="271966" y="611923"/>
                      </a:cubicBezTo>
                      <a:cubicBezTo>
                        <a:pt x="271966" y="620082"/>
                        <a:pt x="269246" y="622801"/>
                        <a:pt x="266527" y="628241"/>
                      </a:cubicBezTo>
                      <a:cubicBezTo>
                        <a:pt x="261087" y="633680"/>
                        <a:pt x="255648" y="636400"/>
                        <a:pt x="250209" y="636400"/>
                      </a:cubicBezTo>
                      <a:cubicBezTo>
                        <a:pt x="239330" y="639119"/>
                        <a:pt x="233891" y="639119"/>
                        <a:pt x="228451" y="639119"/>
                      </a:cubicBezTo>
                      <a:cubicBezTo>
                        <a:pt x="223012" y="639119"/>
                        <a:pt x="206694" y="639119"/>
                        <a:pt x="187657" y="639119"/>
                      </a:cubicBezTo>
                      <a:cubicBezTo>
                        <a:pt x="176778" y="647278"/>
                        <a:pt x="163180" y="649998"/>
                        <a:pt x="152301" y="652717"/>
                      </a:cubicBezTo>
                      <a:cubicBezTo>
                        <a:pt x="146862" y="652717"/>
                        <a:pt x="138703" y="655437"/>
                        <a:pt x="133263" y="655437"/>
                      </a:cubicBezTo>
                      <a:cubicBezTo>
                        <a:pt x="130544" y="655437"/>
                        <a:pt x="125104" y="655437"/>
                        <a:pt x="122385" y="652717"/>
                      </a:cubicBezTo>
                      <a:cubicBezTo>
                        <a:pt x="114226" y="649998"/>
                        <a:pt x="103347" y="644559"/>
                        <a:pt x="97908" y="639119"/>
                      </a:cubicBezTo>
                      <a:cubicBezTo>
                        <a:pt x="87029" y="639119"/>
                        <a:pt x="78870" y="639119"/>
                        <a:pt x="70711" y="639119"/>
                      </a:cubicBezTo>
                      <a:cubicBezTo>
                        <a:pt x="62552" y="639119"/>
                        <a:pt x="54393" y="639119"/>
                        <a:pt x="46234" y="639119"/>
                      </a:cubicBezTo>
                      <a:cubicBezTo>
                        <a:pt x="38075" y="639119"/>
                        <a:pt x="27197" y="633680"/>
                        <a:pt x="19038" y="630960"/>
                      </a:cubicBezTo>
                      <a:cubicBezTo>
                        <a:pt x="10879" y="628241"/>
                        <a:pt x="2720" y="620082"/>
                        <a:pt x="2720" y="614642"/>
                      </a:cubicBezTo>
                      <a:cubicBezTo>
                        <a:pt x="2720" y="611923"/>
                        <a:pt x="2720" y="609203"/>
                        <a:pt x="8159" y="606483"/>
                      </a:cubicBezTo>
                      <a:cubicBezTo>
                        <a:pt x="13599" y="603764"/>
                        <a:pt x="24477" y="601044"/>
                        <a:pt x="29916" y="598324"/>
                      </a:cubicBezTo>
                      <a:cubicBezTo>
                        <a:pt x="43515" y="595605"/>
                        <a:pt x="62552" y="595605"/>
                        <a:pt x="76151" y="592885"/>
                      </a:cubicBezTo>
                      <a:cubicBezTo>
                        <a:pt x="76151" y="587446"/>
                        <a:pt x="73431" y="582006"/>
                        <a:pt x="73431" y="573848"/>
                      </a:cubicBezTo>
                      <a:cubicBezTo>
                        <a:pt x="73431" y="565689"/>
                        <a:pt x="70711" y="516735"/>
                        <a:pt x="70711" y="500417"/>
                      </a:cubicBezTo>
                      <a:cubicBezTo>
                        <a:pt x="70711" y="481379"/>
                        <a:pt x="73431" y="456902"/>
                        <a:pt x="73431" y="437865"/>
                      </a:cubicBezTo>
                      <a:cubicBezTo>
                        <a:pt x="73431" y="416108"/>
                        <a:pt x="70711" y="391631"/>
                        <a:pt x="70711" y="369873"/>
                      </a:cubicBezTo>
                      <a:cubicBezTo>
                        <a:pt x="70711" y="345397"/>
                        <a:pt x="70711" y="318200"/>
                        <a:pt x="70711" y="293723"/>
                      </a:cubicBezTo>
                      <a:cubicBezTo>
                        <a:pt x="70711" y="266526"/>
                        <a:pt x="73431" y="239330"/>
                        <a:pt x="73431" y="212133"/>
                      </a:cubicBezTo>
                      <a:cubicBezTo>
                        <a:pt x="73431" y="187656"/>
                        <a:pt x="76151" y="179498"/>
                        <a:pt x="76151" y="155021"/>
                      </a:cubicBezTo>
                      <a:cubicBezTo>
                        <a:pt x="76151" y="144142"/>
                        <a:pt x="76151" y="130544"/>
                        <a:pt x="76151" y="119665"/>
                      </a:cubicBezTo>
                      <a:cubicBezTo>
                        <a:pt x="76151" y="106067"/>
                        <a:pt x="78870" y="95188"/>
                        <a:pt x="78870" y="84310"/>
                      </a:cubicBezTo>
                      <a:cubicBezTo>
                        <a:pt x="78870" y="78870"/>
                        <a:pt x="78870" y="70711"/>
                        <a:pt x="76151" y="62552"/>
                      </a:cubicBezTo>
                      <a:cubicBezTo>
                        <a:pt x="76151" y="62552"/>
                        <a:pt x="73431" y="62552"/>
                        <a:pt x="67992" y="62552"/>
                      </a:cubicBezTo>
                      <a:cubicBezTo>
                        <a:pt x="59833" y="62552"/>
                        <a:pt x="51674" y="62552"/>
                        <a:pt x="43515" y="62552"/>
                      </a:cubicBezTo>
                      <a:cubicBezTo>
                        <a:pt x="35356" y="62552"/>
                        <a:pt x="24477" y="59833"/>
                        <a:pt x="16318" y="57113"/>
                      </a:cubicBezTo>
                      <a:cubicBezTo>
                        <a:pt x="8159" y="54393"/>
                        <a:pt x="0" y="43515"/>
                        <a:pt x="0" y="40795"/>
                      </a:cubicBezTo>
                      <a:cubicBezTo>
                        <a:pt x="0" y="38075"/>
                        <a:pt x="0" y="35356"/>
                        <a:pt x="5439" y="32636"/>
                      </a:cubicBezTo>
                      <a:cubicBezTo>
                        <a:pt x="10879" y="29917"/>
                        <a:pt x="21758" y="27197"/>
                        <a:pt x="27197" y="24477"/>
                      </a:cubicBezTo>
                      <a:cubicBezTo>
                        <a:pt x="46234" y="21758"/>
                        <a:pt x="62552" y="19038"/>
                        <a:pt x="76151" y="19038"/>
                      </a:cubicBezTo>
                      <a:cubicBezTo>
                        <a:pt x="76151" y="16318"/>
                        <a:pt x="78870" y="16318"/>
                        <a:pt x="78870" y="13598"/>
                      </a:cubicBezTo>
                      <a:cubicBezTo>
                        <a:pt x="84309" y="10879"/>
                        <a:pt x="89749" y="8159"/>
                        <a:pt x="95188" y="5440"/>
                      </a:cubicBezTo>
                      <a:cubicBezTo>
                        <a:pt x="100628" y="2720"/>
                        <a:pt x="106067" y="0"/>
                        <a:pt x="111506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55" name="Freeform: Shape 49">
                  <a:extLst>
                    <a:ext uri="{FF2B5EF4-FFF2-40B4-BE49-F238E27FC236}">
                      <a16:creationId xmlns:a16="http://schemas.microsoft.com/office/drawing/2014/main" id="{0C569905-EEF9-FB26-596F-8DCCAA1A5E6F}"/>
                    </a:ext>
                  </a:extLst>
                </p:cNvPr>
                <p:cNvSpPr/>
                <p:nvPr/>
              </p:nvSpPr>
              <p:spPr>
                <a:xfrm>
                  <a:off x="8346812" y="4186718"/>
                  <a:ext cx="353556" cy="761503"/>
                </a:xfrm>
                <a:custGeom>
                  <a:avLst/>
                  <a:gdLst>
                    <a:gd name="connsiteX0" fmla="*/ 283910 w 353555"/>
                    <a:gd name="connsiteY0" fmla="*/ 672820 h 761503"/>
                    <a:gd name="connsiteX1" fmla="*/ 321985 w 353555"/>
                    <a:gd name="connsiteY1" fmla="*/ 689138 h 761503"/>
                    <a:gd name="connsiteX2" fmla="*/ 316546 w 353555"/>
                    <a:gd name="connsiteY2" fmla="*/ 705456 h 761503"/>
                    <a:gd name="connsiteX3" fmla="*/ 300228 w 353555"/>
                    <a:gd name="connsiteY3" fmla="*/ 713615 h 761503"/>
                    <a:gd name="connsiteX4" fmla="*/ 278471 w 353555"/>
                    <a:gd name="connsiteY4" fmla="*/ 716335 h 761503"/>
                    <a:gd name="connsiteX5" fmla="*/ 237676 w 353555"/>
                    <a:gd name="connsiteY5" fmla="*/ 716335 h 761503"/>
                    <a:gd name="connsiteX6" fmla="*/ 180563 w 353555"/>
                    <a:gd name="connsiteY6" fmla="*/ 719054 h 761503"/>
                    <a:gd name="connsiteX7" fmla="*/ 126170 w 353555"/>
                    <a:gd name="connsiteY7" fmla="*/ 719054 h 761503"/>
                    <a:gd name="connsiteX8" fmla="*/ 101693 w 353555"/>
                    <a:gd name="connsiteY8" fmla="*/ 719054 h 761503"/>
                    <a:gd name="connsiteX9" fmla="*/ 74496 w 353555"/>
                    <a:gd name="connsiteY9" fmla="*/ 713615 h 761503"/>
                    <a:gd name="connsiteX10" fmla="*/ 58178 w 353555"/>
                    <a:gd name="connsiteY10" fmla="*/ 697297 h 761503"/>
                    <a:gd name="connsiteX11" fmla="*/ 63618 w 353555"/>
                    <a:gd name="connsiteY11" fmla="*/ 689138 h 761503"/>
                    <a:gd name="connsiteX12" fmla="*/ 85375 w 353555"/>
                    <a:gd name="connsiteY12" fmla="*/ 680979 h 761503"/>
                    <a:gd name="connsiteX13" fmla="*/ 131609 w 353555"/>
                    <a:gd name="connsiteY13" fmla="*/ 675540 h 761503"/>
                    <a:gd name="connsiteX14" fmla="*/ 142488 w 353555"/>
                    <a:gd name="connsiteY14" fmla="*/ 675540 h 761503"/>
                    <a:gd name="connsiteX15" fmla="*/ 131609 w 353555"/>
                    <a:gd name="connsiteY15" fmla="*/ 653783 h 761503"/>
                    <a:gd name="connsiteX16" fmla="*/ 128890 w 353555"/>
                    <a:gd name="connsiteY16" fmla="*/ 640184 h 761503"/>
                    <a:gd name="connsiteX17" fmla="*/ 128890 w 353555"/>
                    <a:gd name="connsiteY17" fmla="*/ 629306 h 761503"/>
                    <a:gd name="connsiteX18" fmla="*/ 128890 w 353555"/>
                    <a:gd name="connsiteY18" fmla="*/ 621147 h 761503"/>
                    <a:gd name="connsiteX19" fmla="*/ 128890 w 353555"/>
                    <a:gd name="connsiteY19" fmla="*/ 593950 h 761503"/>
                    <a:gd name="connsiteX20" fmla="*/ 128890 w 353555"/>
                    <a:gd name="connsiteY20" fmla="*/ 583072 h 761503"/>
                    <a:gd name="connsiteX21" fmla="*/ 128890 w 353555"/>
                    <a:gd name="connsiteY21" fmla="*/ 436210 h 761503"/>
                    <a:gd name="connsiteX22" fmla="*/ 128890 w 353555"/>
                    <a:gd name="connsiteY22" fmla="*/ 357340 h 761503"/>
                    <a:gd name="connsiteX23" fmla="*/ 131609 w 353555"/>
                    <a:gd name="connsiteY23" fmla="*/ 289349 h 761503"/>
                    <a:gd name="connsiteX24" fmla="*/ 131609 w 353555"/>
                    <a:gd name="connsiteY24" fmla="*/ 251274 h 761503"/>
                    <a:gd name="connsiteX25" fmla="*/ 131609 w 353555"/>
                    <a:gd name="connsiteY25" fmla="*/ 205040 h 761503"/>
                    <a:gd name="connsiteX26" fmla="*/ 131609 w 353555"/>
                    <a:gd name="connsiteY26" fmla="*/ 139768 h 761503"/>
                    <a:gd name="connsiteX27" fmla="*/ 131609 w 353555"/>
                    <a:gd name="connsiteY27" fmla="*/ 128889 h 761503"/>
                    <a:gd name="connsiteX28" fmla="*/ 126170 w 353555"/>
                    <a:gd name="connsiteY28" fmla="*/ 128889 h 761503"/>
                    <a:gd name="connsiteX29" fmla="*/ 101693 w 353555"/>
                    <a:gd name="connsiteY29" fmla="*/ 128889 h 761503"/>
                    <a:gd name="connsiteX30" fmla="*/ 74496 w 353555"/>
                    <a:gd name="connsiteY30" fmla="*/ 123450 h 761503"/>
                    <a:gd name="connsiteX31" fmla="*/ 58178 w 353555"/>
                    <a:gd name="connsiteY31" fmla="*/ 107132 h 761503"/>
                    <a:gd name="connsiteX32" fmla="*/ 60898 w 353555"/>
                    <a:gd name="connsiteY32" fmla="*/ 98973 h 761503"/>
                    <a:gd name="connsiteX33" fmla="*/ 82655 w 353555"/>
                    <a:gd name="connsiteY33" fmla="*/ 93534 h 761503"/>
                    <a:gd name="connsiteX34" fmla="*/ 131609 w 353555"/>
                    <a:gd name="connsiteY34" fmla="*/ 88094 h 761503"/>
                    <a:gd name="connsiteX35" fmla="*/ 131609 w 353555"/>
                    <a:gd name="connsiteY35" fmla="*/ 82655 h 761503"/>
                    <a:gd name="connsiteX36" fmla="*/ 134329 w 353555"/>
                    <a:gd name="connsiteY36" fmla="*/ 71776 h 761503"/>
                    <a:gd name="connsiteX37" fmla="*/ 147927 w 353555"/>
                    <a:gd name="connsiteY37" fmla="*/ 63617 h 761503"/>
                    <a:gd name="connsiteX38" fmla="*/ 164245 w 353555"/>
                    <a:gd name="connsiteY38" fmla="*/ 58178 h 761503"/>
                    <a:gd name="connsiteX39" fmla="*/ 177843 w 353555"/>
                    <a:gd name="connsiteY39" fmla="*/ 58178 h 761503"/>
                    <a:gd name="connsiteX40" fmla="*/ 196881 w 353555"/>
                    <a:gd name="connsiteY40" fmla="*/ 60898 h 761503"/>
                    <a:gd name="connsiteX41" fmla="*/ 232237 w 353555"/>
                    <a:gd name="connsiteY41" fmla="*/ 88094 h 761503"/>
                    <a:gd name="connsiteX42" fmla="*/ 278471 w 353555"/>
                    <a:gd name="connsiteY42" fmla="*/ 88094 h 761503"/>
                    <a:gd name="connsiteX43" fmla="*/ 316546 w 353555"/>
                    <a:gd name="connsiteY43" fmla="*/ 104412 h 761503"/>
                    <a:gd name="connsiteX44" fmla="*/ 311107 w 353555"/>
                    <a:gd name="connsiteY44" fmla="*/ 120730 h 761503"/>
                    <a:gd name="connsiteX45" fmla="*/ 294789 w 353555"/>
                    <a:gd name="connsiteY45" fmla="*/ 128889 h 761503"/>
                    <a:gd name="connsiteX46" fmla="*/ 273032 w 353555"/>
                    <a:gd name="connsiteY46" fmla="*/ 131609 h 761503"/>
                    <a:gd name="connsiteX47" fmla="*/ 243115 w 353555"/>
                    <a:gd name="connsiteY47" fmla="*/ 131609 h 761503"/>
                    <a:gd name="connsiteX48" fmla="*/ 243115 w 353555"/>
                    <a:gd name="connsiteY48" fmla="*/ 134329 h 761503"/>
                    <a:gd name="connsiteX49" fmla="*/ 248554 w 353555"/>
                    <a:gd name="connsiteY49" fmla="*/ 169684 h 761503"/>
                    <a:gd name="connsiteX50" fmla="*/ 251274 w 353555"/>
                    <a:gd name="connsiteY50" fmla="*/ 205040 h 761503"/>
                    <a:gd name="connsiteX51" fmla="*/ 251274 w 353555"/>
                    <a:gd name="connsiteY51" fmla="*/ 240395 h 761503"/>
                    <a:gd name="connsiteX52" fmla="*/ 251274 w 353555"/>
                    <a:gd name="connsiteY52" fmla="*/ 256713 h 761503"/>
                    <a:gd name="connsiteX53" fmla="*/ 253994 w 353555"/>
                    <a:gd name="connsiteY53" fmla="*/ 270311 h 761503"/>
                    <a:gd name="connsiteX54" fmla="*/ 259433 w 353555"/>
                    <a:gd name="connsiteY54" fmla="*/ 343742 h 761503"/>
                    <a:gd name="connsiteX55" fmla="*/ 262153 w 353555"/>
                    <a:gd name="connsiteY55" fmla="*/ 425332 h 761503"/>
                    <a:gd name="connsiteX56" fmla="*/ 264872 w 353555"/>
                    <a:gd name="connsiteY56" fmla="*/ 490603 h 761503"/>
                    <a:gd name="connsiteX57" fmla="*/ 270312 w 353555"/>
                    <a:gd name="connsiteY57" fmla="*/ 564034 h 761503"/>
                    <a:gd name="connsiteX58" fmla="*/ 270312 w 353555"/>
                    <a:gd name="connsiteY58" fmla="*/ 599390 h 761503"/>
                    <a:gd name="connsiteX59" fmla="*/ 270312 w 353555"/>
                    <a:gd name="connsiteY59" fmla="*/ 637465 h 761503"/>
                    <a:gd name="connsiteX60" fmla="*/ 264872 w 353555"/>
                    <a:gd name="connsiteY60" fmla="*/ 670101 h 761503"/>
                    <a:gd name="connsiteX61" fmla="*/ 283910 w 353555"/>
                    <a:gd name="connsiteY61" fmla="*/ 672820 h 761503"/>
                    <a:gd name="connsiteX62" fmla="*/ 283910 w 353555"/>
                    <a:gd name="connsiteY62" fmla="*/ 672820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</a:cxnLst>
                  <a:rect l="l" t="t" r="r" b="b"/>
                  <a:pathLst>
                    <a:path w="353555" h="761503">
                      <a:moveTo>
                        <a:pt x="283910" y="672820"/>
                      </a:moveTo>
                      <a:cubicBezTo>
                        <a:pt x="297508" y="672820"/>
                        <a:pt x="321985" y="672820"/>
                        <a:pt x="321985" y="689138"/>
                      </a:cubicBezTo>
                      <a:cubicBezTo>
                        <a:pt x="321985" y="697297"/>
                        <a:pt x="319266" y="697297"/>
                        <a:pt x="316546" y="705456"/>
                      </a:cubicBezTo>
                      <a:cubicBezTo>
                        <a:pt x="311107" y="710895"/>
                        <a:pt x="305667" y="713615"/>
                        <a:pt x="300228" y="713615"/>
                      </a:cubicBezTo>
                      <a:cubicBezTo>
                        <a:pt x="292069" y="716335"/>
                        <a:pt x="283910" y="716335"/>
                        <a:pt x="278471" y="716335"/>
                      </a:cubicBezTo>
                      <a:cubicBezTo>
                        <a:pt x="275751" y="716335"/>
                        <a:pt x="256713" y="716335"/>
                        <a:pt x="237676" y="716335"/>
                      </a:cubicBezTo>
                      <a:cubicBezTo>
                        <a:pt x="213199" y="716335"/>
                        <a:pt x="186003" y="719054"/>
                        <a:pt x="180563" y="719054"/>
                      </a:cubicBezTo>
                      <a:cubicBezTo>
                        <a:pt x="166965" y="719054"/>
                        <a:pt x="142488" y="719054"/>
                        <a:pt x="126170" y="719054"/>
                      </a:cubicBezTo>
                      <a:cubicBezTo>
                        <a:pt x="118011" y="719054"/>
                        <a:pt x="109852" y="719054"/>
                        <a:pt x="101693" y="719054"/>
                      </a:cubicBezTo>
                      <a:cubicBezTo>
                        <a:pt x="93534" y="719054"/>
                        <a:pt x="82655" y="719054"/>
                        <a:pt x="74496" y="713615"/>
                      </a:cubicBezTo>
                      <a:cubicBezTo>
                        <a:pt x="66337" y="710895"/>
                        <a:pt x="58178" y="702736"/>
                        <a:pt x="58178" y="697297"/>
                      </a:cubicBezTo>
                      <a:cubicBezTo>
                        <a:pt x="58178" y="694578"/>
                        <a:pt x="58178" y="691858"/>
                        <a:pt x="63618" y="689138"/>
                      </a:cubicBezTo>
                      <a:cubicBezTo>
                        <a:pt x="69057" y="686418"/>
                        <a:pt x="79936" y="683699"/>
                        <a:pt x="85375" y="680979"/>
                      </a:cubicBezTo>
                      <a:cubicBezTo>
                        <a:pt x="104413" y="678260"/>
                        <a:pt x="123450" y="675540"/>
                        <a:pt x="131609" y="675540"/>
                      </a:cubicBezTo>
                      <a:cubicBezTo>
                        <a:pt x="134329" y="675540"/>
                        <a:pt x="137049" y="675540"/>
                        <a:pt x="142488" y="675540"/>
                      </a:cubicBezTo>
                      <a:cubicBezTo>
                        <a:pt x="134329" y="670101"/>
                        <a:pt x="131609" y="661942"/>
                        <a:pt x="131609" y="653783"/>
                      </a:cubicBezTo>
                      <a:cubicBezTo>
                        <a:pt x="131609" y="648343"/>
                        <a:pt x="131609" y="642904"/>
                        <a:pt x="128890" y="640184"/>
                      </a:cubicBezTo>
                      <a:cubicBezTo>
                        <a:pt x="128890" y="637465"/>
                        <a:pt x="128890" y="634745"/>
                        <a:pt x="128890" y="629306"/>
                      </a:cubicBezTo>
                      <a:cubicBezTo>
                        <a:pt x="128890" y="626586"/>
                        <a:pt x="128890" y="623867"/>
                        <a:pt x="128890" y="621147"/>
                      </a:cubicBezTo>
                      <a:cubicBezTo>
                        <a:pt x="128890" y="612988"/>
                        <a:pt x="128890" y="604829"/>
                        <a:pt x="128890" y="593950"/>
                      </a:cubicBezTo>
                      <a:cubicBezTo>
                        <a:pt x="128890" y="591231"/>
                        <a:pt x="128890" y="585791"/>
                        <a:pt x="128890" y="583072"/>
                      </a:cubicBezTo>
                      <a:cubicBezTo>
                        <a:pt x="128890" y="534118"/>
                        <a:pt x="131609" y="485164"/>
                        <a:pt x="128890" y="436210"/>
                      </a:cubicBezTo>
                      <a:cubicBezTo>
                        <a:pt x="128890" y="409014"/>
                        <a:pt x="128890" y="384537"/>
                        <a:pt x="128890" y="357340"/>
                      </a:cubicBezTo>
                      <a:cubicBezTo>
                        <a:pt x="128890" y="335583"/>
                        <a:pt x="131609" y="313826"/>
                        <a:pt x="131609" y="289349"/>
                      </a:cubicBezTo>
                      <a:cubicBezTo>
                        <a:pt x="131609" y="275751"/>
                        <a:pt x="131609" y="264872"/>
                        <a:pt x="131609" y="251274"/>
                      </a:cubicBezTo>
                      <a:cubicBezTo>
                        <a:pt x="131609" y="234956"/>
                        <a:pt x="131609" y="221357"/>
                        <a:pt x="131609" y="205040"/>
                      </a:cubicBezTo>
                      <a:cubicBezTo>
                        <a:pt x="131609" y="183282"/>
                        <a:pt x="131609" y="161525"/>
                        <a:pt x="131609" y="139768"/>
                      </a:cubicBezTo>
                      <a:cubicBezTo>
                        <a:pt x="131609" y="137048"/>
                        <a:pt x="131609" y="134329"/>
                        <a:pt x="131609" y="128889"/>
                      </a:cubicBezTo>
                      <a:cubicBezTo>
                        <a:pt x="128890" y="128889"/>
                        <a:pt x="126170" y="128889"/>
                        <a:pt x="126170" y="128889"/>
                      </a:cubicBezTo>
                      <a:cubicBezTo>
                        <a:pt x="118011" y="128889"/>
                        <a:pt x="109852" y="128889"/>
                        <a:pt x="101693" y="128889"/>
                      </a:cubicBezTo>
                      <a:cubicBezTo>
                        <a:pt x="93534" y="128889"/>
                        <a:pt x="82655" y="128889"/>
                        <a:pt x="74496" y="123450"/>
                      </a:cubicBezTo>
                      <a:cubicBezTo>
                        <a:pt x="66337" y="120730"/>
                        <a:pt x="58178" y="112571"/>
                        <a:pt x="58178" y="107132"/>
                      </a:cubicBezTo>
                      <a:cubicBezTo>
                        <a:pt x="58178" y="104412"/>
                        <a:pt x="58178" y="101693"/>
                        <a:pt x="60898" y="98973"/>
                      </a:cubicBezTo>
                      <a:cubicBezTo>
                        <a:pt x="63618" y="96253"/>
                        <a:pt x="77216" y="93534"/>
                        <a:pt x="82655" y="93534"/>
                      </a:cubicBezTo>
                      <a:cubicBezTo>
                        <a:pt x="98973" y="90814"/>
                        <a:pt x="123450" y="88094"/>
                        <a:pt x="131609" y="88094"/>
                      </a:cubicBezTo>
                      <a:cubicBezTo>
                        <a:pt x="131609" y="85375"/>
                        <a:pt x="131609" y="85375"/>
                        <a:pt x="131609" y="82655"/>
                      </a:cubicBezTo>
                      <a:cubicBezTo>
                        <a:pt x="131609" y="77216"/>
                        <a:pt x="131609" y="74496"/>
                        <a:pt x="134329" y="71776"/>
                      </a:cubicBezTo>
                      <a:cubicBezTo>
                        <a:pt x="137049" y="69057"/>
                        <a:pt x="145208" y="66337"/>
                        <a:pt x="147927" y="63617"/>
                      </a:cubicBezTo>
                      <a:cubicBezTo>
                        <a:pt x="153366" y="60898"/>
                        <a:pt x="158806" y="58178"/>
                        <a:pt x="164245" y="58178"/>
                      </a:cubicBezTo>
                      <a:cubicBezTo>
                        <a:pt x="169684" y="58178"/>
                        <a:pt x="175124" y="58178"/>
                        <a:pt x="177843" y="58178"/>
                      </a:cubicBezTo>
                      <a:cubicBezTo>
                        <a:pt x="183283" y="58178"/>
                        <a:pt x="191442" y="58178"/>
                        <a:pt x="196881" y="60898"/>
                      </a:cubicBezTo>
                      <a:cubicBezTo>
                        <a:pt x="213199" y="63617"/>
                        <a:pt x="224078" y="74496"/>
                        <a:pt x="232237" y="88094"/>
                      </a:cubicBezTo>
                      <a:cubicBezTo>
                        <a:pt x="253994" y="88094"/>
                        <a:pt x="270312" y="88094"/>
                        <a:pt x="278471" y="88094"/>
                      </a:cubicBezTo>
                      <a:cubicBezTo>
                        <a:pt x="292069" y="88094"/>
                        <a:pt x="316546" y="88094"/>
                        <a:pt x="316546" y="104412"/>
                      </a:cubicBezTo>
                      <a:cubicBezTo>
                        <a:pt x="316546" y="112571"/>
                        <a:pt x="313826" y="112571"/>
                        <a:pt x="311107" y="120730"/>
                      </a:cubicBezTo>
                      <a:cubicBezTo>
                        <a:pt x="305667" y="126170"/>
                        <a:pt x="300228" y="128889"/>
                        <a:pt x="294789" y="128889"/>
                      </a:cubicBezTo>
                      <a:cubicBezTo>
                        <a:pt x="286630" y="131609"/>
                        <a:pt x="278471" y="131609"/>
                        <a:pt x="273032" y="131609"/>
                      </a:cubicBezTo>
                      <a:cubicBezTo>
                        <a:pt x="270312" y="131609"/>
                        <a:pt x="259433" y="131609"/>
                        <a:pt x="243115" y="131609"/>
                      </a:cubicBezTo>
                      <a:lnTo>
                        <a:pt x="243115" y="134329"/>
                      </a:lnTo>
                      <a:cubicBezTo>
                        <a:pt x="245835" y="145207"/>
                        <a:pt x="245835" y="158805"/>
                        <a:pt x="248554" y="169684"/>
                      </a:cubicBezTo>
                      <a:cubicBezTo>
                        <a:pt x="251274" y="180563"/>
                        <a:pt x="251274" y="194161"/>
                        <a:pt x="251274" y="205040"/>
                      </a:cubicBezTo>
                      <a:cubicBezTo>
                        <a:pt x="251274" y="215918"/>
                        <a:pt x="251274" y="226797"/>
                        <a:pt x="251274" y="240395"/>
                      </a:cubicBezTo>
                      <a:cubicBezTo>
                        <a:pt x="251274" y="245834"/>
                        <a:pt x="251274" y="251274"/>
                        <a:pt x="251274" y="256713"/>
                      </a:cubicBezTo>
                      <a:cubicBezTo>
                        <a:pt x="251274" y="262152"/>
                        <a:pt x="251274" y="267592"/>
                        <a:pt x="253994" y="270311"/>
                      </a:cubicBezTo>
                      <a:cubicBezTo>
                        <a:pt x="256713" y="294788"/>
                        <a:pt x="256713" y="319265"/>
                        <a:pt x="259433" y="343742"/>
                      </a:cubicBezTo>
                      <a:cubicBezTo>
                        <a:pt x="259433" y="370939"/>
                        <a:pt x="262153" y="398135"/>
                        <a:pt x="262153" y="425332"/>
                      </a:cubicBezTo>
                      <a:cubicBezTo>
                        <a:pt x="262153" y="447089"/>
                        <a:pt x="262153" y="468846"/>
                        <a:pt x="264872" y="490603"/>
                      </a:cubicBezTo>
                      <a:cubicBezTo>
                        <a:pt x="264872" y="515080"/>
                        <a:pt x="270312" y="539557"/>
                        <a:pt x="270312" y="564034"/>
                      </a:cubicBezTo>
                      <a:cubicBezTo>
                        <a:pt x="270312" y="574913"/>
                        <a:pt x="270312" y="588511"/>
                        <a:pt x="270312" y="599390"/>
                      </a:cubicBezTo>
                      <a:cubicBezTo>
                        <a:pt x="270312" y="612988"/>
                        <a:pt x="270312" y="623867"/>
                        <a:pt x="270312" y="637465"/>
                      </a:cubicBezTo>
                      <a:cubicBezTo>
                        <a:pt x="270312" y="648343"/>
                        <a:pt x="270312" y="661942"/>
                        <a:pt x="264872" y="670101"/>
                      </a:cubicBezTo>
                      <a:cubicBezTo>
                        <a:pt x="273032" y="672820"/>
                        <a:pt x="278471" y="672820"/>
                        <a:pt x="283910" y="672820"/>
                      </a:cubicBezTo>
                      <a:lnTo>
                        <a:pt x="283910" y="672820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56" name="Freeform: Shape 50">
                  <a:extLst>
                    <a:ext uri="{FF2B5EF4-FFF2-40B4-BE49-F238E27FC236}">
                      <a16:creationId xmlns:a16="http://schemas.microsoft.com/office/drawing/2014/main" id="{1BD2D5E4-4B9C-D986-8FFB-13B2FFB54A06}"/>
                    </a:ext>
                  </a:extLst>
                </p:cNvPr>
                <p:cNvSpPr/>
                <p:nvPr/>
              </p:nvSpPr>
              <p:spPr>
                <a:xfrm>
                  <a:off x="8652924" y="4192158"/>
                  <a:ext cx="516735" cy="788700"/>
                </a:xfrm>
                <a:custGeom>
                  <a:avLst/>
                  <a:gdLst>
                    <a:gd name="connsiteX0" fmla="*/ 464616 w 516735"/>
                    <a:gd name="connsiteY0" fmla="*/ 436210 h 788699"/>
                    <a:gd name="connsiteX1" fmla="*/ 445578 w 516735"/>
                    <a:gd name="connsiteY1" fmla="*/ 455248 h 788699"/>
                    <a:gd name="connsiteX2" fmla="*/ 404783 w 516735"/>
                    <a:gd name="connsiteY2" fmla="*/ 466126 h 788699"/>
                    <a:gd name="connsiteX3" fmla="*/ 385746 w 516735"/>
                    <a:gd name="connsiteY3" fmla="*/ 479725 h 788699"/>
                    <a:gd name="connsiteX4" fmla="*/ 388466 w 516735"/>
                    <a:gd name="connsiteY4" fmla="*/ 512361 h 788699"/>
                    <a:gd name="connsiteX5" fmla="*/ 388466 w 516735"/>
                    <a:gd name="connsiteY5" fmla="*/ 544997 h 788699"/>
                    <a:gd name="connsiteX6" fmla="*/ 388466 w 516735"/>
                    <a:gd name="connsiteY6" fmla="*/ 566754 h 788699"/>
                    <a:gd name="connsiteX7" fmla="*/ 391185 w 516735"/>
                    <a:gd name="connsiteY7" fmla="*/ 632026 h 788699"/>
                    <a:gd name="connsiteX8" fmla="*/ 393905 w 516735"/>
                    <a:gd name="connsiteY8" fmla="*/ 683699 h 788699"/>
                    <a:gd name="connsiteX9" fmla="*/ 377587 w 516735"/>
                    <a:gd name="connsiteY9" fmla="*/ 724494 h 788699"/>
                    <a:gd name="connsiteX10" fmla="*/ 361269 w 516735"/>
                    <a:gd name="connsiteY10" fmla="*/ 719054 h 788699"/>
                    <a:gd name="connsiteX11" fmla="*/ 353110 w 516735"/>
                    <a:gd name="connsiteY11" fmla="*/ 702737 h 788699"/>
                    <a:gd name="connsiteX12" fmla="*/ 350390 w 516735"/>
                    <a:gd name="connsiteY12" fmla="*/ 686419 h 788699"/>
                    <a:gd name="connsiteX13" fmla="*/ 353110 w 516735"/>
                    <a:gd name="connsiteY13" fmla="*/ 659222 h 788699"/>
                    <a:gd name="connsiteX14" fmla="*/ 353110 w 516735"/>
                    <a:gd name="connsiteY14" fmla="*/ 656502 h 788699"/>
                    <a:gd name="connsiteX15" fmla="*/ 317754 w 516735"/>
                    <a:gd name="connsiteY15" fmla="*/ 708176 h 788699"/>
                    <a:gd name="connsiteX16" fmla="*/ 241604 w 516735"/>
                    <a:gd name="connsiteY16" fmla="*/ 735372 h 788699"/>
                    <a:gd name="connsiteX17" fmla="*/ 187211 w 516735"/>
                    <a:gd name="connsiteY17" fmla="*/ 727214 h 788699"/>
                    <a:gd name="connsiteX18" fmla="*/ 135537 w 516735"/>
                    <a:gd name="connsiteY18" fmla="*/ 694578 h 788699"/>
                    <a:gd name="connsiteX19" fmla="*/ 86583 w 516735"/>
                    <a:gd name="connsiteY19" fmla="*/ 621147 h 788699"/>
                    <a:gd name="connsiteX20" fmla="*/ 67546 w 516735"/>
                    <a:gd name="connsiteY20" fmla="*/ 555875 h 788699"/>
                    <a:gd name="connsiteX21" fmla="*/ 59387 w 516735"/>
                    <a:gd name="connsiteY21" fmla="*/ 509641 h 788699"/>
                    <a:gd name="connsiteX22" fmla="*/ 59387 w 516735"/>
                    <a:gd name="connsiteY22" fmla="*/ 468846 h 788699"/>
                    <a:gd name="connsiteX23" fmla="*/ 86583 w 516735"/>
                    <a:gd name="connsiteY23" fmla="*/ 302947 h 788699"/>
                    <a:gd name="connsiteX24" fmla="*/ 108341 w 516735"/>
                    <a:gd name="connsiteY24" fmla="*/ 224077 h 788699"/>
                    <a:gd name="connsiteX25" fmla="*/ 146416 w 516735"/>
                    <a:gd name="connsiteY25" fmla="*/ 145207 h 788699"/>
                    <a:gd name="connsiteX26" fmla="*/ 198090 w 516735"/>
                    <a:gd name="connsiteY26" fmla="*/ 85375 h 788699"/>
                    <a:gd name="connsiteX27" fmla="*/ 228006 w 516735"/>
                    <a:gd name="connsiteY27" fmla="*/ 69057 h 788699"/>
                    <a:gd name="connsiteX28" fmla="*/ 268801 w 516735"/>
                    <a:gd name="connsiteY28" fmla="*/ 58178 h 788699"/>
                    <a:gd name="connsiteX29" fmla="*/ 274240 w 516735"/>
                    <a:gd name="connsiteY29" fmla="*/ 58178 h 788699"/>
                    <a:gd name="connsiteX30" fmla="*/ 295997 w 516735"/>
                    <a:gd name="connsiteY30" fmla="*/ 60898 h 788699"/>
                    <a:gd name="connsiteX31" fmla="*/ 331353 w 516735"/>
                    <a:gd name="connsiteY31" fmla="*/ 71776 h 788699"/>
                    <a:gd name="connsiteX32" fmla="*/ 350390 w 516735"/>
                    <a:gd name="connsiteY32" fmla="*/ 93534 h 788699"/>
                    <a:gd name="connsiteX33" fmla="*/ 353110 w 516735"/>
                    <a:gd name="connsiteY33" fmla="*/ 74496 h 788699"/>
                    <a:gd name="connsiteX34" fmla="*/ 358549 w 516735"/>
                    <a:gd name="connsiteY34" fmla="*/ 63618 h 788699"/>
                    <a:gd name="connsiteX35" fmla="*/ 366708 w 516735"/>
                    <a:gd name="connsiteY35" fmla="*/ 58178 h 788699"/>
                    <a:gd name="connsiteX36" fmla="*/ 374867 w 516735"/>
                    <a:gd name="connsiteY36" fmla="*/ 63618 h 788699"/>
                    <a:gd name="connsiteX37" fmla="*/ 383027 w 516735"/>
                    <a:gd name="connsiteY37" fmla="*/ 82655 h 788699"/>
                    <a:gd name="connsiteX38" fmla="*/ 385746 w 516735"/>
                    <a:gd name="connsiteY38" fmla="*/ 126170 h 788699"/>
                    <a:gd name="connsiteX39" fmla="*/ 388466 w 516735"/>
                    <a:gd name="connsiteY39" fmla="*/ 186002 h 788699"/>
                    <a:gd name="connsiteX40" fmla="*/ 391185 w 516735"/>
                    <a:gd name="connsiteY40" fmla="*/ 237676 h 788699"/>
                    <a:gd name="connsiteX41" fmla="*/ 374867 w 516735"/>
                    <a:gd name="connsiteY41" fmla="*/ 278470 h 788699"/>
                    <a:gd name="connsiteX42" fmla="*/ 358549 w 516735"/>
                    <a:gd name="connsiteY42" fmla="*/ 273031 h 788699"/>
                    <a:gd name="connsiteX43" fmla="*/ 350390 w 516735"/>
                    <a:gd name="connsiteY43" fmla="*/ 256713 h 788699"/>
                    <a:gd name="connsiteX44" fmla="*/ 347671 w 516735"/>
                    <a:gd name="connsiteY44" fmla="*/ 240395 h 788699"/>
                    <a:gd name="connsiteX45" fmla="*/ 347671 w 516735"/>
                    <a:gd name="connsiteY45" fmla="*/ 213199 h 788699"/>
                    <a:gd name="connsiteX46" fmla="*/ 344951 w 516735"/>
                    <a:gd name="connsiteY46" fmla="*/ 194161 h 788699"/>
                    <a:gd name="connsiteX47" fmla="*/ 339512 w 516735"/>
                    <a:gd name="connsiteY47" fmla="*/ 150647 h 788699"/>
                    <a:gd name="connsiteX48" fmla="*/ 323194 w 516735"/>
                    <a:gd name="connsiteY48" fmla="*/ 112571 h 788699"/>
                    <a:gd name="connsiteX49" fmla="*/ 293278 w 516735"/>
                    <a:gd name="connsiteY49" fmla="*/ 101693 h 788699"/>
                    <a:gd name="connsiteX50" fmla="*/ 263361 w 516735"/>
                    <a:gd name="connsiteY50" fmla="*/ 120730 h 788699"/>
                    <a:gd name="connsiteX51" fmla="*/ 241604 w 516735"/>
                    <a:gd name="connsiteY51" fmla="*/ 153366 h 788699"/>
                    <a:gd name="connsiteX52" fmla="*/ 233445 w 516735"/>
                    <a:gd name="connsiteY52" fmla="*/ 194161 h 788699"/>
                    <a:gd name="connsiteX53" fmla="*/ 225286 w 516735"/>
                    <a:gd name="connsiteY53" fmla="*/ 232236 h 788699"/>
                    <a:gd name="connsiteX54" fmla="*/ 217127 w 516735"/>
                    <a:gd name="connsiteY54" fmla="*/ 275751 h 788699"/>
                    <a:gd name="connsiteX55" fmla="*/ 211688 w 516735"/>
                    <a:gd name="connsiteY55" fmla="*/ 316545 h 788699"/>
                    <a:gd name="connsiteX56" fmla="*/ 206249 w 516735"/>
                    <a:gd name="connsiteY56" fmla="*/ 354621 h 788699"/>
                    <a:gd name="connsiteX57" fmla="*/ 200809 w 516735"/>
                    <a:gd name="connsiteY57" fmla="*/ 398135 h 788699"/>
                    <a:gd name="connsiteX58" fmla="*/ 195370 w 516735"/>
                    <a:gd name="connsiteY58" fmla="*/ 438930 h 788699"/>
                    <a:gd name="connsiteX59" fmla="*/ 192650 w 516735"/>
                    <a:gd name="connsiteY59" fmla="*/ 474286 h 788699"/>
                    <a:gd name="connsiteX60" fmla="*/ 195370 w 516735"/>
                    <a:gd name="connsiteY60" fmla="*/ 525959 h 788699"/>
                    <a:gd name="connsiteX61" fmla="*/ 208968 w 516735"/>
                    <a:gd name="connsiteY61" fmla="*/ 596670 h 788699"/>
                    <a:gd name="connsiteX62" fmla="*/ 214407 w 516735"/>
                    <a:gd name="connsiteY62" fmla="*/ 623867 h 788699"/>
                    <a:gd name="connsiteX63" fmla="*/ 228006 w 516735"/>
                    <a:gd name="connsiteY63" fmla="*/ 656502 h 788699"/>
                    <a:gd name="connsiteX64" fmla="*/ 271520 w 516735"/>
                    <a:gd name="connsiteY64" fmla="*/ 689138 h 788699"/>
                    <a:gd name="connsiteX65" fmla="*/ 306876 w 516735"/>
                    <a:gd name="connsiteY65" fmla="*/ 664661 h 788699"/>
                    <a:gd name="connsiteX66" fmla="*/ 331353 w 516735"/>
                    <a:gd name="connsiteY66" fmla="*/ 602109 h 788699"/>
                    <a:gd name="connsiteX67" fmla="*/ 336792 w 516735"/>
                    <a:gd name="connsiteY67" fmla="*/ 544997 h 788699"/>
                    <a:gd name="connsiteX68" fmla="*/ 336792 w 516735"/>
                    <a:gd name="connsiteY68" fmla="*/ 498762 h 788699"/>
                    <a:gd name="connsiteX69" fmla="*/ 336792 w 516735"/>
                    <a:gd name="connsiteY69" fmla="*/ 490603 h 788699"/>
                    <a:gd name="connsiteX70" fmla="*/ 320474 w 516735"/>
                    <a:gd name="connsiteY70" fmla="*/ 477005 h 788699"/>
                    <a:gd name="connsiteX71" fmla="*/ 282399 w 516735"/>
                    <a:gd name="connsiteY71" fmla="*/ 479725 h 788699"/>
                    <a:gd name="connsiteX72" fmla="*/ 252483 w 516735"/>
                    <a:gd name="connsiteY72" fmla="*/ 474286 h 788699"/>
                    <a:gd name="connsiteX73" fmla="*/ 247044 w 516735"/>
                    <a:gd name="connsiteY73" fmla="*/ 466126 h 788699"/>
                    <a:gd name="connsiteX74" fmla="*/ 249763 w 516735"/>
                    <a:gd name="connsiteY74" fmla="*/ 457968 h 788699"/>
                    <a:gd name="connsiteX75" fmla="*/ 268801 w 516735"/>
                    <a:gd name="connsiteY75" fmla="*/ 447089 h 788699"/>
                    <a:gd name="connsiteX76" fmla="*/ 312315 w 516735"/>
                    <a:gd name="connsiteY76" fmla="*/ 436210 h 788699"/>
                    <a:gd name="connsiteX77" fmla="*/ 353110 w 516735"/>
                    <a:gd name="connsiteY77" fmla="*/ 430771 h 788699"/>
                    <a:gd name="connsiteX78" fmla="*/ 385746 w 516735"/>
                    <a:gd name="connsiteY78" fmla="*/ 430771 h 788699"/>
                    <a:gd name="connsiteX79" fmla="*/ 437420 w 516735"/>
                    <a:gd name="connsiteY79" fmla="*/ 428051 h 788699"/>
                    <a:gd name="connsiteX80" fmla="*/ 464616 w 516735"/>
                    <a:gd name="connsiteY80" fmla="*/ 436210 h 788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</a:cxnLst>
                  <a:rect l="l" t="t" r="r" b="b"/>
                  <a:pathLst>
                    <a:path w="516735" h="788699">
                      <a:moveTo>
                        <a:pt x="464616" y="436210"/>
                      </a:moveTo>
                      <a:cubicBezTo>
                        <a:pt x="464616" y="447089"/>
                        <a:pt x="453738" y="452528"/>
                        <a:pt x="445578" y="455248"/>
                      </a:cubicBezTo>
                      <a:cubicBezTo>
                        <a:pt x="434700" y="460687"/>
                        <a:pt x="415662" y="463407"/>
                        <a:pt x="404783" y="466126"/>
                      </a:cubicBezTo>
                      <a:cubicBezTo>
                        <a:pt x="393905" y="466126"/>
                        <a:pt x="385746" y="468846"/>
                        <a:pt x="385746" y="479725"/>
                      </a:cubicBezTo>
                      <a:cubicBezTo>
                        <a:pt x="385746" y="487884"/>
                        <a:pt x="388466" y="506921"/>
                        <a:pt x="388466" y="512361"/>
                      </a:cubicBezTo>
                      <a:cubicBezTo>
                        <a:pt x="388466" y="515080"/>
                        <a:pt x="388466" y="539557"/>
                        <a:pt x="388466" y="544997"/>
                      </a:cubicBezTo>
                      <a:cubicBezTo>
                        <a:pt x="388466" y="550436"/>
                        <a:pt x="388466" y="558595"/>
                        <a:pt x="388466" y="566754"/>
                      </a:cubicBezTo>
                      <a:cubicBezTo>
                        <a:pt x="388466" y="591231"/>
                        <a:pt x="388466" y="621147"/>
                        <a:pt x="391185" y="632026"/>
                      </a:cubicBezTo>
                      <a:cubicBezTo>
                        <a:pt x="393905" y="653783"/>
                        <a:pt x="393905" y="661942"/>
                        <a:pt x="393905" y="683699"/>
                      </a:cubicBezTo>
                      <a:cubicBezTo>
                        <a:pt x="393905" y="694578"/>
                        <a:pt x="393905" y="724494"/>
                        <a:pt x="377587" y="724494"/>
                      </a:cubicBezTo>
                      <a:cubicBezTo>
                        <a:pt x="369428" y="724494"/>
                        <a:pt x="366708" y="721774"/>
                        <a:pt x="361269" y="719054"/>
                      </a:cubicBezTo>
                      <a:cubicBezTo>
                        <a:pt x="355830" y="716335"/>
                        <a:pt x="353110" y="708176"/>
                        <a:pt x="353110" y="702737"/>
                      </a:cubicBezTo>
                      <a:cubicBezTo>
                        <a:pt x="350390" y="694578"/>
                        <a:pt x="350390" y="689138"/>
                        <a:pt x="350390" y="686419"/>
                      </a:cubicBezTo>
                      <a:cubicBezTo>
                        <a:pt x="350390" y="678260"/>
                        <a:pt x="353110" y="672820"/>
                        <a:pt x="353110" y="659222"/>
                      </a:cubicBezTo>
                      <a:lnTo>
                        <a:pt x="353110" y="656502"/>
                      </a:lnTo>
                      <a:cubicBezTo>
                        <a:pt x="347671" y="675540"/>
                        <a:pt x="334073" y="694578"/>
                        <a:pt x="317754" y="708176"/>
                      </a:cubicBezTo>
                      <a:cubicBezTo>
                        <a:pt x="293278" y="727214"/>
                        <a:pt x="274240" y="735372"/>
                        <a:pt x="241604" y="735372"/>
                      </a:cubicBezTo>
                      <a:cubicBezTo>
                        <a:pt x="222566" y="735372"/>
                        <a:pt x="203529" y="732653"/>
                        <a:pt x="187211" y="727214"/>
                      </a:cubicBezTo>
                      <a:cubicBezTo>
                        <a:pt x="165454" y="719054"/>
                        <a:pt x="149136" y="708176"/>
                        <a:pt x="135537" y="694578"/>
                      </a:cubicBezTo>
                      <a:cubicBezTo>
                        <a:pt x="113780" y="672820"/>
                        <a:pt x="100182" y="648343"/>
                        <a:pt x="86583" y="621147"/>
                      </a:cubicBezTo>
                      <a:cubicBezTo>
                        <a:pt x="75705" y="599390"/>
                        <a:pt x="70266" y="580352"/>
                        <a:pt x="67546" y="555875"/>
                      </a:cubicBezTo>
                      <a:cubicBezTo>
                        <a:pt x="64826" y="539557"/>
                        <a:pt x="62107" y="525959"/>
                        <a:pt x="59387" y="509641"/>
                      </a:cubicBezTo>
                      <a:cubicBezTo>
                        <a:pt x="56667" y="493323"/>
                        <a:pt x="59387" y="485164"/>
                        <a:pt x="59387" y="468846"/>
                      </a:cubicBezTo>
                      <a:cubicBezTo>
                        <a:pt x="59387" y="414453"/>
                        <a:pt x="72985" y="362780"/>
                        <a:pt x="86583" y="302947"/>
                      </a:cubicBezTo>
                      <a:cubicBezTo>
                        <a:pt x="92023" y="275751"/>
                        <a:pt x="100182" y="248554"/>
                        <a:pt x="108341" y="224077"/>
                      </a:cubicBezTo>
                      <a:cubicBezTo>
                        <a:pt x="116500" y="196881"/>
                        <a:pt x="130098" y="169684"/>
                        <a:pt x="146416" y="145207"/>
                      </a:cubicBezTo>
                      <a:cubicBezTo>
                        <a:pt x="160014" y="123450"/>
                        <a:pt x="176332" y="101693"/>
                        <a:pt x="198090" y="85375"/>
                      </a:cubicBezTo>
                      <a:cubicBezTo>
                        <a:pt x="206249" y="77216"/>
                        <a:pt x="217127" y="71776"/>
                        <a:pt x="228006" y="69057"/>
                      </a:cubicBezTo>
                      <a:cubicBezTo>
                        <a:pt x="241604" y="63618"/>
                        <a:pt x="255202" y="58178"/>
                        <a:pt x="268801" y="58178"/>
                      </a:cubicBezTo>
                      <a:cubicBezTo>
                        <a:pt x="271520" y="58178"/>
                        <a:pt x="274240" y="58178"/>
                        <a:pt x="274240" y="58178"/>
                      </a:cubicBezTo>
                      <a:cubicBezTo>
                        <a:pt x="279679" y="58178"/>
                        <a:pt x="285119" y="58178"/>
                        <a:pt x="295997" y="60898"/>
                      </a:cubicBezTo>
                      <a:cubicBezTo>
                        <a:pt x="309595" y="63618"/>
                        <a:pt x="320474" y="66337"/>
                        <a:pt x="331353" y="71776"/>
                      </a:cubicBezTo>
                      <a:cubicBezTo>
                        <a:pt x="339512" y="77216"/>
                        <a:pt x="347671" y="85375"/>
                        <a:pt x="350390" y="93534"/>
                      </a:cubicBezTo>
                      <a:cubicBezTo>
                        <a:pt x="350390" y="88095"/>
                        <a:pt x="353110" y="79936"/>
                        <a:pt x="353110" y="74496"/>
                      </a:cubicBezTo>
                      <a:cubicBezTo>
                        <a:pt x="355830" y="71776"/>
                        <a:pt x="355830" y="69057"/>
                        <a:pt x="358549" y="63618"/>
                      </a:cubicBezTo>
                      <a:cubicBezTo>
                        <a:pt x="361269" y="60898"/>
                        <a:pt x="363989" y="58178"/>
                        <a:pt x="366708" y="58178"/>
                      </a:cubicBezTo>
                      <a:cubicBezTo>
                        <a:pt x="369428" y="58178"/>
                        <a:pt x="372148" y="60898"/>
                        <a:pt x="374867" y="63618"/>
                      </a:cubicBezTo>
                      <a:cubicBezTo>
                        <a:pt x="377587" y="69057"/>
                        <a:pt x="380307" y="77216"/>
                        <a:pt x="383027" y="82655"/>
                      </a:cubicBezTo>
                      <a:cubicBezTo>
                        <a:pt x="383027" y="90814"/>
                        <a:pt x="385746" y="107132"/>
                        <a:pt x="385746" y="126170"/>
                      </a:cubicBezTo>
                      <a:cubicBezTo>
                        <a:pt x="385746" y="150647"/>
                        <a:pt x="385746" y="177843"/>
                        <a:pt x="388466" y="186002"/>
                      </a:cubicBezTo>
                      <a:cubicBezTo>
                        <a:pt x="391185" y="207759"/>
                        <a:pt x="391185" y="215918"/>
                        <a:pt x="391185" y="237676"/>
                      </a:cubicBezTo>
                      <a:cubicBezTo>
                        <a:pt x="391185" y="248554"/>
                        <a:pt x="391185" y="278470"/>
                        <a:pt x="374867" y="278470"/>
                      </a:cubicBezTo>
                      <a:cubicBezTo>
                        <a:pt x="366708" y="278470"/>
                        <a:pt x="363989" y="275751"/>
                        <a:pt x="358549" y="273031"/>
                      </a:cubicBezTo>
                      <a:cubicBezTo>
                        <a:pt x="353110" y="270311"/>
                        <a:pt x="350390" y="262152"/>
                        <a:pt x="350390" y="256713"/>
                      </a:cubicBezTo>
                      <a:cubicBezTo>
                        <a:pt x="350390" y="251274"/>
                        <a:pt x="347671" y="245834"/>
                        <a:pt x="347671" y="240395"/>
                      </a:cubicBezTo>
                      <a:cubicBezTo>
                        <a:pt x="347671" y="232236"/>
                        <a:pt x="347671" y="224077"/>
                        <a:pt x="347671" y="213199"/>
                      </a:cubicBezTo>
                      <a:cubicBezTo>
                        <a:pt x="347671" y="207759"/>
                        <a:pt x="347671" y="199600"/>
                        <a:pt x="344951" y="194161"/>
                      </a:cubicBezTo>
                      <a:cubicBezTo>
                        <a:pt x="342232" y="180563"/>
                        <a:pt x="342232" y="164245"/>
                        <a:pt x="339512" y="150647"/>
                      </a:cubicBezTo>
                      <a:cubicBezTo>
                        <a:pt x="336792" y="137048"/>
                        <a:pt x="331353" y="123450"/>
                        <a:pt x="323194" y="112571"/>
                      </a:cubicBezTo>
                      <a:cubicBezTo>
                        <a:pt x="317754" y="104412"/>
                        <a:pt x="304156" y="101693"/>
                        <a:pt x="293278" y="101693"/>
                      </a:cubicBezTo>
                      <a:cubicBezTo>
                        <a:pt x="279679" y="101693"/>
                        <a:pt x="271520" y="109852"/>
                        <a:pt x="263361" y="120730"/>
                      </a:cubicBezTo>
                      <a:cubicBezTo>
                        <a:pt x="257922" y="131609"/>
                        <a:pt x="247044" y="139768"/>
                        <a:pt x="241604" y="153366"/>
                      </a:cubicBezTo>
                      <a:cubicBezTo>
                        <a:pt x="236165" y="166964"/>
                        <a:pt x="233445" y="180563"/>
                        <a:pt x="233445" y="194161"/>
                      </a:cubicBezTo>
                      <a:cubicBezTo>
                        <a:pt x="233445" y="207759"/>
                        <a:pt x="230725" y="218638"/>
                        <a:pt x="225286" y="232236"/>
                      </a:cubicBezTo>
                      <a:cubicBezTo>
                        <a:pt x="219847" y="245834"/>
                        <a:pt x="219847" y="262152"/>
                        <a:pt x="217127" y="275751"/>
                      </a:cubicBezTo>
                      <a:cubicBezTo>
                        <a:pt x="214407" y="289349"/>
                        <a:pt x="214407" y="302947"/>
                        <a:pt x="211688" y="316545"/>
                      </a:cubicBezTo>
                      <a:cubicBezTo>
                        <a:pt x="211688" y="330144"/>
                        <a:pt x="206249" y="341022"/>
                        <a:pt x="206249" y="354621"/>
                      </a:cubicBezTo>
                      <a:cubicBezTo>
                        <a:pt x="203529" y="368219"/>
                        <a:pt x="203529" y="381817"/>
                        <a:pt x="200809" y="398135"/>
                      </a:cubicBezTo>
                      <a:cubicBezTo>
                        <a:pt x="198090" y="411733"/>
                        <a:pt x="198090" y="425332"/>
                        <a:pt x="195370" y="438930"/>
                      </a:cubicBezTo>
                      <a:cubicBezTo>
                        <a:pt x="195370" y="449809"/>
                        <a:pt x="192650" y="463407"/>
                        <a:pt x="192650" y="474286"/>
                      </a:cubicBezTo>
                      <a:cubicBezTo>
                        <a:pt x="192650" y="490603"/>
                        <a:pt x="195370" y="509641"/>
                        <a:pt x="195370" y="525959"/>
                      </a:cubicBezTo>
                      <a:cubicBezTo>
                        <a:pt x="195370" y="550436"/>
                        <a:pt x="203529" y="572193"/>
                        <a:pt x="208968" y="596670"/>
                      </a:cubicBezTo>
                      <a:cubicBezTo>
                        <a:pt x="211688" y="604829"/>
                        <a:pt x="211688" y="615708"/>
                        <a:pt x="214407" y="623867"/>
                      </a:cubicBezTo>
                      <a:cubicBezTo>
                        <a:pt x="217127" y="634745"/>
                        <a:pt x="222566" y="645624"/>
                        <a:pt x="228006" y="656502"/>
                      </a:cubicBezTo>
                      <a:cubicBezTo>
                        <a:pt x="236165" y="670101"/>
                        <a:pt x="252483" y="689138"/>
                        <a:pt x="271520" y="689138"/>
                      </a:cubicBezTo>
                      <a:cubicBezTo>
                        <a:pt x="287838" y="689138"/>
                        <a:pt x="298717" y="675540"/>
                        <a:pt x="306876" y="664661"/>
                      </a:cubicBezTo>
                      <a:cubicBezTo>
                        <a:pt x="320474" y="645624"/>
                        <a:pt x="325914" y="623867"/>
                        <a:pt x="331353" y="602109"/>
                      </a:cubicBezTo>
                      <a:cubicBezTo>
                        <a:pt x="334073" y="583072"/>
                        <a:pt x="336792" y="564034"/>
                        <a:pt x="336792" y="544997"/>
                      </a:cubicBezTo>
                      <a:cubicBezTo>
                        <a:pt x="336792" y="531398"/>
                        <a:pt x="336792" y="512361"/>
                        <a:pt x="336792" y="498762"/>
                      </a:cubicBezTo>
                      <a:cubicBezTo>
                        <a:pt x="336792" y="496043"/>
                        <a:pt x="336792" y="493323"/>
                        <a:pt x="336792" y="490603"/>
                      </a:cubicBezTo>
                      <a:cubicBezTo>
                        <a:pt x="336792" y="479725"/>
                        <a:pt x="336792" y="477005"/>
                        <a:pt x="320474" y="477005"/>
                      </a:cubicBezTo>
                      <a:cubicBezTo>
                        <a:pt x="309595" y="477005"/>
                        <a:pt x="295997" y="479725"/>
                        <a:pt x="282399" y="479725"/>
                      </a:cubicBezTo>
                      <a:cubicBezTo>
                        <a:pt x="271520" y="479725"/>
                        <a:pt x="260642" y="479725"/>
                        <a:pt x="252483" y="474286"/>
                      </a:cubicBezTo>
                      <a:cubicBezTo>
                        <a:pt x="249763" y="471566"/>
                        <a:pt x="247044" y="468846"/>
                        <a:pt x="247044" y="466126"/>
                      </a:cubicBezTo>
                      <a:cubicBezTo>
                        <a:pt x="247044" y="463407"/>
                        <a:pt x="247044" y="460687"/>
                        <a:pt x="249763" y="457968"/>
                      </a:cubicBezTo>
                      <a:cubicBezTo>
                        <a:pt x="255202" y="452528"/>
                        <a:pt x="260642" y="449809"/>
                        <a:pt x="268801" y="447089"/>
                      </a:cubicBezTo>
                      <a:cubicBezTo>
                        <a:pt x="282399" y="441650"/>
                        <a:pt x="295997" y="438930"/>
                        <a:pt x="312315" y="436210"/>
                      </a:cubicBezTo>
                      <a:cubicBezTo>
                        <a:pt x="325914" y="433491"/>
                        <a:pt x="339512" y="433491"/>
                        <a:pt x="353110" y="430771"/>
                      </a:cubicBezTo>
                      <a:cubicBezTo>
                        <a:pt x="363989" y="430771"/>
                        <a:pt x="374867" y="430771"/>
                        <a:pt x="385746" y="430771"/>
                      </a:cubicBezTo>
                      <a:cubicBezTo>
                        <a:pt x="402064" y="430771"/>
                        <a:pt x="426541" y="428051"/>
                        <a:pt x="437420" y="428051"/>
                      </a:cubicBezTo>
                      <a:cubicBezTo>
                        <a:pt x="451018" y="422612"/>
                        <a:pt x="464616" y="425332"/>
                        <a:pt x="464616" y="436210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57" name="Freeform: Shape 51">
                  <a:extLst>
                    <a:ext uri="{FF2B5EF4-FFF2-40B4-BE49-F238E27FC236}">
                      <a16:creationId xmlns:a16="http://schemas.microsoft.com/office/drawing/2014/main" id="{35F03EE7-2D8A-4948-F122-0C0C0B30A68B}"/>
                    </a:ext>
                  </a:extLst>
                </p:cNvPr>
                <p:cNvSpPr/>
                <p:nvPr/>
              </p:nvSpPr>
              <p:spPr>
                <a:xfrm>
                  <a:off x="9053923" y="4178559"/>
                  <a:ext cx="625521" cy="788700"/>
                </a:xfrm>
                <a:custGeom>
                  <a:avLst/>
                  <a:gdLst>
                    <a:gd name="connsiteX0" fmla="*/ 536838 w 625521"/>
                    <a:gd name="connsiteY0" fmla="*/ 680979 h 788699"/>
                    <a:gd name="connsiteX1" fmla="*/ 574913 w 625521"/>
                    <a:gd name="connsiteY1" fmla="*/ 697297 h 788699"/>
                    <a:gd name="connsiteX2" fmla="*/ 566755 w 625521"/>
                    <a:gd name="connsiteY2" fmla="*/ 713615 h 788699"/>
                    <a:gd name="connsiteX3" fmla="*/ 550437 w 625521"/>
                    <a:gd name="connsiteY3" fmla="*/ 721774 h 788699"/>
                    <a:gd name="connsiteX4" fmla="*/ 528680 w 625521"/>
                    <a:gd name="connsiteY4" fmla="*/ 724494 h 788699"/>
                    <a:gd name="connsiteX5" fmla="*/ 417174 w 625521"/>
                    <a:gd name="connsiteY5" fmla="*/ 724494 h 788699"/>
                    <a:gd name="connsiteX6" fmla="*/ 398136 w 625521"/>
                    <a:gd name="connsiteY6" fmla="*/ 724494 h 788699"/>
                    <a:gd name="connsiteX7" fmla="*/ 373659 w 625521"/>
                    <a:gd name="connsiteY7" fmla="*/ 724494 h 788699"/>
                    <a:gd name="connsiteX8" fmla="*/ 346462 w 625521"/>
                    <a:gd name="connsiteY8" fmla="*/ 719054 h 788699"/>
                    <a:gd name="connsiteX9" fmla="*/ 330144 w 625521"/>
                    <a:gd name="connsiteY9" fmla="*/ 702737 h 788699"/>
                    <a:gd name="connsiteX10" fmla="*/ 335584 w 625521"/>
                    <a:gd name="connsiteY10" fmla="*/ 694578 h 788699"/>
                    <a:gd name="connsiteX11" fmla="*/ 357341 w 625521"/>
                    <a:gd name="connsiteY11" fmla="*/ 686419 h 788699"/>
                    <a:gd name="connsiteX12" fmla="*/ 395416 w 625521"/>
                    <a:gd name="connsiteY12" fmla="*/ 680979 h 788699"/>
                    <a:gd name="connsiteX13" fmla="*/ 381817 w 625521"/>
                    <a:gd name="connsiteY13" fmla="*/ 656502 h 788699"/>
                    <a:gd name="connsiteX14" fmla="*/ 379098 w 625521"/>
                    <a:gd name="connsiteY14" fmla="*/ 585791 h 788699"/>
                    <a:gd name="connsiteX15" fmla="*/ 379098 w 625521"/>
                    <a:gd name="connsiteY15" fmla="*/ 517800 h 788699"/>
                    <a:gd name="connsiteX16" fmla="*/ 379098 w 625521"/>
                    <a:gd name="connsiteY16" fmla="*/ 474286 h 788699"/>
                    <a:gd name="connsiteX17" fmla="*/ 379098 w 625521"/>
                    <a:gd name="connsiteY17" fmla="*/ 430771 h 788699"/>
                    <a:gd name="connsiteX18" fmla="*/ 381817 w 625521"/>
                    <a:gd name="connsiteY18" fmla="*/ 411733 h 788699"/>
                    <a:gd name="connsiteX19" fmla="*/ 379098 w 625521"/>
                    <a:gd name="connsiteY19" fmla="*/ 400855 h 788699"/>
                    <a:gd name="connsiteX20" fmla="*/ 370939 w 625521"/>
                    <a:gd name="connsiteY20" fmla="*/ 398135 h 788699"/>
                    <a:gd name="connsiteX21" fmla="*/ 338304 w 625521"/>
                    <a:gd name="connsiteY21" fmla="*/ 400855 h 788699"/>
                    <a:gd name="connsiteX22" fmla="*/ 289349 w 625521"/>
                    <a:gd name="connsiteY22" fmla="*/ 403575 h 788699"/>
                    <a:gd name="connsiteX23" fmla="*/ 264872 w 625521"/>
                    <a:gd name="connsiteY23" fmla="*/ 400855 h 788699"/>
                    <a:gd name="connsiteX24" fmla="*/ 259433 w 625521"/>
                    <a:gd name="connsiteY24" fmla="*/ 406294 h 788699"/>
                    <a:gd name="connsiteX25" fmla="*/ 259433 w 625521"/>
                    <a:gd name="connsiteY25" fmla="*/ 425332 h 788699"/>
                    <a:gd name="connsiteX26" fmla="*/ 259433 w 625521"/>
                    <a:gd name="connsiteY26" fmla="*/ 449809 h 788699"/>
                    <a:gd name="connsiteX27" fmla="*/ 259433 w 625521"/>
                    <a:gd name="connsiteY27" fmla="*/ 471566 h 788699"/>
                    <a:gd name="connsiteX28" fmla="*/ 259433 w 625521"/>
                    <a:gd name="connsiteY28" fmla="*/ 504202 h 788699"/>
                    <a:gd name="connsiteX29" fmla="*/ 259433 w 625521"/>
                    <a:gd name="connsiteY29" fmla="*/ 509641 h 788699"/>
                    <a:gd name="connsiteX30" fmla="*/ 256714 w 625521"/>
                    <a:gd name="connsiteY30" fmla="*/ 542277 h 788699"/>
                    <a:gd name="connsiteX31" fmla="*/ 256714 w 625521"/>
                    <a:gd name="connsiteY31" fmla="*/ 577632 h 788699"/>
                    <a:gd name="connsiteX32" fmla="*/ 256714 w 625521"/>
                    <a:gd name="connsiteY32" fmla="*/ 612988 h 788699"/>
                    <a:gd name="connsiteX33" fmla="*/ 253994 w 625521"/>
                    <a:gd name="connsiteY33" fmla="*/ 656502 h 788699"/>
                    <a:gd name="connsiteX34" fmla="*/ 256714 w 625521"/>
                    <a:gd name="connsiteY34" fmla="*/ 678260 h 788699"/>
                    <a:gd name="connsiteX35" fmla="*/ 286629 w 625521"/>
                    <a:gd name="connsiteY35" fmla="*/ 694578 h 788699"/>
                    <a:gd name="connsiteX36" fmla="*/ 281191 w 625521"/>
                    <a:gd name="connsiteY36" fmla="*/ 710895 h 788699"/>
                    <a:gd name="connsiteX37" fmla="*/ 264872 w 625521"/>
                    <a:gd name="connsiteY37" fmla="*/ 719054 h 788699"/>
                    <a:gd name="connsiteX38" fmla="*/ 243116 w 625521"/>
                    <a:gd name="connsiteY38" fmla="*/ 721774 h 788699"/>
                    <a:gd name="connsiteX39" fmla="*/ 243116 w 625521"/>
                    <a:gd name="connsiteY39" fmla="*/ 721774 h 788699"/>
                    <a:gd name="connsiteX40" fmla="*/ 232236 w 625521"/>
                    <a:gd name="connsiteY40" fmla="*/ 727214 h 788699"/>
                    <a:gd name="connsiteX41" fmla="*/ 224078 w 625521"/>
                    <a:gd name="connsiteY41" fmla="*/ 735372 h 788699"/>
                    <a:gd name="connsiteX42" fmla="*/ 213199 w 625521"/>
                    <a:gd name="connsiteY42" fmla="*/ 738092 h 788699"/>
                    <a:gd name="connsiteX43" fmla="*/ 183283 w 625521"/>
                    <a:gd name="connsiteY43" fmla="*/ 727214 h 788699"/>
                    <a:gd name="connsiteX44" fmla="*/ 175124 w 625521"/>
                    <a:gd name="connsiteY44" fmla="*/ 719054 h 788699"/>
                    <a:gd name="connsiteX45" fmla="*/ 145208 w 625521"/>
                    <a:gd name="connsiteY45" fmla="*/ 719054 h 788699"/>
                    <a:gd name="connsiteX46" fmla="*/ 126170 w 625521"/>
                    <a:gd name="connsiteY46" fmla="*/ 719054 h 788699"/>
                    <a:gd name="connsiteX47" fmla="*/ 101693 w 625521"/>
                    <a:gd name="connsiteY47" fmla="*/ 719054 h 788699"/>
                    <a:gd name="connsiteX48" fmla="*/ 74496 w 625521"/>
                    <a:gd name="connsiteY48" fmla="*/ 713615 h 788699"/>
                    <a:gd name="connsiteX49" fmla="*/ 58178 w 625521"/>
                    <a:gd name="connsiteY49" fmla="*/ 697297 h 788699"/>
                    <a:gd name="connsiteX50" fmla="*/ 63618 w 625521"/>
                    <a:gd name="connsiteY50" fmla="*/ 689138 h 788699"/>
                    <a:gd name="connsiteX51" fmla="*/ 85375 w 625521"/>
                    <a:gd name="connsiteY51" fmla="*/ 680979 h 788699"/>
                    <a:gd name="connsiteX52" fmla="*/ 131609 w 625521"/>
                    <a:gd name="connsiteY52" fmla="*/ 675540 h 788699"/>
                    <a:gd name="connsiteX53" fmla="*/ 131609 w 625521"/>
                    <a:gd name="connsiteY53" fmla="*/ 667381 h 788699"/>
                    <a:gd name="connsiteX54" fmla="*/ 131609 w 625521"/>
                    <a:gd name="connsiteY54" fmla="*/ 651063 h 788699"/>
                    <a:gd name="connsiteX55" fmla="*/ 131609 w 625521"/>
                    <a:gd name="connsiteY55" fmla="*/ 618427 h 788699"/>
                    <a:gd name="connsiteX56" fmla="*/ 131609 w 625521"/>
                    <a:gd name="connsiteY56" fmla="*/ 580352 h 788699"/>
                    <a:gd name="connsiteX57" fmla="*/ 131609 w 625521"/>
                    <a:gd name="connsiteY57" fmla="*/ 531398 h 788699"/>
                    <a:gd name="connsiteX58" fmla="*/ 131609 w 625521"/>
                    <a:gd name="connsiteY58" fmla="*/ 466126 h 788699"/>
                    <a:gd name="connsiteX59" fmla="*/ 131609 w 625521"/>
                    <a:gd name="connsiteY59" fmla="*/ 422612 h 788699"/>
                    <a:gd name="connsiteX60" fmla="*/ 131609 w 625521"/>
                    <a:gd name="connsiteY60" fmla="*/ 411733 h 788699"/>
                    <a:gd name="connsiteX61" fmla="*/ 131609 w 625521"/>
                    <a:gd name="connsiteY61" fmla="*/ 398135 h 788699"/>
                    <a:gd name="connsiteX62" fmla="*/ 126170 w 625521"/>
                    <a:gd name="connsiteY62" fmla="*/ 389976 h 788699"/>
                    <a:gd name="connsiteX63" fmla="*/ 101693 w 625521"/>
                    <a:gd name="connsiteY63" fmla="*/ 387257 h 788699"/>
                    <a:gd name="connsiteX64" fmla="*/ 77216 w 625521"/>
                    <a:gd name="connsiteY64" fmla="*/ 376378 h 788699"/>
                    <a:gd name="connsiteX65" fmla="*/ 82655 w 625521"/>
                    <a:gd name="connsiteY65" fmla="*/ 368219 h 788699"/>
                    <a:gd name="connsiteX66" fmla="*/ 98973 w 625521"/>
                    <a:gd name="connsiteY66" fmla="*/ 360060 h 788699"/>
                    <a:gd name="connsiteX67" fmla="*/ 118011 w 625521"/>
                    <a:gd name="connsiteY67" fmla="*/ 357340 h 788699"/>
                    <a:gd name="connsiteX68" fmla="*/ 131609 w 625521"/>
                    <a:gd name="connsiteY68" fmla="*/ 351901 h 788699"/>
                    <a:gd name="connsiteX69" fmla="*/ 131609 w 625521"/>
                    <a:gd name="connsiteY69" fmla="*/ 343742 h 788699"/>
                    <a:gd name="connsiteX70" fmla="*/ 131609 w 625521"/>
                    <a:gd name="connsiteY70" fmla="*/ 270311 h 788699"/>
                    <a:gd name="connsiteX71" fmla="*/ 137048 w 625521"/>
                    <a:gd name="connsiteY71" fmla="*/ 145207 h 788699"/>
                    <a:gd name="connsiteX72" fmla="*/ 139768 w 625521"/>
                    <a:gd name="connsiteY72" fmla="*/ 123450 h 788699"/>
                    <a:gd name="connsiteX73" fmla="*/ 123450 w 625521"/>
                    <a:gd name="connsiteY73" fmla="*/ 123450 h 788699"/>
                    <a:gd name="connsiteX74" fmla="*/ 118011 w 625521"/>
                    <a:gd name="connsiteY74" fmla="*/ 123450 h 788699"/>
                    <a:gd name="connsiteX75" fmla="*/ 101693 w 625521"/>
                    <a:gd name="connsiteY75" fmla="*/ 123450 h 788699"/>
                    <a:gd name="connsiteX76" fmla="*/ 74496 w 625521"/>
                    <a:gd name="connsiteY76" fmla="*/ 118011 h 788699"/>
                    <a:gd name="connsiteX77" fmla="*/ 58178 w 625521"/>
                    <a:gd name="connsiteY77" fmla="*/ 101693 h 788699"/>
                    <a:gd name="connsiteX78" fmla="*/ 63618 w 625521"/>
                    <a:gd name="connsiteY78" fmla="*/ 93534 h 788699"/>
                    <a:gd name="connsiteX79" fmla="*/ 85375 w 625521"/>
                    <a:gd name="connsiteY79" fmla="*/ 85375 h 788699"/>
                    <a:gd name="connsiteX80" fmla="*/ 137048 w 625521"/>
                    <a:gd name="connsiteY80" fmla="*/ 82655 h 788699"/>
                    <a:gd name="connsiteX81" fmla="*/ 147927 w 625521"/>
                    <a:gd name="connsiteY81" fmla="*/ 82655 h 788699"/>
                    <a:gd name="connsiteX82" fmla="*/ 186003 w 625521"/>
                    <a:gd name="connsiteY82" fmla="*/ 58178 h 788699"/>
                    <a:gd name="connsiteX83" fmla="*/ 226797 w 625521"/>
                    <a:gd name="connsiteY83" fmla="*/ 79936 h 788699"/>
                    <a:gd name="connsiteX84" fmla="*/ 253994 w 625521"/>
                    <a:gd name="connsiteY84" fmla="*/ 79936 h 788699"/>
                    <a:gd name="connsiteX85" fmla="*/ 294789 w 625521"/>
                    <a:gd name="connsiteY85" fmla="*/ 96253 h 788699"/>
                    <a:gd name="connsiteX86" fmla="*/ 283910 w 625521"/>
                    <a:gd name="connsiteY86" fmla="*/ 112571 h 788699"/>
                    <a:gd name="connsiteX87" fmla="*/ 267592 w 625521"/>
                    <a:gd name="connsiteY87" fmla="*/ 120730 h 788699"/>
                    <a:gd name="connsiteX88" fmla="*/ 245835 w 625521"/>
                    <a:gd name="connsiteY88" fmla="*/ 123450 h 788699"/>
                    <a:gd name="connsiteX89" fmla="*/ 237676 w 625521"/>
                    <a:gd name="connsiteY89" fmla="*/ 123450 h 788699"/>
                    <a:gd name="connsiteX90" fmla="*/ 240396 w 625521"/>
                    <a:gd name="connsiteY90" fmla="*/ 128889 h 788699"/>
                    <a:gd name="connsiteX91" fmla="*/ 251274 w 625521"/>
                    <a:gd name="connsiteY91" fmla="*/ 177843 h 788699"/>
                    <a:gd name="connsiteX92" fmla="*/ 256714 w 625521"/>
                    <a:gd name="connsiteY92" fmla="*/ 226797 h 788699"/>
                    <a:gd name="connsiteX93" fmla="*/ 262153 w 625521"/>
                    <a:gd name="connsiteY93" fmla="*/ 273031 h 788699"/>
                    <a:gd name="connsiteX94" fmla="*/ 262153 w 625521"/>
                    <a:gd name="connsiteY94" fmla="*/ 289349 h 788699"/>
                    <a:gd name="connsiteX95" fmla="*/ 262153 w 625521"/>
                    <a:gd name="connsiteY95" fmla="*/ 297508 h 788699"/>
                    <a:gd name="connsiteX96" fmla="*/ 264872 w 625521"/>
                    <a:gd name="connsiteY96" fmla="*/ 321985 h 788699"/>
                    <a:gd name="connsiteX97" fmla="*/ 270312 w 625521"/>
                    <a:gd name="connsiteY97" fmla="*/ 335583 h 788699"/>
                    <a:gd name="connsiteX98" fmla="*/ 270312 w 625521"/>
                    <a:gd name="connsiteY98" fmla="*/ 338303 h 788699"/>
                    <a:gd name="connsiteX99" fmla="*/ 270312 w 625521"/>
                    <a:gd name="connsiteY99" fmla="*/ 346462 h 788699"/>
                    <a:gd name="connsiteX100" fmla="*/ 278471 w 625521"/>
                    <a:gd name="connsiteY100" fmla="*/ 354621 h 788699"/>
                    <a:gd name="connsiteX101" fmla="*/ 338304 w 625521"/>
                    <a:gd name="connsiteY101" fmla="*/ 349181 h 788699"/>
                    <a:gd name="connsiteX102" fmla="*/ 365500 w 625521"/>
                    <a:gd name="connsiteY102" fmla="*/ 349181 h 788699"/>
                    <a:gd name="connsiteX103" fmla="*/ 381817 w 625521"/>
                    <a:gd name="connsiteY103" fmla="*/ 349181 h 788699"/>
                    <a:gd name="connsiteX104" fmla="*/ 392697 w 625521"/>
                    <a:gd name="connsiteY104" fmla="*/ 338303 h 788699"/>
                    <a:gd name="connsiteX105" fmla="*/ 389977 w 625521"/>
                    <a:gd name="connsiteY105" fmla="*/ 313826 h 788699"/>
                    <a:gd name="connsiteX106" fmla="*/ 392697 w 625521"/>
                    <a:gd name="connsiteY106" fmla="*/ 262152 h 788699"/>
                    <a:gd name="connsiteX107" fmla="*/ 395416 w 625521"/>
                    <a:gd name="connsiteY107" fmla="*/ 224077 h 788699"/>
                    <a:gd name="connsiteX108" fmla="*/ 398136 w 625521"/>
                    <a:gd name="connsiteY108" fmla="*/ 177843 h 788699"/>
                    <a:gd name="connsiteX109" fmla="*/ 395416 w 625521"/>
                    <a:gd name="connsiteY109" fmla="*/ 153366 h 788699"/>
                    <a:gd name="connsiteX110" fmla="*/ 395416 w 625521"/>
                    <a:gd name="connsiteY110" fmla="*/ 137048 h 788699"/>
                    <a:gd name="connsiteX111" fmla="*/ 379098 w 625521"/>
                    <a:gd name="connsiteY111" fmla="*/ 137048 h 788699"/>
                    <a:gd name="connsiteX112" fmla="*/ 351902 w 625521"/>
                    <a:gd name="connsiteY112" fmla="*/ 131609 h 788699"/>
                    <a:gd name="connsiteX113" fmla="*/ 338304 w 625521"/>
                    <a:gd name="connsiteY113" fmla="*/ 115291 h 788699"/>
                    <a:gd name="connsiteX114" fmla="*/ 343742 w 625521"/>
                    <a:gd name="connsiteY114" fmla="*/ 107132 h 788699"/>
                    <a:gd name="connsiteX115" fmla="*/ 362780 w 625521"/>
                    <a:gd name="connsiteY115" fmla="*/ 98973 h 788699"/>
                    <a:gd name="connsiteX116" fmla="*/ 395416 w 625521"/>
                    <a:gd name="connsiteY116" fmla="*/ 96253 h 788699"/>
                    <a:gd name="connsiteX117" fmla="*/ 403575 w 625521"/>
                    <a:gd name="connsiteY117" fmla="*/ 90814 h 788699"/>
                    <a:gd name="connsiteX118" fmla="*/ 422612 w 625521"/>
                    <a:gd name="connsiteY118" fmla="*/ 88095 h 788699"/>
                    <a:gd name="connsiteX119" fmla="*/ 428052 w 625521"/>
                    <a:gd name="connsiteY119" fmla="*/ 88095 h 788699"/>
                    <a:gd name="connsiteX120" fmla="*/ 447090 w 625521"/>
                    <a:gd name="connsiteY120" fmla="*/ 90814 h 788699"/>
                    <a:gd name="connsiteX121" fmla="*/ 455249 w 625521"/>
                    <a:gd name="connsiteY121" fmla="*/ 96253 h 788699"/>
                    <a:gd name="connsiteX122" fmla="*/ 525960 w 625521"/>
                    <a:gd name="connsiteY122" fmla="*/ 93534 h 788699"/>
                    <a:gd name="connsiteX123" fmla="*/ 561315 w 625521"/>
                    <a:gd name="connsiteY123" fmla="*/ 109852 h 788699"/>
                    <a:gd name="connsiteX124" fmla="*/ 555876 w 625521"/>
                    <a:gd name="connsiteY124" fmla="*/ 126170 h 788699"/>
                    <a:gd name="connsiteX125" fmla="*/ 539558 w 625521"/>
                    <a:gd name="connsiteY125" fmla="*/ 134329 h 788699"/>
                    <a:gd name="connsiteX126" fmla="*/ 517800 w 625521"/>
                    <a:gd name="connsiteY126" fmla="*/ 137048 h 788699"/>
                    <a:gd name="connsiteX127" fmla="*/ 477006 w 625521"/>
                    <a:gd name="connsiteY127" fmla="*/ 137048 h 788699"/>
                    <a:gd name="connsiteX128" fmla="*/ 485165 w 625521"/>
                    <a:gd name="connsiteY128" fmla="*/ 161525 h 788699"/>
                    <a:gd name="connsiteX129" fmla="*/ 496043 w 625521"/>
                    <a:gd name="connsiteY129" fmla="*/ 210479 h 788699"/>
                    <a:gd name="connsiteX130" fmla="*/ 501483 w 625521"/>
                    <a:gd name="connsiteY130" fmla="*/ 251274 h 788699"/>
                    <a:gd name="connsiteX131" fmla="*/ 506922 w 625521"/>
                    <a:gd name="connsiteY131" fmla="*/ 292069 h 788699"/>
                    <a:gd name="connsiteX132" fmla="*/ 506922 w 625521"/>
                    <a:gd name="connsiteY132" fmla="*/ 321985 h 788699"/>
                    <a:gd name="connsiteX133" fmla="*/ 509642 w 625521"/>
                    <a:gd name="connsiteY133" fmla="*/ 341022 h 788699"/>
                    <a:gd name="connsiteX134" fmla="*/ 509642 w 625521"/>
                    <a:gd name="connsiteY134" fmla="*/ 343742 h 788699"/>
                    <a:gd name="connsiteX135" fmla="*/ 517800 w 625521"/>
                    <a:gd name="connsiteY135" fmla="*/ 349181 h 788699"/>
                    <a:gd name="connsiteX136" fmla="*/ 528680 w 625521"/>
                    <a:gd name="connsiteY136" fmla="*/ 349181 h 788699"/>
                    <a:gd name="connsiteX137" fmla="*/ 550437 w 625521"/>
                    <a:gd name="connsiteY137" fmla="*/ 357340 h 788699"/>
                    <a:gd name="connsiteX138" fmla="*/ 550437 w 625521"/>
                    <a:gd name="connsiteY138" fmla="*/ 362780 h 788699"/>
                    <a:gd name="connsiteX139" fmla="*/ 534119 w 625521"/>
                    <a:gd name="connsiteY139" fmla="*/ 384537 h 788699"/>
                    <a:gd name="connsiteX140" fmla="*/ 520520 w 625521"/>
                    <a:gd name="connsiteY140" fmla="*/ 389976 h 788699"/>
                    <a:gd name="connsiteX141" fmla="*/ 512362 w 625521"/>
                    <a:gd name="connsiteY141" fmla="*/ 395415 h 788699"/>
                    <a:gd name="connsiteX142" fmla="*/ 512362 w 625521"/>
                    <a:gd name="connsiteY142" fmla="*/ 398135 h 788699"/>
                    <a:gd name="connsiteX143" fmla="*/ 512362 w 625521"/>
                    <a:gd name="connsiteY143" fmla="*/ 409014 h 788699"/>
                    <a:gd name="connsiteX144" fmla="*/ 512362 w 625521"/>
                    <a:gd name="connsiteY144" fmla="*/ 414453 h 788699"/>
                    <a:gd name="connsiteX145" fmla="*/ 512362 w 625521"/>
                    <a:gd name="connsiteY145" fmla="*/ 438930 h 788699"/>
                    <a:gd name="connsiteX146" fmla="*/ 515081 w 625521"/>
                    <a:gd name="connsiteY146" fmla="*/ 504202 h 788699"/>
                    <a:gd name="connsiteX147" fmla="*/ 520520 w 625521"/>
                    <a:gd name="connsiteY147" fmla="*/ 572193 h 788699"/>
                    <a:gd name="connsiteX148" fmla="*/ 517800 w 625521"/>
                    <a:gd name="connsiteY148" fmla="*/ 604829 h 788699"/>
                    <a:gd name="connsiteX149" fmla="*/ 512362 w 625521"/>
                    <a:gd name="connsiteY149" fmla="*/ 661942 h 788699"/>
                    <a:gd name="connsiteX150" fmla="*/ 509642 w 625521"/>
                    <a:gd name="connsiteY150" fmla="*/ 670101 h 788699"/>
                    <a:gd name="connsiteX151" fmla="*/ 512362 w 625521"/>
                    <a:gd name="connsiteY151" fmla="*/ 680979 h 788699"/>
                    <a:gd name="connsiteX152" fmla="*/ 512362 w 625521"/>
                    <a:gd name="connsiteY152" fmla="*/ 686419 h 788699"/>
                    <a:gd name="connsiteX153" fmla="*/ 536838 w 625521"/>
                    <a:gd name="connsiteY153" fmla="*/ 680979 h 788699"/>
                    <a:gd name="connsiteX154" fmla="*/ 536838 w 625521"/>
                    <a:gd name="connsiteY154" fmla="*/ 680979 h 788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</a:cxnLst>
                  <a:rect l="l" t="t" r="r" b="b"/>
                  <a:pathLst>
                    <a:path w="625521" h="788699">
                      <a:moveTo>
                        <a:pt x="536838" y="680979"/>
                      </a:moveTo>
                      <a:cubicBezTo>
                        <a:pt x="550437" y="680979"/>
                        <a:pt x="574913" y="680979"/>
                        <a:pt x="574913" y="697297"/>
                      </a:cubicBezTo>
                      <a:cubicBezTo>
                        <a:pt x="574913" y="705456"/>
                        <a:pt x="572194" y="708176"/>
                        <a:pt x="566755" y="713615"/>
                      </a:cubicBezTo>
                      <a:cubicBezTo>
                        <a:pt x="561315" y="719054"/>
                        <a:pt x="555876" y="721774"/>
                        <a:pt x="550437" y="721774"/>
                      </a:cubicBezTo>
                      <a:cubicBezTo>
                        <a:pt x="539558" y="724494"/>
                        <a:pt x="534119" y="724494"/>
                        <a:pt x="528680" y="724494"/>
                      </a:cubicBezTo>
                      <a:cubicBezTo>
                        <a:pt x="517800" y="724494"/>
                        <a:pt x="428052" y="724494"/>
                        <a:pt x="417174" y="724494"/>
                      </a:cubicBezTo>
                      <a:cubicBezTo>
                        <a:pt x="403575" y="724494"/>
                        <a:pt x="414454" y="724494"/>
                        <a:pt x="398136" y="724494"/>
                      </a:cubicBezTo>
                      <a:cubicBezTo>
                        <a:pt x="389977" y="724494"/>
                        <a:pt x="381817" y="724494"/>
                        <a:pt x="373659" y="724494"/>
                      </a:cubicBezTo>
                      <a:cubicBezTo>
                        <a:pt x="365500" y="724494"/>
                        <a:pt x="354621" y="721774"/>
                        <a:pt x="346462" y="719054"/>
                      </a:cubicBezTo>
                      <a:cubicBezTo>
                        <a:pt x="338304" y="716335"/>
                        <a:pt x="330144" y="708176"/>
                        <a:pt x="330144" y="702737"/>
                      </a:cubicBezTo>
                      <a:cubicBezTo>
                        <a:pt x="330144" y="700017"/>
                        <a:pt x="330144" y="697297"/>
                        <a:pt x="335584" y="694578"/>
                      </a:cubicBezTo>
                      <a:cubicBezTo>
                        <a:pt x="341023" y="691858"/>
                        <a:pt x="351902" y="689138"/>
                        <a:pt x="357341" y="686419"/>
                      </a:cubicBezTo>
                      <a:cubicBezTo>
                        <a:pt x="373659" y="683699"/>
                        <a:pt x="387257" y="680979"/>
                        <a:pt x="395416" y="680979"/>
                      </a:cubicBezTo>
                      <a:cubicBezTo>
                        <a:pt x="387257" y="675540"/>
                        <a:pt x="384537" y="670101"/>
                        <a:pt x="381817" y="656502"/>
                      </a:cubicBezTo>
                      <a:cubicBezTo>
                        <a:pt x="379098" y="632026"/>
                        <a:pt x="379098" y="610268"/>
                        <a:pt x="379098" y="585791"/>
                      </a:cubicBezTo>
                      <a:cubicBezTo>
                        <a:pt x="379098" y="564034"/>
                        <a:pt x="379098" y="542277"/>
                        <a:pt x="379098" y="517800"/>
                      </a:cubicBezTo>
                      <a:cubicBezTo>
                        <a:pt x="379098" y="504202"/>
                        <a:pt x="379098" y="487884"/>
                        <a:pt x="379098" y="474286"/>
                      </a:cubicBezTo>
                      <a:cubicBezTo>
                        <a:pt x="379098" y="457968"/>
                        <a:pt x="376379" y="444369"/>
                        <a:pt x="379098" y="430771"/>
                      </a:cubicBezTo>
                      <a:cubicBezTo>
                        <a:pt x="379098" y="425332"/>
                        <a:pt x="381817" y="417173"/>
                        <a:pt x="381817" y="411733"/>
                      </a:cubicBezTo>
                      <a:cubicBezTo>
                        <a:pt x="381817" y="406294"/>
                        <a:pt x="381817" y="403575"/>
                        <a:pt x="379098" y="400855"/>
                      </a:cubicBezTo>
                      <a:cubicBezTo>
                        <a:pt x="376379" y="400855"/>
                        <a:pt x="373659" y="398135"/>
                        <a:pt x="370939" y="398135"/>
                      </a:cubicBezTo>
                      <a:cubicBezTo>
                        <a:pt x="360061" y="398135"/>
                        <a:pt x="343742" y="400855"/>
                        <a:pt x="338304" y="400855"/>
                      </a:cubicBezTo>
                      <a:cubicBezTo>
                        <a:pt x="330144" y="400855"/>
                        <a:pt x="319266" y="403575"/>
                        <a:pt x="289349" y="403575"/>
                      </a:cubicBezTo>
                      <a:cubicBezTo>
                        <a:pt x="275751" y="403575"/>
                        <a:pt x="267592" y="400855"/>
                        <a:pt x="264872" y="400855"/>
                      </a:cubicBezTo>
                      <a:cubicBezTo>
                        <a:pt x="262153" y="400855"/>
                        <a:pt x="259433" y="400855"/>
                        <a:pt x="259433" y="406294"/>
                      </a:cubicBezTo>
                      <a:cubicBezTo>
                        <a:pt x="259433" y="414453"/>
                        <a:pt x="259433" y="419892"/>
                        <a:pt x="259433" y="425332"/>
                      </a:cubicBezTo>
                      <a:cubicBezTo>
                        <a:pt x="259433" y="433491"/>
                        <a:pt x="259433" y="441650"/>
                        <a:pt x="259433" y="449809"/>
                      </a:cubicBezTo>
                      <a:cubicBezTo>
                        <a:pt x="259433" y="457968"/>
                        <a:pt x="259433" y="463407"/>
                        <a:pt x="259433" y="471566"/>
                      </a:cubicBezTo>
                      <a:cubicBezTo>
                        <a:pt x="259433" y="482445"/>
                        <a:pt x="259433" y="493323"/>
                        <a:pt x="259433" y="504202"/>
                      </a:cubicBezTo>
                      <a:cubicBezTo>
                        <a:pt x="259433" y="506921"/>
                        <a:pt x="259433" y="506921"/>
                        <a:pt x="259433" y="509641"/>
                      </a:cubicBezTo>
                      <a:cubicBezTo>
                        <a:pt x="259433" y="520520"/>
                        <a:pt x="256714" y="531398"/>
                        <a:pt x="256714" y="542277"/>
                      </a:cubicBezTo>
                      <a:cubicBezTo>
                        <a:pt x="256714" y="553156"/>
                        <a:pt x="256714" y="566754"/>
                        <a:pt x="256714" y="577632"/>
                      </a:cubicBezTo>
                      <a:cubicBezTo>
                        <a:pt x="256714" y="588511"/>
                        <a:pt x="256714" y="599390"/>
                        <a:pt x="256714" y="612988"/>
                      </a:cubicBezTo>
                      <a:cubicBezTo>
                        <a:pt x="256714" y="629306"/>
                        <a:pt x="253994" y="642904"/>
                        <a:pt x="253994" y="656502"/>
                      </a:cubicBezTo>
                      <a:cubicBezTo>
                        <a:pt x="253994" y="664661"/>
                        <a:pt x="256714" y="672820"/>
                        <a:pt x="256714" y="678260"/>
                      </a:cubicBezTo>
                      <a:cubicBezTo>
                        <a:pt x="270312" y="678260"/>
                        <a:pt x="286629" y="680979"/>
                        <a:pt x="286629" y="694578"/>
                      </a:cubicBezTo>
                      <a:cubicBezTo>
                        <a:pt x="286629" y="702737"/>
                        <a:pt x="283910" y="705456"/>
                        <a:pt x="281191" y="710895"/>
                      </a:cubicBezTo>
                      <a:cubicBezTo>
                        <a:pt x="275751" y="716335"/>
                        <a:pt x="270312" y="719054"/>
                        <a:pt x="264872" y="719054"/>
                      </a:cubicBezTo>
                      <a:cubicBezTo>
                        <a:pt x="256714" y="721774"/>
                        <a:pt x="248554" y="721774"/>
                        <a:pt x="243116" y="721774"/>
                      </a:cubicBezTo>
                      <a:cubicBezTo>
                        <a:pt x="243116" y="721774"/>
                        <a:pt x="243116" y="721774"/>
                        <a:pt x="243116" y="721774"/>
                      </a:cubicBezTo>
                      <a:cubicBezTo>
                        <a:pt x="237676" y="724494"/>
                        <a:pt x="237676" y="724494"/>
                        <a:pt x="232236" y="727214"/>
                      </a:cubicBezTo>
                      <a:cubicBezTo>
                        <a:pt x="229517" y="729933"/>
                        <a:pt x="229517" y="732653"/>
                        <a:pt x="224078" y="735372"/>
                      </a:cubicBezTo>
                      <a:cubicBezTo>
                        <a:pt x="221358" y="738092"/>
                        <a:pt x="215919" y="738092"/>
                        <a:pt x="213199" y="738092"/>
                      </a:cubicBezTo>
                      <a:cubicBezTo>
                        <a:pt x="199601" y="738092"/>
                        <a:pt x="188722" y="735372"/>
                        <a:pt x="183283" y="727214"/>
                      </a:cubicBezTo>
                      <a:cubicBezTo>
                        <a:pt x="180563" y="724494"/>
                        <a:pt x="177843" y="721774"/>
                        <a:pt x="175124" y="719054"/>
                      </a:cubicBezTo>
                      <a:cubicBezTo>
                        <a:pt x="161526" y="719054"/>
                        <a:pt x="150646" y="719054"/>
                        <a:pt x="145208" y="719054"/>
                      </a:cubicBezTo>
                      <a:cubicBezTo>
                        <a:pt x="131609" y="719054"/>
                        <a:pt x="142488" y="719054"/>
                        <a:pt x="126170" y="719054"/>
                      </a:cubicBezTo>
                      <a:cubicBezTo>
                        <a:pt x="118011" y="719054"/>
                        <a:pt x="109852" y="719054"/>
                        <a:pt x="101693" y="719054"/>
                      </a:cubicBezTo>
                      <a:cubicBezTo>
                        <a:pt x="93534" y="719054"/>
                        <a:pt x="82655" y="719054"/>
                        <a:pt x="74496" y="713615"/>
                      </a:cubicBezTo>
                      <a:cubicBezTo>
                        <a:pt x="66338" y="710895"/>
                        <a:pt x="58178" y="702737"/>
                        <a:pt x="58178" y="697297"/>
                      </a:cubicBezTo>
                      <a:cubicBezTo>
                        <a:pt x="58178" y="694578"/>
                        <a:pt x="58178" y="691858"/>
                        <a:pt x="63618" y="689138"/>
                      </a:cubicBezTo>
                      <a:cubicBezTo>
                        <a:pt x="69057" y="686419"/>
                        <a:pt x="79936" y="683699"/>
                        <a:pt x="85375" y="680979"/>
                      </a:cubicBezTo>
                      <a:cubicBezTo>
                        <a:pt x="98973" y="678260"/>
                        <a:pt x="118011" y="678260"/>
                        <a:pt x="131609" y="675540"/>
                      </a:cubicBezTo>
                      <a:cubicBezTo>
                        <a:pt x="131609" y="672820"/>
                        <a:pt x="131609" y="670101"/>
                        <a:pt x="131609" y="667381"/>
                      </a:cubicBezTo>
                      <a:cubicBezTo>
                        <a:pt x="131609" y="661942"/>
                        <a:pt x="131609" y="656502"/>
                        <a:pt x="131609" y="651063"/>
                      </a:cubicBezTo>
                      <a:cubicBezTo>
                        <a:pt x="131609" y="640184"/>
                        <a:pt x="131609" y="629306"/>
                        <a:pt x="131609" y="618427"/>
                      </a:cubicBezTo>
                      <a:cubicBezTo>
                        <a:pt x="131609" y="604829"/>
                        <a:pt x="131609" y="593950"/>
                        <a:pt x="131609" y="580352"/>
                      </a:cubicBezTo>
                      <a:cubicBezTo>
                        <a:pt x="131609" y="564034"/>
                        <a:pt x="131609" y="547716"/>
                        <a:pt x="131609" y="531398"/>
                      </a:cubicBezTo>
                      <a:cubicBezTo>
                        <a:pt x="131609" y="509641"/>
                        <a:pt x="131609" y="487884"/>
                        <a:pt x="131609" y="466126"/>
                      </a:cubicBezTo>
                      <a:cubicBezTo>
                        <a:pt x="131609" y="452528"/>
                        <a:pt x="131609" y="436210"/>
                        <a:pt x="131609" y="422612"/>
                      </a:cubicBezTo>
                      <a:cubicBezTo>
                        <a:pt x="131609" y="419892"/>
                        <a:pt x="131609" y="414453"/>
                        <a:pt x="131609" y="411733"/>
                      </a:cubicBezTo>
                      <a:cubicBezTo>
                        <a:pt x="131609" y="409014"/>
                        <a:pt x="131609" y="400855"/>
                        <a:pt x="131609" y="398135"/>
                      </a:cubicBezTo>
                      <a:cubicBezTo>
                        <a:pt x="131609" y="392696"/>
                        <a:pt x="131609" y="392696"/>
                        <a:pt x="126170" y="389976"/>
                      </a:cubicBezTo>
                      <a:cubicBezTo>
                        <a:pt x="123450" y="389976"/>
                        <a:pt x="109852" y="387257"/>
                        <a:pt x="101693" y="387257"/>
                      </a:cubicBezTo>
                      <a:cubicBezTo>
                        <a:pt x="90814" y="384537"/>
                        <a:pt x="77216" y="381817"/>
                        <a:pt x="77216" y="376378"/>
                      </a:cubicBezTo>
                      <a:cubicBezTo>
                        <a:pt x="77216" y="373658"/>
                        <a:pt x="79936" y="370939"/>
                        <a:pt x="82655" y="368219"/>
                      </a:cubicBezTo>
                      <a:cubicBezTo>
                        <a:pt x="88095" y="365499"/>
                        <a:pt x="93534" y="362780"/>
                        <a:pt x="98973" y="360060"/>
                      </a:cubicBezTo>
                      <a:cubicBezTo>
                        <a:pt x="104413" y="360060"/>
                        <a:pt x="112571" y="357340"/>
                        <a:pt x="118011" y="357340"/>
                      </a:cubicBezTo>
                      <a:cubicBezTo>
                        <a:pt x="126170" y="354621"/>
                        <a:pt x="128890" y="357340"/>
                        <a:pt x="131609" y="351901"/>
                      </a:cubicBezTo>
                      <a:cubicBezTo>
                        <a:pt x="131609" y="349181"/>
                        <a:pt x="131609" y="346462"/>
                        <a:pt x="131609" y="343742"/>
                      </a:cubicBezTo>
                      <a:cubicBezTo>
                        <a:pt x="131609" y="319265"/>
                        <a:pt x="131609" y="294788"/>
                        <a:pt x="131609" y="270311"/>
                      </a:cubicBezTo>
                      <a:cubicBezTo>
                        <a:pt x="131609" y="226797"/>
                        <a:pt x="131609" y="186002"/>
                        <a:pt x="137048" y="145207"/>
                      </a:cubicBezTo>
                      <a:cubicBezTo>
                        <a:pt x="137048" y="139768"/>
                        <a:pt x="137048" y="131609"/>
                        <a:pt x="139768" y="123450"/>
                      </a:cubicBezTo>
                      <a:cubicBezTo>
                        <a:pt x="134329" y="123450"/>
                        <a:pt x="137048" y="123450"/>
                        <a:pt x="123450" y="123450"/>
                      </a:cubicBezTo>
                      <a:cubicBezTo>
                        <a:pt x="120731" y="123450"/>
                        <a:pt x="120731" y="123450"/>
                        <a:pt x="118011" y="123450"/>
                      </a:cubicBezTo>
                      <a:cubicBezTo>
                        <a:pt x="112571" y="123450"/>
                        <a:pt x="107133" y="123450"/>
                        <a:pt x="101693" y="123450"/>
                      </a:cubicBezTo>
                      <a:cubicBezTo>
                        <a:pt x="93534" y="123450"/>
                        <a:pt x="82655" y="120730"/>
                        <a:pt x="74496" y="118011"/>
                      </a:cubicBezTo>
                      <a:cubicBezTo>
                        <a:pt x="66338" y="115291"/>
                        <a:pt x="58178" y="107132"/>
                        <a:pt x="58178" y="101693"/>
                      </a:cubicBezTo>
                      <a:cubicBezTo>
                        <a:pt x="58178" y="98973"/>
                        <a:pt x="58178" y="96253"/>
                        <a:pt x="63618" y="93534"/>
                      </a:cubicBezTo>
                      <a:cubicBezTo>
                        <a:pt x="66338" y="90814"/>
                        <a:pt x="77216" y="88095"/>
                        <a:pt x="85375" y="85375"/>
                      </a:cubicBezTo>
                      <a:cubicBezTo>
                        <a:pt x="104413" y="82655"/>
                        <a:pt x="128890" y="82655"/>
                        <a:pt x="137048" y="82655"/>
                      </a:cubicBezTo>
                      <a:cubicBezTo>
                        <a:pt x="139768" y="82655"/>
                        <a:pt x="142488" y="82655"/>
                        <a:pt x="147927" y="82655"/>
                      </a:cubicBezTo>
                      <a:cubicBezTo>
                        <a:pt x="153366" y="69057"/>
                        <a:pt x="164245" y="58178"/>
                        <a:pt x="186003" y="58178"/>
                      </a:cubicBezTo>
                      <a:cubicBezTo>
                        <a:pt x="202321" y="58178"/>
                        <a:pt x="215919" y="66337"/>
                        <a:pt x="226797" y="79936"/>
                      </a:cubicBezTo>
                      <a:cubicBezTo>
                        <a:pt x="237676" y="79936"/>
                        <a:pt x="248554" y="79936"/>
                        <a:pt x="253994" y="79936"/>
                      </a:cubicBezTo>
                      <a:cubicBezTo>
                        <a:pt x="267592" y="79936"/>
                        <a:pt x="294789" y="79936"/>
                        <a:pt x="294789" y="96253"/>
                      </a:cubicBezTo>
                      <a:cubicBezTo>
                        <a:pt x="294789" y="104412"/>
                        <a:pt x="289349" y="107132"/>
                        <a:pt x="283910" y="112571"/>
                      </a:cubicBezTo>
                      <a:cubicBezTo>
                        <a:pt x="278471" y="118011"/>
                        <a:pt x="273031" y="120730"/>
                        <a:pt x="267592" y="120730"/>
                      </a:cubicBezTo>
                      <a:cubicBezTo>
                        <a:pt x="259433" y="123450"/>
                        <a:pt x="251274" y="123450"/>
                        <a:pt x="245835" y="123450"/>
                      </a:cubicBezTo>
                      <a:cubicBezTo>
                        <a:pt x="245835" y="123450"/>
                        <a:pt x="243116" y="123450"/>
                        <a:pt x="237676" y="123450"/>
                      </a:cubicBezTo>
                      <a:cubicBezTo>
                        <a:pt x="237676" y="126170"/>
                        <a:pt x="237676" y="126170"/>
                        <a:pt x="240396" y="128889"/>
                      </a:cubicBezTo>
                      <a:cubicBezTo>
                        <a:pt x="245835" y="145207"/>
                        <a:pt x="248554" y="161525"/>
                        <a:pt x="251274" y="177843"/>
                      </a:cubicBezTo>
                      <a:cubicBezTo>
                        <a:pt x="253994" y="194161"/>
                        <a:pt x="253994" y="210479"/>
                        <a:pt x="256714" y="226797"/>
                      </a:cubicBezTo>
                      <a:cubicBezTo>
                        <a:pt x="259433" y="243115"/>
                        <a:pt x="262153" y="256713"/>
                        <a:pt x="262153" y="273031"/>
                      </a:cubicBezTo>
                      <a:cubicBezTo>
                        <a:pt x="262153" y="278470"/>
                        <a:pt x="262153" y="283910"/>
                        <a:pt x="262153" y="289349"/>
                      </a:cubicBezTo>
                      <a:lnTo>
                        <a:pt x="262153" y="297508"/>
                      </a:lnTo>
                      <a:cubicBezTo>
                        <a:pt x="262153" y="305667"/>
                        <a:pt x="262153" y="313826"/>
                        <a:pt x="264872" y="321985"/>
                      </a:cubicBezTo>
                      <a:cubicBezTo>
                        <a:pt x="264872" y="327424"/>
                        <a:pt x="270312" y="330144"/>
                        <a:pt x="270312" y="335583"/>
                      </a:cubicBezTo>
                      <a:cubicBezTo>
                        <a:pt x="270312" y="335583"/>
                        <a:pt x="270312" y="338303"/>
                        <a:pt x="270312" y="338303"/>
                      </a:cubicBezTo>
                      <a:cubicBezTo>
                        <a:pt x="270312" y="341022"/>
                        <a:pt x="270312" y="343742"/>
                        <a:pt x="270312" y="346462"/>
                      </a:cubicBezTo>
                      <a:cubicBezTo>
                        <a:pt x="270312" y="351901"/>
                        <a:pt x="273031" y="354621"/>
                        <a:pt x="278471" y="354621"/>
                      </a:cubicBezTo>
                      <a:cubicBezTo>
                        <a:pt x="289349" y="354621"/>
                        <a:pt x="335584" y="351901"/>
                        <a:pt x="338304" y="349181"/>
                      </a:cubicBezTo>
                      <a:cubicBezTo>
                        <a:pt x="346462" y="349181"/>
                        <a:pt x="357341" y="349181"/>
                        <a:pt x="365500" y="349181"/>
                      </a:cubicBezTo>
                      <a:cubicBezTo>
                        <a:pt x="370939" y="349181"/>
                        <a:pt x="376379" y="349181"/>
                        <a:pt x="381817" y="349181"/>
                      </a:cubicBezTo>
                      <a:cubicBezTo>
                        <a:pt x="387257" y="349181"/>
                        <a:pt x="392697" y="346462"/>
                        <a:pt x="392697" y="338303"/>
                      </a:cubicBezTo>
                      <a:cubicBezTo>
                        <a:pt x="392697" y="330144"/>
                        <a:pt x="389977" y="316545"/>
                        <a:pt x="389977" y="313826"/>
                      </a:cubicBezTo>
                      <a:cubicBezTo>
                        <a:pt x="389977" y="294788"/>
                        <a:pt x="389977" y="278470"/>
                        <a:pt x="392697" y="262152"/>
                      </a:cubicBezTo>
                      <a:cubicBezTo>
                        <a:pt x="392697" y="259433"/>
                        <a:pt x="395416" y="243115"/>
                        <a:pt x="395416" y="224077"/>
                      </a:cubicBezTo>
                      <a:cubicBezTo>
                        <a:pt x="395416" y="207759"/>
                        <a:pt x="398136" y="188722"/>
                        <a:pt x="398136" y="177843"/>
                      </a:cubicBezTo>
                      <a:cubicBezTo>
                        <a:pt x="398136" y="169684"/>
                        <a:pt x="395416" y="158806"/>
                        <a:pt x="395416" y="153366"/>
                      </a:cubicBezTo>
                      <a:cubicBezTo>
                        <a:pt x="395416" y="145207"/>
                        <a:pt x="395416" y="142488"/>
                        <a:pt x="395416" y="137048"/>
                      </a:cubicBezTo>
                      <a:cubicBezTo>
                        <a:pt x="389977" y="137048"/>
                        <a:pt x="384537" y="137048"/>
                        <a:pt x="379098" y="137048"/>
                      </a:cubicBezTo>
                      <a:cubicBezTo>
                        <a:pt x="370939" y="137048"/>
                        <a:pt x="360061" y="134329"/>
                        <a:pt x="351902" y="131609"/>
                      </a:cubicBezTo>
                      <a:cubicBezTo>
                        <a:pt x="343742" y="128889"/>
                        <a:pt x="338304" y="120730"/>
                        <a:pt x="338304" y="115291"/>
                      </a:cubicBezTo>
                      <a:cubicBezTo>
                        <a:pt x="338304" y="112571"/>
                        <a:pt x="338304" y="109852"/>
                        <a:pt x="343742" y="107132"/>
                      </a:cubicBezTo>
                      <a:cubicBezTo>
                        <a:pt x="349182" y="104412"/>
                        <a:pt x="357341" y="101693"/>
                        <a:pt x="362780" y="98973"/>
                      </a:cubicBezTo>
                      <a:cubicBezTo>
                        <a:pt x="373659" y="96253"/>
                        <a:pt x="387257" y="96253"/>
                        <a:pt x="395416" y="96253"/>
                      </a:cubicBezTo>
                      <a:cubicBezTo>
                        <a:pt x="398136" y="93534"/>
                        <a:pt x="400855" y="90814"/>
                        <a:pt x="403575" y="90814"/>
                      </a:cubicBezTo>
                      <a:cubicBezTo>
                        <a:pt x="411734" y="90814"/>
                        <a:pt x="419893" y="88095"/>
                        <a:pt x="422612" y="88095"/>
                      </a:cubicBezTo>
                      <a:cubicBezTo>
                        <a:pt x="425332" y="88095"/>
                        <a:pt x="425332" y="88095"/>
                        <a:pt x="428052" y="88095"/>
                      </a:cubicBezTo>
                      <a:cubicBezTo>
                        <a:pt x="433492" y="88095"/>
                        <a:pt x="441650" y="88095"/>
                        <a:pt x="447090" y="90814"/>
                      </a:cubicBezTo>
                      <a:cubicBezTo>
                        <a:pt x="449809" y="90814"/>
                        <a:pt x="452529" y="93534"/>
                        <a:pt x="455249" y="96253"/>
                      </a:cubicBezTo>
                      <a:cubicBezTo>
                        <a:pt x="482445" y="96253"/>
                        <a:pt x="509642" y="93534"/>
                        <a:pt x="525960" y="93534"/>
                      </a:cubicBezTo>
                      <a:cubicBezTo>
                        <a:pt x="539558" y="93534"/>
                        <a:pt x="561315" y="93534"/>
                        <a:pt x="561315" y="109852"/>
                      </a:cubicBezTo>
                      <a:cubicBezTo>
                        <a:pt x="561315" y="118011"/>
                        <a:pt x="561315" y="120730"/>
                        <a:pt x="555876" y="126170"/>
                      </a:cubicBezTo>
                      <a:cubicBezTo>
                        <a:pt x="550437" y="131609"/>
                        <a:pt x="544997" y="134329"/>
                        <a:pt x="539558" y="134329"/>
                      </a:cubicBezTo>
                      <a:cubicBezTo>
                        <a:pt x="531399" y="137048"/>
                        <a:pt x="523240" y="137048"/>
                        <a:pt x="517800" y="137048"/>
                      </a:cubicBezTo>
                      <a:cubicBezTo>
                        <a:pt x="515081" y="137048"/>
                        <a:pt x="498763" y="137048"/>
                        <a:pt x="477006" y="137048"/>
                      </a:cubicBezTo>
                      <a:cubicBezTo>
                        <a:pt x="479725" y="145207"/>
                        <a:pt x="485165" y="153366"/>
                        <a:pt x="485165" y="161525"/>
                      </a:cubicBezTo>
                      <a:cubicBezTo>
                        <a:pt x="487885" y="177843"/>
                        <a:pt x="493324" y="194161"/>
                        <a:pt x="496043" y="210479"/>
                      </a:cubicBezTo>
                      <a:cubicBezTo>
                        <a:pt x="498763" y="224077"/>
                        <a:pt x="498763" y="237676"/>
                        <a:pt x="501483" y="251274"/>
                      </a:cubicBezTo>
                      <a:cubicBezTo>
                        <a:pt x="504202" y="264872"/>
                        <a:pt x="506922" y="275751"/>
                        <a:pt x="506922" y="292069"/>
                      </a:cubicBezTo>
                      <a:cubicBezTo>
                        <a:pt x="506922" y="302947"/>
                        <a:pt x="506922" y="311106"/>
                        <a:pt x="506922" y="321985"/>
                      </a:cubicBezTo>
                      <a:cubicBezTo>
                        <a:pt x="506922" y="327424"/>
                        <a:pt x="509642" y="335583"/>
                        <a:pt x="509642" y="341022"/>
                      </a:cubicBezTo>
                      <a:cubicBezTo>
                        <a:pt x="509642" y="343742"/>
                        <a:pt x="509642" y="343742"/>
                        <a:pt x="509642" y="343742"/>
                      </a:cubicBezTo>
                      <a:cubicBezTo>
                        <a:pt x="509642" y="349181"/>
                        <a:pt x="515081" y="349181"/>
                        <a:pt x="517800" y="349181"/>
                      </a:cubicBezTo>
                      <a:cubicBezTo>
                        <a:pt x="520520" y="349181"/>
                        <a:pt x="523240" y="349181"/>
                        <a:pt x="528680" y="349181"/>
                      </a:cubicBezTo>
                      <a:cubicBezTo>
                        <a:pt x="536838" y="349181"/>
                        <a:pt x="547717" y="349181"/>
                        <a:pt x="550437" y="357340"/>
                      </a:cubicBezTo>
                      <a:cubicBezTo>
                        <a:pt x="550437" y="360060"/>
                        <a:pt x="550437" y="360060"/>
                        <a:pt x="550437" y="362780"/>
                      </a:cubicBezTo>
                      <a:cubicBezTo>
                        <a:pt x="550437" y="370939"/>
                        <a:pt x="539558" y="381817"/>
                        <a:pt x="534119" y="384537"/>
                      </a:cubicBezTo>
                      <a:cubicBezTo>
                        <a:pt x="531399" y="387257"/>
                        <a:pt x="523240" y="387257"/>
                        <a:pt x="520520" y="389976"/>
                      </a:cubicBezTo>
                      <a:cubicBezTo>
                        <a:pt x="515081" y="389976"/>
                        <a:pt x="512362" y="392696"/>
                        <a:pt x="512362" y="395415"/>
                      </a:cubicBezTo>
                      <a:cubicBezTo>
                        <a:pt x="512362" y="395415"/>
                        <a:pt x="512362" y="398135"/>
                        <a:pt x="512362" y="398135"/>
                      </a:cubicBezTo>
                      <a:cubicBezTo>
                        <a:pt x="512362" y="400855"/>
                        <a:pt x="512362" y="406294"/>
                        <a:pt x="512362" y="409014"/>
                      </a:cubicBezTo>
                      <a:cubicBezTo>
                        <a:pt x="512362" y="411733"/>
                        <a:pt x="512362" y="411733"/>
                        <a:pt x="512362" y="414453"/>
                      </a:cubicBezTo>
                      <a:cubicBezTo>
                        <a:pt x="512362" y="422612"/>
                        <a:pt x="512362" y="430771"/>
                        <a:pt x="512362" y="438930"/>
                      </a:cubicBezTo>
                      <a:cubicBezTo>
                        <a:pt x="512362" y="460687"/>
                        <a:pt x="512362" y="482445"/>
                        <a:pt x="515081" y="504202"/>
                      </a:cubicBezTo>
                      <a:cubicBezTo>
                        <a:pt x="517800" y="525959"/>
                        <a:pt x="520520" y="550436"/>
                        <a:pt x="520520" y="572193"/>
                      </a:cubicBezTo>
                      <a:cubicBezTo>
                        <a:pt x="520520" y="583072"/>
                        <a:pt x="520520" y="593950"/>
                        <a:pt x="517800" y="604829"/>
                      </a:cubicBezTo>
                      <a:cubicBezTo>
                        <a:pt x="515081" y="623867"/>
                        <a:pt x="515081" y="642904"/>
                        <a:pt x="512362" y="661942"/>
                      </a:cubicBezTo>
                      <a:cubicBezTo>
                        <a:pt x="512362" y="664661"/>
                        <a:pt x="509642" y="667381"/>
                        <a:pt x="509642" y="670101"/>
                      </a:cubicBezTo>
                      <a:cubicBezTo>
                        <a:pt x="509642" y="672820"/>
                        <a:pt x="512362" y="678260"/>
                        <a:pt x="512362" y="680979"/>
                      </a:cubicBezTo>
                      <a:cubicBezTo>
                        <a:pt x="512362" y="683699"/>
                        <a:pt x="512362" y="686419"/>
                        <a:pt x="512362" y="686419"/>
                      </a:cubicBezTo>
                      <a:cubicBezTo>
                        <a:pt x="517800" y="680979"/>
                        <a:pt x="528680" y="680979"/>
                        <a:pt x="536838" y="680979"/>
                      </a:cubicBezTo>
                      <a:lnTo>
                        <a:pt x="536838" y="680979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58" name="Freeform: Shape 52">
                  <a:extLst>
                    <a:ext uri="{FF2B5EF4-FFF2-40B4-BE49-F238E27FC236}">
                      <a16:creationId xmlns:a16="http://schemas.microsoft.com/office/drawing/2014/main" id="{61A5D5CF-B0B6-F9FA-05D3-5380DF48D50F}"/>
                    </a:ext>
                  </a:extLst>
                </p:cNvPr>
                <p:cNvSpPr/>
                <p:nvPr/>
              </p:nvSpPr>
              <p:spPr>
                <a:xfrm>
                  <a:off x="9592416" y="4192158"/>
                  <a:ext cx="516735" cy="761503"/>
                </a:xfrm>
                <a:custGeom>
                  <a:avLst/>
                  <a:gdLst>
                    <a:gd name="connsiteX0" fmla="*/ 463407 w 516735"/>
                    <a:gd name="connsiteY0" fmla="*/ 194161 h 761503"/>
                    <a:gd name="connsiteX1" fmla="*/ 447089 w 516735"/>
                    <a:gd name="connsiteY1" fmla="*/ 226797 h 761503"/>
                    <a:gd name="connsiteX2" fmla="*/ 430771 w 516735"/>
                    <a:gd name="connsiteY2" fmla="*/ 221357 h 761503"/>
                    <a:gd name="connsiteX3" fmla="*/ 422612 w 516735"/>
                    <a:gd name="connsiteY3" fmla="*/ 207759 h 761503"/>
                    <a:gd name="connsiteX4" fmla="*/ 419893 w 516735"/>
                    <a:gd name="connsiteY4" fmla="*/ 188722 h 761503"/>
                    <a:gd name="connsiteX5" fmla="*/ 419893 w 516735"/>
                    <a:gd name="connsiteY5" fmla="*/ 139768 h 761503"/>
                    <a:gd name="connsiteX6" fmla="*/ 419893 w 516735"/>
                    <a:gd name="connsiteY6" fmla="*/ 120730 h 761503"/>
                    <a:gd name="connsiteX7" fmla="*/ 395416 w 516735"/>
                    <a:gd name="connsiteY7" fmla="*/ 120730 h 761503"/>
                    <a:gd name="connsiteX8" fmla="*/ 370939 w 516735"/>
                    <a:gd name="connsiteY8" fmla="*/ 120730 h 761503"/>
                    <a:gd name="connsiteX9" fmla="*/ 346461 w 516735"/>
                    <a:gd name="connsiteY9" fmla="*/ 123450 h 761503"/>
                    <a:gd name="connsiteX10" fmla="*/ 335583 w 516735"/>
                    <a:gd name="connsiteY10" fmla="*/ 123450 h 761503"/>
                    <a:gd name="connsiteX11" fmla="*/ 335583 w 516735"/>
                    <a:gd name="connsiteY11" fmla="*/ 123450 h 761503"/>
                    <a:gd name="connsiteX12" fmla="*/ 324704 w 516735"/>
                    <a:gd name="connsiteY12" fmla="*/ 128889 h 761503"/>
                    <a:gd name="connsiteX13" fmla="*/ 327424 w 516735"/>
                    <a:gd name="connsiteY13" fmla="*/ 139768 h 761503"/>
                    <a:gd name="connsiteX14" fmla="*/ 330144 w 516735"/>
                    <a:gd name="connsiteY14" fmla="*/ 175123 h 761503"/>
                    <a:gd name="connsiteX15" fmla="*/ 330144 w 516735"/>
                    <a:gd name="connsiteY15" fmla="*/ 199600 h 761503"/>
                    <a:gd name="connsiteX16" fmla="*/ 327424 w 516735"/>
                    <a:gd name="connsiteY16" fmla="*/ 224077 h 761503"/>
                    <a:gd name="connsiteX17" fmla="*/ 330144 w 516735"/>
                    <a:gd name="connsiteY17" fmla="*/ 251274 h 761503"/>
                    <a:gd name="connsiteX18" fmla="*/ 327424 w 516735"/>
                    <a:gd name="connsiteY18" fmla="*/ 278470 h 761503"/>
                    <a:gd name="connsiteX19" fmla="*/ 327424 w 516735"/>
                    <a:gd name="connsiteY19" fmla="*/ 332864 h 761503"/>
                    <a:gd name="connsiteX20" fmla="*/ 330144 w 516735"/>
                    <a:gd name="connsiteY20" fmla="*/ 357340 h 761503"/>
                    <a:gd name="connsiteX21" fmla="*/ 330144 w 516735"/>
                    <a:gd name="connsiteY21" fmla="*/ 368219 h 761503"/>
                    <a:gd name="connsiteX22" fmla="*/ 332863 w 516735"/>
                    <a:gd name="connsiteY22" fmla="*/ 387257 h 761503"/>
                    <a:gd name="connsiteX23" fmla="*/ 332863 w 516735"/>
                    <a:gd name="connsiteY23" fmla="*/ 433491 h 761503"/>
                    <a:gd name="connsiteX24" fmla="*/ 332863 w 516735"/>
                    <a:gd name="connsiteY24" fmla="*/ 487884 h 761503"/>
                    <a:gd name="connsiteX25" fmla="*/ 330144 w 516735"/>
                    <a:gd name="connsiteY25" fmla="*/ 512361 h 761503"/>
                    <a:gd name="connsiteX26" fmla="*/ 330144 w 516735"/>
                    <a:gd name="connsiteY26" fmla="*/ 539557 h 761503"/>
                    <a:gd name="connsiteX27" fmla="*/ 332863 w 516735"/>
                    <a:gd name="connsiteY27" fmla="*/ 593950 h 761503"/>
                    <a:gd name="connsiteX28" fmla="*/ 332863 w 516735"/>
                    <a:gd name="connsiteY28" fmla="*/ 648343 h 761503"/>
                    <a:gd name="connsiteX29" fmla="*/ 332863 w 516735"/>
                    <a:gd name="connsiteY29" fmla="*/ 656502 h 761503"/>
                    <a:gd name="connsiteX30" fmla="*/ 357341 w 516735"/>
                    <a:gd name="connsiteY30" fmla="*/ 656502 h 761503"/>
                    <a:gd name="connsiteX31" fmla="*/ 395416 w 516735"/>
                    <a:gd name="connsiteY31" fmla="*/ 675540 h 761503"/>
                    <a:gd name="connsiteX32" fmla="*/ 389976 w 516735"/>
                    <a:gd name="connsiteY32" fmla="*/ 691858 h 761503"/>
                    <a:gd name="connsiteX33" fmla="*/ 373658 w 516735"/>
                    <a:gd name="connsiteY33" fmla="*/ 700017 h 761503"/>
                    <a:gd name="connsiteX34" fmla="*/ 351901 w 516735"/>
                    <a:gd name="connsiteY34" fmla="*/ 702737 h 761503"/>
                    <a:gd name="connsiteX35" fmla="*/ 319265 w 516735"/>
                    <a:gd name="connsiteY35" fmla="*/ 702737 h 761503"/>
                    <a:gd name="connsiteX36" fmla="*/ 311106 w 516735"/>
                    <a:gd name="connsiteY36" fmla="*/ 708176 h 761503"/>
                    <a:gd name="connsiteX37" fmla="*/ 289349 w 516735"/>
                    <a:gd name="connsiteY37" fmla="*/ 713615 h 761503"/>
                    <a:gd name="connsiteX38" fmla="*/ 270311 w 516735"/>
                    <a:gd name="connsiteY38" fmla="*/ 713615 h 761503"/>
                    <a:gd name="connsiteX39" fmla="*/ 243115 w 516735"/>
                    <a:gd name="connsiteY39" fmla="*/ 705456 h 761503"/>
                    <a:gd name="connsiteX40" fmla="*/ 237675 w 516735"/>
                    <a:gd name="connsiteY40" fmla="*/ 702737 h 761503"/>
                    <a:gd name="connsiteX41" fmla="*/ 199600 w 516735"/>
                    <a:gd name="connsiteY41" fmla="*/ 702737 h 761503"/>
                    <a:gd name="connsiteX42" fmla="*/ 175123 w 516735"/>
                    <a:gd name="connsiteY42" fmla="*/ 702737 h 761503"/>
                    <a:gd name="connsiteX43" fmla="*/ 147927 w 516735"/>
                    <a:gd name="connsiteY43" fmla="*/ 697297 h 761503"/>
                    <a:gd name="connsiteX44" fmla="*/ 131609 w 516735"/>
                    <a:gd name="connsiteY44" fmla="*/ 678260 h 761503"/>
                    <a:gd name="connsiteX45" fmla="*/ 137048 w 516735"/>
                    <a:gd name="connsiteY45" fmla="*/ 670101 h 761503"/>
                    <a:gd name="connsiteX46" fmla="*/ 158805 w 516735"/>
                    <a:gd name="connsiteY46" fmla="*/ 661942 h 761503"/>
                    <a:gd name="connsiteX47" fmla="*/ 199600 w 516735"/>
                    <a:gd name="connsiteY47" fmla="*/ 659222 h 761503"/>
                    <a:gd name="connsiteX48" fmla="*/ 199600 w 516735"/>
                    <a:gd name="connsiteY48" fmla="*/ 659222 h 761503"/>
                    <a:gd name="connsiteX49" fmla="*/ 196880 w 516735"/>
                    <a:gd name="connsiteY49" fmla="*/ 629306 h 761503"/>
                    <a:gd name="connsiteX50" fmla="*/ 199600 w 516735"/>
                    <a:gd name="connsiteY50" fmla="*/ 574913 h 761503"/>
                    <a:gd name="connsiteX51" fmla="*/ 202320 w 516735"/>
                    <a:gd name="connsiteY51" fmla="*/ 523239 h 761503"/>
                    <a:gd name="connsiteX52" fmla="*/ 205040 w 516735"/>
                    <a:gd name="connsiteY52" fmla="*/ 460687 h 761503"/>
                    <a:gd name="connsiteX53" fmla="*/ 205040 w 516735"/>
                    <a:gd name="connsiteY53" fmla="*/ 417173 h 761503"/>
                    <a:gd name="connsiteX54" fmla="*/ 207759 w 516735"/>
                    <a:gd name="connsiteY54" fmla="*/ 392696 h 761503"/>
                    <a:gd name="connsiteX55" fmla="*/ 210478 w 516735"/>
                    <a:gd name="connsiteY55" fmla="*/ 368219 h 761503"/>
                    <a:gd name="connsiteX56" fmla="*/ 210478 w 516735"/>
                    <a:gd name="connsiteY56" fmla="*/ 313826 h 761503"/>
                    <a:gd name="connsiteX57" fmla="*/ 210478 w 516735"/>
                    <a:gd name="connsiteY57" fmla="*/ 259433 h 761503"/>
                    <a:gd name="connsiteX58" fmla="*/ 210478 w 516735"/>
                    <a:gd name="connsiteY58" fmla="*/ 213199 h 761503"/>
                    <a:gd name="connsiteX59" fmla="*/ 210478 w 516735"/>
                    <a:gd name="connsiteY59" fmla="*/ 145207 h 761503"/>
                    <a:gd name="connsiteX60" fmla="*/ 213198 w 516735"/>
                    <a:gd name="connsiteY60" fmla="*/ 131609 h 761503"/>
                    <a:gd name="connsiteX61" fmla="*/ 205040 w 516735"/>
                    <a:gd name="connsiteY61" fmla="*/ 123450 h 761503"/>
                    <a:gd name="connsiteX62" fmla="*/ 161525 w 516735"/>
                    <a:gd name="connsiteY62" fmla="*/ 123450 h 761503"/>
                    <a:gd name="connsiteX63" fmla="*/ 112571 w 516735"/>
                    <a:gd name="connsiteY63" fmla="*/ 120730 h 761503"/>
                    <a:gd name="connsiteX64" fmla="*/ 104412 w 516735"/>
                    <a:gd name="connsiteY64" fmla="*/ 118011 h 761503"/>
                    <a:gd name="connsiteX65" fmla="*/ 107132 w 516735"/>
                    <a:gd name="connsiteY65" fmla="*/ 191441 h 761503"/>
                    <a:gd name="connsiteX66" fmla="*/ 90814 w 516735"/>
                    <a:gd name="connsiteY66" fmla="*/ 224077 h 761503"/>
                    <a:gd name="connsiteX67" fmla="*/ 74496 w 516735"/>
                    <a:gd name="connsiteY67" fmla="*/ 218638 h 761503"/>
                    <a:gd name="connsiteX68" fmla="*/ 66337 w 516735"/>
                    <a:gd name="connsiteY68" fmla="*/ 205040 h 761503"/>
                    <a:gd name="connsiteX69" fmla="*/ 63617 w 516735"/>
                    <a:gd name="connsiteY69" fmla="*/ 186002 h 761503"/>
                    <a:gd name="connsiteX70" fmla="*/ 63617 w 516735"/>
                    <a:gd name="connsiteY70" fmla="*/ 145207 h 761503"/>
                    <a:gd name="connsiteX71" fmla="*/ 63617 w 516735"/>
                    <a:gd name="connsiteY71" fmla="*/ 109852 h 761503"/>
                    <a:gd name="connsiteX72" fmla="*/ 58178 w 516735"/>
                    <a:gd name="connsiteY72" fmla="*/ 96253 h 761503"/>
                    <a:gd name="connsiteX73" fmla="*/ 66337 w 516735"/>
                    <a:gd name="connsiteY73" fmla="*/ 85375 h 761503"/>
                    <a:gd name="connsiteX74" fmla="*/ 93533 w 516735"/>
                    <a:gd name="connsiteY74" fmla="*/ 77216 h 761503"/>
                    <a:gd name="connsiteX75" fmla="*/ 115290 w 516735"/>
                    <a:gd name="connsiteY75" fmla="*/ 77216 h 761503"/>
                    <a:gd name="connsiteX76" fmla="*/ 169684 w 516735"/>
                    <a:gd name="connsiteY76" fmla="*/ 74496 h 761503"/>
                    <a:gd name="connsiteX77" fmla="*/ 194161 w 516735"/>
                    <a:gd name="connsiteY77" fmla="*/ 71776 h 761503"/>
                    <a:gd name="connsiteX78" fmla="*/ 196880 w 516735"/>
                    <a:gd name="connsiteY78" fmla="*/ 71776 h 761503"/>
                    <a:gd name="connsiteX79" fmla="*/ 210478 w 516735"/>
                    <a:gd name="connsiteY79" fmla="*/ 71776 h 761503"/>
                    <a:gd name="connsiteX80" fmla="*/ 218638 w 516735"/>
                    <a:gd name="connsiteY80" fmla="*/ 71776 h 761503"/>
                    <a:gd name="connsiteX81" fmla="*/ 237675 w 516735"/>
                    <a:gd name="connsiteY81" fmla="*/ 60898 h 761503"/>
                    <a:gd name="connsiteX82" fmla="*/ 253993 w 516735"/>
                    <a:gd name="connsiteY82" fmla="*/ 58178 h 761503"/>
                    <a:gd name="connsiteX83" fmla="*/ 283910 w 516735"/>
                    <a:gd name="connsiteY83" fmla="*/ 60898 h 761503"/>
                    <a:gd name="connsiteX84" fmla="*/ 294788 w 516735"/>
                    <a:gd name="connsiteY84" fmla="*/ 66337 h 761503"/>
                    <a:gd name="connsiteX85" fmla="*/ 305667 w 516735"/>
                    <a:gd name="connsiteY85" fmla="*/ 74496 h 761503"/>
                    <a:gd name="connsiteX86" fmla="*/ 313826 w 516735"/>
                    <a:gd name="connsiteY86" fmla="*/ 74496 h 761503"/>
                    <a:gd name="connsiteX87" fmla="*/ 327424 w 516735"/>
                    <a:gd name="connsiteY87" fmla="*/ 74496 h 761503"/>
                    <a:gd name="connsiteX88" fmla="*/ 354621 w 516735"/>
                    <a:gd name="connsiteY88" fmla="*/ 74496 h 761503"/>
                    <a:gd name="connsiteX89" fmla="*/ 422612 w 516735"/>
                    <a:gd name="connsiteY89" fmla="*/ 74496 h 761503"/>
                    <a:gd name="connsiteX90" fmla="*/ 455248 w 516735"/>
                    <a:gd name="connsiteY90" fmla="*/ 79936 h 761503"/>
                    <a:gd name="connsiteX91" fmla="*/ 466127 w 516735"/>
                    <a:gd name="connsiteY91" fmla="*/ 98973 h 761503"/>
                    <a:gd name="connsiteX92" fmla="*/ 463407 w 516735"/>
                    <a:gd name="connsiteY92" fmla="*/ 109852 h 761503"/>
                    <a:gd name="connsiteX93" fmla="*/ 463407 w 516735"/>
                    <a:gd name="connsiteY93" fmla="*/ 120730 h 761503"/>
                    <a:gd name="connsiteX94" fmla="*/ 463407 w 516735"/>
                    <a:gd name="connsiteY94" fmla="*/ 194161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</a:cxnLst>
                  <a:rect l="l" t="t" r="r" b="b"/>
                  <a:pathLst>
                    <a:path w="516735" h="761503">
                      <a:moveTo>
                        <a:pt x="463407" y="194161"/>
                      </a:moveTo>
                      <a:cubicBezTo>
                        <a:pt x="463407" y="205040"/>
                        <a:pt x="463407" y="226797"/>
                        <a:pt x="447089" y="226797"/>
                      </a:cubicBezTo>
                      <a:cubicBezTo>
                        <a:pt x="438930" y="226797"/>
                        <a:pt x="436211" y="226797"/>
                        <a:pt x="430771" y="221357"/>
                      </a:cubicBezTo>
                      <a:cubicBezTo>
                        <a:pt x="425332" y="218638"/>
                        <a:pt x="422612" y="210479"/>
                        <a:pt x="422612" y="207759"/>
                      </a:cubicBezTo>
                      <a:cubicBezTo>
                        <a:pt x="419893" y="199600"/>
                        <a:pt x="419893" y="194161"/>
                        <a:pt x="419893" y="188722"/>
                      </a:cubicBezTo>
                      <a:cubicBezTo>
                        <a:pt x="419893" y="183282"/>
                        <a:pt x="419893" y="147927"/>
                        <a:pt x="419893" y="139768"/>
                      </a:cubicBezTo>
                      <a:cubicBezTo>
                        <a:pt x="419893" y="134329"/>
                        <a:pt x="419893" y="128889"/>
                        <a:pt x="419893" y="120730"/>
                      </a:cubicBezTo>
                      <a:cubicBezTo>
                        <a:pt x="411734" y="120730"/>
                        <a:pt x="403574" y="120730"/>
                        <a:pt x="395416" y="120730"/>
                      </a:cubicBezTo>
                      <a:cubicBezTo>
                        <a:pt x="387256" y="120730"/>
                        <a:pt x="379098" y="120730"/>
                        <a:pt x="370939" y="120730"/>
                      </a:cubicBezTo>
                      <a:cubicBezTo>
                        <a:pt x="362780" y="120730"/>
                        <a:pt x="354621" y="123450"/>
                        <a:pt x="346461" y="123450"/>
                      </a:cubicBezTo>
                      <a:cubicBezTo>
                        <a:pt x="343742" y="123450"/>
                        <a:pt x="341023" y="123450"/>
                        <a:pt x="335583" y="123450"/>
                      </a:cubicBezTo>
                      <a:cubicBezTo>
                        <a:pt x="335583" y="123450"/>
                        <a:pt x="335583" y="123450"/>
                        <a:pt x="335583" y="123450"/>
                      </a:cubicBezTo>
                      <a:cubicBezTo>
                        <a:pt x="327424" y="123450"/>
                        <a:pt x="324704" y="126170"/>
                        <a:pt x="324704" y="128889"/>
                      </a:cubicBezTo>
                      <a:cubicBezTo>
                        <a:pt x="324704" y="131609"/>
                        <a:pt x="324704" y="137048"/>
                        <a:pt x="327424" y="139768"/>
                      </a:cubicBezTo>
                      <a:cubicBezTo>
                        <a:pt x="330144" y="147927"/>
                        <a:pt x="330144" y="166964"/>
                        <a:pt x="330144" y="175123"/>
                      </a:cubicBezTo>
                      <a:cubicBezTo>
                        <a:pt x="330144" y="183282"/>
                        <a:pt x="330144" y="191441"/>
                        <a:pt x="330144" y="199600"/>
                      </a:cubicBezTo>
                      <a:cubicBezTo>
                        <a:pt x="330144" y="207759"/>
                        <a:pt x="327424" y="215918"/>
                        <a:pt x="327424" y="224077"/>
                      </a:cubicBezTo>
                      <a:cubicBezTo>
                        <a:pt x="327424" y="232236"/>
                        <a:pt x="330144" y="243115"/>
                        <a:pt x="330144" y="251274"/>
                      </a:cubicBezTo>
                      <a:cubicBezTo>
                        <a:pt x="330144" y="259433"/>
                        <a:pt x="330144" y="267592"/>
                        <a:pt x="327424" y="278470"/>
                      </a:cubicBezTo>
                      <a:cubicBezTo>
                        <a:pt x="327424" y="294788"/>
                        <a:pt x="327424" y="313826"/>
                        <a:pt x="327424" y="332864"/>
                      </a:cubicBezTo>
                      <a:cubicBezTo>
                        <a:pt x="327424" y="341022"/>
                        <a:pt x="327424" y="349181"/>
                        <a:pt x="330144" y="357340"/>
                      </a:cubicBezTo>
                      <a:cubicBezTo>
                        <a:pt x="330144" y="360060"/>
                        <a:pt x="330144" y="365499"/>
                        <a:pt x="330144" y="368219"/>
                      </a:cubicBezTo>
                      <a:cubicBezTo>
                        <a:pt x="330144" y="373658"/>
                        <a:pt x="332863" y="384537"/>
                        <a:pt x="332863" y="387257"/>
                      </a:cubicBezTo>
                      <a:cubicBezTo>
                        <a:pt x="332863" y="406294"/>
                        <a:pt x="332863" y="414453"/>
                        <a:pt x="332863" y="433491"/>
                      </a:cubicBezTo>
                      <a:cubicBezTo>
                        <a:pt x="332863" y="452528"/>
                        <a:pt x="335583" y="468846"/>
                        <a:pt x="332863" y="487884"/>
                      </a:cubicBezTo>
                      <a:cubicBezTo>
                        <a:pt x="332863" y="496043"/>
                        <a:pt x="330144" y="504202"/>
                        <a:pt x="330144" y="512361"/>
                      </a:cubicBezTo>
                      <a:cubicBezTo>
                        <a:pt x="330144" y="520520"/>
                        <a:pt x="330144" y="531398"/>
                        <a:pt x="330144" y="539557"/>
                      </a:cubicBezTo>
                      <a:cubicBezTo>
                        <a:pt x="330144" y="558595"/>
                        <a:pt x="330144" y="574913"/>
                        <a:pt x="332863" y="593950"/>
                      </a:cubicBezTo>
                      <a:cubicBezTo>
                        <a:pt x="332863" y="610268"/>
                        <a:pt x="332863" y="632026"/>
                        <a:pt x="332863" y="648343"/>
                      </a:cubicBezTo>
                      <a:cubicBezTo>
                        <a:pt x="332863" y="651063"/>
                        <a:pt x="332863" y="653783"/>
                        <a:pt x="332863" y="656502"/>
                      </a:cubicBezTo>
                      <a:cubicBezTo>
                        <a:pt x="343742" y="656502"/>
                        <a:pt x="351901" y="656502"/>
                        <a:pt x="357341" y="656502"/>
                      </a:cubicBezTo>
                      <a:cubicBezTo>
                        <a:pt x="370939" y="656502"/>
                        <a:pt x="395416" y="659222"/>
                        <a:pt x="395416" y="675540"/>
                      </a:cubicBezTo>
                      <a:cubicBezTo>
                        <a:pt x="395416" y="683699"/>
                        <a:pt x="392696" y="686419"/>
                        <a:pt x="389976" y="691858"/>
                      </a:cubicBezTo>
                      <a:cubicBezTo>
                        <a:pt x="384537" y="697297"/>
                        <a:pt x="379098" y="700017"/>
                        <a:pt x="373658" y="700017"/>
                      </a:cubicBezTo>
                      <a:cubicBezTo>
                        <a:pt x="365499" y="702737"/>
                        <a:pt x="357341" y="702737"/>
                        <a:pt x="351901" y="702737"/>
                      </a:cubicBezTo>
                      <a:cubicBezTo>
                        <a:pt x="349181" y="702737"/>
                        <a:pt x="335583" y="702737"/>
                        <a:pt x="319265" y="702737"/>
                      </a:cubicBezTo>
                      <a:cubicBezTo>
                        <a:pt x="316546" y="705456"/>
                        <a:pt x="313826" y="705456"/>
                        <a:pt x="311106" y="708176"/>
                      </a:cubicBezTo>
                      <a:cubicBezTo>
                        <a:pt x="302948" y="713615"/>
                        <a:pt x="297508" y="713615"/>
                        <a:pt x="289349" y="713615"/>
                      </a:cubicBezTo>
                      <a:cubicBezTo>
                        <a:pt x="283910" y="713615"/>
                        <a:pt x="278470" y="713615"/>
                        <a:pt x="270311" y="713615"/>
                      </a:cubicBezTo>
                      <a:cubicBezTo>
                        <a:pt x="259433" y="713615"/>
                        <a:pt x="251273" y="710895"/>
                        <a:pt x="243115" y="705456"/>
                      </a:cubicBezTo>
                      <a:cubicBezTo>
                        <a:pt x="240395" y="705456"/>
                        <a:pt x="237675" y="702737"/>
                        <a:pt x="237675" y="702737"/>
                      </a:cubicBezTo>
                      <a:cubicBezTo>
                        <a:pt x="224077" y="702737"/>
                        <a:pt x="213198" y="702737"/>
                        <a:pt x="199600" y="702737"/>
                      </a:cubicBezTo>
                      <a:cubicBezTo>
                        <a:pt x="191441" y="702737"/>
                        <a:pt x="183282" y="702737"/>
                        <a:pt x="175123" y="702737"/>
                      </a:cubicBezTo>
                      <a:cubicBezTo>
                        <a:pt x="166965" y="702737"/>
                        <a:pt x="156085" y="702737"/>
                        <a:pt x="147927" y="697297"/>
                      </a:cubicBezTo>
                      <a:cubicBezTo>
                        <a:pt x="139768" y="694578"/>
                        <a:pt x="131609" y="680979"/>
                        <a:pt x="131609" y="678260"/>
                      </a:cubicBezTo>
                      <a:cubicBezTo>
                        <a:pt x="131609" y="675540"/>
                        <a:pt x="131609" y="672820"/>
                        <a:pt x="137048" y="670101"/>
                      </a:cubicBezTo>
                      <a:cubicBezTo>
                        <a:pt x="142487" y="667381"/>
                        <a:pt x="153366" y="664661"/>
                        <a:pt x="158805" y="661942"/>
                      </a:cubicBezTo>
                      <a:cubicBezTo>
                        <a:pt x="175123" y="659222"/>
                        <a:pt x="191441" y="659222"/>
                        <a:pt x="199600" y="659222"/>
                      </a:cubicBezTo>
                      <a:lnTo>
                        <a:pt x="199600" y="659222"/>
                      </a:lnTo>
                      <a:cubicBezTo>
                        <a:pt x="199600" y="648343"/>
                        <a:pt x="196880" y="640184"/>
                        <a:pt x="196880" y="629306"/>
                      </a:cubicBezTo>
                      <a:cubicBezTo>
                        <a:pt x="196880" y="612988"/>
                        <a:pt x="196880" y="591231"/>
                        <a:pt x="199600" y="574913"/>
                      </a:cubicBezTo>
                      <a:cubicBezTo>
                        <a:pt x="199600" y="558595"/>
                        <a:pt x="199600" y="539557"/>
                        <a:pt x="202320" y="523239"/>
                      </a:cubicBezTo>
                      <a:cubicBezTo>
                        <a:pt x="202320" y="501482"/>
                        <a:pt x="205040" y="482445"/>
                        <a:pt x="205040" y="460687"/>
                      </a:cubicBezTo>
                      <a:cubicBezTo>
                        <a:pt x="205040" y="447089"/>
                        <a:pt x="205040" y="430771"/>
                        <a:pt x="205040" y="417173"/>
                      </a:cubicBezTo>
                      <a:cubicBezTo>
                        <a:pt x="205040" y="409014"/>
                        <a:pt x="207759" y="400855"/>
                        <a:pt x="207759" y="392696"/>
                      </a:cubicBezTo>
                      <a:cubicBezTo>
                        <a:pt x="207759" y="384537"/>
                        <a:pt x="210478" y="376378"/>
                        <a:pt x="210478" y="368219"/>
                      </a:cubicBezTo>
                      <a:cubicBezTo>
                        <a:pt x="210478" y="351901"/>
                        <a:pt x="210478" y="332864"/>
                        <a:pt x="210478" y="313826"/>
                      </a:cubicBezTo>
                      <a:cubicBezTo>
                        <a:pt x="210478" y="294788"/>
                        <a:pt x="210478" y="275751"/>
                        <a:pt x="210478" y="259433"/>
                      </a:cubicBezTo>
                      <a:cubicBezTo>
                        <a:pt x="210478" y="243115"/>
                        <a:pt x="210478" y="226797"/>
                        <a:pt x="210478" y="213199"/>
                      </a:cubicBezTo>
                      <a:cubicBezTo>
                        <a:pt x="210478" y="194161"/>
                        <a:pt x="210478" y="164245"/>
                        <a:pt x="210478" y="145207"/>
                      </a:cubicBezTo>
                      <a:cubicBezTo>
                        <a:pt x="210478" y="139768"/>
                        <a:pt x="213198" y="134329"/>
                        <a:pt x="213198" y="131609"/>
                      </a:cubicBezTo>
                      <a:cubicBezTo>
                        <a:pt x="213198" y="126170"/>
                        <a:pt x="207759" y="123450"/>
                        <a:pt x="205040" y="123450"/>
                      </a:cubicBezTo>
                      <a:cubicBezTo>
                        <a:pt x="199600" y="123450"/>
                        <a:pt x="166965" y="123450"/>
                        <a:pt x="161525" y="123450"/>
                      </a:cubicBezTo>
                      <a:cubicBezTo>
                        <a:pt x="145207" y="123450"/>
                        <a:pt x="128889" y="123450"/>
                        <a:pt x="112571" y="120730"/>
                      </a:cubicBezTo>
                      <a:cubicBezTo>
                        <a:pt x="109852" y="120730"/>
                        <a:pt x="107132" y="120730"/>
                        <a:pt x="104412" y="118011"/>
                      </a:cubicBezTo>
                      <a:cubicBezTo>
                        <a:pt x="107132" y="137048"/>
                        <a:pt x="107132" y="172404"/>
                        <a:pt x="107132" y="191441"/>
                      </a:cubicBezTo>
                      <a:cubicBezTo>
                        <a:pt x="107132" y="202320"/>
                        <a:pt x="107132" y="224077"/>
                        <a:pt x="90814" y="224077"/>
                      </a:cubicBezTo>
                      <a:cubicBezTo>
                        <a:pt x="82655" y="224077"/>
                        <a:pt x="79935" y="221357"/>
                        <a:pt x="74496" y="218638"/>
                      </a:cubicBezTo>
                      <a:cubicBezTo>
                        <a:pt x="69057" y="215918"/>
                        <a:pt x="66337" y="210479"/>
                        <a:pt x="66337" y="205040"/>
                      </a:cubicBezTo>
                      <a:cubicBezTo>
                        <a:pt x="63617" y="196881"/>
                        <a:pt x="63617" y="191441"/>
                        <a:pt x="63617" y="186002"/>
                      </a:cubicBezTo>
                      <a:cubicBezTo>
                        <a:pt x="63617" y="180563"/>
                        <a:pt x="63617" y="153366"/>
                        <a:pt x="63617" y="145207"/>
                      </a:cubicBezTo>
                      <a:cubicBezTo>
                        <a:pt x="63617" y="134329"/>
                        <a:pt x="63617" y="120730"/>
                        <a:pt x="63617" y="109852"/>
                      </a:cubicBezTo>
                      <a:cubicBezTo>
                        <a:pt x="60897" y="104412"/>
                        <a:pt x="58178" y="101693"/>
                        <a:pt x="58178" y="96253"/>
                      </a:cubicBezTo>
                      <a:cubicBezTo>
                        <a:pt x="58178" y="93534"/>
                        <a:pt x="60897" y="88095"/>
                        <a:pt x="66337" y="85375"/>
                      </a:cubicBezTo>
                      <a:cubicBezTo>
                        <a:pt x="74496" y="79936"/>
                        <a:pt x="77215" y="77216"/>
                        <a:pt x="93533" y="77216"/>
                      </a:cubicBezTo>
                      <a:cubicBezTo>
                        <a:pt x="101692" y="77216"/>
                        <a:pt x="109852" y="77216"/>
                        <a:pt x="115290" y="77216"/>
                      </a:cubicBezTo>
                      <a:cubicBezTo>
                        <a:pt x="134328" y="77216"/>
                        <a:pt x="150646" y="77216"/>
                        <a:pt x="169684" y="74496"/>
                      </a:cubicBezTo>
                      <a:cubicBezTo>
                        <a:pt x="177843" y="74496"/>
                        <a:pt x="186002" y="71776"/>
                        <a:pt x="194161" y="71776"/>
                      </a:cubicBezTo>
                      <a:cubicBezTo>
                        <a:pt x="194161" y="71776"/>
                        <a:pt x="196880" y="71776"/>
                        <a:pt x="196880" y="71776"/>
                      </a:cubicBezTo>
                      <a:cubicBezTo>
                        <a:pt x="199600" y="71776"/>
                        <a:pt x="205040" y="71776"/>
                        <a:pt x="210478" y="71776"/>
                      </a:cubicBezTo>
                      <a:cubicBezTo>
                        <a:pt x="213198" y="71776"/>
                        <a:pt x="215918" y="71776"/>
                        <a:pt x="218638" y="71776"/>
                      </a:cubicBezTo>
                      <a:cubicBezTo>
                        <a:pt x="224077" y="69057"/>
                        <a:pt x="229516" y="63618"/>
                        <a:pt x="237675" y="60898"/>
                      </a:cubicBezTo>
                      <a:cubicBezTo>
                        <a:pt x="243115" y="58178"/>
                        <a:pt x="248554" y="58178"/>
                        <a:pt x="253993" y="58178"/>
                      </a:cubicBezTo>
                      <a:cubicBezTo>
                        <a:pt x="264872" y="58178"/>
                        <a:pt x="273031" y="58178"/>
                        <a:pt x="283910" y="60898"/>
                      </a:cubicBezTo>
                      <a:cubicBezTo>
                        <a:pt x="286629" y="60898"/>
                        <a:pt x="292068" y="63618"/>
                        <a:pt x="294788" y="66337"/>
                      </a:cubicBezTo>
                      <a:cubicBezTo>
                        <a:pt x="297508" y="69057"/>
                        <a:pt x="302948" y="71776"/>
                        <a:pt x="305667" y="74496"/>
                      </a:cubicBezTo>
                      <a:cubicBezTo>
                        <a:pt x="308386" y="74496"/>
                        <a:pt x="311106" y="74496"/>
                        <a:pt x="313826" y="74496"/>
                      </a:cubicBezTo>
                      <a:cubicBezTo>
                        <a:pt x="319265" y="74496"/>
                        <a:pt x="321985" y="74496"/>
                        <a:pt x="327424" y="74496"/>
                      </a:cubicBezTo>
                      <a:cubicBezTo>
                        <a:pt x="335583" y="74496"/>
                        <a:pt x="346461" y="74496"/>
                        <a:pt x="354621" y="74496"/>
                      </a:cubicBezTo>
                      <a:cubicBezTo>
                        <a:pt x="376378" y="74496"/>
                        <a:pt x="400855" y="74496"/>
                        <a:pt x="422612" y="74496"/>
                      </a:cubicBezTo>
                      <a:cubicBezTo>
                        <a:pt x="433491" y="74496"/>
                        <a:pt x="447089" y="74496"/>
                        <a:pt x="455248" y="79936"/>
                      </a:cubicBezTo>
                      <a:cubicBezTo>
                        <a:pt x="460687" y="82655"/>
                        <a:pt x="466127" y="90814"/>
                        <a:pt x="466127" y="98973"/>
                      </a:cubicBezTo>
                      <a:cubicBezTo>
                        <a:pt x="466127" y="101693"/>
                        <a:pt x="466127" y="107132"/>
                        <a:pt x="463407" y="109852"/>
                      </a:cubicBezTo>
                      <a:cubicBezTo>
                        <a:pt x="463407" y="112571"/>
                        <a:pt x="463407" y="112571"/>
                        <a:pt x="463407" y="120730"/>
                      </a:cubicBezTo>
                      <a:cubicBezTo>
                        <a:pt x="463407" y="142488"/>
                        <a:pt x="463407" y="172404"/>
                        <a:pt x="463407" y="194161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</p:grpSp>
          <p:pic>
            <p:nvPicPr>
              <p:cNvPr id="16" name="Graphic 64">
                <a:extLst>
                  <a:ext uri="{FF2B5EF4-FFF2-40B4-BE49-F238E27FC236}">
                    <a16:creationId xmlns:a16="http://schemas.microsoft.com/office/drawing/2014/main" id="{D2B28542-80B4-A5A4-FC1C-56E22FD1A706}"/>
                  </a:ext>
                </a:extLst>
              </p:cNvPr>
              <p:cNvPicPr>
                <a:picLocks/>
              </p:cNvPicPr>
              <p:nvPr/>
            </p:nvPicPr>
            <p:blipFill>
              <a:blip r:embed="rId2" cstate="email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tretch>
                <a:fillRect/>
              </a:stretch>
            </p:blipFill>
            <p:spPr>
              <a:xfrm rot="16200000">
                <a:off x="10574141" y="4536021"/>
                <a:ext cx="44157" cy="1413011"/>
              </a:xfrm>
              <a:prstGeom prst="rect">
                <a:avLst/>
              </a:prstGeom>
            </p:spPr>
          </p:pic>
        </p:grpSp>
        <p:pic>
          <p:nvPicPr>
            <p:cNvPr id="14" name="Picture 62" descr="Diagram&#10;&#10;Description automatically generated with medium confidence">
              <a:extLst>
                <a:ext uri="{FF2B5EF4-FFF2-40B4-BE49-F238E27FC236}">
                  <a16:creationId xmlns:a16="http://schemas.microsoft.com/office/drawing/2014/main" id="{F7444CBB-F1BF-8E11-F272-A924D4B2EB4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79701" y="5317790"/>
              <a:ext cx="2341873" cy="1339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096000" y="457200"/>
            <a:ext cx="5715000" cy="2565401"/>
          </a:xfrm>
        </p:spPr>
        <p:txBody>
          <a:bodyPr/>
          <a:lstStyle>
            <a:lvl1pPr algn="l">
              <a:lnSpc>
                <a:spcPct val="82000"/>
              </a:lnSpc>
              <a:defRPr sz="6600"/>
            </a:lvl1pPr>
          </a:lstStyle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6096000" y="3306349"/>
            <a:ext cx="5715000" cy="731520"/>
          </a:xfrm>
        </p:spPr>
        <p:txBody>
          <a:bodyPr/>
          <a:lstStyle>
            <a:lvl1pPr marL="0" indent="0" algn="l">
              <a:spcBef>
                <a:spcPts val="0"/>
              </a:spcBef>
              <a:buNone/>
              <a:defRPr sz="20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pic>
        <p:nvPicPr>
          <p:cNvPr id="59" name="Picture 58" descr="A white text on a black background&#10;&#10;AI-generated content may be incorrect.">
            <a:extLst>
              <a:ext uri="{FF2B5EF4-FFF2-40B4-BE49-F238E27FC236}">
                <a16:creationId xmlns:a16="http://schemas.microsoft.com/office/drawing/2014/main" id="{0B171B26-34E0-399B-A084-20D77E286311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03558" y="5579652"/>
            <a:ext cx="2191400" cy="64685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5830382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ection Header Circle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: Shape 52">
            <a:extLst>
              <a:ext uri="{FF2B5EF4-FFF2-40B4-BE49-F238E27FC236}">
                <a16:creationId xmlns:a16="http://schemas.microsoft.com/office/drawing/2014/main" id="{895E56E1-5F48-FAA2-A127-9F3060B7E835}"/>
              </a:ext>
            </a:extLst>
          </p:cNvPr>
          <p:cNvSpPr>
            <a:spLocks/>
          </p:cNvSpPr>
          <p:nvPr/>
        </p:nvSpPr>
        <p:spPr bwMode="white">
          <a:xfrm>
            <a:off x="0" y="0"/>
            <a:ext cx="5538788" cy="6858000"/>
          </a:xfrm>
          <a:custGeom>
            <a:avLst/>
            <a:gdLst>
              <a:gd name="T0" fmla="*/ 0 w 5538665"/>
              <a:gd name="T1" fmla="*/ 0 h 6853445"/>
              <a:gd name="T2" fmla="*/ 3789661 w 5538665"/>
              <a:gd name="T3" fmla="*/ 0 h 6853445"/>
              <a:gd name="T4" fmla="*/ 3864039 w 5538665"/>
              <a:gd name="T5" fmla="*/ 48948 h 6853445"/>
              <a:gd name="T6" fmla="*/ 5522925 w 5538665"/>
              <a:gd name="T7" fmla="*/ 3898366 h 6853445"/>
              <a:gd name="T8" fmla="*/ 3442584 w 5538665"/>
              <a:gd name="T9" fmla="*/ 6857408 h 6853445"/>
              <a:gd name="T10" fmla="*/ 3441243 w 5538665"/>
              <a:gd name="T11" fmla="*/ 6858000 h 6853445"/>
              <a:gd name="T12" fmla="*/ 0 w 5538665"/>
              <a:gd name="T13" fmla="*/ 6858000 h 6853445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5538665" h="6853445">
                <a:moveTo>
                  <a:pt x="0" y="0"/>
                </a:moveTo>
                <a:lnTo>
                  <a:pt x="3789661" y="0"/>
                </a:lnTo>
                <a:lnTo>
                  <a:pt x="3864039" y="48915"/>
                </a:lnTo>
                <a:cubicBezTo>
                  <a:pt x="5036717" y="905415"/>
                  <a:pt x="5646593" y="2400600"/>
                  <a:pt x="5522925" y="3895777"/>
                </a:cubicBezTo>
                <a:cubicBezTo>
                  <a:pt x="5403483" y="5448579"/>
                  <a:pt x="4490294" y="6359136"/>
                  <a:pt x="3442584" y="6852853"/>
                </a:cubicBezTo>
                <a:lnTo>
                  <a:pt x="3441243" y="6853445"/>
                </a:lnTo>
                <a:lnTo>
                  <a:pt x="0" y="6853445"/>
                </a:lnTo>
                <a:lnTo>
                  <a:pt x="0" y="0"/>
                </a:lnTo>
                <a:close/>
              </a:path>
            </a:pathLst>
          </a:custGeom>
          <a:solidFill>
            <a:srgbClr val="2D6EAA"/>
          </a:solidFill>
          <a:ln>
            <a:noFill/>
          </a:ln>
          <a:extLst>
            <a:ext uri="{91240B29-F687-4F45-9708-019B960494DF}">
              <a14:hiddenLine xmlns:a14="http://schemas.microsoft.com/office/drawing/2010/main" w="9525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endParaRPr lang="en-US"/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3459602" y="0"/>
            <a:ext cx="8732399" cy="6858000"/>
          </a:xfrm>
          <a:custGeom>
            <a:avLst/>
            <a:gdLst>
              <a:gd name="connsiteX0" fmla="*/ 343919 w 8732399"/>
              <a:gd name="connsiteY0" fmla="*/ 0 h 6858000"/>
              <a:gd name="connsiteX1" fmla="*/ 8732399 w 8732399"/>
              <a:gd name="connsiteY1" fmla="*/ 0 h 6858000"/>
              <a:gd name="connsiteX2" fmla="*/ 8732399 w 8732399"/>
              <a:gd name="connsiteY2" fmla="*/ 6858000 h 6858000"/>
              <a:gd name="connsiteX3" fmla="*/ 0 w 8732399"/>
              <a:gd name="connsiteY3" fmla="*/ 6858000 h 6858000"/>
              <a:gd name="connsiteX4" fmla="*/ 177693 w 8732399"/>
              <a:gd name="connsiteY4" fmla="*/ 6768713 h 6858000"/>
              <a:gd name="connsiteX5" fmla="*/ 2063325 w 8732399"/>
              <a:gd name="connsiteY5" fmla="*/ 3899618 h 6858000"/>
              <a:gd name="connsiteX6" fmla="*/ 2077959 w 8732399"/>
              <a:gd name="connsiteY6" fmla="*/ 3618494 h 6858000"/>
              <a:gd name="connsiteX7" fmla="*/ 2077954 w 8732399"/>
              <a:gd name="connsiteY7" fmla="*/ 3617951 h 6858000"/>
              <a:gd name="connsiteX8" fmla="*/ 2077959 w 8732399"/>
              <a:gd name="connsiteY8" fmla="*/ 3617865 h 6858000"/>
              <a:gd name="connsiteX9" fmla="*/ 2076397 w 8732399"/>
              <a:gd name="connsiteY9" fmla="*/ 3429041 h 6858000"/>
              <a:gd name="connsiteX10" fmla="*/ 2075650 w 8732399"/>
              <a:gd name="connsiteY10" fmla="*/ 3338309 h 6858000"/>
              <a:gd name="connsiteX11" fmla="*/ 404439 w 8732399"/>
              <a:gd name="connsiteY11" fmla="*/ 39934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8732399" h="6858000">
                <a:moveTo>
                  <a:pt x="343919" y="0"/>
                </a:moveTo>
                <a:lnTo>
                  <a:pt x="8732399" y="0"/>
                </a:lnTo>
                <a:lnTo>
                  <a:pt x="8732399" y="6858000"/>
                </a:lnTo>
                <a:lnTo>
                  <a:pt x="0" y="6858000"/>
                </a:lnTo>
                <a:lnTo>
                  <a:pt x="177693" y="6768713"/>
                </a:lnTo>
                <a:cubicBezTo>
                  <a:pt x="1141742" y="6254472"/>
                  <a:pt x="1951349" y="5360222"/>
                  <a:pt x="2063325" y="3899618"/>
                </a:cubicBezTo>
                <a:cubicBezTo>
                  <a:pt x="2071055" y="3805858"/>
                  <a:pt x="2075919" y="3712098"/>
                  <a:pt x="2077959" y="3618494"/>
                </a:cubicBezTo>
                <a:lnTo>
                  <a:pt x="2077954" y="3617951"/>
                </a:lnTo>
                <a:lnTo>
                  <a:pt x="2077959" y="3617865"/>
                </a:lnTo>
                <a:lnTo>
                  <a:pt x="2076397" y="3429041"/>
                </a:lnTo>
                <a:lnTo>
                  <a:pt x="2075650" y="3338309"/>
                </a:lnTo>
                <a:cubicBezTo>
                  <a:pt x="2025731" y="2034428"/>
                  <a:pt x="1430533" y="791870"/>
                  <a:pt x="404439" y="39934"/>
                </a:cubicBezTo>
                <a:close/>
              </a:path>
            </a:pathLst>
          </a:custGeom>
          <a:solidFill>
            <a:srgbClr val="D9D9D9"/>
          </a:solidFill>
        </p:spPr>
        <p:txBody>
          <a:bodyPr lIns="4663440" rtlCol="0" anchor="ctr">
            <a:noAutofit/>
          </a:bodyPr>
          <a:lstStyle>
            <a:lvl1pPr marL="0" indent="0" algn="l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/>
              <a:t>Click icon to add picture</a:t>
            </a:r>
            <a:endParaRPr noProof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600" y="914400"/>
            <a:ext cx="4389120" cy="2476500"/>
          </a:xfrm>
        </p:spPr>
        <p:txBody>
          <a:bodyPr/>
          <a:lstStyle>
            <a:lvl1pPr>
              <a:defRPr sz="6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9" name="Text Placeholder 53"/>
          <p:cNvSpPr>
            <a:spLocks noGrp="1"/>
          </p:cNvSpPr>
          <p:nvPr>
            <p:ph type="body" sz="quarter" idx="11"/>
          </p:nvPr>
        </p:nvSpPr>
        <p:spPr>
          <a:xfrm>
            <a:off x="621333" y="3714750"/>
            <a:ext cx="4389120" cy="781050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1pPr>
            <a:lvl2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2pPr>
            <a:lvl3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3pPr>
            <a:lvl4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4pPr>
            <a:lvl5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5pPr>
            <a:lvl6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6pPr>
            <a:lvl7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7pPr>
            <a:lvl8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8pPr>
            <a:lvl9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419534002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Section Header Arrow">
    <p:bg>
      <p:bgPr>
        <a:solidFill>
          <a:srgbClr val="287819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: Shape 2">
            <a:extLst>
              <a:ext uri="{FF2B5EF4-FFF2-40B4-BE49-F238E27FC236}">
                <a16:creationId xmlns:a16="http://schemas.microsoft.com/office/drawing/2014/main" id="{3277D97E-34C6-5DEB-5EFA-B181F618A705}"/>
              </a:ext>
            </a:extLst>
          </p:cNvPr>
          <p:cNvSpPr/>
          <p:nvPr/>
        </p:nvSpPr>
        <p:spPr bwMode="white">
          <a:xfrm>
            <a:off x="0" y="271463"/>
            <a:ext cx="5589588" cy="6586537"/>
          </a:xfrm>
          <a:custGeom>
            <a:avLst/>
            <a:gdLst>
              <a:gd name="connsiteX0" fmla="*/ 2744145 w 5590219"/>
              <a:gd name="connsiteY0" fmla="*/ 2926 h 6586542"/>
              <a:gd name="connsiteX1" fmla="*/ 3035619 w 5590219"/>
              <a:gd name="connsiteY1" fmla="*/ 174376 h 6586542"/>
              <a:gd name="connsiteX2" fmla="*/ 4835835 w 5590219"/>
              <a:gd name="connsiteY2" fmla="*/ 1820293 h 6586542"/>
              <a:gd name="connsiteX3" fmla="*/ 5487345 w 5590219"/>
              <a:gd name="connsiteY3" fmla="*/ 2591825 h 6586542"/>
              <a:gd name="connsiteX4" fmla="*/ 5555925 w 5590219"/>
              <a:gd name="connsiteY4" fmla="*/ 2900435 h 6586542"/>
              <a:gd name="connsiteX5" fmla="*/ 5573079 w 5590219"/>
              <a:gd name="connsiteY5" fmla="*/ 3929133 h 6586542"/>
              <a:gd name="connsiteX6" fmla="*/ 5573079 w 5590219"/>
              <a:gd name="connsiteY6" fmla="*/ 4649221 h 6586542"/>
              <a:gd name="connsiteX7" fmla="*/ 5573079 w 5590219"/>
              <a:gd name="connsiteY7" fmla="*/ 6295138 h 6586542"/>
              <a:gd name="connsiteX8" fmla="*/ 5558606 w 5590219"/>
              <a:gd name="connsiteY8" fmla="*/ 6557937 h 6586542"/>
              <a:gd name="connsiteX9" fmla="*/ 5548028 w 5590219"/>
              <a:gd name="connsiteY9" fmla="*/ 6586542 h 6586542"/>
              <a:gd name="connsiteX10" fmla="*/ 0 w 5590219"/>
              <a:gd name="connsiteY10" fmla="*/ 6586542 h 6586542"/>
              <a:gd name="connsiteX11" fmla="*/ 0 w 5590219"/>
              <a:gd name="connsiteY11" fmla="*/ 2276131 h 6586542"/>
              <a:gd name="connsiteX12" fmla="*/ 37381 w 5590219"/>
              <a:gd name="connsiteY12" fmla="*/ 2238202 h 6586542"/>
              <a:gd name="connsiteX13" fmla="*/ 343844 w 5590219"/>
              <a:gd name="connsiteY13" fmla="*/ 1991742 h 6586542"/>
              <a:gd name="connsiteX14" fmla="*/ 1972629 w 5590219"/>
              <a:gd name="connsiteY14" fmla="*/ 448695 h 6586542"/>
              <a:gd name="connsiteX15" fmla="*/ 2744145 w 5590219"/>
              <a:gd name="connsiteY15" fmla="*/ 2926 h 65865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5590219" h="6586542">
                <a:moveTo>
                  <a:pt x="2744145" y="2926"/>
                </a:moveTo>
                <a:cubicBezTo>
                  <a:pt x="2847015" y="20080"/>
                  <a:pt x="2967039" y="105796"/>
                  <a:pt x="3035619" y="174376"/>
                </a:cubicBezTo>
                <a:cubicBezTo>
                  <a:pt x="3841425" y="808749"/>
                  <a:pt x="4287195" y="1254518"/>
                  <a:pt x="4835835" y="1820293"/>
                </a:cubicBezTo>
                <a:cubicBezTo>
                  <a:pt x="5024439" y="2008896"/>
                  <a:pt x="5384475" y="2351796"/>
                  <a:pt x="5487345" y="2591825"/>
                </a:cubicBezTo>
                <a:cubicBezTo>
                  <a:pt x="5521635" y="2694695"/>
                  <a:pt x="5538789" y="2797565"/>
                  <a:pt x="5555925" y="2900435"/>
                </a:cubicBezTo>
                <a:cubicBezTo>
                  <a:pt x="5607369" y="3260470"/>
                  <a:pt x="5590215" y="3551944"/>
                  <a:pt x="5573079" y="3929133"/>
                </a:cubicBezTo>
                <a:cubicBezTo>
                  <a:pt x="5573079" y="4134872"/>
                  <a:pt x="5573079" y="4443482"/>
                  <a:pt x="5573079" y="4649221"/>
                </a:cubicBezTo>
                <a:cubicBezTo>
                  <a:pt x="5555925" y="5283576"/>
                  <a:pt x="5573079" y="5626476"/>
                  <a:pt x="5573079" y="6295138"/>
                </a:cubicBezTo>
                <a:cubicBezTo>
                  <a:pt x="5573079" y="6385143"/>
                  <a:pt x="5582718" y="6475157"/>
                  <a:pt x="5558606" y="6557937"/>
                </a:cubicBezTo>
                <a:lnTo>
                  <a:pt x="5548028" y="6586542"/>
                </a:lnTo>
                <a:lnTo>
                  <a:pt x="0" y="6586542"/>
                </a:lnTo>
                <a:lnTo>
                  <a:pt x="0" y="2276131"/>
                </a:lnTo>
                <a:lnTo>
                  <a:pt x="37381" y="2238202"/>
                </a:lnTo>
                <a:cubicBezTo>
                  <a:pt x="138109" y="2146047"/>
                  <a:pt x="249551" y="2077467"/>
                  <a:pt x="343844" y="1991742"/>
                </a:cubicBezTo>
                <a:cubicBezTo>
                  <a:pt x="858194" y="1443103"/>
                  <a:pt x="1406835" y="945908"/>
                  <a:pt x="1972629" y="448695"/>
                </a:cubicBezTo>
                <a:cubicBezTo>
                  <a:pt x="2195505" y="242956"/>
                  <a:pt x="2452689" y="-31364"/>
                  <a:pt x="2744145" y="2926"/>
                </a:cubicBezTo>
                <a:close/>
              </a:path>
            </a:pathLst>
          </a:custGeom>
          <a:solidFill>
            <a:schemeClr val="accent3"/>
          </a:solidFill>
          <a:ln w="9525" cap="flat">
            <a:noFill/>
            <a:prstDash val="solid"/>
            <a:miter/>
          </a:ln>
        </p:spPr>
        <p:txBody>
          <a:bodyPr anchor="ctr"/>
          <a:lstStyle/>
          <a:p>
            <a:pPr eaLnBrk="1" fontAlgn="auto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defRPr/>
            </a:pPr>
            <a:endParaRPr>
              <a:solidFill>
                <a:schemeClr val="bg1"/>
              </a:solidFill>
              <a:latin typeface="+mn-lt"/>
            </a:endParaRP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12192001" cy="6858000"/>
          </a:xfrm>
          <a:custGeom>
            <a:avLst/>
            <a:gdLst>
              <a:gd name="connsiteX0" fmla="*/ 0 w 12192001"/>
              <a:gd name="connsiteY0" fmla="*/ 0 h 6858000"/>
              <a:gd name="connsiteX1" fmla="*/ 12192001 w 12192001"/>
              <a:gd name="connsiteY1" fmla="*/ 0 h 6858000"/>
              <a:gd name="connsiteX2" fmla="*/ 12192001 w 12192001"/>
              <a:gd name="connsiteY2" fmla="*/ 6858000 h 6858000"/>
              <a:gd name="connsiteX3" fmla="*/ 5548029 w 12192001"/>
              <a:gd name="connsiteY3" fmla="*/ 6858000 h 6858000"/>
              <a:gd name="connsiteX4" fmla="*/ 5558606 w 12192001"/>
              <a:gd name="connsiteY4" fmla="*/ 6829395 h 6858000"/>
              <a:gd name="connsiteX5" fmla="*/ 5573080 w 12192001"/>
              <a:gd name="connsiteY5" fmla="*/ 6566596 h 6858000"/>
              <a:gd name="connsiteX6" fmla="*/ 5573080 w 12192001"/>
              <a:gd name="connsiteY6" fmla="*/ 4920679 h 6858000"/>
              <a:gd name="connsiteX7" fmla="*/ 5573080 w 12192001"/>
              <a:gd name="connsiteY7" fmla="*/ 4200591 h 6858000"/>
              <a:gd name="connsiteX8" fmla="*/ 5555925 w 12192001"/>
              <a:gd name="connsiteY8" fmla="*/ 3171893 h 6858000"/>
              <a:gd name="connsiteX9" fmla="*/ 5487345 w 12192001"/>
              <a:gd name="connsiteY9" fmla="*/ 2863283 h 6858000"/>
              <a:gd name="connsiteX10" fmla="*/ 4835835 w 12192001"/>
              <a:gd name="connsiteY10" fmla="*/ 2091751 h 6858000"/>
              <a:gd name="connsiteX11" fmla="*/ 3035619 w 12192001"/>
              <a:gd name="connsiteY11" fmla="*/ 445834 h 6858000"/>
              <a:gd name="connsiteX12" fmla="*/ 2744145 w 12192001"/>
              <a:gd name="connsiteY12" fmla="*/ 274384 h 6858000"/>
              <a:gd name="connsiteX13" fmla="*/ 1972629 w 12192001"/>
              <a:gd name="connsiteY13" fmla="*/ 720153 h 6858000"/>
              <a:gd name="connsiteX14" fmla="*/ 343844 w 12192001"/>
              <a:gd name="connsiteY14" fmla="*/ 2263200 h 6858000"/>
              <a:gd name="connsiteX15" fmla="*/ 37381 w 12192001"/>
              <a:gd name="connsiteY15" fmla="*/ 2509660 h 6858000"/>
              <a:gd name="connsiteX16" fmla="*/ 0 w 12192001"/>
              <a:gd name="connsiteY16" fmla="*/ 2547589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2192001" h="6858000">
                <a:moveTo>
                  <a:pt x="0" y="0"/>
                </a:moveTo>
                <a:lnTo>
                  <a:pt x="12192001" y="0"/>
                </a:lnTo>
                <a:lnTo>
                  <a:pt x="12192001" y="6858000"/>
                </a:lnTo>
                <a:lnTo>
                  <a:pt x="5548029" y="6858000"/>
                </a:lnTo>
                <a:lnTo>
                  <a:pt x="5558606" y="6829395"/>
                </a:lnTo>
                <a:cubicBezTo>
                  <a:pt x="5582718" y="6746615"/>
                  <a:pt x="5573080" y="6656601"/>
                  <a:pt x="5573080" y="6566596"/>
                </a:cubicBezTo>
                <a:cubicBezTo>
                  <a:pt x="5573080" y="5897934"/>
                  <a:pt x="5555925" y="5555034"/>
                  <a:pt x="5573080" y="4920679"/>
                </a:cubicBezTo>
                <a:cubicBezTo>
                  <a:pt x="5573080" y="4714940"/>
                  <a:pt x="5573080" y="4406330"/>
                  <a:pt x="5573080" y="4200591"/>
                </a:cubicBezTo>
                <a:cubicBezTo>
                  <a:pt x="5590215" y="3823402"/>
                  <a:pt x="5607369" y="3531928"/>
                  <a:pt x="5555925" y="3171893"/>
                </a:cubicBezTo>
                <a:cubicBezTo>
                  <a:pt x="5538789" y="3069023"/>
                  <a:pt x="5521636" y="2966153"/>
                  <a:pt x="5487345" y="2863283"/>
                </a:cubicBezTo>
                <a:cubicBezTo>
                  <a:pt x="5384475" y="2623254"/>
                  <a:pt x="5024439" y="2280354"/>
                  <a:pt x="4835835" y="2091751"/>
                </a:cubicBezTo>
                <a:cubicBezTo>
                  <a:pt x="4287195" y="1525976"/>
                  <a:pt x="3841425" y="1080207"/>
                  <a:pt x="3035619" y="445834"/>
                </a:cubicBezTo>
                <a:cubicBezTo>
                  <a:pt x="2967039" y="377254"/>
                  <a:pt x="2847015" y="291538"/>
                  <a:pt x="2744145" y="274384"/>
                </a:cubicBezTo>
                <a:cubicBezTo>
                  <a:pt x="2452689" y="240094"/>
                  <a:pt x="2195505" y="514414"/>
                  <a:pt x="1972629" y="720153"/>
                </a:cubicBezTo>
                <a:cubicBezTo>
                  <a:pt x="1406835" y="1217366"/>
                  <a:pt x="858194" y="1714561"/>
                  <a:pt x="343844" y="2263200"/>
                </a:cubicBezTo>
                <a:cubicBezTo>
                  <a:pt x="249551" y="2348925"/>
                  <a:pt x="138109" y="2417505"/>
                  <a:pt x="37381" y="2509660"/>
                </a:cubicBezTo>
                <a:lnTo>
                  <a:pt x="0" y="2547589"/>
                </a:lnTo>
                <a:close/>
              </a:path>
            </a:pathLst>
          </a:custGeom>
          <a:solidFill>
            <a:srgbClr val="D9D9D9"/>
          </a:solidFill>
        </p:spPr>
        <p:txBody>
          <a:bodyPr lIns="6400800" rtlCol="0" anchor="ctr">
            <a:noAutofit/>
          </a:bodyPr>
          <a:lstStyle>
            <a:lvl1pPr marL="0" indent="0" algn="l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/>
              <a:t>Click icon to add picture</a:t>
            </a:r>
            <a:endParaRPr noProof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599" y="2476500"/>
            <a:ext cx="4695825" cy="2463800"/>
          </a:xfrm>
        </p:spPr>
        <p:txBody>
          <a:bodyPr/>
          <a:lstStyle>
            <a:lvl1pPr>
              <a:defRPr sz="6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9" name="Text Placeholder 53"/>
          <p:cNvSpPr>
            <a:spLocks noGrp="1"/>
          </p:cNvSpPr>
          <p:nvPr>
            <p:ph type="body" sz="quarter" idx="11"/>
          </p:nvPr>
        </p:nvSpPr>
        <p:spPr>
          <a:xfrm>
            <a:off x="621332" y="5297713"/>
            <a:ext cx="4684090" cy="731520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1pPr>
            <a:lvl2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2pPr>
            <a:lvl3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3pPr>
            <a:lvl4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4pPr>
            <a:lvl5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5pPr>
            <a:lvl6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6pPr>
            <a:lvl7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7pPr>
            <a:lvl8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8pPr>
            <a:lvl9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850308266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Section Header Hexagon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: Shape 52">
            <a:extLst>
              <a:ext uri="{FF2B5EF4-FFF2-40B4-BE49-F238E27FC236}">
                <a16:creationId xmlns:a16="http://schemas.microsoft.com/office/drawing/2014/main" id="{D8B28828-A2AB-B55F-AB32-C88686F279EF}"/>
              </a:ext>
            </a:extLst>
          </p:cNvPr>
          <p:cNvSpPr>
            <a:spLocks/>
          </p:cNvSpPr>
          <p:nvPr/>
        </p:nvSpPr>
        <p:spPr bwMode="white">
          <a:xfrm>
            <a:off x="0" y="0"/>
            <a:ext cx="6003925" cy="6105525"/>
          </a:xfrm>
          <a:custGeom>
            <a:avLst/>
            <a:gdLst>
              <a:gd name="T0" fmla="*/ 0 w 6003366"/>
              <a:gd name="T1" fmla="*/ 0 h 6105046"/>
              <a:gd name="T2" fmla="*/ 4639238 w 6003366"/>
              <a:gd name="T3" fmla="*/ 0 h 6105046"/>
              <a:gd name="T4" fmla="*/ 4663657 w 6003366"/>
              <a:gd name="T5" fmla="*/ 38495 h 6105046"/>
              <a:gd name="T6" fmla="*/ 5718321 w 6003366"/>
              <a:gd name="T7" fmla="*/ 1734501 h 6105046"/>
              <a:gd name="T8" fmla="*/ 6003366 w 6003366"/>
              <a:gd name="T9" fmla="*/ 2432867 h 6105046"/>
              <a:gd name="T10" fmla="*/ 5775330 w 6003366"/>
              <a:gd name="T11" fmla="*/ 3131218 h 6105046"/>
              <a:gd name="T12" fmla="*/ 4449866 w 6003366"/>
              <a:gd name="T13" fmla="*/ 5696617 h 6105046"/>
              <a:gd name="T14" fmla="*/ 4250335 w 6003366"/>
              <a:gd name="T15" fmla="*/ 5981661 h 6105046"/>
              <a:gd name="T16" fmla="*/ 3780019 w 6003366"/>
              <a:gd name="T17" fmla="*/ 6095679 h 6105046"/>
              <a:gd name="T18" fmla="*/ 1171855 w 6003366"/>
              <a:gd name="T19" fmla="*/ 6081434 h 6105046"/>
              <a:gd name="T20" fmla="*/ 459244 w 6003366"/>
              <a:gd name="T21" fmla="*/ 5967416 h 6105046"/>
              <a:gd name="T22" fmla="*/ 58904 w 6003366"/>
              <a:gd name="T23" fmla="*/ 5687075 h 6105046"/>
              <a:gd name="T24" fmla="*/ 0 w 6003366"/>
              <a:gd name="T25" fmla="*/ 5620135 h 610504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6003366" h="6105046">
                <a:moveTo>
                  <a:pt x="0" y="0"/>
                </a:moveTo>
                <a:lnTo>
                  <a:pt x="4639238" y="0"/>
                </a:lnTo>
                <a:lnTo>
                  <a:pt x="4663657" y="38495"/>
                </a:lnTo>
                <a:cubicBezTo>
                  <a:pt x="5019955" y="608583"/>
                  <a:pt x="5362008" y="1164412"/>
                  <a:pt x="5718321" y="1734501"/>
                </a:cubicBezTo>
                <a:cubicBezTo>
                  <a:pt x="5860843" y="1948291"/>
                  <a:pt x="5989106" y="2176327"/>
                  <a:pt x="6003366" y="2432867"/>
                </a:cubicBezTo>
                <a:cubicBezTo>
                  <a:pt x="6003366" y="2675147"/>
                  <a:pt x="5889348" y="2917442"/>
                  <a:pt x="5775330" y="3131218"/>
                </a:cubicBezTo>
                <a:cubicBezTo>
                  <a:pt x="5333504" y="3986351"/>
                  <a:pt x="4891692" y="4841484"/>
                  <a:pt x="4449866" y="5696617"/>
                </a:cubicBezTo>
                <a:cubicBezTo>
                  <a:pt x="4392857" y="5810634"/>
                  <a:pt x="4335848" y="5910407"/>
                  <a:pt x="4250335" y="5981661"/>
                </a:cubicBezTo>
                <a:cubicBezTo>
                  <a:pt x="4122072" y="6081434"/>
                  <a:pt x="3951046" y="6095679"/>
                  <a:pt x="3780019" y="6095679"/>
                </a:cubicBezTo>
                <a:cubicBezTo>
                  <a:pt x="2910626" y="6109938"/>
                  <a:pt x="2041248" y="6109938"/>
                  <a:pt x="1171855" y="6081434"/>
                </a:cubicBezTo>
                <a:cubicBezTo>
                  <a:pt x="929574" y="6067174"/>
                  <a:pt x="687279" y="6067174"/>
                  <a:pt x="459244" y="5967416"/>
                </a:cubicBezTo>
                <a:cubicBezTo>
                  <a:pt x="304254" y="5903281"/>
                  <a:pt x="173312" y="5805074"/>
                  <a:pt x="58904" y="5687075"/>
                </a:cubicBezTo>
                <a:lnTo>
                  <a:pt x="0" y="5620135"/>
                </a:lnTo>
                <a:lnTo>
                  <a:pt x="0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w="9525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endParaRPr lang="en-US"/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12192001" cy="6858000"/>
          </a:xfrm>
          <a:custGeom>
            <a:avLst/>
            <a:gdLst>
              <a:gd name="connsiteX0" fmla="*/ 4639238 w 12192001"/>
              <a:gd name="connsiteY0" fmla="*/ 0 h 6858000"/>
              <a:gd name="connsiteX1" fmla="*/ 12192001 w 12192001"/>
              <a:gd name="connsiteY1" fmla="*/ 0 h 6858000"/>
              <a:gd name="connsiteX2" fmla="*/ 12192001 w 12192001"/>
              <a:gd name="connsiteY2" fmla="*/ 6858000 h 6858000"/>
              <a:gd name="connsiteX3" fmla="*/ 0 w 12192001"/>
              <a:gd name="connsiteY3" fmla="*/ 6858000 h 6858000"/>
              <a:gd name="connsiteX4" fmla="*/ 0 w 12192001"/>
              <a:gd name="connsiteY4" fmla="*/ 5620135 h 6858000"/>
              <a:gd name="connsiteX5" fmla="*/ 58904 w 12192001"/>
              <a:gd name="connsiteY5" fmla="*/ 5687075 h 6858000"/>
              <a:gd name="connsiteX6" fmla="*/ 459244 w 12192001"/>
              <a:gd name="connsiteY6" fmla="*/ 5967416 h 6858000"/>
              <a:gd name="connsiteX7" fmla="*/ 1171855 w 12192001"/>
              <a:gd name="connsiteY7" fmla="*/ 6081434 h 6858000"/>
              <a:gd name="connsiteX8" fmla="*/ 3780019 w 12192001"/>
              <a:gd name="connsiteY8" fmla="*/ 6095679 h 6858000"/>
              <a:gd name="connsiteX9" fmla="*/ 4250335 w 12192001"/>
              <a:gd name="connsiteY9" fmla="*/ 5981661 h 6858000"/>
              <a:gd name="connsiteX10" fmla="*/ 4449866 w 12192001"/>
              <a:gd name="connsiteY10" fmla="*/ 5696617 h 6858000"/>
              <a:gd name="connsiteX11" fmla="*/ 5775330 w 12192001"/>
              <a:gd name="connsiteY11" fmla="*/ 3131218 h 6858000"/>
              <a:gd name="connsiteX12" fmla="*/ 6003366 w 12192001"/>
              <a:gd name="connsiteY12" fmla="*/ 2432867 h 6858000"/>
              <a:gd name="connsiteX13" fmla="*/ 5718321 w 12192001"/>
              <a:gd name="connsiteY13" fmla="*/ 1734501 h 6858000"/>
              <a:gd name="connsiteX14" fmla="*/ 4663657 w 12192001"/>
              <a:gd name="connsiteY14" fmla="*/ 38495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2192001" h="6858000">
                <a:moveTo>
                  <a:pt x="4639238" y="0"/>
                </a:moveTo>
                <a:lnTo>
                  <a:pt x="12192001" y="0"/>
                </a:lnTo>
                <a:lnTo>
                  <a:pt x="12192001" y="6858000"/>
                </a:lnTo>
                <a:lnTo>
                  <a:pt x="0" y="6858000"/>
                </a:lnTo>
                <a:lnTo>
                  <a:pt x="0" y="5620135"/>
                </a:lnTo>
                <a:lnTo>
                  <a:pt x="58904" y="5687075"/>
                </a:lnTo>
                <a:cubicBezTo>
                  <a:pt x="173312" y="5805074"/>
                  <a:pt x="304254" y="5903281"/>
                  <a:pt x="459244" y="5967416"/>
                </a:cubicBezTo>
                <a:cubicBezTo>
                  <a:pt x="687279" y="6067174"/>
                  <a:pt x="929574" y="6067174"/>
                  <a:pt x="1171855" y="6081434"/>
                </a:cubicBezTo>
                <a:cubicBezTo>
                  <a:pt x="2041248" y="6109938"/>
                  <a:pt x="2910626" y="6109938"/>
                  <a:pt x="3780019" y="6095679"/>
                </a:cubicBezTo>
                <a:cubicBezTo>
                  <a:pt x="3951046" y="6095679"/>
                  <a:pt x="4122072" y="6081434"/>
                  <a:pt x="4250335" y="5981661"/>
                </a:cubicBezTo>
                <a:cubicBezTo>
                  <a:pt x="4335848" y="5910407"/>
                  <a:pt x="4392857" y="5810634"/>
                  <a:pt x="4449866" y="5696617"/>
                </a:cubicBezTo>
                <a:cubicBezTo>
                  <a:pt x="4891692" y="4841484"/>
                  <a:pt x="5333504" y="3986351"/>
                  <a:pt x="5775330" y="3131218"/>
                </a:cubicBezTo>
                <a:cubicBezTo>
                  <a:pt x="5889348" y="2917442"/>
                  <a:pt x="6003366" y="2675147"/>
                  <a:pt x="6003366" y="2432867"/>
                </a:cubicBezTo>
                <a:cubicBezTo>
                  <a:pt x="5989106" y="2176327"/>
                  <a:pt x="5860843" y="1948291"/>
                  <a:pt x="5718321" y="1734501"/>
                </a:cubicBezTo>
                <a:cubicBezTo>
                  <a:pt x="5362008" y="1164412"/>
                  <a:pt x="5019956" y="608583"/>
                  <a:pt x="4663657" y="38495"/>
                </a:cubicBezTo>
                <a:close/>
              </a:path>
            </a:pathLst>
          </a:custGeom>
          <a:solidFill>
            <a:srgbClr val="D9D9D9"/>
          </a:solidFill>
        </p:spPr>
        <p:txBody>
          <a:bodyPr lIns="6400800" rtlCol="0" anchor="ctr">
            <a:noAutofit/>
          </a:bodyPr>
          <a:lstStyle>
            <a:lvl1pPr marL="0" indent="0" algn="l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/>
              <a:t>Click icon to add picture</a:t>
            </a:r>
            <a:endParaRPr noProof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600" y="914400"/>
            <a:ext cx="4670401" cy="2400300"/>
          </a:xfrm>
        </p:spPr>
        <p:txBody>
          <a:bodyPr/>
          <a:lstStyle>
            <a:lvl1pPr>
              <a:defRPr sz="6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9" name="Text Placeholder 53"/>
          <p:cNvSpPr>
            <a:spLocks noGrp="1"/>
          </p:cNvSpPr>
          <p:nvPr>
            <p:ph type="body" sz="quarter" idx="11"/>
          </p:nvPr>
        </p:nvSpPr>
        <p:spPr>
          <a:xfrm>
            <a:off x="619672" y="3659413"/>
            <a:ext cx="4365357" cy="731520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1pPr>
            <a:lvl2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2pPr>
            <a:lvl3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3pPr>
            <a:lvl4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4pPr>
            <a:lvl5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5pPr>
            <a:lvl6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6pPr>
            <a:lvl7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7pPr>
            <a:lvl8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8pPr>
            <a:lvl9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350484961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secHead" preserve="1">
  <p:cSld name="Section Header">
    <p:bg>
      <p:bgPr>
        <a:solidFill>
          <a:srgbClr val="2D6EAA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600" y="914400"/>
            <a:ext cx="7353300" cy="3467100"/>
          </a:xfrm>
        </p:spPr>
        <p:txBody>
          <a:bodyPr/>
          <a:lstStyle>
            <a:lvl1pPr>
              <a:lnSpc>
                <a:spcPct val="82000"/>
              </a:lnSpc>
              <a:defRPr sz="66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09601" y="4726213"/>
            <a:ext cx="7353300" cy="731520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53539641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>
  <p:cSld name="Title Slide Circle Picture D&amp;A">
    <p:bg>
      <p:bgPr>
        <a:solidFill>
          <a:srgbClr val="4F217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10"/>
          <p:cNvSpPr>
            <a:spLocks noGrp="1"/>
          </p:cNvSpPr>
          <p:nvPr>
            <p:ph type="pic" sz="quarter" idx="10"/>
          </p:nvPr>
        </p:nvSpPr>
        <p:spPr>
          <a:xfrm>
            <a:off x="0" y="2"/>
            <a:ext cx="5266036" cy="6857999"/>
          </a:xfrm>
          <a:custGeom>
            <a:avLst/>
            <a:gdLst>
              <a:gd name="connsiteX0" fmla="*/ 0 w 5266036"/>
              <a:gd name="connsiteY0" fmla="*/ 0 h 6857999"/>
              <a:gd name="connsiteX1" fmla="*/ 3014696 w 5266036"/>
              <a:gd name="connsiteY1" fmla="*/ 0 h 6857999"/>
              <a:gd name="connsiteX2" fmla="*/ 3040982 w 5266036"/>
              <a:gd name="connsiteY2" fmla="*/ 11408 h 6857999"/>
              <a:gd name="connsiteX3" fmla="*/ 5250901 w 5266036"/>
              <a:gd name="connsiteY3" fmla="*/ 4085922 h 6857999"/>
              <a:gd name="connsiteX4" fmla="*/ 3435696 w 5266036"/>
              <a:gd name="connsiteY4" fmla="*/ 6839477 h 6857999"/>
              <a:gd name="connsiteX5" fmla="*/ 3398838 w 5266036"/>
              <a:gd name="connsiteY5" fmla="*/ 6857999 h 6857999"/>
              <a:gd name="connsiteX6" fmla="*/ 0 w 5266036"/>
              <a:gd name="connsiteY6" fmla="*/ 6857999 h 6857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266036" h="6857999">
                <a:moveTo>
                  <a:pt x="0" y="0"/>
                </a:moveTo>
                <a:lnTo>
                  <a:pt x="3014696" y="0"/>
                </a:lnTo>
                <a:lnTo>
                  <a:pt x="3040982" y="11408"/>
                </a:lnTo>
                <a:cubicBezTo>
                  <a:pt x="4562919" y="717837"/>
                  <a:pt x="5390071" y="2397951"/>
                  <a:pt x="5250901" y="4085922"/>
                </a:cubicBezTo>
                <a:cubicBezTo>
                  <a:pt x="5138669" y="5484335"/>
                  <a:pt x="4361602" y="6343612"/>
                  <a:pt x="3435696" y="6839477"/>
                </a:cubicBezTo>
                <a:lnTo>
                  <a:pt x="3398838" y="6857999"/>
                </a:lnTo>
                <a:lnTo>
                  <a:pt x="0" y="6857999"/>
                </a:lnTo>
                <a:close/>
              </a:path>
            </a:pathLst>
          </a:custGeom>
          <a:solidFill>
            <a:srgbClr val="D9D9D9"/>
          </a:solidFill>
        </p:spPr>
        <p:txBody>
          <a:bodyPr tIns="3657600" rtlCol="0">
            <a:noAutofit/>
          </a:bodyPr>
          <a:lstStyle>
            <a:lvl1pPr marL="0" marR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tx1"/>
              </a:buClr>
              <a:buSzTx/>
              <a:buFont typeface="Arial" panose="020B0604020202020204" pitchFamily="34" charset="0"/>
              <a:buNone/>
              <a:tabLst/>
              <a:defRPr sz="16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/>
              <a:t>Click icon to add picture</a:t>
            </a:r>
            <a:endParaRPr noProof="0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1"/>
          </p:nvPr>
        </p:nvSpPr>
        <p:spPr>
          <a:xfrm>
            <a:off x="6096000" y="3306349"/>
            <a:ext cx="5638800" cy="722086"/>
          </a:xfrm>
        </p:spPr>
        <p:txBody>
          <a:bodyPr/>
          <a:lstStyle>
            <a:lvl1pPr marL="0" indent="0">
              <a:spcBef>
                <a:spcPts val="0"/>
              </a:spcBef>
              <a:buFontTx/>
              <a:buNone/>
              <a:defRPr sz="2000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FontTx/>
              <a:buNone/>
              <a:defRPr sz="2000"/>
            </a:lvl2pPr>
            <a:lvl3pPr marL="0" indent="0">
              <a:spcBef>
                <a:spcPts val="0"/>
              </a:spcBef>
              <a:buFontTx/>
              <a:buNone/>
              <a:defRPr sz="2000"/>
            </a:lvl3pPr>
            <a:lvl4pPr marL="0" indent="0">
              <a:spcBef>
                <a:spcPts val="0"/>
              </a:spcBef>
              <a:buFontTx/>
              <a:buNone/>
              <a:defRPr sz="2000"/>
            </a:lvl4pPr>
            <a:lvl5pPr marL="0" indent="0">
              <a:spcBef>
                <a:spcPts val="0"/>
              </a:spcBef>
              <a:buFontTx/>
              <a:buNone/>
              <a:defRPr sz="2000"/>
            </a:lvl5pPr>
            <a:lvl6pPr marL="0" indent="0">
              <a:spcBef>
                <a:spcPts val="0"/>
              </a:spcBef>
              <a:buFontTx/>
              <a:buNone/>
              <a:defRPr sz="2000"/>
            </a:lvl6pPr>
            <a:lvl7pPr marL="0" indent="0">
              <a:spcBef>
                <a:spcPts val="0"/>
              </a:spcBef>
              <a:buFontTx/>
              <a:buNone/>
              <a:defRPr sz="2000"/>
            </a:lvl7pPr>
            <a:lvl8pPr marL="0" indent="0">
              <a:spcBef>
                <a:spcPts val="0"/>
              </a:spcBef>
              <a:buFontTx/>
              <a:buNone/>
              <a:defRPr sz="2000"/>
            </a:lvl8pPr>
            <a:lvl9pPr marL="0" indent="0">
              <a:spcBef>
                <a:spcPts val="0"/>
              </a:spcBef>
              <a:buFontTx/>
              <a:buNone/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>
          <a:xfrm>
            <a:off x="6096000" y="457200"/>
            <a:ext cx="5715000" cy="2565401"/>
          </a:xfrm>
        </p:spPr>
        <p:txBody>
          <a:bodyPr/>
          <a:lstStyle>
            <a:lvl1pPr>
              <a:lnSpc>
                <a:spcPct val="82000"/>
              </a:lnSpc>
              <a:defRPr sz="6600" b="0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/>
          </a:p>
        </p:txBody>
      </p:sp>
      <p:grpSp>
        <p:nvGrpSpPr>
          <p:cNvPr id="51" name="Group 50">
            <a:extLst>
              <a:ext uri="{FF2B5EF4-FFF2-40B4-BE49-F238E27FC236}">
                <a16:creationId xmlns:a16="http://schemas.microsoft.com/office/drawing/2014/main" id="{3D78A725-D3D7-80EC-9531-679410A73DD5}"/>
              </a:ext>
            </a:extLst>
          </p:cNvPr>
          <p:cNvGrpSpPr/>
          <p:nvPr userDrawn="1"/>
        </p:nvGrpSpPr>
        <p:grpSpPr>
          <a:xfrm>
            <a:off x="6099426" y="5410200"/>
            <a:ext cx="4934333" cy="1175831"/>
            <a:chOff x="6407183" y="5505584"/>
            <a:chExt cx="5775291" cy="1376228"/>
          </a:xfrm>
        </p:grpSpPr>
        <p:sp>
          <p:nvSpPr>
            <p:cNvPr id="52" name="Graphic 11">
              <a:extLst>
                <a:ext uri="{FF2B5EF4-FFF2-40B4-BE49-F238E27FC236}">
                  <a16:creationId xmlns:a16="http://schemas.microsoft.com/office/drawing/2014/main" id="{F5DF01D3-33FE-7625-1D5B-1870895B840F}"/>
                </a:ext>
              </a:extLst>
            </p:cNvPr>
            <p:cNvSpPr/>
            <p:nvPr userDrawn="1"/>
          </p:nvSpPr>
          <p:spPr>
            <a:xfrm rot="16200000">
              <a:off x="8294854" y="6187275"/>
              <a:ext cx="1352164" cy="36909"/>
            </a:xfrm>
            <a:custGeom>
              <a:avLst/>
              <a:gdLst>
                <a:gd name="connsiteX0" fmla="*/ 5634971 w 5634018"/>
                <a:gd name="connsiteY0" fmla="*/ 49074 h 147637"/>
                <a:gd name="connsiteX1" fmla="*/ 5600681 w 5634018"/>
                <a:gd name="connsiteY1" fmla="*/ 27167 h 147637"/>
                <a:gd name="connsiteX2" fmla="*/ 216693 w 5634018"/>
                <a:gd name="connsiteY2" fmla="*/ 12879 h 147637"/>
                <a:gd name="connsiteX3" fmla="*/ 0 w 5634018"/>
                <a:gd name="connsiteY3" fmla="*/ 85269 h 147637"/>
                <a:gd name="connsiteX4" fmla="*/ 812480 w 5634018"/>
                <a:gd name="connsiteY4" fmla="*/ 121464 h 147637"/>
                <a:gd name="connsiteX5" fmla="*/ 2112638 w 5634018"/>
                <a:gd name="connsiteY5" fmla="*/ 85269 h 147637"/>
                <a:gd name="connsiteX6" fmla="*/ 5472094 w 5634018"/>
                <a:gd name="connsiteY6" fmla="*/ 120988 h 147637"/>
                <a:gd name="connsiteX7" fmla="*/ 5634971 w 5634018"/>
                <a:gd name="connsiteY7" fmla="*/ 49074 h 147637"/>
                <a:gd name="connsiteX8" fmla="*/ 5634971 w 5634018"/>
                <a:gd name="connsiteY8" fmla="*/ 49074 h 147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634018" h="147637">
                  <a:moveTo>
                    <a:pt x="5634971" y="49074"/>
                  </a:moveTo>
                  <a:cubicBezTo>
                    <a:pt x="5634971" y="36692"/>
                    <a:pt x="5622588" y="27167"/>
                    <a:pt x="5600681" y="27167"/>
                  </a:cubicBezTo>
                  <a:cubicBezTo>
                    <a:pt x="3833323" y="25738"/>
                    <a:pt x="1982622" y="-22363"/>
                    <a:pt x="216693" y="12879"/>
                  </a:cubicBezTo>
                  <a:cubicBezTo>
                    <a:pt x="162401" y="12879"/>
                    <a:pt x="0" y="49074"/>
                    <a:pt x="0" y="85269"/>
                  </a:cubicBezTo>
                  <a:cubicBezTo>
                    <a:pt x="0" y="204331"/>
                    <a:pt x="541971" y="121464"/>
                    <a:pt x="812480" y="121464"/>
                  </a:cubicBezTo>
                  <a:cubicBezTo>
                    <a:pt x="1245866" y="85269"/>
                    <a:pt x="1679252" y="85269"/>
                    <a:pt x="2112638" y="85269"/>
                  </a:cubicBezTo>
                  <a:cubicBezTo>
                    <a:pt x="3250871" y="157183"/>
                    <a:pt x="4334336" y="120988"/>
                    <a:pt x="5472094" y="120988"/>
                  </a:cubicBezTo>
                  <a:cubicBezTo>
                    <a:pt x="5526386" y="120988"/>
                    <a:pt x="5634971" y="120988"/>
                    <a:pt x="5634971" y="49074"/>
                  </a:cubicBezTo>
                  <a:lnTo>
                    <a:pt x="5634971" y="49074"/>
                  </a:lnTo>
                  <a:close/>
                </a:path>
              </a:pathLst>
            </a:custGeom>
            <a:solidFill>
              <a:schemeClr val="bg1"/>
            </a:solidFill>
            <a:ln w="4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pic>
          <p:nvPicPr>
            <p:cNvPr id="53" name="Graphic 52">
              <a:extLst>
                <a:ext uri="{FF2B5EF4-FFF2-40B4-BE49-F238E27FC236}">
                  <a16:creationId xmlns:a16="http://schemas.microsoft.com/office/drawing/2014/main" id="{5C2AE88E-B4BD-B6CE-1B41-C2FD08B40B86}"/>
                </a:ext>
              </a:extLst>
            </p:cNvPr>
            <p:cNvPicPr>
              <a:picLocks noChangeAspect="1"/>
            </p:cNvPicPr>
            <p:nvPr userDrawn="1"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rcRect/>
            <a:stretch/>
          </p:blipFill>
          <p:spPr>
            <a:xfrm>
              <a:off x="9363076" y="5784703"/>
              <a:ext cx="2819398" cy="842050"/>
            </a:xfrm>
            <a:prstGeom prst="rect">
              <a:avLst/>
            </a:prstGeom>
          </p:spPr>
        </p:pic>
        <p:pic>
          <p:nvPicPr>
            <p:cNvPr id="54" name="Picture 96">
              <a:extLst>
                <a:ext uri="{FF2B5EF4-FFF2-40B4-BE49-F238E27FC236}">
                  <a16:creationId xmlns:a16="http://schemas.microsoft.com/office/drawing/2014/main" id="{A88E953D-C612-3818-FC09-550ADF12C58A}"/>
                </a:ext>
              </a:extLst>
            </p:cNvPr>
            <p:cNvPicPr>
              <a:picLocks noChangeAspect="1" noChangeArrowheads="1"/>
            </p:cNvPicPr>
            <p:nvPr userDrawn="1"/>
          </p:nvPicPr>
          <p:blipFill>
            <a:blip r:embed="rId3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 bwMode="auto">
            <a:xfrm>
              <a:off x="6407183" y="5505584"/>
              <a:ext cx="2147588" cy="1233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2384499709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>
  <p:cSld name="Section Header Text Right D&amp;A">
    <p:bg>
      <p:bgPr>
        <a:blipFill dpi="0" rotWithShape="1">
          <a:blip r:embed="rId2" cstate="email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4DC74A2-ACD3-C4B2-76A4-AFE29AB6A2E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629400" y="270392"/>
            <a:ext cx="4937760" cy="3467100"/>
          </a:xfrm>
        </p:spPr>
        <p:txBody>
          <a:bodyPr/>
          <a:lstStyle>
            <a:lvl1pPr>
              <a:defRPr sz="66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6" name="Text Placeholder 53">
            <a:extLst>
              <a:ext uri="{FF2B5EF4-FFF2-40B4-BE49-F238E27FC236}">
                <a16:creationId xmlns:a16="http://schemas.microsoft.com/office/drawing/2014/main" id="{FC2A15C4-0F4A-0E72-777D-E9CE6F311C96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629399" y="4004192"/>
            <a:ext cx="4937760" cy="731520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1pPr>
            <a:lvl2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2pPr>
            <a:lvl3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3pPr>
            <a:lvl4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4pPr>
            <a:lvl5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5pPr>
            <a:lvl6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6pPr>
            <a:lvl7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7pPr>
            <a:lvl8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8pPr>
            <a:lvl9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9pPr>
          </a:lstStyle>
          <a:p>
            <a:pPr lvl="0"/>
            <a:r>
              <a:rPr lang="en-US"/>
              <a:t>Click to add name</a:t>
            </a:r>
            <a:endParaRPr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EBACD614-85B3-0763-3544-873E5E0A0B19}"/>
              </a:ext>
            </a:extLst>
          </p:cNvPr>
          <p:cNvGrpSpPr/>
          <p:nvPr userDrawn="1"/>
        </p:nvGrpSpPr>
        <p:grpSpPr>
          <a:xfrm>
            <a:off x="6606591" y="5863110"/>
            <a:ext cx="3731986" cy="889316"/>
            <a:chOff x="6407183" y="5505584"/>
            <a:chExt cx="5775291" cy="1376227"/>
          </a:xfrm>
        </p:grpSpPr>
        <p:sp>
          <p:nvSpPr>
            <p:cNvPr id="4" name="Graphic 11">
              <a:extLst>
                <a:ext uri="{FF2B5EF4-FFF2-40B4-BE49-F238E27FC236}">
                  <a16:creationId xmlns:a16="http://schemas.microsoft.com/office/drawing/2014/main" id="{B4BEA685-C672-484A-9DA9-45B01D40FC97}"/>
                </a:ext>
              </a:extLst>
            </p:cNvPr>
            <p:cNvSpPr/>
            <p:nvPr userDrawn="1"/>
          </p:nvSpPr>
          <p:spPr>
            <a:xfrm rot="16200000">
              <a:off x="8304700" y="6177428"/>
              <a:ext cx="1352164" cy="56602"/>
            </a:xfrm>
            <a:custGeom>
              <a:avLst/>
              <a:gdLst>
                <a:gd name="connsiteX0" fmla="*/ 5634971 w 5634018"/>
                <a:gd name="connsiteY0" fmla="*/ 49074 h 147637"/>
                <a:gd name="connsiteX1" fmla="*/ 5600681 w 5634018"/>
                <a:gd name="connsiteY1" fmla="*/ 27167 h 147637"/>
                <a:gd name="connsiteX2" fmla="*/ 216693 w 5634018"/>
                <a:gd name="connsiteY2" fmla="*/ 12879 h 147637"/>
                <a:gd name="connsiteX3" fmla="*/ 0 w 5634018"/>
                <a:gd name="connsiteY3" fmla="*/ 85269 h 147637"/>
                <a:gd name="connsiteX4" fmla="*/ 812480 w 5634018"/>
                <a:gd name="connsiteY4" fmla="*/ 121464 h 147637"/>
                <a:gd name="connsiteX5" fmla="*/ 2112638 w 5634018"/>
                <a:gd name="connsiteY5" fmla="*/ 85269 h 147637"/>
                <a:gd name="connsiteX6" fmla="*/ 5472094 w 5634018"/>
                <a:gd name="connsiteY6" fmla="*/ 120988 h 147637"/>
                <a:gd name="connsiteX7" fmla="*/ 5634971 w 5634018"/>
                <a:gd name="connsiteY7" fmla="*/ 49074 h 147637"/>
                <a:gd name="connsiteX8" fmla="*/ 5634971 w 5634018"/>
                <a:gd name="connsiteY8" fmla="*/ 49074 h 147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634018" h="147637">
                  <a:moveTo>
                    <a:pt x="5634971" y="49074"/>
                  </a:moveTo>
                  <a:cubicBezTo>
                    <a:pt x="5634971" y="36692"/>
                    <a:pt x="5622588" y="27167"/>
                    <a:pt x="5600681" y="27167"/>
                  </a:cubicBezTo>
                  <a:cubicBezTo>
                    <a:pt x="3833323" y="25738"/>
                    <a:pt x="1982622" y="-22363"/>
                    <a:pt x="216693" y="12879"/>
                  </a:cubicBezTo>
                  <a:cubicBezTo>
                    <a:pt x="162401" y="12879"/>
                    <a:pt x="0" y="49074"/>
                    <a:pt x="0" y="85269"/>
                  </a:cubicBezTo>
                  <a:cubicBezTo>
                    <a:pt x="0" y="204331"/>
                    <a:pt x="541971" y="121464"/>
                    <a:pt x="812480" y="121464"/>
                  </a:cubicBezTo>
                  <a:cubicBezTo>
                    <a:pt x="1245866" y="85269"/>
                    <a:pt x="1679252" y="85269"/>
                    <a:pt x="2112638" y="85269"/>
                  </a:cubicBezTo>
                  <a:cubicBezTo>
                    <a:pt x="3250871" y="157183"/>
                    <a:pt x="4334336" y="120988"/>
                    <a:pt x="5472094" y="120988"/>
                  </a:cubicBezTo>
                  <a:cubicBezTo>
                    <a:pt x="5526386" y="120988"/>
                    <a:pt x="5634971" y="120988"/>
                    <a:pt x="5634971" y="49074"/>
                  </a:cubicBezTo>
                  <a:lnTo>
                    <a:pt x="5634971" y="49074"/>
                  </a:lnTo>
                  <a:close/>
                </a:path>
              </a:pathLst>
            </a:custGeom>
            <a:solidFill>
              <a:schemeClr val="tx1"/>
            </a:solidFill>
            <a:ln w="4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pic>
          <p:nvPicPr>
            <p:cNvPr id="5" name="Graphic 4">
              <a:extLst>
                <a:ext uri="{FF2B5EF4-FFF2-40B4-BE49-F238E27FC236}">
                  <a16:creationId xmlns:a16="http://schemas.microsoft.com/office/drawing/2014/main" id="{22D3B8BF-672F-C3AA-5D74-DA070EAEABB4}"/>
                </a:ext>
              </a:extLst>
            </p:cNvPr>
            <p:cNvPicPr>
              <a:picLocks noChangeAspect="1"/>
            </p:cNvPicPr>
            <p:nvPr userDrawn="1"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/>
          </p:blipFill>
          <p:spPr>
            <a:xfrm>
              <a:off x="9363076" y="5784703"/>
              <a:ext cx="2819398" cy="842050"/>
            </a:xfrm>
            <a:prstGeom prst="rect">
              <a:avLst/>
            </a:prstGeom>
          </p:spPr>
        </p:pic>
        <p:pic>
          <p:nvPicPr>
            <p:cNvPr id="7" name="Picture 96">
              <a:extLst>
                <a:ext uri="{FF2B5EF4-FFF2-40B4-BE49-F238E27FC236}">
                  <a16:creationId xmlns:a16="http://schemas.microsoft.com/office/drawing/2014/main" id="{BA77EE15-59A7-E81B-5E6F-1411E95E4589}"/>
                </a:ext>
              </a:extLst>
            </p:cNvPr>
            <p:cNvPicPr>
              <a:picLocks noChangeAspect="1" noChangeArrowheads="1"/>
            </p:cNvPicPr>
            <p:nvPr userDrawn="1"/>
          </p:nvPicPr>
          <p:blipFill>
            <a:blip r:embed="rId4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 bwMode="auto">
            <a:xfrm>
              <a:off x="6407183" y="5505584"/>
              <a:ext cx="2147589" cy="12334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1577505572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ection Header Text Right D&amp;A_orange">
    <p:bg>
      <p:bgPr>
        <a:blipFill dpi="0" rotWithShape="1">
          <a:blip r:embed="rId2" cstate="email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>
            <a:extLst>
              <a:ext uri="{FF2B5EF4-FFF2-40B4-BE49-F238E27FC236}">
                <a16:creationId xmlns:a16="http://schemas.microsoft.com/office/drawing/2014/main" id="{EBACD614-85B3-0763-3544-873E5E0A0B19}"/>
              </a:ext>
            </a:extLst>
          </p:cNvPr>
          <p:cNvGrpSpPr/>
          <p:nvPr userDrawn="1"/>
        </p:nvGrpSpPr>
        <p:grpSpPr>
          <a:xfrm>
            <a:off x="6606591" y="5863111"/>
            <a:ext cx="3731986" cy="889317"/>
            <a:chOff x="6407183" y="5505584"/>
            <a:chExt cx="5775291" cy="1376228"/>
          </a:xfrm>
        </p:grpSpPr>
        <p:sp>
          <p:nvSpPr>
            <p:cNvPr id="4" name="Graphic 11">
              <a:extLst>
                <a:ext uri="{FF2B5EF4-FFF2-40B4-BE49-F238E27FC236}">
                  <a16:creationId xmlns:a16="http://schemas.microsoft.com/office/drawing/2014/main" id="{B4BEA685-C672-484A-9DA9-45B01D40FC97}"/>
                </a:ext>
              </a:extLst>
            </p:cNvPr>
            <p:cNvSpPr/>
            <p:nvPr userDrawn="1"/>
          </p:nvSpPr>
          <p:spPr>
            <a:xfrm rot="16200000">
              <a:off x="8294854" y="6187275"/>
              <a:ext cx="1352164" cy="36909"/>
            </a:xfrm>
            <a:custGeom>
              <a:avLst/>
              <a:gdLst>
                <a:gd name="connsiteX0" fmla="*/ 5634971 w 5634018"/>
                <a:gd name="connsiteY0" fmla="*/ 49074 h 147637"/>
                <a:gd name="connsiteX1" fmla="*/ 5600681 w 5634018"/>
                <a:gd name="connsiteY1" fmla="*/ 27167 h 147637"/>
                <a:gd name="connsiteX2" fmla="*/ 216693 w 5634018"/>
                <a:gd name="connsiteY2" fmla="*/ 12879 h 147637"/>
                <a:gd name="connsiteX3" fmla="*/ 0 w 5634018"/>
                <a:gd name="connsiteY3" fmla="*/ 85269 h 147637"/>
                <a:gd name="connsiteX4" fmla="*/ 812480 w 5634018"/>
                <a:gd name="connsiteY4" fmla="*/ 121464 h 147637"/>
                <a:gd name="connsiteX5" fmla="*/ 2112638 w 5634018"/>
                <a:gd name="connsiteY5" fmla="*/ 85269 h 147637"/>
                <a:gd name="connsiteX6" fmla="*/ 5472094 w 5634018"/>
                <a:gd name="connsiteY6" fmla="*/ 120988 h 147637"/>
                <a:gd name="connsiteX7" fmla="*/ 5634971 w 5634018"/>
                <a:gd name="connsiteY7" fmla="*/ 49074 h 147637"/>
                <a:gd name="connsiteX8" fmla="*/ 5634971 w 5634018"/>
                <a:gd name="connsiteY8" fmla="*/ 49074 h 147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634018" h="147637">
                  <a:moveTo>
                    <a:pt x="5634971" y="49074"/>
                  </a:moveTo>
                  <a:cubicBezTo>
                    <a:pt x="5634971" y="36692"/>
                    <a:pt x="5622588" y="27167"/>
                    <a:pt x="5600681" y="27167"/>
                  </a:cubicBezTo>
                  <a:cubicBezTo>
                    <a:pt x="3833323" y="25738"/>
                    <a:pt x="1982622" y="-22363"/>
                    <a:pt x="216693" y="12879"/>
                  </a:cubicBezTo>
                  <a:cubicBezTo>
                    <a:pt x="162401" y="12879"/>
                    <a:pt x="0" y="49074"/>
                    <a:pt x="0" y="85269"/>
                  </a:cubicBezTo>
                  <a:cubicBezTo>
                    <a:pt x="0" y="204331"/>
                    <a:pt x="541971" y="121464"/>
                    <a:pt x="812480" y="121464"/>
                  </a:cubicBezTo>
                  <a:cubicBezTo>
                    <a:pt x="1245866" y="85269"/>
                    <a:pt x="1679252" y="85269"/>
                    <a:pt x="2112638" y="85269"/>
                  </a:cubicBezTo>
                  <a:cubicBezTo>
                    <a:pt x="3250871" y="157183"/>
                    <a:pt x="4334336" y="120988"/>
                    <a:pt x="5472094" y="120988"/>
                  </a:cubicBezTo>
                  <a:cubicBezTo>
                    <a:pt x="5526386" y="120988"/>
                    <a:pt x="5634971" y="120988"/>
                    <a:pt x="5634971" y="49074"/>
                  </a:cubicBezTo>
                  <a:lnTo>
                    <a:pt x="5634971" y="49074"/>
                  </a:lnTo>
                  <a:close/>
                </a:path>
              </a:pathLst>
            </a:custGeom>
            <a:solidFill>
              <a:schemeClr val="bg1"/>
            </a:solidFill>
            <a:ln w="4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pic>
          <p:nvPicPr>
            <p:cNvPr id="5" name="Graphic 4">
              <a:extLst>
                <a:ext uri="{FF2B5EF4-FFF2-40B4-BE49-F238E27FC236}">
                  <a16:creationId xmlns:a16="http://schemas.microsoft.com/office/drawing/2014/main" id="{22D3B8BF-672F-C3AA-5D74-DA070EAEABB4}"/>
                </a:ext>
              </a:extLst>
            </p:cNvPr>
            <p:cNvPicPr>
              <a:picLocks noChangeAspect="1"/>
            </p:cNvPicPr>
            <p:nvPr userDrawn="1"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/>
          </p:blipFill>
          <p:spPr>
            <a:xfrm>
              <a:off x="9363077" y="5784704"/>
              <a:ext cx="2819397" cy="842047"/>
            </a:xfrm>
            <a:prstGeom prst="rect">
              <a:avLst/>
            </a:prstGeom>
          </p:spPr>
        </p:pic>
        <p:pic>
          <p:nvPicPr>
            <p:cNvPr id="7" name="Picture 96">
              <a:extLst>
                <a:ext uri="{FF2B5EF4-FFF2-40B4-BE49-F238E27FC236}">
                  <a16:creationId xmlns:a16="http://schemas.microsoft.com/office/drawing/2014/main" id="{BA77EE15-59A7-E81B-5E6F-1411E95E4589}"/>
                </a:ext>
              </a:extLst>
            </p:cNvPr>
            <p:cNvPicPr>
              <a:picLocks noChangeAspect="1" noChangeArrowheads="1"/>
            </p:cNvPicPr>
            <p:nvPr userDrawn="1"/>
          </p:nvPicPr>
          <p:blipFill>
            <a:blip r:embed="rId4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 bwMode="auto">
            <a:xfrm>
              <a:off x="6407183" y="5505584"/>
              <a:ext cx="2147589" cy="1233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1FB096D5-7185-EE1A-FB99-36B978D550A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781800" y="422792"/>
            <a:ext cx="4937760" cy="3467100"/>
          </a:xfrm>
        </p:spPr>
        <p:txBody>
          <a:bodyPr/>
          <a:lstStyle>
            <a:lvl1pPr>
              <a:defRPr sz="66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6" name="Text Placeholder 53">
            <a:extLst>
              <a:ext uri="{FF2B5EF4-FFF2-40B4-BE49-F238E27FC236}">
                <a16:creationId xmlns:a16="http://schemas.microsoft.com/office/drawing/2014/main" id="{A0BF803E-2D26-1EF9-6A1F-C700A15178B3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781799" y="4156592"/>
            <a:ext cx="4937760" cy="731520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1pPr>
            <a:lvl2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2pPr>
            <a:lvl3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3pPr>
            <a:lvl4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4pPr>
            <a:lvl5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5pPr>
            <a:lvl6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6pPr>
            <a:lvl7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7pPr>
            <a:lvl8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8pPr>
            <a:lvl9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9pPr>
          </a:lstStyle>
          <a:p>
            <a:pPr lvl="0"/>
            <a:r>
              <a:rPr lang="en-US"/>
              <a:t>Click to add name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3305020713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Section Header Text Right D&amp;A_blue">
    <p:bg>
      <p:bgPr>
        <a:blipFill dpi="0" rotWithShape="1">
          <a:blip r:embed="rId2" cstate="email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1">
            <a:extLst>
              <a:ext uri="{FF2B5EF4-FFF2-40B4-BE49-F238E27FC236}">
                <a16:creationId xmlns:a16="http://schemas.microsoft.com/office/drawing/2014/main" id="{244592FB-1198-504D-0CD9-67A4DC6D18A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629400" y="270392"/>
            <a:ext cx="4937760" cy="3467100"/>
          </a:xfrm>
        </p:spPr>
        <p:txBody>
          <a:bodyPr/>
          <a:lstStyle>
            <a:lvl1pPr>
              <a:defRPr sz="66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9" name="Text Placeholder 53">
            <a:extLst>
              <a:ext uri="{FF2B5EF4-FFF2-40B4-BE49-F238E27FC236}">
                <a16:creationId xmlns:a16="http://schemas.microsoft.com/office/drawing/2014/main" id="{1AFEE586-8DE4-AFA4-9863-5CD5E28FE1C4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629399" y="4004192"/>
            <a:ext cx="4937760" cy="731520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1pPr>
            <a:lvl2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2pPr>
            <a:lvl3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3pPr>
            <a:lvl4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4pPr>
            <a:lvl5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5pPr>
            <a:lvl6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6pPr>
            <a:lvl7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7pPr>
            <a:lvl8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8pPr>
            <a:lvl9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9pPr>
          </a:lstStyle>
          <a:p>
            <a:pPr lvl="0"/>
            <a:r>
              <a:rPr lang="en-US"/>
              <a:t>Click to add name</a:t>
            </a:r>
            <a:endParaRPr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AFEBFB50-683E-6982-20C9-BDD22843BF8D}"/>
              </a:ext>
            </a:extLst>
          </p:cNvPr>
          <p:cNvGrpSpPr/>
          <p:nvPr userDrawn="1"/>
        </p:nvGrpSpPr>
        <p:grpSpPr>
          <a:xfrm>
            <a:off x="6603999" y="5863110"/>
            <a:ext cx="3734577" cy="889316"/>
            <a:chOff x="6403173" y="5505584"/>
            <a:chExt cx="5779301" cy="1376227"/>
          </a:xfrm>
        </p:grpSpPr>
        <p:sp>
          <p:nvSpPr>
            <p:cNvPr id="11" name="Graphic 11">
              <a:extLst>
                <a:ext uri="{FF2B5EF4-FFF2-40B4-BE49-F238E27FC236}">
                  <a16:creationId xmlns:a16="http://schemas.microsoft.com/office/drawing/2014/main" id="{9873DF9F-93A8-E8F9-0D6E-0610BEFA98DA}"/>
                </a:ext>
              </a:extLst>
            </p:cNvPr>
            <p:cNvSpPr/>
            <p:nvPr userDrawn="1"/>
          </p:nvSpPr>
          <p:spPr>
            <a:xfrm rot="16200000">
              <a:off x="8304700" y="6177428"/>
              <a:ext cx="1352164" cy="56602"/>
            </a:xfrm>
            <a:custGeom>
              <a:avLst/>
              <a:gdLst>
                <a:gd name="connsiteX0" fmla="*/ 5634971 w 5634018"/>
                <a:gd name="connsiteY0" fmla="*/ 49074 h 147637"/>
                <a:gd name="connsiteX1" fmla="*/ 5600681 w 5634018"/>
                <a:gd name="connsiteY1" fmla="*/ 27167 h 147637"/>
                <a:gd name="connsiteX2" fmla="*/ 216693 w 5634018"/>
                <a:gd name="connsiteY2" fmla="*/ 12879 h 147637"/>
                <a:gd name="connsiteX3" fmla="*/ 0 w 5634018"/>
                <a:gd name="connsiteY3" fmla="*/ 85269 h 147637"/>
                <a:gd name="connsiteX4" fmla="*/ 812480 w 5634018"/>
                <a:gd name="connsiteY4" fmla="*/ 121464 h 147637"/>
                <a:gd name="connsiteX5" fmla="*/ 2112638 w 5634018"/>
                <a:gd name="connsiteY5" fmla="*/ 85269 h 147637"/>
                <a:gd name="connsiteX6" fmla="*/ 5472094 w 5634018"/>
                <a:gd name="connsiteY6" fmla="*/ 120988 h 147637"/>
                <a:gd name="connsiteX7" fmla="*/ 5634971 w 5634018"/>
                <a:gd name="connsiteY7" fmla="*/ 49074 h 147637"/>
                <a:gd name="connsiteX8" fmla="*/ 5634971 w 5634018"/>
                <a:gd name="connsiteY8" fmla="*/ 49074 h 147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634018" h="147637">
                  <a:moveTo>
                    <a:pt x="5634971" y="49074"/>
                  </a:moveTo>
                  <a:cubicBezTo>
                    <a:pt x="5634971" y="36692"/>
                    <a:pt x="5622588" y="27167"/>
                    <a:pt x="5600681" y="27167"/>
                  </a:cubicBezTo>
                  <a:cubicBezTo>
                    <a:pt x="3833323" y="25738"/>
                    <a:pt x="1982622" y="-22363"/>
                    <a:pt x="216693" y="12879"/>
                  </a:cubicBezTo>
                  <a:cubicBezTo>
                    <a:pt x="162401" y="12879"/>
                    <a:pt x="0" y="49074"/>
                    <a:pt x="0" y="85269"/>
                  </a:cubicBezTo>
                  <a:cubicBezTo>
                    <a:pt x="0" y="204331"/>
                    <a:pt x="541971" y="121464"/>
                    <a:pt x="812480" y="121464"/>
                  </a:cubicBezTo>
                  <a:cubicBezTo>
                    <a:pt x="1245866" y="85269"/>
                    <a:pt x="1679252" y="85269"/>
                    <a:pt x="2112638" y="85269"/>
                  </a:cubicBezTo>
                  <a:cubicBezTo>
                    <a:pt x="3250871" y="157183"/>
                    <a:pt x="4334336" y="120988"/>
                    <a:pt x="5472094" y="120988"/>
                  </a:cubicBezTo>
                  <a:cubicBezTo>
                    <a:pt x="5526386" y="120988"/>
                    <a:pt x="5634971" y="120988"/>
                    <a:pt x="5634971" y="49074"/>
                  </a:cubicBezTo>
                  <a:lnTo>
                    <a:pt x="5634971" y="49074"/>
                  </a:lnTo>
                  <a:close/>
                </a:path>
              </a:pathLst>
            </a:custGeom>
            <a:solidFill>
              <a:schemeClr val="tx1"/>
            </a:solidFill>
            <a:ln w="4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pic>
          <p:nvPicPr>
            <p:cNvPr id="12" name="Graphic 11">
              <a:extLst>
                <a:ext uri="{FF2B5EF4-FFF2-40B4-BE49-F238E27FC236}">
                  <a16:creationId xmlns:a16="http://schemas.microsoft.com/office/drawing/2014/main" id="{B25598D9-9FCB-918B-A994-4933B9DBABBA}"/>
                </a:ext>
              </a:extLst>
            </p:cNvPr>
            <p:cNvPicPr>
              <a:picLocks noChangeAspect="1"/>
            </p:cNvPicPr>
            <p:nvPr userDrawn="1"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/>
          </p:blipFill>
          <p:spPr>
            <a:xfrm>
              <a:off x="9363076" y="5784703"/>
              <a:ext cx="2819398" cy="842050"/>
            </a:xfrm>
            <a:prstGeom prst="rect">
              <a:avLst/>
            </a:prstGeom>
          </p:spPr>
        </p:pic>
        <p:pic>
          <p:nvPicPr>
            <p:cNvPr id="13" name="Picture 96" descr="Diagram&#10;&#10;Description automatically generated with medium confidence">
              <a:extLst>
                <a:ext uri="{FF2B5EF4-FFF2-40B4-BE49-F238E27FC236}">
                  <a16:creationId xmlns:a16="http://schemas.microsoft.com/office/drawing/2014/main" id="{3D863E2A-5DA0-8784-8062-879823E580B3}"/>
                </a:ext>
              </a:extLst>
            </p:cNvPr>
            <p:cNvPicPr>
              <a:picLocks noChangeAspect="1" noChangeArrowheads="1"/>
            </p:cNvPicPr>
            <p:nvPr userDrawn="1"/>
          </p:nvPicPr>
          <p:blipFill>
            <a:blip r:embed="rId4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03173" y="5505584"/>
              <a:ext cx="2155608" cy="1233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60623872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D&amp;A Content Slide with Footer - PURP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51722536-B3BA-A417-DAC3-1E2C9AF4053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-1" y="5857292"/>
            <a:ext cx="12211759" cy="1008075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D3F92921-666C-B85C-73F6-68C5804513EA}"/>
              </a:ext>
            </a:extLst>
          </p:cNvPr>
          <p:cNvGrpSpPr/>
          <p:nvPr userDrawn="1"/>
        </p:nvGrpSpPr>
        <p:grpSpPr>
          <a:xfrm>
            <a:off x="8871800" y="6035040"/>
            <a:ext cx="3055432" cy="728097"/>
            <a:chOff x="6407180" y="5505584"/>
            <a:chExt cx="5775294" cy="1376228"/>
          </a:xfrm>
        </p:grpSpPr>
        <p:sp>
          <p:nvSpPr>
            <p:cNvPr id="8" name="Graphic 11">
              <a:extLst>
                <a:ext uri="{FF2B5EF4-FFF2-40B4-BE49-F238E27FC236}">
                  <a16:creationId xmlns:a16="http://schemas.microsoft.com/office/drawing/2014/main" id="{32504BB1-792C-6AF9-42D0-683BE0CD1790}"/>
                </a:ext>
              </a:extLst>
            </p:cNvPr>
            <p:cNvSpPr/>
            <p:nvPr userDrawn="1"/>
          </p:nvSpPr>
          <p:spPr>
            <a:xfrm rot="16200000">
              <a:off x="8294854" y="6187275"/>
              <a:ext cx="1352164" cy="36909"/>
            </a:xfrm>
            <a:custGeom>
              <a:avLst/>
              <a:gdLst>
                <a:gd name="connsiteX0" fmla="*/ 5634971 w 5634018"/>
                <a:gd name="connsiteY0" fmla="*/ 49074 h 147637"/>
                <a:gd name="connsiteX1" fmla="*/ 5600681 w 5634018"/>
                <a:gd name="connsiteY1" fmla="*/ 27167 h 147637"/>
                <a:gd name="connsiteX2" fmla="*/ 216693 w 5634018"/>
                <a:gd name="connsiteY2" fmla="*/ 12879 h 147637"/>
                <a:gd name="connsiteX3" fmla="*/ 0 w 5634018"/>
                <a:gd name="connsiteY3" fmla="*/ 85269 h 147637"/>
                <a:gd name="connsiteX4" fmla="*/ 812480 w 5634018"/>
                <a:gd name="connsiteY4" fmla="*/ 121464 h 147637"/>
                <a:gd name="connsiteX5" fmla="*/ 2112638 w 5634018"/>
                <a:gd name="connsiteY5" fmla="*/ 85269 h 147637"/>
                <a:gd name="connsiteX6" fmla="*/ 5472094 w 5634018"/>
                <a:gd name="connsiteY6" fmla="*/ 120988 h 147637"/>
                <a:gd name="connsiteX7" fmla="*/ 5634971 w 5634018"/>
                <a:gd name="connsiteY7" fmla="*/ 49074 h 147637"/>
                <a:gd name="connsiteX8" fmla="*/ 5634971 w 5634018"/>
                <a:gd name="connsiteY8" fmla="*/ 49074 h 147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634018" h="147637">
                  <a:moveTo>
                    <a:pt x="5634971" y="49074"/>
                  </a:moveTo>
                  <a:cubicBezTo>
                    <a:pt x="5634971" y="36692"/>
                    <a:pt x="5622588" y="27167"/>
                    <a:pt x="5600681" y="27167"/>
                  </a:cubicBezTo>
                  <a:cubicBezTo>
                    <a:pt x="3833323" y="25738"/>
                    <a:pt x="1982622" y="-22363"/>
                    <a:pt x="216693" y="12879"/>
                  </a:cubicBezTo>
                  <a:cubicBezTo>
                    <a:pt x="162401" y="12879"/>
                    <a:pt x="0" y="49074"/>
                    <a:pt x="0" y="85269"/>
                  </a:cubicBezTo>
                  <a:cubicBezTo>
                    <a:pt x="0" y="204331"/>
                    <a:pt x="541971" y="121464"/>
                    <a:pt x="812480" y="121464"/>
                  </a:cubicBezTo>
                  <a:cubicBezTo>
                    <a:pt x="1245866" y="85269"/>
                    <a:pt x="1679252" y="85269"/>
                    <a:pt x="2112638" y="85269"/>
                  </a:cubicBezTo>
                  <a:cubicBezTo>
                    <a:pt x="3250871" y="157183"/>
                    <a:pt x="4334336" y="120988"/>
                    <a:pt x="5472094" y="120988"/>
                  </a:cubicBezTo>
                  <a:cubicBezTo>
                    <a:pt x="5526386" y="120988"/>
                    <a:pt x="5634971" y="120988"/>
                    <a:pt x="5634971" y="49074"/>
                  </a:cubicBezTo>
                  <a:lnTo>
                    <a:pt x="5634971" y="49074"/>
                  </a:lnTo>
                  <a:close/>
                </a:path>
              </a:pathLst>
            </a:custGeom>
            <a:solidFill>
              <a:schemeClr val="bg1"/>
            </a:solidFill>
            <a:ln w="4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pic>
          <p:nvPicPr>
            <p:cNvPr id="9" name="Graphic 8">
              <a:extLst>
                <a:ext uri="{FF2B5EF4-FFF2-40B4-BE49-F238E27FC236}">
                  <a16:creationId xmlns:a16="http://schemas.microsoft.com/office/drawing/2014/main" id="{51EBF3B2-8723-E25A-DFAE-0818747C624D}"/>
                </a:ext>
              </a:extLst>
            </p:cNvPr>
            <p:cNvPicPr>
              <a:picLocks noChangeAspect="1"/>
            </p:cNvPicPr>
            <p:nvPr userDrawn="1"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/>
          </p:blipFill>
          <p:spPr>
            <a:xfrm>
              <a:off x="9363076" y="5784703"/>
              <a:ext cx="2819398" cy="842050"/>
            </a:xfrm>
            <a:prstGeom prst="rect">
              <a:avLst/>
            </a:prstGeom>
          </p:spPr>
        </p:pic>
        <p:pic>
          <p:nvPicPr>
            <p:cNvPr id="10" name="Picture 96">
              <a:extLst>
                <a:ext uri="{FF2B5EF4-FFF2-40B4-BE49-F238E27FC236}">
                  <a16:creationId xmlns:a16="http://schemas.microsoft.com/office/drawing/2014/main" id="{E2AF423B-165F-D723-7F43-1715524854B9}"/>
                </a:ext>
              </a:extLst>
            </p:cNvPr>
            <p:cNvPicPr>
              <a:picLocks noChangeAspect="1" noChangeArrowheads="1"/>
            </p:cNvPicPr>
            <p:nvPr userDrawn="1"/>
          </p:nvPicPr>
          <p:blipFill>
            <a:blip r:embed="rId4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 bwMode="auto">
            <a:xfrm>
              <a:off x="6407180" y="5505584"/>
              <a:ext cx="2147591" cy="12334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1486551918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D&amp;A Content Slide with Footer - ORAN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51722536-B3BA-A417-DAC3-1E2C9AF4053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" y="5857292"/>
            <a:ext cx="12211743" cy="1008075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D3F92921-666C-B85C-73F6-68C5804513EA}"/>
              </a:ext>
            </a:extLst>
          </p:cNvPr>
          <p:cNvGrpSpPr/>
          <p:nvPr userDrawn="1"/>
        </p:nvGrpSpPr>
        <p:grpSpPr>
          <a:xfrm>
            <a:off x="8871800" y="6035040"/>
            <a:ext cx="3055432" cy="728097"/>
            <a:chOff x="6407180" y="5505584"/>
            <a:chExt cx="5775294" cy="1376228"/>
          </a:xfrm>
        </p:grpSpPr>
        <p:sp>
          <p:nvSpPr>
            <p:cNvPr id="8" name="Graphic 11">
              <a:extLst>
                <a:ext uri="{FF2B5EF4-FFF2-40B4-BE49-F238E27FC236}">
                  <a16:creationId xmlns:a16="http://schemas.microsoft.com/office/drawing/2014/main" id="{32504BB1-792C-6AF9-42D0-683BE0CD1790}"/>
                </a:ext>
              </a:extLst>
            </p:cNvPr>
            <p:cNvSpPr/>
            <p:nvPr userDrawn="1"/>
          </p:nvSpPr>
          <p:spPr>
            <a:xfrm rot="16200000">
              <a:off x="8294854" y="6187275"/>
              <a:ext cx="1352164" cy="36909"/>
            </a:xfrm>
            <a:custGeom>
              <a:avLst/>
              <a:gdLst>
                <a:gd name="connsiteX0" fmla="*/ 5634971 w 5634018"/>
                <a:gd name="connsiteY0" fmla="*/ 49074 h 147637"/>
                <a:gd name="connsiteX1" fmla="*/ 5600681 w 5634018"/>
                <a:gd name="connsiteY1" fmla="*/ 27167 h 147637"/>
                <a:gd name="connsiteX2" fmla="*/ 216693 w 5634018"/>
                <a:gd name="connsiteY2" fmla="*/ 12879 h 147637"/>
                <a:gd name="connsiteX3" fmla="*/ 0 w 5634018"/>
                <a:gd name="connsiteY3" fmla="*/ 85269 h 147637"/>
                <a:gd name="connsiteX4" fmla="*/ 812480 w 5634018"/>
                <a:gd name="connsiteY4" fmla="*/ 121464 h 147637"/>
                <a:gd name="connsiteX5" fmla="*/ 2112638 w 5634018"/>
                <a:gd name="connsiteY5" fmla="*/ 85269 h 147637"/>
                <a:gd name="connsiteX6" fmla="*/ 5472094 w 5634018"/>
                <a:gd name="connsiteY6" fmla="*/ 120988 h 147637"/>
                <a:gd name="connsiteX7" fmla="*/ 5634971 w 5634018"/>
                <a:gd name="connsiteY7" fmla="*/ 49074 h 147637"/>
                <a:gd name="connsiteX8" fmla="*/ 5634971 w 5634018"/>
                <a:gd name="connsiteY8" fmla="*/ 49074 h 147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634018" h="147637">
                  <a:moveTo>
                    <a:pt x="5634971" y="49074"/>
                  </a:moveTo>
                  <a:cubicBezTo>
                    <a:pt x="5634971" y="36692"/>
                    <a:pt x="5622588" y="27167"/>
                    <a:pt x="5600681" y="27167"/>
                  </a:cubicBezTo>
                  <a:cubicBezTo>
                    <a:pt x="3833323" y="25738"/>
                    <a:pt x="1982622" y="-22363"/>
                    <a:pt x="216693" y="12879"/>
                  </a:cubicBezTo>
                  <a:cubicBezTo>
                    <a:pt x="162401" y="12879"/>
                    <a:pt x="0" y="49074"/>
                    <a:pt x="0" y="85269"/>
                  </a:cubicBezTo>
                  <a:cubicBezTo>
                    <a:pt x="0" y="204331"/>
                    <a:pt x="541971" y="121464"/>
                    <a:pt x="812480" y="121464"/>
                  </a:cubicBezTo>
                  <a:cubicBezTo>
                    <a:pt x="1245866" y="85269"/>
                    <a:pt x="1679252" y="85269"/>
                    <a:pt x="2112638" y="85269"/>
                  </a:cubicBezTo>
                  <a:cubicBezTo>
                    <a:pt x="3250871" y="157183"/>
                    <a:pt x="4334336" y="120988"/>
                    <a:pt x="5472094" y="120988"/>
                  </a:cubicBezTo>
                  <a:cubicBezTo>
                    <a:pt x="5526386" y="120988"/>
                    <a:pt x="5634971" y="120988"/>
                    <a:pt x="5634971" y="49074"/>
                  </a:cubicBezTo>
                  <a:lnTo>
                    <a:pt x="5634971" y="49074"/>
                  </a:lnTo>
                  <a:close/>
                </a:path>
              </a:pathLst>
            </a:custGeom>
            <a:solidFill>
              <a:schemeClr val="bg1"/>
            </a:solidFill>
            <a:ln w="4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pic>
          <p:nvPicPr>
            <p:cNvPr id="9" name="Graphic 8">
              <a:extLst>
                <a:ext uri="{FF2B5EF4-FFF2-40B4-BE49-F238E27FC236}">
                  <a16:creationId xmlns:a16="http://schemas.microsoft.com/office/drawing/2014/main" id="{51EBF3B2-8723-E25A-DFAE-0818747C624D}"/>
                </a:ext>
              </a:extLst>
            </p:cNvPr>
            <p:cNvPicPr>
              <a:picLocks noChangeAspect="1"/>
            </p:cNvPicPr>
            <p:nvPr userDrawn="1"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/>
          </p:blipFill>
          <p:spPr>
            <a:xfrm>
              <a:off x="9363075" y="5784706"/>
              <a:ext cx="2819399" cy="842047"/>
            </a:xfrm>
            <a:prstGeom prst="rect">
              <a:avLst/>
            </a:prstGeom>
          </p:spPr>
        </p:pic>
        <p:pic>
          <p:nvPicPr>
            <p:cNvPr id="10" name="Picture 96">
              <a:extLst>
                <a:ext uri="{FF2B5EF4-FFF2-40B4-BE49-F238E27FC236}">
                  <a16:creationId xmlns:a16="http://schemas.microsoft.com/office/drawing/2014/main" id="{E2AF423B-165F-D723-7F43-1715524854B9}"/>
                </a:ext>
              </a:extLst>
            </p:cNvPr>
            <p:cNvPicPr>
              <a:picLocks noChangeAspect="1" noChangeArrowheads="1"/>
            </p:cNvPicPr>
            <p:nvPr userDrawn="1"/>
          </p:nvPicPr>
          <p:blipFill>
            <a:blip r:embed="rId4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 bwMode="auto">
            <a:xfrm>
              <a:off x="6407180" y="5505584"/>
              <a:ext cx="2147591" cy="12334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4271727951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D&amp;A Content Slide with Footer -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51722536-B3BA-A417-DAC3-1E2C9AF4053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" y="5857292"/>
            <a:ext cx="12211743" cy="1008074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D3F92921-666C-B85C-73F6-68C5804513EA}"/>
              </a:ext>
            </a:extLst>
          </p:cNvPr>
          <p:cNvGrpSpPr/>
          <p:nvPr userDrawn="1"/>
        </p:nvGrpSpPr>
        <p:grpSpPr>
          <a:xfrm>
            <a:off x="8871800" y="6035040"/>
            <a:ext cx="3055432" cy="728097"/>
            <a:chOff x="6407180" y="5505584"/>
            <a:chExt cx="5775294" cy="1376228"/>
          </a:xfrm>
        </p:grpSpPr>
        <p:sp>
          <p:nvSpPr>
            <p:cNvPr id="8" name="Graphic 11">
              <a:extLst>
                <a:ext uri="{FF2B5EF4-FFF2-40B4-BE49-F238E27FC236}">
                  <a16:creationId xmlns:a16="http://schemas.microsoft.com/office/drawing/2014/main" id="{32504BB1-792C-6AF9-42D0-683BE0CD1790}"/>
                </a:ext>
              </a:extLst>
            </p:cNvPr>
            <p:cNvSpPr/>
            <p:nvPr userDrawn="1"/>
          </p:nvSpPr>
          <p:spPr>
            <a:xfrm rot="16200000">
              <a:off x="8294854" y="6187275"/>
              <a:ext cx="1352164" cy="36909"/>
            </a:xfrm>
            <a:custGeom>
              <a:avLst/>
              <a:gdLst>
                <a:gd name="connsiteX0" fmla="*/ 5634971 w 5634018"/>
                <a:gd name="connsiteY0" fmla="*/ 49074 h 147637"/>
                <a:gd name="connsiteX1" fmla="*/ 5600681 w 5634018"/>
                <a:gd name="connsiteY1" fmla="*/ 27167 h 147637"/>
                <a:gd name="connsiteX2" fmla="*/ 216693 w 5634018"/>
                <a:gd name="connsiteY2" fmla="*/ 12879 h 147637"/>
                <a:gd name="connsiteX3" fmla="*/ 0 w 5634018"/>
                <a:gd name="connsiteY3" fmla="*/ 85269 h 147637"/>
                <a:gd name="connsiteX4" fmla="*/ 812480 w 5634018"/>
                <a:gd name="connsiteY4" fmla="*/ 121464 h 147637"/>
                <a:gd name="connsiteX5" fmla="*/ 2112638 w 5634018"/>
                <a:gd name="connsiteY5" fmla="*/ 85269 h 147637"/>
                <a:gd name="connsiteX6" fmla="*/ 5472094 w 5634018"/>
                <a:gd name="connsiteY6" fmla="*/ 120988 h 147637"/>
                <a:gd name="connsiteX7" fmla="*/ 5634971 w 5634018"/>
                <a:gd name="connsiteY7" fmla="*/ 49074 h 147637"/>
                <a:gd name="connsiteX8" fmla="*/ 5634971 w 5634018"/>
                <a:gd name="connsiteY8" fmla="*/ 49074 h 147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634018" h="147637">
                  <a:moveTo>
                    <a:pt x="5634971" y="49074"/>
                  </a:moveTo>
                  <a:cubicBezTo>
                    <a:pt x="5634971" y="36692"/>
                    <a:pt x="5622588" y="27167"/>
                    <a:pt x="5600681" y="27167"/>
                  </a:cubicBezTo>
                  <a:cubicBezTo>
                    <a:pt x="3833323" y="25738"/>
                    <a:pt x="1982622" y="-22363"/>
                    <a:pt x="216693" y="12879"/>
                  </a:cubicBezTo>
                  <a:cubicBezTo>
                    <a:pt x="162401" y="12879"/>
                    <a:pt x="0" y="49074"/>
                    <a:pt x="0" y="85269"/>
                  </a:cubicBezTo>
                  <a:cubicBezTo>
                    <a:pt x="0" y="204331"/>
                    <a:pt x="541971" y="121464"/>
                    <a:pt x="812480" y="121464"/>
                  </a:cubicBezTo>
                  <a:cubicBezTo>
                    <a:pt x="1245866" y="85269"/>
                    <a:pt x="1679252" y="85269"/>
                    <a:pt x="2112638" y="85269"/>
                  </a:cubicBezTo>
                  <a:cubicBezTo>
                    <a:pt x="3250871" y="157183"/>
                    <a:pt x="4334336" y="120988"/>
                    <a:pt x="5472094" y="120988"/>
                  </a:cubicBezTo>
                  <a:cubicBezTo>
                    <a:pt x="5526386" y="120988"/>
                    <a:pt x="5634971" y="120988"/>
                    <a:pt x="5634971" y="49074"/>
                  </a:cubicBezTo>
                  <a:lnTo>
                    <a:pt x="5634971" y="49074"/>
                  </a:lnTo>
                  <a:close/>
                </a:path>
              </a:pathLst>
            </a:custGeom>
            <a:solidFill>
              <a:schemeClr val="bg1"/>
            </a:solidFill>
            <a:ln w="4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pic>
          <p:nvPicPr>
            <p:cNvPr id="9" name="Graphic 8">
              <a:extLst>
                <a:ext uri="{FF2B5EF4-FFF2-40B4-BE49-F238E27FC236}">
                  <a16:creationId xmlns:a16="http://schemas.microsoft.com/office/drawing/2014/main" id="{51EBF3B2-8723-E25A-DFAE-0818747C624D}"/>
                </a:ext>
              </a:extLst>
            </p:cNvPr>
            <p:cNvPicPr>
              <a:picLocks noChangeAspect="1"/>
            </p:cNvPicPr>
            <p:nvPr userDrawn="1"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/>
          </p:blipFill>
          <p:spPr>
            <a:xfrm>
              <a:off x="9363076" y="5784703"/>
              <a:ext cx="2819398" cy="842050"/>
            </a:xfrm>
            <a:prstGeom prst="rect">
              <a:avLst/>
            </a:prstGeom>
          </p:spPr>
        </p:pic>
        <p:pic>
          <p:nvPicPr>
            <p:cNvPr id="10" name="Picture 96">
              <a:extLst>
                <a:ext uri="{FF2B5EF4-FFF2-40B4-BE49-F238E27FC236}">
                  <a16:creationId xmlns:a16="http://schemas.microsoft.com/office/drawing/2014/main" id="{E2AF423B-165F-D723-7F43-1715524854B9}"/>
                </a:ext>
              </a:extLst>
            </p:cNvPr>
            <p:cNvPicPr>
              <a:picLocks noChangeAspect="1" noChangeArrowheads="1"/>
            </p:cNvPicPr>
            <p:nvPr userDrawn="1"/>
          </p:nvPicPr>
          <p:blipFill>
            <a:blip r:embed="rId4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 bwMode="auto">
            <a:xfrm>
              <a:off x="6407180" y="5505584"/>
              <a:ext cx="2147591" cy="12334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2464191438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ection Header Text Right D&amp;A_style-2">
    <p:bg>
      <p:bgPr>
        <a:blipFill dpi="0" rotWithShape="1">
          <a:blip r:embed="rId2" cstate="email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1">
            <a:extLst>
              <a:ext uri="{FF2B5EF4-FFF2-40B4-BE49-F238E27FC236}">
                <a16:creationId xmlns:a16="http://schemas.microsoft.com/office/drawing/2014/main" id="{244592FB-1198-504D-0CD9-67A4DC6D18A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629400" y="270392"/>
            <a:ext cx="4937760" cy="3467100"/>
          </a:xfrm>
        </p:spPr>
        <p:txBody>
          <a:bodyPr/>
          <a:lstStyle>
            <a:lvl1pPr>
              <a:defRPr sz="66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9" name="Text Placeholder 53">
            <a:extLst>
              <a:ext uri="{FF2B5EF4-FFF2-40B4-BE49-F238E27FC236}">
                <a16:creationId xmlns:a16="http://schemas.microsoft.com/office/drawing/2014/main" id="{1AFEE586-8DE4-AFA4-9863-5CD5E28FE1C4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629399" y="4004192"/>
            <a:ext cx="4937760" cy="731520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1pPr>
            <a:lvl2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2pPr>
            <a:lvl3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3pPr>
            <a:lvl4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4pPr>
            <a:lvl5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5pPr>
            <a:lvl6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6pPr>
            <a:lvl7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7pPr>
            <a:lvl8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8pPr>
            <a:lvl9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9pPr>
          </a:lstStyle>
          <a:p>
            <a:pPr lvl="0"/>
            <a:r>
              <a:rPr lang="en-US"/>
              <a:t>Click to add name</a:t>
            </a:r>
            <a:endParaRPr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AFEBFB50-683E-6982-20C9-BDD22843BF8D}"/>
              </a:ext>
            </a:extLst>
          </p:cNvPr>
          <p:cNvGrpSpPr/>
          <p:nvPr userDrawn="1"/>
        </p:nvGrpSpPr>
        <p:grpSpPr>
          <a:xfrm>
            <a:off x="6606591" y="5863110"/>
            <a:ext cx="3731986" cy="889316"/>
            <a:chOff x="6407183" y="5505584"/>
            <a:chExt cx="5775291" cy="1376227"/>
          </a:xfrm>
        </p:grpSpPr>
        <p:sp>
          <p:nvSpPr>
            <p:cNvPr id="11" name="Graphic 11">
              <a:extLst>
                <a:ext uri="{FF2B5EF4-FFF2-40B4-BE49-F238E27FC236}">
                  <a16:creationId xmlns:a16="http://schemas.microsoft.com/office/drawing/2014/main" id="{9873DF9F-93A8-E8F9-0D6E-0610BEFA98DA}"/>
                </a:ext>
              </a:extLst>
            </p:cNvPr>
            <p:cNvSpPr/>
            <p:nvPr userDrawn="1"/>
          </p:nvSpPr>
          <p:spPr>
            <a:xfrm rot="16200000">
              <a:off x="8304700" y="6177428"/>
              <a:ext cx="1352164" cy="56602"/>
            </a:xfrm>
            <a:custGeom>
              <a:avLst/>
              <a:gdLst>
                <a:gd name="connsiteX0" fmla="*/ 5634971 w 5634018"/>
                <a:gd name="connsiteY0" fmla="*/ 49074 h 147637"/>
                <a:gd name="connsiteX1" fmla="*/ 5600681 w 5634018"/>
                <a:gd name="connsiteY1" fmla="*/ 27167 h 147637"/>
                <a:gd name="connsiteX2" fmla="*/ 216693 w 5634018"/>
                <a:gd name="connsiteY2" fmla="*/ 12879 h 147637"/>
                <a:gd name="connsiteX3" fmla="*/ 0 w 5634018"/>
                <a:gd name="connsiteY3" fmla="*/ 85269 h 147637"/>
                <a:gd name="connsiteX4" fmla="*/ 812480 w 5634018"/>
                <a:gd name="connsiteY4" fmla="*/ 121464 h 147637"/>
                <a:gd name="connsiteX5" fmla="*/ 2112638 w 5634018"/>
                <a:gd name="connsiteY5" fmla="*/ 85269 h 147637"/>
                <a:gd name="connsiteX6" fmla="*/ 5472094 w 5634018"/>
                <a:gd name="connsiteY6" fmla="*/ 120988 h 147637"/>
                <a:gd name="connsiteX7" fmla="*/ 5634971 w 5634018"/>
                <a:gd name="connsiteY7" fmla="*/ 49074 h 147637"/>
                <a:gd name="connsiteX8" fmla="*/ 5634971 w 5634018"/>
                <a:gd name="connsiteY8" fmla="*/ 49074 h 147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634018" h="147637">
                  <a:moveTo>
                    <a:pt x="5634971" y="49074"/>
                  </a:moveTo>
                  <a:cubicBezTo>
                    <a:pt x="5634971" y="36692"/>
                    <a:pt x="5622588" y="27167"/>
                    <a:pt x="5600681" y="27167"/>
                  </a:cubicBezTo>
                  <a:cubicBezTo>
                    <a:pt x="3833323" y="25738"/>
                    <a:pt x="1982622" y="-22363"/>
                    <a:pt x="216693" y="12879"/>
                  </a:cubicBezTo>
                  <a:cubicBezTo>
                    <a:pt x="162401" y="12879"/>
                    <a:pt x="0" y="49074"/>
                    <a:pt x="0" y="85269"/>
                  </a:cubicBezTo>
                  <a:cubicBezTo>
                    <a:pt x="0" y="204331"/>
                    <a:pt x="541971" y="121464"/>
                    <a:pt x="812480" y="121464"/>
                  </a:cubicBezTo>
                  <a:cubicBezTo>
                    <a:pt x="1245866" y="85269"/>
                    <a:pt x="1679252" y="85269"/>
                    <a:pt x="2112638" y="85269"/>
                  </a:cubicBezTo>
                  <a:cubicBezTo>
                    <a:pt x="3250871" y="157183"/>
                    <a:pt x="4334336" y="120988"/>
                    <a:pt x="5472094" y="120988"/>
                  </a:cubicBezTo>
                  <a:cubicBezTo>
                    <a:pt x="5526386" y="120988"/>
                    <a:pt x="5634971" y="120988"/>
                    <a:pt x="5634971" y="49074"/>
                  </a:cubicBezTo>
                  <a:lnTo>
                    <a:pt x="5634971" y="49074"/>
                  </a:lnTo>
                  <a:close/>
                </a:path>
              </a:pathLst>
            </a:custGeom>
            <a:solidFill>
              <a:schemeClr val="tx1"/>
            </a:solidFill>
            <a:ln w="4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pic>
          <p:nvPicPr>
            <p:cNvPr id="12" name="Graphic 11">
              <a:extLst>
                <a:ext uri="{FF2B5EF4-FFF2-40B4-BE49-F238E27FC236}">
                  <a16:creationId xmlns:a16="http://schemas.microsoft.com/office/drawing/2014/main" id="{B25598D9-9FCB-918B-A994-4933B9DBABBA}"/>
                </a:ext>
              </a:extLst>
            </p:cNvPr>
            <p:cNvPicPr>
              <a:picLocks noChangeAspect="1"/>
            </p:cNvPicPr>
            <p:nvPr userDrawn="1"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/>
          </p:blipFill>
          <p:spPr>
            <a:xfrm>
              <a:off x="9363076" y="5784703"/>
              <a:ext cx="2819398" cy="842050"/>
            </a:xfrm>
            <a:prstGeom prst="rect">
              <a:avLst/>
            </a:prstGeom>
          </p:spPr>
        </p:pic>
        <p:pic>
          <p:nvPicPr>
            <p:cNvPr id="13" name="Picture 96">
              <a:extLst>
                <a:ext uri="{FF2B5EF4-FFF2-40B4-BE49-F238E27FC236}">
                  <a16:creationId xmlns:a16="http://schemas.microsoft.com/office/drawing/2014/main" id="{3D863E2A-5DA0-8784-8062-879823E580B3}"/>
                </a:ext>
              </a:extLst>
            </p:cNvPr>
            <p:cNvPicPr>
              <a:picLocks noChangeAspect="1" noChangeArrowheads="1"/>
            </p:cNvPicPr>
            <p:nvPr userDrawn="1"/>
          </p:nvPicPr>
          <p:blipFill>
            <a:blip r:embed="rId4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 bwMode="auto">
            <a:xfrm>
              <a:off x="6407183" y="5505584"/>
              <a:ext cx="2147589" cy="12334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2674931075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ection Header Text Right D&amp;A_style-2_blue">
    <p:bg>
      <p:bgPr>
        <a:blipFill dpi="0" rotWithShape="1">
          <a:blip r:embed="rId2" cstate="email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48C76BE0-D920-1929-18A8-FC4C3F0BDDC3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duotone>
              <a:prstClr val="black"/>
              <a:schemeClr val="accent3">
                <a:tint val="45000"/>
                <a:satMod val="400000"/>
              </a:schemeClr>
            </a:duotone>
          </a:blip>
          <a:stretch>
            <a:fillRect/>
          </a:stretch>
        </p:blipFill>
        <p:spPr>
          <a:xfrm>
            <a:off x="0" y="2390"/>
            <a:ext cx="12192000" cy="6853219"/>
          </a:xfrm>
          <a:prstGeom prst="rect">
            <a:avLst/>
          </a:prstGeom>
        </p:spPr>
      </p:pic>
      <p:grpSp>
        <p:nvGrpSpPr>
          <p:cNvPr id="4" name="Group 3">
            <a:extLst>
              <a:ext uri="{FF2B5EF4-FFF2-40B4-BE49-F238E27FC236}">
                <a16:creationId xmlns:a16="http://schemas.microsoft.com/office/drawing/2014/main" id="{DE896498-3088-FB95-8E96-3A0FDEE474F7}"/>
              </a:ext>
            </a:extLst>
          </p:cNvPr>
          <p:cNvGrpSpPr/>
          <p:nvPr userDrawn="1"/>
        </p:nvGrpSpPr>
        <p:grpSpPr>
          <a:xfrm>
            <a:off x="6606591" y="5863110"/>
            <a:ext cx="3731986" cy="889316"/>
            <a:chOff x="6407183" y="5505584"/>
            <a:chExt cx="5775291" cy="1376227"/>
          </a:xfrm>
        </p:grpSpPr>
        <p:sp>
          <p:nvSpPr>
            <p:cNvPr id="5" name="Graphic 11">
              <a:extLst>
                <a:ext uri="{FF2B5EF4-FFF2-40B4-BE49-F238E27FC236}">
                  <a16:creationId xmlns:a16="http://schemas.microsoft.com/office/drawing/2014/main" id="{9B5CB3EC-0E82-3F12-9465-537E3789CF49}"/>
                </a:ext>
              </a:extLst>
            </p:cNvPr>
            <p:cNvSpPr/>
            <p:nvPr userDrawn="1"/>
          </p:nvSpPr>
          <p:spPr>
            <a:xfrm rot="16200000">
              <a:off x="8304700" y="6177428"/>
              <a:ext cx="1352164" cy="56602"/>
            </a:xfrm>
            <a:custGeom>
              <a:avLst/>
              <a:gdLst>
                <a:gd name="connsiteX0" fmla="*/ 5634971 w 5634018"/>
                <a:gd name="connsiteY0" fmla="*/ 49074 h 147637"/>
                <a:gd name="connsiteX1" fmla="*/ 5600681 w 5634018"/>
                <a:gd name="connsiteY1" fmla="*/ 27167 h 147637"/>
                <a:gd name="connsiteX2" fmla="*/ 216693 w 5634018"/>
                <a:gd name="connsiteY2" fmla="*/ 12879 h 147637"/>
                <a:gd name="connsiteX3" fmla="*/ 0 w 5634018"/>
                <a:gd name="connsiteY3" fmla="*/ 85269 h 147637"/>
                <a:gd name="connsiteX4" fmla="*/ 812480 w 5634018"/>
                <a:gd name="connsiteY4" fmla="*/ 121464 h 147637"/>
                <a:gd name="connsiteX5" fmla="*/ 2112638 w 5634018"/>
                <a:gd name="connsiteY5" fmla="*/ 85269 h 147637"/>
                <a:gd name="connsiteX6" fmla="*/ 5472094 w 5634018"/>
                <a:gd name="connsiteY6" fmla="*/ 120988 h 147637"/>
                <a:gd name="connsiteX7" fmla="*/ 5634971 w 5634018"/>
                <a:gd name="connsiteY7" fmla="*/ 49074 h 147637"/>
                <a:gd name="connsiteX8" fmla="*/ 5634971 w 5634018"/>
                <a:gd name="connsiteY8" fmla="*/ 49074 h 147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634018" h="147637">
                  <a:moveTo>
                    <a:pt x="5634971" y="49074"/>
                  </a:moveTo>
                  <a:cubicBezTo>
                    <a:pt x="5634971" y="36692"/>
                    <a:pt x="5622588" y="27167"/>
                    <a:pt x="5600681" y="27167"/>
                  </a:cubicBezTo>
                  <a:cubicBezTo>
                    <a:pt x="3833323" y="25738"/>
                    <a:pt x="1982622" y="-22363"/>
                    <a:pt x="216693" y="12879"/>
                  </a:cubicBezTo>
                  <a:cubicBezTo>
                    <a:pt x="162401" y="12879"/>
                    <a:pt x="0" y="49074"/>
                    <a:pt x="0" y="85269"/>
                  </a:cubicBezTo>
                  <a:cubicBezTo>
                    <a:pt x="0" y="204331"/>
                    <a:pt x="541971" y="121464"/>
                    <a:pt x="812480" y="121464"/>
                  </a:cubicBezTo>
                  <a:cubicBezTo>
                    <a:pt x="1245866" y="85269"/>
                    <a:pt x="1679252" y="85269"/>
                    <a:pt x="2112638" y="85269"/>
                  </a:cubicBezTo>
                  <a:cubicBezTo>
                    <a:pt x="3250871" y="157183"/>
                    <a:pt x="4334336" y="120988"/>
                    <a:pt x="5472094" y="120988"/>
                  </a:cubicBezTo>
                  <a:cubicBezTo>
                    <a:pt x="5526386" y="120988"/>
                    <a:pt x="5634971" y="120988"/>
                    <a:pt x="5634971" y="49074"/>
                  </a:cubicBezTo>
                  <a:lnTo>
                    <a:pt x="5634971" y="49074"/>
                  </a:lnTo>
                  <a:close/>
                </a:path>
              </a:pathLst>
            </a:custGeom>
            <a:solidFill>
              <a:schemeClr val="tx1"/>
            </a:solidFill>
            <a:ln w="4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pic>
          <p:nvPicPr>
            <p:cNvPr id="6" name="Graphic 5">
              <a:extLst>
                <a:ext uri="{FF2B5EF4-FFF2-40B4-BE49-F238E27FC236}">
                  <a16:creationId xmlns:a16="http://schemas.microsoft.com/office/drawing/2014/main" id="{37A45990-7C9C-B873-D0A5-26854CB448D3}"/>
                </a:ext>
              </a:extLst>
            </p:cNvPr>
            <p:cNvPicPr>
              <a:picLocks noChangeAspect="1"/>
            </p:cNvPicPr>
            <p:nvPr userDrawn="1"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/>
            <a:stretch/>
          </p:blipFill>
          <p:spPr>
            <a:xfrm>
              <a:off x="9363076" y="5784703"/>
              <a:ext cx="2819398" cy="842050"/>
            </a:xfrm>
            <a:prstGeom prst="rect">
              <a:avLst/>
            </a:prstGeom>
          </p:spPr>
        </p:pic>
        <p:pic>
          <p:nvPicPr>
            <p:cNvPr id="7" name="Picture 96">
              <a:extLst>
                <a:ext uri="{FF2B5EF4-FFF2-40B4-BE49-F238E27FC236}">
                  <a16:creationId xmlns:a16="http://schemas.microsoft.com/office/drawing/2014/main" id="{DCFB6D84-3AB9-8E5F-4E56-AFD2583A47E1}"/>
                </a:ext>
              </a:extLst>
            </p:cNvPr>
            <p:cNvPicPr>
              <a:picLocks noChangeAspect="1" noChangeArrowheads="1"/>
            </p:cNvPicPr>
            <p:nvPr userDrawn="1"/>
          </p:nvPicPr>
          <p:blipFill>
            <a:blip r:embed="rId5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 bwMode="auto">
            <a:xfrm>
              <a:off x="6407183" y="5505584"/>
              <a:ext cx="2147589" cy="12334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831080819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Section Header Text Right D&amp;A_style-2_blue">
    <p:bg>
      <p:bgPr>
        <a:blipFill dpi="0" rotWithShape="1">
          <a:blip r:embed="rId2" cstate="email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1">
            <a:extLst>
              <a:ext uri="{FF2B5EF4-FFF2-40B4-BE49-F238E27FC236}">
                <a16:creationId xmlns:a16="http://schemas.microsoft.com/office/drawing/2014/main" id="{244592FB-1198-504D-0CD9-67A4DC6D18A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629400" y="270392"/>
            <a:ext cx="4937760" cy="3467100"/>
          </a:xfrm>
        </p:spPr>
        <p:txBody>
          <a:bodyPr/>
          <a:lstStyle>
            <a:lvl1pPr>
              <a:defRPr sz="66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9" name="Text Placeholder 53">
            <a:extLst>
              <a:ext uri="{FF2B5EF4-FFF2-40B4-BE49-F238E27FC236}">
                <a16:creationId xmlns:a16="http://schemas.microsoft.com/office/drawing/2014/main" id="{1AFEE586-8DE4-AFA4-9863-5CD5E28FE1C4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629399" y="4004192"/>
            <a:ext cx="4937760" cy="731520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1pPr>
            <a:lvl2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2pPr>
            <a:lvl3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3pPr>
            <a:lvl4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4pPr>
            <a:lvl5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5pPr>
            <a:lvl6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6pPr>
            <a:lvl7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7pPr>
            <a:lvl8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8pPr>
            <a:lvl9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9pPr>
          </a:lstStyle>
          <a:p>
            <a:pPr lvl="0"/>
            <a:r>
              <a:rPr lang="en-US"/>
              <a:t>Click to add name</a:t>
            </a:r>
            <a:endParaRPr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AFEBFB50-683E-6982-20C9-BDD22843BF8D}"/>
              </a:ext>
            </a:extLst>
          </p:cNvPr>
          <p:cNvGrpSpPr/>
          <p:nvPr userDrawn="1"/>
        </p:nvGrpSpPr>
        <p:grpSpPr>
          <a:xfrm>
            <a:off x="6606591" y="5863110"/>
            <a:ext cx="3731986" cy="889316"/>
            <a:chOff x="6407183" y="5505584"/>
            <a:chExt cx="5775291" cy="1376227"/>
          </a:xfrm>
        </p:grpSpPr>
        <p:sp>
          <p:nvSpPr>
            <p:cNvPr id="11" name="Graphic 11">
              <a:extLst>
                <a:ext uri="{FF2B5EF4-FFF2-40B4-BE49-F238E27FC236}">
                  <a16:creationId xmlns:a16="http://schemas.microsoft.com/office/drawing/2014/main" id="{9873DF9F-93A8-E8F9-0D6E-0610BEFA98DA}"/>
                </a:ext>
              </a:extLst>
            </p:cNvPr>
            <p:cNvSpPr/>
            <p:nvPr userDrawn="1"/>
          </p:nvSpPr>
          <p:spPr>
            <a:xfrm rot="16200000">
              <a:off x="8304700" y="6177428"/>
              <a:ext cx="1352164" cy="56602"/>
            </a:xfrm>
            <a:custGeom>
              <a:avLst/>
              <a:gdLst>
                <a:gd name="connsiteX0" fmla="*/ 5634971 w 5634018"/>
                <a:gd name="connsiteY0" fmla="*/ 49074 h 147637"/>
                <a:gd name="connsiteX1" fmla="*/ 5600681 w 5634018"/>
                <a:gd name="connsiteY1" fmla="*/ 27167 h 147637"/>
                <a:gd name="connsiteX2" fmla="*/ 216693 w 5634018"/>
                <a:gd name="connsiteY2" fmla="*/ 12879 h 147637"/>
                <a:gd name="connsiteX3" fmla="*/ 0 w 5634018"/>
                <a:gd name="connsiteY3" fmla="*/ 85269 h 147637"/>
                <a:gd name="connsiteX4" fmla="*/ 812480 w 5634018"/>
                <a:gd name="connsiteY4" fmla="*/ 121464 h 147637"/>
                <a:gd name="connsiteX5" fmla="*/ 2112638 w 5634018"/>
                <a:gd name="connsiteY5" fmla="*/ 85269 h 147637"/>
                <a:gd name="connsiteX6" fmla="*/ 5472094 w 5634018"/>
                <a:gd name="connsiteY6" fmla="*/ 120988 h 147637"/>
                <a:gd name="connsiteX7" fmla="*/ 5634971 w 5634018"/>
                <a:gd name="connsiteY7" fmla="*/ 49074 h 147637"/>
                <a:gd name="connsiteX8" fmla="*/ 5634971 w 5634018"/>
                <a:gd name="connsiteY8" fmla="*/ 49074 h 147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634018" h="147637">
                  <a:moveTo>
                    <a:pt x="5634971" y="49074"/>
                  </a:moveTo>
                  <a:cubicBezTo>
                    <a:pt x="5634971" y="36692"/>
                    <a:pt x="5622588" y="27167"/>
                    <a:pt x="5600681" y="27167"/>
                  </a:cubicBezTo>
                  <a:cubicBezTo>
                    <a:pt x="3833323" y="25738"/>
                    <a:pt x="1982622" y="-22363"/>
                    <a:pt x="216693" y="12879"/>
                  </a:cubicBezTo>
                  <a:cubicBezTo>
                    <a:pt x="162401" y="12879"/>
                    <a:pt x="0" y="49074"/>
                    <a:pt x="0" y="85269"/>
                  </a:cubicBezTo>
                  <a:cubicBezTo>
                    <a:pt x="0" y="204331"/>
                    <a:pt x="541971" y="121464"/>
                    <a:pt x="812480" y="121464"/>
                  </a:cubicBezTo>
                  <a:cubicBezTo>
                    <a:pt x="1245866" y="85269"/>
                    <a:pt x="1679252" y="85269"/>
                    <a:pt x="2112638" y="85269"/>
                  </a:cubicBezTo>
                  <a:cubicBezTo>
                    <a:pt x="3250871" y="157183"/>
                    <a:pt x="4334336" y="120988"/>
                    <a:pt x="5472094" y="120988"/>
                  </a:cubicBezTo>
                  <a:cubicBezTo>
                    <a:pt x="5526386" y="120988"/>
                    <a:pt x="5634971" y="120988"/>
                    <a:pt x="5634971" y="49074"/>
                  </a:cubicBezTo>
                  <a:lnTo>
                    <a:pt x="5634971" y="49074"/>
                  </a:lnTo>
                  <a:close/>
                </a:path>
              </a:pathLst>
            </a:custGeom>
            <a:solidFill>
              <a:schemeClr val="tx1"/>
            </a:solidFill>
            <a:ln w="4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pic>
          <p:nvPicPr>
            <p:cNvPr id="12" name="Graphic 11">
              <a:extLst>
                <a:ext uri="{FF2B5EF4-FFF2-40B4-BE49-F238E27FC236}">
                  <a16:creationId xmlns:a16="http://schemas.microsoft.com/office/drawing/2014/main" id="{B25598D9-9FCB-918B-A994-4933B9DBABBA}"/>
                </a:ext>
              </a:extLst>
            </p:cNvPr>
            <p:cNvPicPr>
              <a:picLocks noChangeAspect="1"/>
            </p:cNvPicPr>
            <p:nvPr userDrawn="1"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/>
          </p:blipFill>
          <p:spPr>
            <a:xfrm>
              <a:off x="9363076" y="5784703"/>
              <a:ext cx="2819398" cy="842050"/>
            </a:xfrm>
            <a:prstGeom prst="rect">
              <a:avLst/>
            </a:prstGeom>
          </p:spPr>
        </p:pic>
        <p:pic>
          <p:nvPicPr>
            <p:cNvPr id="13" name="Picture 96">
              <a:extLst>
                <a:ext uri="{FF2B5EF4-FFF2-40B4-BE49-F238E27FC236}">
                  <a16:creationId xmlns:a16="http://schemas.microsoft.com/office/drawing/2014/main" id="{3D863E2A-5DA0-8784-8062-879823E580B3}"/>
                </a:ext>
              </a:extLst>
            </p:cNvPr>
            <p:cNvPicPr>
              <a:picLocks noChangeAspect="1" noChangeArrowheads="1"/>
            </p:cNvPicPr>
            <p:nvPr userDrawn="1"/>
          </p:nvPicPr>
          <p:blipFill>
            <a:blip r:embed="rId4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 bwMode="auto">
            <a:xfrm>
              <a:off x="6407183" y="5505584"/>
              <a:ext cx="2147589" cy="12334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75046000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ection Header Text Right D&amp;A_style-2_orange">
    <p:bg>
      <p:bgPr>
        <a:blipFill dpi="0" rotWithShape="1">
          <a:blip r:embed="rId2" cstate="email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1">
            <a:extLst>
              <a:ext uri="{FF2B5EF4-FFF2-40B4-BE49-F238E27FC236}">
                <a16:creationId xmlns:a16="http://schemas.microsoft.com/office/drawing/2014/main" id="{244592FB-1198-504D-0CD9-67A4DC6D18A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629400" y="270392"/>
            <a:ext cx="4937760" cy="3467100"/>
          </a:xfrm>
        </p:spPr>
        <p:txBody>
          <a:bodyPr/>
          <a:lstStyle>
            <a:lvl1pPr>
              <a:defRPr sz="66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9" name="Text Placeholder 53">
            <a:extLst>
              <a:ext uri="{FF2B5EF4-FFF2-40B4-BE49-F238E27FC236}">
                <a16:creationId xmlns:a16="http://schemas.microsoft.com/office/drawing/2014/main" id="{1AFEE586-8DE4-AFA4-9863-5CD5E28FE1C4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629399" y="4004192"/>
            <a:ext cx="4937760" cy="731520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1pPr>
            <a:lvl2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2pPr>
            <a:lvl3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3pPr>
            <a:lvl4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4pPr>
            <a:lvl5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5pPr>
            <a:lvl6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6pPr>
            <a:lvl7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7pPr>
            <a:lvl8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8pPr>
            <a:lvl9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9pPr>
          </a:lstStyle>
          <a:p>
            <a:pPr lvl="0"/>
            <a:r>
              <a:rPr lang="en-US"/>
              <a:t>Click to add name</a:t>
            </a:r>
            <a:endParaRPr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AFEBFB50-683E-6982-20C9-BDD22843BF8D}"/>
              </a:ext>
            </a:extLst>
          </p:cNvPr>
          <p:cNvGrpSpPr/>
          <p:nvPr userDrawn="1"/>
        </p:nvGrpSpPr>
        <p:grpSpPr>
          <a:xfrm>
            <a:off x="6606591" y="5863110"/>
            <a:ext cx="3731986" cy="889316"/>
            <a:chOff x="6407183" y="5505584"/>
            <a:chExt cx="5775291" cy="1376227"/>
          </a:xfrm>
        </p:grpSpPr>
        <p:sp>
          <p:nvSpPr>
            <p:cNvPr id="11" name="Graphic 11">
              <a:extLst>
                <a:ext uri="{FF2B5EF4-FFF2-40B4-BE49-F238E27FC236}">
                  <a16:creationId xmlns:a16="http://schemas.microsoft.com/office/drawing/2014/main" id="{9873DF9F-93A8-E8F9-0D6E-0610BEFA98DA}"/>
                </a:ext>
              </a:extLst>
            </p:cNvPr>
            <p:cNvSpPr/>
            <p:nvPr userDrawn="1"/>
          </p:nvSpPr>
          <p:spPr>
            <a:xfrm rot="16200000">
              <a:off x="8304700" y="6177428"/>
              <a:ext cx="1352164" cy="56602"/>
            </a:xfrm>
            <a:custGeom>
              <a:avLst/>
              <a:gdLst>
                <a:gd name="connsiteX0" fmla="*/ 5634971 w 5634018"/>
                <a:gd name="connsiteY0" fmla="*/ 49074 h 147637"/>
                <a:gd name="connsiteX1" fmla="*/ 5600681 w 5634018"/>
                <a:gd name="connsiteY1" fmla="*/ 27167 h 147637"/>
                <a:gd name="connsiteX2" fmla="*/ 216693 w 5634018"/>
                <a:gd name="connsiteY2" fmla="*/ 12879 h 147637"/>
                <a:gd name="connsiteX3" fmla="*/ 0 w 5634018"/>
                <a:gd name="connsiteY3" fmla="*/ 85269 h 147637"/>
                <a:gd name="connsiteX4" fmla="*/ 812480 w 5634018"/>
                <a:gd name="connsiteY4" fmla="*/ 121464 h 147637"/>
                <a:gd name="connsiteX5" fmla="*/ 2112638 w 5634018"/>
                <a:gd name="connsiteY5" fmla="*/ 85269 h 147637"/>
                <a:gd name="connsiteX6" fmla="*/ 5472094 w 5634018"/>
                <a:gd name="connsiteY6" fmla="*/ 120988 h 147637"/>
                <a:gd name="connsiteX7" fmla="*/ 5634971 w 5634018"/>
                <a:gd name="connsiteY7" fmla="*/ 49074 h 147637"/>
                <a:gd name="connsiteX8" fmla="*/ 5634971 w 5634018"/>
                <a:gd name="connsiteY8" fmla="*/ 49074 h 147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634018" h="147637">
                  <a:moveTo>
                    <a:pt x="5634971" y="49074"/>
                  </a:moveTo>
                  <a:cubicBezTo>
                    <a:pt x="5634971" y="36692"/>
                    <a:pt x="5622588" y="27167"/>
                    <a:pt x="5600681" y="27167"/>
                  </a:cubicBezTo>
                  <a:cubicBezTo>
                    <a:pt x="3833323" y="25738"/>
                    <a:pt x="1982622" y="-22363"/>
                    <a:pt x="216693" y="12879"/>
                  </a:cubicBezTo>
                  <a:cubicBezTo>
                    <a:pt x="162401" y="12879"/>
                    <a:pt x="0" y="49074"/>
                    <a:pt x="0" y="85269"/>
                  </a:cubicBezTo>
                  <a:cubicBezTo>
                    <a:pt x="0" y="204331"/>
                    <a:pt x="541971" y="121464"/>
                    <a:pt x="812480" y="121464"/>
                  </a:cubicBezTo>
                  <a:cubicBezTo>
                    <a:pt x="1245866" y="85269"/>
                    <a:pt x="1679252" y="85269"/>
                    <a:pt x="2112638" y="85269"/>
                  </a:cubicBezTo>
                  <a:cubicBezTo>
                    <a:pt x="3250871" y="157183"/>
                    <a:pt x="4334336" y="120988"/>
                    <a:pt x="5472094" y="120988"/>
                  </a:cubicBezTo>
                  <a:cubicBezTo>
                    <a:pt x="5526386" y="120988"/>
                    <a:pt x="5634971" y="120988"/>
                    <a:pt x="5634971" y="49074"/>
                  </a:cubicBezTo>
                  <a:lnTo>
                    <a:pt x="5634971" y="49074"/>
                  </a:lnTo>
                  <a:close/>
                </a:path>
              </a:pathLst>
            </a:custGeom>
            <a:solidFill>
              <a:schemeClr val="tx1"/>
            </a:solidFill>
            <a:ln w="4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pic>
          <p:nvPicPr>
            <p:cNvPr id="12" name="Graphic 11">
              <a:extLst>
                <a:ext uri="{FF2B5EF4-FFF2-40B4-BE49-F238E27FC236}">
                  <a16:creationId xmlns:a16="http://schemas.microsoft.com/office/drawing/2014/main" id="{B25598D9-9FCB-918B-A994-4933B9DBABBA}"/>
                </a:ext>
              </a:extLst>
            </p:cNvPr>
            <p:cNvPicPr>
              <a:picLocks noChangeAspect="1"/>
            </p:cNvPicPr>
            <p:nvPr userDrawn="1"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/>
          </p:blipFill>
          <p:spPr>
            <a:xfrm>
              <a:off x="9363075" y="5784703"/>
              <a:ext cx="2819399" cy="842049"/>
            </a:xfrm>
            <a:prstGeom prst="rect">
              <a:avLst/>
            </a:prstGeom>
          </p:spPr>
        </p:pic>
        <p:pic>
          <p:nvPicPr>
            <p:cNvPr id="13" name="Picture 96">
              <a:extLst>
                <a:ext uri="{FF2B5EF4-FFF2-40B4-BE49-F238E27FC236}">
                  <a16:creationId xmlns:a16="http://schemas.microsoft.com/office/drawing/2014/main" id="{3D863E2A-5DA0-8784-8062-879823E580B3}"/>
                </a:ext>
              </a:extLst>
            </p:cNvPr>
            <p:cNvPicPr>
              <a:picLocks noChangeAspect="1" noChangeArrowheads="1"/>
            </p:cNvPicPr>
            <p:nvPr userDrawn="1"/>
          </p:nvPicPr>
          <p:blipFill>
            <a:blip r:embed="rId4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 bwMode="auto">
            <a:xfrm>
              <a:off x="6407183" y="5505584"/>
              <a:ext cx="2147589" cy="12334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3735955545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1_Content Slide with Footer D&amp;A Data  Purp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191AD746-FCCF-95C5-1865-591FB19EE1B2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-1" y="5859591"/>
            <a:ext cx="12192001" cy="1012286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D3F92921-666C-B85C-73F6-68C5804513EA}"/>
              </a:ext>
            </a:extLst>
          </p:cNvPr>
          <p:cNvGrpSpPr>
            <a:grpSpLocks noChangeAspect="1"/>
          </p:cNvGrpSpPr>
          <p:nvPr userDrawn="1"/>
        </p:nvGrpSpPr>
        <p:grpSpPr>
          <a:xfrm>
            <a:off x="8869680" y="6035727"/>
            <a:ext cx="3054096" cy="730834"/>
            <a:chOff x="6403173" y="5506875"/>
            <a:chExt cx="5779301" cy="1374937"/>
          </a:xfrm>
        </p:grpSpPr>
        <p:sp>
          <p:nvSpPr>
            <p:cNvPr id="8" name="Graphic 11">
              <a:extLst>
                <a:ext uri="{FF2B5EF4-FFF2-40B4-BE49-F238E27FC236}">
                  <a16:creationId xmlns:a16="http://schemas.microsoft.com/office/drawing/2014/main" id="{32504BB1-792C-6AF9-42D0-683BE0CD1790}"/>
                </a:ext>
              </a:extLst>
            </p:cNvPr>
            <p:cNvSpPr/>
            <p:nvPr userDrawn="1"/>
          </p:nvSpPr>
          <p:spPr>
            <a:xfrm rot="16200000">
              <a:off x="8294854" y="6187275"/>
              <a:ext cx="1352164" cy="36909"/>
            </a:xfrm>
            <a:custGeom>
              <a:avLst/>
              <a:gdLst>
                <a:gd name="connsiteX0" fmla="*/ 5634971 w 5634018"/>
                <a:gd name="connsiteY0" fmla="*/ 49074 h 147637"/>
                <a:gd name="connsiteX1" fmla="*/ 5600681 w 5634018"/>
                <a:gd name="connsiteY1" fmla="*/ 27167 h 147637"/>
                <a:gd name="connsiteX2" fmla="*/ 216693 w 5634018"/>
                <a:gd name="connsiteY2" fmla="*/ 12879 h 147637"/>
                <a:gd name="connsiteX3" fmla="*/ 0 w 5634018"/>
                <a:gd name="connsiteY3" fmla="*/ 85269 h 147637"/>
                <a:gd name="connsiteX4" fmla="*/ 812480 w 5634018"/>
                <a:gd name="connsiteY4" fmla="*/ 121464 h 147637"/>
                <a:gd name="connsiteX5" fmla="*/ 2112638 w 5634018"/>
                <a:gd name="connsiteY5" fmla="*/ 85269 h 147637"/>
                <a:gd name="connsiteX6" fmla="*/ 5472094 w 5634018"/>
                <a:gd name="connsiteY6" fmla="*/ 120988 h 147637"/>
                <a:gd name="connsiteX7" fmla="*/ 5634971 w 5634018"/>
                <a:gd name="connsiteY7" fmla="*/ 49074 h 147637"/>
                <a:gd name="connsiteX8" fmla="*/ 5634971 w 5634018"/>
                <a:gd name="connsiteY8" fmla="*/ 49074 h 147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634018" h="147637">
                  <a:moveTo>
                    <a:pt x="5634971" y="49074"/>
                  </a:moveTo>
                  <a:cubicBezTo>
                    <a:pt x="5634971" y="36692"/>
                    <a:pt x="5622588" y="27167"/>
                    <a:pt x="5600681" y="27167"/>
                  </a:cubicBezTo>
                  <a:cubicBezTo>
                    <a:pt x="3833323" y="25738"/>
                    <a:pt x="1982622" y="-22363"/>
                    <a:pt x="216693" y="12879"/>
                  </a:cubicBezTo>
                  <a:cubicBezTo>
                    <a:pt x="162401" y="12879"/>
                    <a:pt x="0" y="49074"/>
                    <a:pt x="0" y="85269"/>
                  </a:cubicBezTo>
                  <a:cubicBezTo>
                    <a:pt x="0" y="204331"/>
                    <a:pt x="541971" y="121464"/>
                    <a:pt x="812480" y="121464"/>
                  </a:cubicBezTo>
                  <a:cubicBezTo>
                    <a:pt x="1245866" y="85269"/>
                    <a:pt x="1679252" y="85269"/>
                    <a:pt x="2112638" y="85269"/>
                  </a:cubicBezTo>
                  <a:cubicBezTo>
                    <a:pt x="3250871" y="157183"/>
                    <a:pt x="4334336" y="120988"/>
                    <a:pt x="5472094" y="120988"/>
                  </a:cubicBezTo>
                  <a:cubicBezTo>
                    <a:pt x="5526386" y="120988"/>
                    <a:pt x="5634971" y="120988"/>
                    <a:pt x="5634971" y="49074"/>
                  </a:cubicBezTo>
                  <a:lnTo>
                    <a:pt x="5634971" y="49074"/>
                  </a:lnTo>
                  <a:close/>
                </a:path>
              </a:pathLst>
            </a:custGeom>
            <a:solidFill>
              <a:schemeClr val="bg1"/>
            </a:solidFill>
            <a:ln w="4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pic>
          <p:nvPicPr>
            <p:cNvPr id="9" name="Graphic 8">
              <a:extLst>
                <a:ext uri="{FF2B5EF4-FFF2-40B4-BE49-F238E27FC236}">
                  <a16:creationId xmlns:a16="http://schemas.microsoft.com/office/drawing/2014/main" id="{51EBF3B2-8723-E25A-DFAE-0818747C624D}"/>
                </a:ext>
              </a:extLst>
            </p:cNvPr>
            <p:cNvPicPr>
              <a:picLocks noChangeAspect="1"/>
            </p:cNvPicPr>
            <p:nvPr userDrawn="1"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/>
          </p:blipFill>
          <p:spPr>
            <a:xfrm>
              <a:off x="9363076" y="5784703"/>
              <a:ext cx="2819398" cy="842050"/>
            </a:xfrm>
            <a:prstGeom prst="rect">
              <a:avLst/>
            </a:prstGeom>
          </p:spPr>
        </p:pic>
        <p:pic>
          <p:nvPicPr>
            <p:cNvPr id="10" name="Picture 96">
              <a:extLst>
                <a:ext uri="{FF2B5EF4-FFF2-40B4-BE49-F238E27FC236}">
                  <a16:creationId xmlns:a16="http://schemas.microsoft.com/office/drawing/2014/main" id="{E2AF423B-165F-D723-7F43-1715524854B9}"/>
                </a:ext>
              </a:extLst>
            </p:cNvPr>
            <p:cNvPicPr>
              <a:picLocks noChangeAspect="1" noChangeArrowheads="1"/>
            </p:cNvPicPr>
            <p:nvPr userDrawn="1"/>
          </p:nvPicPr>
          <p:blipFill>
            <a:blip r:embed="rId4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 bwMode="auto">
            <a:xfrm>
              <a:off x="6403173" y="5506875"/>
              <a:ext cx="2155608" cy="12309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1240107524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Content Slide with Footer D&amp;A Data 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191AD746-FCCF-95C5-1865-591FB19EE1B2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-1" y="5862511"/>
            <a:ext cx="12192001" cy="1006445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D3F92921-666C-B85C-73F6-68C5804513EA}"/>
              </a:ext>
            </a:extLst>
          </p:cNvPr>
          <p:cNvGrpSpPr>
            <a:grpSpLocks noChangeAspect="1"/>
          </p:cNvGrpSpPr>
          <p:nvPr userDrawn="1"/>
        </p:nvGrpSpPr>
        <p:grpSpPr>
          <a:xfrm>
            <a:off x="8869680" y="6035727"/>
            <a:ext cx="3054096" cy="730834"/>
            <a:chOff x="6403173" y="5506875"/>
            <a:chExt cx="5779301" cy="1374937"/>
          </a:xfrm>
        </p:grpSpPr>
        <p:sp>
          <p:nvSpPr>
            <p:cNvPr id="8" name="Graphic 11">
              <a:extLst>
                <a:ext uri="{FF2B5EF4-FFF2-40B4-BE49-F238E27FC236}">
                  <a16:creationId xmlns:a16="http://schemas.microsoft.com/office/drawing/2014/main" id="{32504BB1-792C-6AF9-42D0-683BE0CD1790}"/>
                </a:ext>
              </a:extLst>
            </p:cNvPr>
            <p:cNvSpPr/>
            <p:nvPr userDrawn="1"/>
          </p:nvSpPr>
          <p:spPr>
            <a:xfrm rot="16200000">
              <a:off x="8294854" y="6187275"/>
              <a:ext cx="1352164" cy="36909"/>
            </a:xfrm>
            <a:custGeom>
              <a:avLst/>
              <a:gdLst>
                <a:gd name="connsiteX0" fmla="*/ 5634971 w 5634018"/>
                <a:gd name="connsiteY0" fmla="*/ 49074 h 147637"/>
                <a:gd name="connsiteX1" fmla="*/ 5600681 w 5634018"/>
                <a:gd name="connsiteY1" fmla="*/ 27167 h 147637"/>
                <a:gd name="connsiteX2" fmla="*/ 216693 w 5634018"/>
                <a:gd name="connsiteY2" fmla="*/ 12879 h 147637"/>
                <a:gd name="connsiteX3" fmla="*/ 0 w 5634018"/>
                <a:gd name="connsiteY3" fmla="*/ 85269 h 147637"/>
                <a:gd name="connsiteX4" fmla="*/ 812480 w 5634018"/>
                <a:gd name="connsiteY4" fmla="*/ 121464 h 147637"/>
                <a:gd name="connsiteX5" fmla="*/ 2112638 w 5634018"/>
                <a:gd name="connsiteY5" fmla="*/ 85269 h 147637"/>
                <a:gd name="connsiteX6" fmla="*/ 5472094 w 5634018"/>
                <a:gd name="connsiteY6" fmla="*/ 120988 h 147637"/>
                <a:gd name="connsiteX7" fmla="*/ 5634971 w 5634018"/>
                <a:gd name="connsiteY7" fmla="*/ 49074 h 147637"/>
                <a:gd name="connsiteX8" fmla="*/ 5634971 w 5634018"/>
                <a:gd name="connsiteY8" fmla="*/ 49074 h 147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634018" h="147637">
                  <a:moveTo>
                    <a:pt x="5634971" y="49074"/>
                  </a:moveTo>
                  <a:cubicBezTo>
                    <a:pt x="5634971" y="36692"/>
                    <a:pt x="5622588" y="27167"/>
                    <a:pt x="5600681" y="27167"/>
                  </a:cubicBezTo>
                  <a:cubicBezTo>
                    <a:pt x="3833323" y="25738"/>
                    <a:pt x="1982622" y="-22363"/>
                    <a:pt x="216693" y="12879"/>
                  </a:cubicBezTo>
                  <a:cubicBezTo>
                    <a:pt x="162401" y="12879"/>
                    <a:pt x="0" y="49074"/>
                    <a:pt x="0" y="85269"/>
                  </a:cubicBezTo>
                  <a:cubicBezTo>
                    <a:pt x="0" y="204331"/>
                    <a:pt x="541971" y="121464"/>
                    <a:pt x="812480" y="121464"/>
                  </a:cubicBezTo>
                  <a:cubicBezTo>
                    <a:pt x="1245866" y="85269"/>
                    <a:pt x="1679252" y="85269"/>
                    <a:pt x="2112638" y="85269"/>
                  </a:cubicBezTo>
                  <a:cubicBezTo>
                    <a:pt x="3250871" y="157183"/>
                    <a:pt x="4334336" y="120988"/>
                    <a:pt x="5472094" y="120988"/>
                  </a:cubicBezTo>
                  <a:cubicBezTo>
                    <a:pt x="5526386" y="120988"/>
                    <a:pt x="5634971" y="120988"/>
                    <a:pt x="5634971" y="49074"/>
                  </a:cubicBezTo>
                  <a:lnTo>
                    <a:pt x="5634971" y="49074"/>
                  </a:lnTo>
                  <a:close/>
                </a:path>
              </a:pathLst>
            </a:custGeom>
            <a:solidFill>
              <a:schemeClr val="bg1"/>
            </a:solidFill>
            <a:ln w="4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pic>
          <p:nvPicPr>
            <p:cNvPr id="9" name="Graphic 8">
              <a:extLst>
                <a:ext uri="{FF2B5EF4-FFF2-40B4-BE49-F238E27FC236}">
                  <a16:creationId xmlns:a16="http://schemas.microsoft.com/office/drawing/2014/main" id="{51EBF3B2-8723-E25A-DFAE-0818747C624D}"/>
                </a:ext>
              </a:extLst>
            </p:cNvPr>
            <p:cNvPicPr>
              <a:picLocks noChangeAspect="1"/>
            </p:cNvPicPr>
            <p:nvPr userDrawn="1"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/>
          </p:blipFill>
          <p:spPr>
            <a:xfrm>
              <a:off x="9363076" y="5784703"/>
              <a:ext cx="2819398" cy="842050"/>
            </a:xfrm>
            <a:prstGeom prst="rect">
              <a:avLst/>
            </a:prstGeom>
          </p:spPr>
        </p:pic>
        <p:pic>
          <p:nvPicPr>
            <p:cNvPr id="10" name="Picture 96">
              <a:extLst>
                <a:ext uri="{FF2B5EF4-FFF2-40B4-BE49-F238E27FC236}">
                  <a16:creationId xmlns:a16="http://schemas.microsoft.com/office/drawing/2014/main" id="{E2AF423B-165F-D723-7F43-1715524854B9}"/>
                </a:ext>
              </a:extLst>
            </p:cNvPr>
            <p:cNvPicPr>
              <a:picLocks noChangeAspect="1" noChangeArrowheads="1"/>
            </p:cNvPicPr>
            <p:nvPr userDrawn="1"/>
          </p:nvPicPr>
          <p:blipFill>
            <a:blip r:embed="rId4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 bwMode="auto">
            <a:xfrm>
              <a:off x="6403173" y="5506875"/>
              <a:ext cx="2155608" cy="12309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591652146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Content Slide with Footer D&amp;A Data  Oran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191AD746-FCCF-95C5-1865-591FB19EE1B2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-1" y="5862511"/>
            <a:ext cx="12192001" cy="1006445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D3F92921-666C-B85C-73F6-68C5804513EA}"/>
              </a:ext>
            </a:extLst>
          </p:cNvPr>
          <p:cNvGrpSpPr>
            <a:grpSpLocks noChangeAspect="1"/>
          </p:cNvGrpSpPr>
          <p:nvPr userDrawn="1"/>
        </p:nvGrpSpPr>
        <p:grpSpPr>
          <a:xfrm>
            <a:off x="8869680" y="6035727"/>
            <a:ext cx="3054096" cy="730834"/>
            <a:chOff x="6403173" y="5506875"/>
            <a:chExt cx="5779301" cy="1374937"/>
          </a:xfrm>
        </p:grpSpPr>
        <p:sp>
          <p:nvSpPr>
            <p:cNvPr id="8" name="Graphic 11">
              <a:extLst>
                <a:ext uri="{FF2B5EF4-FFF2-40B4-BE49-F238E27FC236}">
                  <a16:creationId xmlns:a16="http://schemas.microsoft.com/office/drawing/2014/main" id="{32504BB1-792C-6AF9-42D0-683BE0CD1790}"/>
                </a:ext>
              </a:extLst>
            </p:cNvPr>
            <p:cNvSpPr/>
            <p:nvPr userDrawn="1"/>
          </p:nvSpPr>
          <p:spPr>
            <a:xfrm rot="16200000">
              <a:off x="8294854" y="6187275"/>
              <a:ext cx="1352164" cy="36909"/>
            </a:xfrm>
            <a:custGeom>
              <a:avLst/>
              <a:gdLst>
                <a:gd name="connsiteX0" fmla="*/ 5634971 w 5634018"/>
                <a:gd name="connsiteY0" fmla="*/ 49074 h 147637"/>
                <a:gd name="connsiteX1" fmla="*/ 5600681 w 5634018"/>
                <a:gd name="connsiteY1" fmla="*/ 27167 h 147637"/>
                <a:gd name="connsiteX2" fmla="*/ 216693 w 5634018"/>
                <a:gd name="connsiteY2" fmla="*/ 12879 h 147637"/>
                <a:gd name="connsiteX3" fmla="*/ 0 w 5634018"/>
                <a:gd name="connsiteY3" fmla="*/ 85269 h 147637"/>
                <a:gd name="connsiteX4" fmla="*/ 812480 w 5634018"/>
                <a:gd name="connsiteY4" fmla="*/ 121464 h 147637"/>
                <a:gd name="connsiteX5" fmla="*/ 2112638 w 5634018"/>
                <a:gd name="connsiteY5" fmla="*/ 85269 h 147637"/>
                <a:gd name="connsiteX6" fmla="*/ 5472094 w 5634018"/>
                <a:gd name="connsiteY6" fmla="*/ 120988 h 147637"/>
                <a:gd name="connsiteX7" fmla="*/ 5634971 w 5634018"/>
                <a:gd name="connsiteY7" fmla="*/ 49074 h 147637"/>
                <a:gd name="connsiteX8" fmla="*/ 5634971 w 5634018"/>
                <a:gd name="connsiteY8" fmla="*/ 49074 h 147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634018" h="147637">
                  <a:moveTo>
                    <a:pt x="5634971" y="49074"/>
                  </a:moveTo>
                  <a:cubicBezTo>
                    <a:pt x="5634971" y="36692"/>
                    <a:pt x="5622588" y="27167"/>
                    <a:pt x="5600681" y="27167"/>
                  </a:cubicBezTo>
                  <a:cubicBezTo>
                    <a:pt x="3833323" y="25738"/>
                    <a:pt x="1982622" y="-22363"/>
                    <a:pt x="216693" y="12879"/>
                  </a:cubicBezTo>
                  <a:cubicBezTo>
                    <a:pt x="162401" y="12879"/>
                    <a:pt x="0" y="49074"/>
                    <a:pt x="0" y="85269"/>
                  </a:cubicBezTo>
                  <a:cubicBezTo>
                    <a:pt x="0" y="204331"/>
                    <a:pt x="541971" y="121464"/>
                    <a:pt x="812480" y="121464"/>
                  </a:cubicBezTo>
                  <a:cubicBezTo>
                    <a:pt x="1245866" y="85269"/>
                    <a:pt x="1679252" y="85269"/>
                    <a:pt x="2112638" y="85269"/>
                  </a:cubicBezTo>
                  <a:cubicBezTo>
                    <a:pt x="3250871" y="157183"/>
                    <a:pt x="4334336" y="120988"/>
                    <a:pt x="5472094" y="120988"/>
                  </a:cubicBezTo>
                  <a:cubicBezTo>
                    <a:pt x="5526386" y="120988"/>
                    <a:pt x="5634971" y="120988"/>
                    <a:pt x="5634971" y="49074"/>
                  </a:cubicBezTo>
                  <a:lnTo>
                    <a:pt x="5634971" y="49074"/>
                  </a:lnTo>
                  <a:close/>
                </a:path>
              </a:pathLst>
            </a:custGeom>
            <a:solidFill>
              <a:schemeClr val="bg1"/>
            </a:solidFill>
            <a:ln w="4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pic>
          <p:nvPicPr>
            <p:cNvPr id="9" name="Graphic 8">
              <a:extLst>
                <a:ext uri="{FF2B5EF4-FFF2-40B4-BE49-F238E27FC236}">
                  <a16:creationId xmlns:a16="http://schemas.microsoft.com/office/drawing/2014/main" id="{51EBF3B2-8723-E25A-DFAE-0818747C624D}"/>
                </a:ext>
              </a:extLst>
            </p:cNvPr>
            <p:cNvPicPr>
              <a:picLocks noChangeAspect="1"/>
            </p:cNvPicPr>
            <p:nvPr userDrawn="1"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/>
          </p:blipFill>
          <p:spPr>
            <a:xfrm>
              <a:off x="9363076" y="5787147"/>
              <a:ext cx="2819398" cy="837160"/>
            </a:xfrm>
            <a:prstGeom prst="rect">
              <a:avLst/>
            </a:prstGeom>
          </p:spPr>
        </p:pic>
        <p:pic>
          <p:nvPicPr>
            <p:cNvPr id="10" name="Picture 96">
              <a:extLst>
                <a:ext uri="{FF2B5EF4-FFF2-40B4-BE49-F238E27FC236}">
                  <a16:creationId xmlns:a16="http://schemas.microsoft.com/office/drawing/2014/main" id="{E2AF423B-165F-D723-7F43-1715524854B9}"/>
                </a:ext>
              </a:extLst>
            </p:cNvPr>
            <p:cNvPicPr>
              <a:picLocks noChangeAspect="1" noChangeArrowheads="1"/>
            </p:cNvPicPr>
            <p:nvPr userDrawn="1"/>
          </p:nvPicPr>
          <p:blipFill>
            <a:blip r:embed="rId4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 bwMode="auto">
            <a:xfrm>
              <a:off x="6403173" y="5506875"/>
              <a:ext cx="2155608" cy="12309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2849456104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Content Slide with Footer D&amp;A_Blac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" name="Picture 11">
            <a:extLst>
              <a:ext uri="{FF2B5EF4-FFF2-40B4-BE49-F238E27FC236}">
                <a16:creationId xmlns:a16="http://schemas.microsoft.com/office/drawing/2014/main" id="{5E7888BD-7954-6DBE-BDFA-E691B16B5D0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0" y="5730086"/>
            <a:ext cx="12192000" cy="1127914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D3F92921-666C-B85C-73F6-68C5804513EA}"/>
              </a:ext>
            </a:extLst>
          </p:cNvPr>
          <p:cNvGrpSpPr>
            <a:grpSpLocks noChangeAspect="1"/>
          </p:cNvGrpSpPr>
          <p:nvPr userDrawn="1"/>
        </p:nvGrpSpPr>
        <p:grpSpPr>
          <a:xfrm>
            <a:off x="8869680" y="6035040"/>
            <a:ext cx="3054096" cy="731520"/>
            <a:chOff x="6403173" y="5505584"/>
            <a:chExt cx="5779301" cy="1376228"/>
          </a:xfrm>
        </p:grpSpPr>
        <p:sp>
          <p:nvSpPr>
            <p:cNvPr id="8" name="Graphic 11">
              <a:extLst>
                <a:ext uri="{FF2B5EF4-FFF2-40B4-BE49-F238E27FC236}">
                  <a16:creationId xmlns:a16="http://schemas.microsoft.com/office/drawing/2014/main" id="{32504BB1-792C-6AF9-42D0-683BE0CD1790}"/>
                </a:ext>
              </a:extLst>
            </p:cNvPr>
            <p:cNvSpPr/>
            <p:nvPr userDrawn="1"/>
          </p:nvSpPr>
          <p:spPr>
            <a:xfrm rot="16200000">
              <a:off x="8294854" y="6187275"/>
              <a:ext cx="1352164" cy="36909"/>
            </a:xfrm>
            <a:custGeom>
              <a:avLst/>
              <a:gdLst>
                <a:gd name="connsiteX0" fmla="*/ 5634971 w 5634018"/>
                <a:gd name="connsiteY0" fmla="*/ 49074 h 147637"/>
                <a:gd name="connsiteX1" fmla="*/ 5600681 w 5634018"/>
                <a:gd name="connsiteY1" fmla="*/ 27167 h 147637"/>
                <a:gd name="connsiteX2" fmla="*/ 216693 w 5634018"/>
                <a:gd name="connsiteY2" fmla="*/ 12879 h 147637"/>
                <a:gd name="connsiteX3" fmla="*/ 0 w 5634018"/>
                <a:gd name="connsiteY3" fmla="*/ 85269 h 147637"/>
                <a:gd name="connsiteX4" fmla="*/ 812480 w 5634018"/>
                <a:gd name="connsiteY4" fmla="*/ 121464 h 147637"/>
                <a:gd name="connsiteX5" fmla="*/ 2112638 w 5634018"/>
                <a:gd name="connsiteY5" fmla="*/ 85269 h 147637"/>
                <a:gd name="connsiteX6" fmla="*/ 5472094 w 5634018"/>
                <a:gd name="connsiteY6" fmla="*/ 120988 h 147637"/>
                <a:gd name="connsiteX7" fmla="*/ 5634971 w 5634018"/>
                <a:gd name="connsiteY7" fmla="*/ 49074 h 147637"/>
                <a:gd name="connsiteX8" fmla="*/ 5634971 w 5634018"/>
                <a:gd name="connsiteY8" fmla="*/ 49074 h 147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634018" h="147637">
                  <a:moveTo>
                    <a:pt x="5634971" y="49074"/>
                  </a:moveTo>
                  <a:cubicBezTo>
                    <a:pt x="5634971" y="36692"/>
                    <a:pt x="5622588" y="27167"/>
                    <a:pt x="5600681" y="27167"/>
                  </a:cubicBezTo>
                  <a:cubicBezTo>
                    <a:pt x="3833323" y="25738"/>
                    <a:pt x="1982622" y="-22363"/>
                    <a:pt x="216693" y="12879"/>
                  </a:cubicBezTo>
                  <a:cubicBezTo>
                    <a:pt x="162401" y="12879"/>
                    <a:pt x="0" y="49074"/>
                    <a:pt x="0" y="85269"/>
                  </a:cubicBezTo>
                  <a:cubicBezTo>
                    <a:pt x="0" y="204331"/>
                    <a:pt x="541971" y="121464"/>
                    <a:pt x="812480" y="121464"/>
                  </a:cubicBezTo>
                  <a:cubicBezTo>
                    <a:pt x="1245866" y="85269"/>
                    <a:pt x="1679252" y="85269"/>
                    <a:pt x="2112638" y="85269"/>
                  </a:cubicBezTo>
                  <a:cubicBezTo>
                    <a:pt x="3250871" y="157183"/>
                    <a:pt x="4334336" y="120988"/>
                    <a:pt x="5472094" y="120988"/>
                  </a:cubicBezTo>
                  <a:cubicBezTo>
                    <a:pt x="5526386" y="120988"/>
                    <a:pt x="5634971" y="120988"/>
                    <a:pt x="5634971" y="49074"/>
                  </a:cubicBezTo>
                  <a:lnTo>
                    <a:pt x="5634971" y="49074"/>
                  </a:lnTo>
                  <a:close/>
                </a:path>
              </a:pathLst>
            </a:custGeom>
            <a:solidFill>
              <a:schemeClr val="bg1"/>
            </a:solidFill>
            <a:ln w="4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pic>
          <p:nvPicPr>
            <p:cNvPr id="9" name="Graphic 8">
              <a:extLst>
                <a:ext uri="{FF2B5EF4-FFF2-40B4-BE49-F238E27FC236}">
                  <a16:creationId xmlns:a16="http://schemas.microsoft.com/office/drawing/2014/main" id="{51EBF3B2-8723-E25A-DFAE-0818747C624D}"/>
                </a:ext>
              </a:extLst>
            </p:cNvPr>
            <p:cNvPicPr>
              <a:picLocks noChangeAspect="1"/>
            </p:cNvPicPr>
            <p:nvPr userDrawn="1"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/>
          </p:blipFill>
          <p:spPr>
            <a:xfrm>
              <a:off x="9363076" y="5784703"/>
              <a:ext cx="2819398" cy="842050"/>
            </a:xfrm>
            <a:prstGeom prst="rect">
              <a:avLst/>
            </a:prstGeom>
          </p:spPr>
        </p:pic>
        <p:pic>
          <p:nvPicPr>
            <p:cNvPr id="10" name="Picture 96" descr="Diagram&#10;&#10;Description automatically generated with medium confidence">
              <a:extLst>
                <a:ext uri="{FF2B5EF4-FFF2-40B4-BE49-F238E27FC236}">
                  <a16:creationId xmlns:a16="http://schemas.microsoft.com/office/drawing/2014/main" id="{E2AF423B-165F-D723-7F43-1715524854B9}"/>
                </a:ext>
              </a:extLst>
            </p:cNvPr>
            <p:cNvPicPr>
              <a:picLocks noChangeAspect="1" noChangeArrowheads="1"/>
            </p:cNvPicPr>
            <p:nvPr userDrawn="1"/>
          </p:nvPicPr>
          <p:blipFill>
            <a:blip r:embed="rId4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03173" y="5505584"/>
              <a:ext cx="2155608" cy="1233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4138224112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I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/>
          </a:p>
        </p:txBody>
      </p:sp>
      <p:sp>
        <p:nvSpPr>
          <p:cNvPr id="7" name="Title 6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2" name="Date Placeholder 3">
            <a:extLst>
              <a:ext uri="{FF2B5EF4-FFF2-40B4-BE49-F238E27FC236}">
                <a16:creationId xmlns:a16="http://schemas.microsoft.com/office/drawing/2014/main" id="{2466CB0D-B74F-4BAF-284E-C04F6EAD9342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9601200" y="6307138"/>
            <a:ext cx="914400" cy="15875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D7DF9F0D-0E7D-4C59-880D-BAE0F66AF04C}" type="datetimeFigureOut">
              <a:rPr lang="en-US"/>
              <a:pPr>
                <a:defRPr/>
              </a:pPr>
              <a:t>10/30/2026</a:t>
            </a:fld>
            <a:endParaRPr/>
          </a:p>
        </p:txBody>
      </p:sp>
      <p:sp>
        <p:nvSpPr>
          <p:cNvPr id="4" name="Footer Placeholder 4">
            <a:extLst>
              <a:ext uri="{FF2B5EF4-FFF2-40B4-BE49-F238E27FC236}">
                <a16:creationId xmlns:a16="http://schemas.microsoft.com/office/drawing/2014/main" id="{1E5DECD8-DA59-536E-58D6-492F7CB1054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378075" y="6307138"/>
            <a:ext cx="7105650" cy="15875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/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B072D3E7-C0B6-7F36-AD48-BAE5B532F1F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927225" y="6307138"/>
            <a:ext cx="306388" cy="15875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ACCB7FFF-5CCA-480F-BB4A-B79030EB69CA}" type="slidenum">
              <a:rPr/>
              <a:pPr>
                <a:defRPr/>
              </a:pPr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823131886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_PICTURE-Left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B0017191-55CB-43F1-133C-40E26586E495}"/>
              </a:ext>
            </a:extLst>
          </p:cNvPr>
          <p:cNvSpPr/>
          <p:nvPr/>
        </p:nvSpPr>
        <p:spPr>
          <a:xfrm>
            <a:off x="0" y="914400"/>
            <a:ext cx="12192000" cy="51054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191000" y="914400"/>
            <a:ext cx="7620000" cy="51054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/>
          </a:p>
        </p:txBody>
      </p:sp>
      <p:sp>
        <p:nvSpPr>
          <p:cNvPr id="7" name="Title 6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19" name="Picture Placeholder 10"/>
          <p:cNvSpPr>
            <a:spLocks noGrp="1"/>
          </p:cNvSpPr>
          <p:nvPr>
            <p:ph type="pic" sz="quarter" idx="13"/>
          </p:nvPr>
        </p:nvSpPr>
        <p:spPr>
          <a:xfrm>
            <a:off x="0" y="925094"/>
            <a:ext cx="4038600" cy="5094706"/>
          </a:xfrm>
          <a:custGeom>
            <a:avLst/>
            <a:gdLst>
              <a:gd name="connsiteX0" fmla="*/ 0 w 5266036"/>
              <a:gd name="connsiteY0" fmla="*/ 0 h 6857999"/>
              <a:gd name="connsiteX1" fmla="*/ 3014696 w 5266036"/>
              <a:gd name="connsiteY1" fmla="*/ 0 h 6857999"/>
              <a:gd name="connsiteX2" fmla="*/ 3040982 w 5266036"/>
              <a:gd name="connsiteY2" fmla="*/ 11408 h 6857999"/>
              <a:gd name="connsiteX3" fmla="*/ 5250901 w 5266036"/>
              <a:gd name="connsiteY3" fmla="*/ 4085922 h 6857999"/>
              <a:gd name="connsiteX4" fmla="*/ 3435696 w 5266036"/>
              <a:gd name="connsiteY4" fmla="*/ 6839477 h 6857999"/>
              <a:gd name="connsiteX5" fmla="*/ 3398838 w 5266036"/>
              <a:gd name="connsiteY5" fmla="*/ 6857999 h 6857999"/>
              <a:gd name="connsiteX6" fmla="*/ 0 w 5266036"/>
              <a:gd name="connsiteY6" fmla="*/ 6857999 h 6857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266036" h="6857999">
                <a:moveTo>
                  <a:pt x="0" y="0"/>
                </a:moveTo>
                <a:lnTo>
                  <a:pt x="3014696" y="0"/>
                </a:lnTo>
                <a:lnTo>
                  <a:pt x="3040982" y="11408"/>
                </a:lnTo>
                <a:cubicBezTo>
                  <a:pt x="4562919" y="717837"/>
                  <a:pt x="5390071" y="2397951"/>
                  <a:pt x="5250901" y="4085922"/>
                </a:cubicBezTo>
                <a:cubicBezTo>
                  <a:pt x="5138669" y="5484335"/>
                  <a:pt x="4361602" y="6343612"/>
                  <a:pt x="3435696" y="6839477"/>
                </a:cubicBezTo>
                <a:lnTo>
                  <a:pt x="3398838" y="6857999"/>
                </a:lnTo>
                <a:lnTo>
                  <a:pt x="0" y="6857999"/>
                </a:lnTo>
                <a:close/>
              </a:path>
            </a:pathLst>
          </a:custGeom>
          <a:solidFill>
            <a:srgbClr val="D9D9D9"/>
          </a:solidFill>
        </p:spPr>
        <p:txBody>
          <a:bodyPr tIns="3657600" rtlCol="0">
            <a:noAutofit/>
          </a:bodyPr>
          <a:lstStyle>
            <a:lvl1pPr marL="0" marR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tx1"/>
              </a:buClr>
              <a:buSzTx/>
              <a:buFont typeface="Arial" panose="020B0604020202020204" pitchFamily="34" charset="0"/>
              <a:buNone/>
              <a:tabLst/>
              <a:defRPr sz="1600"/>
            </a:lvl1pPr>
          </a:lstStyle>
          <a:p>
            <a:pPr lvl="0"/>
            <a:r>
              <a:rPr lang="en-US" noProof="0"/>
              <a:t>Click icon to add picture</a:t>
            </a:r>
            <a:endParaRPr noProof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42DE7349-2E36-146B-FA6D-F9BB267CC129}"/>
              </a:ext>
            </a:extLst>
          </p:cNvPr>
          <p:cNvSpPr>
            <a:spLocks noGrp="1"/>
          </p:cNvSpPr>
          <p:nvPr>
            <p:ph type="dt" sz="half" idx="14"/>
          </p:nvPr>
        </p:nvSpPr>
        <p:spPr>
          <a:xfrm>
            <a:off x="9601200" y="6307138"/>
            <a:ext cx="914400" cy="15875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ED80B0AC-3F4F-46E9-B234-6EAF2153E5DE}" type="datetimeFigureOut">
              <a:rPr lang="en-US"/>
              <a:pPr>
                <a:defRPr/>
              </a:pPr>
              <a:t>10/30/2026</a:t>
            </a:fld>
            <a:endParaRPr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E05285B2-DD6F-295D-E3CC-0B4B389E4F52}"/>
              </a:ext>
            </a:extLst>
          </p:cNvPr>
          <p:cNvSpPr>
            <a:spLocks noGrp="1"/>
          </p:cNvSpPr>
          <p:nvPr>
            <p:ph type="ftr" sz="quarter" idx="15"/>
          </p:nvPr>
        </p:nvSpPr>
        <p:spPr>
          <a:xfrm>
            <a:off x="2378075" y="6307138"/>
            <a:ext cx="7105650" cy="15875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7F4A1CB3-E2ED-9A40-FFB8-3B659A0E5348}"/>
              </a:ext>
            </a:extLst>
          </p:cNvPr>
          <p:cNvSpPr>
            <a:spLocks noGrp="1"/>
          </p:cNvSpPr>
          <p:nvPr>
            <p:ph type="sldNum" sz="quarter" idx="16"/>
          </p:nvPr>
        </p:nvSpPr>
        <p:spPr>
          <a:xfrm>
            <a:off x="1927225" y="6307138"/>
            <a:ext cx="306388" cy="15875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8D4CF1B1-AB6C-4740-B408-56F9E88254D1}" type="slidenum">
              <a:rPr/>
              <a:pPr>
                <a:defRPr/>
              </a:pPr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144653270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I_PICTURE-Right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BBC845B7-38F7-AA55-8BE9-CC0B96B885AA}"/>
              </a:ext>
            </a:extLst>
          </p:cNvPr>
          <p:cNvSpPr/>
          <p:nvPr/>
        </p:nvSpPr>
        <p:spPr>
          <a:xfrm>
            <a:off x="0" y="914400"/>
            <a:ext cx="12192000" cy="51054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81001" y="914400"/>
            <a:ext cx="7620000" cy="51054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/>
          </a:p>
        </p:txBody>
      </p:sp>
      <p:sp>
        <p:nvSpPr>
          <p:cNvPr id="7" name="Title 6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13" name="Picture Placeholder 10"/>
          <p:cNvSpPr>
            <a:spLocks noGrp="1"/>
          </p:cNvSpPr>
          <p:nvPr>
            <p:ph type="pic" sz="quarter" idx="13"/>
          </p:nvPr>
        </p:nvSpPr>
        <p:spPr>
          <a:xfrm flipH="1">
            <a:off x="8142464" y="914400"/>
            <a:ext cx="4047077" cy="5105400"/>
          </a:xfrm>
          <a:custGeom>
            <a:avLst/>
            <a:gdLst>
              <a:gd name="connsiteX0" fmla="*/ 0 w 5266036"/>
              <a:gd name="connsiteY0" fmla="*/ 0 h 6857999"/>
              <a:gd name="connsiteX1" fmla="*/ 3014696 w 5266036"/>
              <a:gd name="connsiteY1" fmla="*/ 0 h 6857999"/>
              <a:gd name="connsiteX2" fmla="*/ 3040982 w 5266036"/>
              <a:gd name="connsiteY2" fmla="*/ 11408 h 6857999"/>
              <a:gd name="connsiteX3" fmla="*/ 5250901 w 5266036"/>
              <a:gd name="connsiteY3" fmla="*/ 4085922 h 6857999"/>
              <a:gd name="connsiteX4" fmla="*/ 3435696 w 5266036"/>
              <a:gd name="connsiteY4" fmla="*/ 6839477 h 6857999"/>
              <a:gd name="connsiteX5" fmla="*/ 3398838 w 5266036"/>
              <a:gd name="connsiteY5" fmla="*/ 6857999 h 6857999"/>
              <a:gd name="connsiteX6" fmla="*/ 0 w 5266036"/>
              <a:gd name="connsiteY6" fmla="*/ 6857999 h 6857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266036" h="6857999">
                <a:moveTo>
                  <a:pt x="0" y="0"/>
                </a:moveTo>
                <a:lnTo>
                  <a:pt x="3014696" y="0"/>
                </a:lnTo>
                <a:lnTo>
                  <a:pt x="3040982" y="11408"/>
                </a:lnTo>
                <a:cubicBezTo>
                  <a:pt x="4562919" y="717837"/>
                  <a:pt x="5390071" y="2397951"/>
                  <a:pt x="5250901" y="4085922"/>
                </a:cubicBezTo>
                <a:cubicBezTo>
                  <a:pt x="5138669" y="5484335"/>
                  <a:pt x="4361602" y="6343612"/>
                  <a:pt x="3435696" y="6839477"/>
                </a:cubicBezTo>
                <a:lnTo>
                  <a:pt x="3398838" y="6857999"/>
                </a:lnTo>
                <a:lnTo>
                  <a:pt x="0" y="6857999"/>
                </a:lnTo>
                <a:close/>
              </a:path>
            </a:pathLst>
          </a:custGeom>
          <a:solidFill>
            <a:srgbClr val="D9D9D9"/>
          </a:solidFill>
        </p:spPr>
        <p:txBody>
          <a:bodyPr tIns="3657600" rtlCol="0">
            <a:noAutofit/>
          </a:bodyPr>
          <a:lstStyle>
            <a:lvl1pPr marL="0" marR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tx1"/>
              </a:buClr>
              <a:buSzTx/>
              <a:buFont typeface="Arial" panose="020B0604020202020204" pitchFamily="34" charset="0"/>
              <a:buNone/>
              <a:tabLst/>
              <a:defRPr sz="1600"/>
            </a:lvl1pPr>
          </a:lstStyle>
          <a:p>
            <a:pPr lvl="0"/>
            <a:r>
              <a:rPr lang="en-US" noProof="0"/>
              <a:t>Click icon to add picture</a:t>
            </a:r>
            <a:endParaRPr noProof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F71A482-8073-3EF8-882F-4E4EE2ED6915}"/>
              </a:ext>
            </a:extLst>
          </p:cNvPr>
          <p:cNvSpPr>
            <a:spLocks noGrp="1"/>
          </p:cNvSpPr>
          <p:nvPr>
            <p:ph type="dt" sz="half" idx="14"/>
          </p:nvPr>
        </p:nvSpPr>
        <p:spPr>
          <a:xfrm>
            <a:off x="9601200" y="6307138"/>
            <a:ext cx="914400" cy="15875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F5CF2ECA-44E0-424A-A078-818398E664D8}" type="datetimeFigureOut">
              <a:rPr lang="en-US"/>
              <a:pPr>
                <a:defRPr/>
              </a:pPr>
              <a:t>10/30/2026</a:t>
            </a:fld>
            <a:endParaRPr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91FC9167-5CAE-7086-A1D2-DAD7F8903DE2}"/>
              </a:ext>
            </a:extLst>
          </p:cNvPr>
          <p:cNvSpPr>
            <a:spLocks noGrp="1"/>
          </p:cNvSpPr>
          <p:nvPr>
            <p:ph type="ftr" sz="quarter" idx="15"/>
          </p:nvPr>
        </p:nvSpPr>
        <p:spPr>
          <a:xfrm>
            <a:off x="2378075" y="6307138"/>
            <a:ext cx="7105650" cy="15875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4CF5DC31-ABCB-5573-224E-86E753A3FF5B}"/>
              </a:ext>
            </a:extLst>
          </p:cNvPr>
          <p:cNvSpPr>
            <a:spLocks noGrp="1"/>
          </p:cNvSpPr>
          <p:nvPr>
            <p:ph type="sldNum" sz="quarter" idx="16"/>
          </p:nvPr>
        </p:nvSpPr>
        <p:spPr>
          <a:xfrm>
            <a:off x="1927225" y="6307138"/>
            <a:ext cx="306388" cy="15875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3E536CC9-3414-4DF6-97B1-B6F7C11FF221}" type="slidenum">
              <a:rPr/>
              <a:pPr>
                <a:defRPr/>
              </a:pPr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3291097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I_LightGray_Full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DAB1A5E6-A545-08C8-2D38-CD91CD706D90}"/>
              </a:ext>
            </a:extLst>
          </p:cNvPr>
          <p:cNvSpPr/>
          <p:nvPr/>
        </p:nvSpPr>
        <p:spPr>
          <a:xfrm>
            <a:off x="0" y="914400"/>
            <a:ext cx="12192000" cy="51054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81001" y="914400"/>
            <a:ext cx="11430000" cy="5105400"/>
          </a:xfrm>
          <a:solidFill>
            <a:schemeClr val="bg1">
              <a:lumMod val="95000"/>
            </a:schemeClr>
          </a:solidFill>
        </p:spPr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/>
          </a:p>
        </p:txBody>
      </p:sp>
      <p:sp>
        <p:nvSpPr>
          <p:cNvPr id="7" name="Title 6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24779D74-4AB6-A853-E9B9-2E04B3869B54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9601200" y="6307138"/>
            <a:ext cx="914400" cy="15875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D66B2FF4-5892-405B-A8AB-72D8FC442278}" type="datetimeFigureOut">
              <a:rPr lang="en-US"/>
              <a:pPr>
                <a:defRPr/>
              </a:pPr>
              <a:t>10/30/2026</a:t>
            </a:fld>
            <a:endParaRPr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081D08B1-0646-309F-CA62-B909AE92A3D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378075" y="6307138"/>
            <a:ext cx="7105650" cy="15875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438A8FE-981C-2782-E877-550091B9A62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927225" y="6307138"/>
            <a:ext cx="306388" cy="15875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7D033B8F-23BD-4F53-8FBA-EABA81EB235B}" type="slidenum">
              <a:rPr/>
              <a:pPr>
                <a:defRPr/>
              </a:pPr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291845908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I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381001" y="914400"/>
            <a:ext cx="5610221" cy="51054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200774" y="914401"/>
            <a:ext cx="5610221" cy="51054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/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29523C8A-F1FE-044C-5F60-B568102449F9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9601200" y="6307138"/>
            <a:ext cx="914400" cy="15875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A457AD6B-DB5E-47A4-8C3E-1236BFEA7C79}" type="datetimeFigureOut">
              <a:rPr lang="en-US"/>
              <a:pPr>
                <a:defRPr/>
              </a:pPr>
              <a:t>10/30/2026</a:t>
            </a:fld>
            <a:endParaRPr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A3FF006F-A422-7110-436E-FA351AADD13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378075" y="6307138"/>
            <a:ext cx="7105650" cy="15875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69402028-0EA0-FAF0-6F62-37E9FAE12E6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927225" y="6307138"/>
            <a:ext cx="306388" cy="15875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C41D38B8-0B57-4F1D-B4A7-3D0AB667BB21}" type="slidenum">
              <a:rPr/>
              <a:pPr>
                <a:defRPr/>
              </a:pPr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41554663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I_Three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7" name="Content Placeholder 6"/>
          <p:cNvSpPr>
            <a:spLocks noGrp="1"/>
          </p:cNvSpPr>
          <p:nvPr>
            <p:ph sz="quarter" idx="13"/>
          </p:nvPr>
        </p:nvSpPr>
        <p:spPr>
          <a:xfrm>
            <a:off x="381000" y="914400"/>
            <a:ext cx="3733800" cy="51054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/>
          </a:p>
        </p:txBody>
      </p:sp>
      <p:sp>
        <p:nvSpPr>
          <p:cNvPr id="8" name="Content Placeholder 6"/>
          <p:cNvSpPr>
            <a:spLocks noGrp="1"/>
          </p:cNvSpPr>
          <p:nvPr>
            <p:ph sz="quarter" idx="14"/>
          </p:nvPr>
        </p:nvSpPr>
        <p:spPr>
          <a:xfrm>
            <a:off x="4229100" y="914400"/>
            <a:ext cx="3733800" cy="51054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/>
          </a:p>
        </p:txBody>
      </p:sp>
      <p:sp>
        <p:nvSpPr>
          <p:cNvPr id="9" name="Content Placeholder 6"/>
          <p:cNvSpPr>
            <a:spLocks noGrp="1"/>
          </p:cNvSpPr>
          <p:nvPr>
            <p:ph sz="quarter" idx="15"/>
          </p:nvPr>
        </p:nvSpPr>
        <p:spPr>
          <a:xfrm>
            <a:off x="8077200" y="914400"/>
            <a:ext cx="3733800" cy="51054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B1046A47-B74F-CBD0-5835-1E2E1B6DC15B}"/>
              </a:ext>
            </a:extLst>
          </p:cNvPr>
          <p:cNvSpPr>
            <a:spLocks noGrp="1"/>
          </p:cNvSpPr>
          <p:nvPr>
            <p:ph type="dt" sz="half" idx="16"/>
          </p:nvPr>
        </p:nvSpPr>
        <p:spPr>
          <a:xfrm>
            <a:off x="9601200" y="6307138"/>
            <a:ext cx="914400" cy="15875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8CCB98E6-A011-4AD7-AB3A-B8F5B30A33F0}" type="datetimeFigureOut">
              <a:rPr lang="en-US"/>
              <a:pPr>
                <a:defRPr/>
              </a:pPr>
              <a:t>10/30/2026</a:t>
            </a:fld>
            <a:endParaRPr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0C7C3467-A359-C9F3-8196-2CF92B24C31B}"/>
              </a:ext>
            </a:extLst>
          </p:cNvPr>
          <p:cNvSpPr>
            <a:spLocks noGrp="1"/>
          </p:cNvSpPr>
          <p:nvPr>
            <p:ph type="ftr" sz="quarter" idx="17"/>
          </p:nvPr>
        </p:nvSpPr>
        <p:spPr>
          <a:xfrm>
            <a:off x="2378075" y="6307138"/>
            <a:ext cx="7105650" cy="15875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5C3B6291-0BDD-698C-747C-B93B84427780}"/>
              </a:ext>
            </a:extLst>
          </p:cNvPr>
          <p:cNvSpPr>
            <a:spLocks noGrp="1"/>
          </p:cNvSpPr>
          <p:nvPr>
            <p:ph type="sldNum" sz="quarter" idx="18"/>
          </p:nvPr>
        </p:nvSpPr>
        <p:spPr>
          <a:xfrm>
            <a:off x="1927225" y="6307138"/>
            <a:ext cx="306388" cy="15875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F2752173-1A15-4889-9755-2C0491B464FF}" type="slidenum">
              <a:rPr/>
              <a:pPr>
                <a:defRPr/>
              </a:pPr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868203926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I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8D164853-CD00-FA93-8467-F462D20A788C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9601200" y="6307138"/>
            <a:ext cx="914400" cy="15875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47C51ECC-6936-4B89-83B8-AC23D861AAD5}" type="datetimeFigureOut">
              <a:rPr lang="en-US"/>
              <a:pPr>
                <a:defRPr/>
              </a:pPr>
              <a:t>10/30/2026</a:t>
            </a:fld>
            <a:endParaRPr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250890E3-AC24-1C75-3B0D-CB86C426241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378075" y="6307138"/>
            <a:ext cx="7105650" cy="15875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4CECAD73-91BE-1BE8-AF2D-4DD59140351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927225" y="6307138"/>
            <a:ext cx="306388" cy="15875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29B739BF-370F-4FC8-9537-B4FF1FB6264C}" type="slidenum">
              <a:rPr/>
              <a:pPr>
                <a:defRPr/>
              </a:pPr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586059600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I_Title and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6" name="Text Placeholder 53"/>
          <p:cNvSpPr>
            <a:spLocks noGrp="1"/>
          </p:cNvSpPr>
          <p:nvPr>
            <p:ph type="body" sz="quarter" idx="14"/>
          </p:nvPr>
        </p:nvSpPr>
        <p:spPr>
          <a:xfrm>
            <a:off x="381000" y="731530"/>
            <a:ext cx="11429998" cy="365739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1pPr>
            <a:lvl2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2pPr>
            <a:lvl3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3pPr>
            <a:lvl4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4pPr>
            <a:lvl5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5pPr>
            <a:lvl6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6pPr>
            <a:lvl7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7pPr>
            <a:lvl8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8pPr>
            <a:lvl9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D2ADE564-7BC3-1722-C265-910005AB15A5}"/>
              </a:ext>
            </a:extLst>
          </p:cNvPr>
          <p:cNvSpPr>
            <a:spLocks noGrp="1"/>
          </p:cNvSpPr>
          <p:nvPr>
            <p:ph type="dt" sz="half" idx="15"/>
          </p:nvPr>
        </p:nvSpPr>
        <p:spPr>
          <a:xfrm>
            <a:off x="9601200" y="6307138"/>
            <a:ext cx="914400" cy="15875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7208748D-72F4-4225-BDE8-8A4A20CEC8A5}" type="datetimeFigureOut">
              <a:rPr lang="en-US"/>
              <a:pPr>
                <a:defRPr/>
              </a:pPr>
              <a:t>10/30/2026</a:t>
            </a:fld>
            <a:endParaRPr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3FF826FB-2534-D6ED-86EE-3834F7C7BD98}"/>
              </a:ext>
            </a:extLst>
          </p:cNvPr>
          <p:cNvSpPr>
            <a:spLocks noGrp="1"/>
          </p:cNvSpPr>
          <p:nvPr>
            <p:ph type="ftr" sz="quarter" idx="16"/>
          </p:nvPr>
        </p:nvSpPr>
        <p:spPr>
          <a:xfrm>
            <a:off x="2378075" y="6307138"/>
            <a:ext cx="7105650" cy="15875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0452E13E-876F-6E47-6674-881381191AE8}"/>
              </a:ext>
            </a:extLst>
          </p:cNvPr>
          <p:cNvSpPr>
            <a:spLocks noGrp="1"/>
          </p:cNvSpPr>
          <p:nvPr>
            <p:ph type="sldNum" sz="quarter" idx="17"/>
          </p:nvPr>
        </p:nvSpPr>
        <p:spPr>
          <a:xfrm>
            <a:off x="1927225" y="6307138"/>
            <a:ext cx="306388" cy="15875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CC52E592-A013-46DD-8589-D37498380948}" type="slidenum">
              <a:rPr/>
              <a:pPr>
                <a:defRPr/>
              </a:pPr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4171896390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I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5C5EA857-8B49-FE84-00E9-21133FBD273B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9601200" y="6307138"/>
            <a:ext cx="914400" cy="15875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02CBD341-CE7D-48FD-8EFD-BA8D564F4B56}" type="datetimeFigureOut">
              <a:rPr lang="en-US"/>
              <a:pPr>
                <a:defRPr/>
              </a:pPr>
              <a:t>10/30/2026</a:t>
            </a:fld>
            <a:endParaRPr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C6AB303E-055B-7B83-469A-1F7260AA7F6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378075" y="6307138"/>
            <a:ext cx="7105650" cy="15875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85D6C81-4501-7696-7A16-29CD16822E1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927225" y="6307138"/>
            <a:ext cx="306388" cy="15875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E62A4B6F-D342-42A2-AF18-B29DCDB2F0C7}" type="slidenum">
              <a:rPr/>
              <a:pPr>
                <a:defRPr/>
              </a:pPr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4213941883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I_Three Pictures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52">
            <a:extLst>
              <a:ext uri="{FF2B5EF4-FFF2-40B4-BE49-F238E27FC236}">
                <a16:creationId xmlns:a16="http://schemas.microsoft.com/office/drawing/2014/main" id="{E4DBD6F6-7281-468A-2A01-0FD430E6AF93}"/>
              </a:ext>
            </a:extLst>
          </p:cNvPr>
          <p:cNvGrpSpPr>
            <a:grpSpLocks/>
          </p:cNvGrpSpPr>
          <p:nvPr/>
        </p:nvGrpSpPr>
        <p:grpSpPr bwMode="auto">
          <a:xfrm>
            <a:off x="9593263" y="6126163"/>
            <a:ext cx="2216150" cy="639762"/>
            <a:chOff x="7052978" y="5240354"/>
            <a:chExt cx="4681822" cy="1348711"/>
          </a:xfrm>
        </p:grpSpPr>
        <p:grpSp>
          <p:nvGrpSpPr>
            <p:cNvPr id="4" name="Group 53">
              <a:extLst>
                <a:ext uri="{FF2B5EF4-FFF2-40B4-BE49-F238E27FC236}">
                  <a16:creationId xmlns:a16="http://schemas.microsoft.com/office/drawing/2014/main" id="{32CB5307-E803-2A96-C795-19B66CE1F71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162579" y="5240354"/>
              <a:ext cx="2572221" cy="1348711"/>
              <a:chOff x="9162579" y="5240354"/>
              <a:chExt cx="2572221" cy="1348711"/>
            </a:xfrm>
          </p:grpSpPr>
          <p:grpSp>
            <p:nvGrpSpPr>
              <p:cNvPr id="6" name="Group 5">
                <a:extLst>
                  <a:ext uri="{FF2B5EF4-FFF2-40B4-BE49-F238E27FC236}">
                    <a16:creationId xmlns:a16="http://schemas.microsoft.com/office/drawing/2014/main" id="{0FA9996A-2408-237E-F299-881F00FF2C22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9448800" y="5543531"/>
                <a:ext cx="2286000" cy="880288"/>
                <a:chOff x="2078951" y="1888610"/>
                <a:chExt cx="8030200" cy="3092248"/>
              </a:xfrm>
              <a:solidFill>
                <a:srgbClr val="4F2170"/>
              </a:solidFill>
            </p:grpSpPr>
            <p:sp>
              <p:nvSpPr>
                <p:cNvPr id="10" name="Freeform: Shape 9">
                  <a:extLst>
                    <a:ext uri="{FF2B5EF4-FFF2-40B4-BE49-F238E27FC236}">
                      <a16:creationId xmlns:a16="http://schemas.microsoft.com/office/drawing/2014/main" id="{2B632278-98C2-7622-7285-7180F1EA68C4}"/>
                    </a:ext>
                  </a:extLst>
                </p:cNvPr>
                <p:cNvSpPr/>
                <p:nvPr/>
              </p:nvSpPr>
              <p:spPr>
                <a:xfrm>
                  <a:off x="2078951" y="2872694"/>
                  <a:ext cx="951880" cy="652717"/>
                </a:xfrm>
                <a:custGeom>
                  <a:avLst/>
                  <a:gdLst>
                    <a:gd name="connsiteX0" fmla="*/ 903041 w 951880"/>
                    <a:gd name="connsiteY0" fmla="*/ 330574 h 652717"/>
                    <a:gd name="connsiteX1" fmla="*/ 780656 w 951880"/>
                    <a:gd name="connsiteY1" fmla="*/ 379528 h 652717"/>
                    <a:gd name="connsiteX2" fmla="*/ 598439 w 951880"/>
                    <a:gd name="connsiteY2" fmla="*/ 311537 h 652717"/>
                    <a:gd name="connsiteX3" fmla="*/ 505970 w 951880"/>
                    <a:gd name="connsiteY3" fmla="*/ 164675 h 652717"/>
                    <a:gd name="connsiteX4" fmla="*/ 266640 w 951880"/>
                    <a:gd name="connsiteY4" fmla="*/ 61329 h 652717"/>
                    <a:gd name="connsiteX5" fmla="*/ 103461 w 951880"/>
                    <a:gd name="connsiteY5" fmla="*/ 458398 h 652717"/>
                    <a:gd name="connsiteX6" fmla="*/ 756179 w 951880"/>
                    <a:gd name="connsiteY6" fmla="*/ 485595 h 652717"/>
                    <a:gd name="connsiteX7" fmla="*/ 903041 w 951880"/>
                    <a:gd name="connsiteY7" fmla="*/ 330574 h 652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951880" h="652717">
                      <a:moveTo>
                        <a:pt x="903041" y="330574"/>
                      </a:moveTo>
                      <a:cubicBezTo>
                        <a:pt x="867685" y="363210"/>
                        <a:pt x="813292" y="374089"/>
                        <a:pt x="780656" y="379528"/>
                      </a:cubicBezTo>
                      <a:cubicBezTo>
                        <a:pt x="712664" y="387687"/>
                        <a:pt x="641953" y="365930"/>
                        <a:pt x="598439" y="311537"/>
                      </a:cubicBezTo>
                      <a:cubicBezTo>
                        <a:pt x="563083" y="268022"/>
                        <a:pt x="544046" y="210910"/>
                        <a:pt x="505970" y="164675"/>
                      </a:cubicBezTo>
                      <a:cubicBezTo>
                        <a:pt x="448858" y="93964"/>
                        <a:pt x="359109" y="45011"/>
                        <a:pt x="266640" y="61329"/>
                      </a:cubicBezTo>
                      <a:cubicBezTo>
                        <a:pt x="81704" y="93964"/>
                        <a:pt x="114" y="308817"/>
                        <a:pt x="103461" y="458398"/>
                      </a:cubicBezTo>
                      <a:cubicBezTo>
                        <a:pt x="253042" y="670531"/>
                        <a:pt x="584840" y="635176"/>
                        <a:pt x="756179" y="485595"/>
                      </a:cubicBezTo>
                      <a:cubicBezTo>
                        <a:pt x="813292" y="442080"/>
                        <a:pt x="862246" y="390407"/>
                        <a:pt x="903041" y="330574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11" name="Freeform: Shape 10">
                  <a:extLst>
                    <a:ext uri="{FF2B5EF4-FFF2-40B4-BE49-F238E27FC236}">
                      <a16:creationId xmlns:a16="http://schemas.microsoft.com/office/drawing/2014/main" id="{026D63A4-04D3-FE13-F2C1-40CB19926F80}"/>
                    </a:ext>
                  </a:extLst>
                </p:cNvPr>
                <p:cNvSpPr/>
                <p:nvPr/>
              </p:nvSpPr>
              <p:spPr>
                <a:xfrm>
                  <a:off x="9151831" y="2872694"/>
                  <a:ext cx="951880" cy="652717"/>
                </a:xfrm>
                <a:custGeom>
                  <a:avLst/>
                  <a:gdLst>
                    <a:gd name="connsiteX0" fmla="*/ 58178 w 951880"/>
                    <a:gd name="connsiteY0" fmla="*/ 330574 h 652717"/>
                    <a:gd name="connsiteX1" fmla="*/ 180563 w 951880"/>
                    <a:gd name="connsiteY1" fmla="*/ 379528 h 652717"/>
                    <a:gd name="connsiteX2" fmla="*/ 362780 w 951880"/>
                    <a:gd name="connsiteY2" fmla="*/ 311537 h 652717"/>
                    <a:gd name="connsiteX3" fmla="*/ 455249 w 951880"/>
                    <a:gd name="connsiteY3" fmla="*/ 164675 h 652717"/>
                    <a:gd name="connsiteX4" fmla="*/ 694578 w 951880"/>
                    <a:gd name="connsiteY4" fmla="*/ 61329 h 652717"/>
                    <a:gd name="connsiteX5" fmla="*/ 857758 w 951880"/>
                    <a:gd name="connsiteY5" fmla="*/ 458398 h 652717"/>
                    <a:gd name="connsiteX6" fmla="*/ 205040 w 951880"/>
                    <a:gd name="connsiteY6" fmla="*/ 485595 h 652717"/>
                    <a:gd name="connsiteX7" fmla="*/ 58178 w 951880"/>
                    <a:gd name="connsiteY7" fmla="*/ 330574 h 652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951880" h="652717">
                      <a:moveTo>
                        <a:pt x="58178" y="330574"/>
                      </a:moveTo>
                      <a:cubicBezTo>
                        <a:pt x="96253" y="363210"/>
                        <a:pt x="147927" y="374089"/>
                        <a:pt x="180563" y="379528"/>
                      </a:cubicBezTo>
                      <a:cubicBezTo>
                        <a:pt x="248554" y="387687"/>
                        <a:pt x="319266" y="365930"/>
                        <a:pt x="362780" y="311537"/>
                      </a:cubicBezTo>
                      <a:cubicBezTo>
                        <a:pt x="398136" y="268022"/>
                        <a:pt x="417174" y="210910"/>
                        <a:pt x="455249" y="164675"/>
                      </a:cubicBezTo>
                      <a:cubicBezTo>
                        <a:pt x="512362" y="93964"/>
                        <a:pt x="602110" y="45011"/>
                        <a:pt x="694578" y="61329"/>
                      </a:cubicBezTo>
                      <a:cubicBezTo>
                        <a:pt x="879515" y="93964"/>
                        <a:pt x="961105" y="308817"/>
                        <a:pt x="857758" y="458398"/>
                      </a:cubicBezTo>
                      <a:cubicBezTo>
                        <a:pt x="708176" y="670531"/>
                        <a:pt x="376379" y="635176"/>
                        <a:pt x="205040" y="485595"/>
                      </a:cubicBezTo>
                      <a:cubicBezTo>
                        <a:pt x="150646" y="442080"/>
                        <a:pt x="101693" y="390407"/>
                        <a:pt x="58178" y="330574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12" name="Freeform: Shape 11">
                  <a:extLst>
                    <a:ext uri="{FF2B5EF4-FFF2-40B4-BE49-F238E27FC236}">
                      <a16:creationId xmlns:a16="http://schemas.microsoft.com/office/drawing/2014/main" id="{6E4BA186-70DA-AF2C-1F85-0F8884187C2D}"/>
                    </a:ext>
                  </a:extLst>
                </p:cNvPr>
                <p:cNvSpPr/>
                <p:nvPr/>
              </p:nvSpPr>
              <p:spPr>
                <a:xfrm>
                  <a:off x="8001294" y="2010994"/>
                  <a:ext cx="734308" cy="299162"/>
                </a:xfrm>
                <a:custGeom>
                  <a:avLst/>
                  <a:gdLst>
                    <a:gd name="connsiteX0" fmla="*/ 596792 w 734307"/>
                    <a:gd name="connsiteY0" fmla="*/ 58178 h 299162"/>
                    <a:gd name="connsiteX1" fmla="*/ 148048 w 734307"/>
                    <a:gd name="connsiteY1" fmla="*/ 58178 h 299162"/>
                    <a:gd name="connsiteX2" fmla="*/ 58299 w 734307"/>
                    <a:gd name="connsiteY2" fmla="*/ 150646 h 299162"/>
                    <a:gd name="connsiteX3" fmla="*/ 148048 w 734307"/>
                    <a:gd name="connsiteY3" fmla="*/ 251274 h 299162"/>
                    <a:gd name="connsiteX4" fmla="*/ 596792 w 734307"/>
                    <a:gd name="connsiteY4" fmla="*/ 251274 h 299162"/>
                    <a:gd name="connsiteX5" fmla="*/ 686541 w 734307"/>
                    <a:gd name="connsiteY5" fmla="*/ 158805 h 299162"/>
                    <a:gd name="connsiteX6" fmla="*/ 596792 w 734307"/>
                    <a:gd name="connsiteY6" fmla="*/ 58178 h 2991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34307" h="299162">
                      <a:moveTo>
                        <a:pt x="596792" y="58178"/>
                      </a:moveTo>
                      <a:cubicBezTo>
                        <a:pt x="591353" y="58178"/>
                        <a:pt x="153487" y="58178"/>
                        <a:pt x="148048" y="58178"/>
                      </a:cubicBezTo>
                      <a:cubicBezTo>
                        <a:pt x="99094" y="60898"/>
                        <a:pt x="61019" y="104412"/>
                        <a:pt x="58299" y="150646"/>
                      </a:cubicBezTo>
                      <a:cubicBezTo>
                        <a:pt x="55580" y="199600"/>
                        <a:pt x="99094" y="248554"/>
                        <a:pt x="148048" y="251274"/>
                      </a:cubicBezTo>
                      <a:cubicBezTo>
                        <a:pt x="153487" y="251274"/>
                        <a:pt x="591353" y="251274"/>
                        <a:pt x="596792" y="251274"/>
                      </a:cubicBezTo>
                      <a:cubicBezTo>
                        <a:pt x="645746" y="248554"/>
                        <a:pt x="683821" y="205040"/>
                        <a:pt x="686541" y="158805"/>
                      </a:cubicBezTo>
                      <a:cubicBezTo>
                        <a:pt x="689260" y="109852"/>
                        <a:pt x="648465" y="60898"/>
                        <a:pt x="596792" y="58178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13" name="Freeform: Shape 12">
                  <a:extLst>
                    <a:ext uri="{FF2B5EF4-FFF2-40B4-BE49-F238E27FC236}">
                      <a16:creationId xmlns:a16="http://schemas.microsoft.com/office/drawing/2014/main" id="{9C4109CC-FFB7-E465-4BA8-4DFB940B8093}"/>
                    </a:ext>
                  </a:extLst>
                </p:cNvPr>
                <p:cNvSpPr/>
                <p:nvPr/>
              </p:nvSpPr>
              <p:spPr>
                <a:xfrm>
                  <a:off x="4920042" y="2277520"/>
                  <a:ext cx="1006274" cy="951879"/>
                </a:xfrm>
                <a:custGeom>
                  <a:avLst/>
                  <a:gdLst>
                    <a:gd name="connsiteX0" fmla="*/ 884954 w 1006273"/>
                    <a:gd name="connsiteY0" fmla="*/ 746251 h 951879"/>
                    <a:gd name="connsiteX1" fmla="*/ 874076 w 1006273"/>
                    <a:gd name="connsiteY1" fmla="*/ 670101 h 951879"/>
                    <a:gd name="connsiteX2" fmla="*/ 874076 w 1006273"/>
                    <a:gd name="connsiteY2" fmla="*/ 536837 h 951879"/>
                    <a:gd name="connsiteX3" fmla="*/ 689139 w 1006273"/>
                    <a:gd name="connsiteY3" fmla="*/ 88094 h 951879"/>
                    <a:gd name="connsiteX4" fmla="*/ 428052 w 1006273"/>
                    <a:gd name="connsiteY4" fmla="*/ 253993 h 951879"/>
                    <a:gd name="connsiteX5" fmla="*/ 196881 w 1006273"/>
                    <a:gd name="connsiteY5" fmla="*/ 58178 h 951879"/>
                    <a:gd name="connsiteX6" fmla="*/ 58178 w 1006273"/>
                    <a:gd name="connsiteY6" fmla="*/ 128889 h 951879"/>
                    <a:gd name="connsiteX7" fmla="*/ 142488 w 1006273"/>
                    <a:gd name="connsiteY7" fmla="*/ 273031 h 951879"/>
                    <a:gd name="connsiteX8" fmla="*/ 142488 w 1006273"/>
                    <a:gd name="connsiteY8" fmla="*/ 757130 h 951879"/>
                    <a:gd name="connsiteX9" fmla="*/ 283910 w 1006273"/>
                    <a:gd name="connsiteY9" fmla="*/ 895832 h 951879"/>
                    <a:gd name="connsiteX10" fmla="*/ 428052 w 1006273"/>
                    <a:gd name="connsiteY10" fmla="*/ 757130 h 951879"/>
                    <a:gd name="connsiteX11" fmla="*/ 428052 w 1006273"/>
                    <a:gd name="connsiteY11" fmla="*/ 400855 h 951879"/>
                    <a:gd name="connsiteX12" fmla="*/ 523240 w 1006273"/>
                    <a:gd name="connsiteY12" fmla="*/ 283910 h 951879"/>
                    <a:gd name="connsiteX13" fmla="*/ 591231 w 1006273"/>
                    <a:gd name="connsiteY13" fmla="*/ 354621 h 951879"/>
                    <a:gd name="connsiteX14" fmla="*/ 591231 w 1006273"/>
                    <a:gd name="connsiteY14" fmla="*/ 697297 h 951879"/>
                    <a:gd name="connsiteX15" fmla="*/ 593951 w 1006273"/>
                    <a:gd name="connsiteY15" fmla="*/ 729933 h 951879"/>
                    <a:gd name="connsiteX16" fmla="*/ 610269 w 1006273"/>
                    <a:gd name="connsiteY16" fmla="*/ 778887 h 951879"/>
                    <a:gd name="connsiteX17" fmla="*/ 822402 w 1006273"/>
                    <a:gd name="connsiteY17" fmla="*/ 893112 h 951879"/>
                    <a:gd name="connsiteX18" fmla="*/ 961105 w 1006273"/>
                    <a:gd name="connsiteY18" fmla="*/ 822401 h 951879"/>
                    <a:gd name="connsiteX19" fmla="*/ 884954 w 1006273"/>
                    <a:gd name="connsiteY19" fmla="*/ 746251 h 9518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006273" h="951879">
                      <a:moveTo>
                        <a:pt x="884954" y="746251"/>
                      </a:moveTo>
                      <a:cubicBezTo>
                        <a:pt x="879515" y="721774"/>
                        <a:pt x="876795" y="694578"/>
                        <a:pt x="874076" y="670101"/>
                      </a:cubicBezTo>
                      <a:cubicBezTo>
                        <a:pt x="874076" y="634745"/>
                        <a:pt x="874076" y="583072"/>
                        <a:pt x="874076" y="536837"/>
                      </a:cubicBezTo>
                      <a:cubicBezTo>
                        <a:pt x="879515" y="373658"/>
                        <a:pt x="909431" y="88094"/>
                        <a:pt x="689139" y="88094"/>
                      </a:cubicBezTo>
                      <a:cubicBezTo>
                        <a:pt x="539558" y="88094"/>
                        <a:pt x="452529" y="213199"/>
                        <a:pt x="428052" y="253993"/>
                      </a:cubicBezTo>
                      <a:cubicBezTo>
                        <a:pt x="425332" y="139768"/>
                        <a:pt x="335583" y="58178"/>
                        <a:pt x="196881" y="58178"/>
                      </a:cubicBezTo>
                      <a:cubicBezTo>
                        <a:pt x="109852" y="58178"/>
                        <a:pt x="58178" y="128889"/>
                        <a:pt x="58178" y="128889"/>
                      </a:cubicBezTo>
                      <a:cubicBezTo>
                        <a:pt x="58178" y="128889"/>
                        <a:pt x="142488" y="158805"/>
                        <a:pt x="142488" y="273031"/>
                      </a:cubicBezTo>
                      <a:cubicBezTo>
                        <a:pt x="142488" y="354621"/>
                        <a:pt x="142488" y="757130"/>
                        <a:pt x="142488" y="757130"/>
                      </a:cubicBezTo>
                      <a:cubicBezTo>
                        <a:pt x="145207" y="827841"/>
                        <a:pt x="194161" y="895832"/>
                        <a:pt x="283910" y="895832"/>
                      </a:cubicBezTo>
                      <a:cubicBezTo>
                        <a:pt x="373659" y="895832"/>
                        <a:pt x="428052" y="827841"/>
                        <a:pt x="428052" y="757130"/>
                      </a:cubicBezTo>
                      <a:lnTo>
                        <a:pt x="428052" y="400855"/>
                      </a:lnTo>
                      <a:cubicBezTo>
                        <a:pt x="441650" y="343742"/>
                        <a:pt x="474286" y="283910"/>
                        <a:pt x="523240" y="283910"/>
                      </a:cubicBezTo>
                      <a:cubicBezTo>
                        <a:pt x="585792" y="283910"/>
                        <a:pt x="591231" y="354621"/>
                        <a:pt x="591231" y="354621"/>
                      </a:cubicBezTo>
                      <a:lnTo>
                        <a:pt x="591231" y="697297"/>
                      </a:lnTo>
                      <a:cubicBezTo>
                        <a:pt x="591231" y="708176"/>
                        <a:pt x="593951" y="719054"/>
                        <a:pt x="593951" y="729933"/>
                      </a:cubicBezTo>
                      <a:cubicBezTo>
                        <a:pt x="596671" y="748971"/>
                        <a:pt x="602110" y="765289"/>
                        <a:pt x="610269" y="778887"/>
                      </a:cubicBezTo>
                      <a:cubicBezTo>
                        <a:pt x="645624" y="846878"/>
                        <a:pt x="719055" y="893112"/>
                        <a:pt x="822402" y="893112"/>
                      </a:cubicBezTo>
                      <a:cubicBezTo>
                        <a:pt x="909431" y="893112"/>
                        <a:pt x="961105" y="822401"/>
                        <a:pt x="961105" y="822401"/>
                      </a:cubicBezTo>
                      <a:cubicBezTo>
                        <a:pt x="961105" y="822401"/>
                        <a:pt x="909431" y="808803"/>
                        <a:pt x="884954" y="746251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14" name="Freeform: Shape 13">
                  <a:extLst>
                    <a:ext uri="{FF2B5EF4-FFF2-40B4-BE49-F238E27FC236}">
                      <a16:creationId xmlns:a16="http://schemas.microsoft.com/office/drawing/2014/main" id="{687BC44D-C919-46EC-1389-3D89D0A4CEFE}"/>
                    </a:ext>
                  </a:extLst>
                </p:cNvPr>
                <p:cNvSpPr/>
                <p:nvPr/>
              </p:nvSpPr>
              <p:spPr>
                <a:xfrm>
                  <a:off x="7552331" y="1888610"/>
                  <a:ext cx="489539" cy="1332631"/>
                </a:xfrm>
                <a:custGeom>
                  <a:avLst/>
                  <a:gdLst>
                    <a:gd name="connsiteX0" fmla="*/ 368560 w 489538"/>
                    <a:gd name="connsiteY0" fmla="*/ 1135162 h 1332630"/>
                    <a:gd name="connsiteX1" fmla="*/ 357681 w 489538"/>
                    <a:gd name="connsiteY1" fmla="*/ 1059011 h 1332630"/>
                    <a:gd name="connsiteX2" fmla="*/ 357681 w 489538"/>
                    <a:gd name="connsiteY2" fmla="*/ 207759 h 1332630"/>
                    <a:gd name="connsiteX3" fmla="*/ 208099 w 489538"/>
                    <a:gd name="connsiteY3" fmla="*/ 58178 h 1332630"/>
                    <a:gd name="connsiteX4" fmla="*/ 58518 w 489538"/>
                    <a:gd name="connsiteY4" fmla="*/ 207759 h 1332630"/>
                    <a:gd name="connsiteX5" fmla="*/ 58518 w 489538"/>
                    <a:gd name="connsiteY5" fmla="*/ 961104 h 1332630"/>
                    <a:gd name="connsiteX6" fmla="*/ 85715 w 489538"/>
                    <a:gd name="connsiteY6" fmla="*/ 1159639 h 1332630"/>
                    <a:gd name="connsiteX7" fmla="*/ 306007 w 489538"/>
                    <a:gd name="connsiteY7" fmla="*/ 1282023 h 1332630"/>
                    <a:gd name="connsiteX8" fmla="*/ 444710 w 489538"/>
                    <a:gd name="connsiteY8" fmla="*/ 1211312 h 1332630"/>
                    <a:gd name="connsiteX9" fmla="*/ 368560 w 489538"/>
                    <a:gd name="connsiteY9" fmla="*/ 1135162 h 13326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89538" h="1332630">
                      <a:moveTo>
                        <a:pt x="368560" y="1135162"/>
                      </a:moveTo>
                      <a:cubicBezTo>
                        <a:pt x="363120" y="1110685"/>
                        <a:pt x="357681" y="1083488"/>
                        <a:pt x="357681" y="1059011"/>
                      </a:cubicBezTo>
                      <a:lnTo>
                        <a:pt x="357681" y="207759"/>
                      </a:lnTo>
                      <a:cubicBezTo>
                        <a:pt x="357681" y="126170"/>
                        <a:pt x="289689" y="58178"/>
                        <a:pt x="208099" y="58178"/>
                      </a:cubicBezTo>
                      <a:cubicBezTo>
                        <a:pt x="126510" y="58178"/>
                        <a:pt x="58518" y="126170"/>
                        <a:pt x="58518" y="207759"/>
                      </a:cubicBezTo>
                      <a:lnTo>
                        <a:pt x="58518" y="961104"/>
                      </a:lnTo>
                      <a:cubicBezTo>
                        <a:pt x="58518" y="1029095"/>
                        <a:pt x="53079" y="1097086"/>
                        <a:pt x="85715" y="1159639"/>
                      </a:cubicBezTo>
                      <a:cubicBezTo>
                        <a:pt x="118351" y="1227630"/>
                        <a:pt x="202660" y="1282023"/>
                        <a:pt x="306007" y="1282023"/>
                      </a:cubicBezTo>
                      <a:cubicBezTo>
                        <a:pt x="393036" y="1282023"/>
                        <a:pt x="444710" y="1211312"/>
                        <a:pt x="444710" y="1211312"/>
                      </a:cubicBezTo>
                      <a:cubicBezTo>
                        <a:pt x="444710" y="1211312"/>
                        <a:pt x="393036" y="1197714"/>
                        <a:pt x="368560" y="1135162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15" name="Freeform: Shape 14">
                  <a:extLst>
                    <a:ext uri="{FF2B5EF4-FFF2-40B4-BE49-F238E27FC236}">
                      <a16:creationId xmlns:a16="http://schemas.microsoft.com/office/drawing/2014/main" id="{0FAAF1C1-C4BE-6E22-65A0-6117DA0EA877}"/>
                    </a:ext>
                  </a:extLst>
                </p:cNvPr>
                <p:cNvSpPr/>
                <p:nvPr/>
              </p:nvSpPr>
              <p:spPr>
                <a:xfrm>
                  <a:off x="4162324" y="2357456"/>
                  <a:ext cx="815899" cy="815898"/>
                </a:xfrm>
                <a:custGeom>
                  <a:avLst/>
                  <a:gdLst>
                    <a:gd name="connsiteX0" fmla="*/ 407949 w 815899"/>
                    <a:gd name="connsiteY0" fmla="*/ 174058 h 815898"/>
                    <a:gd name="connsiteX1" fmla="*/ 293723 w 815899"/>
                    <a:gd name="connsiteY1" fmla="*/ 407950 h 815898"/>
                    <a:gd name="connsiteX2" fmla="*/ 410669 w 815899"/>
                    <a:gd name="connsiteY2" fmla="*/ 641840 h 815898"/>
                    <a:gd name="connsiteX3" fmla="*/ 522175 w 815899"/>
                    <a:gd name="connsiteY3" fmla="*/ 407950 h 815898"/>
                    <a:gd name="connsiteX4" fmla="*/ 407949 w 815899"/>
                    <a:gd name="connsiteY4" fmla="*/ 174058 h 815898"/>
                    <a:gd name="connsiteX5" fmla="*/ 407950 w 815899"/>
                    <a:gd name="connsiteY5" fmla="*/ 0 h 815898"/>
                    <a:gd name="connsiteX6" fmla="*/ 815899 w 815899"/>
                    <a:gd name="connsiteY6" fmla="*/ 407949 h 815898"/>
                    <a:gd name="connsiteX7" fmla="*/ 407950 w 815899"/>
                    <a:gd name="connsiteY7" fmla="*/ 815898 h 815898"/>
                    <a:gd name="connsiteX8" fmla="*/ 0 w 815899"/>
                    <a:gd name="connsiteY8" fmla="*/ 407949 h 815898"/>
                    <a:gd name="connsiteX9" fmla="*/ 407950 w 815899"/>
                    <a:gd name="connsiteY9" fmla="*/ 0 h 8158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15899" h="815898">
                      <a:moveTo>
                        <a:pt x="407949" y="174058"/>
                      </a:moveTo>
                      <a:cubicBezTo>
                        <a:pt x="342677" y="174058"/>
                        <a:pt x="293723" y="263807"/>
                        <a:pt x="293723" y="407950"/>
                      </a:cubicBezTo>
                      <a:cubicBezTo>
                        <a:pt x="293723" y="552091"/>
                        <a:pt x="331799" y="639120"/>
                        <a:pt x="410669" y="641840"/>
                      </a:cubicBezTo>
                      <a:cubicBezTo>
                        <a:pt x="489539" y="641840"/>
                        <a:pt x="527614" y="552091"/>
                        <a:pt x="522175" y="407950"/>
                      </a:cubicBezTo>
                      <a:cubicBezTo>
                        <a:pt x="522175" y="263807"/>
                        <a:pt x="473221" y="176778"/>
                        <a:pt x="407949" y="174058"/>
                      </a:cubicBezTo>
                      <a:close/>
                      <a:moveTo>
                        <a:pt x="407950" y="0"/>
                      </a:moveTo>
                      <a:cubicBezTo>
                        <a:pt x="633682" y="0"/>
                        <a:pt x="815899" y="182217"/>
                        <a:pt x="815899" y="407949"/>
                      </a:cubicBezTo>
                      <a:cubicBezTo>
                        <a:pt x="815899" y="633681"/>
                        <a:pt x="633682" y="815898"/>
                        <a:pt x="407950" y="815898"/>
                      </a:cubicBezTo>
                      <a:cubicBezTo>
                        <a:pt x="182218" y="815898"/>
                        <a:pt x="0" y="633681"/>
                        <a:pt x="0" y="407949"/>
                      </a:cubicBezTo>
                      <a:cubicBezTo>
                        <a:pt x="0" y="182217"/>
                        <a:pt x="182218" y="0"/>
                        <a:pt x="407950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19" name="Freeform: Shape 18">
                  <a:extLst>
                    <a:ext uri="{FF2B5EF4-FFF2-40B4-BE49-F238E27FC236}">
                      <a16:creationId xmlns:a16="http://schemas.microsoft.com/office/drawing/2014/main" id="{E65599FE-D2DF-CEE8-0A5B-141DA2624915}"/>
                    </a:ext>
                  </a:extLst>
                </p:cNvPr>
                <p:cNvSpPr/>
                <p:nvPr/>
              </p:nvSpPr>
              <p:spPr>
                <a:xfrm>
                  <a:off x="5884871" y="1946788"/>
                  <a:ext cx="912802" cy="1223846"/>
                </a:xfrm>
                <a:custGeom>
                  <a:avLst/>
                  <a:gdLst>
                    <a:gd name="connsiteX0" fmla="*/ 387907 w 912802"/>
                    <a:gd name="connsiteY0" fmla="*/ 620081 h 1223846"/>
                    <a:gd name="connsiteX1" fmla="*/ 273681 w 912802"/>
                    <a:gd name="connsiteY1" fmla="*/ 824055 h 1223846"/>
                    <a:gd name="connsiteX2" fmla="*/ 390627 w 912802"/>
                    <a:gd name="connsiteY2" fmla="*/ 1028029 h 1223846"/>
                    <a:gd name="connsiteX3" fmla="*/ 502132 w 912802"/>
                    <a:gd name="connsiteY3" fmla="*/ 824055 h 1223846"/>
                    <a:gd name="connsiteX4" fmla="*/ 387907 w 912802"/>
                    <a:gd name="connsiteY4" fmla="*/ 620081 h 1223846"/>
                    <a:gd name="connsiteX5" fmla="*/ 676192 w 912802"/>
                    <a:gd name="connsiteY5" fmla="*/ 0 h 1223846"/>
                    <a:gd name="connsiteX6" fmla="*/ 825773 w 912802"/>
                    <a:gd name="connsiteY6" fmla="*/ 149581 h 1223846"/>
                    <a:gd name="connsiteX7" fmla="*/ 825773 w 912802"/>
                    <a:gd name="connsiteY7" fmla="*/ 1000834 h 1223846"/>
                    <a:gd name="connsiteX8" fmla="*/ 836651 w 912802"/>
                    <a:gd name="connsiteY8" fmla="*/ 1076985 h 1223846"/>
                    <a:gd name="connsiteX9" fmla="*/ 912802 w 912802"/>
                    <a:gd name="connsiteY9" fmla="*/ 1150415 h 1223846"/>
                    <a:gd name="connsiteX10" fmla="*/ 774099 w 912802"/>
                    <a:gd name="connsiteY10" fmla="*/ 1221126 h 1223846"/>
                    <a:gd name="connsiteX11" fmla="*/ 553807 w 912802"/>
                    <a:gd name="connsiteY11" fmla="*/ 1098742 h 1223846"/>
                    <a:gd name="connsiteX12" fmla="*/ 548367 w 912802"/>
                    <a:gd name="connsiteY12" fmla="*/ 1085144 h 1223846"/>
                    <a:gd name="connsiteX13" fmla="*/ 398786 w 912802"/>
                    <a:gd name="connsiteY13" fmla="*/ 1212967 h 1223846"/>
                    <a:gd name="connsiteX14" fmla="*/ 156736 w 912802"/>
                    <a:gd name="connsiteY14" fmla="*/ 1180332 h 1223846"/>
                    <a:gd name="connsiteX15" fmla="*/ 287280 w 912802"/>
                    <a:gd name="connsiteY15" fmla="*/ 416107 h 1223846"/>
                    <a:gd name="connsiteX16" fmla="*/ 526611 w 912802"/>
                    <a:gd name="connsiteY16" fmla="*/ 552091 h 1223846"/>
                    <a:gd name="connsiteX17" fmla="*/ 526611 w 912802"/>
                    <a:gd name="connsiteY17" fmla="*/ 149581 h 1223846"/>
                    <a:gd name="connsiteX18" fmla="*/ 676192 w 912802"/>
                    <a:gd name="connsiteY18" fmla="*/ 0 h 12238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912802" h="1223846">
                      <a:moveTo>
                        <a:pt x="387907" y="620081"/>
                      </a:moveTo>
                      <a:cubicBezTo>
                        <a:pt x="322635" y="620081"/>
                        <a:pt x="273681" y="698951"/>
                        <a:pt x="273681" y="824055"/>
                      </a:cubicBezTo>
                      <a:cubicBezTo>
                        <a:pt x="273681" y="949160"/>
                        <a:pt x="311756" y="1028029"/>
                        <a:pt x="390627" y="1028029"/>
                      </a:cubicBezTo>
                      <a:cubicBezTo>
                        <a:pt x="466777" y="1025310"/>
                        <a:pt x="504852" y="949160"/>
                        <a:pt x="502132" y="824055"/>
                      </a:cubicBezTo>
                      <a:cubicBezTo>
                        <a:pt x="502132" y="698951"/>
                        <a:pt x="455898" y="622801"/>
                        <a:pt x="387907" y="620081"/>
                      </a:cubicBezTo>
                      <a:close/>
                      <a:moveTo>
                        <a:pt x="676192" y="0"/>
                      </a:moveTo>
                      <a:cubicBezTo>
                        <a:pt x="757781" y="0"/>
                        <a:pt x="825773" y="67992"/>
                        <a:pt x="825773" y="149581"/>
                      </a:cubicBezTo>
                      <a:lnTo>
                        <a:pt x="825773" y="1000834"/>
                      </a:lnTo>
                      <a:cubicBezTo>
                        <a:pt x="828492" y="1025311"/>
                        <a:pt x="831212" y="1052508"/>
                        <a:pt x="836651" y="1076985"/>
                      </a:cubicBezTo>
                      <a:cubicBezTo>
                        <a:pt x="861128" y="1139537"/>
                        <a:pt x="912802" y="1150415"/>
                        <a:pt x="912802" y="1150415"/>
                      </a:cubicBezTo>
                      <a:cubicBezTo>
                        <a:pt x="912802" y="1150415"/>
                        <a:pt x="861128" y="1221126"/>
                        <a:pt x="774099" y="1221126"/>
                      </a:cubicBezTo>
                      <a:cubicBezTo>
                        <a:pt x="670752" y="1221126"/>
                        <a:pt x="589162" y="1166733"/>
                        <a:pt x="553807" y="1098742"/>
                      </a:cubicBezTo>
                      <a:cubicBezTo>
                        <a:pt x="551087" y="1093303"/>
                        <a:pt x="551087" y="1090583"/>
                        <a:pt x="548367" y="1085144"/>
                      </a:cubicBezTo>
                      <a:cubicBezTo>
                        <a:pt x="534769" y="1147696"/>
                        <a:pt x="450460" y="1199369"/>
                        <a:pt x="398786" y="1212967"/>
                      </a:cubicBezTo>
                      <a:cubicBezTo>
                        <a:pt x="322636" y="1234725"/>
                        <a:pt x="222008" y="1223846"/>
                        <a:pt x="156736" y="1180332"/>
                      </a:cubicBezTo>
                      <a:cubicBezTo>
                        <a:pt x="-79874" y="1028031"/>
                        <a:pt x="-58117" y="416107"/>
                        <a:pt x="287280" y="416107"/>
                      </a:cubicBezTo>
                      <a:cubicBezTo>
                        <a:pt x="412385" y="416107"/>
                        <a:pt x="491255" y="503137"/>
                        <a:pt x="526611" y="552091"/>
                      </a:cubicBezTo>
                      <a:lnTo>
                        <a:pt x="526611" y="149581"/>
                      </a:lnTo>
                      <a:cubicBezTo>
                        <a:pt x="526611" y="67992"/>
                        <a:pt x="594602" y="0"/>
                        <a:pt x="676192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20" name="Freeform: Shape 19">
                  <a:extLst>
                    <a:ext uri="{FF2B5EF4-FFF2-40B4-BE49-F238E27FC236}">
                      <a16:creationId xmlns:a16="http://schemas.microsoft.com/office/drawing/2014/main" id="{7B92E140-6FDB-8962-ACBA-0EA619716A80}"/>
                    </a:ext>
                  </a:extLst>
                </p:cNvPr>
                <p:cNvSpPr/>
                <p:nvPr/>
              </p:nvSpPr>
              <p:spPr>
                <a:xfrm>
                  <a:off x="6789513" y="2362895"/>
                  <a:ext cx="747906" cy="810458"/>
                </a:xfrm>
                <a:custGeom>
                  <a:avLst/>
                  <a:gdLst>
                    <a:gd name="connsiteX0" fmla="*/ 394818 w 747906"/>
                    <a:gd name="connsiteY0" fmla="*/ 163222 h 810458"/>
                    <a:gd name="connsiteX1" fmla="*/ 356275 w 747906"/>
                    <a:gd name="connsiteY1" fmla="*/ 174058 h 810458"/>
                    <a:gd name="connsiteX2" fmla="*/ 274685 w 747906"/>
                    <a:gd name="connsiteY2" fmla="*/ 356275 h 810458"/>
                    <a:gd name="connsiteX3" fmla="*/ 375313 w 747906"/>
                    <a:gd name="connsiteY3" fmla="*/ 358994 h 810458"/>
                    <a:gd name="connsiteX4" fmla="*/ 473220 w 747906"/>
                    <a:gd name="connsiteY4" fmla="*/ 239329 h 810458"/>
                    <a:gd name="connsiteX5" fmla="*/ 394818 w 747906"/>
                    <a:gd name="connsiteY5" fmla="*/ 163222 h 810458"/>
                    <a:gd name="connsiteX6" fmla="*/ 386192 w 747906"/>
                    <a:gd name="connsiteY6" fmla="*/ 0 h 810458"/>
                    <a:gd name="connsiteX7" fmla="*/ 747906 w 747906"/>
                    <a:gd name="connsiteY7" fmla="*/ 266526 h 810458"/>
                    <a:gd name="connsiteX8" fmla="*/ 291004 w 747906"/>
                    <a:gd name="connsiteY8" fmla="*/ 484100 h 810458"/>
                    <a:gd name="connsiteX9" fmla="*/ 497698 w 747906"/>
                    <a:gd name="connsiteY9" fmla="*/ 617363 h 810458"/>
                    <a:gd name="connsiteX10" fmla="*/ 712551 w 747906"/>
                    <a:gd name="connsiteY10" fmla="*/ 557530 h 810458"/>
                    <a:gd name="connsiteX11" fmla="*/ 388912 w 747906"/>
                    <a:gd name="connsiteY11" fmla="*/ 810458 h 810458"/>
                    <a:gd name="connsiteX12" fmla="*/ 0 w 747906"/>
                    <a:gd name="connsiteY12" fmla="*/ 413389 h 810458"/>
                    <a:gd name="connsiteX13" fmla="*/ 386192 w 747906"/>
                    <a:gd name="connsiteY13" fmla="*/ 0 h 8104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747906" h="810458">
                      <a:moveTo>
                        <a:pt x="394818" y="163222"/>
                      </a:moveTo>
                      <a:cubicBezTo>
                        <a:pt x="381772" y="163179"/>
                        <a:pt x="368514" y="166579"/>
                        <a:pt x="356275" y="174058"/>
                      </a:cubicBezTo>
                      <a:cubicBezTo>
                        <a:pt x="299162" y="212133"/>
                        <a:pt x="282844" y="291003"/>
                        <a:pt x="274685" y="356275"/>
                      </a:cubicBezTo>
                      <a:cubicBezTo>
                        <a:pt x="274685" y="364434"/>
                        <a:pt x="369873" y="358994"/>
                        <a:pt x="375313" y="358994"/>
                      </a:cubicBezTo>
                      <a:cubicBezTo>
                        <a:pt x="432425" y="345396"/>
                        <a:pt x="473220" y="301881"/>
                        <a:pt x="473220" y="239329"/>
                      </a:cubicBezTo>
                      <a:cubicBezTo>
                        <a:pt x="471181" y="194455"/>
                        <a:pt x="433956" y="163349"/>
                        <a:pt x="394818" y="163222"/>
                      </a:cubicBezTo>
                      <a:close/>
                      <a:moveTo>
                        <a:pt x="386192" y="0"/>
                      </a:moveTo>
                      <a:cubicBezTo>
                        <a:pt x="519455" y="0"/>
                        <a:pt x="747906" y="65272"/>
                        <a:pt x="747906" y="266526"/>
                      </a:cubicBezTo>
                      <a:cubicBezTo>
                        <a:pt x="747906" y="467782"/>
                        <a:pt x="538493" y="484100"/>
                        <a:pt x="291004" y="484100"/>
                      </a:cubicBezTo>
                      <a:cubicBezTo>
                        <a:pt x="291004" y="484100"/>
                        <a:pt x="326359" y="617363"/>
                        <a:pt x="497698" y="617363"/>
                      </a:cubicBezTo>
                      <a:cubicBezTo>
                        <a:pt x="669036" y="617363"/>
                        <a:pt x="712551" y="557530"/>
                        <a:pt x="712551" y="557530"/>
                      </a:cubicBezTo>
                      <a:cubicBezTo>
                        <a:pt x="712551" y="557530"/>
                        <a:pt x="696233" y="810458"/>
                        <a:pt x="388912" y="810458"/>
                      </a:cubicBezTo>
                      <a:cubicBezTo>
                        <a:pt x="212134" y="810458"/>
                        <a:pt x="0" y="677195"/>
                        <a:pt x="0" y="413389"/>
                      </a:cubicBezTo>
                      <a:cubicBezTo>
                        <a:pt x="0" y="176778"/>
                        <a:pt x="163180" y="0"/>
                        <a:pt x="386192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21" name="Freeform: Shape 20">
                  <a:extLst>
                    <a:ext uri="{FF2B5EF4-FFF2-40B4-BE49-F238E27FC236}">
                      <a16:creationId xmlns:a16="http://schemas.microsoft.com/office/drawing/2014/main" id="{C3BF44A3-023D-3A7B-038F-69EE5014FA27}"/>
                    </a:ext>
                  </a:extLst>
                </p:cNvPr>
                <p:cNvSpPr/>
                <p:nvPr/>
              </p:nvSpPr>
              <p:spPr>
                <a:xfrm>
                  <a:off x="7988882" y="2362895"/>
                  <a:ext cx="747906" cy="810458"/>
                </a:xfrm>
                <a:custGeom>
                  <a:avLst/>
                  <a:gdLst>
                    <a:gd name="connsiteX0" fmla="*/ 394818 w 747906"/>
                    <a:gd name="connsiteY0" fmla="*/ 163222 h 810458"/>
                    <a:gd name="connsiteX1" fmla="*/ 356275 w 747906"/>
                    <a:gd name="connsiteY1" fmla="*/ 174058 h 810458"/>
                    <a:gd name="connsiteX2" fmla="*/ 274685 w 747906"/>
                    <a:gd name="connsiteY2" fmla="*/ 356275 h 810458"/>
                    <a:gd name="connsiteX3" fmla="*/ 375313 w 747906"/>
                    <a:gd name="connsiteY3" fmla="*/ 358994 h 810458"/>
                    <a:gd name="connsiteX4" fmla="*/ 473220 w 747906"/>
                    <a:gd name="connsiteY4" fmla="*/ 239329 h 810458"/>
                    <a:gd name="connsiteX5" fmla="*/ 394818 w 747906"/>
                    <a:gd name="connsiteY5" fmla="*/ 163222 h 810458"/>
                    <a:gd name="connsiteX6" fmla="*/ 386192 w 747906"/>
                    <a:gd name="connsiteY6" fmla="*/ 0 h 810458"/>
                    <a:gd name="connsiteX7" fmla="*/ 747906 w 747906"/>
                    <a:gd name="connsiteY7" fmla="*/ 266526 h 810458"/>
                    <a:gd name="connsiteX8" fmla="*/ 291004 w 747906"/>
                    <a:gd name="connsiteY8" fmla="*/ 484100 h 810458"/>
                    <a:gd name="connsiteX9" fmla="*/ 497697 w 747906"/>
                    <a:gd name="connsiteY9" fmla="*/ 617363 h 810458"/>
                    <a:gd name="connsiteX10" fmla="*/ 712551 w 747906"/>
                    <a:gd name="connsiteY10" fmla="*/ 557530 h 810458"/>
                    <a:gd name="connsiteX11" fmla="*/ 388911 w 747906"/>
                    <a:gd name="connsiteY11" fmla="*/ 810458 h 810458"/>
                    <a:gd name="connsiteX12" fmla="*/ 0 w 747906"/>
                    <a:gd name="connsiteY12" fmla="*/ 413389 h 810458"/>
                    <a:gd name="connsiteX13" fmla="*/ 386192 w 747906"/>
                    <a:gd name="connsiteY13" fmla="*/ 0 h 8104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747906" h="810458">
                      <a:moveTo>
                        <a:pt x="394818" y="163222"/>
                      </a:moveTo>
                      <a:cubicBezTo>
                        <a:pt x="381772" y="163179"/>
                        <a:pt x="368514" y="166579"/>
                        <a:pt x="356275" y="174058"/>
                      </a:cubicBezTo>
                      <a:cubicBezTo>
                        <a:pt x="299162" y="212133"/>
                        <a:pt x="282844" y="291003"/>
                        <a:pt x="274685" y="356275"/>
                      </a:cubicBezTo>
                      <a:cubicBezTo>
                        <a:pt x="274685" y="364434"/>
                        <a:pt x="369873" y="358994"/>
                        <a:pt x="375313" y="358994"/>
                      </a:cubicBezTo>
                      <a:cubicBezTo>
                        <a:pt x="432426" y="345396"/>
                        <a:pt x="473220" y="301881"/>
                        <a:pt x="473220" y="239329"/>
                      </a:cubicBezTo>
                      <a:cubicBezTo>
                        <a:pt x="471181" y="194455"/>
                        <a:pt x="433955" y="163349"/>
                        <a:pt x="394818" y="163222"/>
                      </a:cubicBezTo>
                      <a:close/>
                      <a:moveTo>
                        <a:pt x="386192" y="0"/>
                      </a:moveTo>
                      <a:cubicBezTo>
                        <a:pt x="519455" y="0"/>
                        <a:pt x="747906" y="65272"/>
                        <a:pt x="747906" y="266526"/>
                      </a:cubicBezTo>
                      <a:cubicBezTo>
                        <a:pt x="747906" y="467782"/>
                        <a:pt x="538492" y="484100"/>
                        <a:pt x="291004" y="484100"/>
                      </a:cubicBezTo>
                      <a:cubicBezTo>
                        <a:pt x="291004" y="484100"/>
                        <a:pt x="326359" y="617363"/>
                        <a:pt x="497697" y="617363"/>
                      </a:cubicBezTo>
                      <a:cubicBezTo>
                        <a:pt x="669036" y="617363"/>
                        <a:pt x="712551" y="557530"/>
                        <a:pt x="712551" y="557530"/>
                      </a:cubicBezTo>
                      <a:cubicBezTo>
                        <a:pt x="712551" y="557530"/>
                        <a:pt x="696233" y="810458"/>
                        <a:pt x="388911" y="810458"/>
                      </a:cubicBezTo>
                      <a:cubicBezTo>
                        <a:pt x="212133" y="810458"/>
                        <a:pt x="0" y="677195"/>
                        <a:pt x="0" y="413389"/>
                      </a:cubicBezTo>
                      <a:cubicBezTo>
                        <a:pt x="0" y="176778"/>
                        <a:pt x="163180" y="0"/>
                        <a:pt x="386192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22" name="Freeform: Shape 21">
                  <a:extLst>
                    <a:ext uri="{FF2B5EF4-FFF2-40B4-BE49-F238E27FC236}">
                      <a16:creationId xmlns:a16="http://schemas.microsoft.com/office/drawing/2014/main" id="{60D02420-277B-D4AC-AE5F-109E472263B8}"/>
                    </a:ext>
                  </a:extLst>
                </p:cNvPr>
                <p:cNvSpPr/>
                <p:nvPr/>
              </p:nvSpPr>
              <p:spPr>
                <a:xfrm>
                  <a:off x="8683414" y="2274801"/>
                  <a:ext cx="897487" cy="951879"/>
                </a:xfrm>
                <a:custGeom>
                  <a:avLst/>
                  <a:gdLst>
                    <a:gd name="connsiteX0" fmla="*/ 580988 w 897487"/>
                    <a:gd name="connsiteY0" fmla="*/ 667381 h 951879"/>
                    <a:gd name="connsiteX1" fmla="*/ 409649 w 897487"/>
                    <a:gd name="connsiteY1" fmla="*/ 667381 h 951879"/>
                    <a:gd name="connsiteX2" fmla="*/ 591866 w 897487"/>
                    <a:gd name="connsiteY2" fmla="*/ 525959 h 951879"/>
                    <a:gd name="connsiteX3" fmla="*/ 842075 w 897487"/>
                    <a:gd name="connsiteY3" fmla="*/ 123450 h 951879"/>
                    <a:gd name="connsiteX4" fmla="*/ 842075 w 897487"/>
                    <a:gd name="connsiteY4" fmla="*/ 123450 h 951879"/>
                    <a:gd name="connsiteX5" fmla="*/ 798560 w 897487"/>
                    <a:gd name="connsiteY5" fmla="*/ 58178 h 951879"/>
                    <a:gd name="connsiteX6" fmla="*/ 746887 w 897487"/>
                    <a:gd name="connsiteY6" fmla="*/ 107132 h 951879"/>
                    <a:gd name="connsiteX7" fmla="*/ 697933 w 897487"/>
                    <a:gd name="connsiteY7" fmla="*/ 115291 h 951879"/>
                    <a:gd name="connsiteX8" fmla="*/ 219273 w 897487"/>
                    <a:gd name="connsiteY8" fmla="*/ 115291 h 951879"/>
                    <a:gd name="connsiteX9" fmla="*/ 102328 w 897487"/>
                    <a:gd name="connsiteY9" fmla="*/ 224077 h 951879"/>
                    <a:gd name="connsiteX10" fmla="*/ 213834 w 897487"/>
                    <a:gd name="connsiteY10" fmla="*/ 332863 h 951879"/>
                    <a:gd name="connsiteX11" fmla="*/ 485800 w 897487"/>
                    <a:gd name="connsiteY11" fmla="*/ 335583 h 951879"/>
                    <a:gd name="connsiteX12" fmla="*/ 134964 w 897487"/>
                    <a:gd name="connsiteY12" fmla="*/ 615708 h 951879"/>
                    <a:gd name="connsiteX13" fmla="*/ 61533 w 897487"/>
                    <a:gd name="connsiteY13" fmla="*/ 884953 h 951879"/>
                    <a:gd name="connsiteX14" fmla="*/ 398771 w 897487"/>
                    <a:gd name="connsiteY14" fmla="*/ 806083 h 951879"/>
                    <a:gd name="connsiteX15" fmla="*/ 529314 w 897487"/>
                    <a:gd name="connsiteY15" fmla="*/ 863196 h 951879"/>
                    <a:gd name="connsiteX16" fmla="*/ 782242 w 897487"/>
                    <a:gd name="connsiteY16" fmla="*/ 607549 h 951879"/>
                    <a:gd name="connsiteX17" fmla="*/ 580988 w 897487"/>
                    <a:gd name="connsiteY17" fmla="*/ 667381 h 9518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897487" h="951879">
                      <a:moveTo>
                        <a:pt x="580988" y="667381"/>
                      </a:moveTo>
                      <a:lnTo>
                        <a:pt x="409649" y="667381"/>
                      </a:lnTo>
                      <a:cubicBezTo>
                        <a:pt x="423248" y="667381"/>
                        <a:pt x="548352" y="561314"/>
                        <a:pt x="591866" y="525959"/>
                      </a:cubicBezTo>
                      <a:cubicBezTo>
                        <a:pt x="700653" y="433491"/>
                        <a:pt x="899188" y="297508"/>
                        <a:pt x="842075" y="123450"/>
                      </a:cubicBezTo>
                      <a:lnTo>
                        <a:pt x="842075" y="123450"/>
                      </a:lnTo>
                      <a:cubicBezTo>
                        <a:pt x="831197" y="82655"/>
                        <a:pt x="798560" y="58178"/>
                        <a:pt x="798560" y="58178"/>
                      </a:cubicBezTo>
                      <a:cubicBezTo>
                        <a:pt x="798560" y="58178"/>
                        <a:pt x="787682" y="90814"/>
                        <a:pt x="746887" y="107132"/>
                      </a:cubicBezTo>
                      <a:cubicBezTo>
                        <a:pt x="730569" y="109852"/>
                        <a:pt x="714251" y="115291"/>
                        <a:pt x="697933" y="115291"/>
                      </a:cubicBezTo>
                      <a:cubicBezTo>
                        <a:pt x="684334" y="115291"/>
                        <a:pt x="219273" y="115291"/>
                        <a:pt x="219273" y="115291"/>
                      </a:cubicBezTo>
                      <a:cubicBezTo>
                        <a:pt x="156721" y="115291"/>
                        <a:pt x="105048" y="166964"/>
                        <a:pt x="102328" y="224077"/>
                      </a:cubicBezTo>
                      <a:cubicBezTo>
                        <a:pt x="102328" y="283910"/>
                        <a:pt x="151282" y="332863"/>
                        <a:pt x="213834" y="332863"/>
                      </a:cubicBezTo>
                      <a:lnTo>
                        <a:pt x="485800" y="335583"/>
                      </a:lnTo>
                      <a:cubicBezTo>
                        <a:pt x="360695" y="406294"/>
                        <a:pt x="211114" y="487884"/>
                        <a:pt x="134964" y="615708"/>
                      </a:cubicBezTo>
                      <a:cubicBezTo>
                        <a:pt x="91449" y="689138"/>
                        <a:pt x="45215" y="800644"/>
                        <a:pt x="61533" y="884953"/>
                      </a:cubicBezTo>
                      <a:cubicBezTo>
                        <a:pt x="121366" y="830560"/>
                        <a:pt x="279106" y="778887"/>
                        <a:pt x="398771" y="806083"/>
                      </a:cubicBezTo>
                      <a:cubicBezTo>
                        <a:pt x="445005" y="814242"/>
                        <a:pt x="491239" y="838719"/>
                        <a:pt x="529314" y="863196"/>
                      </a:cubicBezTo>
                      <a:cubicBezTo>
                        <a:pt x="755046" y="1004618"/>
                        <a:pt x="891029" y="727213"/>
                        <a:pt x="782242" y="607549"/>
                      </a:cubicBezTo>
                      <a:cubicBezTo>
                        <a:pt x="784962" y="607549"/>
                        <a:pt x="722410" y="667381"/>
                        <a:pt x="580988" y="667381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23" name="Freeform: Shape 22">
                  <a:extLst>
                    <a:ext uri="{FF2B5EF4-FFF2-40B4-BE49-F238E27FC236}">
                      <a16:creationId xmlns:a16="http://schemas.microsoft.com/office/drawing/2014/main" id="{67E23BC2-68A2-226E-9729-40688C09DAA6}"/>
                    </a:ext>
                  </a:extLst>
                </p:cNvPr>
                <p:cNvSpPr/>
                <p:nvPr/>
              </p:nvSpPr>
              <p:spPr>
                <a:xfrm>
                  <a:off x="2624650" y="1948442"/>
                  <a:ext cx="1903761" cy="1577400"/>
                </a:xfrm>
                <a:custGeom>
                  <a:avLst/>
                  <a:gdLst>
                    <a:gd name="connsiteX0" fmla="*/ 1559430 w 1903760"/>
                    <a:gd name="connsiteY0" fmla="*/ 1165078 h 1577399"/>
                    <a:gd name="connsiteX1" fmla="*/ 1369054 w 1903760"/>
                    <a:gd name="connsiteY1" fmla="*/ 593950 h 1577399"/>
                    <a:gd name="connsiteX2" fmla="*/ 1483279 w 1903760"/>
                    <a:gd name="connsiteY2" fmla="*/ 126170 h 1577399"/>
                    <a:gd name="connsiteX3" fmla="*/ 1311941 w 1903760"/>
                    <a:gd name="connsiteY3" fmla="*/ 58178 h 1577399"/>
                    <a:gd name="connsiteX4" fmla="*/ 1078050 w 1903760"/>
                    <a:gd name="connsiteY4" fmla="*/ 205040 h 1577399"/>
                    <a:gd name="connsiteX5" fmla="*/ 846879 w 1903760"/>
                    <a:gd name="connsiteY5" fmla="*/ 523239 h 1577399"/>
                    <a:gd name="connsiteX6" fmla="*/ 645624 w 1903760"/>
                    <a:gd name="connsiteY6" fmla="*/ 210479 h 1577399"/>
                    <a:gd name="connsiteX7" fmla="*/ 455248 w 1903760"/>
                    <a:gd name="connsiteY7" fmla="*/ 63617 h 1577399"/>
                    <a:gd name="connsiteX8" fmla="*/ 234956 w 1903760"/>
                    <a:gd name="connsiteY8" fmla="*/ 137048 h 1577399"/>
                    <a:gd name="connsiteX9" fmla="*/ 316546 w 1903760"/>
                    <a:gd name="connsiteY9" fmla="*/ 588511 h 1577399"/>
                    <a:gd name="connsiteX10" fmla="*/ 58178 w 1903760"/>
                    <a:gd name="connsiteY10" fmla="*/ 1072610 h 1577399"/>
                    <a:gd name="connsiteX11" fmla="*/ 474286 w 1903760"/>
                    <a:gd name="connsiteY11" fmla="*/ 1020936 h 1577399"/>
                    <a:gd name="connsiteX12" fmla="*/ 555876 w 1903760"/>
                    <a:gd name="connsiteY12" fmla="*/ 572193 h 1577399"/>
                    <a:gd name="connsiteX13" fmla="*/ 830561 w 1903760"/>
                    <a:gd name="connsiteY13" fmla="*/ 993740 h 1577399"/>
                    <a:gd name="connsiteX14" fmla="*/ 1140602 w 1903760"/>
                    <a:gd name="connsiteY14" fmla="*/ 574913 h 1577399"/>
                    <a:gd name="connsiteX15" fmla="*/ 1567589 w 1903760"/>
                    <a:gd name="connsiteY15" fmla="*/ 1526792 h 1577399"/>
                    <a:gd name="connsiteX16" fmla="*/ 1866751 w 1903760"/>
                    <a:gd name="connsiteY16" fmla="*/ 1322818 h 1577399"/>
                    <a:gd name="connsiteX17" fmla="*/ 1559430 w 1903760"/>
                    <a:gd name="connsiteY17" fmla="*/ 1165078 h 1577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1903760" h="1577399">
                      <a:moveTo>
                        <a:pt x="1559430" y="1165078"/>
                      </a:moveTo>
                      <a:cubicBezTo>
                        <a:pt x="1420727" y="1012777"/>
                        <a:pt x="1377213" y="762569"/>
                        <a:pt x="1369054" y="593950"/>
                      </a:cubicBezTo>
                      <a:cubicBezTo>
                        <a:pt x="1360895" y="449809"/>
                        <a:pt x="1369054" y="199600"/>
                        <a:pt x="1483279" y="126170"/>
                      </a:cubicBezTo>
                      <a:cubicBezTo>
                        <a:pt x="1445204" y="77216"/>
                        <a:pt x="1369054" y="58178"/>
                        <a:pt x="1311941" y="58178"/>
                      </a:cubicBezTo>
                      <a:cubicBezTo>
                        <a:pt x="1184117" y="58178"/>
                        <a:pt x="1121565" y="142488"/>
                        <a:pt x="1078050" y="205040"/>
                      </a:cubicBezTo>
                      <a:cubicBezTo>
                        <a:pt x="1064452" y="224077"/>
                        <a:pt x="846879" y="523239"/>
                        <a:pt x="846879" y="523239"/>
                      </a:cubicBezTo>
                      <a:cubicBezTo>
                        <a:pt x="846879" y="523239"/>
                        <a:pt x="667382" y="243115"/>
                        <a:pt x="645624" y="210479"/>
                      </a:cubicBezTo>
                      <a:cubicBezTo>
                        <a:pt x="615708" y="164245"/>
                        <a:pt x="555876" y="77216"/>
                        <a:pt x="455248" y="63617"/>
                      </a:cubicBezTo>
                      <a:cubicBezTo>
                        <a:pt x="411734" y="58178"/>
                        <a:pt x="297508" y="52739"/>
                        <a:pt x="234956" y="137048"/>
                      </a:cubicBezTo>
                      <a:cubicBezTo>
                        <a:pt x="341023" y="221357"/>
                        <a:pt x="338303" y="438930"/>
                        <a:pt x="316546" y="588511"/>
                      </a:cubicBezTo>
                      <a:cubicBezTo>
                        <a:pt x="248554" y="1031815"/>
                        <a:pt x="58178" y="1072610"/>
                        <a:pt x="58178" y="1072610"/>
                      </a:cubicBezTo>
                      <a:cubicBezTo>
                        <a:pt x="156086" y="1333696"/>
                        <a:pt x="403575" y="1230350"/>
                        <a:pt x="474286" y="1020936"/>
                      </a:cubicBezTo>
                      <a:cubicBezTo>
                        <a:pt x="520520" y="884953"/>
                        <a:pt x="550436" y="713615"/>
                        <a:pt x="555876" y="572193"/>
                      </a:cubicBezTo>
                      <a:lnTo>
                        <a:pt x="830561" y="993740"/>
                      </a:lnTo>
                      <a:cubicBezTo>
                        <a:pt x="830561" y="993740"/>
                        <a:pt x="1140602" y="574913"/>
                        <a:pt x="1140602" y="574913"/>
                      </a:cubicBezTo>
                      <a:cubicBezTo>
                        <a:pt x="1088929" y="1314659"/>
                        <a:pt x="1344577" y="1526792"/>
                        <a:pt x="1567589" y="1526792"/>
                      </a:cubicBezTo>
                      <a:cubicBezTo>
                        <a:pt x="1790601" y="1526792"/>
                        <a:pt x="1866751" y="1322818"/>
                        <a:pt x="1866751" y="1322818"/>
                      </a:cubicBezTo>
                      <a:cubicBezTo>
                        <a:pt x="1744367" y="1314659"/>
                        <a:pt x="1641019" y="1252107"/>
                        <a:pt x="1559430" y="1165078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24" name="Freeform: Shape 23">
                  <a:extLst>
                    <a:ext uri="{FF2B5EF4-FFF2-40B4-BE49-F238E27FC236}">
                      <a16:creationId xmlns:a16="http://schemas.microsoft.com/office/drawing/2014/main" id="{68E02744-4729-1808-0482-51EFFCC4E1F6}"/>
                    </a:ext>
                  </a:extLst>
                </p:cNvPr>
                <p:cNvSpPr/>
                <p:nvPr/>
              </p:nvSpPr>
              <p:spPr>
                <a:xfrm>
                  <a:off x="4792218" y="3234839"/>
                  <a:ext cx="271966" cy="652717"/>
                </a:xfrm>
                <a:custGeom>
                  <a:avLst/>
                  <a:gdLst>
                    <a:gd name="connsiteX0" fmla="*/ 88095 w 271965"/>
                    <a:gd name="connsiteY0" fmla="*/ 120730 h 652717"/>
                    <a:gd name="connsiteX1" fmla="*/ 93534 w 271965"/>
                    <a:gd name="connsiteY1" fmla="*/ 153366 h 652717"/>
                    <a:gd name="connsiteX2" fmla="*/ 93534 w 271965"/>
                    <a:gd name="connsiteY2" fmla="*/ 544997 h 652717"/>
                    <a:gd name="connsiteX3" fmla="*/ 156086 w 271965"/>
                    <a:gd name="connsiteY3" fmla="*/ 604829 h 652717"/>
                    <a:gd name="connsiteX4" fmla="*/ 221358 w 271965"/>
                    <a:gd name="connsiteY4" fmla="*/ 544997 h 652717"/>
                    <a:gd name="connsiteX5" fmla="*/ 221358 w 271965"/>
                    <a:gd name="connsiteY5" fmla="*/ 194161 h 652717"/>
                    <a:gd name="connsiteX6" fmla="*/ 210479 w 271965"/>
                    <a:gd name="connsiteY6" fmla="*/ 109852 h 652717"/>
                    <a:gd name="connsiteX7" fmla="*/ 118011 w 271965"/>
                    <a:gd name="connsiteY7" fmla="*/ 58178 h 652717"/>
                    <a:gd name="connsiteX8" fmla="*/ 58178 w 271965"/>
                    <a:gd name="connsiteY8" fmla="*/ 88094 h 652717"/>
                    <a:gd name="connsiteX9" fmla="*/ 88095 w 271965"/>
                    <a:gd name="connsiteY9" fmla="*/ 120730 h 652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71965" h="652717">
                      <a:moveTo>
                        <a:pt x="88095" y="120730"/>
                      </a:moveTo>
                      <a:cubicBezTo>
                        <a:pt x="90814" y="131609"/>
                        <a:pt x="90814" y="142487"/>
                        <a:pt x="93534" y="153366"/>
                      </a:cubicBezTo>
                      <a:cubicBezTo>
                        <a:pt x="93534" y="156086"/>
                        <a:pt x="93534" y="542277"/>
                        <a:pt x="93534" y="544997"/>
                      </a:cubicBezTo>
                      <a:cubicBezTo>
                        <a:pt x="93534" y="577632"/>
                        <a:pt x="123450" y="604829"/>
                        <a:pt x="156086" y="604829"/>
                      </a:cubicBezTo>
                      <a:cubicBezTo>
                        <a:pt x="188722" y="607548"/>
                        <a:pt x="221358" y="577632"/>
                        <a:pt x="221358" y="544997"/>
                      </a:cubicBezTo>
                      <a:cubicBezTo>
                        <a:pt x="221358" y="539557"/>
                        <a:pt x="221358" y="194161"/>
                        <a:pt x="221358" y="194161"/>
                      </a:cubicBezTo>
                      <a:cubicBezTo>
                        <a:pt x="221358" y="164245"/>
                        <a:pt x="224078" y="134329"/>
                        <a:pt x="210479" y="109852"/>
                      </a:cubicBezTo>
                      <a:cubicBezTo>
                        <a:pt x="196881" y="79935"/>
                        <a:pt x="158806" y="58178"/>
                        <a:pt x="118011" y="58178"/>
                      </a:cubicBezTo>
                      <a:cubicBezTo>
                        <a:pt x="79936" y="58178"/>
                        <a:pt x="58178" y="88094"/>
                        <a:pt x="58178" y="88094"/>
                      </a:cubicBezTo>
                      <a:cubicBezTo>
                        <a:pt x="58178" y="88094"/>
                        <a:pt x="77216" y="93534"/>
                        <a:pt x="88095" y="120730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25" name="Freeform: Shape 24">
                  <a:extLst>
                    <a:ext uri="{FF2B5EF4-FFF2-40B4-BE49-F238E27FC236}">
                      <a16:creationId xmlns:a16="http://schemas.microsoft.com/office/drawing/2014/main" id="{ACF1FBE3-4B06-297F-DC9A-D96308644383}"/>
                    </a:ext>
                  </a:extLst>
                </p:cNvPr>
                <p:cNvSpPr/>
                <p:nvPr/>
              </p:nvSpPr>
              <p:spPr>
                <a:xfrm>
                  <a:off x="8751819" y="3234667"/>
                  <a:ext cx="271966" cy="652717"/>
                </a:xfrm>
                <a:custGeom>
                  <a:avLst/>
                  <a:gdLst>
                    <a:gd name="connsiteX0" fmla="*/ 191663 w 271965"/>
                    <a:gd name="connsiteY0" fmla="*/ 542449 h 652717"/>
                    <a:gd name="connsiteX1" fmla="*/ 186224 w 271965"/>
                    <a:gd name="connsiteY1" fmla="*/ 509813 h 652717"/>
                    <a:gd name="connsiteX2" fmla="*/ 186224 w 271965"/>
                    <a:gd name="connsiteY2" fmla="*/ 118183 h 652717"/>
                    <a:gd name="connsiteX3" fmla="*/ 123672 w 271965"/>
                    <a:gd name="connsiteY3" fmla="*/ 58350 h 652717"/>
                    <a:gd name="connsiteX4" fmla="*/ 58400 w 271965"/>
                    <a:gd name="connsiteY4" fmla="*/ 118183 h 652717"/>
                    <a:gd name="connsiteX5" fmla="*/ 58400 w 271965"/>
                    <a:gd name="connsiteY5" fmla="*/ 469018 h 652717"/>
                    <a:gd name="connsiteX6" fmla="*/ 69279 w 271965"/>
                    <a:gd name="connsiteY6" fmla="*/ 553328 h 652717"/>
                    <a:gd name="connsiteX7" fmla="*/ 161747 w 271965"/>
                    <a:gd name="connsiteY7" fmla="*/ 605001 h 652717"/>
                    <a:gd name="connsiteX8" fmla="*/ 221580 w 271965"/>
                    <a:gd name="connsiteY8" fmla="*/ 575085 h 652717"/>
                    <a:gd name="connsiteX9" fmla="*/ 191663 w 271965"/>
                    <a:gd name="connsiteY9" fmla="*/ 542449 h 652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71965" h="652717">
                      <a:moveTo>
                        <a:pt x="191663" y="542449"/>
                      </a:moveTo>
                      <a:cubicBezTo>
                        <a:pt x="188944" y="531570"/>
                        <a:pt x="186224" y="520692"/>
                        <a:pt x="186224" y="509813"/>
                      </a:cubicBezTo>
                      <a:cubicBezTo>
                        <a:pt x="186224" y="507093"/>
                        <a:pt x="186224" y="120902"/>
                        <a:pt x="186224" y="118183"/>
                      </a:cubicBezTo>
                      <a:cubicBezTo>
                        <a:pt x="186224" y="85547"/>
                        <a:pt x="156308" y="58350"/>
                        <a:pt x="123672" y="58350"/>
                      </a:cubicBezTo>
                      <a:cubicBezTo>
                        <a:pt x="91036" y="55631"/>
                        <a:pt x="58400" y="85547"/>
                        <a:pt x="58400" y="118183"/>
                      </a:cubicBezTo>
                      <a:cubicBezTo>
                        <a:pt x="58400" y="123622"/>
                        <a:pt x="58400" y="469018"/>
                        <a:pt x="58400" y="469018"/>
                      </a:cubicBezTo>
                      <a:cubicBezTo>
                        <a:pt x="58400" y="498934"/>
                        <a:pt x="55680" y="528851"/>
                        <a:pt x="69279" y="553328"/>
                      </a:cubicBezTo>
                      <a:cubicBezTo>
                        <a:pt x="82877" y="583244"/>
                        <a:pt x="120953" y="605001"/>
                        <a:pt x="161747" y="605001"/>
                      </a:cubicBezTo>
                      <a:cubicBezTo>
                        <a:pt x="199822" y="605001"/>
                        <a:pt x="221580" y="575085"/>
                        <a:pt x="221580" y="575085"/>
                      </a:cubicBezTo>
                      <a:cubicBezTo>
                        <a:pt x="221580" y="575085"/>
                        <a:pt x="202542" y="566926"/>
                        <a:pt x="191663" y="542449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26" name="Freeform: Shape 25">
                  <a:extLst>
                    <a:ext uri="{FF2B5EF4-FFF2-40B4-BE49-F238E27FC236}">
                      <a16:creationId xmlns:a16="http://schemas.microsoft.com/office/drawing/2014/main" id="{4480D1F0-2E14-0A1E-4BB7-75318F1E3A2F}"/>
                    </a:ext>
                  </a:extLst>
                </p:cNvPr>
                <p:cNvSpPr/>
                <p:nvPr/>
              </p:nvSpPr>
              <p:spPr>
                <a:xfrm>
                  <a:off x="6320666" y="3416868"/>
                  <a:ext cx="435145" cy="462341"/>
                </a:xfrm>
                <a:custGeom>
                  <a:avLst/>
                  <a:gdLst>
                    <a:gd name="connsiteX0" fmla="*/ 302948 w 435145"/>
                    <a:gd name="connsiteY0" fmla="*/ 74684 h 462341"/>
                    <a:gd name="connsiteX1" fmla="*/ 186003 w 435145"/>
                    <a:gd name="connsiteY1" fmla="*/ 148115 h 462341"/>
                    <a:gd name="connsiteX2" fmla="*/ 186003 w 435145"/>
                    <a:gd name="connsiteY2" fmla="*/ 148115 h 462341"/>
                    <a:gd name="connsiteX3" fmla="*/ 186003 w 435145"/>
                    <a:gd name="connsiteY3" fmla="*/ 115479 h 462341"/>
                    <a:gd name="connsiteX4" fmla="*/ 123450 w 435145"/>
                    <a:gd name="connsiteY4" fmla="*/ 58366 h 462341"/>
                    <a:gd name="connsiteX5" fmla="*/ 58178 w 435145"/>
                    <a:gd name="connsiteY5" fmla="*/ 115479 h 462341"/>
                    <a:gd name="connsiteX6" fmla="*/ 58178 w 435145"/>
                    <a:gd name="connsiteY6" fmla="*/ 362967 h 462341"/>
                    <a:gd name="connsiteX7" fmla="*/ 120730 w 435145"/>
                    <a:gd name="connsiteY7" fmla="*/ 422800 h 462341"/>
                    <a:gd name="connsiteX8" fmla="*/ 186003 w 435145"/>
                    <a:gd name="connsiteY8" fmla="*/ 362967 h 462341"/>
                    <a:gd name="connsiteX9" fmla="*/ 186003 w 435145"/>
                    <a:gd name="connsiteY9" fmla="*/ 213386 h 462341"/>
                    <a:gd name="connsiteX10" fmla="*/ 186003 w 435145"/>
                    <a:gd name="connsiteY10" fmla="*/ 213386 h 462341"/>
                    <a:gd name="connsiteX11" fmla="*/ 229517 w 435145"/>
                    <a:gd name="connsiteY11" fmla="*/ 161713 h 462341"/>
                    <a:gd name="connsiteX12" fmla="*/ 259433 w 435145"/>
                    <a:gd name="connsiteY12" fmla="*/ 194349 h 462341"/>
                    <a:gd name="connsiteX13" fmla="*/ 259433 w 435145"/>
                    <a:gd name="connsiteY13" fmla="*/ 362967 h 462341"/>
                    <a:gd name="connsiteX14" fmla="*/ 321985 w 435145"/>
                    <a:gd name="connsiteY14" fmla="*/ 422800 h 462341"/>
                    <a:gd name="connsiteX15" fmla="*/ 387257 w 435145"/>
                    <a:gd name="connsiteY15" fmla="*/ 362967 h 462341"/>
                    <a:gd name="connsiteX16" fmla="*/ 387257 w 435145"/>
                    <a:gd name="connsiteY16" fmla="*/ 273219 h 462341"/>
                    <a:gd name="connsiteX17" fmla="*/ 302948 w 435145"/>
                    <a:gd name="connsiteY17" fmla="*/ 74684 h 4623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435145" h="462341">
                      <a:moveTo>
                        <a:pt x="302948" y="74684"/>
                      </a:moveTo>
                      <a:cubicBezTo>
                        <a:pt x="234956" y="74684"/>
                        <a:pt x="196881" y="131797"/>
                        <a:pt x="186003" y="148115"/>
                      </a:cubicBezTo>
                      <a:lnTo>
                        <a:pt x="186003" y="148115"/>
                      </a:lnTo>
                      <a:cubicBezTo>
                        <a:pt x="186003" y="129077"/>
                        <a:pt x="186003" y="115479"/>
                        <a:pt x="186003" y="115479"/>
                      </a:cubicBezTo>
                      <a:cubicBezTo>
                        <a:pt x="186003" y="82843"/>
                        <a:pt x="156086" y="58366"/>
                        <a:pt x="123450" y="58366"/>
                      </a:cubicBezTo>
                      <a:cubicBezTo>
                        <a:pt x="90814" y="55646"/>
                        <a:pt x="58178" y="82843"/>
                        <a:pt x="58178" y="115479"/>
                      </a:cubicBezTo>
                      <a:cubicBezTo>
                        <a:pt x="58178" y="120918"/>
                        <a:pt x="58178" y="360248"/>
                        <a:pt x="58178" y="362967"/>
                      </a:cubicBezTo>
                      <a:cubicBezTo>
                        <a:pt x="58178" y="395603"/>
                        <a:pt x="88095" y="422800"/>
                        <a:pt x="120730" y="422800"/>
                      </a:cubicBezTo>
                      <a:cubicBezTo>
                        <a:pt x="153366" y="425519"/>
                        <a:pt x="186003" y="395603"/>
                        <a:pt x="186003" y="362967"/>
                      </a:cubicBezTo>
                      <a:cubicBezTo>
                        <a:pt x="186003" y="360248"/>
                        <a:pt x="186003" y="281378"/>
                        <a:pt x="186003" y="213386"/>
                      </a:cubicBezTo>
                      <a:lnTo>
                        <a:pt x="186003" y="213386"/>
                      </a:lnTo>
                      <a:cubicBezTo>
                        <a:pt x="191442" y="186190"/>
                        <a:pt x="205040" y="161713"/>
                        <a:pt x="229517" y="161713"/>
                      </a:cubicBezTo>
                      <a:cubicBezTo>
                        <a:pt x="259433" y="161713"/>
                        <a:pt x="259433" y="194349"/>
                        <a:pt x="259433" y="194349"/>
                      </a:cubicBezTo>
                      <a:lnTo>
                        <a:pt x="259433" y="362967"/>
                      </a:lnTo>
                      <a:cubicBezTo>
                        <a:pt x="259433" y="395603"/>
                        <a:pt x="289349" y="422800"/>
                        <a:pt x="321985" y="422800"/>
                      </a:cubicBezTo>
                      <a:cubicBezTo>
                        <a:pt x="354621" y="425519"/>
                        <a:pt x="387257" y="395603"/>
                        <a:pt x="387257" y="362967"/>
                      </a:cubicBezTo>
                      <a:lnTo>
                        <a:pt x="387257" y="273219"/>
                      </a:lnTo>
                      <a:cubicBezTo>
                        <a:pt x="387257" y="183470"/>
                        <a:pt x="395416" y="71964"/>
                        <a:pt x="302948" y="74684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27" name="Freeform: Shape 26">
                  <a:extLst>
                    <a:ext uri="{FF2B5EF4-FFF2-40B4-BE49-F238E27FC236}">
                      <a16:creationId xmlns:a16="http://schemas.microsoft.com/office/drawing/2014/main" id="{C67C0668-6F1F-E6FF-0471-F62824E4FE2D}"/>
                    </a:ext>
                  </a:extLst>
                </p:cNvPr>
                <p:cNvSpPr/>
                <p:nvPr/>
              </p:nvSpPr>
              <p:spPr>
                <a:xfrm>
                  <a:off x="7960620" y="3416868"/>
                  <a:ext cx="435145" cy="462341"/>
                </a:xfrm>
                <a:custGeom>
                  <a:avLst/>
                  <a:gdLst>
                    <a:gd name="connsiteX0" fmla="*/ 302948 w 435145"/>
                    <a:gd name="connsiteY0" fmla="*/ 74684 h 462341"/>
                    <a:gd name="connsiteX1" fmla="*/ 186002 w 435145"/>
                    <a:gd name="connsiteY1" fmla="*/ 148115 h 462341"/>
                    <a:gd name="connsiteX2" fmla="*/ 186002 w 435145"/>
                    <a:gd name="connsiteY2" fmla="*/ 148115 h 462341"/>
                    <a:gd name="connsiteX3" fmla="*/ 186002 w 435145"/>
                    <a:gd name="connsiteY3" fmla="*/ 115479 h 462341"/>
                    <a:gd name="connsiteX4" fmla="*/ 123450 w 435145"/>
                    <a:gd name="connsiteY4" fmla="*/ 58366 h 462341"/>
                    <a:gd name="connsiteX5" fmla="*/ 58178 w 435145"/>
                    <a:gd name="connsiteY5" fmla="*/ 115479 h 462341"/>
                    <a:gd name="connsiteX6" fmla="*/ 58178 w 435145"/>
                    <a:gd name="connsiteY6" fmla="*/ 362967 h 462341"/>
                    <a:gd name="connsiteX7" fmla="*/ 120730 w 435145"/>
                    <a:gd name="connsiteY7" fmla="*/ 422800 h 462341"/>
                    <a:gd name="connsiteX8" fmla="*/ 186002 w 435145"/>
                    <a:gd name="connsiteY8" fmla="*/ 362967 h 462341"/>
                    <a:gd name="connsiteX9" fmla="*/ 186002 w 435145"/>
                    <a:gd name="connsiteY9" fmla="*/ 213386 h 462341"/>
                    <a:gd name="connsiteX10" fmla="*/ 186002 w 435145"/>
                    <a:gd name="connsiteY10" fmla="*/ 213386 h 462341"/>
                    <a:gd name="connsiteX11" fmla="*/ 229517 w 435145"/>
                    <a:gd name="connsiteY11" fmla="*/ 161713 h 462341"/>
                    <a:gd name="connsiteX12" fmla="*/ 259433 w 435145"/>
                    <a:gd name="connsiteY12" fmla="*/ 194349 h 462341"/>
                    <a:gd name="connsiteX13" fmla="*/ 259433 w 435145"/>
                    <a:gd name="connsiteY13" fmla="*/ 362967 h 462341"/>
                    <a:gd name="connsiteX14" fmla="*/ 321985 w 435145"/>
                    <a:gd name="connsiteY14" fmla="*/ 422800 h 462341"/>
                    <a:gd name="connsiteX15" fmla="*/ 387257 w 435145"/>
                    <a:gd name="connsiteY15" fmla="*/ 362967 h 462341"/>
                    <a:gd name="connsiteX16" fmla="*/ 387257 w 435145"/>
                    <a:gd name="connsiteY16" fmla="*/ 273219 h 462341"/>
                    <a:gd name="connsiteX17" fmla="*/ 302948 w 435145"/>
                    <a:gd name="connsiteY17" fmla="*/ 74684 h 4623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435145" h="462341">
                      <a:moveTo>
                        <a:pt x="302948" y="74684"/>
                      </a:moveTo>
                      <a:cubicBezTo>
                        <a:pt x="234956" y="74684"/>
                        <a:pt x="196881" y="131797"/>
                        <a:pt x="186002" y="148115"/>
                      </a:cubicBezTo>
                      <a:lnTo>
                        <a:pt x="186002" y="148115"/>
                      </a:lnTo>
                      <a:cubicBezTo>
                        <a:pt x="186002" y="129077"/>
                        <a:pt x="186002" y="115479"/>
                        <a:pt x="186002" y="115479"/>
                      </a:cubicBezTo>
                      <a:cubicBezTo>
                        <a:pt x="186002" y="82843"/>
                        <a:pt x="156086" y="58366"/>
                        <a:pt x="123450" y="58366"/>
                      </a:cubicBezTo>
                      <a:cubicBezTo>
                        <a:pt x="90814" y="55646"/>
                        <a:pt x="58178" y="82843"/>
                        <a:pt x="58178" y="115479"/>
                      </a:cubicBezTo>
                      <a:cubicBezTo>
                        <a:pt x="58178" y="120918"/>
                        <a:pt x="58178" y="360248"/>
                        <a:pt x="58178" y="362967"/>
                      </a:cubicBezTo>
                      <a:cubicBezTo>
                        <a:pt x="58178" y="395603"/>
                        <a:pt x="88095" y="422800"/>
                        <a:pt x="120730" y="422800"/>
                      </a:cubicBezTo>
                      <a:cubicBezTo>
                        <a:pt x="153366" y="425519"/>
                        <a:pt x="186002" y="395603"/>
                        <a:pt x="186002" y="362967"/>
                      </a:cubicBezTo>
                      <a:cubicBezTo>
                        <a:pt x="186002" y="360248"/>
                        <a:pt x="186002" y="281378"/>
                        <a:pt x="186002" y="213386"/>
                      </a:cubicBezTo>
                      <a:lnTo>
                        <a:pt x="186002" y="213386"/>
                      </a:lnTo>
                      <a:cubicBezTo>
                        <a:pt x="191442" y="186190"/>
                        <a:pt x="205040" y="161713"/>
                        <a:pt x="229517" y="161713"/>
                      </a:cubicBezTo>
                      <a:cubicBezTo>
                        <a:pt x="259433" y="161713"/>
                        <a:pt x="259433" y="194349"/>
                        <a:pt x="259433" y="194349"/>
                      </a:cubicBezTo>
                      <a:lnTo>
                        <a:pt x="259433" y="362967"/>
                      </a:lnTo>
                      <a:cubicBezTo>
                        <a:pt x="259433" y="395603"/>
                        <a:pt x="289349" y="422800"/>
                        <a:pt x="321985" y="422800"/>
                      </a:cubicBezTo>
                      <a:cubicBezTo>
                        <a:pt x="354621" y="425519"/>
                        <a:pt x="387257" y="395603"/>
                        <a:pt x="387257" y="362967"/>
                      </a:cubicBezTo>
                      <a:lnTo>
                        <a:pt x="387257" y="273219"/>
                      </a:lnTo>
                      <a:cubicBezTo>
                        <a:pt x="384537" y="183470"/>
                        <a:pt x="395416" y="71964"/>
                        <a:pt x="302948" y="74684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28" name="Freeform: Shape 27">
                  <a:extLst>
                    <a:ext uri="{FF2B5EF4-FFF2-40B4-BE49-F238E27FC236}">
                      <a16:creationId xmlns:a16="http://schemas.microsoft.com/office/drawing/2014/main" id="{4C473AC7-668D-34A1-E009-16F6B979AB1F}"/>
                    </a:ext>
                  </a:extLst>
                </p:cNvPr>
                <p:cNvSpPr/>
                <p:nvPr/>
              </p:nvSpPr>
              <p:spPr>
                <a:xfrm>
                  <a:off x="5020669" y="3416868"/>
                  <a:ext cx="435145" cy="462341"/>
                </a:xfrm>
                <a:custGeom>
                  <a:avLst/>
                  <a:gdLst>
                    <a:gd name="connsiteX0" fmla="*/ 302948 w 435145"/>
                    <a:gd name="connsiteY0" fmla="*/ 74684 h 462341"/>
                    <a:gd name="connsiteX1" fmla="*/ 186002 w 435145"/>
                    <a:gd name="connsiteY1" fmla="*/ 148115 h 462341"/>
                    <a:gd name="connsiteX2" fmla="*/ 186002 w 435145"/>
                    <a:gd name="connsiteY2" fmla="*/ 148115 h 462341"/>
                    <a:gd name="connsiteX3" fmla="*/ 186002 w 435145"/>
                    <a:gd name="connsiteY3" fmla="*/ 115479 h 462341"/>
                    <a:gd name="connsiteX4" fmla="*/ 123450 w 435145"/>
                    <a:gd name="connsiteY4" fmla="*/ 58366 h 462341"/>
                    <a:gd name="connsiteX5" fmla="*/ 58178 w 435145"/>
                    <a:gd name="connsiteY5" fmla="*/ 115479 h 462341"/>
                    <a:gd name="connsiteX6" fmla="*/ 58178 w 435145"/>
                    <a:gd name="connsiteY6" fmla="*/ 362967 h 462341"/>
                    <a:gd name="connsiteX7" fmla="*/ 120730 w 435145"/>
                    <a:gd name="connsiteY7" fmla="*/ 422800 h 462341"/>
                    <a:gd name="connsiteX8" fmla="*/ 186002 w 435145"/>
                    <a:gd name="connsiteY8" fmla="*/ 362967 h 462341"/>
                    <a:gd name="connsiteX9" fmla="*/ 186002 w 435145"/>
                    <a:gd name="connsiteY9" fmla="*/ 213386 h 462341"/>
                    <a:gd name="connsiteX10" fmla="*/ 186002 w 435145"/>
                    <a:gd name="connsiteY10" fmla="*/ 213386 h 462341"/>
                    <a:gd name="connsiteX11" fmla="*/ 229517 w 435145"/>
                    <a:gd name="connsiteY11" fmla="*/ 161713 h 462341"/>
                    <a:gd name="connsiteX12" fmla="*/ 259433 w 435145"/>
                    <a:gd name="connsiteY12" fmla="*/ 194349 h 462341"/>
                    <a:gd name="connsiteX13" fmla="*/ 259433 w 435145"/>
                    <a:gd name="connsiteY13" fmla="*/ 362967 h 462341"/>
                    <a:gd name="connsiteX14" fmla="*/ 321985 w 435145"/>
                    <a:gd name="connsiteY14" fmla="*/ 422800 h 462341"/>
                    <a:gd name="connsiteX15" fmla="*/ 387257 w 435145"/>
                    <a:gd name="connsiteY15" fmla="*/ 362967 h 462341"/>
                    <a:gd name="connsiteX16" fmla="*/ 387257 w 435145"/>
                    <a:gd name="connsiteY16" fmla="*/ 273219 h 462341"/>
                    <a:gd name="connsiteX17" fmla="*/ 302948 w 435145"/>
                    <a:gd name="connsiteY17" fmla="*/ 74684 h 4623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435145" h="462341">
                      <a:moveTo>
                        <a:pt x="302948" y="74684"/>
                      </a:moveTo>
                      <a:cubicBezTo>
                        <a:pt x="234956" y="74684"/>
                        <a:pt x="196881" y="131797"/>
                        <a:pt x="186002" y="148115"/>
                      </a:cubicBezTo>
                      <a:lnTo>
                        <a:pt x="186002" y="148115"/>
                      </a:lnTo>
                      <a:cubicBezTo>
                        <a:pt x="186002" y="129077"/>
                        <a:pt x="186002" y="115479"/>
                        <a:pt x="186002" y="115479"/>
                      </a:cubicBezTo>
                      <a:cubicBezTo>
                        <a:pt x="186002" y="82843"/>
                        <a:pt x="156086" y="58366"/>
                        <a:pt x="123450" y="58366"/>
                      </a:cubicBezTo>
                      <a:cubicBezTo>
                        <a:pt x="90814" y="55646"/>
                        <a:pt x="58178" y="82843"/>
                        <a:pt x="58178" y="115479"/>
                      </a:cubicBezTo>
                      <a:cubicBezTo>
                        <a:pt x="58178" y="120918"/>
                        <a:pt x="58178" y="360248"/>
                        <a:pt x="58178" y="362967"/>
                      </a:cubicBezTo>
                      <a:cubicBezTo>
                        <a:pt x="58178" y="395603"/>
                        <a:pt x="88094" y="422800"/>
                        <a:pt x="120730" y="422800"/>
                      </a:cubicBezTo>
                      <a:cubicBezTo>
                        <a:pt x="153366" y="425519"/>
                        <a:pt x="186002" y="395603"/>
                        <a:pt x="186002" y="362967"/>
                      </a:cubicBezTo>
                      <a:cubicBezTo>
                        <a:pt x="186002" y="360248"/>
                        <a:pt x="186002" y="281378"/>
                        <a:pt x="186002" y="213386"/>
                      </a:cubicBezTo>
                      <a:lnTo>
                        <a:pt x="186002" y="213386"/>
                      </a:lnTo>
                      <a:cubicBezTo>
                        <a:pt x="191442" y="186190"/>
                        <a:pt x="205040" y="161713"/>
                        <a:pt x="229517" y="161713"/>
                      </a:cubicBezTo>
                      <a:cubicBezTo>
                        <a:pt x="259433" y="161713"/>
                        <a:pt x="259433" y="194349"/>
                        <a:pt x="259433" y="194349"/>
                      </a:cubicBezTo>
                      <a:lnTo>
                        <a:pt x="259433" y="362967"/>
                      </a:lnTo>
                      <a:cubicBezTo>
                        <a:pt x="259433" y="395603"/>
                        <a:pt x="289349" y="422800"/>
                        <a:pt x="321985" y="422800"/>
                      </a:cubicBezTo>
                      <a:cubicBezTo>
                        <a:pt x="354621" y="425519"/>
                        <a:pt x="387257" y="395603"/>
                        <a:pt x="387257" y="362967"/>
                      </a:cubicBezTo>
                      <a:lnTo>
                        <a:pt x="387257" y="273219"/>
                      </a:lnTo>
                      <a:cubicBezTo>
                        <a:pt x="384537" y="183470"/>
                        <a:pt x="395416" y="71964"/>
                        <a:pt x="302948" y="74684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29" name="Freeform: Shape 28">
                  <a:extLst>
                    <a:ext uri="{FF2B5EF4-FFF2-40B4-BE49-F238E27FC236}">
                      <a16:creationId xmlns:a16="http://schemas.microsoft.com/office/drawing/2014/main" id="{9FFCE7B9-1E0D-F913-9676-76791D3ADA7A}"/>
                    </a:ext>
                  </a:extLst>
                </p:cNvPr>
                <p:cNvSpPr/>
                <p:nvPr/>
              </p:nvSpPr>
              <p:spPr>
                <a:xfrm>
                  <a:off x="7616289" y="3475234"/>
                  <a:ext cx="364436" cy="364434"/>
                </a:xfrm>
                <a:custGeom>
                  <a:avLst/>
                  <a:gdLst>
                    <a:gd name="connsiteX0" fmla="*/ 182218 w 364436"/>
                    <a:gd name="connsiteY0" fmla="*/ 73431 h 364434"/>
                    <a:gd name="connsiteX1" fmla="*/ 130544 w 364436"/>
                    <a:gd name="connsiteY1" fmla="*/ 179499 h 364434"/>
                    <a:gd name="connsiteX2" fmla="*/ 182218 w 364436"/>
                    <a:gd name="connsiteY2" fmla="*/ 285565 h 364434"/>
                    <a:gd name="connsiteX3" fmla="*/ 233891 w 364436"/>
                    <a:gd name="connsiteY3" fmla="*/ 179499 h 364434"/>
                    <a:gd name="connsiteX4" fmla="*/ 182218 w 364436"/>
                    <a:gd name="connsiteY4" fmla="*/ 73431 h 364434"/>
                    <a:gd name="connsiteX5" fmla="*/ 182219 w 364436"/>
                    <a:gd name="connsiteY5" fmla="*/ 0 h 364434"/>
                    <a:gd name="connsiteX6" fmla="*/ 364436 w 364436"/>
                    <a:gd name="connsiteY6" fmla="*/ 182217 h 364434"/>
                    <a:gd name="connsiteX7" fmla="*/ 182219 w 364436"/>
                    <a:gd name="connsiteY7" fmla="*/ 364434 h 364434"/>
                    <a:gd name="connsiteX8" fmla="*/ 0 w 364436"/>
                    <a:gd name="connsiteY8" fmla="*/ 182217 h 364434"/>
                    <a:gd name="connsiteX9" fmla="*/ 182219 w 364436"/>
                    <a:gd name="connsiteY9" fmla="*/ 0 h 3644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64436" h="364434">
                      <a:moveTo>
                        <a:pt x="182218" y="73431"/>
                      </a:moveTo>
                      <a:cubicBezTo>
                        <a:pt x="152302" y="76151"/>
                        <a:pt x="130544" y="114226"/>
                        <a:pt x="130544" y="179499"/>
                      </a:cubicBezTo>
                      <a:cubicBezTo>
                        <a:pt x="130544" y="244770"/>
                        <a:pt x="146862" y="285565"/>
                        <a:pt x="182218" y="285565"/>
                      </a:cubicBezTo>
                      <a:cubicBezTo>
                        <a:pt x="217573" y="285565"/>
                        <a:pt x="233891" y="247490"/>
                        <a:pt x="233891" y="179499"/>
                      </a:cubicBezTo>
                      <a:cubicBezTo>
                        <a:pt x="233891" y="114226"/>
                        <a:pt x="212134" y="73431"/>
                        <a:pt x="182218" y="73431"/>
                      </a:cubicBezTo>
                      <a:close/>
                      <a:moveTo>
                        <a:pt x="182219" y="0"/>
                      </a:moveTo>
                      <a:cubicBezTo>
                        <a:pt x="282846" y="0"/>
                        <a:pt x="364436" y="81590"/>
                        <a:pt x="364436" y="182217"/>
                      </a:cubicBezTo>
                      <a:cubicBezTo>
                        <a:pt x="364436" y="282844"/>
                        <a:pt x="282846" y="364434"/>
                        <a:pt x="182219" y="364434"/>
                      </a:cubicBezTo>
                      <a:cubicBezTo>
                        <a:pt x="81591" y="364434"/>
                        <a:pt x="0" y="282844"/>
                        <a:pt x="0" y="182217"/>
                      </a:cubicBezTo>
                      <a:cubicBezTo>
                        <a:pt x="0" y="81590"/>
                        <a:pt x="81591" y="0"/>
                        <a:pt x="182219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30" name="Freeform: Shape 29">
                  <a:extLst>
                    <a:ext uri="{FF2B5EF4-FFF2-40B4-BE49-F238E27FC236}">
                      <a16:creationId xmlns:a16="http://schemas.microsoft.com/office/drawing/2014/main" id="{A005EFBF-C95D-A5F0-1C46-4BC2EFF3C81B}"/>
                    </a:ext>
                  </a:extLst>
                </p:cNvPr>
                <p:cNvSpPr/>
                <p:nvPr/>
              </p:nvSpPr>
              <p:spPr>
                <a:xfrm>
                  <a:off x="6743101" y="3464184"/>
                  <a:ext cx="372773" cy="375657"/>
                </a:xfrm>
                <a:custGeom>
                  <a:avLst/>
                  <a:gdLst>
                    <a:gd name="connsiteX0" fmla="*/ 176958 w 372773"/>
                    <a:gd name="connsiteY0" fmla="*/ 98080 h 375657"/>
                    <a:gd name="connsiteX1" fmla="*/ 125284 w 372773"/>
                    <a:gd name="connsiteY1" fmla="*/ 190548 h 375657"/>
                    <a:gd name="connsiteX2" fmla="*/ 176958 w 372773"/>
                    <a:gd name="connsiteY2" fmla="*/ 283017 h 375657"/>
                    <a:gd name="connsiteX3" fmla="*/ 228631 w 372773"/>
                    <a:gd name="connsiteY3" fmla="*/ 190548 h 375657"/>
                    <a:gd name="connsiteX4" fmla="*/ 176958 w 372773"/>
                    <a:gd name="connsiteY4" fmla="*/ 98080 h 375657"/>
                    <a:gd name="connsiteX5" fmla="*/ 307501 w 372773"/>
                    <a:gd name="connsiteY5" fmla="*/ 172 h 375657"/>
                    <a:gd name="connsiteX6" fmla="*/ 372773 w 372773"/>
                    <a:gd name="connsiteY6" fmla="*/ 62724 h 375657"/>
                    <a:gd name="connsiteX7" fmla="*/ 372773 w 372773"/>
                    <a:gd name="connsiteY7" fmla="*/ 312934 h 375657"/>
                    <a:gd name="connsiteX8" fmla="*/ 302061 w 372773"/>
                    <a:gd name="connsiteY8" fmla="*/ 375486 h 375657"/>
                    <a:gd name="connsiteX9" fmla="*/ 239509 w 372773"/>
                    <a:gd name="connsiteY9" fmla="*/ 326532 h 375657"/>
                    <a:gd name="connsiteX10" fmla="*/ 179677 w 372773"/>
                    <a:gd name="connsiteY10" fmla="*/ 370046 h 375657"/>
                    <a:gd name="connsiteX11" fmla="*/ 70890 w 372773"/>
                    <a:gd name="connsiteY11" fmla="*/ 353728 h 375657"/>
                    <a:gd name="connsiteX12" fmla="*/ 128003 w 372773"/>
                    <a:gd name="connsiteY12" fmla="*/ 11051 h 375657"/>
                    <a:gd name="connsiteX13" fmla="*/ 236790 w 372773"/>
                    <a:gd name="connsiteY13" fmla="*/ 70883 h 375657"/>
                    <a:gd name="connsiteX14" fmla="*/ 236790 w 372773"/>
                    <a:gd name="connsiteY14" fmla="*/ 62724 h 375657"/>
                    <a:gd name="connsiteX15" fmla="*/ 307501 w 372773"/>
                    <a:gd name="connsiteY15" fmla="*/ 172 h 3756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773" h="375657">
                      <a:moveTo>
                        <a:pt x="176958" y="98080"/>
                      </a:moveTo>
                      <a:cubicBezTo>
                        <a:pt x="147042" y="100800"/>
                        <a:pt x="125284" y="133436"/>
                        <a:pt x="125284" y="190548"/>
                      </a:cubicBezTo>
                      <a:cubicBezTo>
                        <a:pt x="125284" y="247661"/>
                        <a:pt x="141602" y="283017"/>
                        <a:pt x="176958" y="283017"/>
                      </a:cubicBezTo>
                      <a:cubicBezTo>
                        <a:pt x="212314" y="283017"/>
                        <a:pt x="228631" y="247661"/>
                        <a:pt x="228631" y="190548"/>
                      </a:cubicBezTo>
                      <a:cubicBezTo>
                        <a:pt x="228631" y="133436"/>
                        <a:pt x="206874" y="98080"/>
                        <a:pt x="176958" y="98080"/>
                      </a:cubicBezTo>
                      <a:close/>
                      <a:moveTo>
                        <a:pt x="307501" y="172"/>
                      </a:moveTo>
                      <a:cubicBezTo>
                        <a:pt x="340137" y="172"/>
                        <a:pt x="372773" y="30088"/>
                        <a:pt x="372773" y="62724"/>
                      </a:cubicBezTo>
                      <a:cubicBezTo>
                        <a:pt x="372773" y="65444"/>
                        <a:pt x="372773" y="307494"/>
                        <a:pt x="372773" y="312934"/>
                      </a:cubicBezTo>
                      <a:cubicBezTo>
                        <a:pt x="370053" y="348289"/>
                        <a:pt x="337417" y="378205"/>
                        <a:pt x="302061" y="375486"/>
                      </a:cubicBezTo>
                      <a:cubicBezTo>
                        <a:pt x="274865" y="372766"/>
                        <a:pt x="247668" y="353728"/>
                        <a:pt x="239509" y="326532"/>
                      </a:cubicBezTo>
                      <a:cubicBezTo>
                        <a:pt x="225911" y="348289"/>
                        <a:pt x="198715" y="364607"/>
                        <a:pt x="179677" y="370046"/>
                      </a:cubicBezTo>
                      <a:cubicBezTo>
                        <a:pt x="147041" y="378205"/>
                        <a:pt x="100807" y="372766"/>
                        <a:pt x="70890" y="353728"/>
                      </a:cubicBezTo>
                      <a:cubicBezTo>
                        <a:pt x="-35177" y="285737"/>
                        <a:pt x="-27018" y="11051"/>
                        <a:pt x="128003" y="11051"/>
                      </a:cubicBezTo>
                      <a:cubicBezTo>
                        <a:pt x="185116" y="11051"/>
                        <a:pt x="220471" y="49126"/>
                        <a:pt x="236790" y="70883"/>
                      </a:cubicBezTo>
                      <a:cubicBezTo>
                        <a:pt x="236790" y="70883"/>
                        <a:pt x="236790" y="65444"/>
                        <a:pt x="236790" y="62724"/>
                      </a:cubicBezTo>
                      <a:cubicBezTo>
                        <a:pt x="239509" y="27369"/>
                        <a:pt x="272145" y="-2547"/>
                        <a:pt x="307501" y="172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31" name="Freeform: Shape 30">
                  <a:extLst>
                    <a:ext uri="{FF2B5EF4-FFF2-40B4-BE49-F238E27FC236}">
                      <a16:creationId xmlns:a16="http://schemas.microsoft.com/office/drawing/2014/main" id="{13A4848A-5959-1FC0-5859-828DD5759E94}"/>
                    </a:ext>
                  </a:extLst>
                </p:cNvPr>
                <p:cNvSpPr/>
                <p:nvPr/>
              </p:nvSpPr>
              <p:spPr>
                <a:xfrm>
                  <a:off x="8380335" y="3464184"/>
                  <a:ext cx="372772" cy="375657"/>
                </a:xfrm>
                <a:custGeom>
                  <a:avLst/>
                  <a:gdLst>
                    <a:gd name="connsiteX0" fmla="*/ 176957 w 372772"/>
                    <a:gd name="connsiteY0" fmla="*/ 98080 h 375657"/>
                    <a:gd name="connsiteX1" fmla="*/ 125282 w 372772"/>
                    <a:gd name="connsiteY1" fmla="*/ 190548 h 375657"/>
                    <a:gd name="connsiteX2" fmla="*/ 176957 w 372772"/>
                    <a:gd name="connsiteY2" fmla="*/ 283017 h 375657"/>
                    <a:gd name="connsiteX3" fmla="*/ 228630 w 372772"/>
                    <a:gd name="connsiteY3" fmla="*/ 190548 h 375657"/>
                    <a:gd name="connsiteX4" fmla="*/ 176957 w 372772"/>
                    <a:gd name="connsiteY4" fmla="*/ 98080 h 375657"/>
                    <a:gd name="connsiteX5" fmla="*/ 307501 w 372772"/>
                    <a:gd name="connsiteY5" fmla="*/ 172 h 375657"/>
                    <a:gd name="connsiteX6" fmla="*/ 372772 w 372772"/>
                    <a:gd name="connsiteY6" fmla="*/ 62724 h 375657"/>
                    <a:gd name="connsiteX7" fmla="*/ 372772 w 372772"/>
                    <a:gd name="connsiteY7" fmla="*/ 312934 h 375657"/>
                    <a:gd name="connsiteX8" fmla="*/ 302062 w 372772"/>
                    <a:gd name="connsiteY8" fmla="*/ 375486 h 375657"/>
                    <a:gd name="connsiteX9" fmla="*/ 239509 w 372772"/>
                    <a:gd name="connsiteY9" fmla="*/ 326532 h 375657"/>
                    <a:gd name="connsiteX10" fmla="*/ 179677 w 372772"/>
                    <a:gd name="connsiteY10" fmla="*/ 370046 h 375657"/>
                    <a:gd name="connsiteX11" fmla="*/ 70890 w 372772"/>
                    <a:gd name="connsiteY11" fmla="*/ 353728 h 375657"/>
                    <a:gd name="connsiteX12" fmla="*/ 128002 w 372772"/>
                    <a:gd name="connsiteY12" fmla="*/ 11051 h 375657"/>
                    <a:gd name="connsiteX13" fmla="*/ 236790 w 372772"/>
                    <a:gd name="connsiteY13" fmla="*/ 70883 h 375657"/>
                    <a:gd name="connsiteX14" fmla="*/ 236790 w 372772"/>
                    <a:gd name="connsiteY14" fmla="*/ 62724 h 375657"/>
                    <a:gd name="connsiteX15" fmla="*/ 307501 w 372772"/>
                    <a:gd name="connsiteY15" fmla="*/ 172 h 3756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772" h="375657">
                      <a:moveTo>
                        <a:pt x="176957" y="98080"/>
                      </a:moveTo>
                      <a:cubicBezTo>
                        <a:pt x="147039" y="100800"/>
                        <a:pt x="125282" y="133436"/>
                        <a:pt x="125282" y="190548"/>
                      </a:cubicBezTo>
                      <a:cubicBezTo>
                        <a:pt x="125282" y="247661"/>
                        <a:pt x="141600" y="283017"/>
                        <a:pt x="176957" y="283017"/>
                      </a:cubicBezTo>
                      <a:cubicBezTo>
                        <a:pt x="212312" y="283017"/>
                        <a:pt x="228630" y="247661"/>
                        <a:pt x="228630" y="190548"/>
                      </a:cubicBezTo>
                      <a:cubicBezTo>
                        <a:pt x="228630" y="133436"/>
                        <a:pt x="206873" y="98080"/>
                        <a:pt x="176957" y="98080"/>
                      </a:cubicBezTo>
                      <a:close/>
                      <a:moveTo>
                        <a:pt x="307501" y="172"/>
                      </a:moveTo>
                      <a:cubicBezTo>
                        <a:pt x="340137" y="172"/>
                        <a:pt x="372772" y="30088"/>
                        <a:pt x="372772" y="62724"/>
                      </a:cubicBezTo>
                      <a:cubicBezTo>
                        <a:pt x="372772" y="65444"/>
                        <a:pt x="372772" y="307494"/>
                        <a:pt x="372772" y="312934"/>
                      </a:cubicBezTo>
                      <a:cubicBezTo>
                        <a:pt x="370053" y="348289"/>
                        <a:pt x="337417" y="378205"/>
                        <a:pt x="302062" y="375486"/>
                      </a:cubicBezTo>
                      <a:cubicBezTo>
                        <a:pt x="274865" y="372766"/>
                        <a:pt x="247668" y="353728"/>
                        <a:pt x="239509" y="326532"/>
                      </a:cubicBezTo>
                      <a:cubicBezTo>
                        <a:pt x="228630" y="348289"/>
                        <a:pt x="198714" y="364607"/>
                        <a:pt x="179677" y="370046"/>
                      </a:cubicBezTo>
                      <a:cubicBezTo>
                        <a:pt x="147040" y="378205"/>
                        <a:pt x="100806" y="372766"/>
                        <a:pt x="70890" y="353728"/>
                      </a:cubicBezTo>
                      <a:cubicBezTo>
                        <a:pt x="-35177" y="285737"/>
                        <a:pt x="-27018" y="11051"/>
                        <a:pt x="128002" y="11051"/>
                      </a:cubicBezTo>
                      <a:cubicBezTo>
                        <a:pt x="185116" y="11051"/>
                        <a:pt x="220472" y="49126"/>
                        <a:pt x="236790" y="70883"/>
                      </a:cubicBezTo>
                      <a:cubicBezTo>
                        <a:pt x="236790" y="70883"/>
                        <a:pt x="236790" y="65444"/>
                        <a:pt x="236790" y="62724"/>
                      </a:cubicBezTo>
                      <a:cubicBezTo>
                        <a:pt x="239509" y="27369"/>
                        <a:pt x="272145" y="-2547"/>
                        <a:pt x="307501" y="172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32" name="Freeform: Shape 31">
                  <a:extLst>
                    <a:ext uri="{FF2B5EF4-FFF2-40B4-BE49-F238E27FC236}">
                      <a16:creationId xmlns:a16="http://schemas.microsoft.com/office/drawing/2014/main" id="{16FF6A9A-2903-BD6F-BF28-43757A707296}"/>
                    </a:ext>
                  </a:extLst>
                </p:cNvPr>
                <p:cNvSpPr/>
                <p:nvPr/>
              </p:nvSpPr>
              <p:spPr>
                <a:xfrm>
                  <a:off x="7389492" y="3444253"/>
                  <a:ext cx="217573" cy="435145"/>
                </a:xfrm>
                <a:custGeom>
                  <a:avLst/>
                  <a:gdLst>
                    <a:gd name="connsiteX0" fmla="*/ 186002 w 217572"/>
                    <a:gd name="connsiteY0" fmla="*/ 118011 h 435144"/>
                    <a:gd name="connsiteX1" fmla="*/ 128890 w 217572"/>
                    <a:gd name="connsiteY1" fmla="*/ 58178 h 435144"/>
                    <a:gd name="connsiteX2" fmla="*/ 123450 w 217572"/>
                    <a:gd name="connsiteY2" fmla="*/ 58178 h 435144"/>
                    <a:gd name="connsiteX3" fmla="*/ 58178 w 217572"/>
                    <a:gd name="connsiteY3" fmla="*/ 115291 h 435144"/>
                    <a:gd name="connsiteX4" fmla="*/ 58178 w 217572"/>
                    <a:gd name="connsiteY4" fmla="*/ 232236 h 435144"/>
                    <a:gd name="connsiteX5" fmla="*/ 58178 w 217572"/>
                    <a:gd name="connsiteY5" fmla="*/ 232236 h 435144"/>
                    <a:gd name="connsiteX6" fmla="*/ 58178 w 217572"/>
                    <a:gd name="connsiteY6" fmla="*/ 335583 h 435144"/>
                    <a:gd name="connsiteX7" fmla="*/ 115291 w 217572"/>
                    <a:gd name="connsiteY7" fmla="*/ 395415 h 435144"/>
                    <a:gd name="connsiteX8" fmla="*/ 120730 w 217572"/>
                    <a:gd name="connsiteY8" fmla="*/ 395415 h 435144"/>
                    <a:gd name="connsiteX9" fmla="*/ 186002 w 217572"/>
                    <a:gd name="connsiteY9" fmla="*/ 338303 h 435144"/>
                    <a:gd name="connsiteX10" fmla="*/ 186002 w 217572"/>
                    <a:gd name="connsiteY10" fmla="*/ 240395 h 435144"/>
                    <a:gd name="connsiteX11" fmla="*/ 186002 w 217572"/>
                    <a:gd name="connsiteY11" fmla="*/ 240395 h 435144"/>
                    <a:gd name="connsiteX12" fmla="*/ 186002 w 217572"/>
                    <a:gd name="connsiteY12" fmla="*/ 118011 h 4351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17572" h="435144">
                      <a:moveTo>
                        <a:pt x="186002" y="118011"/>
                      </a:moveTo>
                      <a:cubicBezTo>
                        <a:pt x="183283" y="85375"/>
                        <a:pt x="158806" y="60898"/>
                        <a:pt x="128890" y="58178"/>
                      </a:cubicBezTo>
                      <a:cubicBezTo>
                        <a:pt x="126170" y="58178"/>
                        <a:pt x="126170" y="58178"/>
                        <a:pt x="123450" y="58178"/>
                      </a:cubicBezTo>
                      <a:cubicBezTo>
                        <a:pt x="96254" y="58178"/>
                        <a:pt x="58178" y="82655"/>
                        <a:pt x="58178" y="115291"/>
                      </a:cubicBezTo>
                      <a:lnTo>
                        <a:pt x="58178" y="232236"/>
                      </a:lnTo>
                      <a:lnTo>
                        <a:pt x="58178" y="232236"/>
                      </a:lnTo>
                      <a:cubicBezTo>
                        <a:pt x="58178" y="270311"/>
                        <a:pt x="58178" y="335583"/>
                        <a:pt x="58178" y="335583"/>
                      </a:cubicBezTo>
                      <a:cubicBezTo>
                        <a:pt x="60898" y="368219"/>
                        <a:pt x="85375" y="392696"/>
                        <a:pt x="115291" y="395415"/>
                      </a:cubicBezTo>
                      <a:cubicBezTo>
                        <a:pt x="118011" y="395415"/>
                        <a:pt x="118011" y="395415"/>
                        <a:pt x="120730" y="395415"/>
                      </a:cubicBezTo>
                      <a:cubicBezTo>
                        <a:pt x="147927" y="395415"/>
                        <a:pt x="186002" y="370938"/>
                        <a:pt x="186002" y="338303"/>
                      </a:cubicBezTo>
                      <a:lnTo>
                        <a:pt x="186002" y="240395"/>
                      </a:lnTo>
                      <a:lnTo>
                        <a:pt x="186002" y="240395"/>
                      </a:lnTo>
                      <a:cubicBezTo>
                        <a:pt x="186002" y="202320"/>
                        <a:pt x="186002" y="118011"/>
                        <a:pt x="186002" y="118011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33" name="Freeform: Shape 32">
                  <a:extLst>
                    <a:ext uri="{FF2B5EF4-FFF2-40B4-BE49-F238E27FC236}">
                      <a16:creationId xmlns:a16="http://schemas.microsoft.com/office/drawing/2014/main" id="{3A00273F-0EFC-A2BF-6E09-0B59B62F4398}"/>
                    </a:ext>
                  </a:extLst>
                </p:cNvPr>
                <p:cNvSpPr/>
                <p:nvPr/>
              </p:nvSpPr>
              <p:spPr>
                <a:xfrm>
                  <a:off x="7392212" y="3280901"/>
                  <a:ext cx="217573" cy="217572"/>
                </a:xfrm>
                <a:custGeom>
                  <a:avLst/>
                  <a:gdLst>
                    <a:gd name="connsiteX0" fmla="*/ 183282 w 217572"/>
                    <a:gd name="connsiteY0" fmla="*/ 120902 h 217572"/>
                    <a:gd name="connsiteX1" fmla="*/ 120730 w 217572"/>
                    <a:gd name="connsiteY1" fmla="*/ 183454 h 217572"/>
                    <a:gd name="connsiteX2" fmla="*/ 58178 w 217572"/>
                    <a:gd name="connsiteY2" fmla="*/ 120902 h 217572"/>
                    <a:gd name="connsiteX3" fmla="*/ 120730 w 217572"/>
                    <a:gd name="connsiteY3" fmla="*/ 58350 h 217572"/>
                    <a:gd name="connsiteX4" fmla="*/ 183282 w 217572"/>
                    <a:gd name="connsiteY4" fmla="*/ 120902 h 2175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7572" h="217572">
                      <a:moveTo>
                        <a:pt x="183282" y="120902"/>
                      </a:moveTo>
                      <a:cubicBezTo>
                        <a:pt x="183282" y="156258"/>
                        <a:pt x="156086" y="183454"/>
                        <a:pt x="120730" y="183454"/>
                      </a:cubicBezTo>
                      <a:cubicBezTo>
                        <a:pt x="85375" y="183454"/>
                        <a:pt x="58178" y="156258"/>
                        <a:pt x="58178" y="120902"/>
                      </a:cubicBezTo>
                      <a:cubicBezTo>
                        <a:pt x="58178" y="85547"/>
                        <a:pt x="85375" y="58350"/>
                        <a:pt x="120730" y="58350"/>
                      </a:cubicBezTo>
                      <a:cubicBezTo>
                        <a:pt x="153366" y="55630"/>
                        <a:pt x="183282" y="85547"/>
                        <a:pt x="183282" y="120902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34" name="Freeform: Shape 33">
                  <a:extLst>
                    <a:ext uri="{FF2B5EF4-FFF2-40B4-BE49-F238E27FC236}">
                      <a16:creationId xmlns:a16="http://schemas.microsoft.com/office/drawing/2014/main" id="{F46E7761-8F35-DD46-91F4-FD593F0A9D59}"/>
                    </a:ext>
                  </a:extLst>
                </p:cNvPr>
                <p:cNvSpPr/>
                <p:nvPr/>
              </p:nvSpPr>
              <p:spPr>
                <a:xfrm>
                  <a:off x="6005186" y="3416884"/>
                  <a:ext cx="380752" cy="462341"/>
                </a:xfrm>
                <a:custGeom>
                  <a:avLst/>
                  <a:gdLst>
                    <a:gd name="connsiteX0" fmla="*/ 270312 w 380752"/>
                    <a:gd name="connsiteY0" fmla="*/ 69229 h 462341"/>
                    <a:gd name="connsiteX1" fmla="*/ 188722 w 380752"/>
                    <a:gd name="connsiteY1" fmla="*/ 134501 h 462341"/>
                    <a:gd name="connsiteX2" fmla="*/ 188722 w 380752"/>
                    <a:gd name="connsiteY2" fmla="*/ 118183 h 462341"/>
                    <a:gd name="connsiteX3" fmla="*/ 126170 w 380752"/>
                    <a:gd name="connsiteY3" fmla="*/ 58350 h 462341"/>
                    <a:gd name="connsiteX4" fmla="*/ 58178 w 380752"/>
                    <a:gd name="connsiteY4" fmla="*/ 118183 h 462341"/>
                    <a:gd name="connsiteX5" fmla="*/ 58178 w 380752"/>
                    <a:gd name="connsiteY5" fmla="*/ 210651 h 462341"/>
                    <a:gd name="connsiteX6" fmla="*/ 58178 w 380752"/>
                    <a:gd name="connsiteY6" fmla="*/ 365671 h 462341"/>
                    <a:gd name="connsiteX7" fmla="*/ 58178 w 380752"/>
                    <a:gd name="connsiteY7" fmla="*/ 365671 h 462341"/>
                    <a:gd name="connsiteX8" fmla="*/ 120730 w 380752"/>
                    <a:gd name="connsiteY8" fmla="*/ 425504 h 462341"/>
                    <a:gd name="connsiteX9" fmla="*/ 186002 w 380752"/>
                    <a:gd name="connsiteY9" fmla="*/ 365671 h 462341"/>
                    <a:gd name="connsiteX10" fmla="*/ 186002 w 380752"/>
                    <a:gd name="connsiteY10" fmla="*/ 365671 h 462341"/>
                    <a:gd name="connsiteX11" fmla="*/ 186002 w 380752"/>
                    <a:gd name="connsiteY11" fmla="*/ 210651 h 462341"/>
                    <a:gd name="connsiteX12" fmla="*/ 215919 w 380752"/>
                    <a:gd name="connsiteY12" fmla="*/ 158978 h 462341"/>
                    <a:gd name="connsiteX13" fmla="*/ 275751 w 380752"/>
                    <a:gd name="connsiteY13" fmla="*/ 221530 h 462341"/>
                    <a:gd name="connsiteX14" fmla="*/ 270312 w 380752"/>
                    <a:gd name="connsiteY14" fmla="*/ 69229 h 4623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80752" h="462341">
                      <a:moveTo>
                        <a:pt x="270312" y="69229"/>
                      </a:moveTo>
                      <a:cubicBezTo>
                        <a:pt x="232236" y="71949"/>
                        <a:pt x="213199" y="99145"/>
                        <a:pt x="188722" y="134501"/>
                      </a:cubicBezTo>
                      <a:cubicBezTo>
                        <a:pt x="188722" y="134501"/>
                        <a:pt x="188722" y="118183"/>
                        <a:pt x="188722" y="118183"/>
                      </a:cubicBezTo>
                      <a:cubicBezTo>
                        <a:pt x="188722" y="85547"/>
                        <a:pt x="158806" y="58350"/>
                        <a:pt x="126170" y="58350"/>
                      </a:cubicBezTo>
                      <a:cubicBezTo>
                        <a:pt x="93534" y="55631"/>
                        <a:pt x="60898" y="85547"/>
                        <a:pt x="58178" y="118183"/>
                      </a:cubicBezTo>
                      <a:lnTo>
                        <a:pt x="58178" y="210651"/>
                      </a:lnTo>
                      <a:lnTo>
                        <a:pt x="58178" y="365671"/>
                      </a:lnTo>
                      <a:lnTo>
                        <a:pt x="58178" y="365671"/>
                      </a:lnTo>
                      <a:cubicBezTo>
                        <a:pt x="58178" y="398307"/>
                        <a:pt x="88094" y="425504"/>
                        <a:pt x="120730" y="425504"/>
                      </a:cubicBezTo>
                      <a:cubicBezTo>
                        <a:pt x="153366" y="428224"/>
                        <a:pt x="186002" y="398307"/>
                        <a:pt x="186002" y="365671"/>
                      </a:cubicBezTo>
                      <a:lnTo>
                        <a:pt x="186002" y="365671"/>
                      </a:lnTo>
                      <a:lnTo>
                        <a:pt x="186002" y="210651"/>
                      </a:lnTo>
                      <a:cubicBezTo>
                        <a:pt x="188722" y="188894"/>
                        <a:pt x="196881" y="158978"/>
                        <a:pt x="215919" y="158978"/>
                      </a:cubicBezTo>
                      <a:cubicBezTo>
                        <a:pt x="243115" y="158978"/>
                        <a:pt x="215919" y="221530"/>
                        <a:pt x="275751" y="221530"/>
                      </a:cubicBezTo>
                      <a:cubicBezTo>
                        <a:pt x="362780" y="221530"/>
                        <a:pt x="373658" y="63790"/>
                        <a:pt x="270312" y="69229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35" name="Freeform: Shape 34">
                  <a:extLst>
                    <a:ext uri="{FF2B5EF4-FFF2-40B4-BE49-F238E27FC236}">
                      <a16:creationId xmlns:a16="http://schemas.microsoft.com/office/drawing/2014/main" id="{BB1B11FE-124B-BE1C-0B1C-E4283E131637}"/>
                    </a:ext>
                  </a:extLst>
                </p:cNvPr>
                <p:cNvSpPr/>
                <p:nvPr/>
              </p:nvSpPr>
              <p:spPr>
                <a:xfrm>
                  <a:off x="5693490" y="3475234"/>
                  <a:ext cx="337238" cy="364434"/>
                </a:xfrm>
                <a:custGeom>
                  <a:avLst/>
                  <a:gdLst>
                    <a:gd name="connsiteX0" fmla="*/ 180433 w 337238"/>
                    <a:gd name="connsiteY0" fmla="*/ 73984 h 364434"/>
                    <a:gd name="connsiteX1" fmla="*/ 163180 w 337238"/>
                    <a:gd name="connsiteY1" fmla="*/ 78870 h 364434"/>
                    <a:gd name="connsiteX2" fmla="*/ 125105 w 337238"/>
                    <a:gd name="connsiteY2" fmla="*/ 160461 h 364434"/>
                    <a:gd name="connsiteX3" fmla="*/ 171339 w 337238"/>
                    <a:gd name="connsiteY3" fmla="*/ 163180 h 364434"/>
                    <a:gd name="connsiteX4" fmla="*/ 214854 w 337238"/>
                    <a:gd name="connsiteY4" fmla="*/ 108787 h 364434"/>
                    <a:gd name="connsiteX5" fmla="*/ 180433 w 337238"/>
                    <a:gd name="connsiteY5" fmla="*/ 73984 h 364434"/>
                    <a:gd name="connsiteX6" fmla="*/ 174059 w 337238"/>
                    <a:gd name="connsiteY6" fmla="*/ 0 h 364434"/>
                    <a:gd name="connsiteX7" fmla="*/ 337238 w 337238"/>
                    <a:gd name="connsiteY7" fmla="*/ 119665 h 364434"/>
                    <a:gd name="connsiteX8" fmla="*/ 133264 w 337238"/>
                    <a:gd name="connsiteY8" fmla="*/ 217573 h 364434"/>
                    <a:gd name="connsiteX9" fmla="*/ 225732 w 337238"/>
                    <a:gd name="connsiteY9" fmla="*/ 277405 h 364434"/>
                    <a:gd name="connsiteX10" fmla="*/ 320920 w 337238"/>
                    <a:gd name="connsiteY10" fmla="*/ 250208 h 364434"/>
                    <a:gd name="connsiteX11" fmla="*/ 174059 w 337238"/>
                    <a:gd name="connsiteY11" fmla="*/ 364434 h 364434"/>
                    <a:gd name="connsiteX12" fmla="*/ 0 w 337238"/>
                    <a:gd name="connsiteY12" fmla="*/ 184937 h 364434"/>
                    <a:gd name="connsiteX13" fmla="*/ 174059 w 337238"/>
                    <a:gd name="connsiteY13" fmla="*/ 0 h 3644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37238" h="364434">
                      <a:moveTo>
                        <a:pt x="180433" y="73984"/>
                      </a:moveTo>
                      <a:cubicBezTo>
                        <a:pt x="174569" y="73941"/>
                        <a:pt x="168620" y="75471"/>
                        <a:pt x="163180" y="78870"/>
                      </a:cubicBezTo>
                      <a:cubicBezTo>
                        <a:pt x="135984" y="95189"/>
                        <a:pt x="127825" y="130544"/>
                        <a:pt x="125105" y="160461"/>
                      </a:cubicBezTo>
                      <a:cubicBezTo>
                        <a:pt x="125105" y="163180"/>
                        <a:pt x="168620" y="160461"/>
                        <a:pt x="171339" y="163180"/>
                      </a:cubicBezTo>
                      <a:cubicBezTo>
                        <a:pt x="195816" y="157741"/>
                        <a:pt x="214854" y="135984"/>
                        <a:pt x="214854" y="108787"/>
                      </a:cubicBezTo>
                      <a:cubicBezTo>
                        <a:pt x="214854" y="88389"/>
                        <a:pt x="198026" y="74111"/>
                        <a:pt x="180433" y="73984"/>
                      </a:cubicBezTo>
                      <a:close/>
                      <a:moveTo>
                        <a:pt x="174059" y="0"/>
                      </a:moveTo>
                      <a:cubicBezTo>
                        <a:pt x="233891" y="0"/>
                        <a:pt x="337238" y="29916"/>
                        <a:pt x="337238" y="119665"/>
                      </a:cubicBezTo>
                      <a:cubicBezTo>
                        <a:pt x="337238" y="209414"/>
                        <a:pt x="244770" y="217573"/>
                        <a:pt x="133264" y="217573"/>
                      </a:cubicBezTo>
                      <a:cubicBezTo>
                        <a:pt x="133264" y="217573"/>
                        <a:pt x="149581" y="277405"/>
                        <a:pt x="225732" y="277405"/>
                      </a:cubicBezTo>
                      <a:cubicBezTo>
                        <a:pt x="301883" y="277405"/>
                        <a:pt x="320920" y="250208"/>
                        <a:pt x="320920" y="250208"/>
                      </a:cubicBezTo>
                      <a:cubicBezTo>
                        <a:pt x="320920" y="250208"/>
                        <a:pt x="315481" y="364434"/>
                        <a:pt x="174059" y="364434"/>
                      </a:cubicBezTo>
                      <a:cubicBezTo>
                        <a:pt x="95188" y="364434"/>
                        <a:pt x="0" y="304602"/>
                        <a:pt x="0" y="184937"/>
                      </a:cubicBezTo>
                      <a:cubicBezTo>
                        <a:pt x="0" y="78870"/>
                        <a:pt x="73431" y="0"/>
                        <a:pt x="174059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36" name="Freeform: Shape 35">
                  <a:extLst>
                    <a:ext uri="{FF2B5EF4-FFF2-40B4-BE49-F238E27FC236}">
                      <a16:creationId xmlns:a16="http://schemas.microsoft.com/office/drawing/2014/main" id="{BFF1582D-A222-375C-5427-1014FBD1E6BF}"/>
                    </a:ext>
                  </a:extLst>
                </p:cNvPr>
                <p:cNvSpPr/>
                <p:nvPr/>
              </p:nvSpPr>
              <p:spPr>
                <a:xfrm>
                  <a:off x="5376945" y="3338014"/>
                  <a:ext cx="353556" cy="543931"/>
                </a:xfrm>
                <a:custGeom>
                  <a:avLst/>
                  <a:gdLst>
                    <a:gd name="connsiteX0" fmla="*/ 311107 w 353555"/>
                    <a:gd name="connsiteY0" fmla="*/ 433663 h 543931"/>
                    <a:gd name="connsiteX1" fmla="*/ 215919 w 353555"/>
                    <a:gd name="connsiteY1" fmla="*/ 501654 h 543931"/>
                    <a:gd name="connsiteX2" fmla="*/ 98973 w 353555"/>
                    <a:gd name="connsiteY2" fmla="*/ 392868 h 543931"/>
                    <a:gd name="connsiteX3" fmla="*/ 98973 w 353555"/>
                    <a:gd name="connsiteY3" fmla="*/ 221530 h 543931"/>
                    <a:gd name="connsiteX4" fmla="*/ 82655 w 353555"/>
                    <a:gd name="connsiteY4" fmla="*/ 221530 h 543931"/>
                    <a:gd name="connsiteX5" fmla="*/ 58178 w 353555"/>
                    <a:gd name="connsiteY5" fmla="*/ 191614 h 543931"/>
                    <a:gd name="connsiteX6" fmla="*/ 85375 w 353555"/>
                    <a:gd name="connsiteY6" fmla="*/ 164417 h 543931"/>
                    <a:gd name="connsiteX7" fmla="*/ 101693 w 353555"/>
                    <a:gd name="connsiteY7" fmla="*/ 164417 h 543931"/>
                    <a:gd name="connsiteX8" fmla="*/ 101693 w 353555"/>
                    <a:gd name="connsiteY8" fmla="*/ 118183 h 543931"/>
                    <a:gd name="connsiteX9" fmla="*/ 166965 w 353555"/>
                    <a:gd name="connsiteY9" fmla="*/ 58350 h 543931"/>
                    <a:gd name="connsiteX10" fmla="*/ 229517 w 353555"/>
                    <a:gd name="connsiteY10" fmla="*/ 118183 h 543931"/>
                    <a:gd name="connsiteX11" fmla="*/ 229517 w 353555"/>
                    <a:gd name="connsiteY11" fmla="*/ 118183 h 543931"/>
                    <a:gd name="connsiteX12" fmla="*/ 229517 w 353555"/>
                    <a:gd name="connsiteY12" fmla="*/ 164417 h 543931"/>
                    <a:gd name="connsiteX13" fmla="*/ 283910 w 353555"/>
                    <a:gd name="connsiteY13" fmla="*/ 164417 h 543931"/>
                    <a:gd name="connsiteX14" fmla="*/ 308387 w 353555"/>
                    <a:gd name="connsiteY14" fmla="*/ 194333 h 543931"/>
                    <a:gd name="connsiteX15" fmla="*/ 281190 w 353555"/>
                    <a:gd name="connsiteY15" fmla="*/ 221530 h 543931"/>
                    <a:gd name="connsiteX16" fmla="*/ 229517 w 353555"/>
                    <a:gd name="connsiteY16" fmla="*/ 221530 h 543931"/>
                    <a:gd name="connsiteX17" fmla="*/ 229517 w 353555"/>
                    <a:gd name="connsiteY17" fmla="*/ 365671 h 543931"/>
                    <a:gd name="connsiteX18" fmla="*/ 311107 w 353555"/>
                    <a:gd name="connsiteY18" fmla="*/ 433663 h 5439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353555" h="543931">
                      <a:moveTo>
                        <a:pt x="311107" y="433663"/>
                      </a:moveTo>
                      <a:cubicBezTo>
                        <a:pt x="311107" y="433663"/>
                        <a:pt x="278471" y="501654"/>
                        <a:pt x="215919" y="501654"/>
                      </a:cubicBezTo>
                      <a:cubicBezTo>
                        <a:pt x="164245" y="501654"/>
                        <a:pt x="101693" y="458140"/>
                        <a:pt x="98973" y="392868"/>
                      </a:cubicBezTo>
                      <a:cubicBezTo>
                        <a:pt x="98973" y="392868"/>
                        <a:pt x="98973" y="297680"/>
                        <a:pt x="98973" y="221530"/>
                      </a:cubicBezTo>
                      <a:lnTo>
                        <a:pt x="82655" y="221530"/>
                      </a:lnTo>
                      <a:cubicBezTo>
                        <a:pt x="74496" y="221530"/>
                        <a:pt x="58178" y="216090"/>
                        <a:pt x="58178" y="191614"/>
                      </a:cubicBezTo>
                      <a:cubicBezTo>
                        <a:pt x="58178" y="167137"/>
                        <a:pt x="77216" y="164417"/>
                        <a:pt x="85375" y="164417"/>
                      </a:cubicBezTo>
                      <a:lnTo>
                        <a:pt x="101693" y="164417"/>
                      </a:lnTo>
                      <a:cubicBezTo>
                        <a:pt x="101693" y="137220"/>
                        <a:pt x="101693" y="118183"/>
                        <a:pt x="101693" y="118183"/>
                      </a:cubicBezTo>
                      <a:cubicBezTo>
                        <a:pt x="104413" y="85547"/>
                        <a:pt x="134329" y="55631"/>
                        <a:pt x="166965" y="58350"/>
                      </a:cubicBezTo>
                      <a:cubicBezTo>
                        <a:pt x="196881" y="61070"/>
                        <a:pt x="229517" y="85547"/>
                        <a:pt x="229517" y="118183"/>
                      </a:cubicBezTo>
                      <a:lnTo>
                        <a:pt x="229517" y="118183"/>
                      </a:lnTo>
                      <a:lnTo>
                        <a:pt x="229517" y="164417"/>
                      </a:lnTo>
                      <a:lnTo>
                        <a:pt x="283910" y="164417"/>
                      </a:lnTo>
                      <a:cubicBezTo>
                        <a:pt x="292069" y="164417"/>
                        <a:pt x="308387" y="169856"/>
                        <a:pt x="308387" y="194333"/>
                      </a:cubicBezTo>
                      <a:cubicBezTo>
                        <a:pt x="308387" y="218810"/>
                        <a:pt x="292069" y="221530"/>
                        <a:pt x="281190" y="221530"/>
                      </a:cubicBezTo>
                      <a:lnTo>
                        <a:pt x="229517" y="221530"/>
                      </a:lnTo>
                      <a:lnTo>
                        <a:pt x="229517" y="365671"/>
                      </a:lnTo>
                      <a:cubicBezTo>
                        <a:pt x="226797" y="409186"/>
                        <a:pt x="267592" y="433663"/>
                        <a:pt x="311107" y="433663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37" name="Freeform: Shape 36">
                  <a:extLst>
                    <a:ext uri="{FF2B5EF4-FFF2-40B4-BE49-F238E27FC236}">
                      <a16:creationId xmlns:a16="http://schemas.microsoft.com/office/drawing/2014/main" id="{95FE2CB3-64C6-CF3C-F8E5-B2C23567521A}"/>
                    </a:ext>
                  </a:extLst>
                </p:cNvPr>
                <p:cNvSpPr/>
                <p:nvPr/>
              </p:nvSpPr>
              <p:spPr>
                <a:xfrm>
                  <a:off x="7090329" y="3338014"/>
                  <a:ext cx="353556" cy="543931"/>
                </a:xfrm>
                <a:custGeom>
                  <a:avLst/>
                  <a:gdLst>
                    <a:gd name="connsiteX0" fmla="*/ 311107 w 353555"/>
                    <a:gd name="connsiteY0" fmla="*/ 433663 h 543931"/>
                    <a:gd name="connsiteX1" fmla="*/ 215919 w 353555"/>
                    <a:gd name="connsiteY1" fmla="*/ 501654 h 543931"/>
                    <a:gd name="connsiteX2" fmla="*/ 98973 w 353555"/>
                    <a:gd name="connsiteY2" fmla="*/ 392868 h 543931"/>
                    <a:gd name="connsiteX3" fmla="*/ 98973 w 353555"/>
                    <a:gd name="connsiteY3" fmla="*/ 221530 h 543931"/>
                    <a:gd name="connsiteX4" fmla="*/ 82655 w 353555"/>
                    <a:gd name="connsiteY4" fmla="*/ 221530 h 543931"/>
                    <a:gd name="connsiteX5" fmla="*/ 58178 w 353555"/>
                    <a:gd name="connsiteY5" fmla="*/ 191614 h 543931"/>
                    <a:gd name="connsiteX6" fmla="*/ 85375 w 353555"/>
                    <a:gd name="connsiteY6" fmla="*/ 164417 h 543931"/>
                    <a:gd name="connsiteX7" fmla="*/ 101693 w 353555"/>
                    <a:gd name="connsiteY7" fmla="*/ 164417 h 543931"/>
                    <a:gd name="connsiteX8" fmla="*/ 101693 w 353555"/>
                    <a:gd name="connsiteY8" fmla="*/ 118183 h 543931"/>
                    <a:gd name="connsiteX9" fmla="*/ 166965 w 353555"/>
                    <a:gd name="connsiteY9" fmla="*/ 58350 h 543931"/>
                    <a:gd name="connsiteX10" fmla="*/ 229517 w 353555"/>
                    <a:gd name="connsiteY10" fmla="*/ 118183 h 543931"/>
                    <a:gd name="connsiteX11" fmla="*/ 229517 w 353555"/>
                    <a:gd name="connsiteY11" fmla="*/ 118183 h 543931"/>
                    <a:gd name="connsiteX12" fmla="*/ 229517 w 353555"/>
                    <a:gd name="connsiteY12" fmla="*/ 164417 h 543931"/>
                    <a:gd name="connsiteX13" fmla="*/ 283910 w 353555"/>
                    <a:gd name="connsiteY13" fmla="*/ 164417 h 543931"/>
                    <a:gd name="connsiteX14" fmla="*/ 308387 w 353555"/>
                    <a:gd name="connsiteY14" fmla="*/ 194333 h 543931"/>
                    <a:gd name="connsiteX15" fmla="*/ 281190 w 353555"/>
                    <a:gd name="connsiteY15" fmla="*/ 221530 h 543931"/>
                    <a:gd name="connsiteX16" fmla="*/ 229517 w 353555"/>
                    <a:gd name="connsiteY16" fmla="*/ 221530 h 543931"/>
                    <a:gd name="connsiteX17" fmla="*/ 229517 w 353555"/>
                    <a:gd name="connsiteY17" fmla="*/ 365671 h 543931"/>
                    <a:gd name="connsiteX18" fmla="*/ 311107 w 353555"/>
                    <a:gd name="connsiteY18" fmla="*/ 433663 h 5439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353555" h="543931">
                      <a:moveTo>
                        <a:pt x="311107" y="433663"/>
                      </a:moveTo>
                      <a:cubicBezTo>
                        <a:pt x="311107" y="433663"/>
                        <a:pt x="278471" y="501654"/>
                        <a:pt x="215919" y="501654"/>
                      </a:cubicBezTo>
                      <a:cubicBezTo>
                        <a:pt x="164245" y="501654"/>
                        <a:pt x="101693" y="458140"/>
                        <a:pt x="98973" y="392868"/>
                      </a:cubicBezTo>
                      <a:cubicBezTo>
                        <a:pt x="98973" y="392868"/>
                        <a:pt x="98973" y="297680"/>
                        <a:pt x="98973" y="221530"/>
                      </a:cubicBezTo>
                      <a:lnTo>
                        <a:pt x="82655" y="221530"/>
                      </a:lnTo>
                      <a:cubicBezTo>
                        <a:pt x="74496" y="221530"/>
                        <a:pt x="58178" y="216090"/>
                        <a:pt x="58178" y="191614"/>
                      </a:cubicBezTo>
                      <a:cubicBezTo>
                        <a:pt x="58178" y="167137"/>
                        <a:pt x="77216" y="164417"/>
                        <a:pt x="85375" y="164417"/>
                      </a:cubicBezTo>
                      <a:lnTo>
                        <a:pt x="101693" y="164417"/>
                      </a:lnTo>
                      <a:cubicBezTo>
                        <a:pt x="101693" y="137220"/>
                        <a:pt x="101693" y="118183"/>
                        <a:pt x="101693" y="118183"/>
                      </a:cubicBezTo>
                      <a:cubicBezTo>
                        <a:pt x="104412" y="85547"/>
                        <a:pt x="134329" y="55631"/>
                        <a:pt x="166965" y="58350"/>
                      </a:cubicBezTo>
                      <a:cubicBezTo>
                        <a:pt x="196881" y="61070"/>
                        <a:pt x="229517" y="85547"/>
                        <a:pt x="229517" y="118183"/>
                      </a:cubicBezTo>
                      <a:lnTo>
                        <a:pt x="229517" y="118183"/>
                      </a:lnTo>
                      <a:lnTo>
                        <a:pt x="229517" y="164417"/>
                      </a:lnTo>
                      <a:lnTo>
                        <a:pt x="283910" y="164417"/>
                      </a:lnTo>
                      <a:cubicBezTo>
                        <a:pt x="292069" y="164417"/>
                        <a:pt x="308387" y="169856"/>
                        <a:pt x="308387" y="194333"/>
                      </a:cubicBezTo>
                      <a:cubicBezTo>
                        <a:pt x="308387" y="218810"/>
                        <a:pt x="292069" y="221530"/>
                        <a:pt x="281190" y="221530"/>
                      </a:cubicBezTo>
                      <a:lnTo>
                        <a:pt x="229517" y="221530"/>
                      </a:lnTo>
                      <a:lnTo>
                        <a:pt x="229517" y="365671"/>
                      </a:lnTo>
                      <a:cubicBezTo>
                        <a:pt x="229517" y="409186"/>
                        <a:pt x="270312" y="433663"/>
                        <a:pt x="311107" y="433663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38" name="Freeform: Shape 37">
                  <a:extLst>
                    <a:ext uri="{FF2B5EF4-FFF2-40B4-BE49-F238E27FC236}">
                      <a16:creationId xmlns:a16="http://schemas.microsoft.com/office/drawing/2014/main" id="{419217F1-8121-9D04-BD58-D607499234E7}"/>
                    </a:ext>
                  </a:extLst>
                </p:cNvPr>
                <p:cNvSpPr/>
                <p:nvPr/>
              </p:nvSpPr>
              <p:spPr>
                <a:xfrm>
                  <a:off x="2080719" y="4178559"/>
                  <a:ext cx="462342" cy="788700"/>
                </a:xfrm>
                <a:custGeom>
                  <a:avLst/>
                  <a:gdLst>
                    <a:gd name="connsiteX0" fmla="*/ 403575 w 462341"/>
                    <a:gd name="connsiteY0" fmla="*/ 583072 h 788699"/>
                    <a:gd name="connsiteX1" fmla="*/ 406295 w 462341"/>
                    <a:gd name="connsiteY1" fmla="*/ 596670 h 788699"/>
                    <a:gd name="connsiteX2" fmla="*/ 400855 w 462341"/>
                    <a:gd name="connsiteY2" fmla="*/ 610268 h 788699"/>
                    <a:gd name="connsiteX3" fmla="*/ 389977 w 462341"/>
                    <a:gd name="connsiteY3" fmla="*/ 626586 h 788699"/>
                    <a:gd name="connsiteX4" fmla="*/ 354621 w 462341"/>
                    <a:gd name="connsiteY4" fmla="*/ 675540 h 788699"/>
                    <a:gd name="connsiteX5" fmla="*/ 327424 w 462341"/>
                    <a:gd name="connsiteY5" fmla="*/ 691858 h 788699"/>
                    <a:gd name="connsiteX6" fmla="*/ 292069 w 462341"/>
                    <a:gd name="connsiteY6" fmla="*/ 713615 h 788699"/>
                    <a:gd name="connsiteX7" fmla="*/ 251274 w 462341"/>
                    <a:gd name="connsiteY7" fmla="*/ 724494 h 788699"/>
                    <a:gd name="connsiteX8" fmla="*/ 221358 w 462341"/>
                    <a:gd name="connsiteY8" fmla="*/ 721774 h 788699"/>
                    <a:gd name="connsiteX9" fmla="*/ 191442 w 462341"/>
                    <a:gd name="connsiteY9" fmla="*/ 721774 h 788699"/>
                    <a:gd name="connsiteX10" fmla="*/ 153366 w 462341"/>
                    <a:gd name="connsiteY10" fmla="*/ 713615 h 788699"/>
                    <a:gd name="connsiteX11" fmla="*/ 104412 w 462341"/>
                    <a:gd name="connsiteY11" fmla="*/ 675540 h 788699"/>
                    <a:gd name="connsiteX12" fmla="*/ 104412 w 462341"/>
                    <a:gd name="connsiteY12" fmla="*/ 689138 h 788699"/>
                    <a:gd name="connsiteX13" fmla="*/ 101693 w 462341"/>
                    <a:gd name="connsiteY13" fmla="*/ 710895 h 788699"/>
                    <a:gd name="connsiteX14" fmla="*/ 85375 w 462341"/>
                    <a:gd name="connsiteY14" fmla="*/ 732653 h 788699"/>
                    <a:gd name="connsiteX15" fmla="*/ 69057 w 462341"/>
                    <a:gd name="connsiteY15" fmla="*/ 727214 h 788699"/>
                    <a:gd name="connsiteX16" fmla="*/ 60898 w 462341"/>
                    <a:gd name="connsiteY16" fmla="*/ 710895 h 788699"/>
                    <a:gd name="connsiteX17" fmla="*/ 58178 w 462341"/>
                    <a:gd name="connsiteY17" fmla="*/ 691858 h 788699"/>
                    <a:gd name="connsiteX18" fmla="*/ 60898 w 462341"/>
                    <a:gd name="connsiteY18" fmla="*/ 664661 h 788699"/>
                    <a:gd name="connsiteX19" fmla="*/ 60898 w 462341"/>
                    <a:gd name="connsiteY19" fmla="*/ 607549 h 788699"/>
                    <a:gd name="connsiteX20" fmla="*/ 63618 w 462341"/>
                    <a:gd name="connsiteY20" fmla="*/ 528679 h 788699"/>
                    <a:gd name="connsiteX21" fmla="*/ 69057 w 462341"/>
                    <a:gd name="connsiteY21" fmla="*/ 504202 h 788699"/>
                    <a:gd name="connsiteX22" fmla="*/ 74496 w 462341"/>
                    <a:gd name="connsiteY22" fmla="*/ 493323 h 788699"/>
                    <a:gd name="connsiteX23" fmla="*/ 82655 w 462341"/>
                    <a:gd name="connsiteY23" fmla="*/ 487884 h 788699"/>
                    <a:gd name="connsiteX24" fmla="*/ 90814 w 462341"/>
                    <a:gd name="connsiteY24" fmla="*/ 493323 h 788699"/>
                    <a:gd name="connsiteX25" fmla="*/ 98973 w 462341"/>
                    <a:gd name="connsiteY25" fmla="*/ 512361 h 788699"/>
                    <a:gd name="connsiteX26" fmla="*/ 101693 w 462341"/>
                    <a:gd name="connsiteY26" fmla="*/ 555875 h 788699"/>
                    <a:gd name="connsiteX27" fmla="*/ 101693 w 462341"/>
                    <a:gd name="connsiteY27" fmla="*/ 596670 h 788699"/>
                    <a:gd name="connsiteX28" fmla="*/ 109852 w 462341"/>
                    <a:gd name="connsiteY28" fmla="*/ 626586 h 788699"/>
                    <a:gd name="connsiteX29" fmla="*/ 128889 w 462341"/>
                    <a:gd name="connsiteY29" fmla="*/ 651063 h 788699"/>
                    <a:gd name="connsiteX30" fmla="*/ 153366 w 462341"/>
                    <a:gd name="connsiteY30" fmla="*/ 670101 h 788699"/>
                    <a:gd name="connsiteX31" fmla="*/ 196881 w 462341"/>
                    <a:gd name="connsiteY31" fmla="*/ 678260 h 788699"/>
                    <a:gd name="connsiteX32" fmla="*/ 221358 w 462341"/>
                    <a:gd name="connsiteY32" fmla="*/ 667381 h 788699"/>
                    <a:gd name="connsiteX33" fmla="*/ 253994 w 462341"/>
                    <a:gd name="connsiteY33" fmla="*/ 659222 h 788699"/>
                    <a:gd name="connsiteX34" fmla="*/ 275751 w 462341"/>
                    <a:gd name="connsiteY34" fmla="*/ 637465 h 788699"/>
                    <a:gd name="connsiteX35" fmla="*/ 281190 w 462341"/>
                    <a:gd name="connsiteY35" fmla="*/ 615708 h 788699"/>
                    <a:gd name="connsiteX36" fmla="*/ 278471 w 462341"/>
                    <a:gd name="connsiteY36" fmla="*/ 602109 h 788699"/>
                    <a:gd name="connsiteX37" fmla="*/ 262153 w 462341"/>
                    <a:gd name="connsiteY37" fmla="*/ 572193 h 788699"/>
                    <a:gd name="connsiteX38" fmla="*/ 245835 w 462341"/>
                    <a:gd name="connsiteY38" fmla="*/ 536838 h 788699"/>
                    <a:gd name="connsiteX39" fmla="*/ 196881 w 462341"/>
                    <a:gd name="connsiteY39" fmla="*/ 477005 h 788699"/>
                    <a:gd name="connsiteX40" fmla="*/ 145207 w 462341"/>
                    <a:gd name="connsiteY40" fmla="*/ 419892 h 788699"/>
                    <a:gd name="connsiteX41" fmla="*/ 93534 w 462341"/>
                    <a:gd name="connsiteY41" fmla="*/ 357340 h 788699"/>
                    <a:gd name="connsiteX42" fmla="*/ 66337 w 462341"/>
                    <a:gd name="connsiteY42" fmla="*/ 283910 h 788699"/>
                    <a:gd name="connsiteX43" fmla="*/ 58178 w 462341"/>
                    <a:gd name="connsiteY43" fmla="*/ 224077 h 788699"/>
                    <a:gd name="connsiteX44" fmla="*/ 82655 w 462341"/>
                    <a:gd name="connsiteY44" fmla="*/ 150647 h 788699"/>
                    <a:gd name="connsiteX45" fmla="*/ 137048 w 462341"/>
                    <a:gd name="connsiteY45" fmla="*/ 96253 h 788699"/>
                    <a:gd name="connsiteX46" fmla="*/ 196881 w 462341"/>
                    <a:gd name="connsiteY46" fmla="*/ 77216 h 788699"/>
                    <a:gd name="connsiteX47" fmla="*/ 232236 w 462341"/>
                    <a:gd name="connsiteY47" fmla="*/ 69057 h 788699"/>
                    <a:gd name="connsiteX48" fmla="*/ 262153 w 462341"/>
                    <a:gd name="connsiteY48" fmla="*/ 74496 h 788699"/>
                    <a:gd name="connsiteX49" fmla="*/ 294789 w 462341"/>
                    <a:gd name="connsiteY49" fmla="*/ 85375 h 788699"/>
                    <a:gd name="connsiteX50" fmla="*/ 327424 w 462341"/>
                    <a:gd name="connsiteY50" fmla="*/ 104412 h 788699"/>
                    <a:gd name="connsiteX51" fmla="*/ 332864 w 462341"/>
                    <a:gd name="connsiteY51" fmla="*/ 74496 h 788699"/>
                    <a:gd name="connsiteX52" fmla="*/ 338303 w 462341"/>
                    <a:gd name="connsiteY52" fmla="*/ 63618 h 788699"/>
                    <a:gd name="connsiteX53" fmla="*/ 349182 w 462341"/>
                    <a:gd name="connsiteY53" fmla="*/ 58178 h 788699"/>
                    <a:gd name="connsiteX54" fmla="*/ 357341 w 462341"/>
                    <a:gd name="connsiteY54" fmla="*/ 63618 h 788699"/>
                    <a:gd name="connsiteX55" fmla="*/ 365500 w 462341"/>
                    <a:gd name="connsiteY55" fmla="*/ 82655 h 788699"/>
                    <a:gd name="connsiteX56" fmla="*/ 368219 w 462341"/>
                    <a:gd name="connsiteY56" fmla="*/ 142488 h 788699"/>
                    <a:gd name="connsiteX57" fmla="*/ 368219 w 462341"/>
                    <a:gd name="connsiteY57" fmla="*/ 188722 h 788699"/>
                    <a:gd name="connsiteX58" fmla="*/ 370939 w 462341"/>
                    <a:gd name="connsiteY58" fmla="*/ 245834 h 788699"/>
                    <a:gd name="connsiteX59" fmla="*/ 354621 w 462341"/>
                    <a:gd name="connsiteY59" fmla="*/ 286629 h 788699"/>
                    <a:gd name="connsiteX60" fmla="*/ 338303 w 462341"/>
                    <a:gd name="connsiteY60" fmla="*/ 281190 h 788699"/>
                    <a:gd name="connsiteX61" fmla="*/ 330144 w 462341"/>
                    <a:gd name="connsiteY61" fmla="*/ 264872 h 788699"/>
                    <a:gd name="connsiteX62" fmla="*/ 327424 w 462341"/>
                    <a:gd name="connsiteY62" fmla="*/ 248554 h 788699"/>
                    <a:gd name="connsiteX63" fmla="*/ 330144 w 462341"/>
                    <a:gd name="connsiteY63" fmla="*/ 221357 h 788699"/>
                    <a:gd name="connsiteX64" fmla="*/ 330144 w 462341"/>
                    <a:gd name="connsiteY64" fmla="*/ 188722 h 788699"/>
                    <a:gd name="connsiteX65" fmla="*/ 327424 w 462341"/>
                    <a:gd name="connsiteY65" fmla="*/ 164245 h 788699"/>
                    <a:gd name="connsiteX66" fmla="*/ 311107 w 462341"/>
                    <a:gd name="connsiteY66" fmla="*/ 134329 h 788699"/>
                    <a:gd name="connsiteX67" fmla="*/ 283910 w 462341"/>
                    <a:gd name="connsiteY67" fmla="*/ 118011 h 788699"/>
                    <a:gd name="connsiteX68" fmla="*/ 251274 w 462341"/>
                    <a:gd name="connsiteY68" fmla="*/ 112571 h 788699"/>
                    <a:gd name="connsiteX69" fmla="*/ 215918 w 462341"/>
                    <a:gd name="connsiteY69" fmla="*/ 123450 h 788699"/>
                    <a:gd name="connsiteX70" fmla="*/ 202320 w 462341"/>
                    <a:gd name="connsiteY70" fmla="*/ 147927 h 788699"/>
                    <a:gd name="connsiteX71" fmla="*/ 188722 w 462341"/>
                    <a:gd name="connsiteY71" fmla="*/ 180563 h 788699"/>
                    <a:gd name="connsiteX72" fmla="*/ 183283 w 462341"/>
                    <a:gd name="connsiteY72" fmla="*/ 210479 h 788699"/>
                    <a:gd name="connsiteX73" fmla="*/ 188722 w 462341"/>
                    <a:gd name="connsiteY73" fmla="*/ 226797 h 788699"/>
                    <a:gd name="connsiteX74" fmla="*/ 188722 w 462341"/>
                    <a:gd name="connsiteY74" fmla="*/ 248554 h 788699"/>
                    <a:gd name="connsiteX75" fmla="*/ 210479 w 462341"/>
                    <a:gd name="connsiteY75" fmla="*/ 273031 h 788699"/>
                    <a:gd name="connsiteX76" fmla="*/ 226797 w 462341"/>
                    <a:gd name="connsiteY76" fmla="*/ 300228 h 788699"/>
                    <a:gd name="connsiteX77" fmla="*/ 256713 w 462341"/>
                    <a:gd name="connsiteY77" fmla="*/ 332864 h 788699"/>
                    <a:gd name="connsiteX78" fmla="*/ 275751 w 462341"/>
                    <a:gd name="connsiteY78" fmla="*/ 351901 h 788699"/>
                    <a:gd name="connsiteX79" fmla="*/ 324705 w 462341"/>
                    <a:gd name="connsiteY79" fmla="*/ 400855 h 788699"/>
                    <a:gd name="connsiteX80" fmla="*/ 343742 w 462341"/>
                    <a:gd name="connsiteY80" fmla="*/ 428051 h 788699"/>
                    <a:gd name="connsiteX81" fmla="*/ 351901 w 462341"/>
                    <a:gd name="connsiteY81" fmla="*/ 433491 h 788699"/>
                    <a:gd name="connsiteX82" fmla="*/ 360060 w 462341"/>
                    <a:gd name="connsiteY82" fmla="*/ 447089 h 788699"/>
                    <a:gd name="connsiteX83" fmla="*/ 384537 w 462341"/>
                    <a:gd name="connsiteY83" fmla="*/ 474286 h 788699"/>
                    <a:gd name="connsiteX84" fmla="*/ 395416 w 462341"/>
                    <a:gd name="connsiteY84" fmla="*/ 506921 h 788699"/>
                    <a:gd name="connsiteX85" fmla="*/ 406295 w 462341"/>
                    <a:gd name="connsiteY85" fmla="*/ 536838 h 788699"/>
                    <a:gd name="connsiteX86" fmla="*/ 409014 w 462341"/>
                    <a:gd name="connsiteY86" fmla="*/ 547716 h 788699"/>
                    <a:gd name="connsiteX87" fmla="*/ 406295 w 462341"/>
                    <a:gd name="connsiteY87" fmla="*/ 569473 h 788699"/>
                    <a:gd name="connsiteX88" fmla="*/ 403575 w 462341"/>
                    <a:gd name="connsiteY88" fmla="*/ 583072 h 788699"/>
                    <a:gd name="connsiteX89" fmla="*/ 403575 w 462341"/>
                    <a:gd name="connsiteY89" fmla="*/ 583072 h 788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</a:cxnLst>
                  <a:rect l="l" t="t" r="r" b="b"/>
                  <a:pathLst>
                    <a:path w="462341" h="788699">
                      <a:moveTo>
                        <a:pt x="403575" y="583072"/>
                      </a:moveTo>
                      <a:cubicBezTo>
                        <a:pt x="403575" y="588511"/>
                        <a:pt x="406295" y="591231"/>
                        <a:pt x="406295" y="596670"/>
                      </a:cubicBezTo>
                      <a:cubicBezTo>
                        <a:pt x="406295" y="602109"/>
                        <a:pt x="403575" y="604829"/>
                        <a:pt x="400855" y="610268"/>
                      </a:cubicBezTo>
                      <a:cubicBezTo>
                        <a:pt x="398136" y="615708"/>
                        <a:pt x="392696" y="621147"/>
                        <a:pt x="389977" y="626586"/>
                      </a:cubicBezTo>
                      <a:cubicBezTo>
                        <a:pt x="381818" y="645624"/>
                        <a:pt x="368219" y="661942"/>
                        <a:pt x="354621" y="675540"/>
                      </a:cubicBezTo>
                      <a:cubicBezTo>
                        <a:pt x="346462" y="683699"/>
                        <a:pt x="338303" y="686419"/>
                        <a:pt x="327424" y="691858"/>
                      </a:cubicBezTo>
                      <a:cubicBezTo>
                        <a:pt x="316546" y="700017"/>
                        <a:pt x="302948" y="708176"/>
                        <a:pt x="292069" y="713615"/>
                      </a:cubicBezTo>
                      <a:cubicBezTo>
                        <a:pt x="281190" y="719054"/>
                        <a:pt x="264872" y="724494"/>
                        <a:pt x="251274" y="724494"/>
                      </a:cubicBezTo>
                      <a:cubicBezTo>
                        <a:pt x="240395" y="724494"/>
                        <a:pt x="229517" y="721774"/>
                        <a:pt x="221358" y="721774"/>
                      </a:cubicBezTo>
                      <a:cubicBezTo>
                        <a:pt x="213199" y="721774"/>
                        <a:pt x="202320" y="721774"/>
                        <a:pt x="191442" y="721774"/>
                      </a:cubicBezTo>
                      <a:cubicBezTo>
                        <a:pt x="172404" y="721774"/>
                        <a:pt x="172404" y="721774"/>
                        <a:pt x="153366" y="713615"/>
                      </a:cubicBezTo>
                      <a:cubicBezTo>
                        <a:pt x="134329" y="708176"/>
                        <a:pt x="118011" y="691858"/>
                        <a:pt x="104412" y="675540"/>
                      </a:cubicBezTo>
                      <a:cubicBezTo>
                        <a:pt x="104412" y="678260"/>
                        <a:pt x="104412" y="680979"/>
                        <a:pt x="104412" y="689138"/>
                      </a:cubicBezTo>
                      <a:cubicBezTo>
                        <a:pt x="104412" y="694578"/>
                        <a:pt x="104412" y="702737"/>
                        <a:pt x="101693" y="710895"/>
                      </a:cubicBezTo>
                      <a:cubicBezTo>
                        <a:pt x="101693" y="721774"/>
                        <a:pt x="96253" y="732653"/>
                        <a:pt x="85375" y="732653"/>
                      </a:cubicBezTo>
                      <a:cubicBezTo>
                        <a:pt x="77216" y="732653"/>
                        <a:pt x="74496" y="729933"/>
                        <a:pt x="69057" y="727214"/>
                      </a:cubicBezTo>
                      <a:cubicBezTo>
                        <a:pt x="63618" y="724494"/>
                        <a:pt x="60898" y="716335"/>
                        <a:pt x="60898" y="710895"/>
                      </a:cubicBezTo>
                      <a:cubicBezTo>
                        <a:pt x="58178" y="702737"/>
                        <a:pt x="58178" y="697297"/>
                        <a:pt x="58178" y="691858"/>
                      </a:cubicBezTo>
                      <a:cubicBezTo>
                        <a:pt x="58178" y="683699"/>
                        <a:pt x="60898" y="678260"/>
                        <a:pt x="60898" y="664661"/>
                      </a:cubicBezTo>
                      <a:cubicBezTo>
                        <a:pt x="60898" y="656502"/>
                        <a:pt x="60898" y="632026"/>
                        <a:pt x="60898" y="607549"/>
                      </a:cubicBezTo>
                      <a:cubicBezTo>
                        <a:pt x="60898" y="574913"/>
                        <a:pt x="60898" y="542277"/>
                        <a:pt x="63618" y="528679"/>
                      </a:cubicBezTo>
                      <a:cubicBezTo>
                        <a:pt x="63618" y="520520"/>
                        <a:pt x="63618" y="509641"/>
                        <a:pt x="69057" y="504202"/>
                      </a:cubicBezTo>
                      <a:cubicBezTo>
                        <a:pt x="71777" y="501482"/>
                        <a:pt x="71777" y="498762"/>
                        <a:pt x="74496" y="493323"/>
                      </a:cubicBezTo>
                      <a:cubicBezTo>
                        <a:pt x="77216" y="490603"/>
                        <a:pt x="79936" y="487884"/>
                        <a:pt x="82655" y="487884"/>
                      </a:cubicBezTo>
                      <a:cubicBezTo>
                        <a:pt x="85375" y="487884"/>
                        <a:pt x="90814" y="490603"/>
                        <a:pt x="90814" y="493323"/>
                      </a:cubicBezTo>
                      <a:cubicBezTo>
                        <a:pt x="93534" y="498762"/>
                        <a:pt x="98973" y="506921"/>
                        <a:pt x="98973" y="512361"/>
                      </a:cubicBezTo>
                      <a:cubicBezTo>
                        <a:pt x="98973" y="520520"/>
                        <a:pt x="101693" y="536838"/>
                        <a:pt x="101693" y="555875"/>
                      </a:cubicBezTo>
                      <a:cubicBezTo>
                        <a:pt x="101693" y="569473"/>
                        <a:pt x="101693" y="583072"/>
                        <a:pt x="101693" y="596670"/>
                      </a:cubicBezTo>
                      <a:cubicBezTo>
                        <a:pt x="101693" y="607549"/>
                        <a:pt x="104412" y="618427"/>
                        <a:pt x="109852" y="626586"/>
                      </a:cubicBezTo>
                      <a:cubicBezTo>
                        <a:pt x="115291" y="637465"/>
                        <a:pt x="123450" y="642904"/>
                        <a:pt x="128889" y="651063"/>
                      </a:cubicBezTo>
                      <a:cubicBezTo>
                        <a:pt x="137048" y="661942"/>
                        <a:pt x="139768" y="667381"/>
                        <a:pt x="153366" y="670101"/>
                      </a:cubicBezTo>
                      <a:cubicBezTo>
                        <a:pt x="161525" y="670101"/>
                        <a:pt x="183283" y="678260"/>
                        <a:pt x="196881" y="678260"/>
                      </a:cubicBezTo>
                      <a:cubicBezTo>
                        <a:pt x="207759" y="678260"/>
                        <a:pt x="210479" y="672820"/>
                        <a:pt x="221358" y="667381"/>
                      </a:cubicBezTo>
                      <a:cubicBezTo>
                        <a:pt x="232236" y="661942"/>
                        <a:pt x="245835" y="664661"/>
                        <a:pt x="253994" y="659222"/>
                      </a:cubicBezTo>
                      <a:cubicBezTo>
                        <a:pt x="262153" y="653783"/>
                        <a:pt x="273031" y="645624"/>
                        <a:pt x="275751" y="637465"/>
                      </a:cubicBezTo>
                      <a:cubicBezTo>
                        <a:pt x="281190" y="629306"/>
                        <a:pt x="281190" y="621147"/>
                        <a:pt x="281190" y="615708"/>
                      </a:cubicBezTo>
                      <a:cubicBezTo>
                        <a:pt x="281190" y="610268"/>
                        <a:pt x="281190" y="607549"/>
                        <a:pt x="278471" y="602109"/>
                      </a:cubicBezTo>
                      <a:cubicBezTo>
                        <a:pt x="275751" y="591231"/>
                        <a:pt x="267592" y="583072"/>
                        <a:pt x="262153" y="572193"/>
                      </a:cubicBezTo>
                      <a:cubicBezTo>
                        <a:pt x="256713" y="561314"/>
                        <a:pt x="253994" y="547716"/>
                        <a:pt x="245835" y="536838"/>
                      </a:cubicBezTo>
                      <a:cubicBezTo>
                        <a:pt x="232236" y="515080"/>
                        <a:pt x="213199" y="498762"/>
                        <a:pt x="196881" y="477005"/>
                      </a:cubicBezTo>
                      <a:cubicBezTo>
                        <a:pt x="180563" y="457968"/>
                        <a:pt x="164245" y="438930"/>
                        <a:pt x="145207" y="419892"/>
                      </a:cubicBezTo>
                      <a:cubicBezTo>
                        <a:pt x="126170" y="400855"/>
                        <a:pt x="109852" y="379098"/>
                        <a:pt x="93534" y="357340"/>
                      </a:cubicBezTo>
                      <a:cubicBezTo>
                        <a:pt x="77216" y="335583"/>
                        <a:pt x="71777" y="308387"/>
                        <a:pt x="66337" y="283910"/>
                      </a:cubicBezTo>
                      <a:cubicBezTo>
                        <a:pt x="63618" y="267592"/>
                        <a:pt x="58178" y="245834"/>
                        <a:pt x="58178" y="224077"/>
                      </a:cubicBezTo>
                      <a:cubicBezTo>
                        <a:pt x="58178" y="194161"/>
                        <a:pt x="69057" y="175123"/>
                        <a:pt x="82655" y="150647"/>
                      </a:cubicBezTo>
                      <a:cubicBezTo>
                        <a:pt x="96253" y="128889"/>
                        <a:pt x="115291" y="109852"/>
                        <a:pt x="137048" y="96253"/>
                      </a:cubicBezTo>
                      <a:cubicBezTo>
                        <a:pt x="158806" y="82655"/>
                        <a:pt x="172404" y="79936"/>
                        <a:pt x="196881" y="77216"/>
                      </a:cubicBezTo>
                      <a:cubicBezTo>
                        <a:pt x="210479" y="77216"/>
                        <a:pt x="215918" y="69057"/>
                        <a:pt x="232236" y="69057"/>
                      </a:cubicBezTo>
                      <a:cubicBezTo>
                        <a:pt x="243115" y="69057"/>
                        <a:pt x="251274" y="71776"/>
                        <a:pt x="262153" y="74496"/>
                      </a:cubicBezTo>
                      <a:cubicBezTo>
                        <a:pt x="273031" y="77216"/>
                        <a:pt x="283910" y="82655"/>
                        <a:pt x="294789" y="85375"/>
                      </a:cubicBezTo>
                      <a:cubicBezTo>
                        <a:pt x="308387" y="90814"/>
                        <a:pt x="319265" y="96253"/>
                        <a:pt x="327424" y="104412"/>
                      </a:cubicBezTo>
                      <a:cubicBezTo>
                        <a:pt x="327424" y="90814"/>
                        <a:pt x="327424" y="79936"/>
                        <a:pt x="332864" y="74496"/>
                      </a:cubicBezTo>
                      <a:cubicBezTo>
                        <a:pt x="335583" y="71776"/>
                        <a:pt x="335583" y="69057"/>
                        <a:pt x="338303" y="63618"/>
                      </a:cubicBezTo>
                      <a:cubicBezTo>
                        <a:pt x="341023" y="60898"/>
                        <a:pt x="346462" y="58178"/>
                        <a:pt x="349182" y="58178"/>
                      </a:cubicBezTo>
                      <a:cubicBezTo>
                        <a:pt x="351901" y="58178"/>
                        <a:pt x="357341" y="60898"/>
                        <a:pt x="357341" y="63618"/>
                      </a:cubicBezTo>
                      <a:cubicBezTo>
                        <a:pt x="360060" y="69057"/>
                        <a:pt x="365500" y="77216"/>
                        <a:pt x="365500" y="82655"/>
                      </a:cubicBezTo>
                      <a:cubicBezTo>
                        <a:pt x="365500" y="90814"/>
                        <a:pt x="368219" y="123450"/>
                        <a:pt x="368219" y="142488"/>
                      </a:cubicBezTo>
                      <a:cubicBezTo>
                        <a:pt x="368219" y="158806"/>
                        <a:pt x="368219" y="177843"/>
                        <a:pt x="368219" y="188722"/>
                      </a:cubicBezTo>
                      <a:cubicBezTo>
                        <a:pt x="368219" y="213199"/>
                        <a:pt x="370939" y="224077"/>
                        <a:pt x="370939" y="245834"/>
                      </a:cubicBezTo>
                      <a:cubicBezTo>
                        <a:pt x="370939" y="256713"/>
                        <a:pt x="370939" y="286629"/>
                        <a:pt x="354621" y="286629"/>
                      </a:cubicBezTo>
                      <a:cubicBezTo>
                        <a:pt x="346462" y="286629"/>
                        <a:pt x="343742" y="283910"/>
                        <a:pt x="338303" y="281190"/>
                      </a:cubicBezTo>
                      <a:cubicBezTo>
                        <a:pt x="332864" y="278470"/>
                        <a:pt x="330144" y="270311"/>
                        <a:pt x="330144" y="264872"/>
                      </a:cubicBezTo>
                      <a:cubicBezTo>
                        <a:pt x="327424" y="256713"/>
                        <a:pt x="327424" y="251274"/>
                        <a:pt x="327424" y="248554"/>
                      </a:cubicBezTo>
                      <a:cubicBezTo>
                        <a:pt x="327424" y="240395"/>
                        <a:pt x="330144" y="234956"/>
                        <a:pt x="330144" y="221357"/>
                      </a:cubicBezTo>
                      <a:cubicBezTo>
                        <a:pt x="330144" y="213199"/>
                        <a:pt x="330144" y="202320"/>
                        <a:pt x="330144" y="188722"/>
                      </a:cubicBezTo>
                      <a:cubicBezTo>
                        <a:pt x="330144" y="180563"/>
                        <a:pt x="327424" y="172404"/>
                        <a:pt x="327424" y="164245"/>
                      </a:cubicBezTo>
                      <a:cubicBezTo>
                        <a:pt x="324705" y="153366"/>
                        <a:pt x="319265" y="142488"/>
                        <a:pt x="311107" y="134329"/>
                      </a:cubicBezTo>
                      <a:cubicBezTo>
                        <a:pt x="302948" y="126170"/>
                        <a:pt x="294789" y="120730"/>
                        <a:pt x="283910" y="118011"/>
                      </a:cubicBezTo>
                      <a:cubicBezTo>
                        <a:pt x="275751" y="115291"/>
                        <a:pt x="262153" y="112571"/>
                        <a:pt x="251274" y="112571"/>
                      </a:cubicBezTo>
                      <a:cubicBezTo>
                        <a:pt x="237676" y="112571"/>
                        <a:pt x="224077" y="115291"/>
                        <a:pt x="215918" y="123450"/>
                      </a:cubicBezTo>
                      <a:cubicBezTo>
                        <a:pt x="207759" y="128889"/>
                        <a:pt x="205040" y="139768"/>
                        <a:pt x="202320" y="147927"/>
                      </a:cubicBezTo>
                      <a:cubicBezTo>
                        <a:pt x="196881" y="158806"/>
                        <a:pt x="191442" y="166964"/>
                        <a:pt x="188722" y="180563"/>
                      </a:cubicBezTo>
                      <a:cubicBezTo>
                        <a:pt x="186002" y="191441"/>
                        <a:pt x="183283" y="199600"/>
                        <a:pt x="183283" y="210479"/>
                      </a:cubicBezTo>
                      <a:cubicBezTo>
                        <a:pt x="183283" y="215918"/>
                        <a:pt x="186002" y="221357"/>
                        <a:pt x="188722" y="226797"/>
                      </a:cubicBezTo>
                      <a:cubicBezTo>
                        <a:pt x="191442" y="234956"/>
                        <a:pt x="188722" y="243115"/>
                        <a:pt x="188722" y="248554"/>
                      </a:cubicBezTo>
                      <a:cubicBezTo>
                        <a:pt x="191442" y="259433"/>
                        <a:pt x="202320" y="264872"/>
                        <a:pt x="210479" y="273031"/>
                      </a:cubicBezTo>
                      <a:cubicBezTo>
                        <a:pt x="218638" y="281190"/>
                        <a:pt x="221358" y="292069"/>
                        <a:pt x="226797" y="300228"/>
                      </a:cubicBezTo>
                      <a:cubicBezTo>
                        <a:pt x="234956" y="311106"/>
                        <a:pt x="245835" y="321985"/>
                        <a:pt x="256713" y="332864"/>
                      </a:cubicBezTo>
                      <a:cubicBezTo>
                        <a:pt x="259433" y="338303"/>
                        <a:pt x="267592" y="343742"/>
                        <a:pt x="275751" y="351901"/>
                      </a:cubicBezTo>
                      <a:cubicBezTo>
                        <a:pt x="292069" y="368219"/>
                        <a:pt x="311107" y="384537"/>
                        <a:pt x="324705" y="400855"/>
                      </a:cubicBezTo>
                      <a:cubicBezTo>
                        <a:pt x="332864" y="409014"/>
                        <a:pt x="335583" y="419892"/>
                        <a:pt x="343742" y="428051"/>
                      </a:cubicBezTo>
                      <a:cubicBezTo>
                        <a:pt x="346462" y="430771"/>
                        <a:pt x="349182" y="430771"/>
                        <a:pt x="351901" y="433491"/>
                      </a:cubicBezTo>
                      <a:cubicBezTo>
                        <a:pt x="354621" y="436210"/>
                        <a:pt x="357341" y="441650"/>
                        <a:pt x="360060" y="447089"/>
                      </a:cubicBezTo>
                      <a:cubicBezTo>
                        <a:pt x="368219" y="455248"/>
                        <a:pt x="376378" y="463407"/>
                        <a:pt x="384537" y="474286"/>
                      </a:cubicBezTo>
                      <a:cubicBezTo>
                        <a:pt x="389977" y="482445"/>
                        <a:pt x="392696" y="496043"/>
                        <a:pt x="395416" y="506921"/>
                      </a:cubicBezTo>
                      <a:cubicBezTo>
                        <a:pt x="400855" y="517800"/>
                        <a:pt x="400855" y="528679"/>
                        <a:pt x="406295" y="536838"/>
                      </a:cubicBezTo>
                      <a:cubicBezTo>
                        <a:pt x="409014" y="539557"/>
                        <a:pt x="409014" y="544997"/>
                        <a:pt x="409014" y="547716"/>
                      </a:cubicBezTo>
                      <a:cubicBezTo>
                        <a:pt x="409014" y="555875"/>
                        <a:pt x="406295" y="561314"/>
                        <a:pt x="406295" y="569473"/>
                      </a:cubicBezTo>
                      <a:cubicBezTo>
                        <a:pt x="406295" y="574913"/>
                        <a:pt x="403575" y="577632"/>
                        <a:pt x="403575" y="583072"/>
                      </a:cubicBezTo>
                      <a:lnTo>
                        <a:pt x="403575" y="583072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39" name="Freeform: Shape 38">
                  <a:extLst>
                    <a:ext uri="{FF2B5EF4-FFF2-40B4-BE49-F238E27FC236}">
                      <a16:creationId xmlns:a16="http://schemas.microsoft.com/office/drawing/2014/main" id="{2071621D-9BE7-A1E3-5F79-FFBF3412D218}"/>
                    </a:ext>
                  </a:extLst>
                </p:cNvPr>
                <p:cNvSpPr/>
                <p:nvPr/>
              </p:nvSpPr>
              <p:spPr>
                <a:xfrm>
                  <a:off x="2456032" y="4192158"/>
                  <a:ext cx="571128" cy="761503"/>
                </a:xfrm>
                <a:custGeom>
                  <a:avLst/>
                  <a:gdLst>
                    <a:gd name="connsiteX0" fmla="*/ 512361 w 571128"/>
                    <a:gd name="connsiteY0" fmla="*/ 79936 h 761503"/>
                    <a:gd name="connsiteX1" fmla="*/ 539558 w 571128"/>
                    <a:gd name="connsiteY1" fmla="*/ 96253 h 761503"/>
                    <a:gd name="connsiteX2" fmla="*/ 534118 w 571128"/>
                    <a:gd name="connsiteY2" fmla="*/ 112571 h 761503"/>
                    <a:gd name="connsiteX3" fmla="*/ 523240 w 571128"/>
                    <a:gd name="connsiteY3" fmla="*/ 120730 h 761503"/>
                    <a:gd name="connsiteX4" fmla="*/ 506922 w 571128"/>
                    <a:gd name="connsiteY4" fmla="*/ 123450 h 761503"/>
                    <a:gd name="connsiteX5" fmla="*/ 477006 w 571128"/>
                    <a:gd name="connsiteY5" fmla="*/ 123450 h 761503"/>
                    <a:gd name="connsiteX6" fmla="*/ 479725 w 571128"/>
                    <a:gd name="connsiteY6" fmla="*/ 145207 h 761503"/>
                    <a:gd name="connsiteX7" fmla="*/ 477006 w 571128"/>
                    <a:gd name="connsiteY7" fmla="*/ 180563 h 761503"/>
                    <a:gd name="connsiteX8" fmla="*/ 482445 w 571128"/>
                    <a:gd name="connsiteY8" fmla="*/ 232236 h 761503"/>
                    <a:gd name="connsiteX9" fmla="*/ 485165 w 571128"/>
                    <a:gd name="connsiteY9" fmla="*/ 283910 h 761503"/>
                    <a:gd name="connsiteX10" fmla="*/ 485165 w 571128"/>
                    <a:gd name="connsiteY10" fmla="*/ 327424 h 761503"/>
                    <a:gd name="connsiteX11" fmla="*/ 487884 w 571128"/>
                    <a:gd name="connsiteY11" fmla="*/ 373658 h 761503"/>
                    <a:gd name="connsiteX12" fmla="*/ 485165 w 571128"/>
                    <a:gd name="connsiteY12" fmla="*/ 419892 h 761503"/>
                    <a:gd name="connsiteX13" fmla="*/ 485165 w 571128"/>
                    <a:gd name="connsiteY13" fmla="*/ 463407 h 761503"/>
                    <a:gd name="connsiteX14" fmla="*/ 482445 w 571128"/>
                    <a:gd name="connsiteY14" fmla="*/ 515080 h 761503"/>
                    <a:gd name="connsiteX15" fmla="*/ 482445 w 571128"/>
                    <a:gd name="connsiteY15" fmla="*/ 558595 h 761503"/>
                    <a:gd name="connsiteX16" fmla="*/ 479725 w 571128"/>
                    <a:gd name="connsiteY16" fmla="*/ 602109 h 761503"/>
                    <a:gd name="connsiteX17" fmla="*/ 485165 w 571128"/>
                    <a:gd name="connsiteY17" fmla="*/ 648343 h 761503"/>
                    <a:gd name="connsiteX18" fmla="*/ 474286 w 571128"/>
                    <a:gd name="connsiteY18" fmla="*/ 675540 h 761503"/>
                    <a:gd name="connsiteX19" fmla="*/ 428052 w 571128"/>
                    <a:gd name="connsiteY19" fmla="*/ 691858 h 761503"/>
                    <a:gd name="connsiteX20" fmla="*/ 387257 w 571128"/>
                    <a:gd name="connsiteY20" fmla="*/ 683699 h 761503"/>
                    <a:gd name="connsiteX21" fmla="*/ 351901 w 571128"/>
                    <a:gd name="connsiteY21" fmla="*/ 664661 h 761503"/>
                    <a:gd name="connsiteX22" fmla="*/ 305667 w 571128"/>
                    <a:gd name="connsiteY22" fmla="*/ 596670 h 761503"/>
                    <a:gd name="connsiteX23" fmla="*/ 270312 w 571128"/>
                    <a:gd name="connsiteY23" fmla="*/ 509641 h 761503"/>
                    <a:gd name="connsiteX24" fmla="*/ 251274 w 571128"/>
                    <a:gd name="connsiteY24" fmla="*/ 460687 h 761503"/>
                    <a:gd name="connsiteX25" fmla="*/ 224077 w 571128"/>
                    <a:gd name="connsiteY25" fmla="*/ 381817 h 761503"/>
                    <a:gd name="connsiteX26" fmla="*/ 207759 w 571128"/>
                    <a:gd name="connsiteY26" fmla="*/ 330144 h 761503"/>
                    <a:gd name="connsiteX27" fmla="*/ 191442 w 571128"/>
                    <a:gd name="connsiteY27" fmla="*/ 286629 h 761503"/>
                    <a:gd name="connsiteX28" fmla="*/ 183283 w 571128"/>
                    <a:gd name="connsiteY28" fmla="*/ 278470 h 761503"/>
                    <a:gd name="connsiteX29" fmla="*/ 180563 w 571128"/>
                    <a:gd name="connsiteY29" fmla="*/ 292069 h 761503"/>
                    <a:gd name="connsiteX30" fmla="*/ 180563 w 571128"/>
                    <a:gd name="connsiteY30" fmla="*/ 305667 h 761503"/>
                    <a:gd name="connsiteX31" fmla="*/ 183283 w 571128"/>
                    <a:gd name="connsiteY31" fmla="*/ 354621 h 761503"/>
                    <a:gd name="connsiteX32" fmla="*/ 188722 w 571128"/>
                    <a:gd name="connsiteY32" fmla="*/ 449809 h 761503"/>
                    <a:gd name="connsiteX33" fmla="*/ 188722 w 571128"/>
                    <a:gd name="connsiteY33" fmla="*/ 479725 h 761503"/>
                    <a:gd name="connsiteX34" fmla="*/ 188722 w 571128"/>
                    <a:gd name="connsiteY34" fmla="*/ 542277 h 761503"/>
                    <a:gd name="connsiteX35" fmla="*/ 186002 w 571128"/>
                    <a:gd name="connsiteY35" fmla="*/ 615708 h 761503"/>
                    <a:gd name="connsiteX36" fmla="*/ 186002 w 571128"/>
                    <a:gd name="connsiteY36" fmla="*/ 637465 h 761503"/>
                    <a:gd name="connsiteX37" fmla="*/ 183283 w 571128"/>
                    <a:gd name="connsiteY37" fmla="*/ 664661 h 761503"/>
                    <a:gd name="connsiteX38" fmla="*/ 226797 w 571128"/>
                    <a:gd name="connsiteY38" fmla="*/ 664661 h 761503"/>
                    <a:gd name="connsiteX39" fmla="*/ 253994 w 571128"/>
                    <a:gd name="connsiteY39" fmla="*/ 680979 h 761503"/>
                    <a:gd name="connsiteX40" fmla="*/ 248554 w 571128"/>
                    <a:gd name="connsiteY40" fmla="*/ 697297 h 761503"/>
                    <a:gd name="connsiteX41" fmla="*/ 234956 w 571128"/>
                    <a:gd name="connsiteY41" fmla="*/ 705456 h 761503"/>
                    <a:gd name="connsiteX42" fmla="*/ 218638 w 571128"/>
                    <a:gd name="connsiteY42" fmla="*/ 708176 h 761503"/>
                    <a:gd name="connsiteX43" fmla="*/ 183283 w 571128"/>
                    <a:gd name="connsiteY43" fmla="*/ 708176 h 761503"/>
                    <a:gd name="connsiteX44" fmla="*/ 150647 w 571128"/>
                    <a:gd name="connsiteY44" fmla="*/ 708176 h 761503"/>
                    <a:gd name="connsiteX45" fmla="*/ 107132 w 571128"/>
                    <a:gd name="connsiteY45" fmla="*/ 708176 h 761503"/>
                    <a:gd name="connsiteX46" fmla="*/ 88094 w 571128"/>
                    <a:gd name="connsiteY46" fmla="*/ 708176 h 761503"/>
                    <a:gd name="connsiteX47" fmla="*/ 69057 w 571128"/>
                    <a:gd name="connsiteY47" fmla="*/ 702737 h 761503"/>
                    <a:gd name="connsiteX48" fmla="*/ 58178 w 571128"/>
                    <a:gd name="connsiteY48" fmla="*/ 686419 h 761503"/>
                    <a:gd name="connsiteX49" fmla="*/ 60898 w 571128"/>
                    <a:gd name="connsiteY49" fmla="*/ 678260 h 761503"/>
                    <a:gd name="connsiteX50" fmla="*/ 77216 w 571128"/>
                    <a:gd name="connsiteY50" fmla="*/ 670101 h 761503"/>
                    <a:gd name="connsiteX51" fmla="*/ 120730 w 571128"/>
                    <a:gd name="connsiteY51" fmla="*/ 664661 h 761503"/>
                    <a:gd name="connsiteX52" fmla="*/ 131609 w 571128"/>
                    <a:gd name="connsiteY52" fmla="*/ 664661 h 761503"/>
                    <a:gd name="connsiteX53" fmla="*/ 134329 w 571128"/>
                    <a:gd name="connsiteY53" fmla="*/ 539557 h 761503"/>
                    <a:gd name="connsiteX54" fmla="*/ 134329 w 571128"/>
                    <a:gd name="connsiteY54" fmla="*/ 504202 h 761503"/>
                    <a:gd name="connsiteX55" fmla="*/ 131609 w 571128"/>
                    <a:gd name="connsiteY55" fmla="*/ 376378 h 761503"/>
                    <a:gd name="connsiteX56" fmla="*/ 131609 w 571128"/>
                    <a:gd name="connsiteY56" fmla="*/ 302947 h 761503"/>
                    <a:gd name="connsiteX57" fmla="*/ 134329 w 571128"/>
                    <a:gd name="connsiteY57" fmla="*/ 221357 h 761503"/>
                    <a:gd name="connsiteX58" fmla="*/ 137048 w 571128"/>
                    <a:gd name="connsiteY58" fmla="*/ 123450 h 761503"/>
                    <a:gd name="connsiteX59" fmla="*/ 107132 w 571128"/>
                    <a:gd name="connsiteY59" fmla="*/ 123450 h 761503"/>
                    <a:gd name="connsiteX60" fmla="*/ 88094 w 571128"/>
                    <a:gd name="connsiteY60" fmla="*/ 123450 h 761503"/>
                    <a:gd name="connsiteX61" fmla="*/ 69057 w 571128"/>
                    <a:gd name="connsiteY61" fmla="*/ 118011 h 761503"/>
                    <a:gd name="connsiteX62" fmla="*/ 58178 w 571128"/>
                    <a:gd name="connsiteY62" fmla="*/ 101693 h 761503"/>
                    <a:gd name="connsiteX63" fmla="*/ 60898 w 571128"/>
                    <a:gd name="connsiteY63" fmla="*/ 93534 h 761503"/>
                    <a:gd name="connsiteX64" fmla="*/ 77216 w 571128"/>
                    <a:gd name="connsiteY64" fmla="*/ 85375 h 761503"/>
                    <a:gd name="connsiteX65" fmla="*/ 131609 w 571128"/>
                    <a:gd name="connsiteY65" fmla="*/ 79936 h 761503"/>
                    <a:gd name="connsiteX66" fmla="*/ 161525 w 571128"/>
                    <a:gd name="connsiteY66" fmla="*/ 79936 h 761503"/>
                    <a:gd name="connsiteX67" fmla="*/ 177843 w 571128"/>
                    <a:gd name="connsiteY67" fmla="*/ 66337 h 761503"/>
                    <a:gd name="connsiteX68" fmla="*/ 202320 w 571128"/>
                    <a:gd name="connsiteY68" fmla="*/ 58178 h 761503"/>
                    <a:gd name="connsiteX69" fmla="*/ 234956 w 571128"/>
                    <a:gd name="connsiteY69" fmla="*/ 77216 h 761503"/>
                    <a:gd name="connsiteX70" fmla="*/ 251274 w 571128"/>
                    <a:gd name="connsiteY70" fmla="*/ 107132 h 761503"/>
                    <a:gd name="connsiteX71" fmla="*/ 267592 w 571128"/>
                    <a:gd name="connsiteY71" fmla="*/ 147927 h 761503"/>
                    <a:gd name="connsiteX72" fmla="*/ 281190 w 571128"/>
                    <a:gd name="connsiteY72" fmla="*/ 183282 h 761503"/>
                    <a:gd name="connsiteX73" fmla="*/ 297508 w 571128"/>
                    <a:gd name="connsiteY73" fmla="*/ 224077 h 761503"/>
                    <a:gd name="connsiteX74" fmla="*/ 308387 w 571128"/>
                    <a:gd name="connsiteY74" fmla="*/ 264872 h 761503"/>
                    <a:gd name="connsiteX75" fmla="*/ 319265 w 571128"/>
                    <a:gd name="connsiteY75" fmla="*/ 300228 h 761503"/>
                    <a:gd name="connsiteX76" fmla="*/ 351901 w 571128"/>
                    <a:gd name="connsiteY76" fmla="*/ 379098 h 761503"/>
                    <a:gd name="connsiteX77" fmla="*/ 365500 w 571128"/>
                    <a:gd name="connsiteY77" fmla="*/ 417173 h 761503"/>
                    <a:gd name="connsiteX78" fmla="*/ 379098 w 571128"/>
                    <a:gd name="connsiteY78" fmla="*/ 457968 h 761503"/>
                    <a:gd name="connsiteX79" fmla="*/ 395416 w 571128"/>
                    <a:gd name="connsiteY79" fmla="*/ 496043 h 761503"/>
                    <a:gd name="connsiteX80" fmla="*/ 406295 w 571128"/>
                    <a:gd name="connsiteY80" fmla="*/ 512361 h 761503"/>
                    <a:gd name="connsiteX81" fmla="*/ 411734 w 571128"/>
                    <a:gd name="connsiteY81" fmla="*/ 531398 h 761503"/>
                    <a:gd name="connsiteX82" fmla="*/ 419893 w 571128"/>
                    <a:gd name="connsiteY82" fmla="*/ 558595 h 761503"/>
                    <a:gd name="connsiteX83" fmla="*/ 425332 w 571128"/>
                    <a:gd name="connsiteY83" fmla="*/ 564034 h 761503"/>
                    <a:gd name="connsiteX84" fmla="*/ 430771 w 571128"/>
                    <a:gd name="connsiteY84" fmla="*/ 558595 h 761503"/>
                    <a:gd name="connsiteX85" fmla="*/ 430771 w 571128"/>
                    <a:gd name="connsiteY85" fmla="*/ 550436 h 761503"/>
                    <a:gd name="connsiteX86" fmla="*/ 430771 w 571128"/>
                    <a:gd name="connsiteY86" fmla="*/ 501482 h 761503"/>
                    <a:gd name="connsiteX87" fmla="*/ 430771 w 571128"/>
                    <a:gd name="connsiteY87" fmla="*/ 403575 h 761503"/>
                    <a:gd name="connsiteX88" fmla="*/ 425332 w 571128"/>
                    <a:gd name="connsiteY88" fmla="*/ 313826 h 761503"/>
                    <a:gd name="connsiteX89" fmla="*/ 425332 w 571128"/>
                    <a:gd name="connsiteY89" fmla="*/ 248554 h 761503"/>
                    <a:gd name="connsiteX90" fmla="*/ 425332 w 571128"/>
                    <a:gd name="connsiteY90" fmla="*/ 210479 h 761503"/>
                    <a:gd name="connsiteX91" fmla="*/ 422613 w 571128"/>
                    <a:gd name="connsiteY91" fmla="*/ 153366 h 761503"/>
                    <a:gd name="connsiteX92" fmla="*/ 425332 w 571128"/>
                    <a:gd name="connsiteY92" fmla="*/ 123450 h 761503"/>
                    <a:gd name="connsiteX93" fmla="*/ 398136 w 571128"/>
                    <a:gd name="connsiteY93" fmla="*/ 123450 h 761503"/>
                    <a:gd name="connsiteX94" fmla="*/ 379098 w 571128"/>
                    <a:gd name="connsiteY94" fmla="*/ 123450 h 761503"/>
                    <a:gd name="connsiteX95" fmla="*/ 360060 w 571128"/>
                    <a:gd name="connsiteY95" fmla="*/ 118011 h 761503"/>
                    <a:gd name="connsiteX96" fmla="*/ 349182 w 571128"/>
                    <a:gd name="connsiteY96" fmla="*/ 101693 h 761503"/>
                    <a:gd name="connsiteX97" fmla="*/ 351901 w 571128"/>
                    <a:gd name="connsiteY97" fmla="*/ 93534 h 761503"/>
                    <a:gd name="connsiteX98" fmla="*/ 368219 w 571128"/>
                    <a:gd name="connsiteY98" fmla="*/ 85375 h 761503"/>
                    <a:gd name="connsiteX99" fmla="*/ 422613 w 571128"/>
                    <a:gd name="connsiteY99" fmla="*/ 79936 h 761503"/>
                    <a:gd name="connsiteX100" fmla="*/ 444370 w 571128"/>
                    <a:gd name="connsiteY100" fmla="*/ 79936 h 761503"/>
                    <a:gd name="connsiteX101" fmla="*/ 463407 w 571128"/>
                    <a:gd name="connsiteY101" fmla="*/ 71776 h 761503"/>
                    <a:gd name="connsiteX102" fmla="*/ 477006 w 571128"/>
                    <a:gd name="connsiteY102" fmla="*/ 79936 h 761503"/>
                    <a:gd name="connsiteX103" fmla="*/ 512361 w 571128"/>
                    <a:gd name="connsiteY103" fmla="*/ 79936 h 761503"/>
                    <a:gd name="connsiteX104" fmla="*/ 512361 w 571128"/>
                    <a:gd name="connsiteY104" fmla="*/ 79936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</a:cxnLst>
                  <a:rect l="l" t="t" r="r" b="b"/>
                  <a:pathLst>
                    <a:path w="571128" h="761503">
                      <a:moveTo>
                        <a:pt x="512361" y="79936"/>
                      </a:moveTo>
                      <a:cubicBezTo>
                        <a:pt x="520520" y="79936"/>
                        <a:pt x="539558" y="79936"/>
                        <a:pt x="539558" y="96253"/>
                      </a:cubicBezTo>
                      <a:cubicBezTo>
                        <a:pt x="539558" y="104412"/>
                        <a:pt x="539558" y="107132"/>
                        <a:pt x="534118" y="112571"/>
                      </a:cubicBezTo>
                      <a:cubicBezTo>
                        <a:pt x="531399" y="118011"/>
                        <a:pt x="525960" y="120730"/>
                        <a:pt x="523240" y="120730"/>
                      </a:cubicBezTo>
                      <a:cubicBezTo>
                        <a:pt x="515081" y="123450"/>
                        <a:pt x="512361" y="123450"/>
                        <a:pt x="506922" y="123450"/>
                      </a:cubicBezTo>
                      <a:cubicBezTo>
                        <a:pt x="504202" y="123450"/>
                        <a:pt x="490604" y="123450"/>
                        <a:pt x="477006" y="123450"/>
                      </a:cubicBezTo>
                      <a:cubicBezTo>
                        <a:pt x="477006" y="131609"/>
                        <a:pt x="479725" y="137048"/>
                        <a:pt x="479725" y="145207"/>
                      </a:cubicBezTo>
                      <a:cubicBezTo>
                        <a:pt x="479725" y="156086"/>
                        <a:pt x="477006" y="166964"/>
                        <a:pt x="477006" y="180563"/>
                      </a:cubicBezTo>
                      <a:cubicBezTo>
                        <a:pt x="477006" y="196881"/>
                        <a:pt x="479725" y="215918"/>
                        <a:pt x="482445" y="232236"/>
                      </a:cubicBezTo>
                      <a:cubicBezTo>
                        <a:pt x="485165" y="248554"/>
                        <a:pt x="485165" y="267592"/>
                        <a:pt x="485165" y="283910"/>
                      </a:cubicBezTo>
                      <a:cubicBezTo>
                        <a:pt x="485165" y="297508"/>
                        <a:pt x="485165" y="313826"/>
                        <a:pt x="485165" y="327424"/>
                      </a:cubicBezTo>
                      <a:cubicBezTo>
                        <a:pt x="485165" y="343742"/>
                        <a:pt x="487884" y="357340"/>
                        <a:pt x="487884" y="373658"/>
                      </a:cubicBezTo>
                      <a:cubicBezTo>
                        <a:pt x="487884" y="389976"/>
                        <a:pt x="485165" y="403575"/>
                        <a:pt x="485165" y="419892"/>
                      </a:cubicBezTo>
                      <a:cubicBezTo>
                        <a:pt x="485165" y="436210"/>
                        <a:pt x="485165" y="449809"/>
                        <a:pt x="485165" y="463407"/>
                      </a:cubicBezTo>
                      <a:cubicBezTo>
                        <a:pt x="485165" y="479725"/>
                        <a:pt x="485165" y="498762"/>
                        <a:pt x="482445" y="515080"/>
                      </a:cubicBezTo>
                      <a:cubicBezTo>
                        <a:pt x="482445" y="528679"/>
                        <a:pt x="482445" y="542277"/>
                        <a:pt x="482445" y="558595"/>
                      </a:cubicBezTo>
                      <a:cubicBezTo>
                        <a:pt x="482445" y="572193"/>
                        <a:pt x="479725" y="588511"/>
                        <a:pt x="479725" y="602109"/>
                      </a:cubicBezTo>
                      <a:cubicBezTo>
                        <a:pt x="479725" y="615708"/>
                        <a:pt x="485165" y="632026"/>
                        <a:pt x="485165" y="648343"/>
                      </a:cubicBezTo>
                      <a:cubicBezTo>
                        <a:pt x="485165" y="659222"/>
                        <a:pt x="482445" y="670101"/>
                        <a:pt x="474286" y="675540"/>
                      </a:cubicBezTo>
                      <a:cubicBezTo>
                        <a:pt x="460688" y="686419"/>
                        <a:pt x="444370" y="691858"/>
                        <a:pt x="428052" y="691858"/>
                      </a:cubicBezTo>
                      <a:cubicBezTo>
                        <a:pt x="414454" y="691858"/>
                        <a:pt x="400855" y="689138"/>
                        <a:pt x="387257" y="683699"/>
                      </a:cubicBezTo>
                      <a:cubicBezTo>
                        <a:pt x="373659" y="678260"/>
                        <a:pt x="360060" y="672820"/>
                        <a:pt x="351901" y="664661"/>
                      </a:cubicBezTo>
                      <a:cubicBezTo>
                        <a:pt x="330144" y="645624"/>
                        <a:pt x="316546" y="621147"/>
                        <a:pt x="305667" y="596670"/>
                      </a:cubicBezTo>
                      <a:cubicBezTo>
                        <a:pt x="292069" y="569473"/>
                        <a:pt x="281190" y="539557"/>
                        <a:pt x="270312" y="509641"/>
                      </a:cubicBezTo>
                      <a:cubicBezTo>
                        <a:pt x="264872" y="493323"/>
                        <a:pt x="256713" y="477005"/>
                        <a:pt x="251274" y="460687"/>
                      </a:cubicBezTo>
                      <a:cubicBezTo>
                        <a:pt x="240395" y="433491"/>
                        <a:pt x="232236" y="409014"/>
                        <a:pt x="224077" y="381817"/>
                      </a:cubicBezTo>
                      <a:cubicBezTo>
                        <a:pt x="218638" y="365499"/>
                        <a:pt x="213199" y="346462"/>
                        <a:pt x="207759" y="330144"/>
                      </a:cubicBezTo>
                      <a:cubicBezTo>
                        <a:pt x="202320" y="316545"/>
                        <a:pt x="196881" y="300228"/>
                        <a:pt x="191442" y="286629"/>
                      </a:cubicBezTo>
                      <a:cubicBezTo>
                        <a:pt x="188722" y="281190"/>
                        <a:pt x="186002" y="278470"/>
                        <a:pt x="183283" y="278470"/>
                      </a:cubicBezTo>
                      <a:cubicBezTo>
                        <a:pt x="180563" y="278470"/>
                        <a:pt x="180563" y="286629"/>
                        <a:pt x="180563" y="292069"/>
                      </a:cubicBezTo>
                      <a:cubicBezTo>
                        <a:pt x="180563" y="297508"/>
                        <a:pt x="180563" y="302947"/>
                        <a:pt x="180563" y="305667"/>
                      </a:cubicBezTo>
                      <a:cubicBezTo>
                        <a:pt x="180563" y="321985"/>
                        <a:pt x="183283" y="338303"/>
                        <a:pt x="183283" y="354621"/>
                      </a:cubicBezTo>
                      <a:cubicBezTo>
                        <a:pt x="183283" y="387257"/>
                        <a:pt x="186002" y="417173"/>
                        <a:pt x="188722" y="449809"/>
                      </a:cubicBezTo>
                      <a:cubicBezTo>
                        <a:pt x="188722" y="460687"/>
                        <a:pt x="188722" y="468846"/>
                        <a:pt x="188722" y="479725"/>
                      </a:cubicBezTo>
                      <a:cubicBezTo>
                        <a:pt x="188722" y="501482"/>
                        <a:pt x="188722" y="523239"/>
                        <a:pt x="188722" y="542277"/>
                      </a:cubicBezTo>
                      <a:cubicBezTo>
                        <a:pt x="188722" y="566754"/>
                        <a:pt x="186002" y="591231"/>
                        <a:pt x="186002" y="615708"/>
                      </a:cubicBezTo>
                      <a:cubicBezTo>
                        <a:pt x="186002" y="623867"/>
                        <a:pt x="186002" y="632026"/>
                        <a:pt x="186002" y="637465"/>
                      </a:cubicBezTo>
                      <a:cubicBezTo>
                        <a:pt x="186002" y="645624"/>
                        <a:pt x="183283" y="656502"/>
                        <a:pt x="183283" y="664661"/>
                      </a:cubicBezTo>
                      <a:cubicBezTo>
                        <a:pt x="202320" y="664661"/>
                        <a:pt x="218638" y="664661"/>
                        <a:pt x="226797" y="664661"/>
                      </a:cubicBezTo>
                      <a:cubicBezTo>
                        <a:pt x="234956" y="664661"/>
                        <a:pt x="253994" y="664661"/>
                        <a:pt x="253994" y="680979"/>
                      </a:cubicBezTo>
                      <a:cubicBezTo>
                        <a:pt x="253994" y="689138"/>
                        <a:pt x="253994" y="691858"/>
                        <a:pt x="248554" y="697297"/>
                      </a:cubicBezTo>
                      <a:cubicBezTo>
                        <a:pt x="245835" y="702737"/>
                        <a:pt x="240395" y="705456"/>
                        <a:pt x="234956" y="705456"/>
                      </a:cubicBezTo>
                      <a:cubicBezTo>
                        <a:pt x="226797" y="708176"/>
                        <a:pt x="224077" y="708176"/>
                        <a:pt x="218638" y="708176"/>
                      </a:cubicBezTo>
                      <a:cubicBezTo>
                        <a:pt x="215918" y="708176"/>
                        <a:pt x="199600" y="708176"/>
                        <a:pt x="183283" y="708176"/>
                      </a:cubicBezTo>
                      <a:cubicBezTo>
                        <a:pt x="166965" y="708176"/>
                        <a:pt x="153366" y="708176"/>
                        <a:pt x="150647" y="708176"/>
                      </a:cubicBezTo>
                      <a:cubicBezTo>
                        <a:pt x="139768" y="708176"/>
                        <a:pt x="120730" y="708176"/>
                        <a:pt x="107132" y="708176"/>
                      </a:cubicBezTo>
                      <a:cubicBezTo>
                        <a:pt x="101693" y="708176"/>
                        <a:pt x="96253" y="708176"/>
                        <a:pt x="88094" y="708176"/>
                      </a:cubicBezTo>
                      <a:cubicBezTo>
                        <a:pt x="82655" y="708176"/>
                        <a:pt x="74496" y="708176"/>
                        <a:pt x="69057" y="702737"/>
                      </a:cubicBezTo>
                      <a:cubicBezTo>
                        <a:pt x="63618" y="700017"/>
                        <a:pt x="58178" y="691858"/>
                        <a:pt x="58178" y="686419"/>
                      </a:cubicBezTo>
                      <a:cubicBezTo>
                        <a:pt x="58178" y="683699"/>
                        <a:pt x="58178" y="680979"/>
                        <a:pt x="60898" y="678260"/>
                      </a:cubicBezTo>
                      <a:cubicBezTo>
                        <a:pt x="63618" y="675540"/>
                        <a:pt x="71777" y="672820"/>
                        <a:pt x="77216" y="670101"/>
                      </a:cubicBezTo>
                      <a:cubicBezTo>
                        <a:pt x="90814" y="667381"/>
                        <a:pt x="115291" y="664661"/>
                        <a:pt x="120730" y="664661"/>
                      </a:cubicBezTo>
                      <a:cubicBezTo>
                        <a:pt x="123450" y="664661"/>
                        <a:pt x="126170" y="664661"/>
                        <a:pt x="131609" y="664661"/>
                      </a:cubicBezTo>
                      <a:cubicBezTo>
                        <a:pt x="131609" y="623867"/>
                        <a:pt x="134329" y="583072"/>
                        <a:pt x="134329" y="539557"/>
                      </a:cubicBezTo>
                      <a:cubicBezTo>
                        <a:pt x="134329" y="528679"/>
                        <a:pt x="134329" y="515080"/>
                        <a:pt x="134329" y="504202"/>
                      </a:cubicBezTo>
                      <a:cubicBezTo>
                        <a:pt x="131609" y="460687"/>
                        <a:pt x="131609" y="417173"/>
                        <a:pt x="131609" y="376378"/>
                      </a:cubicBezTo>
                      <a:cubicBezTo>
                        <a:pt x="131609" y="351901"/>
                        <a:pt x="131609" y="327424"/>
                        <a:pt x="131609" y="302947"/>
                      </a:cubicBezTo>
                      <a:cubicBezTo>
                        <a:pt x="131609" y="275751"/>
                        <a:pt x="131609" y="248554"/>
                        <a:pt x="134329" y="221357"/>
                      </a:cubicBezTo>
                      <a:cubicBezTo>
                        <a:pt x="134329" y="188722"/>
                        <a:pt x="137048" y="156086"/>
                        <a:pt x="137048" y="123450"/>
                      </a:cubicBezTo>
                      <a:cubicBezTo>
                        <a:pt x="126170" y="123450"/>
                        <a:pt x="115291" y="123450"/>
                        <a:pt x="107132" y="123450"/>
                      </a:cubicBezTo>
                      <a:cubicBezTo>
                        <a:pt x="101693" y="123450"/>
                        <a:pt x="96253" y="123450"/>
                        <a:pt x="88094" y="123450"/>
                      </a:cubicBezTo>
                      <a:cubicBezTo>
                        <a:pt x="82655" y="123450"/>
                        <a:pt x="74496" y="120730"/>
                        <a:pt x="69057" y="118011"/>
                      </a:cubicBezTo>
                      <a:cubicBezTo>
                        <a:pt x="63618" y="115291"/>
                        <a:pt x="58178" y="107132"/>
                        <a:pt x="58178" y="101693"/>
                      </a:cubicBezTo>
                      <a:cubicBezTo>
                        <a:pt x="58178" y="98973"/>
                        <a:pt x="58178" y="96253"/>
                        <a:pt x="60898" y="93534"/>
                      </a:cubicBezTo>
                      <a:cubicBezTo>
                        <a:pt x="63618" y="90814"/>
                        <a:pt x="71777" y="88095"/>
                        <a:pt x="77216" y="85375"/>
                      </a:cubicBezTo>
                      <a:cubicBezTo>
                        <a:pt x="90814" y="82655"/>
                        <a:pt x="126170" y="79936"/>
                        <a:pt x="131609" y="79936"/>
                      </a:cubicBezTo>
                      <a:cubicBezTo>
                        <a:pt x="137048" y="79936"/>
                        <a:pt x="147927" y="79936"/>
                        <a:pt x="161525" y="79936"/>
                      </a:cubicBezTo>
                      <a:cubicBezTo>
                        <a:pt x="166965" y="74496"/>
                        <a:pt x="172404" y="71776"/>
                        <a:pt x="177843" y="66337"/>
                      </a:cubicBezTo>
                      <a:cubicBezTo>
                        <a:pt x="186002" y="60898"/>
                        <a:pt x="194161" y="58178"/>
                        <a:pt x="202320" y="58178"/>
                      </a:cubicBezTo>
                      <a:cubicBezTo>
                        <a:pt x="215918" y="58178"/>
                        <a:pt x="226797" y="63618"/>
                        <a:pt x="234956" y="77216"/>
                      </a:cubicBezTo>
                      <a:cubicBezTo>
                        <a:pt x="240395" y="88095"/>
                        <a:pt x="248554" y="96253"/>
                        <a:pt x="251274" y="107132"/>
                      </a:cubicBezTo>
                      <a:cubicBezTo>
                        <a:pt x="256713" y="120730"/>
                        <a:pt x="259433" y="134329"/>
                        <a:pt x="267592" y="147927"/>
                      </a:cubicBezTo>
                      <a:cubicBezTo>
                        <a:pt x="273031" y="158806"/>
                        <a:pt x="275751" y="172404"/>
                        <a:pt x="281190" y="183282"/>
                      </a:cubicBezTo>
                      <a:cubicBezTo>
                        <a:pt x="286630" y="196881"/>
                        <a:pt x="292069" y="210479"/>
                        <a:pt x="297508" y="224077"/>
                      </a:cubicBezTo>
                      <a:cubicBezTo>
                        <a:pt x="300228" y="237676"/>
                        <a:pt x="305667" y="251274"/>
                        <a:pt x="308387" y="264872"/>
                      </a:cubicBezTo>
                      <a:cubicBezTo>
                        <a:pt x="311107" y="278470"/>
                        <a:pt x="311107" y="289349"/>
                        <a:pt x="319265" y="300228"/>
                      </a:cubicBezTo>
                      <a:cubicBezTo>
                        <a:pt x="332864" y="324704"/>
                        <a:pt x="346462" y="351901"/>
                        <a:pt x="351901" y="379098"/>
                      </a:cubicBezTo>
                      <a:cubicBezTo>
                        <a:pt x="354621" y="392696"/>
                        <a:pt x="360060" y="403575"/>
                        <a:pt x="365500" y="417173"/>
                      </a:cubicBezTo>
                      <a:cubicBezTo>
                        <a:pt x="373659" y="430771"/>
                        <a:pt x="373659" y="444369"/>
                        <a:pt x="379098" y="457968"/>
                      </a:cubicBezTo>
                      <a:cubicBezTo>
                        <a:pt x="381818" y="471566"/>
                        <a:pt x="387257" y="482445"/>
                        <a:pt x="395416" y="496043"/>
                      </a:cubicBezTo>
                      <a:cubicBezTo>
                        <a:pt x="398136" y="501482"/>
                        <a:pt x="403575" y="506921"/>
                        <a:pt x="406295" y="512361"/>
                      </a:cubicBezTo>
                      <a:cubicBezTo>
                        <a:pt x="409014" y="517800"/>
                        <a:pt x="409014" y="525959"/>
                        <a:pt x="411734" y="531398"/>
                      </a:cubicBezTo>
                      <a:cubicBezTo>
                        <a:pt x="414454" y="539557"/>
                        <a:pt x="417173" y="550436"/>
                        <a:pt x="419893" y="558595"/>
                      </a:cubicBezTo>
                      <a:cubicBezTo>
                        <a:pt x="422613" y="561314"/>
                        <a:pt x="422613" y="564034"/>
                        <a:pt x="425332" y="564034"/>
                      </a:cubicBezTo>
                      <a:cubicBezTo>
                        <a:pt x="428052" y="564034"/>
                        <a:pt x="428052" y="561314"/>
                        <a:pt x="430771" y="558595"/>
                      </a:cubicBezTo>
                      <a:cubicBezTo>
                        <a:pt x="430771" y="555875"/>
                        <a:pt x="430771" y="553156"/>
                        <a:pt x="430771" y="550436"/>
                      </a:cubicBezTo>
                      <a:cubicBezTo>
                        <a:pt x="430771" y="534118"/>
                        <a:pt x="430771" y="517800"/>
                        <a:pt x="430771" y="501482"/>
                      </a:cubicBezTo>
                      <a:cubicBezTo>
                        <a:pt x="430771" y="468846"/>
                        <a:pt x="433491" y="436210"/>
                        <a:pt x="430771" y="403575"/>
                      </a:cubicBezTo>
                      <a:cubicBezTo>
                        <a:pt x="430771" y="373658"/>
                        <a:pt x="425332" y="343742"/>
                        <a:pt x="425332" y="313826"/>
                      </a:cubicBezTo>
                      <a:cubicBezTo>
                        <a:pt x="425332" y="292069"/>
                        <a:pt x="425332" y="270311"/>
                        <a:pt x="425332" y="248554"/>
                      </a:cubicBezTo>
                      <a:cubicBezTo>
                        <a:pt x="425332" y="234956"/>
                        <a:pt x="425332" y="224077"/>
                        <a:pt x="425332" y="210479"/>
                      </a:cubicBezTo>
                      <a:cubicBezTo>
                        <a:pt x="425332" y="191441"/>
                        <a:pt x="422613" y="172404"/>
                        <a:pt x="422613" y="153366"/>
                      </a:cubicBezTo>
                      <a:cubicBezTo>
                        <a:pt x="422613" y="142488"/>
                        <a:pt x="422613" y="134329"/>
                        <a:pt x="425332" y="123450"/>
                      </a:cubicBezTo>
                      <a:cubicBezTo>
                        <a:pt x="417173" y="123450"/>
                        <a:pt x="406295" y="123450"/>
                        <a:pt x="398136" y="123450"/>
                      </a:cubicBezTo>
                      <a:cubicBezTo>
                        <a:pt x="392696" y="123450"/>
                        <a:pt x="387257" y="123450"/>
                        <a:pt x="379098" y="123450"/>
                      </a:cubicBezTo>
                      <a:cubicBezTo>
                        <a:pt x="373659" y="123450"/>
                        <a:pt x="365500" y="120730"/>
                        <a:pt x="360060" y="118011"/>
                      </a:cubicBezTo>
                      <a:cubicBezTo>
                        <a:pt x="354621" y="115291"/>
                        <a:pt x="349182" y="107132"/>
                        <a:pt x="349182" y="101693"/>
                      </a:cubicBezTo>
                      <a:cubicBezTo>
                        <a:pt x="349182" y="98973"/>
                        <a:pt x="349182" y="96253"/>
                        <a:pt x="351901" y="93534"/>
                      </a:cubicBezTo>
                      <a:cubicBezTo>
                        <a:pt x="354621" y="90814"/>
                        <a:pt x="362780" y="88095"/>
                        <a:pt x="368219" y="85375"/>
                      </a:cubicBezTo>
                      <a:cubicBezTo>
                        <a:pt x="381818" y="82655"/>
                        <a:pt x="417173" y="79936"/>
                        <a:pt x="422613" y="79936"/>
                      </a:cubicBezTo>
                      <a:cubicBezTo>
                        <a:pt x="428052" y="79936"/>
                        <a:pt x="433491" y="79936"/>
                        <a:pt x="444370" y="79936"/>
                      </a:cubicBezTo>
                      <a:cubicBezTo>
                        <a:pt x="449809" y="74496"/>
                        <a:pt x="455248" y="71776"/>
                        <a:pt x="463407" y="71776"/>
                      </a:cubicBezTo>
                      <a:cubicBezTo>
                        <a:pt x="471566" y="71776"/>
                        <a:pt x="477006" y="74496"/>
                        <a:pt x="477006" y="79936"/>
                      </a:cubicBezTo>
                      <a:cubicBezTo>
                        <a:pt x="490604" y="82655"/>
                        <a:pt x="504202" y="79936"/>
                        <a:pt x="512361" y="79936"/>
                      </a:cubicBezTo>
                      <a:lnTo>
                        <a:pt x="512361" y="79936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40" name="Freeform: Shape 39">
                  <a:extLst>
                    <a:ext uri="{FF2B5EF4-FFF2-40B4-BE49-F238E27FC236}">
                      <a16:creationId xmlns:a16="http://schemas.microsoft.com/office/drawing/2014/main" id="{B170F18A-BF3D-1CDB-523E-4E6C8B649842}"/>
                    </a:ext>
                  </a:extLst>
                </p:cNvPr>
                <p:cNvSpPr/>
                <p:nvPr/>
              </p:nvSpPr>
              <p:spPr>
                <a:xfrm>
                  <a:off x="2987430" y="4242177"/>
                  <a:ext cx="494979" cy="674476"/>
                </a:xfrm>
                <a:custGeom>
                  <a:avLst/>
                  <a:gdLst>
                    <a:gd name="connsiteX0" fmla="*/ 228453 w 494979"/>
                    <a:gd name="connsiteY0" fmla="*/ 97907 h 674476"/>
                    <a:gd name="connsiteX1" fmla="*/ 212135 w 494979"/>
                    <a:gd name="connsiteY1" fmla="*/ 119665 h 674476"/>
                    <a:gd name="connsiteX2" fmla="*/ 203976 w 494979"/>
                    <a:gd name="connsiteY2" fmla="*/ 152300 h 674476"/>
                    <a:gd name="connsiteX3" fmla="*/ 201256 w 494979"/>
                    <a:gd name="connsiteY3" fmla="*/ 168618 h 674476"/>
                    <a:gd name="connsiteX4" fmla="*/ 198537 w 494979"/>
                    <a:gd name="connsiteY4" fmla="*/ 184936 h 674476"/>
                    <a:gd name="connsiteX5" fmla="*/ 190378 w 494979"/>
                    <a:gd name="connsiteY5" fmla="*/ 220292 h 674476"/>
                    <a:gd name="connsiteX6" fmla="*/ 171340 w 494979"/>
                    <a:gd name="connsiteY6" fmla="*/ 291003 h 674476"/>
                    <a:gd name="connsiteX7" fmla="*/ 163180 w 494979"/>
                    <a:gd name="connsiteY7" fmla="*/ 323639 h 674476"/>
                    <a:gd name="connsiteX8" fmla="*/ 152302 w 494979"/>
                    <a:gd name="connsiteY8" fmla="*/ 361714 h 674476"/>
                    <a:gd name="connsiteX9" fmla="*/ 146862 w 494979"/>
                    <a:gd name="connsiteY9" fmla="*/ 388910 h 674476"/>
                    <a:gd name="connsiteX10" fmla="*/ 152302 w 494979"/>
                    <a:gd name="connsiteY10" fmla="*/ 391630 h 674476"/>
                    <a:gd name="connsiteX11" fmla="*/ 174060 w 494979"/>
                    <a:gd name="connsiteY11" fmla="*/ 391630 h 674476"/>
                    <a:gd name="connsiteX12" fmla="*/ 195817 w 494979"/>
                    <a:gd name="connsiteY12" fmla="*/ 388910 h 674476"/>
                    <a:gd name="connsiteX13" fmla="*/ 214855 w 494979"/>
                    <a:gd name="connsiteY13" fmla="*/ 388910 h 674476"/>
                    <a:gd name="connsiteX14" fmla="*/ 239332 w 494979"/>
                    <a:gd name="connsiteY14" fmla="*/ 388910 h 674476"/>
                    <a:gd name="connsiteX15" fmla="*/ 252930 w 494979"/>
                    <a:gd name="connsiteY15" fmla="*/ 386191 h 674476"/>
                    <a:gd name="connsiteX16" fmla="*/ 261089 w 494979"/>
                    <a:gd name="connsiteY16" fmla="*/ 386191 h 674476"/>
                    <a:gd name="connsiteX17" fmla="*/ 258369 w 494979"/>
                    <a:gd name="connsiteY17" fmla="*/ 367153 h 674476"/>
                    <a:gd name="connsiteX18" fmla="*/ 252930 w 494979"/>
                    <a:gd name="connsiteY18" fmla="*/ 331797 h 674476"/>
                    <a:gd name="connsiteX19" fmla="*/ 250210 w 494979"/>
                    <a:gd name="connsiteY19" fmla="*/ 244769 h 674476"/>
                    <a:gd name="connsiteX20" fmla="*/ 244771 w 494979"/>
                    <a:gd name="connsiteY20" fmla="*/ 203974 h 674476"/>
                    <a:gd name="connsiteX21" fmla="*/ 239332 w 494979"/>
                    <a:gd name="connsiteY21" fmla="*/ 157740 h 674476"/>
                    <a:gd name="connsiteX22" fmla="*/ 236612 w 494979"/>
                    <a:gd name="connsiteY22" fmla="*/ 119665 h 674476"/>
                    <a:gd name="connsiteX23" fmla="*/ 228453 w 494979"/>
                    <a:gd name="connsiteY23" fmla="*/ 97907 h 674476"/>
                    <a:gd name="connsiteX24" fmla="*/ 274687 w 494979"/>
                    <a:gd name="connsiteY24" fmla="*/ 0 h 674476"/>
                    <a:gd name="connsiteX25" fmla="*/ 304603 w 494979"/>
                    <a:gd name="connsiteY25" fmla="*/ 5439 h 674476"/>
                    <a:gd name="connsiteX26" fmla="*/ 320921 w 494979"/>
                    <a:gd name="connsiteY26" fmla="*/ 24477 h 674476"/>
                    <a:gd name="connsiteX27" fmla="*/ 334519 w 494979"/>
                    <a:gd name="connsiteY27" fmla="*/ 43515 h 674476"/>
                    <a:gd name="connsiteX28" fmla="*/ 339959 w 494979"/>
                    <a:gd name="connsiteY28" fmla="*/ 65272 h 674476"/>
                    <a:gd name="connsiteX29" fmla="*/ 348118 w 494979"/>
                    <a:gd name="connsiteY29" fmla="*/ 114226 h 674476"/>
                    <a:gd name="connsiteX30" fmla="*/ 361716 w 494979"/>
                    <a:gd name="connsiteY30" fmla="*/ 163180 h 674476"/>
                    <a:gd name="connsiteX31" fmla="*/ 369875 w 494979"/>
                    <a:gd name="connsiteY31" fmla="*/ 220293 h 674476"/>
                    <a:gd name="connsiteX32" fmla="*/ 378034 w 494979"/>
                    <a:gd name="connsiteY32" fmla="*/ 274686 h 674476"/>
                    <a:gd name="connsiteX33" fmla="*/ 383473 w 494979"/>
                    <a:gd name="connsiteY33" fmla="*/ 301883 h 674476"/>
                    <a:gd name="connsiteX34" fmla="*/ 391632 w 494979"/>
                    <a:gd name="connsiteY34" fmla="*/ 337238 h 674476"/>
                    <a:gd name="connsiteX35" fmla="*/ 397071 w 494979"/>
                    <a:gd name="connsiteY35" fmla="*/ 364435 h 674476"/>
                    <a:gd name="connsiteX36" fmla="*/ 405230 w 494979"/>
                    <a:gd name="connsiteY36" fmla="*/ 383473 h 674476"/>
                    <a:gd name="connsiteX37" fmla="*/ 416109 w 494979"/>
                    <a:gd name="connsiteY37" fmla="*/ 386192 h 674476"/>
                    <a:gd name="connsiteX38" fmla="*/ 426988 w 494979"/>
                    <a:gd name="connsiteY38" fmla="*/ 386192 h 674476"/>
                    <a:gd name="connsiteX39" fmla="*/ 454184 w 494979"/>
                    <a:gd name="connsiteY39" fmla="*/ 397071 h 674476"/>
                    <a:gd name="connsiteX40" fmla="*/ 456904 w 494979"/>
                    <a:gd name="connsiteY40" fmla="*/ 405230 h 674476"/>
                    <a:gd name="connsiteX41" fmla="*/ 451465 w 494979"/>
                    <a:gd name="connsiteY41" fmla="*/ 416108 h 674476"/>
                    <a:gd name="connsiteX42" fmla="*/ 432427 w 494979"/>
                    <a:gd name="connsiteY42" fmla="*/ 429707 h 674476"/>
                    <a:gd name="connsiteX43" fmla="*/ 421548 w 494979"/>
                    <a:gd name="connsiteY43" fmla="*/ 432426 h 674476"/>
                    <a:gd name="connsiteX44" fmla="*/ 413389 w 494979"/>
                    <a:gd name="connsiteY44" fmla="*/ 435146 h 674476"/>
                    <a:gd name="connsiteX45" fmla="*/ 413389 w 494979"/>
                    <a:gd name="connsiteY45" fmla="*/ 440585 h 674476"/>
                    <a:gd name="connsiteX46" fmla="*/ 416109 w 494979"/>
                    <a:gd name="connsiteY46" fmla="*/ 451464 h 674476"/>
                    <a:gd name="connsiteX47" fmla="*/ 418829 w 494979"/>
                    <a:gd name="connsiteY47" fmla="*/ 465062 h 674476"/>
                    <a:gd name="connsiteX48" fmla="*/ 418829 w 494979"/>
                    <a:gd name="connsiteY48" fmla="*/ 475941 h 674476"/>
                    <a:gd name="connsiteX49" fmla="*/ 418829 w 494979"/>
                    <a:gd name="connsiteY49" fmla="*/ 486820 h 674476"/>
                    <a:gd name="connsiteX50" fmla="*/ 426988 w 494979"/>
                    <a:gd name="connsiteY50" fmla="*/ 516736 h 674476"/>
                    <a:gd name="connsiteX51" fmla="*/ 432427 w 494979"/>
                    <a:gd name="connsiteY51" fmla="*/ 543932 h 674476"/>
                    <a:gd name="connsiteX52" fmla="*/ 437866 w 494979"/>
                    <a:gd name="connsiteY52" fmla="*/ 573848 h 674476"/>
                    <a:gd name="connsiteX53" fmla="*/ 443306 w 494979"/>
                    <a:gd name="connsiteY53" fmla="*/ 606484 h 674476"/>
                    <a:gd name="connsiteX54" fmla="*/ 446025 w 494979"/>
                    <a:gd name="connsiteY54" fmla="*/ 617363 h 674476"/>
                    <a:gd name="connsiteX55" fmla="*/ 470502 w 494979"/>
                    <a:gd name="connsiteY55" fmla="*/ 617363 h 674476"/>
                    <a:gd name="connsiteX56" fmla="*/ 494979 w 494979"/>
                    <a:gd name="connsiteY56" fmla="*/ 641840 h 674476"/>
                    <a:gd name="connsiteX57" fmla="*/ 486820 w 494979"/>
                    <a:gd name="connsiteY57" fmla="*/ 655438 h 674476"/>
                    <a:gd name="connsiteX58" fmla="*/ 470502 w 494979"/>
                    <a:gd name="connsiteY58" fmla="*/ 663597 h 674476"/>
                    <a:gd name="connsiteX59" fmla="*/ 446025 w 494979"/>
                    <a:gd name="connsiteY59" fmla="*/ 666317 h 674476"/>
                    <a:gd name="connsiteX60" fmla="*/ 424268 w 494979"/>
                    <a:gd name="connsiteY60" fmla="*/ 666317 h 674476"/>
                    <a:gd name="connsiteX61" fmla="*/ 416109 w 494979"/>
                    <a:gd name="connsiteY61" fmla="*/ 666317 h 674476"/>
                    <a:gd name="connsiteX62" fmla="*/ 402511 w 494979"/>
                    <a:gd name="connsiteY62" fmla="*/ 671756 h 674476"/>
                    <a:gd name="connsiteX63" fmla="*/ 386193 w 494979"/>
                    <a:gd name="connsiteY63" fmla="*/ 674476 h 674476"/>
                    <a:gd name="connsiteX64" fmla="*/ 350837 w 494979"/>
                    <a:gd name="connsiteY64" fmla="*/ 669036 h 674476"/>
                    <a:gd name="connsiteX65" fmla="*/ 329080 w 494979"/>
                    <a:gd name="connsiteY65" fmla="*/ 669036 h 674476"/>
                    <a:gd name="connsiteX66" fmla="*/ 280126 w 494979"/>
                    <a:gd name="connsiteY66" fmla="*/ 669036 h 674476"/>
                    <a:gd name="connsiteX67" fmla="*/ 255649 w 494979"/>
                    <a:gd name="connsiteY67" fmla="*/ 663597 h 674476"/>
                    <a:gd name="connsiteX68" fmla="*/ 239331 w 494979"/>
                    <a:gd name="connsiteY68" fmla="*/ 647279 h 674476"/>
                    <a:gd name="connsiteX69" fmla="*/ 263808 w 494979"/>
                    <a:gd name="connsiteY69" fmla="*/ 630961 h 674476"/>
                    <a:gd name="connsiteX70" fmla="*/ 291005 w 494979"/>
                    <a:gd name="connsiteY70" fmla="*/ 628241 h 674476"/>
                    <a:gd name="connsiteX71" fmla="*/ 288285 w 494979"/>
                    <a:gd name="connsiteY71" fmla="*/ 609204 h 674476"/>
                    <a:gd name="connsiteX72" fmla="*/ 285565 w 494979"/>
                    <a:gd name="connsiteY72" fmla="*/ 582007 h 674476"/>
                    <a:gd name="connsiteX73" fmla="*/ 282846 w 494979"/>
                    <a:gd name="connsiteY73" fmla="*/ 568409 h 674476"/>
                    <a:gd name="connsiteX74" fmla="*/ 285565 w 494979"/>
                    <a:gd name="connsiteY74" fmla="*/ 554811 h 674476"/>
                    <a:gd name="connsiteX75" fmla="*/ 280126 w 494979"/>
                    <a:gd name="connsiteY75" fmla="*/ 538493 h 674476"/>
                    <a:gd name="connsiteX76" fmla="*/ 274687 w 494979"/>
                    <a:gd name="connsiteY76" fmla="*/ 505857 h 674476"/>
                    <a:gd name="connsiteX77" fmla="*/ 271967 w 494979"/>
                    <a:gd name="connsiteY77" fmla="*/ 478660 h 674476"/>
                    <a:gd name="connsiteX78" fmla="*/ 269247 w 494979"/>
                    <a:gd name="connsiteY78" fmla="*/ 446025 h 674476"/>
                    <a:gd name="connsiteX79" fmla="*/ 263808 w 494979"/>
                    <a:gd name="connsiteY79" fmla="*/ 437866 h 674476"/>
                    <a:gd name="connsiteX80" fmla="*/ 252929 w 494979"/>
                    <a:gd name="connsiteY80" fmla="*/ 437866 h 674476"/>
                    <a:gd name="connsiteX81" fmla="*/ 223013 w 494979"/>
                    <a:gd name="connsiteY81" fmla="*/ 440585 h 674476"/>
                    <a:gd name="connsiteX82" fmla="*/ 193097 w 494979"/>
                    <a:gd name="connsiteY82" fmla="*/ 443305 h 674476"/>
                    <a:gd name="connsiteX83" fmla="*/ 168620 w 494979"/>
                    <a:gd name="connsiteY83" fmla="*/ 443305 h 674476"/>
                    <a:gd name="connsiteX84" fmla="*/ 146862 w 494979"/>
                    <a:gd name="connsiteY84" fmla="*/ 440585 h 674476"/>
                    <a:gd name="connsiteX85" fmla="*/ 138703 w 494979"/>
                    <a:gd name="connsiteY85" fmla="*/ 454184 h 674476"/>
                    <a:gd name="connsiteX86" fmla="*/ 133263 w 494979"/>
                    <a:gd name="connsiteY86" fmla="*/ 486820 h 674476"/>
                    <a:gd name="connsiteX87" fmla="*/ 122385 w 494979"/>
                    <a:gd name="connsiteY87" fmla="*/ 541213 h 674476"/>
                    <a:gd name="connsiteX88" fmla="*/ 106067 w 494979"/>
                    <a:gd name="connsiteY88" fmla="*/ 614643 h 674476"/>
                    <a:gd name="connsiteX89" fmla="*/ 135983 w 494979"/>
                    <a:gd name="connsiteY89" fmla="*/ 614643 h 674476"/>
                    <a:gd name="connsiteX90" fmla="*/ 171340 w 494979"/>
                    <a:gd name="connsiteY90" fmla="*/ 630961 h 674476"/>
                    <a:gd name="connsiteX91" fmla="*/ 165900 w 494979"/>
                    <a:gd name="connsiteY91" fmla="*/ 647279 h 674476"/>
                    <a:gd name="connsiteX92" fmla="*/ 149581 w 494979"/>
                    <a:gd name="connsiteY92" fmla="*/ 655438 h 674476"/>
                    <a:gd name="connsiteX93" fmla="*/ 127824 w 494979"/>
                    <a:gd name="connsiteY93" fmla="*/ 658158 h 674476"/>
                    <a:gd name="connsiteX94" fmla="*/ 106067 w 494979"/>
                    <a:gd name="connsiteY94" fmla="*/ 658158 h 674476"/>
                    <a:gd name="connsiteX95" fmla="*/ 62552 w 494979"/>
                    <a:gd name="connsiteY95" fmla="*/ 658158 h 674476"/>
                    <a:gd name="connsiteX96" fmla="*/ 40795 w 494979"/>
                    <a:gd name="connsiteY96" fmla="*/ 658158 h 674476"/>
                    <a:gd name="connsiteX97" fmla="*/ 16318 w 494979"/>
                    <a:gd name="connsiteY97" fmla="*/ 652718 h 674476"/>
                    <a:gd name="connsiteX98" fmla="*/ 0 w 494979"/>
                    <a:gd name="connsiteY98" fmla="*/ 636401 h 674476"/>
                    <a:gd name="connsiteX99" fmla="*/ 2720 w 494979"/>
                    <a:gd name="connsiteY99" fmla="*/ 628241 h 674476"/>
                    <a:gd name="connsiteX100" fmla="*/ 24477 w 494979"/>
                    <a:gd name="connsiteY100" fmla="*/ 620082 h 674476"/>
                    <a:gd name="connsiteX101" fmla="*/ 62552 w 494979"/>
                    <a:gd name="connsiteY101" fmla="*/ 617363 h 674476"/>
                    <a:gd name="connsiteX102" fmla="*/ 62552 w 494979"/>
                    <a:gd name="connsiteY102" fmla="*/ 614643 h 674476"/>
                    <a:gd name="connsiteX103" fmla="*/ 65272 w 494979"/>
                    <a:gd name="connsiteY103" fmla="*/ 587447 h 674476"/>
                    <a:gd name="connsiteX104" fmla="*/ 76151 w 494979"/>
                    <a:gd name="connsiteY104" fmla="*/ 522175 h 674476"/>
                    <a:gd name="connsiteX105" fmla="*/ 87029 w 494979"/>
                    <a:gd name="connsiteY105" fmla="*/ 470501 h 674476"/>
                    <a:gd name="connsiteX106" fmla="*/ 92469 w 494979"/>
                    <a:gd name="connsiteY106" fmla="*/ 446025 h 674476"/>
                    <a:gd name="connsiteX107" fmla="*/ 65272 w 494979"/>
                    <a:gd name="connsiteY107" fmla="*/ 432426 h 674476"/>
                    <a:gd name="connsiteX108" fmla="*/ 54393 w 494979"/>
                    <a:gd name="connsiteY108" fmla="*/ 421548 h 674476"/>
                    <a:gd name="connsiteX109" fmla="*/ 73431 w 494979"/>
                    <a:gd name="connsiteY109" fmla="*/ 407949 h 674476"/>
                    <a:gd name="connsiteX110" fmla="*/ 100628 w 494979"/>
                    <a:gd name="connsiteY110" fmla="*/ 399790 h 674476"/>
                    <a:gd name="connsiteX111" fmla="*/ 108787 w 494979"/>
                    <a:gd name="connsiteY111" fmla="*/ 369874 h 674476"/>
                    <a:gd name="connsiteX112" fmla="*/ 125105 w 494979"/>
                    <a:gd name="connsiteY112" fmla="*/ 307322 h 674476"/>
                    <a:gd name="connsiteX113" fmla="*/ 141423 w 494979"/>
                    <a:gd name="connsiteY113" fmla="*/ 242051 h 674476"/>
                    <a:gd name="connsiteX114" fmla="*/ 155021 w 494979"/>
                    <a:gd name="connsiteY114" fmla="*/ 179498 h 674476"/>
                    <a:gd name="connsiteX115" fmla="*/ 168620 w 494979"/>
                    <a:gd name="connsiteY115" fmla="*/ 119665 h 674476"/>
                    <a:gd name="connsiteX116" fmla="*/ 193097 w 494979"/>
                    <a:gd name="connsiteY116" fmla="*/ 57113 h 674476"/>
                    <a:gd name="connsiteX117" fmla="*/ 201256 w 494979"/>
                    <a:gd name="connsiteY117" fmla="*/ 38075 h 674476"/>
                    <a:gd name="connsiteX118" fmla="*/ 217574 w 494979"/>
                    <a:gd name="connsiteY118" fmla="*/ 13598 h 674476"/>
                    <a:gd name="connsiteX119" fmla="*/ 274687 w 494979"/>
                    <a:gd name="connsiteY119" fmla="*/ 0 h 6744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</a:cxnLst>
                  <a:rect l="l" t="t" r="r" b="b"/>
                  <a:pathLst>
                    <a:path w="494979" h="674476">
                      <a:moveTo>
                        <a:pt x="228453" y="97907"/>
                      </a:moveTo>
                      <a:cubicBezTo>
                        <a:pt x="220294" y="97907"/>
                        <a:pt x="212135" y="114225"/>
                        <a:pt x="212135" y="119665"/>
                      </a:cubicBezTo>
                      <a:cubicBezTo>
                        <a:pt x="209415" y="130543"/>
                        <a:pt x="206696" y="144141"/>
                        <a:pt x="203976" y="152300"/>
                      </a:cubicBezTo>
                      <a:cubicBezTo>
                        <a:pt x="201256" y="157740"/>
                        <a:pt x="201256" y="163179"/>
                        <a:pt x="201256" y="168618"/>
                      </a:cubicBezTo>
                      <a:cubicBezTo>
                        <a:pt x="201256" y="174058"/>
                        <a:pt x="198537" y="179497"/>
                        <a:pt x="198537" y="184936"/>
                      </a:cubicBezTo>
                      <a:cubicBezTo>
                        <a:pt x="195817" y="195815"/>
                        <a:pt x="193097" y="209413"/>
                        <a:pt x="190378" y="220292"/>
                      </a:cubicBezTo>
                      <a:cubicBezTo>
                        <a:pt x="187658" y="244769"/>
                        <a:pt x="179499" y="269246"/>
                        <a:pt x="171340" y="291003"/>
                      </a:cubicBezTo>
                      <a:cubicBezTo>
                        <a:pt x="168620" y="301881"/>
                        <a:pt x="165900" y="312760"/>
                        <a:pt x="163180" y="323639"/>
                      </a:cubicBezTo>
                      <a:cubicBezTo>
                        <a:pt x="160461" y="337237"/>
                        <a:pt x="157741" y="348115"/>
                        <a:pt x="152302" y="361714"/>
                      </a:cubicBezTo>
                      <a:cubicBezTo>
                        <a:pt x="149582" y="367153"/>
                        <a:pt x="146862" y="383471"/>
                        <a:pt x="146862" y="388910"/>
                      </a:cubicBezTo>
                      <a:cubicBezTo>
                        <a:pt x="146862" y="391630"/>
                        <a:pt x="149582" y="391630"/>
                        <a:pt x="152302" y="391630"/>
                      </a:cubicBezTo>
                      <a:cubicBezTo>
                        <a:pt x="157741" y="391630"/>
                        <a:pt x="171340" y="391630"/>
                        <a:pt x="174060" y="391630"/>
                      </a:cubicBezTo>
                      <a:cubicBezTo>
                        <a:pt x="182219" y="391630"/>
                        <a:pt x="190378" y="391630"/>
                        <a:pt x="195817" y="388910"/>
                      </a:cubicBezTo>
                      <a:cubicBezTo>
                        <a:pt x="201256" y="388910"/>
                        <a:pt x="206696" y="388910"/>
                        <a:pt x="214855" y="388910"/>
                      </a:cubicBezTo>
                      <a:cubicBezTo>
                        <a:pt x="220294" y="388910"/>
                        <a:pt x="228453" y="388910"/>
                        <a:pt x="239332" y="388910"/>
                      </a:cubicBezTo>
                      <a:cubicBezTo>
                        <a:pt x="244771" y="388910"/>
                        <a:pt x="250210" y="388910"/>
                        <a:pt x="252930" y="386191"/>
                      </a:cubicBezTo>
                      <a:cubicBezTo>
                        <a:pt x="258369" y="391630"/>
                        <a:pt x="261089" y="388910"/>
                        <a:pt x="261089" y="386191"/>
                      </a:cubicBezTo>
                      <a:cubicBezTo>
                        <a:pt x="261089" y="380751"/>
                        <a:pt x="258369" y="372592"/>
                        <a:pt x="258369" y="367153"/>
                      </a:cubicBezTo>
                      <a:cubicBezTo>
                        <a:pt x="255650" y="353555"/>
                        <a:pt x="252930" y="342676"/>
                        <a:pt x="252930" y="331797"/>
                      </a:cubicBezTo>
                      <a:cubicBezTo>
                        <a:pt x="252930" y="301881"/>
                        <a:pt x="252930" y="274685"/>
                        <a:pt x="250210" y="244769"/>
                      </a:cubicBezTo>
                      <a:cubicBezTo>
                        <a:pt x="250210" y="231170"/>
                        <a:pt x="247491" y="217572"/>
                        <a:pt x="244771" y="203974"/>
                      </a:cubicBezTo>
                      <a:cubicBezTo>
                        <a:pt x="242051" y="187656"/>
                        <a:pt x="239332" y="174058"/>
                        <a:pt x="239332" y="157740"/>
                      </a:cubicBezTo>
                      <a:cubicBezTo>
                        <a:pt x="239332" y="152300"/>
                        <a:pt x="239332" y="133263"/>
                        <a:pt x="236612" y="119665"/>
                      </a:cubicBezTo>
                      <a:cubicBezTo>
                        <a:pt x="236612" y="106066"/>
                        <a:pt x="233892" y="97907"/>
                        <a:pt x="228453" y="97907"/>
                      </a:cubicBezTo>
                      <a:close/>
                      <a:moveTo>
                        <a:pt x="274687" y="0"/>
                      </a:moveTo>
                      <a:cubicBezTo>
                        <a:pt x="288285" y="0"/>
                        <a:pt x="293724" y="2720"/>
                        <a:pt x="304603" y="5439"/>
                      </a:cubicBezTo>
                      <a:cubicBezTo>
                        <a:pt x="315482" y="10879"/>
                        <a:pt x="315482" y="16318"/>
                        <a:pt x="320921" y="24477"/>
                      </a:cubicBezTo>
                      <a:cubicBezTo>
                        <a:pt x="326360" y="29916"/>
                        <a:pt x="331800" y="35356"/>
                        <a:pt x="334519" y="43515"/>
                      </a:cubicBezTo>
                      <a:cubicBezTo>
                        <a:pt x="337239" y="51674"/>
                        <a:pt x="337239" y="57113"/>
                        <a:pt x="339959" y="65272"/>
                      </a:cubicBezTo>
                      <a:cubicBezTo>
                        <a:pt x="345398" y="78870"/>
                        <a:pt x="342678" y="97908"/>
                        <a:pt x="348118" y="114226"/>
                      </a:cubicBezTo>
                      <a:cubicBezTo>
                        <a:pt x="350837" y="130544"/>
                        <a:pt x="358996" y="146863"/>
                        <a:pt x="361716" y="163180"/>
                      </a:cubicBezTo>
                      <a:cubicBezTo>
                        <a:pt x="364435" y="182218"/>
                        <a:pt x="364435" y="201256"/>
                        <a:pt x="369875" y="220293"/>
                      </a:cubicBezTo>
                      <a:cubicBezTo>
                        <a:pt x="375314" y="239331"/>
                        <a:pt x="378034" y="255649"/>
                        <a:pt x="378034" y="274686"/>
                      </a:cubicBezTo>
                      <a:cubicBezTo>
                        <a:pt x="378034" y="282845"/>
                        <a:pt x="380753" y="293724"/>
                        <a:pt x="383473" y="301883"/>
                      </a:cubicBezTo>
                      <a:cubicBezTo>
                        <a:pt x="386193" y="312762"/>
                        <a:pt x="388912" y="326360"/>
                        <a:pt x="391632" y="337238"/>
                      </a:cubicBezTo>
                      <a:cubicBezTo>
                        <a:pt x="391632" y="342678"/>
                        <a:pt x="394352" y="353556"/>
                        <a:pt x="397071" y="364435"/>
                      </a:cubicBezTo>
                      <a:cubicBezTo>
                        <a:pt x="399791" y="372594"/>
                        <a:pt x="402511" y="380753"/>
                        <a:pt x="405230" y="383473"/>
                      </a:cubicBezTo>
                      <a:cubicBezTo>
                        <a:pt x="407950" y="386192"/>
                        <a:pt x="413389" y="386192"/>
                        <a:pt x="416109" y="386192"/>
                      </a:cubicBezTo>
                      <a:cubicBezTo>
                        <a:pt x="418829" y="386192"/>
                        <a:pt x="424268" y="386192"/>
                        <a:pt x="426988" y="386192"/>
                      </a:cubicBezTo>
                      <a:cubicBezTo>
                        <a:pt x="437866" y="386192"/>
                        <a:pt x="448745" y="388912"/>
                        <a:pt x="454184" y="397071"/>
                      </a:cubicBezTo>
                      <a:cubicBezTo>
                        <a:pt x="456904" y="399790"/>
                        <a:pt x="456904" y="402510"/>
                        <a:pt x="456904" y="405230"/>
                      </a:cubicBezTo>
                      <a:cubicBezTo>
                        <a:pt x="456904" y="407949"/>
                        <a:pt x="454184" y="410669"/>
                        <a:pt x="451465" y="416108"/>
                      </a:cubicBezTo>
                      <a:cubicBezTo>
                        <a:pt x="446025" y="421548"/>
                        <a:pt x="440586" y="426987"/>
                        <a:pt x="432427" y="429707"/>
                      </a:cubicBezTo>
                      <a:cubicBezTo>
                        <a:pt x="429707" y="429707"/>
                        <a:pt x="426988" y="432426"/>
                        <a:pt x="421548" y="432426"/>
                      </a:cubicBezTo>
                      <a:cubicBezTo>
                        <a:pt x="418829" y="432426"/>
                        <a:pt x="416109" y="432426"/>
                        <a:pt x="413389" y="435146"/>
                      </a:cubicBezTo>
                      <a:cubicBezTo>
                        <a:pt x="413389" y="435146"/>
                        <a:pt x="413389" y="437866"/>
                        <a:pt x="413389" y="440585"/>
                      </a:cubicBezTo>
                      <a:cubicBezTo>
                        <a:pt x="413389" y="443305"/>
                        <a:pt x="413389" y="448744"/>
                        <a:pt x="416109" y="451464"/>
                      </a:cubicBezTo>
                      <a:cubicBezTo>
                        <a:pt x="416109" y="456903"/>
                        <a:pt x="418829" y="462343"/>
                        <a:pt x="418829" y="465062"/>
                      </a:cubicBezTo>
                      <a:lnTo>
                        <a:pt x="418829" y="475941"/>
                      </a:lnTo>
                      <a:cubicBezTo>
                        <a:pt x="418829" y="481380"/>
                        <a:pt x="418829" y="484100"/>
                        <a:pt x="418829" y="486820"/>
                      </a:cubicBezTo>
                      <a:cubicBezTo>
                        <a:pt x="421548" y="497698"/>
                        <a:pt x="424268" y="505857"/>
                        <a:pt x="426988" y="516736"/>
                      </a:cubicBezTo>
                      <a:cubicBezTo>
                        <a:pt x="426988" y="524895"/>
                        <a:pt x="429707" y="535773"/>
                        <a:pt x="432427" y="543932"/>
                      </a:cubicBezTo>
                      <a:cubicBezTo>
                        <a:pt x="435147" y="554811"/>
                        <a:pt x="437866" y="562970"/>
                        <a:pt x="437866" y="573848"/>
                      </a:cubicBezTo>
                      <a:cubicBezTo>
                        <a:pt x="437866" y="587447"/>
                        <a:pt x="440586" y="595606"/>
                        <a:pt x="443306" y="606484"/>
                      </a:cubicBezTo>
                      <a:cubicBezTo>
                        <a:pt x="443306" y="609204"/>
                        <a:pt x="446025" y="614643"/>
                        <a:pt x="446025" y="617363"/>
                      </a:cubicBezTo>
                      <a:cubicBezTo>
                        <a:pt x="454184" y="617363"/>
                        <a:pt x="462343" y="617363"/>
                        <a:pt x="470502" y="617363"/>
                      </a:cubicBezTo>
                      <a:cubicBezTo>
                        <a:pt x="478661" y="625522"/>
                        <a:pt x="492259" y="630961"/>
                        <a:pt x="494979" y="641840"/>
                      </a:cubicBezTo>
                      <a:cubicBezTo>
                        <a:pt x="494979" y="647279"/>
                        <a:pt x="489540" y="649999"/>
                        <a:pt x="486820" y="655438"/>
                      </a:cubicBezTo>
                      <a:cubicBezTo>
                        <a:pt x="484100" y="660877"/>
                        <a:pt x="475942" y="663597"/>
                        <a:pt x="470502" y="663597"/>
                      </a:cubicBezTo>
                      <a:cubicBezTo>
                        <a:pt x="459623" y="666317"/>
                        <a:pt x="454184" y="666317"/>
                        <a:pt x="446025" y="666317"/>
                      </a:cubicBezTo>
                      <a:cubicBezTo>
                        <a:pt x="440586" y="666317"/>
                        <a:pt x="432427" y="666317"/>
                        <a:pt x="424268" y="666317"/>
                      </a:cubicBezTo>
                      <a:cubicBezTo>
                        <a:pt x="421548" y="666317"/>
                        <a:pt x="418829" y="666317"/>
                        <a:pt x="416109" y="666317"/>
                      </a:cubicBezTo>
                      <a:cubicBezTo>
                        <a:pt x="410670" y="669036"/>
                        <a:pt x="407950" y="669036"/>
                        <a:pt x="402511" y="671756"/>
                      </a:cubicBezTo>
                      <a:cubicBezTo>
                        <a:pt x="397071" y="671756"/>
                        <a:pt x="391632" y="674476"/>
                        <a:pt x="386193" y="674476"/>
                      </a:cubicBezTo>
                      <a:cubicBezTo>
                        <a:pt x="375314" y="674476"/>
                        <a:pt x="361716" y="671756"/>
                        <a:pt x="350837" y="669036"/>
                      </a:cubicBezTo>
                      <a:cubicBezTo>
                        <a:pt x="342678" y="669036"/>
                        <a:pt x="334519" y="669036"/>
                        <a:pt x="329080" y="669036"/>
                      </a:cubicBezTo>
                      <a:cubicBezTo>
                        <a:pt x="307323" y="669036"/>
                        <a:pt x="288285" y="669036"/>
                        <a:pt x="280126" y="669036"/>
                      </a:cubicBezTo>
                      <a:cubicBezTo>
                        <a:pt x="271967" y="669036"/>
                        <a:pt x="261088" y="669036"/>
                        <a:pt x="255649" y="663597"/>
                      </a:cubicBezTo>
                      <a:cubicBezTo>
                        <a:pt x="250210" y="660877"/>
                        <a:pt x="239331" y="655438"/>
                        <a:pt x="239331" y="647279"/>
                      </a:cubicBezTo>
                      <a:cubicBezTo>
                        <a:pt x="239331" y="636401"/>
                        <a:pt x="255649" y="633681"/>
                        <a:pt x="263808" y="630961"/>
                      </a:cubicBezTo>
                      <a:cubicBezTo>
                        <a:pt x="269247" y="630961"/>
                        <a:pt x="277406" y="630961"/>
                        <a:pt x="291005" y="628241"/>
                      </a:cubicBezTo>
                      <a:cubicBezTo>
                        <a:pt x="291005" y="620082"/>
                        <a:pt x="291005" y="614643"/>
                        <a:pt x="288285" y="609204"/>
                      </a:cubicBezTo>
                      <a:cubicBezTo>
                        <a:pt x="288285" y="601045"/>
                        <a:pt x="285565" y="590166"/>
                        <a:pt x="285565" y="582007"/>
                      </a:cubicBezTo>
                      <a:cubicBezTo>
                        <a:pt x="285565" y="576568"/>
                        <a:pt x="282846" y="573848"/>
                        <a:pt x="282846" y="568409"/>
                      </a:cubicBezTo>
                      <a:cubicBezTo>
                        <a:pt x="282846" y="562970"/>
                        <a:pt x="285565" y="557531"/>
                        <a:pt x="285565" y="554811"/>
                      </a:cubicBezTo>
                      <a:cubicBezTo>
                        <a:pt x="285565" y="549371"/>
                        <a:pt x="282846" y="546652"/>
                        <a:pt x="280126" y="538493"/>
                      </a:cubicBezTo>
                      <a:cubicBezTo>
                        <a:pt x="280126" y="527614"/>
                        <a:pt x="274687" y="516736"/>
                        <a:pt x="274687" y="505857"/>
                      </a:cubicBezTo>
                      <a:cubicBezTo>
                        <a:pt x="274687" y="494978"/>
                        <a:pt x="274687" y="486820"/>
                        <a:pt x="271967" y="478660"/>
                      </a:cubicBezTo>
                      <a:cubicBezTo>
                        <a:pt x="269247" y="467782"/>
                        <a:pt x="269247" y="456903"/>
                        <a:pt x="269247" y="446025"/>
                      </a:cubicBezTo>
                      <a:cubicBezTo>
                        <a:pt x="269247" y="440585"/>
                        <a:pt x="266528" y="437866"/>
                        <a:pt x="263808" y="437866"/>
                      </a:cubicBezTo>
                      <a:cubicBezTo>
                        <a:pt x="261088" y="437866"/>
                        <a:pt x="258369" y="437866"/>
                        <a:pt x="252929" y="437866"/>
                      </a:cubicBezTo>
                      <a:cubicBezTo>
                        <a:pt x="242051" y="437866"/>
                        <a:pt x="231172" y="437866"/>
                        <a:pt x="223013" y="440585"/>
                      </a:cubicBezTo>
                      <a:cubicBezTo>
                        <a:pt x="212135" y="440585"/>
                        <a:pt x="203976" y="443305"/>
                        <a:pt x="193097" y="443305"/>
                      </a:cubicBezTo>
                      <a:cubicBezTo>
                        <a:pt x="184938" y="443305"/>
                        <a:pt x="176779" y="443305"/>
                        <a:pt x="168620" y="443305"/>
                      </a:cubicBezTo>
                      <a:cubicBezTo>
                        <a:pt x="165900" y="443305"/>
                        <a:pt x="155021" y="440585"/>
                        <a:pt x="146862" y="440585"/>
                      </a:cubicBezTo>
                      <a:cubicBezTo>
                        <a:pt x="138703" y="440585"/>
                        <a:pt x="138703" y="448744"/>
                        <a:pt x="138703" y="454184"/>
                      </a:cubicBezTo>
                      <a:cubicBezTo>
                        <a:pt x="138703" y="465062"/>
                        <a:pt x="135983" y="475941"/>
                        <a:pt x="133263" y="486820"/>
                      </a:cubicBezTo>
                      <a:cubicBezTo>
                        <a:pt x="130544" y="505857"/>
                        <a:pt x="125105" y="522175"/>
                        <a:pt x="122385" y="541213"/>
                      </a:cubicBezTo>
                      <a:cubicBezTo>
                        <a:pt x="119665" y="560250"/>
                        <a:pt x="111506" y="595606"/>
                        <a:pt x="106067" y="614643"/>
                      </a:cubicBezTo>
                      <a:cubicBezTo>
                        <a:pt x="114226" y="614643"/>
                        <a:pt x="125105" y="614643"/>
                        <a:pt x="135983" y="614643"/>
                      </a:cubicBezTo>
                      <a:cubicBezTo>
                        <a:pt x="149581" y="614643"/>
                        <a:pt x="171340" y="614643"/>
                        <a:pt x="171340" y="630961"/>
                      </a:cubicBezTo>
                      <a:cubicBezTo>
                        <a:pt x="171340" y="639120"/>
                        <a:pt x="168620" y="639120"/>
                        <a:pt x="165900" y="647279"/>
                      </a:cubicBezTo>
                      <a:cubicBezTo>
                        <a:pt x="163181" y="652718"/>
                        <a:pt x="155021" y="655438"/>
                        <a:pt x="149581" y="655438"/>
                      </a:cubicBezTo>
                      <a:cubicBezTo>
                        <a:pt x="141423" y="658158"/>
                        <a:pt x="135983" y="658158"/>
                        <a:pt x="127824" y="658158"/>
                      </a:cubicBezTo>
                      <a:cubicBezTo>
                        <a:pt x="122385" y="658158"/>
                        <a:pt x="116946" y="658158"/>
                        <a:pt x="106067" y="658158"/>
                      </a:cubicBezTo>
                      <a:cubicBezTo>
                        <a:pt x="92469" y="658158"/>
                        <a:pt x="78870" y="658158"/>
                        <a:pt x="62552" y="658158"/>
                      </a:cubicBezTo>
                      <a:cubicBezTo>
                        <a:pt x="54393" y="658158"/>
                        <a:pt x="46234" y="658158"/>
                        <a:pt x="40795" y="658158"/>
                      </a:cubicBezTo>
                      <a:cubicBezTo>
                        <a:pt x="32636" y="658158"/>
                        <a:pt x="21758" y="658158"/>
                        <a:pt x="16318" y="652718"/>
                      </a:cubicBezTo>
                      <a:cubicBezTo>
                        <a:pt x="8159" y="649999"/>
                        <a:pt x="0" y="641840"/>
                        <a:pt x="0" y="636401"/>
                      </a:cubicBezTo>
                      <a:cubicBezTo>
                        <a:pt x="0" y="633681"/>
                        <a:pt x="0" y="630961"/>
                        <a:pt x="2720" y="628241"/>
                      </a:cubicBezTo>
                      <a:cubicBezTo>
                        <a:pt x="8159" y="625522"/>
                        <a:pt x="16318" y="622802"/>
                        <a:pt x="24477" y="620082"/>
                      </a:cubicBezTo>
                      <a:cubicBezTo>
                        <a:pt x="38075" y="617363"/>
                        <a:pt x="48954" y="617363"/>
                        <a:pt x="62552" y="617363"/>
                      </a:cubicBezTo>
                      <a:cubicBezTo>
                        <a:pt x="62552" y="617363"/>
                        <a:pt x="62552" y="614643"/>
                        <a:pt x="62552" y="614643"/>
                      </a:cubicBezTo>
                      <a:cubicBezTo>
                        <a:pt x="62552" y="603765"/>
                        <a:pt x="65272" y="590166"/>
                        <a:pt x="65272" y="587447"/>
                      </a:cubicBezTo>
                      <a:cubicBezTo>
                        <a:pt x="67992" y="565689"/>
                        <a:pt x="73431" y="543932"/>
                        <a:pt x="76151" y="522175"/>
                      </a:cubicBezTo>
                      <a:cubicBezTo>
                        <a:pt x="78870" y="505857"/>
                        <a:pt x="81590" y="486820"/>
                        <a:pt x="87029" y="470501"/>
                      </a:cubicBezTo>
                      <a:cubicBezTo>
                        <a:pt x="87029" y="465062"/>
                        <a:pt x="92469" y="451464"/>
                        <a:pt x="92469" y="446025"/>
                      </a:cubicBezTo>
                      <a:cubicBezTo>
                        <a:pt x="92469" y="437866"/>
                        <a:pt x="73431" y="437866"/>
                        <a:pt x="65272" y="432426"/>
                      </a:cubicBezTo>
                      <a:cubicBezTo>
                        <a:pt x="59833" y="429707"/>
                        <a:pt x="54393" y="426987"/>
                        <a:pt x="54393" y="421548"/>
                      </a:cubicBezTo>
                      <a:cubicBezTo>
                        <a:pt x="54393" y="413389"/>
                        <a:pt x="62552" y="410669"/>
                        <a:pt x="73431" y="407949"/>
                      </a:cubicBezTo>
                      <a:cubicBezTo>
                        <a:pt x="78870" y="407949"/>
                        <a:pt x="92469" y="405230"/>
                        <a:pt x="100628" y="399790"/>
                      </a:cubicBezTo>
                      <a:cubicBezTo>
                        <a:pt x="106067" y="394351"/>
                        <a:pt x="106067" y="378033"/>
                        <a:pt x="108787" y="369874"/>
                      </a:cubicBezTo>
                      <a:cubicBezTo>
                        <a:pt x="114226" y="348117"/>
                        <a:pt x="119665" y="326360"/>
                        <a:pt x="125105" y="307322"/>
                      </a:cubicBezTo>
                      <a:cubicBezTo>
                        <a:pt x="130544" y="285565"/>
                        <a:pt x="135983" y="263808"/>
                        <a:pt x="141423" y="242051"/>
                      </a:cubicBezTo>
                      <a:cubicBezTo>
                        <a:pt x="146862" y="220293"/>
                        <a:pt x="152301" y="198536"/>
                        <a:pt x="155021" y="179498"/>
                      </a:cubicBezTo>
                      <a:cubicBezTo>
                        <a:pt x="157740" y="160461"/>
                        <a:pt x="163181" y="138703"/>
                        <a:pt x="168620" y="119665"/>
                      </a:cubicBezTo>
                      <a:cubicBezTo>
                        <a:pt x="176779" y="100627"/>
                        <a:pt x="182218" y="76150"/>
                        <a:pt x="193097" y="57113"/>
                      </a:cubicBezTo>
                      <a:lnTo>
                        <a:pt x="201256" y="38075"/>
                      </a:lnTo>
                      <a:cubicBezTo>
                        <a:pt x="206695" y="29916"/>
                        <a:pt x="209415" y="19038"/>
                        <a:pt x="217574" y="13598"/>
                      </a:cubicBezTo>
                      <a:cubicBezTo>
                        <a:pt x="231172" y="2720"/>
                        <a:pt x="255649" y="0"/>
                        <a:pt x="274687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41" name="Freeform: Shape 40">
                  <a:extLst>
                    <a:ext uri="{FF2B5EF4-FFF2-40B4-BE49-F238E27FC236}">
                      <a16:creationId xmlns:a16="http://schemas.microsoft.com/office/drawing/2014/main" id="{AF925333-84B3-2517-1D44-139C5DAC0E75}"/>
                    </a:ext>
                  </a:extLst>
                </p:cNvPr>
                <p:cNvSpPr/>
                <p:nvPr/>
              </p:nvSpPr>
              <p:spPr>
                <a:xfrm>
                  <a:off x="3443268" y="4186718"/>
                  <a:ext cx="435145" cy="761503"/>
                </a:xfrm>
                <a:custGeom>
                  <a:avLst/>
                  <a:gdLst>
                    <a:gd name="connsiteX0" fmla="*/ 400855 w 435145"/>
                    <a:gd name="connsiteY0" fmla="*/ 678260 h 761503"/>
                    <a:gd name="connsiteX1" fmla="*/ 384537 w 435145"/>
                    <a:gd name="connsiteY1" fmla="*/ 719054 h 761503"/>
                    <a:gd name="connsiteX2" fmla="*/ 368219 w 435145"/>
                    <a:gd name="connsiteY2" fmla="*/ 713615 h 761503"/>
                    <a:gd name="connsiteX3" fmla="*/ 360060 w 435145"/>
                    <a:gd name="connsiteY3" fmla="*/ 697297 h 761503"/>
                    <a:gd name="connsiteX4" fmla="*/ 360060 w 435145"/>
                    <a:gd name="connsiteY4" fmla="*/ 651063 h 761503"/>
                    <a:gd name="connsiteX5" fmla="*/ 332864 w 435145"/>
                    <a:gd name="connsiteY5" fmla="*/ 686418 h 761503"/>
                    <a:gd name="connsiteX6" fmla="*/ 251274 w 435145"/>
                    <a:gd name="connsiteY6" fmla="*/ 721774 h 761503"/>
                    <a:gd name="connsiteX7" fmla="*/ 229517 w 435145"/>
                    <a:gd name="connsiteY7" fmla="*/ 719054 h 761503"/>
                    <a:gd name="connsiteX8" fmla="*/ 158806 w 435145"/>
                    <a:gd name="connsiteY8" fmla="*/ 694578 h 761503"/>
                    <a:gd name="connsiteX9" fmla="*/ 112571 w 435145"/>
                    <a:gd name="connsiteY9" fmla="*/ 659222 h 761503"/>
                    <a:gd name="connsiteX10" fmla="*/ 79936 w 435145"/>
                    <a:gd name="connsiteY10" fmla="*/ 607548 h 761503"/>
                    <a:gd name="connsiteX11" fmla="*/ 63618 w 435145"/>
                    <a:gd name="connsiteY11" fmla="*/ 542277 h 761503"/>
                    <a:gd name="connsiteX12" fmla="*/ 58178 w 435145"/>
                    <a:gd name="connsiteY12" fmla="*/ 471566 h 761503"/>
                    <a:gd name="connsiteX13" fmla="*/ 60898 w 435145"/>
                    <a:gd name="connsiteY13" fmla="*/ 400855 h 761503"/>
                    <a:gd name="connsiteX14" fmla="*/ 66337 w 435145"/>
                    <a:gd name="connsiteY14" fmla="*/ 335583 h 761503"/>
                    <a:gd name="connsiteX15" fmla="*/ 85375 w 435145"/>
                    <a:gd name="connsiteY15" fmla="*/ 267592 h 761503"/>
                    <a:gd name="connsiteX16" fmla="*/ 109852 w 435145"/>
                    <a:gd name="connsiteY16" fmla="*/ 199600 h 761503"/>
                    <a:gd name="connsiteX17" fmla="*/ 145207 w 435145"/>
                    <a:gd name="connsiteY17" fmla="*/ 145207 h 761503"/>
                    <a:gd name="connsiteX18" fmla="*/ 188722 w 435145"/>
                    <a:gd name="connsiteY18" fmla="*/ 96253 h 761503"/>
                    <a:gd name="connsiteX19" fmla="*/ 243115 w 435145"/>
                    <a:gd name="connsiteY19" fmla="*/ 71776 h 761503"/>
                    <a:gd name="connsiteX20" fmla="*/ 286630 w 435145"/>
                    <a:gd name="connsiteY20" fmla="*/ 63617 h 761503"/>
                    <a:gd name="connsiteX21" fmla="*/ 305667 w 435145"/>
                    <a:gd name="connsiteY21" fmla="*/ 66337 h 761503"/>
                    <a:gd name="connsiteX22" fmla="*/ 324705 w 435145"/>
                    <a:gd name="connsiteY22" fmla="*/ 79936 h 761503"/>
                    <a:gd name="connsiteX23" fmla="*/ 341023 w 435145"/>
                    <a:gd name="connsiteY23" fmla="*/ 101693 h 761503"/>
                    <a:gd name="connsiteX24" fmla="*/ 354621 w 435145"/>
                    <a:gd name="connsiteY24" fmla="*/ 123450 h 761503"/>
                    <a:gd name="connsiteX25" fmla="*/ 354621 w 435145"/>
                    <a:gd name="connsiteY25" fmla="*/ 98973 h 761503"/>
                    <a:gd name="connsiteX26" fmla="*/ 360060 w 435145"/>
                    <a:gd name="connsiteY26" fmla="*/ 74496 h 761503"/>
                    <a:gd name="connsiteX27" fmla="*/ 365500 w 435145"/>
                    <a:gd name="connsiteY27" fmla="*/ 63617 h 761503"/>
                    <a:gd name="connsiteX28" fmla="*/ 373659 w 435145"/>
                    <a:gd name="connsiteY28" fmla="*/ 58178 h 761503"/>
                    <a:gd name="connsiteX29" fmla="*/ 381818 w 435145"/>
                    <a:gd name="connsiteY29" fmla="*/ 63617 h 761503"/>
                    <a:gd name="connsiteX30" fmla="*/ 389977 w 435145"/>
                    <a:gd name="connsiteY30" fmla="*/ 82655 h 761503"/>
                    <a:gd name="connsiteX31" fmla="*/ 392696 w 435145"/>
                    <a:gd name="connsiteY31" fmla="*/ 126170 h 761503"/>
                    <a:gd name="connsiteX32" fmla="*/ 395416 w 435145"/>
                    <a:gd name="connsiteY32" fmla="*/ 186002 h 761503"/>
                    <a:gd name="connsiteX33" fmla="*/ 398136 w 435145"/>
                    <a:gd name="connsiteY33" fmla="*/ 237675 h 761503"/>
                    <a:gd name="connsiteX34" fmla="*/ 398136 w 435145"/>
                    <a:gd name="connsiteY34" fmla="*/ 243115 h 761503"/>
                    <a:gd name="connsiteX35" fmla="*/ 395416 w 435145"/>
                    <a:gd name="connsiteY35" fmla="*/ 256713 h 761503"/>
                    <a:gd name="connsiteX36" fmla="*/ 379098 w 435145"/>
                    <a:gd name="connsiteY36" fmla="*/ 278470 h 761503"/>
                    <a:gd name="connsiteX37" fmla="*/ 362780 w 435145"/>
                    <a:gd name="connsiteY37" fmla="*/ 273031 h 761503"/>
                    <a:gd name="connsiteX38" fmla="*/ 354621 w 435145"/>
                    <a:gd name="connsiteY38" fmla="*/ 256713 h 761503"/>
                    <a:gd name="connsiteX39" fmla="*/ 354621 w 435145"/>
                    <a:gd name="connsiteY39" fmla="*/ 213198 h 761503"/>
                    <a:gd name="connsiteX40" fmla="*/ 354621 w 435145"/>
                    <a:gd name="connsiteY40" fmla="*/ 205040 h 761503"/>
                    <a:gd name="connsiteX41" fmla="*/ 338303 w 435145"/>
                    <a:gd name="connsiteY41" fmla="*/ 147927 h 761503"/>
                    <a:gd name="connsiteX42" fmla="*/ 292069 w 435145"/>
                    <a:gd name="connsiteY42" fmla="*/ 107132 h 761503"/>
                    <a:gd name="connsiteX43" fmla="*/ 262153 w 435145"/>
                    <a:gd name="connsiteY43" fmla="*/ 120730 h 761503"/>
                    <a:gd name="connsiteX44" fmla="*/ 251274 w 435145"/>
                    <a:gd name="connsiteY44" fmla="*/ 131609 h 761503"/>
                    <a:gd name="connsiteX45" fmla="*/ 240395 w 435145"/>
                    <a:gd name="connsiteY45" fmla="*/ 139768 h 761503"/>
                    <a:gd name="connsiteX46" fmla="*/ 237676 w 435145"/>
                    <a:gd name="connsiteY46" fmla="*/ 164245 h 761503"/>
                    <a:gd name="connsiteX47" fmla="*/ 226797 w 435145"/>
                    <a:gd name="connsiteY47" fmla="*/ 196881 h 761503"/>
                    <a:gd name="connsiteX48" fmla="*/ 213199 w 435145"/>
                    <a:gd name="connsiteY48" fmla="*/ 259433 h 761503"/>
                    <a:gd name="connsiteX49" fmla="*/ 207759 w 435145"/>
                    <a:gd name="connsiteY49" fmla="*/ 324704 h 761503"/>
                    <a:gd name="connsiteX50" fmla="*/ 207759 w 435145"/>
                    <a:gd name="connsiteY50" fmla="*/ 335583 h 761503"/>
                    <a:gd name="connsiteX51" fmla="*/ 205040 w 435145"/>
                    <a:gd name="connsiteY51" fmla="*/ 349181 h 761503"/>
                    <a:gd name="connsiteX52" fmla="*/ 207759 w 435145"/>
                    <a:gd name="connsiteY52" fmla="*/ 368219 h 761503"/>
                    <a:gd name="connsiteX53" fmla="*/ 207759 w 435145"/>
                    <a:gd name="connsiteY53" fmla="*/ 376378 h 761503"/>
                    <a:gd name="connsiteX54" fmla="*/ 205040 w 435145"/>
                    <a:gd name="connsiteY54" fmla="*/ 387256 h 761503"/>
                    <a:gd name="connsiteX55" fmla="*/ 205040 w 435145"/>
                    <a:gd name="connsiteY55" fmla="*/ 395415 h 761503"/>
                    <a:gd name="connsiteX56" fmla="*/ 205040 w 435145"/>
                    <a:gd name="connsiteY56" fmla="*/ 406294 h 761503"/>
                    <a:gd name="connsiteX57" fmla="*/ 205040 w 435145"/>
                    <a:gd name="connsiteY57" fmla="*/ 425332 h 761503"/>
                    <a:gd name="connsiteX58" fmla="*/ 213199 w 435145"/>
                    <a:gd name="connsiteY58" fmla="*/ 493323 h 761503"/>
                    <a:gd name="connsiteX59" fmla="*/ 221358 w 435145"/>
                    <a:gd name="connsiteY59" fmla="*/ 561314 h 761503"/>
                    <a:gd name="connsiteX60" fmla="*/ 226797 w 435145"/>
                    <a:gd name="connsiteY60" fmla="*/ 591231 h 761503"/>
                    <a:gd name="connsiteX61" fmla="*/ 240395 w 435145"/>
                    <a:gd name="connsiteY61" fmla="*/ 618427 h 761503"/>
                    <a:gd name="connsiteX62" fmla="*/ 283910 w 435145"/>
                    <a:gd name="connsiteY62" fmla="*/ 651063 h 761503"/>
                    <a:gd name="connsiteX63" fmla="*/ 338303 w 435145"/>
                    <a:gd name="connsiteY63" fmla="*/ 612988 h 761503"/>
                    <a:gd name="connsiteX64" fmla="*/ 354621 w 435145"/>
                    <a:gd name="connsiteY64" fmla="*/ 577632 h 761503"/>
                    <a:gd name="connsiteX65" fmla="*/ 357341 w 435145"/>
                    <a:gd name="connsiteY65" fmla="*/ 509641 h 761503"/>
                    <a:gd name="connsiteX66" fmla="*/ 362780 w 435145"/>
                    <a:gd name="connsiteY66" fmla="*/ 485164 h 761503"/>
                    <a:gd name="connsiteX67" fmla="*/ 368219 w 435145"/>
                    <a:gd name="connsiteY67" fmla="*/ 474286 h 761503"/>
                    <a:gd name="connsiteX68" fmla="*/ 376378 w 435145"/>
                    <a:gd name="connsiteY68" fmla="*/ 468846 h 761503"/>
                    <a:gd name="connsiteX69" fmla="*/ 384537 w 435145"/>
                    <a:gd name="connsiteY69" fmla="*/ 474286 h 761503"/>
                    <a:gd name="connsiteX70" fmla="*/ 392696 w 435145"/>
                    <a:gd name="connsiteY70" fmla="*/ 493323 h 761503"/>
                    <a:gd name="connsiteX71" fmla="*/ 395416 w 435145"/>
                    <a:gd name="connsiteY71" fmla="*/ 558595 h 761503"/>
                    <a:gd name="connsiteX72" fmla="*/ 398136 w 435145"/>
                    <a:gd name="connsiteY72" fmla="*/ 618427 h 761503"/>
                    <a:gd name="connsiteX73" fmla="*/ 400855 w 435145"/>
                    <a:gd name="connsiteY73" fmla="*/ 678260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</a:cxnLst>
                  <a:rect l="l" t="t" r="r" b="b"/>
                  <a:pathLst>
                    <a:path w="435145" h="761503">
                      <a:moveTo>
                        <a:pt x="400855" y="678260"/>
                      </a:moveTo>
                      <a:cubicBezTo>
                        <a:pt x="400855" y="689138"/>
                        <a:pt x="400855" y="719054"/>
                        <a:pt x="384537" y="719054"/>
                      </a:cubicBezTo>
                      <a:cubicBezTo>
                        <a:pt x="376378" y="719054"/>
                        <a:pt x="373659" y="716335"/>
                        <a:pt x="368219" y="713615"/>
                      </a:cubicBezTo>
                      <a:cubicBezTo>
                        <a:pt x="362780" y="710895"/>
                        <a:pt x="360060" y="702736"/>
                        <a:pt x="360060" y="697297"/>
                      </a:cubicBezTo>
                      <a:cubicBezTo>
                        <a:pt x="357341" y="680979"/>
                        <a:pt x="357341" y="664661"/>
                        <a:pt x="360060" y="651063"/>
                      </a:cubicBezTo>
                      <a:cubicBezTo>
                        <a:pt x="354621" y="659222"/>
                        <a:pt x="341023" y="678260"/>
                        <a:pt x="332864" y="686418"/>
                      </a:cubicBezTo>
                      <a:cubicBezTo>
                        <a:pt x="311107" y="708176"/>
                        <a:pt x="283910" y="721774"/>
                        <a:pt x="251274" y="721774"/>
                      </a:cubicBezTo>
                      <a:cubicBezTo>
                        <a:pt x="243115" y="721774"/>
                        <a:pt x="237676" y="721774"/>
                        <a:pt x="229517" y="719054"/>
                      </a:cubicBezTo>
                      <a:cubicBezTo>
                        <a:pt x="207759" y="716335"/>
                        <a:pt x="183283" y="708176"/>
                        <a:pt x="158806" y="694578"/>
                      </a:cubicBezTo>
                      <a:cubicBezTo>
                        <a:pt x="142488" y="686418"/>
                        <a:pt x="126170" y="672820"/>
                        <a:pt x="112571" y="659222"/>
                      </a:cubicBezTo>
                      <a:cubicBezTo>
                        <a:pt x="98973" y="642904"/>
                        <a:pt x="88095" y="626586"/>
                        <a:pt x="79936" y="607548"/>
                      </a:cubicBezTo>
                      <a:cubicBezTo>
                        <a:pt x="71777" y="585791"/>
                        <a:pt x="66337" y="566754"/>
                        <a:pt x="63618" y="542277"/>
                      </a:cubicBezTo>
                      <a:cubicBezTo>
                        <a:pt x="60898" y="517800"/>
                        <a:pt x="58178" y="493323"/>
                        <a:pt x="58178" y="471566"/>
                      </a:cubicBezTo>
                      <a:cubicBezTo>
                        <a:pt x="58178" y="447089"/>
                        <a:pt x="58178" y="425332"/>
                        <a:pt x="60898" y="400855"/>
                      </a:cubicBezTo>
                      <a:cubicBezTo>
                        <a:pt x="63618" y="379098"/>
                        <a:pt x="60898" y="357340"/>
                        <a:pt x="66337" y="335583"/>
                      </a:cubicBezTo>
                      <a:cubicBezTo>
                        <a:pt x="69057" y="313826"/>
                        <a:pt x="77216" y="289349"/>
                        <a:pt x="85375" y="267592"/>
                      </a:cubicBezTo>
                      <a:cubicBezTo>
                        <a:pt x="93534" y="243115"/>
                        <a:pt x="98973" y="221357"/>
                        <a:pt x="109852" y="199600"/>
                      </a:cubicBezTo>
                      <a:cubicBezTo>
                        <a:pt x="118011" y="177843"/>
                        <a:pt x="131609" y="161525"/>
                        <a:pt x="145207" y="145207"/>
                      </a:cubicBezTo>
                      <a:cubicBezTo>
                        <a:pt x="158806" y="128889"/>
                        <a:pt x="172404" y="109852"/>
                        <a:pt x="188722" y="96253"/>
                      </a:cubicBezTo>
                      <a:cubicBezTo>
                        <a:pt x="205040" y="82655"/>
                        <a:pt x="224077" y="77216"/>
                        <a:pt x="243115" y="71776"/>
                      </a:cubicBezTo>
                      <a:cubicBezTo>
                        <a:pt x="256713" y="69057"/>
                        <a:pt x="273031" y="63617"/>
                        <a:pt x="286630" y="63617"/>
                      </a:cubicBezTo>
                      <a:cubicBezTo>
                        <a:pt x="292069" y="63617"/>
                        <a:pt x="297508" y="63617"/>
                        <a:pt x="305667" y="66337"/>
                      </a:cubicBezTo>
                      <a:cubicBezTo>
                        <a:pt x="313826" y="69057"/>
                        <a:pt x="319266" y="74496"/>
                        <a:pt x="324705" y="79936"/>
                      </a:cubicBezTo>
                      <a:cubicBezTo>
                        <a:pt x="332864" y="85375"/>
                        <a:pt x="332864" y="93534"/>
                        <a:pt x="341023" y="101693"/>
                      </a:cubicBezTo>
                      <a:cubicBezTo>
                        <a:pt x="346462" y="107132"/>
                        <a:pt x="349182" y="118011"/>
                        <a:pt x="354621" y="123450"/>
                      </a:cubicBezTo>
                      <a:cubicBezTo>
                        <a:pt x="354621" y="115291"/>
                        <a:pt x="354621" y="101693"/>
                        <a:pt x="354621" y="98973"/>
                      </a:cubicBezTo>
                      <a:cubicBezTo>
                        <a:pt x="354621" y="90814"/>
                        <a:pt x="354621" y="79936"/>
                        <a:pt x="360060" y="74496"/>
                      </a:cubicBezTo>
                      <a:cubicBezTo>
                        <a:pt x="362780" y="71776"/>
                        <a:pt x="362780" y="69057"/>
                        <a:pt x="365500" y="63617"/>
                      </a:cubicBezTo>
                      <a:cubicBezTo>
                        <a:pt x="368219" y="60898"/>
                        <a:pt x="370939" y="58178"/>
                        <a:pt x="373659" y="58178"/>
                      </a:cubicBezTo>
                      <a:cubicBezTo>
                        <a:pt x="376378" y="58178"/>
                        <a:pt x="379098" y="60898"/>
                        <a:pt x="381818" y="63617"/>
                      </a:cubicBezTo>
                      <a:cubicBezTo>
                        <a:pt x="384537" y="69057"/>
                        <a:pt x="387257" y="77216"/>
                        <a:pt x="389977" y="82655"/>
                      </a:cubicBezTo>
                      <a:cubicBezTo>
                        <a:pt x="389977" y="90814"/>
                        <a:pt x="392696" y="107132"/>
                        <a:pt x="392696" y="126170"/>
                      </a:cubicBezTo>
                      <a:cubicBezTo>
                        <a:pt x="392696" y="150647"/>
                        <a:pt x="392696" y="177843"/>
                        <a:pt x="395416" y="186002"/>
                      </a:cubicBezTo>
                      <a:cubicBezTo>
                        <a:pt x="398136" y="205040"/>
                        <a:pt x="398136" y="215918"/>
                        <a:pt x="398136" y="237675"/>
                      </a:cubicBezTo>
                      <a:cubicBezTo>
                        <a:pt x="398136" y="240395"/>
                        <a:pt x="398136" y="243115"/>
                        <a:pt x="398136" y="243115"/>
                      </a:cubicBezTo>
                      <a:cubicBezTo>
                        <a:pt x="398136" y="248554"/>
                        <a:pt x="398136" y="251274"/>
                        <a:pt x="395416" y="256713"/>
                      </a:cubicBezTo>
                      <a:cubicBezTo>
                        <a:pt x="392696" y="267592"/>
                        <a:pt x="389977" y="278470"/>
                        <a:pt x="379098" y="278470"/>
                      </a:cubicBezTo>
                      <a:cubicBezTo>
                        <a:pt x="370939" y="278470"/>
                        <a:pt x="368219" y="275751"/>
                        <a:pt x="362780" y="273031"/>
                      </a:cubicBezTo>
                      <a:cubicBezTo>
                        <a:pt x="357341" y="270311"/>
                        <a:pt x="354621" y="262152"/>
                        <a:pt x="354621" y="256713"/>
                      </a:cubicBezTo>
                      <a:cubicBezTo>
                        <a:pt x="349182" y="237675"/>
                        <a:pt x="354621" y="232236"/>
                        <a:pt x="354621" y="213198"/>
                      </a:cubicBezTo>
                      <a:cubicBezTo>
                        <a:pt x="354621" y="210479"/>
                        <a:pt x="354621" y="207759"/>
                        <a:pt x="354621" y="205040"/>
                      </a:cubicBezTo>
                      <a:cubicBezTo>
                        <a:pt x="349182" y="186002"/>
                        <a:pt x="343742" y="169684"/>
                        <a:pt x="338303" y="147927"/>
                      </a:cubicBezTo>
                      <a:cubicBezTo>
                        <a:pt x="332864" y="131609"/>
                        <a:pt x="311107" y="107132"/>
                        <a:pt x="292069" y="107132"/>
                      </a:cubicBezTo>
                      <a:cubicBezTo>
                        <a:pt x="281190" y="107132"/>
                        <a:pt x="270312" y="115291"/>
                        <a:pt x="262153" y="120730"/>
                      </a:cubicBezTo>
                      <a:cubicBezTo>
                        <a:pt x="259433" y="123450"/>
                        <a:pt x="256713" y="126170"/>
                        <a:pt x="251274" y="131609"/>
                      </a:cubicBezTo>
                      <a:cubicBezTo>
                        <a:pt x="248554" y="134329"/>
                        <a:pt x="243115" y="137048"/>
                        <a:pt x="240395" y="139768"/>
                      </a:cubicBezTo>
                      <a:cubicBezTo>
                        <a:pt x="237676" y="145207"/>
                        <a:pt x="240395" y="156086"/>
                        <a:pt x="237676" y="164245"/>
                      </a:cubicBezTo>
                      <a:cubicBezTo>
                        <a:pt x="232236" y="175123"/>
                        <a:pt x="229517" y="186002"/>
                        <a:pt x="226797" y="196881"/>
                      </a:cubicBezTo>
                      <a:cubicBezTo>
                        <a:pt x="221358" y="218638"/>
                        <a:pt x="218638" y="237675"/>
                        <a:pt x="213199" y="259433"/>
                      </a:cubicBezTo>
                      <a:cubicBezTo>
                        <a:pt x="210479" y="281190"/>
                        <a:pt x="207759" y="302947"/>
                        <a:pt x="207759" y="324704"/>
                      </a:cubicBezTo>
                      <a:cubicBezTo>
                        <a:pt x="207759" y="327424"/>
                        <a:pt x="207759" y="332863"/>
                        <a:pt x="207759" y="335583"/>
                      </a:cubicBezTo>
                      <a:cubicBezTo>
                        <a:pt x="207759" y="341022"/>
                        <a:pt x="205040" y="343742"/>
                        <a:pt x="205040" y="349181"/>
                      </a:cubicBezTo>
                      <a:cubicBezTo>
                        <a:pt x="205040" y="354621"/>
                        <a:pt x="207759" y="362779"/>
                        <a:pt x="207759" y="368219"/>
                      </a:cubicBezTo>
                      <a:cubicBezTo>
                        <a:pt x="207759" y="370939"/>
                        <a:pt x="207759" y="373658"/>
                        <a:pt x="207759" y="376378"/>
                      </a:cubicBezTo>
                      <a:cubicBezTo>
                        <a:pt x="205040" y="381817"/>
                        <a:pt x="205040" y="384537"/>
                        <a:pt x="205040" y="387256"/>
                      </a:cubicBezTo>
                      <a:cubicBezTo>
                        <a:pt x="205040" y="389976"/>
                        <a:pt x="205040" y="392696"/>
                        <a:pt x="205040" y="395415"/>
                      </a:cubicBezTo>
                      <a:cubicBezTo>
                        <a:pt x="205040" y="398135"/>
                        <a:pt x="205040" y="403574"/>
                        <a:pt x="205040" y="406294"/>
                      </a:cubicBezTo>
                      <a:cubicBezTo>
                        <a:pt x="205040" y="411733"/>
                        <a:pt x="205040" y="417173"/>
                        <a:pt x="205040" y="425332"/>
                      </a:cubicBezTo>
                      <a:cubicBezTo>
                        <a:pt x="205040" y="449809"/>
                        <a:pt x="213199" y="471566"/>
                        <a:pt x="213199" y="493323"/>
                      </a:cubicBezTo>
                      <a:cubicBezTo>
                        <a:pt x="213199" y="517800"/>
                        <a:pt x="215919" y="539557"/>
                        <a:pt x="221358" y="561314"/>
                      </a:cubicBezTo>
                      <a:cubicBezTo>
                        <a:pt x="224077" y="572193"/>
                        <a:pt x="224077" y="580352"/>
                        <a:pt x="226797" y="591231"/>
                      </a:cubicBezTo>
                      <a:cubicBezTo>
                        <a:pt x="229517" y="599390"/>
                        <a:pt x="237676" y="607548"/>
                        <a:pt x="240395" y="618427"/>
                      </a:cubicBezTo>
                      <a:cubicBezTo>
                        <a:pt x="248554" y="637465"/>
                        <a:pt x="262153" y="651063"/>
                        <a:pt x="283910" y="651063"/>
                      </a:cubicBezTo>
                      <a:cubicBezTo>
                        <a:pt x="302948" y="651063"/>
                        <a:pt x="330144" y="629306"/>
                        <a:pt x="338303" y="612988"/>
                      </a:cubicBezTo>
                      <a:cubicBezTo>
                        <a:pt x="346462" y="599390"/>
                        <a:pt x="351901" y="591231"/>
                        <a:pt x="354621" y="577632"/>
                      </a:cubicBezTo>
                      <a:cubicBezTo>
                        <a:pt x="354621" y="550436"/>
                        <a:pt x="354621" y="517800"/>
                        <a:pt x="357341" y="509641"/>
                      </a:cubicBezTo>
                      <a:cubicBezTo>
                        <a:pt x="357341" y="501482"/>
                        <a:pt x="357341" y="490603"/>
                        <a:pt x="362780" y="485164"/>
                      </a:cubicBezTo>
                      <a:cubicBezTo>
                        <a:pt x="365500" y="482444"/>
                        <a:pt x="365500" y="479725"/>
                        <a:pt x="368219" y="474286"/>
                      </a:cubicBezTo>
                      <a:cubicBezTo>
                        <a:pt x="370939" y="471566"/>
                        <a:pt x="373659" y="468846"/>
                        <a:pt x="376378" y="468846"/>
                      </a:cubicBezTo>
                      <a:cubicBezTo>
                        <a:pt x="379098" y="468846"/>
                        <a:pt x="381818" y="471566"/>
                        <a:pt x="384537" y="474286"/>
                      </a:cubicBezTo>
                      <a:cubicBezTo>
                        <a:pt x="387257" y="479725"/>
                        <a:pt x="389977" y="487884"/>
                        <a:pt x="392696" y="493323"/>
                      </a:cubicBezTo>
                      <a:cubicBezTo>
                        <a:pt x="392696" y="501482"/>
                        <a:pt x="395416" y="539557"/>
                        <a:pt x="395416" y="558595"/>
                      </a:cubicBezTo>
                      <a:cubicBezTo>
                        <a:pt x="395416" y="583072"/>
                        <a:pt x="395416" y="610268"/>
                        <a:pt x="398136" y="618427"/>
                      </a:cubicBezTo>
                      <a:cubicBezTo>
                        <a:pt x="398136" y="648343"/>
                        <a:pt x="400855" y="659222"/>
                        <a:pt x="400855" y="678260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42" name="Freeform: Shape 41">
                  <a:extLst>
                    <a:ext uri="{FF2B5EF4-FFF2-40B4-BE49-F238E27FC236}">
                      <a16:creationId xmlns:a16="http://schemas.microsoft.com/office/drawing/2014/main" id="{6443697F-4CCF-19C2-0FEF-226B52B57BA3}"/>
                    </a:ext>
                  </a:extLst>
                </p:cNvPr>
                <p:cNvSpPr/>
                <p:nvPr/>
              </p:nvSpPr>
              <p:spPr>
                <a:xfrm>
                  <a:off x="3829459" y="4200317"/>
                  <a:ext cx="598325" cy="761503"/>
                </a:xfrm>
                <a:custGeom>
                  <a:avLst/>
                  <a:gdLst>
                    <a:gd name="connsiteX0" fmla="*/ 360060 w 598324"/>
                    <a:gd name="connsiteY0" fmla="*/ 332863 h 761503"/>
                    <a:gd name="connsiteX1" fmla="*/ 341023 w 598324"/>
                    <a:gd name="connsiteY1" fmla="*/ 370939 h 761503"/>
                    <a:gd name="connsiteX2" fmla="*/ 376378 w 598324"/>
                    <a:gd name="connsiteY2" fmla="*/ 389976 h 761503"/>
                    <a:gd name="connsiteX3" fmla="*/ 425332 w 598324"/>
                    <a:gd name="connsiteY3" fmla="*/ 433491 h 761503"/>
                    <a:gd name="connsiteX4" fmla="*/ 438930 w 598324"/>
                    <a:gd name="connsiteY4" fmla="*/ 463407 h 761503"/>
                    <a:gd name="connsiteX5" fmla="*/ 449809 w 598324"/>
                    <a:gd name="connsiteY5" fmla="*/ 498762 h 761503"/>
                    <a:gd name="connsiteX6" fmla="*/ 457968 w 598324"/>
                    <a:gd name="connsiteY6" fmla="*/ 528679 h 761503"/>
                    <a:gd name="connsiteX7" fmla="*/ 466127 w 598324"/>
                    <a:gd name="connsiteY7" fmla="*/ 564034 h 761503"/>
                    <a:gd name="connsiteX8" fmla="*/ 471566 w 598324"/>
                    <a:gd name="connsiteY8" fmla="*/ 593950 h 761503"/>
                    <a:gd name="connsiteX9" fmla="*/ 479725 w 598324"/>
                    <a:gd name="connsiteY9" fmla="*/ 607548 h 761503"/>
                    <a:gd name="connsiteX10" fmla="*/ 487884 w 598324"/>
                    <a:gd name="connsiteY10" fmla="*/ 623867 h 761503"/>
                    <a:gd name="connsiteX11" fmla="*/ 501482 w 598324"/>
                    <a:gd name="connsiteY11" fmla="*/ 651063 h 761503"/>
                    <a:gd name="connsiteX12" fmla="*/ 523240 w 598324"/>
                    <a:gd name="connsiteY12" fmla="*/ 670101 h 761503"/>
                    <a:gd name="connsiteX13" fmla="*/ 534119 w 598324"/>
                    <a:gd name="connsiteY13" fmla="*/ 686418 h 761503"/>
                    <a:gd name="connsiteX14" fmla="*/ 531399 w 598324"/>
                    <a:gd name="connsiteY14" fmla="*/ 694578 h 761503"/>
                    <a:gd name="connsiteX15" fmla="*/ 498763 w 598324"/>
                    <a:gd name="connsiteY15" fmla="*/ 708176 h 761503"/>
                    <a:gd name="connsiteX16" fmla="*/ 449809 w 598324"/>
                    <a:gd name="connsiteY16" fmla="*/ 700017 h 761503"/>
                    <a:gd name="connsiteX17" fmla="*/ 400855 w 598324"/>
                    <a:gd name="connsiteY17" fmla="*/ 667381 h 761503"/>
                    <a:gd name="connsiteX18" fmla="*/ 381817 w 598324"/>
                    <a:gd name="connsiteY18" fmla="*/ 642904 h 761503"/>
                    <a:gd name="connsiteX19" fmla="*/ 368219 w 598324"/>
                    <a:gd name="connsiteY19" fmla="*/ 610268 h 761503"/>
                    <a:gd name="connsiteX20" fmla="*/ 349182 w 598324"/>
                    <a:gd name="connsiteY20" fmla="*/ 550436 h 761503"/>
                    <a:gd name="connsiteX21" fmla="*/ 338303 w 598324"/>
                    <a:gd name="connsiteY21" fmla="*/ 504202 h 761503"/>
                    <a:gd name="connsiteX22" fmla="*/ 330144 w 598324"/>
                    <a:gd name="connsiteY22" fmla="*/ 477005 h 761503"/>
                    <a:gd name="connsiteX23" fmla="*/ 321985 w 598324"/>
                    <a:gd name="connsiteY23" fmla="*/ 455248 h 761503"/>
                    <a:gd name="connsiteX24" fmla="*/ 305667 w 598324"/>
                    <a:gd name="connsiteY24" fmla="*/ 436210 h 761503"/>
                    <a:gd name="connsiteX25" fmla="*/ 294788 w 598324"/>
                    <a:gd name="connsiteY25" fmla="*/ 441650 h 761503"/>
                    <a:gd name="connsiteX26" fmla="*/ 278471 w 598324"/>
                    <a:gd name="connsiteY26" fmla="*/ 463407 h 761503"/>
                    <a:gd name="connsiteX27" fmla="*/ 264872 w 598324"/>
                    <a:gd name="connsiteY27" fmla="*/ 496043 h 761503"/>
                    <a:gd name="connsiteX28" fmla="*/ 262153 w 598324"/>
                    <a:gd name="connsiteY28" fmla="*/ 517800 h 761503"/>
                    <a:gd name="connsiteX29" fmla="*/ 262153 w 598324"/>
                    <a:gd name="connsiteY29" fmla="*/ 523239 h 761503"/>
                    <a:gd name="connsiteX30" fmla="*/ 262153 w 598324"/>
                    <a:gd name="connsiteY30" fmla="*/ 553155 h 761503"/>
                    <a:gd name="connsiteX31" fmla="*/ 262153 w 598324"/>
                    <a:gd name="connsiteY31" fmla="*/ 629306 h 761503"/>
                    <a:gd name="connsiteX32" fmla="*/ 259433 w 598324"/>
                    <a:gd name="connsiteY32" fmla="*/ 659222 h 761503"/>
                    <a:gd name="connsiteX33" fmla="*/ 283910 w 598324"/>
                    <a:gd name="connsiteY33" fmla="*/ 659222 h 761503"/>
                    <a:gd name="connsiteX34" fmla="*/ 321985 w 598324"/>
                    <a:gd name="connsiteY34" fmla="*/ 675540 h 761503"/>
                    <a:gd name="connsiteX35" fmla="*/ 316546 w 598324"/>
                    <a:gd name="connsiteY35" fmla="*/ 691858 h 761503"/>
                    <a:gd name="connsiteX36" fmla="*/ 300228 w 598324"/>
                    <a:gd name="connsiteY36" fmla="*/ 700017 h 761503"/>
                    <a:gd name="connsiteX37" fmla="*/ 278471 w 598324"/>
                    <a:gd name="connsiteY37" fmla="*/ 702736 h 761503"/>
                    <a:gd name="connsiteX38" fmla="*/ 243115 w 598324"/>
                    <a:gd name="connsiteY38" fmla="*/ 702736 h 761503"/>
                    <a:gd name="connsiteX39" fmla="*/ 221358 w 598324"/>
                    <a:gd name="connsiteY39" fmla="*/ 710895 h 761503"/>
                    <a:gd name="connsiteX40" fmla="*/ 194161 w 598324"/>
                    <a:gd name="connsiteY40" fmla="*/ 702736 h 761503"/>
                    <a:gd name="connsiteX41" fmla="*/ 177843 w 598324"/>
                    <a:gd name="connsiteY41" fmla="*/ 702736 h 761503"/>
                    <a:gd name="connsiteX42" fmla="*/ 126170 w 598324"/>
                    <a:gd name="connsiteY42" fmla="*/ 702736 h 761503"/>
                    <a:gd name="connsiteX43" fmla="*/ 101693 w 598324"/>
                    <a:gd name="connsiteY43" fmla="*/ 702736 h 761503"/>
                    <a:gd name="connsiteX44" fmla="*/ 74496 w 598324"/>
                    <a:gd name="connsiteY44" fmla="*/ 697297 h 761503"/>
                    <a:gd name="connsiteX45" fmla="*/ 58178 w 598324"/>
                    <a:gd name="connsiteY45" fmla="*/ 680979 h 761503"/>
                    <a:gd name="connsiteX46" fmla="*/ 63617 w 598324"/>
                    <a:gd name="connsiteY46" fmla="*/ 672820 h 761503"/>
                    <a:gd name="connsiteX47" fmla="*/ 85375 w 598324"/>
                    <a:gd name="connsiteY47" fmla="*/ 664661 h 761503"/>
                    <a:gd name="connsiteX48" fmla="*/ 128889 w 598324"/>
                    <a:gd name="connsiteY48" fmla="*/ 659222 h 761503"/>
                    <a:gd name="connsiteX49" fmla="*/ 147927 w 598324"/>
                    <a:gd name="connsiteY49" fmla="*/ 659222 h 761503"/>
                    <a:gd name="connsiteX50" fmla="*/ 145207 w 598324"/>
                    <a:gd name="connsiteY50" fmla="*/ 653783 h 761503"/>
                    <a:gd name="connsiteX51" fmla="*/ 131609 w 598324"/>
                    <a:gd name="connsiteY51" fmla="*/ 585791 h 761503"/>
                    <a:gd name="connsiteX52" fmla="*/ 134329 w 598324"/>
                    <a:gd name="connsiteY52" fmla="*/ 498762 h 761503"/>
                    <a:gd name="connsiteX53" fmla="*/ 137048 w 598324"/>
                    <a:gd name="connsiteY53" fmla="*/ 406294 h 761503"/>
                    <a:gd name="connsiteX54" fmla="*/ 134329 w 598324"/>
                    <a:gd name="connsiteY54" fmla="*/ 327424 h 761503"/>
                    <a:gd name="connsiteX55" fmla="*/ 137048 w 598324"/>
                    <a:gd name="connsiteY55" fmla="*/ 253993 h 761503"/>
                    <a:gd name="connsiteX56" fmla="*/ 139768 w 598324"/>
                    <a:gd name="connsiteY56" fmla="*/ 207759 h 761503"/>
                    <a:gd name="connsiteX57" fmla="*/ 137048 w 598324"/>
                    <a:gd name="connsiteY57" fmla="*/ 172404 h 761503"/>
                    <a:gd name="connsiteX58" fmla="*/ 137048 w 598324"/>
                    <a:gd name="connsiteY58" fmla="*/ 112571 h 761503"/>
                    <a:gd name="connsiteX59" fmla="*/ 126170 w 598324"/>
                    <a:gd name="connsiteY59" fmla="*/ 112571 h 761503"/>
                    <a:gd name="connsiteX60" fmla="*/ 101693 w 598324"/>
                    <a:gd name="connsiteY60" fmla="*/ 112571 h 761503"/>
                    <a:gd name="connsiteX61" fmla="*/ 74496 w 598324"/>
                    <a:gd name="connsiteY61" fmla="*/ 107132 h 761503"/>
                    <a:gd name="connsiteX62" fmla="*/ 58178 w 598324"/>
                    <a:gd name="connsiteY62" fmla="*/ 90814 h 761503"/>
                    <a:gd name="connsiteX63" fmla="*/ 63617 w 598324"/>
                    <a:gd name="connsiteY63" fmla="*/ 82655 h 761503"/>
                    <a:gd name="connsiteX64" fmla="*/ 85375 w 598324"/>
                    <a:gd name="connsiteY64" fmla="*/ 74496 h 761503"/>
                    <a:gd name="connsiteX65" fmla="*/ 137048 w 598324"/>
                    <a:gd name="connsiteY65" fmla="*/ 69057 h 761503"/>
                    <a:gd name="connsiteX66" fmla="*/ 145207 w 598324"/>
                    <a:gd name="connsiteY66" fmla="*/ 69057 h 761503"/>
                    <a:gd name="connsiteX67" fmla="*/ 169684 w 598324"/>
                    <a:gd name="connsiteY67" fmla="*/ 58178 h 761503"/>
                    <a:gd name="connsiteX68" fmla="*/ 177843 w 598324"/>
                    <a:gd name="connsiteY68" fmla="*/ 58178 h 761503"/>
                    <a:gd name="connsiteX69" fmla="*/ 205040 w 598324"/>
                    <a:gd name="connsiteY69" fmla="*/ 66337 h 761503"/>
                    <a:gd name="connsiteX70" fmla="*/ 286629 w 598324"/>
                    <a:gd name="connsiteY70" fmla="*/ 63617 h 761503"/>
                    <a:gd name="connsiteX71" fmla="*/ 324705 w 598324"/>
                    <a:gd name="connsiteY71" fmla="*/ 79936 h 761503"/>
                    <a:gd name="connsiteX72" fmla="*/ 319265 w 598324"/>
                    <a:gd name="connsiteY72" fmla="*/ 96253 h 761503"/>
                    <a:gd name="connsiteX73" fmla="*/ 302948 w 598324"/>
                    <a:gd name="connsiteY73" fmla="*/ 104412 h 761503"/>
                    <a:gd name="connsiteX74" fmla="*/ 278471 w 598324"/>
                    <a:gd name="connsiteY74" fmla="*/ 112571 h 761503"/>
                    <a:gd name="connsiteX75" fmla="*/ 232236 w 598324"/>
                    <a:gd name="connsiteY75" fmla="*/ 112571 h 761503"/>
                    <a:gd name="connsiteX76" fmla="*/ 240395 w 598324"/>
                    <a:gd name="connsiteY76" fmla="*/ 137048 h 761503"/>
                    <a:gd name="connsiteX77" fmla="*/ 240395 w 598324"/>
                    <a:gd name="connsiteY77" fmla="*/ 150647 h 761503"/>
                    <a:gd name="connsiteX78" fmla="*/ 243115 w 598324"/>
                    <a:gd name="connsiteY78" fmla="*/ 158805 h 761503"/>
                    <a:gd name="connsiteX79" fmla="*/ 248554 w 598324"/>
                    <a:gd name="connsiteY79" fmla="*/ 188722 h 761503"/>
                    <a:gd name="connsiteX80" fmla="*/ 248554 w 598324"/>
                    <a:gd name="connsiteY80" fmla="*/ 199600 h 761503"/>
                    <a:gd name="connsiteX81" fmla="*/ 248554 w 598324"/>
                    <a:gd name="connsiteY81" fmla="*/ 221357 h 761503"/>
                    <a:gd name="connsiteX82" fmla="*/ 253994 w 598324"/>
                    <a:gd name="connsiteY82" fmla="*/ 264872 h 761503"/>
                    <a:gd name="connsiteX83" fmla="*/ 262153 w 598324"/>
                    <a:gd name="connsiteY83" fmla="*/ 297508 h 761503"/>
                    <a:gd name="connsiteX84" fmla="*/ 264872 w 598324"/>
                    <a:gd name="connsiteY84" fmla="*/ 324704 h 761503"/>
                    <a:gd name="connsiteX85" fmla="*/ 264872 w 598324"/>
                    <a:gd name="connsiteY85" fmla="*/ 332863 h 761503"/>
                    <a:gd name="connsiteX86" fmla="*/ 264872 w 598324"/>
                    <a:gd name="connsiteY86" fmla="*/ 351901 h 761503"/>
                    <a:gd name="connsiteX87" fmla="*/ 262153 w 598324"/>
                    <a:gd name="connsiteY87" fmla="*/ 370939 h 761503"/>
                    <a:gd name="connsiteX88" fmla="*/ 267592 w 598324"/>
                    <a:gd name="connsiteY88" fmla="*/ 384537 h 761503"/>
                    <a:gd name="connsiteX89" fmla="*/ 278471 w 598324"/>
                    <a:gd name="connsiteY89" fmla="*/ 370939 h 761503"/>
                    <a:gd name="connsiteX90" fmla="*/ 297508 w 598324"/>
                    <a:gd name="connsiteY90" fmla="*/ 332863 h 761503"/>
                    <a:gd name="connsiteX91" fmla="*/ 311106 w 598324"/>
                    <a:gd name="connsiteY91" fmla="*/ 305667 h 761503"/>
                    <a:gd name="connsiteX92" fmla="*/ 335583 w 598324"/>
                    <a:gd name="connsiteY92" fmla="*/ 259433 h 761503"/>
                    <a:gd name="connsiteX93" fmla="*/ 354621 w 598324"/>
                    <a:gd name="connsiteY93" fmla="*/ 224077 h 761503"/>
                    <a:gd name="connsiteX94" fmla="*/ 381817 w 598324"/>
                    <a:gd name="connsiteY94" fmla="*/ 172404 h 761503"/>
                    <a:gd name="connsiteX95" fmla="*/ 409014 w 598324"/>
                    <a:gd name="connsiteY95" fmla="*/ 118011 h 761503"/>
                    <a:gd name="connsiteX96" fmla="*/ 411734 w 598324"/>
                    <a:gd name="connsiteY96" fmla="*/ 115291 h 761503"/>
                    <a:gd name="connsiteX97" fmla="*/ 398136 w 598324"/>
                    <a:gd name="connsiteY97" fmla="*/ 115291 h 761503"/>
                    <a:gd name="connsiteX98" fmla="*/ 379098 w 598324"/>
                    <a:gd name="connsiteY98" fmla="*/ 109852 h 761503"/>
                    <a:gd name="connsiteX99" fmla="*/ 368219 w 598324"/>
                    <a:gd name="connsiteY99" fmla="*/ 93534 h 761503"/>
                    <a:gd name="connsiteX100" fmla="*/ 370939 w 598324"/>
                    <a:gd name="connsiteY100" fmla="*/ 85375 h 761503"/>
                    <a:gd name="connsiteX101" fmla="*/ 387257 w 598324"/>
                    <a:gd name="connsiteY101" fmla="*/ 77216 h 761503"/>
                    <a:gd name="connsiteX102" fmla="*/ 422612 w 598324"/>
                    <a:gd name="connsiteY102" fmla="*/ 71776 h 761503"/>
                    <a:gd name="connsiteX103" fmla="*/ 436211 w 598324"/>
                    <a:gd name="connsiteY103" fmla="*/ 71776 h 761503"/>
                    <a:gd name="connsiteX104" fmla="*/ 438930 w 598324"/>
                    <a:gd name="connsiteY104" fmla="*/ 69057 h 761503"/>
                    <a:gd name="connsiteX105" fmla="*/ 452529 w 598324"/>
                    <a:gd name="connsiteY105" fmla="*/ 66337 h 761503"/>
                    <a:gd name="connsiteX106" fmla="*/ 466127 w 598324"/>
                    <a:gd name="connsiteY106" fmla="*/ 69057 h 761503"/>
                    <a:gd name="connsiteX107" fmla="*/ 471566 w 598324"/>
                    <a:gd name="connsiteY107" fmla="*/ 71776 h 761503"/>
                    <a:gd name="connsiteX108" fmla="*/ 515081 w 598324"/>
                    <a:gd name="connsiteY108" fmla="*/ 71776 h 761503"/>
                    <a:gd name="connsiteX109" fmla="*/ 542277 w 598324"/>
                    <a:gd name="connsiteY109" fmla="*/ 88094 h 761503"/>
                    <a:gd name="connsiteX110" fmla="*/ 536838 w 598324"/>
                    <a:gd name="connsiteY110" fmla="*/ 104412 h 761503"/>
                    <a:gd name="connsiteX111" fmla="*/ 525959 w 598324"/>
                    <a:gd name="connsiteY111" fmla="*/ 112571 h 761503"/>
                    <a:gd name="connsiteX112" fmla="*/ 509642 w 598324"/>
                    <a:gd name="connsiteY112" fmla="*/ 115291 h 761503"/>
                    <a:gd name="connsiteX113" fmla="*/ 468847 w 598324"/>
                    <a:gd name="connsiteY113" fmla="*/ 115291 h 761503"/>
                    <a:gd name="connsiteX114" fmla="*/ 457968 w 598324"/>
                    <a:gd name="connsiteY114" fmla="*/ 137048 h 761503"/>
                    <a:gd name="connsiteX115" fmla="*/ 430771 w 598324"/>
                    <a:gd name="connsiteY115" fmla="*/ 194161 h 761503"/>
                    <a:gd name="connsiteX116" fmla="*/ 400855 w 598324"/>
                    <a:gd name="connsiteY116" fmla="*/ 262152 h 761503"/>
                    <a:gd name="connsiteX117" fmla="*/ 360060 w 598324"/>
                    <a:gd name="connsiteY117" fmla="*/ 332863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</a:cxnLst>
                  <a:rect l="l" t="t" r="r" b="b"/>
                  <a:pathLst>
                    <a:path w="598324" h="761503">
                      <a:moveTo>
                        <a:pt x="360060" y="332863"/>
                      </a:moveTo>
                      <a:cubicBezTo>
                        <a:pt x="351901" y="343742"/>
                        <a:pt x="341023" y="357340"/>
                        <a:pt x="341023" y="370939"/>
                      </a:cubicBezTo>
                      <a:cubicBezTo>
                        <a:pt x="341023" y="379098"/>
                        <a:pt x="357341" y="381817"/>
                        <a:pt x="376378" y="389976"/>
                      </a:cubicBezTo>
                      <a:cubicBezTo>
                        <a:pt x="395416" y="398135"/>
                        <a:pt x="417173" y="417173"/>
                        <a:pt x="425332" y="433491"/>
                      </a:cubicBezTo>
                      <a:cubicBezTo>
                        <a:pt x="430771" y="444369"/>
                        <a:pt x="436211" y="452528"/>
                        <a:pt x="438930" y="463407"/>
                      </a:cubicBezTo>
                      <a:cubicBezTo>
                        <a:pt x="444370" y="474286"/>
                        <a:pt x="447089" y="487884"/>
                        <a:pt x="449809" y="498762"/>
                      </a:cubicBezTo>
                      <a:cubicBezTo>
                        <a:pt x="452529" y="512361"/>
                        <a:pt x="452529" y="517800"/>
                        <a:pt x="457968" y="528679"/>
                      </a:cubicBezTo>
                      <a:cubicBezTo>
                        <a:pt x="463407" y="539557"/>
                        <a:pt x="463407" y="553155"/>
                        <a:pt x="466127" y="564034"/>
                      </a:cubicBezTo>
                      <a:cubicBezTo>
                        <a:pt x="468847" y="572193"/>
                        <a:pt x="468847" y="585791"/>
                        <a:pt x="471566" y="593950"/>
                      </a:cubicBezTo>
                      <a:cubicBezTo>
                        <a:pt x="474286" y="599390"/>
                        <a:pt x="477006" y="602109"/>
                        <a:pt x="479725" y="607548"/>
                      </a:cubicBezTo>
                      <a:cubicBezTo>
                        <a:pt x="482445" y="612988"/>
                        <a:pt x="487884" y="618427"/>
                        <a:pt x="487884" y="623867"/>
                      </a:cubicBezTo>
                      <a:cubicBezTo>
                        <a:pt x="490604" y="634745"/>
                        <a:pt x="496043" y="642904"/>
                        <a:pt x="501482" y="651063"/>
                      </a:cubicBezTo>
                      <a:cubicBezTo>
                        <a:pt x="506922" y="661942"/>
                        <a:pt x="512361" y="664661"/>
                        <a:pt x="523240" y="670101"/>
                      </a:cubicBezTo>
                      <a:cubicBezTo>
                        <a:pt x="528679" y="672820"/>
                        <a:pt x="534119" y="680979"/>
                        <a:pt x="534119" y="686418"/>
                      </a:cubicBezTo>
                      <a:cubicBezTo>
                        <a:pt x="534119" y="689138"/>
                        <a:pt x="534119" y="691858"/>
                        <a:pt x="531399" y="694578"/>
                      </a:cubicBezTo>
                      <a:cubicBezTo>
                        <a:pt x="525959" y="702736"/>
                        <a:pt x="512361" y="708176"/>
                        <a:pt x="498763" y="708176"/>
                      </a:cubicBezTo>
                      <a:cubicBezTo>
                        <a:pt x="485165" y="708176"/>
                        <a:pt x="466127" y="705456"/>
                        <a:pt x="449809" y="700017"/>
                      </a:cubicBezTo>
                      <a:cubicBezTo>
                        <a:pt x="430771" y="694578"/>
                        <a:pt x="409014" y="675540"/>
                        <a:pt x="400855" y="667381"/>
                      </a:cubicBezTo>
                      <a:cubicBezTo>
                        <a:pt x="392696" y="659222"/>
                        <a:pt x="387257" y="651063"/>
                        <a:pt x="381817" y="642904"/>
                      </a:cubicBezTo>
                      <a:cubicBezTo>
                        <a:pt x="376378" y="632025"/>
                        <a:pt x="370939" y="623867"/>
                        <a:pt x="368219" y="610268"/>
                      </a:cubicBezTo>
                      <a:cubicBezTo>
                        <a:pt x="360060" y="588511"/>
                        <a:pt x="357341" y="574913"/>
                        <a:pt x="349182" y="550436"/>
                      </a:cubicBezTo>
                      <a:cubicBezTo>
                        <a:pt x="343742" y="534118"/>
                        <a:pt x="341023" y="520520"/>
                        <a:pt x="338303" y="504202"/>
                      </a:cubicBezTo>
                      <a:cubicBezTo>
                        <a:pt x="335583" y="493323"/>
                        <a:pt x="332864" y="485164"/>
                        <a:pt x="330144" y="477005"/>
                      </a:cubicBezTo>
                      <a:cubicBezTo>
                        <a:pt x="327424" y="471566"/>
                        <a:pt x="324705" y="463407"/>
                        <a:pt x="321985" y="455248"/>
                      </a:cubicBezTo>
                      <a:cubicBezTo>
                        <a:pt x="316546" y="444369"/>
                        <a:pt x="311106" y="436210"/>
                        <a:pt x="305667" y="436210"/>
                      </a:cubicBezTo>
                      <a:cubicBezTo>
                        <a:pt x="302948" y="436210"/>
                        <a:pt x="300228" y="438930"/>
                        <a:pt x="294788" y="441650"/>
                      </a:cubicBezTo>
                      <a:cubicBezTo>
                        <a:pt x="289349" y="447089"/>
                        <a:pt x="283910" y="455248"/>
                        <a:pt x="278471" y="463407"/>
                      </a:cubicBezTo>
                      <a:cubicBezTo>
                        <a:pt x="270312" y="474286"/>
                        <a:pt x="267592" y="485164"/>
                        <a:pt x="264872" y="496043"/>
                      </a:cubicBezTo>
                      <a:cubicBezTo>
                        <a:pt x="264872" y="504202"/>
                        <a:pt x="262153" y="512361"/>
                        <a:pt x="262153" y="517800"/>
                      </a:cubicBezTo>
                      <a:cubicBezTo>
                        <a:pt x="262153" y="520520"/>
                        <a:pt x="262153" y="520520"/>
                        <a:pt x="262153" y="523239"/>
                      </a:cubicBezTo>
                      <a:cubicBezTo>
                        <a:pt x="262153" y="528679"/>
                        <a:pt x="262153" y="544997"/>
                        <a:pt x="262153" y="553155"/>
                      </a:cubicBezTo>
                      <a:cubicBezTo>
                        <a:pt x="262153" y="583072"/>
                        <a:pt x="264872" y="599390"/>
                        <a:pt x="262153" y="629306"/>
                      </a:cubicBezTo>
                      <a:cubicBezTo>
                        <a:pt x="262153" y="640184"/>
                        <a:pt x="262153" y="648343"/>
                        <a:pt x="259433" y="659222"/>
                      </a:cubicBezTo>
                      <a:cubicBezTo>
                        <a:pt x="270312" y="659222"/>
                        <a:pt x="278471" y="659222"/>
                        <a:pt x="283910" y="659222"/>
                      </a:cubicBezTo>
                      <a:cubicBezTo>
                        <a:pt x="297508" y="659222"/>
                        <a:pt x="321985" y="659222"/>
                        <a:pt x="321985" y="675540"/>
                      </a:cubicBezTo>
                      <a:cubicBezTo>
                        <a:pt x="321985" y="683699"/>
                        <a:pt x="319265" y="686418"/>
                        <a:pt x="316546" y="691858"/>
                      </a:cubicBezTo>
                      <a:cubicBezTo>
                        <a:pt x="311106" y="697297"/>
                        <a:pt x="305667" y="700017"/>
                        <a:pt x="300228" y="700017"/>
                      </a:cubicBezTo>
                      <a:cubicBezTo>
                        <a:pt x="292069" y="702736"/>
                        <a:pt x="283910" y="702736"/>
                        <a:pt x="278471" y="702736"/>
                      </a:cubicBezTo>
                      <a:cubicBezTo>
                        <a:pt x="275751" y="702736"/>
                        <a:pt x="259433" y="702736"/>
                        <a:pt x="243115" y="702736"/>
                      </a:cubicBezTo>
                      <a:cubicBezTo>
                        <a:pt x="237676" y="708176"/>
                        <a:pt x="229517" y="710895"/>
                        <a:pt x="221358" y="710895"/>
                      </a:cubicBezTo>
                      <a:cubicBezTo>
                        <a:pt x="213199" y="710895"/>
                        <a:pt x="202320" y="708176"/>
                        <a:pt x="194161" y="702736"/>
                      </a:cubicBezTo>
                      <a:cubicBezTo>
                        <a:pt x="186002" y="702736"/>
                        <a:pt x="180563" y="702736"/>
                        <a:pt x="177843" y="702736"/>
                      </a:cubicBezTo>
                      <a:cubicBezTo>
                        <a:pt x="164245" y="702736"/>
                        <a:pt x="139768" y="702736"/>
                        <a:pt x="126170" y="702736"/>
                      </a:cubicBezTo>
                      <a:cubicBezTo>
                        <a:pt x="118011" y="702736"/>
                        <a:pt x="109852" y="702736"/>
                        <a:pt x="101693" y="702736"/>
                      </a:cubicBezTo>
                      <a:cubicBezTo>
                        <a:pt x="93534" y="702736"/>
                        <a:pt x="82655" y="702736"/>
                        <a:pt x="74496" y="697297"/>
                      </a:cubicBezTo>
                      <a:cubicBezTo>
                        <a:pt x="66337" y="694578"/>
                        <a:pt x="58178" y="686418"/>
                        <a:pt x="58178" y="680979"/>
                      </a:cubicBezTo>
                      <a:cubicBezTo>
                        <a:pt x="58178" y="678260"/>
                        <a:pt x="58178" y="675540"/>
                        <a:pt x="63617" y="672820"/>
                      </a:cubicBezTo>
                      <a:cubicBezTo>
                        <a:pt x="69057" y="670101"/>
                        <a:pt x="79935" y="667381"/>
                        <a:pt x="85375" y="664661"/>
                      </a:cubicBezTo>
                      <a:cubicBezTo>
                        <a:pt x="104412" y="661942"/>
                        <a:pt x="123450" y="659222"/>
                        <a:pt x="128889" y="659222"/>
                      </a:cubicBezTo>
                      <a:cubicBezTo>
                        <a:pt x="134329" y="659222"/>
                        <a:pt x="139768" y="659222"/>
                        <a:pt x="147927" y="659222"/>
                      </a:cubicBezTo>
                      <a:cubicBezTo>
                        <a:pt x="147927" y="656502"/>
                        <a:pt x="145207" y="653783"/>
                        <a:pt x="145207" y="653783"/>
                      </a:cubicBezTo>
                      <a:cubicBezTo>
                        <a:pt x="131609" y="632025"/>
                        <a:pt x="131609" y="610268"/>
                        <a:pt x="131609" y="585791"/>
                      </a:cubicBezTo>
                      <a:cubicBezTo>
                        <a:pt x="131609" y="555875"/>
                        <a:pt x="131609" y="528679"/>
                        <a:pt x="134329" y="498762"/>
                      </a:cubicBezTo>
                      <a:cubicBezTo>
                        <a:pt x="134329" y="468846"/>
                        <a:pt x="137048" y="436210"/>
                        <a:pt x="137048" y="406294"/>
                      </a:cubicBezTo>
                      <a:cubicBezTo>
                        <a:pt x="137048" y="379098"/>
                        <a:pt x="134329" y="354621"/>
                        <a:pt x="134329" y="327424"/>
                      </a:cubicBezTo>
                      <a:cubicBezTo>
                        <a:pt x="134329" y="302947"/>
                        <a:pt x="137048" y="278470"/>
                        <a:pt x="137048" y="253993"/>
                      </a:cubicBezTo>
                      <a:cubicBezTo>
                        <a:pt x="137048" y="237675"/>
                        <a:pt x="139768" y="224077"/>
                        <a:pt x="139768" y="207759"/>
                      </a:cubicBezTo>
                      <a:cubicBezTo>
                        <a:pt x="139768" y="196881"/>
                        <a:pt x="137048" y="183282"/>
                        <a:pt x="137048" y="172404"/>
                      </a:cubicBezTo>
                      <a:cubicBezTo>
                        <a:pt x="137048" y="150647"/>
                        <a:pt x="137048" y="131609"/>
                        <a:pt x="137048" y="112571"/>
                      </a:cubicBezTo>
                      <a:cubicBezTo>
                        <a:pt x="134329" y="112571"/>
                        <a:pt x="137048" y="112571"/>
                        <a:pt x="126170" y="112571"/>
                      </a:cubicBezTo>
                      <a:cubicBezTo>
                        <a:pt x="118011" y="112571"/>
                        <a:pt x="109852" y="112571"/>
                        <a:pt x="101693" y="112571"/>
                      </a:cubicBezTo>
                      <a:cubicBezTo>
                        <a:pt x="93534" y="112571"/>
                        <a:pt x="82655" y="109852"/>
                        <a:pt x="74496" y="107132"/>
                      </a:cubicBezTo>
                      <a:cubicBezTo>
                        <a:pt x="66337" y="104412"/>
                        <a:pt x="58178" y="96253"/>
                        <a:pt x="58178" y="90814"/>
                      </a:cubicBezTo>
                      <a:cubicBezTo>
                        <a:pt x="58178" y="88094"/>
                        <a:pt x="58178" y="85375"/>
                        <a:pt x="63617" y="82655"/>
                      </a:cubicBezTo>
                      <a:cubicBezTo>
                        <a:pt x="69057" y="79936"/>
                        <a:pt x="79935" y="77216"/>
                        <a:pt x="85375" y="74496"/>
                      </a:cubicBezTo>
                      <a:cubicBezTo>
                        <a:pt x="104412" y="71776"/>
                        <a:pt x="128889" y="69057"/>
                        <a:pt x="137048" y="69057"/>
                      </a:cubicBezTo>
                      <a:cubicBezTo>
                        <a:pt x="137048" y="69057"/>
                        <a:pt x="139768" y="69057"/>
                        <a:pt x="145207" y="69057"/>
                      </a:cubicBezTo>
                      <a:cubicBezTo>
                        <a:pt x="150646" y="60898"/>
                        <a:pt x="158806" y="58178"/>
                        <a:pt x="169684" y="58178"/>
                      </a:cubicBezTo>
                      <a:cubicBezTo>
                        <a:pt x="172404" y="58178"/>
                        <a:pt x="175123" y="58178"/>
                        <a:pt x="177843" y="58178"/>
                      </a:cubicBezTo>
                      <a:cubicBezTo>
                        <a:pt x="186002" y="58178"/>
                        <a:pt x="196881" y="63617"/>
                        <a:pt x="205040" y="66337"/>
                      </a:cubicBezTo>
                      <a:cubicBezTo>
                        <a:pt x="237676" y="66337"/>
                        <a:pt x="273031" y="63617"/>
                        <a:pt x="286629" y="63617"/>
                      </a:cubicBezTo>
                      <a:cubicBezTo>
                        <a:pt x="300228" y="63617"/>
                        <a:pt x="324705" y="63617"/>
                        <a:pt x="324705" y="79936"/>
                      </a:cubicBezTo>
                      <a:cubicBezTo>
                        <a:pt x="324705" y="88094"/>
                        <a:pt x="321985" y="90814"/>
                        <a:pt x="319265" y="96253"/>
                      </a:cubicBezTo>
                      <a:cubicBezTo>
                        <a:pt x="313826" y="101693"/>
                        <a:pt x="308387" y="104412"/>
                        <a:pt x="302948" y="104412"/>
                      </a:cubicBezTo>
                      <a:cubicBezTo>
                        <a:pt x="289349" y="112571"/>
                        <a:pt x="283910" y="112571"/>
                        <a:pt x="278471" y="112571"/>
                      </a:cubicBezTo>
                      <a:cubicBezTo>
                        <a:pt x="273031" y="112571"/>
                        <a:pt x="253994" y="112571"/>
                        <a:pt x="232236" y="112571"/>
                      </a:cubicBezTo>
                      <a:cubicBezTo>
                        <a:pt x="237676" y="120730"/>
                        <a:pt x="240395" y="128889"/>
                        <a:pt x="240395" y="137048"/>
                      </a:cubicBezTo>
                      <a:cubicBezTo>
                        <a:pt x="240395" y="142487"/>
                        <a:pt x="240395" y="145207"/>
                        <a:pt x="240395" y="150647"/>
                      </a:cubicBezTo>
                      <a:cubicBezTo>
                        <a:pt x="240395" y="153366"/>
                        <a:pt x="240395" y="156086"/>
                        <a:pt x="243115" y="158805"/>
                      </a:cubicBezTo>
                      <a:cubicBezTo>
                        <a:pt x="245835" y="169684"/>
                        <a:pt x="245835" y="180563"/>
                        <a:pt x="248554" y="188722"/>
                      </a:cubicBezTo>
                      <a:cubicBezTo>
                        <a:pt x="248554" y="191441"/>
                        <a:pt x="248554" y="194161"/>
                        <a:pt x="248554" y="199600"/>
                      </a:cubicBezTo>
                      <a:cubicBezTo>
                        <a:pt x="248554" y="207759"/>
                        <a:pt x="248554" y="213198"/>
                        <a:pt x="248554" y="221357"/>
                      </a:cubicBezTo>
                      <a:cubicBezTo>
                        <a:pt x="248554" y="234956"/>
                        <a:pt x="251274" y="248554"/>
                        <a:pt x="253994" y="264872"/>
                      </a:cubicBezTo>
                      <a:cubicBezTo>
                        <a:pt x="256713" y="275751"/>
                        <a:pt x="259433" y="286629"/>
                        <a:pt x="262153" y="297508"/>
                      </a:cubicBezTo>
                      <a:cubicBezTo>
                        <a:pt x="264872" y="305667"/>
                        <a:pt x="264872" y="313826"/>
                        <a:pt x="264872" y="324704"/>
                      </a:cubicBezTo>
                      <a:cubicBezTo>
                        <a:pt x="264872" y="327424"/>
                        <a:pt x="264872" y="330144"/>
                        <a:pt x="264872" y="332863"/>
                      </a:cubicBezTo>
                      <a:cubicBezTo>
                        <a:pt x="264872" y="338303"/>
                        <a:pt x="264872" y="346462"/>
                        <a:pt x="264872" y="351901"/>
                      </a:cubicBezTo>
                      <a:cubicBezTo>
                        <a:pt x="264872" y="357340"/>
                        <a:pt x="262153" y="365499"/>
                        <a:pt x="262153" y="370939"/>
                      </a:cubicBezTo>
                      <a:cubicBezTo>
                        <a:pt x="262153" y="376378"/>
                        <a:pt x="264872" y="384537"/>
                        <a:pt x="267592" y="384537"/>
                      </a:cubicBezTo>
                      <a:cubicBezTo>
                        <a:pt x="273031" y="384537"/>
                        <a:pt x="275751" y="376378"/>
                        <a:pt x="278471" y="370939"/>
                      </a:cubicBezTo>
                      <a:cubicBezTo>
                        <a:pt x="283910" y="360060"/>
                        <a:pt x="289349" y="346462"/>
                        <a:pt x="297508" y="332863"/>
                      </a:cubicBezTo>
                      <a:cubicBezTo>
                        <a:pt x="302948" y="324704"/>
                        <a:pt x="305667" y="313826"/>
                        <a:pt x="311106" y="305667"/>
                      </a:cubicBezTo>
                      <a:cubicBezTo>
                        <a:pt x="319265" y="289349"/>
                        <a:pt x="327424" y="275751"/>
                        <a:pt x="335583" y="259433"/>
                      </a:cubicBezTo>
                      <a:cubicBezTo>
                        <a:pt x="341023" y="248554"/>
                        <a:pt x="349182" y="234956"/>
                        <a:pt x="354621" y="224077"/>
                      </a:cubicBezTo>
                      <a:cubicBezTo>
                        <a:pt x="362780" y="207759"/>
                        <a:pt x="370939" y="191441"/>
                        <a:pt x="381817" y="172404"/>
                      </a:cubicBezTo>
                      <a:cubicBezTo>
                        <a:pt x="389977" y="153366"/>
                        <a:pt x="400855" y="134329"/>
                        <a:pt x="409014" y="118011"/>
                      </a:cubicBezTo>
                      <a:cubicBezTo>
                        <a:pt x="409014" y="115291"/>
                        <a:pt x="409014" y="115291"/>
                        <a:pt x="411734" y="115291"/>
                      </a:cubicBezTo>
                      <a:cubicBezTo>
                        <a:pt x="406294" y="115291"/>
                        <a:pt x="400855" y="115291"/>
                        <a:pt x="398136" y="115291"/>
                      </a:cubicBezTo>
                      <a:cubicBezTo>
                        <a:pt x="392696" y="115291"/>
                        <a:pt x="384537" y="115291"/>
                        <a:pt x="379098" y="109852"/>
                      </a:cubicBezTo>
                      <a:cubicBezTo>
                        <a:pt x="373659" y="107132"/>
                        <a:pt x="368219" y="98973"/>
                        <a:pt x="368219" y="93534"/>
                      </a:cubicBezTo>
                      <a:cubicBezTo>
                        <a:pt x="368219" y="90814"/>
                        <a:pt x="368219" y="88094"/>
                        <a:pt x="370939" y="85375"/>
                      </a:cubicBezTo>
                      <a:cubicBezTo>
                        <a:pt x="373659" y="82655"/>
                        <a:pt x="381817" y="79936"/>
                        <a:pt x="387257" y="77216"/>
                      </a:cubicBezTo>
                      <a:cubicBezTo>
                        <a:pt x="400855" y="74496"/>
                        <a:pt x="414453" y="71776"/>
                        <a:pt x="422612" y="71776"/>
                      </a:cubicBezTo>
                      <a:cubicBezTo>
                        <a:pt x="425332" y="71776"/>
                        <a:pt x="430771" y="71776"/>
                        <a:pt x="436211" y="71776"/>
                      </a:cubicBezTo>
                      <a:cubicBezTo>
                        <a:pt x="436211" y="71776"/>
                        <a:pt x="438930" y="69057"/>
                        <a:pt x="438930" y="69057"/>
                      </a:cubicBezTo>
                      <a:cubicBezTo>
                        <a:pt x="444370" y="66337"/>
                        <a:pt x="447089" y="66337"/>
                        <a:pt x="452529" y="66337"/>
                      </a:cubicBezTo>
                      <a:cubicBezTo>
                        <a:pt x="457968" y="66337"/>
                        <a:pt x="460688" y="66337"/>
                        <a:pt x="466127" y="69057"/>
                      </a:cubicBezTo>
                      <a:cubicBezTo>
                        <a:pt x="468847" y="69057"/>
                        <a:pt x="471566" y="71776"/>
                        <a:pt x="471566" y="71776"/>
                      </a:cubicBezTo>
                      <a:cubicBezTo>
                        <a:pt x="490604" y="71776"/>
                        <a:pt x="506922" y="71776"/>
                        <a:pt x="515081" y="71776"/>
                      </a:cubicBezTo>
                      <a:cubicBezTo>
                        <a:pt x="523240" y="71776"/>
                        <a:pt x="542277" y="71776"/>
                        <a:pt x="542277" y="88094"/>
                      </a:cubicBezTo>
                      <a:cubicBezTo>
                        <a:pt x="542277" y="96253"/>
                        <a:pt x="542277" y="98973"/>
                        <a:pt x="536838" y="104412"/>
                      </a:cubicBezTo>
                      <a:cubicBezTo>
                        <a:pt x="534119" y="109852"/>
                        <a:pt x="528679" y="112571"/>
                        <a:pt x="525959" y="112571"/>
                      </a:cubicBezTo>
                      <a:cubicBezTo>
                        <a:pt x="520520" y="115291"/>
                        <a:pt x="515081" y="115291"/>
                        <a:pt x="509642" y="115291"/>
                      </a:cubicBezTo>
                      <a:cubicBezTo>
                        <a:pt x="506922" y="115291"/>
                        <a:pt x="487884" y="115291"/>
                        <a:pt x="468847" y="115291"/>
                      </a:cubicBezTo>
                      <a:cubicBezTo>
                        <a:pt x="466127" y="123450"/>
                        <a:pt x="460688" y="128889"/>
                        <a:pt x="457968" y="137048"/>
                      </a:cubicBezTo>
                      <a:cubicBezTo>
                        <a:pt x="447089" y="156086"/>
                        <a:pt x="438930" y="175123"/>
                        <a:pt x="430771" y="194161"/>
                      </a:cubicBezTo>
                      <a:cubicBezTo>
                        <a:pt x="419893" y="215918"/>
                        <a:pt x="411734" y="240395"/>
                        <a:pt x="400855" y="262152"/>
                      </a:cubicBezTo>
                      <a:cubicBezTo>
                        <a:pt x="387257" y="289349"/>
                        <a:pt x="373659" y="311106"/>
                        <a:pt x="360060" y="332863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43" name="Freeform: Shape 42">
                  <a:extLst>
                    <a:ext uri="{FF2B5EF4-FFF2-40B4-BE49-F238E27FC236}">
                      <a16:creationId xmlns:a16="http://schemas.microsoft.com/office/drawing/2014/main" id="{37694EAD-678A-6411-BAFC-2F211B167B32}"/>
                    </a:ext>
                  </a:extLst>
                </p:cNvPr>
                <p:cNvSpPr/>
                <p:nvPr/>
              </p:nvSpPr>
              <p:spPr>
                <a:xfrm>
                  <a:off x="4335316" y="4186718"/>
                  <a:ext cx="353556" cy="761503"/>
                </a:xfrm>
                <a:custGeom>
                  <a:avLst/>
                  <a:gdLst>
                    <a:gd name="connsiteX0" fmla="*/ 283910 w 353555"/>
                    <a:gd name="connsiteY0" fmla="*/ 672820 h 761503"/>
                    <a:gd name="connsiteX1" fmla="*/ 321985 w 353555"/>
                    <a:gd name="connsiteY1" fmla="*/ 689138 h 761503"/>
                    <a:gd name="connsiteX2" fmla="*/ 316546 w 353555"/>
                    <a:gd name="connsiteY2" fmla="*/ 705456 h 761503"/>
                    <a:gd name="connsiteX3" fmla="*/ 300228 w 353555"/>
                    <a:gd name="connsiteY3" fmla="*/ 713615 h 761503"/>
                    <a:gd name="connsiteX4" fmla="*/ 278471 w 353555"/>
                    <a:gd name="connsiteY4" fmla="*/ 716335 h 761503"/>
                    <a:gd name="connsiteX5" fmla="*/ 237676 w 353555"/>
                    <a:gd name="connsiteY5" fmla="*/ 716335 h 761503"/>
                    <a:gd name="connsiteX6" fmla="*/ 180563 w 353555"/>
                    <a:gd name="connsiteY6" fmla="*/ 719054 h 761503"/>
                    <a:gd name="connsiteX7" fmla="*/ 126170 w 353555"/>
                    <a:gd name="connsiteY7" fmla="*/ 719054 h 761503"/>
                    <a:gd name="connsiteX8" fmla="*/ 101693 w 353555"/>
                    <a:gd name="connsiteY8" fmla="*/ 719054 h 761503"/>
                    <a:gd name="connsiteX9" fmla="*/ 74496 w 353555"/>
                    <a:gd name="connsiteY9" fmla="*/ 713615 h 761503"/>
                    <a:gd name="connsiteX10" fmla="*/ 58178 w 353555"/>
                    <a:gd name="connsiteY10" fmla="*/ 697297 h 761503"/>
                    <a:gd name="connsiteX11" fmla="*/ 63617 w 353555"/>
                    <a:gd name="connsiteY11" fmla="*/ 689138 h 761503"/>
                    <a:gd name="connsiteX12" fmla="*/ 85375 w 353555"/>
                    <a:gd name="connsiteY12" fmla="*/ 680979 h 761503"/>
                    <a:gd name="connsiteX13" fmla="*/ 131609 w 353555"/>
                    <a:gd name="connsiteY13" fmla="*/ 675540 h 761503"/>
                    <a:gd name="connsiteX14" fmla="*/ 142488 w 353555"/>
                    <a:gd name="connsiteY14" fmla="*/ 675540 h 761503"/>
                    <a:gd name="connsiteX15" fmla="*/ 131609 w 353555"/>
                    <a:gd name="connsiteY15" fmla="*/ 653783 h 761503"/>
                    <a:gd name="connsiteX16" fmla="*/ 128889 w 353555"/>
                    <a:gd name="connsiteY16" fmla="*/ 640184 h 761503"/>
                    <a:gd name="connsiteX17" fmla="*/ 128889 w 353555"/>
                    <a:gd name="connsiteY17" fmla="*/ 629306 h 761503"/>
                    <a:gd name="connsiteX18" fmla="*/ 128889 w 353555"/>
                    <a:gd name="connsiteY18" fmla="*/ 621147 h 761503"/>
                    <a:gd name="connsiteX19" fmla="*/ 128889 w 353555"/>
                    <a:gd name="connsiteY19" fmla="*/ 593950 h 761503"/>
                    <a:gd name="connsiteX20" fmla="*/ 128889 w 353555"/>
                    <a:gd name="connsiteY20" fmla="*/ 583072 h 761503"/>
                    <a:gd name="connsiteX21" fmla="*/ 128889 w 353555"/>
                    <a:gd name="connsiteY21" fmla="*/ 436210 h 761503"/>
                    <a:gd name="connsiteX22" fmla="*/ 128889 w 353555"/>
                    <a:gd name="connsiteY22" fmla="*/ 357340 h 761503"/>
                    <a:gd name="connsiteX23" fmla="*/ 131609 w 353555"/>
                    <a:gd name="connsiteY23" fmla="*/ 289349 h 761503"/>
                    <a:gd name="connsiteX24" fmla="*/ 131609 w 353555"/>
                    <a:gd name="connsiteY24" fmla="*/ 251274 h 761503"/>
                    <a:gd name="connsiteX25" fmla="*/ 131609 w 353555"/>
                    <a:gd name="connsiteY25" fmla="*/ 205040 h 761503"/>
                    <a:gd name="connsiteX26" fmla="*/ 131609 w 353555"/>
                    <a:gd name="connsiteY26" fmla="*/ 139768 h 761503"/>
                    <a:gd name="connsiteX27" fmla="*/ 131609 w 353555"/>
                    <a:gd name="connsiteY27" fmla="*/ 128889 h 761503"/>
                    <a:gd name="connsiteX28" fmla="*/ 126170 w 353555"/>
                    <a:gd name="connsiteY28" fmla="*/ 128889 h 761503"/>
                    <a:gd name="connsiteX29" fmla="*/ 101693 w 353555"/>
                    <a:gd name="connsiteY29" fmla="*/ 128889 h 761503"/>
                    <a:gd name="connsiteX30" fmla="*/ 74496 w 353555"/>
                    <a:gd name="connsiteY30" fmla="*/ 123450 h 761503"/>
                    <a:gd name="connsiteX31" fmla="*/ 58178 w 353555"/>
                    <a:gd name="connsiteY31" fmla="*/ 107132 h 761503"/>
                    <a:gd name="connsiteX32" fmla="*/ 60898 w 353555"/>
                    <a:gd name="connsiteY32" fmla="*/ 98973 h 761503"/>
                    <a:gd name="connsiteX33" fmla="*/ 82655 w 353555"/>
                    <a:gd name="connsiteY33" fmla="*/ 93534 h 761503"/>
                    <a:gd name="connsiteX34" fmla="*/ 131609 w 353555"/>
                    <a:gd name="connsiteY34" fmla="*/ 88094 h 761503"/>
                    <a:gd name="connsiteX35" fmla="*/ 131609 w 353555"/>
                    <a:gd name="connsiteY35" fmla="*/ 82655 h 761503"/>
                    <a:gd name="connsiteX36" fmla="*/ 134329 w 353555"/>
                    <a:gd name="connsiteY36" fmla="*/ 71776 h 761503"/>
                    <a:gd name="connsiteX37" fmla="*/ 147927 w 353555"/>
                    <a:gd name="connsiteY37" fmla="*/ 63617 h 761503"/>
                    <a:gd name="connsiteX38" fmla="*/ 164245 w 353555"/>
                    <a:gd name="connsiteY38" fmla="*/ 58178 h 761503"/>
                    <a:gd name="connsiteX39" fmla="*/ 177843 w 353555"/>
                    <a:gd name="connsiteY39" fmla="*/ 58178 h 761503"/>
                    <a:gd name="connsiteX40" fmla="*/ 196881 w 353555"/>
                    <a:gd name="connsiteY40" fmla="*/ 60898 h 761503"/>
                    <a:gd name="connsiteX41" fmla="*/ 232236 w 353555"/>
                    <a:gd name="connsiteY41" fmla="*/ 88094 h 761503"/>
                    <a:gd name="connsiteX42" fmla="*/ 278471 w 353555"/>
                    <a:gd name="connsiteY42" fmla="*/ 88094 h 761503"/>
                    <a:gd name="connsiteX43" fmla="*/ 316546 w 353555"/>
                    <a:gd name="connsiteY43" fmla="*/ 104412 h 761503"/>
                    <a:gd name="connsiteX44" fmla="*/ 311106 w 353555"/>
                    <a:gd name="connsiteY44" fmla="*/ 120730 h 761503"/>
                    <a:gd name="connsiteX45" fmla="*/ 294788 w 353555"/>
                    <a:gd name="connsiteY45" fmla="*/ 128889 h 761503"/>
                    <a:gd name="connsiteX46" fmla="*/ 273031 w 353555"/>
                    <a:gd name="connsiteY46" fmla="*/ 131609 h 761503"/>
                    <a:gd name="connsiteX47" fmla="*/ 243115 w 353555"/>
                    <a:gd name="connsiteY47" fmla="*/ 131609 h 761503"/>
                    <a:gd name="connsiteX48" fmla="*/ 243115 w 353555"/>
                    <a:gd name="connsiteY48" fmla="*/ 134329 h 761503"/>
                    <a:gd name="connsiteX49" fmla="*/ 248554 w 353555"/>
                    <a:gd name="connsiteY49" fmla="*/ 169684 h 761503"/>
                    <a:gd name="connsiteX50" fmla="*/ 251274 w 353555"/>
                    <a:gd name="connsiteY50" fmla="*/ 205040 h 761503"/>
                    <a:gd name="connsiteX51" fmla="*/ 251274 w 353555"/>
                    <a:gd name="connsiteY51" fmla="*/ 240395 h 761503"/>
                    <a:gd name="connsiteX52" fmla="*/ 251274 w 353555"/>
                    <a:gd name="connsiteY52" fmla="*/ 256713 h 761503"/>
                    <a:gd name="connsiteX53" fmla="*/ 253994 w 353555"/>
                    <a:gd name="connsiteY53" fmla="*/ 270311 h 761503"/>
                    <a:gd name="connsiteX54" fmla="*/ 259433 w 353555"/>
                    <a:gd name="connsiteY54" fmla="*/ 343742 h 761503"/>
                    <a:gd name="connsiteX55" fmla="*/ 262153 w 353555"/>
                    <a:gd name="connsiteY55" fmla="*/ 425332 h 761503"/>
                    <a:gd name="connsiteX56" fmla="*/ 264872 w 353555"/>
                    <a:gd name="connsiteY56" fmla="*/ 490603 h 761503"/>
                    <a:gd name="connsiteX57" fmla="*/ 270312 w 353555"/>
                    <a:gd name="connsiteY57" fmla="*/ 564034 h 761503"/>
                    <a:gd name="connsiteX58" fmla="*/ 270312 w 353555"/>
                    <a:gd name="connsiteY58" fmla="*/ 599390 h 761503"/>
                    <a:gd name="connsiteX59" fmla="*/ 270312 w 353555"/>
                    <a:gd name="connsiteY59" fmla="*/ 637465 h 761503"/>
                    <a:gd name="connsiteX60" fmla="*/ 264872 w 353555"/>
                    <a:gd name="connsiteY60" fmla="*/ 670101 h 761503"/>
                    <a:gd name="connsiteX61" fmla="*/ 283910 w 353555"/>
                    <a:gd name="connsiteY61" fmla="*/ 672820 h 761503"/>
                    <a:gd name="connsiteX62" fmla="*/ 283910 w 353555"/>
                    <a:gd name="connsiteY62" fmla="*/ 672820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</a:cxnLst>
                  <a:rect l="l" t="t" r="r" b="b"/>
                  <a:pathLst>
                    <a:path w="353555" h="761503">
                      <a:moveTo>
                        <a:pt x="283910" y="672820"/>
                      </a:moveTo>
                      <a:cubicBezTo>
                        <a:pt x="297508" y="672820"/>
                        <a:pt x="321985" y="672820"/>
                        <a:pt x="321985" y="689138"/>
                      </a:cubicBezTo>
                      <a:cubicBezTo>
                        <a:pt x="321985" y="697297"/>
                        <a:pt x="319265" y="697297"/>
                        <a:pt x="316546" y="705456"/>
                      </a:cubicBezTo>
                      <a:cubicBezTo>
                        <a:pt x="311106" y="710895"/>
                        <a:pt x="305667" y="713615"/>
                        <a:pt x="300228" y="713615"/>
                      </a:cubicBezTo>
                      <a:cubicBezTo>
                        <a:pt x="292069" y="716335"/>
                        <a:pt x="283910" y="716335"/>
                        <a:pt x="278471" y="716335"/>
                      </a:cubicBezTo>
                      <a:cubicBezTo>
                        <a:pt x="275751" y="716335"/>
                        <a:pt x="256713" y="716335"/>
                        <a:pt x="237676" y="716335"/>
                      </a:cubicBezTo>
                      <a:cubicBezTo>
                        <a:pt x="213199" y="716335"/>
                        <a:pt x="186002" y="719054"/>
                        <a:pt x="180563" y="719054"/>
                      </a:cubicBezTo>
                      <a:cubicBezTo>
                        <a:pt x="166965" y="719054"/>
                        <a:pt x="142488" y="719054"/>
                        <a:pt x="126170" y="719054"/>
                      </a:cubicBezTo>
                      <a:cubicBezTo>
                        <a:pt x="118011" y="719054"/>
                        <a:pt x="109852" y="719054"/>
                        <a:pt x="101693" y="719054"/>
                      </a:cubicBezTo>
                      <a:cubicBezTo>
                        <a:pt x="93534" y="719054"/>
                        <a:pt x="82655" y="719054"/>
                        <a:pt x="74496" y="713615"/>
                      </a:cubicBezTo>
                      <a:cubicBezTo>
                        <a:pt x="66337" y="710895"/>
                        <a:pt x="58178" y="702736"/>
                        <a:pt x="58178" y="697297"/>
                      </a:cubicBezTo>
                      <a:cubicBezTo>
                        <a:pt x="58178" y="694578"/>
                        <a:pt x="58178" y="691858"/>
                        <a:pt x="63617" y="689138"/>
                      </a:cubicBezTo>
                      <a:cubicBezTo>
                        <a:pt x="69057" y="686418"/>
                        <a:pt x="79935" y="683699"/>
                        <a:pt x="85375" y="680979"/>
                      </a:cubicBezTo>
                      <a:cubicBezTo>
                        <a:pt x="104412" y="678260"/>
                        <a:pt x="123450" y="675540"/>
                        <a:pt x="131609" y="675540"/>
                      </a:cubicBezTo>
                      <a:cubicBezTo>
                        <a:pt x="134329" y="675540"/>
                        <a:pt x="137048" y="675540"/>
                        <a:pt x="142488" y="675540"/>
                      </a:cubicBezTo>
                      <a:cubicBezTo>
                        <a:pt x="134329" y="670101"/>
                        <a:pt x="131609" y="661942"/>
                        <a:pt x="131609" y="653783"/>
                      </a:cubicBezTo>
                      <a:cubicBezTo>
                        <a:pt x="131609" y="648343"/>
                        <a:pt x="131609" y="642904"/>
                        <a:pt x="128889" y="640184"/>
                      </a:cubicBezTo>
                      <a:cubicBezTo>
                        <a:pt x="128889" y="637465"/>
                        <a:pt x="128889" y="634745"/>
                        <a:pt x="128889" y="629306"/>
                      </a:cubicBezTo>
                      <a:cubicBezTo>
                        <a:pt x="128889" y="626586"/>
                        <a:pt x="128889" y="623867"/>
                        <a:pt x="128889" y="621147"/>
                      </a:cubicBezTo>
                      <a:cubicBezTo>
                        <a:pt x="128889" y="612988"/>
                        <a:pt x="128889" y="604829"/>
                        <a:pt x="128889" y="593950"/>
                      </a:cubicBezTo>
                      <a:cubicBezTo>
                        <a:pt x="128889" y="591231"/>
                        <a:pt x="128889" y="585791"/>
                        <a:pt x="128889" y="583072"/>
                      </a:cubicBezTo>
                      <a:cubicBezTo>
                        <a:pt x="128889" y="534118"/>
                        <a:pt x="131609" y="485164"/>
                        <a:pt x="128889" y="436210"/>
                      </a:cubicBezTo>
                      <a:cubicBezTo>
                        <a:pt x="128889" y="409014"/>
                        <a:pt x="128889" y="384537"/>
                        <a:pt x="128889" y="357340"/>
                      </a:cubicBezTo>
                      <a:cubicBezTo>
                        <a:pt x="128889" y="335583"/>
                        <a:pt x="131609" y="313826"/>
                        <a:pt x="131609" y="289349"/>
                      </a:cubicBezTo>
                      <a:cubicBezTo>
                        <a:pt x="131609" y="275751"/>
                        <a:pt x="131609" y="264872"/>
                        <a:pt x="131609" y="251274"/>
                      </a:cubicBezTo>
                      <a:cubicBezTo>
                        <a:pt x="131609" y="234956"/>
                        <a:pt x="131609" y="221357"/>
                        <a:pt x="131609" y="205040"/>
                      </a:cubicBezTo>
                      <a:cubicBezTo>
                        <a:pt x="131609" y="183282"/>
                        <a:pt x="131609" y="161525"/>
                        <a:pt x="131609" y="139768"/>
                      </a:cubicBezTo>
                      <a:cubicBezTo>
                        <a:pt x="131609" y="137048"/>
                        <a:pt x="131609" y="134329"/>
                        <a:pt x="131609" y="128889"/>
                      </a:cubicBezTo>
                      <a:cubicBezTo>
                        <a:pt x="128889" y="128889"/>
                        <a:pt x="126170" y="128889"/>
                        <a:pt x="126170" y="128889"/>
                      </a:cubicBezTo>
                      <a:cubicBezTo>
                        <a:pt x="118011" y="128889"/>
                        <a:pt x="109852" y="128889"/>
                        <a:pt x="101693" y="128889"/>
                      </a:cubicBezTo>
                      <a:cubicBezTo>
                        <a:pt x="93534" y="128889"/>
                        <a:pt x="82655" y="128889"/>
                        <a:pt x="74496" y="123450"/>
                      </a:cubicBezTo>
                      <a:cubicBezTo>
                        <a:pt x="66337" y="120730"/>
                        <a:pt x="58178" y="112571"/>
                        <a:pt x="58178" y="107132"/>
                      </a:cubicBezTo>
                      <a:cubicBezTo>
                        <a:pt x="58178" y="104412"/>
                        <a:pt x="58178" y="101693"/>
                        <a:pt x="60898" y="98973"/>
                      </a:cubicBezTo>
                      <a:cubicBezTo>
                        <a:pt x="63617" y="96253"/>
                        <a:pt x="77216" y="93534"/>
                        <a:pt x="82655" y="93534"/>
                      </a:cubicBezTo>
                      <a:cubicBezTo>
                        <a:pt x="98973" y="90814"/>
                        <a:pt x="123450" y="88094"/>
                        <a:pt x="131609" y="88094"/>
                      </a:cubicBezTo>
                      <a:cubicBezTo>
                        <a:pt x="131609" y="85375"/>
                        <a:pt x="131609" y="85375"/>
                        <a:pt x="131609" y="82655"/>
                      </a:cubicBezTo>
                      <a:cubicBezTo>
                        <a:pt x="131609" y="77216"/>
                        <a:pt x="131609" y="74496"/>
                        <a:pt x="134329" y="71776"/>
                      </a:cubicBezTo>
                      <a:cubicBezTo>
                        <a:pt x="137048" y="69057"/>
                        <a:pt x="145207" y="66337"/>
                        <a:pt x="147927" y="63617"/>
                      </a:cubicBezTo>
                      <a:cubicBezTo>
                        <a:pt x="153366" y="60898"/>
                        <a:pt x="158806" y="58178"/>
                        <a:pt x="164245" y="58178"/>
                      </a:cubicBezTo>
                      <a:cubicBezTo>
                        <a:pt x="169684" y="58178"/>
                        <a:pt x="175123" y="58178"/>
                        <a:pt x="177843" y="58178"/>
                      </a:cubicBezTo>
                      <a:cubicBezTo>
                        <a:pt x="183283" y="58178"/>
                        <a:pt x="191442" y="58178"/>
                        <a:pt x="196881" y="60898"/>
                      </a:cubicBezTo>
                      <a:cubicBezTo>
                        <a:pt x="213199" y="63617"/>
                        <a:pt x="224077" y="74496"/>
                        <a:pt x="232236" y="88094"/>
                      </a:cubicBezTo>
                      <a:cubicBezTo>
                        <a:pt x="253994" y="88094"/>
                        <a:pt x="270312" y="88094"/>
                        <a:pt x="278471" y="88094"/>
                      </a:cubicBezTo>
                      <a:cubicBezTo>
                        <a:pt x="292069" y="88094"/>
                        <a:pt x="316546" y="88094"/>
                        <a:pt x="316546" y="104412"/>
                      </a:cubicBezTo>
                      <a:cubicBezTo>
                        <a:pt x="316546" y="112571"/>
                        <a:pt x="313826" y="112571"/>
                        <a:pt x="311106" y="120730"/>
                      </a:cubicBezTo>
                      <a:cubicBezTo>
                        <a:pt x="305667" y="126170"/>
                        <a:pt x="300228" y="128889"/>
                        <a:pt x="294788" y="128889"/>
                      </a:cubicBezTo>
                      <a:cubicBezTo>
                        <a:pt x="286630" y="131609"/>
                        <a:pt x="278471" y="131609"/>
                        <a:pt x="273031" y="131609"/>
                      </a:cubicBezTo>
                      <a:cubicBezTo>
                        <a:pt x="270312" y="131609"/>
                        <a:pt x="259433" y="131609"/>
                        <a:pt x="243115" y="131609"/>
                      </a:cubicBezTo>
                      <a:lnTo>
                        <a:pt x="243115" y="134329"/>
                      </a:lnTo>
                      <a:cubicBezTo>
                        <a:pt x="245835" y="145207"/>
                        <a:pt x="245835" y="158805"/>
                        <a:pt x="248554" y="169684"/>
                      </a:cubicBezTo>
                      <a:cubicBezTo>
                        <a:pt x="251274" y="180563"/>
                        <a:pt x="251274" y="194161"/>
                        <a:pt x="251274" y="205040"/>
                      </a:cubicBezTo>
                      <a:cubicBezTo>
                        <a:pt x="251274" y="215918"/>
                        <a:pt x="251274" y="226797"/>
                        <a:pt x="251274" y="240395"/>
                      </a:cubicBezTo>
                      <a:cubicBezTo>
                        <a:pt x="251274" y="245834"/>
                        <a:pt x="251274" y="251274"/>
                        <a:pt x="251274" y="256713"/>
                      </a:cubicBezTo>
                      <a:cubicBezTo>
                        <a:pt x="251274" y="262152"/>
                        <a:pt x="251274" y="267592"/>
                        <a:pt x="253994" y="270311"/>
                      </a:cubicBezTo>
                      <a:cubicBezTo>
                        <a:pt x="256713" y="294788"/>
                        <a:pt x="256713" y="319265"/>
                        <a:pt x="259433" y="343742"/>
                      </a:cubicBezTo>
                      <a:cubicBezTo>
                        <a:pt x="259433" y="370939"/>
                        <a:pt x="262153" y="398135"/>
                        <a:pt x="262153" y="425332"/>
                      </a:cubicBezTo>
                      <a:cubicBezTo>
                        <a:pt x="262153" y="447089"/>
                        <a:pt x="262153" y="468846"/>
                        <a:pt x="264872" y="490603"/>
                      </a:cubicBezTo>
                      <a:cubicBezTo>
                        <a:pt x="264872" y="515080"/>
                        <a:pt x="270312" y="539557"/>
                        <a:pt x="270312" y="564034"/>
                      </a:cubicBezTo>
                      <a:cubicBezTo>
                        <a:pt x="270312" y="574913"/>
                        <a:pt x="270312" y="588511"/>
                        <a:pt x="270312" y="599390"/>
                      </a:cubicBezTo>
                      <a:cubicBezTo>
                        <a:pt x="270312" y="612988"/>
                        <a:pt x="270312" y="623867"/>
                        <a:pt x="270312" y="637465"/>
                      </a:cubicBezTo>
                      <a:cubicBezTo>
                        <a:pt x="270312" y="648343"/>
                        <a:pt x="270312" y="661942"/>
                        <a:pt x="264872" y="670101"/>
                      </a:cubicBezTo>
                      <a:cubicBezTo>
                        <a:pt x="273031" y="672820"/>
                        <a:pt x="278471" y="672820"/>
                        <a:pt x="283910" y="672820"/>
                      </a:cubicBezTo>
                      <a:lnTo>
                        <a:pt x="283910" y="672820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44" name="Freeform: Shape 43">
                  <a:extLst>
                    <a:ext uri="{FF2B5EF4-FFF2-40B4-BE49-F238E27FC236}">
                      <a16:creationId xmlns:a16="http://schemas.microsoft.com/office/drawing/2014/main" id="{2C91E236-501B-B6B3-64A5-ACE8DFF986DA}"/>
                    </a:ext>
                  </a:extLst>
                </p:cNvPr>
                <p:cNvSpPr/>
                <p:nvPr/>
              </p:nvSpPr>
              <p:spPr>
                <a:xfrm>
                  <a:off x="4620880" y="4194877"/>
                  <a:ext cx="598325" cy="761503"/>
                </a:xfrm>
                <a:custGeom>
                  <a:avLst/>
                  <a:gdLst>
                    <a:gd name="connsiteX0" fmla="*/ 515081 w 598324"/>
                    <a:gd name="connsiteY0" fmla="*/ 79935 h 761503"/>
                    <a:gd name="connsiteX1" fmla="*/ 542277 w 598324"/>
                    <a:gd name="connsiteY1" fmla="*/ 96253 h 761503"/>
                    <a:gd name="connsiteX2" fmla="*/ 536838 w 598324"/>
                    <a:gd name="connsiteY2" fmla="*/ 112571 h 761503"/>
                    <a:gd name="connsiteX3" fmla="*/ 523240 w 598324"/>
                    <a:gd name="connsiteY3" fmla="*/ 120730 h 761503"/>
                    <a:gd name="connsiteX4" fmla="*/ 506922 w 598324"/>
                    <a:gd name="connsiteY4" fmla="*/ 123450 h 761503"/>
                    <a:gd name="connsiteX5" fmla="*/ 477006 w 598324"/>
                    <a:gd name="connsiteY5" fmla="*/ 123450 h 761503"/>
                    <a:gd name="connsiteX6" fmla="*/ 479725 w 598324"/>
                    <a:gd name="connsiteY6" fmla="*/ 145207 h 761503"/>
                    <a:gd name="connsiteX7" fmla="*/ 477006 w 598324"/>
                    <a:gd name="connsiteY7" fmla="*/ 180563 h 761503"/>
                    <a:gd name="connsiteX8" fmla="*/ 482445 w 598324"/>
                    <a:gd name="connsiteY8" fmla="*/ 232236 h 761503"/>
                    <a:gd name="connsiteX9" fmla="*/ 485165 w 598324"/>
                    <a:gd name="connsiteY9" fmla="*/ 283909 h 761503"/>
                    <a:gd name="connsiteX10" fmla="*/ 485165 w 598324"/>
                    <a:gd name="connsiteY10" fmla="*/ 327424 h 761503"/>
                    <a:gd name="connsiteX11" fmla="*/ 487884 w 598324"/>
                    <a:gd name="connsiteY11" fmla="*/ 373658 h 761503"/>
                    <a:gd name="connsiteX12" fmla="*/ 485165 w 598324"/>
                    <a:gd name="connsiteY12" fmla="*/ 419892 h 761503"/>
                    <a:gd name="connsiteX13" fmla="*/ 485165 w 598324"/>
                    <a:gd name="connsiteY13" fmla="*/ 463407 h 761503"/>
                    <a:gd name="connsiteX14" fmla="*/ 482445 w 598324"/>
                    <a:gd name="connsiteY14" fmla="*/ 515080 h 761503"/>
                    <a:gd name="connsiteX15" fmla="*/ 482445 w 598324"/>
                    <a:gd name="connsiteY15" fmla="*/ 558595 h 761503"/>
                    <a:gd name="connsiteX16" fmla="*/ 479725 w 598324"/>
                    <a:gd name="connsiteY16" fmla="*/ 602109 h 761503"/>
                    <a:gd name="connsiteX17" fmla="*/ 485165 w 598324"/>
                    <a:gd name="connsiteY17" fmla="*/ 648343 h 761503"/>
                    <a:gd name="connsiteX18" fmla="*/ 474286 w 598324"/>
                    <a:gd name="connsiteY18" fmla="*/ 675540 h 761503"/>
                    <a:gd name="connsiteX19" fmla="*/ 428052 w 598324"/>
                    <a:gd name="connsiteY19" fmla="*/ 691858 h 761503"/>
                    <a:gd name="connsiteX20" fmla="*/ 387257 w 598324"/>
                    <a:gd name="connsiteY20" fmla="*/ 683699 h 761503"/>
                    <a:gd name="connsiteX21" fmla="*/ 351901 w 598324"/>
                    <a:gd name="connsiteY21" fmla="*/ 664661 h 761503"/>
                    <a:gd name="connsiteX22" fmla="*/ 305667 w 598324"/>
                    <a:gd name="connsiteY22" fmla="*/ 596670 h 761503"/>
                    <a:gd name="connsiteX23" fmla="*/ 270312 w 598324"/>
                    <a:gd name="connsiteY23" fmla="*/ 509641 h 761503"/>
                    <a:gd name="connsiteX24" fmla="*/ 251274 w 598324"/>
                    <a:gd name="connsiteY24" fmla="*/ 460687 h 761503"/>
                    <a:gd name="connsiteX25" fmla="*/ 224077 w 598324"/>
                    <a:gd name="connsiteY25" fmla="*/ 381817 h 761503"/>
                    <a:gd name="connsiteX26" fmla="*/ 207759 w 598324"/>
                    <a:gd name="connsiteY26" fmla="*/ 330144 h 761503"/>
                    <a:gd name="connsiteX27" fmla="*/ 191442 w 598324"/>
                    <a:gd name="connsiteY27" fmla="*/ 286629 h 761503"/>
                    <a:gd name="connsiteX28" fmla="*/ 183283 w 598324"/>
                    <a:gd name="connsiteY28" fmla="*/ 278470 h 761503"/>
                    <a:gd name="connsiteX29" fmla="*/ 180563 w 598324"/>
                    <a:gd name="connsiteY29" fmla="*/ 292068 h 761503"/>
                    <a:gd name="connsiteX30" fmla="*/ 180563 w 598324"/>
                    <a:gd name="connsiteY30" fmla="*/ 305667 h 761503"/>
                    <a:gd name="connsiteX31" fmla="*/ 183283 w 598324"/>
                    <a:gd name="connsiteY31" fmla="*/ 354620 h 761503"/>
                    <a:gd name="connsiteX32" fmla="*/ 188722 w 598324"/>
                    <a:gd name="connsiteY32" fmla="*/ 449808 h 761503"/>
                    <a:gd name="connsiteX33" fmla="*/ 188722 w 598324"/>
                    <a:gd name="connsiteY33" fmla="*/ 479725 h 761503"/>
                    <a:gd name="connsiteX34" fmla="*/ 188722 w 598324"/>
                    <a:gd name="connsiteY34" fmla="*/ 542277 h 761503"/>
                    <a:gd name="connsiteX35" fmla="*/ 186002 w 598324"/>
                    <a:gd name="connsiteY35" fmla="*/ 615708 h 761503"/>
                    <a:gd name="connsiteX36" fmla="*/ 186002 w 598324"/>
                    <a:gd name="connsiteY36" fmla="*/ 637465 h 761503"/>
                    <a:gd name="connsiteX37" fmla="*/ 183283 w 598324"/>
                    <a:gd name="connsiteY37" fmla="*/ 664661 h 761503"/>
                    <a:gd name="connsiteX38" fmla="*/ 226797 w 598324"/>
                    <a:gd name="connsiteY38" fmla="*/ 664661 h 761503"/>
                    <a:gd name="connsiteX39" fmla="*/ 253994 w 598324"/>
                    <a:gd name="connsiteY39" fmla="*/ 680979 h 761503"/>
                    <a:gd name="connsiteX40" fmla="*/ 248554 w 598324"/>
                    <a:gd name="connsiteY40" fmla="*/ 697297 h 761503"/>
                    <a:gd name="connsiteX41" fmla="*/ 234956 w 598324"/>
                    <a:gd name="connsiteY41" fmla="*/ 705456 h 761503"/>
                    <a:gd name="connsiteX42" fmla="*/ 218638 w 598324"/>
                    <a:gd name="connsiteY42" fmla="*/ 708176 h 761503"/>
                    <a:gd name="connsiteX43" fmla="*/ 183283 w 598324"/>
                    <a:gd name="connsiteY43" fmla="*/ 708176 h 761503"/>
                    <a:gd name="connsiteX44" fmla="*/ 150647 w 598324"/>
                    <a:gd name="connsiteY44" fmla="*/ 708176 h 761503"/>
                    <a:gd name="connsiteX45" fmla="*/ 107132 w 598324"/>
                    <a:gd name="connsiteY45" fmla="*/ 708176 h 761503"/>
                    <a:gd name="connsiteX46" fmla="*/ 88094 w 598324"/>
                    <a:gd name="connsiteY46" fmla="*/ 708176 h 761503"/>
                    <a:gd name="connsiteX47" fmla="*/ 69057 w 598324"/>
                    <a:gd name="connsiteY47" fmla="*/ 702736 h 761503"/>
                    <a:gd name="connsiteX48" fmla="*/ 58178 w 598324"/>
                    <a:gd name="connsiteY48" fmla="*/ 686418 h 761503"/>
                    <a:gd name="connsiteX49" fmla="*/ 60898 w 598324"/>
                    <a:gd name="connsiteY49" fmla="*/ 678259 h 761503"/>
                    <a:gd name="connsiteX50" fmla="*/ 77216 w 598324"/>
                    <a:gd name="connsiteY50" fmla="*/ 670101 h 761503"/>
                    <a:gd name="connsiteX51" fmla="*/ 120730 w 598324"/>
                    <a:gd name="connsiteY51" fmla="*/ 664661 h 761503"/>
                    <a:gd name="connsiteX52" fmla="*/ 131609 w 598324"/>
                    <a:gd name="connsiteY52" fmla="*/ 664661 h 761503"/>
                    <a:gd name="connsiteX53" fmla="*/ 134329 w 598324"/>
                    <a:gd name="connsiteY53" fmla="*/ 539557 h 761503"/>
                    <a:gd name="connsiteX54" fmla="*/ 134329 w 598324"/>
                    <a:gd name="connsiteY54" fmla="*/ 504201 h 761503"/>
                    <a:gd name="connsiteX55" fmla="*/ 131609 w 598324"/>
                    <a:gd name="connsiteY55" fmla="*/ 376378 h 761503"/>
                    <a:gd name="connsiteX56" fmla="*/ 131609 w 598324"/>
                    <a:gd name="connsiteY56" fmla="*/ 302947 h 761503"/>
                    <a:gd name="connsiteX57" fmla="*/ 134329 w 598324"/>
                    <a:gd name="connsiteY57" fmla="*/ 221357 h 761503"/>
                    <a:gd name="connsiteX58" fmla="*/ 137048 w 598324"/>
                    <a:gd name="connsiteY58" fmla="*/ 123450 h 761503"/>
                    <a:gd name="connsiteX59" fmla="*/ 107132 w 598324"/>
                    <a:gd name="connsiteY59" fmla="*/ 123450 h 761503"/>
                    <a:gd name="connsiteX60" fmla="*/ 88094 w 598324"/>
                    <a:gd name="connsiteY60" fmla="*/ 123450 h 761503"/>
                    <a:gd name="connsiteX61" fmla="*/ 69057 w 598324"/>
                    <a:gd name="connsiteY61" fmla="*/ 118011 h 761503"/>
                    <a:gd name="connsiteX62" fmla="*/ 58178 w 598324"/>
                    <a:gd name="connsiteY62" fmla="*/ 101693 h 761503"/>
                    <a:gd name="connsiteX63" fmla="*/ 60898 w 598324"/>
                    <a:gd name="connsiteY63" fmla="*/ 93534 h 761503"/>
                    <a:gd name="connsiteX64" fmla="*/ 77216 w 598324"/>
                    <a:gd name="connsiteY64" fmla="*/ 85375 h 761503"/>
                    <a:gd name="connsiteX65" fmla="*/ 131609 w 598324"/>
                    <a:gd name="connsiteY65" fmla="*/ 79935 h 761503"/>
                    <a:gd name="connsiteX66" fmla="*/ 161525 w 598324"/>
                    <a:gd name="connsiteY66" fmla="*/ 79935 h 761503"/>
                    <a:gd name="connsiteX67" fmla="*/ 177843 w 598324"/>
                    <a:gd name="connsiteY67" fmla="*/ 66337 h 761503"/>
                    <a:gd name="connsiteX68" fmla="*/ 202320 w 598324"/>
                    <a:gd name="connsiteY68" fmla="*/ 58178 h 761503"/>
                    <a:gd name="connsiteX69" fmla="*/ 234956 w 598324"/>
                    <a:gd name="connsiteY69" fmla="*/ 77216 h 761503"/>
                    <a:gd name="connsiteX70" fmla="*/ 251274 w 598324"/>
                    <a:gd name="connsiteY70" fmla="*/ 107132 h 761503"/>
                    <a:gd name="connsiteX71" fmla="*/ 267592 w 598324"/>
                    <a:gd name="connsiteY71" fmla="*/ 147927 h 761503"/>
                    <a:gd name="connsiteX72" fmla="*/ 281190 w 598324"/>
                    <a:gd name="connsiteY72" fmla="*/ 183282 h 761503"/>
                    <a:gd name="connsiteX73" fmla="*/ 297508 w 598324"/>
                    <a:gd name="connsiteY73" fmla="*/ 224077 h 761503"/>
                    <a:gd name="connsiteX74" fmla="*/ 308387 w 598324"/>
                    <a:gd name="connsiteY74" fmla="*/ 264872 h 761503"/>
                    <a:gd name="connsiteX75" fmla="*/ 319265 w 598324"/>
                    <a:gd name="connsiteY75" fmla="*/ 300227 h 761503"/>
                    <a:gd name="connsiteX76" fmla="*/ 351901 w 598324"/>
                    <a:gd name="connsiteY76" fmla="*/ 379097 h 761503"/>
                    <a:gd name="connsiteX77" fmla="*/ 365500 w 598324"/>
                    <a:gd name="connsiteY77" fmla="*/ 417173 h 761503"/>
                    <a:gd name="connsiteX78" fmla="*/ 379098 w 598324"/>
                    <a:gd name="connsiteY78" fmla="*/ 457967 h 761503"/>
                    <a:gd name="connsiteX79" fmla="*/ 395416 w 598324"/>
                    <a:gd name="connsiteY79" fmla="*/ 496043 h 761503"/>
                    <a:gd name="connsiteX80" fmla="*/ 406294 w 598324"/>
                    <a:gd name="connsiteY80" fmla="*/ 512361 h 761503"/>
                    <a:gd name="connsiteX81" fmla="*/ 411734 w 598324"/>
                    <a:gd name="connsiteY81" fmla="*/ 531398 h 761503"/>
                    <a:gd name="connsiteX82" fmla="*/ 419893 w 598324"/>
                    <a:gd name="connsiteY82" fmla="*/ 558595 h 761503"/>
                    <a:gd name="connsiteX83" fmla="*/ 425332 w 598324"/>
                    <a:gd name="connsiteY83" fmla="*/ 564034 h 761503"/>
                    <a:gd name="connsiteX84" fmla="*/ 430771 w 598324"/>
                    <a:gd name="connsiteY84" fmla="*/ 558595 h 761503"/>
                    <a:gd name="connsiteX85" fmla="*/ 430771 w 598324"/>
                    <a:gd name="connsiteY85" fmla="*/ 550436 h 761503"/>
                    <a:gd name="connsiteX86" fmla="*/ 430771 w 598324"/>
                    <a:gd name="connsiteY86" fmla="*/ 501482 h 761503"/>
                    <a:gd name="connsiteX87" fmla="*/ 430771 w 598324"/>
                    <a:gd name="connsiteY87" fmla="*/ 403574 h 761503"/>
                    <a:gd name="connsiteX88" fmla="*/ 425332 w 598324"/>
                    <a:gd name="connsiteY88" fmla="*/ 313826 h 761503"/>
                    <a:gd name="connsiteX89" fmla="*/ 425332 w 598324"/>
                    <a:gd name="connsiteY89" fmla="*/ 248554 h 761503"/>
                    <a:gd name="connsiteX90" fmla="*/ 425332 w 598324"/>
                    <a:gd name="connsiteY90" fmla="*/ 210479 h 761503"/>
                    <a:gd name="connsiteX91" fmla="*/ 422613 w 598324"/>
                    <a:gd name="connsiteY91" fmla="*/ 153366 h 761503"/>
                    <a:gd name="connsiteX92" fmla="*/ 425332 w 598324"/>
                    <a:gd name="connsiteY92" fmla="*/ 123450 h 761503"/>
                    <a:gd name="connsiteX93" fmla="*/ 398136 w 598324"/>
                    <a:gd name="connsiteY93" fmla="*/ 123450 h 761503"/>
                    <a:gd name="connsiteX94" fmla="*/ 379098 w 598324"/>
                    <a:gd name="connsiteY94" fmla="*/ 123450 h 761503"/>
                    <a:gd name="connsiteX95" fmla="*/ 360060 w 598324"/>
                    <a:gd name="connsiteY95" fmla="*/ 118011 h 761503"/>
                    <a:gd name="connsiteX96" fmla="*/ 349182 w 598324"/>
                    <a:gd name="connsiteY96" fmla="*/ 101693 h 761503"/>
                    <a:gd name="connsiteX97" fmla="*/ 351901 w 598324"/>
                    <a:gd name="connsiteY97" fmla="*/ 93534 h 761503"/>
                    <a:gd name="connsiteX98" fmla="*/ 368219 w 598324"/>
                    <a:gd name="connsiteY98" fmla="*/ 85375 h 761503"/>
                    <a:gd name="connsiteX99" fmla="*/ 422613 w 598324"/>
                    <a:gd name="connsiteY99" fmla="*/ 79935 h 761503"/>
                    <a:gd name="connsiteX100" fmla="*/ 444370 w 598324"/>
                    <a:gd name="connsiteY100" fmla="*/ 79935 h 761503"/>
                    <a:gd name="connsiteX101" fmla="*/ 463407 w 598324"/>
                    <a:gd name="connsiteY101" fmla="*/ 71776 h 761503"/>
                    <a:gd name="connsiteX102" fmla="*/ 477006 w 598324"/>
                    <a:gd name="connsiteY102" fmla="*/ 79935 h 761503"/>
                    <a:gd name="connsiteX103" fmla="*/ 515081 w 598324"/>
                    <a:gd name="connsiteY103" fmla="*/ 79935 h 761503"/>
                    <a:gd name="connsiteX104" fmla="*/ 515081 w 598324"/>
                    <a:gd name="connsiteY104" fmla="*/ 79935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</a:cxnLst>
                  <a:rect l="l" t="t" r="r" b="b"/>
                  <a:pathLst>
                    <a:path w="598324" h="761503">
                      <a:moveTo>
                        <a:pt x="515081" y="79935"/>
                      </a:moveTo>
                      <a:cubicBezTo>
                        <a:pt x="523240" y="79935"/>
                        <a:pt x="542277" y="79935"/>
                        <a:pt x="542277" y="96253"/>
                      </a:cubicBezTo>
                      <a:cubicBezTo>
                        <a:pt x="542277" y="104412"/>
                        <a:pt x="542277" y="107132"/>
                        <a:pt x="536838" y="112571"/>
                      </a:cubicBezTo>
                      <a:cubicBezTo>
                        <a:pt x="534119" y="118011"/>
                        <a:pt x="528679" y="120730"/>
                        <a:pt x="523240" y="120730"/>
                      </a:cubicBezTo>
                      <a:cubicBezTo>
                        <a:pt x="515081" y="123450"/>
                        <a:pt x="512361" y="123450"/>
                        <a:pt x="506922" y="123450"/>
                      </a:cubicBezTo>
                      <a:cubicBezTo>
                        <a:pt x="504202" y="123450"/>
                        <a:pt x="490604" y="123450"/>
                        <a:pt x="477006" y="123450"/>
                      </a:cubicBezTo>
                      <a:cubicBezTo>
                        <a:pt x="477006" y="131609"/>
                        <a:pt x="479725" y="137048"/>
                        <a:pt x="479725" y="145207"/>
                      </a:cubicBezTo>
                      <a:cubicBezTo>
                        <a:pt x="479725" y="156086"/>
                        <a:pt x="477006" y="166964"/>
                        <a:pt x="477006" y="180563"/>
                      </a:cubicBezTo>
                      <a:cubicBezTo>
                        <a:pt x="477006" y="196881"/>
                        <a:pt x="479725" y="215918"/>
                        <a:pt x="482445" y="232236"/>
                      </a:cubicBezTo>
                      <a:cubicBezTo>
                        <a:pt x="485165" y="248554"/>
                        <a:pt x="485165" y="267592"/>
                        <a:pt x="485165" y="283909"/>
                      </a:cubicBezTo>
                      <a:cubicBezTo>
                        <a:pt x="485165" y="297508"/>
                        <a:pt x="485165" y="313826"/>
                        <a:pt x="485165" y="327424"/>
                      </a:cubicBezTo>
                      <a:cubicBezTo>
                        <a:pt x="485165" y="343742"/>
                        <a:pt x="487884" y="357340"/>
                        <a:pt x="487884" y="373658"/>
                      </a:cubicBezTo>
                      <a:cubicBezTo>
                        <a:pt x="487884" y="389976"/>
                        <a:pt x="485165" y="403574"/>
                        <a:pt x="485165" y="419892"/>
                      </a:cubicBezTo>
                      <a:cubicBezTo>
                        <a:pt x="485165" y="436210"/>
                        <a:pt x="485165" y="449808"/>
                        <a:pt x="485165" y="463407"/>
                      </a:cubicBezTo>
                      <a:cubicBezTo>
                        <a:pt x="485165" y="479725"/>
                        <a:pt x="485165" y="498762"/>
                        <a:pt x="482445" y="515080"/>
                      </a:cubicBezTo>
                      <a:cubicBezTo>
                        <a:pt x="482445" y="528678"/>
                        <a:pt x="482445" y="542277"/>
                        <a:pt x="482445" y="558595"/>
                      </a:cubicBezTo>
                      <a:cubicBezTo>
                        <a:pt x="482445" y="572193"/>
                        <a:pt x="479725" y="588511"/>
                        <a:pt x="479725" y="602109"/>
                      </a:cubicBezTo>
                      <a:cubicBezTo>
                        <a:pt x="479725" y="615708"/>
                        <a:pt x="485165" y="632025"/>
                        <a:pt x="485165" y="648343"/>
                      </a:cubicBezTo>
                      <a:cubicBezTo>
                        <a:pt x="485165" y="659222"/>
                        <a:pt x="482445" y="670101"/>
                        <a:pt x="474286" y="675540"/>
                      </a:cubicBezTo>
                      <a:cubicBezTo>
                        <a:pt x="460688" y="686418"/>
                        <a:pt x="444370" y="691858"/>
                        <a:pt x="428052" y="691858"/>
                      </a:cubicBezTo>
                      <a:cubicBezTo>
                        <a:pt x="414453" y="691858"/>
                        <a:pt x="400855" y="689138"/>
                        <a:pt x="387257" y="683699"/>
                      </a:cubicBezTo>
                      <a:cubicBezTo>
                        <a:pt x="373659" y="678259"/>
                        <a:pt x="360060" y="672820"/>
                        <a:pt x="351901" y="664661"/>
                      </a:cubicBezTo>
                      <a:cubicBezTo>
                        <a:pt x="330144" y="645624"/>
                        <a:pt x="316546" y="621147"/>
                        <a:pt x="305667" y="596670"/>
                      </a:cubicBezTo>
                      <a:cubicBezTo>
                        <a:pt x="292069" y="569473"/>
                        <a:pt x="281190" y="539557"/>
                        <a:pt x="270312" y="509641"/>
                      </a:cubicBezTo>
                      <a:cubicBezTo>
                        <a:pt x="264872" y="493323"/>
                        <a:pt x="256713" y="477005"/>
                        <a:pt x="251274" y="460687"/>
                      </a:cubicBezTo>
                      <a:cubicBezTo>
                        <a:pt x="240395" y="433490"/>
                        <a:pt x="232236" y="409014"/>
                        <a:pt x="224077" y="381817"/>
                      </a:cubicBezTo>
                      <a:cubicBezTo>
                        <a:pt x="218638" y="365499"/>
                        <a:pt x="213199" y="346462"/>
                        <a:pt x="207759" y="330144"/>
                      </a:cubicBezTo>
                      <a:cubicBezTo>
                        <a:pt x="202320" y="316545"/>
                        <a:pt x="196881" y="300227"/>
                        <a:pt x="191442" y="286629"/>
                      </a:cubicBezTo>
                      <a:cubicBezTo>
                        <a:pt x="188722" y="281190"/>
                        <a:pt x="186002" y="278470"/>
                        <a:pt x="183283" y="278470"/>
                      </a:cubicBezTo>
                      <a:cubicBezTo>
                        <a:pt x="180563" y="278470"/>
                        <a:pt x="180563" y="286629"/>
                        <a:pt x="180563" y="292068"/>
                      </a:cubicBezTo>
                      <a:cubicBezTo>
                        <a:pt x="180563" y="297508"/>
                        <a:pt x="180563" y="302947"/>
                        <a:pt x="180563" y="305667"/>
                      </a:cubicBezTo>
                      <a:cubicBezTo>
                        <a:pt x="180563" y="321985"/>
                        <a:pt x="183283" y="338303"/>
                        <a:pt x="183283" y="354620"/>
                      </a:cubicBezTo>
                      <a:cubicBezTo>
                        <a:pt x="183283" y="387256"/>
                        <a:pt x="186002" y="417173"/>
                        <a:pt x="188722" y="449808"/>
                      </a:cubicBezTo>
                      <a:cubicBezTo>
                        <a:pt x="188722" y="460687"/>
                        <a:pt x="188722" y="468846"/>
                        <a:pt x="188722" y="479725"/>
                      </a:cubicBezTo>
                      <a:cubicBezTo>
                        <a:pt x="188722" y="501482"/>
                        <a:pt x="188722" y="523239"/>
                        <a:pt x="188722" y="542277"/>
                      </a:cubicBezTo>
                      <a:cubicBezTo>
                        <a:pt x="188722" y="566754"/>
                        <a:pt x="186002" y="591231"/>
                        <a:pt x="186002" y="615708"/>
                      </a:cubicBezTo>
                      <a:cubicBezTo>
                        <a:pt x="186002" y="623866"/>
                        <a:pt x="186002" y="632025"/>
                        <a:pt x="186002" y="637465"/>
                      </a:cubicBezTo>
                      <a:cubicBezTo>
                        <a:pt x="186002" y="645624"/>
                        <a:pt x="183283" y="656502"/>
                        <a:pt x="183283" y="664661"/>
                      </a:cubicBezTo>
                      <a:cubicBezTo>
                        <a:pt x="202320" y="664661"/>
                        <a:pt x="218638" y="664661"/>
                        <a:pt x="226797" y="664661"/>
                      </a:cubicBezTo>
                      <a:cubicBezTo>
                        <a:pt x="234956" y="664661"/>
                        <a:pt x="253994" y="664661"/>
                        <a:pt x="253994" y="680979"/>
                      </a:cubicBezTo>
                      <a:cubicBezTo>
                        <a:pt x="253994" y="689138"/>
                        <a:pt x="253994" y="691858"/>
                        <a:pt x="248554" y="697297"/>
                      </a:cubicBezTo>
                      <a:cubicBezTo>
                        <a:pt x="245835" y="702736"/>
                        <a:pt x="240395" y="705456"/>
                        <a:pt x="234956" y="705456"/>
                      </a:cubicBezTo>
                      <a:cubicBezTo>
                        <a:pt x="226797" y="708176"/>
                        <a:pt x="224077" y="708176"/>
                        <a:pt x="218638" y="708176"/>
                      </a:cubicBezTo>
                      <a:cubicBezTo>
                        <a:pt x="215918" y="708176"/>
                        <a:pt x="199600" y="708176"/>
                        <a:pt x="183283" y="708176"/>
                      </a:cubicBezTo>
                      <a:cubicBezTo>
                        <a:pt x="166965" y="708176"/>
                        <a:pt x="153366" y="708176"/>
                        <a:pt x="150647" y="708176"/>
                      </a:cubicBezTo>
                      <a:cubicBezTo>
                        <a:pt x="139768" y="708176"/>
                        <a:pt x="120730" y="708176"/>
                        <a:pt x="107132" y="708176"/>
                      </a:cubicBezTo>
                      <a:cubicBezTo>
                        <a:pt x="101693" y="708176"/>
                        <a:pt x="96254" y="708176"/>
                        <a:pt x="88094" y="708176"/>
                      </a:cubicBezTo>
                      <a:cubicBezTo>
                        <a:pt x="82655" y="708176"/>
                        <a:pt x="74496" y="708176"/>
                        <a:pt x="69057" y="702736"/>
                      </a:cubicBezTo>
                      <a:cubicBezTo>
                        <a:pt x="63617" y="700017"/>
                        <a:pt x="58178" y="691858"/>
                        <a:pt x="58178" y="686418"/>
                      </a:cubicBezTo>
                      <a:cubicBezTo>
                        <a:pt x="58178" y="683699"/>
                        <a:pt x="58178" y="680979"/>
                        <a:pt x="60898" y="678259"/>
                      </a:cubicBezTo>
                      <a:cubicBezTo>
                        <a:pt x="63617" y="675540"/>
                        <a:pt x="71777" y="672820"/>
                        <a:pt x="77216" y="670101"/>
                      </a:cubicBezTo>
                      <a:cubicBezTo>
                        <a:pt x="90814" y="667381"/>
                        <a:pt x="115291" y="664661"/>
                        <a:pt x="120730" y="664661"/>
                      </a:cubicBezTo>
                      <a:cubicBezTo>
                        <a:pt x="123450" y="664661"/>
                        <a:pt x="126170" y="664661"/>
                        <a:pt x="131609" y="664661"/>
                      </a:cubicBezTo>
                      <a:cubicBezTo>
                        <a:pt x="131609" y="623866"/>
                        <a:pt x="134329" y="583072"/>
                        <a:pt x="134329" y="539557"/>
                      </a:cubicBezTo>
                      <a:cubicBezTo>
                        <a:pt x="134329" y="528678"/>
                        <a:pt x="134329" y="515080"/>
                        <a:pt x="134329" y="504201"/>
                      </a:cubicBezTo>
                      <a:cubicBezTo>
                        <a:pt x="131609" y="460687"/>
                        <a:pt x="131609" y="417173"/>
                        <a:pt x="131609" y="376378"/>
                      </a:cubicBezTo>
                      <a:cubicBezTo>
                        <a:pt x="131609" y="351901"/>
                        <a:pt x="131609" y="327424"/>
                        <a:pt x="131609" y="302947"/>
                      </a:cubicBezTo>
                      <a:cubicBezTo>
                        <a:pt x="131609" y="275751"/>
                        <a:pt x="131609" y="248554"/>
                        <a:pt x="134329" y="221357"/>
                      </a:cubicBezTo>
                      <a:cubicBezTo>
                        <a:pt x="134329" y="188722"/>
                        <a:pt x="137048" y="156086"/>
                        <a:pt x="137048" y="123450"/>
                      </a:cubicBezTo>
                      <a:cubicBezTo>
                        <a:pt x="126170" y="123450"/>
                        <a:pt x="115291" y="123450"/>
                        <a:pt x="107132" y="123450"/>
                      </a:cubicBezTo>
                      <a:cubicBezTo>
                        <a:pt x="101693" y="123450"/>
                        <a:pt x="96254" y="123450"/>
                        <a:pt x="88094" y="123450"/>
                      </a:cubicBezTo>
                      <a:cubicBezTo>
                        <a:pt x="82655" y="123450"/>
                        <a:pt x="74496" y="120730"/>
                        <a:pt x="69057" y="118011"/>
                      </a:cubicBezTo>
                      <a:cubicBezTo>
                        <a:pt x="63617" y="115291"/>
                        <a:pt x="58178" y="107132"/>
                        <a:pt x="58178" y="101693"/>
                      </a:cubicBezTo>
                      <a:cubicBezTo>
                        <a:pt x="58178" y="98973"/>
                        <a:pt x="58178" y="96253"/>
                        <a:pt x="60898" y="93534"/>
                      </a:cubicBezTo>
                      <a:cubicBezTo>
                        <a:pt x="63617" y="90814"/>
                        <a:pt x="71777" y="88094"/>
                        <a:pt x="77216" y="85375"/>
                      </a:cubicBezTo>
                      <a:cubicBezTo>
                        <a:pt x="90814" y="82655"/>
                        <a:pt x="126170" y="79935"/>
                        <a:pt x="131609" y="79935"/>
                      </a:cubicBezTo>
                      <a:cubicBezTo>
                        <a:pt x="137048" y="79935"/>
                        <a:pt x="147927" y="79935"/>
                        <a:pt x="161525" y="79935"/>
                      </a:cubicBezTo>
                      <a:cubicBezTo>
                        <a:pt x="166965" y="74496"/>
                        <a:pt x="172404" y="71776"/>
                        <a:pt x="177843" y="66337"/>
                      </a:cubicBezTo>
                      <a:cubicBezTo>
                        <a:pt x="186002" y="60898"/>
                        <a:pt x="194161" y="58178"/>
                        <a:pt x="202320" y="58178"/>
                      </a:cubicBezTo>
                      <a:cubicBezTo>
                        <a:pt x="215918" y="58178"/>
                        <a:pt x="226797" y="63617"/>
                        <a:pt x="234956" y="77216"/>
                      </a:cubicBezTo>
                      <a:cubicBezTo>
                        <a:pt x="240395" y="88094"/>
                        <a:pt x="248554" y="96253"/>
                        <a:pt x="251274" y="107132"/>
                      </a:cubicBezTo>
                      <a:cubicBezTo>
                        <a:pt x="256713" y="120730"/>
                        <a:pt x="259433" y="134328"/>
                        <a:pt x="267592" y="147927"/>
                      </a:cubicBezTo>
                      <a:cubicBezTo>
                        <a:pt x="273031" y="158805"/>
                        <a:pt x="275751" y="172404"/>
                        <a:pt x="281190" y="183282"/>
                      </a:cubicBezTo>
                      <a:cubicBezTo>
                        <a:pt x="286630" y="196881"/>
                        <a:pt x="292069" y="210479"/>
                        <a:pt x="297508" y="224077"/>
                      </a:cubicBezTo>
                      <a:cubicBezTo>
                        <a:pt x="300228" y="237675"/>
                        <a:pt x="305667" y="251274"/>
                        <a:pt x="308387" y="264872"/>
                      </a:cubicBezTo>
                      <a:cubicBezTo>
                        <a:pt x="311106" y="278470"/>
                        <a:pt x="311106" y="289349"/>
                        <a:pt x="319265" y="300227"/>
                      </a:cubicBezTo>
                      <a:cubicBezTo>
                        <a:pt x="332864" y="324704"/>
                        <a:pt x="346462" y="351901"/>
                        <a:pt x="351901" y="379097"/>
                      </a:cubicBezTo>
                      <a:cubicBezTo>
                        <a:pt x="354621" y="392696"/>
                        <a:pt x="360060" y="403574"/>
                        <a:pt x="365500" y="417173"/>
                      </a:cubicBezTo>
                      <a:cubicBezTo>
                        <a:pt x="373659" y="430771"/>
                        <a:pt x="373659" y="444369"/>
                        <a:pt x="379098" y="457967"/>
                      </a:cubicBezTo>
                      <a:cubicBezTo>
                        <a:pt x="381818" y="471566"/>
                        <a:pt x="387257" y="482444"/>
                        <a:pt x="395416" y="496043"/>
                      </a:cubicBezTo>
                      <a:cubicBezTo>
                        <a:pt x="398136" y="501482"/>
                        <a:pt x="403575" y="506921"/>
                        <a:pt x="406294" y="512361"/>
                      </a:cubicBezTo>
                      <a:cubicBezTo>
                        <a:pt x="409014" y="517800"/>
                        <a:pt x="409014" y="525959"/>
                        <a:pt x="411734" y="531398"/>
                      </a:cubicBezTo>
                      <a:cubicBezTo>
                        <a:pt x="414453" y="539557"/>
                        <a:pt x="417173" y="550436"/>
                        <a:pt x="419893" y="558595"/>
                      </a:cubicBezTo>
                      <a:cubicBezTo>
                        <a:pt x="422613" y="561314"/>
                        <a:pt x="422613" y="564034"/>
                        <a:pt x="425332" y="564034"/>
                      </a:cubicBezTo>
                      <a:cubicBezTo>
                        <a:pt x="428052" y="564034"/>
                        <a:pt x="428052" y="561314"/>
                        <a:pt x="430771" y="558595"/>
                      </a:cubicBezTo>
                      <a:cubicBezTo>
                        <a:pt x="430771" y="555875"/>
                        <a:pt x="430771" y="553155"/>
                        <a:pt x="430771" y="550436"/>
                      </a:cubicBezTo>
                      <a:cubicBezTo>
                        <a:pt x="430771" y="534118"/>
                        <a:pt x="430771" y="517800"/>
                        <a:pt x="430771" y="501482"/>
                      </a:cubicBezTo>
                      <a:cubicBezTo>
                        <a:pt x="430771" y="468846"/>
                        <a:pt x="433491" y="436210"/>
                        <a:pt x="430771" y="403574"/>
                      </a:cubicBezTo>
                      <a:cubicBezTo>
                        <a:pt x="430771" y="373658"/>
                        <a:pt x="425332" y="343742"/>
                        <a:pt x="425332" y="313826"/>
                      </a:cubicBezTo>
                      <a:cubicBezTo>
                        <a:pt x="425332" y="292068"/>
                        <a:pt x="425332" y="270311"/>
                        <a:pt x="425332" y="248554"/>
                      </a:cubicBezTo>
                      <a:cubicBezTo>
                        <a:pt x="425332" y="234956"/>
                        <a:pt x="425332" y="224077"/>
                        <a:pt x="425332" y="210479"/>
                      </a:cubicBezTo>
                      <a:cubicBezTo>
                        <a:pt x="425332" y="191441"/>
                        <a:pt x="422613" y="172404"/>
                        <a:pt x="422613" y="153366"/>
                      </a:cubicBezTo>
                      <a:cubicBezTo>
                        <a:pt x="422613" y="142487"/>
                        <a:pt x="422613" y="134328"/>
                        <a:pt x="425332" y="123450"/>
                      </a:cubicBezTo>
                      <a:cubicBezTo>
                        <a:pt x="417173" y="123450"/>
                        <a:pt x="406294" y="123450"/>
                        <a:pt x="398136" y="123450"/>
                      </a:cubicBezTo>
                      <a:cubicBezTo>
                        <a:pt x="392696" y="123450"/>
                        <a:pt x="387257" y="123450"/>
                        <a:pt x="379098" y="123450"/>
                      </a:cubicBezTo>
                      <a:cubicBezTo>
                        <a:pt x="373659" y="123450"/>
                        <a:pt x="365500" y="120730"/>
                        <a:pt x="360060" y="118011"/>
                      </a:cubicBezTo>
                      <a:cubicBezTo>
                        <a:pt x="354621" y="115291"/>
                        <a:pt x="349182" y="107132"/>
                        <a:pt x="349182" y="101693"/>
                      </a:cubicBezTo>
                      <a:cubicBezTo>
                        <a:pt x="349182" y="98973"/>
                        <a:pt x="349182" y="96253"/>
                        <a:pt x="351901" y="93534"/>
                      </a:cubicBezTo>
                      <a:cubicBezTo>
                        <a:pt x="354621" y="90814"/>
                        <a:pt x="362780" y="88094"/>
                        <a:pt x="368219" y="85375"/>
                      </a:cubicBezTo>
                      <a:cubicBezTo>
                        <a:pt x="381818" y="82655"/>
                        <a:pt x="417173" y="79935"/>
                        <a:pt x="422613" y="79935"/>
                      </a:cubicBezTo>
                      <a:cubicBezTo>
                        <a:pt x="428052" y="79935"/>
                        <a:pt x="433491" y="79935"/>
                        <a:pt x="444370" y="79935"/>
                      </a:cubicBezTo>
                      <a:cubicBezTo>
                        <a:pt x="449809" y="74496"/>
                        <a:pt x="455248" y="71776"/>
                        <a:pt x="463407" y="71776"/>
                      </a:cubicBezTo>
                      <a:cubicBezTo>
                        <a:pt x="471566" y="71776"/>
                        <a:pt x="477006" y="74496"/>
                        <a:pt x="477006" y="79935"/>
                      </a:cubicBezTo>
                      <a:cubicBezTo>
                        <a:pt x="493324" y="79935"/>
                        <a:pt x="506922" y="79935"/>
                        <a:pt x="515081" y="79935"/>
                      </a:cubicBezTo>
                      <a:lnTo>
                        <a:pt x="515081" y="79935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45" name="Freeform: Shape 44">
                  <a:extLst>
                    <a:ext uri="{FF2B5EF4-FFF2-40B4-BE49-F238E27FC236}">
                      <a16:creationId xmlns:a16="http://schemas.microsoft.com/office/drawing/2014/main" id="{9E569F4A-69C0-695A-46F9-522713B39069}"/>
                    </a:ext>
                  </a:extLst>
                </p:cNvPr>
                <p:cNvSpPr/>
                <p:nvPr/>
              </p:nvSpPr>
              <p:spPr>
                <a:xfrm>
                  <a:off x="5139126" y="4192158"/>
                  <a:ext cx="516735" cy="788700"/>
                </a:xfrm>
                <a:custGeom>
                  <a:avLst/>
                  <a:gdLst>
                    <a:gd name="connsiteX0" fmla="*/ 464616 w 516735"/>
                    <a:gd name="connsiteY0" fmla="*/ 436210 h 788699"/>
                    <a:gd name="connsiteX1" fmla="*/ 445578 w 516735"/>
                    <a:gd name="connsiteY1" fmla="*/ 455248 h 788699"/>
                    <a:gd name="connsiteX2" fmla="*/ 404784 w 516735"/>
                    <a:gd name="connsiteY2" fmla="*/ 466126 h 788699"/>
                    <a:gd name="connsiteX3" fmla="*/ 385746 w 516735"/>
                    <a:gd name="connsiteY3" fmla="*/ 479725 h 788699"/>
                    <a:gd name="connsiteX4" fmla="*/ 388466 w 516735"/>
                    <a:gd name="connsiteY4" fmla="*/ 512361 h 788699"/>
                    <a:gd name="connsiteX5" fmla="*/ 388466 w 516735"/>
                    <a:gd name="connsiteY5" fmla="*/ 544997 h 788699"/>
                    <a:gd name="connsiteX6" fmla="*/ 388466 w 516735"/>
                    <a:gd name="connsiteY6" fmla="*/ 566754 h 788699"/>
                    <a:gd name="connsiteX7" fmla="*/ 391185 w 516735"/>
                    <a:gd name="connsiteY7" fmla="*/ 632026 h 788699"/>
                    <a:gd name="connsiteX8" fmla="*/ 393905 w 516735"/>
                    <a:gd name="connsiteY8" fmla="*/ 683699 h 788699"/>
                    <a:gd name="connsiteX9" fmla="*/ 377587 w 516735"/>
                    <a:gd name="connsiteY9" fmla="*/ 724494 h 788699"/>
                    <a:gd name="connsiteX10" fmla="*/ 361269 w 516735"/>
                    <a:gd name="connsiteY10" fmla="*/ 719054 h 788699"/>
                    <a:gd name="connsiteX11" fmla="*/ 353110 w 516735"/>
                    <a:gd name="connsiteY11" fmla="*/ 702737 h 788699"/>
                    <a:gd name="connsiteX12" fmla="*/ 350390 w 516735"/>
                    <a:gd name="connsiteY12" fmla="*/ 686419 h 788699"/>
                    <a:gd name="connsiteX13" fmla="*/ 353110 w 516735"/>
                    <a:gd name="connsiteY13" fmla="*/ 659222 h 788699"/>
                    <a:gd name="connsiteX14" fmla="*/ 353110 w 516735"/>
                    <a:gd name="connsiteY14" fmla="*/ 656502 h 788699"/>
                    <a:gd name="connsiteX15" fmla="*/ 317755 w 516735"/>
                    <a:gd name="connsiteY15" fmla="*/ 708176 h 788699"/>
                    <a:gd name="connsiteX16" fmla="*/ 241604 w 516735"/>
                    <a:gd name="connsiteY16" fmla="*/ 735372 h 788699"/>
                    <a:gd name="connsiteX17" fmla="*/ 187211 w 516735"/>
                    <a:gd name="connsiteY17" fmla="*/ 727214 h 788699"/>
                    <a:gd name="connsiteX18" fmla="*/ 135538 w 516735"/>
                    <a:gd name="connsiteY18" fmla="*/ 694578 h 788699"/>
                    <a:gd name="connsiteX19" fmla="*/ 86584 w 516735"/>
                    <a:gd name="connsiteY19" fmla="*/ 621147 h 788699"/>
                    <a:gd name="connsiteX20" fmla="*/ 67546 w 516735"/>
                    <a:gd name="connsiteY20" fmla="*/ 555875 h 788699"/>
                    <a:gd name="connsiteX21" fmla="*/ 59387 w 516735"/>
                    <a:gd name="connsiteY21" fmla="*/ 509641 h 788699"/>
                    <a:gd name="connsiteX22" fmla="*/ 59387 w 516735"/>
                    <a:gd name="connsiteY22" fmla="*/ 468846 h 788699"/>
                    <a:gd name="connsiteX23" fmla="*/ 86584 w 516735"/>
                    <a:gd name="connsiteY23" fmla="*/ 302947 h 788699"/>
                    <a:gd name="connsiteX24" fmla="*/ 108341 w 516735"/>
                    <a:gd name="connsiteY24" fmla="*/ 224077 h 788699"/>
                    <a:gd name="connsiteX25" fmla="*/ 146416 w 516735"/>
                    <a:gd name="connsiteY25" fmla="*/ 145207 h 788699"/>
                    <a:gd name="connsiteX26" fmla="*/ 198090 w 516735"/>
                    <a:gd name="connsiteY26" fmla="*/ 85375 h 788699"/>
                    <a:gd name="connsiteX27" fmla="*/ 228006 w 516735"/>
                    <a:gd name="connsiteY27" fmla="*/ 69057 h 788699"/>
                    <a:gd name="connsiteX28" fmla="*/ 268801 w 516735"/>
                    <a:gd name="connsiteY28" fmla="*/ 58178 h 788699"/>
                    <a:gd name="connsiteX29" fmla="*/ 274240 w 516735"/>
                    <a:gd name="connsiteY29" fmla="*/ 58178 h 788699"/>
                    <a:gd name="connsiteX30" fmla="*/ 295997 w 516735"/>
                    <a:gd name="connsiteY30" fmla="*/ 60898 h 788699"/>
                    <a:gd name="connsiteX31" fmla="*/ 331353 w 516735"/>
                    <a:gd name="connsiteY31" fmla="*/ 71776 h 788699"/>
                    <a:gd name="connsiteX32" fmla="*/ 350390 w 516735"/>
                    <a:gd name="connsiteY32" fmla="*/ 93534 h 788699"/>
                    <a:gd name="connsiteX33" fmla="*/ 353110 w 516735"/>
                    <a:gd name="connsiteY33" fmla="*/ 74496 h 788699"/>
                    <a:gd name="connsiteX34" fmla="*/ 358549 w 516735"/>
                    <a:gd name="connsiteY34" fmla="*/ 63618 h 788699"/>
                    <a:gd name="connsiteX35" fmla="*/ 366708 w 516735"/>
                    <a:gd name="connsiteY35" fmla="*/ 58178 h 788699"/>
                    <a:gd name="connsiteX36" fmla="*/ 374867 w 516735"/>
                    <a:gd name="connsiteY36" fmla="*/ 63618 h 788699"/>
                    <a:gd name="connsiteX37" fmla="*/ 383026 w 516735"/>
                    <a:gd name="connsiteY37" fmla="*/ 82655 h 788699"/>
                    <a:gd name="connsiteX38" fmla="*/ 385746 w 516735"/>
                    <a:gd name="connsiteY38" fmla="*/ 126170 h 788699"/>
                    <a:gd name="connsiteX39" fmla="*/ 388466 w 516735"/>
                    <a:gd name="connsiteY39" fmla="*/ 186002 h 788699"/>
                    <a:gd name="connsiteX40" fmla="*/ 391185 w 516735"/>
                    <a:gd name="connsiteY40" fmla="*/ 237676 h 788699"/>
                    <a:gd name="connsiteX41" fmla="*/ 374867 w 516735"/>
                    <a:gd name="connsiteY41" fmla="*/ 278470 h 788699"/>
                    <a:gd name="connsiteX42" fmla="*/ 358549 w 516735"/>
                    <a:gd name="connsiteY42" fmla="*/ 273031 h 788699"/>
                    <a:gd name="connsiteX43" fmla="*/ 350390 w 516735"/>
                    <a:gd name="connsiteY43" fmla="*/ 256713 h 788699"/>
                    <a:gd name="connsiteX44" fmla="*/ 347671 w 516735"/>
                    <a:gd name="connsiteY44" fmla="*/ 240395 h 788699"/>
                    <a:gd name="connsiteX45" fmla="*/ 347671 w 516735"/>
                    <a:gd name="connsiteY45" fmla="*/ 213199 h 788699"/>
                    <a:gd name="connsiteX46" fmla="*/ 344951 w 516735"/>
                    <a:gd name="connsiteY46" fmla="*/ 194161 h 788699"/>
                    <a:gd name="connsiteX47" fmla="*/ 339512 w 516735"/>
                    <a:gd name="connsiteY47" fmla="*/ 150647 h 788699"/>
                    <a:gd name="connsiteX48" fmla="*/ 323194 w 516735"/>
                    <a:gd name="connsiteY48" fmla="*/ 112571 h 788699"/>
                    <a:gd name="connsiteX49" fmla="*/ 293278 w 516735"/>
                    <a:gd name="connsiteY49" fmla="*/ 101693 h 788699"/>
                    <a:gd name="connsiteX50" fmla="*/ 263361 w 516735"/>
                    <a:gd name="connsiteY50" fmla="*/ 120730 h 788699"/>
                    <a:gd name="connsiteX51" fmla="*/ 241604 w 516735"/>
                    <a:gd name="connsiteY51" fmla="*/ 153366 h 788699"/>
                    <a:gd name="connsiteX52" fmla="*/ 233445 w 516735"/>
                    <a:gd name="connsiteY52" fmla="*/ 194161 h 788699"/>
                    <a:gd name="connsiteX53" fmla="*/ 225286 w 516735"/>
                    <a:gd name="connsiteY53" fmla="*/ 232236 h 788699"/>
                    <a:gd name="connsiteX54" fmla="*/ 217127 w 516735"/>
                    <a:gd name="connsiteY54" fmla="*/ 275751 h 788699"/>
                    <a:gd name="connsiteX55" fmla="*/ 211688 w 516735"/>
                    <a:gd name="connsiteY55" fmla="*/ 316545 h 788699"/>
                    <a:gd name="connsiteX56" fmla="*/ 206249 w 516735"/>
                    <a:gd name="connsiteY56" fmla="*/ 354621 h 788699"/>
                    <a:gd name="connsiteX57" fmla="*/ 200809 w 516735"/>
                    <a:gd name="connsiteY57" fmla="*/ 398135 h 788699"/>
                    <a:gd name="connsiteX58" fmla="*/ 195370 w 516735"/>
                    <a:gd name="connsiteY58" fmla="*/ 438930 h 788699"/>
                    <a:gd name="connsiteX59" fmla="*/ 192650 w 516735"/>
                    <a:gd name="connsiteY59" fmla="*/ 474286 h 788699"/>
                    <a:gd name="connsiteX60" fmla="*/ 195370 w 516735"/>
                    <a:gd name="connsiteY60" fmla="*/ 525959 h 788699"/>
                    <a:gd name="connsiteX61" fmla="*/ 208968 w 516735"/>
                    <a:gd name="connsiteY61" fmla="*/ 596670 h 788699"/>
                    <a:gd name="connsiteX62" fmla="*/ 214407 w 516735"/>
                    <a:gd name="connsiteY62" fmla="*/ 623867 h 788699"/>
                    <a:gd name="connsiteX63" fmla="*/ 228006 w 516735"/>
                    <a:gd name="connsiteY63" fmla="*/ 656502 h 788699"/>
                    <a:gd name="connsiteX64" fmla="*/ 271520 w 516735"/>
                    <a:gd name="connsiteY64" fmla="*/ 689138 h 788699"/>
                    <a:gd name="connsiteX65" fmla="*/ 306876 w 516735"/>
                    <a:gd name="connsiteY65" fmla="*/ 664661 h 788699"/>
                    <a:gd name="connsiteX66" fmla="*/ 331353 w 516735"/>
                    <a:gd name="connsiteY66" fmla="*/ 602109 h 788699"/>
                    <a:gd name="connsiteX67" fmla="*/ 336792 w 516735"/>
                    <a:gd name="connsiteY67" fmla="*/ 544997 h 788699"/>
                    <a:gd name="connsiteX68" fmla="*/ 336792 w 516735"/>
                    <a:gd name="connsiteY68" fmla="*/ 498762 h 788699"/>
                    <a:gd name="connsiteX69" fmla="*/ 336792 w 516735"/>
                    <a:gd name="connsiteY69" fmla="*/ 490603 h 788699"/>
                    <a:gd name="connsiteX70" fmla="*/ 320474 w 516735"/>
                    <a:gd name="connsiteY70" fmla="*/ 477005 h 788699"/>
                    <a:gd name="connsiteX71" fmla="*/ 282399 w 516735"/>
                    <a:gd name="connsiteY71" fmla="*/ 479725 h 788699"/>
                    <a:gd name="connsiteX72" fmla="*/ 252483 w 516735"/>
                    <a:gd name="connsiteY72" fmla="*/ 474286 h 788699"/>
                    <a:gd name="connsiteX73" fmla="*/ 247043 w 516735"/>
                    <a:gd name="connsiteY73" fmla="*/ 466126 h 788699"/>
                    <a:gd name="connsiteX74" fmla="*/ 249763 w 516735"/>
                    <a:gd name="connsiteY74" fmla="*/ 457968 h 788699"/>
                    <a:gd name="connsiteX75" fmla="*/ 268801 w 516735"/>
                    <a:gd name="connsiteY75" fmla="*/ 447089 h 788699"/>
                    <a:gd name="connsiteX76" fmla="*/ 312315 w 516735"/>
                    <a:gd name="connsiteY76" fmla="*/ 436210 h 788699"/>
                    <a:gd name="connsiteX77" fmla="*/ 353110 w 516735"/>
                    <a:gd name="connsiteY77" fmla="*/ 430771 h 788699"/>
                    <a:gd name="connsiteX78" fmla="*/ 385746 w 516735"/>
                    <a:gd name="connsiteY78" fmla="*/ 430771 h 788699"/>
                    <a:gd name="connsiteX79" fmla="*/ 437420 w 516735"/>
                    <a:gd name="connsiteY79" fmla="*/ 428051 h 788699"/>
                    <a:gd name="connsiteX80" fmla="*/ 464616 w 516735"/>
                    <a:gd name="connsiteY80" fmla="*/ 436210 h 788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</a:cxnLst>
                  <a:rect l="l" t="t" r="r" b="b"/>
                  <a:pathLst>
                    <a:path w="516735" h="788699">
                      <a:moveTo>
                        <a:pt x="464616" y="436210"/>
                      </a:moveTo>
                      <a:cubicBezTo>
                        <a:pt x="464616" y="447089"/>
                        <a:pt x="453737" y="452528"/>
                        <a:pt x="445578" y="455248"/>
                      </a:cubicBezTo>
                      <a:cubicBezTo>
                        <a:pt x="434700" y="460687"/>
                        <a:pt x="415662" y="463407"/>
                        <a:pt x="404784" y="466126"/>
                      </a:cubicBezTo>
                      <a:cubicBezTo>
                        <a:pt x="393905" y="466126"/>
                        <a:pt x="385746" y="468846"/>
                        <a:pt x="385746" y="479725"/>
                      </a:cubicBezTo>
                      <a:cubicBezTo>
                        <a:pt x="385746" y="487884"/>
                        <a:pt x="388466" y="506921"/>
                        <a:pt x="388466" y="512361"/>
                      </a:cubicBezTo>
                      <a:cubicBezTo>
                        <a:pt x="388466" y="515080"/>
                        <a:pt x="388466" y="539557"/>
                        <a:pt x="388466" y="544997"/>
                      </a:cubicBezTo>
                      <a:cubicBezTo>
                        <a:pt x="388466" y="550436"/>
                        <a:pt x="388466" y="558595"/>
                        <a:pt x="388466" y="566754"/>
                      </a:cubicBezTo>
                      <a:cubicBezTo>
                        <a:pt x="388466" y="591231"/>
                        <a:pt x="388466" y="621147"/>
                        <a:pt x="391185" y="632026"/>
                      </a:cubicBezTo>
                      <a:cubicBezTo>
                        <a:pt x="393905" y="653783"/>
                        <a:pt x="393905" y="661942"/>
                        <a:pt x="393905" y="683699"/>
                      </a:cubicBezTo>
                      <a:cubicBezTo>
                        <a:pt x="393905" y="694578"/>
                        <a:pt x="393905" y="724494"/>
                        <a:pt x="377587" y="724494"/>
                      </a:cubicBezTo>
                      <a:cubicBezTo>
                        <a:pt x="369428" y="724494"/>
                        <a:pt x="366708" y="721774"/>
                        <a:pt x="361269" y="719054"/>
                      </a:cubicBezTo>
                      <a:cubicBezTo>
                        <a:pt x="355830" y="716335"/>
                        <a:pt x="353110" y="708176"/>
                        <a:pt x="353110" y="702737"/>
                      </a:cubicBezTo>
                      <a:cubicBezTo>
                        <a:pt x="350390" y="694578"/>
                        <a:pt x="350390" y="689138"/>
                        <a:pt x="350390" y="686419"/>
                      </a:cubicBezTo>
                      <a:cubicBezTo>
                        <a:pt x="350390" y="678260"/>
                        <a:pt x="353110" y="672820"/>
                        <a:pt x="353110" y="659222"/>
                      </a:cubicBezTo>
                      <a:lnTo>
                        <a:pt x="353110" y="656502"/>
                      </a:lnTo>
                      <a:cubicBezTo>
                        <a:pt x="347671" y="675540"/>
                        <a:pt x="334072" y="694578"/>
                        <a:pt x="317755" y="708176"/>
                      </a:cubicBezTo>
                      <a:cubicBezTo>
                        <a:pt x="293278" y="727214"/>
                        <a:pt x="274240" y="735372"/>
                        <a:pt x="241604" y="735372"/>
                      </a:cubicBezTo>
                      <a:cubicBezTo>
                        <a:pt x="222566" y="735372"/>
                        <a:pt x="203529" y="732653"/>
                        <a:pt x="187211" y="727214"/>
                      </a:cubicBezTo>
                      <a:cubicBezTo>
                        <a:pt x="165454" y="719054"/>
                        <a:pt x="149136" y="708176"/>
                        <a:pt x="135538" y="694578"/>
                      </a:cubicBezTo>
                      <a:cubicBezTo>
                        <a:pt x="113780" y="672820"/>
                        <a:pt x="100182" y="648343"/>
                        <a:pt x="86584" y="621147"/>
                      </a:cubicBezTo>
                      <a:cubicBezTo>
                        <a:pt x="75705" y="599390"/>
                        <a:pt x="70266" y="580352"/>
                        <a:pt x="67546" y="555875"/>
                      </a:cubicBezTo>
                      <a:cubicBezTo>
                        <a:pt x="64826" y="539557"/>
                        <a:pt x="62107" y="525959"/>
                        <a:pt x="59387" y="509641"/>
                      </a:cubicBezTo>
                      <a:cubicBezTo>
                        <a:pt x="56667" y="493323"/>
                        <a:pt x="59387" y="485164"/>
                        <a:pt x="59387" y="468846"/>
                      </a:cubicBezTo>
                      <a:cubicBezTo>
                        <a:pt x="59387" y="414453"/>
                        <a:pt x="72985" y="362780"/>
                        <a:pt x="86584" y="302947"/>
                      </a:cubicBezTo>
                      <a:cubicBezTo>
                        <a:pt x="92023" y="275751"/>
                        <a:pt x="100182" y="248554"/>
                        <a:pt x="108341" y="224077"/>
                      </a:cubicBezTo>
                      <a:cubicBezTo>
                        <a:pt x="116500" y="196881"/>
                        <a:pt x="130098" y="169684"/>
                        <a:pt x="146416" y="145207"/>
                      </a:cubicBezTo>
                      <a:cubicBezTo>
                        <a:pt x="160014" y="123450"/>
                        <a:pt x="176332" y="101693"/>
                        <a:pt x="198090" y="85375"/>
                      </a:cubicBezTo>
                      <a:cubicBezTo>
                        <a:pt x="206249" y="77216"/>
                        <a:pt x="217127" y="71776"/>
                        <a:pt x="228006" y="69057"/>
                      </a:cubicBezTo>
                      <a:cubicBezTo>
                        <a:pt x="241604" y="63618"/>
                        <a:pt x="255202" y="58178"/>
                        <a:pt x="268801" y="58178"/>
                      </a:cubicBezTo>
                      <a:cubicBezTo>
                        <a:pt x="271520" y="58178"/>
                        <a:pt x="274240" y="58178"/>
                        <a:pt x="274240" y="58178"/>
                      </a:cubicBezTo>
                      <a:cubicBezTo>
                        <a:pt x="279679" y="58178"/>
                        <a:pt x="285119" y="58178"/>
                        <a:pt x="295997" y="60898"/>
                      </a:cubicBezTo>
                      <a:cubicBezTo>
                        <a:pt x="309595" y="63618"/>
                        <a:pt x="320474" y="66337"/>
                        <a:pt x="331353" y="71776"/>
                      </a:cubicBezTo>
                      <a:cubicBezTo>
                        <a:pt x="339512" y="77216"/>
                        <a:pt x="347671" y="85375"/>
                        <a:pt x="350390" y="93534"/>
                      </a:cubicBezTo>
                      <a:cubicBezTo>
                        <a:pt x="350390" y="88095"/>
                        <a:pt x="353110" y="79936"/>
                        <a:pt x="353110" y="74496"/>
                      </a:cubicBezTo>
                      <a:cubicBezTo>
                        <a:pt x="355830" y="71776"/>
                        <a:pt x="355830" y="69057"/>
                        <a:pt x="358549" y="63618"/>
                      </a:cubicBezTo>
                      <a:cubicBezTo>
                        <a:pt x="361269" y="60898"/>
                        <a:pt x="363989" y="58178"/>
                        <a:pt x="366708" y="58178"/>
                      </a:cubicBezTo>
                      <a:cubicBezTo>
                        <a:pt x="369428" y="58178"/>
                        <a:pt x="372148" y="60898"/>
                        <a:pt x="374867" y="63618"/>
                      </a:cubicBezTo>
                      <a:cubicBezTo>
                        <a:pt x="377587" y="69057"/>
                        <a:pt x="380307" y="77216"/>
                        <a:pt x="383026" y="82655"/>
                      </a:cubicBezTo>
                      <a:cubicBezTo>
                        <a:pt x="383026" y="90814"/>
                        <a:pt x="385746" y="107132"/>
                        <a:pt x="385746" y="126170"/>
                      </a:cubicBezTo>
                      <a:cubicBezTo>
                        <a:pt x="385746" y="150647"/>
                        <a:pt x="385746" y="177843"/>
                        <a:pt x="388466" y="186002"/>
                      </a:cubicBezTo>
                      <a:cubicBezTo>
                        <a:pt x="391185" y="207759"/>
                        <a:pt x="391185" y="215918"/>
                        <a:pt x="391185" y="237676"/>
                      </a:cubicBezTo>
                      <a:cubicBezTo>
                        <a:pt x="391185" y="248554"/>
                        <a:pt x="391185" y="278470"/>
                        <a:pt x="374867" y="278470"/>
                      </a:cubicBezTo>
                      <a:cubicBezTo>
                        <a:pt x="366708" y="278470"/>
                        <a:pt x="363989" y="275751"/>
                        <a:pt x="358549" y="273031"/>
                      </a:cubicBezTo>
                      <a:cubicBezTo>
                        <a:pt x="353110" y="270311"/>
                        <a:pt x="350390" y="262152"/>
                        <a:pt x="350390" y="256713"/>
                      </a:cubicBezTo>
                      <a:cubicBezTo>
                        <a:pt x="350390" y="251274"/>
                        <a:pt x="347671" y="245834"/>
                        <a:pt x="347671" y="240395"/>
                      </a:cubicBezTo>
                      <a:cubicBezTo>
                        <a:pt x="347671" y="232236"/>
                        <a:pt x="347671" y="224077"/>
                        <a:pt x="347671" y="213199"/>
                      </a:cubicBezTo>
                      <a:cubicBezTo>
                        <a:pt x="347671" y="207759"/>
                        <a:pt x="347671" y="199600"/>
                        <a:pt x="344951" y="194161"/>
                      </a:cubicBezTo>
                      <a:cubicBezTo>
                        <a:pt x="342232" y="180563"/>
                        <a:pt x="342232" y="164245"/>
                        <a:pt x="339512" y="150647"/>
                      </a:cubicBezTo>
                      <a:cubicBezTo>
                        <a:pt x="336792" y="137048"/>
                        <a:pt x="331353" y="123450"/>
                        <a:pt x="323194" y="112571"/>
                      </a:cubicBezTo>
                      <a:cubicBezTo>
                        <a:pt x="317755" y="104412"/>
                        <a:pt x="304156" y="101693"/>
                        <a:pt x="293278" y="101693"/>
                      </a:cubicBezTo>
                      <a:cubicBezTo>
                        <a:pt x="279679" y="101693"/>
                        <a:pt x="271520" y="109852"/>
                        <a:pt x="263361" y="120730"/>
                      </a:cubicBezTo>
                      <a:cubicBezTo>
                        <a:pt x="257922" y="131609"/>
                        <a:pt x="247043" y="139768"/>
                        <a:pt x="241604" y="153366"/>
                      </a:cubicBezTo>
                      <a:cubicBezTo>
                        <a:pt x="236165" y="166964"/>
                        <a:pt x="233445" y="180563"/>
                        <a:pt x="233445" y="194161"/>
                      </a:cubicBezTo>
                      <a:cubicBezTo>
                        <a:pt x="233445" y="207759"/>
                        <a:pt x="230726" y="218638"/>
                        <a:pt x="225286" y="232236"/>
                      </a:cubicBezTo>
                      <a:cubicBezTo>
                        <a:pt x="219847" y="245834"/>
                        <a:pt x="219847" y="262152"/>
                        <a:pt x="217127" y="275751"/>
                      </a:cubicBezTo>
                      <a:cubicBezTo>
                        <a:pt x="214407" y="289349"/>
                        <a:pt x="214407" y="302947"/>
                        <a:pt x="211688" y="316545"/>
                      </a:cubicBezTo>
                      <a:cubicBezTo>
                        <a:pt x="211688" y="330144"/>
                        <a:pt x="206249" y="341022"/>
                        <a:pt x="206249" y="354621"/>
                      </a:cubicBezTo>
                      <a:cubicBezTo>
                        <a:pt x="203529" y="368219"/>
                        <a:pt x="203529" y="381817"/>
                        <a:pt x="200809" y="398135"/>
                      </a:cubicBezTo>
                      <a:cubicBezTo>
                        <a:pt x="198090" y="411733"/>
                        <a:pt x="198090" y="425332"/>
                        <a:pt x="195370" y="438930"/>
                      </a:cubicBezTo>
                      <a:cubicBezTo>
                        <a:pt x="195370" y="449809"/>
                        <a:pt x="192650" y="463407"/>
                        <a:pt x="192650" y="474286"/>
                      </a:cubicBezTo>
                      <a:cubicBezTo>
                        <a:pt x="192650" y="490603"/>
                        <a:pt x="195370" y="509641"/>
                        <a:pt x="195370" y="525959"/>
                      </a:cubicBezTo>
                      <a:cubicBezTo>
                        <a:pt x="195370" y="550436"/>
                        <a:pt x="203529" y="572193"/>
                        <a:pt x="208968" y="596670"/>
                      </a:cubicBezTo>
                      <a:cubicBezTo>
                        <a:pt x="211688" y="604829"/>
                        <a:pt x="211688" y="615708"/>
                        <a:pt x="214407" y="623867"/>
                      </a:cubicBezTo>
                      <a:cubicBezTo>
                        <a:pt x="217127" y="634745"/>
                        <a:pt x="222566" y="645624"/>
                        <a:pt x="228006" y="656502"/>
                      </a:cubicBezTo>
                      <a:cubicBezTo>
                        <a:pt x="236165" y="670101"/>
                        <a:pt x="252483" y="689138"/>
                        <a:pt x="271520" y="689138"/>
                      </a:cubicBezTo>
                      <a:cubicBezTo>
                        <a:pt x="287838" y="689138"/>
                        <a:pt x="298717" y="675540"/>
                        <a:pt x="306876" y="664661"/>
                      </a:cubicBezTo>
                      <a:cubicBezTo>
                        <a:pt x="320474" y="645624"/>
                        <a:pt x="325914" y="623867"/>
                        <a:pt x="331353" y="602109"/>
                      </a:cubicBezTo>
                      <a:cubicBezTo>
                        <a:pt x="334072" y="583072"/>
                        <a:pt x="336792" y="564034"/>
                        <a:pt x="336792" y="544997"/>
                      </a:cubicBezTo>
                      <a:cubicBezTo>
                        <a:pt x="336792" y="531398"/>
                        <a:pt x="336792" y="512361"/>
                        <a:pt x="336792" y="498762"/>
                      </a:cubicBezTo>
                      <a:cubicBezTo>
                        <a:pt x="336792" y="496043"/>
                        <a:pt x="336792" y="493323"/>
                        <a:pt x="336792" y="490603"/>
                      </a:cubicBezTo>
                      <a:cubicBezTo>
                        <a:pt x="336792" y="479725"/>
                        <a:pt x="336792" y="477005"/>
                        <a:pt x="320474" y="477005"/>
                      </a:cubicBezTo>
                      <a:cubicBezTo>
                        <a:pt x="309595" y="477005"/>
                        <a:pt x="295997" y="479725"/>
                        <a:pt x="282399" y="479725"/>
                      </a:cubicBezTo>
                      <a:cubicBezTo>
                        <a:pt x="271520" y="479725"/>
                        <a:pt x="260642" y="479725"/>
                        <a:pt x="252483" y="474286"/>
                      </a:cubicBezTo>
                      <a:cubicBezTo>
                        <a:pt x="249763" y="471566"/>
                        <a:pt x="247043" y="468846"/>
                        <a:pt x="247043" y="466126"/>
                      </a:cubicBezTo>
                      <a:cubicBezTo>
                        <a:pt x="247043" y="463407"/>
                        <a:pt x="247043" y="460687"/>
                        <a:pt x="249763" y="457968"/>
                      </a:cubicBezTo>
                      <a:cubicBezTo>
                        <a:pt x="255202" y="452528"/>
                        <a:pt x="260642" y="449809"/>
                        <a:pt x="268801" y="447089"/>
                      </a:cubicBezTo>
                      <a:cubicBezTo>
                        <a:pt x="282399" y="441650"/>
                        <a:pt x="295997" y="438930"/>
                        <a:pt x="312315" y="436210"/>
                      </a:cubicBezTo>
                      <a:cubicBezTo>
                        <a:pt x="325914" y="433491"/>
                        <a:pt x="339512" y="433491"/>
                        <a:pt x="353110" y="430771"/>
                      </a:cubicBezTo>
                      <a:cubicBezTo>
                        <a:pt x="363989" y="430771"/>
                        <a:pt x="374867" y="430771"/>
                        <a:pt x="385746" y="430771"/>
                      </a:cubicBezTo>
                      <a:cubicBezTo>
                        <a:pt x="402064" y="430771"/>
                        <a:pt x="426541" y="428051"/>
                        <a:pt x="437420" y="428051"/>
                      </a:cubicBezTo>
                      <a:cubicBezTo>
                        <a:pt x="451018" y="419892"/>
                        <a:pt x="464616" y="425332"/>
                        <a:pt x="464616" y="436210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46" name="Freeform: Shape 45">
                  <a:extLst>
                    <a:ext uri="{FF2B5EF4-FFF2-40B4-BE49-F238E27FC236}">
                      <a16:creationId xmlns:a16="http://schemas.microsoft.com/office/drawing/2014/main" id="{A672DB52-4DA5-2AF6-50DB-4536C1C19E14}"/>
                    </a:ext>
                  </a:extLst>
                </p:cNvPr>
                <p:cNvSpPr/>
                <p:nvPr/>
              </p:nvSpPr>
              <p:spPr>
                <a:xfrm>
                  <a:off x="5651630" y="4181279"/>
                  <a:ext cx="734308" cy="788700"/>
                </a:xfrm>
                <a:custGeom>
                  <a:avLst/>
                  <a:gdLst>
                    <a:gd name="connsiteX0" fmla="*/ 653783 w 734307"/>
                    <a:gd name="connsiteY0" fmla="*/ 678259 h 788699"/>
                    <a:gd name="connsiteX1" fmla="*/ 691859 w 734307"/>
                    <a:gd name="connsiteY1" fmla="*/ 694577 h 788699"/>
                    <a:gd name="connsiteX2" fmla="*/ 686419 w 734307"/>
                    <a:gd name="connsiteY2" fmla="*/ 710895 h 788699"/>
                    <a:gd name="connsiteX3" fmla="*/ 670101 w 734307"/>
                    <a:gd name="connsiteY3" fmla="*/ 719054 h 788699"/>
                    <a:gd name="connsiteX4" fmla="*/ 648344 w 734307"/>
                    <a:gd name="connsiteY4" fmla="*/ 721774 h 788699"/>
                    <a:gd name="connsiteX5" fmla="*/ 618428 w 734307"/>
                    <a:gd name="connsiteY5" fmla="*/ 721774 h 788699"/>
                    <a:gd name="connsiteX6" fmla="*/ 572194 w 734307"/>
                    <a:gd name="connsiteY6" fmla="*/ 735372 h 788699"/>
                    <a:gd name="connsiteX7" fmla="*/ 544997 w 734307"/>
                    <a:gd name="connsiteY7" fmla="*/ 729933 h 788699"/>
                    <a:gd name="connsiteX8" fmla="*/ 534119 w 734307"/>
                    <a:gd name="connsiteY8" fmla="*/ 721774 h 788699"/>
                    <a:gd name="connsiteX9" fmla="*/ 496043 w 734307"/>
                    <a:gd name="connsiteY9" fmla="*/ 721774 h 788699"/>
                    <a:gd name="connsiteX10" fmla="*/ 471566 w 734307"/>
                    <a:gd name="connsiteY10" fmla="*/ 721774 h 788699"/>
                    <a:gd name="connsiteX11" fmla="*/ 444370 w 734307"/>
                    <a:gd name="connsiteY11" fmla="*/ 716335 h 788699"/>
                    <a:gd name="connsiteX12" fmla="*/ 428052 w 734307"/>
                    <a:gd name="connsiteY12" fmla="*/ 700017 h 788699"/>
                    <a:gd name="connsiteX13" fmla="*/ 433491 w 734307"/>
                    <a:gd name="connsiteY13" fmla="*/ 691858 h 788699"/>
                    <a:gd name="connsiteX14" fmla="*/ 455248 w 734307"/>
                    <a:gd name="connsiteY14" fmla="*/ 683699 h 788699"/>
                    <a:gd name="connsiteX15" fmla="*/ 506922 w 734307"/>
                    <a:gd name="connsiteY15" fmla="*/ 678259 h 788699"/>
                    <a:gd name="connsiteX16" fmla="*/ 509641 w 734307"/>
                    <a:gd name="connsiteY16" fmla="*/ 678259 h 788699"/>
                    <a:gd name="connsiteX17" fmla="*/ 506922 w 734307"/>
                    <a:gd name="connsiteY17" fmla="*/ 664661 h 788699"/>
                    <a:gd name="connsiteX18" fmla="*/ 498763 w 734307"/>
                    <a:gd name="connsiteY18" fmla="*/ 580352 h 788699"/>
                    <a:gd name="connsiteX19" fmla="*/ 496043 w 734307"/>
                    <a:gd name="connsiteY19" fmla="*/ 479725 h 788699"/>
                    <a:gd name="connsiteX20" fmla="*/ 493324 w 734307"/>
                    <a:gd name="connsiteY20" fmla="*/ 389976 h 788699"/>
                    <a:gd name="connsiteX21" fmla="*/ 490604 w 734307"/>
                    <a:gd name="connsiteY21" fmla="*/ 302947 h 788699"/>
                    <a:gd name="connsiteX22" fmla="*/ 487884 w 734307"/>
                    <a:gd name="connsiteY22" fmla="*/ 229516 h 788699"/>
                    <a:gd name="connsiteX23" fmla="*/ 485165 w 734307"/>
                    <a:gd name="connsiteY23" fmla="*/ 221357 h 788699"/>
                    <a:gd name="connsiteX24" fmla="*/ 482445 w 734307"/>
                    <a:gd name="connsiteY24" fmla="*/ 226797 h 788699"/>
                    <a:gd name="connsiteX25" fmla="*/ 477006 w 734307"/>
                    <a:gd name="connsiteY25" fmla="*/ 262152 h 788699"/>
                    <a:gd name="connsiteX26" fmla="*/ 460688 w 734307"/>
                    <a:gd name="connsiteY26" fmla="*/ 341022 h 788699"/>
                    <a:gd name="connsiteX27" fmla="*/ 444370 w 734307"/>
                    <a:gd name="connsiteY27" fmla="*/ 417173 h 788699"/>
                    <a:gd name="connsiteX28" fmla="*/ 436211 w 734307"/>
                    <a:gd name="connsiteY28" fmla="*/ 455248 h 788699"/>
                    <a:gd name="connsiteX29" fmla="*/ 425332 w 734307"/>
                    <a:gd name="connsiteY29" fmla="*/ 493323 h 788699"/>
                    <a:gd name="connsiteX30" fmla="*/ 411734 w 734307"/>
                    <a:gd name="connsiteY30" fmla="*/ 531398 h 788699"/>
                    <a:gd name="connsiteX31" fmla="*/ 376378 w 734307"/>
                    <a:gd name="connsiteY31" fmla="*/ 547716 h 788699"/>
                    <a:gd name="connsiteX32" fmla="*/ 319265 w 734307"/>
                    <a:gd name="connsiteY32" fmla="*/ 525959 h 788699"/>
                    <a:gd name="connsiteX33" fmla="*/ 289349 w 734307"/>
                    <a:gd name="connsiteY33" fmla="*/ 455248 h 788699"/>
                    <a:gd name="connsiteX34" fmla="*/ 273031 w 734307"/>
                    <a:gd name="connsiteY34" fmla="*/ 373658 h 788699"/>
                    <a:gd name="connsiteX35" fmla="*/ 262153 w 734307"/>
                    <a:gd name="connsiteY35" fmla="*/ 316545 h 788699"/>
                    <a:gd name="connsiteX36" fmla="*/ 245835 w 734307"/>
                    <a:gd name="connsiteY36" fmla="*/ 237675 h 788699"/>
                    <a:gd name="connsiteX37" fmla="*/ 234956 w 734307"/>
                    <a:gd name="connsiteY37" fmla="*/ 196881 h 788699"/>
                    <a:gd name="connsiteX38" fmla="*/ 232236 w 734307"/>
                    <a:gd name="connsiteY38" fmla="*/ 191441 h 788699"/>
                    <a:gd name="connsiteX39" fmla="*/ 226797 w 734307"/>
                    <a:gd name="connsiteY39" fmla="*/ 207759 h 788699"/>
                    <a:gd name="connsiteX40" fmla="*/ 226797 w 734307"/>
                    <a:gd name="connsiteY40" fmla="*/ 232236 h 788699"/>
                    <a:gd name="connsiteX41" fmla="*/ 224077 w 734307"/>
                    <a:gd name="connsiteY41" fmla="*/ 267592 h 788699"/>
                    <a:gd name="connsiteX42" fmla="*/ 221358 w 734307"/>
                    <a:gd name="connsiteY42" fmla="*/ 311106 h 788699"/>
                    <a:gd name="connsiteX43" fmla="*/ 218638 w 734307"/>
                    <a:gd name="connsiteY43" fmla="*/ 360060 h 788699"/>
                    <a:gd name="connsiteX44" fmla="*/ 215919 w 734307"/>
                    <a:gd name="connsiteY44" fmla="*/ 398135 h 788699"/>
                    <a:gd name="connsiteX45" fmla="*/ 213199 w 734307"/>
                    <a:gd name="connsiteY45" fmla="*/ 430771 h 788699"/>
                    <a:gd name="connsiteX46" fmla="*/ 213199 w 734307"/>
                    <a:gd name="connsiteY46" fmla="*/ 455248 h 788699"/>
                    <a:gd name="connsiteX47" fmla="*/ 213199 w 734307"/>
                    <a:gd name="connsiteY47" fmla="*/ 477005 h 788699"/>
                    <a:gd name="connsiteX48" fmla="*/ 207759 w 734307"/>
                    <a:gd name="connsiteY48" fmla="*/ 520520 h 788699"/>
                    <a:gd name="connsiteX49" fmla="*/ 196881 w 734307"/>
                    <a:gd name="connsiteY49" fmla="*/ 610268 h 788699"/>
                    <a:gd name="connsiteX50" fmla="*/ 194161 w 734307"/>
                    <a:gd name="connsiteY50" fmla="*/ 653783 h 788699"/>
                    <a:gd name="connsiteX51" fmla="*/ 191441 w 734307"/>
                    <a:gd name="connsiteY51" fmla="*/ 667381 h 788699"/>
                    <a:gd name="connsiteX52" fmla="*/ 243115 w 734307"/>
                    <a:gd name="connsiteY52" fmla="*/ 667381 h 788699"/>
                    <a:gd name="connsiteX53" fmla="*/ 273031 w 734307"/>
                    <a:gd name="connsiteY53" fmla="*/ 683699 h 788699"/>
                    <a:gd name="connsiteX54" fmla="*/ 262153 w 734307"/>
                    <a:gd name="connsiteY54" fmla="*/ 697297 h 788699"/>
                    <a:gd name="connsiteX55" fmla="*/ 248554 w 734307"/>
                    <a:gd name="connsiteY55" fmla="*/ 705456 h 788699"/>
                    <a:gd name="connsiteX56" fmla="*/ 232236 w 734307"/>
                    <a:gd name="connsiteY56" fmla="*/ 708176 h 788699"/>
                    <a:gd name="connsiteX57" fmla="*/ 166965 w 734307"/>
                    <a:gd name="connsiteY57" fmla="*/ 708176 h 788699"/>
                    <a:gd name="connsiteX58" fmla="*/ 109852 w 734307"/>
                    <a:gd name="connsiteY58" fmla="*/ 708176 h 788699"/>
                    <a:gd name="connsiteX59" fmla="*/ 90814 w 734307"/>
                    <a:gd name="connsiteY59" fmla="*/ 708176 h 788699"/>
                    <a:gd name="connsiteX60" fmla="*/ 69057 w 734307"/>
                    <a:gd name="connsiteY60" fmla="*/ 702736 h 788699"/>
                    <a:gd name="connsiteX61" fmla="*/ 58178 w 734307"/>
                    <a:gd name="connsiteY61" fmla="*/ 686418 h 788699"/>
                    <a:gd name="connsiteX62" fmla="*/ 60898 w 734307"/>
                    <a:gd name="connsiteY62" fmla="*/ 678259 h 788699"/>
                    <a:gd name="connsiteX63" fmla="*/ 77216 w 734307"/>
                    <a:gd name="connsiteY63" fmla="*/ 670101 h 788699"/>
                    <a:gd name="connsiteX64" fmla="*/ 126170 w 734307"/>
                    <a:gd name="connsiteY64" fmla="*/ 664661 h 788699"/>
                    <a:gd name="connsiteX65" fmla="*/ 142487 w 734307"/>
                    <a:gd name="connsiteY65" fmla="*/ 664661 h 788699"/>
                    <a:gd name="connsiteX66" fmla="*/ 147927 w 734307"/>
                    <a:gd name="connsiteY66" fmla="*/ 588511 h 788699"/>
                    <a:gd name="connsiteX67" fmla="*/ 153366 w 734307"/>
                    <a:gd name="connsiteY67" fmla="*/ 493323 h 788699"/>
                    <a:gd name="connsiteX68" fmla="*/ 156086 w 734307"/>
                    <a:gd name="connsiteY68" fmla="*/ 411733 h 788699"/>
                    <a:gd name="connsiteX69" fmla="*/ 161525 w 734307"/>
                    <a:gd name="connsiteY69" fmla="*/ 297508 h 788699"/>
                    <a:gd name="connsiteX70" fmla="*/ 166965 w 734307"/>
                    <a:gd name="connsiteY70" fmla="*/ 240395 h 788699"/>
                    <a:gd name="connsiteX71" fmla="*/ 177843 w 734307"/>
                    <a:gd name="connsiteY71" fmla="*/ 161525 h 788699"/>
                    <a:gd name="connsiteX72" fmla="*/ 183282 w 734307"/>
                    <a:gd name="connsiteY72" fmla="*/ 118011 h 788699"/>
                    <a:gd name="connsiteX73" fmla="*/ 183282 w 734307"/>
                    <a:gd name="connsiteY73" fmla="*/ 115291 h 788699"/>
                    <a:gd name="connsiteX74" fmla="*/ 161525 w 734307"/>
                    <a:gd name="connsiteY74" fmla="*/ 115291 h 788699"/>
                    <a:gd name="connsiteX75" fmla="*/ 137048 w 734307"/>
                    <a:gd name="connsiteY75" fmla="*/ 115291 h 788699"/>
                    <a:gd name="connsiteX76" fmla="*/ 109852 w 734307"/>
                    <a:gd name="connsiteY76" fmla="*/ 109851 h 788699"/>
                    <a:gd name="connsiteX77" fmla="*/ 93534 w 734307"/>
                    <a:gd name="connsiteY77" fmla="*/ 93534 h 788699"/>
                    <a:gd name="connsiteX78" fmla="*/ 98973 w 734307"/>
                    <a:gd name="connsiteY78" fmla="*/ 85375 h 788699"/>
                    <a:gd name="connsiteX79" fmla="*/ 120730 w 734307"/>
                    <a:gd name="connsiteY79" fmla="*/ 77216 h 788699"/>
                    <a:gd name="connsiteX80" fmla="*/ 172404 w 734307"/>
                    <a:gd name="connsiteY80" fmla="*/ 71776 h 788699"/>
                    <a:gd name="connsiteX81" fmla="*/ 234956 w 734307"/>
                    <a:gd name="connsiteY81" fmla="*/ 69057 h 788699"/>
                    <a:gd name="connsiteX82" fmla="*/ 243115 w 734307"/>
                    <a:gd name="connsiteY82" fmla="*/ 69057 h 788699"/>
                    <a:gd name="connsiteX83" fmla="*/ 270312 w 734307"/>
                    <a:gd name="connsiteY83" fmla="*/ 74496 h 788699"/>
                    <a:gd name="connsiteX84" fmla="*/ 308387 w 734307"/>
                    <a:gd name="connsiteY84" fmla="*/ 123450 h 788699"/>
                    <a:gd name="connsiteX85" fmla="*/ 332864 w 734307"/>
                    <a:gd name="connsiteY85" fmla="*/ 202320 h 788699"/>
                    <a:gd name="connsiteX86" fmla="*/ 338303 w 734307"/>
                    <a:gd name="connsiteY86" fmla="*/ 237675 h 788699"/>
                    <a:gd name="connsiteX87" fmla="*/ 349182 w 734307"/>
                    <a:gd name="connsiteY87" fmla="*/ 281190 h 788699"/>
                    <a:gd name="connsiteX88" fmla="*/ 357341 w 734307"/>
                    <a:gd name="connsiteY88" fmla="*/ 316545 h 788699"/>
                    <a:gd name="connsiteX89" fmla="*/ 365500 w 734307"/>
                    <a:gd name="connsiteY89" fmla="*/ 351901 h 788699"/>
                    <a:gd name="connsiteX90" fmla="*/ 376378 w 734307"/>
                    <a:gd name="connsiteY90" fmla="*/ 389976 h 788699"/>
                    <a:gd name="connsiteX91" fmla="*/ 387257 w 734307"/>
                    <a:gd name="connsiteY91" fmla="*/ 414453 h 788699"/>
                    <a:gd name="connsiteX92" fmla="*/ 398136 w 734307"/>
                    <a:gd name="connsiteY92" fmla="*/ 376378 h 788699"/>
                    <a:gd name="connsiteX93" fmla="*/ 406295 w 734307"/>
                    <a:gd name="connsiteY93" fmla="*/ 332863 h 788699"/>
                    <a:gd name="connsiteX94" fmla="*/ 425332 w 734307"/>
                    <a:gd name="connsiteY94" fmla="*/ 243115 h 788699"/>
                    <a:gd name="connsiteX95" fmla="*/ 444370 w 734307"/>
                    <a:gd name="connsiteY95" fmla="*/ 150646 h 788699"/>
                    <a:gd name="connsiteX96" fmla="*/ 477006 w 734307"/>
                    <a:gd name="connsiteY96" fmla="*/ 79935 h 788699"/>
                    <a:gd name="connsiteX97" fmla="*/ 523240 w 734307"/>
                    <a:gd name="connsiteY97" fmla="*/ 58178 h 788699"/>
                    <a:gd name="connsiteX98" fmla="*/ 544997 w 734307"/>
                    <a:gd name="connsiteY98" fmla="*/ 63617 h 788699"/>
                    <a:gd name="connsiteX99" fmla="*/ 612988 w 734307"/>
                    <a:gd name="connsiteY99" fmla="*/ 63617 h 788699"/>
                    <a:gd name="connsiteX100" fmla="*/ 651064 w 734307"/>
                    <a:gd name="connsiteY100" fmla="*/ 79935 h 788699"/>
                    <a:gd name="connsiteX101" fmla="*/ 645624 w 734307"/>
                    <a:gd name="connsiteY101" fmla="*/ 96253 h 788699"/>
                    <a:gd name="connsiteX102" fmla="*/ 629307 w 734307"/>
                    <a:gd name="connsiteY102" fmla="*/ 104412 h 788699"/>
                    <a:gd name="connsiteX103" fmla="*/ 607549 w 734307"/>
                    <a:gd name="connsiteY103" fmla="*/ 107132 h 788699"/>
                    <a:gd name="connsiteX104" fmla="*/ 580353 w 734307"/>
                    <a:gd name="connsiteY104" fmla="*/ 107132 h 788699"/>
                    <a:gd name="connsiteX105" fmla="*/ 583072 w 734307"/>
                    <a:gd name="connsiteY105" fmla="*/ 115291 h 788699"/>
                    <a:gd name="connsiteX106" fmla="*/ 588512 w 734307"/>
                    <a:gd name="connsiteY106" fmla="*/ 156086 h 788699"/>
                    <a:gd name="connsiteX107" fmla="*/ 593951 w 734307"/>
                    <a:gd name="connsiteY107" fmla="*/ 196881 h 788699"/>
                    <a:gd name="connsiteX108" fmla="*/ 599390 w 734307"/>
                    <a:gd name="connsiteY108" fmla="*/ 226797 h 788699"/>
                    <a:gd name="connsiteX109" fmla="*/ 599390 w 734307"/>
                    <a:gd name="connsiteY109" fmla="*/ 232236 h 788699"/>
                    <a:gd name="connsiteX110" fmla="*/ 599390 w 734307"/>
                    <a:gd name="connsiteY110" fmla="*/ 240395 h 788699"/>
                    <a:gd name="connsiteX111" fmla="*/ 602110 w 734307"/>
                    <a:gd name="connsiteY111" fmla="*/ 270311 h 788699"/>
                    <a:gd name="connsiteX112" fmla="*/ 607549 w 734307"/>
                    <a:gd name="connsiteY112" fmla="*/ 308386 h 788699"/>
                    <a:gd name="connsiteX113" fmla="*/ 607549 w 734307"/>
                    <a:gd name="connsiteY113" fmla="*/ 319265 h 788699"/>
                    <a:gd name="connsiteX114" fmla="*/ 612988 w 734307"/>
                    <a:gd name="connsiteY114" fmla="*/ 335583 h 788699"/>
                    <a:gd name="connsiteX115" fmla="*/ 612988 w 734307"/>
                    <a:gd name="connsiteY115" fmla="*/ 346462 h 788699"/>
                    <a:gd name="connsiteX116" fmla="*/ 612988 w 734307"/>
                    <a:gd name="connsiteY116" fmla="*/ 370939 h 788699"/>
                    <a:gd name="connsiteX117" fmla="*/ 612988 w 734307"/>
                    <a:gd name="connsiteY117" fmla="*/ 395415 h 788699"/>
                    <a:gd name="connsiteX118" fmla="*/ 615708 w 734307"/>
                    <a:gd name="connsiteY118" fmla="*/ 422612 h 788699"/>
                    <a:gd name="connsiteX119" fmla="*/ 618428 w 734307"/>
                    <a:gd name="connsiteY119" fmla="*/ 441650 h 788699"/>
                    <a:gd name="connsiteX120" fmla="*/ 618428 w 734307"/>
                    <a:gd name="connsiteY120" fmla="*/ 455248 h 788699"/>
                    <a:gd name="connsiteX121" fmla="*/ 621147 w 734307"/>
                    <a:gd name="connsiteY121" fmla="*/ 463407 h 788699"/>
                    <a:gd name="connsiteX122" fmla="*/ 626587 w 734307"/>
                    <a:gd name="connsiteY122" fmla="*/ 482444 h 788699"/>
                    <a:gd name="connsiteX123" fmla="*/ 629307 w 734307"/>
                    <a:gd name="connsiteY123" fmla="*/ 517800 h 788699"/>
                    <a:gd name="connsiteX124" fmla="*/ 634746 w 734307"/>
                    <a:gd name="connsiteY124" fmla="*/ 561314 h 788699"/>
                    <a:gd name="connsiteX125" fmla="*/ 634746 w 734307"/>
                    <a:gd name="connsiteY125" fmla="*/ 566754 h 788699"/>
                    <a:gd name="connsiteX126" fmla="*/ 634746 w 734307"/>
                    <a:gd name="connsiteY126" fmla="*/ 583072 h 788699"/>
                    <a:gd name="connsiteX127" fmla="*/ 637466 w 734307"/>
                    <a:gd name="connsiteY127" fmla="*/ 607548 h 788699"/>
                    <a:gd name="connsiteX128" fmla="*/ 640185 w 734307"/>
                    <a:gd name="connsiteY128" fmla="*/ 618427 h 788699"/>
                    <a:gd name="connsiteX129" fmla="*/ 640185 w 734307"/>
                    <a:gd name="connsiteY129" fmla="*/ 632025 h 788699"/>
                    <a:gd name="connsiteX130" fmla="*/ 640185 w 734307"/>
                    <a:gd name="connsiteY130" fmla="*/ 640184 h 788699"/>
                    <a:gd name="connsiteX131" fmla="*/ 642905 w 734307"/>
                    <a:gd name="connsiteY131" fmla="*/ 659222 h 788699"/>
                    <a:gd name="connsiteX132" fmla="*/ 642905 w 734307"/>
                    <a:gd name="connsiteY132" fmla="*/ 664661 h 788699"/>
                    <a:gd name="connsiteX133" fmla="*/ 653783 w 734307"/>
                    <a:gd name="connsiteY133" fmla="*/ 678259 h 788699"/>
                    <a:gd name="connsiteX134" fmla="*/ 653783 w 734307"/>
                    <a:gd name="connsiteY134" fmla="*/ 678259 h 788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</a:cxnLst>
                  <a:rect l="l" t="t" r="r" b="b"/>
                  <a:pathLst>
                    <a:path w="734307" h="788699">
                      <a:moveTo>
                        <a:pt x="653783" y="678259"/>
                      </a:moveTo>
                      <a:cubicBezTo>
                        <a:pt x="667382" y="678259"/>
                        <a:pt x="691859" y="678259"/>
                        <a:pt x="691859" y="694577"/>
                      </a:cubicBezTo>
                      <a:cubicBezTo>
                        <a:pt x="691859" y="702736"/>
                        <a:pt x="689139" y="705456"/>
                        <a:pt x="686419" y="710895"/>
                      </a:cubicBezTo>
                      <a:cubicBezTo>
                        <a:pt x="683700" y="716335"/>
                        <a:pt x="675541" y="719054"/>
                        <a:pt x="670101" y="719054"/>
                      </a:cubicBezTo>
                      <a:cubicBezTo>
                        <a:pt x="661942" y="721774"/>
                        <a:pt x="653783" y="721774"/>
                        <a:pt x="648344" y="721774"/>
                      </a:cubicBezTo>
                      <a:cubicBezTo>
                        <a:pt x="645624" y="721774"/>
                        <a:pt x="634746" y="721774"/>
                        <a:pt x="618428" y="721774"/>
                      </a:cubicBezTo>
                      <a:cubicBezTo>
                        <a:pt x="604829" y="729933"/>
                        <a:pt x="588512" y="735372"/>
                        <a:pt x="572194" y="735372"/>
                      </a:cubicBezTo>
                      <a:cubicBezTo>
                        <a:pt x="564035" y="735372"/>
                        <a:pt x="553156" y="732653"/>
                        <a:pt x="544997" y="729933"/>
                      </a:cubicBezTo>
                      <a:cubicBezTo>
                        <a:pt x="539558" y="727213"/>
                        <a:pt x="536838" y="724494"/>
                        <a:pt x="534119" y="721774"/>
                      </a:cubicBezTo>
                      <a:cubicBezTo>
                        <a:pt x="520520" y="721774"/>
                        <a:pt x="509641" y="721774"/>
                        <a:pt x="496043" y="721774"/>
                      </a:cubicBezTo>
                      <a:cubicBezTo>
                        <a:pt x="487884" y="721774"/>
                        <a:pt x="479725" y="721774"/>
                        <a:pt x="471566" y="721774"/>
                      </a:cubicBezTo>
                      <a:cubicBezTo>
                        <a:pt x="463407" y="721774"/>
                        <a:pt x="452529" y="721774"/>
                        <a:pt x="444370" y="716335"/>
                      </a:cubicBezTo>
                      <a:cubicBezTo>
                        <a:pt x="436211" y="713615"/>
                        <a:pt x="428052" y="705456"/>
                        <a:pt x="428052" y="700017"/>
                      </a:cubicBezTo>
                      <a:cubicBezTo>
                        <a:pt x="428052" y="697297"/>
                        <a:pt x="428052" y="694577"/>
                        <a:pt x="433491" y="691858"/>
                      </a:cubicBezTo>
                      <a:cubicBezTo>
                        <a:pt x="438930" y="689138"/>
                        <a:pt x="449809" y="686418"/>
                        <a:pt x="455248" y="683699"/>
                      </a:cubicBezTo>
                      <a:cubicBezTo>
                        <a:pt x="474286" y="680979"/>
                        <a:pt x="498763" y="678259"/>
                        <a:pt x="506922" y="678259"/>
                      </a:cubicBezTo>
                      <a:cubicBezTo>
                        <a:pt x="506922" y="678259"/>
                        <a:pt x="509641" y="678259"/>
                        <a:pt x="509641" y="678259"/>
                      </a:cubicBezTo>
                      <a:cubicBezTo>
                        <a:pt x="509641" y="672820"/>
                        <a:pt x="506922" y="670101"/>
                        <a:pt x="506922" y="664661"/>
                      </a:cubicBezTo>
                      <a:cubicBezTo>
                        <a:pt x="501483" y="640184"/>
                        <a:pt x="501483" y="612988"/>
                        <a:pt x="498763" y="580352"/>
                      </a:cubicBezTo>
                      <a:cubicBezTo>
                        <a:pt x="496043" y="547716"/>
                        <a:pt x="498763" y="512361"/>
                        <a:pt x="496043" y="479725"/>
                      </a:cubicBezTo>
                      <a:cubicBezTo>
                        <a:pt x="493324" y="449808"/>
                        <a:pt x="493324" y="419892"/>
                        <a:pt x="493324" y="389976"/>
                      </a:cubicBezTo>
                      <a:cubicBezTo>
                        <a:pt x="493324" y="360060"/>
                        <a:pt x="490604" y="332863"/>
                        <a:pt x="490604" y="302947"/>
                      </a:cubicBezTo>
                      <a:cubicBezTo>
                        <a:pt x="487884" y="275751"/>
                        <a:pt x="487884" y="240395"/>
                        <a:pt x="487884" y="229516"/>
                      </a:cubicBezTo>
                      <a:cubicBezTo>
                        <a:pt x="487884" y="224077"/>
                        <a:pt x="487884" y="221357"/>
                        <a:pt x="485165" y="221357"/>
                      </a:cubicBezTo>
                      <a:cubicBezTo>
                        <a:pt x="485165" y="221357"/>
                        <a:pt x="482445" y="224077"/>
                        <a:pt x="482445" y="226797"/>
                      </a:cubicBezTo>
                      <a:cubicBezTo>
                        <a:pt x="479725" y="237675"/>
                        <a:pt x="479725" y="251274"/>
                        <a:pt x="477006" y="262152"/>
                      </a:cubicBezTo>
                      <a:cubicBezTo>
                        <a:pt x="471566" y="289349"/>
                        <a:pt x="466127" y="316545"/>
                        <a:pt x="460688" y="341022"/>
                      </a:cubicBezTo>
                      <a:cubicBezTo>
                        <a:pt x="455248" y="365499"/>
                        <a:pt x="447090" y="392696"/>
                        <a:pt x="444370" y="417173"/>
                      </a:cubicBezTo>
                      <a:cubicBezTo>
                        <a:pt x="441650" y="430771"/>
                        <a:pt x="438930" y="441650"/>
                        <a:pt x="436211" y="455248"/>
                      </a:cubicBezTo>
                      <a:cubicBezTo>
                        <a:pt x="433491" y="468846"/>
                        <a:pt x="428052" y="479725"/>
                        <a:pt x="425332" y="493323"/>
                      </a:cubicBezTo>
                      <a:cubicBezTo>
                        <a:pt x="422612" y="506921"/>
                        <a:pt x="419893" y="520520"/>
                        <a:pt x="411734" y="531398"/>
                      </a:cubicBezTo>
                      <a:cubicBezTo>
                        <a:pt x="406295" y="539557"/>
                        <a:pt x="395416" y="547716"/>
                        <a:pt x="376378" y="547716"/>
                      </a:cubicBezTo>
                      <a:cubicBezTo>
                        <a:pt x="357341" y="547716"/>
                        <a:pt x="335583" y="539557"/>
                        <a:pt x="319265" y="525959"/>
                      </a:cubicBezTo>
                      <a:cubicBezTo>
                        <a:pt x="300228" y="506921"/>
                        <a:pt x="294788" y="479725"/>
                        <a:pt x="289349" y="455248"/>
                      </a:cubicBezTo>
                      <a:cubicBezTo>
                        <a:pt x="283910" y="428051"/>
                        <a:pt x="278470" y="400855"/>
                        <a:pt x="273031" y="373658"/>
                      </a:cubicBezTo>
                      <a:cubicBezTo>
                        <a:pt x="273031" y="368219"/>
                        <a:pt x="267592" y="346462"/>
                        <a:pt x="262153" y="316545"/>
                      </a:cubicBezTo>
                      <a:cubicBezTo>
                        <a:pt x="256713" y="292068"/>
                        <a:pt x="251274" y="262152"/>
                        <a:pt x="245835" y="237675"/>
                      </a:cubicBezTo>
                      <a:cubicBezTo>
                        <a:pt x="240395" y="218638"/>
                        <a:pt x="237675" y="205039"/>
                        <a:pt x="234956" y="196881"/>
                      </a:cubicBezTo>
                      <a:cubicBezTo>
                        <a:pt x="232236" y="191441"/>
                        <a:pt x="232236" y="191441"/>
                        <a:pt x="232236" y="191441"/>
                      </a:cubicBezTo>
                      <a:cubicBezTo>
                        <a:pt x="229517" y="191441"/>
                        <a:pt x="229517" y="196881"/>
                        <a:pt x="226797" y="207759"/>
                      </a:cubicBezTo>
                      <a:cubicBezTo>
                        <a:pt x="226797" y="215918"/>
                        <a:pt x="226797" y="229516"/>
                        <a:pt x="226797" y="232236"/>
                      </a:cubicBezTo>
                      <a:cubicBezTo>
                        <a:pt x="226797" y="243115"/>
                        <a:pt x="224077" y="256713"/>
                        <a:pt x="224077" y="267592"/>
                      </a:cubicBezTo>
                      <a:cubicBezTo>
                        <a:pt x="224077" y="278470"/>
                        <a:pt x="224077" y="294788"/>
                        <a:pt x="221358" y="311106"/>
                      </a:cubicBezTo>
                      <a:cubicBezTo>
                        <a:pt x="221358" y="327424"/>
                        <a:pt x="218638" y="343742"/>
                        <a:pt x="218638" y="360060"/>
                      </a:cubicBezTo>
                      <a:cubicBezTo>
                        <a:pt x="218638" y="373658"/>
                        <a:pt x="215919" y="384537"/>
                        <a:pt x="215919" y="398135"/>
                      </a:cubicBezTo>
                      <a:cubicBezTo>
                        <a:pt x="215919" y="409014"/>
                        <a:pt x="213199" y="419892"/>
                        <a:pt x="213199" y="430771"/>
                      </a:cubicBezTo>
                      <a:cubicBezTo>
                        <a:pt x="213199" y="438930"/>
                        <a:pt x="213199" y="447089"/>
                        <a:pt x="213199" y="455248"/>
                      </a:cubicBezTo>
                      <a:cubicBezTo>
                        <a:pt x="213199" y="463407"/>
                        <a:pt x="213199" y="471566"/>
                        <a:pt x="213199" y="477005"/>
                      </a:cubicBezTo>
                      <a:cubicBezTo>
                        <a:pt x="210479" y="490603"/>
                        <a:pt x="207759" y="506921"/>
                        <a:pt x="207759" y="520520"/>
                      </a:cubicBezTo>
                      <a:cubicBezTo>
                        <a:pt x="202320" y="550436"/>
                        <a:pt x="199600" y="580352"/>
                        <a:pt x="196881" y="610268"/>
                      </a:cubicBezTo>
                      <a:cubicBezTo>
                        <a:pt x="196881" y="623866"/>
                        <a:pt x="196881" y="640184"/>
                        <a:pt x="194161" y="653783"/>
                      </a:cubicBezTo>
                      <a:cubicBezTo>
                        <a:pt x="194161" y="659222"/>
                        <a:pt x="194161" y="661942"/>
                        <a:pt x="191441" y="667381"/>
                      </a:cubicBezTo>
                      <a:cubicBezTo>
                        <a:pt x="213199" y="667381"/>
                        <a:pt x="232236" y="667381"/>
                        <a:pt x="243115" y="667381"/>
                      </a:cubicBezTo>
                      <a:cubicBezTo>
                        <a:pt x="253994" y="667381"/>
                        <a:pt x="273031" y="670101"/>
                        <a:pt x="273031" y="683699"/>
                      </a:cubicBezTo>
                      <a:cubicBezTo>
                        <a:pt x="273031" y="691858"/>
                        <a:pt x="267592" y="691858"/>
                        <a:pt x="262153" y="697297"/>
                      </a:cubicBezTo>
                      <a:cubicBezTo>
                        <a:pt x="259433" y="702736"/>
                        <a:pt x="253994" y="705456"/>
                        <a:pt x="248554" y="705456"/>
                      </a:cubicBezTo>
                      <a:cubicBezTo>
                        <a:pt x="240395" y="708176"/>
                        <a:pt x="234956" y="708176"/>
                        <a:pt x="232236" y="708176"/>
                      </a:cubicBezTo>
                      <a:cubicBezTo>
                        <a:pt x="226797" y="708176"/>
                        <a:pt x="175124" y="708176"/>
                        <a:pt x="166965" y="708176"/>
                      </a:cubicBezTo>
                      <a:cubicBezTo>
                        <a:pt x="156086" y="708176"/>
                        <a:pt x="120730" y="708176"/>
                        <a:pt x="109852" y="708176"/>
                      </a:cubicBezTo>
                      <a:cubicBezTo>
                        <a:pt x="104412" y="708176"/>
                        <a:pt x="96253" y="708176"/>
                        <a:pt x="90814" y="708176"/>
                      </a:cubicBezTo>
                      <a:cubicBezTo>
                        <a:pt x="85375" y="708176"/>
                        <a:pt x="77216" y="705456"/>
                        <a:pt x="69057" y="702736"/>
                      </a:cubicBezTo>
                      <a:cubicBezTo>
                        <a:pt x="63617" y="700017"/>
                        <a:pt x="58178" y="691858"/>
                        <a:pt x="58178" y="686418"/>
                      </a:cubicBezTo>
                      <a:cubicBezTo>
                        <a:pt x="58178" y="683699"/>
                        <a:pt x="58178" y="680979"/>
                        <a:pt x="60898" y="678259"/>
                      </a:cubicBezTo>
                      <a:cubicBezTo>
                        <a:pt x="63617" y="675540"/>
                        <a:pt x="71777" y="672820"/>
                        <a:pt x="77216" y="670101"/>
                      </a:cubicBezTo>
                      <a:cubicBezTo>
                        <a:pt x="90814" y="667381"/>
                        <a:pt x="120730" y="664661"/>
                        <a:pt x="126170" y="664661"/>
                      </a:cubicBezTo>
                      <a:cubicBezTo>
                        <a:pt x="128889" y="664661"/>
                        <a:pt x="134329" y="664661"/>
                        <a:pt x="142487" y="664661"/>
                      </a:cubicBezTo>
                      <a:cubicBezTo>
                        <a:pt x="142487" y="640184"/>
                        <a:pt x="147927" y="612988"/>
                        <a:pt x="147927" y="588511"/>
                      </a:cubicBezTo>
                      <a:cubicBezTo>
                        <a:pt x="150646" y="555875"/>
                        <a:pt x="153366" y="523239"/>
                        <a:pt x="153366" y="493323"/>
                      </a:cubicBezTo>
                      <a:cubicBezTo>
                        <a:pt x="153366" y="466126"/>
                        <a:pt x="156086" y="438930"/>
                        <a:pt x="156086" y="411733"/>
                      </a:cubicBezTo>
                      <a:cubicBezTo>
                        <a:pt x="158806" y="373658"/>
                        <a:pt x="158806" y="335583"/>
                        <a:pt x="161525" y="297508"/>
                      </a:cubicBezTo>
                      <a:cubicBezTo>
                        <a:pt x="161525" y="278470"/>
                        <a:pt x="164245" y="259433"/>
                        <a:pt x="166965" y="240395"/>
                      </a:cubicBezTo>
                      <a:cubicBezTo>
                        <a:pt x="169684" y="210479"/>
                        <a:pt x="172404" y="191441"/>
                        <a:pt x="177843" y="161525"/>
                      </a:cubicBezTo>
                      <a:cubicBezTo>
                        <a:pt x="180563" y="147927"/>
                        <a:pt x="180563" y="131609"/>
                        <a:pt x="183282" y="118011"/>
                      </a:cubicBezTo>
                      <a:cubicBezTo>
                        <a:pt x="183282" y="118011"/>
                        <a:pt x="183282" y="115291"/>
                        <a:pt x="183282" y="115291"/>
                      </a:cubicBezTo>
                      <a:cubicBezTo>
                        <a:pt x="177843" y="115291"/>
                        <a:pt x="172404" y="115291"/>
                        <a:pt x="161525" y="115291"/>
                      </a:cubicBezTo>
                      <a:cubicBezTo>
                        <a:pt x="153366" y="115291"/>
                        <a:pt x="145207" y="115291"/>
                        <a:pt x="137048" y="115291"/>
                      </a:cubicBezTo>
                      <a:cubicBezTo>
                        <a:pt x="128889" y="115291"/>
                        <a:pt x="118011" y="115291"/>
                        <a:pt x="109852" y="109851"/>
                      </a:cubicBezTo>
                      <a:cubicBezTo>
                        <a:pt x="101693" y="107132"/>
                        <a:pt x="93534" y="98973"/>
                        <a:pt x="93534" y="93534"/>
                      </a:cubicBezTo>
                      <a:cubicBezTo>
                        <a:pt x="93534" y="90814"/>
                        <a:pt x="93534" y="88094"/>
                        <a:pt x="98973" y="85375"/>
                      </a:cubicBezTo>
                      <a:cubicBezTo>
                        <a:pt x="104412" y="82655"/>
                        <a:pt x="115291" y="79935"/>
                        <a:pt x="120730" y="77216"/>
                      </a:cubicBezTo>
                      <a:cubicBezTo>
                        <a:pt x="139768" y="74496"/>
                        <a:pt x="164245" y="71776"/>
                        <a:pt x="172404" y="71776"/>
                      </a:cubicBezTo>
                      <a:cubicBezTo>
                        <a:pt x="194161" y="71776"/>
                        <a:pt x="210479" y="69057"/>
                        <a:pt x="234956" y="69057"/>
                      </a:cubicBezTo>
                      <a:cubicBezTo>
                        <a:pt x="237675" y="69057"/>
                        <a:pt x="240395" y="69057"/>
                        <a:pt x="243115" y="69057"/>
                      </a:cubicBezTo>
                      <a:cubicBezTo>
                        <a:pt x="251274" y="69057"/>
                        <a:pt x="262153" y="69057"/>
                        <a:pt x="270312" y="74496"/>
                      </a:cubicBezTo>
                      <a:cubicBezTo>
                        <a:pt x="283910" y="82655"/>
                        <a:pt x="300228" y="96253"/>
                        <a:pt x="308387" y="123450"/>
                      </a:cubicBezTo>
                      <a:cubicBezTo>
                        <a:pt x="316546" y="147927"/>
                        <a:pt x="327424" y="175123"/>
                        <a:pt x="332864" y="202320"/>
                      </a:cubicBezTo>
                      <a:cubicBezTo>
                        <a:pt x="335583" y="213198"/>
                        <a:pt x="335583" y="226797"/>
                        <a:pt x="338303" y="237675"/>
                      </a:cubicBezTo>
                      <a:cubicBezTo>
                        <a:pt x="343742" y="251274"/>
                        <a:pt x="346462" y="264872"/>
                        <a:pt x="349182" y="281190"/>
                      </a:cubicBezTo>
                      <a:cubicBezTo>
                        <a:pt x="351901" y="292068"/>
                        <a:pt x="351901" y="305667"/>
                        <a:pt x="357341" y="316545"/>
                      </a:cubicBezTo>
                      <a:cubicBezTo>
                        <a:pt x="362780" y="327424"/>
                        <a:pt x="362780" y="338303"/>
                        <a:pt x="365500" y="351901"/>
                      </a:cubicBezTo>
                      <a:cubicBezTo>
                        <a:pt x="365500" y="357340"/>
                        <a:pt x="373658" y="373658"/>
                        <a:pt x="376378" y="389976"/>
                      </a:cubicBezTo>
                      <a:cubicBezTo>
                        <a:pt x="381817" y="403574"/>
                        <a:pt x="384537" y="414453"/>
                        <a:pt x="387257" y="414453"/>
                      </a:cubicBezTo>
                      <a:cubicBezTo>
                        <a:pt x="392696" y="414453"/>
                        <a:pt x="395416" y="381817"/>
                        <a:pt x="398136" y="376378"/>
                      </a:cubicBezTo>
                      <a:cubicBezTo>
                        <a:pt x="400855" y="362779"/>
                        <a:pt x="403575" y="346462"/>
                        <a:pt x="406295" y="332863"/>
                      </a:cubicBezTo>
                      <a:cubicBezTo>
                        <a:pt x="411734" y="302947"/>
                        <a:pt x="417173" y="273031"/>
                        <a:pt x="425332" y="243115"/>
                      </a:cubicBezTo>
                      <a:cubicBezTo>
                        <a:pt x="430771" y="213198"/>
                        <a:pt x="436211" y="180563"/>
                        <a:pt x="444370" y="150646"/>
                      </a:cubicBezTo>
                      <a:cubicBezTo>
                        <a:pt x="449809" y="126170"/>
                        <a:pt x="460688" y="98973"/>
                        <a:pt x="477006" y="79935"/>
                      </a:cubicBezTo>
                      <a:cubicBezTo>
                        <a:pt x="487884" y="66337"/>
                        <a:pt x="506922" y="58178"/>
                        <a:pt x="523240" y="58178"/>
                      </a:cubicBezTo>
                      <a:cubicBezTo>
                        <a:pt x="528679" y="58178"/>
                        <a:pt x="539558" y="58178"/>
                        <a:pt x="544997" y="63617"/>
                      </a:cubicBezTo>
                      <a:lnTo>
                        <a:pt x="612988" y="63617"/>
                      </a:lnTo>
                      <a:cubicBezTo>
                        <a:pt x="626587" y="63617"/>
                        <a:pt x="651064" y="63617"/>
                        <a:pt x="651064" y="79935"/>
                      </a:cubicBezTo>
                      <a:cubicBezTo>
                        <a:pt x="651064" y="88094"/>
                        <a:pt x="648344" y="88094"/>
                        <a:pt x="645624" y="96253"/>
                      </a:cubicBezTo>
                      <a:cubicBezTo>
                        <a:pt x="640185" y="101693"/>
                        <a:pt x="634746" y="104412"/>
                        <a:pt x="629307" y="104412"/>
                      </a:cubicBezTo>
                      <a:cubicBezTo>
                        <a:pt x="621147" y="107132"/>
                        <a:pt x="612988" y="107132"/>
                        <a:pt x="607549" y="107132"/>
                      </a:cubicBezTo>
                      <a:cubicBezTo>
                        <a:pt x="604829" y="107132"/>
                        <a:pt x="591231" y="107132"/>
                        <a:pt x="580353" y="107132"/>
                      </a:cubicBezTo>
                      <a:cubicBezTo>
                        <a:pt x="580353" y="109851"/>
                        <a:pt x="583072" y="112571"/>
                        <a:pt x="583072" y="115291"/>
                      </a:cubicBezTo>
                      <a:cubicBezTo>
                        <a:pt x="585792" y="128889"/>
                        <a:pt x="585792" y="142487"/>
                        <a:pt x="588512" y="156086"/>
                      </a:cubicBezTo>
                      <a:cubicBezTo>
                        <a:pt x="591231" y="169684"/>
                        <a:pt x="591231" y="183282"/>
                        <a:pt x="593951" y="196881"/>
                      </a:cubicBezTo>
                      <a:cubicBezTo>
                        <a:pt x="593951" y="207759"/>
                        <a:pt x="599390" y="215918"/>
                        <a:pt x="599390" y="226797"/>
                      </a:cubicBezTo>
                      <a:cubicBezTo>
                        <a:pt x="599390" y="229516"/>
                        <a:pt x="599390" y="229516"/>
                        <a:pt x="599390" y="232236"/>
                      </a:cubicBezTo>
                      <a:cubicBezTo>
                        <a:pt x="599390" y="234956"/>
                        <a:pt x="599390" y="237675"/>
                        <a:pt x="599390" y="240395"/>
                      </a:cubicBezTo>
                      <a:cubicBezTo>
                        <a:pt x="599390" y="251274"/>
                        <a:pt x="599390" y="259433"/>
                        <a:pt x="602110" y="270311"/>
                      </a:cubicBezTo>
                      <a:cubicBezTo>
                        <a:pt x="604829" y="283909"/>
                        <a:pt x="607549" y="294788"/>
                        <a:pt x="607549" y="308386"/>
                      </a:cubicBezTo>
                      <a:cubicBezTo>
                        <a:pt x="607549" y="311106"/>
                        <a:pt x="607549" y="316545"/>
                        <a:pt x="607549" y="319265"/>
                      </a:cubicBezTo>
                      <a:cubicBezTo>
                        <a:pt x="607549" y="324704"/>
                        <a:pt x="610269" y="330144"/>
                        <a:pt x="612988" y="335583"/>
                      </a:cubicBezTo>
                      <a:cubicBezTo>
                        <a:pt x="612988" y="338303"/>
                        <a:pt x="612988" y="343742"/>
                        <a:pt x="612988" y="346462"/>
                      </a:cubicBezTo>
                      <a:cubicBezTo>
                        <a:pt x="612988" y="354620"/>
                        <a:pt x="612988" y="362779"/>
                        <a:pt x="612988" y="370939"/>
                      </a:cubicBezTo>
                      <a:cubicBezTo>
                        <a:pt x="612988" y="379097"/>
                        <a:pt x="612988" y="387256"/>
                        <a:pt x="612988" y="395415"/>
                      </a:cubicBezTo>
                      <a:cubicBezTo>
                        <a:pt x="612988" y="403574"/>
                        <a:pt x="615708" y="414453"/>
                        <a:pt x="615708" y="422612"/>
                      </a:cubicBezTo>
                      <a:cubicBezTo>
                        <a:pt x="618428" y="430771"/>
                        <a:pt x="618428" y="436210"/>
                        <a:pt x="618428" y="441650"/>
                      </a:cubicBezTo>
                      <a:cubicBezTo>
                        <a:pt x="618428" y="444369"/>
                        <a:pt x="618428" y="449808"/>
                        <a:pt x="618428" y="455248"/>
                      </a:cubicBezTo>
                      <a:cubicBezTo>
                        <a:pt x="618428" y="460687"/>
                        <a:pt x="618428" y="460687"/>
                        <a:pt x="621147" y="463407"/>
                      </a:cubicBezTo>
                      <a:cubicBezTo>
                        <a:pt x="623867" y="471566"/>
                        <a:pt x="623867" y="477005"/>
                        <a:pt x="626587" y="482444"/>
                      </a:cubicBezTo>
                      <a:cubicBezTo>
                        <a:pt x="629307" y="493323"/>
                        <a:pt x="629307" y="506921"/>
                        <a:pt x="629307" y="517800"/>
                      </a:cubicBezTo>
                      <a:cubicBezTo>
                        <a:pt x="632026" y="534118"/>
                        <a:pt x="632026" y="547716"/>
                        <a:pt x="634746" y="561314"/>
                      </a:cubicBezTo>
                      <a:cubicBezTo>
                        <a:pt x="634746" y="564034"/>
                        <a:pt x="634746" y="564034"/>
                        <a:pt x="634746" y="566754"/>
                      </a:cubicBezTo>
                      <a:cubicBezTo>
                        <a:pt x="634746" y="572193"/>
                        <a:pt x="634746" y="577632"/>
                        <a:pt x="634746" y="583072"/>
                      </a:cubicBezTo>
                      <a:cubicBezTo>
                        <a:pt x="634746" y="596670"/>
                        <a:pt x="637466" y="602109"/>
                        <a:pt x="637466" y="607548"/>
                      </a:cubicBezTo>
                      <a:cubicBezTo>
                        <a:pt x="637466" y="610268"/>
                        <a:pt x="640185" y="615708"/>
                        <a:pt x="640185" y="618427"/>
                      </a:cubicBezTo>
                      <a:cubicBezTo>
                        <a:pt x="640185" y="623866"/>
                        <a:pt x="640185" y="629306"/>
                        <a:pt x="640185" y="632025"/>
                      </a:cubicBezTo>
                      <a:cubicBezTo>
                        <a:pt x="640185" y="634745"/>
                        <a:pt x="640185" y="637465"/>
                        <a:pt x="640185" y="640184"/>
                      </a:cubicBezTo>
                      <a:cubicBezTo>
                        <a:pt x="640185" y="645624"/>
                        <a:pt x="642905" y="653783"/>
                        <a:pt x="642905" y="659222"/>
                      </a:cubicBezTo>
                      <a:cubicBezTo>
                        <a:pt x="642905" y="661942"/>
                        <a:pt x="642905" y="661942"/>
                        <a:pt x="642905" y="664661"/>
                      </a:cubicBezTo>
                      <a:cubicBezTo>
                        <a:pt x="645624" y="678259"/>
                        <a:pt x="651064" y="678259"/>
                        <a:pt x="653783" y="678259"/>
                      </a:cubicBezTo>
                      <a:lnTo>
                        <a:pt x="653783" y="678259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47" name="Freeform: Shape 46">
                  <a:extLst>
                    <a:ext uri="{FF2B5EF4-FFF2-40B4-BE49-F238E27FC236}">
                      <a16:creationId xmlns:a16="http://schemas.microsoft.com/office/drawing/2014/main" id="{9B9701C0-9317-9992-AB7E-F5BE58EF637D}"/>
                    </a:ext>
                  </a:extLst>
                </p:cNvPr>
                <p:cNvSpPr/>
                <p:nvPr/>
              </p:nvSpPr>
              <p:spPr>
                <a:xfrm>
                  <a:off x="6362526" y="4242177"/>
                  <a:ext cx="492259" cy="674476"/>
                </a:xfrm>
                <a:custGeom>
                  <a:avLst/>
                  <a:gdLst>
                    <a:gd name="connsiteX0" fmla="*/ 225733 w 492259"/>
                    <a:gd name="connsiteY0" fmla="*/ 97907 h 674476"/>
                    <a:gd name="connsiteX1" fmla="*/ 209415 w 492259"/>
                    <a:gd name="connsiteY1" fmla="*/ 119665 h 674476"/>
                    <a:gd name="connsiteX2" fmla="*/ 201256 w 492259"/>
                    <a:gd name="connsiteY2" fmla="*/ 152300 h 674476"/>
                    <a:gd name="connsiteX3" fmla="*/ 198536 w 492259"/>
                    <a:gd name="connsiteY3" fmla="*/ 168618 h 674476"/>
                    <a:gd name="connsiteX4" fmla="*/ 195817 w 492259"/>
                    <a:gd name="connsiteY4" fmla="*/ 184936 h 674476"/>
                    <a:gd name="connsiteX5" fmla="*/ 187658 w 492259"/>
                    <a:gd name="connsiteY5" fmla="*/ 220292 h 674476"/>
                    <a:gd name="connsiteX6" fmla="*/ 168620 w 492259"/>
                    <a:gd name="connsiteY6" fmla="*/ 291003 h 674476"/>
                    <a:gd name="connsiteX7" fmla="*/ 160461 w 492259"/>
                    <a:gd name="connsiteY7" fmla="*/ 323639 h 674476"/>
                    <a:gd name="connsiteX8" fmla="*/ 149582 w 492259"/>
                    <a:gd name="connsiteY8" fmla="*/ 361714 h 674476"/>
                    <a:gd name="connsiteX9" fmla="*/ 144143 w 492259"/>
                    <a:gd name="connsiteY9" fmla="*/ 388910 h 674476"/>
                    <a:gd name="connsiteX10" fmla="*/ 149582 w 492259"/>
                    <a:gd name="connsiteY10" fmla="*/ 391630 h 674476"/>
                    <a:gd name="connsiteX11" fmla="*/ 171340 w 492259"/>
                    <a:gd name="connsiteY11" fmla="*/ 391630 h 674476"/>
                    <a:gd name="connsiteX12" fmla="*/ 193097 w 492259"/>
                    <a:gd name="connsiteY12" fmla="*/ 388910 h 674476"/>
                    <a:gd name="connsiteX13" fmla="*/ 212135 w 492259"/>
                    <a:gd name="connsiteY13" fmla="*/ 388910 h 674476"/>
                    <a:gd name="connsiteX14" fmla="*/ 236611 w 492259"/>
                    <a:gd name="connsiteY14" fmla="*/ 388910 h 674476"/>
                    <a:gd name="connsiteX15" fmla="*/ 250210 w 492259"/>
                    <a:gd name="connsiteY15" fmla="*/ 386191 h 674476"/>
                    <a:gd name="connsiteX16" fmla="*/ 258369 w 492259"/>
                    <a:gd name="connsiteY16" fmla="*/ 386191 h 674476"/>
                    <a:gd name="connsiteX17" fmla="*/ 255649 w 492259"/>
                    <a:gd name="connsiteY17" fmla="*/ 367153 h 674476"/>
                    <a:gd name="connsiteX18" fmla="*/ 250210 w 492259"/>
                    <a:gd name="connsiteY18" fmla="*/ 331797 h 674476"/>
                    <a:gd name="connsiteX19" fmla="*/ 247490 w 492259"/>
                    <a:gd name="connsiteY19" fmla="*/ 244769 h 674476"/>
                    <a:gd name="connsiteX20" fmla="*/ 242051 w 492259"/>
                    <a:gd name="connsiteY20" fmla="*/ 203974 h 674476"/>
                    <a:gd name="connsiteX21" fmla="*/ 236611 w 492259"/>
                    <a:gd name="connsiteY21" fmla="*/ 157740 h 674476"/>
                    <a:gd name="connsiteX22" fmla="*/ 233892 w 492259"/>
                    <a:gd name="connsiteY22" fmla="*/ 119665 h 674476"/>
                    <a:gd name="connsiteX23" fmla="*/ 225733 w 492259"/>
                    <a:gd name="connsiteY23" fmla="*/ 97907 h 674476"/>
                    <a:gd name="connsiteX24" fmla="*/ 274687 w 492259"/>
                    <a:gd name="connsiteY24" fmla="*/ 0 h 674476"/>
                    <a:gd name="connsiteX25" fmla="*/ 304603 w 492259"/>
                    <a:gd name="connsiteY25" fmla="*/ 5439 h 674476"/>
                    <a:gd name="connsiteX26" fmla="*/ 320921 w 492259"/>
                    <a:gd name="connsiteY26" fmla="*/ 24477 h 674476"/>
                    <a:gd name="connsiteX27" fmla="*/ 334519 w 492259"/>
                    <a:gd name="connsiteY27" fmla="*/ 43515 h 674476"/>
                    <a:gd name="connsiteX28" fmla="*/ 339959 w 492259"/>
                    <a:gd name="connsiteY28" fmla="*/ 65272 h 674476"/>
                    <a:gd name="connsiteX29" fmla="*/ 348118 w 492259"/>
                    <a:gd name="connsiteY29" fmla="*/ 114226 h 674476"/>
                    <a:gd name="connsiteX30" fmla="*/ 361716 w 492259"/>
                    <a:gd name="connsiteY30" fmla="*/ 163180 h 674476"/>
                    <a:gd name="connsiteX31" fmla="*/ 369875 w 492259"/>
                    <a:gd name="connsiteY31" fmla="*/ 220293 h 674476"/>
                    <a:gd name="connsiteX32" fmla="*/ 378034 w 492259"/>
                    <a:gd name="connsiteY32" fmla="*/ 274686 h 674476"/>
                    <a:gd name="connsiteX33" fmla="*/ 383473 w 492259"/>
                    <a:gd name="connsiteY33" fmla="*/ 301883 h 674476"/>
                    <a:gd name="connsiteX34" fmla="*/ 391632 w 492259"/>
                    <a:gd name="connsiteY34" fmla="*/ 337238 h 674476"/>
                    <a:gd name="connsiteX35" fmla="*/ 397071 w 492259"/>
                    <a:gd name="connsiteY35" fmla="*/ 364435 h 674476"/>
                    <a:gd name="connsiteX36" fmla="*/ 405230 w 492259"/>
                    <a:gd name="connsiteY36" fmla="*/ 383473 h 674476"/>
                    <a:gd name="connsiteX37" fmla="*/ 416109 w 492259"/>
                    <a:gd name="connsiteY37" fmla="*/ 386192 h 674476"/>
                    <a:gd name="connsiteX38" fmla="*/ 426988 w 492259"/>
                    <a:gd name="connsiteY38" fmla="*/ 386192 h 674476"/>
                    <a:gd name="connsiteX39" fmla="*/ 454184 w 492259"/>
                    <a:gd name="connsiteY39" fmla="*/ 397071 h 674476"/>
                    <a:gd name="connsiteX40" fmla="*/ 456904 w 492259"/>
                    <a:gd name="connsiteY40" fmla="*/ 405230 h 674476"/>
                    <a:gd name="connsiteX41" fmla="*/ 451464 w 492259"/>
                    <a:gd name="connsiteY41" fmla="*/ 416108 h 674476"/>
                    <a:gd name="connsiteX42" fmla="*/ 432427 w 492259"/>
                    <a:gd name="connsiteY42" fmla="*/ 429707 h 674476"/>
                    <a:gd name="connsiteX43" fmla="*/ 421548 w 492259"/>
                    <a:gd name="connsiteY43" fmla="*/ 432426 h 674476"/>
                    <a:gd name="connsiteX44" fmla="*/ 413389 w 492259"/>
                    <a:gd name="connsiteY44" fmla="*/ 435146 h 674476"/>
                    <a:gd name="connsiteX45" fmla="*/ 413389 w 492259"/>
                    <a:gd name="connsiteY45" fmla="*/ 440585 h 674476"/>
                    <a:gd name="connsiteX46" fmla="*/ 416109 w 492259"/>
                    <a:gd name="connsiteY46" fmla="*/ 451464 h 674476"/>
                    <a:gd name="connsiteX47" fmla="*/ 418829 w 492259"/>
                    <a:gd name="connsiteY47" fmla="*/ 465062 h 674476"/>
                    <a:gd name="connsiteX48" fmla="*/ 418829 w 492259"/>
                    <a:gd name="connsiteY48" fmla="*/ 475941 h 674476"/>
                    <a:gd name="connsiteX49" fmla="*/ 418829 w 492259"/>
                    <a:gd name="connsiteY49" fmla="*/ 486820 h 674476"/>
                    <a:gd name="connsiteX50" fmla="*/ 426988 w 492259"/>
                    <a:gd name="connsiteY50" fmla="*/ 516736 h 674476"/>
                    <a:gd name="connsiteX51" fmla="*/ 432427 w 492259"/>
                    <a:gd name="connsiteY51" fmla="*/ 543932 h 674476"/>
                    <a:gd name="connsiteX52" fmla="*/ 437866 w 492259"/>
                    <a:gd name="connsiteY52" fmla="*/ 573848 h 674476"/>
                    <a:gd name="connsiteX53" fmla="*/ 443306 w 492259"/>
                    <a:gd name="connsiteY53" fmla="*/ 606484 h 674476"/>
                    <a:gd name="connsiteX54" fmla="*/ 446025 w 492259"/>
                    <a:gd name="connsiteY54" fmla="*/ 617363 h 674476"/>
                    <a:gd name="connsiteX55" fmla="*/ 470502 w 492259"/>
                    <a:gd name="connsiteY55" fmla="*/ 617363 h 674476"/>
                    <a:gd name="connsiteX56" fmla="*/ 492259 w 492259"/>
                    <a:gd name="connsiteY56" fmla="*/ 641840 h 674476"/>
                    <a:gd name="connsiteX57" fmla="*/ 484101 w 492259"/>
                    <a:gd name="connsiteY57" fmla="*/ 655438 h 674476"/>
                    <a:gd name="connsiteX58" fmla="*/ 467782 w 492259"/>
                    <a:gd name="connsiteY58" fmla="*/ 663597 h 674476"/>
                    <a:gd name="connsiteX59" fmla="*/ 443306 w 492259"/>
                    <a:gd name="connsiteY59" fmla="*/ 666317 h 674476"/>
                    <a:gd name="connsiteX60" fmla="*/ 421548 w 492259"/>
                    <a:gd name="connsiteY60" fmla="*/ 666317 h 674476"/>
                    <a:gd name="connsiteX61" fmla="*/ 413389 w 492259"/>
                    <a:gd name="connsiteY61" fmla="*/ 666317 h 674476"/>
                    <a:gd name="connsiteX62" fmla="*/ 399791 w 492259"/>
                    <a:gd name="connsiteY62" fmla="*/ 671756 h 674476"/>
                    <a:gd name="connsiteX63" fmla="*/ 383473 w 492259"/>
                    <a:gd name="connsiteY63" fmla="*/ 674476 h 674476"/>
                    <a:gd name="connsiteX64" fmla="*/ 348118 w 492259"/>
                    <a:gd name="connsiteY64" fmla="*/ 669036 h 674476"/>
                    <a:gd name="connsiteX65" fmla="*/ 326360 w 492259"/>
                    <a:gd name="connsiteY65" fmla="*/ 669036 h 674476"/>
                    <a:gd name="connsiteX66" fmla="*/ 277406 w 492259"/>
                    <a:gd name="connsiteY66" fmla="*/ 669036 h 674476"/>
                    <a:gd name="connsiteX67" fmla="*/ 252930 w 492259"/>
                    <a:gd name="connsiteY67" fmla="*/ 663597 h 674476"/>
                    <a:gd name="connsiteX68" fmla="*/ 236611 w 492259"/>
                    <a:gd name="connsiteY68" fmla="*/ 647279 h 674476"/>
                    <a:gd name="connsiteX69" fmla="*/ 261088 w 492259"/>
                    <a:gd name="connsiteY69" fmla="*/ 630961 h 674476"/>
                    <a:gd name="connsiteX70" fmla="*/ 288285 w 492259"/>
                    <a:gd name="connsiteY70" fmla="*/ 628241 h 674476"/>
                    <a:gd name="connsiteX71" fmla="*/ 285565 w 492259"/>
                    <a:gd name="connsiteY71" fmla="*/ 609204 h 674476"/>
                    <a:gd name="connsiteX72" fmla="*/ 282846 w 492259"/>
                    <a:gd name="connsiteY72" fmla="*/ 582007 h 674476"/>
                    <a:gd name="connsiteX73" fmla="*/ 280126 w 492259"/>
                    <a:gd name="connsiteY73" fmla="*/ 568409 h 674476"/>
                    <a:gd name="connsiteX74" fmla="*/ 282846 w 492259"/>
                    <a:gd name="connsiteY74" fmla="*/ 554811 h 674476"/>
                    <a:gd name="connsiteX75" fmla="*/ 277406 w 492259"/>
                    <a:gd name="connsiteY75" fmla="*/ 538493 h 674476"/>
                    <a:gd name="connsiteX76" fmla="*/ 271967 w 492259"/>
                    <a:gd name="connsiteY76" fmla="*/ 505857 h 674476"/>
                    <a:gd name="connsiteX77" fmla="*/ 269247 w 492259"/>
                    <a:gd name="connsiteY77" fmla="*/ 478660 h 674476"/>
                    <a:gd name="connsiteX78" fmla="*/ 266528 w 492259"/>
                    <a:gd name="connsiteY78" fmla="*/ 446025 h 674476"/>
                    <a:gd name="connsiteX79" fmla="*/ 261088 w 492259"/>
                    <a:gd name="connsiteY79" fmla="*/ 437866 h 674476"/>
                    <a:gd name="connsiteX80" fmla="*/ 250210 w 492259"/>
                    <a:gd name="connsiteY80" fmla="*/ 437866 h 674476"/>
                    <a:gd name="connsiteX81" fmla="*/ 220293 w 492259"/>
                    <a:gd name="connsiteY81" fmla="*/ 440585 h 674476"/>
                    <a:gd name="connsiteX82" fmla="*/ 190377 w 492259"/>
                    <a:gd name="connsiteY82" fmla="*/ 443305 h 674476"/>
                    <a:gd name="connsiteX83" fmla="*/ 165900 w 492259"/>
                    <a:gd name="connsiteY83" fmla="*/ 443305 h 674476"/>
                    <a:gd name="connsiteX84" fmla="*/ 144143 w 492259"/>
                    <a:gd name="connsiteY84" fmla="*/ 440585 h 674476"/>
                    <a:gd name="connsiteX85" fmla="*/ 135984 w 492259"/>
                    <a:gd name="connsiteY85" fmla="*/ 454184 h 674476"/>
                    <a:gd name="connsiteX86" fmla="*/ 130545 w 492259"/>
                    <a:gd name="connsiteY86" fmla="*/ 486820 h 674476"/>
                    <a:gd name="connsiteX87" fmla="*/ 119666 w 492259"/>
                    <a:gd name="connsiteY87" fmla="*/ 541213 h 674476"/>
                    <a:gd name="connsiteX88" fmla="*/ 103348 w 492259"/>
                    <a:gd name="connsiteY88" fmla="*/ 614643 h 674476"/>
                    <a:gd name="connsiteX89" fmla="*/ 133264 w 492259"/>
                    <a:gd name="connsiteY89" fmla="*/ 614643 h 674476"/>
                    <a:gd name="connsiteX90" fmla="*/ 168620 w 492259"/>
                    <a:gd name="connsiteY90" fmla="*/ 630961 h 674476"/>
                    <a:gd name="connsiteX91" fmla="*/ 163181 w 492259"/>
                    <a:gd name="connsiteY91" fmla="*/ 647279 h 674476"/>
                    <a:gd name="connsiteX92" fmla="*/ 146863 w 492259"/>
                    <a:gd name="connsiteY92" fmla="*/ 655438 h 674476"/>
                    <a:gd name="connsiteX93" fmla="*/ 127825 w 492259"/>
                    <a:gd name="connsiteY93" fmla="*/ 658158 h 674476"/>
                    <a:gd name="connsiteX94" fmla="*/ 106068 w 492259"/>
                    <a:gd name="connsiteY94" fmla="*/ 658158 h 674476"/>
                    <a:gd name="connsiteX95" fmla="*/ 62552 w 492259"/>
                    <a:gd name="connsiteY95" fmla="*/ 658158 h 674476"/>
                    <a:gd name="connsiteX96" fmla="*/ 40795 w 492259"/>
                    <a:gd name="connsiteY96" fmla="*/ 658158 h 674476"/>
                    <a:gd name="connsiteX97" fmla="*/ 16318 w 492259"/>
                    <a:gd name="connsiteY97" fmla="*/ 652718 h 674476"/>
                    <a:gd name="connsiteX98" fmla="*/ 0 w 492259"/>
                    <a:gd name="connsiteY98" fmla="*/ 636401 h 674476"/>
                    <a:gd name="connsiteX99" fmla="*/ 2720 w 492259"/>
                    <a:gd name="connsiteY99" fmla="*/ 628241 h 674476"/>
                    <a:gd name="connsiteX100" fmla="*/ 24477 w 492259"/>
                    <a:gd name="connsiteY100" fmla="*/ 620082 h 674476"/>
                    <a:gd name="connsiteX101" fmla="*/ 62552 w 492259"/>
                    <a:gd name="connsiteY101" fmla="*/ 617363 h 674476"/>
                    <a:gd name="connsiteX102" fmla="*/ 62552 w 492259"/>
                    <a:gd name="connsiteY102" fmla="*/ 614643 h 674476"/>
                    <a:gd name="connsiteX103" fmla="*/ 65272 w 492259"/>
                    <a:gd name="connsiteY103" fmla="*/ 587447 h 674476"/>
                    <a:gd name="connsiteX104" fmla="*/ 76151 w 492259"/>
                    <a:gd name="connsiteY104" fmla="*/ 522175 h 674476"/>
                    <a:gd name="connsiteX105" fmla="*/ 87029 w 492259"/>
                    <a:gd name="connsiteY105" fmla="*/ 470501 h 674476"/>
                    <a:gd name="connsiteX106" fmla="*/ 92468 w 492259"/>
                    <a:gd name="connsiteY106" fmla="*/ 446025 h 674476"/>
                    <a:gd name="connsiteX107" fmla="*/ 65272 w 492259"/>
                    <a:gd name="connsiteY107" fmla="*/ 432426 h 674476"/>
                    <a:gd name="connsiteX108" fmla="*/ 54393 w 492259"/>
                    <a:gd name="connsiteY108" fmla="*/ 421548 h 674476"/>
                    <a:gd name="connsiteX109" fmla="*/ 73431 w 492259"/>
                    <a:gd name="connsiteY109" fmla="*/ 407949 h 674476"/>
                    <a:gd name="connsiteX110" fmla="*/ 100629 w 492259"/>
                    <a:gd name="connsiteY110" fmla="*/ 399790 h 674476"/>
                    <a:gd name="connsiteX111" fmla="*/ 108788 w 492259"/>
                    <a:gd name="connsiteY111" fmla="*/ 369874 h 674476"/>
                    <a:gd name="connsiteX112" fmla="*/ 125105 w 492259"/>
                    <a:gd name="connsiteY112" fmla="*/ 307322 h 674476"/>
                    <a:gd name="connsiteX113" fmla="*/ 141423 w 492259"/>
                    <a:gd name="connsiteY113" fmla="*/ 242051 h 674476"/>
                    <a:gd name="connsiteX114" fmla="*/ 155022 w 492259"/>
                    <a:gd name="connsiteY114" fmla="*/ 179498 h 674476"/>
                    <a:gd name="connsiteX115" fmla="*/ 168620 w 492259"/>
                    <a:gd name="connsiteY115" fmla="*/ 119665 h 674476"/>
                    <a:gd name="connsiteX116" fmla="*/ 193097 w 492259"/>
                    <a:gd name="connsiteY116" fmla="*/ 57113 h 674476"/>
                    <a:gd name="connsiteX117" fmla="*/ 201256 w 492259"/>
                    <a:gd name="connsiteY117" fmla="*/ 38075 h 674476"/>
                    <a:gd name="connsiteX118" fmla="*/ 217574 w 492259"/>
                    <a:gd name="connsiteY118" fmla="*/ 13598 h 674476"/>
                    <a:gd name="connsiteX119" fmla="*/ 274687 w 492259"/>
                    <a:gd name="connsiteY119" fmla="*/ 0 h 6744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</a:cxnLst>
                  <a:rect l="l" t="t" r="r" b="b"/>
                  <a:pathLst>
                    <a:path w="492259" h="674476">
                      <a:moveTo>
                        <a:pt x="225733" y="97907"/>
                      </a:moveTo>
                      <a:cubicBezTo>
                        <a:pt x="217574" y="97907"/>
                        <a:pt x="209415" y="114225"/>
                        <a:pt x="209415" y="119665"/>
                      </a:cubicBezTo>
                      <a:cubicBezTo>
                        <a:pt x="206695" y="130543"/>
                        <a:pt x="203976" y="144141"/>
                        <a:pt x="201256" y="152300"/>
                      </a:cubicBezTo>
                      <a:cubicBezTo>
                        <a:pt x="198536" y="157740"/>
                        <a:pt x="198536" y="163179"/>
                        <a:pt x="198536" y="168618"/>
                      </a:cubicBezTo>
                      <a:cubicBezTo>
                        <a:pt x="198536" y="174058"/>
                        <a:pt x="195817" y="179497"/>
                        <a:pt x="195817" y="184936"/>
                      </a:cubicBezTo>
                      <a:cubicBezTo>
                        <a:pt x="193097" y="195815"/>
                        <a:pt x="190377" y="209413"/>
                        <a:pt x="187658" y="220292"/>
                      </a:cubicBezTo>
                      <a:cubicBezTo>
                        <a:pt x="184938" y="244769"/>
                        <a:pt x="176779" y="269246"/>
                        <a:pt x="168620" y="291003"/>
                      </a:cubicBezTo>
                      <a:cubicBezTo>
                        <a:pt x="165900" y="301881"/>
                        <a:pt x="163181" y="312760"/>
                        <a:pt x="160461" y="323639"/>
                      </a:cubicBezTo>
                      <a:cubicBezTo>
                        <a:pt x="157742" y="337237"/>
                        <a:pt x="155022" y="348115"/>
                        <a:pt x="149582" y="361714"/>
                      </a:cubicBezTo>
                      <a:cubicBezTo>
                        <a:pt x="146863" y="367153"/>
                        <a:pt x="144143" y="383471"/>
                        <a:pt x="144143" y="388910"/>
                      </a:cubicBezTo>
                      <a:cubicBezTo>
                        <a:pt x="144143" y="391630"/>
                        <a:pt x="146863" y="391630"/>
                        <a:pt x="149582" y="391630"/>
                      </a:cubicBezTo>
                      <a:cubicBezTo>
                        <a:pt x="155022" y="391630"/>
                        <a:pt x="168620" y="391630"/>
                        <a:pt x="171340" y="391630"/>
                      </a:cubicBezTo>
                      <a:cubicBezTo>
                        <a:pt x="179498" y="391630"/>
                        <a:pt x="187658" y="391630"/>
                        <a:pt x="193097" y="388910"/>
                      </a:cubicBezTo>
                      <a:cubicBezTo>
                        <a:pt x="198536" y="388910"/>
                        <a:pt x="203976" y="388910"/>
                        <a:pt x="212135" y="388910"/>
                      </a:cubicBezTo>
                      <a:cubicBezTo>
                        <a:pt x="217574" y="388910"/>
                        <a:pt x="225733" y="388910"/>
                        <a:pt x="236611" y="388910"/>
                      </a:cubicBezTo>
                      <a:cubicBezTo>
                        <a:pt x="242051" y="388910"/>
                        <a:pt x="247490" y="388910"/>
                        <a:pt x="250210" y="386191"/>
                      </a:cubicBezTo>
                      <a:cubicBezTo>
                        <a:pt x="255649" y="391630"/>
                        <a:pt x="258369" y="388910"/>
                        <a:pt x="258369" y="386191"/>
                      </a:cubicBezTo>
                      <a:cubicBezTo>
                        <a:pt x="258369" y="380751"/>
                        <a:pt x="255649" y="372592"/>
                        <a:pt x="255649" y="367153"/>
                      </a:cubicBezTo>
                      <a:cubicBezTo>
                        <a:pt x="252930" y="353555"/>
                        <a:pt x="250210" y="342676"/>
                        <a:pt x="250210" y="331797"/>
                      </a:cubicBezTo>
                      <a:cubicBezTo>
                        <a:pt x="250210" y="301881"/>
                        <a:pt x="250210" y="274685"/>
                        <a:pt x="247490" y="244769"/>
                      </a:cubicBezTo>
                      <a:cubicBezTo>
                        <a:pt x="247490" y="231170"/>
                        <a:pt x="244771" y="217572"/>
                        <a:pt x="242051" y="203974"/>
                      </a:cubicBezTo>
                      <a:cubicBezTo>
                        <a:pt x="239331" y="187656"/>
                        <a:pt x="236611" y="174058"/>
                        <a:pt x="236611" y="157740"/>
                      </a:cubicBezTo>
                      <a:cubicBezTo>
                        <a:pt x="236611" y="152300"/>
                        <a:pt x="236611" y="133263"/>
                        <a:pt x="233892" y="119665"/>
                      </a:cubicBezTo>
                      <a:cubicBezTo>
                        <a:pt x="233892" y="106066"/>
                        <a:pt x="231172" y="97907"/>
                        <a:pt x="225733" y="97907"/>
                      </a:cubicBezTo>
                      <a:close/>
                      <a:moveTo>
                        <a:pt x="274687" y="0"/>
                      </a:moveTo>
                      <a:cubicBezTo>
                        <a:pt x="288285" y="0"/>
                        <a:pt x="293724" y="2720"/>
                        <a:pt x="304603" y="5439"/>
                      </a:cubicBezTo>
                      <a:cubicBezTo>
                        <a:pt x="315481" y="10879"/>
                        <a:pt x="315481" y="16318"/>
                        <a:pt x="320921" y="24477"/>
                      </a:cubicBezTo>
                      <a:cubicBezTo>
                        <a:pt x="326360" y="29916"/>
                        <a:pt x="331800" y="35356"/>
                        <a:pt x="334519" y="43515"/>
                      </a:cubicBezTo>
                      <a:cubicBezTo>
                        <a:pt x="337239" y="51674"/>
                        <a:pt x="337239" y="57113"/>
                        <a:pt x="339959" y="65272"/>
                      </a:cubicBezTo>
                      <a:cubicBezTo>
                        <a:pt x="345398" y="78870"/>
                        <a:pt x="342678" y="97908"/>
                        <a:pt x="348118" y="114226"/>
                      </a:cubicBezTo>
                      <a:cubicBezTo>
                        <a:pt x="350837" y="130544"/>
                        <a:pt x="358996" y="146863"/>
                        <a:pt x="361716" y="163180"/>
                      </a:cubicBezTo>
                      <a:cubicBezTo>
                        <a:pt x="364435" y="182218"/>
                        <a:pt x="364435" y="201256"/>
                        <a:pt x="369875" y="220293"/>
                      </a:cubicBezTo>
                      <a:cubicBezTo>
                        <a:pt x="375314" y="239331"/>
                        <a:pt x="378034" y="255649"/>
                        <a:pt x="378034" y="274686"/>
                      </a:cubicBezTo>
                      <a:cubicBezTo>
                        <a:pt x="378034" y="282845"/>
                        <a:pt x="380753" y="293724"/>
                        <a:pt x="383473" y="301883"/>
                      </a:cubicBezTo>
                      <a:cubicBezTo>
                        <a:pt x="386193" y="312762"/>
                        <a:pt x="388913" y="326360"/>
                        <a:pt x="391632" y="337238"/>
                      </a:cubicBezTo>
                      <a:cubicBezTo>
                        <a:pt x="391632" y="342678"/>
                        <a:pt x="394352" y="353556"/>
                        <a:pt x="397071" y="364435"/>
                      </a:cubicBezTo>
                      <a:cubicBezTo>
                        <a:pt x="399791" y="372594"/>
                        <a:pt x="402511" y="380753"/>
                        <a:pt x="405230" y="383473"/>
                      </a:cubicBezTo>
                      <a:cubicBezTo>
                        <a:pt x="407950" y="386192"/>
                        <a:pt x="413389" y="386192"/>
                        <a:pt x="416109" y="386192"/>
                      </a:cubicBezTo>
                      <a:cubicBezTo>
                        <a:pt x="418829" y="386192"/>
                        <a:pt x="424268" y="386192"/>
                        <a:pt x="426988" y="386192"/>
                      </a:cubicBezTo>
                      <a:cubicBezTo>
                        <a:pt x="437866" y="386192"/>
                        <a:pt x="448745" y="388912"/>
                        <a:pt x="454184" y="397071"/>
                      </a:cubicBezTo>
                      <a:cubicBezTo>
                        <a:pt x="456904" y="399790"/>
                        <a:pt x="456904" y="402510"/>
                        <a:pt x="456904" y="405230"/>
                      </a:cubicBezTo>
                      <a:cubicBezTo>
                        <a:pt x="456904" y="407949"/>
                        <a:pt x="454184" y="410669"/>
                        <a:pt x="451464" y="416108"/>
                      </a:cubicBezTo>
                      <a:cubicBezTo>
                        <a:pt x="446025" y="421548"/>
                        <a:pt x="440586" y="426987"/>
                        <a:pt x="432427" y="429707"/>
                      </a:cubicBezTo>
                      <a:cubicBezTo>
                        <a:pt x="429707" y="429707"/>
                        <a:pt x="426988" y="432426"/>
                        <a:pt x="421548" y="432426"/>
                      </a:cubicBezTo>
                      <a:cubicBezTo>
                        <a:pt x="418829" y="432426"/>
                        <a:pt x="416109" y="432426"/>
                        <a:pt x="413389" y="435146"/>
                      </a:cubicBezTo>
                      <a:cubicBezTo>
                        <a:pt x="413389" y="435146"/>
                        <a:pt x="413389" y="437866"/>
                        <a:pt x="413389" y="440585"/>
                      </a:cubicBezTo>
                      <a:cubicBezTo>
                        <a:pt x="413389" y="443305"/>
                        <a:pt x="413389" y="448744"/>
                        <a:pt x="416109" y="451464"/>
                      </a:cubicBezTo>
                      <a:cubicBezTo>
                        <a:pt x="416109" y="456903"/>
                        <a:pt x="418829" y="462343"/>
                        <a:pt x="418829" y="465062"/>
                      </a:cubicBezTo>
                      <a:lnTo>
                        <a:pt x="418829" y="475941"/>
                      </a:lnTo>
                      <a:cubicBezTo>
                        <a:pt x="418829" y="481380"/>
                        <a:pt x="418829" y="484100"/>
                        <a:pt x="418829" y="486820"/>
                      </a:cubicBezTo>
                      <a:cubicBezTo>
                        <a:pt x="421548" y="497698"/>
                        <a:pt x="424268" y="505857"/>
                        <a:pt x="426988" y="516736"/>
                      </a:cubicBezTo>
                      <a:cubicBezTo>
                        <a:pt x="426988" y="524895"/>
                        <a:pt x="429707" y="535773"/>
                        <a:pt x="432427" y="543932"/>
                      </a:cubicBezTo>
                      <a:cubicBezTo>
                        <a:pt x="435147" y="554811"/>
                        <a:pt x="437866" y="562970"/>
                        <a:pt x="437866" y="573848"/>
                      </a:cubicBezTo>
                      <a:cubicBezTo>
                        <a:pt x="437866" y="587447"/>
                        <a:pt x="440586" y="595606"/>
                        <a:pt x="443306" y="606484"/>
                      </a:cubicBezTo>
                      <a:cubicBezTo>
                        <a:pt x="443306" y="609204"/>
                        <a:pt x="446025" y="614643"/>
                        <a:pt x="446025" y="617363"/>
                      </a:cubicBezTo>
                      <a:cubicBezTo>
                        <a:pt x="454184" y="617363"/>
                        <a:pt x="462343" y="617363"/>
                        <a:pt x="470502" y="617363"/>
                      </a:cubicBezTo>
                      <a:cubicBezTo>
                        <a:pt x="475942" y="625522"/>
                        <a:pt x="492259" y="630961"/>
                        <a:pt x="492259" y="641840"/>
                      </a:cubicBezTo>
                      <a:cubicBezTo>
                        <a:pt x="492259" y="647279"/>
                        <a:pt x="486820" y="649999"/>
                        <a:pt x="484101" y="655438"/>
                      </a:cubicBezTo>
                      <a:cubicBezTo>
                        <a:pt x="481381" y="660877"/>
                        <a:pt x="473222" y="663597"/>
                        <a:pt x="467782" y="663597"/>
                      </a:cubicBezTo>
                      <a:cubicBezTo>
                        <a:pt x="456904" y="666317"/>
                        <a:pt x="451464" y="666317"/>
                        <a:pt x="443306" y="666317"/>
                      </a:cubicBezTo>
                      <a:cubicBezTo>
                        <a:pt x="437866" y="666317"/>
                        <a:pt x="429707" y="666317"/>
                        <a:pt x="421548" y="666317"/>
                      </a:cubicBezTo>
                      <a:cubicBezTo>
                        <a:pt x="418829" y="666317"/>
                        <a:pt x="416109" y="666317"/>
                        <a:pt x="413389" y="666317"/>
                      </a:cubicBezTo>
                      <a:cubicBezTo>
                        <a:pt x="407950" y="669036"/>
                        <a:pt x="405230" y="669036"/>
                        <a:pt x="399791" y="671756"/>
                      </a:cubicBezTo>
                      <a:cubicBezTo>
                        <a:pt x="394352" y="671756"/>
                        <a:pt x="388913" y="674476"/>
                        <a:pt x="383473" y="674476"/>
                      </a:cubicBezTo>
                      <a:cubicBezTo>
                        <a:pt x="372594" y="674476"/>
                        <a:pt x="358996" y="671756"/>
                        <a:pt x="348118" y="669036"/>
                      </a:cubicBezTo>
                      <a:cubicBezTo>
                        <a:pt x="339959" y="669036"/>
                        <a:pt x="331800" y="669036"/>
                        <a:pt x="326360" y="669036"/>
                      </a:cubicBezTo>
                      <a:cubicBezTo>
                        <a:pt x="304603" y="669036"/>
                        <a:pt x="285565" y="669036"/>
                        <a:pt x="277406" y="669036"/>
                      </a:cubicBezTo>
                      <a:cubicBezTo>
                        <a:pt x="269247" y="669036"/>
                        <a:pt x="258369" y="669036"/>
                        <a:pt x="252930" y="663597"/>
                      </a:cubicBezTo>
                      <a:cubicBezTo>
                        <a:pt x="247490" y="660877"/>
                        <a:pt x="236611" y="655438"/>
                        <a:pt x="236611" y="647279"/>
                      </a:cubicBezTo>
                      <a:cubicBezTo>
                        <a:pt x="236611" y="636401"/>
                        <a:pt x="252930" y="633681"/>
                        <a:pt x="261088" y="630961"/>
                      </a:cubicBezTo>
                      <a:cubicBezTo>
                        <a:pt x="266528" y="630961"/>
                        <a:pt x="274687" y="630961"/>
                        <a:pt x="288285" y="628241"/>
                      </a:cubicBezTo>
                      <a:cubicBezTo>
                        <a:pt x="288285" y="620082"/>
                        <a:pt x="288285" y="614643"/>
                        <a:pt x="285565" y="609204"/>
                      </a:cubicBezTo>
                      <a:cubicBezTo>
                        <a:pt x="285565" y="601045"/>
                        <a:pt x="282846" y="590166"/>
                        <a:pt x="282846" y="582007"/>
                      </a:cubicBezTo>
                      <a:cubicBezTo>
                        <a:pt x="282846" y="576568"/>
                        <a:pt x="280126" y="573848"/>
                        <a:pt x="280126" y="568409"/>
                      </a:cubicBezTo>
                      <a:cubicBezTo>
                        <a:pt x="280126" y="562970"/>
                        <a:pt x="282846" y="557531"/>
                        <a:pt x="282846" y="554811"/>
                      </a:cubicBezTo>
                      <a:cubicBezTo>
                        <a:pt x="282846" y="549371"/>
                        <a:pt x="280126" y="546652"/>
                        <a:pt x="277406" y="538493"/>
                      </a:cubicBezTo>
                      <a:cubicBezTo>
                        <a:pt x="277406" y="527614"/>
                        <a:pt x="271967" y="516736"/>
                        <a:pt x="271967" y="505857"/>
                      </a:cubicBezTo>
                      <a:cubicBezTo>
                        <a:pt x="271967" y="494978"/>
                        <a:pt x="271967" y="486820"/>
                        <a:pt x="269247" y="478660"/>
                      </a:cubicBezTo>
                      <a:cubicBezTo>
                        <a:pt x="266528" y="467782"/>
                        <a:pt x="266528" y="456903"/>
                        <a:pt x="266528" y="446025"/>
                      </a:cubicBezTo>
                      <a:cubicBezTo>
                        <a:pt x="266528" y="440585"/>
                        <a:pt x="263808" y="437866"/>
                        <a:pt x="261088" y="437866"/>
                      </a:cubicBezTo>
                      <a:cubicBezTo>
                        <a:pt x="258369" y="437866"/>
                        <a:pt x="255649" y="437866"/>
                        <a:pt x="250210" y="437866"/>
                      </a:cubicBezTo>
                      <a:cubicBezTo>
                        <a:pt x="239331" y="437866"/>
                        <a:pt x="228452" y="437866"/>
                        <a:pt x="220293" y="440585"/>
                      </a:cubicBezTo>
                      <a:cubicBezTo>
                        <a:pt x="209415" y="440585"/>
                        <a:pt x="201256" y="443305"/>
                        <a:pt x="190377" y="443305"/>
                      </a:cubicBezTo>
                      <a:cubicBezTo>
                        <a:pt x="182218" y="443305"/>
                        <a:pt x="174059" y="443305"/>
                        <a:pt x="165900" y="443305"/>
                      </a:cubicBezTo>
                      <a:cubicBezTo>
                        <a:pt x="163181" y="443305"/>
                        <a:pt x="152302" y="440585"/>
                        <a:pt x="144143" y="440585"/>
                      </a:cubicBezTo>
                      <a:cubicBezTo>
                        <a:pt x="135984" y="440585"/>
                        <a:pt x="135984" y="448744"/>
                        <a:pt x="135984" y="454184"/>
                      </a:cubicBezTo>
                      <a:cubicBezTo>
                        <a:pt x="135984" y="465062"/>
                        <a:pt x="133264" y="475941"/>
                        <a:pt x="130545" y="486820"/>
                      </a:cubicBezTo>
                      <a:cubicBezTo>
                        <a:pt x="127825" y="505857"/>
                        <a:pt x="122386" y="522175"/>
                        <a:pt x="119666" y="541213"/>
                      </a:cubicBezTo>
                      <a:cubicBezTo>
                        <a:pt x="116947" y="560250"/>
                        <a:pt x="108788" y="595606"/>
                        <a:pt x="103348" y="614643"/>
                      </a:cubicBezTo>
                      <a:cubicBezTo>
                        <a:pt x="111507" y="614643"/>
                        <a:pt x="122386" y="614643"/>
                        <a:pt x="133264" y="614643"/>
                      </a:cubicBezTo>
                      <a:cubicBezTo>
                        <a:pt x="146863" y="614643"/>
                        <a:pt x="168620" y="614643"/>
                        <a:pt x="168620" y="630961"/>
                      </a:cubicBezTo>
                      <a:cubicBezTo>
                        <a:pt x="168620" y="639120"/>
                        <a:pt x="165900" y="639120"/>
                        <a:pt x="163181" y="647279"/>
                      </a:cubicBezTo>
                      <a:cubicBezTo>
                        <a:pt x="160461" y="652718"/>
                        <a:pt x="152302" y="655438"/>
                        <a:pt x="146863" y="655438"/>
                      </a:cubicBezTo>
                      <a:cubicBezTo>
                        <a:pt x="138704" y="658158"/>
                        <a:pt x="133264" y="658158"/>
                        <a:pt x="127825" y="658158"/>
                      </a:cubicBezTo>
                      <a:cubicBezTo>
                        <a:pt x="122386" y="658158"/>
                        <a:pt x="116947" y="658158"/>
                        <a:pt x="106068" y="658158"/>
                      </a:cubicBezTo>
                      <a:cubicBezTo>
                        <a:pt x="92468" y="658158"/>
                        <a:pt x="78870" y="658158"/>
                        <a:pt x="62552" y="658158"/>
                      </a:cubicBezTo>
                      <a:cubicBezTo>
                        <a:pt x="54393" y="658158"/>
                        <a:pt x="46234" y="658158"/>
                        <a:pt x="40795" y="658158"/>
                      </a:cubicBezTo>
                      <a:cubicBezTo>
                        <a:pt x="32636" y="658158"/>
                        <a:pt x="21758" y="658158"/>
                        <a:pt x="16318" y="652718"/>
                      </a:cubicBezTo>
                      <a:cubicBezTo>
                        <a:pt x="8159" y="649999"/>
                        <a:pt x="0" y="641840"/>
                        <a:pt x="0" y="636401"/>
                      </a:cubicBezTo>
                      <a:cubicBezTo>
                        <a:pt x="0" y="633681"/>
                        <a:pt x="0" y="630961"/>
                        <a:pt x="2720" y="628241"/>
                      </a:cubicBezTo>
                      <a:cubicBezTo>
                        <a:pt x="8159" y="625522"/>
                        <a:pt x="16318" y="622802"/>
                        <a:pt x="24477" y="620082"/>
                      </a:cubicBezTo>
                      <a:cubicBezTo>
                        <a:pt x="38075" y="617363"/>
                        <a:pt x="48954" y="617363"/>
                        <a:pt x="62552" y="617363"/>
                      </a:cubicBezTo>
                      <a:cubicBezTo>
                        <a:pt x="62552" y="617363"/>
                        <a:pt x="62552" y="614643"/>
                        <a:pt x="62552" y="614643"/>
                      </a:cubicBezTo>
                      <a:cubicBezTo>
                        <a:pt x="62552" y="603765"/>
                        <a:pt x="65272" y="590166"/>
                        <a:pt x="65272" y="587447"/>
                      </a:cubicBezTo>
                      <a:cubicBezTo>
                        <a:pt x="67992" y="565689"/>
                        <a:pt x="73431" y="543932"/>
                        <a:pt x="76151" y="522175"/>
                      </a:cubicBezTo>
                      <a:cubicBezTo>
                        <a:pt x="78870" y="505857"/>
                        <a:pt x="81590" y="486820"/>
                        <a:pt x="87029" y="470501"/>
                      </a:cubicBezTo>
                      <a:cubicBezTo>
                        <a:pt x="87029" y="465062"/>
                        <a:pt x="92468" y="451464"/>
                        <a:pt x="92468" y="446025"/>
                      </a:cubicBezTo>
                      <a:cubicBezTo>
                        <a:pt x="92468" y="437866"/>
                        <a:pt x="73431" y="437866"/>
                        <a:pt x="65272" y="432426"/>
                      </a:cubicBezTo>
                      <a:cubicBezTo>
                        <a:pt x="59833" y="429707"/>
                        <a:pt x="54393" y="426987"/>
                        <a:pt x="54393" y="421548"/>
                      </a:cubicBezTo>
                      <a:cubicBezTo>
                        <a:pt x="54393" y="413389"/>
                        <a:pt x="62552" y="410669"/>
                        <a:pt x="73431" y="407949"/>
                      </a:cubicBezTo>
                      <a:cubicBezTo>
                        <a:pt x="78870" y="407949"/>
                        <a:pt x="92468" y="405230"/>
                        <a:pt x="100629" y="399790"/>
                      </a:cubicBezTo>
                      <a:cubicBezTo>
                        <a:pt x="106068" y="394351"/>
                        <a:pt x="106068" y="378033"/>
                        <a:pt x="108788" y="369874"/>
                      </a:cubicBezTo>
                      <a:cubicBezTo>
                        <a:pt x="114227" y="348117"/>
                        <a:pt x="119666" y="326360"/>
                        <a:pt x="125105" y="307322"/>
                      </a:cubicBezTo>
                      <a:cubicBezTo>
                        <a:pt x="130545" y="285565"/>
                        <a:pt x="135984" y="263808"/>
                        <a:pt x="141423" y="242051"/>
                      </a:cubicBezTo>
                      <a:cubicBezTo>
                        <a:pt x="146863" y="220293"/>
                        <a:pt x="152302" y="198536"/>
                        <a:pt x="155022" y="179498"/>
                      </a:cubicBezTo>
                      <a:cubicBezTo>
                        <a:pt x="157742" y="160461"/>
                        <a:pt x="163181" y="138703"/>
                        <a:pt x="168620" y="119665"/>
                      </a:cubicBezTo>
                      <a:cubicBezTo>
                        <a:pt x="176779" y="100627"/>
                        <a:pt x="182218" y="76150"/>
                        <a:pt x="193097" y="57113"/>
                      </a:cubicBezTo>
                      <a:lnTo>
                        <a:pt x="201256" y="38075"/>
                      </a:lnTo>
                      <a:cubicBezTo>
                        <a:pt x="206695" y="29916"/>
                        <a:pt x="209415" y="19038"/>
                        <a:pt x="217574" y="13598"/>
                      </a:cubicBezTo>
                      <a:cubicBezTo>
                        <a:pt x="231172" y="2720"/>
                        <a:pt x="255649" y="0"/>
                        <a:pt x="274687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48" name="Freeform: Shape 47">
                  <a:extLst>
                    <a:ext uri="{FF2B5EF4-FFF2-40B4-BE49-F238E27FC236}">
                      <a16:creationId xmlns:a16="http://schemas.microsoft.com/office/drawing/2014/main" id="{2594F60D-75A4-8D17-0B8B-A5595834B0B2}"/>
                    </a:ext>
                  </a:extLst>
                </p:cNvPr>
                <p:cNvSpPr/>
                <p:nvPr/>
              </p:nvSpPr>
              <p:spPr>
                <a:xfrm>
                  <a:off x="6876542" y="4244897"/>
                  <a:ext cx="462342" cy="677195"/>
                </a:xfrm>
                <a:custGeom>
                  <a:avLst/>
                  <a:gdLst>
                    <a:gd name="connsiteX0" fmla="*/ 214853 w 462342"/>
                    <a:gd name="connsiteY0" fmla="*/ 65272 h 677195"/>
                    <a:gd name="connsiteX1" fmla="*/ 195815 w 462342"/>
                    <a:gd name="connsiteY1" fmla="*/ 73431 h 677195"/>
                    <a:gd name="connsiteX2" fmla="*/ 193096 w 462342"/>
                    <a:gd name="connsiteY2" fmla="*/ 125105 h 677195"/>
                    <a:gd name="connsiteX3" fmla="*/ 190376 w 462342"/>
                    <a:gd name="connsiteY3" fmla="*/ 280125 h 677195"/>
                    <a:gd name="connsiteX4" fmla="*/ 190376 w 462342"/>
                    <a:gd name="connsiteY4" fmla="*/ 301882 h 677195"/>
                    <a:gd name="connsiteX5" fmla="*/ 193096 w 462342"/>
                    <a:gd name="connsiteY5" fmla="*/ 342677 h 677195"/>
                    <a:gd name="connsiteX6" fmla="*/ 195815 w 462342"/>
                    <a:gd name="connsiteY6" fmla="*/ 397070 h 677195"/>
                    <a:gd name="connsiteX7" fmla="*/ 195815 w 462342"/>
                    <a:gd name="connsiteY7" fmla="*/ 443304 h 677195"/>
                    <a:gd name="connsiteX8" fmla="*/ 195815 w 462342"/>
                    <a:gd name="connsiteY8" fmla="*/ 530333 h 677195"/>
                    <a:gd name="connsiteX9" fmla="*/ 193096 w 462342"/>
                    <a:gd name="connsiteY9" fmla="*/ 554810 h 677195"/>
                    <a:gd name="connsiteX10" fmla="*/ 190376 w 462342"/>
                    <a:gd name="connsiteY10" fmla="*/ 603764 h 677195"/>
                    <a:gd name="connsiteX11" fmla="*/ 198535 w 462342"/>
                    <a:gd name="connsiteY11" fmla="*/ 611923 h 677195"/>
                    <a:gd name="connsiteX12" fmla="*/ 214853 w 462342"/>
                    <a:gd name="connsiteY12" fmla="*/ 611923 h 677195"/>
                    <a:gd name="connsiteX13" fmla="*/ 236610 w 462342"/>
                    <a:gd name="connsiteY13" fmla="*/ 611923 h 677195"/>
                    <a:gd name="connsiteX14" fmla="*/ 263807 w 462342"/>
                    <a:gd name="connsiteY14" fmla="*/ 598325 h 677195"/>
                    <a:gd name="connsiteX15" fmla="*/ 277405 w 462342"/>
                    <a:gd name="connsiteY15" fmla="*/ 592885 h 677195"/>
                    <a:gd name="connsiteX16" fmla="*/ 291004 w 462342"/>
                    <a:gd name="connsiteY16" fmla="*/ 573848 h 677195"/>
                    <a:gd name="connsiteX17" fmla="*/ 307322 w 462342"/>
                    <a:gd name="connsiteY17" fmla="*/ 543931 h 677195"/>
                    <a:gd name="connsiteX18" fmla="*/ 326359 w 462342"/>
                    <a:gd name="connsiteY18" fmla="*/ 481379 h 677195"/>
                    <a:gd name="connsiteX19" fmla="*/ 337238 w 462342"/>
                    <a:gd name="connsiteY19" fmla="*/ 413388 h 677195"/>
                    <a:gd name="connsiteX20" fmla="*/ 337238 w 462342"/>
                    <a:gd name="connsiteY20" fmla="*/ 350836 h 677195"/>
                    <a:gd name="connsiteX21" fmla="*/ 334518 w 462342"/>
                    <a:gd name="connsiteY21" fmla="*/ 296443 h 677195"/>
                    <a:gd name="connsiteX22" fmla="*/ 329079 w 462342"/>
                    <a:gd name="connsiteY22" fmla="*/ 244769 h 677195"/>
                    <a:gd name="connsiteX23" fmla="*/ 307322 w 462342"/>
                    <a:gd name="connsiteY23" fmla="*/ 135983 h 677195"/>
                    <a:gd name="connsiteX24" fmla="*/ 271966 w 462342"/>
                    <a:gd name="connsiteY24" fmla="*/ 78870 h 677195"/>
                    <a:gd name="connsiteX25" fmla="*/ 214853 w 462342"/>
                    <a:gd name="connsiteY25" fmla="*/ 65272 h 677195"/>
                    <a:gd name="connsiteX26" fmla="*/ 114226 w 462342"/>
                    <a:gd name="connsiteY26" fmla="*/ 0 h 677195"/>
                    <a:gd name="connsiteX27" fmla="*/ 127824 w 462342"/>
                    <a:gd name="connsiteY27" fmla="*/ 0 h 677195"/>
                    <a:gd name="connsiteX28" fmla="*/ 146862 w 462342"/>
                    <a:gd name="connsiteY28" fmla="*/ 2720 h 677195"/>
                    <a:gd name="connsiteX29" fmla="*/ 174059 w 462342"/>
                    <a:gd name="connsiteY29" fmla="*/ 21758 h 677195"/>
                    <a:gd name="connsiteX30" fmla="*/ 193096 w 462342"/>
                    <a:gd name="connsiteY30" fmla="*/ 21758 h 677195"/>
                    <a:gd name="connsiteX31" fmla="*/ 261088 w 462342"/>
                    <a:gd name="connsiteY31" fmla="*/ 27197 h 677195"/>
                    <a:gd name="connsiteX32" fmla="*/ 310042 w 462342"/>
                    <a:gd name="connsiteY32" fmla="*/ 35356 h 677195"/>
                    <a:gd name="connsiteX33" fmla="*/ 334518 w 462342"/>
                    <a:gd name="connsiteY33" fmla="*/ 40795 h 677195"/>
                    <a:gd name="connsiteX34" fmla="*/ 356276 w 462342"/>
                    <a:gd name="connsiteY34" fmla="*/ 59833 h 677195"/>
                    <a:gd name="connsiteX35" fmla="*/ 372593 w 462342"/>
                    <a:gd name="connsiteY35" fmla="*/ 76151 h 677195"/>
                    <a:gd name="connsiteX36" fmla="*/ 380752 w 462342"/>
                    <a:gd name="connsiteY36" fmla="*/ 95188 h 677195"/>
                    <a:gd name="connsiteX37" fmla="*/ 405230 w 462342"/>
                    <a:gd name="connsiteY37" fmla="*/ 114226 h 677195"/>
                    <a:gd name="connsiteX38" fmla="*/ 416108 w 462342"/>
                    <a:gd name="connsiteY38" fmla="*/ 141422 h 677195"/>
                    <a:gd name="connsiteX39" fmla="*/ 451464 w 462342"/>
                    <a:gd name="connsiteY39" fmla="*/ 201256 h 677195"/>
                    <a:gd name="connsiteX40" fmla="*/ 456903 w 462342"/>
                    <a:gd name="connsiteY40" fmla="*/ 252929 h 677195"/>
                    <a:gd name="connsiteX41" fmla="*/ 456903 w 462342"/>
                    <a:gd name="connsiteY41" fmla="*/ 291004 h 677195"/>
                    <a:gd name="connsiteX42" fmla="*/ 459623 w 462342"/>
                    <a:gd name="connsiteY42" fmla="*/ 318201 h 677195"/>
                    <a:gd name="connsiteX43" fmla="*/ 459623 w 462342"/>
                    <a:gd name="connsiteY43" fmla="*/ 326360 h 677195"/>
                    <a:gd name="connsiteX44" fmla="*/ 459623 w 462342"/>
                    <a:gd name="connsiteY44" fmla="*/ 348117 h 677195"/>
                    <a:gd name="connsiteX45" fmla="*/ 462342 w 462342"/>
                    <a:gd name="connsiteY45" fmla="*/ 367155 h 677195"/>
                    <a:gd name="connsiteX46" fmla="*/ 456903 w 462342"/>
                    <a:gd name="connsiteY46" fmla="*/ 391632 h 677195"/>
                    <a:gd name="connsiteX47" fmla="*/ 456903 w 462342"/>
                    <a:gd name="connsiteY47" fmla="*/ 418828 h 677195"/>
                    <a:gd name="connsiteX48" fmla="*/ 451464 w 462342"/>
                    <a:gd name="connsiteY48" fmla="*/ 437866 h 677195"/>
                    <a:gd name="connsiteX49" fmla="*/ 446025 w 462342"/>
                    <a:gd name="connsiteY49" fmla="*/ 454184 h 677195"/>
                    <a:gd name="connsiteX50" fmla="*/ 440585 w 462342"/>
                    <a:gd name="connsiteY50" fmla="*/ 481380 h 677195"/>
                    <a:gd name="connsiteX51" fmla="*/ 432426 w 462342"/>
                    <a:gd name="connsiteY51" fmla="*/ 508577 h 677195"/>
                    <a:gd name="connsiteX52" fmla="*/ 418828 w 462342"/>
                    <a:gd name="connsiteY52" fmla="*/ 530334 h 677195"/>
                    <a:gd name="connsiteX53" fmla="*/ 410669 w 462342"/>
                    <a:gd name="connsiteY53" fmla="*/ 549371 h 677195"/>
                    <a:gd name="connsiteX54" fmla="*/ 391631 w 462342"/>
                    <a:gd name="connsiteY54" fmla="*/ 579288 h 677195"/>
                    <a:gd name="connsiteX55" fmla="*/ 337238 w 462342"/>
                    <a:gd name="connsiteY55" fmla="*/ 630961 h 677195"/>
                    <a:gd name="connsiteX56" fmla="*/ 301883 w 462342"/>
                    <a:gd name="connsiteY56" fmla="*/ 647279 h 677195"/>
                    <a:gd name="connsiteX57" fmla="*/ 263807 w 462342"/>
                    <a:gd name="connsiteY57" fmla="*/ 652718 h 677195"/>
                    <a:gd name="connsiteX58" fmla="*/ 233891 w 462342"/>
                    <a:gd name="connsiteY58" fmla="*/ 649999 h 677195"/>
                    <a:gd name="connsiteX59" fmla="*/ 187657 w 462342"/>
                    <a:gd name="connsiteY59" fmla="*/ 652718 h 677195"/>
                    <a:gd name="connsiteX60" fmla="*/ 171339 w 462342"/>
                    <a:gd name="connsiteY60" fmla="*/ 669036 h 677195"/>
                    <a:gd name="connsiteX61" fmla="*/ 155021 w 462342"/>
                    <a:gd name="connsiteY61" fmla="*/ 671756 h 677195"/>
                    <a:gd name="connsiteX62" fmla="*/ 138703 w 462342"/>
                    <a:gd name="connsiteY62" fmla="*/ 674476 h 677195"/>
                    <a:gd name="connsiteX63" fmla="*/ 125105 w 462342"/>
                    <a:gd name="connsiteY63" fmla="*/ 677195 h 677195"/>
                    <a:gd name="connsiteX64" fmla="*/ 106067 w 462342"/>
                    <a:gd name="connsiteY64" fmla="*/ 671756 h 677195"/>
                    <a:gd name="connsiteX65" fmla="*/ 87029 w 462342"/>
                    <a:gd name="connsiteY65" fmla="*/ 658158 h 677195"/>
                    <a:gd name="connsiteX66" fmla="*/ 81590 w 462342"/>
                    <a:gd name="connsiteY66" fmla="*/ 652718 h 677195"/>
                    <a:gd name="connsiteX67" fmla="*/ 67992 w 462342"/>
                    <a:gd name="connsiteY67" fmla="*/ 652718 h 677195"/>
                    <a:gd name="connsiteX68" fmla="*/ 43515 w 462342"/>
                    <a:gd name="connsiteY68" fmla="*/ 652718 h 677195"/>
                    <a:gd name="connsiteX69" fmla="*/ 16318 w 462342"/>
                    <a:gd name="connsiteY69" fmla="*/ 647279 h 677195"/>
                    <a:gd name="connsiteX70" fmla="*/ 0 w 462342"/>
                    <a:gd name="connsiteY70" fmla="*/ 630961 h 677195"/>
                    <a:gd name="connsiteX71" fmla="*/ 5439 w 462342"/>
                    <a:gd name="connsiteY71" fmla="*/ 620083 h 677195"/>
                    <a:gd name="connsiteX72" fmla="*/ 27197 w 462342"/>
                    <a:gd name="connsiteY72" fmla="*/ 611924 h 677195"/>
                    <a:gd name="connsiteX73" fmla="*/ 65272 w 462342"/>
                    <a:gd name="connsiteY73" fmla="*/ 609204 h 677195"/>
                    <a:gd name="connsiteX74" fmla="*/ 65272 w 462342"/>
                    <a:gd name="connsiteY74" fmla="*/ 584727 h 677195"/>
                    <a:gd name="connsiteX75" fmla="*/ 62552 w 462342"/>
                    <a:gd name="connsiteY75" fmla="*/ 456903 h 677195"/>
                    <a:gd name="connsiteX76" fmla="*/ 65272 w 462342"/>
                    <a:gd name="connsiteY76" fmla="*/ 337238 h 677195"/>
                    <a:gd name="connsiteX77" fmla="*/ 67992 w 462342"/>
                    <a:gd name="connsiteY77" fmla="*/ 203975 h 677195"/>
                    <a:gd name="connsiteX78" fmla="*/ 70712 w 462342"/>
                    <a:gd name="connsiteY78" fmla="*/ 119665 h 677195"/>
                    <a:gd name="connsiteX79" fmla="*/ 73431 w 462342"/>
                    <a:gd name="connsiteY79" fmla="*/ 67992 h 677195"/>
                    <a:gd name="connsiteX80" fmla="*/ 67992 w 462342"/>
                    <a:gd name="connsiteY80" fmla="*/ 67992 h 677195"/>
                    <a:gd name="connsiteX81" fmla="*/ 43515 w 462342"/>
                    <a:gd name="connsiteY81" fmla="*/ 67992 h 677195"/>
                    <a:gd name="connsiteX82" fmla="*/ 16318 w 462342"/>
                    <a:gd name="connsiteY82" fmla="*/ 62552 h 677195"/>
                    <a:gd name="connsiteX83" fmla="*/ 0 w 462342"/>
                    <a:gd name="connsiteY83" fmla="*/ 46234 h 677195"/>
                    <a:gd name="connsiteX84" fmla="*/ 5439 w 462342"/>
                    <a:gd name="connsiteY84" fmla="*/ 35356 h 677195"/>
                    <a:gd name="connsiteX85" fmla="*/ 27197 w 462342"/>
                    <a:gd name="connsiteY85" fmla="*/ 27197 h 677195"/>
                    <a:gd name="connsiteX86" fmla="*/ 76151 w 462342"/>
                    <a:gd name="connsiteY86" fmla="*/ 21758 h 677195"/>
                    <a:gd name="connsiteX87" fmla="*/ 81590 w 462342"/>
                    <a:gd name="connsiteY87" fmla="*/ 13598 h 677195"/>
                    <a:gd name="connsiteX88" fmla="*/ 97908 w 462342"/>
                    <a:gd name="connsiteY88" fmla="*/ 5439 h 677195"/>
                    <a:gd name="connsiteX89" fmla="*/ 114226 w 462342"/>
                    <a:gd name="connsiteY89" fmla="*/ 0 h 6771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</a:cxnLst>
                  <a:rect l="l" t="t" r="r" b="b"/>
                  <a:pathLst>
                    <a:path w="462342" h="677195">
                      <a:moveTo>
                        <a:pt x="214853" y="65272"/>
                      </a:moveTo>
                      <a:cubicBezTo>
                        <a:pt x="203975" y="65272"/>
                        <a:pt x="195815" y="67992"/>
                        <a:pt x="195815" y="73431"/>
                      </a:cubicBezTo>
                      <a:cubicBezTo>
                        <a:pt x="193096" y="78870"/>
                        <a:pt x="193096" y="100628"/>
                        <a:pt x="193096" y="125105"/>
                      </a:cubicBezTo>
                      <a:cubicBezTo>
                        <a:pt x="193096" y="182217"/>
                        <a:pt x="193096" y="266527"/>
                        <a:pt x="190376" y="280125"/>
                      </a:cubicBezTo>
                      <a:cubicBezTo>
                        <a:pt x="190376" y="288284"/>
                        <a:pt x="190376" y="293723"/>
                        <a:pt x="190376" y="301882"/>
                      </a:cubicBezTo>
                      <a:cubicBezTo>
                        <a:pt x="190376" y="315480"/>
                        <a:pt x="190376" y="329079"/>
                        <a:pt x="193096" y="342677"/>
                      </a:cubicBezTo>
                      <a:cubicBezTo>
                        <a:pt x="193096" y="361715"/>
                        <a:pt x="193096" y="378033"/>
                        <a:pt x="195815" y="397070"/>
                      </a:cubicBezTo>
                      <a:cubicBezTo>
                        <a:pt x="195815" y="413388"/>
                        <a:pt x="195815" y="426986"/>
                        <a:pt x="195815" y="443304"/>
                      </a:cubicBezTo>
                      <a:cubicBezTo>
                        <a:pt x="195815" y="465061"/>
                        <a:pt x="198535" y="508576"/>
                        <a:pt x="195815" y="530333"/>
                      </a:cubicBezTo>
                      <a:cubicBezTo>
                        <a:pt x="195815" y="538492"/>
                        <a:pt x="193096" y="546651"/>
                        <a:pt x="193096" y="554810"/>
                      </a:cubicBezTo>
                      <a:cubicBezTo>
                        <a:pt x="193096" y="560249"/>
                        <a:pt x="190376" y="590166"/>
                        <a:pt x="190376" y="603764"/>
                      </a:cubicBezTo>
                      <a:cubicBezTo>
                        <a:pt x="190376" y="609203"/>
                        <a:pt x="190376" y="611923"/>
                        <a:pt x="198535" y="611923"/>
                      </a:cubicBezTo>
                      <a:cubicBezTo>
                        <a:pt x="206694" y="611923"/>
                        <a:pt x="209414" y="611923"/>
                        <a:pt x="214853" y="611923"/>
                      </a:cubicBezTo>
                      <a:cubicBezTo>
                        <a:pt x="223012" y="611923"/>
                        <a:pt x="220293" y="611923"/>
                        <a:pt x="236610" y="611923"/>
                      </a:cubicBezTo>
                      <a:cubicBezTo>
                        <a:pt x="242050" y="611923"/>
                        <a:pt x="258368" y="601044"/>
                        <a:pt x="263807" y="598325"/>
                      </a:cubicBezTo>
                      <a:cubicBezTo>
                        <a:pt x="266527" y="598325"/>
                        <a:pt x="274686" y="592885"/>
                        <a:pt x="277405" y="592885"/>
                      </a:cubicBezTo>
                      <a:cubicBezTo>
                        <a:pt x="285564" y="587446"/>
                        <a:pt x="288284" y="579287"/>
                        <a:pt x="291004" y="573848"/>
                      </a:cubicBezTo>
                      <a:cubicBezTo>
                        <a:pt x="296443" y="562969"/>
                        <a:pt x="301882" y="554810"/>
                        <a:pt x="307322" y="543931"/>
                      </a:cubicBezTo>
                      <a:cubicBezTo>
                        <a:pt x="315481" y="524894"/>
                        <a:pt x="320920" y="524894"/>
                        <a:pt x="326359" y="481379"/>
                      </a:cubicBezTo>
                      <a:cubicBezTo>
                        <a:pt x="329079" y="456903"/>
                        <a:pt x="334518" y="435145"/>
                        <a:pt x="337238" y="413388"/>
                      </a:cubicBezTo>
                      <a:cubicBezTo>
                        <a:pt x="337238" y="391631"/>
                        <a:pt x="337238" y="369873"/>
                        <a:pt x="337238" y="350836"/>
                      </a:cubicBezTo>
                      <a:cubicBezTo>
                        <a:pt x="337238" y="339957"/>
                        <a:pt x="337238" y="320920"/>
                        <a:pt x="334518" y="296443"/>
                      </a:cubicBezTo>
                      <a:cubicBezTo>
                        <a:pt x="331798" y="269246"/>
                        <a:pt x="329079" y="250209"/>
                        <a:pt x="329079" y="244769"/>
                      </a:cubicBezTo>
                      <a:cubicBezTo>
                        <a:pt x="323640" y="206694"/>
                        <a:pt x="318200" y="174058"/>
                        <a:pt x="307322" y="135983"/>
                      </a:cubicBezTo>
                      <a:cubicBezTo>
                        <a:pt x="304602" y="125105"/>
                        <a:pt x="304602" y="108787"/>
                        <a:pt x="271966" y="78870"/>
                      </a:cubicBezTo>
                      <a:cubicBezTo>
                        <a:pt x="263807" y="73431"/>
                        <a:pt x="233891" y="65272"/>
                        <a:pt x="214853" y="65272"/>
                      </a:cubicBezTo>
                      <a:close/>
                      <a:moveTo>
                        <a:pt x="114226" y="0"/>
                      </a:moveTo>
                      <a:cubicBezTo>
                        <a:pt x="119665" y="0"/>
                        <a:pt x="125105" y="0"/>
                        <a:pt x="127824" y="0"/>
                      </a:cubicBezTo>
                      <a:cubicBezTo>
                        <a:pt x="133264" y="0"/>
                        <a:pt x="141422" y="0"/>
                        <a:pt x="146862" y="2720"/>
                      </a:cubicBezTo>
                      <a:cubicBezTo>
                        <a:pt x="157741" y="5439"/>
                        <a:pt x="165900" y="13598"/>
                        <a:pt x="174059" y="21758"/>
                      </a:cubicBezTo>
                      <a:cubicBezTo>
                        <a:pt x="179498" y="21758"/>
                        <a:pt x="187657" y="21758"/>
                        <a:pt x="193096" y="21758"/>
                      </a:cubicBezTo>
                      <a:cubicBezTo>
                        <a:pt x="212134" y="21758"/>
                        <a:pt x="228452" y="27197"/>
                        <a:pt x="261088" y="27197"/>
                      </a:cubicBezTo>
                      <a:cubicBezTo>
                        <a:pt x="277405" y="27197"/>
                        <a:pt x="293723" y="35356"/>
                        <a:pt x="310042" y="35356"/>
                      </a:cubicBezTo>
                      <a:cubicBezTo>
                        <a:pt x="318200" y="35356"/>
                        <a:pt x="329079" y="35356"/>
                        <a:pt x="334518" y="40795"/>
                      </a:cubicBezTo>
                      <a:cubicBezTo>
                        <a:pt x="342677" y="46234"/>
                        <a:pt x="348117" y="54393"/>
                        <a:pt x="356276" y="59833"/>
                      </a:cubicBezTo>
                      <a:cubicBezTo>
                        <a:pt x="361715" y="65272"/>
                        <a:pt x="369874" y="67992"/>
                        <a:pt x="372593" y="76151"/>
                      </a:cubicBezTo>
                      <a:cubicBezTo>
                        <a:pt x="375313" y="81590"/>
                        <a:pt x="378033" y="89749"/>
                        <a:pt x="380752" y="95188"/>
                      </a:cubicBezTo>
                      <a:cubicBezTo>
                        <a:pt x="386192" y="103347"/>
                        <a:pt x="391631" y="106067"/>
                        <a:pt x="405230" y="114226"/>
                      </a:cubicBezTo>
                      <a:cubicBezTo>
                        <a:pt x="413388" y="119665"/>
                        <a:pt x="410669" y="133263"/>
                        <a:pt x="416108" y="141422"/>
                      </a:cubicBezTo>
                      <a:cubicBezTo>
                        <a:pt x="426987" y="160461"/>
                        <a:pt x="446025" y="182218"/>
                        <a:pt x="451464" y="201256"/>
                      </a:cubicBezTo>
                      <a:cubicBezTo>
                        <a:pt x="456903" y="220293"/>
                        <a:pt x="456903" y="236611"/>
                        <a:pt x="456903" y="252929"/>
                      </a:cubicBezTo>
                      <a:cubicBezTo>
                        <a:pt x="456903" y="266527"/>
                        <a:pt x="456903" y="277406"/>
                        <a:pt x="456903" y="291004"/>
                      </a:cubicBezTo>
                      <a:cubicBezTo>
                        <a:pt x="456903" y="299163"/>
                        <a:pt x="456903" y="307322"/>
                        <a:pt x="459623" y="318201"/>
                      </a:cubicBezTo>
                      <a:cubicBezTo>
                        <a:pt x="459623" y="320921"/>
                        <a:pt x="459623" y="323640"/>
                        <a:pt x="459623" y="326360"/>
                      </a:cubicBezTo>
                      <a:cubicBezTo>
                        <a:pt x="462342" y="331799"/>
                        <a:pt x="459623" y="337238"/>
                        <a:pt x="459623" y="348117"/>
                      </a:cubicBezTo>
                      <a:cubicBezTo>
                        <a:pt x="459623" y="350837"/>
                        <a:pt x="462342" y="361715"/>
                        <a:pt x="462342" y="367155"/>
                      </a:cubicBezTo>
                      <a:cubicBezTo>
                        <a:pt x="462342" y="375314"/>
                        <a:pt x="456903" y="383473"/>
                        <a:pt x="456903" y="391632"/>
                      </a:cubicBezTo>
                      <a:cubicBezTo>
                        <a:pt x="456903" y="399790"/>
                        <a:pt x="456903" y="410669"/>
                        <a:pt x="456903" y="418828"/>
                      </a:cubicBezTo>
                      <a:cubicBezTo>
                        <a:pt x="456903" y="421548"/>
                        <a:pt x="454183" y="429707"/>
                        <a:pt x="451464" y="437866"/>
                      </a:cubicBezTo>
                      <a:cubicBezTo>
                        <a:pt x="448744" y="443305"/>
                        <a:pt x="448744" y="451464"/>
                        <a:pt x="446025" y="454184"/>
                      </a:cubicBezTo>
                      <a:cubicBezTo>
                        <a:pt x="443305" y="462343"/>
                        <a:pt x="440585" y="473221"/>
                        <a:pt x="440585" y="481380"/>
                      </a:cubicBezTo>
                      <a:cubicBezTo>
                        <a:pt x="437865" y="489539"/>
                        <a:pt x="437865" y="500418"/>
                        <a:pt x="432426" y="508577"/>
                      </a:cubicBezTo>
                      <a:cubicBezTo>
                        <a:pt x="429706" y="516736"/>
                        <a:pt x="424267" y="522175"/>
                        <a:pt x="418828" y="530334"/>
                      </a:cubicBezTo>
                      <a:cubicBezTo>
                        <a:pt x="416108" y="535773"/>
                        <a:pt x="413388" y="543932"/>
                        <a:pt x="410669" y="549371"/>
                      </a:cubicBezTo>
                      <a:cubicBezTo>
                        <a:pt x="405230" y="557531"/>
                        <a:pt x="397071" y="573848"/>
                        <a:pt x="391631" y="579288"/>
                      </a:cubicBezTo>
                      <a:cubicBezTo>
                        <a:pt x="369874" y="609204"/>
                        <a:pt x="350836" y="620083"/>
                        <a:pt x="337238" y="630961"/>
                      </a:cubicBezTo>
                      <a:cubicBezTo>
                        <a:pt x="326359" y="639120"/>
                        <a:pt x="315481" y="641840"/>
                        <a:pt x="301883" y="647279"/>
                      </a:cubicBezTo>
                      <a:cubicBezTo>
                        <a:pt x="291004" y="649999"/>
                        <a:pt x="277405" y="652718"/>
                        <a:pt x="263807" y="652718"/>
                      </a:cubicBezTo>
                      <a:cubicBezTo>
                        <a:pt x="252929" y="652718"/>
                        <a:pt x="244770" y="649999"/>
                        <a:pt x="233891" y="649999"/>
                      </a:cubicBezTo>
                      <a:cubicBezTo>
                        <a:pt x="206694" y="649999"/>
                        <a:pt x="217573" y="652718"/>
                        <a:pt x="187657" y="652718"/>
                      </a:cubicBezTo>
                      <a:cubicBezTo>
                        <a:pt x="184937" y="660877"/>
                        <a:pt x="179498" y="666317"/>
                        <a:pt x="171339" y="669036"/>
                      </a:cubicBezTo>
                      <a:cubicBezTo>
                        <a:pt x="165900" y="671756"/>
                        <a:pt x="160460" y="671756"/>
                        <a:pt x="155021" y="671756"/>
                      </a:cubicBezTo>
                      <a:cubicBezTo>
                        <a:pt x="149581" y="671756"/>
                        <a:pt x="144142" y="674476"/>
                        <a:pt x="138703" y="674476"/>
                      </a:cubicBezTo>
                      <a:cubicBezTo>
                        <a:pt x="135983" y="674476"/>
                        <a:pt x="127824" y="677195"/>
                        <a:pt x="125105" y="677195"/>
                      </a:cubicBezTo>
                      <a:cubicBezTo>
                        <a:pt x="116946" y="677195"/>
                        <a:pt x="108787" y="671756"/>
                        <a:pt x="106067" y="671756"/>
                      </a:cubicBezTo>
                      <a:cubicBezTo>
                        <a:pt x="100628" y="669036"/>
                        <a:pt x="95188" y="663597"/>
                        <a:pt x="87029" y="658158"/>
                      </a:cubicBezTo>
                      <a:cubicBezTo>
                        <a:pt x="84310" y="655438"/>
                        <a:pt x="81590" y="655438"/>
                        <a:pt x="81590" y="652718"/>
                      </a:cubicBezTo>
                      <a:cubicBezTo>
                        <a:pt x="73431" y="652718"/>
                        <a:pt x="81590" y="652718"/>
                        <a:pt x="67992" y="652718"/>
                      </a:cubicBezTo>
                      <a:cubicBezTo>
                        <a:pt x="59833" y="652718"/>
                        <a:pt x="51674" y="652718"/>
                        <a:pt x="43515" y="652718"/>
                      </a:cubicBezTo>
                      <a:cubicBezTo>
                        <a:pt x="35356" y="652718"/>
                        <a:pt x="24477" y="652718"/>
                        <a:pt x="16318" y="647279"/>
                      </a:cubicBezTo>
                      <a:cubicBezTo>
                        <a:pt x="8159" y="644559"/>
                        <a:pt x="0" y="636401"/>
                        <a:pt x="0" y="630961"/>
                      </a:cubicBezTo>
                      <a:cubicBezTo>
                        <a:pt x="0" y="625522"/>
                        <a:pt x="0" y="622802"/>
                        <a:pt x="5439" y="620083"/>
                      </a:cubicBezTo>
                      <a:cubicBezTo>
                        <a:pt x="10879" y="617363"/>
                        <a:pt x="21758" y="614643"/>
                        <a:pt x="27197" y="611924"/>
                      </a:cubicBezTo>
                      <a:cubicBezTo>
                        <a:pt x="38076" y="609204"/>
                        <a:pt x="54393" y="609204"/>
                        <a:pt x="65272" y="609204"/>
                      </a:cubicBezTo>
                      <a:cubicBezTo>
                        <a:pt x="65272" y="601045"/>
                        <a:pt x="65272" y="592886"/>
                        <a:pt x="65272" y="584727"/>
                      </a:cubicBezTo>
                      <a:cubicBezTo>
                        <a:pt x="65272" y="541213"/>
                        <a:pt x="62552" y="500418"/>
                        <a:pt x="62552" y="456903"/>
                      </a:cubicBezTo>
                      <a:cubicBezTo>
                        <a:pt x="62552" y="440585"/>
                        <a:pt x="65272" y="397071"/>
                        <a:pt x="65272" y="337238"/>
                      </a:cubicBezTo>
                      <a:cubicBezTo>
                        <a:pt x="65272" y="293724"/>
                        <a:pt x="67992" y="247490"/>
                        <a:pt x="67992" y="203975"/>
                      </a:cubicBezTo>
                      <a:cubicBezTo>
                        <a:pt x="67992" y="179498"/>
                        <a:pt x="67992" y="149582"/>
                        <a:pt x="70712" y="119665"/>
                      </a:cubicBezTo>
                      <a:cubicBezTo>
                        <a:pt x="70712" y="103347"/>
                        <a:pt x="73431" y="84309"/>
                        <a:pt x="73431" y="67992"/>
                      </a:cubicBezTo>
                      <a:cubicBezTo>
                        <a:pt x="73431" y="67992"/>
                        <a:pt x="70712" y="67992"/>
                        <a:pt x="67992" y="67992"/>
                      </a:cubicBezTo>
                      <a:cubicBezTo>
                        <a:pt x="59833" y="67992"/>
                        <a:pt x="51674" y="67992"/>
                        <a:pt x="43515" y="67992"/>
                      </a:cubicBezTo>
                      <a:cubicBezTo>
                        <a:pt x="35356" y="67992"/>
                        <a:pt x="24477" y="67992"/>
                        <a:pt x="16318" y="62552"/>
                      </a:cubicBezTo>
                      <a:cubicBezTo>
                        <a:pt x="8159" y="59833"/>
                        <a:pt x="0" y="51674"/>
                        <a:pt x="0" y="46234"/>
                      </a:cubicBezTo>
                      <a:cubicBezTo>
                        <a:pt x="0" y="43515"/>
                        <a:pt x="0" y="38075"/>
                        <a:pt x="5439" y="35356"/>
                      </a:cubicBezTo>
                      <a:cubicBezTo>
                        <a:pt x="10879" y="32636"/>
                        <a:pt x="21758" y="29916"/>
                        <a:pt x="27197" y="27197"/>
                      </a:cubicBezTo>
                      <a:cubicBezTo>
                        <a:pt x="46234" y="24477"/>
                        <a:pt x="65272" y="21758"/>
                        <a:pt x="76151" y="21758"/>
                      </a:cubicBezTo>
                      <a:cubicBezTo>
                        <a:pt x="76151" y="19038"/>
                        <a:pt x="78871" y="16318"/>
                        <a:pt x="81590" y="13598"/>
                      </a:cubicBezTo>
                      <a:cubicBezTo>
                        <a:pt x="84310" y="10879"/>
                        <a:pt x="92469" y="5439"/>
                        <a:pt x="97908" y="5439"/>
                      </a:cubicBezTo>
                      <a:cubicBezTo>
                        <a:pt x="103347" y="2720"/>
                        <a:pt x="108787" y="0"/>
                        <a:pt x="114226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49" name="Freeform: Shape 48">
                  <a:extLst>
                    <a:ext uri="{FF2B5EF4-FFF2-40B4-BE49-F238E27FC236}">
                      <a16:creationId xmlns:a16="http://schemas.microsoft.com/office/drawing/2014/main" id="{36B55246-7D66-3AD0-45E2-BF7827664401}"/>
                    </a:ext>
                  </a:extLst>
                </p:cNvPr>
                <p:cNvSpPr/>
                <p:nvPr/>
              </p:nvSpPr>
              <p:spPr>
                <a:xfrm>
                  <a:off x="7310622" y="4197597"/>
                  <a:ext cx="489539" cy="761503"/>
                </a:xfrm>
                <a:custGeom>
                  <a:avLst/>
                  <a:gdLst>
                    <a:gd name="connsiteX0" fmla="*/ 433491 w 489538"/>
                    <a:gd name="connsiteY0" fmla="*/ 651063 h 761503"/>
                    <a:gd name="connsiteX1" fmla="*/ 438930 w 489538"/>
                    <a:gd name="connsiteY1" fmla="*/ 661942 h 761503"/>
                    <a:gd name="connsiteX2" fmla="*/ 425332 w 489538"/>
                    <a:gd name="connsiteY2" fmla="*/ 683699 h 761503"/>
                    <a:gd name="connsiteX3" fmla="*/ 400855 w 489538"/>
                    <a:gd name="connsiteY3" fmla="*/ 691858 h 761503"/>
                    <a:gd name="connsiteX4" fmla="*/ 343742 w 489538"/>
                    <a:gd name="connsiteY4" fmla="*/ 700017 h 761503"/>
                    <a:gd name="connsiteX5" fmla="*/ 316546 w 489538"/>
                    <a:gd name="connsiteY5" fmla="*/ 705456 h 761503"/>
                    <a:gd name="connsiteX6" fmla="*/ 275751 w 489538"/>
                    <a:gd name="connsiteY6" fmla="*/ 705456 h 761503"/>
                    <a:gd name="connsiteX7" fmla="*/ 264872 w 489538"/>
                    <a:gd name="connsiteY7" fmla="*/ 708176 h 761503"/>
                    <a:gd name="connsiteX8" fmla="*/ 253994 w 489538"/>
                    <a:gd name="connsiteY8" fmla="*/ 708176 h 761503"/>
                    <a:gd name="connsiteX9" fmla="*/ 240395 w 489538"/>
                    <a:gd name="connsiteY9" fmla="*/ 719054 h 761503"/>
                    <a:gd name="connsiteX10" fmla="*/ 224077 w 489538"/>
                    <a:gd name="connsiteY10" fmla="*/ 721774 h 761503"/>
                    <a:gd name="connsiteX11" fmla="*/ 205040 w 489538"/>
                    <a:gd name="connsiteY11" fmla="*/ 724494 h 761503"/>
                    <a:gd name="connsiteX12" fmla="*/ 191441 w 489538"/>
                    <a:gd name="connsiteY12" fmla="*/ 727213 h 761503"/>
                    <a:gd name="connsiteX13" fmla="*/ 169684 w 489538"/>
                    <a:gd name="connsiteY13" fmla="*/ 721774 h 761503"/>
                    <a:gd name="connsiteX14" fmla="*/ 150646 w 489538"/>
                    <a:gd name="connsiteY14" fmla="*/ 708176 h 761503"/>
                    <a:gd name="connsiteX15" fmla="*/ 139768 w 489538"/>
                    <a:gd name="connsiteY15" fmla="*/ 708176 h 761503"/>
                    <a:gd name="connsiteX16" fmla="*/ 120730 w 489538"/>
                    <a:gd name="connsiteY16" fmla="*/ 708176 h 761503"/>
                    <a:gd name="connsiteX17" fmla="*/ 98973 w 489538"/>
                    <a:gd name="connsiteY17" fmla="*/ 708176 h 761503"/>
                    <a:gd name="connsiteX18" fmla="*/ 74496 w 489538"/>
                    <a:gd name="connsiteY18" fmla="*/ 702736 h 761503"/>
                    <a:gd name="connsiteX19" fmla="*/ 58178 w 489538"/>
                    <a:gd name="connsiteY19" fmla="*/ 683699 h 761503"/>
                    <a:gd name="connsiteX20" fmla="*/ 63617 w 489538"/>
                    <a:gd name="connsiteY20" fmla="*/ 675540 h 761503"/>
                    <a:gd name="connsiteX21" fmla="*/ 85375 w 489538"/>
                    <a:gd name="connsiteY21" fmla="*/ 667381 h 761503"/>
                    <a:gd name="connsiteX22" fmla="*/ 128889 w 489538"/>
                    <a:gd name="connsiteY22" fmla="*/ 661942 h 761503"/>
                    <a:gd name="connsiteX23" fmla="*/ 128889 w 489538"/>
                    <a:gd name="connsiteY23" fmla="*/ 602109 h 761503"/>
                    <a:gd name="connsiteX24" fmla="*/ 126170 w 489538"/>
                    <a:gd name="connsiteY24" fmla="*/ 523239 h 761503"/>
                    <a:gd name="connsiteX25" fmla="*/ 126170 w 489538"/>
                    <a:gd name="connsiteY25" fmla="*/ 468846 h 761503"/>
                    <a:gd name="connsiteX26" fmla="*/ 123450 w 489538"/>
                    <a:gd name="connsiteY26" fmla="*/ 409014 h 761503"/>
                    <a:gd name="connsiteX27" fmla="*/ 123450 w 489538"/>
                    <a:gd name="connsiteY27" fmla="*/ 384537 h 761503"/>
                    <a:gd name="connsiteX28" fmla="*/ 126170 w 489538"/>
                    <a:gd name="connsiteY28" fmla="*/ 349181 h 761503"/>
                    <a:gd name="connsiteX29" fmla="*/ 126170 w 489538"/>
                    <a:gd name="connsiteY29" fmla="*/ 324704 h 761503"/>
                    <a:gd name="connsiteX30" fmla="*/ 128889 w 489538"/>
                    <a:gd name="connsiteY30" fmla="*/ 292068 h 761503"/>
                    <a:gd name="connsiteX31" fmla="*/ 134329 w 489538"/>
                    <a:gd name="connsiteY31" fmla="*/ 234956 h 761503"/>
                    <a:gd name="connsiteX32" fmla="*/ 134329 w 489538"/>
                    <a:gd name="connsiteY32" fmla="*/ 172404 h 761503"/>
                    <a:gd name="connsiteX33" fmla="*/ 137048 w 489538"/>
                    <a:gd name="connsiteY33" fmla="*/ 123450 h 761503"/>
                    <a:gd name="connsiteX34" fmla="*/ 123450 w 489538"/>
                    <a:gd name="connsiteY34" fmla="*/ 123450 h 761503"/>
                    <a:gd name="connsiteX35" fmla="*/ 101693 w 489538"/>
                    <a:gd name="connsiteY35" fmla="*/ 123450 h 761503"/>
                    <a:gd name="connsiteX36" fmla="*/ 77216 w 489538"/>
                    <a:gd name="connsiteY36" fmla="*/ 118011 h 761503"/>
                    <a:gd name="connsiteX37" fmla="*/ 60898 w 489538"/>
                    <a:gd name="connsiteY37" fmla="*/ 98973 h 761503"/>
                    <a:gd name="connsiteX38" fmla="*/ 66337 w 489538"/>
                    <a:gd name="connsiteY38" fmla="*/ 90814 h 761503"/>
                    <a:gd name="connsiteX39" fmla="*/ 88094 w 489538"/>
                    <a:gd name="connsiteY39" fmla="*/ 82655 h 761503"/>
                    <a:gd name="connsiteX40" fmla="*/ 145207 w 489538"/>
                    <a:gd name="connsiteY40" fmla="*/ 77216 h 761503"/>
                    <a:gd name="connsiteX41" fmla="*/ 145207 w 489538"/>
                    <a:gd name="connsiteY41" fmla="*/ 77216 h 761503"/>
                    <a:gd name="connsiteX42" fmla="*/ 153366 w 489538"/>
                    <a:gd name="connsiteY42" fmla="*/ 69057 h 761503"/>
                    <a:gd name="connsiteX43" fmla="*/ 177843 w 489538"/>
                    <a:gd name="connsiteY43" fmla="*/ 60898 h 761503"/>
                    <a:gd name="connsiteX44" fmla="*/ 196881 w 489538"/>
                    <a:gd name="connsiteY44" fmla="*/ 58178 h 761503"/>
                    <a:gd name="connsiteX45" fmla="*/ 205040 w 489538"/>
                    <a:gd name="connsiteY45" fmla="*/ 58178 h 761503"/>
                    <a:gd name="connsiteX46" fmla="*/ 215919 w 489538"/>
                    <a:gd name="connsiteY46" fmla="*/ 63617 h 761503"/>
                    <a:gd name="connsiteX47" fmla="*/ 229517 w 489538"/>
                    <a:gd name="connsiteY47" fmla="*/ 69057 h 761503"/>
                    <a:gd name="connsiteX48" fmla="*/ 256713 w 489538"/>
                    <a:gd name="connsiteY48" fmla="*/ 77216 h 761503"/>
                    <a:gd name="connsiteX49" fmla="*/ 264872 w 489538"/>
                    <a:gd name="connsiteY49" fmla="*/ 77216 h 761503"/>
                    <a:gd name="connsiteX50" fmla="*/ 281190 w 489538"/>
                    <a:gd name="connsiteY50" fmla="*/ 77216 h 761503"/>
                    <a:gd name="connsiteX51" fmla="*/ 330144 w 489538"/>
                    <a:gd name="connsiteY51" fmla="*/ 77216 h 761503"/>
                    <a:gd name="connsiteX52" fmla="*/ 357341 w 489538"/>
                    <a:gd name="connsiteY52" fmla="*/ 79935 h 761503"/>
                    <a:gd name="connsiteX53" fmla="*/ 387257 w 489538"/>
                    <a:gd name="connsiteY53" fmla="*/ 82655 h 761503"/>
                    <a:gd name="connsiteX54" fmla="*/ 406295 w 489538"/>
                    <a:gd name="connsiteY54" fmla="*/ 85375 h 761503"/>
                    <a:gd name="connsiteX55" fmla="*/ 417173 w 489538"/>
                    <a:gd name="connsiteY55" fmla="*/ 79935 h 761503"/>
                    <a:gd name="connsiteX56" fmla="*/ 425332 w 489538"/>
                    <a:gd name="connsiteY56" fmla="*/ 85375 h 761503"/>
                    <a:gd name="connsiteX57" fmla="*/ 433491 w 489538"/>
                    <a:gd name="connsiteY57" fmla="*/ 104412 h 761503"/>
                    <a:gd name="connsiteX58" fmla="*/ 436211 w 489538"/>
                    <a:gd name="connsiteY58" fmla="*/ 137048 h 761503"/>
                    <a:gd name="connsiteX59" fmla="*/ 438930 w 489538"/>
                    <a:gd name="connsiteY59" fmla="*/ 183282 h 761503"/>
                    <a:gd name="connsiteX60" fmla="*/ 422612 w 489538"/>
                    <a:gd name="connsiteY60" fmla="*/ 218638 h 761503"/>
                    <a:gd name="connsiteX61" fmla="*/ 406295 w 489538"/>
                    <a:gd name="connsiteY61" fmla="*/ 213198 h 761503"/>
                    <a:gd name="connsiteX62" fmla="*/ 398136 w 489538"/>
                    <a:gd name="connsiteY62" fmla="*/ 196881 h 761503"/>
                    <a:gd name="connsiteX63" fmla="*/ 395416 w 489538"/>
                    <a:gd name="connsiteY63" fmla="*/ 175123 h 761503"/>
                    <a:gd name="connsiteX64" fmla="*/ 395416 w 489538"/>
                    <a:gd name="connsiteY64" fmla="*/ 153366 h 761503"/>
                    <a:gd name="connsiteX65" fmla="*/ 395416 w 489538"/>
                    <a:gd name="connsiteY65" fmla="*/ 126170 h 761503"/>
                    <a:gd name="connsiteX66" fmla="*/ 370939 w 489538"/>
                    <a:gd name="connsiteY66" fmla="*/ 128889 h 761503"/>
                    <a:gd name="connsiteX67" fmla="*/ 338303 w 489538"/>
                    <a:gd name="connsiteY67" fmla="*/ 131609 h 761503"/>
                    <a:gd name="connsiteX68" fmla="*/ 286629 w 489538"/>
                    <a:gd name="connsiteY68" fmla="*/ 134328 h 761503"/>
                    <a:gd name="connsiteX69" fmla="*/ 273031 w 489538"/>
                    <a:gd name="connsiteY69" fmla="*/ 137048 h 761503"/>
                    <a:gd name="connsiteX70" fmla="*/ 262153 w 489538"/>
                    <a:gd name="connsiteY70" fmla="*/ 142487 h 761503"/>
                    <a:gd name="connsiteX71" fmla="*/ 259433 w 489538"/>
                    <a:gd name="connsiteY71" fmla="*/ 153366 h 761503"/>
                    <a:gd name="connsiteX72" fmla="*/ 262153 w 489538"/>
                    <a:gd name="connsiteY72" fmla="*/ 166964 h 761503"/>
                    <a:gd name="connsiteX73" fmla="*/ 262153 w 489538"/>
                    <a:gd name="connsiteY73" fmla="*/ 196881 h 761503"/>
                    <a:gd name="connsiteX74" fmla="*/ 262153 w 489538"/>
                    <a:gd name="connsiteY74" fmla="*/ 215918 h 761503"/>
                    <a:gd name="connsiteX75" fmla="*/ 262153 w 489538"/>
                    <a:gd name="connsiteY75" fmla="*/ 251274 h 761503"/>
                    <a:gd name="connsiteX76" fmla="*/ 259433 w 489538"/>
                    <a:gd name="connsiteY76" fmla="*/ 278470 h 761503"/>
                    <a:gd name="connsiteX77" fmla="*/ 259433 w 489538"/>
                    <a:gd name="connsiteY77" fmla="*/ 308386 h 761503"/>
                    <a:gd name="connsiteX78" fmla="*/ 259433 w 489538"/>
                    <a:gd name="connsiteY78" fmla="*/ 321985 h 761503"/>
                    <a:gd name="connsiteX79" fmla="*/ 259433 w 489538"/>
                    <a:gd name="connsiteY79" fmla="*/ 332863 h 761503"/>
                    <a:gd name="connsiteX80" fmla="*/ 267592 w 489538"/>
                    <a:gd name="connsiteY80" fmla="*/ 335583 h 761503"/>
                    <a:gd name="connsiteX81" fmla="*/ 281190 w 489538"/>
                    <a:gd name="connsiteY81" fmla="*/ 335583 h 761503"/>
                    <a:gd name="connsiteX82" fmla="*/ 327424 w 489538"/>
                    <a:gd name="connsiteY82" fmla="*/ 338303 h 761503"/>
                    <a:gd name="connsiteX83" fmla="*/ 351901 w 489538"/>
                    <a:gd name="connsiteY83" fmla="*/ 341022 h 761503"/>
                    <a:gd name="connsiteX84" fmla="*/ 351901 w 489538"/>
                    <a:gd name="connsiteY84" fmla="*/ 335583 h 761503"/>
                    <a:gd name="connsiteX85" fmla="*/ 351901 w 489538"/>
                    <a:gd name="connsiteY85" fmla="*/ 313826 h 761503"/>
                    <a:gd name="connsiteX86" fmla="*/ 357341 w 489538"/>
                    <a:gd name="connsiteY86" fmla="*/ 289349 h 761503"/>
                    <a:gd name="connsiteX87" fmla="*/ 373658 w 489538"/>
                    <a:gd name="connsiteY87" fmla="*/ 273031 h 761503"/>
                    <a:gd name="connsiteX88" fmla="*/ 381817 w 489538"/>
                    <a:gd name="connsiteY88" fmla="*/ 278470 h 761503"/>
                    <a:gd name="connsiteX89" fmla="*/ 389977 w 489538"/>
                    <a:gd name="connsiteY89" fmla="*/ 300228 h 761503"/>
                    <a:gd name="connsiteX90" fmla="*/ 395416 w 489538"/>
                    <a:gd name="connsiteY90" fmla="*/ 351901 h 761503"/>
                    <a:gd name="connsiteX91" fmla="*/ 398136 w 489538"/>
                    <a:gd name="connsiteY91" fmla="*/ 409014 h 761503"/>
                    <a:gd name="connsiteX92" fmla="*/ 381817 w 489538"/>
                    <a:gd name="connsiteY92" fmla="*/ 444369 h 761503"/>
                    <a:gd name="connsiteX93" fmla="*/ 365500 w 489538"/>
                    <a:gd name="connsiteY93" fmla="*/ 438930 h 761503"/>
                    <a:gd name="connsiteX94" fmla="*/ 357341 w 489538"/>
                    <a:gd name="connsiteY94" fmla="*/ 422612 h 761503"/>
                    <a:gd name="connsiteX95" fmla="*/ 354621 w 489538"/>
                    <a:gd name="connsiteY95" fmla="*/ 400855 h 761503"/>
                    <a:gd name="connsiteX96" fmla="*/ 354621 w 489538"/>
                    <a:gd name="connsiteY96" fmla="*/ 381817 h 761503"/>
                    <a:gd name="connsiteX97" fmla="*/ 270312 w 489538"/>
                    <a:gd name="connsiteY97" fmla="*/ 381817 h 761503"/>
                    <a:gd name="connsiteX98" fmla="*/ 256713 w 489538"/>
                    <a:gd name="connsiteY98" fmla="*/ 395415 h 761503"/>
                    <a:gd name="connsiteX99" fmla="*/ 253994 w 489538"/>
                    <a:gd name="connsiteY99" fmla="*/ 422612 h 761503"/>
                    <a:gd name="connsiteX100" fmla="*/ 253994 w 489538"/>
                    <a:gd name="connsiteY100" fmla="*/ 433490 h 761503"/>
                    <a:gd name="connsiteX101" fmla="*/ 253994 w 489538"/>
                    <a:gd name="connsiteY101" fmla="*/ 449809 h 761503"/>
                    <a:gd name="connsiteX102" fmla="*/ 256713 w 489538"/>
                    <a:gd name="connsiteY102" fmla="*/ 474285 h 761503"/>
                    <a:gd name="connsiteX103" fmla="*/ 256713 w 489538"/>
                    <a:gd name="connsiteY103" fmla="*/ 496043 h 761503"/>
                    <a:gd name="connsiteX104" fmla="*/ 259433 w 489538"/>
                    <a:gd name="connsiteY104" fmla="*/ 534118 h 761503"/>
                    <a:gd name="connsiteX105" fmla="*/ 259433 w 489538"/>
                    <a:gd name="connsiteY105" fmla="*/ 591231 h 761503"/>
                    <a:gd name="connsiteX106" fmla="*/ 262153 w 489538"/>
                    <a:gd name="connsiteY106" fmla="*/ 618427 h 761503"/>
                    <a:gd name="connsiteX107" fmla="*/ 267592 w 489538"/>
                    <a:gd name="connsiteY107" fmla="*/ 648343 h 761503"/>
                    <a:gd name="connsiteX108" fmla="*/ 292069 w 489538"/>
                    <a:gd name="connsiteY108" fmla="*/ 651063 h 761503"/>
                    <a:gd name="connsiteX109" fmla="*/ 327424 w 489538"/>
                    <a:gd name="connsiteY109" fmla="*/ 651063 h 761503"/>
                    <a:gd name="connsiteX110" fmla="*/ 362780 w 489538"/>
                    <a:gd name="connsiteY110" fmla="*/ 653783 h 761503"/>
                    <a:gd name="connsiteX111" fmla="*/ 395416 w 489538"/>
                    <a:gd name="connsiteY111" fmla="*/ 648343 h 761503"/>
                    <a:gd name="connsiteX112" fmla="*/ 395416 w 489538"/>
                    <a:gd name="connsiteY112" fmla="*/ 618427 h 761503"/>
                    <a:gd name="connsiteX113" fmla="*/ 395416 w 489538"/>
                    <a:gd name="connsiteY113" fmla="*/ 596670 h 761503"/>
                    <a:gd name="connsiteX114" fmla="*/ 398136 w 489538"/>
                    <a:gd name="connsiteY114" fmla="*/ 574913 h 761503"/>
                    <a:gd name="connsiteX115" fmla="*/ 406295 w 489538"/>
                    <a:gd name="connsiteY115" fmla="*/ 558595 h 761503"/>
                    <a:gd name="connsiteX116" fmla="*/ 422612 w 489538"/>
                    <a:gd name="connsiteY116" fmla="*/ 553155 h 761503"/>
                    <a:gd name="connsiteX117" fmla="*/ 438930 w 489538"/>
                    <a:gd name="connsiteY117" fmla="*/ 588511 h 761503"/>
                    <a:gd name="connsiteX118" fmla="*/ 436211 w 489538"/>
                    <a:gd name="connsiteY118" fmla="*/ 645624 h 761503"/>
                    <a:gd name="connsiteX119" fmla="*/ 433491 w 489538"/>
                    <a:gd name="connsiteY119" fmla="*/ 651063 h 761503"/>
                    <a:gd name="connsiteX120" fmla="*/ 433491 w 489538"/>
                    <a:gd name="connsiteY120" fmla="*/ 651063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</a:cxnLst>
                  <a:rect l="l" t="t" r="r" b="b"/>
                  <a:pathLst>
                    <a:path w="489538" h="761503">
                      <a:moveTo>
                        <a:pt x="433491" y="651063"/>
                      </a:moveTo>
                      <a:cubicBezTo>
                        <a:pt x="436211" y="653783"/>
                        <a:pt x="438930" y="656502"/>
                        <a:pt x="438930" y="661942"/>
                      </a:cubicBezTo>
                      <a:cubicBezTo>
                        <a:pt x="438930" y="670101"/>
                        <a:pt x="433491" y="678259"/>
                        <a:pt x="425332" y="683699"/>
                      </a:cubicBezTo>
                      <a:cubicBezTo>
                        <a:pt x="417173" y="689138"/>
                        <a:pt x="409014" y="689138"/>
                        <a:pt x="400855" y="691858"/>
                      </a:cubicBezTo>
                      <a:cubicBezTo>
                        <a:pt x="381817" y="694578"/>
                        <a:pt x="362780" y="694578"/>
                        <a:pt x="343742" y="700017"/>
                      </a:cubicBezTo>
                      <a:cubicBezTo>
                        <a:pt x="335583" y="702736"/>
                        <a:pt x="324705" y="702736"/>
                        <a:pt x="316546" y="705456"/>
                      </a:cubicBezTo>
                      <a:cubicBezTo>
                        <a:pt x="308387" y="705456"/>
                        <a:pt x="289349" y="705456"/>
                        <a:pt x="275751" y="705456"/>
                      </a:cubicBezTo>
                      <a:cubicBezTo>
                        <a:pt x="270312" y="705456"/>
                        <a:pt x="267592" y="708176"/>
                        <a:pt x="264872" y="708176"/>
                      </a:cubicBezTo>
                      <a:cubicBezTo>
                        <a:pt x="264872" y="708176"/>
                        <a:pt x="259433" y="708176"/>
                        <a:pt x="253994" y="708176"/>
                      </a:cubicBezTo>
                      <a:cubicBezTo>
                        <a:pt x="251274" y="713615"/>
                        <a:pt x="245835" y="716335"/>
                        <a:pt x="240395" y="719054"/>
                      </a:cubicBezTo>
                      <a:cubicBezTo>
                        <a:pt x="234956" y="721774"/>
                        <a:pt x="229517" y="721774"/>
                        <a:pt x="224077" y="721774"/>
                      </a:cubicBezTo>
                      <a:cubicBezTo>
                        <a:pt x="218638" y="721774"/>
                        <a:pt x="213199" y="724494"/>
                        <a:pt x="205040" y="724494"/>
                      </a:cubicBezTo>
                      <a:cubicBezTo>
                        <a:pt x="202320" y="724494"/>
                        <a:pt x="194161" y="727213"/>
                        <a:pt x="191441" y="727213"/>
                      </a:cubicBezTo>
                      <a:cubicBezTo>
                        <a:pt x="183282" y="727213"/>
                        <a:pt x="172404" y="721774"/>
                        <a:pt x="169684" y="721774"/>
                      </a:cubicBezTo>
                      <a:cubicBezTo>
                        <a:pt x="164245" y="719054"/>
                        <a:pt x="156086" y="713615"/>
                        <a:pt x="150646" y="708176"/>
                      </a:cubicBezTo>
                      <a:cubicBezTo>
                        <a:pt x="145207" y="708176"/>
                        <a:pt x="139768" y="708176"/>
                        <a:pt x="139768" y="708176"/>
                      </a:cubicBezTo>
                      <a:cubicBezTo>
                        <a:pt x="126170" y="708176"/>
                        <a:pt x="137048" y="708176"/>
                        <a:pt x="120730" y="708176"/>
                      </a:cubicBezTo>
                      <a:cubicBezTo>
                        <a:pt x="112571" y="708176"/>
                        <a:pt x="104412" y="708176"/>
                        <a:pt x="98973" y="708176"/>
                      </a:cubicBezTo>
                      <a:cubicBezTo>
                        <a:pt x="90814" y="708176"/>
                        <a:pt x="79936" y="708176"/>
                        <a:pt x="74496" y="702736"/>
                      </a:cubicBezTo>
                      <a:cubicBezTo>
                        <a:pt x="66337" y="700017"/>
                        <a:pt x="58178" y="689138"/>
                        <a:pt x="58178" y="683699"/>
                      </a:cubicBezTo>
                      <a:cubicBezTo>
                        <a:pt x="58178" y="680979"/>
                        <a:pt x="58178" y="678259"/>
                        <a:pt x="63617" y="675540"/>
                      </a:cubicBezTo>
                      <a:cubicBezTo>
                        <a:pt x="69057" y="672820"/>
                        <a:pt x="77216" y="670101"/>
                        <a:pt x="85375" y="667381"/>
                      </a:cubicBezTo>
                      <a:cubicBezTo>
                        <a:pt x="98973" y="664661"/>
                        <a:pt x="115291" y="664661"/>
                        <a:pt x="128889" y="661942"/>
                      </a:cubicBezTo>
                      <a:cubicBezTo>
                        <a:pt x="128889" y="645624"/>
                        <a:pt x="128889" y="623866"/>
                        <a:pt x="128889" y="602109"/>
                      </a:cubicBezTo>
                      <a:cubicBezTo>
                        <a:pt x="128889" y="566754"/>
                        <a:pt x="128889" y="531398"/>
                        <a:pt x="126170" y="523239"/>
                      </a:cubicBezTo>
                      <a:cubicBezTo>
                        <a:pt x="126170" y="517800"/>
                        <a:pt x="126170" y="487884"/>
                        <a:pt x="126170" y="468846"/>
                      </a:cubicBezTo>
                      <a:cubicBezTo>
                        <a:pt x="126170" y="449809"/>
                        <a:pt x="123450" y="430771"/>
                        <a:pt x="123450" y="409014"/>
                      </a:cubicBezTo>
                      <a:cubicBezTo>
                        <a:pt x="123450" y="400855"/>
                        <a:pt x="123450" y="392696"/>
                        <a:pt x="123450" y="384537"/>
                      </a:cubicBezTo>
                      <a:cubicBezTo>
                        <a:pt x="123450" y="373658"/>
                        <a:pt x="126170" y="360060"/>
                        <a:pt x="126170" y="349181"/>
                      </a:cubicBezTo>
                      <a:cubicBezTo>
                        <a:pt x="126170" y="341022"/>
                        <a:pt x="126170" y="332863"/>
                        <a:pt x="126170" y="324704"/>
                      </a:cubicBezTo>
                      <a:cubicBezTo>
                        <a:pt x="126170" y="313826"/>
                        <a:pt x="126170" y="302947"/>
                        <a:pt x="128889" y="292068"/>
                      </a:cubicBezTo>
                      <a:cubicBezTo>
                        <a:pt x="131609" y="273031"/>
                        <a:pt x="134329" y="253993"/>
                        <a:pt x="134329" y="234956"/>
                      </a:cubicBezTo>
                      <a:cubicBezTo>
                        <a:pt x="134329" y="213198"/>
                        <a:pt x="134329" y="191441"/>
                        <a:pt x="134329" y="172404"/>
                      </a:cubicBezTo>
                      <a:cubicBezTo>
                        <a:pt x="134329" y="156086"/>
                        <a:pt x="134329" y="139768"/>
                        <a:pt x="137048" y="123450"/>
                      </a:cubicBezTo>
                      <a:cubicBezTo>
                        <a:pt x="131609" y="123450"/>
                        <a:pt x="134329" y="123450"/>
                        <a:pt x="123450" y="123450"/>
                      </a:cubicBezTo>
                      <a:cubicBezTo>
                        <a:pt x="115291" y="123450"/>
                        <a:pt x="107132" y="123450"/>
                        <a:pt x="101693" y="123450"/>
                      </a:cubicBezTo>
                      <a:cubicBezTo>
                        <a:pt x="93534" y="123450"/>
                        <a:pt x="82655" y="123450"/>
                        <a:pt x="77216" y="118011"/>
                      </a:cubicBezTo>
                      <a:cubicBezTo>
                        <a:pt x="69057" y="115291"/>
                        <a:pt x="60898" y="101693"/>
                        <a:pt x="60898" y="98973"/>
                      </a:cubicBezTo>
                      <a:cubicBezTo>
                        <a:pt x="60898" y="96253"/>
                        <a:pt x="60898" y="93534"/>
                        <a:pt x="66337" y="90814"/>
                      </a:cubicBezTo>
                      <a:cubicBezTo>
                        <a:pt x="71777" y="88094"/>
                        <a:pt x="79936" y="85375"/>
                        <a:pt x="88094" y="82655"/>
                      </a:cubicBezTo>
                      <a:cubicBezTo>
                        <a:pt x="104412" y="79935"/>
                        <a:pt x="131609" y="77216"/>
                        <a:pt x="145207" y="77216"/>
                      </a:cubicBezTo>
                      <a:cubicBezTo>
                        <a:pt x="145207" y="77216"/>
                        <a:pt x="145207" y="77216"/>
                        <a:pt x="145207" y="77216"/>
                      </a:cubicBezTo>
                      <a:cubicBezTo>
                        <a:pt x="145207" y="74496"/>
                        <a:pt x="150646" y="71776"/>
                        <a:pt x="153366" y="69057"/>
                      </a:cubicBezTo>
                      <a:cubicBezTo>
                        <a:pt x="161525" y="63617"/>
                        <a:pt x="169684" y="63617"/>
                        <a:pt x="177843" y="60898"/>
                      </a:cubicBezTo>
                      <a:cubicBezTo>
                        <a:pt x="183282" y="58178"/>
                        <a:pt x="191441" y="58178"/>
                        <a:pt x="196881" y="58178"/>
                      </a:cubicBezTo>
                      <a:cubicBezTo>
                        <a:pt x="199600" y="58178"/>
                        <a:pt x="202320" y="58178"/>
                        <a:pt x="205040" y="58178"/>
                      </a:cubicBezTo>
                      <a:cubicBezTo>
                        <a:pt x="207759" y="58178"/>
                        <a:pt x="213199" y="60898"/>
                        <a:pt x="215919" y="63617"/>
                      </a:cubicBezTo>
                      <a:cubicBezTo>
                        <a:pt x="221358" y="66337"/>
                        <a:pt x="224077" y="66337"/>
                        <a:pt x="229517" y="69057"/>
                      </a:cubicBezTo>
                      <a:cubicBezTo>
                        <a:pt x="237675" y="71776"/>
                        <a:pt x="245835" y="77216"/>
                        <a:pt x="256713" y="77216"/>
                      </a:cubicBezTo>
                      <a:cubicBezTo>
                        <a:pt x="259433" y="77216"/>
                        <a:pt x="262153" y="77216"/>
                        <a:pt x="264872" y="77216"/>
                      </a:cubicBezTo>
                      <a:cubicBezTo>
                        <a:pt x="270312" y="77216"/>
                        <a:pt x="275751" y="77216"/>
                        <a:pt x="281190" y="77216"/>
                      </a:cubicBezTo>
                      <a:cubicBezTo>
                        <a:pt x="292069" y="77216"/>
                        <a:pt x="321985" y="77216"/>
                        <a:pt x="330144" y="77216"/>
                      </a:cubicBezTo>
                      <a:cubicBezTo>
                        <a:pt x="338303" y="77216"/>
                        <a:pt x="349182" y="77216"/>
                        <a:pt x="357341" y="79935"/>
                      </a:cubicBezTo>
                      <a:cubicBezTo>
                        <a:pt x="368219" y="79935"/>
                        <a:pt x="379098" y="82655"/>
                        <a:pt x="387257" y="82655"/>
                      </a:cubicBezTo>
                      <a:cubicBezTo>
                        <a:pt x="392696" y="82655"/>
                        <a:pt x="400855" y="85375"/>
                        <a:pt x="406295" y="85375"/>
                      </a:cubicBezTo>
                      <a:cubicBezTo>
                        <a:pt x="409014" y="82655"/>
                        <a:pt x="414453" y="79935"/>
                        <a:pt x="417173" y="79935"/>
                      </a:cubicBezTo>
                      <a:cubicBezTo>
                        <a:pt x="419893" y="79935"/>
                        <a:pt x="422612" y="79935"/>
                        <a:pt x="425332" y="85375"/>
                      </a:cubicBezTo>
                      <a:cubicBezTo>
                        <a:pt x="428052" y="90814"/>
                        <a:pt x="433491" y="98973"/>
                        <a:pt x="433491" y="104412"/>
                      </a:cubicBezTo>
                      <a:cubicBezTo>
                        <a:pt x="436211" y="131609"/>
                        <a:pt x="436211" y="120730"/>
                        <a:pt x="436211" y="137048"/>
                      </a:cubicBezTo>
                      <a:cubicBezTo>
                        <a:pt x="438930" y="158805"/>
                        <a:pt x="438930" y="158805"/>
                        <a:pt x="438930" y="183282"/>
                      </a:cubicBezTo>
                      <a:cubicBezTo>
                        <a:pt x="438930" y="194161"/>
                        <a:pt x="438930" y="218638"/>
                        <a:pt x="422612" y="218638"/>
                      </a:cubicBezTo>
                      <a:cubicBezTo>
                        <a:pt x="414453" y="218638"/>
                        <a:pt x="411734" y="215918"/>
                        <a:pt x="406295" y="213198"/>
                      </a:cubicBezTo>
                      <a:cubicBezTo>
                        <a:pt x="400855" y="210479"/>
                        <a:pt x="398136" y="202320"/>
                        <a:pt x="398136" y="196881"/>
                      </a:cubicBezTo>
                      <a:cubicBezTo>
                        <a:pt x="395416" y="188722"/>
                        <a:pt x="395416" y="183282"/>
                        <a:pt x="395416" y="175123"/>
                      </a:cubicBezTo>
                      <a:cubicBezTo>
                        <a:pt x="395416" y="169684"/>
                        <a:pt x="395416" y="164245"/>
                        <a:pt x="395416" y="153366"/>
                      </a:cubicBezTo>
                      <a:cubicBezTo>
                        <a:pt x="395416" y="145207"/>
                        <a:pt x="395416" y="134328"/>
                        <a:pt x="395416" y="126170"/>
                      </a:cubicBezTo>
                      <a:cubicBezTo>
                        <a:pt x="387257" y="128889"/>
                        <a:pt x="379098" y="128889"/>
                        <a:pt x="370939" y="128889"/>
                      </a:cubicBezTo>
                      <a:cubicBezTo>
                        <a:pt x="360060" y="128889"/>
                        <a:pt x="349182" y="128889"/>
                        <a:pt x="338303" y="131609"/>
                      </a:cubicBezTo>
                      <a:cubicBezTo>
                        <a:pt x="327424" y="131609"/>
                        <a:pt x="319265" y="134328"/>
                        <a:pt x="286629" y="134328"/>
                      </a:cubicBezTo>
                      <a:cubicBezTo>
                        <a:pt x="281190" y="134328"/>
                        <a:pt x="278470" y="134328"/>
                        <a:pt x="273031" y="137048"/>
                      </a:cubicBezTo>
                      <a:cubicBezTo>
                        <a:pt x="270312" y="137048"/>
                        <a:pt x="264872" y="137048"/>
                        <a:pt x="262153" y="142487"/>
                      </a:cubicBezTo>
                      <a:cubicBezTo>
                        <a:pt x="259433" y="145207"/>
                        <a:pt x="259433" y="150647"/>
                        <a:pt x="259433" y="153366"/>
                      </a:cubicBezTo>
                      <a:cubicBezTo>
                        <a:pt x="259433" y="158805"/>
                        <a:pt x="259433" y="164245"/>
                        <a:pt x="262153" y="166964"/>
                      </a:cubicBezTo>
                      <a:cubicBezTo>
                        <a:pt x="262153" y="177843"/>
                        <a:pt x="262153" y="186002"/>
                        <a:pt x="262153" y="196881"/>
                      </a:cubicBezTo>
                      <a:cubicBezTo>
                        <a:pt x="262153" y="202320"/>
                        <a:pt x="262153" y="210479"/>
                        <a:pt x="262153" y="215918"/>
                      </a:cubicBezTo>
                      <a:cubicBezTo>
                        <a:pt x="262153" y="229516"/>
                        <a:pt x="262153" y="240395"/>
                        <a:pt x="262153" y="251274"/>
                      </a:cubicBezTo>
                      <a:cubicBezTo>
                        <a:pt x="262153" y="259433"/>
                        <a:pt x="259433" y="270311"/>
                        <a:pt x="259433" y="278470"/>
                      </a:cubicBezTo>
                      <a:cubicBezTo>
                        <a:pt x="259433" y="289349"/>
                        <a:pt x="259433" y="297508"/>
                        <a:pt x="259433" y="308386"/>
                      </a:cubicBezTo>
                      <a:cubicBezTo>
                        <a:pt x="259433" y="313826"/>
                        <a:pt x="259433" y="319265"/>
                        <a:pt x="259433" y="321985"/>
                      </a:cubicBezTo>
                      <a:cubicBezTo>
                        <a:pt x="259433" y="324704"/>
                        <a:pt x="259433" y="330144"/>
                        <a:pt x="259433" y="332863"/>
                      </a:cubicBezTo>
                      <a:cubicBezTo>
                        <a:pt x="262153" y="335583"/>
                        <a:pt x="264872" y="335583"/>
                        <a:pt x="267592" y="335583"/>
                      </a:cubicBezTo>
                      <a:cubicBezTo>
                        <a:pt x="273031" y="335583"/>
                        <a:pt x="275751" y="335583"/>
                        <a:pt x="281190" y="335583"/>
                      </a:cubicBezTo>
                      <a:cubicBezTo>
                        <a:pt x="311107" y="335583"/>
                        <a:pt x="319265" y="335583"/>
                        <a:pt x="327424" y="338303"/>
                      </a:cubicBezTo>
                      <a:cubicBezTo>
                        <a:pt x="335583" y="341022"/>
                        <a:pt x="343742" y="341022"/>
                        <a:pt x="351901" y="341022"/>
                      </a:cubicBezTo>
                      <a:cubicBezTo>
                        <a:pt x="351901" y="338303"/>
                        <a:pt x="351901" y="338303"/>
                        <a:pt x="351901" y="335583"/>
                      </a:cubicBezTo>
                      <a:cubicBezTo>
                        <a:pt x="351901" y="327424"/>
                        <a:pt x="351901" y="319265"/>
                        <a:pt x="351901" y="313826"/>
                      </a:cubicBezTo>
                      <a:cubicBezTo>
                        <a:pt x="351901" y="305667"/>
                        <a:pt x="351901" y="294788"/>
                        <a:pt x="357341" y="289349"/>
                      </a:cubicBezTo>
                      <a:cubicBezTo>
                        <a:pt x="360060" y="281190"/>
                        <a:pt x="368219" y="273031"/>
                        <a:pt x="373658" y="273031"/>
                      </a:cubicBezTo>
                      <a:cubicBezTo>
                        <a:pt x="376378" y="273031"/>
                        <a:pt x="379098" y="273031"/>
                        <a:pt x="381817" y="278470"/>
                      </a:cubicBezTo>
                      <a:cubicBezTo>
                        <a:pt x="384537" y="283909"/>
                        <a:pt x="387257" y="292068"/>
                        <a:pt x="389977" y="300228"/>
                      </a:cubicBezTo>
                      <a:cubicBezTo>
                        <a:pt x="392696" y="316545"/>
                        <a:pt x="392696" y="335583"/>
                        <a:pt x="395416" y="351901"/>
                      </a:cubicBezTo>
                      <a:cubicBezTo>
                        <a:pt x="398136" y="373658"/>
                        <a:pt x="398136" y="384537"/>
                        <a:pt x="398136" y="409014"/>
                      </a:cubicBezTo>
                      <a:cubicBezTo>
                        <a:pt x="398136" y="422612"/>
                        <a:pt x="398136" y="444369"/>
                        <a:pt x="381817" y="444369"/>
                      </a:cubicBezTo>
                      <a:cubicBezTo>
                        <a:pt x="373658" y="444369"/>
                        <a:pt x="370939" y="441650"/>
                        <a:pt x="365500" y="438930"/>
                      </a:cubicBezTo>
                      <a:cubicBezTo>
                        <a:pt x="360060" y="436210"/>
                        <a:pt x="357341" y="428051"/>
                        <a:pt x="357341" y="422612"/>
                      </a:cubicBezTo>
                      <a:cubicBezTo>
                        <a:pt x="354621" y="414453"/>
                        <a:pt x="354621" y="409014"/>
                        <a:pt x="354621" y="400855"/>
                      </a:cubicBezTo>
                      <a:cubicBezTo>
                        <a:pt x="354621" y="395415"/>
                        <a:pt x="354621" y="389976"/>
                        <a:pt x="354621" y="381817"/>
                      </a:cubicBezTo>
                      <a:cubicBezTo>
                        <a:pt x="335583" y="381817"/>
                        <a:pt x="308387" y="384537"/>
                        <a:pt x="270312" y="381817"/>
                      </a:cubicBezTo>
                      <a:cubicBezTo>
                        <a:pt x="262153" y="381817"/>
                        <a:pt x="256713" y="387256"/>
                        <a:pt x="256713" y="395415"/>
                      </a:cubicBezTo>
                      <a:cubicBezTo>
                        <a:pt x="256713" y="403574"/>
                        <a:pt x="256713" y="414453"/>
                        <a:pt x="253994" y="422612"/>
                      </a:cubicBezTo>
                      <a:cubicBezTo>
                        <a:pt x="253994" y="425332"/>
                        <a:pt x="253994" y="430771"/>
                        <a:pt x="253994" y="433490"/>
                      </a:cubicBezTo>
                      <a:cubicBezTo>
                        <a:pt x="253994" y="438930"/>
                        <a:pt x="253994" y="444369"/>
                        <a:pt x="253994" y="449809"/>
                      </a:cubicBezTo>
                      <a:cubicBezTo>
                        <a:pt x="253994" y="457967"/>
                        <a:pt x="256713" y="466126"/>
                        <a:pt x="256713" y="474285"/>
                      </a:cubicBezTo>
                      <a:cubicBezTo>
                        <a:pt x="256713" y="482444"/>
                        <a:pt x="256713" y="490603"/>
                        <a:pt x="256713" y="496043"/>
                      </a:cubicBezTo>
                      <a:cubicBezTo>
                        <a:pt x="256713" y="509641"/>
                        <a:pt x="259433" y="520520"/>
                        <a:pt x="259433" y="534118"/>
                      </a:cubicBezTo>
                      <a:cubicBezTo>
                        <a:pt x="259433" y="553155"/>
                        <a:pt x="259433" y="572193"/>
                        <a:pt x="259433" y="591231"/>
                      </a:cubicBezTo>
                      <a:cubicBezTo>
                        <a:pt x="259433" y="602109"/>
                        <a:pt x="262153" y="610268"/>
                        <a:pt x="262153" y="618427"/>
                      </a:cubicBezTo>
                      <a:cubicBezTo>
                        <a:pt x="264872" y="626586"/>
                        <a:pt x="262153" y="642904"/>
                        <a:pt x="267592" y="648343"/>
                      </a:cubicBezTo>
                      <a:cubicBezTo>
                        <a:pt x="270312" y="651063"/>
                        <a:pt x="275751" y="651063"/>
                        <a:pt x="292069" y="651063"/>
                      </a:cubicBezTo>
                      <a:cubicBezTo>
                        <a:pt x="305667" y="651063"/>
                        <a:pt x="319265" y="651063"/>
                        <a:pt x="327424" y="651063"/>
                      </a:cubicBezTo>
                      <a:cubicBezTo>
                        <a:pt x="338303" y="651063"/>
                        <a:pt x="351901" y="653783"/>
                        <a:pt x="362780" y="653783"/>
                      </a:cubicBezTo>
                      <a:cubicBezTo>
                        <a:pt x="376378" y="653783"/>
                        <a:pt x="384537" y="651063"/>
                        <a:pt x="395416" y="648343"/>
                      </a:cubicBezTo>
                      <a:cubicBezTo>
                        <a:pt x="395416" y="637465"/>
                        <a:pt x="395416" y="629306"/>
                        <a:pt x="395416" y="618427"/>
                      </a:cubicBezTo>
                      <a:cubicBezTo>
                        <a:pt x="395416" y="610268"/>
                        <a:pt x="395416" y="602109"/>
                        <a:pt x="395416" y="596670"/>
                      </a:cubicBezTo>
                      <a:cubicBezTo>
                        <a:pt x="395416" y="591231"/>
                        <a:pt x="395416" y="585791"/>
                        <a:pt x="398136" y="574913"/>
                      </a:cubicBezTo>
                      <a:cubicBezTo>
                        <a:pt x="400855" y="569473"/>
                        <a:pt x="400855" y="564034"/>
                        <a:pt x="406295" y="558595"/>
                      </a:cubicBezTo>
                      <a:cubicBezTo>
                        <a:pt x="411734" y="553155"/>
                        <a:pt x="414453" y="553155"/>
                        <a:pt x="422612" y="553155"/>
                      </a:cubicBezTo>
                      <a:cubicBezTo>
                        <a:pt x="436211" y="553155"/>
                        <a:pt x="438930" y="577632"/>
                        <a:pt x="438930" y="588511"/>
                      </a:cubicBezTo>
                      <a:cubicBezTo>
                        <a:pt x="438930" y="612988"/>
                        <a:pt x="438930" y="623866"/>
                        <a:pt x="436211" y="645624"/>
                      </a:cubicBezTo>
                      <a:cubicBezTo>
                        <a:pt x="433491" y="648343"/>
                        <a:pt x="433491" y="648343"/>
                        <a:pt x="433491" y="651063"/>
                      </a:cubicBezTo>
                      <a:lnTo>
                        <a:pt x="433491" y="651063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50" name="Freeform: Shape 49">
                  <a:extLst>
                    <a:ext uri="{FF2B5EF4-FFF2-40B4-BE49-F238E27FC236}">
                      <a16:creationId xmlns:a16="http://schemas.microsoft.com/office/drawing/2014/main" id="{8E61B0D1-F4EF-BA55-2981-83A4F128B828}"/>
                    </a:ext>
                  </a:extLst>
                </p:cNvPr>
                <p:cNvSpPr/>
                <p:nvPr/>
              </p:nvSpPr>
              <p:spPr>
                <a:xfrm>
                  <a:off x="7912732" y="4250336"/>
                  <a:ext cx="465062" cy="658157"/>
                </a:xfrm>
                <a:custGeom>
                  <a:avLst/>
                  <a:gdLst>
                    <a:gd name="connsiteX0" fmla="*/ 193096 w 465062"/>
                    <a:gd name="connsiteY0" fmla="*/ 59832 h 658157"/>
                    <a:gd name="connsiteX1" fmla="*/ 193096 w 465062"/>
                    <a:gd name="connsiteY1" fmla="*/ 114226 h 658157"/>
                    <a:gd name="connsiteX2" fmla="*/ 198536 w 465062"/>
                    <a:gd name="connsiteY2" fmla="*/ 209414 h 658157"/>
                    <a:gd name="connsiteX3" fmla="*/ 201255 w 465062"/>
                    <a:gd name="connsiteY3" fmla="*/ 282845 h 658157"/>
                    <a:gd name="connsiteX4" fmla="*/ 203975 w 465062"/>
                    <a:gd name="connsiteY4" fmla="*/ 315481 h 658157"/>
                    <a:gd name="connsiteX5" fmla="*/ 203975 w 465062"/>
                    <a:gd name="connsiteY5" fmla="*/ 320920 h 658157"/>
                    <a:gd name="connsiteX6" fmla="*/ 212134 w 465062"/>
                    <a:gd name="connsiteY6" fmla="*/ 329079 h 658157"/>
                    <a:gd name="connsiteX7" fmla="*/ 223013 w 465062"/>
                    <a:gd name="connsiteY7" fmla="*/ 329079 h 658157"/>
                    <a:gd name="connsiteX8" fmla="*/ 239331 w 465062"/>
                    <a:gd name="connsiteY8" fmla="*/ 329079 h 658157"/>
                    <a:gd name="connsiteX9" fmla="*/ 280126 w 465062"/>
                    <a:gd name="connsiteY9" fmla="*/ 312761 h 658157"/>
                    <a:gd name="connsiteX10" fmla="*/ 296443 w 465062"/>
                    <a:gd name="connsiteY10" fmla="*/ 288284 h 658157"/>
                    <a:gd name="connsiteX11" fmla="*/ 304602 w 465062"/>
                    <a:gd name="connsiteY11" fmla="*/ 258368 h 658157"/>
                    <a:gd name="connsiteX12" fmla="*/ 312761 w 465062"/>
                    <a:gd name="connsiteY12" fmla="*/ 225732 h 658157"/>
                    <a:gd name="connsiteX13" fmla="*/ 315481 w 465062"/>
                    <a:gd name="connsiteY13" fmla="*/ 195816 h 658157"/>
                    <a:gd name="connsiteX14" fmla="*/ 318201 w 465062"/>
                    <a:gd name="connsiteY14" fmla="*/ 168619 h 658157"/>
                    <a:gd name="connsiteX15" fmla="*/ 312761 w 465062"/>
                    <a:gd name="connsiteY15" fmla="*/ 135983 h 658157"/>
                    <a:gd name="connsiteX16" fmla="*/ 312761 w 465062"/>
                    <a:gd name="connsiteY16" fmla="*/ 122385 h 658157"/>
                    <a:gd name="connsiteX17" fmla="*/ 293724 w 465062"/>
                    <a:gd name="connsiteY17" fmla="*/ 84309 h 658157"/>
                    <a:gd name="connsiteX18" fmla="*/ 280126 w 465062"/>
                    <a:gd name="connsiteY18" fmla="*/ 73430 h 658157"/>
                    <a:gd name="connsiteX19" fmla="*/ 258368 w 465062"/>
                    <a:gd name="connsiteY19" fmla="*/ 62552 h 658157"/>
                    <a:gd name="connsiteX20" fmla="*/ 217573 w 465062"/>
                    <a:gd name="connsiteY20" fmla="*/ 59832 h 658157"/>
                    <a:gd name="connsiteX21" fmla="*/ 111506 w 465062"/>
                    <a:gd name="connsiteY21" fmla="*/ 0 h 658157"/>
                    <a:gd name="connsiteX22" fmla="*/ 127824 w 465062"/>
                    <a:gd name="connsiteY22" fmla="*/ 0 h 658157"/>
                    <a:gd name="connsiteX23" fmla="*/ 157741 w 465062"/>
                    <a:gd name="connsiteY23" fmla="*/ 5440 h 658157"/>
                    <a:gd name="connsiteX24" fmla="*/ 179497 w 465062"/>
                    <a:gd name="connsiteY24" fmla="*/ 16318 h 658157"/>
                    <a:gd name="connsiteX25" fmla="*/ 209414 w 465062"/>
                    <a:gd name="connsiteY25" fmla="*/ 16318 h 658157"/>
                    <a:gd name="connsiteX26" fmla="*/ 247489 w 465062"/>
                    <a:gd name="connsiteY26" fmla="*/ 16318 h 658157"/>
                    <a:gd name="connsiteX27" fmla="*/ 266527 w 465062"/>
                    <a:gd name="connsiteY27" fmla="*/ 16318 h 658157"/>
                    <a:gd name="connsiteX28" fmla="*/ 312761 w 465062"/>
                    <a:gd name="connsiteY28" fmla="*/ 27197 h 658157"/>
                    <a:gd name="connsiteX29" fmla="*/ 337238 w 465062"/>
                    <a:gd name="connsiteY29" fmla="*/ 38075 h 658157"/>
                    <a:gd name="connsiteX30" fmla="*/ 364434 w 465062"/>
                    <a:gd name="connsiteY30" fmla="*/ 54393 h 658157"/>
                    <a:gd name="connsiteX31" fmla="*/ 386192 w 465062"/>
                    <a:gd name="connsiteY31" fmla="*/ 73431 h 658157"/>
                    <a:gd name="connsiteX32" fmla="*/ 407949 w 465062"/>
                    <a:gd name="connsiteY32" fmla="*/ 103347 h 658157"/>
                    <a:gd name="connsiteX33" fmla="*/ 416108 w 465062"/>
                    <a:gd name="connsiteY33" fmla="*/ 141422 h 658157"/>
                    <a:gd name="connsiteX34" fmla="*/ 418828 w 465062"/>
                    <a:gd name="connsiteY34" fmla="*/ 163179 h 658157"/>
                    <a:gd name="connsiteX35" fmla="*/ 418828 w 465062"/>
                    <a:gd name="connsiteY35" fmla="*/ 171339 h 658157"/>
                    <a:gd name="connsiteX36" fmla="*/ 421547 w 465062"/>
                    <a:gd name="connsiteY36" fmla="*/ 187656 h 658157"/>
                    <a:gd name="connsiteX37" fmla="*/ 418828 w 465062"/>
                    <a:gd name="connsiteY37" fmla="*/ 206694 h 658157"/>
                    <a:gd name="connsiteX38" fmla="*/ 416108 w 465062"/>
                    <a:gd name="connsiteY38" fmla="*/ 233891 h 658157"/>
                    <a:gd name="connsiteX39" fmla="*/ 405229 w 465062"/>
                    <a:gd name="connsiteY39" fmla="*/ 263807 h 658157"/>
                    <a:gd name="connsiteX40" fmla="*/ 394351 w 465062"/>
                    <a:gd name="connsiteY40" fmla="*/ 274686 h 658157"/>
                    <a:gd name="connsiteX41" fmla="*/ 388912 w 465062"/>
                    <a:gd name="connsiteY41" fmla="*/ 285564 h 658157"/>
                    <a:gd name="connsiteX42" fmla="*/ 369874 w 465062"/>
                    <a:gd name="connsiteY42" fmla="*/ 304602 h 658157"/>
                    <a:gd name="connsiteX43" fmla="*/ 358995 w 465062"/>
                    <a:gd name="connsiteY43" fmla="*/ 310041 h 658157"/>
                    <a:gd name="connsiteX44" fmla="*/ 348117 w 465062"/>
                    <a:gd name="connsiteY44" fmla="*/ 320920 h 658157"/>
                    <a:gd name="connsiteX45" fmla="*/ 326359 w 465062"/>
                    <a:gd name="connsiteY45" fmla="*/ 339957 h 658157"/>
                    <a:gd name="connsiteX46" fmla="*/ 312761 w 465062"/>
                    <a:gd name="connsiteY46" fmla="*/ 353555 h 658157"/>
                    <a:gd name="connsiteX47" fmla="*/ 337238 w 465062"/>
                    <a:gd name="connsiteY47" fmla="*/ 380752 h 658157"/>
                    <a:gd name="connsiteX48" fmla="*/ 358995 w 465062"/>
                    <a:gd name="connsiteY48" fmla="*/ 421547 h 658157"/>
                    <a:gd name="connsiteX49" fmla="*/ 372593 w 465062"/>
                    <a:gd name="connsiteY49" fmla="*/ 459622 h 658157"/>
                    <a:gd name="connsiteX50" fmla="*/ 386192 w 465062"/>
                    <a:gd name="connsiteY50" fmla="*/ 514015 h 658157"/>
                    <a:gd name="connsiteX51" fmla="*/ 407949 w 465062"/>
                    <a:gd name="connsiteY51" fmla="*/ 568408 h 658157"/>
                    <a:gd name="connsiteX52" fmla="*/ 421547 w 465062"/>
                    <a:gd name="connsiteY52" fmla="*/ 598324 h 658157"/>
                    <a:gd name="connsiteX53" fmla="*/ 451463 w 465062"/>
                    <a:gd name="connsiteY53" fmla="*/ 628241 h 658157"/>
                    <a:gd name="connsiteX54" fmla="*/ 465062 w 465062"/>
                    <a:gd name="connsiteY54" fmla="*/ 644559 h 658157"/>
                    <a:gd name="connsiteX55" fmla="*/ 462342 w 465062"/>
                    <a:gd name="connsiteY55" fmla="*/ 649998 h 658157"/>
                    <a:gd name="connsiteX56" fmla="*/ 437865 w 465062"/>
                    <a:gd name="connsiteY56" fmla="*/ 658157 h 658157"/>
                    <a:gd name="connsiteX57" fmla="*/ 361715 w 465062"/>
                    <a:gd name="connsiteY57" fmla="*/ 622801 h 658157"/>
                    <a:gd name="connsiteX58" fmla="*/ 320920 w 465062"/>
                    <a:gd name="connsiteY58" fmla="*/ 565689 h 658157"/>
                    <a:gd name="connsiteX59" fmla="*/ 304602 w 465062"/>
                    <a:gd name="connsiteY59" fmla="*/ 530333 h 658157"/>
                    <a:gd name="connsiteX60" fmla="*/ 293723 w 465062"/>
                    <a:gd name="connsiteY60" fmla="*/ 497697 h 658157"/>
                    <a:gd name="connsiteX61" fmla="*/ 282845 w 465062"/>
                    <a:gd name="connsiteY61" fmla="*/ 462342 h 658157"/>
                    <a:gd name="connsiteX62" fmla="*/ 269246 w 465062"/>
                    <a:gd name="connsiteY62" fmla="*/ 424267 h 658157"/>
                    <a:gd name="connsiteX63" fmla="*/ 255648 w 465062"/>
                    <a:gd name="connsiteY63" fmla="*/ 391631 h 658157"/>
                    <a:gd name="connsiteX64" fmla="*/ 236610 w 465062"/>
                    <a:gd name="connsiteY64" fmla="*/ 367154 h 658157"/>
                    <a:gd name="connsiteX65" fmla="*/ 217573 w 465062"/>
                    <a:gd name="connsiteY65" fmla="*/ 361714 h 658157"/>
                    <a:gd name="connsiteX66" fmla="*/ 201255 w 465062"/>
                    <a:gd name="connsiteY66" fmla="*/ 361714 h 658157"/>
                    <a:gd name="connsiteX67" fmla="*/ 198535 w 465062"/>
                    <a:gd name="connsiteY67" fmla="*/ 367154 h 658157"/>
                    <a:gd name="connsiteX68" fmla="*/ 201255 w 465062"/>
                    <a:gd name="connsiteY68" fmla="*/ 388911 h 658157"/>
                    <a:gd name="connsiteX69" fmla="*/ 198535 w 465062"/>
                    <a:gd name="connsiteY69" fmla="*/ 426986 h 658157"/>
                    <a:gd name="connsiteX70" fmla="*/ 203975 w 465062"/>
                    <a:gd name="connsiteY70" fmla="*/ 478660 h 658157"/>
                    <a:gd name="connsiteX71" fmla="*/ 198535 w 465062"/>
                    <a:gd name="connsiteY71" fmla="*/ 552090 h 658157"/>
                    <a:gd name="connsiteX72" fmla="*/ 195816 w 465062"/>
                    <a:gd name="connsiteY72" fmla="*/ 576567 h 658157"/>
                    <a:gd name="connsiteX73" fmla="*/ 198535 w 465062"/>
                    <a:gd name="connsiteY73" fmla="*/ 592885 h 658157"/>
                    <a:gd name="connsiteX74" fmla="*/ 233891 w 465062"/>
                    <a:gd name="connsiteY74" fmla="*/ 592885 h 658157"/>
                    <a:gd name="connsiteX75" fmla="*/ 271966 w 465062"/>
                    <a:gd name="connsiteY75" fmla="*/ 611923 h 658157"/>
                    <a:gd name="connsiteX76" fmla="*/ 266527 w 465062"/>
                    <a:gd name="connsiteY76" fmla="*/ 628241 h 658157"/>
                    <a:gd name="connsiteX77" fmla="*/ 250209 w 465062"/>
                    <a:gd name="connsiteY77" fmla="*/ 636400 h 658157"/>
                    <a:gd name="connsiteX78" fmla="*/ 228451 w 465062"/>
                    <a:gd name="connsiteY78" fmla="*/ 639119 h 658157"/>
                    <a:gd name="connsiteX79" fmla="*/ 187657 w 465062"/>
                    <a:gd name="connsiteY79" fmla="*/ 639119 h 658157"/>
                    <a:gd name="connsiteX80" fmla="*/ 152301 w 465062"/>
                    <a:gd name="connsiteY80" fmla="*/ 652717 h 658157"/>
                    <a:gd name="connsiteX81" fmla="*/ 133263 w 465062"/>
                    <a:gd name="connsiteY81" fmla="*/ 655437 h 658157"/>
                    <a:gd name="connsiteX82" fmla="*/ 122385 w 465062"/>
                    <a:gd name="connsiteY82" fmla="*/ 652717 h 658157"/>
                    <a:gd name="connsiteX83" fmla="*/ 97908 w 465062"/>
                    <a:gd name="connsiteY83" fmla="*/ 639119 h 658157"/>
                    <a:gd name="connsiteX84" fmla="*/ 70711 w 465062"/>
                    <a:gd name="connsiteY84" fmla="*/ 639119 h 658157"/>
                    <a:gd name="connsiteX85" fmla="*/ 46234 w 465062"/>
                    <a:gd name="connsiteY85" fmla="*/ 639119 h 658157"/>
                    <a:gd name="connsiteX86" fmla="*/ 19038 w 465062"/>
                    <a:gd name="connsiteY86" fmla="*/ 630960 h 658157"/>
                    <a:gd name="connsiteX87" fmla="*/ 2720 w 465062"/>
                    <a:gd name="connsiteY87" fmla="*/ 614642 h 658157"/>
                    <a:gd name="connsiteX88" fmla="*/ 8159 w 465062"/>
                    <a:gd name="connsiteY88" fmla="*/ 606483 h 658157"/>
                    <a:gd name="connsiteX89" fmla="*/ 29916 w 465062"/>
                    <a:gd name="connsiteY89" fmla="*/ 598324 h 658157"/>
                    <a:gd name="connsiteX90" fmla="*/ 76151 w 465062"/>
                    <a:gd name="connsiteY90" fmla="*/ 592885 h 658157"/>
                    <a:gd name="connsiteX91" fmla="*/ 73431 w 465062"/>
                    <a:gd name="connsiteY91" fmla="*/ 573848 h 658157"/>
                    <a:gd name="connsiteX92" fmla="*/ 70711 w 465062"/>
                    <a:gd name="connsiteY92" fmla="*/ 500417 h 658157"/>
                    <a:gd name="connsiteX93" fmla="*/ 73431 w 465062"/>
                    <a:gd name="connsiteY93" fmla="*/ 437865 h 658157"/>
                    <a:gd name="connsiteX94" fmla="*/ 70711 w 465062"/>
                    <a:gd name="connsiteY94" fmla="*/ 369873 h 658157"/>
                    <a:gd name="connsiteX95" fmla="*/ 70711 w 465062"/>
                    <a:gd name="connsiteY95" fmla="*/ 293723 h 658157"/>
                    <a:gd name="connsiteX96" fmla="*/ 73431 w 465062"/>
                    <a:gd name="connsiteY96" fmla="*/ 212133 h 658157"/>
                    <a:gd name="connsiteX97" fmla="*/ 76151 w 465062"/>
                    <a:gd name="connsiteY97" fmla="*/ 155021 h 658157"/>
                    <a:gd name="connsiteX98" fmla="*/ 76151 w 465062"/>
                    <a:gd name="connsiteY98" fmla="*/ 119665 h 658157"/>
                    <a:gd name="connsiteX99" fmla="*/ 78870 w 465062"/>
                    <a:gd name="connsiteY99" fmla="*/ 84310 h 658157"/>
                    <a:gd name="connsiteX100" fmla="*/ 76151 w 465062"/>
                    <a:gd name="connsiteY100" fmla="*/ 62552 h 658157"/>
                    <a:gd name="connsiteX101" fmla="*/ 67992 w 465062"/>
                    <a:gd name="connsiteY101" fmla="*/ 62552 h 658157"/>
                    <a:gd name="connsiteX102" fmla="*/ 43515 w 465062"/>
                    <a:gd name="connsiteY102" fmla="*/ 62552 h 658157"/>
                    <a:gd name="connsiteX103" fmla="*/ 16318 w 465062"/>
                    <a:gd name="connsiteY103" fmla="*/ 57113 h 658157"/>
                    <a:gd name="connsiteX104" fmla="*/ 0 w 465062"/>
                    <a:gd name="connsiteY104" fmla="*/ 40795 h 658157"/>
                    <a:gd name="connsiteX105" fmla="*/ 5439 w 465062"/>
                    <a:gd name="connsiteY105" fmla="*/ 32636 h 658157"/>
                    <a:gd name="connsiteX106" fmla="*/ 27197 w 465062"/>
                    <a:gd name="connsiteY106" fmla="*/ 24477 h 658157"/>
                    <a:gd name="connsiteX107" fmla="*/ 76151 w 465062"/>
                    <a:gd name="connsiteY107" fmla="*/ 19038 h 658157"/>
                    <a:gd name="connsiteX108" fmla="*/ 78870 w 465062"/>
                    <a:gd name="connsiteY108" fmla="*/ 13598 h 658157"/>
                    <a:gd name="connsiteX109" fmla="*/ 95188 w 465062"/>
                    <a:gd name="connsiteY109" fmla="*/ 5440 h 658157"/>
                    <a:gd name="connsiteX110" fmla="*/ 111506 w 465062"/>
                    <a:gd name="connsiteY110" fmla="*/ 0 h 6581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</a:cxnLst>
                  <a:rect l="l" t="t" r="r" b="b"/>
                  <a:pathLst>
                    <a:path w="465062" h="658157">
                      <a:moveTo>
                        <a:pt x="193096" y="59832"/>
                      </a:moveTo>
                      <a:cubicBezTo>
                        <a:pt x="193096" y="73430"/>
                        <a:pt x="193096" y="89748"/>
                        <a:pt x="193096" y="114226"/>
                      </a:cubicBezTo>
                      <a:cubicBezTo>
                        <a:pt x="193096" y="144142"/>
                        <a:pt x="195816" y="176778"/>
                        <a:pt x="198536" y="209414"/>
                      </a:cubicBezTo>
                      <a:cubicBezTo>
                        <a:pt x="198536" y="247489"/>
                        <a:pt x="201255" y="277406"/>
                        <a:pt x="201255" y="282845"/>
                      </a:cubicBezTo>
                      <a:cubicBezTo>
                        <a:pt x="201255" y="293723"/>
                        <a:pt x="203975" y="304602"/>
                        <a:pt x="203975" y="315481"/>
                      </a:cubicBezTo>
                      <a:cubicBezTo>
                        <a:pt x="203975" y="318200"/>
                        <a:pt x="203975" y="318200"/>
                        <a:pt x="203975" y="320920"/>
                      </a:cubicBezTo>
                      <a:cubicBezTo>
                        <a:pt x="203975" y="326359"/>
                        <a:pt x="206695" y="329079"/>
                        <a:pt x="212134" y="329079"/>
                      </a:cubicBezTo>
                      <a:cubicBezTo>
                        <a:pt x="214854" y="329079"/>
                        <a:pt x="220293" y="329079"/>
                        <a:pt x="223013" y="329079"/>
                      </a:cubicBezTo>
                      <a:cubicBezTo>
                        <a:pt x="228452" y="329079"/>
                        <a:pt x="233891" y="329079"/>
                        <a:pt x="239331" y="329079"/>
                      </a:cubicBezTo>
                      <a:cubicBezTo>
                        <a:pt x="252929" y="329079"/>
                        <a:pt x="271967" y="323640"/>
                        <a:pt x="280126" y="312761"/>
                      </a:cubicBezTo>
                      <a:cubicBezTo>
                        <a:pt x="288284" y="304602"/>
                        <a:pt x="291004" y="299163"/>
                        <a:pt x="296443" y="288284"/>
                      </a:cubicBezTo>
                      <a:cubicBezTo>
                        <a:pt x="299163" y="277406"/>
                        <a:pt x="301883" y="269247"/>
                        <a:pt x="304602" y="258368"/>
                      </a:cubicBezTo>
                      <a:cubicBezTo>
                        <a:pt x="307322" y="244770"/>
                        <a:pt x="310042" y="239330"/>
                        <a:pt x="312761" y="225732"/>
                      </a:cubicBezTo>
                      <a:cubicBezTo>
                        <a:pt x="315481" y="212134"/>
                        <a:pt x="315481" y="209414"/>
                        <a:pt x="315481" y="195816"/>
                      </a:cubicBezTo>
                      <a:cubicBezTo>
                        <a:pt x="315481" y="179498"/>
                        <a:pt x="315481" y="184937"/>
                        <a:pt x="318201" y="168619"/>
                      </a:cubicBezTo>
                      <a:cubicBezTo>
                        <a:pt x="312761" y="152302"/>
                        <a:pt x="312761" y="149582"/>
                        <a:pt x="312761" y="135983"/>
                      </a:cubicBezTo>
                      <a:cubicBezTo>
                        <a:pt x="312761" y="133264"/>
                        <a:pt x="312761" y="127825"/>
                        <a:pt x="312761" y="122385"/>
                      </a:cubicBezTo>
                      <a:cubicBezTo>
                        <a:pt x="312761" y="111507"/>
                        <a:pt x="301883" y="95188"/>
                        <a:pt x="293724" y="84309"/>
                      </a:cubicBezTo>
                      <a:cubicBezTo>
                        <a:pt x="288284" y="78870"/>
                        <a:pt x="285565" y="76150"/>
                        <a:pt x="280126" y="73430"/>
                      </a:cubicBezTo>
                      <a:cubicBezTo>
                        <a:pt x="271967" y="67991"/>
                        <a:pt x="266527" y="65271"/>
                        <a:pt x="258368" y="62552"/>
                      </a:cubicBezTo>
                      <a:cubicBezTo>
                        <a:pt x="244770" y="59832"/>
                        <a:pt x="228452" y="59832"/>
                        <a:pt x="217573" y="59832"/>
                      </a:cubicBezTo>
                      <a:close/>
                      <a:moveTo>
                        <a:pt x="111506" y="0"/>
                      </a:moveTo>
                      <a:cubicBezTo>
                        <a:pt x="114226" y="0"/>
                        <a:pt x="122385" y="0"/>
                        <a:pt x="127824" y="0"/>
                      </a:cubicBezTo>
                      <a:cubicBezTo>
                        <a:pt x="135983" y="0"/>
                        <a:pt x="146862" y="2720"/>
                        <a:pt x="157741" y="5440"/>
                      </a:cubicBezTo>
                      <a:cubicBezTo>
                        <a:pt x="168619" y="8159"/>
                        <a:pt x="176778" y="10879"/>
                        <a:pt x="179497" y="16318"/>
                      </a:cubicBezTo>
                      <a:cubicBezTo>
                        <a:pt x="193096" y="16318"/>
                        <a:pt x="201255" y="16318"/>
                        <a:pt x="209414" y="16318"/>
                      </a:cubicBezTo>
                      <a:cubicBezTo>
                        <a:pt x="220292" y="16318"/>
                        <a:pt x="231171" y="16318"/>
                        <a:pt x="247489" y="16318"/>
                      </a:cubicBezTo>
                      <a:cubicBezTo>
                        <a:pt x="250209" y="16318"/>
                        <a:pt x="258368" y="16318"/>
                        <a:pt x="266527" y="16318"/>
                      </a:cubicBezTo>
                      <a:cubicBezTo>
                        <a:pt x="277405" y="16318"/>
                        <a:pt x="291004" y="21758"/>
                        <a:pt x="312761" y="27197"/>
                      </a:cubicBezTo>
                      <a:cubicBezTo>
                        <a:pt x="320920" y="29917"/>
                        <a:pt x="329079" y="35356"/>
                        <a:pt x="337238" y="38075"/>
                      </a:cubicBezTo>
                      <a:cubicBezTo>
                        <a:pt x="342677" y="40795"/>
                        <a:pt x="353556" y="48954"/>
                        <a:pt x="364434" y="54393"/>
                      </a:cubicBezTo>
                      <a:cubicBezTo>
                        <a:pt x="375313" y="62552"/>
                        <a:pt x="386192" y="67992"/>
                        <a:pt x="386192" y="73431"/>
                      </a:cubicBezTo>
                      <a:cubicBezTo>
                        <a:pt x="391631" y="84310"/>
                        <a:pt x="402510" y="92469"/>
                        <a:pt x="407949" y="103347"/>
                      </a:cubicBezTo>
                      <a:cubicBezTo>
                        <a:pt x="413388" y="116945"/>
                        <a:pt x="416108" y="130544"/>
                        <a:pt x="416108" y="141422"/>
                      </a:cubicBezTo>
                      <a:cubicBezTo>
                        <a:pt x="416108" y="152301"/>
                        <a:pt x="418828" y="157740"/>
                        <a:pt x="418828" y="163179"/>
                      </a:cubicBezTo>
                      <a:cubicBezTo>
                        <a:pt x="418828" y="165899"/>
                        <a:pt x="418828" y="168619"/>
                        <a:pt x="418828" y="171339"/>
                      </a:cubicBezTo>
                      <a:cubicBezTo>
                        <a:pt x="418828" y="174058"/>
                        <a:pt x="421547" y="182217"/>
                        <a:pt x="421547" y="187656"/>
                      </a:cubicBezTo>
                      <a:cubicBezTo>
                        <a:pt x="421547" y="193096"/>
                        <a:pt x="418828" y="201255"/>
                        <a:pt x="418828" y="206694"/>
                      </a:cubicBezTo>
                      <a:cubicBezTo>
                        <a:pt x="418828" y="217573"/>
                        <a:pt x="418828" y="223012"/>
                        <a:pt x="416108" y="233891"/>
                      </a:cubicBezTo>
                      <a:cubicBezTo>
                        <a:pt x="413388" y="244769"/>
                        <a:pt x="410668" y="255648"/>
                        <a:pt x="405229" y="263807"/>
                      </a:cubicBezTo>
                      <a:cubicBezTo>
                        <a:pt x="402510" y="269246"/>
                        <a:pt x="397070" y="269246"/>
                        <a:pt x="394351" y="274686"/>
                      </a:cubicBezTo>
                      <a:cubicBezTo>
                        <a:pt x="391631" y="277405"/>
                        <a:pt x="391631" y="282844"/>
                        <a:pt x="388912" y="285564"/>
                      </a:cubicBezTo>
                      <a:cubicBezTo>
                        <a:pt x="383472" y="291003"/>
                        <a:pt x="375313" y="301882"/>
                        <a:pt x="369874" y="304602"/>
                      </a:cubicBezTo>
                      <a:cubicBezTo>
                        <a:pt x="367154" y="307321"/>
                        <a:pt x="361715" y="307321"/>
                        <a:pt x="358995" y="310041"/>
                      </a:cubicBezTo>
                      <a:cubicBezTo>
                        <a:pt x="356275" y="312761"/>
                        <a:pt x="350836" y="318200"/>
                        <a:pt x="348117" y="320920"/>
                      </a:cubicBezTo>
                      <a:cubicBezTo>
                        <a:pt x="339958" y="326359"/>
                        <a:pt x="334518" y="334518"/>
                        <a:pt x="326359" y="339957"/>
                      </a:cubicBezTo>
                      <a:cubicBezTo>
                        <a:pt x="320920" y="342677"/>
                        <a:pt x="312761" y="342677"/>
                        <a:pt x="312761" y="353555"/>
                      </a:cubicBezTo>
                      <a:cubicBezTo>
                        <a:pt x="312761" y="361714"/>
                        <a:pt x="334518" y="372593"/>
                        <a:pt x="337238" y="380752"/>
                      </a:cubicBezTo>
                      <a:cubicBezTo>
                        <a:pt x="345397" y="394350"/>
                        <a:pt x="353556" y="407948"/>
                        <a:pt x="358995" y="421547"/>
                      </a:cubicBezTo>
                      <a:cubicBezTo>
                        <a:pt x="364434" y="435145"/>
                        <a:pt x="367154" y="446024"/>
                        <a:pt x="372593" y="459622"/>
                      </a:cubicBezTo>
                      <a:cubicBezTo>
                        <a:pt x="378033" y="478660"/>
                        <a:pt x="383472" y="494978"/>
                        <a:pt x="386192" y="514015"/>
                      </a:cubicBezTo>
                      <a:cubicBezTo>
                        <a:pt x="391631" y="533053"/>
                        <a:pt x="402510" y="549371"/>
                        <a:pt x="407949" y="568408"/>
                      </a:cubicBezTo>
                      <a:cubicBezTo>
                        <a:pt x="410668" y="579287"/>
                        <a:pt x="416108" y="590165"/>
                        <a:pt x="421547" y="598324"/>
                      </a:cubicBezTo>
                      <a:cubicBezTo>
                        <a:pt x="435146" y="614642"/>
                        <a:pt x="443305" y="622801"/>
                        <a:pt x="451463" y="628241"/>
                      </a:cubicBezTo>
                      <a:cubicBezTo>
                        <a:pt x="456903" y="630960"/>
                        <a:pt x="465062" y="636400"/>
                        <a:pt x="465062" y="644559"/>
                      </a:cubicBezTo>
                      <a:cubicBezTo>
                        <a:pt x="465062" y="647278"/>
                        <a:pt x="465062" y="647278"/>
                        <a:pt x="462342" y="649998"/>
                      </a:cubicBezTo>
                      <a:cubicBezTo>
                        <a:pt x="456903" y="655437"/>
                        <a:pt x="446024" y="658157"/>
                        <a:pt x="437865" y="658157"/>
                      </a:cubicBezTo>
                      <a:cubicBezTo>
                        <a:pt x="413388" y="658157"/>
                        <a:pt x="378033" y="641839"/>
                        <a:pt x="361715" y="622801"/>
                      </a:cubicBezTo>
                      <a:cubicBezTo>
                        <a:pt x="345397" y="606483"/>
                        <a:pt x="334518" y="584726"/>
                        <a:pt x="320920" y="565689"/>
                      </a:cubicBezTo>
                      <a:cubicBezTo>
                        <a:pt x="315480" y="554810"/>
                        <a:pt x="310041" y="543931"/>
                        <a:pt x="304602" y="530333"/>
                      </a:cubicBezTo>
                      <a:cubicBezTo>
                        <a:pt x="299163" y="519454"/>
                        <a:pt x="296443" y="508576"/>
                        <a:pt x="293723" y="497697"/>
                      </a:cubicBezTo>
                      <a:cubicBezTo>
                        <a:pt x="291004" y="486819"/>
                        <a:pt x="288284" y="473220"/>
                        <a:pt x="282845" y="462342"/>
                      </a:cubicBezTo>
                      <a:cubicBezTo>
                        <a:pt x="280125" y="448743"/>
                        <a:pt x="274686" y="437865"/>
                        <a:pt x="269246" y="424267"/>
                      </a:cubicBezTo>
                      <a:cubicBezTo>
                        <a:pt x="266527" y="416108"/>
                        <a:pt x="261087" y="402509"/>
                        <a:pt x="255648" y="391631"/>
                      </a:cubicBezTo>
                      <a:cubicBezTo>
                        <a:pt x="250209" y="380752"/>
                        <a:pt x="244770" y="375313"/>
                        <a:pt x="236610" y="367154"/>
                      </a:cubicBezTo>
                      <a:cubicBezTo>
                        <a:pt x="231171" y="361714"/>
                        <a:pt x="223012" y="361714"/>
                        <a:pt x="217573" y="361714"/>
                      </a:cubicBezTo>
                      <a:cubicBezTo>
                        <a:pt x="212134" y="361714"/>
                        <a:pt x="206694" y="361714"/>
                        <a:pt x="201255" y="361714"/>
                      </a:cubicBezTo>
                      <a:cubicBezTo>
                        <a:pt x="198535" y="361714"/>
                        <a:pt x="198535" y="364434"/>
                        <a:pt x="198535" y="367154"/>
                      </a:cubicBezTo>
                      <a:cubicBezTo>
                        <a:pt x="198535" y="375313"/>
                        <a:pt x="201255" y="386191"/>
                        <a:pt x="201255" y="388911"/>
                      </a:cubicBezTo>
                      <a:cubicBezTo>
                        <a:pt x="201255" y="402509"/>
                        <a:pt x="198535" y="413388"/>
                        <a:pt x="198535" y="426986"/>
                      </a:cubicBezTo>
                      <a:cubicBezTo>
                        <a:pt x="198535" y="446024"/>
                        <a:pt x="203975" y="456902"/>
                        <a:pt x="203975" y="478660"/>
                      </a:cubicBezTo>
                      <a:cubicBezTo>
                        <a:pt x="203975" y="503136"/>
                        <a:pt x="201255" y="527613"/>
                        <a:pt x="198535" y="552090"/>
                      </a:cubicBezTo>
                      <a:cubicBezTo>
                        <a:pt x="198535" y="560249"/>
                        <a:pt x="195816" y="568408"/>
                        <a:pt x="195816" y="576567"/>
                      </a:cubicBezTo>
                      <a:cubicBezTo>
                        <a:pt x="195816" y="582006"/>
                        <a:pt x="195816" y="587446"/>
                        <a:pt x="198535" y="592885"/>
                      </a:cubicBezTo>
                      <a:cubicBezTo>
                        <a:pt x="212134" y="592885"/>
                        <a:pt x="225732" y="592885"/>
                        <a:pt x="233891" y="592885"/>
                      </a:cubicBezTo>
                      <a:cubicBezTo>
                        <a:pt x="247489" y="592885"/>
                        <a:pt x="271966" y="592885"/>
                        <a:pt x="271966" y="611923"/>
                      </a:cubicBezTo>
                      <a:cubicBezTo>
                        <a:pt x="271966" y="620082"/>
                        <a:pt x="269246" y="622801"/>
                        <a:pt x="266527" y="628241"/>
                      </a:cubicBezTo>
                      <a:cubicBezTo>
                        <a:pt x="261087" y="633680"/>
                        <a:pt x="255648" y="636400"/>
                        <a:pt x="250209" y="636400"/>
                      </a:cubicBezTo>
                      <a:cubicBezTo>
                        <a:pt x="239330" y="639119"/>
                        <a:pt x="233891" y="639119"/>
                        <a:pt x="228451" y="639119"/>
                      </a:cubicBezTo>
                      <a:cubicBezTo>
                        <a:pt x="223012" y="639119"/>
                        <a:pt x="206694" y="639119"/>
                        <a:pt x="187657" y="639119"/>
                      </a:cubicBezTo>
                      <a:cubicBezTo>
                        <a:pt x="176778" y="647278"/>
                        <a:pt x="163180" y="649998"/>
                        <a:pt x="152301" y="652717"/>
                      </a:cubicBezTo>
                      <a:cubicBezTo>
                        <a:pt x="146862" y="652717"/>
                        <a:pt x="138703" y="655437"/>
                        <a:pt x="133263" y="655437"/>
                      </a:cubicBezTo>
                      <a:cubicBezTo>
                        <a:pt x="130544" y="655437"/>
                        <a:pt x="125104" y="655437"/>
                        <a:pt x="122385" y="652717"/>
                      </a:cubicBezTo>
                      <a:cubicBezTo>
                        <a:pt x="114226" y="649998"/>
                        <a:pt x="103347" y="644559"/>
                        <a:pt x="97908" y="639119"/>
                      </a:cubicBezTo>
                      <a:cubicBezTo>
                        <a:pt x="87029" y="639119"/>
                        <a:pt x="78870" y="639119"/>
                        <a:pt x="70711" y="639119"/>
                      </a:cubicBezTo>
                      <a:cubicBezTo>
                        <a:pt x="62552" y="639119"/>
                        <a:pt x="54393" y="639119"/>
                        <a:pt x="46234" y="639119"/>
                      </a:cubicBezTo>
                      <a:cubicBezTo>
                        <a:pt x="38075" y="639119"/>
                        <a:pt x="27197" y="633680"/>
                        <a:pt x="19038" y="630960"/>
                      </a:cubicBezTo>
                      <a:cubicBezTo>
                        <a:pt x="10879" y="628241"/>
                        <a:pt x="2720" y="620082"/>
                        <a:pt x="2720" y="614642"/>
                      </a:cubicBezTo>
                      <a:cubicBezTo>
                        <a:pt x="2720" y="611923"/>
                        <a:pt x="2720" y="609203"/>
                        <a:pt x="8159" y="606483"/>
                      </a:cubicBezTo>
                      <a:cubicBezTo>
                        <a:pt x="13599" y="603764"/>
                        <a:pt x="24477" y="601044"/>
                        <a:pt x="29916" y="598324"/>
                      </a:cubicBezTo>
                      <a:cubicBezTo>
                        <a:pt x="43515" y="595605"/>
                        <a:pt x="62552" y="595605"/>
                        <a:pt x="76151" y="592885"/>
                      </a:cubicBezTo>
                      <a:cubicBezTo>
                        <a:pt x="76151" y="587446"/>
                        <a:pt x="73431" y="582006"/>
                        <a:pt x="73431" y="573848"/>
                      </a:cubicBezTo>
                      <a:cubicBezTo>
                        <a:pt x="73431" y="565689"/>
                        <a:pt x="70711" y="516735"/>
                        <a:pt x="70711" y="500417"/>
                      </a:cubicBezTo>
                      <a:cubicBezTo>
                        <a:pt x="70711" y="481379"/>
                        <a:pt x="73431" y="456902"/>
                        <a:pt x="73431" y="437865"/>
                      </a:cubicBezTo>
                      <a:cubicBezTo>
                        <a:pt x="73431" y="416108"/>
                        <a:pt x="70711" y="391631"/>
                        <a:pt x="70711" y="369873"/>
                      </a:cubicBezTo>
                      <a:cubicBezTo>
                        <a:pt x="70711" y="345397"/>
                        <a:pt x="70711" y="318200"/>
                        <a:pt x="70711" y="293723"/>
                      </a:cubicBezTo>
                      <a:cubicBezTo>
                        <a:pt x="70711" y="266526"/>
                        <a:pt x="73431" y="239330"/>
                        <a:pt x="73431" y="212133"/>
                      </a:cubicBezTo>
                      <a:cubicBezTo>
                        <a:pt x="73431" y="187656"/>
                        <a:pt x="76151" y="179498"/>
                        <a:pt x="76151" y="155021"/>
                      </a:cubicBezTo>
                      <a:cubicBezTo>
                        <a:pt x="76151" y="144142"/>
                        <a:pt x="76151" y="130544"/>
                        <a:pt x="76151" y="119665"/>
                      </a:cubicBezTo>
                      <a:cubicBezTo>
                        <a:pt x="76151" y="106067"/>
                        <a:pt x="78870" y="95188"/>
                        <a:pt x="78870" y="84310"/>
                      </a:cubicBezTo>
                      <a:cubicBezTo>
                        <a:pt x="78870" y="78870"/>
                        <a:pt x="78870" y="70711"/>
                        <a:pt x="76151" y="62552"/>
                      </a:cubicBezTo>
                      <a:cubicBezTo>
                        <a:pt x="76151" y="62552"/>
                        <a:pt x="73431" y="62552"/>
                        <a:pt x="67992" y="62552"/>
                      </a:cubicBezTo>
                      <a:cubicBezTo>
                        <a:pt x="59833" y="62552"/>
                        <a:pt x="51674" y="62552"/>
                        <a:pt x="43515" y="62552"/>
                      </a:cubicBezTo>
                      <a:cubicBezTo>
                        <a:pt x="35356" y="62552"/>
                        <a:pt x="24477" y="59833"/>
                        <a:pt x="16318" y="57113"/>
                      </a:cubicBezTo>
                      <a:cubicBezTo>
                        <a:pt x="8159" y="54393"/>
                        <a:pt x="0" y="43515"/>
                        <a:pt x="0" y="40795"/>
                      </a:cubicBezTo>
                      <a:cubicBezTo>
                        <a:pt x="0" y="38075"/>
                        <a:pt x="0" y="35356"/>
                        <a:pt x="5439" y="32636"/>
                      </a:cubicBezTo>
                      <a:cubicBezTo>
                        <a:pt x="10879" y="29917"/>
                        <a:pt x="21758" y="27197"/>
                        <a:pt x="27197" y="24477"/>
                      </a:cubicBezTo>
                      <a:cubicBezTo>
                        <a:pt x="46234" y="21758"/>
                        <a:pt x="62552" y="19038"/>
                        <a:pt x="76151" y="19038"/>
                      </a:cubicBezTo>
                      <a:cubicBezTo>
                        <a:pt x="76151" y="16318"/>
                        <a:pt x="78870" y="16318"/>
                        <a:pt x="78870" y="13598"/>
                      </a:cubicBezTo>
                      <a:cubicBezTo>
                        <a:pt x="84309" y="10879"/>
                        <a:pt x="89749" y="8159"/>
                        <a:pt x="95188" y="5440"/>
                      </a:cubicBezTo>
                      <a:cubicBezTo>
                        <a:pt x="100628" y="2720"/>
                        <a:pt x="106067" y="0"/>
                        <a:pt x="111506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51" name="Freeform: Shape 50">
                  <a:extLst>
                    <a:ext uri="{FF2B5EF4-FFF2-40B4-BE49-F238E27FC236}">
                      <a16:creationId xmlns:a16="http://schemas.microsoft.com/office/drawing/2014/main" id="{F69993AB-3C68-5B72-1D04-54C56828D00C}"/>
                    </a:ext>
                  </a:extLst>
                </p:cNvPr>
                <p:cNvSpPr/>
                <p:nvPr/>
              </p:nvSpPr>
              <p:spPr>
                <a:xfrm>
                  <a:off x="8346812" y="4186718"/>
                  <a:ext cx="353556" cy="761503"/>
                </a:xfrm>
                <a:custGeom>
                  <a:avLst/>
                  <a:gdLst>
                    <a:gd name="connsiteX0" fmla="*/ 283910 w 353555"/>
                    <a:gd name="connsiteY0" fmla="*/ 672820 h 761503"/>
                    <a:gd name="connsiteX1" fmla="*/ 321985 w 353555"/>
                    <a:gd name="connsiteY1" fmla="*/ 689138 h 761503"/>
                    <a:gd name="connsiteX2" fmla="*/ 316546 w 353555"/>
                    <a:gd name="connsiteY2" fmla="*/ 705456 h 761503"/>
                    <a:gd name="connsiteX3" fmla="*/ 300228 w 353555"/>
                    <a:gd name="connsiteY3" fmla="*/ 713615 h 761503"/>
                    <a:gd name="connsiteX4" fmla="*/ 278471 w 353555"/>
                    <a:gd name="connsiteY4" fmla="*/ 716335 h 761503"/>
                    <a:gd name="connsiteX5" fmla="*/ 237676 w 353555"/>
                    <a:gd name="connsiteY5" fmla="*/ 716335 h 761503"/>
                    <a:gd name="connsiteX6" fmla="*/ 180563 w 353555"/>
                    <a:gd name="connsiteY6" fmla="*/ 719054 h 761503"/>
                    <a:gd name="connsiteX7" fmla="*/ 126170 w 353555"/>
                    <a:gd name="connsiteY7" fmla="*/ 719054 h 761503"/>
                    <a:gd name="connsiteX8" fmla="*/ 101693 w 353555"/>
                    <a:gd name="connsiteY8" fmla="*/ 719054 h 761503"/>
                    <a:gd name="connsiteX9" fmla="*/ 74496 w 353555"/>
                    <a:gd name="connsiteY9" fmla="*/ 713615 h 761503"/>
                    <a:gd name="connsiteX10" fmla="*/ 58178 w 353555"/>
                    <a:gd name="connsiteY10" fmla="*/ 697297 h 761503"/>
                    <a:gd name="connsiteX11" fmla="*/ 63618 w 353555"/>
                    <a:gd name="connsiteY11" fmla="*/ 689138 h 761503"/>
                    <a:gd name="connsiteX12" fmla="*/ 85375 w 353555"/>
                    <a:gd name="connsiteY12" fmla="*/ 680979 h 761503"/>
                    <a:gd name="connsiteX13" fmla="*/ 131609 w 353555"/>
                    <a:gd name="connsiteY13" fmla="*/ 675540 h 761503"/>
                    <a:gd name="connsiteX14" fmla="*/ 142488 w 353555"/>
                    <a:gd name="connsiteY14" fmla="*/ 675540 h 761503"/>
                    <a:gd name="connsiteX15" fmla="*/ 131609 w 353555"/>
                    <a:gd name="connsiteY15" fmla="*/ 653783 h 761503"/>
                    <a:gd name="connsiteX16" fmla="*/ 128890 w 353555"/>
                    <a:gd name="connsiteY16" fmla="*/ 640184 h 761503"/>
                    <a:gd name="connsiteX17" fmla="*/ 128890 w 353555"/>
                    <a:gd name="connsiteY17" fmla="*/ 629306 h 761503"/>
                    <a:gd name="connsiteX18" fmla="*/ 128890 w 353555"/>
                    <a:gd name="connsiteY18" fmla="*/ 621147 h 761503"/>
                    <a:gd name="connsiteX19" fmla="*/ 128890 w 353555"/>
                    <a:gd name="connsiteY19" fmla="*/ 593950 h 761503"/>
                    <a:gd name="connsiteX20" fmla="*/ 128890 w 353555"/>
                    <a:gd name="connsiteY20" fmla="*/ 583072 h 761503"/>
                    <a:gd name="connsiteX21" fmla="*/ 128890 w 353555"/>
                    <a:gd name="connsiteY21" fmla="*/ 436210 h 761503"/>
                    <a:gd name="connsiteX22" fmla="*/ 128890 w 353555"/>
                    <a:gd name="connsiteY22" fmla="*/ 357340 h 761503"/>
                    <a:gd name="connsiteX23" fmla="*/ 131609 w 353555"/>
                    <a:gd name="connsiteY23" fmla="*/ 289349 h 761503"/>
                    <a:gd name="connsiteX24" fmla="*/ 131609 w 353555"/>
                    <a:gd name="connsiteY24" fmla="*/ 251274 h 761503"/>
                    <a:gd name="connsiteX25" fmla="*/ 131609 w 353555"/>
                    <a:gd name="connsiteY25" fmla="*/ 205040 h 761503"/>
                    <a:gd name="connsiteX26" fmla="*/ 131609 w 353555"/>
                    <a:gd name="connsiteY26" fmla="*/ 139768 h 761503"/>
                    <a:gd name="connsiteX27" fmla="*/ 131609 w 353555"/>
                    <a:gd name="connsiteY27" fmla="*/ 128889 h 761503"/>
                    <a:gd name="connsiteX28" fmla="*/ 126170 w 353555"/>
                    <a:gd name="connsiteY28" fmla="*/ 128889 h 761503"/>
                    <a:gd name="connsiteX29" fmla="*/ 101693 w 353555"/>
                    <a:gd name="connsiteY29" fmla="*/ 128889 h 761503"/>
                    <a:gd name="connsiteX30" fmla="*/ 74496 w 353555"/>
                    <a:gd name="connsiteY30" fmla="*/ 123450 h 761503"/>
                    <a:gd name="connsiteX31" fmla="*/ 58178 w 353555"/>
                    <a:gd name="connsiteY31" fmla="*/ 107132 h 761503"/>
                    <a:gd name="connsiteX32" fmla="*/ 60898 w 353555"/>
                    <a:gd name="connsiteY32" fmla="*/ 98973 h 761503"/>
                    <a:gd name="connsiteX33" fmla="*/ 82655 w 353555"/>
                    <a:gd name="connsiteY33" fmla="*/ 93534 h 761503"/>
                    <a:gd name="connsiteX34" fmla="*/ 131609 w 353555"/>
                    <a:gd name="connsiteY34" fmla="*/ 88094 h 761503"/>
                    <a:gd name="connsiteX35" fmla="*/ 131609 w 353555"/>
                    <a:gd name="connsiteY35" fmla="*/ 82655 h 761503"/>
                    <a:gd name="connsiteX36" fmla="*/ 134329 w 353555"/>
                    <a:gd name="connsiteY36" fmla="*/ 71776 h 761503"/>
                    <a:gd name="connsiteX37" fmla="*/ 147927 w 353555"/>
                    <a:gd name="connsiteY37" fmla="*/ 63617 h 761503"/>
                    <a:gd name="connsiteX38" fmla="*/ 164245 w 353555"/>
                    <a:gd name="connsiteY38" fmla="*/ 58178 h 761503"/>
                    <a:gd name="connsiteX39" fmla="*/ 177843 w 353555"/>
                    <a:gd name="connsiteY39" fmla="*/ 58178 h 761503"/>
                    <a:gd name="connsiteX40" fmla="*/ 196881 w 353555"/>
                    <a:gd name="connsiteY40" fmla="*/ 60898 h 761503"/>
                    <a:gd name="connsiteX41" fmla="*/ 232237 w 353555"/>
                    <a:gd name="connsiteY41" fmla="*/ 88094 h 761503"/>
                    <a:gd name="connsiteX42" fmla="*/ 278471 w 353555"/>
                    <a:gd name="connsiteY42" fmla="*/ 88094 h 761503"/>
                    <a:gd name="connsiteX43" fmla="*/ 316546 w 353555"/>
                    <a:gd name="connsiteY43" fmla="*/ 104412 h 761503"/>
                    <a:gd name="connsiteX44" fmla="*/ 311107 w 353555"/>
                    <a:gd name="connsiteY44" fmla="*/ 120730 h 761503"/>
                    <a:gd name="connsiteX45" fmla="*/ 294789 w 353555"/>
                    <a:gd name="connsiteY45" fmla="*/ 128889 h 761503"/>
                    <a:gd name="connsiteX46" fmla="*/ 273032 w 353555"/>
                    <a:gd name="connsiteY46" fmla="*/ 131609 h 761503"/>
                    <a:gd name="connsiteX47" fmla="*/ 243115 w 353555"/>
                    <a:gd name="connsiteY47" fmla="*/ 131609 h 761503"/>
                    <a:gd name="connsiteX48" fmla="*/ 243115 w 353555"/>
                    <a:gd name="connsiteY48" fmla="*/ 134329 h 761503"/>
                    <a:gd name="connsiteX49" fmla="*/ 248554 w 353555"/>
                    <a:gd name="connsiteY49" fmla="*/ 169684 h 761503"/>
                    <a:gd name="connsiteX50" fmla="*/ 251274 w 353555"/>
                    <a:gd name="connsiteY50" fmla="*/ 205040 h 761503"/>
                    <a:gd name="connsiteX51" fmla="*/ 251274 w 353555"/>
                    <a:gd name="connsiteY51" fmla="*/ 240395 h 761503"/>
                    <a:gd name="connsiteX52" fmla="*/ 251274 w 353555"/>
                    <a:gd name="connsiteY52" fmla="*/ 256713 h 761503"/>
                    <a:gd name="connsiteX53" fmla="*/ 253994 w 353555"/>
                    <a:gd name="connsiteY53" fmla="*/ 270311 h 761503"/>
                    <a:gd name="connsiteX54" fmla="*/ 259433 w 353555"/>
                    <a:gd name="connsiteY54" fmla="*/ 343742 h 761503"/>
                    <a:gd name="connsiteX55" fmla="*/ 262153 w 353555"/>
                    <a:gd name="connsiteY55" fmla="*/ 425332 h 761503"/>
                    <a:gd name="connsiteX56" fmla="*/ 264872 w 353555"/>
                    <a:gd name="connsiteY56" fmla="*/ 490603 h 761503"/>
                    <a:gd name="connsiteX57" fmla="*/ 270312 w 353555"/>
                    <a:gd name="connsiteY57" fmla="*/ 564034 h 761503"/>
                    <a:gd name="connsiteX58" fmla="*/ 270312 w 353555"/>
                    <a:gd name="connsiteY58" fmla="*/ 599390 h 761503"/>
                    <a:gd name="connsiteX59" fmla="*/ 270312 w 353555"/>
                    <a:gd name="connsiteY59" fmla="*/ 637465 h 761503"/>
                    <a:gd name="connsiteX60" fmla="*/ 264872 w 353555"/>
                    <a:gd name="connsiteY60" fmla="*/ 670101 h 761503"/>
                    <a:gd name="connsiteX61" fmla="*/ 283910 w 353555"/>
                    <a:gd name="connsiteY61" fmla="*/ 672820 h 761503"/>
                    <a:gd name="connsiteX62" fmla="*/ 283910 w 353555"/>
                    <a:gd name="connsiteY62" fmla="*/ 672820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</a:cxnLst>
                  <a:rect l="l" t="t" r="r" b="b"/>
                  <a:pathLst>
                    <a:path w="353555" h="761503">
                      <a:moveTo>
                        <a:pt x="283910" y="672820"/>
                      </a:moveTo>
                      <a:cubicBezTo>
                        <a:pt x="297508" y="672820"/>
                        <a:pt x="321985" y="672820"/>
                        <a:pt x="321985" y="689138"/>
                      </a:cubicBezTo>
                      <a:cubicBezTo>
                        <a:pt x="321985" y="697297"/>
                        <a:pt x="319266" y="697297"/>
                        <a:pt x="316546" y="705456"/>
                      </a:cubicBezTo>
                      <a:cubicBezTo>
                        <a:pt x="311107" y="710895"/>
                        <a:pt x="305667" y="713615"/>
                        <a:pt x="300228" y="713615"/>
                      </a:cubicBezTo>
                      <a:cubicBezTo>
                        <a:pt x="292069" y="716335"/>
                        <a:pt x="283910" y="716335"/>
                        <a:pt x="278471" y="716335"/>
                      </a:cubicBezTo>
                      <a:cubicBezTo>
                        <a:pt x="275751" y="716335"/>
                        <a:pt x="256713" y="716335"/>
                        <a:pt x="237676" y="716335"/>
                      </a:cubicBezTo>
                      <a:cubicBezTo>
                        <a:pt x="213199" y="716335"/>
                        <a:pt x="186003" y="719054"/>
                        <a:pt x="180563" y="719054"/>
                      </a:cubicBezTo>
                      <a:cubicBezTo>
                        <a:pt x="166965" y="719054"/>
                        <a:pt x="142488" y="719054"/>
                        <a:pt x="126170" y="719054"/>
                      </a:cubicBezTo>
                      <a:cubicBezTo>
                        <a:pt x="118011" y="719054"/>
                        <a:pt x="109852" y="719054"/>
                        <a:pt x="101693" y="719054"/>
                      </a:cubicBezTo>
                      <a:cubicBezTo>
                        <a:pt x="93534" y="719054"/>
                        <a:pt x="82655" y="719054"/>
                        <a:pt x="74496" y="713615"/>
                      </a:cubicBezTo>
                      <a:cubicBezTo>
                        <a:pt x="66337" y="710895"/>
                        <a:pt x="58178" y="702736"/>
                        <a:pt x="58178" y="697297"/>
                      </a:cubicBezTo>
                      <a:cubicBezTo>
                        <a:pt x="58178" y="694578"/>
                        <a:pt x="58178" y="691858"/>
                        <a:pt x="63618" y="689138"/>
                      </a:cubicBezTo>
                      <a:cubicBezTo>
                        <a:pt x="69057" y="686418"/>
                        <a:pt x="79936" y="683699"/>
                        <a:pt x="85375" y="680979"/>
                      </a:cubicBezTo>
                      <a:cubicBezTo>
                        <a:pt x="104413" y="678260"/>
                        <a:pt x="123450" y="675540"/>
                        <a:pt x="131609" y="675540"/>
                      </a:cubicBezTo>
                      <a:cubicBezTo>
                        <a:pt x="134329" y="675540"/>
                        <a:pt x="137049" y="675540"/>
                        <a:pt x="142488" y="675540"/>
                      </a:cubicBezTo>
                      <a:cubicBezTo>
                        <a:pt x="134329" y="670101"/>
                        <a:pt x="131609" y="661942"/>
                        <a:pt x="131609" y="653783"/>
                      </a:cubicBezTo>
                      <a:cubicBezTo>
                        <a:pt x="131609" y="648343"/>
                        <a:pt x="131609" y="642904"/>
                        <a:pt x="128890" y="640184"/>
                      </a:cubicBezTo>
                      <a:cubicBezTo>
                        <a:pt x="128890" y="637465"/>
                        <a:pt x="128890" y="634745"/>
                        <a:pt x="128890" y="629306"/>
                      </a:cubicBezTo>
                      <a:cubicBezTo>
                        <a:pt x="128890" y="626586"/>
                        <a:pt x="128890" y="623867"/>
                        <a:pt x="128890" y="621147"/>
                      </a:cubicBezTo>
                      <a:cubicBezTo>
                        <a:pt x="128890" y="612988"/>
                        <a:pt x="128890" y="604829"/>
                        <a:pt x="128890" y="593950"/>
                      </a:cubicBezTo>
                      <a:cubicBezTo>
                        <a:pt x="128890" y="591231"/>
                        <a:pt x="128890" y="585791"/>
                        <a:pt x="128890" y="583072"/>
                      </a:cubicBezTo>
                      <a:cubicBezTo>
                        <a:pt x="128890" y="534118"/>
                        <a:pt x="131609" y="485164"/>
                        <a:pt x="128890" y="436210"/>
                      </a:cubicBezTo>
                      <a:cubicBezTo>
                        <a:pt x="128890" y="409014"/>
                        <a:pt x="128890" y="384537"/>
                        <a:pt x="128890" y="357340"/>
                      </a:cubicBezTo>
                      <a:cubicBezTo>
                        <a:pt x="128890" y="335583"/>
                        <a:pt x="131609" y="313826"/>
                        <a:pt x="131609" y="289349"/>
                      </a:cubicBezTo>
                      <a:cubicBezTo>
                        <a:pt x="131609" y="275751"/>
                        <a:pt x="131609" y="264872"/>
                        <a:pt x="131609" y="251274"/>
                      </a:cubicBezTo>
                      <a:cubicBezTo>
                        <a:pt x="131609" y="234956"/>
                        <a:pt x="131609" y="221357"/>
                        <a:pt x="131609" y="205040"/>
                      </a:cubicBezTo>
                      <a:cubicBezTo>
                        <a:pt x="131609" y="183282"/>
                        <a:pt x="131609" y="161525"/>
                        <a:pt x="131609" y="139768"/>
                      </a:cubicBezTo>
                      <a:cubicBezTo>
                        <a:pt x="131609" y="137048"/>
                        <a:pt x="131609" y="134329"/>
                        <a:pt x="131609" y="128889"/>
                      </a:cubicBezTo>
                      <a:cubicBezTo>
                        <a:pt x="128890" y="128889"/>
                        <a:pt x="126170" y="128889"/>
                        <a:pt x="126170" y="128889"/>
                      </a:cubicBezTo>
                      <a:cubicBezTo>
                        <a:pt x="118011" y="128889"/>
                        <a:pt x="109852" y="128889"/>
                        <a:pt x="101693" y="128889"/>
                      </a:cubicBezTo>
                      <a:cubicBezTo>
                        <a:pt x="93534" y="128889"/>
                        <a:pt x="82655" y="128889"/>
                        <a:pt x="74496" y="123450"/>
                      </a:cubicBezTo>
                      <a:cubicBezTo>
                        <a:pt x="66337" y="120730"/>
                        <a:pt x="58178" y="112571"/>
                        <a:pt x="58178" y="107132"/>
                      </a:cubicBezTo>
                      <a:cubicBezTo>
                        <a:pt x="58178" y="104412"/>
                        <a:pt x="58178" y="101693"/>
                        <a:pt x="60898" y="98973"/>
                      </a:cubicBezTo>
                      <a:cubicBezTo>
                        <a:pt x="63618" y="96253"/>
                        <a:pt x="77216" y="93534"/>
                        <a:pt x="82655" y="93534"/>
                      </a:cubicBezTo>
                      <a:cubicBezTo>
                        <a:pt x="98973" y="90814"/>
                        <a:pt x="123450" y="88094"/>
                        <a:pt x="131609" y="88094"/>
                      </a:cubicBezTo>
                      <a:cubicBezTo>
                        <a:pt x="131609" y="85375"/>
                        <a:pt x="131609" y="85375"/>
                        <a:pt x="131609" y="82655"/>
                      </a:cubicBezTo>
                      <a:cubicBezTo>
                        <a:pt x="131609" y="77216"/>
                        <a:pt x="131609" y="74496"/>
                        <a:pt x="134329" y="71776"/>
                      </a:cubicBezTo>
                      <a:cubicBezTo>
                        <a:pt x="137049" y="69057"/>
                        <a:pt x="145208" y="66337"/>
                        <a:pt x="147927" y="63617"/>
                      </a:cubicBezTo>
                      <a:cubicBezTo>
                        <a:pt x="153366" y="60898"/>
                        <a:pt x="158806" y="58178"/>
                        <a:pt x="164245" y="58178"/>
                      </a:cubicBezTo>
                      <a:cubicBezTo>
                        <a:pt x="169684" y="58178"/>
                        <a:pt x="175124" y="58178"/>
                        <a:pt x="177843" y="58178"/>
                      </a:cubicBezTo>
                      <a:cubicBezTo>
                        <a:pt x="183283" y="58178"/>
                        <a:pt x="191442" y="58178"/>
                        <a:pt x="196881" y="60898"/>
                      </a:cubicBezTo>
                      <a:cubicBezTo>
                        <a:pt x="213199" y="63617"/>
                        <a:pt x="224078" y="74496"/>
                        <a:pt x="232237" y="88094"/>
                      </a:cubicBezTo>
                      <a:cubicBezTo>
                        <a:pt x="253994" y="88094"/>
                        <a:pt x="270312" y="88094"/>
                        <a:pt x="278471" y="88094"/>
                      </a:cubicBezTo>
                      <a:cubicBezTo>
                        <a:pt x="292069" y="88094"/>
                        <a:pt x="316546" y="88094"/>
                        <a:pt x="316546" y="104412"/>
                      </a:cubicBezTo>
                      <a:cubicBezTo>
                        <a:pt x="316546" y="112571"/>
                        <a:pt x="313826" y="112571"/>
                        <a:pt x="311107" y="120730"/>
                      </a:cubicBezTo>
                      <a:cubicBezTo>
                        <a:pt x="305667" y="126170"/>
                        <a:pt x="300228" y="128889"/>
                        <a:pt x="294789" y="128889"/>
                      </a:cubicBezTo>
                      <a:cubicBezTo>
                        <a:pt x="286630" y="131609"/>
                        <a:pt x="278471" y="131609"/>
                        <a:pt x="273032" y="131609"/>
                      </a:cubicBezTo>
                      <a:cubicBezTo>
                        <a:pt x="270312" y="131609"/>
                        <a:pt x="259433" y="131609"/>
                        <a:pt x="243115" y="131609"/>
                      </a:cubicBezTo>
                      <a:lnTo>
                        <a:pt x="243115" y="134329"/>
                      </a:lnTo>
                      <a:cubicBezTo>
                        <a:pt x="245835" y="145207"/>
                        <a:pt x="245835" y="158805"/>
                        <a:pt x="248554" y="169684"/>
                      </a:cubicBezTo>
                      <a:cubicBezTo>
                        <a:pt x="251274" y="180563"/>
                        <a:pt x="251274" y="194161"/>
                        <a:pt x="251274" y="205040"/>
                      </a:cubicBezTo>
                      <a:cubicBezTo>
                        <a:pt x="251274" y="215918"/>
                        <a:pt x="251274" y="226797"/>
                        <a:pt x="251274" y="240395"/>
                      </a:cubicBezTo>
                      <a:cubicBezTo>
                        <a:pt x="251274" y="245834"/>
                        <a:pt x="251274" y="251274"/>
                        <a:pt x="251274" y="256713"/>
                      </a:cubicBezTo>
                      <a:cubicBezTo>
                        <a:pt x="251274" y="262152"/>
                        <a:pt x="251274" y="267592"/>
                        <a:pt x="253994" y="270311"/>
                      </a:cubicBezTo>
                      <a:cubicBezTo>
                        <a:pt x="256713" y="294788"/>
                        <a:pt x="256713" y="319265"/>
                        <a:pt x="259433" y="343742"/>
                      </a:cubicBezTo>
                      <a:cubicBezTo>
                        <a:pt x="259433" y="370939"/>
                        <a:pt x="262153" y="398135"/>
                        <a:pt x="262153" y="425332"/>
                      </a:cubicBezTo>
                      <a:cubicBezTo>
                        <a:pt x="262153" y="447089"/>
                        <a:pt x="262153" y="468846"/>
                        <a:pt x="264872" y="490603"/>
                      </a:cubicBezTo>
                      <a:cubicBezTo>
                        <a:pt x="264872" y="515080"/>
                        <a:pt x="270312" y="539557"/>
                        <a:pt x="270312" y="564034"/>
                      </a:cubicBezTo>
                      <a:cubicBezTo>
                        <a:pt x="270312" y="574913"/>
                        <a:pt x="270312" y="588511"/>
                        <a:pt x="270312" y="599390"/>
                      </a:cubicBezTo>
                      <a:cubicBezTo>
                        <a:pt x="270312" y="612988"/>
                        <a:pt x="270312" y="623867"/>
                        <a:pt x="270312" y="637465"/>
                      </a:cubicBezTo>
                      <a:cubicBezTo>
                        <a:pt x="270312" y="648343"/>
                        <a:pt x="270312" y="661942"/>
                        <a:pt x="264872" y="670101"/>
                      </a:cubicBezTo>
                      <a:cubicBezTo>
                        <a:pt x="273032" y="672820"/>
                        <a:pt x="278471" y="672820"/>
                        <a:pt x="283910" y="672820"/>
                      </a:cubicBezTo>
                      <a:lnTo>
                        <a:pt x="283910" y="672820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52" name="Freeform: Shape 51">
                  <a:extLst>
                    <a:ext uri="{FF2B5EF4-FFF2-40B4-BE49-F238E27FC236}">
                      <a16:creationId xmlns:a16="http://schemas.microsoft.com/office/drawing/2014/main" id="{F2611E61-807A-A9BB-9CA7-23C4D11C987F}"/>
                    </a:ext>
                  </a:extLst>
                </p:cNvPr>
                <p:cNvSpPr/>
                <p:nvPr/>
              </p:nvSpPr>
              <p:spPr>
                <a:xfrm>
                  <a:off x="8652924" y="4192158"/>
                  <a:ext cx="516735" cy="788700"/>
                </a:xfrm>
                <a:custGeom>
                  <a:avLst/>
                  <a:gdLst>
                    <a:gd name="connsiteX0" fmla="*/ 464616 w 516735"/>
                    <a:gd name="connsiteY0" fmla="*/ 436210 h 788699"/>
                    <a:gd name="connsiteX1" fmla="*/ 445578 w 516735"/>
                    <a:gd name="connsiteY1" fmla="*/ 455248 h 788699"/>
                    <a:gd name="connsiteX2" fmla="*/ 404783 w 516735"/>
                    <a:gd name="connsiteY2" fmla="*/ 466126 h 788699"/>
                    <a:gd name="connsiteX3" fmla="*/ 385746 w 516735"/>
                    <a:gd name="connsiteY3" fmla="*/ 479725 h 788699"/>
                    <a:gd name="connsiteX4" fmla="*/ 388466 w 516735"/>
                    <a:gd name="connsiteY4" fmla="*/ 512361 h 788699"/>
                    <a:gd name="connsiteX5" fmla="*/ 388466 w 516735"/>
                    <a:gd name="connsiteY5" fmla="*/ 544997 h 788699"/>
                    <a:gd name="connsiteX6" fmla="*/ 388466 w 516735"/>
                    <a:gd name="connsiteY6" fmla="*/ 566754 h 788699"/>
                    <a:gd name="connsiteX7" fmla="*/ 391185 w 516735"/>
                    <a:gd name="connsiteY7" fmla="*/ 632026 h 788699"/>
                    <a:gd name="connsiteX8" fmla="*/ 393905 w 516735"/>
                    <a:gd name="connsiteY8" fmla="*/ 683699 h 788699"/>
                    <a:gd name="connsiteX9" fmla="*/ 377587 w 516735"/>
                    <a:gd name="connsiteY9" fmla="*/ 724494 h 788699"/>
                    <a:gd name="connsiteX10" fmla="*/ 361269 w 516735"/>
                    <a:gd name="connsiteY10" fmla="*/ 719054 h 788699"/>
                    <a:gd name="connsiteX11" fmla="*/ 353110 w 516735"/>
                    <a:gd name="connsiteY11" fmla="*/ 702737 h 788699"/>
                    <a:gd name="connsiteX12" fmla="*/ 350390 w 516735"/>
                    <a:gd name="connsiteY12" fmla="*/ 686419 h 788699"/>
                    <a:gd name="connsiteX13" fmla="*/ 353110 w 516735"/>
                    <a:gd name="connsiteY13" fmla="*/ 659222 h 788699"/>
                    <a:gd name="connsiteX14" fmla="*/ 353110 w 516735"/>
                    <a:gd name="connsiteY14" fmla="*/ 656502 h 788699"/>
                    <a:gd name="connsiteX15" fmla="*/ 317754 w 516735"/>
                    <a:gd name="connsiteY15" fmla="*/ 708176 h 788699"/>
                    <a:gd name="connsiteX16" fmla="*/ 241604 w 516735"/>
                    <a:gd name="connsiteY16" fmla="*/ 735372 h 788699"/>
                    <a:gd name="connsiteX17" fmla="*/ 187211 w 516735"/>
                    <a:gd name="connsiteY17" fmla="*/ 727214 h 788699"/>
                    <a:gd name="connsiteX18" fmla="*/ 135537 w 516735"/>
                    <a:gd name="connsiteY18" fmla="*/ 694578 h 788699"/>
                    <a:gd name="connsiteX19" fmla="*/ 86583 w 516735"/>
                    <a:gd name="connsiteY19" fmla="*/ 621147 h 788699"/>
                    <a:gd name="connsiteX20" fmla="*/ 67546 w 516735"/>
                    <a:gd name="connsiteY20" fmla="*/ 555875 h 788699"/>
                    <a:gd name="connsiteX21" fmla="*/ 59387 w 516735"/>
                    <a:gd name="connsiteY21" fmla="*/ 509641 h 788699"/>
                    <a:gd name="connsiteX22" fmla="*/ 59387 w 516735"/>
                    <a:gd name="connsiteY22" fmla="*/ 468846 h 788699"/>
                    <a:gd name="connsiteX23" fmla="*/ 86583 w 516735"/>
                    <a:gd name="connsiteY23" fmla="*/ 302947 h 788699"/>
                    <a:gd name="connsiteX24" fmla="*/ 108341 w 516735"/>
                    <a:gd name="connsiteY24" fmla="*/ 224077 h 788699"/>
                    <a:gd name="connsiteX25" fmla="*/ 146416 w 516735"/>
                    <a:gd name="connsiteY25" fmla="*/ 145207 h 788699"/>
                    <a:gd name="connsiteX26" fmla="*/ 198090 w 516735"/>
                    <a:gd name="connsiteY26" fmla="*/ 85375 h 788699"/>
                    <a:gd name="connsiteX27" fmla="*/ 228006 w 516735"/>
                    <a:gd name="connsiteY27" fmla="*/ 69057 h 788699"/>
                    <a:gd name="connsiteX28" fmla="*/ 268801 w 516735"/>
                    <a:gd name="connsiteY28" fmla="*/ 58178 h 788699"/>
                    <a:gd name="connsiteX29" fmla="*/ 274240 w 516735"/>
                    <a:gd name="connsiteY29" fmla="*/ 58178 h 788699"/>
                    <a:gd name="connsiteX30" fmla="*/ 295997 w 516735"/>
                    <a:gd name="connsiteY30" fmla="*/ 60898 h 788699"/>
                    <a:gd name="connsiteX31" fmla="*/ 331353 w 516735"/>
                    <a:gd name="connsiteY31" fmla="*/ 71776 h 788699"/>
                    <a:gd name="connsiteX32" fmla="*/ 350390 w 516735"/>
                    <a:gd name="connsiteY32" fmla="*/ 93534 h 788699"/>
                    <a:gd name="connsiteX33" fmla="*/ 353110 w 516735"/>
                    <a:gd name="connsiteY33" fmla="*/ 74496 h 788699"/>
                    <a:gd name="connsiteX34" fmla="*/ 358549 w 516735"/>
                    <a:gd name="connsiteY34" fmla="*/ 63618 h 788699"/>
                    <a:gd name="connsiteX35" fmla="*/ 366708 w 516735"/>
                    <a:gd name="connsiteY35" fmla="*/ 58178 h 788699"/>
                    <a:gd name="connsiteX36" fmla="*/ 374867 w 516735"/>
                    <a:gd name="connsiteY36" fmla="*/ 63618 h 788699"/>
                    <a:gd name="connsiteX37" fmla="*/ 383027 w 516735"/>
                    <a:gd name="connsiteY37" fmla="*/ 82655 h 788699"/>
                    <a:gd name="connsiteX38" fmla="*/ 385746 w 516735"/>
                    <a:gd name="connsiteY38" fmla="*/ 126170 h 788699"/>
                    <a:gd name="connsiteX39" fmla="*/ 388466 w 516735"/>
                    <a:gd name="connsiteY39" fmla="*/ 186002 h 788699"/>
                    <a:gd name="connsiteX40" fmla="*/ 391185 w 516735"/>
                    <a:gd name="connsiteY40" fmla="*/ 237676 h 788699"/>
                    <a:gd name="connsiteX41" fmla="*/ 374867 w 516735"/>
                    <a:gd name="connsiteY41" fmla="*/ 278470 h 788699"/>
                    <a:gd name="connsiteX42" fmla="*/ 358549 w 516735"/>
                    <a:gd name="connsiteY42" fmla="*/ 273031 h 788699"/>
                    <a:gd name="connsiteX43" fmla="*/ 350390 w 516735"/>
                    <a:gd name="connsiteY43" fmla="*/ 256713 h 788699"/>
                    <a:gd name="connsiteX44" fmla="*/ 347671 w 516735"/>
                    <a:gd name="connsiteY44" fmla="*/ 240395 h 788699"/>
                    <a:gd name="connsiteX45" fmla="*/ 347671 w 516735"/>
                    <a:gd name="connsiteY45" fmla="*/ 213199 h 788699"/>
                    <a:gd name="connsiteX46" fmla="*/ 344951 w 516735"/>
                    <a:gd name="connsiteY46" fmla="*/ 194161 h 788699"/>
                    <a:gd name="connsiteX47" fmla="*/ 339512 w 516735"/>
                    <a:gd name="connsiteY47" fmla="*/ 150647 h 788699"/>
                    <a:gd name="connsiteX48" fmla="*/ 323194 w 516735"/>
                    <a:gd name="connsiteY48" fmla="*/ 112571 h 788699"/>
                    <a:gd name="connsiteX49" fmla="*/ 293278 w 516735"/>
                    <a:gd name="connsiteY49" fmla="*/ 101693 h 788699"/>
                    <a:gd name="connsiteX50" fmla="*/ 263361 w 516735"/>
                    <a:gd name="connsiteY50" fmla="*/ 120730 h 788699"/>
                    <a:gd name="connsiteX51" fmla="*/ 241604 w 516735"/>
                    <a:gd name="connsiteY51" fmla="*/ 153366 h 788699"/>
                    <a:gd name="connsiteX52" fmla="*/ 233445 w 516735"/>
                    <a:gd name="connsiteY52" fmla="*/ 194161 h 788699"/>
                    <a:gd name="connsiteX53" fmla="*/ 225286 w 516735"/>
                    <a:gd name="connsiteY53" fmla="*/ 232236 h 788699"/>
                    <a:gd name="connsiteX54" fmla="*/ 217127 w 516735"/>
                    <a:gd name="connsiteY54" fmla="*/ 275751 h 788699"/>
                    <a:gd name="connsiteX55" fmla="*/ 211688 w 516735"/>
                    <a:gd name="connsiteY55" fmla="*/ 316545 h 788699"/>
                    <a:gd name="connsiteX56" fmla="*/ 206249 w 516735"/>
                    <a:gd name="connsiteY56" fmla="*/ 354621 h 788699"/>
                    <a:gd name="connsiteX57" fmla="*/ 200809 w 516735"/>
                    <a:gd name="connsiteY57" fmla="*/ 398135 h 788699"/>
                    <a:gd name="connsiteX58" fmla="*/ 195370 w 516735"/>
                    <a:gd name="connsiteY58" fmla="*/ 438930 h 788699"/>
                    <a:gd name="connsiteX59" fmla="*/ 192650 w 516735"/>
                    <a:gd name="connsiteY59" fmla="*/ 474286 h 788699"/>
                    <a:gd name="connsiteX60" fmla="*/ 195370 w 516735"/>
                    <a:gd name="connsiteY60" fmla="*/ 525959 h 788699"/>
                    <a:gd name="connsiteX61" fmla="*/ 208968 w 516735"/>
                    <a:gd name="connsiteY61" fmla="*/ 596670 h 788699"/>
                    <a:gd name="connsiteX62" fmla="*/ 214407 w 516735"/>
                    <a:gd name="connsiteY62" fmla="*/ 623867 h 788699"/>
                    <a:gd name="connsiteX63" fmla="*/ 228006 w 516735"/>
                    <a:gd name="connsiteY63" fmla="*/ 656502 h 788699"/>
                    <a:gd name="connsiteX64" fmla="*/ 271520 w 516735"/>
                    <a:gd name="connsiteY64" fmla="*/ 689138 h 788699"/>
                    <a:gd name="connsiteX65" fmla="*/ 306876 w 516735"/>
                    <a:gd name="connsiteY65" fmla="*/ 664661 h 788699"/>
                    <a:gd name="connsiteX66" fmla="*/ 331353 w 516735"/>
                    <a:gd name="connsiteY66" fmla="*/ 602109 h 788699"/>
                    <a:gd name="connsiteX67" fmla="*/ 336792 w 516735"/>
                    <a:gd name="connsiteY67" fmla="*/ 544997 h 788699"/>
                    <a:gd name="connsiteX68" fmla="*/ 336792 w 516735"/>
                    <a:gd name="connsiteY68" fmla="*/ 498762 h 788699"/>
                    <a:gd name="connsiteX69" fmla="*/ 336792 w 516735"/>
                    <a:gd name="connsiteY69" fmla="*/ 490603 h 788699"/>
                    <a:gd name="connsiteX70" fmla="*/ 320474 w 516735"/>
                    <a:gd name="connsiteY70" fmla="*/ 477005 h 788699"/>
                    <a:gd name="connsiteX71" fmla="*/ 282399 w 516735"/>
                    <a:gd name="connsiteY71" fmla="*/ 479725 h 788699"/>
                    <a:gd name="connsiteX72" fmla="*/ 252483 w 516735"/>
                    <a:gd name="connsiteY72" fmla="*/ 474286 h 788699"/>
                    <a:gd name="connsiteX73" fmla="*/ 247044 w 516735"/>
                    <a:gd name="connsiteY73" fmla="*/ 466126 h 788699"/>
                    <a:gd name="connsiteX74" fmla="*/ 249763 w 516735"/>
                    <a:gd name="connsiteY74" fmla="*/ 457968 h 788699"/>
                    <a:gd name="connsiteX75" fmla="*/ 268801 w 516735"/>
                    <a:gd name="connsiteY75" fmla="*/ 447089 h 788699"/>
                    <a:gd name="connsiteX76" fmla="*/ 312315 w 516735"/>
                    <a:gd name="connsiteY76" fmla="*/ 436210 h 788699"/>
                    <a:gd name="connsiteX77" fmla="*/ 353110 w 516735"/>
                    <a:gd name="connsiteY77" fmla="*/ 430771 h 788699"/>
                    <a:gd name="connsiteX78" fmla="*/ 385746 w 516735"/>
                    <a:gd name="connsiteY78" fmla="*/ 430771 h 788699"/>
                    <a:gd name="connsiteX79" fmla="*/ 437420 w 516735"/>
                    <a:gd name="connsiteY79" fmla="*/ 428051 h 788699"/>
                    <a:gd name="connsiteX80" fmla="*/ 464616 w 516735"/>
                    <a:gd name="connsiteY80" fmla="*/ 436210 h 788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</a:cxnLst>
                  <a:rect l="l" t="t" r="r" b="b"/>
                  <a:pathLst>
                    <a:path w="516735" h="788699">
                      <a:moveTo>
                        <a:pt x="464616" y="436210"/>
                      </a:moveTo>
                      <a:cubicBezTo>
                        <a:pt x="464616" y="447089"/>
                        <a:pt x="453738" y="452528"/>
                        <a:pt x="445578" y="455248"/>
                      </a:cubicBezTo>
                      <a:cubicBezTo>
                        <a:pt x="434700" y="460687"/>
                        <a:pt x="415662" y="463407"/>
                        <a:pt x="404783" y="466126"/>
                      </a:cubicBezTo>
                      <a:cubicBezTo>
                        <a:pt x="393905" y="466126"/>
                        <a:pt x="385746" y="468846"/>
                        <a:pt x="385746" y="479725"/>
                      </a:cubicBezTo>
                      <a:cubicBezTo>
                        <a:pt x="385746" y="487884"/>
                        <a:pt x="388466" y="506921"/>
                        <a:pt x="388466" y="512361"/>
                      </a:cubicBezTo>
                      <a:cubicBezTo>
                        <a:pt x="388466" y="515080"/>
                        <a:pt x="388466" y="539557"/>
                        <a:pt x="388466" y="544997"/>
                      </a:cubicBezTo>
                      <a:cubicBezTo>
                        <a:pt x="388466" y="550436"/>
                        <a:pt x="388466" y="558595"/>
                        <a:pt x="388466" y="566754"/>
                      </a:cubicBezTo>
                      <a:cubicBezTo>
                        <a:pt x="388466" y="591231"/>
                        <a:pt x="388466" y="621147"/>
                        <a:pt x="391185" y="632026"/>
                      </a:cubicBezTo>
                      <a:cubicBezTo>
                        <a:pt x="393905" y="653783"/>
                        <a:pt x="393905" y="661942"/>
                        <a:pt x="393905" y="683699"/>
                      </a:cubicBezTo>
                      <a:cubicBezTo>
                        <a:pt x="393905" y="694578"/>
                        <a:pt x="393905" y="724494"/>
                        <a:pt x="377587" y="724494"/>
                      </a:cubicBezTo>
                      <a:cubicBezTo>
                        <a:pt x="369428" y="724494"/>
                        <a:pt x="366708" y="721774"/>
                        <a:pt x="361269" y="719054"/>
                      </a:cubicBezTo>
                      <a:cubicBezTo>
                        <a:pt x="355830" y="716335"/>
                        <a:pt x="353110" y="708176"/>
                        <a:pt x="353110" y="702737"/>
                      </a:cubicBezTo>
                      <a:cubicBezTo>
                        <a:pt x="350390" y="694578"/>
                        <a:pt x="350390" y="689138"/>
                        <a:pt x="350390" y="686419"/>
                      </a:cubicBezTo>
                      <a:cubicBezTo>
                        <a:pt x="350390" y="678260"/>
                        <a:pt x="353110" y="672820"/>
                        <a:pt x="353110" y="659222"/>
                      </a:cubicBezTo>
                      <a:lnTo>
                        <a:pt x="353110" y="656502"/>
                      </a:lnTo>
                      <a:cubicBezTo>
                        <a:pt x="347671" y="675540"/>
                        <a:pt x="334073" y="694578"/>
                        <a:pt x="317754" y="708176"/>
                      </a:cubicBezTo>
                      <a:cubicBezTo>
                        <a:pt x="293278" y="727214"/>
                        <a:pt x="274240" y="735372"/>
                        <a:pt x="241604" y="735372"/>
                      </a:cubicBezTo>
                      <a:cubicBezTo>
                        <a:pt x="222566" y="735372"/>
                        <a:pt x="203529" y="732653"/>
                        <a:pt x="187211" y="727214"/>
                      </a:cubicBezTo>
                      <a:cubicBezTo>
                        <a:pt x="165454" y="719054"/>
                        <a:pt x="149136" y="708176"/>
                        <a:pt x="135537" y="694578"/>
                      </a:cubicBezTo>
                      <a:cubicBezTo>
                        <a:pt x="113780" y="672820"/>
                        <a:pt x="100182" y="648343"/>
                        <a:pt x="86583" y="621147"/>
                      </a:cubicBezTo>
                      <a:cubicBezTo>
                        <a:pt x="75705" y="599390"/>
                        <a:pt x="70266" y="580352"/>
                        <a:pt x="67546" y="555875"/>
                      </a:cubicBezTo>
                      <a:cubicBezTo>
                        <a:pt x="64826" y="539557"/>
                        <a:pt x="62107" y="525959"/>
                        <a:pt x="59387" y="509641"/>
                      </a:cubicBezTo>
                      <a:cubicBezTo>
                        <a:pt x="56667" y="493323"/>
                        <a:pt x="59387" y="485164"/>
                        <a:pt x="59387" y="468846"/>
                      </a:cubicBezTo>
                      <a:cubicBezTo>
                        <a:pt x="59387" y="414453"/>
                        <a:pt x="72985" y="362780"/>
                        <a:pt x="86583" y="302947"/>
                      </a:cubicBezTo>
                      <a:cubicBezTo>
                        <a:pt x="92023" y="275751"/>
                        <a:pt x="100182" y="248554"/>
                        <a:pt x="108341" y="224077"/>
                      </a:cubicBezTo>
                      <a:cubicBezTo>
                        <a:pt x="116500" y="196881"/>
                        <a:pt x="130098" y="169684"/>
                        <a:pt x="146416" y="145207"/>
                      </a:cubicBezTo>
                      <a:cubicBezTo>
                        <a:pt x="160014" y="123450"/>
                        <a:pt x="176332" y="101693"/>
                        <a:pt x="198090" y="85375"/>
                      </a:cubicBezTo>
                      <a:cubicBezTo>
                        <a:pt x="206249" y="77216"/>
                        <a:pt x="217127" y="71776"/>
                        <a:pt x="228006" y="69057"/>
                      </a:cubicBezTo>
                      <a:cubicBezTo>
                        <a:pt x="241604" y="63618"/>
                        <a:pt x="255202" y="58178"/>
                        <a:pt x="268801" y="58178"/>
                      </a:cubicBezTo>
                      <a:cubicBezTo>
                        <a:pt x="271520" y="58178"/>
                        <a:pt x="274240" y="58178"/>
                        <a:pt x="274240" y="58178"/>
                      </a:cubicBezTo>
                      <a:cubicBezTo>
                        <a:pt x="279679" y="58178"/>
                        <a:pt x="285119" y="58178"/>
                        <a:pt x="295997" y="60898"/>
                      </a:cubicBezTo>
                      <a:cubicBezTo>
                        <a:pt x="309595" y="63618"/>
                        <a:pt x="320474" y="66337"/>
                        <a:pt x="331353" y="71776"/>
                      </a:cubicBezTo>
                      <a:cubicBezTo>
                        <a:pt x="339512" y="77216"/>
                        <a:pt x="347671" y="85375"/>
                        <a:pt x="350390" y="93534"/>
                      </a:cubicBezTo>
                      <a:cubicBezTo>
                        <a:pt x="350390" y="88095"/>
                        <a:pt x="353110" y="79936"/>
                        <a:pt x="353110" y="74496"/>
                      </a:cubicBezTo>
                      <a:cubicBezTo>
                        <a:pt x="355830" y="71776"/>
                        <a:pt x="355830" y="69057"/>
                        <a:pt x="358549" y="63618"/>
                      </a:cubicBezTo>
                      <a:cubicBezTo>
                        <a:pt x="361269" y="60898"/>
                        <a:pt x="363989" y="58178"/>
                        <a:pt x="366708" y="58178"/>
                      </a:cubicBezTo>
                      <a:cubicBezTo>
                        <a:pt x="369428" y="58178"/>
                        <a:pt x="372148" y="60898"/>
                        <a:pt x="374867" y="63618"/>
                      </a:cubicBezTo>
                      <a:cubicBezTo>
                        <a:pt x="377587" y="69057"/>
                        <a:pt x="380307" y="77216"/>
                        <a:pt x="383027" y="82655"/>
                      </a:cubicBezTo>
                      <a:cubicBezTo>
                        <a:pt x="383027" y="90814"/>
                        <a:pt x="385746" y="107132"/>
                        <a:pt x="385746" y="126170"/>
                      </a:cubicBezTo>
                      <a:cubicBezTo>
                        <a:pt x="385746" y="150647"/>
                        <a:pt x="385746" y="177843"/>
                        <a:pt x="388466" y="186002"/>
                      </a:cubicBezTo>
                      <a:cubicBezTo>
                        <a:pt x="391185" y="207759"/>
                        <a:pt x="391185" y="215918"/>
                        <a:pt x="391185" y="237676"/>
                      </a:cubicBezTo>
                      <a:cubicBezTo>
                        <a:pt x="391185" y="248554"/>
                        <a:pt x="391185" y="278470"/>
                        <a:pt x="374867" y="278470"/>
                      </a:cubicBezTo>
                      <a:cubicBezTo>
                        <a:pt x="366708" y="278470"/>
                        <a:pt x="363989" y="275751"/>
                        <a:pt x="358549" y="273031"/>
                      </a:cubicBezTo>
                      <a:cubicBezTo>
                        <a:pt x="353110" y="270311"/>
                        <a:pt x="350390" y="262152"/>
                        <a:pt x="350390" y="256713"/>
                      </a:cubicBezTo>
                      <a:cubicBezTo>
                        <a:pt x="350390" y="251274"/>
                        <a:pt x="347671" y="245834"/>
                        <a:pt x="347671" y="240395"/>
                      </a:cubicBezTo>
                      <a:cubicBezTo>
                        <a:pt x="347671" y="232236"/>
                        <a:pt x="347671" y="224077"/>
                        <a:pt x="347671" y="213199"/>
                      </a:cubicBezTo>
                      <a:cubicBezTo>
                        <a:pt x="347671" y="207759"/>
                        <a:pt x="347671" y="199600"/>
                        <a:pt x="344951" y="194161"/>
                      </a:cubicBezTo>
                      <a:cubicBezTo>
                        <a:pt x="342232" y="180563"/>
                        <a:pt x="342232" y="164245"/>
                        <a:pt x="339512" y="150647"/>
                      </a:cubicBezTo>
                      <a:cubicBezTo>
                        <a:pt x="336792" y="137048"/>
                        <a:pt x="331353" y="123450"/>
                        <a:pt x="323194" y="112571"/>
                      </a:cubicBezTo>
                      <a:cubicBezTo>
                        <a:pt x="317754" y="104412"/>
                        <a:pt x="304156" y="101693"/>
                        <a:pt x="293278" y="101693"/>
                      </a:cubicBezTo>
                      <a:cubicBezTo>
                        <a:pt x="279679" y="101693"/>
                        <a:pt x="271520" y="109852"/>
                        <a:pt x="263361" y="120730"/>
                      </a:cubicBezTo>
                      <a:cubicBezTo>
                        <a:pt x="257922" y="131609"/>
                        <a:pt x="247044" y="139768"/>
                        <a:pt x="241604" y="153366"/>
                      </a:cubicBezTo>
                      <a:cubicBezTo>
                        <a:pt x="236165" y="166964"/>
                        <a:pt x="233445" y="180563"/>
                        <a:pt x="233445" y="194161"/>
                      </a:cubicBezTo>
                      <a:cubicBezTo>
                        <a:pt x="233445" y="207759"/>
                        <a:pt x="230725" y="218638"/>
                        <a:pt x="225286" y="232236"/>
                      </a:cubicBezTo>
                      <a:cubicBezTo>
                        <a:pt x="219847" y="245834"/>
                        <a:pt x="219847" y="262152"/>
                        <a:pt x="217127" y="275751"/>
                      </a:cubicBezTo>
                      <a:cubicBezTo>
                        <a:pt x="214407" y="289349"/>
                        <a:pt x="214407" y="302947"/>
                        <a:pt x="211688" y="316545"/>
                      </a:cubicBezTo>
                      <a:cubicBezTo>
                        <a:pt x="211688" y="330144"/>
                        <a:pt x="206249" y="341022"/>
                        <a:pt x="206249" y="354621"/>
                      </a:cubicBezTo>
                      <a:cubicBezTo>
                        <a:pt x="203529" y="368219"/>
                        <a:pt x="203529" y="381817"/>
                        <a:pt x="200809" y="398135"/>
                      </a:cubicBezTo>
                      <a:cubicBezTo>
                        <a:pt x="198090" y="411733"/>
                        <a:pt x="198090" y="425332"/>
                        <a:pt x="195370" y="438930"/>
                      </a:cubicBezTo>
                      <a:cubicBezTo>
                        <a:pt x="195370" y="449809"/>
                        <a:pt x="192650" y="463407"/>
                        <a:pt x="192650" y="474286"/>
                      </a:cubicBezTo>
                      <a:cubicBezTo>
                        <a:pt x="192650" y="490603"/>
                        <a:pt x="195370" y="509641"/>
                        <a:pt x="195370" y="525959"/>
                      </a:cubicBezTo>
                      <a:cubicBezTo>
                        <a:pt x="195370" y="550436"/>
                        <a:pt x="203529" y="572193"/>
                        <a:pt x="208968" y="596670"/>
                      </a:cubicBezTo>
                      <a:cubicBezTo>
                        <a:pt x="211688" y="604829"/>
                        <a:pt x="211688" y="615708"/>
                        <a:pt x="214407" y="623867"/>
                      </a:cubicBezTo>
                      <a:cubicBezTo>
                        <a:pt x="217127" y="634745"/>
                        <a:pt x="222566" y="645624"/>
                        <a:pt x="228006" y="656502"/>
                      </a:cubicBezTo>
                      <a:cubicBezTo>
                        <a:pt x="236165" y="670101"/>
                        <a:pt x="252483" y="689138"/>
                        <a:pt x="271520" y="689138"/>
                      </a:cubicBezTo>
                      <a:cubicBezTo>
                        <a:pt x="287838" y="689138"/>
                        <a:pt x="298717" y="675540"/>
                        <a:pt x="306876" y="664661"/>
                      </a:cubicBezTo>
                      <a:cubicBezTo>
                        <a:pt x="320474" y="645624"/>
                        <a:pt x="325914" y="623867"/>
                        <a:pt x="331353" y="602109"/>
                      </a:cubicBezTo>
                      <a:cubicBezTo>
                        <a:pt x="334073" y="583072"/>
                        <a:pt x="336792" y="564034"/>
                        <a:pt x="336792" y="544997"/>
                      </a:cubicBezTo>
                      <a:cubicBezTo>
                        <a:pt x="336792" y="531398"/>
                        <a:pt x="336792" y="512361"/>
                        <a:pt x="336792" y="498762"/>
                      </a:cubicBezTo>
                      <a:cubicBezTo>
                        <a:pt x="336792" y="496043"/>
                        <a:pt x="336792" y="493323"/>
                        <a:pt x="336792" y="490603"/>
                      </a:cubicBezTo>
                      <a:cubicBezTo>
                        <a:pt x="336792" y="479725"/>
                        <a:pt x="336792" y="477005"/>
                        <a:pt x="320474" y="477005"/>
                      </a:cubicBezTo>
                      <a:cubicBezTo>
                        <a:pt x="309595" y="477005"/>
                        <a:pt x="295997" y="479725"/>
                        <a:pt x="282399" y="479725"/>
                      </a:cubicBezTo>
                      <a:cubicBezTo>
                        <a:pt x="271520" y="479725"/>
                        <a:pt x="260642" y="479725"/>
                        <a:pt x="252483" y="474286"/>
                      </a:cubicBezTo>
                      <a:cubicBezTo>
                        <a:pt x="249763" y="471566"/>
                        <a:pt x="247044" y="468846"/>
                        <a:pt x="247044" y="466126"/>
                      </a:cubicBezTo>
                      <a:cubicBezTo>
                        <a:pt x="247044" y="463407"/>
                        <a:pt x="247044" y="460687"/>
                        <a:pt x="249763" y="457968"/>
                      </a:cubicBezTo>
                      <a:cubicBezTo>
                        <a:pt x="255202" y="452528"/>
                        <a:pt x="260642" y="449809"/>
                        <a:pt x="268801" y="447089"/>
                      </a:cubicBezTo>
                      <a:cubicBezTo>
                        <a:pt x="282399" y="441650"/>
                        <a:pt x="295997" y="438930"/>
                        <a:pt x="312315" y="436210"/>
                      </a:cubicBezTo>
                      <a:cubicBezTo>
                        <a:pt x="325914" y="433491"/>
                        <a:pt x="339512" y="433491"/>
                        <a:pt x="353110" y="430771"/>
                      </a:cubicBezTo>
                      <a:cubicBezTo>
                        <a:pt x="363989" y="430771"/>
                        <a:pt x="374867" y="430771"/>
                        <a:pt x="385746" y="430771"/>
                      </a:cubicBezTo>
                      <a:cubicBezTo>
                        <a:pt x="402064" y="430771"/>
                        <a:pt x="426541" y="428051"/>
                        <a:pt x="437420" y="428051"/>
                      </a:cubicBezTo>
                      <a:cubicBezTo>
                        <a:pt x="451018" y="422612"/>
                        <a:pt x="464616" y="425332"/>
                        <a:pt x="464616" y="436210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53" name="Freeform: Shape 52">
                  <a:extLst>
                    <a:ext uri="{FF2B5EF4-FFF2-40B4-BE49-F238E27FC236}">
                      <a16:creationId xmlns:a16="http://schemas.microsoft.com/office/drawing/2014/main" id="{91CABEA1-4A25-1A27-B3D2-75D7C01E8EE5}"/>
                    </a:ext>
                  </a:extLst>
                </p:cNvPr>
                <p:cNvSpPr/>
                <p:nvPr/>
              </p:nvSpPr>
              <p:spPr>
                <a:xfrm>
                  <a:off x="9053923" y="4178559"/>
                  <a:ext cx="625521" cy="788700"/>
                </a:xfrm>
                <a:custGeom>
                  <a:avLst/>
                  <a:gdLst>
                    <a:gd name="connsiteX0" fmla="*/ 536838 w 625521"/>
                    <a:gd name="connsiteY0" fmla="*/ 680979 h 788699"/>
                    <a:gd name="connsiteX1" fmla="*/ 574913 w 625521"/>
                    <a:gd name="connsiteY1" fmla="*/ 697297 h 788699"/>
                    <a:gd name="connsiteX2" fmla="*/ 566755 w 625521"/>
                    <a:gd name="connsiteY2" fmla="*/ 713615 h 788699"/>
                    <a:gd name="connsiteX3" fmla="*/ 550437 w 625521"/>
                    <a:gd name="connsiteY3" fmla="*/ 721774 h 788699"/>
                    <a:gd name="connsiteX4" fmla="*/ 528680 w 625521"/>
                    <a:gd name="connsiteY4" fmla="*/ 724494 h 788699"/>
                    <a:gd name="connsiteX5" fmla="*/ 417174 w 625521"/>
                    <a:gd name="connsiteY5" fmla="*/ 724494 h 788699"/>
                    <a:gd name="connsiteX6" fmla="*/ 398136 w 625521"/>
                    <a:gd name="connsiteY6" fmla="*/ 724494 h 788699"/>
                    <a:gd name="connsiteX7" fmla="*/ 373659 w 625521"/>
                    <a:gd name="connsiteY7" fmla="*/ 724494 h 788699"/>
                    <a:gd name="connsiteX8" fmla="*/ 346462 w 625521"/>
                    <a:gd name="connsiteY8" fmla="*/ 719054 h 788699"/>
                    <a:gd name="connsiteX9" fmla="*/ 330144 w 625521"/>
                    <a:gd name="connsiteY9" fmla="*/ 702737 h 788699"/>
                    <a:gd name="connsiteX10" fmla="*/ 335584 w 625521"/>
                    <a:gd name="connsiteY10" fmla="*/ 694578 h 788699"/>
                    <a:gd name="connsiteX11" fmla="*/ 357341 w 625521"/>
                    <a:gd name="connsiteY11" fmla="*/ 686419 h 788699"/>
                    <a:gd name="connsiteX12" fmla="*/ 395416 w 625521"/>
                    <a:gd name="connsiteY12" fmla="*/ 680979 h 788699"/>
                    <a:gd name="connsiteX13" fmla="*/ 381817 w 625521"/>
                    <a:gd name="connsiteY13" fmla="*/ 656502 h 788699"/>
                    <a:gd name="connsiteX14" fmla="*/ 379098 w 625521"/>
                    <a:gd name="connsiteY14" fmla="*/ 585791 h 788699"/>
                    <a:gd name="connsiteX15" fmla="*/ 379098 w 625521"/>
                    <a:gd name="connsiteY15" fmla="*/ 517800 h 788699"/>
                    <a:gd name="connsiteX16" fmla="*/ 379098 w 625521"/>
                    <a:gd name="connsiteY16" fmla="*/ 474286 h 788699"/>
                    <a:gd name="connsiteX17" fmla="*/ 379098 w 625521"/>
                    <a:gd name="connsiteY17" fmla="*/ 430771 h 788699"/>
                    <a:gd name="connsiteX18" fmla="*/ 381817 w 625521"/>
                    <a:gd name="connsiteY18" fmla="*/ 411733 h 788699"/>
                    <a:gd name="connsiteX19" fmla="*/ 379098 w 625521"/>
                    <a:gd name="connsiteY19" fmla="*/ 400855 h 788699"/>
                    <a:gd name="connsiteX20" fmla="*/ 370939 w 625521"/>
                    <a:gd name="connsiteY20" fmla="*/ 398135 h 788699"/>
                    <a:gd name="connsiteX21" fmla="*/ 338304 w 625521"/>
                    <a:gd name="connsiteY21" fmla="*/ 400855 h 788699"/>
                    <a:gd name="connsiteX22" fmla="*/ 289349 w 625521"/>
                    <a:gd name="connsiteY22" fmla="*/ 403575 h 788699"/>
                    <a:gd name="connsiteX23" fmla="*/ 264872 w 625521"/>
                    <a:gd name="connsiteY23" fmla="*/ 400855 h 788699"/>
                    <a:gd name="connsiteX24" fmla="*/ 259433 w 625521"/>
                    <a:gd name="connsiteY24" fmla="*/ 406294 h 788699"/>
                    <a:gd name="connsiteX25" fmla="*/ 259433 w 625521"/>
                    <a:gd name="connsiteY25" fmla="*/ 425332 h 788699"/>
                    <a:gd name="connsiteX26" fmla="*/ 259433 w 625521"/>
                    <a:gd name="connsiteY26" fmla="*/ 449809 h 788699"/>
                    <a:gd name="connsiteX27" fmla="*/ 259433 w 625521"/>
                    <a:gd name="connsiteY27" fmla="*/ 471566 h 788699"/>
                    <a:gd name="connsiteX28" fmla="*/ 259433 w 625521"/>
                    <a:gd name="connsiteY28" fmla="*/ 504202 h 788699"/>
                    <a:gd name="connsiteX29" fmla="*/ 259433 w 625521"/>
                    <a:gd name="connsiteY29" fmla="*/ 509641 h 788699"/>
                    <a:gd name="connsiteX30" fmla="*/ 256714 w 625521"/>
                    <a:gd name="connsiteY30" fmla="*/ 542277 h 788699"/>
                    <a:gd name="connsiteX31" fmla="*/ 256714 w 625521"/>
                    <a:gd name="connsiteY31" fmla="*/ 577632 h 788699"/>
                    <a:gd name="connsiteX32" fmla="*/ 256714 w 625521"/>
                    <a:gd name="connsiteY32" fmla="*/ 612988 h 788699"/>
                    <a:gd name="connsiteX33" fmla="*/ 253994 w 625521"/>
                    <a:gd name="connsiteY33" fmla="*/ 656502 h 788699"/>
                    <a:gd name="connsiteX34" fmla="*/ 256714 w 625521"/>
                    <a:gd name="connsiteY34" fmla="*/ 678260 h 788699"/>
                    <a:gd name="connsiteX35" fmla="*/ 286629 w 625521"/>
                    <a:gd name="connsiteY35" fmla="*/ 694578 h 788699"/>
                    <a:gd name="connsiteX36" fmla="*/ 281191 w 625521"/>
                    <a:gd name="connsiteY36" fmla="*/ 710895 h 788699"/>
                    <a:gd name="connsiteX37" fmla="*/ 264872 w 625521"/>
                    <a:gd name="connsiteY37" fmla="*/ 719054 h 788699"/>
                    <a:gd name="connsiteX38" fmla="*/ 243116 w 625521"/>
                    <a:gd name="connsiteY38" fmla="*/ 721774 h 788699"/>
                    <a:gd name="connsiteX39" fmla="*/ 243116 w 625521"/>
                    <a:gd name="connsiteY39" fmla="*/ 721774 h 788699"/>
                    <a:gd name="connsiteX40" fmla="*/ 232236 w 625521"/>
                    <a:gd name="connsiteY40" fmla="*/ 727214 h 788699"/>
                    <a:gd name="connsiteX41" fmla="*/ 224078 w 625521"/>
                    <a:gd name="connsiteY41" fmla="*/ 735372 h 788699"/>
                    <a:gd name="connsiteX42" fmla="*/ 213199 w 625521"/>
                    <a:gd name="connsiteY42" fmla="*/ 738092 h 788699"/>
                    <a:gd name="connsiteX43" fmla="*/ 183283 w 625521"/>
                    <a:gd name="connsiteY43" fmla="*/ 727214 h 788699"/>
                    <a:gd name="connsiteX44" fmla="*/ 175124 w 625521"/>
                    <a:gd name="connsiteY44" fmla="*/ 719054 h 788699"/>
                    <a:gd name="connsiteX45" fmla="*/ 145208 w 625521"/>
                    <a:gd name="connsiteY45" fmla="*/ 719054 h 788699"/>
                    <a:gd name="connsiteX46" fmla="*/ 126170 w 625521"/>
                    <a:gd name="connsiteY46" fmla="*/ 719054 h 788699"/>
                    <a:gd name="connsiteX47" fmla="*/ 101693 w 625521"/>
                    <a:gd name="connsiteY47" fmla="*/ 719054 h 788699"/>
                    <a:gd name="connsiteX48" fmla="*/ 74496 w 625521"/>
                    <a:gd name="connsiteY48" fmla="*/ 713615 h 788699"/>
                    <a:gd name="connsiteX49" fmla="*/ 58178 w 625521"/>
                    <a:gd name="connsiteY49" fmla="*/ 697297 h 788699"/>
                    <a:gd name="connsiteX50" fmla="*/ 63618 w 625521"/>
                    <a:gd name="connsiteY50" fmla="*/ 689138 h 788699"/>
                    <a:gd name="connsiteX51" fmla="*/ 85375 w 625521"/>
                    <a:gd name="connsiteY51" fmla="*/ 680979 h 788699"/>
                    <a:gd name="connsiteX52" fmla="*/ 131609 w 625521"/>
                    <a:gd name="connsiteY52" fmla="*/ 675540 h 788699"/>
                    <a:gd name="connsiteX53" fmla="*/ 131609 w 625521"/>
                    <a:gd name="connsiteY53" fmla="*/ 667381 h 788699"/>
                    <a:gd name="connsiteX54" fmla="*/ 131609 w 625521"/>
                    <a:gd name="connsiteY54" fmla="*/ 651063 h 788699"/>
                    <a:gd name="connsiteX55" fmla="*/ 131609 w 625521"/>
                    <a:gd name="connsiteY55" fmla="*/ 618427 h 788699"/>
                    <a:gd name="connsiteX56" fmla="*/ 131609 w 625521"/>
                    <a:gd name="connsiteY56" fmla="*/ 580352 h 788699"/>
                    <a:gd name="connsiteX57" fmla="*/ 131609 w 625521"/>
                    <a:gd name="connsiteY57" fmla="*/ 531398 h 788699"/>
                    <a:gd name="connsiteX58" fmla="*/ 131609 w 625521"/>
                    <a:gd name="connsiteY58" fmla="*/ 466126 h 788699"/>
                    <a:gd name="connsiteX59" fmla="*/ 131609 w 625521"/>
                    <a:gd name="connsiteY59" fmla="*/ 422612 h 788699"/>
                    <a:gd name="connsiteX60" fmla="*/ 131609 w 625521"/>
                    <a:gd name="connsiteY60" fmla="*/ 411733 h 788699"/>
                    <a:gd name="connsiteX61" fmla="*/ 131609 w 625521"/>
                    <a:gd name="connsiteY61" fmla="*/ 398135 h 788699"/>
                    <a:gd name="connsiteX62" fmla="*/ 126170 w 625521"/>
                    <a:gd name="connsiteY62" fmla="*/ 389976 h 788699"/>
                    <a:gd name="connsiteX63" fmla="*/ 101693 w 625521"/>
                    <a:gd name="connsiteY63" fmla="*/ 387257 h 788699"/>
                    <a:gd name="connsiteX64" fmla="*/ 77216 w 625521"/>
                    <a:gd name="connsiteY64" fmla="*/ 376378 h 788699"/>
                    <a:gd name="connsiteX65" fmla="*/ 82655 w 625521"/>
                    <a:gd name="connsiteY65" fmla="*/ 368219 h 788699"/>
                    <a:gd name="connsiteX66" fmla="*/ 98973 w 625521"/>
                    <a:gd name="connsiteY66" fmla="*/ 360060 h 788699"/>
                    <a:gd name="connsiteX67" fmla="*/ 118011 w 625521"/>
                    <a:gd name="connsiteY67" fmla="*/ 357340 h 788699"/>
                    <a:gd name="connsiteX68" fmla="*/ 131609 w 625521"/>
                    <a:gd name="connsiteY68" fmla="*/ 351901 h 788699"/>
                    <a:gd name="connsiteX69" fmla="*/ 131609 w 625521"/>
                    <a:gd name="connsiteY69" fmla="*/ 343742 h 788699"/>
                    <a:gd name="connsiteX70" fmla="*/ 131609 w 625521"/>
                    <a:gd name="connsiteY70" fmla="*/ 270311 h 788699"/>
                    <a:gd name="connsiteX71" fmla="*/ 137048 w 625521"/>
                    <a:gd name="connsiteY71" fmla="*/ 145207 h 788699"/>
                    <a:gd name="connsiteX72" fmla="*/ 139768 w 625521"/>
                    <a:gd name="connsiteY72" fmla="*/ 123450 h 788699"/>
                    <a:gd name="connsiteX73" fmla="*/ 123450 w 625521"/>
                    <a:gd name="connsiteY73" fmla="*/ 123450 h 788699"/>
                    <a:gd name="connsiteX74" fmla="*/ 118011 w 625521"/>
                    <a:gd name="connsiteY74" fmla="*/ 123450 h 788699"/>
                    <a:gd name="connsiteX75" fmla="*/ 101693 w 625521"/>
                    <a:gd name="connsiteY75" fmla="*/ 123450 h 788699"/>
                    <a:gd name="connsiteX76" fmla="*/ 74496 w 625521"/>
                    <a:gd name="connsiteY76" fmla="*/ 118011 h 788699"/>
                    <a:gd name="connsiteX77" fmla="*/ 58178 w 625521"/>
                    <a:gd name="connsiteY77" fmla="*/ 101693 h 788699"/>
                    <a:gd name="connsiteX78" fmla="*/ 63618 w 625521"/>
                    <a:gd name="connsiteY78" fmla="*/ 93534 h 788699"/>
                    <a:gd name="connsiteX79" fmla="*/ 85375 w 625521"/>
                    <a:gd name="connsiteY79" fmla="*/ 85375 h 788699"/>
                    <a:gd name="connsiteX80" fmla="*/ 137048 w 625521"/>
                    <a:gd name="connsiteY80" fmla="*/ 82655 h 788699"/>
                    <a:gd name="connsiteX81" fmla="*/ 147927 w 625521"/>
                    <a:gd name="connsiteY81" fmla="*/ 82655 h 788699"/>
                    <a:gd name="connsiteX82" fmla="*/ 186003 w 625521"/>
                    <a:gd name="connsiteY82" fmla="*/ 58178 h 788699"/>
                    <a:gd name="connsiteX83" fmla="*/ 226797 w 625521"/>
                    <a:gd name="connsiteY83" fmla="*/ 79936 h 788699"/>
                    <a:gd name="connsiteX84" fmla="*/ 253994 w 625521"/>
                    <a:gd name="connsiteY84" fmla="*/ 79936 h 788699"/>
                    <a:gd name="connsiteX85" fmla="*/ 294789 w 625521"/>
                    <a:gd name="connsiteY85" fmla="*/ 96253 h 788699"/>
                    <a:gd name="connsiteX86" fmla="*/ 283910 w 625521"/>
                    <a:gd name="connsiteY86" fmla="*/ 112571 h 788699"/>
                    <a:gd name="connsiteX87" fmla="*/ 267592 w 625521"/>
                    <a:gd name="connsiteY87" fmla="*/ 120730 h 788699"/>
                    <a:gd name="connsiteX88" fmla="*/ 245835 w 625521"/>
                    <a:gd name="connsiteY88" fmla="*/ 123450 h 788699"/>
                    <a:gd name="connsiteX89" fmla="*/ 237676 w 625521"/>
                    <a:gd name="connsiteY89" fmla="*/ 123450 h 788699"/>
                    <a:gd name="connsiteX90" fmla="*/ 240396 w 625521"/>
                    <a:gd name="connsiteY90" fmla="*/ 128889 h 788699"/>
                    <a:gd name="connsiteX91" fmla="*/ 251274 w 625521"/>
                    <a:gd name="connsiteY91" fmla="*/ 177843 h 788699"/>
                    <a:gd name="connsiteX92" fmla="*/ 256714 w 625521"/>
                    <a:gd name="connsiteY92" fmla="*/ 226797 h 788699"/>
                    <a:gd name="connsiteX93" fmla="*/ 262153 w 625521"/>
                    <a:gd name="connsiteY93" fmla="*/ 273031 h 788699"/>
                    <a:gd name="connsiteX94" fmla="*/ 262153 w 625521"/>
                    <a:gd name="connsiteY94" fmla="*/ 289349 h 788699"/>
                    <a:gd name="connsiteX95" fmla="*/ 262153 w 625521"/>
                    <a:gd name="connsiteY95" fmla="*/ 297508 h 788699"/>
                    <a:gd name="connsiteX96" fmla="*/ 264872 w 625521"/>
                    <a:gd name="connsiteY96" fmla="*/ 321985 h 788699"/>
                    <a:gd name="connsiteX97" fmla="*/ 270312 w 625521"/>
                    <a:gd name="connsiteY97" fmla="*/ 335583 h 788699"/>
                    <a:gd name="connsiteX98" fmla="*/ 270312 w 625521"/>
                    <a:gd name="connsiteY98" fmla="*/ 338303 h 788699"/>
                    <a:gd name="connsiteX99" fmla="*/ 270312 w 625521"/>
                    <a:gd name="connsiteY99" fmla="*/ 346462 h 788699"/>
                    <a:gd name="connsiteX100" fmla="*/ 278471 w 625521"/>
                    <a:gd name="connsiteY100" fmla="*/ 354621 h 788699"/>
                    <a:gd name="connsiteX101" fmla="*/ 338304 w 625521"/>
                    <a:gd name="connsiteY101" fmla="*/ 349181 h 788699"/>
                    <a:gd name="connsiteX102" fmla="*/ 365500 w 625521"/>
                    <a:gd name="connsiteY102" fmla="*/ 349181 h 788699"/>
                    <a:gd name="connsiteX103" fmla="*/ 381817 w 625521"/>
                    <a:gd name="connsiteY103" fmla="*/ 349181 h 788699"/>
                    <a:gd name="connsiteX104" fmla="*/ 392697 w 625521"/>
                    <a:gd name="connsiteY104" fmla="*/ 338303 h 788699"/>
                    <a:gd name="connsiteX105" fmla="*/ 389977 w 625521"/>
                    <a:gd name="connsiteY105" fmla="*/ 313826 h 788699"/>
                    <a:gd name="connsiteX106" fmla="*/ 392697 w 625521"/>
                    <a:gd name="connsiteY106" fmla="*/ 262152 h 788699"/>
                    <a:gd name="connsiteX107" fmla="*/ 395416 w 625521"/>
                    <a:gd name="connsiteY107" fmla="*/ 224077 h 788699"/>
                    <a:gd name="connsiteX108" fmla="*/ 398136 w 625521"/>
                    <a:gd name="connsiteY108" fmla="*/ 177843 h 788699"/>
                    <a:gd name="connsiteX109" fmla="*/ 395416 w 625521"/>
                    <a:gd name="connsiteY109" fmla="*/ 153366 h 788699"/>
                    <a:gd name="connsiteX110" fmla="*/ 395416 w 625521"/>
                    <a:gd name="connsiteY110" fmla="*/ 137048 h 788699"/>
                    <a:gd name="connsiteX111" fmla="*/ 379098 w 625521"/>
                    <a:gd name="connsiteY111" fmla="*/ 137048 h 788699"/>
                    <a:gd name="connsiteX112" fmla="*/ 351902 w 625521"/>
                    <a:gd name="connsiteY112" fmla="*/ 131609 h 788699"/>
                    <a:gd name="connsiteX113" fmla="*/ 338304 w 625521"/>
                    <a:gd name="connsiteY113" fmla="*/ 115291 h 788699"/>
                    <a:gd name="connsiteX114" fmla="*/ 343742 w 625521"/>
                    <a:gd name="connsiteY114" fmla="*/ 107132 h 788699"/>
                    <a:gd name="connsiteX115" fmla="*/ 362780 w 625521"/>
                    <a:gd name="connsiteY115" fmla="*/ 98973 h 788699"/>
                    <a:gd name="connsiteX116" fmla="*/ 395416 w 625521"/>
                    <a:gd name="connsiteY116" fmla="*/ 96253 h 788699"/>
                    <a:gd name="connsiteX117" fmla="*/ 403575 w 625521"/>
                    <a:gd name="connsiteY117" fmla="*/ 90814 h 788699"/>
                    <a:gd name="connsiteX118" fmla="*/ 422612 w 625521"/>
                    <a:gd name="connsiteY118" fmla="*/ 88095 h 788699"/>
                    <a:gd name="connsiteX119" fmla="*/ 428052 w 625521"/>
                    <a:gd name="connsiteY119" fmla="*/ 88095 h 788699"/>
                    <a:gd name="connsiteX120" fmla="*/ 447090 w 625521"/>
                    <a:gd name="connsiteY120" fmla="*/ 90814 h 788699"/>
                    <a:gd name="connsiteX121" fmla="*/ 455249 w 625521"/>
                    <a:gd name="connsiteY121" fmla="*/ 96253 h 788699"/>
                    <a:gd name="connsiteX122" fmla="*/ 525960 w 625521"/>
                    <a:gd name="connsiteY122" fmla="*/ 93534 h 788699"/>
                    <a:gd name="connsiteX123" fmla="*/ 561315 w 625521"/>
                    <a:gd name="connsiteY123" fmla="*/ 109852 h 788699"/>
                    <a:gd name="connsiteX124" fmla="*/ 555876 w 625521"/>
                    <a:gd name="connsiteY124" fmla="*/ 126170 h 788699"/>
                    <a:gd name="connsiteX125" fmla="*/ 539558 w 625521"/>
                    <a:gd name="connsiteY125" fmla="*/ 134329 h 788699"/>
                    <a:gd name="connsiteX126" fmla="*/ 517800 w 625521"/>
                    <a:gd name="connsiteY126" fmla="*/ 137048 h 788699"/>
                    <a:gd name="connsiteX127" fmla="*/ 477006 w 625521"/>
                    <a:gd name="connsiteY127" fmla="*/ 137048 h 788699"/>
                    <a:gd name="connsiteX128" fmla="*/ 485165 w 625521"/>
                    <a:gd name="connsiteY128" fmla="*/ 161525 h 788699"/>
                    <a:gd name="connsiteX129" fmla="*/ 496043 w 625521"/>
                    <a:gd name="connsiteY129" fmla="*/ 210479 h 788699"/>
                    <a:gd name="connsiteX130" fmla="*/ 501483 w 625521"/>
                    <a:gd name="connsiteY130" fmla="*/ 251274 h 788699"/>
                    <a:gd name="connsiteX131" fmla="*/ 506922 w 625521"/>
                    <a:gd name="connsiteY131" fmla="*/ 292069 h 788699"/>
                    <a:gd name="connsiteX132" fmla="*/ 506922 w 625521"/>
                    <a:gd name="connsiteY132" fmla="*/ 321985 h 788699"/>
                    <a:gd name="connsiteX133" fmla="*/ 509642 w 625521"/>
                    <a:gd name="connsiteY133" fmla="*/ 341022 h 788699"/>
                    <a:gd name="connsiteX134" fmla="*/ 509642 w 625521"/>
                    <a:gd name="connsiteY134" fmla="*/ 343742 h 788699"/>
                    <a:gd name="connsiteX135" fmla="*/ 517800 w 625521"/>
                    <a:gd name="connsiteY135" fmla="*/ 349181 h 788699"/>
                    <a:gd name="connsiteX136" fmla="*/ 528680 w 625521"/>
                    <a:gd name="connsiteY136" fmla="*/ 349181 h 788699"/>
                    <a:gd name="connsiteX137" fmla="*/ 550437 w 625521"/>
                    <a:gd name="connsiteY137" fmla="*/ 357340 h 788699"/>
                    <a:gd name="connsiteX138" fmla="*/ 550437 w 625521"/>
                    <a:gd name="connsiteY138" fmla="*/ 362780 h 788699"/>
                    <a:gd name="connsiteX139" fmla="*/ 534119 w 625521"/>
                    <a:gd name="connsiteY139" fmla="*/ 384537 h 788699"/>
                    <a:gd name="connsiteX140" fmla="*/ 520520 w 625521"/>
                    <a:gd name="connsiteY140" fmla="*/ 389976 h 788699"/>
                    <a:gd name="connsiteX141" fmla="*/ 512362 w 625521"/>
                    <a:gd name="connsiteY141" fmla="*/ 395415 h 788699"/>
                    <a:gd name="connsiteX142" fmla="*/ 512362 w 625521"/>
                    <a:gd name="connsiteY142" fmla="*/ 398135 h 788699"/>
                    <a:gd name="connsiteX143" fmla="*/ 512362 w 625521"/>
                    <a:gd name="connsiteY143" fmla="*/ 409014 h 788699"/>
                    <a:gd name="connsiteX144" fmla="*/ 512362 w 625521"/>
                    <a:gd name="connsiteY144" fmla="*/ 414453 h 788699"/>
                    <a:gd name="connsiteX145" fmla="*/ 512362 w 625521"/>
                    <a:gd name="connsiteY145" fmla="*/ 438930 h 788699"/>
                    <a:gd name="connsiteX146" fmla="*/ 515081 w 625521"/>
                    <a:gd name="connsiteY146" fmla="*/ 504202 h 788699"/>
                    <a:gd name="connsiteX147" fmla="*/ 520520 w 625521"/>
                    <a:gd name="connsiteY147" fmla="*/ 572193 h 788699"/>
                    <a:gd name="connsiteX148" fmla="*/ 517800 w 625521"/>
                    <a:gd name="connsiteY148" fmla="*/ 604829 h 788699"/>
                    <a:gd name="connsiteX149" fmla="*/ 512362 w 625521"/>
                    <a:gd name="connsiteY149" fmla="*/ 661942 h 788699"/>
                    <a:gd name="connsiteX150" fmla="*/ 509642 w 625521"/>
                    <a:gd name="connsiteY150" fmla="*/ 670101 h 788699"/>
                    <a:gd name="connsiteX151" fmla="*/ 512362 w 625521"/>
                    <a:gd name="connsiteY151" fmla="*/ 680979 h 788699"/>
                    <a:gd name="connsiteX152" fmla="*/ 512362 w 625521"/>
                    <a:gd name="connsiteY152" fmla="*/ 686419 h 788699"/>
                    <a:gd name="connsiteX153" fmla="*/ 536838 w 625521"/>
                    <a:gd name="connsiteY153" fmla="*/ 680979 h 788699"/>
                    <a:gd name="connsiteX154" fmla="*/ 536838 w 625521"/>
                    <a:gd name="connsiteY154" fmla="*/ 680979 h 788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</a:cxnLst>
                  <a:rect l="l" t="t" r="r" b="b"/>
                  <a:pathLst>
                    <a:path w="625521" h="788699">
                      <a:moveTo>
                        <a:pt x="536838" y="680979"/>
                      </a:moveTo>
                      <a:cubicBezTo>
                        <a:pt x="550437" y="680979"/>
                        <a:pt x="574913" y="680979"/>
                        <a:pt x="574913" y="697297"/>
                      </a:cubicBezTo>
                      <a:cubicBezTo>
                        <a:pt x="574913" y="705456"/>
                        <a:pt x="572194" y="708176"/>
                        <a:pt x="566755" y="713615"/>
                      </a:cubicBezTo>
                      <a:cubicBezTo>
                        <a:pt x="561315" y="719054"/>
                        <a:pt x="555876" y="721774"/>
                        <a:pt x="550437" y="721774"/>
                      </a:cubicBezTo>
                      <a:cubicBezTo>
                        <a:pt x="539558" y="724494"/>
                        <a:pt x="534119" y="724494"/>
                        <a:pt x="528680" y="724494"/>
                      </a:cubicBezTo>
                      <a:cubicBezTo>
                        <a:pt x="517800" y="724494"/>
                        <a:pt x="428052" y="724494"/>
                        <a:pt x="417174" y="724494"/>
                      </a:cubicBezTo>
                      <a:cubicBezTo>
                        <a:pt x="403575" y="724494"/>
                        <a:pt x="414454" y="724494"/>
                        <a:pt x="398136" y="724494"/>
                      </a:cubicBezTo>
                      <a:cubicBezTo>
                        <a:pt x="389977" y="724494"/>
                        <a:pt x="381817" y="724494"/>
                        <a:pt x="373659" y="724494"/>
                      </a:cubicBezTo>
                      <a:cubicBezTo>
                        <a:pt x="365500" y="724494"/>
                        <a:pt x="354621" y="721774"/>
                        <a:pt x="346462" y="719054"/>
                      </a:cubicBezTo>
                      <a:cubicBezTo>
                        <a:pt x="338304" y="716335"/>
                        <a:pt x="330144" y="708176"/>
                        <a:pt x="330144" y="702737"/>
                      </a:cubicBezTo>
                      <a:cubicBezTo>
                        <a:pt x="330144" y="700017"/>
                        <a:pt x="330144" y="697297"/>
                        <a:pt x="335584" y="694578"/>
                      </a:cubicBezTo>
                      <a:cubicBezTo>
                        <a:pt x="341023" y="691858"/>
                        <a:pt x="351902" y="689138"/>
                        <a:pt x="357341" y="686419"/>
                      </a:cubicBezTo>
                      <a:cubicBezTo>
                        <a:pt x="373659" y="683699"/>
                        <a:pt x="387257" y="680979"/>
                        <a:pt x="395416" y="680979"/>
                      </a:cubicBezTo>
                      <a:cubicBezTo>
                        <a:pt x="387257" y="675540"/>
                        <a:pt x="384537" y="670101"/>
                        <a:pt x="381817" y="656502"/>
                      </a:cubicBezTo>
                      <a:cubicBezTo>
                        <a:pt x="379098" y="632026"/>
                        <a:pt x="379098" y="610268"/>
                        <a:pt x="379098" y="585791"/>
                      </a:cubicBezTo>
                      <a:cubicBezTo>
                        <a:pt x="379098" y="564034"/>
                        <a:pt x="379098" y="542277"/>
                        <a:pt x="379098" y="517800"/>
                      </a:cubicBezTo>
                      <a:cubicBezTo>
                        <a:pt x="379098" y="504202"/>
                        <a:pt x="379098" y="487884"/>
                        <a:pt x="379098" y="474286"/>
                      </a:cubicBezTo>
                      <a:cubicBezTo>
                        <a:pt x="379098" y="457968"/>
                        <a:pt x="376379" y="444369"/>
                        <a:pt x="379098" y="430771"/>
                      </a:cubicBezTo>
                      <a:cubicBezTo>
                        <a:pt x="379098" y="425332"/>
                        <a:pt x="381817" y="417173"/>
                        <a:pt x="381817" y="411733"/>
                      </a:cubicBezTo>
                      <a:cubicBezTo>
                        <a:pt x="381817" y="406294"/>
                        <a:pt x="381817" y="403575"/>
                        <a:pt x="379098" y="400855"/>
                      </a:cubicBezTo>
                      <a:cubicBezTo>
                        <a:pt x="376379" y="400855"/>
                        <a:pt x="373659" y="398135"/>
                        <a:pt x="370939" y="398135"/>
                      </a:cubicBezTo>
                      <a:cubicBezTo>
                        <a:pt x="360061" y="398135"/>
                        <a:pt x="343742" y="400855"/>
                        <a:pt x="338304" y="400855"/>
                      </a:cubicBezTo>
                      <a:cubicBezTo>
                        <a:pt x="330144" y="400855"/>
                        <a:pt x="319266" y="403575"/>
                        <a:pt x="289349" y="403575"/>
                      </a:cubicBezTo>
                      <a:cubicBezTo>
                        <a:pt x="275751" y="403575"/>
                        <a:pt x="267592" y="400855"/>
                        <a:pt x="264872" y="400855"/>
                      </a:cubicBezTo>
                      <a:cubicBezTo>
                        <a:pt x="262153" y="400855"/>
                        <a:pt x="259433" y="400855"/>
                        <a:pt x="259433" y="406294"/>
                      </a:cubicBezTo>
                      <a:cubicBezTo>
                        <a:pt x="259433" y="414453"/>
                        <a:pt x="259433" y="419892"/>
                        <a:pt x="259433" y="425332"/>
                      </a:cubicBezTo>
                      <a:cubicBezTo>
                        <a:pt x="259433" y="433491"/>
                        <a:pt x="259433" y="441650"/>
                        <a:pt x="259433" y="449809"/>
                      </a:cubicBezTo>
                      <a:cubicBezTo>
                        <a:pt x="259433" y="457968"/>
                        <a:pt x="259433" y="463407"/>
                        <a:pt x="259433" y="471566"/>
                      </a:cubicBezTo>
                      <a:cubicBezTo>
                        <a:pt x="259433" y="482445"/>
                        <a:pt x="259433" y="493323"/>
                        <a:pt x="259433" y="504202"/>
                      </a:cubicBezTo>
                      <a:cubicBezTo>
                        <a:pt x="259433" y="506921"/>
                        <a:pt x="259433" y="506921"/>
                        <a:pt x="259433" y="509641"/>
                      </a:cubicBezTo>
                      <a:cubicBezTo>
                        <a:pt x="259433" y="520520"/>
                        <a:pt x="256714" y="531398"/>
                        <a:pt x="256714" y="542277"/>
                      </a:cubicBezTo>
                      <a:cubicBezTo>
                        <a:pt x="256714" y="553156"/>
                        <a:pt x="256714" y="566754"/>
                        <a:pt x="256714" y="577632"/>
                      </a:cubicBezTo>
                      <a:cubicBezTo>
                        <a:pt x="256714" y="588511"/>
                        <a:pt x="256714" y="599390"/>
                        <a:pt x="256714" y="612988"/>
                      </a:cubicBezTo>
                      <a:cubicBezTo>
                        <a:pt x="256714" y="629306"/>
                        <a:pt x="253994" y="642904"/>
                        <a:pt x="253994" y="656502"/>
                      </a:cubicBezTo>
                      <a:cubicBezTo>
                        <a:pt x="253994" y="664661"/>
                        <a:pt x="256714" y="672820"/>
                        <a:pt x="256714" y="678260"/>
                      </a:cubicBezTo>
                      <a:cubicBezTo>
                        <a:pt x="270312" y="678260"/>
                        <a:pt x="286629" y="680979"/>
                        <a:pt x="286629" y="694578"/>
                      </a:cubicBezTo>
                      <a:cubicBezTo>
                        <a:pt x="286629" y="702737"/>
                        <a:pt x="283910" y="705456"/>
                        <a:pt x="281191" y="710895"/>
                      </a:cubicBezTo>
                      <a:cubicBezTo>
                        <a:pt x="275751" y="716335"/>
                        <a:pt x="270312" y="719054"/>
                        <a:pt x="264872" y="719054"/>
                      </a:cubicBezTo>
                      <a:cubicBezTo>
                        <a:pt x="256714" y="721774"/>
                        <a:pt x="248554" y="721774"/>
                        <a:pt x="243116" y="721774"/>
                      </a:cubicBezTo>
                      <a:cubicBezTo>
                        <a:pt x="243116" y="721774"/>
                        <a:pt x="243116" y="721774"/>
                        <a:pt x="243116" y="721774"/>
                      </a:cubicBezTo>
                      <a:cubicBezTo>
                        <a:pt x="237676" y="724494"/>
                        <a:pt x="237676" y="724494"/>
                        <a:pt x="232236" y="727214"/>
                      </a:cubicBezTo>
                      <a:cubicBezTo>
                        <a:pt x="229517" y="729933"/>
                        <a:pt x="229517" y="732653"/>
                        <a:pt x="224078" y="735372"/>
                      </a:cubicBezTo>
                      <a:cubicBezTo>
                        <a:pt x="221358" y="738092"/>
                        <a:pt x="215919" y="738092"/>
                        <a:pt x="213199" y="738092"/>
                      </a:cubicBezTo>
                      <a:cubicBezTo>
                        <a:pt x="199601" y="738092"/>
                        <a:pt x="188722" y="735372"/>
                        <a:pt x="183283" y="727214"/>
                      </a:cubicBezTo>
                      <a:cubicBezTo>
                        <a:pt x="180563" y="724494"/>
                        <a:pt x="177843" y="721774"/>
                        <a:pt x="175124" y="719054"/>
                      </a:cubicBezTo>
                      <a:cubicBezTo>
                        <a:pt x="161526" y="719054"/>
                        <a:pt x="150646" y="719054"/>
                        <a:pt x="145208" y="719054"/>
                      </a:cubicBezTo>
                      <a:cubicBezTo>
                        <a:pt x="131609" y="719054"/>
                        <a:pt x="142488" y="719054"/>
                        <a:pt x="126170" y="719054"/>
                      </a:cubicBezTo>
                      <a:cubicBezTo>
                        <a:pt x="118011" y="719054"/>
                        <a:pt x="109852" y="719054"/>
                        <a:pt x="101693" y="719054"/>
                      </a:cubicBezTo>
                      <a:cubicBezTo>
                        <a:pt x="93534" y="719054"/>
                        <a:pt x="82655" y="719054"/>
                        <a:pt x="74496" y="713615"/>
                      </a:cubicBezTo>
                      <a:cubicBezTo>
                        <a:pt x="66338" y="710895"/>
                        <a:pt x="58178" y="702737"/>
                        <a:pt x="58178" y="697297"/>
                      </a:cubicBezTo>
                      <a:cubicBezTo>
                        <a:pt x="58178" y="694578"/>
                        <a:pt x="58178" y="691858"/>
                        <a:pt x="63618" y="689138"/>
                      </a:cubicBezTo>
                      <a:cubicBezTo>
                        <a:pt x="69057" y="686419"/>
                        <a:pt x="79936" y="683699"/>
                        <a:pt x="85375" y="680979"/>
                      </a:cubicBezTo>
                      <a:cubicBezTo>
                        <a:pt x="98973" y="678260"/>
                        <a:pt x="118011" y="678260"/>
                        <a:pt x="131609" y="675540"/>
                      </a:cubicBezTo>
                      <a:cubicBezTo>
                        <a:pt x="131609" y="672820"/>
                        <a:pt x="131609" y="670101"/>
                        <a:pt x="131609" y="667381"/>
                      </a:cubicBezTo>
                      <a:cubicBezTo>
                        <a:pt x="131609" y="661942"/>
                        <a:pt x="131609" y="656502"/>
                        <a:pt x="131609" y="651063"/>
                      </a:cubicBezTo>
                      <a:cubicBezTo>
                        <a:pt x="131609" y="640184"/>
                        <a:pt x="131609" y="629306"/>
                        <a:pt x="131609" y="618427"/>
                      </a:cubicBezTo>
                      <a:cubicBezTo>
                        <a:pt x="131609" y="604829"/>
                        <a:pt x="131609" y="593950"/>
                        <a:pt x="131609" y="580352"/>
                      </a:cubicBezTo>
                      <a:cubicBezTo>
                        <a:pt x="131609" y="564034"/>
                        <a:pt x="131609" y="547716"/>
                        <a:pt x="131609" y="531398"/>
                      </a:cubicBezTo>
                      <a:cubicBezTo>
                        <a:pt x="131609" y="509641"/>
                        <a:pt x="131609" y="487884"/>
                        <a:pt x="131609" y="466126"/>
                      </a:cubicBezTo>
                      <a:cubicBezTo>
                        <a:pt x="131609" y="452528"/>
                        <a:pt x="131609" y="436210"/>
                        <a:pt x="131609" y="422612"/>
                      </a:cubicBezTo>
                      <a:cubicBezTo>
                        <a:pt x="131609" y="419892"/>
                        <a:pt x="131609" y="414453"/>
                        <a:pt x="131609" y="411733"/>
                      </a:cubicBezTo>
                      <a:cubicBezTo>
                        <a:pt x="131609" y="409014"/>
                        <a:pt x="131609" y="400855"/>
                        <a:pt x="131609" y="398135"/>
                      </a:cubicBezTo>
                      <a:cubicBezTo>
                        <a:pt x="131609" y="392696"/>
                        <a:pt x="131609" y="392696"/>
                        <a:pt x="126170" y="389976"/>
                      </a:cubicBezTo>
                      <a:cubicBezTo>
                        <a:pt x="123450" y="389976"/>
                        <a:pt x="109852" y="387257"/>
                        <a:pt x="101693" y="387257"/>
                      </a:cubicBezTo>
                      <a:cubicBezTo>
                        <a:pt x="90814" y="384537"/>
                        <a:pt x="77216" y="381817"/>
                        <a:pt x="77216" y="376378"/>
                      </a:cubicBezTo>
                      <a:cubicBezTo>
                        <a:pt x="77216" y="373658"/>
                        <a:pt x="79936" y="370939"/>
                        <a:pt x="82655" y="368219"/>
                      </a:cubicBezTo>
                      <a:cubicBezTo>
                        <a:pt x="88095" y="365499"/>
                        <a:pt x="93534" y="362780"/>
                        <a:pt x="98973" y="360060"/>
                      </a:cubicBezTo>
                      <a:cubicBezTo>
                        <a:pt x="104413" y="360060"/>
                        <a:pt x="112571" y="357340"/>
                        <a:pt x="118011" y="357340"/>
                      </a:cubicBezTo>
                      <a:cubicBezTo>
                        <a:pt x="126170" y="354621"/>
                        <a:pt x="128890" y="357340"/>
                        <a:pt x="131609" y="351901"/>
                      </a:cubicBezTo>
                      <a:cubicBezTo>
                        <a:pt x="131609" y="349181"/>
                        <a:pt x="131609" y="346462"/>
                        <a:pt x="131609" y="343742"/>
                      </a:cubicBezTo>
                      <a:cubicBezTo>
                        <a:pt x="131609" y="319265"/>
                        <a:pt x="131609" y="294788"/>
                        <a:pt x="131609" y="270311"/>
                      </a:cubicBezTo>
                      <a:cubicBezTo>
                        <a:pt x="131609" y="226797"/>
                        <a:pt x="131609" y="186002"/>
                        <a:pt x="137048" y="145207"/>
                      </a:cubicBezTo>
                      <a:cubicBezTo>
                        <a:pt x="137048" y="139768"/>
                        <a:pt x="137048" y="131609"/>
                        <a:pt x="139768" y="123450"/>
                      </a:cubicBezTo>
                      <a:cubicBezTo>
                        <a:pt x="134329" y="123450"/>
                        <a:pt x="137048" y="123450"/>
                        <a:pt x="123450" y="123450"/>
                      </a:cubicBezTo>
                      <a:cubicBezTo>
                        <a:pt x="120731" y="123450"/>
                        <a:pt x="120731" y="123450"/>
                        <a:pt x="118011" y="123450"/>
                      </a:cubicBezTo>
                      <a:cubicBezTo>
                        <a:pt x="112571" y="123450"/>
                        <a:pt x="107133" y="123450"/>
                        <a:pt x="101693" y="123450"/>
                      </a:cubicBezTo>
                      <a:cubicBezTo>
                        <a:pt x="93534" y="123450"/>
                        <a:pt x="82655" y="120730"/>
                        <a:pt x="74496" y="118011"/>
                      </a:cubicBezTo>
                      <a:cubicBezTo>
                        <a:pt x="66338" y="115291"/>
                        <a:pt x="58178" y="107132"/>
                        <a:pt x="58178" y="101693"/>
                      </a:cubicBezTo>
                      <a:cubicBezTo>
                        <a:pt x="58178" y="98973"/>
                        <a:pt x="58178" y="96253"/>
                        <a:pt x="63618" y="93534"/>
                      </a:cubicBezTo>
                      <a:cubicBezTo>
                        <a:pt x="66338" y="90814"/>
                        <a:pt x="77216" y="88095"/>
                        <a:pt x="85375" y="85375"/>
                      </a:cubicBezTo>
                      <a:cubicBezTo>
                        <a:pt x="104413" y="82655"/>
                        <a:pt x="128890" y="82655"/>
                        <a:pt x="137048" y="82655"/>
                      </a:cubicBezTo>
                      <a:cubicBezTo>
                        <a:pt x="139768" y="82655"/>
                        <a:pt x="142488" y="82655"/>
                        <a:pt x="147927" y="82655"/>
                      </a:cubicBezTo>
                      <a:cubicBezTo>
                        <a:pt x="153366" y="69057"/>
                        <a:pt x="164245" y="58178"/>
                        <a:pt x="186003" y="58178"/>
                      </a:cubicBezTo>
                      <a:cubicBezTo>
                        <a:pt x="202321" y="58178"/>
                        <a:pt x="215919" y="66337"/>
                        <a:pt x="226797" y="79936"/>
                      </a:cubicBezTo>
                      <a:cubicBezTo>
                        <a:pt x="237676" y="79936"/>
                        <a:pt x="248554" y="79936"/>
                        <a:pt x="253994" y="79936"/>
                      </a:cubicBezTo>
                      <a:cubicBezTo>
                        <a:pt x="267592" y="79936"/>
                        <a:pt x="294789" y="79936"/>
                        <a:pt x="294789" y="96253"/>
                      </a:cubicBezTo>
                      <a:cubicBezTo>
                        <a:pt x="294789" y="104412"/>
                        <a:pt x="289349" y="107132"/>
                        <a:pt x="283910" y="112571"/>
                      </a:cubicBezTo>
                      <a:cubicBezTo>
                        <a:pt x="278471" y="118011"/>
                        <a:pt x="273031" y="120730"/>
                        <a:pt x="267592" y="120730"/>
                      </a:cubicBezTo>
                      <a:cubicBezTo>
                        <a:pt x="259433" y="123450"/>
                        <a:pt x="251274" y="123450"/>
                        <a:pt x="245835" y="123450"/>
                      </a:cubicBezTo>
                      <a:cubicBezTo>
                        <a:pt x="245835" y="123450"/>
                        <a:pt x="243116" y="123450"/>
                        <a:pt x="237676" y="123450"/>
                      </a:cubicBezTo>
                      <a:cubicBezTo>
                        <a:pt x="237676" y="126170"/>
                        <a:pt x="237676" y="126170"/>
                        <a:pt x="240396" y="128889"/>
                      </a:cubicBezTo>
                      <a:cubicBezTo>
                        <a:pt x="245835" y="145207"/>
                        <a:pt x="248554" y="161525"/>
                        <a:pt x="251274" y="177843"/>
                      </a:cubicBezTo>
                      <a:cubicBezTo>
                        <a:pt x="253994" y="194161"/>
                        <a:pt x="253994" y="210479"/>
                        <a:pt x="256714" y="226797"/>
                      </a:cubicBezTo>
                      <a:cubicBezTo>
                        <a:pt x="259433" y="243115"/>
                        <a:pt x="262153" y="256713"/>
                        <a:pt x="262153" y="273031"/>
                      </a:cubicBezTo>
                      <a:cubicBezTo>
                        <a:pt x="262153" y="278470"/>
                        <a:pt x="262153" y="283910"/>
                        <a:pt x="262153" y="289349"/>
                      </a:cubicBezTo>
                      <a:lnTo>
                        <a:pt x="262153" y="297508"/>
                      </a:lnTo>
                      <a:cubicBezTo>
                        <a:pt x="262153" y="305667"/>
                        <a:pt x="262153" y="313826"/>
                        <a:pt x="264872" y="321985"/>
                      </a:cubicBezTo>
                      <a:cubicBezTo>
                        <a:pt x="264872" y="327424"/>
                        <a:pt x="270312" y="330144"/>
                        <a:pt x="270312" y="335583"/>
                      </a:cubicBezTo>
                      <a:cubicBezTo>
                        <a:pt x="270312" y="335583"/>
                        <a:pt x="270312" y="338303"/>
                        <a:pt x="270312" y="338303"/>
                      </a:cubicBezTo>
                      <a:cubicBezTo>
                        <a:pt x="270312" y="341022"/>
                        <a:pt x="270312" y="343742"/>
                        <a:pt x="270312" y="346462"/>
                      </a:cubicBezTo>
                      <a:cubicBezTo>
                        <a:pt x="270312" y="351901"/>
                        <a:pt x="273031" y="354621"/>
                        <a:pt x="278471" y="354621"/>
                      </a:cubicBezTo>
                      <a:cubicBezTo>
                        <a:pt x="289349" y="354621"/>
                        <a:pt x="335584" y="351901"/>
                        <a:pt x="338304" y="349181"/>
                      </a:cubicBezTo>
                      <a:cubicBezTo>
                        <a:pt x="346462" y="349181"/>
                        <a:pt x="357341" y="349181"/>
                        <a:pt x="365500" y="349181"/>
                      </a:cubicBezTo>
                      <a:cubicBezTo>
                        <a:pt x="370939" y="349181"/>
                        <a:pt x="376379" y="349181"/>
                        <a:pt x="381817" y="349181"/>
                      </a:cubicBezTo>
                      <a:cubicBezTo>
                        <a:pt x="387257" y="349181"/>
                        <a:pt x="392697" y="346462"/>
                        <a:pt x="392697" y="338303"/>
                      </a:cubicBezTo>
                      <a:cubicBezTo>
                        <a:pt x="392697" y="330144"/>
                        <a:pt x="389977" y="316545"/>
                        <a:pt x="389977" y="313826"/>
                      </a:cubicBezTo>
                      <a:cubicBezTo>
                        <a:pt x="389977" y="294788"/>
                        <a:pt x="389977" y="278470"/>
                        <a:pt x="392697" y="262152"/>
                      </a:cubicBezTo>
                      <a:cubicBezTo>
                        <a:pt x="392697" y="259433"/>
                        <a:pt x="395416" y="243115"/>
                        <a:pt x="395416" y="224077"/>
                      </a:cubicBezTo>
                      <a:cubicBezTo>
                        <a:pt x="395416" y="207759"/>
                        <a:pt x="398136" y="188722"/>
                        <a:pt x="398136" y="177843"/>
                      </a:cubicBezTo>
                      <a:cubicBezTo>
                        <a:pt x="398136" y="169684"/>
                        <a:pt x="395416" y="158806"/>
                        <a:pt x="395416" y="153366"/>
                      </a:cubicBezTo>
                      <a:cubicBezTo>
                        <a:pt x="395416" y="145207"/>
                        <a:pt x="395416" y="142488"/>
                        <a:pt x="395416" y="137048"/>
                      </a:cubicBezTo>
                      <a:cubicBezTo>
                        <a:pt x="389977" y="137048"/>
                        <a:pt x="384537" y="137048"/>
                        <a:pt x="379098" y="137048"/>
                      </a:cubicBezTo>
                      <a:cubicBezTo>
                        <a:pt x="370939" y="137048"/>
                        <a:pt x="360061" y="134329"/>
                        <a:pt x="351902" y="131609"/>
                      </a:cubicBezTo>
                      <a:cubicBezTo>
                        <a:pt x="343742" y="128889"/>
                        <a:pt x="338304" y="120730"/>
                        <a:pt x="338304" y="115291"/>
                      </a:cubicBezTo>
                      <a:cubicBezTo>
                        <a:pt x="338304" y="112571"/>
                        <a:pt x="338304" y="109852"/>
                        <a:pt x="343742" y="107132"/>
                      </a:cubicBezTo>
                      <a:cubicBezTo>
                        <a:pt x="349182" y="104412"/>
                        <a:pt x="357341" y="101693"/>
                        <a:pt x="362780" y="98973"/>
                      </a:cubicBezTo>
                      <a:cubicBezTo>
                        <a:pt x="373659" y="96253"/>
                        <a:pt x="387257" y="96253"/>
                        <a:pt x="395416" y="96253"/>
                      </a:cubicBezTo>
                      <a:cubicBezTo>
                        <a:pt x="398136" y="93534"/>
                        <a:pt x="400855" y="90814"/>
                        <a:pt x="403575" y="90814"/>
                      </a:cubicBezTo>
                      <a:cubicBezTo>
                        <a:pt x="411734" y="90814"/>
                        <a:pt x="419893" y="88095"/>
                        <a:pt x="422612" y="88095"/>
                      </a:cubicBezTo>
                      <a:cubicBezTo>
                        <a:pt x="425332" y="88095"/>
                        <a:pt x="425332" y="88095"/>
                        <a:pt x="428052" y="88095"/>
                      </a:cubicBezTo>
                      <a:cubicBezTo>
                        <a:pt x="433492" y="88095"/>
                        <a:pt x="441650" y="88095"/>
                        <a:pt x="447090" y="90814"/>
                      </a:cubicBezTo>
                      <a:cubicBezTo>
                        <a:pt x="449809" y="90814"/>
                        <a:pt x="452529" y="93534"/>
                        <a:pt x="455249" y="96253"/>
                      </a:cubicBezTo>
                      <a:cubicBezTo>
                        <a:pt x="482445" y="96253"/>
                        <a:pt x="509642" y="93534"/>
                        <a:pt x="525960" y="93534"/>
                      </a:cubicBezTo>
                      <a:cubicBezTo>
                        <a:pt x="539558" y="93534"/>
                        <a:pt x="561315" y="93534"/>
                        <a:pt x="561315" y="109852"/>
                      </a:cubicBezTo>
                      <a:cubicBezTo>
                        <a:pt x="561315" y="118011"/>
                        <a:pt x="561315" y="120730"/>
                        <a:pt x="555876" y="126170"/>
                      </a:cubicBezTo>
                      <a:cubicBezTo>
                        <a:pt x="550437" y="131609"/>
                        <a:pt x="544997" y="134329"/>
                        <a:pt x="539558" y="134329"/>
                      </a:cubicBezTo>
                      <a:cubicBezTo>
                        <a:pt x="531399" y="137048"/>
                        <a:pt x="523240" y="137048"/>
                        <a:pt x="517800" y="137048"/>
                      </a:cubicBezTo>
                      <a:cubicBezTo>
                        <a:pt x="515081" y="137048"/>
                        <a:pt x="498763" y="137048"/>
                        <a:pt x="477006" y="137048"/>
                      </a:cubicBezTo>
                      <a:cubicBezTo>
                        <a:pt x="479725" y="145207"/>
                        <a:pt x="485165" y="153366"/>
                        <a:pt x="485165" y="161525"/>
                      </a:cubicBezTo>
                      <a:cubicBezTo>
                        <a:pt x="487885" y="177843"/>
                        <a:pt x="493324" y="194161"/>
                        <a:pt x="496043" y="210479"/>
                      </a:cubicBezTo>
                      <a:cubicBezTo>
                        <a:pt x="498763" y="224077"/>
                        <a:pt x="498763" y="237676"/>
                        <a:pt x="501483" y="251274"/>
                      </a:cubicBezTo>
                      <a:cubicBezTo>
                        <a:pt x="504202" y="264872"/>
                        <a:pt x="506922" y="275751"/>
                        <a:pt x="506922" y="292069"/>
                      </a:cubicBezTo>
                      <a:cubicBezTo>
                        <a:pt x="506922" y="302947"/>
                        <a:pt x="506922" y="311106"/>
                        <a:pt x="506922" y="321985"/>
                      </a:cubicBezTo>
                      <a:cubicBezTo>
                        <a:pt x="506922" y="327424"/>
                        <a:pt x="509642" y="335583"/>
                        <a:pt x="509642" y="341022"/>
                      </a:cubicBezTo>
                      <a:cubicBezTo>
                        <a:pt x="509642" y="343742"/>
                        <a:pt x="509642" y="343742"/>
                        <a:pt x="509642" y="343742"/>
                      </a:cubicBezTo>
                      <a:cubicBezTo>
                        <a:pt x="509642" y="349181"/>
                        <a:pt x="515081" y="349181"/>
                        <a:pt x="517800" y="349181"/>
                      </a:cubicBezTo>
                      <a:cubicBezTo>
                        <a:pt x="520520" y="349181"/>
                        <a:pt x="523240" y="349181"/>
                        <a:pt x="528680" y="349181"/>
                      </a:cubicBezTo>
                      <a:cubicBezTo>
                        <a:pt x="536838" y="349181"/>
                        <a:pt x="547717" y="349181"/>
                        <a:pt x="550437" y="357340"/>
                      </a:cubicBezTo>
                      <a:cubicBezTo>
                        <a:pt x="550437" y="360060"/>
                        <a:pt x="550437" y="360060"/>
                        <a:pt x="550437" y="362780"/>
                      </a:cubicBezTo>
                      <a:cubicBezTo>
                        <a:pt x="550437" y="370939"/>
                        <a:pt x="539558" y="381817"/>
                        <a:pt x="534119" y="384537"/>
                      </a:cubicBezTo>
                      <a:cubicBezTo>
                        <a:pt x="531399" y="387257"/>
                        <a:pt x="523240" y="387257"/>
                        <a:pt x="520520" y="389976"/>
                      </a:cubicBezTo>
                      <a:cubicBezTo>
                        <a:pt x="515081" y="389976"/>
                        <a:pt x="512362" y="392696"/>
                        <a:pt x="512362" y="395415"/>
                      </a:cubicBezTo>
                      <a:cubicBezTo>
                        <a:pt x="512362" y="395415"/>
                        <a:pt x="512362" y="398135"/>
                        <a:pt x="512362" y="398135"/>
                      </a:cubicBezTo>
                      <a:cubicBezTo>
                        <a:pt x="512362" y="400855"/>
                        <a:pt x="512362" y="406294"/>
                        <a:pt x="512362" y="409014"/>
                      </a:cubicBezTo>
                      <a:cubicBezTo>
                        <a:pt x="512362" y="411733"/>
                        <a:pt x="512362" y="411733"/>
                        <a:pt x="512362" y="414453"/>
                      </a:cubicBezTo>
                      <a:cubicBezTo>
                        <a:pt x="512362" y="422612"/>
                        <a:pt x="512362" y="430771"/>
                        <a:pt x="512362" y="438930"/>
                      </a:cubicBezTo>
                      <a:cubicBezTo>
                        <a:pt x="512362" y="460687"/>
                        <a:pt x="512362" y="482445"/>
                        <a:pt x="515081" y="504202"/>
                      </a:cubicBezTo>
                      <a:cubicBezTo>
                        <a:pt x="517800" y="525959"/>
                        <a:pt x="520520" y="550436"/>
                        <a:pt x="520520" y="572193"/>
                      </a:cubicBezTo>
                      <a:cubicBezTo>
                        <a:pt x="520520" y="583072"/>
                        <a:pt x="520520" y="593950"/>
                        <a:pt x="517800" y="604829"/>
                      </a:cubicBezTo>
                      <a:cubicBezTo>
                        <a:pt x="515081" y="623867"/>
                        <a:pt x="515081" y="642904"/>
                        <a:pt x="512362" y="661942"/>
                      </a:cubicBezTo>
                      <a:cubicBezTo>
                        <a:pt x="512362" y="664661"/>
                        <a:pt x="509642" y="667381"/>
                        <a:pt x="509642" y="670101"/>
                      </a:cubicBezTo>
                      <a:cubicBezTo>
                        <a:pt x="509642" y="672820"/>
                        <a:pt x="512362" y="678260"/>
                        <a:pt x="512362" y="680979"/>
                      </a:cubicBezTo>
                      <a:cubicBezTo>
                        <a:pt x="512362" y="683699"/>
                        <a:pt x="512362" y="686419"/>
                        <a:pt x="512362" y="686419"/>
                      </a:cubicBezTo>
                      <a:cubicBezTo>
                        <a:pt x="517800" y="680979"/>
                        <a:pt x="528680" y="680979"/>
                        <a:pt x="536838" y="680979"/>
                      </a:cubicBezTo>
                      <a:lnTo>
                        <a:pt x="536838" y="680979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54" name="Freeform: Shape 53">
                  <a:extLst>
                    <a:ext uri="{FF2B5EF4-FFF2-40B4-BE49-F238E27FC236}">
                      <a16:creationId xmlns:a16="http://schemas.microsoft.com/office/drawing/2014/main" id="{FAEF8B46-692A-FC4D-4070-34C2C81197CB}"/>
                    </a:ext>
                  </a:extLst>
                </p:cNvPr>
                <p:cNvSpPr/>
                <p:nvPr/>
              </p:nvSpPr>
              <p:spPr>
                <a:xfrm>
                  <a:off x="9592416" y="4192158"/>
                  <a:ext cx="516735" cy="761503"/>
                </a:xfrm>
                <a:custGeom>
                  <a:avLst/>
                  <a:gdLst>
                    <a:gd name="connsiteX0" fmla="*/ 463407 w 516735"/>
                    <a:gd name="connsiteY0" fmla="*/ 194161 h 761503"/>
                    <a:gd name="connsiteX1" fmla="*/ 447089 w 516735"/>
                    <a:gd name="connsiteY1" fmla="*/ 226797 h 761503"/>
                    <a:gd name="connsiteX2" fmla="*/ 430771 w 516735"/>
                    <a:gd name="connsiteY2" fmla="*/ 221357 h 761503"/>
                    <a:gd name="connsiteX3" fmla="*/ 422612 w 516735"/>
                    <a:gd name="connsiteY3" fmla="*/ 207759 h 761503"/>
                    <a:gd name="connsiteX4" fmla="*/ 419893 w 516735"/>
                    <a:gd name="connsiteY4" fmla="*/ 188722 h 761503"/>
                    <a:gd name="connsiteX5" fmla="*/ 419893 w 516735"/>
                    <a:gd name="connsiteY5" fmla="*/ 139768 h 761503"/>
                    <a:gd name="connsiteX6" fmla="*/ 419893 w 516735"/>
                    <a:gd name="connsiteY6" fmla="*/ 120730 h 761503"/>
                    <a:gd name="connsiteX7" fmla="*/ 395416 w 516735"/>
                    <a:gd name="connsiteY7" fmla="*/ 120730 h 761503"/>
                    <a:gd name="connsiteX8" fmla="*/ 370939 w 516735"/>
                    <a:gd name="connsiteY8" fmla="*/ 120730 h 761503"/>
                    <a:gd name="connsiteX9" fmla="*/ 346461 w 516735"/>
                    <a:gd name="connsiteY9" fmla="*/ 123450 h 761503"/>
                    <a:gd name="connsiteX10" fmla="*/ 335583 w 516735"/>
                    <a:gd name="connsiteY10" fmla="*/ 123450 h 761503"/>
                    <a:gd name="connsiteX11" fmla="*/ 335583 w 516735"/>
                    <a:gd name="connsiteY11" fmla="*/ 123450 h 761503"/>
                    <a:gd name="connsiteX12" fmla="*/ 324704 w 516735"/>
                    <a:gd name="connsiteY12" fmla="*/ 128889 h 761503"/>
                    <a:gd name="connsiteX13" fmla="*/ 327424 w 516735"/>
                    <a:gd name="connsiteY13" fmla="*/ 139768 h 761503"/>
                    <a:gd name="connsiteX14" fmla="*/ 330144 w 516735"/>
                    <a:gd name="connsiteY14" fmla="*/ 175123 h 761503"/>
                    <a:gd name="connsiteX15" fmla="*/ 330144 w 516735"/>
                    <a:gd name="connsiteY15" fmla="*/ 199600 h 761503"/>
                    <a:gd name="connsiteX16" fmla="*/ 327424 w 516735"/>
                    <a:gd name="connsiteY16" fmla="*/ 224077 h 761503"/>
                    <a:gd name="connsiteX17" fmla="*/ 330144 w 516735"/>
                    <a:gd name="connsiteY17" fmla="*/ 251274 h 761503"/>
                    <a:gd name="connsiteX18" fmla="*/ 327424 w 516735"/>
                    <a:gd name="connsiteY18" fmla="*/ 278470 h 761503"/>
                    <a:gd name="connsiteX19" fmla="*/ 327424 w 516735"/>
                    <a:gd name="connsiteY19" fmla="*/ 332864 h 761503"/>
                    <a:gd name="connsiteX20" fmla="*/ 330144 w 516735"/>
                    <a:gd name="connsiteY20" fmla="*/ 357340 h 761503"/>
                    <a:gd name="connsiteX21" fmla="*/ 330144 w 516735"/>
                    <a:gd name="connsiteY21" fmla="*/ 368219 h 761503"/>
                    <a:gd name="connsiteX22" fmla="*/ 332863 w 516735"/>
                    <a:gd name="connsiteY22" fmla="*/ 387257 h 761503"/>
                    <a:gd name="connsiteX23" fmla="*/ 332863 w 516735"/>
                    <a:gd name="connsiteY23" fmla="*/ 433491 h 761503"/>
                    <a:gd name="connsiteX24" fmla="*/ 332863 w 516735"/>
                    <a:gd name="connsiteY24" fmla="*/ 487884 h 761503"/>
                    <a:gd name="connsiteX25" fmla="*/ 330144 w 516735"/>
                    <a:gd name="connsiteY25" fmla="*/ 512361 h 761503"/>
                    <a:gd name="connsiteX26" fmla="*/ 330144 w 516735"/>
                    <a:gd name="connsiteY26" fmla="*/ 539557 h 761503"/>
                    <a:gd name="connsiteX27" fmla="*/ 332863 w 516735"/>
                    <a:gd name="connsiteY27" fmla="*/ 593950 h 761503"/>
                    <a:gd name="connsiteX28" fmla="*/ 332863 w 516735"/>
                    <a:gd name="connsiteY28" fmla="*/ 648343 h 761503"/>
                    <a:gd name="connsiteX29" fmla="*/ 332863 w 516735"/>
                    <a:gd name="connsiteY29" fmla="*/ 656502 h 761503"/>
                    <a:gd name="connsiteX30" fmla="*/ 357341 w 516735"/>
                    <a:gd name="connsiteY30" fmla="*/ 656502 h 761503"/>
                    <a:gd name="connsiteX31" fmla="*/ 395416 w 516735"/>
                    <a:gd name="connsiteY31" fmla="*/ 675540 h 761503"/>
                    <a:gd name="connsiteX32" fmla="*/ 389976 w 516735"/>
                    <a:gd name="connsiteY32" fmla="*/ 691858 h 761503"/>
                    <a:gd name="connsiteX33" fmla="*/ 373658 w 516735"/>
                    <a:gd name="connsiteY33" fmla="*/ 700017 h 761503"/>
                    <a:gd name="connsiteX34" fmla="*/ 351901 w 516735"/>
                    <a:gd name="connsiteY34" fmla="*/ 702737 h 761503"/>
                    <a:gd name="connsiteX35" fmla="*/ 319265 w 516735"/>
                    <a:gd name="connsiteY35" fmla="*/ 702737 h 761503"/>
                    <a:gd name="connsiteX36" fmla="*/ 311106 w 516735"/>
                    <a:gd name="connsiteY36" fmla="*/ 708176 h 761503"/>
                    <a:gd name="connsiteX37" fmla="*/ 289349 w 516735"/>
                    <a:gd name="connsiteY37" fmla="*/ 713615 h 761503"/>
                    <a:gd name="connsiteX38" fmla="*/ 270311 w 516735"/>
                    <a:gd name="connsiteY38" fmla="*/ 713615 h 761503"/>
                    <a:gd name="connsiteX39" fmla="*/ 243115 w 516735"/>
                    <a:gd name="connsiteY39" fmla="*/ 705456 h 761503"/>
                    <a:gd name="connsiteX40" fmla="*/ 237675 w 516735"/>
                    <a:gd name="connsiteY40" fmla="*/ 702737 h 761503"/>
                    <a:gd name="connsiteX41" fmla="*/ 199600 w 516735"/>
                    <a:gd name="connsiteY41" fmla="*/ 702737 h 761503"/>
                    <a:gd name="connsiteX42" fmla="*/ 175123 w 516735"/>
                    <a:gd name="connsiteY42" fmla="*/ 702737 h 761503"/>
                    <a:gd name="connsiteX43" fmla="*/ 147927 w 516735"/>
                    <a:gd name="connsiteY43" fmla="*/ 697297 h 761503"/>
                    <a:gd name="connsiteX44" fmla="*/ 131609 w 516735"/>
                    <a:gd name="connsiteY44" fmla="*/ 678260 h 761503"/>
                    <a:gd name="connsiteX45" fmla="*/ 137048 w 516735"/>
                    <a:gd name="connsiteY45" fmla="*/ 670101 h 761503"/>
                    <a:gd name="connsiteX46" fmla="*/ 158805 w 516735"/>
                    <a:gd name="connsiteY46" fmla="*/ 661942 h 761503"/>
                    <a:gd name="connsiteX47" fmla="*/ 199600 w 516735"/>
                    <a:gd name="connsiteY47" fmla="*/ 659222 h 761503"/>
                    <a:gd name="connsiteX48" fmla="*/ 199600 w 516735"/>
                    <a:gd name="connsiteY48" fmla="*/ 659222 h 761503"/>
                    <a:gd name="connsiteX49" fmla="*/ 196880 w 516735"/>
                    <a:gd name="connsiteY49" fmla="*/ 629306 h 761503"/>
                    <a:gd name="connsiteX50" fmla="*/ 199600 w 516735"/>
                    <a:gd name="connsiteY50" fmla="*/ 574913 h 761503"/>
                    <a:gd name="connsiteX51" fmla="*/ 202320 w 516735"/>
                    <a:gd name="connsiteY51" fmla="*/ 523239 h 761503"/>
                    <a:gd name="connsiteX52" fmla="*/ 205040 w 516735"/>
                    <a:gd name="connsiteY52" fmla="*/ 460687 h 761503"/>
                    <a:gd name="connsiteX53" fmla="*/ 205040 w 516735"/>
                    <a:gd name="connsiteY53" fmla="*/ 417173 h 761503"/>
                    <a:gd name="connsiteX54" fmla="*/ 207759 w 516735"/>
                    <a:gd name="connsiteY54" fmla="*/ 392696 h 761503"/>
                    <a:gd name="connsiteX55" fmla="*/ 210478 w 516735"/>
                    <a:gd name="connsiteY55" fmla="*/ 368219 h 761503"/>
                    <a:gd name="connsiteX56" fmla="*/ 210478 w 516735"/>
                    <a:gd name="connsiteY56" fmla="*/ 313826 h 761503"/>
                    <a:gd name="connsiteX57" fmla="*/ 210478 w 516735"/>
                    <a:gd name="connsiteY57" fmla="*/ 259433 h 761503"/>
                    <a:gd name="connsiteX58" fmla="*/ 210478 w 516735"/>
                    <a:gd name="connsiteY58" fmla="*/ 213199 h 761503"/>
                    <a:gd name="connsiteX59" fmla="*/ 210478 w 516735"/>
                    <a:gd name="connsiteY59" fmla="*/ 145207 h 761503"/>
                    <a:gd name="connsiteX60" fmla="*/ 213198 w 516735"/>
                    <a:gd name="connsiteY60" fmla="*/ 131609 h 761503"/>
                    <a:gd name="connsiteX61" fmla="*/ 205040 w 516735"/>
                    <a:gd name="connsiteY61" fmla="*/ 123450 h 761503"/>
                    <a:gd name="connsiteX62" fmla="*/ 161525 w 516735"/>
                    <a:gd name="connsiteY62" fmla="*/ 123450 h 761503"/>
                    <a:gd name="connsiteX63" fmla="*/ 112571 w 516735"/>
                    <a:gd name="connsiteY63" fmla="*/ 120730 h 761503"/>
                    <a:gd name="connsiteX64" fmla="*/ 104412 w 516735"/>
                    <a:gd name="connsiteY64" fmla="*/ 118011 h 761503"/>
                    <a:gd name="connsiteX65" fmla="*/ 107132 w 516735"/>
                    <a:gd name="connsiteY65" fmla="*/ 191441 h 761503"/>
                    <a:gd name="connsiteX66" fmla="*/ 90814 w 516735"/>
                    <a:gd name="connsiteY66" fmla="*/ 224077 h 761503"/>
                    <a:gd name="connsiteX67" fmla="*/ 74496 w 516735"/>
                    <a:gd name="connsiteY67" fmla="*/ 218638 h 761503"/>
                    <a:gd name="connsiteX68" fmla="*/ 66337 w 516735"/>
                    <a:gd name="connsiteY68" fmla="*/ 205040 h 761503"/>
                    <a:gd name="connsiteX69" fmla="*/ 63617 w 516735"/>
                    <a:gd name="connsiteY69" fmla="*/ 186002 h 761503"/>
                    <a:gd name="connsiteX70" fmla="*/ 63617 w 516735"/>
                    <a:gd name="connsiteY70" fmla="*/ 145207 h 761503"/>
                    <a:gd name="connsiteX71" fmla="*/ 63617 w 516735"/>
                    <a:gd name="connsiteY71" fmla="*/ 109852 h 761503"/>
                    <a:gd name="connsiteX72" fmla="*/ 58178 w 516735"/>
                    <a:gd name="connsiteY72" fmla="*/ 96253 h 761503"/>
                    <a:gd name="connsiteX73" fmla="*/ 66337 w 516735"/>
                    <a:gd name="connsiteY73" fmla="*/ 85375 h 761503"/>
                    <a:gd name="connsiteX74" fmla="*/ 93533 w 516735"/>
                    <a:gd name="connsiteY74" fmla="*/ 77216 h 761503"/>
                    <a:gd name="connsiteX75" fmla="*/ 115290 w 516735"/>
                    <a:gd name="connsiteY75" fmla="*/ 77216 h 761503"/>
                    <a:gd name="connsiteX76" fmla="*/ 169684 w 516735"/>
                    <a:gd name="connsiteY76" fmla="*/ 74496 h 761503"/>
                    <a:gd name="connsiteX77" fmla="*/ 194161 w 516735"/>
                    <a:gd name="connsiteY77" fmla="*/ 71776 h 761503"/>
                    <a:gd name="connsiteX78" fmla="*/ 196880 w 516735"/>
                    <a:gd name="connsiteY78" fmla="*/ 71776 h 761503"/>
                    <a:gd name="connsiteX79" fmla="*/ 210478 w 516735"/>
                    <a:gd name="connsiteY79" fmla="*/ 71776 h 761503"/>
                    <a:gd name="connsiteX80" fmla="*/ 218638 w 516735"/>
                    <a:gd name="connsiteY80" fmla="*/ 71776 h 761503"/>
                    <a:gd name="connsiteX81" fmla="*/ 237675 w 516735"/>
                    <a:gd name="connsiteY81" fmla="*/ 60898 h 761503"/>
                    <a:gd name="connsiteX82" fmla="*/ 253993 w 516735"/>
                    <a:gd name="connsiteY82" fmla="*/ 58178 h 761503"/>
                    <a:gd name="connsiteX83" fmla="*/ 283910 w 516735"/>
                    <a:gd name="connsiteY83" fmla="*/ 60898 h 761503"/>
                    <a:gd name="connsiteX84" fmla="*/ 294788 w 516735"/>
                    <a:gd name="connsiteY84" fmla="*/ 66337 h 761503"/>
                    <a:gd name="connsiteX85" fmla="*/ 305667 w 516735"/>
                    <a:gd name="connsiteY85" fmla="*/ 74496 h 761503"/>
                    <a:gd name="connsiteX86" fmla="*/ 313826 w 516735"/>
                    <a:gd name="connsiteY86" fmla="*/ 74496 h 761503"/>
                    <a:gd name="connsiteX87" fmla="*/ 327424 w 516735"/>
                    <a:gd name="connsiteY87" fmla="*/ 74496 h 761503"/>
                    <a:gd name="connsiteX88" fmla="*/ 354621 w 516735"/>
                    <a:gd name="connsiteY88" fmla="*/ 74496 h 761503"/>
                    <a:gd name="connsiteX89" fmla="*/ 422612 w 516735"/>
                    <a:gd name="connsiteY89" fmla="*/ 74496 h 761503"/>
                    <a:gd name="connsiteX90" fmla="*/ 455248 w 516735"/>
                    <a:gd name="connsiteY90" fmla="*/ 79936 h 761503"/>
                    <a:gd name="connsiteX91" fmla="*/ 466127 w 516735"/>
                    <a:gd name="connsiteY91" fmla="*/ 98973 h 761503"/>
                    <a:gd name="connsiteX92" fmla="*/ 463407 w 516735"/>
                    <a:gd name="connsiteY92" fmla="*/ 109852 h 761503"/>
                    <a:gd name="connsiteX93" fmla="*/ 463407 w 516735"/>
                    <a:gd name="connsiteY93" fmla="*/ 120730 h 761503"/>
                    <a:gd name="connsiteX94" fmla="*/ 463407 w 516735"/>
                    <a:gd name="connsiteY94" fmla="*/ 194161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</a:cxnLst>
                  <a:rect l="l" t="t" r="r" b="b"/>
                  <a:pathLst>
                    <a:path w="516735" h="761503">
                      <a:moveTo>
                        <a:pt x="463407" y="194161"/>
                      </a:moveTo>
                      <a:cubicBezTo>
                        <a:pt x="463407" y="205040"/>
                        <a:pt x="463407" y="226797"/>
                        <a:pt x="447089" y="226797"/>
                      </a:cubicBezTo>
                      <a:cubicBezTo>
                        <a:pt x="438930" y="226797"/>
                        <a:pt x="436211" y="226797"/>
                        <a:pt x="430771" y="221357"/>
                      </a:cubicBezTo>
                      <a:cubicBezTo>
                        <a:pt x="425332" y="218638"/>
                        <a:pt x="422612" y="210479"/>
                        <a:pt x="422612" y="207759"/>
                      </a:cubicBezTo>
                      <a:cubicBezTo>
                        <a:pt x="419893" y="199600"/>
                        <a:pt x="419893" y="194161"/>
                        <a:pt x="419893" y="188722"/>
                      </a:cubicBezTo>
                      <a:cubicBezTo>
                        <a:pt x="419893" y="183282"/>
                        <a:pt x="419893" y="147927"/>
                        <a:pt x="419893" y="139768"/>
                      </a:cubicBezTo>
                      <a:cubicBezTo>
                        <a:pt x="419893" y="134329"/>
                        <a:pt x="419893" y="128889"/>
                        <a:pt x="419893" y="120730"/>
                      </a:cubicBezTo>
                      <a:cubicBezTo>
                        <a:pt x="411734" y="120730"/>
                        <a:pt x="403574" y="120730"/>
                        <a:pt x="395416" y="120730"/>
                      </a:cubicBezTo>
                      <a:cubicBezTo>
                        <a:pt x="387256" y="120730"/>
                        <a:pt x="379098" y="120730"/>
                        <a:pt x="370939" y="120730"/>
                      </a:cubicBezTo>
                      <a:cubicBezTo>
                        <a:pt x="362780" y="120730"/>
                        <a:pt x="354621" y="123450"/>
                        <a:pt x="346461" y="123450"/>
                      </a:cubicBezTo>
                      <a:cubicBezTo>
                        <a:pt x="343742" y="123450"/>
                        <a:pt x="341023" y="123450"/>
                        <a:pt x="335583" y="123450"/>
                      </a:cubicBezTo>
                      <a:cubicBezTo>
                        <a:pt x="335583" y="123450"/>
                        <a:pt x="335583" y="123450"/>
                        <a:pt x="335583" y="123450"/>
                      </a:cubicBezTo>
                      <a:cubicBezTo>
                        <a:pt x="327424" y="123450"/>
                        <a:pt x="324704" y="126170"/>
                        <a:pt x="324704" y="128889"/>
                      </a:cubicBezTo>
                      <a:cubicBezTo>
                        <a:pt x="324704" y="131609"/>
                        <a:pt x="324704" y="137048"/>
                        <a:pt x="327424" y="139768"/>
                      </a:cubicBezTo>
                      <a:cubicBezTo>
                        <a:pt x="330144" y="147927"/>
                        <a:pt x="330144" y="166964"/>
                        <a:pt x="330144" y="175123"/>
                      </a:cubicBezTo>
                      <a:cubicBezTo>
                        <a:pt x="330144" y="183282"/>
                        <a:pt x="330144" y="191441"/>
                        <a:pt x="330144" y="199600"/>
                      </a:cubicBezTo>
                      <a:cubicBezTo>
                        <a:pt x="330144" y="207759"/>
                        <a:pt x="327424" y="215918"/>
                        <a:pt x="327424" y="224077"/>
                      </a:cubicBezTo>
                      <a:cubicBezTo>
                        <a:pt x="327424" y="232236"/>
                        <a:pt x="330144" y="243115"/>
                        <a:pt x="330144" y="251274"/>
                      </a:cubicBezTo>
                      <a:cubicBezTo>
                        <a:pt x="330144" y="259433"/>
                        <a:pt x="330144" y="267592"/>
                        <a:pt x="327424" y="278470"/>
                      </a:cubicBezTo>
                      <a:cubicBezTo>
                        <a:pt x="327424" y="294788"/>
                        <a:pt x="327424" y="313826"/>
                        <a:pt x="327424" y="332864"/>
                      </a:cubicBezTo>
                      <a:cubicBezTo>
                        <a:pt x="327424" y="341022"/>
                        <a:pt x="327424" y="349181"/>
                        <a:pt x="330144" y="357340"/>
                      </a:cubicBezTo>
                      <a:cubicBezTo>
                        <a:pt x="330144" y="360060"/>
                        <a:pt x="330144" y="365499"/>
                        <a:pt x="330144" y="368219"/>
                      </a:cubicBezTo>
                      <a:cubicBezTo>
                        <a:pt x="330144" y="373658"/>
                        <a:pt x="332863" y="384537"/>
                        <a:pt x="332863" y="387257"/>
                      </a:cubicBezTo>
                      <a:cubicBezTo>
                        <a:pt x="332863" y="406294"/>
                        <a:pt x="332863" y="414453"/>
                        <a:pt x="332863" y="433491"/>
                      </a:cubicBezTo>
                      <a:cubicBezTo>
                        <a:pt x="332863" y="452528"/>
                        <a:pt x="335583" y="468846"/>
                        <a:pt x="332863" y="487884"/>
                      </a:cubicBezTo>
                      <a:cubicBezTo>
                        <a:pt x="332863" y="496043"/>
                        <a:pt x="330144" y="504202"/>
                        <a:pt x="330144" y="512361"/>
                      </a:cubicBezTo>
                      <a:cubicBezTo>
                        <a:pt x="330144" y="520520"/>
                        <a:pt x="330144" y="531398"/>
                        <a:pt x="330144" y="539557"/>
                      </a:cubicBezTo>
                      <a:cubicBezTo>
                        <a:pt x="330144" y="558595"/>
                        <a:pt x="330144" y="574913"/>
                        <a:pt x="332863" y="593950"/>
                      </a:cubicBezTo>
                      <a:cubicBezTo>
                        <a:pt x="332863" y="610268"/>
                        <a:pt x="332863" y="632026"/>
                        <a:pt x="332863" y="648343"/>
                      </a:cubicBezTo>
                      <a:cubicBezTo>
                        <a:pt x="332863" y="651063"/>
                        <a:pt x="332863" y="653783"/>
                        <a:pt x="332863" y="656502"/>
                      </a:cubicBezTo>
                      <a:cubicBezTo>
                        <a:pt x="343742" y="656502"/>
                        <a:pt x="351901" y="656502"/>
                        <a:pt x="357341" y="656502"/>
                      </a:cubicBezTo>
                      <a:cubicBezTo>
                        <a:pt x="370939" y="656502"/>
                        <a:pt x="395416" y="659222"/>
                        <a:pt x="395416" y="675540"/>
                      </a:cubicBezTo>
                      <a:cubicBezTo>
                        <a:pt x="395416" y="683699"/>
                        <a:pt x="392696" y="686419"/>
                        <a:pt x="389976" y="691858"/>
                      </a:cubicBezTo>
                      <a:cubicBezTo>
                        <a:pt x="384537" y="697297"/>
                        <a:pt x="379098" y="700017"/>
                        <a:pt x="373658" y="700017"/>
                      </a:cubicBezTo>
                      <a:cubicBezTo>
                        <a:pt x="365499" y="702737"/>
                        <a:pt x="357341" y="702737"/>
                        <a:pt x="351901" y="702737"/>
                      </a:cubicBezTo>
                      <a:cubicBezTo>
                        <a:pt x="349181" y="702737"/>
                        <a:pt x="335583" y="702737"/>
                        <a:pt x="319265" y="702737"/>
                      </a:cubicBezTo>
                      <a:cubicBezTo>
                        <a:pt x="316546" y="705456"/>
                        <a:pt x="313826" y="705456"/>
                        <a:pt x="311106" y="708176"/>
                      </a:cubicBezTo>
                      <a:cubicBezTo>
                        <a:pt x="302948" y="713615"/>
                        <a:pt x="297508" y="713615"/>
                        <a:pt x="289349" y="713615"/>
                      </a:cubicBezTo>
                      <a:cubicBezTo>
                        <a:pt x="283910" y="713615"/>
                        <a:pt x="278470" y="713615"/>
                        <a:pt x="270311" y="713615"/>
                      </a:cubicBezTo>
                      <a:cubicBezTo>
                        <a:pt x="259433" y="713615"/>
                        <a:pt x="251273" y="710895"/>
                        <a:pt x="243115" y="705456"/>
                      </a:cubicBezTo>
                      <a:cubicBezTo>
                        <a:pt x="240395" y="705456"/>
                        <a:pt x="237675" y="702737"/>
                        <a:pt x="237675" y="702737"/>
                      </a:cubicBezTo>
                      <a:cubicBezTo>
                        <a:pt x="224077" y="702737"/>
                        <a:pt x="213198" y="702737"/>
                        <a:pt x="199600" y="702737"/>
                      </a:cubicBezTo>
                      <a:cubicBezTo>
                        <a:pt x="191441" y="702737"/>
                        <a:pt x="183282" y="702737"/>
                        <a:pt x="175123" y="702737"/>
                      </a:cubicBezTo>
                      <a:cubicBezTo>
                        <a:pt x="166965" y="702737"/>
                        <a:pt x="156085" y="702737"/>
                        <a:pt x="147927" y="697297"/>
                      </a:cubicBezTo>
                      <a:cubicBezTo>
                        <a:pt x="139768" y="694578"/>
                        <a:pt x="131609" y="680979"/>
                        <a:pt x="131609" y="678260"/>
                      </a:cubicBezTo>
                      <a:cubicBezTo>
                        <a:pt x="131609" y="675540"/>
                        <a:pt x="131609" y="672820"/>
                        <a:pt x="137048" y="670101"/>
                      </a:cubicBezTo>
                      <a:cubicBezTo>
                        <a:pt x="142487" y="667381"/>
                        <a:pt x="153366" y="664661"/>
                        <a:pt x="158805" y="661942"/>
                      </a:cubicBezTo>
                      <a:cubicBezTo>
                        <a:pt x="175123" y="659222"/>
                        <a:pt x="191441" y="659222"/>
                        <a:pt x="199600" y="659222"/>
                      </a:cubicBezTo>
                      <a:lnTo>
                        <a:pt x="199600" y="659222"/>
                      </a:lnTo>
                      <a:cubicBezTo>
                        <a:pt x="199600" y="648343"/>
                        <a:pt x="196880" y="640184"/>
                        <a:pt x="196880" y="629306"/>
                      </a:cubicBezTo>
                      <a:cubicBezTo>
                        <a:pt x="196880" y="612988"/>
                        <a:pt x="196880" y="591231"/>
                        <a:pt x="199600" y="574913"/>
                      </a:cubicBezTo>
                      <a:cubicBezTo>
                        <a:pt x="199600" y="558595"/>
                        <a:pt x="199600" y="539557"/>
                        <a:pt x="202320" y="523239"/>
                      </a:cubicBezTo>
                      <a:cubicBezTo>
                        <a:pt x="202320" y="501482"/>
                        <a:pt x="205040" y="482445"/>
                        <a:pt x="205040" y="460687"/>
                      </a:cubicBezTo>
                      <a:cubicBezTo>
                        <a:pt x="205040" y="447089"/>
                        <a:pt x="205040" y="430771"/>
                        <a:pt x="205040" y="417173"/>
                      </a:cubicBezTo>
                      <a:cubicBezTo>
                        <a:pt x="205040" y="409014"/>
                        <a:pt x="207759" y="400855"/>
                        <a:pt x="207759" y="392696"/>
                      </a:cubicBezTo>
                      <a:cubicBezTo>
                        <a:pt x="207759" y="384537"/>
                        <a:pt x="210478" y="376378"/>
                        <a:pt x="210478" y="368219"/>
                      </a:cubicBezTo>
                      <a:cubicBezTo>
                        <a:pt x="210478" y="351901"/>
                        <a:pt x="210478" y="332864"/>
                        <a:pt x="210478" y="313826"/>
                      </a:cubicBezTo>
                      <a:cubicBezTo>
                        <a:pt x="210478" y="294788"/>
                        <a:pt x="210478" y="275751"/>
                        <a:pt x="210478" y="259433"/>
                      </a:cubicBezTo>
                      <a:cubicBezTo>
                        <a:pt x="210478" y="243115"/>
                        <a:pt x="210478" y="226797"/>
                        <a:pt x="210478" y="213199"/>
                      </a:cubicBezTo>
                      <a:cubicBezTo>
                        <a:pt x="210478" y="194161"/>
                        <a:pt x="210478" y="164245"/>
                        <a:pt x="210478" y="145207"/>
                      </a:cubicBezTo>
                      <a:cubicBezTo>
                        <a:pt x="210478" y="139768"/>
                        <a:pt x="213198" y="134329"/>
                        <a:pt x="213198" y="131609"/>
                      </a:cubicBezTo>
                      <a:cubicBezTo>
                        <a:pt x="213198" y="126170"/>
                        <a:pt x="207759" y="123450"/>
                        <a:pt x="205040" y="123450"/>
                      </a:cubicBezTo>
                      <a:cubicBezTo>
                        <a:pt x="199600" y="123450"/>
                        <a:pt x="166965" y="123450"/>
                        <a:pt x="161525" y="123450"/>
                      </a:cubicBezTo>
                      <a:cubicBezTo>
                        <a:pt x="145207" y="123450"/>
                        <a:pt x="128889" y="123450"/>
                        <a:pt x="112571" y="120730"/>
                      </a:cubicBezTo>
                      <a:cubicBezTo>
                        <a:pt x="109852" y="120730"/>
                        <a:pt x="107132" y="120730"/>
                        <a:pt x="104412" y="118011"/>
                      </a:cubicBezTo>
                      <a:cubicBezTo>
                        <a:pt x="107132" y="137048"/>
                        <a:pt x="107132" y="172404"/>
                        <a:pt x="107132" y="191441"/>
                      </a:cubicBezTo>
                      <a:cubicBezTo>
                        <a:pt x="107132" y="202320"/>
                        <a:pt x="107132" y="224077"/>
                        <a:pt x="90814" y="224077"/>
                      </a:cubicBezTo>
                      <a:cubicBezTo>
                        <a:pt x="82655" y="224077"/>
                        <a:pt x="79935" y="221357"/>
                        <a:pt x="74496" y="218638"/>
                      </a:cubicBezTo>
                      <a:cubicBezTo>
                        <a:pt x="69057" y="215918"/>
                        <a:pt x="66337" y="210479"/>
                        <a:pt x="66337" y="205040"/>
                      </a:cubicBezTo>
                      <a:cubicBezTo>
                        <a:pt x="63617" y="196881"/>
                        <a:pt x="63617" y="191441"/>
                        <a:pt x="63617" y="186002"/>
                      </a:cubicBezTo>
                      <a:cubicBezTo>
                        <a:pt x="63617" y="180563"/>
                        <a:pt x="63617" y="153366"/>
                        <a:pt x="63617" y="145207"/>
                      </a:cubicBezTo>
                      <a:cubicBezTo>
                        <a:pt x="63617" y="134329"/>
                        <a:pt x="63617" y="120730"/>
                        <a:pt x="63617" y="109852"/>
                      </a:cubicBezTo>
                      <a:cubicBezTo>
                        <a:pt x="60897" y="104412"/>
                        <a:pt x="58178" y="101693"/>
                        <a:pt x="58178" y="96253"/>
                      </a:cubicBezTo>
                      <a:cubicBezTo>
                        <a:pt x="58178" y="93534"/>
                        <a:pt x="60897" y="88095"/>
                        <a:pt x="66337" y="85375"/>
                      </a:cubicBezTo>
                      <a:cubicBezTo>
                        <a:pt x="74496" y="79936"/>
                        <a:pt x="77215" y="77216"/>
                        <a:pt x="93533" y="77216"/>
                      </a:cubicBezTo>
                      <a:cubicBezTo>
                        <a:pt x="101692" y="77216"/>
                        <a:pt x="109852" y="77216"/>
                        <a:pt x="115290" y="77216"/>
                      </a:cubicBezTo>
                      <a:cubicBezTo>
                        <a:pt x="134328" y="77216"/>
                        <a:pt x="150646" y="77216"/>
                        <a:pt x="169684" y="74496"/>
                      </a:cubicBezTo>
                      <a:cubicBezTo>
                        <a:pt x="177843" y="74496"/>
                        <a:pt x="186002" y="71776"/>
                        <a:pt x="194161" y="71776"/>
                      </a:cubicBezTo>
                      <a:cubicBezTo>
                        <a:pt x="194161" y="71776"/>
                        <a:pt x="196880" y="71776"/>
                        <a:pt x="196880" y="71776"/>
                      </a:cubicBezTo>
                      <a:cubicBezTo>
                        <a:pt x="199600" y="71776"/>
                        <a:pt x="205040" y="71776"/>
                        <a:pt x="210478" y="71776"/>
                      </a:cubicBezTo>
                      <a:cubicBezTo>
                        <a:pt x="213198" y="71776"/>
                        <a:pt x="215918" y="71776"/>
                        <a:pt x="218638" y="71776"/>
                      </a:cubicBezTo>
                      <a:cubicBezTo>
                        <a:pt x="224077" y="69057"/>
                        <a:pt x="229516" y="63618"/>
                        <a:pt x="237675" y="60898"/>
                      </a:cubicBezTo>
                      <a:cubicBezTo>
                        <a:pt x="243115" y="58178"/>
                        <a:pt x="248554" y="58178"/>
                        <a:pt x="253993" y="58178"/>
                      </a:cubicBezTo>
                      <a:cubicBezTo>
                        <a:pt x="264872" y="58178"/>
                        <a:pt x="273031" y="58178"/>
                        <a:pt x="283910" y="60898"/>
                      </a:cubicBezTo>
                      <a:cubicBezTo>
                        <a:pt x="286629" y="60898"/>
                        <a:pt x="292068" y="63618"/>
                        <a:pt x="294788" y="66337"/>
                      </a:cubicBezTo>
                      <a:cubicBezTo>
                        <a:pt x="297508" y="69057"/>
                        <a:pt x="302948" y="71776"/>
                        <a:pt x="305667" y="74496"/>
                      </a:cubicBezTo>
                      <a:cubicBezTo>
                        <a:pt x="308386" y="74496"/>
                        <a:pt x="311106" y="74496"/>
                        <a:pt x="313826" y="74496"/>
                      </a:cubicBezTo>
                      <a:cubicBezTo>
                        <a:pt x="319265" y="74496"/>
                        <a:pt x="321985" y="74496"/>
                        <a:pt x="327424" y="74496"/>
                      </a:cubicBezTo>
                      <a:cubicBezTo>
                        <a:pt x="335583" y="74496"/>
                        <a:pt x="346461" y="74496"/>
                        <a:pt x="354621" y="74496"/>
                      </a:cubicBezTo>
                      <a:cubicBezTo>
                        <a:pt x="376378" y="74496"/>
                        <a:pt x="400855" y="74496"/>
                        <a:pt x="422612" y="74496"/>
                      </a:cubicBezTo>
                      <a:cubicBezTo>
                        <a:pt x="433491" y="74496"/>
                        <a:pt x="447089" y="74496"/>
                        <a:pt x="455248" y="79936"/>
                      </a:cubicBezTo>
                      <a:cubicBezTo>
                        <a:pt x="460687" y="82655"/>
                        <a:pt x="466127" y="90814"/>
                        <a:pt x="466127" y="98973"/>
                      </a:cubicBezTo>
                      <a:cubicBezTo>
                        <a:pt x="466127" y="101693"/>
                        <a:pt x="466127" y="107132"/>
                        <a:pt x="463407" y="109852"/>
                      </a:cubicBezTo>
                      <a:cubicBezTo>
                        <a:pt x="463407" y="112571"/>
                        <a:pt x="463407" y="112571"/>
                        <a:pt x="463407" y="120730"/>
                      </a:cubicBezTo>
                      <a:cubicBezTo>
                        <a:pt x="463407" y="142488"/>
                        <a:pt x="463407" y="172404"/>
                        <a:pt x="463407" y="194161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</p:grpSp>
          <p:pic>
            <p:nvPicPr>
              <p:cNvPr id="9" name="Graphic 56">
                <a:extLst>
                  <a:ext uri="{FF2B5EF4-FFF2-40B4-BE49-F238E27FC236}">
                    <a16:creationId xmlns:a16="http://schemas.microsoft.com/office/drawing/2014/main" id="{F77B1547-F557-1AE4-BCBA-90B51C00E17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 cstate="email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tretch>
                <a:fillRect/>
              </a:stretch>
            </p:blipFill>
            <p:spPr>
              <a:xfrm>
                <a:off x="9162579" y="5240354"/>
                <a:ext cx="45719" cy="1348711"/>
              </a:xfrm>
              <a:prstGeom prst="rect">
                <a:avLst/>
              </a:prstGeom>
            </p:spPr>
          </p:pic>
        </p:grpSp>
        <p:pic>
          <p:nvPicPr>
            <p:cNvPr id="5" name="Picture 54" descr="Diagram&#10;&#10;Description automatically generated">
              <a:extLst>
                <a:ext uri="{FF2B5EF4-FFF2-40B4-BE49-F238E27FC236}">
                  <a16:creationId xmlns:a16="http://schemas.microsoft.com/office/drawing/2014/main" id="{9661B5D4-F78B-AC7D-FFB0-A2F93445108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52978" y="5406588"/>
              <a:ext cx="1854273" cy="10665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8" name="Picture Placeholder 17"/>
          <p:cNvSpPr>
            <a:spLocks noGrp="1"/>
          </p:cNvSpPr>
          <p:nvPr>
            <p:ph type="pic" sz="quarter" idx="17"/>
          </p:nvPr>
        </p:nvSpPr>
        <p:spPr>
          <a:xfrm>
            <a:off x="905999" y="5020104"/>
            <a:ext cx="2797175" cy="1837896"/>
          </a:xfrm>
          <a:custGeom>
            <a:avLst/>
            <a:gdLst>
              <a:gd name="connsiteX0" fmla="*/ 1477209 w 2797175"/>
              <a:gd name="connsiteY0" fmla="*/ 25 h 1837896"/>
              <a:gd name="connsiteX1" fmla="*/ 1754297 w 2797175"/>
              <a:gd name="connsiteY1" fmla="*/ 32364 h 1837896"/>
              <a:gd name="connsiteX2" fmla="*/ 2791755 w 2797175"/>
              <a:gd name="connsiteY2" fmla="*/ 1570484 h 1837896"/>
              <a:gd name="connsiteX3" fmla="*/ 2761264 w 2797175"/>
              <a:gd name="connsiteY3" fmla="*/ 1772753 h 1837896"/>
              <a:gd name="connsiteX4" fmla="*/ 2740822 w 2797175"/>
              <a:gd name="connsiteY4" fmla="*/ 1837896 h 1837896"/>
              <a:gd name="connsiteX5" fmla="*/ 40031 w 2797175"/>
              <a:gd name="connsiteY5" fmla="*/ 1837896 h 1837896"/>
              <a:gd name="connsiteX6" fmla="*/ 14140 w 2797175"/>
              <a:gd name="connsiteY6" fmla="*/ 1713596 h 1837896"/>
              <a:gd name="connsiteX7" fmla="*/ 35516 w 2797175"/>
              <a:gd name="connsiteY7" fmla="*/ 1142084 h 1837896"/>
              <a:gd name="connsiteX8" fmla="*/ 1477209 w 2797175"/>
              <a:gd name="connsiteY8" fmla="*/ 25 h 18378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797175" h="1837896">
                <a:moveTo>
                  <a:pt x="1477209" y="25"/>
                </a:moveTo>
                <a:cubicBezTo>
                  <a:pt x="1570418" y="590"/>
                  <a:pt x="1663325" y="11074"/>
                  <a:pt x="1754297" y="32364"/>
                </a:cubicBezTo>
                <a:cubicBezTo>
                  <a:pt x="2456261" y="197531"/>
                  <a:pt x="2848534" y="884010"/>
                  <a:pt x="2791755" y="1570484"/>
                </a:cubicBezTo>
                <a:cubicBezTo>
                  <a:pt x="2786271" y="1641777"/>
                  <a:pt x="2775928" y="1709139"/>
                  <a:pt x="2761264" y="1772753"/>
                </a:cubicBezTo>
                <a:lnTo>
                  <a:pt x="2740822" y="1837896"/>
                </a:lnTo>
                <a:lnTo>
                  <a:pt x="40031" y="1837896"/>
                </a:lnTo>
                <a:lnTo>
                  <a:pt x="14140" y="1713596"/>
                </a:lnTo>
                <a:cubicBezTo>
                  <a:pt x="-15049" y="1510297"/>
                  <a:pt x="5355" y="1310638"/>
                  <a:pt x="35516" y="1142084"/>
                </a:cubicBezTo>
                <a:cubicBezTo>
                  <a:pt x="157459" y="478188"/>
                  <a:pt x="824742" y="-3925"/>
                  <a:pt x="1477209" y="25"/>
                </a:cubicBezTo>
                <a:close/>
              </a:path>
            </a:pathLst>
          </a:custGeom>
          <a:solidFill>
            <a:srgbClr val="D9D9D9"/>
          </a:solidFill>
        </p:spPr>
        <p:txBody>
          <a:bodyPr tIns="1097280" rtlCol="0">
            <a:noAutofit/>
          </a:bodyPr>
          <a:lstStyle>
            <a:lvl1pPr marL="0" marR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tx1"/>
              </a:buClr>
              <a:buSzTx/>
              <a:buFont typeface="Arial" panose="020B0604020202020204" pitchFamily="34" charset="0"/>
              <a:buNone/>
              <a:tabLst/>
              <a:defRPr sz="1400"/>
            </a:lvl1pPr>
          </a:lstStyle>
          <a:p>
            <a:pPr lvl="0"/>
            <a:r>
              <a:rPr lang="en-US" noProof="0"/>
              <a:t>Click icon to add picture</a:t>
            </a:r>
            <a:endParaRPr noProof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229100" y="152400"/>
            <a:ext cx="7581902" cy="485335"/>
          </a:xfrm>
        </p:spPr>
        <p:txBody>
          <a:bodyPr/>
          <a:lstStyle/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7" name="Content Placeholder 6"/>
          <p:cNvSpPr>
            <a:spLocks noGrp="1"/>
          </p:cNvSpPr>
          <p:nvPr>
            <p:ph sz="quarter" idx="13"/>
          </p:nvPr>
        </p:nvSpPr>
        <p:spPr>
          <a:xfrm>
            <a:off x="4229098" y="1447800"/>
            <a:ext cx="7581900" cy="4636008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/>
          </a:p>
        </p:txBody>
      </p:sp>
      <p:sp>
        <p:nvSpPr>
          <p:cNvPr id="8" name="Text Placeholder 53"/>
          <p:cNvSpPr>
            <a:spLocks noGrp="1"/>
          </p:cNvSpPr>
          <p:nvPr>
            <p:ph type="body" sz="quarter" idx="14"/>
          </p:nvPr>
        </p:nvSpPr>
        <p:spPr>
          <a:xfrm>
            <a:off x="4229100" y="731530"/>
            <a:ext cx="7581898" cy="365739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1pPr>
            <a:lvl2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2pPr>
            <a:lvl3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3pPr>
            <a:lvl4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4pPr>
            <a:lvl5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5pPr>
            <a:lvl6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6pPr>
            <a:lvl7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7pPr>
            <a:lvl8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8pPr>
            <a:lvl9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Picture Placeholder 15"/>
          <p:cNvSpPr>
            <a:spLocks noGrp="1"/>
          </p:cNvSpPr>
          <p:nvPr>
            <p:ph type="pic" sz="quarter" idx="15"/>
          </p:nvPr>
        </p:nvSpPr>
        <p:spPr>
          <a:xfrm>
            <a:off x="905996" y="1"/>
            <a:ext cx="2797176" cy="1905875"/>
          </a:xfrm>
          <a:custGeom>
            <a:avLst/>
            <a:gdLst>
              <a:gd name="connsiteX0" fmla="*/ 126450 w 2797176"/>
              <a:gd name="connsiteY0" fmla="*/ 0 h 1905875"/>
              <a:gd name="connsiteX1" fmla="*/ 2684933 w 2797176"/>
              <a:gd name="connsiteY1" fmla="*/ 0 h 1905875"/>
              <a:gd name="connsiteX2" fmla="*/ 2717681 w 2797176"/>
              <a:gd name="connsiteY2" fmla="*/ 86895 h 1905875"/>
              <a:gd name="connsiteX3" fmla="*/ 2791756 w 2797176"/>
              <a:gd name="connsiteY3" fmla="*/ 714556 h 1905875"/>
              <a:gd name="connsiteX4" fmla="*/ 1000720 w 2797176"/>
              <a:gd name="connsiteY4" fmla="*/ 1870727 h 1905875"/>
              <a:gd name="connsiteX5" fmla="*/ 35517 w 2797176"/>
              <a:gd name="connsiteY5" fmla="*/ 286156 h 1905875"/>
              <a:gd name="connsiteX6" fmla="*/ 119533 w 2797176"/>
              <a:gd name="connsiteY6" fmla="*/ 13646 h 19058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797176" h="1905875">
                <a:moveTo>
                  <a:pt x="126450" y="0"/>
                </a:moveTo>
                <a:lnTo>
                  <a:pt x="2684933" y="0"/>
                </a:lnTo>
                <a:lnTo>
                  <a:pt x="2717681" y="86895"/>
                </a:lnTo>
                <a:cubicBezTo>
                  <a:pt x="2783390" y="285509"/>
                  <a:pt x="2809500" y="500033"/>
                  <a:pt x="2791756" y="714556"/>
                </a:cubicBezTo>
                <a:cubicBezTo>
                  <a:pt x="2704013" y="1855245"/>
                  <a:pt x="1372347" y="1989443"/>
                  <a:pt x="1000720" y="1870727"/>
                </a:cubicBezTo>
                <a:cubicBezTo>
                  <a:pt x="-57390" y="1530069"/>
                  <a:pt x="-52226" y="776494"/>
                  <a:pt x="35517" y="286156"/>
                </a:cubicBezTo>
                <a:cubicBezTo>
                  <a:pt x="52937" y="191314"/>
                  <a:pt x="81487" y="100181"/>
                  <a:pt x="119533" y="13646"/>
                </a:cubicBezTo>
                <a:close/>
              </a:path>
            </a:pathLst>
          </a:custGeom>
          <a:solidFill>
            <a:srgbClr val="D9D9D9"/>
          </a:solidFill>
        </p:spPr>
        <p:txBody>
          <a:bodyPr tIns="365760" rtlCol="0">
            <a:noAutofit/>
          </a:bodyPr>
          <a:lstStyle>
            <a:lvl1pPr marL="0" marR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tx1"/>
              </a:buClr>
              <a:buSzTx/>
              <a:buFont typeface="Arial" panose="020B0604020202020204" pitchFamily="34" charset="0"/>
              <a:buNone/>
              <a:tabLst/>
              <a:defRPr sz="1400"/>
            </a:lvl1pPr>
          </a:lstStyle>
          <a:p>
            <a:pPr lvl="0"/>
            <a:r>
              <a:rPr lang="en-US" noProof="0"/>
              <a:t>Click icon to add picture</a:t>
            </a:r>
            <a:endParaRPr noProof="0"/>
          </a:p>
        </p:txBody>
      </p:sp>
      <p:sp>
        <p:nvSpPr>
          <p:cNvPr id="17" name="Picture Placeholder 16"/>
          <p:cNvSpPr>
            <a:spLocks noGrp="1"/>
          </p:cNvSpPr>
          <p:nvPr>
            <p:ph type="pic" sz="quarter" idx="16"/>
          </p:nvPr>
        </p:nvSpPr>
        <p:spPr>
          <a:xfrm>
            <a:off x="905996" y="2082136"/>
            <a:ext cx="2797176" cy="2761803"/>
          </a:xfrm>
          <a:custGeom>
            <a:avLst/>
            <a:gdLst>
              <a:gd name="connsiteX0" fmla="*/ 1477210 w 2797176"/>
              <a:gd name="connsiteY0" fmla="*/ 25 h 2761803"/>
              <a:gd name="connsiteX1" fmla="*/ 1754298 w 2797176"/>
              <a:gd name="connsiteY1" fmla="*/ 32364 h 2761803"/>
              <a:gd name="connsiteX2" fmla="*/ 2791756 w 2797176"/>
              <a:gd name="connsiteY2" fmla="*/ 1570484 h 2761803"/>
              <a:gd name="connsiteX3" fmla="*/ 1000720 w 2797176"/>
              <a:gd name="connsiteY3" fmla="*/ 2726655 h 2761803"/>
              <a:gd name="connsiteX4" fmla="*/ 35517 w 2797176"/>
              <a:gd name="connsiteY4" fmla="*/ 1142084 h 2761803"/>
              <a:gd name="connsiteX5" fmla="*/ 1477210 w 2797176"/>
              <a:gd name="connsiteY5" fmla="*/ 25 h 27618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97176" h="2761803">
                <a:moveTo>
                  <a:pt x="1477210" y="25"/>
                </a:moveTo>
                <a:cubicBezTo>
                  <a:pt x="1570419" y="589"/>
                  <a:pt x="1663326" y="11073"/>
                  <a:pt x="1754298" y="32364"/>
                </a:cubicBezTo>
                <a:cubicBezTo>
                  <a:pt x="2456262" y="197531"/>
                  <a:pt x="2848535" y="884010"/>
                  <a:pt x="2791756" y="1570484"/>
                </a:cubicBezTo>
                <a:cubicBezTo>
                  <a:pt x="2704013" y="2711173"/>
                  <a:pt x="1372347" y="2845371"/>
                  <a:pt x="1000720" y="2726655"/>
                </a:cubicBezTo>
                <a:cubicBezTo>
                  <a:pt x="-57390" y="2385997"/>
                  <a:pt x="-52226" y="1632422"/>
                  <a:pt x="35517" y="1142084"/>
                </a:cubicBezTo>
                <a:cubicBezTo>
                  <a:pt x="157460" y="478187"/>
                  <a:pt x="824743" y="-3925"/>
                  <a:pt x="1477210" y="25"/>
                </a:cubicBezTo>
                <a:close/>
              </a:path>
            </a:pathLst>
          </a:custGeom>
          <a:solidFill>
            <a:srgbClr val="D9D9D9"/>
          </a:solidFill>
        </p:spPr>
        <p:txBody>
          <a:bodyPr tIns="731520" rtlCol="0">
            <a:noAutofit/>
          </a:bodyPr>
          <a:lstStyle>
            <a:lvl1pPr marL="0" marR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tx1"/>
              </a:buClr>
              <a:buSzTx/>
              <a:buFont typeface="Arial" panose="020B0604020202020204" pitchFamily="34" charset="0"/>
              <a:buNone/>
              <a:tabLst/>
              <a:defRPr sz="1400"/>
            </a:lvl1pPr>
          </a:lstStyle>
          <a:p>
            <a:pPr lvl="0"/>
            <a:r>
              <a:rPr lang="en-US" noProof="0"/>
              <a:t>Click icon to add picture</a:t>
            </a:r>
            <a:endParaRPr noProof="0"/>
          </a:p>
        </p:txBody>
      </p:sp>
      <p:sp>
        <p:nvSpPr>
          <p:cNvPr id="55" name="Date Placeholder 2">
            <a:extLst>
              <a:ext uri="{FF2B5EF4-FFF2-40B4-BE49-F238E27FC236}">
                <a16:creationId xmlns:a16="http://schemas.microsoft.com/office/drawing/2014/main" id="{21C6D00A-4DB3-19F0-D538-C39B5069A487}"/>
              </a:ext>
            </a:extLst>
          </p:cNvPr>
          <p:cNvSpPr>
            <a:spLocks noGrp="1"/>
          </p:cNvSpPr>
          <p:nvPr>
            <p:ph type="dt" sz="half" idx="18"/>
          </p:nvPr>
        </p:nvSpPr>
        <p:spPr>
          <a:xfrm>
            <a:off x="8077200" y="6300788"/>
            <a:ext cx="914400" cy="15875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5CFABB0D-7779-4257-9771-3B3D3A0A4A8B}" type="datetimeFigureOut">
              <a:rPr lang="en-US"/>
              <a:pPr>
                <a:defRPr/>
              </a:pPr>
              <a:t>10/30/2026</a:t>
            </a:fld>
            <a:endParaRPr/>
          </a:p>
        </p:txBody>
      </p:sp>
      <p:sp>
        <p:nvSpPr>
          <p:cNvPr id="56" name="Footer Placeholder 3">
            <a:extLst>
              <a:ext uri="{FF2B5EF4-FFF2-40B4-BE49-F238E27FC236}">
                <a16:creationId xmlns:a16="http://schemas.microsoft.com/office/drawing/2014/main" id="{FB912AF7-B2B7-3749-6771-9E16A4B23B3F}"/>
              </a:ext>
            </a:extLst>
          </p:cNvPr>
          <p:cNvSpPr>
            <a:spLocks noGrp="1"/>
          </p:cNvSpPr>
          <p:nvPr>
            <p:ph type="ftr" sz="quarter" idx="19"/>
          </p:nvPr>
        </p:nvSpPr>
        <p:spPr>
          <a:xfrm>
            <a:off x="4840288" y="6307138"/>
            <a:ext cx="3124200" cy="153987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/>
          </a:p>
        </p:txBody>
      </p:sp>
      <p:sp>
        <p:nvSpPr>
          <p:cNvPr id="57" name="Slide Number Placeholder 4">
            <a:extLst>
              <a:ext uri="{FF2B5EF4-FFF2-40B4-BE49-F238E27FC236}">
                <a16:creationId xmlns:a16="http://schemas.microsoft.com/office/drawing/2014/main" id="{D0C0B45A-6823-5DBE-180D-3004E6BFF998}"/>
              </a:ext>
            </a:extLst>
          </p:cNvPr>
          <p:cNvSpPr>
            <a:spLocks noGrp="1"/>
          </p:cNvSpPr>
          <p:nvPr>
            <p:ph type="sldNum" sz="quarter" idx="20"/>
          </p:nvPr>
        </p:nvSpPr>
        <p:spPr>
          <a:xfrm>
            <a:off x="4421188" y="6302375"/>
            <a:ext cx="306387" cy="15875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4D3CFE4D-26E1-4061-A7EF-2953C1C44CAA}" type="slidenum">
              <a:rPr/>
              <a:pPr>
                <a:defRPr/>
              </a:pPr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942219785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I_Circle Picture with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52">
            <a:extLst>
              <a:ext uri="{FF2B5EF4-FFF2-40B4-BE49-F238E27FC236}">
                <a16:creationId xmlns:a16="http://schemas.microsoft.com/office/drawing/2014/main" id="{63118874-DE37-D7F1-2376-3A5E83057FC6}"/>
              </a:ext>
            </a:extLst>
          </p:cNvPr>
          <p:cNvGrpSpPr>
            <a:grpSpLocks/>
          </p:cNvGrpSpPr>
          <p:nvPr/>
        </p:nvGrpSpPr>
        <p:grpSpPr bwMode="auto">
          <a:xfrm>
            <a:off x="9593263" y="6126163"/>
            <a:ext cx="2216150" cy="639762"/>
            <a:chOff x="7052978" y="5240354"/>
            <a:chExt cx="4681822" cy="1348711"/>
          </a:xfrm>
        </p:grpSpPr>
        <p:grpSp>
          <p:nvGrpSpPr>
            <p:cNvPr id="4" name="Group 53">
              <a:extLst>
                <a:ext uri="{FF2B5EF4-FFF2-40B4-BE49-F238E27FC236}">
                  <a16:creationId xmlns:a16="http://schemas.microsoft.com/office/drawing/2014/main" id="{24504D7C-2DF4-3F54-AD6A-0D588843125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162579" y="5240354"/>
              <a:ext cx="2572221" cy="1348711"/>
              <a:chOff x="9162579" y="5240354"/>
              <a:chExt cx="2572221" cy="1348711"/>
            </a:xfrm>
          </p:grpSpPr>
          <p:grpSp>
            <p:nvGrpSpPr>
              <p:cNvPr id="7" name="Group 6">
                <a:extLst>
                  <a:ext uri="{FF2B5EF4-FFF2-40B4-BE49-F238E27FC236}">
                    <a16:creationId xmlns:a16="http://schemas.microsoft.com/office/drawing/2014/main" id="{FEC4B448-ADBD-20D0-9373-ECEB4D3F44C5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9448800" y="5543531"/>
                <a:ext cx="2286000" cy="880288"/>
                <a:chOff x="2078951" y="1888610"/>
                <a:chExt cx="8030200" cy="3092248"/>
              </a:xfrm>
              <a:solidFill>
                <a:srgbClr val="4F2170"/>
              </a:solidFill>
            </p:grpSpPr>
            <p:sp>
              <p:nvSpPr>
                <p:cNvPr id="10" name="Freeform: Shape 9">
                  <a:extLst>
                    <a:ext uri="{FF2B5EF4-FFF2-40B4-BE49-F238E27FC236}">
                      <a16:creationId xmlns:a16="http://schemas.microsoft.com/office/drawing/2014/main" id="{1FA5D951-F553-7C6F-B0D6-C470E9069BA3}"/>
                    </a:ext>
                  </a:extLst>
                </p:cNvPr>
                <p:cNvSpPr/>
                <p:nvPr/>
              </p:nvSpPr>
              <p:spPr>
                <a:xfrm>
                  <a:off x="2078951" y="2872694"/>
                  <a:ext cx="951880" cy="652717"/>
                </a:xfrm>
                <a:custGeom>
                  <a:avLst/>
                  <a:gdLst>
                    <a:gd name="connsiteX0" fmla="*/ 903041 w 951880"/>
                    <a:gd name="connsiteY0" fmla="*/ 330574 h 652717"/>
                    <a:gd name="connsiteX1" fmla="*/ 780656 w 951880"/>
                    <a:gd name="connsiteY1" fmla="*/ 379528 h 652717"/>
                    <a:gd name="connsiteX2" fmla="*/ 598439 w 951880"/>
                    <a:gd name="connsiteY2" fmla="*/ 311537 h 652717"/>
                    <a:gd name="connsiteX3" fmla="*/ 505970 w 951880"/>
                    <a:gd name="connsiteY3" fmla="*/ 164675 h 652717"/>
                    <a:gd name="connsiteX4" fmla="*/ 266640 w 951880"/>
                    <a:gd name="connsiteY4" fmla="*/ 61329 h 652717"/>
                    <a:gd name="connsiteX5" fmla="*/ 103461 w 951880"/>
                    <a:gd name="connsiteY5" fmla="*/ 458398 h 652717"/>
                    <a:gd name="connsiteX6" fmla="*/ 756179 w 951880"/>
                    <a:gd name="connsiteY6" fmla="*/ 485595 h 652717"/>
                    <a:gd name="connsiteX7" fmla="*/ 903041 w 951880"/>
                    <a:gd name="connsiteY7" fmla="*/ 330574 h 652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951880" h="652717">
                      <a:moveTo>
                        <a:pt x="903041" y="330574"/>
                      </a:moveTo>
                      <a:cubicBezTo>
                        <a:pt x="867685" y="363210"/>
                        <a:pt x="813292" y="374089"/>
                        <a:pt x="780656" y="379528"/>
                      </a:cubicBezTo>
                      <a:cubicBezTo>
                        <a:pt x="712664" y="387687"/>
                        <a:pt x="641953" y="365930"/>
                        <a:pt x="598439" y="311537"/>
                      </a:cubicBezTo>
                      <a:cubicBezTo>
                        <a:pt x="563083" y="268022"/>
                        <a:pt x="544046" y="210910"/>
                        <a:pt x="505970" y="164675"/>
                      </a:cubicBezTo>
                      <a:cubicBezTo>
                        <a:pt x="448858" y="93964"/>
                        <a:pt x="359109" y="45011"/>
                        <a:pt x="266640" y="61329"/>
                      </a:cubicBezTo>
                      <a:cubicBezTo>
                        <a:pt x="81704" y="93964"/>
                        <a:pt x="114" y="308817"/>
                        <a:pt x="103461" y="458398"/>
                      </a:cubicBezTo>
                      <a:cubicBezTo>
                        <a:pt x="253042" y="670531"/>
                        <a:pt x="584840" y="635176"/>
                        <a:pt x="756179" y="485595"/>
                      </a:cubicBezTo>
                      <a:cubicBezTo>
                        <a:pt x="813292" y="442080"/>
                        <a:pt x="862246" y="390407"/>
                        <a:pt x="903041" y="330574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11" name="Freeform: Shape 10">
                  <a:extLst>
                    <a:ext uri="{FF2B5EF4-FFF2-40B4-BE49-F238E27FC236}">
                      <a16:creationId xmlns:a16="http://schemas.microsoft.com/office/drawing/2014/main" id="{2691F3AE-F85B-5573-D976-1F19377C1FF1}"/>
                    </a:ext>
                  </a:extLst>
                </p:cNvPr>
                <p:cNvSpPr/>
                <p:nvPr/>
              </p:nvSpPr>
              <p:spPr>
                <a:xfrm>
                  <a:off x="9151831" y="2872694"/>
                  <a:ext cx="951880" cy="652717"/>
                </a:xfrm>
                <a:custGeom>
                  <a:avLst/>
                  <a:gdLst>
                    <a:gd name="connsiteX0" fmla="*/ 58178 w 951880"/>
                    <a:gd name="connsiteY0" fmla="*/ 330574 h 652717"/>
                    <a:gd name="connsiteX1" fmla="*/ 180563 w 951880"/>
                    <a:gd name="connsiteY1" fmla="*/ 379528 h 652717"/>
                    <a:gd name="connsiteX2" fmla="*/ 362780 w 951880"/>
                    <a:gd name="connsiteY2" fmla="*/ 311537 h 652717"/>
                    <a:gd name="connsiteX3" fmla="*/ 455249 w 951880"/>
                    <a:gd name="connsiteY3" fmla="*/ 164675 h 652717"/>
                    <a:gd name="connsiteX4" fmla="*/ 694578 w 951880"/>
                    <a:gd name="connsiteY4" fmla="*/ 61329 h 652717"/>
                    <a:gd name="connsiteX5" fmla="*/ 857758 w 951880"/>
                    <a:gd name="connsiteY5" fmla="*/ 458398 h 652717"/>
                    <a:gd name="connsiteX6" fmla="*/ 205040 w 951880"/>
                    <a:gd name="connsiteY6" fmla="*/ 485595 h 652717"/>
                    <a:gd name="connsiteX7" fmla="*/ 58178 w 951880"/>
                    <a:gd name="connsiteY7" fmla="*/ 330574 h 652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951880" h="652717">
                      <a:moveTo>
                        <a:pt x="58178" y="330574"/>
                      </a:moveTo>
                      <a:cubicBezTo>
                        <a:pt x="96253" y="363210"/>
                        <a:pt x="147927" y="374089"/>
                        <a:pt x="180563" y="379528"/>
                      </a:cubicBezTo>
                      <a:cubicBezTo>
                        <a:pt x="248554" y="387687"/>
                        <a:pt x="319266" y="365930"/>
                        <a:pt x="362780" y="311537"/>
                      </a:cubicBezTo>
                      <a:cubicBezTo>
                        <a:pt x="398136" y="268022"/>
                        <a:pt x="417174" y="210910"/>
                        <a:pt x="455249" y="164675"/>
                      </a:cubicBezTo>
                      <a:cubicBezTo>
                        <a:pt x="512362" y="93964"/>
                        <a:pt x="602110" y="45011"/>
                        <a:pt x="694578" y="61329"/>
                      </a:cubicBezTo>
                      <a:cubicBezTo>
                        <a:pt x="879515" y="93964"/>
                        <a:pt x="961105" y="308817"/>
                        <a:pt x="857758" y="458398"/>
                      </a:cubicBezTo>
                      <a:cubicBezTo>
                        <a:pt x="708176" y="670531"/>
                        <a:pt x="376379" y="635176"/>
                        <a:pt x="205040" y="485595"/>
                      </a:cubicBezTo>
                      <a:cubicBezTo>
                        <a:pt x="150646" y="442080"/>
                        <a:pt x="101693" y="390407"/>
                        <a:pt x="58178" y="330574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12" name="Freeform: Shape 11">
                  <a:extLst>
                    <a:ext uri="{FF2B5EF4-FFF2-40B4-BE49-F238E27FC236}">
                      <a16:creationId xmlns:a16="http://schemas.microsoft.com/office/drawing/2014/main" id="{984665A9-E050-48A0-932C-505CD7F894F2}"/>
                    </a:ext>
                  </a:extLst>
                </p:cNvPr>
                <p:cNvSpPr/>
                <p:nvPr/>
              </p:nvSpPr>
              <p:spPr>
                <a:xfrm>
                  <a:off x="8001294" y="2010994"/>
                  <a:ext cx="734308" cy="299162"/>
                </a:xfrm>
                <a:custGeom>
                  <a:avLst/>
                  <a:gdLst>
                    <a:gd name="connsiteX0" fmla="*/ 596792 w 734307"/>
                    <a:gd name="connsiteY0" fmla="*/ 58178 h 299162"/>
                    <a:gd name="connsiteX1" fmla="*/ 148048 w 734307"/>
                    <a:gd name="connsiteY1" fmla="*/ 58178 h 299162"/>
                    <a:gd name="connsiteX2" fmla="*/ 58299 w 734307"/>
                    <a:gd name="connsiteY2" fmla="*/ 150646 h 299162"/>
                    <a:gd name="connsiteX3" fmla="*/ 148048 w 734307"/>
                    <a:gd name="connsiteY3" fmla="*/ 251274 h 299162"/>
                    <a:gd name="connsiteX4" fmla="*/ 596792 w 734307"/>
                    <a:gd name="connsiteY4" fmla="*/ 251274 h 299162"/>
                    <a:gd name="connsiteX5" fmla="*/ 686541 w 734307"/>
                    <a:gd name="connsiteY5" fmla="*/ 158805 h 299162"/>
                    <a:gd name="connsiteX6" fmla="*/ 596792 w 734307"/>
                    <a:gd name="connsiteY6" fmla="*/ 58178 h 2991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34307" h="299162">
                      <a:moveTo>
                        <a:pt x="596792" y="58178"/>
                      </a:moveTo>
                      <a:cubicBezTo>
                        <a:pt x="591353" y="58178"/>
                        <a:pt x="153487" y="58178"/>
                        <a:pt x="148048" y="58178"/>
                      </a:cubicBezTo>
                      <a:cubicBezTo>
                        <a:pt x="99094" y="60898"/>
                        <a:pt x="61019" y="104412"/>
                        <a:pt x="58299" y="150646"/>
                      </a:cubicBezTo>
                      <a:cubicBezTo>
                        <a:pt x="55580" y="199600"/>
                        <a:pt x="99094" y="248554"/>
                        <a:pt x="148048" y="251274"/>
                      </a:cubicBezTo>
                      <a:cubicBezTo>
                        <a:pt x="153487" y="251274"/>
                        <a:pt x="591353" y="251274"/>
                        <a:pt x="596792" y="251274"/>
                      </a:cubicBezTo>
                      <a:cubicBezTo>
                        <a:pt x="645746" y="248554"/>
                        <a:pt x="683821" y="205040"/>
                        <a:pt x="686541" y="158805"/>
                      </a:cubicBezTo>
                      <a:cubicBezTo>
                        <a:pt x="689260" y="109852"/>
                        <a:pt x="648465" y="60898"/>
                        <a:pt x="596792" y="58178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13" name="Freeform: Shape 12">
                  <a:extLst>
                    <a:ext uri="{FF2B5EF4-FFF2-40B4-BE49-F238E27FC236}">
                      <a16:creationId xmlns:a16="http://schemas.microsoft.com/office/drawing/2014/main" id="{B96B40DA-7260-F15A-7103-BA8837109384}"/>
                    </a:ext>
                  </a:extLst>
                </p:cNvPr>
                <p:cNvSpPr/>
                <p:nvPr/>
              </p:nvSpPr>
              <p:spPr>
                <a:xfrm>
                  <a:off x="4920042" y="2277520"/>
                  <a:ext cx="1006274" cy="951879"/>
                </a:xfrm>
                <a:custGeom>
                  <a:avLst/>
                  <a:gdLst>
                    <a:gd name="connsiteX0" fmla="*/ 884954 w 1006273"/>
                    <a:gd name="connsiteY0" fmla="*/ 746251 h 951879"/>
                    <a:gd name="connsiteX1" fmla="*/ 874076 w 1006273"/>
                    <a:gd name="connsiteY1" fmla="*/ 670101 h 951879"/>
                    <a:gd name="connsiteX2" fmla="*/ 874076 w 1006273"/>
                    <a:gd name="connsiteY2" fmla="*/ 536837 h 951879"/>
                    <a:gd name="connsiteX3" fmla="*/ 689139 w 1006273"/>
                    <a:gd name="connsiteY3" fmla="*/ 88094 h 951879"/>
                    <a:gd name="connsiteX4" fmla="*/ 428052 w 1006273"/>
                    <a:gd name="connsiteY4" fmla="*/ 253993 h 951879"/>
                    <a:gd name="connsiteX5" fmla="*/ 196881 w 1006273"/>
                    <a:gd name="connsiteY5" fmla="*/ 58178 h 951879"/>
                    <a:gd name="connsiteX6" fmla="*/ 58178 w 1006273"/>
                    <a:gd name="connsiteY6" fmla="*/ 128889 h 951879"/>
                    <a:gd name="connsiteX7" fmla="*/ 142488 w 1006273"/>
                    <a:gd name="connsiteY7" fmla="*/ 273031 h 951879"/>
                    <a:gd name="connsiteX8" fmla="*/ 142488 w 1006273"/>
                    <a:gd name="connsiteY8" fmla="*/ 757130 h 951879"/>
                    <a:gd name="connsiteX9" fmla="*/ 283910 w 1006273"/>
                    <a:gd name="connsiteY9" fmla="*/ 895832 h 951879"/>
                    <a:gd name="connsiteX10" fmla="*/ 428052 w 1006273"/>
                    <a:gd name="connsiteY10" fmla="*/ 757130 h 951879"/>
                    <a:gd name="connsiteX11" fmla="*/ 428052 w 1006273"/>
                    <a:gd name="connsiteY11" fmla="*/ 400855 h 951879"/>
                    <a:gd name="connsiteX12" fmla="*/ 523240 w 1006273"/>
                    <a:gd name="connsiteY12" fmla="*/ 283910 h 951879"/>
                    <a:gd name="connsiteX13" fmla="*/ 591231 w 1006273"/>
                    <a:gd name="connsiteY13" fmla="*/ 354621 h 951879"/>
                    <a:gd name="connsiteX14" fmla="*/ 591231 w 1006273"/>
                    <a:gd name="connsiteY14" fmla="*/ 697297 h 951879"/>
                    <a:gd name="connsiteX15" fmla="*/ 593951 w 1006273"/>
                    <a:gd name="connsiteY15" fmla="*/ 729933 h 951879"/>
                    <a:gd name="connsiteX16" fmla="*/ 610269 w 1006273"/>
                    <a:gd name="connsiteY16" fmla="*/ 778887 h 951879"/>
                    <a:gd name="connsiteX17" fmla="*/ 822402 w 1006273"/>
                    <a:gd name="connsiteY17" fmla="*/ 893112 h 951879"/>
                    <a:gd name="connsiteX18" fmla="*/ 961105 w 1006273"/>
                    <a:gd name="connsiteY18" fmla="*/ 822401 h 951879"/>
                    <a:gd name="connsiteX19" fmla="*/ 884954 w 1006273"/>
                    <a:gd name="connsiteY19" fmla="*/ 746251 h 9518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006273" h="951879">
                      <a:moveTo>
                        <a:pt x="884954" y="746251"/>
                      </a:moveTo>
                      <a:cubicBezTo>
                        <a:pt x="879515" y="721774"/>
                        <a:pt x="876795" y="694578"/>
                        <a:pt x="874076" y="670101"/>
                      </a:cubicBezTo>
                      <a:cubicBezTo>
                        <a:pt x="874076" y="634745"/>
                        <a:pt x="874076" y="583072"/>
                        <a:pt x="874076" y="536837"/>
                      </a:cubicBezTo>
                      <a:cubicBezTo>
                        <a:pt x="879515" y="373658"/>
                        <a:pt x="909431" y="88094"/>
                        <a:pt x="689139" y="88094"/>
                      </a:cubicBezTo>
                      <a:cubicBezTo>
                        <a:pt x="539558" y="88094"/>
                        <a:pt x="452529" y="213199"/>
                        <a:pt x="428052" y="253993"/>
                      </a:cubicBezTo>
                      <a:cubicBezTo>
                        <a:pt x="425332" y="139768"/>
                        <a:pt x="335583" y="58178"/>
                        <a:pt x="196881" y="58178"/>
                      </a:cubicBezTo>
                      <a:cubicBezTo>
                        <a:pt x="109852" y="58178"/>
                        <a:pt x="58178" y="128889"/>
                        <a:pt x="58178" y="128889"/>
                      </a:cubicBezTo>
                      <a:cubicBezTo>
                        <a:pt x="58178" y="128889"/>
                        <a:pt x="142488" y="158805"/>
                        <a:pt x="142488" y="273031"/>
                      </a:cubicBezTo>
                      <a:cubicBezTo>
                        <a:pt x="142488" y="354621"/>
                        <a:pt x="142488" y="757130"/>
                        <a:pt x="142488" y="757130"/>
                      </a:cubicBezTo>
                      <a:cubicBezTo>
                        <a:pt x="145207" y="827841"/>
                        <a:pt x="194161" y="895832"/>
                        <a:pt x="283910" y="895832"/>
                      </a:cubicBezTo>
                      <a:cubicBezTo>
                        <a:pt x="373659" y="895832"/>
                        <a:pt x="428052" y="827841"/>
                        <a:pt x="428052" y="757130"/>
                      </a:cubicBezTo>
                      <a:lnTo>
                        <a:pt x="428052" y="400855"/>
                      </a:lnTo>
                      <a:cubicBezTo>
                        <a:pt x="441650" y="343742"/>
                        <a:pt x="474286" y="283910"/>
                        <a:pt x="523240" y="283910"/>
                      </a:cubicBezTo>
                      <a:cubicBezTo>
                        <a:pt x="585792" y="283910"/>
                        <a:pt x="591231" y="354621"/>
                        <a:pt x="591231" y="354621"/>
                      </a:cubicBezTo>
                      <a:lnTo>
                        <a:pt x="591231" y="697297"/>
                      </a:lnTo>
                      <a:cubicBezTo>
                        <a:pt x="591231" y="708176"/>
                        <a:pt x="593951" y="719054"/>
                        <a:pt x="593951" y="729933"/>
                      </a:cubicBezTo>
                      <a:cubicBezTo>
                        <a:pt x="596671" y="748971"/>
                        <a:pt x="602110" y="765289"/>
                        <a:pt x="610269" y="778887"/>
                      </a:cubicBezTo>
                      <a:cubicBezTo>
                        <a:pt x="645624" y="846878"/>
                        <a:pt x="719055" y="893112"/>
                        <a:pt x="822402" y="893112"/>
                      </a:cubicBezTo>
                      <a:cubicBezTo>
                        <a:pt x="909431" y="893112"/>
                        <a:pt x="961105" y="822401"/>
                        <a:pt x="961105" y="822401"/>
                      </a:cubicBezTo>
                      <a:cubicBezTo>
                        <a:pt x="961105" y="822401"/>
                        <a:pt x="909431" y="808803"/>
                        <a:pt x="884954" y="746251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14" name="Freeform: Shape 13">
                  <a:extLst>
                    <a:ext uri="{FF2B5EF4-FFF2-40B4-BE49-F238E27FC236}">
                      <a16:creationId xmlns:a16="http://schemas.microsoft.com/office/drawing/2014/main" id="{A3EE22D5-04FA-A651-2CE8-E4028D922E83}"/>
                    </a:ext>
                  </a:extLst>
                </p:cNvPr>
                <p:cNvSpPr/>
                <p:nvPr/>
              </p:nvSpPr>
              <p:spPr>
                <a:xfrm>
                  <a:off x="7552331" y="1888610"/>
                  <a:ext cx="489539" cy="1332631"/>
                </a:xfrm>
                <a:custGeom>
                  <a:avLst/>
                  <a:gdLst>
                    <a:gd name="connsiteX0" fmla="*/ 368560 w 489538"/>
                    <a:gd name="connsiteY0" fmla="*/ 1135162 h 1332630"/>
                    <a:gd name="connsiteX1" fmla="*/ 357681 w 489538"/>
                    <a:gd name="connsiteY1" fmla="*/ 1059011 h 1332630"/>
                    <a:gd name="connsiteX2" fmla="*/ 357681 w 489538"/>
                    <a:gd name="connsiteY2" fmla="*/ 207759 h 1332630"/>
                    <a:gd name="connsiteX3" fmla="*/ 208099 w 489538"/>
                    <a:gd name="connsiteY3" fmla="*/ 58178 h 1332630"/>
                    <a:gd name="connsiteX4" fmla="*/ 58518 w 489538"/>
                    <a:gd name="connsiteY4" fmla="*/ 207759 h 1332630"/>
                    <a:gd name="connsiteX5" fmla="*/ 58518 w 489538"/>
                    <a:gd name="connsiteY5" fmla="*/ 961104 h 1332630"/>
                    <a:gd name="connsiteX6" fmla="*/ 85715 w 489538"/>
                    <a:gd name="connsiteY6" fmla="*/ 1159639 h 1332630"/>
                    <a:gd name="connsiteX7" fmla="*/ 306007 w 489538"/>
                    <a:gd name="connsiteY7" fmla="*/ 1282023 h 1332630"/>
                    <a:gd name="connsiteX8" fmla="*/ 444710 w 489538"/>
                    <a:gd name="connsiteY8" fmla="*/ 1211312 h 1332630"/>
                    <a:gd name="connsiteX9" fmla="*/ 368560 w 489538"/>
                    <a:gd name="connsiteY9" fmla="*/ 1135162 h 13326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89538" h="1332630">
                      <a:moveTo>
                        <a:pt x="368560" y="1135162"/>
                      </a:moveTo>
                      <a:cubicBezTo>
                        <a:pt x="363120" y="1110685"/>
                        <a:pt x="357681" y="1083488"/>
                        <a:pt x="357681" y="1059011"/>
                      </a:cubicBezTo>
                      <a:lnTo>
                        <a:pt x="357681" y="207759"/>
                      </a:lnTo>
                      <a:cubicBezTo>
                        <a:pt x="357681" y="126170"/>
                        <a:pt x="289689" y="58178"/>
                        <a:pt x="208099" y="58178"/>
                      </a:cubicBezTo>
                      <a:cubicBezTo>
                        <a:pt x="126510" y="58178"/>
                        <a:pt x="58518" y="126170"/>
                        <a:pt x="58518" y="207759"/>
                      </a:cubicBezTo>
                      <a:lnTo>
                        <a:pt x="58518" y="961104"/>
                      </a:lnTo>
                      <a:cubicBezTo>
                        <a:pt x="58518" y="1029095"/>
                        <a:pt x="53079" y="1097086"/>
                        <a:pt x="85715" y="1159639"/>
                      </a:cubicBezTo>
                      <a:cubicBezTo>
                        <a:pt x="118351" y="1227630"/>
                        <a:pt x="202660" y="1282023"/>
                        <a:pt x="306007" y="1282023"/>
                      </a:cubicBezTo>
                      <a:cubicBezTo>
                        <a:pt x="393036" y="1282023"/>
                        <a:pt x="444710" y="1211312"/>
                        <a:pt x="444710" y="1211312"/>
                      </a:cubicBezTo>
                      <a:cubicBezTo>
                        <a:pt x="444710" y="1211312"/>
                        <a:pt x="393036" y="1197714"/>
                        <a:pt x="368560" y="1135162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15" name="Freeform: Shape 14">
                  <a:extLst>
                    <a:ext uri="{FF2B5EF4-FFF2-40B4-BE49-F238E27FC236}">
                      <a16:creationId xmlns:a16="http://schemas.microsoft.com/office/drawing/2014/main" id="{A8D6D652-2E95-7711-54B4-F668F89B4613}"/>
                    </a:ext>
                  </a:extLst>
                </p:cNvPr>
                <p:cNvSpPr/>
                <p:nvPr/>
              </p:nvSpPr>
              <p:spPr>
                <a:xfrm>
                  <a:off x="4162324" y="2357456"/>
                  <a:ext cx="815899" cy="815898"/>
                </a:xfrm>
                <a:custGeom>
                  <a:avLst/>
                  <a:gdLst>
                    <a:gd name="connsiteX0" fmla="*/ 407949 w 815899"/>
                    <a:gd name="connsiteY0" fmla="*/ 174058 h 815898"/>
                    <a:gd name="connsiteX1" fmla="*/ 293723 w 815899"/>
                    <a:gd name="connsiteY1" fmla="*/ 407950 h 815898"/>
                    <a:gd name="connsiteX2" fmla="*/ 410669 w 815899"/>
                    <a:gd name="connsiteY2" fmla="*/ 641840 h 815898"/>
                    <a:gd name="connsiteX3" fmla="*/ 522175 w 815899"/>
                    <a:gd name="connsiteY3" fmla="*/ 407950 h 815898"/>
                    <a:gd name="connsiteX4" fmla="*/ 407949 w 815899"/>
                    <a:gd name="connsiteY4" fmla="*/ 174058 h 815898"/>
                    <a:gd name="connsiteX5" fmla="*/ 407950 w 815899"/>
                    <a:gd name="connsiteY5" fmla="*/ 0 h 815898"/>
                    <a:gd name="connsiteX6" fmla="*/ 815899 w 815899"/>
                    <a:gd name="connsiteY6" fmla="*/ 407949 h 815898"/>
                    <a:gd name="connsiteX7" fmla="*/ 407950 w 815899"/>
                    <a:gd name="connsiteY7" fmla="*/ 815898 h 815898"/>
                    <a:gd name="connsiteX8" fmla="*/ 0 w 815899"/>
                    <a:gd name="connsiteY8" fmla="*/ 407949 h 815898"/>
                    <a:gd name="connsiteX9" fmla="*/ 407950 w 815899"/>
                    <a:gd name="connsiteY9" fmla="*/ 0 h 8158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15899" h="815898">
                      <a:moveTo>
                        <a:pt x="407949" y="174058"/>
                      </a:moveTo>
                      <a:cubicBezTo>
                        <a:pt x="342677" y="174058"/>
                        <a:pt x="293723" y="263807"/>
                        <a:pt x="293723" y="407950"/>
                      </a:cubicBezTo>
                      <a:cubicBezTo>
                        <a:pt x="293723" y="552091"/>
                        <a:pt x="331799" y="639120"/>
                        <a:pt x="410669" y="641840"/>
                      </a:cubicBezTo>
                      <a:cubicBezTo>
                        <a:pt x="489539" y="641840"/>
                        <a:pt x="527614" y="552091"/>
                        <a:pt x="522175" y="407950"/>
                      </a:cubicBezTo>
                      <a:cubicBezTo>
                        <a:pt x="522175" y="263807"/>
                        <a:pt x="473221" y="176778"/>
                        <a:pt x="407949" y="174058"/>
                      </a:cubicBezTo>
                      <a:close/>
                      <a:moveTo>
                        <a:pt x="407950" y="0"/>
                      </a:moveTo>
                      <a:cubicBezTo>
                        <a:pt x="633682" y="0"/>
                        <a:pt x="815899" y="182217"/>
                        <a:pt x="815899" y="407949"/>
                      </a:cubicBezTo>
                      <a:cubicBezTo>
                        <a:pt x="815899" y="633681"/>
                        <a:pt x="633682" y="815898"/>
                        <a:pt x="407950" y="815898"/>
                      </a:cubicBezTo>
                      <a:cubicBezTo>
                        <a:pt x="182218" y="815898"/>
                        <a:pt x="0" y="633681"/>
                        <a:pt x="0" y="407949"/>
                      </a:cubicBezTo>
                      <a:cubicBezTo>
                        <a:pt x="0" y="182217"/>
                        <a:pt x="182218" y="0"/>
                        <a:pt x="407950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16" name="Freeform: Shape 15">
                  <a:extLst>
                    <a:ext uri="{FF2B5EF4-FFF2-40B4-BE49-F238E27FC236}">
                      <a16:creationId xmlns:a16="http://schemas.microsoft.com/office/drawing/2014/main" id="{BBEE1092-9AAC-364E-E196-3EABA0DDE9E9}"/>
                    </a:ext>
                  </a:extLst>
                </p:cNvPr>
                <p:cNvSpPr/>
                <p:nvPr/>
              </p:nvSpPr>
              <p:spPr>
                <a:xfrm>
                  <a:off x="5884871" y="1946788"/>
                  <a:ext cx="912802" cy="1223846"/>
                </a:xfrm>
                <a:custGeom>
                  <a:avLst/>
                  <a:gdLst>
                    <a:gd name="connsiteX0" fmla="*/ 387907 w 912802"/>
                    <a:gd name="connsiteY0" fmla="*/ 620081 h 1223846"/>
                    <a:gd name="connsiteX1" fmla="*/ 273681 w 912802"/>
                    <a:gd name="connsiteY1" fmla="*/ 824055 h 1223846"/>
                    <a:gd name="connsiteX2" fmla="*/ 390627 w 912802"/>
                    <a:gd name="connsiteY2" fmla="*/ 1028029 h 1223846"/>
                    <a:gd name="connsiteX3" fmla="*/ 502132 w 912802"/>
                    <a:gd name="connsiteY3" fmla="*/ 824055 h 1223846"/>
                    <a:gd name="connsiteX4" fmla="*/ 387907 w 912802"/>
                    <a:gd name="connsiteY4" fmla="*/ 620081 h 1223846"/>
                    <a:gd name="connsiteX5" fmla="*/ 676192 w 912802"/>
                    <a:gd name="connsiteY5" fmla="*/ 0 h 1223846"/>
                    <a:gd name="connsiteX6" fmla="*/ 825773 w 912802"/>
                    <a:gd name="connsiteY6" fmla="*/ 149581 h 1223846"/>
                    <a:gd name="connsiteX7" fmla="*/ 825773 w 912802"/>
                    <a:gd name="connsiteY7" fmla="*/ 1000834 h 1223846"/>
                    <a:gd name="connsiteX8" fmla="*/ 836651 w 912802"/>
                    <a:gd name="connsiteY8" fmla="*/ 1076985 h 1223846"/>
                    <a:gd name="connsiteX9" fmla="*/ 912802 w 912802"/>
                    <a:gd name="connsiteY9" fmla="*/ 1150415 h 1223846"/>
                    <a:gd name="connsiteX10" fmla="*/ 774099 w 912802"/>
                    <a:gd name="connsiteY10" fmla="*/ 1221126 h 1223846"/>
                    <a:gd name="connsiteX11" fmla="*/ 553807 w 912802"/>
                    <a:gd name="connsiteY11" fmla="*/ 1098742 h 1223846"/>
                    <a:gd name="connsiteX12" fmla="*/ 548367 w 912802"/>
                    <a:gd name="connsiteY12" fmla="*/ 1085144 h 1223846"/>
                    <a:gd name="connsiteX13" fmla="*/ 398786 w 912802"/>
                    <a:gd name="connsiteY13" fmla="*/ 1212967 h 1223846"/>
                    <a:gd name="connsiteX14" fmla="*/ 156736 w 912802"/>
                    <a:gd name="connsiteY14" fmla="*/ 1180332 h 1223846"/>
                    <a:gd name="connsiteX15" fmla="*/ 287280 w 912802"/>
                    <a:gd name="connsiteY15" fmla="*/ 416107 h 1223846"/>
                    <a:gd name="connsiteX16" fmla="*/ 526611 w 912802"/>
                    <a:gd name="connsiteY16" fmla="*/ 552091 h 1223846"/>
                    <a:gd name="connsiteX17" fmla="*/ 526611 w 912802"/>
                    <a:gd name="connsiteY17" fmla="*/ 149581 h 1223846"/>
                    <a:gd name="connsiteX18" fmla="*/ 676192 w 912802"/>
                    <a:gd name="connsiteY18" fmla="*/ 0 h 12238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912802" h="1223846">
                      <a:moveTo>
                        <a:pt x="387907" y="620081"/>
                      </a:moveTo>
                      <a:cubicBezTo>
                        <a:pt x="322635" y="620081"/>
                        <a:pt x="273681" y="698951"/>
                        <a:pt x="273681" y="824055"/>
                      </a:cubicBezTo>
                      <a:cubicBezTo>
                        <a:pt x="273681" y="949160"/>
                        <a:pt x="311756" y="1028029"/>
                        <a:pt x="390627" y="1028029"/>
                      </a:cubicBezTo>
                      <a:cubicBezTo>
                        <a:pt x="466777" y="1025310"/>
                        <a:pt x="504852" y="949160"/>
                        <a:pt x="502132" y="824055"/>
                      </a:cubicBezTo>
                      <a:cubicBezTo>
                        <a:pt x="502132" y="698951"/>
                        <a:pt x="455898" y="622801"/>
                        <a:pt x="387907" y="620081"/>
                      </a:cubicBezTo>
                      <a:close/>
                      <a:moveTo>
                        <a:pt x="676192" y="0"/>
                      </a:moveTo>
                      <a:cubicBezTo>
                        <a:pt x="757781" y="0"/>
                        <a:pt x="825773" y="67992"/>
                        <a:pt x="825773" y="149581"/>
                      </a:cubicBezTo>
                      <a:lnTo>
                        <a:pt x="825773" y="1000834"/>
                      </a:lnTo>
                      <a:cubicBezTo>
                        <a:pt x="828492" y="1025311"/>
                        <a:pt x="831212" y="1052508"/>
                        <a:pt x="836651" y="1076985"/>
                      </a:cubicBezTo>
                      <a:cubicBezTo>
                        <a:pt x="861128" y="1139537"/>
                        <a:pt x="912802" y="1150415"/>
                        <a:pt x="912802" y="1150415"/>
                      </a:cubicBezTo>
                      <a:cubicBezTo>
                        <a:pt x="912802" y="1150415"/>
                        <a:pt x="861128" y="1221126"/>
                        <a:pt x="774099" y="1221126"/>
                      </a:cubicBezTo>
                      <a:cubicBezTo>
                        <a:pt x="670752" y="1221126"/>
                        <a:pt x="589162" y="1166733"/>
                        <a:pt x="553807" y="1098742"/>
                      </a:cubicBezTo>
                      <a:cubicBezTo>
                        <a:pt x="551087" y="1093303"/>
                        <a:pt x="551087" y="1090583"/>
                        <a:pt x="548367" y="1085144"/>
                      </a:cubicBezTo>
                      <a:cubicBezTo>
                        <a:pt x="534769" y="1147696"/>
                        <a:pt x="450460" y="1199369"/>
                        <a:pt x="398786" y="1212967"/>
                      </a:cubicBezTo>
                      <a:cubicBezTo>
                        <a:pt x="322636" y="1234725"/>
                        <a:pt x="222008" y="1223846"/>
                        <a:pt x="156736" y="1180332"/>
                      </a:cubicBezTo>
                      <a:cubicBezTo>
                        <a:pt x="-79874" y="1028031"/>
                        <a:pt x="-58117" y="416107"/>
                        <a:pt x="287280" y="416107"/>
                      </a:cubicBezTo>
                      <a:cubicBezTo>
                        <a:pt x="412385" y="416107"/>
                        <a:pt x="491255" y="503137"/>
                        <a:pt x="526611" y="552091"/>
                      </a:cubicBezTo>
                      <a:lnTo>
                        <a:pt x="526611" y="149581"/>
                      </a:lnTo>
                      <a:cubicBezTo>
                        <a:pt x="526611" y="67992"/>
                        <a:pt x="594602" y="0"/>
                        <a:pt x="676192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17" name="Freeform: Shape 16">
                  <a:extLst>
                    <a:ext uri="{FF2B5EF4-FFF2-40B4-BE49-F238E27FC236}">
                      <a16:creationId xmlns:a16="http://schemas.microsoft.com/office/drawing/2014/main" id="{34F2C99E-BA21-435E-14FA-F026BD7BCEF0}"/>
                    </a:ext>
                  </a:extLst>
                </p:cNvPr>
                <p:cNvSpPr/>
                <p:nvPr/>
              </p:nvSpPr>
              <p:spPr>
                <a:xfrm>
                  <a:off x="6789513" y="2362895"/>
                  <a:ext cx="747906" cy="810458"/>
                </a:xfrm>
                <a:custGeom>
                  <a:avLst/>
                  <a:gdLst>
                    <a:gd name="connsiteX0" fmla="*/ 394818 w 747906"/>
                    <a:gd name="connsiteY0" fmla="*/ 163222 h 810458"/>
                    <a:gd name="connsiteX1" fmla="*/ 356275 w 747906"/>
                    <a:gd name="connsiteY1" fmla="*/ 174058 h 810458"/>
                    <a:gd name="connsiteX2" fmla="*/ 274685 w 747906"/>
                    <a:gd name="connsiteY2" fmla="*/ 356275 h 810458"/>
                    <a:gd name="connsiteX3" fmla="*/ 375313 w 747906"/>
                    <a:gd name="connsiteY3" fmla="*/ 358994 h 810458"/>
                    <a:gd name="connsiteX4" fmla="*/ 473220 w 747906"/>
                    <a:gd name="connsiteY4" fmla="*/ 239329 h 810458"/>
                    <a:gd name="connsiteX5" fmla="*/ 394818 w 747906"/>
                    <a:gd name="connsiteY5" fmla="*/ 163222 h 810458"/>
                    <a:gd name="connsiteX6" fmla="*/ 386192 w 747906"/>
                    <a:gd name="connsiteY6" fmla="*/ 0 h 810458"/>
                    <a:gd name="connsiteX7" fmla="*/ 747906 w 747906"/>
                    <a:gd name="connsiteY7" fmla="*/ 266526 h 810458"/>
                    <a:gd name="connsiteX8" fmla="*/ 291004 w 747906"/>
                    <a:gd name="connsiteY8" fmla="*/ 484100 h 810458"/>
                    <a:gd name="connsiteX9" fmla="*/ 497698 w 747906"/>
                    <a:gd name="connsiteY9" fmla="*/ 617363 h 810458"/>
                    <a:gd name="connsiteX10" fmla="*/ 712551 w 747906"/>
                    <a:gd name="connsiteY10" fmla="*/ 557530 h 810458"/>
                    <a:gd name="connsiteX11" fmla="*/ 388912 w 747906"/>
                    <a:gd name="connsiteY11" fmla="*/ 810458 h 810458"/>
                    <a:gd name="connsiteX12" fmla="*/ 0 w 747906"/>
                    <a:gd name="connsiteY12" fmla="*/ 413389 h 810458"/>
                    <a:gd name="connsiteX13" fmla="*/ 386192 w 747906"/>
                    <a:gd name="connsiteY13" fmla="*/ 0 h 8104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747906" h="810458">
                      <a:moveTo>
                        <a:pt x="394818" y="163222"/>
                      </a:moveTo>
                      <a:cubicBezTo>
                        <a:pt x="381772" y="163179"/>
                        <a:pt x="368514" y="166579"/>
                        <a:pt x="356275" y="174058"/>
                      </a:cubicBezTo>
                      <a:cubicBezTo>
                        <a:pt x="299162" y="212133"/>
                        <a:pt x="282844" y="291003"/>
                        <a:pt x="274685" y="356275"/>
                      </a:cubicBezTo>
                      <a:cubicBezTo>
                        <a:pt x="274685" y="364434"/>
                        <a:pt x="369873" y="358994"/>
                        <a:pt x="375313" y="358994"/>
                      </a:cubicBezTo>
                      <a:cubicBezTo>
                        <a:pt x="432425" y="345396"/>
                        <a:pt x="473220" y="301881"/>
                        <a:pt x="473220" y="239329"/>
                      </a:cubicBezTo>
                      <a:cubicBezTo>
                        <a:pt x="471181" y="194455"/>
                        <a:pt x="433956" y="163349"/>
                        <a:pt x="394818" y="163222"/>
                      </a:cubicBezTo>
                      <a:close/>
                      <a:moveTo>
                        <a:pt x="386192" y="0"/>
                      </a:moveTo>
                      <a:cubicBezTo>
                        <a:pt x="519455" y="0"/>
                        <a:pt x="747906" y="65272"/>
                        <a:pt x="747906" y="266526"/>
                      </a:cubicBezTo>
                      <a:cubicBezTo>
                        <a:pt x="747906" y="467782"/>
                        <a:pt x="538493" y="484100"/>
                        <a:pt x="291004" y="484100"/>
                      </a:cubicBezTo>
                      <a:cubicBezTo>
                        <a:pt x="291004" y="484100"/>
                        <a:pt x="326359" y="617363"/>
                        <a:pt x="497698" y="617363"/>
                      </a:cubicBezTo>
                      <a:cubicBezTo>
                        <a:pt x="669036" y="617363"/>
                        <a:pt x="712551" y="557530"/>
                        <a:pt x="712551" y="557530"/>
                      </a:cubicBezTo>
                      <a:cubicBezTo>
                        <a:pt x="712551" y="557530"/>
                        <a:pt x="696233" y="810458"/>
                        <a:pt x="388912" y="810458"/>
                      </a:cubicBezTo>
                      <a:cubicBezTo>
                        <a:pt x="212134" y="810458"/>
                        <a:pt x="0" y="677195"/>
                        <a:pt x="0" y="413389"/>
                      </a:cubicBezTo>
                      <a:cubicBezTo>
                        <a:pt x="0" y="176778"/>
                        <a:pt x="163180" y="0"/>
                        <a:pt x="386192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18" name="Freeform: Shape 17">
                  <a:extLst>
                    <a:ext uri="{FF2B5EF4-FFF2-40B4-BE49-F238E27FC236}">
                      <a16:creationId xmlns:a16="http://schemas.microsoft.com/office/drawing/2014/main" id="{6A5CF074-90AB-03E5-C998-1CAE7D429F38}"/>
                    </a:ext>
                  </a:extLst>
                </p:cNvPr>
                <p:cNvSpPr/>
                <p:nvPr/>
              </p:nvSpPr>
              <p:spPr>
                <a:xfrm>
                  <a:off x="7988882" y="2362895"/>
                  <a:ext cx="747906" cy="810458"/>
                </a:xfrm>
                <a:custGeom>
                  <a:avLst/>
                  <a:gdLst>
                    <a:gd name="connsiteX0" fmla="*/ 394818 w 747906"/>
                    <a:gd name="connsiteY0" fmla="*/ 163222 h 810458"/>
                    <a:gd name="connsiteX1" fmla="*/ 356275 w 747906"/>
                    <a:gd name="connsiteY1" fmla="*/ 174058 h 810458"/>
                    <a:gd name="connsiteX2" fmla="*/ 274685 w 747906"/>
                    <a:gd name="connsiteY2" fmla="*/ 356275 h 810458"/>
                    <a:gd name="connsiteX3" fmla="*/ 375313 w 747906"/>
                    <a:gd name="connsiteY3" fmla="*/ 358994 h 810458"/>
                    <a:gd name="connsiteX4" fmla="*/ 473220 w 747906"/>
                    <a:gd name="connsiteY4" fmla="*/ 239329 h 810458"/>
                    <a:gd name="connsiteX5" fmla="*/ 394818 w 747906"/>
                    <a:gd name="connsiteY5" fmla="*/ 163222 h 810458"/>
                    <a:gd name="connsiteX6" fmla="*/ 386192 w 747906"/>
                    <a:gd name="connsiteY6" fmla="*/ 0 h 810458"/>
                    <a:gd name="connsiteX7" fmla="*/ 747906 w 747906"/>
                    <a:gd name="connsiteY7" fmla="*/ 266526 h 810458"/>
                    <a:gd name="connsiteX8" fmla="*/ 291004 w 747906"/>
                    <a:gd name="connsiteY8" fmla="*/ 484100 h 810458"/>
                    <a:gd name="connsiteX9" fmla="*/ 497697 w 747906"/>
                    <a:gd name="connsiteY9" fmla="*/ 617363 h 810458"/>
                    <a:gd name="connsiteX10" fmla="*/ 712551 w 747906"/>
                    <a:gd name="connsiteY10" fmla="*/ 557530 h 810458"/>
                    <a:gd name="connsiteX11" fmla="*/ 388911 w 747906"/>
                    <a:gd name="connsiteY11" fmla="*/ 810458 h 810458"/>
                    <a:gd name="connsiteX12" fmla="*/ 0 w 747906"/>
                    <a:gd name="connsiteY12" fmla="*/ 413389 h 810458"/>
                    <a:gd name="connsiteX13" fmla="*/ 386192 w 747906"/>
                    <a:gd name="connsiteY13" fmla="*/ 0 h 8104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747906" h="810458">
                      <a:moveTo>
                        <a:pt x="394818" y="163222"/>
                      </a:moveTo>
                      <a:cubicBezTo>
                        <a:pt x="381772" y="163179"/>
                        <a:pt x="368514" y="166579"/>
                        <a:pt x="356275" y="174058"/>
                      </a:cubicBezTo>
                      <a:cubicBezTo>
                        <a:pt x="299162" y="212133"/>
                        <a:pt x="282844" y="291003"/>
                        <a:pt x="274685" y="356275"/>
                      </a:cubicBezTo>
                      <a:cubicBezTo>
                        <a:pt x="274685" y="364434"/>
                        <a:pt x="369873" y="358994"/>
                        <a:pt x="375313" y="358994"/>
                      </a:cubicBezTo>
                      <a:cubicBezTo>
                        <a:pt x="432426" y="345396"/>
                        <a:pt x="473220" y="301881"/>
                        <a:pt x="473220" y="239329"/>
                      </a:cubicBezTo>
                      <a:cubicBezTo>
                        <a:pt x="471181" y="194455"/>
                        <a:pt x="433955" y="163349"/>
                        <a:pt x="394818" y="163222"/>
                      </a:cubicBezTo>
                      <a:close/>
                      <a:moveTo>
                        <a:pt x="386192" y="0"/>
                      </a:moveTo>
                      <a:cubicBezTo>
                        <a:pt x="519455" y="0"/>
                        <a:pt x="747906" y="65272"/>
                        <a:pt x="747906" y="266526"/>
                      </a:cubicBezTo>
                      <a:cubicBezTo>
                        <a:pt x="747906" y="467782"/>
                        <a:pt x="538492" y="484100"/>
                        <a:pt x="291004" y="484100"/>
                      </a:cubicBezTo>
                      <a:cubicBezTo>
                        <a:pt x="291004" y="484100"/>
                        <a:pt x="326359" y="617363"/>
                        <a:pt x="497697" y="617363"/>
                      </a:cubicBezTo>
                      <a:cubicBezTo>
                        <a:pt x="669036" y="617363"/>
                        <a:pt x="712551" y="557530"/>
                        <a:pt x="712551" y="557530"/>
                      </a:cubicBezTo>
                      <a:cubicBezTo>
                        <a:pt x="712551" y="557530"/>
                        <a:pt x="696233" y="810458"/>
                        <a:pt x="388911" y="810458"/>
                      </a:cubicBezTo>
                      <a:cubicBezTo>
                        <a:pt x="212133" y="810458"/>
                        <a:pt x="0" y="677195"/>
                        <a:pt x="0" y="413389"/>
                      </a:cubicBezTo>
                      <a:cubicBezTo>
                        <a:pt x="0" y="176778"/>
                        <a:pt x="163180" y="0"/>
                        <a:pt x="386192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19" name="Freeform: Shape 18">
                  <a:extLst>
                    <a:ext uri="{FF2B5EF4-FFF2-40B4-BE49-F238E27FC236}">
                      <a16:creationId xmlns:a16="http://schemas.microsoft.com/office/drawing/2014/main" id="{CA51707D-D045-C610-23AD-3E9F4B252706}"/>
                    </a:ext>
                  </a:extLst>
                </p:cNvPr>
                <p:cNvSpPr/>
                <p:nvPr/>
              </p:nvSpPr>
              <p:spPr>
                <a:xfrm>
                  <a:off x="8683414" y="2274801"/>
                  <a:ext cx="897487" cy="951879"/>
                </a:xfrm>
                <a:custGeom>
                  <a:avLst/>
                  <a:gdLst>
                    <a:gd name="connsiteX0" fmla="*/ 580988 w 897487"/>
                    <a:gd name="connsiteY0" fmla="*/ 667381 h 951879"/>
                    <a:gd name="connsiteX1" fmla="*/ 409649 w 897487"/>
                    <a:gd name="connsiteY1" fmla="*/ 667381 h 951879"/>
                    <a:gd name="connsiteX2" fmla="*/ 591866 w 897487"/>
                    <a:gd name="connsiteY2" fmla="*/ 525959 h 951879"/>
                    <a:gd name="connsiteX3" fmla="*/ 842075 w 897487"/>
                    <a:gd name="connsiteY3" fmla="*/ 123450 h 951879"/>
                    <a:gd name="connsiteX4" fmla="*/ 842075 w 897487"/>
                    <a:gd name="connsiteY4" fmla="*/ 123450 h 951879"/>
                    <a:gd name="connsiteX5" fmla="*/ 798560 w 897487"/>
                    <a:gd name="connsiteY5" fmla="*/ 58178 h 951879"/>
                    <a:gd name="connsiteX6" fmla="*/ 746887 w 897487"/>
                    <a:gd name="connsiteY6" fmla="*/ 107132 h 951879"/>
                    <a:gd name="connsiteX7" fmla="*/ 697933 w 897487"/>
                    <a:gd name="connsiteY7" fmla="*/ 115291 h 951879"/>
                    <a:gd name="connsiteX8" fmla="*/ 219273 w 897487"/>
                    <a:gd name="connsiteY8" fmla="*/ 115291 h 951879"/>
                    <a:gd name="connsiteX9" fmla="*/ 102328 w 897487"/>
                    <a:gd name="connsiteY9" fmla="*/ 224077 h 951879"/>
                    <a:gd name="connsiteX10" fmla="*/ 213834 w 897487"/>
                    <a:gd name="connsiteY10" fmla="*/ 332863 h 951879"/>
                    <a:gd name="connsiteX11" fmla="*/ 485800 w 897487"/>
                    <a:gd name="connsiteY11" fmla="*/ 335583 h 951879"/>
                    <a:gd name="connsiteX12" fmla="*/ 134964 w 897487"/>
                    <a:gd name="connsiteY12" fmla="*/ 615708 h 951879"/>
                    <a:gd name="connsiteX13" fmla="*/ 61533 w 897487"/>
                    <a:gd name="connsiteY13" fmla="*/ 884953 h 951879"/>
                    <a:gd name="connsiteX14" fmla="*/ 398771 w 897487"/>
                    <a:gd name="connsiteY14" fmla="*/ 806083 h 951879"/>
                    <a:gd name="connsiteX15" fmla="*/ 529314 w 897487"/>
                    <a:gd name="connsiteY15" fmla="*/ 863196 h 951879"/>
                    <a:gd name="connsiteX16" fmla="*/ 782242 w 897487"/>
                    <a:gd name="connsiteY16" fmla="*/ 607549 h 951879"/>
                    <a:gd name="connsiteX17" fmla="*/ 580988 w 897487"/>
                    <a:gd name="connsiteY17" fmla="*/ 667381 h 9518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897487" h="951879">
                      <a:moveTo>
                        <a:pt x="580988" y="667381"/>
                      </a:moveTo>
                      <a:lnTo>
                        <a:pt x="409649" y="667381"/>
                      </a:lnTo>
                      <a:cubicBezTo>
                        <a:pt x="423248" y="667381"/>
                        <a:pt x="548352" y="561314"/>
                        <a:pt x="591866" y="525959"/>
                      </a:cubicBezTo>
                      <a:cubicBezTo>
                        <a:pt x="700653" y="433491"/>
                        <a:pt x="899188" y="297508"/>
                        <a:pt x="842075" y="123450"/>
                      </a:cubicBezTo>
                      <a:lnTo>
                        <a:pt x="842075" y="123450"/>
                      </a:lnTo>
                      <a:cubicBezTo>
                        <a:pt x="831197" y="82655"/>
                        <a:pt x="798560" y="58178"/>
                        <a:pt x="798560" y="58178"/>
                      </a:cubicBezTo>
                      <a:cubicBezTo>
                        <a:pt x="798560" y="58178"/>
                        <a:pt x="787682" y="90814"/>
                        <a:pt x="746887" y="107132"/>
                      </a:cubicBezTo>
                      <a:cubicBezTo>
                        <a:pt x="730569" y="109852"/>
                        <a:pt x="714251" y="115291"/>
                        <a:pt x="697933" y="115291"/>
                      </a:cubicBezTo>
                      <a:cubicBezTo>
                        <a:pt x="684334" y="115291"/>
                        <a:pt x="219273" y="115291"/>
                        <a:pt x="219273" y="115291"/>
                      </a:cubicBezTo>
                      <a:cubicBezTo>
                        <a:pt x="156721" y="115291"/>
                        <a:pt x="105048" y="166964"/>
                        <a:pt x="102328" y="224077"/>
                      </a:cubicBezTo>
                      <a:cubicBezTo>
                        <a:pt x="102328" y="283910"/>
                        <a:pt x="151282" y="332863"/>
                        <a:pt x="213834" y="332863"/>
                      </a:cubicBezTo>
                      <a:lnTo>
                        <a:pt x="485800" y="335583"/>
                      </a:lnTo>
                      <a:cubicBezTo>
                        <a:pt x="360695" y="406294"/>
                        <a:pt x="211114" y="487884"/>
                        <a:pt x="134964" y="615708"/>
                      </a:cubicBezTo>
                      <a:cubicBezTo>
                        <a:pt x="91449" y="689138"/>
                        <a:pt x="45215" y="800644"/>
                        <a:pt x="61533" y="884953"/>
                      </a:cubicBezTo>
                      <a:cubicBezTo>
                        <a:pt x="121366" y="830560"/>
                        <a:pt x="279106" y="778887"/>
                        <a:pt x="398771" y="806083"/>
                      </a:cubicBezTo>
                      <a:cubicBezTo>
                        <a:pt x="445005" y="814242"/>
                        <a:pt x="491239" y="838719"/>
                        <a:pt x="529314" y="863196"/>
                      </a:cubicBezTo>
                      <a:cubicBezTo>
                        <a:pt x="755046" y="1004618"/>
                        <a:pt x="891029" y="727213"/>
                        <a:pt x="782242" y="607549"/>
                      </a:cubicBezTo>
                      <a:cubicBezTo>
                        <a:pt x="784962" y="607549"/>
                        <a:pt x="722410" y="667381"/>
                        <a:pt x="580988" y="667381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20" name="Freeform: Shape 19">
                  <a:extLst>
                    <a:ext uri="{FF2B5EF4-FFF2-40B4-BE49-F238E27FC236}">
                      <a16:creationId xmlns:a16="http://schemas.microsoft.com/office/drawing/2014/main" id="{25FD08D5-FA49-B50E-35BA-6F9EC21727FB}"/>
                    </a:ext>
                  </a:extLst>
                </p:cNvPr>
                <p:cNvSpPr/>
                <p:nvPr/>
              </p:nvSpPr>
              <p:spPr>
                <a:xfrm>
                  <a:off x="2624650" y="1948442"/>
                  <a:ext cx="1903761" cy="1577400"/>
                </a:xfrm>
                <a:custGeom>
                  <a:avLst/>
                  <a:gdLst>
                    <a:gd name="connsiteX0" fmla="*/ 1559430 w 1903760"/>
                    <a:gd name="connsiteY0" fmla="*/ 1165078 h 1577399"/>
                    <a:gd name="connsiteX1" fmla="*/ 1369054 w 1903760"/>
                    <a:gd name="connsiteY1" fmla="*/ 593950 h 1577399"/>
                    <a:gd name="connsiteX2" fmla="*/ 1483279 w 1903760"/>
                    <a:gd name="connsiteY2" fmla="*/ 126170 h 1577399"/>
                    <a:gd name="connsiteX3" fmla="*/ 1311941 w 1903760"/>
                    <a:gd name="connsiteY3" fmla="*/ 58178 h 1577399"/>
                    <a:gd name="connsiteX4" fmla="*/ 1078050 w 1903760"/>
                    <a:gd name="connsiteY4" fmla="*/ 205040 h 1577399"/>
                    <a:gd name="connsiteX5" fmla="*/ 846879 w 1903760"/>
                    <a:gd name="connsiteY5" fmla="*/ 523239 h 1577399"/>
                    <a:gd name="connsiteX6" fmla="*/ 645624 w 1903760"/>
                    <a:gd name="connsiteY6" fmla="*/ 210479 h 1577399"/>
                    <a:gd name="connsiteX7" fmla="*/ 455248 w 1903760"/>
                    <a:gd name="connsiteY7" fmla="*/ 63617 h 1577399"/>
                    <a:gd name="connsiteX8" fmla="*/ 234956 w 1903760"/>
                    <a:gd name="connsiteY8" fmla="*/ 137048 h 1577399"/>
                    <a:gd name="connsiteX9" fmla="*/ 316546 w 1903760"/>
                    <a:gd name="connsiteY9" fmla="*/ 588511 h 1577399"/>
                    <a:gd name="connsiteX10" fmla="*/ 58178 w 1903760"/>
                    <a:gd name="connsiteY10" fmla="*/ 1072610 h 1577399"/>
                    <a:gd name="connsiteX11" fmla="*/ 474286 w 1903760"/>
                    <a:gd name="connsiteY11" fmla="*/ 1020936 h 1577399"/>
                    <a:gd name="connsiteX12" fmla="*/ 555876 w 1903760"/>
                    <a:gd name="connsiteY12" fmla="*/ 572193 h 1577399"/>
                    <a:gd name="connsiteX13" fmla="*/ 830561 w 1903760"/>
                    <a:gd name="connsiteY13" fmla="*/ 993740 h 1577399"/>
                    <a:gd name="connsiteX14" fmla="*/ 1140602 w 1903760"/>
                    <a:gd name="connsiteY14" fmla="*/ 574913 h 1577399"/>
                    <a:gd name="connsiteX15" fmla="*/ 1567589 w 1903760"/>
                    <a:gd name="connsiteY15" fmla="*/ 1526792 h 1577399"/>
                    <a:gd name="connsiteX16" fmla="*/ 1866751 w 1903760"/>
                    <a:gd name="connsiteY16" fmla="*/ 1322818 h 1577399"/>
                    <a:gd name="connsiteX17" fmla="*/ 1559430 w 1903760"/>
                    <a:gd name="connsiteY17" fmla="*/ 1165078 h 1577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1903760" h="1577399">
                      <a:moveTo>
                        <a:pt x="1559430" y="1165078"/>
                      </a:moveTo>
                      <a:cubicBezTo>
                        <a:pt x="1420727" y="1012777"/>
                        <a:pt x="1377213" y="762569"/>
                        <a:pt x="1369054" y="593950"/>
                      </a:cubicBezTo>
                      <a:cubicBezTo>
                        <a:pt x="1360895" y="449809"/>
                        <a:pt x="1369054" y="199600"/>
                        <a:pt x="1483279" y="126170"/>
                      </a:cubicBezTo>
                      <a:cubicBezTo>
                        <a:pt x="1445204" y="77216"/>
                        <a:pt x="1369054" y="58178"/>
                        <a:pt x="1311941" y="58178"/>
                      </a:cubicBezTo>
                      <a:cubicBezTo>
                        <a:pt x="1184117" y="58178"/>
                        <a:pt x="1121565" y="142488"/>
                        <a:pt x="1078050" y="205040"/>
                      </a:cubicBezTo>
                      <a:cubicBezTo>
                        <a:pt x="1064452" y="224077"/>
                        <a:pt x="846879" y="523239"/>
                        <a:pt x="846879" y="523239"/>
                      </a:cubicBezTo>
                      <a:cubicBezTo>
                        <a:pt x="846879" y="523239"/>
                        <a:pt x="667382" y="243115"/>
                        <a:pt x="645624" y="210479"/>
                      </a:cubicBezTo>
                      <a:cubicBezTo>
                        <a:pt x="615708" y="164245"/>
                        <a:pt x="555876" y="77216"/>
                        <a:pt x="455248" y="63617"/>
                      </a:cubicBezTo>
                      <a:cubicBezTo>
                        <a:pt x="411734" y="58178"/>
                        <a:pt x="297508" y="52739"/>
                        <a:pt x="234956" y="137048"/>
                      </a:cubicBezTo>
                      <a:cubicBezTo>
                        <a:pt x="341023" y="221357"/>
                        <a:pt x="338303" y="438930"/>
                        <a:pt x="316546" y="588511"/>
                      </a:cubicBezTo>
                      <a:cubicBezTo>
                        <a:pt x="248554" y="1031815"/>
                        <a:pt x="58178" y="1072610"/>
                        <a:pt x="58178" y="1072610"/>
                      </a:cubicBezTo>
                      <a:cubicBezTo>
                        <a:pt x="156086" y="1333696"/>
                        <a:pt x="403575" y="1230350"/>
                        <a:pt x="474286" y="1020936"/>
                      </a:cubicBezTo>
                      <a:cubicBezTo>
                        <a:pt x="520520" y="884953"/>
                        <a:pt x="550436" y="713615"/>
                        <a:pt x="555876" y="572193"/>
                      </a:cubicBezTo>
                      <a:lnTo>
                        <a:pt x="830561" y="993740"/>
                      </a:lnTo>
                      <a:cubicBezTo>
                        <a:pt x="830561" y="993740"/>
                        <a:pt x="1140602" y="574913"/>
                        <a:pt x="1140602" y="574913"/>
                      </a:cubicBezTo>
                      <a:cubicBezTo>
                        <a:pt x="1088929" y="1314659"/>
                        <a:pt x="1344577" y="1526792"/>
                        <a:pt x="1567589" y="1526792"/>
                      </a:cubicBezTo>
                      <a:cubicBezTo>
                        <a:pt x="1790601" y="1526792"/>
                        <a:pt x="1866751" y="1322818"/>
                        <a:pt x="1866751" y="1322818"/>
                      </a:cubicBezTo>
                      <a:cubicBezTo>
                        <a:pt x="1744367" y="1314659"/>
                        <a:pt x="1641019" y="1252107"/>
                        <a:pt x="1559430" y="1165078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21" name="Freeform: Shape 20">
                  <a:extLst>
                    <a:ext uri="{FF2B5EF4-FFF2-40B4-BE49-F238E27FC236}">
                      <a16:creationId xmlns:a16="http://schemas.microsoft.com/office/drawing/2014/main" id="{E590467F-B709-050A-C33F-BECE05D996DB}"/>
                    </a:ext>
                  </a:extLst>
                </p:cNvPr>
                <p:cNvSpPr/>
                <p:nvPr/>
              </p:nvSpPr>
              <p:spPr>
                <a:xfrm>
                  <a:off x="4792218" y="3234839"/>
                  <a:ext cx="271966" cy="652717"/>
                </a:xfrm>
                <a:custGeom>
                  <a:avLst/>
                  <a:gdLst>
                    <a:gd name="connsiteX0" fmla="*/ 88095 w 271965"/>
                    <a:gd name="connsiteY0" fmla="*/ 120730 h 652717"/>
                    <a:gd name="connsiteX1" fmla="*/ 93534 w 271965"/>
                    <a:gd name="connsiteY1" fmla="*/ 153366 h 652717"/>
                    <a:gd name="connsiteX2" fmla="*/ 93534 w 271965"/>
                    <a:gd name="connsiteY2" fmla="*/ 544997 h 652717"/>
                    <a:gd name="connsiteX3" fmla="*/ 156086 w 271965"/>
                    <a:gd name="connsiteY3" fmla="*/ 604829 h 652717"/>
                    <a:gd name="connsiteX4" fmla="*/ 221358 w 271965"/>
                    <a:gd name="connsiteY4" fmla="*/ 544997 h 652717"/>
                    <a:gd name="connsiteX5" fmla="*/ 221358 w 271965"/>
                    <a:gd name="connsiteY5" fmla="*/ 194161 h 652717"/>
                    <a:gd name="connsiteX6" fmla="*/ 210479 w 271965"/>
                    <a:gd name="connsiteY6" fmla="*/ 109852 h 652717"/>
                    <a:gd name="connsiteX7" fmla="*/ 118011 w 271965"/>
                    <a:gd name="connsiteY7" fmla="*/ 58178 h 652717"/>
                    <a:gd name="connsiteX8" fmla="*/ 58178 w 271965"/>
                    <a:gd name="connsiteY8" fmla="*/ 88094 h 652717"/>
                    <a:gd name="connsiteX9" fmla="*/ 88095 w 271965"/>
                    <a:gd name="connsiteY9" fmla="*/ 120730 h 652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71965" h="652717">
                      <a:moveTo>
                        <a:pt x="88095" y="120730"/>
                      </a:moveTo>
                      <a:cubicBezTo>
                        <a:pt x="90814" y="131609"/>
                        <a:pt x="90814" y="142487"/>
                        <a:pt x="93534" y="153366"/>
                      </a:cubicBezTo>
                      <a:cubicBezTo>
                        <a:pt x="93534" y="156086"/>
                        <a:pt x="93534" y="542277"/>
                        <a:pt x="93534" y="544997"/>
                      </a:cubicBezTo>
                      <a:cubicBezTo>
                        <a:pt x="93534" y="577632"/>
                        <a:pt x="123450" y="604829"/>
                        <a:pt x="156086" y="604829"/>
                      </a:cubicBezTo>
                      <a:cubicBezTo>
                        <a:pt x="188722" y="607548"/>
                        <a:pt x="221358" y="577632"/>
                        <a:pt x="221358" y="544997"/>
                      </a:cubicBezTo>
                      <a:cubicBezTo>
                        <a:pt x="221358" y="539557"/>
                        <a:pt x="221358" y="194161"/>
                        <a:pt x="221358" y="194161"/>
                      </a:cubicBezTo>
                      <a:cubicBezTo>
                        <a:pt x="221358" y="164245"/>
                        <a:pt x="224078" y="134329"/>
                        <a:pt x="210479" y="109852"/>
                      </a:cubicBezTo>
                      <a:cubicBezTo>
                        <a:pt x="196881" y="79935"/>
                        <a:pt x="158806" y="58178"/>
                        <a:pt x="118011" y="58178"/>
                      </a:cubicBezTo>
                      <a:cubicBezTo>
                        <a:pt x="79936" y="58178"/>
                        <a:pt x="58178" y="88094"/>
                        <a:pt x="58178" y="88094"/>
                      </a:cubicBezTo>
                      <a:cubicBezTo>
                        <a:pt x="58178" y="88094"/>
                        <a:pt x="77216" y="93534"/>
                        <a:pt x="88095" y="120730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22" name="Freeform: Shape 21">
                  <a:extLst>
                    <a:ext uri="{FF2B5EF4-FFF2-40B4-BE49-F238E27FC236}">
                      <a16:creationId xmlns:a16="http://schemas.microsoft.com/office/drawing/2014/main" id="{D8F2A173-0CC2-7A67-B9B0-7AFB30482FDA}"/>
                    </a:ext>
                  </a:extLst>
                </p:cNvPr>
                <p:cNvSpPr/>
                <p:nvPr/>
              </p:nvSpPr>
              <p:spPr>
                <a:xfrm>
                  <a:off x="8751819" y="3234667"/>
                  <a:ext cx="271966" cy="652717"/>
                </a:xfrm>
                <a:custGeom>
                  <a:avLst/>
                  <a:gdLst>
                    <a:gd name="connsiteX0" fmla="*/ 191663 w 271965"/>
                    <a:gd name="connsiteY0" fmla="*/ 542449 h 652717"/>
                    <a:gd name="connsiteX1" fmla="*/ 186224 w 271965"/>
                    <a:gd name="connsiteY1" fmla="*/ 509813 h 652717"/>
                    <a:gd name="connsiteX2" fmla="*/ 186224 w 271965"/>
                    <a:gd name="connsiteY2" fmla="*/ 118183 h 652717"/>
                    <a:gd name="connsiteX3" fmla="*/ 123672 w 271965"/>
                    <a:gd name="connsiteY3" fmla="*/ 58350 h 652717"/>
                    <a:gd name="connsiteX4" fmla="*/ 58400 w 271965"/>
                    <a:gd name="connsiteY4" fmla="*/ 118183 h 652717"/>
                    <a:gd name="connsiteX5" fmla="*/ 58400 w 271965"/>
                    <a:gd name="connsiteY5" fmla="*/ 469018 h 652717"/>
                    <a:gd name="connsiteX6" fmla="*/ 69279 w 271965"/>
                    <a:gd name="connsiteY6" fmla="*/ 553328 h 652717"/>
                    <a:gd name="connsiteX7" fmla="*/ 161747 w 271965"/>
                    <a:gd name="connsiteY7" fmla="*/ 605001 h 652717"/>
                    <a:gd name="connsiteX8" fmla="*/ 221580 w 271965"/>
                    <a:gd name="connsiteY8" fmla="*/ 575085 h 652717"/>
                    <a:gd name="connsiteX9" fmla="*/ 191663 w 271965"/>
                    <a:gd name="connsiteY9" fmla="*/ 542449 h 652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71965" h="652717">
                      <a:moveTo>
                        <a:pt x="191663" y="542449"/>
                      </a:moveTo>
                      <a:cubicBezTo>
                        <a:pt x="188944" y="531570"/>
                        <a:pt x="186224" y="520692"/>
                        <a:pt x="186224" y="509813"/>
                      </a:cubicBezTo>
                      <a:cubicBezTo>
                        <a:pt x="186224" y="507093"/>
                        <a:pt x="186224" y="120902"/>
                        <a:pt x="186224" y="118183"/>
                      </a:cubicBezTo>
                      <a:cubicBezTo>
                        <a:pt x="186224" y="85547"/>
                        <a:pt x="156308" y="58350"/>
                        <a:pt x="123672" y="58350"/>
                      </a:cubicBezTo>
                      <a:cubicBezTo>
                        <a:pt x="91036" y="55631"/>
                        <a:pt x="58400" y="85547"/>
                        <a:pt x="58400" y="118183"/>
                      </a:cubicBezTo>
                      <a:cubicBezTo>
                        <a:pt x="58400" y="123622"/>
                        <a:pt x="58400" y="469018"/>
                        <a:pt x="58400" y="469018"/>
                      </a:cubicBezTo>
                      <a:cubicBezTo>
                        <a:pt x="58400" y="498934"/>
                        <a:pt x="55680" y="528851"/>
                        <a:pt x="69279" y="553328"/>
                      </a:cubicBezTo>
                      <a:cubicBezTo>
                        <a:pt x="82877" y="583244"/>
                        <a:pt x="120953" y="605001"/>
                        <a:pt x="161747" y="605001"/>
                      </a:cubicBezTo>
                      <a:cubicBezTo>
                        <a:pt x="199822" y="605001"/>
                        <a:pt x="221580" y="575085"/>
                        <a:pt x="221580" y="575085"/>
                      </a:cubicBezTo>
                      <a:cubicBezTo>
                        <a:pt x="221580" y="575085"/>
                        <a:pt x="202542" y="566926"/>
                        <a:pt x="191663" y="542449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23" name="Freeform: Shape 22">
                  <a:extLst>
                    <a:ext uri="{FF2B5EF4-FFF2-40B4-BE49-F238E27FC236}">
                      <a16:creationId xmlns:a16="http://schemas.microsoft.com/office/drawing/2014/main" id="{3D5DB14C-82BB-E475-721A-11C3930B90D2}"/>
                    </a:ext>
                  </a:extLst>
                </p:cNvPr>
                <p:cNvSpPr/>
                <p:nvPr/>
              </p:nvSpPr>
              <p:spPr>
                <a:xfrm>
                  <a:off x="6320666" y="3416868"/>
                  <a:ext cx="435145" cy="462341"/>
                </a:xfrm>
                <a:custGeom>
                  <a:avLst/>
                  <a:gdLst>
                    <a:gd name="connsiteX0" fmla="*/ 302948 w 435145"/>
                    <a:gd name="connsiteY0" fmla="*/ 74684 h 462341"/>
                    <a:gd name="connsiteX1" fmla="*/ 186003 w 435145"/>
                    <a:gd name="connsiteY1" fmla="*/ 148115 h 462341"/>
                    <a:gd name="connsiteX2" fmla="*/ 186003 w 435145"/>
                    <a:gd name="connsiteY2" fmla="*/ 148115 h 462341"/>
                    <a:gd name="connsiteX3" fmla="*/ 186003 w 435145"/>
                    <a:gd name="connsiteY3" fmla="*/ 115479 h 462341"/>
                    <a:gd name="connsiteX4" fmla="*/ 123450 w 435145"/>
                    <a:gd name="connsiteY4" fmla="*/ 58366 h 462341"/>
                    <a:gd name="connsiteX5" fmla="*/ 58178 w 435145"/>
                    <a:gd name="connsiteY5" fmla="*/ 115479 h 462341"/>
                    <a:gd name="connsiteX6" fmla="*/ 58178 w 435145"/>
                    <a:gd name="connsiteY6" fmla="*/ 362967 h 462341"/>
                    <a:gd name="connsiteX7" fmla="*/ 120730 w 435145"/>
                    <a:gd name="connsiteY7" fmla="*/ 422800 h 462341"/>
                    <a:gd name="connsiteX8" fmla="*/ 186003 w 435145"/>
                    <a:gd name="connsiteY8" fmla="*/ 362967 h 462341"/>
                    <a:gd name="connsiteX9" fmla="*/ 186003 w 435145"/>
                    <a:gd name="connsiteY9" fmla="*/ 213386 h 462341"/>
                    <a:gd name="connsiteX10" fmla="*/ 186003 w 435145"/>
                    <a:gd name="connsiteY10" fmla="*/ 213386 h 462341"/>
                    <a:gd name="connsiteX11" fmla="*/ 229517 w 435145"/>
                    <a:gd name="connsiteY11" fmla="*/ 161713 h 462341"/>
                    <a:gd name="connsiteX12" fmla="*/ 259433 w 435145"/>
                    <a:gd name="connsiteY12" fmla="*/ 194349 h 462341"/>
                    <a:gd name="connsiteX13" fmla="*/ 259433 w 435145"/>
                    <a:gd name="connsiteY13" fmla="*/ 362967 h 462341"/>
                    <a:gd name="connsiteX14" fmla="*/ 321985 w 435145"/>
                    <a:gd name="connsiteY14" fmla="*/ 422800 h 462341"/>
                    <a:gd name="connsiteX15" fmla="*/ 387257 w 435145"/>
                    <a:gd name="connsiteY15" fmla="*/ 362967 h 462341"/>
                    <a:gd name="connsiteX16" fmla="*/ 387257 w 435145"/>
                    <a:gd name="connsiteY16" fmla="*/ 273219 h 462341"/>
                    <a:gd name="connsiteX17" fmla="*/ 302948 w 435145"/>
                    <a:gd name="connsiteY17" fmla="*/ 74684 h 4623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435145" h="462341">
                      <a:moveTo>
                        <a:pt x="302948" y="74684"/>
                      </a:moveTo>
                      <a:cubicBezTo>
                        <a:pt x="234956" y="74684"/>
                        <a:pt x="196881" y="131797"/>
                        <a:pt x="186003" y="148115"/>
                      </a:cubicBezTo>
                      <a:lnTo>
                        <a:pt x="186003" y="148115"/>
                      </a:lnTo>
                      <a:cubicBezTo>
                        <a:pt x="186003" y="129077"/>
                        <a:pt x="186003" y="115479"/>
                        <a:pt x="186003" y="115479"/>
                      </a:cubicBezTo>
                      <a:cubicBezTo>
                        <a:pt x="186003" y="82843"/>
                        <a:pt x="156086" y="58366"/>
                        <a:pt x="123450" y="58366"/>
                      </a:cubicBezTo>
                      <a:cubicBezTo>
                        <a:pt x="90814" y="55646"/>
                        <a:pt x="58178" y="82843"/>
                        <a:pt x="58178" y="115479"/>
                      </a:cubicBezTo>
                      <a:cubicBezTo>
                        <a:pt x="58178" y="120918"/>
                        <a:pt x="58178" y="360248"/>
                        <a:pt x="58178" y="362967"/>
                      </a:cubicBezTo>
                      <a:cubicBezTo>
                        <a:pt x="58178" y="395603"/>
                        <a:pt x="88095" y="422800"/>
                        <a:pt x="120730" y="422800"/>
                      </a:cubicBezTo>
                      <a:cubicBezTo>
                        <a:pt x="153366" y="425519"/>
                        <a:pt x="186003" y="395603"/>
                        <a:pt x="186003" y="362967"/>
                      </a:cubicBezTo>
                      <a:cubicBezTo>
                        <a:pt x="186003" y="360248"/>
                        <a:pt x="186003" y="281378"/>
                        <a:pt x="186003" y="213386"/>
                      </a:cubicBezTo>
                      <a:lnTo>
                        <a:pt x="186003" y="213386"/>
                      </a:lnTo>
                      <a:cubicBezTo>
                        <a:pt x="191442" y="186190"/>
                        <a:pt x="205040" y="161713"/>
                        <a:pt x="229517" y="161713"/>
                      </a:cubicBezTo>
                      <a:cubicBezTo>
                        <a:pt x="259433" y="161713"/>
                        <a:pt x="259433" y="194349"/>
                        <a:pt x="259433" y="194349"/>
                      </a:cubicBezTo>
                      <a:lnTo>
                        <a:pt x="259433" y="362967"/>
                      </a:lnTo>
                      <a:cubicBezTo>
                        <a:pt x="259433" y="395603"/>
                        <a:pt x="289349" y="422800"/>
                        <a:pt x="321985" y="422800"/>
                      </a:cubicBezTo>
                      <a:cubicBezTo>
                        <a:pt x="354621" y="425519"/>
                        <a:pt x="387257" y="395603"/>
                        <a:pt x="387257" y="362967"/>
                      </a:cubicBezTo>
                      <a:lnTo>
                        <a:pt x="387257" y="273219"/>
                      </a:lnTo>
                      <a:cubicBezTo>
                        <a:pt x="387257" y="183470"/>
                        <a:pt x="395416" y="71964"/>
                        <a:pt x="302948" y="74684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24" name="Freeform: Shape 23">
                  <a:extLst>
                    <a:ext uri="{FF2B5EF4-FFF2-40B4-BE49-F238E27FC236}">
                      <a16:creationId xmlns:a16="http://schemas.microsoft.com/office/drawing/2014/main" id="{2E6A7AD1-694E-5673-05FB-2E7621673DC9}"/>
                    </a:ext>
                  </a:extLst>
                </p:cNvPr>
                <p:cNvSpPr/>
                <p:nvPr/>
              </p:nvSpPr>
              <p:spPr>
                <a:xfrm>
                  <a:off x="7960620" y="3416868"/>
                  <a:ext cx="435145" cy="462341"/>
                </a:xfrm>
                <a:custGeom>
                  <a:avLst/>
                  <a:gdLst>
                    <a:gd name="connsiteX0" fmla="*/ 302948 w 435145"/>
                    <a:gd name="connsiteY0" fmla="*/ 74684 h 462341"/>
                    <a:gd name="connsiteX1" fmla="*/ 186002 w 435145"/>
                    <a:gd name="connsiteY1" fmla="*/ 148115 h 462341"/>
                    <a:gd name="connsiteX2" fmla="*/ 186002 w 435145"/>
                    <a:gd name="connsiteY2" fmla="*/ 148115 h 462341"/>
                    <a:gd name="connsiteX3" fmla="*/ 186002 w 435145"/>
                    <a:gd name="connsiteY3" fmla="*/ 115479 h 462341"/>
                    <a:gd name="connsiteX4" fmla="*/ 123450 w 435145"/>
                    <a:gd name="connsiteY4" fmla="*/ 58366 h 462341"/>
                    <a:gd name="connsiteX5" fmla="*/ 58178 w 435145"/>
                    <a:gd name="connsiteY5" fmla="*/ 115479 h 462341"/>
                    <a:gd name="connsiteX6" fmla="*/ 58178 w 435145"/>
                    <a:gd name="connsiteY6" fmla="*/ 362967 h 462341"/>
                    <a:gd name="connsiteX7" fmla="*/ 120730 w 435145"/>
                    <a:gd name="connsiteY7" fmla="*/ 422800 h 462341"/>
                    <a:gd name="connsiteX8" fmla="*/ 186002 w 435145"/>
                    <a:gd name="connsiteY8" fmla="*/ 362967 h 462341"/>
                    <a:gd name="connsiteX9" fmla="*/ 186002 w 435145"/>
                    <a:gd name="connsiteY9" fmla="*/ 213386 h 462341"/>
                    <a:gd name="connsiteX10" fmla="*/ 186002 w 435145"/>
                    <a:gd name="connsiteY10" fmla="*/ 213386 h 462341"/>
                    <a:gd name="connsiteX11" fmla="*/ 229517 w 435145"/>
                    <a:gd name="connsiteY11" fmla="*/ 161713 h 462341"/>
                    <a:gd name="connsiteX12" fmla="*/ 259433 w 435145"/>
                    <a:gd name="connsiteY12" fmla="*/ 194349 h 462341"/>
                    <a:gd name="connsiteX13" fmla="*/ 259433 w 435145"/>
                    <a:gd name="connsiteY13" fmla="*/ 362967 h 462341"/>
                    <a:gd name="connsiteX14" fmla="*/ 321985 w 435145"/>
                    <a:gd name="connsiteY14" fmla="*/ 422800 h 462341"/>
                    <a:gd name="connsiteX15" fmla="*/ 387257 w 435145"/>
                    <a:gd name="connsiteY15" fmla="*/ 362967 h 462341"/>
                    <a:gd name="connsiteX16" fmla="*/ 387257 w 435145"/>
                    <a:gd name="connsiteY16" fmla="*/ 273219 h 462341"/>
                    <a:gd name="connsiteX17" fmla="*/ 302948 w 435145"/>
                    <a:gd name="connsiteY17" fmla="*/ 74684 h 4623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435145" h="462341">
                      <a:moveTo>
                        <a:pt x="302948" y="74684"/>
                      </a:moveTo>
                      <a:cubicBezTo>
                        <a:pt x="234956" y="74684"/>
                        <a:pt x="196881" y="131797"/>
                        <a:pt x="186002" y="148115"/>
                      </a:cubicBezTo>
                      <a:lnTo>
                        <a:pt x="186002" y="148115"/>
                      </a:lnTo>
                      <a:cubicBezTo>
                        <a:pt x="186002" y="129077"/>
                        <a:pt x="186002" y="115479"/>
                        <a:pt x="186002" y="115479"/>
                      </a:cubicBezTo>
                      <a:cubicBezTo>
                        <a:pt x="186002" y="82843"/>
                        <a:pt x="156086" y="58366"/>
                        <a:pt x="123450" y="58366"/>
                      </a:cubicBezTo>
                      <a:cubicBezTo>
                        <a:pt x="90814" y="55646"/>
                        <a:pt x="58178" y="82843"/>
                        <a:pt x="58178" y="115479"/>
                      </a:cubicBezTo>
                      <a:cubicBezTo>
                        <a:pt x="58178" y="120918"/>
                        <a:pt x="58178" y="360248"/>
                        <a:pt x="58178" y="362967"/>
                      </a:cubicBezTo>
                      <a:cubicBezTo>
                        <a:pt x="58178" y="395603"/>
                        <a:pt x="88095" y="422800"/>
                        <a:pt x="120730" y="422800"/>
                      </a:cubicBezTo>
                      <a:cubicBezTo>
                        <a:pt x="153366" y="425519"/>
                        <a:pt x="186002" y="395603"/>
                        <a:pt x="186002" y="362967"/>
                      </a:cubicBezTo>
                      <a:cubicBezTo>
                        <a:pt x="186002" y="360248"/>
                        <a:pt x="186002" y="281378"/>
                        <a:pt x="186002" y="213386"/>
                      </a:cubicBezTo>
                      <a:lnTo>
                        <a:pt x="186002" y="213386"/>
                      </a:lnTo>
                      <a:cubicBezTo>
                        <a:pt x="191442" y="186190"/>
                        <a:pt x="205040" y="161713"/>
                        <a:pt x="229517" y="161713"/>
                      </a:cubicBezTo>
                      <a:cubicBezTo>
                        <a:pt x="259433" y="161713"/>
                        <a:pt x="259433" y="194349"/>
                        <a:pt x="259433" y="194349"/>
                      </a:cubicBezTo>
                      <a:lnTo>
                        <a:pt x="259433" y="362967"/>
                      </a:lnTo>
                      <a:cubicBezTo>
                        <a:pt x="259433" y="395603"/>
                        <a:pt x="289349" y="422800"/>
                        <a:pt x="321985" y="422800"/>
                      </a:cubicBezTo>
                      <a:cubicBezTo>
                        <a:pt x="354621" y="425519"/>
                        <a:pt x="387257" y="395603"/>
                        <a:pt x="387257" y="362967"/>
                      </a:cubicBezTo>
                      <a:lnTo>
                        <a:pt x="387257" y="273219"/>
                      </a:lnTo>
                      <a:cubicBezTo>
                        <a:pt x="384537" y="183470"/>
                        <a:pt x="395416" y="71964"/>
                        <a:pt x="302948" y="74684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25" name="Freeform: Shape 24">
                  <a:extLst>
                    <a:ext uri="{FF2B5EF4-FFF2-40B4-BE49-F238E27FC236}">
                      <a16:creationId xmlns:a16="http://schemas.microsoft.com/office/drawing/2014/main" id="{2CF0283A-DB62-2E5F-F905-5B8F323A2302}"/>
                    </a:ext>
                  </a:extLst>
                </p:cNvPr>
                <p:cNvSpPr/>
                <p:nvPr/>
              </p:nvSpPr>
              <p:spPr>
                <a:xfrm>
                  <a:off x="5020669" y="3416868"/>
                  <a:ext cx="435145" cy="462341"/>
                </a:xfrm>
                <a:custGeom>
                  <a:avLst/>
                  <a:gdLst>
                    <a:gd name="connsiteX0" fmla="*/ 302948 w 435145"/>
                    <a:gd name="connsiteY0" fmla="*/ 74684 h 462341"/>
                    <a:gd name="connsiteX1" fmla="*/ 186002 w 435145"/>
                    <a:gd name="connsiteY1" fmla="*/ 148115 h 462341"/>
                    <a:gd name="connsiteX2" fmla="*/ 186002 w 435145"/>
                    <a:gd name="connsiteY2" fmla="*/ 148115 h 462341"/>
                    <a:gd name="connsiteX3" fmla="*/ 186002 w 435145"/>
                    <a:gd name="connsiteY3" fmla="*/ 115479 h 462341"/>
                    <a:gd name="connsiteX4" fmla="*/ 123450 w 435145"/>
                    <a:gd name="connsiteY4" fmla="*/ 58366 h 462341"/>
                    <a:gd name="connsiteX5" fmla="*/ 58178 w 435145"/>
                    <a:gd name="connsiteY5" fmla="*/ 115479 h 462341"/>
                    <a:gd name="connsiteX6" fmla="*/ 58178 w 435145"/>
                    <a:gd name="connsiteY6" fmla="*/ 362967 h 462341"/>
                    <a:gd name="connsiteX7" fmla="*/ 120730 w 435145"/>
                    <a:gd name="connsiteY7" fmla="*/ 422800 h 462341"/>
                    <a:gd name="connsiteX8" fmla="*/ 186002 w 435145"/>
                    <a:gd name="connsiteY8" fmla="*/ 362967 h 462341"/>
                    <a:gd name="connsiteX9" fmla="*/ 186002 w 435145"/>
                    <a:gd name="connsiteY9" fmla="*/ 213386 h 462341"/>
                    <a:gd name="connsiteX10" fmla="*/ 186002 w 435145"/>
                    <a:gd name="connsiteY10" fmla="*/ 213386 h 462341"/>
                    <a:gd name="connsiteX11" fmla="*/ 229517 w 435145"/>
                    <a:gd name="connsiteY11" fmla="*/ 161713 h 462341"/>
                    <a:gd name="connsiteX12" fmla="*/ 259433 w 435145"/>
                    <a:gd name="connsiteY12" fmla="*/ 194349 h 462341"/>
                    <a:gd name="connsiteX13" fmla="*/ 259433 w 435145"/>
                    <a:gd name="connsiteY13" fmla="*/ 362967 h 462341"/>
                    <a:gd name="connsiteX14" fmla="*/ 321985 w 435145"/>
                    <a:gd name="connsiteY14" fmla="*/ 422800 h 462341"/>
                    <a:gd name="connsiteX15" fmla="*/ 387257 w 435145"/>
                    <a:gd name="connsiteY15" fmla="*/ 362967 h 462341"/>
                    <a:gd name="connsiteX16" fmla="*/ 387257 w 435145"/>
                    <a:gd name="connsiteY16" fmla="*/ 273219 h 462341"/>
                    <a:gd name="connsiteX17" fmla="*/ 302948 w 435145"/>
                    <a:gd name="connsiteY17" fmla="*/ 74684 h 4623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435145" h="462341">
                      <a:moveTo>
                        <a:pt x="302948" y="74684"/>
                      </a:moveTo>
                      <a:cubicBezTo>
                        <a:pt x="234956" y="74684"/>
                        <a:pt x="196881" y="131797"/>
                        <a:pt x="186002" y="148115"/>
                      </a:cubicBezTo>
                      <a:lnTo>
                        <a:pt x="186002" y="148115"/>
                      </a:lnTo>
                      <a:cubicBezTo>
                        <a:pt x="186002" y="129077"/>
                        <a:pt x="186002" y="115479"/>
                        <a:pt x="186002" y="115479"/>
                      </a:cubicBezTo>
                      <a:cubicBezTo>
                        <a:pt x="186002" y="82843"/>
                        <a:pt x="156086" y="58366"/>
                        <a:pt x="123450" y="58366"/>
                      </a:cubicBezTo>
                      <a:cubicBezTo>
                        <a:pt x="90814" y="55646"/>
                        <a:pt x="58178" y="82843"/>
                        <a:pt x="58178" y="115479"/>
                      </a:cubicBezTo>
                      <a:cubicBezTo>
                        <a:pt x="58178" y="120918"/>
                        <a:pt x="58178" y="360248"/>
                        <a:pt x="58178" y="362967"/>
                      </a:cubicBezTo>
                      <a:cubicBezTo>
                        <a:pt x="58178" y="395603"/>
                        <a:pt x="88094" y="422800"/>
                        <a:pt x="120730" y="422800"/>
                      </a:cubicBezTo>
                      <a:cubicBezTo>
                        <a:pt x="153366" y="425519"/>
                        <a:pt x="186002" y="395603"/>
                        <a:pt x="186002" y="362967"/>
                      </a:cubicBezTo>
                      <a:cubicBezTo>
                        <a:pt x="186002" y="360248"/>
                        <a:pt x="186002" y="281378"/>
                        <a:pt x="186002" y="213386"/>
                      </a:cubicBezTo>
                      <a:lnTo>
                        <a:pt x="186002" y="213386"/>
                      </a:lnTo>
                      <a:cubicBezTo>
                        <a:pt x="191442" y="186190"/>
                        <a:pt x="205040" y="161713"/>
                        <a:pt x="229517" y="161713"/>
                      </a:cubicBezTo>
                      <a:cubicBezTo>
                        <a:pt x="259433" y="161713"/>
                        <a:pt x="259433" y="194349"/>
                        <a:pt x="259433" y="194349"/>
                      </a:cubicBezTo>
                      <a:lnTo>
                        <a:pt x="259433" y="362967"/>
                      </a:lnTo>
                      <a:cubicBezTo>
                        <a:pt x="259433" y="395603"/>
                        <a:pt x="289349" y="422800"/>
                        <a:pt x="321985" y="422800"/>
                      </a:cubicBezTo>
                      <a:cubicBezTo>
                        <a:pt x="354621" y="425519"/>
                        <a:pt x="387257" y="395603"/>
                        <a:pt x="387257" y="362967"/>
                      </a:cubicBezTo>
                      <a:lnTo>
                        <a:pt x="387257" y="273219"/>
                      </a:lnTo>
                      <a:cubicBezTo>
                        <a:pt x="384537" y="183470"/>
                        <a:pt x="395416" y="71964"/>
                        <a:pt x="302948" y="74684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26" name="Freeform: Shape 25">
                  <a:extLst>
                    <a:ext uri="{FF2B5EF4-FFF2-40B4-BE49-F238E27FC236}">
                      <a16:creationId xmlns:a16="http://schemas.microsoft.com/office/drawing/2014/main" id="{A239F014-1F69-3167-0C37-2E3D824DF85C}"/>
                    </a:ext>
                  </a:extLst>
                </p:cNvPr>
                <p:cNvSpPr/>
                <p:nvPr/>
              </p:nvSpPr>
              <p:spPr>
                <a:xfrm>
                  <a:off x="7616289" y="3475234"/>
                  <a:ext cx="364436" cy="364434"/>
                </a:xfrm>
                <a:custGeom>
                  <a:avLst/>
                  <a:gdLst>
                    <a:gd name="connsiteX0" fmla="*/ 182218 w 364436"/>
                    <a:gd name="connsiteY0" fmla="*/ 73431 h 364434"/>
                    <a:gd name="connsiteX1" fmla="*/ 130544 w 364436"/>
                    <a:gd name="connsiteY1" fmla="*/ 179499 h 364434"/>
                    <a:gd name="connsiteX2" fmla="*/ 182218 w 364436"/>
                    <a:gd name="connsiteY2" fmla="*/ 285565 h 364434"/>
                    <a:gd name="connsiteX3" fmla="*/ 233891 w 364436"/>
                    <a:gd name="connsiteY3" fmla="*/ 179499 h 364434"/>
                    <a:gd name="connsiteX4" fmla="*/ 182218 w 364436"/>
                    <a:gd name="connsiteY4" fmla="*/ 73431 h 364434"/>
                    <a:gd name="connsiteX5" fmla="*/ 182219 w 364436"/>
                    <a:gd name="connsiteY5" fmla="*/ 0 h 364434"/>
                    <a:gd name="connsiteX6" fmla="*/ 364436 w 364436"/>
                    <a:gd name="connsiteY6" fmla="*/ 182217 h 364434"/>
                    <a:gd name="connsiteX7" fmla="*/ 182219 w 364436"/>
                    <a:gd name="connsiteY7" fmla="*/ 364434 h 364434"/>
                    <a:gd name="connsiteX8" fmla="*/ 0 w 364436"/>
                    <a:gd name="connsiteY8" fmla="*/ 182217 h 364434"/>
                    <a:gd name="connsiteX9" fmla="*/ 182219 w 364436"/>
                    <a:gd name="connsiteY9" fmla="*/ 0 h 3644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64436" h="364434">
                      <a:moveTo>
                        <a:pt x="182218" y="73431"/>
                      </a:moveTo>
                      <a:cubicBezTo>
                        <a:pt x="152302" y="76151"/>
                        <a:pt x="130544" y="114226"/>
                        <a:pt x="130544" y="179499"/>
                      </a:cubicBezTo>
                      <a:cubicBezTo>
                        <a:pt x="130544" y="244770"/>
                        <a:pt x="146862" y="285565"/>
                        <a:pt x="182218" y="285565"/>
                      </a:cubicBezTo>
                      <a:cubicBezTo>
                        <a:pt x="217573" y="285565"/>
                        <a:pt x="233891" y="247490"/>
                        <a:pt x="233891" y="179499"/>
                      </a:cubicBezTo>
                      <a:cubicBezTo>
                        <a:pt x="233891" y="114226"/>
                        <a:pt x="212134" y="73431"/>
                        <a:pt x="182218" y="73431"/>
                      </a:cubicBezTo>
                      <a:close/>
                      <a:moveTo>
                        <a:pt x="182219" y="0"/>
                      </a:moveTo>
                      <a:cubicBezTo>
                        <a:pt x="282846" y="0"/>
                        <a:pt x="364436" y="81590"/>
                        <a:pt x="364436" y="182217"/>
                      </a:cubicBezTo>
                      <a:cubicBezTo>
                        <a:pt x="364436" y="282844"/>
                        <a:pt x="282846" y="364434"/>
                        <a:pt x="182219" y="364434"/>
                      </a:cubicBezTo>
                      <a:cubicBezTo>
                        <a:pt x="81591" y="364434"/>
                        <a:pt x="0" y="282844"/>
                        <a:pt x="0" y="182217"/>
                      </a:cubicBezTo>
                      <a:cubicBezTo>
                        <a:pt x="0" y="81590"/>
                        <a:pt x="81591" y="0"/>
                        <a:pt x="182219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27" name="Freeform: Shape 26">
                  <a:extLst>
                    <a:ext uri="{FF2B5EF4-FFF2-40B4-BE49-F238E27FC236}">
                      <a16:creationId xmlns:a16="http://schemas.microsoft.com/office/drawing/2014/main" id="{78FBC329-2F15-E5A6-2F82-E87695BFBDF8}"/>
                    </a:ext>
                  </a:extLst>
                </p:cNvPr>
                <p:cNvSpPr/>
                <p:nvPr/>
              </p:nvSpPr>
              <p:spPr>
                <a:xfrm>
                  <a:off x="6743101" y="3464184"/>
                  <a:ext cx="372773" cy="375657"/>
                </a:xfrm>
                <a:custGeom>
                  <a:avLst/>
                  <a:gdLst>
                    <a:gd name="connsiteX0" fmla="*/ 176958 w 372773"/>
                    <a:gd name="connsiteY0" fmla="*/ 98080 h 375657"/>
                    <a:gd name="connsiteX1" fmla="*/ 125284 w 372773"/>
                    <a:gd name="connsiteY1" fmla="*/ 190548 h 375657"/>
                    <a:gd name="connsiteX2" fmla="*/ 176958 w 372773"/>
                    <a:gd name="connsiteY2" fmla="*/ 283017 h 375657"/>
                    <a:gd name="connsiteX3" fmla="*/ 228631 w 372773"/>
                    <a:gd name="connsiteY3" fmla="*/ 190548 h 375657"/>
                    <a:gd name="connsiteX4" fmla="*/ 176958 w 372773"/>
                    <a:gd name="connsiteY4" fmla="*/ 98080 h 375657"/>
                    <a:gd name="connsiteX5" fmla="*/ 307501 w 372773"/>
                    <a:gd name="connsiteY5" fmla="*/ 172 h 375657"/>
                    <a:gd name="connsiteX6" fmla="*/ 372773 w 372773"/>
                    <a:gd name="connsiteY6" fmla="*/ 62724 h 375657"/>
                    <a:gd name="connsiteX7" fmla="*/ 372773 w 372773"/>
                    <a:gd name="connsiteY7" fmla="*/ 312934 h 375657"/>
                    <a:gd name="connsiteX8" fmla="*/ 302061 w 372773"/>
                    <a:gd name="connsiteY8" fmla="*/ 375486 h 375657"/>
                    <a:gd name="connsiteX9" fmla="*/ 239509 w 372773"/>
                    <a:gd name="connsiteY9" fmla="*/ 326532 h 375657"/>
                    <a:gd name="connsiteX10" fmla="*/ 179677 w 372773"/>
                    <a:gd name="connsiteY10" fmla="*/ 370046 h 375657"/>
                    <a:gd name="connsiteX11" fmla="*/ 70890 w 372773"/>
                    <a:gd name="connsiteY11" fmla="*/ 353728 h 375657"/>
                    <a:gd name="connsiteX12" fmla="*/ 128003 w 372773"/>
                    <a:gd name="connsiteY12" fmla="*/ 11051 h 375657"/>
                    <a:gd name="connsiteX13" fmla="*/ 236790 w 372773"/>
                    <a:gd name="connsiteY13" fmla="*/ 70883 h 375657"/>
                    <a:gd name="connsiteX14" fmla="*/ 236790 w 372773"/>
                    <a:gd name="connsiteY14" fmla="*/ 62724 h 375657"/>
                    <a:gd name="connsiteX15" fmla="*/ 307501 w 372773"/>
                    <a:gd name="connsiteY15" fmla="*/ 172 h 3756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773" h="375657">
                      <a:moveTo>
                        <a:pt x="176958" y="98080"/>
                      </a:moveTo>
                      <a:cubicBezTo>
                        <a:pt x="147042" y="100800"/>
                        <a:pt x="125284" y="133436"/>
                        <a:pt x="125284" y="190548"/>
                      </a:cubicBezTo>
                      <a:cubicBezTo>
                        <a:pt x="125284" y="247661"/>
                        <a:pt x="141602" y="283017"/>
                        <a:pt x="176958" y="283017"/>
                      </a:cubicBezTo>
                      <a:cubicBezTo>
                        <a:pt x="212314" y="283017"/>
                        <a:pt x="228631" y="247661"/>
                        <a:pt x="228631" y="190548"/>
                      </a:cubicBezTo>
                      <a:cubicBezTo>
                        <a:pt x="228631" y="133436"/>
                        <a:pt x="206874" y="98080"/>
                        <a:pt x="176958" y="98080"/>
                      </a:cubicBezTo>
                      <a:close/>
                      <a:moveTo>
                        <a:pt x="307501" y="172"/>
                      </a:moveTo>
                      <a:cubicBezTo>
                        <a:pt x="340137" y="172"/>
                        <a:pt x="372773" y="30088"/>
                        <a:pt x="372773" y="62724"/>
                      </a:cubicBezTo>
                      <a:cubicBezTo>
                        <a:pt x="372773" y="65444"/>
                        <a:pt x="372773" y="307494"/>
                        <a:pt x="372773" y="312934"/>
                      </a:cubicBezTo>
                      <a:cubicBezTo>
                        <a:pt x="370053" y="348289"/>
                        <a:pt x="337417" y="378205"/>
                        <a:pt x="302061" y="375486"/>
                      </a:cubicBezTo>
                      <a:cubicBezTo>
                        <a:pt x="274865" y="372766"/>
                        <a:pt x="247668" y="353728"/>
                        <a:pt x="239509" y="326532"/>
                      </a:cubicBezTo>
                      <a:cubicBezTo>
                        <a:pt x="225911" y="348289"/>
                        <a:pt x="198715" y="364607"/>
                        <a:pt x="179677" y="370046"/>
                      </a:cubicBezTo>
                      <a:cubicBezTo>
                        <a:pt x="147041" y="378205"/>
                        <a:pt x="100807" y="372766"/>
                        <a:pt x="70890" y="353728"/>
                      </a:cubicBezTo>
                      <a:cubicBezTo>
                        <a:pt x="-35177" y="285737"/>
                        <a:pt x="-27018" y="11051"/>
                        <a:pt x="128003" y="11051"/>
                      </a:cubicBezTo>
                      <a:cubicBezTo>
                        <a:pt x="185116" y="11051"/>
                        <a:pt x="220471" y="49126"/>
                        <a:pt x="236790" y="70883"/>
                      </a:cubicBezTo>
                      <a:cubicBezTo>
                        <a:pt x="236790" y="70883"/>
                        <a:pt x="236790" y="65444"/>
                        <a:pt x="236790" y="62724"/>
                      </a:cubicBezTo>
                      <a:cubicBezTo>
                        <a:pt x="239509" y="27369"/>
                        <a:pt x="272145" y="-2547"/>
                        <a:pt x="307501" y="172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28" name="Freeform: Shape 27">
                  <a:extLst>
                    <a:ext uri="{FF2B5EF4-FFF2-40B4-BE49-F238E27FC236}">
                      <a16:creationId xmlns:a16="http://schemas.microsoft.com/office/drawing/2014/main" id="{5214E3DD-6660-223E-45EC-8F1C16F699BA}"/>
                    </a:ext>
                  </a:extLst>
                </p:cNvPr>
                <p:cNvSpPr/>
                <p:nvPr/>
              </p:nvSpPr>
              <p:spPr>
                <a:xfrm>
                  <a:off x="8380335" y="3464184"/>
                  <a:ext cx="372772" cy="375657"/>
                </a:xfrm>
                <a:custGeom>
                  <a:avLst/>
                  <a:gdLst>
                    <a:gd name="connsiteX0" fmla="*/ 176957 w 372772"/>
                    <a:gd name="connsiteY0" fmla="*/ 98080 h 375657"/>
                    <a:gd name="connsiteX1" fmla="*/ 125282 w 372772"/>
                    <a:gd name="connsiteY1" fmla="*/ 190548 h 375657"/>
                    <a:gd name="connsiteX2" fmla="*/ 176957 w 372772"/>
                    <a:gd name="connsiteY2" fmla="*/ 283017 h 375657"/>
                    <a:gd name="connsiteX3" fmla="*/ 228630 w 372772"/>
                    <a:gd name="connsiteY3" fmla="*/ 190548 h 375657"/>
                    <a:gd name="connsiteX4" fmla="*/ 176957 w 372772"/>
                    <a:gd name="connsiteY4" fmla="*/ 98080 h 375657"/>
                    <a:gd name="connsiteX5" fmla="*/ 307501 w 372772"/>
                    <a:gd name="connsiteY5" fmla="*/ 172 h 375657"/>
                    <a:gd name="connsiteX6" fmla="*/ 372772 w 372772"/>
                    <a:gd name="connsiteY6" fmla="*/ 62724 h 375657"/>
                    <a:gd name="connsiteX7" fmla="*/ 372772 w 372772"/>
                    <a:gd name="connsiteY7" fmla="*/ 312934 h 375657"/>
                    <a:gd name="connsiteX8" fmla="*/ 302062 w 372772"/>
                    <a:gd name="connsiteY8" fmla="*/ 375486 h 375657"/>
                    <a:gd name="connsiteX9" fmla="*/ 239509 w 372772"/>
                    <a:gd name="connsiteY9" fmla="*/ 326532 h 375657"/>
                    <a:gd name="connsiteX10" fmla="*/ 179677 w 372772"/>
                    <a:gd name="connsiteY10" fmla="*/ 370046 h 375657"/>
                    <a:gd name="connsiteX11" fmla="*/ 70890 w 372772"/>
                    <a:gd name="connsiteY11" fmla="*/ 353728 h 375657"/>
                    <a:gd name="connsiteX12" fmla="*/ 128002 w 372772"/>
                    <a:gd name="connsiteY12" fmla="*/ 11051 h 375657"/>
                    <a:gd name="connsiteX13" fmla="*/ 236790 w 372772"/>
                    <a:gd name="connsiteY13" fmla="*/ 70883 h 375657"/>
                    <a:gd name="connsiteX14" fmla="*/ 236790 w 372772"/>
                    <a:gd name="connsiteY14" fmla="*/ 62724 h 375657"/>
                    <a:gd name="connsiteX15" fmla="*/ 307501 w 372772"/>
                    <a:gd name="connsiteY15" fmla="*/ 172 h 3756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772" h="375657">
                      <a:moveTo>
                        <a:pt x="176957" y="98080"/>
                      </a:moveTo>
                      <a:cubicBezTo>
                        <a:pt x="147039" y="100800"/>
                        <a:pt x="125282" y="133436"/>
                        <a:pt x="125282" y="190548"/>
                      </a:cubicBezTo>
                      <a:cubicBezTo>
                        <a:pt x="125282" y="247661"/>
                        <a:pt x="141600" y="283017"/>
                        <a:pt x="176957" y="283017"/>
                      </a:cubicBezTo>
                      <a:cubicBezTo>
                        <a:pt x="212312" y="283017"/>
                        <a:pt x="228630" y="247661"/>
                        <a:pt x="228630" y="190548"/>
                      </a:cubicBezTo>
                      <a:cubicBezTo>
                        <a:pt x="228630" y="133436"/>
                        <a:pt x="206873" y="98080"/>
                        <a:pt x="176957" y="98080"/>
                      </a:cubicBezTo>
                      <a:close/>
                      <a:moveTo>
                        <a:pt x="307501" y="172"/>
                      </a:moveTo>
                      <a:cubicBezTo>
                        <a:pt x="340137" y="172"/>
                        <a:pt x="372772" y="30088"/>
                        <a:pt x="372772" y="62724"/>
                      </a:cubicBezTo>
                      <a:cubicBezTo>
                        <a:pt x="372772" y="65444"/>
                        <a:pt x="372772" y="307494"/>
                        <a:pt x="372772" y="312934"/>
                      </a:cubicBezTo>
                      <a:cubicBezTo>
                        <a:pt x="370053" y="348289"/>
                        <a:pt x="337417" y="378205"/>
                        <a:pt x="302062" y="375486"/>
                      </a:cubicBezTo>
                      <a:cubicBezTo>
                        <a:pt x="274865" y="372766"/>
                        <a:pt x="247668" y="353728"/>
                        <a:pt x="239509" y="326532"/>
                      </a:cubicBezTo>
                      <a:cubicBezTo>
                        <a:pt x="228630" y="348289"/>
                        <a:pt x="198714" y="364607"/>
                        <a:pt x="179677" y="370046"/>
                      </a:cubicBezTo>
                      <a:cubicBezTo>
                        <a:pt x="147040" y="378205"/>
                        <a:pt x="100806" y="372766"/>
                        <a:pt x="70890" y="353728"/>
                      </a:cubicBezTo>
                      <a:cubicBezTo>
                        <a:pt x="-35177" y="285737"/>
                        <a:pt x="-27018" y="11051"/>
                        <a:pt x="128002" y="11051"/>
                      </a:cubicBezTo>
                      <a:cubicBezTo>
                        <a:pt x="185116" y="11051"/>
                        <a:pt x="220472" y="49126"/>
                        <a:pt x="236790" y="70883"/>
                      </a:cubicBezTo>
                      <a:cubicBezTo>
                        <a:pt x="236790" y="70883"/>
                        <a:pt x="236790" y="65444"/>
                        <a:pt x="236790" y="62724"/>
                      </a:cubicBezTo>
                      <a:cubicBezTo>
                        <a:pt x="239509" y="27369"/>
                        <a:pt x="272145" y="-2547"/>
                        <a:pt x="307501" y="172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29" name="Freeform: Shape 28">
                  <a:extLst>
                    <a:ext uri="{FF2B5EF4-FFF2-40B4-BE49-F238E27FC236}">
                      <a16:creationId xmlns:a16="http://schemas.microsoft.com/office/drawing/2014/main" id="{CDEFC459-56AA-6FBD-C660-DEAF63A9A3F5}"/>
                    </a:ext>
                  </a:extLst>
                </p:cNvPr>
                <p:cNvSpPr/>
                <p:nvPr/>
              </p:nvSpPr>
              <p:spPr>
                <a:xfrm>
                  <a:off x="7389492" y="3444253"/>
                  <a:ext cx="217573" cy="435145"/>
                </a:xfrm>
                <a:custGeom>
                  <a:avLst/>
                  <a:gdLst>
                    <a:gd name="connsiteX0" fmla="*/ 186002 w 217572"/>
                    <a:gd name="connsiteY0" fmla="*/ 118011 h 435144"/>
                    <a:gd name="connsiteX1" fmla="*/ 128890 w 217572"/>
                    <a:gd name="connsiteY1" fmla="*/ 58178 h 435144"/>
                    <a:gd name="connsiteX2" fmla="*/ 123450 w 217572"/>
                    <a:gd name="connsiteY2" fmla="*/ 58178 h 435144"/>
                    <a:gd name="connsiteX3" fmla="*/ 58178 w 217572"/>
                    <a:gd name="connsiteY3" fmla="*/ 115291 h 435144"/>
                    <a:gd name="connsiteX4" fmla="*/ 58178 w 217572"/>
                    <a:gd name="connsiteY4" fmla="*/ 232236 h 435144"/>
                    <a:gd name="connsiteX5" fmla="*/ 58178 w 217572"/>
                    <a:gd name="connsiteY5" fmla="*/ 232236 h 435144"/>
                    <a:gd name="connsiteX6" fmla="*/ 58178 w 217572"/>
                    <a:gd name="connsiteY6" fmla="*/ 335583 h 435144"/>
                    <a:gd name="connsiteX7" fmla="*/ 115291 w 217572"/>
                    <a:gd name="connsiteY7" fmla="*/ 395415 h 435144"/>
                    <a:gd name="connsiteX8" fmla="*/ 120730 w 217572"/>
                    <a:gd name="connsiteY8" fmla="*/ 395415 h 435144"/>
                    <a:gd name="connsiteX9" fmla="*/ 186002 w 217572"/>
                    <a:gd name="connsiteY9" fmla="*/ 338303 h 435144"/>
                    <a:gd name="connsiteX10" fmla="*/ 186002 w 217572"/>
                    <a:gd name="connsiteY10" fmla="*/ 240395 h 435144"/>
                    <a:gd name="connsiteX11" fmla="*/ 186002 w 217572"/>
                    <a:gd name="connsiteY11" fmla="*/ 240395 h 435144"/>
                    <a:gd name="connsiteX12" fmla="*/ 186002 w 217572"/>
                    <a:gd name="connsiteY12" fmla="*/ 118011 h 4351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17572" h="435144">
                      <a:moveTo>
                        <a:pt x="186002" y="118011"/>
                      </a:moveTo>
                      <a:cubicBezTo>
                        <a:pt x="183283" y="85375"/>
                        <a:pt x="158806" y="60898"/>
                        <a:pt x="128890" y="58178"/>
                      </a:cubicBezTo>
                      <a:cubicBezTo>
                        <a:pt x="126170" y="58178"/>
                        <a:pt x="126170" y="58178"/>
                        <a:pt x="123450" y="58178"/>
                      </a:cubicBezTo>
                      <a:cubicBezTo>
                        <a:pt x="96254" y="58178"/>
                        <a:pt x="58178" y="82655"/>
                        <a:pt x="58178" y="115291"/>
                      </a:cubicBezTo>
                      <a:lnTo>
                        <a:pt x="58178" y="232236"/>
                      </a:lnTo>
                      <a:lnTo>
                        <a:pt x="58178" y="232236"/>
                      </a:lnTo>
                      <a:cubicBezTo>
                        <a:pt x="58178" y="270311"/>
                        <a:pt x="58178" y="335583"/>
                        <a:pt x="58178" y="335583"/>
                      </a:cubicBezTo>
                      <a:cubicBezTo>
                        <a:pt x="60898" y="368219"/>
                        <a:pt x="85375" y="392696"/>
                        <a:pt x="115291" y="395415"/>
                      </a:cubicBezTo>
                      <a:cubicBezTo>
                        <a:pt x="118011" y="395415"/>
                        <a:pt x="118011" y="395415"/>
                        <a:pt x="120730" y="395415"/>
                      </a:cubicBezTo>
                      <a:cubicBezTo>
                        <a:pt x="147927" y="395415"/>
                        <a:pt x="186002" y="370938"/>
                        <a:pt x="186002" y="338303"/>
                      </a:cubicBezTo>
                      <a:lnTo>
                        <a:pt x="186002" y="240395"/>
                      </a:lnTo>
                      <a:lnTo>
                        <a:pt x="186002" y="240395"/>
                      </a:lnTo>
                      <a:cubicBezTo>
                        <a:pt x="186002" y="202320"/>
                        <a:pt x="186002" y="118011"/>
                        <a:pt x="186002" y="118011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30" name="Freeform: Shape 29">
                  <a:extLst>
                    <a:ext uri="{FF2B5EF4-FFF2-40B4-BE49-F238E27FC236}">
                      <a16:creationId xmlns:a16="http://schemas.microsoft.com/office/drawing/2014/main" id="{576679E0-239C-F5AC-44EC-12662FA088AD}"/>
                    </a:ext>
                  </a:extLst>
                </p:cNvPr>
                <p:cNvSpPr/>
                <p:nvPr/>
              </p:nvSpPr>
              <p:spPr>
                <a:xfrm>
                  <a:off x="7392212" y="3280901"/>
                  <a:ext cx="217573" cy="217572"/>
                </a:xfrm>
                <a:custGeom>
                  <a:avLst/>
                  <a:gdLst>
                    <a:gd name="connsiteX0" fmla="*/ 183282 w 217572"/>
                    <a:gd name="connsiteY0" fmla="*/ 120902 h 217572"/>
                    <a:gd name="connsiteX1" fmla="*/ 120730 w 217572"/>
                    <a:gd name="connsiteY1" fmla="*/ 183454 h 217572"/>
                    <a:gd name="connsiteX2" fmla="*/ 58178 w 217572"/>
                    <a:gd name="connsiteY2" fmla="*/ 120902 h 217572"/>
                    <a:gd name="connsiteX3" fmla="*/ 120730 w 217572"/>
                    <a:gd name="connsiteY3" fmla="*/ 58350 h 217572"/>
                    <a:gd name="connsiteX4" fmla="*/ 183282 w 217572"/>
                    <a:gd name="connsiteY4" fmla="*/ 120902 h 2175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7572" h="217572">
                      <a:moveTo>
                        <a:pt x="183282" y="120902"/>
                      </a:moveTo>
                      <a:cubicBezTo>
                        <a:pt x="183282" y="156258"/>
                        <a:pt x="156086" y="183454"/>
                        <a:pt x="120730" y="183454"/>
                      </a:cubicBezTo>
                      <a:cubicBezTo>
                        <a:pt x="85375" y="183454"/>
                        <a:pt x="58178" y="156258"/>
                        <a:pt x="58178" y="120902"/>
                      </a:cubicBezTo>
                      <a:cubicBezTo>
                        <a:pt x="58178" y="85547"/>
                        <a:pt x="85375" y="58350"/>
                        <a:pt x="120730" y="58350"/>
                      </a:cubicBezTo>
                      <a:cubicBezTo>
                        <a:pt x="153366" y="55630"/>
                        <a:pt x="183282" y="85547"/>
                        <a:pt x="183282" y="120902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31" name="Freeform: Shape 30">
                  <a:extLst>
                    <a:ext uri="{FF2B5EF4-FFF2-40B4-BE49-F238E27FC236}">
                      <a16:creationId xmlns:a16="http://schemas.microsoft.com/office/drawing/2014/main" id="{877E08C0-6AB7-3923-4B79-E522CB2A233D}"/>
                    </a:ext>
                  </a:extLst>
                </p:cNvPr>
                <p:cNvSpPr/>
                <p:nvPr/>
              </p:nvSpPr>
              <p:spPr>
                <a:xfrm>
                  <a:off x="6005186" y="3416884"/>
                  <a:ext cx="380752" cy="462341"/>
                </a:xfrm>
                <a:custGeom>
                  <a:avLst/>
                  <a:gdLst>
                    <a:gd name="connsiteX0" fmla="*/ 270312 w 380752"/>
                    <a:gd name="connsiteY0" fmla="*/ 69229 h 462341"/>
                    <a:gd name="connsiteX1" fmla="*/ 188722 w 380752"/>
                    <a:gd name="connsiteY1" fmla="*/ 134501 h 462341"/>
                    <a:gd name="connsiteX2" fmla="*/ 188722 w 380752"/>
                    <a:gd name="connsiteY2" fmla="*/ 118183 h 462341"/>
                    <a:gd name="connsiteX3" fmla="*/ 126170 w 380752"/>
                    <a:gd name="connsiteY3" fmla="*/ 58350 h 462341"/>
                    <a:gd name="connsiteX4" fmla="*/ 58178 w 380752"/>
                    <a:gd name="connsiteY4" fmla="*/ 118183 h 462341"/>
                    <a:gd name="connsiteX5" fmla="*/ 58178 w 380752"/>
                    <a:gd name="connsiteY5" fmla="*/ 210651 h 462341"/>
                    <a:gd name="connsiteX6" fmla="*/ 58178 w 380752"/>
                    <a:gd name="connsiteY6" fmla="*/ 365671 h 462341"/>
                    <a:gd name="connsiteX7" fmla="*/ 58178 w 380752"/>
                    <a:gd name="connsiteY7" fmla="*/ 365671 h 462341"/>
                    <a:gd name="connsiteX8" fmla="*/ 120730 w 380752"/>
                    <a:gd name="connsiteY8" fmla="*/ 425504 h 462341"/>
                    <a:gd name="connsiteX9" fmla="*/ 186002 w 380752"/>
                    <a:gd name="connsiteY9" fmla="*/ 365671 h 462341"/>
                    <a:gd name="connsiteX10" fmla="*/ 186002 w 380752"/>
                    <a:gd name="connsiteY10" fmla="*/ 365671 h 462341"/>
                    <a:gd name="connsiteX11" fmla="*/ 186002 w 380752"/>
                    <a:gd name="connsiteY11" fmla="*/ 210651 h 462341"/>
                    <a:gd name="connsiteX12" fmla="*/ 215919 w 380752"/>
                    <a:gd name="connsiteY12" fmla="*/ 158978 h 462341"/>
                    <a:gd name="connsiteX13" fmla="*/ 275751 w 380752"/>
                    <a:gd name="connsiteY13" fmla="*/ 221530 h 462341"/>
                    <a:gd name="connsiteX14" fmla="*/ 270312 w 380752"/>
                    <a:gd name="connsiteY14" fmla="*/ 69229 h 4623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80752" h="462341">
                      <a:moveTo>
                        <a:pt x="270312" y="69229"/>
                      </a:moveTo>
                      <a:cubicBezTo>
                        <a:pt x="232236" y="71949"/>
                        <a:pt x="213199" y="99145"/>
                        <a:pt x="188722" y="134501"/>
                      </a:cubicBezTo>
                      <a:cubicBezTo>
                        <a:pt x="188722" y="134501"/>
                        <a:pt x="188722" y="118183"/>
                        <a:pt x="188722" y="118183"/>
                      </a:cubicBezTo>
                      <a:cubicBezTo>
                        <a:pt x="188722" y="85547"/>
                        <a:pt x="158806" y="58350"/>
                        <a:pt x="126170" y="58350"/>
                      </a:cubicBezTo>
                      <a:cubicBezTo>
                        <a:pt x="93534" y="55631"/>
                        <a:pt x="60898" y="85547"/>
                        <a:pt x="58178" y="118183"/>
                      </a:cubicBezTo>
                      <a:lnTo>
                        <a:pt x="58178" y="210651"/>
                      </a:lnTo>
                      <a:lnTo>
                        <a:pt x="58178" y="365671"/>
                      </a:lnTo>
                      <a:lnTo>
                        <a:pt x="58178" y="365671"/>
                      </a:lnTo>
                      <a:cubicBezTo>
                        <a:pt x="58178" y="398307"/>
                        <a:pt x="88094" y="425504"/>
                        <a:pt x="120730" y="425504"/>
                      </a:cubicBezTo>
                      <a:cubicBezTo>
                        <a:pt x="153366" y="428224"/>
                        <a:pt x="186002" y="398307"/>
                        <a:pt x="186002" y="365671"/>
                      </a:cubicBezTo>
                      <a:lnTo>
                        <a:pt x="186002" y="365671"/>
                      </a:lnTo>
                      <a:lnTo>
                        <a:pt x="186002" y="210651"/>
                      </a:lnTo>
                      <a:cubicBezTo>
                        <a:pt x="188722" y="188894"/>
                        <a:pt x="196881" y="158978"/>
                        <a:pt x="215919" y="158978"/>
                      </a:cubicBezTo>
                      <a:cubicBezTo>
                        <a:pt x="243115" y="158978"/>
                        <a:pt x="215919" y="221530"/>
                        <a:pt x="275751" y="221530"/>
                      </a:cubicBezTo>
                      <a:cubicBezTo>
                        <a:pt x="362780" y="221530"/>
                        <a:pt x="373658" y="63790"/>
                        <a:pt x="270312" y="69229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32" name="Freeform: Shape 31">
                  <a:extLst>
                    <a:ext uri="{FF2B5EF4-FFF2-40B4-BE49-F238E27FC236}">
                      <a16:creationId xmlns:a16="http://schemas.microsoft.com/office/drawing/2014/main" id="{0DB45CCB-E4B1-E5B4-AF9F-BC5DE5B9E2E6}"/>
                    </a:ext>
                  </a:extLst>
                </p:cNvPr>
                <p:cNvSpPr/>
                <p:nvPr/>
              </p:nvSpPr>
              <p:spPr>
                <a:xfrm>
                  <a:off x="5693490" y="3475234"/>
                  <a:ext cx="337238" cy="364434"/>
                </a:xfrm>
                <a:custGeom>
                  <a:avLst/>
                  <a:gdLst>
                    <a:gd name="connsiteX0" fmla="*/ 180433 w 337238"/>
                    <a:gd name="connsiteY0" fmla="*/ 73984 h 364434"/>
                    <a:gd name="connsiteX1" fmla="*/ 163180 w 337238"/>
                    <a:gd name="connsiteY1" fmla="*/ 78870 h 364434"/>
                    <a:gd name="connsiteX2" fmla="*/ 125105 w 337238"/>
                    <a:gd name="connsiteY2" fmla="*/ 160461 h 364434"/>
                    <a:gd name="connsiteX3" fmla="*/ 171339 w 337238"/>
                    <a:gd name="connsiteY3" fmla="*/ 163180 h 364434"/>
                    <a:gd name="connsiteX4" fmla="*/ 214854 w 337238"/>
                    <a:gd name="connsiteY4" fmla="*/ 108787 h 364434"/>
                    <a:gd name="connsiteX5" fmla="*/ 180433 w 337238"/>
                    <a:gd name="connsiteY5" fmla="*/ 73984 h 364434"/>
                    <a:gd name="connsiteX6" fmla="*/ 174059 w 337238"/>
                    <a:gd name="connsiteY6" fmla="*/ 0 h 364434"/>
                    <a:gd name="connsiteX7" fmla="*/ 337238 w 337238"/>
                    <a:gd name="connsiteY7" fmla="*/ 119665 h 364434"/>
                    <a:gd name="connsiteX8" fmla="*/ 133264 w 337238"/>
                    <a:gd name="connsiteY8" fmla="*/ 217573 h 364434"/>
                    <a:gd name="connsiteX9" fmla="*/ 225732 w 337238"/>
                    <a:gd name="connsiteY9" fmla="*/ 277405 h 364434"/>
                    <a:gd name="connsiteX10" fmla="*/ 320920 w 337238"/>
                    <a:gd name="connsiteY10" fmla="*/ 250208 h 364434"/>
                    <a:gd name="connsiteX11" fmla="*/ 174059 w 337238"/>
                    <a:gd name="connsiteY11" fmla="*/ 364434 h 364434"/>
                    <a:gd name="connsiteX12" fmla="*/ 0 w 337238"/>
                    <a:gd name="connsiteY12" fmla="*/ 184937 h 364434"/>
                    <a:gd name="connsiteX13" fmla="*/ 174059 w 337238"/>
                    <a:gd name="connsiteY13" fmla="*/ 0 h 3644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37238" h="364434">
                      <a:moveTo>
                        <a:pt x="180433" y="73984"/>
                      </a:moveTo>
                      <a:cubicBezTo>
                        <a:pt x="174569" y="73941"/>
                        <a:pt x="168620" y="75471"/>
                        <a:pt x="163180" y="78870"/>
                      </a:cubicBezTo>
                      <a:cubicBezTo>
                        <a:pt x="135984" y="95189"/>
                        <a:pt x="127825" y="130544"/>
                        <a:pt x="125105" y="160461"/>
                      </a:cubicBezTo>
                      <a:cubicBezTo>
                        <a:pt x="125105" y="163180"/>
                        <a:pt x="168620" y="160461"/>
                        <a:pt x="171339" y="163180"/>
                      </a:cubicBezTo>
                      <a:cubicBezTo>
                        <a:pt x="195816" y="157741"/>
                        <a:pt x="214854" y="135984"/>
                        <a:pt x="214854" y="108787"/>
                      </a:cubicBezTo>
                      <a:cubicBezTo>
                        <a:pt x="214854" y="88389"/>
                        <a:pt x="198026" y="74111"/>
                        <a:pt x="180433" y="73984"/>
                      </a:cubicBezTo>
                      <a:close/>
                      <a:moveTo>
                        <a:pt x="174059" y="0"/>
                      </a:moveTo>
                      <a:cubicBezTo>
                        <a:pt x="233891" y="0"/>
                        <a:pt x="337238" y="29916"/>
                        <a:pt x="337238" y="119665"/>
                      </a:cubicBezTo>
                      <a:cubicBezTo>
                        <a:pt x="337238" y="209414"/>
                        <a:pt x="244770" y="217573"/>
                        <a:pt x="133264" y="217573"/>
                      </a:cubicBezTo>
                      <a:cubicBezTo>
                        <a:pt x="133264" y="217573"/>
                        <a:pt x="149581" y="277405"/>
                        <a:pt x="225732" y="277405"/>
                      </a:cubicBezTo>
                      <a:cubicBezTo>
                        <a:pt x="301883" y="277405"/>
                        <a:pt x="320920" y="250208"/>
                        <a:pt x="320920" y="250208"/>
                      </a:cubicBezTo>
                      <a:cubicBezTo>
                        <a:pt x="320920" y="250208"/>
                        <a:pt x="315481" y="364434"/>
                        <a:pt x="174059" y="364434"/>
                      </a:cubicBezTo>
                      <a:cubicBezTo>
                        <a:pt x="95188" y="364434"/>
                        <a:pt x="0" y="304602"/>
                        <a:pt x="0" y="184937"/>
                      </a:cubicBezTo>
                      <a:cubicBezTo>
                        <a:pt x="0" y="78870"/>
                        <a:pt x="73431" y="0"/>
                        <a:pt x="174059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33" name="Freeform: Shape 32">
                  <a:extLst>
                    <a:ext uri="{FF2B5EF4-FFF2-40B4-BE49-F238E27FC236}">
                      <a16:creationId xmlns:a16="http://schemas.microsoft.com/office/drawing/2014/main" id="{AC13C01A-DD4F-FB06-061D-CAAA96845F09}"/>
                    </a:ext>
                  </a:extLst>
                </p:cNvPr>
                <p:cNvSpPr/>
                <p:nvPr/>
              </p:nvSpPr>
              <p:spPr>
                <a:xfrm>
                  <a:off x="5376945" y="3338014"/>
                  <a:ext cx="353556" cy="543931"/>
                </a:xfrm>
                <a:custGeom>
                  <a:avLst/>
                  <a:gdLst>
                    <a:gd name="connsiteX0" fmla="*/ 311107 w 353555"/>
                    <a:gd name="connsiteY0" fmla="*/ 433663 h 543931"/>
                    <a:gd name="connsiteX1" fmla="*/ 215919 w 353555"/>
                    <a:gd name="connsiteY1" fmla="*/ 501654 h 543931"/>
                    <a:gd name="connsiteX2" fmla="*/ 98973 w 353555"/>
                    <a:gd name="connsiteY2" fmla="*/ 392868 h 543931"/>
                    <a:gd name="connsiteX3" fmla="*/ 98973 w 353555"/>
                    <a:gd name="connsiteY3" fmla="*/ 221530 h 543931"/>
                    <a:gd name="connsiteX4" fmla="*/ 82655 w 353555"/>
                    <a:gd name="connsiteY4" fmla="*/ 221530 h 543931"/>
                    <a:gd name="connsiteX5" fmla="*/ 58178 w 353555"/>
                    <a:gd name="connsiteY5" fmla="*/ 191614 h 543931"/>
                    <a:gd name="connsiteX6" fmla="*/ 85375 w 353555"/>
                    <a:gd name="connsiteY6" fmla="*/ 164417 h 543931"/>
                    <a:gd name="connsiteX7" fmla="*/ 101693 w 353555"/>
                    <a:gd name="connsiteY7" fmla="*/ 164417 h 543931"/>
                    <a:gd name="connsiteX8" fmla="*/ 101693 w 353555"/>
                    <a:gd name="connsiteY8" fmla="*/ 118183 h 543931"/>
                    <a:gd name="connsiteX9" fmla="*/ 166965 w 353555"/>
                    <a:gd name="connsiteY9" fmla="*/ 58350 h 543931"/>
                    <a:gd name="connsiteX10" fmla="*/ 229517 w 353555"/>
                    <a:gd name="connsiteY10" fmla="*/ 118183 h 543931"/>
                    <a:gd name="connsiteX11" fmla="*/ 229517 w 353555"/>
                    <a:gd name="connsiteY11" fmla="*/ 118183 h 543931"/>
                    <a:gd name="connsiteX12" fmla="*/ 229517 w 353555"/>
                    <a:gd name="connsiteY12" fmla="*/ 164417 h 543931"/>
                    <a:gd name="connsiteX13" fmla="*/ 283910 w 353555"/>
                    <a:gd name="connsiteY13" fmla="*/ 164417 h 543931"/>
                    <a:gd name="connsiteX14" fmla="*/ 308387 w 353555"/>
                    <a:gd name="connsiteY14" fmla="*/ 194333 h 543931"/>
                    <a:gd name="connsiteX15" fmla="*/ 281190 w 353555"/>
                    <a:gd name="connsiteY15" fmla="*/ 221530 h 543931"/>
                    <a:gd name="connsiteX16" fmla="*/ 229517 w 353555"/>
                    <a:gd name="connsiteY16" fmla="*/ 221530 h 543931"/>
                    <a:gd name="connsiteX17" fmla="*/ 229517 w 353555"/>
                    <a:gd name="connsiteY17" fmla="*/ 365671 h 543931"/>
                    <a:gd name="connsiteX18" fmla="*/ 311107 w 353555"/>
                    <a:gd name="connsiteY18" fmla="*/ 433663 h 5439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353555" h="543931">
                      <a:moveTo>
                        <a:pt x="311107" y="433663"/>
                      </a:moveTo>
                      <a:cubicBezTo>
                        <a:pt x="311107" y="433663"/>
                        <a:pt x="278471" y="501654"/>
                        <a:pt x="215919" y="501654"/>
                      </a:cubicBezTo>
                      <a:cubicBezTo>
                        <a:pt x="164245" y="501654"/>
                        <a:pt x="101693" y="458140"/>
                        <a:pt x="98973" y="392868"/>
                      </a:cubicBezTo>
                      <a:cubicBezTo>
                        <a:pt x="98973" y="392868"/>
                        <a:pt x="98973" y="297680"/>
                        <a:pt x="98973" y="221530"/>
                      </a:cubicBezTo>
                      <a:lnTo>
                        <a:pt x="82655" y="221530"/>
                      </a:lnTo>
                      <a:cubicBezTo>
                        <a:pt x="74496" y="221530"/>
                        <a:pt x="58178" y="216090"/>
                        <a:pt x="58178" y="191614"/>
                      </a:cubicBezTo>
                      <a:cubicBezTo>
                        <a:pt x="58178" y="167137"/>
                        <a:pt x="77216" y="164417"/>
                        <a:pt x="85375" y="164417"/>
                      </a:cubicBezTo>
                      <a:lnTo>
                        <a:pt x="101693" y="164417"/>
                      </a:lnTo>
                      <a:cubicBezTo>
                        <a:pt x="101693" y="137220"/>
                        <a:pt x="101693" y="118183"/>
                        <a:pt x="101693" y="118183"/>
                      </a:cubicBezTo>
                      <a:cubicBezTo>
                        <a:pt x="104413" y="85547"/>
                        <a:pt x="134329" y="55631"/>
                        <a:pt x="166965" y="58350"/>
                      </a:cubicBezTo>
                      <a:cubicBezTo>
                        <a:pt x="196881" y="61070"/>
                        <a:pt x="229517" y="85547"/>
                        <a:pt x="229517" y="118183"/>
                      </a:cubicBezTo>
                      <a:lnTo>
                        <a:pt x="229517" y="118183"/>
                      </a:lnTo>
                      <a:lnTo>
                        <a:pt x="229517" y="164417"/>
                      </a:lnTo>
                      <a:lnTo>
                        <a:pt x="283910" y="164417"/>
                      </a:lnTo>
                      <a:cubicBezTo>
                        <a:pt x="292069" y="164417"/>
                        <a:pt x="308387" y="169856"/>
                        <a:pt x="308387" y="194333"/>
                      </a:cubicBezTo>
                      <a:cubicBezTo>
                        <a:pt x="308387" y="218810"/>
                        <a:pt x="292069" y="221530"/>
                        <a:pt x="281190" y="221530"/>
                      </a:cubicBezTo>
                      <a:lnTo>
                        <a:pt x="229517" y="221530"/>
                      </a:lnTo>
                      <a:lnTo>
                        <a:pt x="229517" y="365671"/>
                      </a:lnTo>
                      <a:cubicBezTo>
                        <a:pt x="226797" y="409186"/>
                        <a:pt x="267592" y="433663"/>
                        <a:pt x="311107" y="433663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34" name="Freeform: Shape 33">
                  <a:extLst>
                    <a:ext uri="{FF2B5EF4-FFF2-40B4-BE49-F238E27FC236}">
                      <a16:creationId xmlns:a16="http://schemas.microsoft.com/office/drawing/2014/main" id="{46AC5BA7-0271-E623-B826-9199680BCBCD}"/>
                    </a:ext>
                  </a:extLst>
                </p:cNvPr>
                <p:cNvSpPr/>
                <p:nvPr/>
              </p:nvSpPr>
              <p:spPr>
                <a:xfrm>
                  <a:off x="7090329" y="3338014"/>
                  <a:ext cx="353556" cy="543931"/>
                </a:xfrm>
                <a:custGeom>
                  <a:avLst/>
                  <a:gdLst>
                    <a:gd name="connsiteX0" fmla="*/ 311107 w 353555"/>
                    <a:gd name="connsiteY0" fmla="*/ 433663 h 543931"/>
                    <a:gd name="connsiteX1" fmla="*/ 215919 w 353555"/>
                    <a:gd name="connsiteY1" fmla="*/ 501654 h 543931"/>
                    <a:gd name="connsiteX2" fmla="*/ 98973 w 353555"/>
                    <a:gd name="connsiteY2" fmla="*/ 392868 h 543931"/>
                    <a:gd name="connsiteX3" fmla="*/ 98973 w 353555"/>
                    <a:gd name="connsiteY3" fmla="*/ 221530 h 543931"/>
                    <a:gd name="connsiteX4" fmla="*/ 82655 w 353555"/>
                    <a:gd name="connsiteY4" fmla="*/ 221530 h 543931"/>
                    <a:gd name="connsiteX5" fmla="*/ 58178 w 353555"/>
                    <a:gd name="connsiteY5" fmla="*/ 191614 h 543931"/>
                    <a:gd name="connsiteX6" fmla="*/ 85375 w 353555"/>
                    <a:gd name="connsiteY6" fmla="*/ 164417 h 543931"/>
                    <a:gd name="connsiteX7" fmla="*/ 101693 w 353555"/>
                    <a:gd name="connsiteY7" fmla="*/ 164417 h 543931"/>
                    <a:gd name="connsiteX8" fmla="*/ 101693 w 353555"/>
                    <a:gd name="connsiteY8" fmla="*/ 118183 h 543931"/>
                    <a:gd name="connsiteX9" fmla="*/ 166965 w 353555"/>
                    <a:gd name="connsiteY9" fmla="*/ 58350 h 543931"/>
                    <a:gd name="connsiteX10" fmla="*/ 229517 w 353555"/>
                    <a:gd name="connsiteY10" fmla="*/ 118183 h 543931"/>
                    <a:gd name="connsiteX11" fmla="*/ 229517 w 353555"/>
                    <a:gd name="connsiteY11" fmla="*/ 118183 h 543931"/>
                    <a:gd name="connsiteX12" fmla="*/ 229517 w 353555"/>
                    <a:gd name="connsiteY12" fmla="*/ 164417 h 543931"/>
                    <a:gd name="connsiteX13" fmla="*/ 283910 w 353555"/>
                    <a:gd name="connsiteY13" fmla="*/ 164417 h 543931"/>
                    <a:gd name="connsiteX14" fmla="*/ 308387 w 353555"/>
                    <a:gd name="connsiteY14" fmla="*/ 194333 h 543931"/>
                    <a:gd name="connsiteX15" fmla="*/ 281190 w 353555"/>
                    <a:gd name="connsiteY15" fmla="*/ 221530 h 543931"/>
                    <a:gd name="connsiteX16" fmla="*/ 229517 w 353555"/>
                    <a:gd name="connsiteY16" fmla="*/ 221530 h 543931"/>
                    <a:gd name="connsiteX17" fmla="*/ 229517 w 353555"/>
                    <a:gd name="connsiteY17" fmla="*/ 365671 h 543931"/>
                    <a:gd name="connsiteX18" fmla="*/ 311107 w 353555"/>
                    <a:gd name="connsiteY18" fmla="*/ 433663 h 5439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353555" h="543931">
                      <a:moveTo>
                        <a:pt x="311107" y="433663"/>
                      </a:moveTo>
                      <a:cubicBezTo>
                        <a:pt x="311107" y="433663"/>
                        <a:pt x="278471" y="501654"/>
                        <a:pt x="215919" y="501654"/>
                      </a:cubicBezTo>
                      <a:cubicBezTo>
                        <a:pt x="164245" y="501654"/>
                        <a:pt x="101693" y="458140"/>
                        <a:pt x="98973" y="392868"/>
                      </a:cubicBezTo>
                      <a:cubicBezTo>
                        <a:pt x="98973" y="392868"/>
                        <a:pt x="98973" y="297680"/>
                        <a:pt x="98973" y="221530"/>
                      </a:cubicBezTo>
                      <a:lnTo>
                        <a:pt x="82655" y="221530"/>
                      </a:lnTo>
                      <a:cubicBezTo>
                        <a:pt x="74496" y="221530"/>
                        <a:pt x="58178" y="216090"/>
                        <a:pt x="58178" y="191614"/>
                      </a:cubicBezTo>
                      <a:cubicBezTo>
                        <a:pt x="58178" y="167137"/>
                        <a:pt x="77216" y="164417"/>
                        <a:pt x="85375" y="164417"/>
                      </a:cubicBezTo>
                      <a:lnTo>
                        <a:pt x="101693" y="164417"/>
                      </a:lnTo>
                      <a:cubicBezTo>
                        <a:pt x="101693" y="137220"/>
                        <a:pt x="101693" y="118183"/>
                        <a:pt x="101693" y="118183"/>
                      </a:cubicBezTo>
                      <a:cubicBezTo>
                        <a:pt x="104412" y="85547"/>
                        <a:pt x="134329" y="55631"/>
                        <a:pt x="166965" y="58350"/>
                      </a:cubicBezTo>
                      <a:cubicBezTo>
                        <a:pt x="196881" y="61070"/>
                        <a:pt x="229517" y="85547"/>
                        <a:pt x="229517" y="118183"/>
                      </a:cubicBezTo>
                      <a:lnTo>
                        <a:pt x="229517" y="118183"/>
                      </a:lnTo>
                      <a:lnTo>
                        <a:pt x="229517" y="164417"/>
                      </a:lnTo>
                      <a:lnTo>
                        <a:pt x="283910" y="164417"/>
                      </a:lnTo>
                      <a:cubicBezTo>
                        <a:pt x="292069" y="164417"/>
                        <a:pt x="308387" y="169856"/>
                        <a:pt x="308387" y="194333"/>
                      </a:cubicBezTo>
                      <a:cubicBezTo>
                        <a:pt x="308387" y="218810"/>
                        <a:pt x="292069" y="221530"/>
                        <a:pt x="281190" y="221530"/>
                      </a:cubicBezTo>
                      <a:lnTo>
                        <a:pt x="229517" y="221530"/>
                      </a:lnTo>
                      <a:lnTo>
                        <a:pt x="229517" y="365671"/>
                      </a:lnTo>
                      <a:cubicBezTo>
                        <a:pt x="229517" y="409186"/>
                        <a:pt x="270312" y="433663"/>
                        <a:pt x="311107" y="433663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35" name="Freeform: Shape 34">
                  <a:extLst>
                    <a:ext uri="{FF2B5EF4-FFF2-40B4-BE49-F238E27FC236}">
                      <a16:creationId xmlns:a16="http://schemas.microsoft.com/office/drawing/2014/main" id="{30FD72E5-F4C3-ABC8-552D-35AFD79AF744}"/>
                    </a:ext>
                  </a:extLst>
                </p:cNvPr>
                <p:cNvSpPr/>
                <p:nvPr/>
              </p:nvSpPr>
              <p:spPr>
                <a:xfrm>
                  <a:off x="2080719" y="4178559"/>
                  <a:ext cx="462342" cy="788700"/>
                </a:xfrm>
                <a:custGeom>
                  <a:avLst/>
                  <a:gdLst>
                    <a:gd name="connsiteX0" fmla="*/ 403575 w 462341"/>
                    <a:gd name="connsiteY0" fmla="*/ 583072 h 788699"/>
                    <a:gd name="connsiteX1" fmla="*/ 406295 w 462341"/>
                    <a:gd name="connsiteY1" fmla="*/ 596670 h 788699"/>
                    <a:gd name="connsiteX2" fmla="*/ 400855 w 462341"/>
                    <a:gd name="connsiteY2" fmla="*/ 610268 h 788699"/>
                    <a:gd name="connsiteX3" fmla="*/ 389977 w 462341"/>
                    <a:gd name="connsiteY3" fmla="*/ 626586 h 788699"/>
                    <a:gd name="connsiteX4" fmla="*/ 354621 w 462341"/>
                    <a:gd name="connsiteY4" fmla="*/ 675540 h 788699"/>
                    <a:gd name="connsiteX5" fmla="*/ 327424 w 462341"/>
                    <a:gd name="connsiteY5" fmla="*/ 691858 h 788699"/>
                    <a:gd name="connsiteX6" fmla="*/ 292069 w 462341"/>
                    <a:gd name="connsiteY6" fmla="*/ 713615 h 788699"/>
                    <a:gd name="connsiteX7" fmla="*/ 251274 w 462341"/>
                    <a:gd name="connsiteY7" fmla="*/ 724494 h 788699"/>
                    <a:gd name="connsiteX8" fmla="*/ 221358 w 462341"/>
                    <a:gd name="connsiteY8" fmla="*/ 721774 h 788699"/>
                    <a:gd name="connsiteX9" fmla="*/ 191442 w 462341"/>
                    <a:gd name="connsiteY9" fmla="*/ 721774 h 788699"/>
                    <a:gd name="connsiteX10" fmla="*/ 153366 w 462341"/>
                    <a:gd name="connsiteY10" fmla="*/ 713615 h 788699"/>
                    <a:gd name="connsiteX11" fmla="*/ 104412 w 462341"/>
                    <a:gd name="connsiteY11" fmla="*/ 675540 h 788699"/>
                    <a:gd name="connsiteX12" fmla="*/ 104412 w 462341"/>
                    <a:gd name="connsiteY12" fmla="*/ 689138 h 788699"/>
                    <a:gd name="connsiteX13" fmla="*/ 101693 w 462341"/>
                    <a:gd name="connsiteY13" fmla="*/ 710895 h 788699"/>
                    <a:gd name="connsiteX14" fmla="*/ 85375 w 462341"/>
                    <a:gd name="connsiteY14" fmla="*/ 732653 h 788699"/>
                    <a:gd name="connsiteX15" fmla="*/ 69057 w 462341"/>
                    <a:gd name="connsiteY15" fmla="*/ 727214 h 788699"/>
                    <a:gd name="connsiteX16" fmla="*/ 60898 w 462341"/>
                    <a:gd name="connsiteY16" fmla="*/ 710895 h 788699"/>
                    <a:gd name="connsiteX17" fmla="*/ 58178 w 462341"/>
                    <a:gd name="connsiteY17" fmla="*/ 691858 h 788699"/>
                    <a:gd name="connsiteX18" fmla="*/ 60898 w 462341"/>
                    <a:gd name="connsiteY18" fmla="*/ 664661 h 788699"/>
                    <a:gd name="connsiteX19" fmla="*/ 60898 w 462341"/>
                    <a:gd name="connsiteY19" fmla="*/ 607549 h 788699"/>
                    <a:gd name="connsiteX20" fmla="*/ 63618 w 462341"/>
                    <a:gd name="connsiteY20" fmla="*/ 528679 h 788699"/>
                    <a:gd name="connsiteX21" fmla="*/ 69057 w 462341"/>
                    <a:gd name="connsiteY21" fmla="*/ 504202 h 788699"/>
                    <a:gd name="connsiteX22" fmla="*/ 74496 w 462341"/>
                    <a:gd name="connsiteY22" fmla="*/ 493323 h 788699"/>
                    <a:gd name="connsiteX23" fmla="*/ 82655 w 462341"/>
                    <a:gd name="connsiteY23" fmla="*/ 487884 h 788699"/>
                    <a:gd name="connsiteX24" fmla="*/ 90814 w 462341"/>
                    <a:gd name="connsiteY24" fmla="*/ 493323 h 788699"/>
                    <a:gd name="connsiteX25" fmla="*/ 98973 w 462341"/>
                    <a:gd name="connsiteY25" fmla="*/ 512361 h 788699"/>
                    <a:gd name="connsiteX26" fmla="*/ 101693 w 462341"/>
                    <a:gd name="connsiteY26" fmla="*/ 555875 h 788699"/>
                    <a:gd name="connsiteX27" fmla="*/ 101693 w 462341"/>
                    <a:gd name="connsiteY27" fmla="*/ 596670 h 788699"/>
                    <a:gd name="connsiteX28" fmla="*/ 109852 w 462341"/>
                    <a:gd name="connsiteY28" fmla="*/ 626586 h 788699"/>
                    <a:gd name="connsiteX29" fmla="*/ 128889 w 462341"/>
                    <a:gd name="connsiteY29" fmla="*/ 651063 h 788699"/>
                    <a:gd name="connsiteX30" fmla="*/ 153366 w 462341"/>
                    <a:gd name="connsiteY30" fmla="*/ 670101 h 788699"/>
                    <a:gd name="connsiteX31" fmla="*/ 196881 w 462341"/>
                    <a:gd name="connsiteY31" fmla="*/ 678260 h 788699"/>
                    <a:gd name="connsiteX32" fmla="*/ 221358 w 462341"/>
                    <a:gd name="connsiteY32" fmla="*/ 667381 h 788699"/>
                    <a:gd name="connsiteX33" fmla="*/ 253994 w 462341"/>
                    <a:gd name="connsiteY33" fmla="*/ 659222 h 788699"/>
                    <a:gd name="connsiteX34" fmla="*/ 275751 w 462341"/>
                    <a:gd name="connsiteY34" fmla="*/ 637465 h 788699"/>
                    <a:gd name="connsiteX35" fmla="*/ 281190 w 462341"/>
                    <a:gd name="connsiteY35" fmla="*/ 615708 h 788699"/>
                    <a:gd name="connsiteX36" fmla="*/ 278471 w 462341"/>
                    <a:gd name="connsiteY36" fmla="*/ 602109 h 788699"/>
                    <a:gd name="connsiteX37" fmla="*/ 262153 w 462341"/>
                    <a:gd name="connsiteY37" fmla="*/ 572193 h 788699"/>
                    <a:gd name="connsiteX38" fmla="*/ 245835 w 462341"/>
                    <a:gd name="connsiteY38" fmla="*/ 536838 h 788699"/>
                    <a:gd name="connsiteX39" fmla="*/ 196881 w 462341"/>
                    <a:gd name="connsiteY39" fmla="*/ 477005 h 788699"/>
                    <a:gd name="connsiteX40" fmla="*/ 145207 w 462341"/>
                    <a:gd name="connsiteY40" fmla="*/ 419892 h 788699"/>
                    <a:gd name="connsiteX41" fmla="*/ 93534 w 462341"/>
                    <a:gd name="connsiteY41" fmla="*/ 357340 h 788699"/>
                    <a:gd name="connsiteX42" fmla="*/ 66337 w 462341"/>
                    <a:gd name="connsiteY42" fmla="*/ 283910 h 788699"/>
                    <a:gd name="connsiteX43" fmla="*/ 58178 w 462341"/>
                    <a:gd name="connsiteY43" fmla="*/ 224077 h 788699"/>
                    <a:gd name="connsiteX44" fmla="*/ 82655 w 462341"/>
                    <a:gd name="connsiteY44" fmla="*/ 150647 h 788699"/>
                    <a:gd name="connsiteX45" fmla="*/ 137048 w 462341"/>
                    <a:gd name="connsiteY45" fmla="*/ 96253 h 788699"/>
                    <a:gd name="connsiteX46" fmla="*/ 196881 w 462341"/>
                    <a:gd name="connsiteY46" fmla="*/ 77216 h 788699"/>
                    <a:gd name="connsiteX47" fmla="*/ 232236 w 462341"/>
                    <a:gd name="connsiteY47" fmla="*/ 69057 h 788699"/>
                    <a:gd name="connsiteX48" fmla="*/ 262153 w 462341"/>
                    <a:gd name="connsiteY48" fmla="*/ 74496 h 788699"/>
                    <a:gd name="connsiteX49" fmla="*/ 294789 w 462341"/>
                    <a:gd name="connsiteY49" fmla="*/ 85375 h 788699"/>
                    <a:gd name="connsiteX50" fmla="*/ 327424 w 462341"/>
                    <a:gd name="connsiteY50" fmla="*/ 104412 h 788699"/>
                    <a:gd name="connsiteX51" fmla="*/ 332864 w 462341"/>
                    <a:gd name="connsiteY51" fmla="*/ 74496 h 788699"/>
                    <a:gd name="connsiteX52" fmla="*/ 338303 w 462341"/>
                    <a:gd name="connsiteY52" fmla="*/ 63618 h 788699"/>
                    <a:gd name="connsiteX53" fmla="*/ 349182 w 462341"/>
                    <a:gd name="connsiteY53" fmla="*/ 58178 h 788699"/>
                    <a:gd name="connsiteX54" fmla="*/ 357341 w 462341"/>
                    <a:gd name="connsiteY54" fmla="*/ 63618 h 788699"/>
                    <a:gd name="connsiteX55" fmla="*/ 365500 w 462341"/>
                    <a:gd name="connsiteY55" fmla="*/ 82655 h 788699"/>
                    <a:gd name="connsiteX56" fmla="*/ 368219 w 462341"/>
                    <a:gd name="connsiteY56" fmla="*/ 142488 h 788699"/>
                    <a:gd name="connsiteX57" fmla="*/ 368219 w 462341"/>
                    <a:gd name="connsiteY57" fmla="*/ 188722 h 788699"/>
                    <a:gd name="connsiteX58" fmla="*/ 370939 w 462341"/>
                    <a:gd name="connsiteY58" fmla="*/ 245834 h 788699"/>
                    <a:gd name="connsiteX59" fmla="*/ 354621 w 462341"/>
                    <a:gd name="connsiteY59" fmla="*/ 286629 h 788699"/>
                    <a:gd name="connsiteX60" fmla="*/ 338303 w 462341"/>
                    <a:gd name="connsiteY60" fmla="*/ 281190 h 788699"/>
                    <a:gd name="connsiteX61" fmla="*/ 330144 w 462341"/>
                    <a:gd name="connsiteY61" fmla="*/ 264872 h 788699"/>
                    <a:gd name="connsiteX62" fmla="*/ 327424 w 462341"/>
                    <a:gd name="connsiteY62" fmla="*/ 248554 h 788699"/>
                    <a:gd name="connsiteX63" fmla="*/ 330144 w 462341"/>
                    <a:gd name="connsiteY63" fmla="*/ 221357 h 788699"/>
                    <a:gd name="connsiteX64" fmla="*/ 330144 w 462341"/>
                    <a:gd name="connsiteY64" fmla="*/ 188722 h 788699"/>
                    <a:gd name="connsiteX65" fmla="*/ 327424 w 462341"/>
                    <a:gd name="connsiteY65" fmla="*/ 164245 h 788699"/>
                    <a:gd name="connsiteX66" fmla="*/ 311107 w 462341"/>
                    <a:gd name="connsiteY66" fmla="*/ 134329 h 788699"/>
                    <a:gd name="connsiteX67" fmla="*/ 283910 w 462341"/>
                    <a:gd name="connsiteY67" fmla="*/ 118011 h 788699"/>
                    <a:gd name="connsiteX68" fmla="*/ 251274 w 462341"/>
                    <a:gd name="connsiteY68" fmla="*/ 112571 h 788699"/>
                    <a:gd name="connsiteX69" fmla="*/ 215918 w 462341"/>
                    <a:gd name="connsiteY69" fmla="*/ 123450 h 788699"/>
                    <a:gd name="connsiteX70" fmla="*/ 202320 w 462341"/>
                    <a:gd name="connsiteY70" fmla="*/ 147927 h 788699"/>
                    <a:gd name="connsiteX71" fmla="*/ 188722 w 462341"/>
                    <a:gd name="connsiteY71" fmla="*/ 180563 h 788699"/>
                    <a:gd name="connsiteX72" fmla="*/ 183283 w 462341"/>
                    <a:gd name="connsiteY72" fmla="*/ 210479 h 788699"/>
                    <a:gd name="connsiteX73" fmla="*/ 188722 w 462341"/>
                    <a:gd name="connsiteY73" fmla="*/ 226797 h 788699"/>
                    <a:gd name="connsiteX74" fmla="*/ 188722 w 462341"/>
                    <a:gd name="connsiteY74" fmla="*/ 248554 h 788699"/>
                    <a:gd name="connsiteX75" fmla="*/ 210479 w 462341"/>
                    <a:gd name="connsiteY75" fmla="*/ 273031 h 788699"/>
                    <a:gd name="connsiteX76" fmla="*/ 226797 w 462341"/>
                    <a:gd name="connsiteY76" fmla="*/ 300228 h 788699"/>
                    <a:gd name="connsiteX77" fmla="*/ 256713 w 462341"/>
                    <a:gd name="connsiteY77" fmla="*/ 332864 h 788699"/>
                    <a:gd name="connsiteX78" fmla="*/ 275751 w 462341"/>
                    <a:gd name="connsiteY78" fmla="*/ 351901 h 788699"/>
                    <a:gd name="connsiteX79" fmla="*/ 324705 w 462341"/>
                    <a:gd name="connsiteY79" fmla="*/ 400855 h 788699"/>
                    <a:gd name="connsiteX80" fmla="*/ 343742 w 462341"/>
                    <a:gd name="connsiteY80" fmla="*/ 428051 h 788699"/>
                    <a:gd name="connsiteX81" fmla="*/ 351901 w 462341"/>
                    <a:gd name="connsiteY81" fmla="*/ 433491 h 788699"/>
                    <a:gd name="connsiteX82" fmla="*/ 360060 w 462341"/>
                    <a:gd name="connsiteY82" fmla="*/ 447089 h 788699"/>
                    <a:gd name="connsiteX83" fmla="*/ 384537 w 462341"/>
                    <a:gd name="connsiteY83" fmla="*/ 474286 h 788699"/>
                    <a:gd name="connsiteX84" fmla="*/ 395416 w 462341"/>
                    <a:gd name="connsiteY84" fmla="*/ 506921 h 788699"/>
                    <a:gd name="connsiteX85" fmla="*/ 406295 w 462341"/>
                    <a:gd name="connsiteY85" fmla="*/ 536838 h 788699"/>
                    <a:gd name="connsiteX86" fmla="*/ 409014 w 462341"/>
                    <a:gd name="connsiteY86" fmla="*/ 547716 h 788699"/>
                    <a:gd name="connsiteX87" fmla="*/ 406295 w 462341"/>
                    <a:gd name="connsiteY87" fmla="*/ 569473 h 788699"/>
                    <a:gd name="connsiteX88" fmla="*/ 403575 w 462341"/>
                    <a:gd name="connsiteY88" fmla="*/ 583072 h 788699"/>
                    <a:gd name="connsiteX89" fmla="*/ 403575 w 462341"/>
                    <a:gd name="connsiteY89" fmla="*/ 583072 h 788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</a:cxnLst>
                  <a:rect l="l" t="t" r="r" b="b"/>
                  <a:pathLst>
                    <a:path w="462341" h="788699">
                      <a:moveTo>
                        <a:pt x="403575" y="583072"/>
                      </a:moveTo>
                      <a:cubicBezTo>
                        <a:pt x="403575" y="588511"/>
                        <a:pt x="406295" y="591231"/>
                        <a:pt x="406295" y="596670"/>
                      </a:cubicBezTo>
                      <a:cubicBezTo>
                        <a:pt x="406295" y="602109"/>
                        <a:pt x="403575" y="604829"/>
                        <a:pt x="400855" y="610268"/>
                      </a:cubicBezTo>
                      <a:cubicBezTo>
                        <a:pt x="398136" y="615708"/>
                        <a:pt x="392696" y="621147"/>
                        <a:pt x="389977" y="626586"/>
                      </a:cubicBezTo>
                      <a:cubicBezTo>
                        <a:pt x="381818" y="645624"/>
                        <a:pt x="368219" y="661942"/>
                        <a:pt x="354621" y="675540"/>
                      </a:cubicBezTo>
                      <a:cubicBezTo>
                        <a:pt x="346462" y="683699"/>
                        <a:pt x="338303" y="686419"/>
                        <a:pt x="327424" y="691858"/>
                      </a:cubicBezTo>
                      <a:cubicBezTo>
                        <a:pt x="316546" y="700017"/>
                        <a:pt x="302948" y="708176"/>
                        <a:pt x="292069" y="713615"/>
                      </a:cubicBezTo>
                      <a:cubicBezTo>
                        <a:pt x="281190" y="719054"/>
                        <a:pt x="264872" y="724494"/>
                        <a:pt x="251274" y="724494"/>
                      </a:cubicBezTo>
                      <a:cubicBezTo>
                        <a:pt x="240395" y="724494"/>
                        <a:pt x="229517" y="721774"/>
                        <a:pt x="221358" y="721774"/>
                      </a:cubicBezTo>
                      <a:cubicBezTo>
                        <a:pt x="213199" y="721774"/>
                        <a:pt x="202320" y="721774"/>
                        <a:pt x="191442" y="721774"/>
                      </a:cubicBezTo>
                      <a:cubicBezTo>
                        <a:pt x="172404" y="721774"/>
                        <a:pt x="172404" y="721774"/>
                        <a:pt x="153366" y="713615"/>
                      </a:cubicBezTo>
                      <a:cubicBezTo>
                        <a:pt x="134329" y="708176"/>
                        <a:pt x="118011" y="691858"/>
                        <a:pt x="104412" y="675540"/>
                      </a:cubicBezTo>
                      <a:cubicBezTo>
                        <a:pt x="104412" y="678260"/>
                        <a:pt x="104412" y="680979"/>
                        <a:pt x="104412" y="689138"/>
                      </a:cubicBezTo>
                      <a:cubicBezTo>
                        <a:pt x="104412" y="694578"/>
                        <a:pt x="104412" y="702737"/>
                        <a:pt x="101693" y="710895"/>
                      </a:cubicBezTo>
                      <a:cubicBezTo>
                        <a:pt x="101693" y="721774"/>
                        <a:pt x="96253" y="732653"/>
                        <a:pt x="85375" y="732653"/>
                      </a:cubicBezTo>
                      <a:cubicBezTo>
                        <a:pt x="77216" y="732653"/>
                        <a:pt x="74496" y="729933"/>
                        <a:pt x="69057" y="727214"/>
                      </a:cubicBezTo>
                      <a:cubicBezTo>
                        <a:pt x="63618" y="724494"/>
                        <a:pt x="60898" y="716335"/>
                        <a:pt x="60898" y="710895"/>
                      </a:cubicBezTo>
                      <a:cubicBezTo>
                        <a:pt x="58178" y="702737"/>
                        <a:pt x="58178" y="697297"/>
                        <a:pt x="58178" y="691858"/>
                      </a:cubicBezTo>
                      <a:cubicBezTo>
                        <a:pt x="58178" y="683699"/>
                        <a:pt x="60898" y="678260"/>
                        <a:pt x="60898" y="664661"/>
                      </a:cubicBezTo>
                      <a:cubicBezTo>
                        <a:pt x="60898" y="656502"/>
                        <a:pt x="60898" y="632026"/>
                        <a:pt x="60898" y="607549"/>
                      </a:cubicBezTo>
                      <a:cubicBezTo>
                        <a:pt x="60898" y="574913"/>
                        <a:pt x="60898" y="542277"/>
                        <a:pt x="63618" y="528679"/>
                      </a:cubicBezTo>
                      <a:cubicBezTo>
                        <a:pt x="63618" y="520520"/>
                        <a:pt x="63618" y="509641"/>
                        <a:pt x="69057" y="504202"/>
                      </a:cubicBezTo>
                      <a:cubicBezTo>
                        <a:pt x="71777" y="501482"/>
                        <a:pt x="71777" y="498762"/>
                        <a:pt x="74496" y="493323"/>
                      </a:cubicBezTo>
                      <a:cubicBezTo>
                        <a:pt x="77216" y="490603"/>
                        <a:pt x="79936" y="487884"/>
                        <a:pt x="82655" y="487884"/>
                      </a:cubicBezTo>
                      <a:cubicBezTo>
                        <a:pt x="85375" y="487884"/>
                        <a:pt x="90814" y="490603"/>
                        <a:pt x="90814" y="493323"/>
                      </a:cubicBezTo>
                      <a:cubicBezTo>
                        <a:pt x="93534" y="498762"/>
                        <a:pt x="98973" y="506921"/>
                        <a:pt x="98973" y="512361"/>
                      </a:cubicBezTo>
                      <a:cubicBezTo>
                        <a:pt x="98973" y="520520"/>
                        <a:pt x="101693" y="536838"/>
                        <a:pt x="101693" y="555875"/>
                      </a:cubicBezTo>
                      <a:cubicBezTo>
                        <a:pt x="101693" y="569473"/>
                        <a:pt x="101693" y="583072"/>
                        <a:pt x="101693" y="596670"/>
                      </a:cubicBezTo>
                      <a:cubicBezTo>
                        <a:pt x="101693" y="607549"/>
                        <a:pt x="104412" y="618427"/>
                        <a:pt x="109852" y="626586"/>
                      </a:cubicBezTo>
                      <a:cubicBezTo>
                        <a:pt x="115291" y="637465"/>
                        <a:pt x="123450" y="642904"/>
                        <a:pt x="128889" y="651063"/>
                      </a:cubicBezTo>
                      <a:cubicBezTo>
                        <a:pt x="137048" y="661942"/>
                        <a:pt x="139768" y="667381"/>
                        <a:pt x="153366" y="670101"/>
                      </a:cubicBezTo>
                      <a:cubicBezTo>
                        <a:pt x="161525" y="670101"/>
                        <a:pt x="183283" y="678260"/>
                        <a:pt x="196881" y="678260"/>
                      </a:cubicBezTo>
                      <a:cubicBezTo>
                        <a:pt x="207759" y="678260"/>
                        <a:pt x="210479" y="672820"/>
                        <a:pt x="221358" y="667381"/>
                      </a:cubicBezTo>
                      <a:cubicBezTo>
                        <a:pt x="232236" y="661942"/>
                        <a:pt x="245835" y="664661"/>
                        <a:pt x="253994" y="659222"/>
                      </a:cubicBezTo>
                      <a:cubicBezTo>
                        <a:pt x="262153" y="653783"/>
                        <a:pt x="273031" y="645624"/>
                        <a:pt x="275751" y="637465"/>
                      </a:cubicBezTo>
                      <a:cubicBezTo>
                        <a:pt x="281190" y="629306"/>
                        <a:pt x="281190" y="621147"/>
                        <a:pt x="281190" y="615708"/>
                      </a:cubicBezTo>
                      <a:cubicBezTo>
                        <a:pt x="281190" y="610268"/>
                        <a:pt x="281190" y="607549"/>
                        <a:pt x="278471" y="602109"/>
                      </a:cubicBezTo>
                      <a:cubicBezTo>
                        <a:pt x="275751" y="591231"/>
                        <a:pt x="267592" y="583072"/>
                        <a:pt x="262153" y="572193"/>
                      </a:cubicBezTo>
                      <a:cubicBezTo>
                        <a:pt x="256713" y="561314"/>
                        <a:pt x="253994" y="547716"/>
                        <a:pt x="245835" y="536838"/>
                      </a:cubicBezTo>
                      <a:cubicBezTo>
                        <a:pt x="232236" y="515080"/>
                        <a:pt x="213199" y="498762"/>
                        <a:pt x="196881" y="477005"/>
                      </a:cubicBezTo>
                      <a:cubicBezTo>
                        <a:pt x="180563" y="457968"/>
                        <a:pt x="164245" y="438930"/>
                        <a:pt x="145207" y="419892"/>
                      </a:cubicBezTo>
                      <a:cubicBezTo>
                        <a:pt x="126170" y="400855"/>
                        <a:pt x="109852" y="379098"/>
                        <a:pt x="93534" y="357340"/>
                      </a:cubicBezTo>
                      <a:cubicBezTo>
                        <a:pt x="77216" y="335583"/>
                        <a:pt x="71777" y="308387"/>
                        <a:pt x="66337" y="283910"/>
                      </a:cubicBezTo>
                      <a:cubicBezTo>
                        <a:pt x="63618" y="267592"/>
                        <a:pt x="58178" y="245834"/>
                        <a:pt x="58178" y="224077"/>
                      </a:cubicBezTo>
                      <a:cubicBezTo>
                        <a:pt x="58178" y="194161"/>
                        <a:pt x="69057" y="175123"/>
                        <a:pt x="82655" y="150647"/>
                      </a:cubicBezTo>
                      <a:cubicBezTo>
                        <a:pt x="96253" y="128889"/>
                        <a:pt x="115291" y="109852"/>
                        <a:pt x="137048" y="96253"/>
                      </a:cubicBezTo>
                      <a:cubicBezTo>
                        <a:pt x="158806" y="82655"/>
                        <a:pt x="172404" y="79936"/>
                        <a:pt x="196881" y="77216"/>
                      </a:cubicBezTo>
                      <a:cubicBezTo>
                        <a:pt x="210479" y="77216"/>
                        <a:pt x="215918" y="69057"/>
                        <a:pt x="232236" y="69057"/>
                      </a:cubicBezTo>
                      <a:cubicBezTo>
                        <a:pt x="243115" y="69057"/>
                        <a:pt x="251274" y="71776"/>
                        <a:pt x="262153" y="74496"/>
                      </a:cubicBezTo>
                      <a:cubicBezTo>
                        <a:pt x="273031" y="77216"/>
                        <a:pt x="283910" y="82655"/>
                        <a:pt x="294789" y="85375"/>
                      </a:cubicBezTo>
                      <a:cubicBezTo>
                        <a:pt x="308387" y="90814"/>
                        <a:pt x="319265" y="96253"/>
                        <a:pt x="327424" y="104412"/>
                      </a:cubicBezTo>
                      <a:cubicBezTo>
                        <a:pt x="327424" y="90814"/>
                        <a:pt x="327424" y="79936"/>
                        <a:pt x="332864" y="74496"/>
                      </a:cubicBezTo>
                      <a:cubicBezTo>
                        <a:pt x="335583" y="71776"/>
                        <a:pt x="335583" y="69057"/>
                        <a:pt x="338303" y="63618"/>
                      </a:cubicBezTo>
                      <a:cubicBezTo>
                        <a:pt x="341023" y="60898"/>
                        <a:pt x="346462" y="58178"/>
                        <a:pt x="349182" y="58178"/>
                      </a:cubicBezTo>
                      <a:cubicBezTo>
                        <a:pt x="351901" y="58178"/>
                        <a:pt x="357341" y="60898"/>
                        <a:pt x="357341" y="63618"/>
                      </a:cubicBezTo>
                      <a:cubicBezTo>
                        <a:pt x="360060" y="69057"/>
                        <a:pt x="365500" y="77216"/>
                        <a:pt x="365500" y="82655"/>
                      </a:cubicBezTo>
                      <a:cubicBezTo>
                        <a:pt x="365500" y="90814"/>
                        <a:pt x="368219" y="123450"/>
                        <a:pt x="368219" y="142488"/>
                      </a:cubicBezTo>
                      <a:cubicBezTo>
                        <a:pt x="368219" y="158806"/>
                        <a:pt x="368219" y="177843"/>
                        <a:pt x="368219" y="188722"/>
                      </a:cubicBezTo>
                      <a:cubicBezTo>
                        <a:pt x="368219" y="213199"/>
                        <a:pt x="370939" y="224077"/>
                        <a:pt x="370939" y="245834"/>
                      </a:cubicBezTo>
                      <a:cubicBezTo>
                        <a:pt x="370939" y="256713"/>
                        <a:pt x="370939" y="286629"/>
                        <a:pt x="354621" y="286629"/>
                      </a:cubicBezTo>
                      <a:cubicBezTo>
                        <a:pt x="346462" y="286629"/>
                        <a:pt x="343742" y="283910"/>
                        <a:pt x="338303" y="281190"/>
                      </a:cubicBezTo>
                      <a:cubicBezTo>
                        <a:pt x="332864" y="278470"/>
                        <a:pt x="330144" y="270311"/>
                        <a:pt x="330144" y="264872"/>
                      </a:cubicBezTo>
                      <a:cubicBezTo>
                        <a:pt x="327424" y="256713"/>
                        <a:pt x="327424" y="251274"/>
                        <a:pt x="327424" y="248554"/>
                      </a:cubicBezTo>
                      <a:cubicBezTo>
                        <a:pt x="327424" y="240395"/>
                        <a:pt x="330144" y="234956"/>
                        <a:pt x="330144" y="221357"/>
                      </a:cubicBezTo>
                      <a:cubicBezTo>
                        <a:pt x="330144" y="213199"/>
                        <a:pt x="330144" y="202320"/>
                        <a:pt x="330144" y="188722"/>
                      </a:cubicBezTo>
                      <a:cubicBezTo>
                        <a:pt x="330144" y="180563"/>
                        <a:pt x="327424" y="172404"/>
                        <a:pt x="327424" y="164245"/>
                      </a:cubicBezTo>
                      <a:cubicBezTo>
                        <a:pt x="324705" y="153366"/>
                        <a:pt x="319265" y="142488"/>
                        <a:pt x="311107" y="134329"/>
                      </a:cubicBezTo>
                      <a:cubicBezTo>
                        <a:pt x="302948" y="126170"/>
                        <a:pt x="294789" y="120730"/>
                        <a:pt x="283910" y="118011"/>
                      </a:cubicBezTo>
                      <a:cubicBezTo>
                        <a:pt x="275751" y="115291"/>
                        <a:pt x="262153" y="112571"/>
                        <a:pt x="251274" y="112571"/>
                      </a:cubicBezTo>
                      <a:cubicBezTo>
                        <a:pt x="237676" y="112571"/>
                        <a:pt x="224077" y="115291"/>
                        <a:pt x="215918" y="123450"/>
                      </a:cubicBezTo>
                      <a:cubicBezTo>
                        <a:pt x="207759" y="128889"/>
                        <a:pt x="205040" y="139768"/>
                        <a:pt x="202320" y="147927"/>
                      </a:cubicBezTo>
                      <a:cubicBezTo>
                        <a:pt x="196881" y="158806"/>
                        <a:pt x="191442" y="166964"/>
                        <a:pt x="188722" y="180563"/>
                      </a:cubicBezTo>
                      <a:cubicBezTo>
                        <a:pt x="186002" y="191441"/>
                        <a:pt x="183283" y="199600"/>
                        <a:pt x="183283" y="210479"/>
                      </a:cubicBezTo>
                      <a:cubicBezTo>
                        <a:pt x="183283" y="215918"/>
                        <a:pt x="186002" y="221357"/>
                        <a:pt x="188722" y="226797"/>
                      </a:cubicBezTo>
                      <a:cubicBezTo>
                        <a:pt x="191442" y="234956"/>
                        <a:pt x="188722" y="243115"/>
                        <a:pt x="188722" y="248554"/>
                      </a:cubicBezTo>
                      <a:cubicBezTo>
                        <a:pt x="191442" y="259433"/>
                        <a:pt x="202320" y="264872"/>
                        <a:pt x="210479" y="273031"/>
                      </a:cubicBezTo>
                      <a:cubicBezTo>
                        <a:pt x="218638" y="281190"/>
                        <a:pt x="221358" y="292069"/>
                        <a:pt x="226797" y="300228"/>
                      </a:cubicBezTo>
                      <a:cubicBezTo>
                        <a:pt x="234956" y="311106"/>
                        <a:pt x="245835" y="321985"/>
                        <a:pt x="256713" y="332864"/>
                      </a:cubicBezTo>
                      <a:cubicBezTo>
                        <a:pt x="259433" y="338303"/>
                        <a:pt x="267592" y="343742"/>
                        <a:pt x="275751" y="351901"/>
                      </a:cubicBezTo>
                      <a:cubicBezTo>
                        <a:pt x="292069" y="368219"/>
                        <a:pt x="311107" y="384537"/>
                        <a:pt x="324705" y="400855"/>
                      </a:cubicBezTo>
                      <a:cubicBezTo>
                        <a:pt x="332864" y="409014"/>
                        <a:pt x="335583" y="419892"/>
                        <a:pt x="343742" y="428051"/>
                      </a:cubicBezTo>
                      <a:cubicBezTo>
                        <a:pt x="346462" y="430771"/>
                        <a:pt x="349182" y="430771"/>
                        <a:pt x="351901" y="433491"/>
                      </a:cubicBezTo>
                      <a:cubicBezTo>
                        <a:pt x="354621" y="436210"/>
                        <a:pt x="357341" y="441650"/>
                        <a:pt x="360060" y="447089"/>
                      </a:cubicBezTo>
                      <a:cubicBezTo>
                        <a:pt x="368219" y="455248"/>
                        <a:pt x="376378" y="463407"/>
                        <a:pt x="384537" y="474286"/>
                      </a:cubicBezTo>
                      <a:cubicBezTo>
                        <a:pt x="389977" y="482445"/>
                        <a:pt x="392696" y="496043"/>
                        <a:pt x="395416" y="506921"/>
                      </a:cubicBezTo>
                      <a:cubicBezTo>
                        <a:pt x="400855" y="517800"/>
                        <a:pt x="400855" y="528679"/>
                        <a:pt x="406295" y="536838"/>
                      </a:cubicBezTo>
                      <a:cubicBezTo>
                        <a:pt x="409014" y="539557"/>
                        <a:pt x="409014" y="544997"/>
                        <a:pt x="409014" y="547716"/>
                      </a:cubicBezTo>
                      <a:cubicBezTo>
                        <a:pt x="409014" y="555875"/>
                        <a:pt x="406295" y="561314"/>
                        <a:pt x="406295" y="569473"/>
                      </a:cubicBezTo>
                      <a:cubicBezTo>
                        <a:pt x="406295" y="574913"/>
                        <a:pt x="403575" y="577632"/>
                        <a:pt x="403575" y="583072"/>
                      </a:cubicBezTo>
                      <a:lnTo>
                        <a:pt x="403575" y="583072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36" name="Freeform: Shape 35">
                  <a:extLst>
                    <a:ext uri="{FF2B5EF4-FFF2-40B4-BE49-F238E27FC236}">
                      <a16:creationId xmlns:a16="http://schemas.microsoft.com/office/drawing/2014/main" id="{81705337-CE31-AD9D-276F-ED0F1DEE4E7C}"/>
                    </a:ext>
                  </a:extLst>
                </p:cNvPr>
                <p:cNvSpPr/>
                <p:nvPr/>
              </p:nvSpPr>
              <p:spPr>
                <a:xfrm>
                  <a:off x="2456032" y="4192158"/>
                  <a:ext cx="571128" cy="761503"/>
                </a:xfrm>
                <a:custGeom>
                  <a:avLst/>
                  <a:gdLst>
                    <a:gd name="connsiteX0" fmla="*/ 512361 w 571128"/>
                    <a:gd name="connsiteY0" fmla="*/ 79936 h 761503"/>
                    <a:gd name="connsiteX1" fmla="*/ 539558 w 571128"/>
                    <a:gd name="connsiteY1" fmla="*/ 96253 h 761503"/>
                    <a:gd name="connsiteX2" fmla="*/ 534118 w 571128"/>
                    <a:gd name="connsiteY2" fmla="*/ 112571 h 761503"/>
                    <a:gd name="connsiteX3" fmla="*/ 523240 w 571128"/>
                    <a:gd name="connsiteY3" fmla="*/ 120730 h 761503"/>
                    <a:gd name="connsiteX4" fmla="*/ 506922 w 571128"/>
                    <a:gd name="connsiteY4" fmla="*/ 123450 h 761503"/>
                    <a:gd name="connsiteX5" fmla="*/ 477006 w 571128"/>
                    <a:gd name="connsiteY5" fmla="*/ 123450 h 761503"/>
                    <a:gd name="connsiteX6" fmla="*/ 479725 w 571128"/>
                    <a:gd name="connsiteY6" fmla="*/ 145207 h 761503"/>
                    <a:gd name="connsiteX7" fmla="*/ 477006 w 571128"/>
                    <a:gd name="connsiteY7" fmla="*/ 180563 h 761503"/>
                    <a:gd name="connsiteX8" fmla="*/ 482445 w 571128"/>
                    <a:gd name="connsiteY8" fmla="*/ 232236 h 761503"/>
                    <a:gd name="connsiteX9" fmla="*/ 485165 w 571128"/>
                    <a:gd name="connsiteY9" fmla="*/ 283910 h 761503"/>
                    <a:gd name="connsiteX10" fmla="*/ 485165 w 571128"/>
                    <a:gd name="connsiteY10" fmla="*/ 327424 h 761503"/>
                    <a:gd name="connsiteX11" fmla="*/ 487884 w 571128"/>
                    <a:gd name="connsiteY11" fmla="*/ 373658 h 761503"/>
                    <a:gd name="connsiteX12" fmla="*/ 485165 w 571128"/>
                    <a:gd name="connsiteY12" fmla="*/ 419892 h 761503"/>
                    <a:gd name="connsiteX13" fmla="*/ 485165 w 571128"/>
                    <a:gd name="connsiteY13" fmla="*/ 463407 h 761503"/>
                    <a:gd name="connsiteX14" fmla="*/ 482445 w 571128"/>
                    <a:gd name="connsiteY14" fmla="*/ 515080 h 761503"/>
                    <a:gd name="connsiteX15" fmla="*/ 482445 w 571128"/>
                    <a:gd name="connsiteY15" fmla="*/ 558595 h 761503"/>
                    <a:gd name="connsiteX16" fmla="*/ 479725 w 571128"/>
                    <a:gd name="connsiteY16" fmla="*/ 602109 h 761503"/>
                    <a:gd name="connsiteX17" fmla="*/ 485165 w 571128"/>
                    <a:gd name="connsiteY17" fmla="*/ 648343 h 761503"/>
                    <a:gd name="connsiteX18" fmla="*/ 474286 w 571128"/>
                    <a:gd name="connsiteY18" fmla="*/ 675540 h 761503"/>
                    <a:gd name="connsiteX19" fmla="*/ 428052 w 571128"/>
                    <a:gd name="connsiteY19" fmla="*/ 691858 h 761503"/>
                    <a:gd name="connsiteX20" fmla="*/ 387257 w 571128"/>
                    <a:gd name="connsiteY20" fmla="*/ 683699 h 761503"/>
                    <a:gd name="connsiteX21" fmla="*/ 351901 w 571128"/>
                    <a:gd name="connsiteY21" fmla="*/ 664661 h 761503"/>
                    <a:gd name="connsiteX22" fmla="*/ 305667 w 571128"/>
                    <a:gd name="connsiteY22" fmla="*/ 596670 h 761503"/>
                    <a:gd name="connsiteX23" fmla="*/ 270312 w 571128"/>
                    <a:gd name="connsiteY23" fmla="*/ 509641 h 761503"/>
                    <a:gd name="connsiteX24" fmla="*/ 251274 w 571128"/>
                    <a:gd name="connsiteY24" fmla="*/ 460687 h 761503"/>
                    <a:gd name="connsiteX25" fmla="*/ 224077 w 571128"/>
                    <a:gd name="connsiteY25" fmla="*/ 381817 h 761503"/>
                    <a:gd name="connsiteX26" fmla="*/ 207759 w 571128"/>
                    <a:gd name="connsiteY26" fmla="*/ 330144 h 761503"/>
                    <a:gd name="connsiteX27" fmla="*/ 191442 w 571128"/>
                    <a:gd name="connsiteY27" fmla="*/ 286629 h 761503"/>
                    <a:gd name="connsiteX28" fmla="*/ 183283 w 571128"/>
                    <a:gd name="connsiteY28" fmla="*/ 278470 h 761503"/>
                    <a:gd name="connsiteX29" fmla="*/ 180563 w 571128"/>
                    <a:gd name="connsiteY29" fmla="*/ 292069 h 761503"/>
                    <a:gd name="connsiteX30" fmla="*/ 180563 w 571128"/>
                    <a:gd name="connsiteY30" fmla="*/ 305667 h 761503"/>
                    <a:gd name="connsiteX31" fmla="*/ 183283 w 571128"/>
                    <a:gd name="connsiteY31" fmla="*/ 354621 h 761503"/>
                    <a:gd name="connsiteX32" fmla="*/ 188722 w 571128"/>
                    <a:gd name="connsiteY32" fmla="*/ 449809 h 761503"/>
                    <a:gd name="connsiteX33" fmla="*/ 188722 w 571128"/>
                    <a:gd name="connsiteY33" fmla="*/ 479725 h 761503"/>
                    <a:gd name="connsiteX34" fmla="*/ 188722 w 571128"/>
                    <a:gd name="connsiteY34" fmla="*/ 542277 h 761503"/>
                    <a:gd name="connsiteX35" fmla="*/ 186002 w 571128"/>
                    <a:gd name="connsiteY35" fmla="*/ 615708 h 761503"/>
                    <a:gd name="connsiteX36" fmla="*/ 186002 w 571128"/>
                    <a:gd name="connsiteY36" fmla="*/ 637465 h 761503"/>
                    <a:gd name="connsiteX37" fmla="*/ 183283 w 571128"/>
                    <a:gd name="connsiteY37" fmla="*/ 664661 h 761503"/>
                    <a:gd name="connsiteX38" fmla="*/ 226797 w 571128"/>
                    <a:gd name="connsiteY38" fmla="*/ 664661 h 761503"/>
                    <a:gd name="connsiteX39" fmla="*/ 253994 w 571128"/>
                    <a:gd name="connsiteY39" fmla="*/ 680979 h 761503"/>
                    <a:gd name="connsiteX40" fmla="*/ 248554 w 571128"/>
                    <a:gd name="connsiteY40" fmla="*/ 697297 h 761503"/>
                    <a:gd name="connsiteX41" fmla="*/ 234956 w 571128"/>
                    <a:gd name="connsiteY41" fmla="*/ 705456 h 761503"/>
                    <a:gd name="connsiteX42" fmla="*/ 218638 w 571128"/>
                    <a:gd name="connsiteY42" fmla="*/ 708176 h 761503"/>
                    <a:gd name="connsiteX43" fmla="*/ 183283 w 571128"/>
                    <a:gd name="connsiteY43" fmla="*/ 708176 h 761503"/>
                    <a:gd name="connsiteX44" fmla="*/ 150647 w 571128"/>
                    <a:gd name="connsiteY44" fmla="*/ 708176 h 761503"/>
                    <a:gd name="connsiteX45" fmla="*/ 107132 w 571128"/>
                    <a:gd name="connsiteY45" fmla="*/ 708176 h 761503"/>
                    <a:gd name="connsiteX46" fmla="*/ 88094 w 571128"/>
                    <a:gd name="connsiteY46" fmla="*/ 708176 h 761503"/>
                    <a:gd name="connsiteX47" fmla="*/ 69057 w 571128"/>
                    <a:gd name="connsiteY47" fmla="*/ 702737 h 761503"/>
                    <a:gd name="connsiteX48" fmla="*/ 58178 w 571128"/>
                    <a:gd name="connsiteY48" fmla="*/ 686419 h 761503"/>
                    <a:gd name="connsiteX49" fmla="*/ 60898 w 571128"/>
                    <a:gd name="connsiteY49" fmla="*/ 678260 h 761503"/>
                    <a:gd name="connsiteX50" fmla="*/ 77216 w 571128"/>
                    <a:gd name="connsiteY50" fmla="*/ 670101 h 761503"/>
                    <a:gd name="connsiteX51" fmla="*/ 120730 w 571128"/>
                    <a:gd name="connsiteY51" fmla="*/ 664661 h 761503"/>
                    <a:gd name="connsiteX52" fmla="*/ 131609 w 571128"/>
                    <a:gd name="connsiteY52" fmla="*/ 664661 h 761503"/>
                    <a:gd name="connsiteX53" fmla="*/ 134329 w 571128"/>
                    <a:gd name="connsiteY53" fmla="*/ 539557 h 761503"/>
                    <a:gd name="connsiteX54" fmla="*/ 134329 w 571128"/>
                    <a:gd name="connsiteY54" fmla="*/ 504202 h 761503"/>
                    <a:gd name="connsiteX55" fmla="*/ 131609 w 571128"/>
                    <a:gd name="connsiteY55" fmla="*/ 376378 h 761503"/>
                    <a:gd name="connsiteX56" fmla="*/ 131609 w 571128"/>
                    <a:gd name="connsiteY56" fmla="*/ 302947 h 761503"/>
                    <a:gd name="connsiteX57" fmla="*/ 134329 w 571128"/>
                    <a:gd name="connsiteY57" fmla="*/ 221357 h 761503"/>
                    <a:gd name="connsiteX58" fmla="*/ 137048 w 571128"/>
                    <a:gd name="connsiteY58" fmla="*/ 123450 h 761503"/>
                    <a:gd name="connsiteX59" fmla="*/ 107132 w 571128"/>
                    <a:gd name="connsiteY59" fmla="*/ 123450 h 761503"/>
                    <a:gd name="connsiteX60" fmla="*/ 88094 w 571128"/>
                    <a:gd name="connsiteY60" fmla="*/ 123450 h 761503"/>
                    <a:gd name="connsiteX61" fmla="*/ 69057 w 571128"/>
                    <a:gd name="connsiteY61" fmla="*/ 118011 h 761503"/>
                    <a:gd name="connsiteX62" fmla="*/ 58178 w 571128"/>
                    <a:gd name="connsiteY62" fmla="*/ 101693 h 761503"/>
                    <a:gd name="connsiteX63" fmla="*/ 60898 w 571128"/>
                    <a:gd name="connsiteY63" fmla="*/ 93534 h 761503"/>
                    <a:gd name="connsiteX64" fmla="*/ 77216 w 571128"/>
                    <a:gd name="connsiteY64" fmla="*/ 85375 h 761503"/>
                    <a:gd name="connsiteX65" fmla="*/ 131609 w 571128"/>
                    <a:gd name="connsiteY65" fmla="*/ 79936 h 761503"/>
                    <a:gd name="connsiteX66" fmla="*/ 161525 w 571128"/>
                    <a:gd name="connsiteY66" fmla="*/ 79936 h 761503"/>
                    <a:gd name="connsiteX67" fmla="*/ 177843 w 571128"/>
                    <a:gd name="connsiteY67" fmla="*/ 66337 h 761503"/>
                    <a:gd name="connsiteX68" fmla="*/ 202320 w 571128"/>
                    <a:gd name="connsiteY68" fmla="*/ 58178 h 761503"/>
                    <a:gd name="connsiteX69" fmla="*/ 234956 w 571128"/>
                    <a:gd name="connsiteY69" fmla="*/ 77216 h 761503"/>
                    <a:gd name="connsiteX70" fmla="*/ 251274 w 571128"/>
                    <a:gd name="connsiteY70" fmla="*/ 107132 h 761503"/>
                    <a:gd name="connsiteX71" fmla="*/ 267592 w 571128"/>
                    <a:gd name="connsiteY71" fmla="*/ 147927 h 761503"/>
                    <a:gd name="connsiteX72" fmla="*/ 281190 w 571128"/>
                    <a:gd name="connsiteY72" fmla="*/ 183282 h 761503"/>
                    <a:gd name="connsiteX73" fmla="*/ 297508 w 571128"/>
                    <a:gd name="connsiteY73" fmla="*/ 224077 h 761503"/>
                    <a:gd name="connsiteX74" fmla="*/ 308387 w 571128"/>
                    <a:gd name="connsiteY74" fmla="*/ 264872 h 761503"/>
                    <a:gd name="connsiteX75" fmla="*/ 319265 w 571128"/>
                    <a:gd name="connsiteY75" fmla="*/ 300228 h 761503"/>
                    <a:gd name="connsiteX76" fmla="*/ 351901 w 571128"/>
                    <a:gd name="connsiteY76" fmla="*/ 379098 h 761503"/>
                    <a:gd name="connsiteX77" fmla="*/ 365500 w 571128"/>
                    <a:gd name="connsiteY77" fmla="*/ 417173 h 761503"/>
                    <a:gd name="connsiteX78" fmla="*/ 379098 w 571128"/>
                    <a:gd name="connsiteY78" fmla="*/ 457968 h 761503"/>
                    <a:gd name="connsiteX79" fmla="*/ 395416 w 571128"/>
                    <a:gd name="connsiteY79" fmla="*/ 496043 h 761503"/>
                    <a:gd name="connsiteX80" fmla="*/ 406295 w 571128"/>
                    <a:gd name="connsiteY80" fmla="*/ 512361 h 761503"/>
                    <a:gd name="connsiteX81" fmla="*/ 411734 w 571128"/>
                    <a:gd name="connsiteY81" fmla="*/ 531398 h 761503"/>
                    <a:gd name="connsiteX82" fmla="*/ 419893 w 571128"/>
                    <a:gd name="connsiteY82" fmla="*/ 558595 h 761503"/>
                    <a:gd name="connsiteX83" fmla="*/ 425332 w 571128"/>
                    <a:gd name="connsiteY83" fmla="*/ 564034 h 761503"/>
                    <a:gd name="connsiteX84" fmla="*/ 430771 w 571128"/>
                    <a:gd name="connsiteY84" fmla="*/ 558595 h 761503"/>
                    <a:gd name="connsiteX85" fmla="*/ 430771 w 571128"/>
                    <a:gd name="connsiteY85" fmla="*/ 550436 h 761503"/>
                    <a:gd name="connsiteX86" fmla="*/ 430771 w 571128"/>
                    <a:gd name="connsiteY86" fmla="*/ 501482 h 761503"/>
                    <a:gd name="connsiteX87" fmla="*/ 430771 w 571128"/>
                    <a:gd name="connsiteY87" fmla="*/ 403575 h 761503"/>
                    <a:gd name="connsiteX88" fmla="*/ 425332 w 571128"/>
                    <a:gd name="connsiteY88" fmla="*/ 313826 h 761503"/>
                    <a:gd name="connsiteX89" fmla="*/ 425332 w 571128"/>
                    <a:gd name="connsiteY89" fmla="*/ 248554 h 761503"/>
                    <a:gd name="connsiteX90" fmla="*/ 425332 w 571128"/>
                    <a:gd name="connsiteY90" fmla="*/ 210479 h 761503"/>
                    <a:gd name="connsiteX91" fmla="*/ 422613 w 571128"/>
                    <a:gd name="connsiteY91" fmla="*/ 153366 h 761503"/>
                    <a:gd name="connsiteX92" fmla="*/ 425332 w 571128"/>
                    <a:gd name="connsiteY92" fmla="*/ 123450 h 761503"/>
                    <a:gd name="connsiteX93" fmla="*/ 398136 w 571128"/>
                    <a:gd name="connsiteY93" fmla="*/ 123450 h 761503"/>
                    <a:gd name="connsiteX94" fmla="*/ 379098 w 571128"/>
                    <a:gd name="connsiteY94" fmla="*/ 123450 h 761503"/>
                    <a:gd name="connsiteX95" fmla="*/ 360060 w 571128"/>
                    <a:gd name="connsiteY95" fmla="*/ 118011 h 761503"/>
                    <a:gd name="connsiteX96" fmla="*/ 349182 w 571128"/>
                    <a:gd name="connsiteY96" fmla="*/ 101693 h 761503"/>
                    <a:gd name="connsiteX97" fmla="*/ 351901 w 571128"/>
                    <a:gd name="connsiteY97" fmla="*/ 93534 h 761503"/>
                    <a:gd name="connsiteX98" fmla="*/ 368219 w 571128"/>
                    <a:gd name="connsiteY98" fmla="*/ 85375 h 761503"/>
                    <a:gd name="connsiteX99" fmla="*/ 422613 w 571128"/>
                    <a:gd name="connsiteY99" fmla="*/ 79936 h 761503"/>
                    <a:gd name="connsiteX100" fmla="*/ 444370 w 571128"/>
                    <a:gd name="connsiteY100" fmla="*/ 79936 h 761503"/>
                    <a:gd name="connsiteX101" fmla="*/ 463407 w 571128"/>
                    <a:gd name="connsiteY101" fmla="*/ 71776 h 761503"/>
                    <a:gd name="connsiteX102" fmla="*/ 477006 w 571128"/>
                    <a:gd name="connsiteY102" fmla="*/ 79936 h 761503"/>
                    <a:gd name="connsiteX103" fmla="*/ 512361 w 571128"/>
                    <a:gd name="connsiteY103" fmla="*/ 79936 h 761503"/>
                    <a:gd name="connsiteX104" fmla="*/ 512361 w 571128"/>
                    <a:gd name="connsiteY104" fmla="*/ 79936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</a:cxnLst>
                  <a:rect l="l" t="t" r="r" b="b"/>
                  <a:pathLst>
                    <a:path w="571128" h="761503">
                      <a:moveTo>
                        <a:pt x="512361" y="79936"/>
                      </a:moveTo>
                      <a:cubicBezTo>
                        <a:pt x="520520" y="79936"/>
                        <a:pt x="539558" y="79936"/>
                        <a:pt x="539558" y="96253"/>
                      </a:cubicBezTo>
                      <a:cubicBezTo>
                        <a:pt x="539558" y="104412"/>
                        <a:pt x="539558" y="107132"/>
                        <a:pt x="534118" y="112571"/>
                      </a:cubicBezTo>
                      <a:cubicBezTo>
                        <a:pt x="531399" y="118011"/>
                        <a:pt x="525960" y="120730"/>
                        <a:pt x="523240" y="120730"/>
                      </a:cubicBezTo>
                      <a:cubicBezTo>
                        <a:pt x="515081" y="123450"/>
                        <a:pt x="512361" y="123450"/>
                        <a:pt x="506922" y="123450"/>
                      </a:cubicBezTo>
                      <a:cubicBezTo>
                        <a:pt x="504202" y="123450"/>
                        <a:pt x="490604" y="123450"/>
                        <a:pt x="477006" y="123450"/>
                      </a:cubicBezTo>
                      <a:cubicBezTo>
                        <a:pt x="477006" y="131609"/>
                        <a:pt x="479725" y="137048"/>
                        <a:pt x="479725" y="145207"/>
                      </a:cubicBezTo>
                      <a:cubicBezTo>
                        <a:pt x="479725" y="156086"/>
                        <a:pt x="477006" y="166964"/>
                        <a:pt x="477006" y="180563"/>
                      </a:cubicBezTo>
                      <a:cubicBezTo>
                        <a:pt x="477006" y="196881"/>
                        <a:pt x="479725" y="215918"/>
                        <a:pt x="482445" y="232236"/>
                      </a:cubicBezTo>
                      <a:cubicBezTo>
                        <a:pt x="485165" y="248554"/>
                        <a:pt x="485165" y="267592"/>
                        <a:pt x="485165" y="283910"/>
                      </a:cubicBezTo>
                      <a:cubicBezTo>
                        <a:pt x="485165" y="297508"/>
                        <a:pt x="485165" y="313826"/>
                        <a:pt x="485165" y="327424"/>
                      </a:cubicBezTo>
                      <a:cubicBezTo>
                        <a:pt x="485165" y="343742"/>
                        <a:pt x="487884" y="357340"/>
                        <a:pt x="487884" y="373658"/>
                      </a:cubicBezTo>
                      <a:cubicBezTo>
                        <a:pt x="487884" y="389976"/>
                        <a:pt x="485165" y="403575"/>
                        <a:pt x="485165" y="419892"/>
                      </a:cubicBezTo>
                      <a:cubicBezTo>
                        <a:pt x="485165" y="436210"/>
                        <a:pt x="485165" y="449809"/>
                        <a:pt x="485165" y="463407"/>
                      </a:cubicBezTo>
                      <a:cubicBezTo>
                        <a:pt x="485165" y="479725"/>
                        <a:pt x="485165" y="498762"/>
                        <a:pt x="482445" y="515080"/>
                      </a:cubicBezTo>
                      <a:cubicBezTo>
                        <a:pt x="482445" y="528679"/>
                        <a:pt x="482445" y="542277"/>
                        <a:pt x="482445" y="558595"/>
                      </a:cubicBezTo>
                      <a:cubicBezTo>
                        <a:pt x="482445" y="572193"/>
                        <a:pt x="479725" y="588511"/>
                        <a:pt x="479725" y="602109"/>
                      </a:cubicBezTo>
                      <a:cubicBezTo>
                        <a:pt x="479725" y="615708"/>
                        <a:pt x="485165" y="632026"/>
                        <a:pt x="485165" y="648343"/>
                      </a:cubicBezTo>
                      <a:cubicBezTo>
                        <a:pt x="485165" y="659222"/>
                        <a:pt x="482445" y="670101"/>
                        <a:pt x="474286" y="675540"/>
                      </a:cubicBezTo>
                      <a:cubicBezTo>
                        <a:pt x="460688" y="686419"/>
                        <a:pt x="444370" y="691858"/>
                        <a:pt x="428052" y="691858"/>
                      </a:cubicBezTo>
                      <a:cubicBezTo>
                        <a:pt x="414454" y="691858"/>
                        <a:pt x="400855" y="689138"/>
                        <a:pt x="387257" y="683699"/>
                      </a:cubicBezTo>
                      <a:cubicBezTo>
                        <a:pt x="373659" y="678260"/>
                        <a:pt x="360060" y="672820"/>
                        <a:pt x="351901" y="664661"/>
                      </a:cubicBezTo>
                      <a:cubicBezTo>
                        <a:pt x="330144" y="645624"/>
                        <a:pt x="316546" y="621147"/>
                        <a:pt x="305667" y="596670"/>
                      </a:cubicBezTo>
                      <a:cubicBezTo>
                        <a:pt x="292069" y="569473"/>
                        <a:pt x="281190" y="539557"/>
                        <a:pt x="270312" y="509641"/>
                      </a:cubicBezTo>
                      <a:cubicBezTo>
                        <a:pt x="264872" y="493323"/>
                        <a:pt x="256713" y="477005"/>
                        <a:pt x="251274" y="460687"/>
                      </a:cubicBezTo>
                      <a:cubicBezTo>
                        <a:pt x="240395" y="433491"/>
                        <a:pt x="232236" y="409014"/>
                        <a:pt x="224077" y="381817"/>
                      </a:cubicBezTo>
                      <a:cubicBezTo>
                        <a:pt x="218638" y="365499"/>
                        <a:pt x="213199" y="346462"/>
                        <a:pt x="207759" y="330144"/>
                      </a:cubicBezTo>
                      <a:cubicBezTo>
                        <a:pt x="202320" y="316545"/>
                        <a:pt x="196881" y="300228"/>
                        <a:pt x="191442" y="286629"/>
                      </a:cubicBezTo>
                      <a:cubicBezTo>
                        <a:pt x="188722" y="281190"/>
                        <a:pt x="186002" y="278470"/>
                        <a:pt x="183283" y="278470"/>
                      </a:cubicBezTo>
                      <a:cubicBezTo>
                        <a:pt x="180563" y="278470"/>
                        <a:pt x="180563" y="286629"/>
                        <a:pt x="180563" y="292069"/>
                      </a:cubicBezTo>
                      <a:cubicBezTo>
                        <a:pt x="180563" y="297508"/>
                        <a:pt x="180563" y="302947"/>
                        <a:pt x="180563" y="305667"/>
                      </a:cubicBezTo>
                      <a:cubicBezTo>
                        <a:pt x="180563" y="321985"/>
                        <a:pt x="183283" y="338303"/>
                        <a:pt x="183283" y="354621"/>
                      </a:cubicBezTo>
                      <a:cubicBezTo>
                        <a:pt x="183283" y="387257"/>
                        <a:pt x="186002" y="417173"/>
                        <a:pt x="188722" y="449809"/>
                      </a:cubicBezTo>
                      <a:cubicBezTo>
                        <a:pt x="188722" y="460687"/>
                        <a:pt x="188722" y="468846"/>
                        <a:pt x="188722" y="479725"/>
                      </a:cubicBezTo>
                      <a:cubicBezTo>
                        <a:pt x="188722" y="501482"/>
                        <a:pt x="188722" y="523239"/>
                        <a:pt x="188722" y="542277"/>
                      </a:cubicBezTo>
                      <a:cubicBezTo>
                        <a:pt x="188722" y="566754"/>
                        <a:pt x="186002" y="591231"/>
                        <a:pt x="186002" y="615708"/>
                      </a:cubicBezTo>
                      <a:cubicBezTo>
                        <a:pt x="186002" y="623867"/>
                        <a:pt x="186002" y="632026"/>
                        <a:pt x="186002" y="637465"/>
                      </a:cubicBezTo>
                      <a:cubicBezTo>
                        <a:pt x="186002" y="645624"/>
                        <a:pt x="183283" y="656502"/>
                        <a:pt x="183283" y="664661"/>
                      </a:cubicBezTo>
                      <a:cubicBezTo>
                        <a:pt x="202320" y="664661"/>
                        <a:pt x="218638" y="664661"/>
                        <a:pt x="226797" y="664661"/>
                      </a:cubicBezTo>
                      <a:cubicBezTo>
                        <a:pt x="234956" y="664661"/>
                        <a:pt x="253994" y="664661"/>
                        <a:pt x="253994" y="680979"/>
                      </a:cubicBezTo>
                      <a:cubicBezTo>
                        <a:pt x="253994" y="689138"/>
                        <a:pt x="253994" y="691858"/>
                        <a:pt x="248554" y="697297"/>
                      </a:cubicBezTo>
                      <a:cubicBezTo>
                        <a:pt x="245835" y="702737"/>
                        <a:pt x="240395" y="705456"/>
                        <a:pt x="234956" y="705456"/>
                      </a:cubicBezTo>
                      <a:cubicBezTo>
                        <a:pt x="226797" y="708176"/>
                        <a:pt x="224077" y="708176"/>
                        <a:pt x="218638" y="708176"/>
                      </a:cubicBezTo>
                      <a:cubicBezTo>
                        <a:pt x="215918" y="708176"/>
                        <a:pt x="199600" y="708176"/>
                        <a:pt x="183283" y="708176"/>
                      </a:cubicBezTo>
                      <a:cubicBezTo>
                        <a:pt x="166965" y="708176"/>
                        <a:pt x="153366" y="708176"/>
                        <a:pt x="150647" y="708176"/>
                      </a:cubicBezTo>
                      <a:cubicBezTo>
                        <a:pt x="139768" y="708176"/>
                        <a:pt x="120730" y="708176"/>
                        <a:pt x="107132" y="708176"/>
                      </a:cubicBezTo>
                      <a:cubicBezTo>
                        <a:pt x="101693" y="708176"/>
                        <a:pt x="96253" y="708176"/>
                        <a:pt x="88094" y="708176"/>
                      </a:cubicBezTo>
                      <a:cubicBezTo>
                        <a:pt x="82655" y="708176"/>
                        <a:pt x="74496" y="708176"/>
                        <a:pt x="69057" y="702737"/>
                      </a:cubicBezTo>
                      <a:cubicBezTo>
                        <a:pt x="63618" y="700017"/>
                        <a:pt x="58178" y="691858"/>
                        <a:pt x="58178" y="686419"/>
                      </a:cubicBezTo>
                      <a:cubicBezTo>
                        <a:pt x="58178" y="683699"/>
                        <a:pt x="58178" y="680979"/>
                        <a:pt x="60898" y="678260"/>
                      </a:cubicBezTo>
                      <a:cubicBezTo>
                        <a:pt x="63618" y="675540"/>
                        <a:pt x="71777" y="672820"/>
                        <a:pt x="77216" y="670101"/>
                      </a:cubicBezTo>
                      <a:cubicBezTo>
                        <a:pt x="90814" y="667381"/>
                        <a:pt x="115291" y="664661"/>
                        <a:pt x="120730" y="664661"/>
                      </a:cubicBezTo>
                      <a:cubicBezTo>
                        <a:pt x="123450" y="664661"/>
                        <a:pt x="126170" y="664661"/>
                        <a:pt x="131609" y="664661"/>
                      </a:cubicBezTo>
                      <a:cubicBezTo>
                        <a:pt x="131609" y="623867"/>
                        <a:pt x="134329" y="583072"/>
                        <a:pt x="134329" y="539557"/>
                      </a:cubicBezTo>
                      <a:cubicBezTo>
                        <a:pt x="134329" y="528679"/>
                        <a:pt x="134329" y="515080"/>
                        <a:pt x="134329" y="504202"/>
                      </a:cubicBezTo>
                      <a:cubicBezTo>
                        <a:pt x="131609" y="460687"/>
                        <a:pt x="131609" y="417173"/>
                        <a:pt x="131609" y="376378"/>
                      </a:cubicBezTo>
                      <a:cubicBezTo>
                        <a:pt x="131609" y="351901"/>
                        <a:pt x="131609" y="327424"/>
                        <a:pt x="131609" y="302947"/>
                      </a:cubicBezTo>
                      <a:cubicBezTo>
                        <a:pt x="131609" y="275751"/>
                        <a:pt x="131609" y="248554"/>
                        <a:pt x="134329" y="221357"/>
                      </a:cubicBezTo>
                      <a:cubicBezTo>
                        <a:pt x="134329" y="188722"/>
                        <a:pt x="137048" y="156086"/>
                        <a:pt x="137048" y="123450"/>
                      </a:cubicBezTo>
                      <a:cubicBezTo>
                        <a:pt x="126170" y="123450"/>
                        <a:pt x="115291" y="123450"/>
                        <a:pt x="107132" y="123450"/>
                      </a:cubicBezTo>
                      <a:cubicBezTo>
                        <a:pt x="101693" y="123450"/>
                        <a:pt x="96253" y="123450"/>
                        <a:pt x="88094" y="123450"/>
                      </a:cubicBezTo>
                      <a:cubicBezTo>
                        <a:pt x="82655" y="123450"/>
                        <a:pt x="74496" y="120730"/>
                        <a:pt x="69057" y="118011"/>
                      </a:cubicBezTo>
                      <a:cubicBezTo>
                        <a:pt x="63618" y="115291"/>
                        <a:pt x="58178" y="107132"/>
                        <a:pt x="58178" y="101693"/>
                      </a:cubicBezTo>
                      <a:cubicBezTo>
                        <a:pt x="58178" y="98973"/>
                        <a:pt x="58178" y="96253"/>
                        <a:pt x="60898" y="93534"/>
                      </a:cubicBezTo>
                      <a:cubicBezTo>
                        <a:pt x="63618" y="90814"/>
                        <a:pt x="71777" y="88095"/>
                        <a:pt x="77216" y="85375"/>
                      </a:cubicBezTo>
                      <a:cubicBezTo>
                        <a:pt x="90814" y="82655"/>
                        <a:pt x="126170" y="79936"/>
                        <a:pt x="131609" y="79936"/>
                      </a:cubicBezTo>
                      <a:cubicBezTo>
                        <a:pt x="137048" y="79936"/>
                        <a:pt x="147927" y="79936"/>
                        <a:pt x="161525" y="79936"/>
                      </a:cubicBezTo>
                      <a:cubicBezTo>
                        <a:pt x="166965" y="74496"/>
                        <a:pt x="172404" y="71776"/>
                        <a:pt x="177843" y="66337"/>
                      </a:cubicBezTo>
                      <a:cubicBezTo>
                        <a:pt x="186002" y="60898"/>
                        <a:pt x="194161" y="58178"/>
                        <a:pt x="202320" y="58178"/>
                      </a:cubicBezTo>
                      <a:cubicBezTo>
                        <a:pt x="215918" y="58178"/>
                        <a:pt x="226797" y="63618"/>
                        <a:pt x="234956" y="77216"/>
                      </a:cubicBezTo>
                      <a:cubicBezTo>
                        <a:pt x="240395" y="88095"/>
                        <a:pt x="248554" y="96253"/>
                        <a:pt x="251274" y="107132"/>
                      </a:cubicBezTo>
                      <a:cubicBezTo>
                        <a:pt x="256713" y="120730"/>
                        <a:pt x="259433" y="134329"/>
                        <a:pt x="267592" y="147927"/>
                      </a:cubicBezTo>
                      <a:cubicBezTo>
                        <a:pt x="273031" y="158806"/>
                        <a:pt x="275751" y="172404"/>
                        <a:pt x="281190" y="183282"/>
                      </a:cubicBezTo>
                      <a:cubicBezTo>
                        <a:pt x="286630" y="196881"/>
                        <a:pt x="292069" y="210479"/>
                        <a:pt x="297508" y="224077"/>
                      </a:cubicBezTo>
                      <a:cubicBezTo>
                        <a:pt x="300228" y="237676"/>
                        <a:pt x="305667" y="251274"/>
                        <a:pt x="308387" y="264872"/>
                      </a:cubicBezTo>
                      <a:cubicBezTo>
                        <a:pt x="311107" y="278470"/>
                        <a:pt x="311107" y="289349"/>
                        <a:pt x="319265" y="300228"/>
                      </a:cubicBezTo>
                      <a:cubicBezTo>
                        <a:pt x="332864" y="324704"/>
                        <a:pt x="346462" y="351901"/>
                        <a:pt x="351901" y="379098"/>
                      </a:cubicBezTo>
                      <a:cubicBezTo>
                        <a:pt x="354621" y="392696"/>
                        <a:pt x="360060" y="403575"/>
                        <a:pt x="365500" y="417173"/>
                      </a:cubicBezTo>
                      <a:cubicBezTo>
                        <a:pt x="373659" y="430771"/>
                        <a:pt x="373659" y="444369"/>
                        <a:pt x="379098" y="457968"/>
                      </a:cubicBezTo>
                      <a:cubicBezTo>
                        <a:pt x="381818" y="471566"/>
                        <a:pt x="387257" y="482445"/>
                        <a:pt x="395416" y="496043"/>
                      </a:cubicBezTo>
                      <a:cubicBezTo>
                        <a:pt x="398136" y="501482"/>
                        <a:pt x="403575" y="506921"/>
                        <a:pt x="406295" y="512361"/>
                      </a:cubicBezTo>
                      <a:cubicBezTo>
                        <a:pt x="409014" y="517800"/>
                        <a:pt x="409014" y="525959"/>
                        <a:pt x="411734" y="531398"/>
                      </a:cubicBezTo>
                      <a:cubicBezTo>
                        <a:pt x="414454" y="539557"/>
                        <a:pt x="417173" y="550436"/>
                        <a:pt x="419893" y="558595"/>
                      </a:cubicBezTo>
                      <a:cubicBezTo>
                        <a:pt x="422613" y="561314"/>
                        <a:pt x="422613" y="564034"/>
                        <a:pt x="425332" y="564034"/>
                      </a:cubicBezTo>
                      <a:cubicBezTo>
                        <a:pt x="428052" y="564034"/>
                        <a:pt x="428052" y="561314"/>
                        <a:pt x="430771" y="558595"/>
                      </a:cubicBezTo>
                      <a:cubicBezTo>
                        <a:pt x="430771" y="555875"/>
                        <a:pt x="430771" y="553156"/>
                        <a:pt x="430771" y="550436"/>
                      </a:cubicBezTo>
                      <a:cubicBezTo>
                        <a:pt x="430771" y="534118"/>
                        <a:pt x="430771" y="517800"/>
                        <a:pt x="430771" y="501482"/>
                      </a:cubicBezTo>
                      <a:cubicBezTo>
                        <a:pt x="430771" y="468846"/>
                        <a:pt x="433491" y="436210"/>
                        <a:pt x="430771" y="403575"/>
                      </a:cubicBezTo>
                      <a:cubicBezTo>
                        <a:pt x="430771" y="373658"/>
                        <a:pt x="425332" y="343742"/>
                        <a:pt x="425332" y="313826"/>
                      </a:cubicBezTo>
                      <a:cubicBezTo>
                        <a:pt x="425332" y="292069"/>
                        <a:pt x="425332" y="270311"/>
                        <a:pt x="425332" y="248554"/>
                      </a:cubicBezTo>
                      <a:cubicBezTo>
                        <a:pt x="425332" y="234956"/>
                        <a:pt x="425332" y="224077"/>
                        <a:pt x="425332" y="210479"/>
                      </a:cubicBezTo>
                      <a:cubicBezTo>
                        <a:pt x="425332" y="191441"/>
                        <a:pt x="422613" y="172404"/>
                        <a:pt x="422613" y="153366"/>
                      </a:cubicBezTo>
                      <a:cubicBezTo>
                        <a:pt x="422613" y="142488"/>
                        <a:pt x="422613" y="134329"/>
                        <a:pt x="425332" y="123450"/>
                      </a:cubicBezTo>
                      <a:cubicBezTo>
                        <a:pt x="417173" y="123450"/>
                        <a:pt x="406295" y="123450"/>
                        <a:pt x="398136" y="123450"/>
                      </a:cubicBezTo>
                      <a:cubicBezTo>
                        <a:pt x="392696" y="123450"/>
                        <a:pt x="387257" y="123450"/>
                        <a:pt x="379098" y="123450"/>
                      </a:cubicBezTo>
                      <a:cubicBezTo>
                        <a:pt x="373659" y="123450"/>
                        <a:pt x="365500" y="120730"/>
                        <a:pt x="360060" y="118011"/>
                      </a:cubicBezTo>
                      <a:cubicBezTo>
                        <a:pt x="354621" y="115291"/>
                        <a:pt x="349182" y="107132"/>
                        <a:pt x="349182" y="101693"/>
                      </a:cubicBezTo>
                      <a:cubicBezTo>
                        <a:pt x="349182" y="98973"/>
                        <a:pt x="349182" y="96253"/>
                        <a:pt x="351901" y="93534"/>
                      </a:cubicBezTo>
                      <a:cubicBezTo>
                        <a:pt x="354621" y="90814"/>
                        <a:pt x="362780" y="88095"/>
                        <a:pt x="368219" y="85375"/>
                      </a:cubicBezTo>
                      <a:cubicBezTo>
                        <a:pt x="381818" y="82655"/>
                        <a:pt x="417173" y="79936"/>
                        <a:pt x="422613" y="79936"/>
                      </a:cubicBezTo>
                      <a:cubicBezTo>
                        <a:pt x="428052" y="79936"/>
                        <a:pt x="433491" y="79936"/>
                        <a:pt x="444370" y="79936"/>
                      </a:cubicBezTo>
                      <a:cubicBezTo>
                        <a:pt x="449809" y="74496"/>
                        <a:pt x="455248" y="71776"/>
                        <a:pt x="463407" y="71776"/>
                      </a:cubicBezTo>
                      <a:cubicBezTo>
                        <a:pt x="471566" y="71776"/>
                        <a:pt x="477006" y="74496"/>
                        <a:pt x="477006" y="79936"/>
                      </a:cubicBezTo>
                      <a:cubicBezTo>
                        <a:pt x="490604" y="82655"/>
                        <a:pt x="504202" y="79936"/>
                        <a:pt x="512361" y="79936"/>
                      </a:cubicBezTo>
                      <a:lnTo>
                        <a:pt x="512361" y="79936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37" name="Freeform: Shape 36">
                  <a:extLst>
                    <a:ext uri="{FF2B5EF4-FFF2-40B4-BE49-F238E27FC236}">
                      <a16:creationId xmlns:a16="http://schemas.microsoft.com/office/drawing/2014/main" id="{E9877939-A8BF-C040-D687-F6055A1D515B}"/>
                    </a:ext>
                  </a:extLst>
                </p:cNvPr>
                <p:cNvSpPr/>
                <p:nvPr/>
              </p:nvSpPr>
              <p:spPr>
                <a:xfrm>
                  <a:off x="2987430" y="4242177"/>
                  <a:ext cx="494979" cy="674476"/>
                </a:xfrm>
                <a:custGeom>
                  <a:avLst/>
                  <a:gdLst>
                    <a:gd name="connsiteX0" fmla="*/ 228453 w 494979"/>
                    <a:gd name="connsiteY0" fmla="*/ 97907 h 674476"/>
                    <a:gd name="connsiteX1" fmla="*/ 212135 w 494979"/>
                    <a:gd name="connsiteY1" fmla="*/ 119665 h 674476"/>
                    <a:gd name="connsiteX2" fmla="*/ 203976 w 494979"/>
                    <a:gd name="connsiteY2" fmla="*/ 152300 h 674476"/>
                    <a:gd name="connsiteX3" fmla="*/ 201256 w 494979"/>
                    <a:gd name="connsiteY3" fmla="*/ 168618 h 674476"/>
                    <a:gd name="connsiteX4" fmla="*/ 198537 w 494979"/>
                    <a:gd name="connsiteY4" fmla="*/ 184936 h 674476"/>
                    <a:gd name="connsiteX5" fmla="*/ 190378 w 494979"/>
                    <a:gd name="connsiteY5" fmla="*/ 220292 h 674476"/>
                    <a:gd name="connsiteX6" fmla="*/ 171340 w 494979"/>
                    <a:gd name="connsiteY6" fmla="*/ 291003 h 674476"/>
                    <a:gd name="connsiteX7" fmla="*/ 163180 w 494979"/>
                    <a:gd name="connsiteY7" fmla="*/ 323639 h 674476"/>
                    <a:gd name="connsiteX8" fmla="*/ 152302 w 494979"/>
                    <a:gd name="connsiteY8" fmla="*/ 361714 h 674476"/>
                    <a:gd name="connsiteX9" fmla="*/ 146862 w 494979"/>
                    <a:gd name="connsiteY9" fmla="*/ 388910 h 674476"/>
                    <a:gd name="connsiteX10" fmla="*/ 152302 w 494979"/>
                    <a:gd name="connsiteY10" fmla="*/ 391630 h 674476"/>
                    <a:gd name="connsiteX11" fmla="*/ 174060 w 494979"/>
                    <a:gd name="connsiteY11" fmla="*/ 391630 h 674476"/>
                    <a:gd name="connsiteX12" fmla="*/ 195817 w 494979"/>
                    <a:gd name="connsiteY12" fmla="*/ 388910 h 674476"/>
                    <a:gd name="connsiteX13" fmla="*/ 214855 w 494979"/>
                    <a:gd name="connsiteY13" fmla="*/ 388910 h 674476"/>
                    <a:gd name="connsiteX14" fmla="*/ 239332 w 494979"/>
                    <a:gd name="connsiteY14" fmla="*/ 388910 h 674476"/>
                    <a:gd name="connsiteX15" fmla="*/ 252930 w 494979"/>
                    <a:gd name="connsiteY15" fmla="*/ 386191 h 674476"/>
                    <a:gd name="connsiteX16" fmla="*/ 261089 w 494979"/>
                    <a:gd name="connsiteY16" fmla="*/ 386191 h 674476"/>
                    <a:gd name="connsiteX17" fmla="*/ 258369 w 494979"/>
                    <a:gd name="connsiteY17" fmla="*/ 367153 h 674476"/>
                    <a:gd name="connsiteX18" fmla="*/ 252930 w 494979"/>
                    <a:gd name="connsiteY18" fmla="*/ 331797 h 674476"/>
                    <a:gd name="connsiteX19" fmla="*/ 250210 w 494979"/>
                    <a:gd name="connsiteY19" fmla="*/ 244769 h 674476"/>
                    <a:gd name="connsiteX20" fmla="*/ 244771 w 494979"/>
                    <a:gd name="connsiteY20" fmla="*/ 203974 h 674476"/>
                    <a:gd name="connsiteX21" fmla="*/ 239332 w 494979"/>
                    <a:gd name="connsiteY21" fmla="*/ 157740 h 674476"/>
                    <a:gd name="connsiteX22" fmla="*/ 236612 w 494979"/>
                    <a:gd name="connsiteY22" fmla="*/ 119665 h 674476"/>
                    <a:gd name="connsiteX23" fmla="*/ 228453 w 494979"/>
                    <a:gd name="connsiteY23" fmla="*/ 97907 h 674476"/>
                    <a:gd name="connsiteX24" fmla="*/ 274687 w 494979"/>
                    <a:gd name="connsiteY24" fmla="*/ 0 h 674476"/>
                    <a:gd name="connsiteX25" fmla="*/ 304603 w 494979"/>
                    <a:gd name="connsiteY25" fmla="*/ 5439 h 674476"/>
                    <a:gd name="connsiteX26" fmla="*/ 320921 w 494979"/>
                    <a:gd name="connsiteY26" fmla="*/ 24477 h 674476"/>
                    <a:gd name="connsiteX27" fmla="*/ 334519 w 494979"/>
                    <a:gd name="connsiteY27" fmla="*/ 43515 h 674476"/>
                    <a:gd name="connsiteX28" fmla="*/ 339959 w 494979"/>
                    <a:gd name="connsiteY28" fmla="*/ 65272 h 674476"/>
                    <a:gd name="connsiteX29" fmla="*/ 348118 w 494979"/>
                    <a:gd name="connsiteY29" fmla="*/ 114226 h 674476"/>
                    <a:gd name="connsiteX30" fmla="*/ 361716 w 494979"/>
                    <a:gd name="connsiteY30" fmla="*/ 163180 h 674476"/>
                    <a:gd name="connsiteX31" fmla="*/ 369875 w 494979"/>
                    <a:gd name="connsiteY31" fmla="*/ 220293 h 674476"/>
                    <a:gd name="connsiteX32" fmla="*/ 378034 w 494979"/>
                    <a:gd name="connsiteY32" fmla="*/ 274686 h 674476"/>
                    <a:gd name="connsiteX33" fmla="*/ 383473 w 494979"/>
                    <a:gd name="connsiteY33" fmla="*/ 301883 h 674476"/>
                    <a:gd name="connsiteX34" fmla="*/ 391632 w 494979"/>
                    <a:gd name="connsiteY34" fmla="*/ 337238 h 674476"/>
                    <a:gd name="connsiteX35" fmla="*/ 397071 w 494979"/>
                    <a:gd name="connsiteY35" fmla="*/ 364435 h 674476"/>
                    <a:gd name="connsiteX36" fmla="*/ 405230 w 494979"/>
                    <a:gd name="connsiteY36" fmla="*/ 383473 h 674476"/>
                    <a:gd name="connsiteX37" fmla="*/ 416109 w 494979"/>
                    <a:gd name="connsiteY37" fmla="*/ 386192 h 674476"/>
                    <a:gd name="connsiteX38" fmla="*/ 426988 w 494979"/>
                    <a:gd name="connsiteY38" fmla="*/ 386192 h 674476"/>
                    <a:gd name="connsiteX39" fmla="*/ 454184 w 494979"/>
                    <a:gd name="connsiteY39" fmla="*/ 397071 h 674476"/>
                    <a:gd name="connsiteX40" fmla="*/ 456904 w 494979"/>
                    <a:gd name="connsiteY40" fmla="*/ 405230 h 674476"/>
                    <a:gd name="connsiteX41" fmla="*/ 451465 w 494979"/>
                    <a:gd name="connsiteY41" fmla="*/ 416108 h 674476"/>
                    <a:gd name="connsiteX42" fmla="*/ 432427 w 494979"/>
                    <a:gd name="connsiteY42" fmla="*/ 429707 h 674476"/>
                    <a:gd name="connsiteX43" fmla="*/ 421548 w 494979"/>
                    <a:gd name="connsiteY43" fmla="*/ 432426 h 674476"/>
                    <a:gd name="connsiteX44" fmla="*/ 413389 w 494979"/>
                    <a:gd name="connsiteY44" fmla="*/ 435146 h 674476"/>
                    <a:gd name="connsiteX45" fmla="*/ 413389 w 494979"/>
                    <a:gd name="connsiteY45" fmla="*/ 440585 h 674476"/>
                    <a:gd name="connsiteX46" fmla="*/ 416109 w 494979"/>
                    <a:gd name="connsiteY46" fmla="*/ 451464 h 674476"/>
                    <a:gd name="connsiteX47" fmla="*/ 418829 w 494979"/>
                    <a:gd name="connsiteY47" fmla="*/ 465062 h 674476"/>
                    <a:gd name="connsiteX48" fmla="*/ 418829 w 494979"/>
                    <a:gd name="connsiteY48" fmla="*/ 475941 h 674476"/>
                    <a:gd name="connsiteX49" fmla="*/ 418829 w 494979"/>
                    <a:gd name="connsiteY49" fmla="*/ 486820 h 674476"/>
                    <a:gd name="connsiteX50" fmla="*/ 426988 w 494979"/>
                    <a:gd name="connsiteY50" fmla="*/ 516736 h 674476"/>
                    <a:gd name="connsiteX51" fmla="*/ 432427 w 494979"/>
                    <a:gd name="connsiteY51" fmla="*/ 543932 h 674476"/>
                    <a:gd name="connsiteX52" fmla="*/ 437866 w 494979"/>
                    <a:gd name="connsiteY52" fmla="*/ 573848 h 674476"/>
                    <a:gd name="connsiteX53" fmla="*/ 443306 w 494979"/>
                    <a:gd name="connsiteY53" fmla="*/ 606484 h 674476"/>
                    <a:gd name="connsiteX54" fmla="*/ 446025 w 494979"/>
                    <a:gd name="connsiteY54" fmla="*/ 617363 h 674476"/>
                    <a:gd name="connsiteX55" fmla="*/ 470502 w 494979"/>
                    <a:gd name="connsiteY55" fmla="*/ 617363 h 674476"/>
                    <a:gd name="connsiteX56" fmla="*/ 494979 w 494979"/>
                    <a:gd name="connsiteY56" fmla="*/ 641840 h 674476"/>
                    <a:gd name="connsiteX57" fmla="*/ 486820 w 494979"/>
                    <a:gd name="connsiteY57" fmla="*/ 655438 h 674476"/>
                    <a:gd name="connsiteX58" fmla="*/ 470502 w 494979"/>
                    <a:gd name="connsiteY58" fmla="*/ 663597 h 674476"/>
                    <a:gd name="connsiteX59" fmla="*/ 446025 w 494979"/>
                    <a:gd name="connsiteY59" fmla="*/ 666317 h 674476"/>
                    <a:gd name="connsiteX60" fmla="*/ 424268 w 494979"/>
                    <a:gd name="connsiteY60" fmla="*/ 666317 h 674476"/>
                    <a:gd name="connsiteX61" fmla="*/ 416109 w 494979"/>
                    <a:gd name="connsiteY61" fmla="*/ 666317 h 674476"/>
                    <a:gd name="connsiteX62" fmla="*/ 402511 w 494979"/>
                    <a:gd name="connsiteY62" fmla="*/ 671756 h 674476"/>
                    <a:gd name="connsiteX63" fmla="*/ 386193 w 494979"/>
                    <a:gd name="connsiteY63" fmla="*/ 674476 h 674476"/>
                    <a:gd name="connsiteX64" fmla="*/ 350837 w 494979"/>
                    <a:gd name="connsiteY64" fmla="*/ 669036 h 674476"/>
                    <a:gd name="connsiteX65" fmla="*/ 329080 w 494979"/>
                    <a:gd name="connsiteY65" fmla="*/ 669036 h 674476"/>
                    <a:gd name="connsiteX66" fmla="*/ 280126 w 494979"/>
                    <a:gd name="connsiteY66" fmla="*/ 669036 h 674476"/>
                    <a:gd name="connsiteX67" fmla="*/ 255649 w 494979"/>
                    <a:gd name="connsiteY67" fmla="*/ 663597 h 674476"/>
                    <a:gd name="connsiteX68" fmla="*/ 239331 w 494979"/>
                    <a:gd name="connsiteY68" fmla="*/ 647279 h 674476"/>
                    <a:gd name="connsiteX69" fmla="*/ 263808 w 494979"/>
                    <a:gd name="connsiteY69" fmla="*/ 630961 h 674476"/>
                    <a:gd name="connsiteX70" fmla="*/ 291005 w 494979"/>
                    <a:gd name="connsiteY70" fmla="*/ 628241 h 674476"/>
                    <a:gd name="connsiteX71" fmla="*/ 288285 w 494979"/>
                    <a:gd name="connsiteY71" fmla="*/ 609204 h 674476"/>
                    <a:gd name="connsiteX72" fmla="*/ 285565 w 494979"/>
                    <a:gd name="connsiteY72" fmla="*/ 582007 h 674476"/>
                    <a:gd name="connsiteX73" fmla="*/ 282846 w 494979"/>
                    <a:gd name="connsiteY73" fmla="*/ 568409 h 674476"/>
                    <a:gd name="connsiteX74" fmla="*/ 285565 w 494979"/>
                    <a:gd name="connsiteY74" fmla="*/ 554811 h 674476"/>
                    <a:gd name="connsiteX75" fmla="*/ 280126 w 494979"/>
                    <a:gd name="connsiteY75" fmla="*/ 538493 h 674476"/>
                    <a:gd name="connsiteX76" fmla="*/ 274687 w 494979"/>
                    <a:gd name="connsiteY76" fmla="*/ 505857 h 674476"/>
                    <a:gd name="connsiteX77" fmla="*/ 271967 w 494979"/>
                    <a:gd name="connsiteY77" fmla="*/ 478660 h 674476"/>
                    <a:gd name="connsiteX78" fmla="*/ 269247 w 494979"/>
                    <a:gd name="connsiteY78" fmla="*/ 446025 h 674476"/>
                    <a:gd name="connsiteX79" fmla="*/ 263808 w 494979"/>
                    <a:gd name="connsiteY79" fmla="*/ 437866 h 674476"/>
                    <a:gd name="connsiteX80" fmla="*/ 252929 w 494979"/>
                    <a:gd name="connsiteY80" fmla="*/ 437866 h 674476"/>
                    <a:gd name="connsiteX81" fmla="*/ 223013 w 494979"/>
                    <a:gd name="connsiteY81" fmla="*/ 440585 h 674476"/>
                    <a:gd name="connsiteX82" fmla="*/ 193097 w 494979"/>
                    <a:gd name="connsiteY82" fmla="*/ 443305 h 674476"/>
                    <a:gd name="connsiteX83" fmla="*/ 168620 w 494979"/>
                    <a:gd name="connsiteY83" fmla="*/ 443305 h 674476"/>
                    <a:gd name="connsiteX84" fmla="*/ 146862 w 494979"/>
                    <a:gd name="connsiteY84" fmla="*/ 440585 h 674476"/>
                    <a:gd name="connsiteX85" fmla="*/ 138703 w 494979"/>
                    <a:gd name="connsiteY85" fmla="*/ 454184 h 674476"/>
                    <a:gd name="connsiteX86" fmla="*/ 133263 w 494979"/>
                    <a:gd name="connsiteY86" fmla="*/ 486820 h 674476"/>
                    <a:gd name="connsiteX87" fmla="*/ 122385 w 494979"/>
                    <a:gd name="connsiteY87" fmla="*/ 541213 h 674476"/>
                    <a:gd name="connsiteX88" fmla="*/ 106067 w 494979"/>
                    <a:gd name="connsiteY88" fmla="*/ 614643 h 674476"/>
                    <a:gd name="connsiteX89" fmla="*/ 135983 w 494979"/>
                    <a:gd name="connsiteY89" fmla="*/ 614643 h 674476"/>
                    <a:gd name="connsiteX90" fmla="*/ 171340 w 494979"/>
                    <a:gd name="connsiteY90" fmla="*/ 630961 h 674476"/>
                    <a:gd name="connsiteX91" fmla="*/ 165900 w 494979"/>
                    <a:gd name="connsiteY91" fmla="*/ 647279 h 674476"/>
                    <a:gd name="connsiteX92" fmla="*/ 149581 w 494979"/>
                    <a:gd name="connsiteY92" fmla="*/ 655438 h 674476"/>
                    <a:gd name="connsiteX93" fmla="*/ 127824 w 494979"/>
                    <a:gd name="connsiteY93" fmla="*/ 658158 h 674476"/>
                    <a:gd name="connsiteX94" fmla="*/ 106067 w 494979"/>
                    <a:gd name="connsiteY94" fmla="*/ 658158 h 674476"/>
                    <a:gd name="connsiteX95" fmla="*/ 62552 w 494979"/>
                    <a:gd name="connsiteY95" fmla="*/ 658158 h 674476"/>
                    <a:gd name="connsiteX96" fmla="*/ 40795 w 494979"/>
                    <a:gd name="connsiteY96" fmla="*/ 658158 h 674476"/>
                    <a:gd name="connsiteX97" fmla="*/ 16318 w 494979"/>
                    <a:gd name="connsiteY97" fmla="*/ 652718 h 674476"/>
                    <a:gd name="connsiteX98" fmla="*/ 0 w 494979"/>
                    <a:gd name="connsiteY98" fmla="*/ 636401 h 674476"/>
                    <a:gd name="connsiteX99" fmla="*/ 2720 w 494979"/>
                    <a:gd name="connsiteY99" fmla="*/ 628241 h 674476"/>
                    <a:gd name="connsiteX100" fmla="*/ 24477 w 494979"/>
                    <a:gd name="connsiteY100" fmla="*/ 620082 h 674476"/>
                    <a:gd name="connsiteX101" fmla="*/ 62552 w 494979"/>
                    <a:gd name="connsiteY101" fmla="*/ 617363 h 674476"/>
                    <a:gd name="connsiteX102" fmla="*/ 62552 w 494979"/>
                    <a:gd name="connsiteY102" fmla="*/ 614643 h 674476"/>
                    <a:gd name="connsiteX103" fmla="*/ 65272 w 494979"/>
                    <a:gd name="connsiteY103" fmla="*/ 587447 h 674476"/>
                    <a:gd name="connsiteX104" fmla="*/ 76151 w 494979"/>
                    <a:gd name="connsiteY104" fmla="*/ 522175 h 674476"/>
                    <a:gd name="connsiteX105" fmla="*/ 87029 w 494979"/>
                    <a:gd name="connsiteY105" fmla="*/ 470501 h 674476"/>
                    <a:gd name="connsiteX106" fmla="*/ 92469 w 494979"/>
                    <a:gd name="connsiteY106" fmla="*/ 446025 h 674476"/>
                    <a:gd name="connsiteX107" fmla="*/ 65272 w 494979"/>
                    <a:gd name="connsiteY107" fmla="*/ 432426 h 674476"/>
                    <a:gd name="connsiteX108" fmla="*/ 54393 w 494979"/>
                    <a:gd name="connsiteY108" fmla="*/ 421548 h 674476"/>
                    <a:gd name="connsiteX109" fmla="*/ 73431 w 494979"/>
                    <a:gd name="connsiteY109" fmla="*/ 407949 h 674476"/>
                    <a:gd name="connsiteX110" fmla="*/ 100628 w 494979"/>
                    <a:gd name="connsiteY110" fmla="*/ 399790 h 674476"/>
                    <a:gd name="connsiteX111" fmla="*/ 108787 w 494979"/>
                    <a:gd name="connsiteY111" fmla="*/ 369874 h 674476"/>
                    <a:gd name="connsiteX112" fmla="*/ 125105 w 494979"/>
                    <a:gd name="connsiteY112" fmla="*/ 307322 h 674476"/>
                    <a:gd name="connsiteX113" fmla="*/ 141423 w 494979"/>
                    <a:gd name="connsiteY113" fmla="*/ 242051 h 674476"/>
                    <a:gd name="connsiteX114" fmla="*/ 155021 w 494979"/>
                    <a:gd name="connsiteY114" fmla="*/ 179498 h 674476"/>
                    <a:gd name="connsiteX115" fmla="*/ 168620 w 494979"/>
                    <a:gd name="connsiteY115" fmla="*/ 119665 h 674476"/>
                    <a:gd name="connsiteX116" fmla="*/ 193097 w 494979"/>
                    <a:gd name="connsiteY116" fmla="*/ 57113 h 674476"/>
                    <a:gd name="connsiteX117" fmla="*/ 201256 w 494979"/>
                    <a:gd name="connsiteY117" fmla="*/ 38075 h 674476"/>
                    <a:gd name="connsiteX118" fmla="*/ 217574 w 494979"/>
                    <a:gd name="connsiteY118" fmla="*/ 13598 h 674476"/>
                    <a:gd name="connsiteX119" fmla="*/ 274687 w 494979"/>
                    <a:gd name="connsiteY119" fmla="*/ 0 h 6744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</a:cxnLst>
                  <a:rect l="l" t="t" r="r" b="b"/>
                  <a:pathLst>
                    <a:path w="494979" h="674476">
                      <a:moveTo>
                        <a:pt x="228453" y="97907"/>
                      </a:moveTo>
                      <a:cubicBezTo>
                        <a:pt x="220294" y="97907"/>
                        <a:pt x="212135" y="114225"/>
                        <a:pt x="212135" y="119665"/>
                      </a:cubicBezTo>
                      <a:cubicBezTo>
                        <a:pt x="209415" y="130543"/>
                        <a:pt x="206696" y="144141"/>
                        <a:pt x="203976" y="152300"/>
                      </a:cubicBezTo>
                      <a:cubicBezTo>
                        <a:pt x="201256" y="157740"/>
                        <a:pt x="201256" y="163179"/>
                        <a:pt x="201256" y="168618"/>
                      </a:cubicBezTo>
                      <a:cubicBezTo>
                        <a:pt x="201256" y="174058"/>
                        <a:pt x="198537" y="179497"/>
                        <a:pt x="198537" y="184936"/>
                      </a:cubicBezTo>
                      <a:cubicBezTo>
                        <a:pt x="195817" y="195815"/>
                        <a:pt x="193097" y="209413"/>
                        <a:pt x="190378" y="220292"/>
                      </a:cubicBezTo>
                      <a:cubicBezTo>
                        <a:pt x="187658" y="244769"/>
                        <a:pt x="179499" y="269246"/>
                        <a:pt x="171340" y="291003"/>
                      </a:cubicBezTo>
                      <a:cubicBezTo>
                        <a:pt x="168620" y="301881"/>
                        <a:pt x="165900" y="312760"/>
                        <a:pt x="163180" y="323639"/>
                      </a:cubicBezTo>
                      <a:cubicBezTo>
                        <a:pt x="160461" y="337237"/>
                        <a:pt x="157741" y="348115"/>
                        <a:pt x="152302" y="361714"/>
                      </a:cubicBezTo>
                      <a:cubicBezTo>
                        <a:pt x="149582" y="367153"/>
                        <a:pt x="146862" y="383471"/>
                        <a:pt x="146862" y="388910"/>
                      </a:cubicBezTo>
                      <a:cubicBezTo>
                        <a:pt x="146862" y="391630"/>
                        <a:pt x="149582" y="391630"/>
                        <a:pt x="152302" y="391630"/>
                      </a:cubicBezTo>
                      <a:cubicBezTo>
                        <a:pt x="157741" y="391630"/>
                        <a:pt x="171340" y="391630"/>
                        <a:pt x="174060" y="391630"/>
                      </a:cubicBezTo>
                      <a:cubicBezTo>
                        <a:pt x="182219" y="391630"/>
                        <a:pt x="190378" y="391630"/>
                        <a:pt x="195817" y="388910"/>
                      </a:cubicBezTo>
                      <a:cubicBezTo>
                        <a:pt x="201256" y="388910"/>
                        <a:pt x="206696" y="388910"/>
                        <a:pt x="214855" y="388910"/>
                      </a:cubicBezTo>
                      <a:cubicBezTo>
                        <a:pt x="220294" y="388910"/>
                        <a:pt x="228453" y="388910"/>
                        <a:pt x="239332" y="388910"/>
                      </a:cubicBezTo>
                      <a:cubicBezTo>
                        <a:pt x="244771" y="388910"/>
                        <a:pt x="250210" y="388910"/>
                        <a:pt x="252930" y="386191"/>
                      </a:cubicBezTo>
                      <a:cubicBezTo>
                        <a:pt x="258369" y="391630"/>
                        <a:pt x="261089" y="388910"/>
                        <a:pt x="261089" y="386191"/>
                      </a:cubicBezTo>
                      <a:cubicBezTo>
                        <a:pt x="261089" y="380751"/>
                        <a:pt x="258369" y="372592"/>
                        <a:pt x="258369" y="367153"/>
                      </a:cubicBezTo>
                      <a:cubicBezTo>
                        <a:pt x="255650" y="353555"/>
                        <a:pt x="252930" y="342676"/>
                        <a:pt x="252930" y="331797"/>
                      </a:cubicBezTo>
                      <a:cubicBezTo>
                        <a:pt x="252930" y="301881"/>
                        <a:pt x="252930" y="274685"/>
                        <a:pt x="250210" y="244769"/>
                      </a:cubicBezTo>
                      <a:cubicBezTo>
                        <a:pt x="250210" y="231170"/>
                        <a:pt x="247491" y="217572"/>
                        <a:pt x="244771" y="203974"/>
                      </a:cubicBezTo>
                      <a:cubicBezTo>
                        <a:pt x="242051" y="187656"/>
                        <a:pt x="239332" y="174058"/>
                        <a:pt x="239332" y="157740"/>
                      </a:cubicBezTo>
                      <a:cubicBezTo>
                        <a:pt x="239332" y="152300"/>
                        <a:pt x="239332" y="133263"/>
                        <a:pt x="236612" y="119665"/>
                      </a:cubicBezTo>
                      <a:cubicBezTo>
                        <a:pt x="236612" y="106066"/>
                        <a:pt x="233892" y="97907"/>
                        <a:pt x="228453" y="97907"/>
                      </a:cubicBezTo>
                      <a:close/>
                      <a:moveTo>
                        <a:pt x="274687" y="0"/>
                      </a:moveTo>
                      <a:cubicBezTo>
                        <a:pt x="288285" y="0"/>
                        <a:pt x="293724" y="2720"/>
                        <a:pt x="304603" y="5439"/>
                      </a:cubicBezTo>
                      <a:cubicBezTo>
                        <a:pt x="315482" y="10879"/>
                        <a:pt x="315482" y="16318"/>
                        <a:pt x="320921" y="24477"/>
                      </a:cubicBezTo>
                      <a:cubicBezTo>
                        <a:pt x="326360" y="29916"/>
                        <a:pt x="331800" y="35356"/>
                        <a:pt x="334519" y="43515"/>
                      </a:cubicBezTo>
                      <a:cubicBezTo>
                        <a:pt x="337239" y="51674"/>
                        <a:pt x="337239" y="57113"/>
                        <a:pt x="339959" y="65272"/>
                      </a:cubicBezTo>
                      <a:cubicBezTo>
                        <a:pt x="345398" y="78870"/>
                        <a:pt x="342678" y="97908"/>
                        <a:pt x="348118" y="114226"/>
                      </a:cubicBezTo>
                      <a:cubicBezTo>
                        <a:pt x="350837" y="130544"/>
                        <a:pt x="358996" y="146863"/>
                        <a:pt x="361716" y="163180"/>
                      </a:cubicBezTo>
                      <a:cubicBezTo>
                        <a:pt x="364435" y="182218"/>
                        <a:pt x="364435" y="201256"/>
                        <a:pt x="369875" y="220293"/>
                      </a:cubicBezTo>
                      <a:cubicBezTo>
                        <a:pt x="375314" y="239331"/>
                        <a:pt x="378034" y="255649"/>
                        <a:pt x="378034" y="274686"/>
                      </a:cubicBezTo>
                      <a:cubicBezTo>
                        <a:pt x="378034" y="282845"/>
                        <a:pt x="380753" y="293724"/>
                        <a:pt x="383473" y="301883"/>
                      </a:cubicBezTo>
                      <a:cubicBezTo>
                        <a:pt x="386193" y="312762"/>
                        <a:pt x="388912" y="326360"/>
                        <a:pt x="391632" y="337238"/>
                      </a:cubicBezTo>
                      <a:cubicBezTo>
                        <a:pt x="391632" y="342678"/>
                        <a:pt x="394352" y="353556"/>
                        <a:pt x="397071" y="364435"/>
                      </a:cubicBezTo>
                      <a:cubicBezTo>
                        <a:pt x="399791" y="372594"/>
                        <a:pt x="402511" y="380753"/>
                        <a:pt x="405230" y="383473"/>
                      </a:cubicBezTo>
                      <a:cubicBezTo>
                        <a:pt x="407950" y="386192"/>
                        <a:pt x="413389" y="386192"/>
                        <a:pt x="416109" y="386192"/>
                      </a:cubicBezTo>
                      <a:cubicBezTo>
                        <a:pt x="418829" y="386192"/>
                        <a:pt x="424268" y="386192"/>
                        <a:pt x="426988" y="386192"/>
                      </a:cubicBezTo>
                      <a:cubicBezTo>
                        <a:pt x="437866" y="386192"/>
                        <a:pt x="448745" y="388912"/>
                        <a:pt x="454184" y="397071"/>
                      </a:cubicBezTo>
                      <a:cubicBezTo>
                        <a:pt x="456904" y="399790"/>
                        <a:pt x="456904" y="402510"/>
                        <a:pt x="456904" y="405230"/>
                      </a:cubicBezTo>
                      <a:cubicBezTo>
                        <a:pt x="456904" y="407949"/>
                        <a:pt x="454184" y="410669"/>
                        <a:pt x="451465" y="416108"/>
                      </a:cubicBezTo>
                      <a:cubicBezTo>
                        <a:pt x="446025" y="421548"/>
                        <a:pt x="440586" y="426987"/>
                        <a:pt x="432427" y="429707"/>
                      </a:cubicBezTo>
                      <a:cubicBezTo>
                        <a:pt x="429707" y="429707"/>
                        <a:pt x="426988" y="432426"/>
                        <a:pt x="421548" y="432426"/>
                      </a:cubicBezTo>
                      <a:cubicBezTo>
                        <a:pt x="418829" y="432426"/>
                        <a:pt x="416109" y="432426"/>
                        <a:pt x="413389" y="435146"/>
                      </a:cubicBezTo>
                      <a:cubicBezTo>
                        <a:pt x="413389" y="435146"/>
                        <a:pt x="413389" y="437866"/>
                        <a:pt x="413389" y="440585"/>
                      </a:cubicBezTo>
                      <a:cubicBezTo>
                        <a:pt x="413389" y="443305"/>
                        <a:pt x="413389" y="448744"/>
                        <a:pt x="416109" y="451464"/>
                      </a:cubicBezTo>
                      <a:cubicBezTo>
                        <a:pt x="416109" y="456903"/>
                        <a:pt x="418829" y="462343"/>
                        <a:pt x="418829" y="465062"/>
                      </a:cubicBezTo>
                      <a:lnTo>
                        <a:pt x="418829" y="475941"/>
                      </a:lnTo>
                      <a:cubicBezTo>
                        <a:pt x="418829" y="481380"/>
                        <a:pt x="418829" y="484100"/>
                        <a:pt x="418829" y="486820"/>
                      </a:cubicBezTo>
                      <a:cubicBezTo>
                        <a:pt x="421548" y="497698"/>
                        <a:pt x="424268" y="505857"/>
                        <a:pt x="426988" y="516736"/>
                      </a:cubicBezTo>
                      <a:cubicBezTo>
                        <a:pt x="426988" y="524895"/>
                        <a:pt x="429707" y="535773"/>
                        <a:pt x="432427" y="543932"/>
                      </a:cubicBezTo>
                      <a:cubicBezTo>
                        <a:pt x="435147" y="554811"/>
                        <a:pt x="437866" y="562970"/>
                        <a:pt x="437866" y="573848"/>
                      </a:cubicBezTo>
                      <a:cubicBezTo>
                        <a:pt x="437866" y="587447"/>
                        <a:pt x="440586" y="595606"/>
                        <a:pt x="443306" y="606484"/>
                      </a:cubicBezTo>
                      <a:cubicBezTo>
                        <a:pt x="443306" y="609204"/>
                        <a:pt x="446025" y="614643"/>
                        <a:pt x="446025" y="617363"/>
                      </a:cubicBezTo>
                      <a:cubicBezTo>
                        <a:pt x="454184" y="617363"/>
                        <a:pt x="462343" y="617363"/>
                        <a:pt x="470502" y="617363"/>
                      </a:cubicBezTo>
                      <a:cubicBezTo>
                        <a:pt x="478661" y="625522"/>
                        <a:pt x="492259" y="630961"/>
                        <a:pt x="494979" y="641840"/>
                      </a:cubicBezTo>
                      <a:cubicBezTo>
                        <a:pt x="494979" y="647279"/>
                        <a:pt x="489540" y="649999"/>
                        <a:pt x="486820" y="655438"/>
                      </a:cubicBezTo>
                      <a:cubicBezTo>
                        <a:pt x="484100" y="660877"/>
                        <a:pt x="475942" y="663597"/>
                        <a:pt x="470502" y="663597"/>
                      </a:cubicBezTo>
                      <a:cubicBezTo>
                        <a:pt x="459623" y="666317"/>
                        <a:pt x="454184" y="666317"/>
                        <a:pt x="446025" y="666317"/>
                      </a:cubicBezTo>
                      <a:cubicBezTo>
                        <a:pt x="440586" y="666317"/>
                        <a:pt x="432427" y="666317"/>
                        <a:pt x="424268" y="666317"/>
                      </a:cubicBezTo>
                      <a:cubicBezTo>
                        <a:pt x="421548" y="666317"/>
                        <a:pt x="418829" y="666317"/>
                        <a:pt x="416109" y="666317"/>
                      </a:cubicBezTo>
                      <a:cubicBezTo>
                        <a:pt x="410670" y="669036"/>
                        <a:pt x="407950" y="669036"/>
                        <a:pt x="402511" y="671756"/>
                      </a:cubicBezTo>
                      <a:cubicBezTo>
                        <a:pt x="397071" y="671756"/>
                        <a:pt x="391632" y="674476"/>
                        <a:pt x="386193" y="674476"/>
                      </a:cubicBezTo>
                      <a:cubicBezTo>
                        <a:pt x="375314" y="674476"/>
                        <a:pt x="361716" y="671756"/>
                        <a:pt x="350837" y="669036"/>
                      </a:cubicBezTo>
                      <a:cubicBezTo>
                        <a:pt x="342678" y="669036"/>
                        <a:pt x="334519" y="669036"/>
                        <a:pt x="329080" y="669036"/>
                      </a:cubicBezTo>
                      <a:cubicBezTo>
                        <a:pt x="307323" y="669036"/>
                        <a:pt x="288285" y="669036"/>
                        <a:pt x="280126" y="669036"/>
                      </a:cubicBezTo>
                      <a:cubicBezTo>
                        <a:pt x="271967" y="669036"/>
                        <a:pt x="261088" y="669036"/>
                        <a:pt x="255649" y="663597"/>
                      </a:cubicBezTo>
                      <a:cubicBezTo>
                        <a:pt x="250210" y="660877"/>
                        <a:pt x="239331" y="655438"/>
                        <a:pt x="239331" y="647279"/>
                      </a:cubicBezTo>
                      <a:cubicBezTo>
                        <a:pt x="239331" y="636401"/>
                        <a:pt x="255649" y="633681"/>
                        <a:pt x="263808" y="630961"/>
                      </a:cubicBezTo>
                      <a:cubicBezTo>
                        <a:pt x="269247" y="630961"/>
                        <a:pt x="277406" y="630961"/>
                        <a:pt x="291005" y="628241"/>
                      </a:cubicBezTo>
                      <a:cubicBezTo>
                        <a:pt x="291005" y="620082"/>
                        <a:pt x="291005" y="614643"/>
                        <a:pt x="288285" y="609204"/>
                      </a:cubicBezTo>
                      <a:cubicBezTo>
                        <a:pt x="288285" y="601045"/>
                        <a:pt x="285565" y="590166"/>
                        <a:pt x="285565" y="582007"/>
                      </a:cubicBezTo>
                      <a:cubicBezTo>
                        <a:pt x="285565" y="576568"/>
                        <a:pt x="282846" y="573848"/>
                        <a:pt x="282846" y="568409"/>
                      </a:cubicBezTo>
                      <a:cubicBezTo>
                        <a:pt x="282846" y="562970"/>
                        <a:pt x="285565" y="557531"/>
                        <a:pt x="285565" y="554811"/>
                      </a:cubicBezTo>
                      <a:cubicBezTo>
                        <a:pt x="285565" y="549371"/>
                        <a:pt x="282846" y="546652"/>
                        <a:pt x="280126" y="538493"/>
                      </a:cubicBezTo>
                      <a:cubicBezTo>
                        <a:pt x="280126" y="527614"/>
                        <a:pt x="274687" y="516736"/>
                        <a:pt x="274687" y="505857"/>
                      </a:cubicBezTo>
                      <a:cubicBezTo>
                        <a:pt x="274687" y="494978"/>
                        <a:pt x="274687" y="486820"/>
                        <a:pt x="271967" y="478660"/>
                      </a:cubicBezTo>
                      <a:cubicBezTo>
                        <a:pt x="269247" y="467782"/>
                        <a:pt x="269247" y="456903"/>
                        <a:pt x="269247" y="446025"/>
                      </a:cubicBezTo>
                      <a:cubicBezTo>
                        <a:pt x="269247" y="440585"/>
                        <a:pt x="266528" y="437866"/>
                        <a:pt x="263808" y="437866"/>
                      </a:cubicBezTo>
                      <a:cubicBezTo>
                        <a:pt x="261088" y="437866"/>
                        <a:pt x="258369" y="437866"/>
                        <a:pt x="252929" y="437866"/>
                      </a:cubicBezTo>
                      <a:cubicBezTo>
                        <a:pt x="242051" y="437866"/>
                        <a:pt x="231172" y="437866"/>
                        <a:pt x="223013" y="440585"/>
                      </a:cubicBezTo>
                      <a:cubicBezTo>
                        <a:pt x="212135" y="440585"/>
                        <a:pt x="203976" y="443305"/>
                        <a:pt x="193097" y="443305"/>
                      </a:cubicBezTo>
                      <a:cubicBezTo>
                        <a:pt x="184938" y="443305"/>
                        <a:pt x="176779" y="443305"/>
                        <a:pt x="168620" y="443305"/>
                      </a:cubicBezTo>
                      <a:cubicBezTo>
                        <a:pt x="165900" y="443305"/>
                        <a:pt x="155021" y="440585"/>
                        <a:pt x="146862" y="440585"/>
                      </a:cubicBezTo>
                      <a:cubicBezTo>
                        <a:pt x="138703" y="440585"/>
                        <a:pt x="138703" y="448744"/>
                        <a:pt x="138703" y="454184"/>
                      </a:cubicBezTo>
                      <a:cubicBezTo>
                        <a:pt x="138703" y="465062"/>
                        <a:pt x="135983" y="475941"/>
                        <a:pt x="133263" y="486820"/>
                      </a:cubicBezTo>
                      <a:cubicBezTo>
                        <a:pt x="130544" y="505857"/>
                        <a:pt x="125105" y="522175"/>
                        <a:pt x="122385" y="541213"/>
                      </a:cubicBezTo>
                      <a:cubicBezTo>
                        <a:pt x="119665" y="560250"/>
                        <a:pt x="111506" y="595606"/>
                        <a:pt x="106067" y="614643"/>
                      </a:cubicBezTo>
                      <a:cubicBezTo>
                        <a:pt x="114226" y="614643"/>
                        <a:pt x="125105" y="614643"/>
                        <a:pt x="135983" y="614643"/>
                      </a:cubicBezTo>
                      <a:cubicBezTo>
                        <a:pt x="149581" y="614643"/>
                        <a:pt x="171340" y="614643"/>
                        <a:pt x="171340" y="630961"/>
                      </a:cubicBezTo>
                      <a:cubicBezTo>
                        <a:pt x="171340" y="639120"/>
                        <a:pt x="168620" y="639120"/>
                        <a:pt x="165900" y="647279"/>
                      </a:cubicBezTo>
                      <a:cubicBezTo>
                        <a:pt x="163181" y="652718"/>
                        <a:pt x="155021" y="655438"/>
                        <a:pt x="149581" y="655438"/>
                      </a:cubicBezTo>
                      <a:cubicBezTo>
                        <a:pt x="141423" y="658158"/>
                        <a:pt x="135983" y="658158"/>
                        <a:pt x="127824" y="658158"/>
                      </a:cubicBezTo>
                      <a:cubicBezTo>
                        <a:pt x="122385" y="658158"/>
                        <a:pt x="116946" y="658158"/>
                        <a:pt x="106067" y="658158"/>
                      </a:cubicBezTo>
                      <a:cubicBezTo>
                        <a:pt x="92469" y="658158"/>
                        <a:pt x="78870" y="658158"/>
                        <a:pt x="62552" y="658158"/>
                      </a:cubicBezTo>
                      <a:cubicBezTo>
                        <a:pt x="54393" y="658158"/>
                        <a:pt x="46234" y="658158"/>
                        <a:pt x="40795" y="658158"/>
                      </a:cubicBezTo>
                      <a:cubicBezTo>
                        <a:pt x="32636" y="658158"/>
                        <a:pt x="21758" y="658158"/>
                        <a:pt x="16318" y="652718"/>
                      </a:cubicBezTo>
                      <a:cubicBezTo>
                        <a:pt x="8159" y="649999"/>
                        <a:pt x="0" y="641840"/>
                        <a:pt x="0" y="636401"/>
                      </a:cubicBezTo>
                      <a:cubicBezTo>
                        <a:pt x="0" y="633681"/>
                        <a:pt x="0" y="630961"/>
                        <a:pt x="2720" y="628241"/>
                      </a:cubicBezTo>
                      <a:cubicBezTo>
                        <a:pt x="8159" y="625522"/>
                        <a:pt x="16318" y="622802"/>
                        <a:pt x="24477" y="620082"/>
                      </a:cubicBezTo>
                      <a:cubicBezTo>
                        <a:pt x="38075" y="617363"/>
                        <a:pt x="48954" y="617363"/>
                        <a:pt x="62552" y="617363"/>
                      </a:cubicBezTo>
                      <a:cubicBezTo>
                        <a:pt x="62552" y="617363"/>
                        <a:pt x="62552" y="614643"/>
                        <a:pt x="62552" y="614643"/>
                      </a:cubicBezTo>
                      <a:cubicBezTo>
                        <a:pt x="62552" y="603765"/>
                        <a:pt x="65272" y="590166"/>
                        <a:pt x="65272" y="587447"/>
                      </a:cubicBezTo>
                      <a:cubicBezTo>
                        <a:pt x="67992" y="565689"/>
                        <a:pt x="73431" y="543932"/>
                        <a:pt x="76151" y="522175"/>
                      </a:cubicBezTo>
                      <a:cubicBezTo>
                        <a:pt x="78870" y="505857"/>
                        <a:pt x="81590" y="486820"/>
                        <a:pt x="87029" y="470501"/>
                      </a:cubicBezTo>
                      <a:cubicBezTo>
                        <a:pt x="87029" y="465062"/>
                        <a:pt x="92469" y="451464"/>
                        <a:pt x="92469" y="446025"/>
                      </a:cubicBezTo>
                      <a:cubicBezTo>
                        <a:pt x="92469" y="437866"/>
                        <a:pt x="73431" y="437866"/>
                        <a:pt x="65272" y="432426"/>
                      </a:cubicBezTo>
                      <a:cubicBezTo>
                        <a:pt x="59833" y="429707"/>
                        <a:pt x="54393" y="426987"/>
                        <a:pt x="54393" y="421548"/>
                      </a:cubicBezTo>
                      <a:cubicBezTo>
                        <a:pt x="54393" y="413389"/>
                        <a:pt x="62552" y="410669"/>
                        <a:pt x="73431" y="407949"/>
                      </a:cubicBezTo>
                      <a:cubicBezTo>
                        <a:pt x="78870" y="407949"/>
                        <a:pt x="92469" y="405230"/>
                        <a:pt x="100628" y="399790"/>
                      </a:cubicBezTo>
                      <a:cubicBezTo>
                        <a:pt x="106067" y="394351"/>
                        <a:pt x="106067" y="378033"/>
                        <a:pt x="108787" y="369874"/>
                      </a:cubicBezTo>
                      <a:cubicBezTo>
                        <a:pt x="114226" y="348117"/>
                        <a:pt x="119665" y="326360"/>
                        <a:pt x="125105" y="307322"/>
                      </a:cubicBezTo>
                      <a:cubicBezTo>
                        <a:pt x="130544" y="285565"/>
                        <a:pt x="135983" y="263808"/>
                        <a:pt x="141423" y="242051"/>
                      </a:cubicBezTo>
                      <a:cubicBezTo>
                        <a:pt x="146862" y="220293"/>
                        <a:pt x="152301" y="198536"/>
                        <a:pt x="155021" y="179498"/>
                      </a:cubicBezTo>
                      <a:cubicBezTo>
                        <a:pt x="157740" y="160461"/>
                        <a:pt x="163181" y="138703"/>
                        <a:pt x="168620" y="119665"/>
                      </a:cubicBezTo>
                      <a:cubicBezTo>
                        <a:pt x="176779" y="100627"/>
                        <a:pt x="182218" y="76150"/>
                        <a:pt x="193097" y="57113"/>
                      </a:cubicBezTo>
                      <a:lnTo>
                        <a:pt x="201256" y="38075"/>
                      </a:lnTo>
                      <a:cubicBezTo>
                        <a:pt x="206695" y="29916"/>
                        <a:pt x="209415" y="19038"/>
                        <a:pt x="217574" y="13598"/>
                      </a:cubicBezTo>
                      <a:cubicBezTo>
                        <a:pt x="231172" y="2720"/>
                        <a:pt x="255649" y="0"/>
                        <a:pt x="274687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38" name="Freeform: Shape 37">
                  <a:extLst>
                    <a:ext uri="{FF2B5EF4-FFF2-40B4-BE49-F238E27FC236}">
                      <a16:creationId xmlns:a16="http://schemas.microsoft.com/office/drawing/2014/main" id="{79D2D839-1725-0A42-162B-CEF9B699FA77}"/>
                    </a:ext>
                  </a:extLst>
                </p:cNvPr>
                <p:cNvSpPr/>
                <p:nvPr/>
              </p:nvSpPr>
              <p:spPr>
                <a:xfrm>
                  <a:off x="3443268" y="4186718"/>
                  <a:ext cx="435145" cy="761503"/>
                </a:xfrm>
                <a:custGeom>
                  <a:avLst/>
                  <a:gdLst>
                    <a:gd name="connsiteX0" fmla="*/ 400855 w 435145"/>
                    <a:gd name="connsiteY0" fmla="*/ 678260 h 761503"/>
                    <a:gd name="connsiteX1" fmla="*/ 384537 w 435145"/>
                    <a:gd name="connsiteY1" fmla="*/ 719054 h 761503"/>
                    <a:gd name="connsiteX2" fmla="*/ 368219 w 435145"/>
                    <a:gd name="connsiteY2" fmla="*/ 713615 h 761503"/>
                    <a:gd name="connsiteX3" fmla="*/ 360060 w 435145"/>
                    <a:gd name="connsiteY3" fmla="*/ 697297 h 761503"/>
                    <a:gd name="connsiteX4" fmla="*/ 360060 w 435145"/>
                    <a:gd name="connsiteY4" fmla="*/ 651063 h 761503"/>
                    <a:gd name="connsiteX5" fmla="*/ 332864 w 435145"/>
                    <a:gd name="connsiteY5" fmla="*/ 686418 h 761503"/>
                    <a:gd name="connsiteX6" fmla="*/ 251274 w 435145"/>
                    <a:gd name="connsiteY6" fmla="*/ 721774 h 761503"/>
                    <a:gd name="connsiteX7" fmla="*/ 229517 w 435145"/>
                    <a:gd name="connsiteY7" fmla="*/ 719054 h 761503"/>
                    <a:gd name="connsiteX8" fmla="*/ 158806 w 435145"/>
                    <a:gd name="connsiteY8" fmla="*/ 694578 h 761503"/>
                    <a:gd name="connsiteX9" fmla="*/ 112571 w 435145"/>
                    <a:gd name="connsiteY9" fmla="*/ 659222 h 761503"/>
                    <a:gd name="connsiteX10" fmla="*/ 79936 w 435145"/>
                    <a:gd name="connsiteY10" fmla="*/ 607548 h 761503"/>
                    <a:gd name="connsiteX11" fmla="*/ 63618 w 435145"/>
                    <a:gd name="connsiteY11" fmla="*/ 542277 h 761503"/>
                    <a:gd name="connsiteX12" fmla="*/ 58178 w 435145"/>
                    <a:gd name="connsiteY12" fmla="*/ 471566 h 761503"/>
                    <a:gd name="connsiteX13" fmla="*/ 60898 w 435145"/>
                    <a:gd name="connsiteY13" fmla="*/ 400855 h 761503"/>
                    <a:gd name="connsiteX14" fmla="*/ 66337 w 435145"/>
                    <a:gd name="connsiteY14" fmla="*/ 335583 h 761503"/>
                    <a:gd name="connsiteX15" fmla="*/ 85375 w 435145"/>
                    <a:gd name="connsiteY15" fmla="*/ 267592 h 761503"/>
                    <a:gd name="connsiteX16" fmla="*/ 109852 w 435145"/>
                    <a:gd name="connsiteY16" fmla="*/ 199600 h 761503"/>
                    <a:gd name="connsiteX17" fmla="*/ 145207 w 435145"/>
                    <a:gd name="connsiteY17" fmla="*/ 145207 h 761503"/>
                    <a:gd name="connsiteX18" fmla="*/ 188722 w 435145"/>
                    <a:gd name="connsiteY18" fmla="*/ 96253 h 761503"/>
                    <a:gd name="connsiteX19" fmla="*/ 243115 w 435145"/>
                    <a:gd name="connsiteY19" fmla="*/ 71776 h 761503"/>
                    <a:gd name="connsiteX20" fmla="*/ 286630 w 435145"/>
                    <a:gd name="connsiteY20" fmla="*/ 63617 h 761503"/>
                    <a:gd name="connsiteX21" fmla="*/ 305667 w 435145"/>
                    <a:gd name="connsiteY21" fmla="*/ 66337 h 761503"/>
                    <a:gd name="connsiteX22" fmla="*/ 324705 w 435145"/>
                    <a:gd name="connsiteY22" fmla="*/ 79936 h 761503"/>
                    <a:gd name="connsiteX23" fmla="*/ 341023 w 435145"/>
                    <a:gd name="connsiteY23" fmla="*/ 101693 h 761503"/>
                    <a:gd name="connsiteX24" fmla="*/ 354621 w 435145"/>
                    <a:gd name="connsiteY24" fmla="*/ 123450 h 761503"/>
                    <a:gd name="connsiteX25" fmla="*/ 354621 w 435145"/>
                    <a:gd name="connsiteY25" fmla="*/ 98973 h 761503"/>
                    <a:gd name="connsiteX26" fmla="*/ 360060 w 435145"/>
                    <a:gd name="connsiteY26" fmla="*/ 74496 h 761503"/>
                    <a:gd name="connsiteX27" fmla="*/ 365500 w 435145"/>
                    <a:gd name="connsiteY27" fmla="*/ 63617 h 761503"/>
                    <a:gd name="connsiteX28" fmla="*/ 373659 w 435145"/>
                    <a:gd name="connsiteY28" fmla="*/ 58178 h 761503"/>
                    <a:gd name="connsiteX29" fmla="*/ 381818 w 435145"/>
                    <a:gd name="connsiteY29" fmla="*/ 63617 h 761503"/>
                    <a:gd name="connsiteX30" fmla="*/ 389977 w 435145"/>
                    <a:gd name="connsiteY30" fmla="*/ 82655 h 761503"/>
                    <a:gd name="connsiteX31" fmla="*/ 392696 w 435145"/>
                    <a:gd name="connsiteY31" fmla="*/ 126170 h 761503"/>
                    <a:gd name="connsiteX32" fmla="*/ 395416 w 435145"/>
                    <a:gd name="connsiteY32" fmla="*/ 186002 h 761503"/>
                    <a:gd name="connsiteX33" fmla="*/ 398136 w 435145"/>
                    <a:gd name="connsiteY33" fmla="*/ 237675 h 761503"/>
                    <a:gd name="connsiteX34" fmla="*/ 398136 w 435145"/>
                    <a:gd name="connsiteY34" fmla="*/ 243115 h 761503"/>
                    <a:gd name="connsiteX35" fmla="*/ 395416 w 435145"/>
                    <a:gd name="connsiteY35" fmla="*/ 256713 h 761503"/>
                    <a:gd name="connsiteX36" fmla="*/ 379098 w 435145"/>
                    <a:gd name="connsiteY36" fmla="*/ 278470 h 761503"/>
                    <a:gd name="connsiteX37" fmla="*/ 362780 w 435145"/>
                    <a:gd name="connsiteY37" fmla="*/ 273031 h 761503"/>
                    <a:gd name="connsiteX38" fmla="*/ 354621 w 435145"/>
                    <a:gd name="connsiteY38" fmla="*/ 256713 h 761503"/>
                    <a:gd name="connsiteX39" fmla="*/ 354621 w 435145"/>
                    <a:gd name="connsiteY39" fmla="*/ 213198 h 761503"/>
                    <a:gd name="connsiteX40" fmla="*/ 354621 w 435145"/>
                    <a:gd name="connsiteY40" fmla="*/ 205040 h 761503"/>
                    <a:gd name="connsiteX41" fmla="*/ 338303 w 435145"/>
                    <a:gd name="connsiteY41" fmla="*/ 147927 h 761503"/>
                    <a:gd name="connsiteX42" fmla="*/ 292069 w 435145"/>
                    <a:gd name="connsiteY42" fmla="*/ 107132 h 761503"/>
                    <a:gd name="connsiteX43" fmla="*/ 262153 w 435145"/>
                    <a:gd name="connsiteY43" fmla="*/ 120730 h 761503"/>
                    <a:gd name="connsiteX44" fmla="*/ 251274 w 435145"/>
                    <a:gd name="connsiteY44" fmla="*/ 131609 h 761503"/>
                    <a:gd name="connsiteX45" fmla="*/ 240395 w 435145"/>
                    <a:gd name="connsiteY45" fmla="*/ 139768 h 761503"/>
                    <a:gd name="connsiteX46" fmla="*/ 237676 w 435145"/>
                    <a:gd name="connsiteY46" fmla="*/ 164245 h 761503"/>
                    <a:gd name="connsiteX47" fmla="*/ 226797 w 435145"/>
                    <a:gd name="connsiteY47" fmla="*/ 196881 h 761503"/>
                    <a:gd name="connsiteX48" fmla="*/ 213199 w 435145"/>
                    <a:gd name="connsiteY48" fmla="*/ 259433 h 761503"/>
                    <a:gd name="connsiteX49" fmla="*/ 207759 w 435145"/>
                    <a:gd name="connsiteY49" fmla="*/ 324704 h 761503"/>
                    <a:gd name="connsiteX50" fmla="*/ 207759 w 435145"/>
                    <a:gd name="connsiteY50" fmla="*/ 335583 h 761503"/>
                    <a:gd name="connsiteX51" fmla="*/ 205040 w 435145"/>
                    <a:gd name="connsiteY51" fmla="*/ 349181 h 761503"/>
                    <a:gd name="connsiteX52" fmla="*/ 207759 w 435145"/>
                    <a:gd name="connsiteY52" fmla="*/ 368219 h 761503"/>
                    <a:gd name="connsiteX53" fmla="*/ 207759 w 435145"/>
                    <a:gd name="connsiteY53" fmla="*/ 376378 h 761503"/>
                    <a:gd name="connsiteX54" fmla="*/ 205040 w 435145"/>
                    <a:gd name="connsiteY54" fmla="*/ 387256 h 761503"/>
                    <a:gd name="connsiteX55" fmla="*/ 205040 w 435145"/>
                    <a:gd name="connsiteY55" fmla="*/ 395415 h 761503"/>
                    <a:gd name="connsiteX56" fmla="*/ 205040 w 435145"/>
                    <a:gd name="connsiteY56" fmla="*/ 406294 h 761503"/>
                    <a:gd name="connsiteX57" fmla="*/ 205040 w 435145"/>
                    <a:gd name="connsiteY57" fmla="*/ 425332 h 761503"/>
                    <a:gd name="connsiteX58" fmla="*/ 213199 w 435145"/>
                    <a:gd name="connsiteY58" fmla="*/ 493323 h 761503"/>
                    <a:gd name="connsiteX59" fmla="*/ 221358 w 435145"/>
                    <a:gd name="connsiteY59" fmla="*/ 561314 h 761503"/>
                    <a:gd name="connsiteX60" fmla="*/ 226797 w 435145"/>
                    <a:gd name="connsiteY60" fmla="*/ 591231 h 761503"/>
                    <a:gd name="connsiteX61" fmla="*/ 240395 w 435145"/>
                    <a:gd name="connsiteY61" fmla="*/ 618427 h 761503"/>
                    <a:gd name="connsiteX62" fmla="*/ 283910 w 435145"/>
                    <a:gd name="connsiteY62" fmla="*/ 651063 h 761503"/>
                    <a:gd name="connsiteX63" fmla="*/ 338303 w 435145"/>
                    <a:gd name="connsiteY63" fmla="*/ 612988 h 761503"/>
                    <a:gd name="connsiteX64" fmla="*/ 354621 w 435145"/>
                    <a:gd name="connsiteY64" fmla="*/ 577632 h 761503"/>
                    <a:gd name="connsiteX65" fmla="*/ 357341 w 435145"/>
                    <a:gd name="connsiteY65" fmla="*/ 509641 h 761503"/>
                    <a:gd name="connsiteX66" fmla="*/ 362780 w 435145"/>
                    <a:gd name="connsiteY66" fmla="*/ 485164 h 761503"/>
                    <a:gd name="connsiteX67" fmla="*/ 368219 w 435145"/>
                    <a:gd name="connsiteY67" fmla="*/ 474286 h 761503"/>
                    <a:gd name="connsiteX68" fmla="*/ 376378 w 435145"/>
                    <a:gd name="connsiteY68" fmla="*/ 468846 h 761503"/>
                    <a:gd name="connsiteX69" fmla="*/ 384537 w 435145"/>
                    <a:gd name="connsiteY69" fmla="*/ 474286 h 761503"/>
                    <a:gd name="connsiteX70" fmla="*/ 392696 w 435145"/>
                    <a:gd name="connsiteY70" fmla="*/ 493323 h 761503"/>
                    <a:gd name="connsiteX71" fmla="*/ 395416 w 435145"/>
                    <a:gd name="connsiteY71" fmla="*/ 558595 h 761503"/>
                    <a:gd name="connsiteX72" fmla="*/ 398136 w 435145"/>
                    <a:gd name="connsiteY72" fmla="*/ 618427 h 761503"/>
                    <a:gd name="connsiteX73" fmla="*/ 400855 w 435145"/>
                    <a:gd name="connsiteY73" fmla="*/ 678260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</a:cxnLst>
                  <a:rect l="l" t="t" r="r" b="b"/>
                  <a:pathLst>
                    <a:path w="435145" h="761503">
                      <a:moveTo>
                        <a:pt x="400855" y="678260"/>
                      </a:moveTo>
                      <a:cubicBezTo>
                        <a:pt x="400855" y="689138"/>
                        <a:pt x="400855" y="719054"/>
                        <a:pt x="384537" y="719054"/>
                      </a:cubicBezTo>
                      <a:cubicBezTo>
                        <a:pt x="376378" y="719054"/>
                        <a:pt x="373659" y="716335"/>
                        <a:pt x="368219" y="713615"/>
                      </a:cubicBezTo>
                      <a:cubicBezTo>
                        <a:pt x="362780" y="710895"/>
                        <a:pt x="360060" y="702736"/>
                        <a:pt x="360060" y="697297"/>
                      </a:cubicBezTo>
                      <a:cubicBezTo>
                        <a:pt x="357341" y="680979"/>
                        <a:pt x="357341" y="664661"/>
                        <a:pt x="360060" y="651063"/>
                      </a:cubicBezTo>
                      <a:cubicBezTo>
                        <a:pt x="354621" y="659222"/>
                        <a:pt x="341023" y="678260"/>
                        <a:pt x="332864" y="686418"/>
                      </a:cubicBezTo>
                      <a:cubicBezTo>
                        <a:pt x="311107" y="708176"/>
                        <a:pt x="283910" y="721774"/>
                        <a:pt x="251274" y="721774"/>
                      </a:cubicBezTo>
                      <a:cubicBezTo>
                        <a:pt x="243115" y="721774"/>
                        <a:pt x="237676" y="721774"/>
                        <a:pt x="229517" y="719054"/>
                      </a:cubicBezTo>
                      <a:cubicBezTo>
                        <a:pt x="207759" y="716335"/>
                        <a:pt x="183283" y="708176"/>
                        <a:pt x="158806" y="694578"/>
                      </a:cubicBezTo>
                      <a:cubicBezTo>
                        <a:pt x="142488" y="686418"/>
                        <a:pt x="126170" y="672820"/>
                        <a:pt x="112571" y="659222"/>
                      </a:cubicBezTo>
                      <a:cubicBezTo>
                        <a:pt x="98973" y="642904"/>
                        <a:pt x="88095" y="626586"/>
                        <a:pt x="79936" y="607548"/>
                      </a:cubicBezTo>
                      <a:cubicBezTo>
                        <a:pt x="71777" y="585791"/>
                        <a:pt x="66337" y="566754"/>
                        <a:pt x="63618" y="542277"/>
                      </a:cubicBezTo>
                      <a:cubicBezTo>
                        <a:pt x="60898" y="517800"/>
                        <a:pt x="58178" y="493323"/>
                        <a:pt x="58178" y="471566"/>
                      </a:cubicBezTo>
                      <a:cubicBezTo>
                        <a:pt x="58178" y="447089"/>
                        <a:pt x="58178" y="425332"/>
                        <a:pt x="60898" y="400855"/>
                      </a:cubicBezTo>
                      <a:cubicBezTo>
                        <a:pt x="63618" y="379098"/>
                        <a:pt x="60898" y="357340"/>
                        <a:pt x="66337" y="335583"/>
                      </a:cubicBezTo>
                      <a:cubicBezTo>
                        <a:pt x="69057" y="313826"/>
                        <a:pt x="77216" y="289349"/>
                        <a:pt x="85375" y="267592"/>
                      </a:cubicBezTo>
                      <a:cubicBezTo>
                        <a:pt x="93534" y="243115"/>
                        <a:pt x="98973" y="221357"/>
                        <a:pt x="109852" y="199600"/>
                      </a:cubicBezTo>
                      <a:cubicBezTo>
                        <a:pt x="118011" y="177843"/>
                        <a:pt x="131609" y="161525"/>
                        <a:pt x="145207" y="145207"/>
                      </a:cubicBezTo>
                      <a:cubicBezTo>
                        <a:pt x="158806" y="128889"/>
                        <a:pt x="172404" y="109852"/>
                        <a:pt x="188722" y="96253"/>
                      </a:cubicBezTo>
                      <a:cubicBezTo>
                        <a:pt x="205040" y="82655"/>
                        <a:pt x="224077" y="77216"/>
                        <a:pt x="243115" y="71776"/>
                      </a:cubicBezTo>
                      <a:cubicBezTo>
                        <a:pt x="256713" y="69057"/>
                        <a:pt x="273031" y="63617"/>
                        <a:pt x="286630" y="63617"/>
                      </a:cubicBezTo>
                      <a:cubicBezTo>
                        <a:pt x="292069" y="63617"/>
                        <a:pt x="297508" y="63617"/>
                        <a:pt x="305667" y="66337"/>
                      </a:cubicBezTo>
                      <a:cubicBezTo>
                        <a:pt x="313826" y="69057"/>
                        <a:pt x="319266" y="74496"/>
                        <a:pt x="324705" y="79936"/>
                      </a:cubicBezTo>
                      <a:cubicBezTo>
                        <a:pt x="332864" y="85375"/>
                        <a:pt x="332864" y="93534"/>
                        <a:pt x="341023" y="101693"/>
                      </a:cubicBezTo>
                      <a:cubicBezTo>
                        <a:pt x="346462" y="107132"/>
                        <a:pt x="349182" y="118011"/>
                        <a:pt x="354621" y="123450"/>
                      </a:cubicBezTo>
                      <a:cubicBezTo>
                        <a:pt x="354621" y="115291"/>
                        <a:pt x="354621" y="101693"/>
                        <a:pt x="354621" y="98973"/>
                      </a:cubicBezTo>
                      <a:cubicBezTo>
                        <a:pt x="354621" y="90814"/>
                        <a:pt x="354621" y="79936"/>
                        <a:pt x="360060" y="74496"/>
                      </a:cubicBezTo>
                      <a:cubicBezTo>
                        <a:pt x="362780" y="71776"/>
                        <a:pt x="362780" y="69057"/>
                        <a:pt x="365500" y="63617"/>
                      </a:cubicBezTo>
                      <a:cubicBezTo>
                        <a:pt x="368219" y="60898"/>
                        <a:pt x="370939" y="58178"/>
                        <a:pt x="373659" y="58178"/>
                      </a:cubicBezTo>
                      <a:cubicBezTo>
                        <a:pt x="376378" y="58178"/>
                        <a:pt x="379098" y="60898"/>
                        <a:pt x="381818" y="63617"/>
                      </a:cubicBezTo>
                      <a:cubicBezTo>
                        <a:pt x="384537" y="69057"/>
                        <a:pt x="387257" y="77216"/>
                        <a:pt x="389977" y="82655"/>
                      </a:cubicBezTo>
                      <a:cubicBezTo>
                        <a:pt x="389977" y="90814"/>
                        <a:pt x="392696" y="107132"/>
                        <a:pt x="392696" y="126170"/>
                      </a:cubicBezTo>
                      <a:cubicBezTo>
                        <a:pt x="392696" y="150647"/>
                        <a:pt x="392696" y="177843"/>
                        <a:pt x="395416" y="186002"/>
                      </a:cubicBezTo>
                      <a:cubicBezTo>
                        <a:pt x="398136" y="205040"/>
                        <a:pt x="398136" y="215918"/>
                        <a:pt x="398136" y="237675"/>
                      </a:cubicBezTo>
                      <a:cubicBezTo>
                        <a:pt x="398136" y="240395"/>
                        <a:pt x="398136" y="243115"/>
                        <a:pt x="398136" y="243115"/>
                      </a:cubicBezTo>
                      <a:cubicBezTo>
                        <a:pt x="398136" y="248554"/>
                        <a:pt x="398136" y="251274"/>
                        <a:pt x="395416" y="256713"/>
                      </a:cubicBezTo>
                      <a:cubicBezTo>
                        <a:pt x="392696" y="267592"/>
                        <a:pt x="389977" y="278470"/>
                        <a:pt x="379098" y="278470"/>
                      </a:cubicBezTo>
                      <a:cubicBezTo>
                        <a:pt x="370939" y="278470"/>
                        <a:pt x="368219" y="275751"/>
                        <a:pt x="362780" y="273031"/>
                      </a:cubicBezTo>
                      <a:cubicBezTo>
                        <a:pt x="357341" y="270311"/>
                        <a:pt x="354621" y="262152"/>
                        <a:pt x="354621" y="256713"/>
                      </a:cubicBezTo>
                      <a:cubicBezTo>
                        <a:pt x="349182" y="237675"/>
                        <a:pt x="354621" y="232236"/>
                        <a:pt x="354621" y="213198"/>
                      </a:cubicBezTo>
                      <a:cubicBezTo>
                        <a:pt x="354621" y="210479"/>
                        <a:pt x="354621" y="207759"/>
                        <a:pt x="354621" y="205040"/>
                      </a:cubicBezTo>
                      <a:cubicBezTo>
                        <a:pt x="349182" y="186002"/>
                        <a:pt x="343742" y="169684"/>
                        <a:pt x="338303" y="147927"/>
                      </a:cubicBezTo>
                      <a:cubicBezTo>
                        <a:pt x="332864" y="131609"/>
                        <a:pt x="311107" y="107132"/>
                        <a:pt x="292069" y="107132"/>
                      </a:cubicBezTo>
                      <a:cubicBezTo>
                        <a:pt x="281190" y="107132"/>
                        <a:pt x="270312" y="115291"/>
                        <a:pt x="262153" y="120730"/>
                      </a:cubicBezTo>
                      <a:cubicBezTo>
                        <a:pt x="259433" y="123450"/>
                        <a:pt x="256713" y="126170"/>
                        <a:pt x="251274" y="131609"/>
                      </a:cubicBezTo>
                      <a:cubicBezTo>
                        <a:pt x="248554" y="134329"/>
                        <a:pt x="243115" y="137048"/>
                        <a:pt x="240395" y="139768"/>
                      </a:cubicBezTo>
                      <a:cubicBezTo>
                        <a:pt x="237676" y="145207"/>
                        <a:pt x="240395" y="156086"/>
                        <a:pt x="237676" y="164245"/>
                      </a:cubicBezTo>
                      <a:cubicBezTo>
                        <a:pt x="232236" y="175123"/>
                        <a:pt x="229517" y="186002"/>
                        <a:pt x="226797" y="196881"/>
                      </a:cubicBezTo>
                      <a:cubicBezTo>
                        <a:pt x="221358" y="218638"/>
                        <a:pt x="218638" y="237675"/>
                        <a:pt x="213199" y="259433"/>
                      </a:cubicBezTo>
                      <a:cubicBezTo>
                        <a:pt x="210479" y="281190"/>
                        <a:pt x="207759" y="302947"/>
                        <a:pt x="207759" y="324704"/>
                      </a:cubicBezTo>
                      <a:cubicBezTo>
                        <a:pt x="207759" y="327424"/>
                        <a:pt x="207759" y="332863"/>
                        <a:pt x="207759" y="335583"/>
                      </a:cubicBezTo>
                      <a:cubicBezTo>
                        <a:pt x="207759" y="341022"/>
                        <a:pt x="205040" y="343742"/>
                        <a:pt x="205040" y="349181"/>
                      </a:cubicBezTo>
                      <a:cubicBezTo>
                        <a:pt x="205040" y="354621"/>
                        <a:pt x="207759" y="362779"/>
                        <a:pt x="207759" y="368219"/>
                      </a:cubicBezTo>
                      <a:cubicBezTo>
                        <a:pt x="207759" y="370939"/>
                        <a:pt x="207759" y="373658"/>
                        <a:pt x="207759" y="376378"/>
                      </a:cubicBezTo>
                      <a:cubicBezTo>
                        <a:pt x="205040" y="381817"/>
                        <a:pt x="205040" y="384537"/>
                        <a:pt x="205040" y="387256"/>
                      </a:cubicBezTo>
                      <a:cubicBezTo>
                        <a:pt x="205040" y="389976"/>
                        <a:pt x="205040" y="392696"/>
                        <a:pt x="205040" y="395415"/>
                      </a:cubicBezTo>
                      <a:cubicBezTo>
                        <a:pt x="205040" y="398135"/>
                        <a:pt x="205040" y="403574"/>
                        <a:pt x="205040" y="406294"/>
                      </a:cubicBezTo>
                      <a:cubicBezTo>
                        <a:pt x="205040" y="411733"/>
                        <a:pt x="205040" y="417173"/>
                        <a:pt x="205040" y="425332"/>
                      </a:cubicBezTo>
                      <a:cubicBezTo>
                        <a:pt x="205040" y="449809"/>
                        <a:pt x="213199" y="471566"/>
                        <a:pt x="213199" y="493323"/>
                      </a:cubicBezTo>
                      <a:cubicBezTo>
                        <a:pt x="213199" y="517800"/>
                        <a:pt x="215919" y="539557"/>
                        <a:pt x="221358" y="561314"/>
                      </a:cubicBezTo>
                      <a:cubicBezTo>
                        <a:pt x="224077" y="572193"/>
                        <a:pt x="224077" y="580352"/>
                        <a:pt x="226797" y="591231"/>
                      </a:cubicBezTo>
                      <a:cubicBezTo>
                        <a:pt x="229517" y="599390"/>
                        <a:pt x="237676" y="607548"/>
                        <a:pt x="240395" y="618427"/>
                      </a:cubicBezTo>
                      <a:cubicBezTo>
                        <a:pt x="248554" y="637465"/>
                        <a:pt x="262153" y="651063"/>
                        <a:pt x="283910" y="651063"/>
                      </a:cubicBezTo>
                      <a:cubicBezTo>
                        <a:pt x="302948" y="651063"/>
                        <a:pt x="330144" y="629306"/>
                        <a:pt x="338303" y="612988"/>
                      </a:cubicBezTo>
                      <a:cubicBezTo>
                        <a:pt x="346462" y="599390"/>
                        <a:pt x="351901" y="591231"/>
                        <a:pt x="354621" y="577632"/>
                      </a:cubicBezTo>
                      <a:cubicBezTo>
                        <a:pt x="354621" y="550436"/>
                        <a:pt x="354621" y="517800"/>
                        <a:pt x="357341" y="509641"/>
                      </a:cubicBezTo>
                      <a:cubicBezTo>
                        <a:pt x="357341" y="501482"/>
                        <a:pt x="357341" y="490603"/>
                        <a:pt x="362780" y="485164"/>
                      </a:cubicBezTo>
                      <a:cubicBezTo>
                        <a:pt x="365500" y="482444"/>
                        <a:pt x="365500" y="479725"/>
                        <a:pt x="368219" y="474286"/>
                      </a:cubicBezTo>
                      <a:cubicBezTo>
                        <a:pt x="370939" y="471566"/>
                        <a:pt x="373659" y="468846"/>
                        <a:pt x="376378" y="468846"/>
                      </a:cubicBezTo>
                      <a:cubicBezTo>
                        <a:pt x="379098" y="468846"/>
                        <a:pt x="381818" y="471566"/>
                        <a:pt x="384537" y="474286"/>
                      </a:cubicBezTo>
                      <a:cubicBezTo>
                        <a:pt x="387257" y="479725"/>
                        <a:pt x="389977" y="487884"/>
                        <a:pt x="392696" y="493323"/>
                      </a:cubicBezTo>
                      <a:cubicBezTo>
                        <a:pt x="392696" y="501482"/>
                        <a:pt x="395416" y="539557"/>
                        <a:pt x="395416" y="558595"/>
                      </a:cubicBezTo>
                      <a:cubicBezTo>
                        <a:pt x="395416" y="583072"/>
                        <a:pt x="395416" y="610268"/>
                        <a:pt x="398136" y="618427"/>
                      </a:cubicBezTo>
                      <a:cubicBezTo>
                        <a:pt x="398136" y="648343"/>
                        <a:pt x="400855" y="659222"/>
                        <a:pt x="400855" y="678260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39" name="Freeform: Shape 38">
                  <a:extLst>
                    <a:ext uri="{FF2B5EF4-FFF2-40B4-BE49-F238E27FC236}">
                      <a16:creationId xmlns:a16="http://schemas.microsoft.com/office/drawing/2014/main" id="{F1CF5C93-01A0-10B2-C326-9BAFF1877FC0}"/>
                    </a:ext>
                  </a:extLst>
                </p:cNvPr>
                <p:cNvSpPr/>
                <p:nvPr/>
              </p:nvSpPr>
              <p:spPr>
                <a:xfrm>
                  <a:off x="3829459" y="4200317"/>
                  <a:ext cx="598325" cy="761503"/>
                </a:xfrm>
                <a:custGeom>
                  <a:avLst/>
                  <a:gdLst>
                    <a:gd name="connsiteX0" fmla="*/ 360060 w 598324"/>
                    <a:gd name="connsiteY0" fmla="*/ 332863 h 761503"/>
                    <a:gd name="connsiteX1" fmla="*/ 341023 w 598324"/>
                    <a:gd name="connsiteY1" fmla="*/ 370939 h 761503"/>
                    <a:gd name="connsiteX2" fmla="*/ 376378 w 598324"/>
                    <a:gd name="connsiteY2" fmla="*/ 389976 h 761503"/>
                    <a:gd name="connsiteX3" fmla="*/ 425332 w 598324"/>
                    <a:gd name="connsiteY3" fmla="*/ 433491 h 761503"/>
                    <a:gd name="connsiteX4" fmla="*/ 438930 w 598324"/>
                    <a:gd name="connsiteY4" fmla="*/ 463407 h 761503"/>
                    <a:gd name="connsiteX5" fmla="*/ 449809 w 598324"/>
                    <a:gd name="connsiteY5" fmla="*/ 498762 h 761503"/>
                    <a:gd name="connsiteX6" fmla="*/ 457968 w 598324"/>
                    <a:gd name="connsiteY6" fmla="*/ 528679 h 761503"/>
                    <a:gd name="connsiteX7" fmla="*/ 466127 w 598324"/>
                    <a:gd name="connsiteY7" fmla="*/ 564034 h 761503"/>
                    <a:gd name="connsiteX8" fmla="*/ 471566 w 598324"/>
                    <a:gd name="connsiteY8" fmla="*/ 593950 h 761503"/>
                    <a:gd name="connsiteX9" fmla="*/ 479725 w 598324"/>
                    <a:gd name="connsiteY9" fmla="*/ 607548 h 761503"/>
                    <a:gd name="connsiteX10" fmla="*/ 487884 w 598324"/>
                    <a:gd name="connsiteY10" fmla="*/ 623867 h 761503"/>
                    <a:gd name="connsiteX11" fmla="*/ 501482 w 598324"/>
                    <a:gd name="connsiteY11" fmla="*/ 651063 h 761503"/>
                    <a:gd name="connsiteX12" fmla="*/ 523240 w 598324"/>
                    <a:gd name="connsiteY12" fmla="*/ 670101 h 761503"/>
                    <a:gd name="connsiteX13" fmla="*/ 534119 w 598324"/>
                    <a:gd name="connsiteY13" fmla="*/ 686418 h 761503"/>
                    <a:gd name="connsiteX14" fmla="*/ 531399 w 598324"/>
                    <a:gd name="connsiteY14" fmla="*/ 694578 h 761503"/>
                    <a:gd name="connsiteX15" fmla="*/ 498763 w 598324"/>
                    <a:gd name="connsiteY15" fmla="*/ 708176 h 761503"/>
                    <a:gd name="connsiteX16" fmla="*/ 449809 w 598324"/>
                    <a:gd name="connsiteY16" fmla="*/ 700017 h 761503"/>
                    <a:gd name="connsiteX17" fmla="*/ 400855 w 598324"/>
                    <a:gd name="connsiteY17" fmla="*/ 667381 h 761503"/>
                    <a:gd name="connsiteX18" fmla="*/ 381817 w 598324"/>
                    <a:gd name="connsiteY18" fmla="*/ 642904 h 761503"/>
                    <a:gd name="connsiteX19" fmla="*/ 368219 w 598324"/>
                    <a:gd name="connsiteY19" fmla="*/ 610268 h 761503"/>
                    <a:gd name="connsiteX20" fmla="*/ 349182 w 598324"/>
                    <a:gd name="connsiteY20" fmla="*/ 550436 h 761503"/>
                    <a:gd name="connsiteX21" fmla="*/ 338303 w 598324"/>
                    <a:gd name="connsiteY21" fmla="*/ 504202 h 761503"/>
                    <a:gd name="connsiteX22" fmla="*/ 330144 w 598324"/>
                    <a:gd name="connsiteY22" fmla="*/ 477005 h 761503"/>
                    <a:gd name="connsiteX23" fmla="*/ 321985 w 598324"/>
                    <a:gd name="connsiteY23" fmla="*/ 455248 h 761503"/>
                    <a:gd name="connsiteX24" fmla="*/ 305667 w 598324"/>
                    <a:gd name="connsiteY24" fmla="*/ 436210 h 761503"/>
                    <a:gd name="connsiteX25" fmla="*/ 294788 w 598324"/>
                    <a:gd name="connsiteY25" fmla="*/ 441650 h 761503"/>
                    <a:gd name="connsiteX26" fmla="*/ 278471 w 598324"/>
                    <a:gd name="connsiteY26" fmla="*/ 463407 h 761503"/>
                    <a:gd name="connsiteX27" fmla="*/ 264872 w 598324"/>
                    <a:gd name="connsiteY27" fmla="*/ 496043 h 761503"/>
                    <a:gd name="connsiteX28" fmla="*/ 262153 w 598324"/>
                    <a:gd name="connsiteY28" fmla="*/ 517800 h 761503"/>
                    <a:gd name="connsiteX29" fmla="*/ 262153 w 598324"/>
                    <a:gd name="connsiteY29" fmla="*/ 523239 h 761503"/>
                    <a:gd name="connsiteX30" fmla="*/ 262153 w 598324"/>
                    <a:gd name="connsiteY30" fmla="*/ 553155 h 761503"/>
                    <a:gd name="connsiteX31" fmla="*/ 262153 w 598324"/>
                    <a:gd name="connsiteY31" fmla="*/ 629306 h 761503"/>
                    <a:gd name="connsiteX32" fmla="*/ 259433 w 598324"/>
                    <a:gd name="connsiteY32" fmla="*/ 659222 h 761503"/>
                    <a:gd name="connsiteX33" fmla="*/ 283910 w 598324"/>
                    <a:gd name="connsiteY33" fmla="*/ 659222 h 761503"/>
                    <a:gd name="connsiteX34" fmla="*/ 321985 w 598324"/>
                    <a:gd name="connsiteY34" fmla="*/ 675540 h 761503"/>
                    <a:gd name="connsiteX35" fmla="*/ 316546 w 598324"/>
                    <a:gd name="connsiteY35" fmla="*/ 691858 h 761503"/>
                    <a:gd name="connsiteX36" fmla="*/ 300228 w 598324"/>
                    <a:gd name="connsiteY36" fmla="*/ 700017 h 761503"/>
                    <a:gd name="connsiteX37" fmla="*/ 278471 w 598324"/>
                    <a:gd name="connsiteY37" fmla="*/ 702736 h 761503"/>
                    <a:gd name="connsiteX38" fmla="*/ 243115 w 598324"/>
                    <a:gd name="connsiteY38" fmla="*/ 702736 h 761503"/>
                    <a:gd name="connsiteX39" fmla="*/ 221358 w 598324"/>
                    <a:gd name="connsiteY39" fmla="*/ 710895 h 761503"/>
                    <a:gd name="connsiteX40" fmla="*/ 194161 w 598324"/>
                    <a:gd name="connsiteY40" fmla="*/ 702736 h 761503"/>
                    <a:gd name="connsiteX41" fmla="*/ 177843 w 598324"/>
                    <a:gd name="connsiteY41" fmla="*/ 702736 h 761503"/>
                    <a:gd name="connsiteX42" fmla="*/ 126170 w 598324"/>
                    <a:gd name="connsiteY42" fmla="*/ 702736 h 761503"/>
                    <a:gd name="connsiteX43" fmla="*/ 101693 w 598324"/>
                    <a:gd name="connsiteY43" fmla="*/ 702736 h 761503"/>
                    <a:gd name="connsiteX44" fmla="*/ 74496 w 598324"/>
                    <a:gd name="connsiteY44" fmla="*/ 697297 h 761503"/>
                    <a:gd name="connsiteX45" fmla="*/ 58178 w 598324"/>
                    <a:gd name="connsiteY45" fmla="*/ 680979 h 761503"/>
                    <a:gd name="connsiteX46" fmla="*/ 63617 w 598324"/>
                    <a:gd name="connsiteY46" fmla="*/ 672820 h 761503"/>
                    <a:gd name="connsiteX47" fmla="*/ 85375 w 598324"/>
                    <a:gd name="connsiteY47" fmla="*/ 664661 h 761503"/>
                    <a:gd name="connsiteX48" fmla="*/ 128889 w 598324"/>
                    <a:gd name="connsiteY48" fmla="*/ 659222 h 761503"/>
                    <a:gd name="connsiteX49" fmla="*/ 147927 w 598324"/>
                    <a:gd name="connsiteY49" fmla="*/ 659222 h 761503"/>
                    <a:gd name="connsiteX50" fmla="*/ 145207 w 598324"/>
                    <a:gd name="connsiteY50" fmla="*/ 653783 h 761503"/>
                    <a:gd name="connsiteX51" fmla="*/ 131609 w 598324"/>
                    <a:gd name="connsiteY51" fmla="*/ 585791 h 761503"/>
                    <a:gd name="connsiteX52" fmla="*/ 134329 w 598324"/>
                    <a:gd name="connsiteY52" fmla="*/ 498762 h 761503"/>
                    <a:gd name="connsiteX53" fmla="*/ 137048 w 598324"/>
                    <a:gd name="connsiteY53" fmla="*/ 406294 h 761503"/>
                    <a:gd name="connsiteX54" fmla="*/ 134329 w 598324"/>
                    <a:gd name="connsiteY54" fmla="*/ 327424 h 761503"/>
                    <a:gd name="connsiteX55" fmla="*/ 137048 w 598324"/>
                    <a:gd name="connsiteY55" fmla="*/ 253993 h 761503"/>
                    <a:gd name="connsiteX56" fmla="*/ 139768 w 598324"/>
                    <a:gd name="connsiteY56" fmla="*/ 207759 h 761503"/>
                    <a:gd name="connsiteX57" fmla="*/ 137048 w 598324"/>
                    <a:gd name="connsiteY57" fmla="*/ 172404 h 761503"/>
                    <a:gd name="connsiteX58" fmla="*/ 137048 w 598324"/>
                    <a:gd name="connsiteY58" fmla="*/ 112571 h 761503"/>
                    <a:gd name="connsiteX59" fmla="*/ 126170 w 598324"/>
                    <a:gd name="connsiteY59" fmla="*/ 112571 h 761503"/>
                    <a:gd name="connsiteX60" fmla="*/ 101693 w 598324"/>
                    <a:gd name="connsiteY60" fmla="*/ 112571 h 761503"/>
                    <a:gd name="connsiteX61" fmla="*/ 74496 w 598324"/>
                    <a:gd name="connsiteY61" fmla="*/ 107132 h 761503"/>
                    <a:gd name="connsiteX62" fmla="*/ 58178 w 598324"/>
                    <a:gd name="connsiteY62" fmla="*/ 90814 h 761503"/>
                    <a:gd name="connsiteX63" fmla="*/ 63617 w 598324"/>
                    <a:gd name="connsiteY63" fmla="*/ 82655 h 761503"/>
                    <a:gd name="connsiteX64" fmla="*/ 85375 w 598324"/>
                    <a:gd name="connsiteY64" fmla="*/ 74496 h 761503"/>
                    <a:gd name="connsiteX65" fmla="*/ 137048 w 598324"/>
                    <a:gd name="connsiteY65" fmla="*/ 69057 h 761503"/>
                    <a:gd name="connsiteX66" fmla="*/ 145207 w 598324"/>
                    <a:gd name="connsiteY66" fmla="*/ 69057 h 761503"/>
                    <a:gd name="connsiteX67" fmla="*/ 169684 w 598324"/>
                    <a:gd name="connsiteY67" fmla="*/ 58178 h 761503"/>
                    <a:gd name="connsiteX68" fmla="*/ 177843 w 598324"/>
                    <a:gd name="connsiteY68" fmla="*/ 58178 h 761503"/>
                    <a:gd name="connsiteX69" fmla="*/ 205040 w 598324"/>
                    <a:gd name="connsiteY69" fmla="*/ 66337 h 761503"/>
                    <a:gd name="connsiteX70" fmla="*/ 286629 w 598324"/>
                    <a:gd name="connsiteY70" fmla="*/ 63617 h 761503"/>
                    <a:gd name="connsiteX71" fmla="*/ 324705 w 598324"/>
                    <a:gd name="connsiteY71" fmla="*/ 79936 h 761503"/>
                    <a:gd name="connsiteX72" fmla="*/ 319265 w 598324"/>
                    <a:gd name="connsiteY72" fmla="*/ 96253 h 761503"/>
                    <a:gd name="connsiteX73" fmla="*/ 302948 w 598324"/>
                    <a:gd name="connsiteY73" fmla="*/ 104412 h 761503"/>
                    <a:gd name="connsiteX74" fmla="*/ 278471 w 598324"/>
                    <a:gd name="connsiteY74" fmla="*/ 112571 h 761503"/>
                    <a:gd name="connsiteX75" fmla="*/ 232236 w 598324"/>
                    <a:gd name="connsiteY75" fmla="*/ 112571 h 761503"/>
                    <a:gd name="connsiteX76" fmla="*/ 240395 w 598324"/>
                    <a:gd name="connsiteY76" fmla="*/ 137048 h 761503"/>
                    <a:gd name="connsiteX77" fmla="*/ 240395 w 598324"/>
                    <a:gd name="connsiteY77" fmla="*/ 150647 h 761503"/>
                    <a:gd name="connsiteX78" fmla="*/ 243115 w 598324"/>
                    <a:gd name="connsiteY78" fmla="*/ 158805 h 761503"/>
                    <a:gd name="connsiteX79" fmla="*/ 248554 w 598324"/>
                    <a:gd name="connsiteY79" fmla="*/ 188722 h 761503"/>
                    <a:gd name="connsiteX80" fmla="*/ 248554 w 598324"/>
                    <a:gd name="connsiteY80" fmla="*/ 199600 h 761503"/>
                    <a:gd name="connsiteX81" fmla="*/ 248554 w 598324"/>
                    <a:gd name="connsiteY81" fmla="*/ 221357 h 761503"/>
                    <a:gd name="connsiteX82" fmla="*/ 253994 w 598324"/>
                    <a:gd name="connsiteY82" fmla="*/ 264872 h 761503"/>
                    <a:gd name="connsiteX83" fmla="*/ 262153 w 598324"/>
                    <a:gd name="connsiteY83" fmla="*/ 297508 h 761503"/>
                    <a:gd name="connsiteX84" fmla="*/ 264872 w 598324"/>
                    <a:gd name="connsiteY84" fmla="*/ 324704 h 761503"/>
                    <a:gd name="connsiteX85" fmla="*/ 264872 w 598324"/>
                    <a:gd name="connsiteY85" fmla="*/ 332863 h 761503"/>
                    <a:gd name="connsiteX86" fmla="*/ 264872 w 598324"/>
                    <a:gd name="connsiteY86" fmla="*/ 351901 h 761503"/>
                    <a:gd name="connsiteX87" fmla="*/ 262153 w 598324"/>
                    <a:gd name="connsiteY87" fmla="*/ 370939 h 761503"/>
                    <a:gd name="connsiteX88" fmla="*/ 267592 w 598324"/>
                    <a:gd name="connsiteY88" fmla="*/ 384537 h 761503"/>
                    <a:gd name="connsiteX89" fmla="*/ 278471 w 598324"/>
                    <a:gd name="connsiteY89" fmla="*/ 370939 h 761503"/>
                    <a:gd name="connsiteX90" fmla="*/ 297508 w 598324"/>
                    <a:gd name="connsiteY90" fmla="*/ 332863 h 761503"/>
                    <a:gd name="connsiteX91" fmla="*/ 311106 w 598324"/>
                    <a:gd name="connsiteY91" fmla="*/ 305667 h 761503"/>
                    <a:gd name="connsiteX92" fmla="*/ 335583 w 598324"/>
                    <a:gd name="connsiteY92" fmla="*/ 259433 h 761503"/>
                    <a:gd name="connsiteX93" fmla="*/ 354621 w 598324"/>
                    <a:gd name="connsiteY93" fmla="*/ 224077 h 761503"/>
                    <a:gd name="connsiteX94" fmla="*/ 381817 w 598324"/>
                    <a:gd name="connsiteY94" fmla="*/ 172404 h 761503"/>
                    <a:gd name="connsiteX95" fmla="*/ 409014 w 598324"/>
                    <a:gd name="connsiteY95" fmla="*/ 118011 h 761503"/>
                    <a:gd name="connsiteX96" fmla="*/ 411734 w 598324"/>
                    <a:gd name="connsiteY96" fmla="*/ 115291 h 761503"/>
                    <a:gd name="connsiteX97" fmla="*/ 398136 w 598324"/>
                    <a:gd name="connsiteY97" fmla="*/ 115291 h 761503"/>
                    <a:gd name="connsiteX98" fmla="*/ 379098 w 598324"/>
                    <a:gd name="connsiteY98" fmla="*/ 109852 h 761503"/>
                    <a:gd name="connsiteX99" fmla="*/ 368219 w 598324"/>
                    <a:gd name="connsiteY99" fmla="*/ 93534 h 761503"/>
                    <a:gd name="connsiteX100" fmla="*/ 370939 w 598324"/>
                    <a:gd name="connsiteY100" fmla="*/ 85375 h 761503"/>
                    <a:gd name="connsiteX101" fmla="*/ 387257 w 598324"/>
                    <a:gd name="connsiteY101" fmla="*/ 77216 h 761503"/>
                    <a:gd name="connsiteX102" fmla="*/ 422612 w 598324"/>
                    <a:gd name="connsiteY102" fmla="*/ 71776 h 761503"/>
                    <a:gd name="connsiteX103" fmla="*/ 436211 w 598324"/>
                    <a:gd name="connsiteY103" fmla="*/ 71776 h 761503"/>
                    <a:gd name="connsiteX104" fmla="*/ 438930 w 598324"/>
                    <a:gd name="connsiteY104" fmla="*/ 69057 h 761503"/>
                    <a:gd name="connsiteX105" fmla="*/ 452529 w 598324"/>
                    <a:gd name="connsiteY105" fmla="*/ 66337 h 761503"/>
                    <a:gd name="connsiteX106" fmla="*/ 466127 w 598324"/>
                    <a:gd name="connsiteY106" fmla="*/ 69057 h 761503"/>
                    <a:gd name="connsiteX107" fmla="*/ 471566 w 598324"/>
                    <a:gd name="connsiteY107" fmla="*/ 71776 h 761503"/>
                    <a:gd name="connsiteX108" fmla="*/ 515081 w 598324"/>
                    <a:gd name="connsiteY108" fmla="*/ 71776 h 761503"/>
                    <a:gd name="connsiteX109" fmla="*/ 542277 w 598324"/>
                    <a:gd name="connsiteY109" fmla="*/ 88094 h 761503"/>
                    <a:gd name="connsiteX110" fmla="*/ 536838 w 598324"/>
                    <a:gd name="connsiteY110" fmla="*/ 104412 h 761503"/>
                    <a:gd name="connsiteX111" fmla="*/ 525959 w 598324"/>
                    <a:gd name="connsiteY111" fmla="*/ 112571 h 761503"/>
                    <a:gd name="connsiteX112" fmla="*/ 509642 w 598324"/>
                    <a:gd name="connsiteY112" fmla="*/ 115291 h 761503"/>
                    <a:gd name="connsiteX113" fmla="*/ 468847 w 598324"/>
                    <a:gd name="connsiteY113" fmla="*/ 115291 h 761503"/>
                    <a:gd name="connsiteX114" fmla="*/ 457968 w 598324"/>
                    <a:gd name="connsiteY114" fmla="*/ 137048 h 761503"/>
                    <a:gd name="connsiteX115" fmla="*/ 430771 w 598324"/>
                    <a:gd name="connsiteY115" fmla="*/ 194161 h 761503"/>
                    <a:gd name="connsiteX116" fmla="*/ 400855 w 598324"/>
                    <a:gd name="connsiteY116" fmla="*/ 262152 h 761503"/>
                    <a:gd name="connsiteX117" fmla="*/ 360060 w 598324"/>
                    <a:gd name="connsiteY117" fmla="*/ 332863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</a:cxnLst>
                  <a:rect l="l" t="t" r="r" b="b"/>
                  <a:pathLst>
                    <a:path w="598324" h="761503">
                      <a:moveTo>
                        <a:pt x="360060" y="332863"/>
                      </a:moveTo>
                      <a:cubicBezTo>
                        <a:pt x="351901" y="343742"/>
                        <a:pt x="341023" y="357340"/>
                        <a:pt x="341023" y="370939"/>
                      </a:cubicBezTo>
                      <a:cubicBezTo>
                        <a:pt x="341023" y="379098"/>
                        <a:pt x="357341" y="381817"/>
                        <a:pt x="376378" y="389976"/>
                      </a:cubicBezTo>
                      <a:cubicBezTo>
                        <a:pt x="395416" y="398135"/>
                        <a:pt x="417173" y="417173"/>
                        <a:pt x="425332" y="433491"/>
                      </a:cubicBezTo>
                      <a:cubicBezTo>
                        <a:pt x="430771" y="444369"/>
                        <a:pt x="436211" y="452528"/>
                        <a:pt x="438930" y="463407"/>
                      </a:cubicBezTo>
                      <a:cubicBezTo>
                        <a:pt x="444370" y="474286"/>
                        <a:pt x="447089" y="487884"/>
                        <a:pt x="449809" y="498762"/>
                      </a:cubicBezTo>
                      <a:cubicBezTo>
                        <a:pt x="452529" y="512361"/>
                        <a:pt x="452529" y="517800"/>
                        <a:pt x="457968" y="528679"/>
                      </a:cubicBezTo>
                      <a:cubicBezTo>
                        <a:pt x="463407" y="539557"/>
                        <a:pt x="463407" y="553155"/>
                        <a:pt x="466127" y="564034"/>
                      </a:cubicBezTo>
                      <a:cubicBezTo>
                        <a:pt x="468847" y="572193"/>
                        <a:pt x="468847" y="585791"/>
                        <a:pt x="471566" y="593950"/>
                      </a:cubicBezTo>
                      <a:cubicBezTo>
                        <a:pt x="474286" y="599390"/>
                        <a:pt x="477006" y="602109"/>
                        <a:pt x="479725" y="607548"/>
                      </a:cubicBezTo>
                      <a:cubicBezTo>
                        <a:pt x="482445" y="612988"/>
                        <a:pt x="487884" y="618427"/>
                        <a:pt x="487884" y="623867"/>
                      </a:cubicBezTo>
                      <a:cubicBezTo>
                        <a:pt x="490604" y="634745"/>
                        <a:pt x="496043" y="642904"/>
                        <a:pt x="501482" y="651063"/>
                      </a:cubicBezTo>
                      <a:cubicBezTo>
                        <a:pt x="506922" y="661942"/>
                        <a:pt x="512361" y="664661"/>
                        <a:pt x="523240" y="670101"/>
                      </a:cubicBezTo>
                      <a:cubicBezTo>
                        <a:pt x="528679" y="672820"/>
                        <a:pt x="534119" y="680979"/>
                        <a:pt x="534119" y="686418"/>
                      </a:cubicBezTo>
                      <a:cubicBezTo>
                        <a:pt x="534119" y="689138"/>
                        <a:pt x="534119" y="691858"/>
                        <a:pt x="531399" y="694578"/>
                      </a:cubicBezTo>
                      <a:cubicBezTo>
                        <a:pt x="525959" y="702736"/>
                        <a:pt x="512361" y="708176"/>
                        <a:pt x="498763" y="708176"/>
                      </a:cubicBezTo>
                      <a:cubicBezTo>
                        <a:pt x="485165" y="708176"/>
                        <a:pt x="466127" y="705456"/>
                        <a:pt x="449809" y="700017"/>
                      </a:cubicBezTo>
                      <a:cubicBezTo>
                        <a:pt x="430771" y="694578"/>
                        <a:pt x="409014" y="675540"/>
                        <a:pt x="400855" y="667381"/>
                      </a:cubicBezTo>
                      <a:cubicBezTo>
                        <a:pt x="392696" y="659222"/>
                        <a:pt x="387257" y="651063"/>
                        <a:pt x="381817" y="642904"/>
                      </a:cubicBezTo>
                      <a:cubicBezTo>
                        <a:pt x="376378" y="632025"/>
                        <a:pt x="370939" y="623867"/>
                        <a:pt x="368219" y="610268"/>
                      </a:cubicBezTo>
                      <a:cubicBezTo>
                        <a:pt x="360060" y="588511"/>
                        <a:pt x="357341" y="574913"/>
                        <a:pt x="349182" y="550436"/>
                      </a:cubicBezTo>
                      <a:cubicBezTo>
                        <a:pt x="343742" y="534118"/>
                        <a:pt x="341023" y="520520"/>
                        <a:pt x="338303" y="504202"/>
                      </a:cubicBezTo>
                      <a:cubicBezTo>
                        <a:pt x="335583" y="493323"/>
                        <a:pt x="332864" y="485164"/>
                        <a:pt x="330144" y="477005"/>
                      </a:cubicBezTo>
                      <a:cubicBezTo>
                        <a:pt x="327424" y="471566"/>
                        <a:pt x="324705" y="463407"/>
                        <a:pt x="321985" y="455248"/>
                      </a:cubicBezTo>
                      <a:cubicBezTo>
                        <a:pt x="316546" y="444369"/>
                        <a:pt x="311106" y="436210"/>
                        <a:pt x="305667" y="436210"/>
                      </a:cubicBezTo>
                      <a:cubicBezTo>
                        <a:pt x="302948" y="436210"/>
                        <a:pt x="300228" y="438930"/>
                        <a:pt x="294788" y="441650"/>
                      </a:cubicBezTo>
                      <a:cubicBezTo>
                        <a:pt x="289349" y="447089"/>
                        <a:pt x="283910" y="455248"/>
                        <a:pt x="278471" y="463407"/>
                      </a:cubicBezTo>
                      <a:cubicBezTo>
                        <a:pt x="270312" y="474286"/>
                        <a:pt x="267592" y="485164"/>
                        <a:pt x="264872" y="496043"/>
                      </a:cubicBezTo>
                      <a:cubicBezTo>
                        <a:pt x="264872" y="504202"/>
                        <a:pt x="262153" y="512361"/>
                        <a:pt x="262153" y="517800"/>
                      </a:cubicBezTo>
                      <a:cubicBezTo>
                        <a:pt x="262153" y="520520"/>
                        <a:pt x="262153" y="520520"/>
                        <a:pt x="262153" y="523239"/>
                      </a:cubicBezTo>
                      <a:cubicBezTo>
                        <a:pt x="262153" y="528679"/>
                        <a:pt x="262153" y="544997"/>
                        <a:pt x="262153" y="553155"/>
                      </a:cubicBezTo>
                      <a:cubicBezTo>
                        <a:pt x="262153" y="583072"/>
                        <a:pt x="264872" y="599390"/>
                        <a:pt x="262153" y="629306"/>
                      </a:cubicBezTo>
                      <a:cubicBezTo>
                        <a:pt x="262153" y="640184"/>
                        <a:pt x="262153" y="648343"/>
                        <a:pt x="259433" y="659222"/>
                      </a:cubicBezTo>
                      <a:cubicBezTo>
                        <a:pt x="270312" y="659222"/>
                        <a:pt x="278471" y="659222"/>
                        <a:pt x="283910" y="659222"/>
                      </a:cubicBezTo>
                      <a:cubicBezTo>
                        <a:pt x="297508" y="659222"/>
                        <a:pt x="321985" y="659222"/>
                        <a:pt x="321985" y="675540"/>
                      </a:cubicBezTo>
                      <a:cubicBezTo>
                        <a:pt x="321985" y="683699"/>
                        <a:pt x="319265" y="686418"/>
                        <a:pt x="316546" y="691858"/>
                      </a:cubicBezTo>
                      <a:cubicBezTo>
                        <a:pt x="311106" y="697297"/>
                        <a:pt x="305667" y="700017"/>
                        <a:pt x="300228" y="700017"/>
                      </a:cubicBezTo>
                      <a:cubicBezTo>
                        <a:pt x="292069" y="702736"/>
                        <a:pt x="283910" y="702736"/>
                        <a:pt x="278471" y="702736"/>
                      </a:cubicBezTo>
                      <a:cubicBezTo>
                        <a:pt x="275751" y="702736"/>
                        <a:pt x="259433" y="702736"/>
                        <a:pt x="243115" y="702736"/>
                      </a:cubicBezTo>
                      <a:cubicBezTo>
                        <a:pt x="237676" y="708176"/>
                        <a:pt x="229517" y="710895"/>
                        <a:pt x="221358" y="710895"/>
                      </a:cubicBezTo>
                      <a:cubicBezTo>
                        <a:pt x="213199" y="710895"/>
                        <a:pt x="202320" y="708176"/>
                        <a:pt x="194161" y="702736"/>
                      </a:cubicBezTo>
                      <a:cubicBezTo>
                        <a:pt x="186002" y="702736"/>
                        <a:pt x="180563" y="702736"/>
                        <a:pt x="177843" y="702736"/>
                      </a:cubicBezTo>
                      <a:cubicBezTo>
                        <a:pt x="164245" y="702736"/>
                        <a:pt x="139768" y="702736"/>
                        <a:pt x="126170" y="702736"/>
                      </a:cubicBezTo>
                      <a:cubicBezTo>
                        <a:pt x="118011" y="702736"/>
                        <a:pt x="109852" y="702736"/>
                        <a:pt x="101693" y="702736"/>
                      </a:cubicBezTo>
                      <a:cubicBezTo>
                        <a:pt x="93534" y="702736"/>
                        <a:pt x="82655" y="702736"/>
                        <a:pt x="74496" y="697297"/>
                      </a:cubicBezTo>
                      <a:cubicBezTo>
                        <a:pt x="66337" y="694578"/>
                        <a:pt x="58178" y="686418"/>
                        <a:pt x="58178" y="680979"/>
                      </a:cubicBezTo>
                      <a:cubicBezTo>
                        <a:pt x="58178" y="678260"/>
                        <a:pt x="58178" y="675540"/>
                        <a:pt x="63617" y="672820"/>
                      </a:cubicBezTo>
                      <a:cubicBezTo>
                        <a:pt x="69057" y="670101"/>
                        <a:pt x="79935" y="667381"/>
                        <a:pt x="85375" y="664661"/>
                      </a:cubicBezTo>
                      <a:cubicBezTo>
                        <a:pt x="104412" y="661942"/>
                        <a:pt x="123450" y="659222"/>
                        <a:pt x="128889" y="659222"/>
                      </a:cubicBezTo>
                      <a:cubicBezTo>
                        <a:pt x="134329" y="659222"/>
                        <a:pt x="139768" y="659222"/>
                        <a:pt x="147927" y="659222"/>
                      </a:cubicBezTo>
                      <a:cubicBezTo>
                        <a:pt x="147927" y="656502"/>
                        <a:pt x="145207" y="653783"/>
                        <a:pt x="145207" y="653783"/>
                      </a:cubicBezTo>
                      <a:cubicBezTo>
                        <a:pt x="131609" y="632025"/>
                        <a:pt x="131609" y="610268"/>
                        <a:pt x="131609" y="585791"/>
                      </a:cubicBezTo>
                      <a:cubicBezTo>
                        <a:pt x="131609" y="555875"/>
                        <a:pt x="131609" y="528679"/>
                        <a:pt x="134329" y="498762"/>
                      </a:cubicBezTo>
                      <a:cubicBezTo>
                        <a:pt x="134329" y="468846"/>
                        <a:pt x="137048" y="436210"/>
                        <a:pt x="137048" y="406294"/>
                      </a:cubicBezTo>
                      <a:cubicBezTo>
                        <a:pt x="137048" y="379098"/>
                        <a:pt x="134329" y="354621"/>
                        <a:pt x="134329" y="327424"/>
                      </a:cubicBezTo>
                      <a:cubicBezTo>
                        <a:pt x="134329" y="302947"/>
                        <a:pt x="137048" y="278470"/>
                        <a:pt x="137048" y="253993"/>
                      </a:cubicBezTo>
                      <a:cubicBezTo>
                        <a:pt x="137048" y="237675"/>
                        <a:pt x="139768" y="224077"/>
                        <a:pt x="139768" y="207759"/>
                      </a:cubicBezTo>
                      <a:cubicBezTo>
                        <a:pt x="139768" y="196881"/>
                        <a:pt x="137048" y="183282"/>
                        <a:pt x="137048" y="172404"/>
                      </a:cubicBezTo>
                      <a:cubicBezTo>
                        <a:pt x="137048" y="150647"/>
                        <a:pt x="137048" y="131609"/>
                        <a:pt x="137048" y="112571"/>
                      </a:cubicBezTo>
                      <a:cubicBezTo>
                        <a:pt x="134329" y="112571"/>
                        <a:pt x="137048" y="112571"/>
                        <a:pt x="126170" y="112571"/>
                      </a:cubicBezTo>
                      <a:cubicBezTo>
                        <a:pt x="118011" y="112571"/>
                        <a:pt x="109852" y="112571"/>
                        <a:pt x="101693" y="112571"/>
                      </a:cubicBezTo>
                      <a:cubicBezTo>
                        <a:pt x="93534" y="112571"/>
                        <a:pt x="82655" y="109852"/>
                        <a:pt x="74496" y="107132"/>
                      </a:cubicBezTo>
                      <a:cubicBezTo>
                        <a:pt x="66337" y="104412"/>
                        <a:pt x="58178" y="96253"/>
                        <a:pt x="58178" y="90814"/>
                      </a:cubicBezTo>
                      <a:cubicBezTo>
                        <a:pt x="58178" y="88094"/>
                        <a:pt x="58178" y="85375"/>
                        <a:pt x="63617" y="82655"/>
                      </a:cubicBezTo>
                      <a:cubicBezTo>
                        <a:pt x="69057" y="79936"/>
                        <a:pt x="79935" y="77216"/>
                        <a:pt x="85375" y="74496"/>
                      </a:cubicBezTo>
                      <a:cubicBezTo>
                        <a:pt x="104412" y="71776"/>
                        <a:pt x="128889" y="69057"/>
                        <a:pt x="137048" y="69057"/>
                      </a:cubicBezTo>
                      <a:cubicBezTo>
                        <a:pt x="137048" y="69057"/>
                        <a:pt x="139768" y="69057"/>
                        <a:pt x="145207" y="69057"/>
                      </a:cubicBezTo>
                      <a:cubicBezTo>
                        <a:pt x="150646" y="60898"/>
                        <a:pt x="158806" y="58178"/>
                        <a:pt x="169684" y="58178"/>
                      </a:cubicBezTo>
                      <a:cubicBezTo>
                        <a:pt x="172404" y="58178"/>
                        <a:pt x="175123" y="58178"/>
                        <a:pt x="177843" y="58178"/>
                      </a:cubicBezTo>
                      <a:cubicBezTo>
                        <a:pt x="186002" y="58178"/>
                        <a:pt x="196881" y="63617"/>
                        <a:pt x="205040" y="66337"/>
                      </a:cubicBezTo>
                      <a:cubicBezTo>
                        <a:pt x="237676" y="66337"/>
                        <a:pt x="273031" y="63617"/>
                        <a:pt x="286629" y="63617"/>
                      </a:cubicBezTo>
                      <a:cubicBezTo>
                        <a:pt x="300228" y="63617"/>
                        <a:pt x="324705" y="63617"/>
                        <a:pt x="324705" y="79936"/>
                      </a:cubicBezTo>
                      <a:cubicBezTo>
                        <a:pt x="324705" y="88094"/>
                        <a:pt x="321985" y="90814"/>
                        <a:pt x="319265" y="96253"/>
                      </a:cubicBezTo>
                      <a:cubicBezTo>
                        <a:pt x="313826" y="101693"/>
                        <a:pt x="308387" y="104412"/>
                        <a:pt x="302948" y="104412"/>
                      </a:cubicBezTo>
                      <a:cubicBezTo>
                        <a:pt x="289349" y="112571"/>
                        <a:pt x="283910" y="112571"/>
                        <a:pt x="278471" y="112571"/>
                      </a:cubicBezTo>
                      <a:cubicBezTo>
                        <a:pt x="273031" y="112571"/>
                        <a:pt x="253994" y="112571"/>
                        <a:pt x="232236" y="112571"/>
                      </a:cubicBezTo>
                      <a:cubicBezTo>
                        <a:pt x="237676" y="120730"/>
                        <a:pt x="240395" y="128889"/>
                        <a:pt x="240395" y="137048"/>
                      </a:cubicBezTo>
                      <a:cubicBezTo>
                        <a:pt x="240395" y="142487"/>
                        <a:pt x="240395" y="145207"/>
                        <a:pt x="240395" y="150647"/>
                      </a:cubicBezTo>
                      <a:cubicBezTo>
                        <a:pt x="240395" y="153366"/>
                        <a:pt x="240395" y="156086"/>
                        <a:pt x="243115" y="158805"/>
                      </a:cubicBezTo>
                      <a:cubicBezTo>
                        <a:pt x="245835" y="169684"/>
                        <a:pt x="245835" y="180563"/>
                        <a:pt x="248554" y="188722"/>
                      </a:cubicBezTo>
                      <a:cubicBezTo>
                        <a:pt x="248554" y="191441"/>
                        <a:pt x="248554" y="194161"/>
                        <a:pt x="248554" y="199600"/>
                      </a:cubicBezTo>
                      <a:cubicBezTo>
                        <a:pt x="248554" y="207759"/>
                        <a:pt x="248554" y="213198"/>
                        <a:pt x="248554" y="221357"/>
                      </a:cubicBezTo>
                      <a:cubicBezTo>
                        <a:pt x="248554" y="234956"/>
                        <a:pt x="251274" y="248554"/>
                        <a:pt x="253994" y="264872"/>
                      </a:cubicBezTo>
                      <a:cubicBezTo>
                        <a:pt x="256713" y="275751"/>
                        <a:pt x="259433" y="286629"/>
                        <a:pt x="262153" y="297508"/>
                      </a:cubicBezTo>
                      <a:cubicBezTo>
                        <a:pt x="264872" y="305667"/>
                        <a:pt x="264872" y="313826"/>
                        <a:pt x="264872" y="324704"/>
                      </a:cubicBezTo>
                      <a:cubicBezTo>
                        <a:pt x="264872" y="327424"/>
                        <a:pt x="264872" y="330144"/>
                        <a:pt x="264872" y="332863"/>
                      </a:cubicBezTo>
                      <a:cubicBezTo>
                        <a:pt x="264872" y="338303"/>
                        <a:pt x="264872" y="346462"/>
                        <a:pt x="264872" y="351901"/>
                      </a:cubicBezTo>
                      <a:cubicBezTo>
                        <a:pt x="264872" y="357340"/>
                        <a:pt x="262153" y="365499"/>
                        <a:pt x="262153" y="370939"/>
                      </a:cubicBezTo>
                      <a:cubicBezTo>
                        <a:pt x="262153" y="376378"/>
                        <a:pt x="264872" y="384537"/>
                        <a:pt x="267592" y="384537"/>
                      </a:cubicBezTo>
                      <a:cubicBezTo>
                        <a:pt x="273031" y="384537"/>
                        <a:pt x="275751" y="376378"/>
                        <a:pt x="278471" y="370939"/>
                      </a:cubicBezTo>
                      <a:cubicBezTo>
                        <a:pt x="283910" y="360060"/>
                        <a:pt x="289349" y="346462"/>
                        <a:pt x="297508" y="332863"/>
                      </a:cubicBezTo>
                      <a:cubicBezTo>
                        <a:pt x="302948" y="324704"/>
                        <a:pt x="305667" y="313826"/>
                        <a:pt x="311106" y="305667"/>
                      </a:cubicBezTo>
                      <a:cubicBezTo>
                        <a:pt x="319265" y="289349"/>
                        <a:pt x="327424" y="275751"/>
                        <a:pt x="335583" y="259433"/>
                      </a:cubicBezTo>
                      <a:cubicBezTo>
                        <a:pt x="341023" y="248554"/>
                        <a:pt x="349182" y="234956"/>
                        <a:pt x="354621" y="224077"/>
                      </a:cubicBezTo>
                      <a:cubicBezTo>
                        <a:pt x="362780" y="207759"/>
                        <a:pt x="370939" y="191441"/>
                        <a:pt x="381817" y="172404"/>
                      </a:cubicBezTo>
                      <a:cubicBezTo>
                        <a:pt x="389977" y="153366"/>
                        <a:pt x="400855" y="134329"/>
                        <a:pt x="409014" y="118011"/>
                      </a:cubicBezTo>
                      <a:cubicBezTo>
                        <a:pt x="409014" y="115291"/>
                        <a:pt x="409014" y="115291"/>
                        <a:pt x="411734" y="115291"/>
                      </a:cubicBezTo>
                      <a:cubicBezTo>
                        <a:pt x="406294" y="115291"/>
                        <a:pt x="400855" y="115291"/>
                        <a:pt x="398136" y="115291"/>
                      </a:cubicBezTo>
                      <a:cubicBezTo>
                        <a:pt x="392696" y="115291"/>
                        <a:pt x="384537" y="115291"/>
                        <a:pt x="379098" y="109852"/>
                      </a:cubicBezTo>
                      <a:cubicBezTo>
                        <a:pt x="373659" y="107132"/>
                        <a:pt x="368219" y="98973"/>
                        <a:pt x="368219" y="93534"/>
                      </a:cubicBezTo>
                      <a:cubicBezTo>
                        <a:pt x="368219" y="90814"/>
                        <a:pt x="368219" y="88094"/>
                        <a:pt x="370939" y="85375"/>
                      </a:cubicBezTo>
                      <a:cubicBezTo>
                        <a:pt x="373659" y="82655"/>
                        <a:pt x="381817" y="79936"/>
                        <a:pt x="387257" y="77216"/>
                      </a:cubicBezTo>
                      <a:cubicBezTo>
                        <a:pt x="400855" y="74496"/>
                        <a:pt x="414453" y="71776"/>
                        <a:pt x="422612" y="71776"/>
                      </a:cubicBezTo>
                      <a:cubicBezTo>
                        <a:pt x="425332" y="71776"/>
                        <a:pt x="430771" y="71776"/>
                        <a:pt x="436211" y="71776"/>
                      </a:cubicBezTo>
                      <a:cubicBezTo>
                        <a:pt x="436211" y="71776"/>
                        <a:pt x="438930" y="69057"/>
                        <a:pt x="438930" y="69057"/>
                      </a:cubicBezTo>
                      <a:cubicBezTo>
                        <a:pt x="444370" y="66337"/>
                        <a:pt x="447089" y="66337"/>
                        <a:pt x="452529" y="66337"/>
                      </a:cubicBezTo>
                      <a:cubicBezTo>
                        <a:pt x="457968" y="66337"/>
                        <a:pt x="460688" y="66337"/>
                        <a:pt x="466127" y="69057"/>
                      </a:cubicBezTo>
                      <a:cubicBezTo>
                        <a:pt x="468847" y="69057"/>
                        <a:pt x="471566" y="71776"/>
                        <a:pt x="471566" y="71776"/>
                      </a:cubicBezTo>
                      <a:cubicBezTo>
                        <a:pt x="490604" y="71776"/>
                        <a:pt x="506922" y="71776"/>
                        <a:pt x="515081" y="71776"/>
                      </a:cubicBezTo>
                      <a:cubicBezTo>
                        <a:pt x="523240" y="71776"/>
                        <a:pt x="542277" y="71776"/>
                        <a:pt x="542277" y="88094"/>
                      </a:cubicBezTo>
                      <a:cubicBezTo>
                        <a:pt x="542277" y="96253"/>
                        <a:pt x="542277" y="98973"/>
                        <a:pt x="536838" y="104412"/>
                      </a:cubicBezTo>
                      <a:cubicBezTo>
                        <a:pt x="534119" y="109852"/>
                        <a:pt x="528679" y="112571"/>
                        <a:pt x="525959" y="112571"/>
                      </a:cubicBezTo>
                      <a:cubicBezTo>
                        <a:pt x="520520" y="115291"/>
                        <a:pt x="515081" y="115291"/>
                        <a:pt x="509642" y="115291"/>
                      </a:cubicBezTo>
                      <a:cubicBezTo>
                        <a:pt x="506922" y="115291"/>
                        <a:pt x="487884" y="115291"/>
                        <a:pt x="468847" y="115291"/>
                      </a:cubicBezTo>
                      <a:cubicBezTo>
                        <a:pt x="466127" y="123450"/>
                        <a:pt x="460688" y="128889"/>
                        <a:pt x="457968" y="137048"/>
                      </a:cubicBezTo>
                      <a:cubicBezTo>
                        <a:pt x="447089" y="156086"/>
                        <a:pt x="438930" y="175123"/>
                        <a:pt x="430771" y="194161"/>
                      </a:cubicBezTo>
                      <a:cubicBezTo>
                        <a:pt x="419893" y="215918"/>
                        <a:pt x="411734" y="240395"/>
                        <a:pt x="400855" y="262152"/>
                      </a:cubicBezTo>
                      <a:cubicBezTo>
                        <a:pt x="387257" y="289349"/>
                        <a:pt x="373659" y="311106"/>
                        <a:pt x="360060" y="332863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40" name="Freeform: Shape 39">
                  <a:extLst>
                    <a:ext uri="{FF2B5EF4-FFF2-40B4-BE49-F238E27FC236}">
                      <a16:creationId xmlns:a16="http://schemas.microsoft.com/office/drawing/2014/main" id="{D30E7D9B-CD73-F618-3538-0F8D4106015B}"/>
                    </a:ext>
                  </a:extLst>
                </p:cNvPr>
                <p:cNvSpPr/>
                <p:nvPr/>
              </p:nvSpPr>
              <p:spPr>
                <a:xfrm>
                  <a:off x="4335316" y="4186718"/>
                  <a:ext cx="353556" cy="761503"/>
                </a:xfrm>
                <a:custGeom>
                  <a:avLst/>
                  <a:gdLst>
                    <a:gd name="connsiteX0" fmla="*/ 283910 w 353555"/>
                    <a:gd name="connsiteY0" fmla="*/ 672820 h 761503"/>
                    <a:gd name="connsiteX1" fmla="*/ 321985 w 353555"/>
                    <a:gd name="connsiteY1" fmla="*/ 689138 h 761503"/>
                    <a:gd name="connsiteX2" fmla="*/ 316546 w 353555"/>
                    <a:gd name="connsiteY2" fmla="*/ 705456 h 761503"/>
                    <a:gd name="connsiteX3" fmla="*/ 300228 w 353555"/>
                    <a:gd name="connsiteY3" fmla="*/ 713615 h 761503"/>
                    <a:gd name="connsiteX4" fmla="*/ 278471 w 353555"/>
                    <a:gd name="connsiteY4" fmla="*/ 716335 h 761503"/>
                    <a:gd name="connsiteX5" fmla="*/ 237676 w 353555"/>
                    <a:gd name="connsiteY5" fmla="*/ 716335 h 761503"/>
                    <a:gd name="connsiteX6" fmla="*/ 180563 w 353555"/>
                    <a:gd name="connsiteY6" fmla="*/ 719054 h 761503"/>
                    <a:gd name="connsiteX7" fmla="*/ 126170 w 353555"/>
                    <a:gd name="connsiteY7" fmla="*/ 719054 h 761503"/>
                    <a:gd name="connsiteX8" fmla="*/ 101693 w 353555"/>
                    <a:gd name="connsiteY8" fmla="*/ 719054 h 761503"/>
                    <a:gd name="connsiteX9" fmla="*/ 74496 w 353555"/>
                    <a:gd name="connsiteY9" fmla="*/ 713615 h 761503"/>
                    <a:gd name="connsiteX10" fmla="*/ 58178 w 353555"/>
                    <a:gd name="connsiteY10" fmla="*/ 697297 h 761503"/>
                    <a:gd name="connsiteX11" fmla="*/ 63617 w 353555"/>
                    <a:gd name="connsiteY11" fmla="*/ 689138 h 761503"/>
                    <a:gd name="connsiteX12" fmla="*/ 85375 w 353555"/>
                    <a:gd name="connsiteY12" fmla="*/ 680979 h 761503"/>
                    <a:gd name="connsiteX13" fmla="*/ 131609 w 353555"/>
                    <a:gd name="connsiteY13" fmla="*/ 675540 h 761503"/>
                    <a:gd name="connsiteX14" fmla="*/ 142488 w 353555"/>
                    <a:gd name="connsiteY14" fmla="*/ 675540 h 761503"/>
                    <a:gd name="connsiteX15" fmla="*/ 131609 w 353555"/>
                    <a:gd name="connsiteY15" fmla="*/ 653783 h 761503"/>
                    <a:gd name="connsiteX16" fmla="*/ 128889 w 353555"/>
                    <a:gd name="connsiteY16" fmla="*/ 640184 h 761503"/>
                    <a:gd name="connsiteX17" fmla="*/ 128889 w 353555"/>
                    <a:gd name="connsiteY17" fmla="*/ 629306 h 761503"/>
                    <a:gd name="connsiteX18" fmla="*/ 128889 w 353555"/>
                    <a:gd name="connsiteY18" fmla="*/ 621147 h 761503"/>
                    <a:gd name="connsiteX19" fmla="*/ 128889 w 353555"/>
                    <a:gd name="connsiteY19" fmla="*/ 593950 h 761503"/>
                    <a:gd name="connsiteX20" fmla="*/ 128889 w 353555"/>
                    <a:gd name="connsiteY20" fmla="*/ 583072 h 761503"/>
                    <a:gd name="connsiteX21" fmla="*/ 128889 w 353555"/>
                    <a:gd name="connsiteY21" fmla="*/ 436210 h 761503"/>
                    <a:gd name="connsiteX22" fmla="*/ 128889 w 353555"/>
                    <a:gd name="connsiteY22" fmla="*/ 357340 h 761503"/>
                    <a:gd name="connsiteX23" fmla="*/ 131609 w 353555"/>
                    <a:gd name="connsiteY23" fmla="*/ 289349 h 761503"/>
                    <a:gd name="connsiteX24" fmla="*/ 131609 w 353555"/>
                    <a:gd name="connsiteY24" fmla="*/ 251274 h 761503"/>
                    <a:gd name="connsiteX25" fmla="*/ 131609 w 353555"/>
                    <a:gd name="connsiteY25" fmla="*/ 205040 h 761503"/>
                    <a:gd name="connsiteX26" fmla="*/ 131609 w 353555"/>
                    <a:gd name="connsiteY26" fmla="*/ 139768 h 761503"/>
                    <a:gd name="connsiteX27" fmla="*/ 131609 w 353555"/>
                    <a:gd name="connsiteY27" fmla="*/ 128889 h 761503"/>
                    <a:gd name="connsiteX28" fmla="*/ 126170 w 353555"/>
                    <a:gd name="connsiteY28" fmla="*/ 128889 h 761503"/>
                    <a:gd name="connsiteX29" fmla="*/ 101693 w 353555"/>
                    <a:gd name="connsiteY29" fmla="*/ 128889 h 761503"/>
                    <a:gd name="connsiteX30" fmla="*/ 74496 w 353555"/>
                    <a:gd name="connsiteY30" fmla="*/ 123450 h 761503"/>
                    <a:gd name="connsiteX31" fmla="*/ 58178 w 353555"/>
                    <a:gd name="connsiteY31" fmla="*/ 107132 h 761503"/>
                    <a:gd name="connsiteX32" fmla="*/ 60898 w 353555"/>
                    <a:gd name="connsiteY32" fmla="*/ 98973 h 761503"/>
                    <a:gd name="connsiteX33" fmla="*/ 82655 w 353555"/>
                    <a:gd name="connsiteY33" fmla="*/ 93534 h 761503"/>
                    <a:gd name="connsiteX34" fmla="*/ 131609 w 353555"/>
                    <a:gd name="connsiteY34" fmla="*/ 88094 h 761503"/>
                    <a:gd name="connsiteX35" fmla="*/ 131609 w 353555"/>
                    <a:gd name="connsiteY35" fmla="*/ 82655 h 761503"/>
                    <a:gd name="connsiteX36" fmla="*/ 134329 w 353555"/>
                    <a:gd name="connsiteY36" fmla="*/ 71776 h 761503"/>
                    <a:gd name="connsiteX37" fmla="*/ 147927 w 353555"/>
                    <a:gd name="connsiteY37" fmla="*/ 63617 h 761503"/>
                    <a:gd name="connsiteX38" fmla="*/ 164245 w 353555"/>
                    <a:gd name="connsiteY38" fmla="*/ 58178 h 761503"/>
                    <a:gd name="connsiteX39" fmla="*/ 177843 w 353555"/>
                    <a:gd name="connsiteY39" fmla="*/ 58178 h 761503"/>
                    <a:gd name="connsiteX40" fmla="*/ 196881 w 353555"/>
                    <a:gd name="connsiteY40" fmla="*/ 60898 h 761503"/>
                    <a:gd name="connsiteX41" fmla="*/ 232236 w 353555"/>
                    <a:gd name="connsiteY41" fmla="*/ 88094 h 761503"/>
                    <a:gd name="connsiteX42" fmla="*/ 278471 w 353555"/>
                    <a:gd name="connsiteY42" fmla="*/ 88094 h 761503"/>
                    <a:gd name="connsiteX43" fmla="*/ 316546 w 353555"/>
                    <a:gd name="connsiteY43" fmla="*/ 104412 h 761503"/>
                    <a:gd name="connsiteX44" fmla="*/ 311106 w 353555"/>
                    <a:gd name="connsiteY44" fmla="*/ 120730 h 761503"/>
                    <a:gd name="connsiteX45" fmla="*/ 294788 w 353555"/>
                    <a:gd name="connsiteY45" fmla="*/ 128889 h 761503"/>
                    <a:gd name="connsiteX46" fmla="*/ 273031 w 353555"/>
                    <a:gd name="connsiteY46" fmla="*/ 131609 h 761503"/>
                    <a:gd name="connsiteX47" fmla="*/ 243115 w 353555"/>
                    <a:gd name="connsiteY47" fmla="*/ 131609 h 761503"/>
                    <a:gd name="connsiteX48" fmla="*/ 243115 w 353555"/>
                    <a:gd name="connsiteY48" fmla="*/ 134329 h 761503"/>
                    <a:gd name="connsiteX49" fmla="*/ 248554 w 353555"/>
                    <a:gd name="connsiteY49" fmla="*/ 169684 h 761503"/>
                    <a:gd name="connsiteX50" fmla="*/ 251274 w 353555"/>
                    <a:gd name="connsiteY50" fmla="*/ 205040 h 761503"/>
                    <a:gd name="connsiteX51" fmla="*/ 251274 w 353555"/>
                    <a:gd name="connsiteY51" fmla="*/ 240395 h 761503"/>
                    <a:gd name="connsiteX52" fmla="*/ 251274 w 353555"/>
                    <a:gd name="connsiteY52" fmla="*/ 256713 h 761503"/>
                    <a:gd name="connsiteX53" fmla="*/ 253994 w 353555"/>
                    <a:gd name="connsiteY53" fmla="*/ 270311 h 761503"/>
                    <a:gd name="connsiteX54" fmla="*/ 259433 w 353555"/>
                    <a:gd name="connsiteY54" fmla="*/ 343742 h 761503"/>
                    <a:gd name="connsiteX55" fmla="*/ 262153 w 353555"/>
                    <a:gd name="connsiteY55" fmla="*/ 425332 h 761503"/>
                    <a:gd name="connsiteX56" fmla="*/ 264872 w 353555"/>
                    <a:gd name="connsiteY56" fmla="*/ 490603 h 761503"/>
                    <a:gd name="connsiteX57" fmla="*/ 270312 w 353555"/>
                    <a:gd name="connsiteY57" fmla="*/ 564034 h 761503"/>
                    <a:gd name="connsiteX58" fmla="*/ 270312 w 353555"/>
                    <a:gd name="connsiteY58" fmla="*/ 599390 h 761503"/>
                    <a:gd name="connsiteX59" fmla="*/ 270312 w 353555"/>
                    <a:gd name="connsiteY59" fmla="*/ 637465 h 761503"/>
                    <a:gd name="connsiteX60" fmla="*/ 264872 w 353555"/>
                    <a:gd name="connsiteY60" fmla="*/ 670101 h 761503"/>
                    <a:gd name="connsiteX61" fmla="*/ 283910 w 353555"/>
                    <a:gd name="connsiteY61" fmla="*/ 672820 h 761503"/>
                    <a:gd name="connsiteX62" fmla="*/ 283910 w 353555"/>
                    <a:gd name="connsiteY62" fmla="*/ 672820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</a:cxnLst>
                  <a:rect l="l" t="t" r="r" b="b"/>
                  <a:pathLst>
                    <a:path w="353555" h="761503">
                      <a:moveTo>
                        <a:pt x="283910" y="672820"/>
                      </a:moveTo>
                      <a:cubicBezTo>
                        <a:pt x="297508" y="672820"/>
                        <a:pt x="321985" y="672820"/>
                        <a:pt x="321985" y="689138"/>
                      </a:cubicBezTo>
                      <a:cubicBezTo>
                        <a:pt x="321985" y="697297"/>
                        <a:pt x="319265" y="697297"/>
                        <a:pt x="316546" y="705456"/>
                      </a:cubicBezTo>
                      <a:cubicBezTo>
                        <a:pt x="311106" y="710895"/>
                        <a:pt x="305667" y="713615"/>
                        <a:pt x="300228" y="713615"/>
                      </a:cubicBezTo>
                      <a:cubicBezTo>
                        <a:pt x="292069" y="716335"/>
                        <a:pt x="283910" y="716335"/>
                        <a:pt x="278471" y="716335"/>
                      </a:cubicBezTo>
                      <a:cubicBezTo>
                        <a:pt x="275751" y="716335"/>
                        <a:pt x="256713" y="716335"/>
                        <a:pt x="237676" y="716335"/>
                      </a:cubicBezTo>
                      <a:cubicBezTo>
                        <a:pt x="213199" y="716335"/>
                        <a:pt x="186002" y="719054"/>
                        <a:pt x="180563" y="719054"/>
                      </a:cubicBezTo>
                      <a:cubicBezTo>
                        <a:pt x="166965" y="719054"/>
                        <a:pt x="142488" y="719054"/>
                        <a:pt x="126170" y="719054"/>
                      </a:cubicBezTo>
                      <a:cubicBezTo>
                        <a:pt x="118011" y="719054"/>
                        <a:pt x="109852" y="719054"/>
                        <a:pt x="101693" y="719054"/>
                      </a:cubicBezTo>
                      <a:cubicBezTo>
                        <a:pt x="93534" y="719054"/>
                        <a:pt x="82655" y="719054"/>
                        <a:pt x="74496" y="713615"/>
                      </a:cubicBezTo>
                      <a:cubicBezTo>
                        <a:pt x="66337" y="710895"/>
                        <a:pt x="58178" y="702736"/>
                        <a:pt x="58178" y="697297"/>
                      </a:cubicBezTo>
                      <a:cubicBezTo>
                        <a:pt x="58178" y="694578"/>
                        <a:pt x="58178" y="691858"/>
                        <a:pt x="63617" y="689138"/>
                      </a:cubicBezTo>
                      <a:cubicBezTo>
                        <a:pt x="69057" y="686418"/>
                        <a:pt x="79935" y="683699"/>
                        <a:pt x="85375" y="680979"/>
                      </a:cubicBezTo>
                      <a:cubicBezTo>
                        <a:pt x="104412" y="678260"/>
                        <a:pt x="123450" y="675540"/>
                        <a:pt x="131609" y="675540"/>
                      </a:cubicBezTo>
                      <a:cubicBezTo>
                        <a:pt x="134329" y="675540"/>
                        <a:pt x="137048" y="675540"/>
                        <a:pt x="142488" y="675540"/>
                      </a:cubicBezTo>
                      <a:cubicBezTo>
                        <a:pt x="134329" y="670101"/>
                        <a:pt x="131609" y="661942"/>
                        <a:pt x="131609" y="653783"/>
                      </a:cubicBezTo>
                      <a:cubicBezTo>
                        <a:pt x="131609" y="648343"/>
                        <a:pt x="131609" y="642904"/>
                        <a:pt x="128889" y="640184"/>
                      </a:cubicBezTo>
                      <a:cubicBezTo>
                        <a:pt x="128889" y="637465"/>
                        <a:pt x="128889" y="634745"/>
                        <a:pt x="128889" y="629306"/>
                      </a:cubicBezTo>
                      <a:cubicBezTo>
                        <a:pt x="128889" y="626586"/>
                        <a:pt x="128889" y="623867"/>
                        <a:pt x="128889" y="621147"/>
                      </a:cubicBezTo>
                      <a:cubicBezTo>
                        <a:pt x="128889" y="612988"/>
                        <a:pt x="128889" y="604829"/>
                        <a:pt x="128889" y="593950"/>
                      </a:cubicBezTo>
                      <a:cubicBezTo>
                        <a:pt x="128889" y="591231"/>
                        <a:pt x="128889" y="585791"/>
                        <a:pt x="128889" y="583072"/>
                      </a:cubicBezTo>
                      <a:cubicBezTo>
                        <a:pt x="128889" y="534118"/>
                        <a:pt x="131609" y="485164"/>
                        <a:pt x="128889" y="436210"/>
                      </a:cubicBezTo>
                      <a:cubicBezTo>
                        <a:pt x="128889" y="409014"/>
                        <a:pt x="128889" y="384537"/>
                        <a:pt x="128889" y="357340"/>
                      </a:cubicBezTo>
                      <a:cubicBezTo>
                        <a:pt x="128889" y="335583"/>
                        <a:pt x="131609" y="313826"/>
                        <a:pt x="131609" y="289349"/>
                      </a:cubicBezTo>
                      <a:cubicBezTo>
                        <a:pt x="131609" y="275751"/>
                        <a:pt x="131609" y="264872"/>
                        <a:pt x="131609" y="251274"/>
                      </a:cubicBezTo>
                      <a:cubicBezTo>
                        <a:pt x="131609" y="234956"/>
                        <a:pt x="131609" y="221357"/>
                        <a:pt x="131609" y="205040"/>
                      </a:cubicBezTo>
                      <a:cubicBezTo>
                        <a:pt x="131609" y="183282"/>
                        <a:pt x="131609" y="161525"/>
                        <a:pt x="131609" y="139768"/>
                      </a:cubicBezTo>
                      <a:cubicBezTo>
                        <a:pt x="131609" y="137048"/>
                        <a:pt x="131609" y="134329"/>
                        <a:pt x="131609" y="128889"/>
                      </a:cubicBezTo>
                      <a:cubicBezTo>
                        <a:pt x="128889" y="128889"/>
                        <a:pt x="126170" y="128889"/>
                        <a:pt x="126170" y="128889"/>
                      </a:cubicBezTo>
                      <a:cubicBezTo>
                        <a:pt x="118011" y="128889"/>
                        <a:pt x="109852" y="128889"/>
                        <a:pt x="101693" y="128889"/>
                      </a:cubicBezTo>
                      <a:cubicBezTo>
                        <a:pt x="93534" y="128889"/>
                        <a:pt x="82655" y="128889"/>
                        <a:pt x="74496" y="123450"/>
                      </a:cubicBezTo>
                      <a:cubicBezTo>
                        <a:pt x="66337" y="120730"/>
                        <a:pt x="58178" y="112571"/>
                        <a:pt x="58178" y="107132"/>
                      </a:cubicBezTo>
                      <a:cubicBezTo>
                        <a:pt x="58178" y="104412"/>
                        <a:pt x="58178" y="101693"/>
                        <a:pt x="60898" y="98973"/>
                      </a:cubicBezTo>
                      <a:cubicBezTo>
                        <a:pt x="63617" y="96253"/>
                        <a:pt x="77216" y="93534"/>
                        <a:pt x="82655" y="93534"/>
                      </a:cubicBezTo>
                      <a:cubicBezTo>
                        <a:pt x="98973" y="90814"/>
                        <a:pt x="123450" y="88094"/>
                        <a:pt x="131609" y="88094"/>
                      </a:cubicBezTo>
                      <a:cubicBezTo>
                        <a:pt x="131609" y="85375"/>
                        <a:pt x="131609" y="85375"/>
                        <a:pt x="131609" y="82655"/>
                      </a:cubicBezTo>
                      <a:cubicBezTo>
                        <a:pt x="131609" y="77216"/>
                        <a:pt x="131609" y="74496"/>
                        <a:pt x="134329" y="71776"/>
                      </a:cubicBezTo>
                      <a:cubicBezTo>
                        <a:pt x="137048" y="69057"/>
                        <a:pt x="145207" y="66337"/>
                        <a:pt x="147927" y="63617"/>
                      </a:cubicBezTo>
                      <a:cubicBezTo>
                        <a:pt x="153366" y="60898"/>
                        <a:pt x="158806" y="58178"/>
                        <a:pt x="164245" y="58178"/>
                      </a:cubicBezTo>
                      <a:cubicBezTo>
                        <a:pt x="169684" y="58178"/>
                        <a:pt x="175123" y="58178"/>
                        <a:pt x="177843" y="58178"/>
                      </a:cubicBezTo>
                      <a:cubicBezTo>
                        <a:pt x="183283" y="58178"/>
                        <a:pt x="191442" y="58178"/>
                        <a:pt x="196881" y="60898"/>
                      </a:cubicBezTo>
                      <a:cubicBezTo>
                        <a:pt x="213199" y="63617"/>
                        <a:pt x="224077" y="74496"/>
                        <a:pt x="232236" y="88094"/>
                      </a:cubicBezTo>
                      <a:cubicBezTo>
                        <a:pt x="253994" y="88094"/>
                        <a:pt x="270312" y="88094"/>
                        <a:pt x="278471" y="88094"/>
                      </a:cubicBezTo>
                      <a:cubicBezTo>
                        <a:pt x="292069" y="88094"/>
                        <a:pt x="316546" y="88094"/>
                        <a:pt x="316546" y="104412"/>
                      </a:cubicBezTo>
                      <a:cubicBezTo>
                        <a:pt x="316546" y="112571"/>
                        <a:pt x="313826" y="112571"/>
                        <a:pt x="311106" y="120730"/>
                      </a:cubicBezTo>
                      <a:cubicBezTo>
                        <a:pt x="305667" y="126170"/>
                        <a:pt x="300228" y="128889"/>
                        <a:pt x="294788" y="128889"/>
                      </a:cubicBezTo>
                      <a:cubicBezTo>
                        <a:pt x="286630" y="131609"/>
                        <a:pt x="278471" y="131609"/>
                        <a:pt x="273031" y="131609"/>
                      </a:cubicBezTo>
                      <a:cubicBezTo>
                        <a:pt x="270312" y="131609"/>
                        <a:pt x="259433" y="131609"/>
                        <a:pt x="243115" y="131609"/>
                      </a:cubicBezTo>
                      <a:lnTo>
                        <a:pt x="243115" y="134329"/>
                      </a:lnTo>
                      <a:cubicBezTo>
                        <a:pt x="245835" y="145207"/>
                        <a:pt x="245835" y="158805"/>
                        <a:pt x="248554" y="169684"/>
                      </a:cubicBezTo>
                      <a:cubicBezTo>
                        <a:pt x="251274" y="180563"/>
                        <a:pt x="251274" y="194161"/>
                        <a:pt x="251274" y="205040"/>
                      </a:cubicBezTo>
                      <a:cubicBezTo>
                        <a:pt x="251274" y="215918"/>
                        <a:pt x="251274" y="226797"/>
                        <a:pt x="251274" y="240395"/>
                      </a:cubicBezTo>
                      <a:cubicBezTo>
                        <a:pt x="251274" y="245834"/>
                        <a:pt x="251274" y="251274"/>
                        <a:pt x="251274" y="256713"/>
                      </a:cubicBezTo>
                      <a:cubicBezTo>
                        <a:pt x="251274" y="262152"/>
                        <a:pt x="251274" y="267592"/>
                        <a:pt x="253994" y="270311"/>
                      </a:cubicBezTo>
                      <a:cubicBezTo>
                        <a:pt x="256713" y="294788"/>
                        <a:pt x="256713" y="319265"/>
                        <a:pt x="259433" y="343742"/>
                      </a:cubicBezTo>
                      <a:cubicBezTo>
                        <a:pt x="259433" y="370939"/>
                        <a:pt x="262153" y="398135"/>
                        <a:pt x="262153" y="425332"/>
                      </a:cubicBezTo>
                      <a:cubicBezTo>
                        <a:pt x="262153" y="447089"/>
                        <a:pt x="262153" y="468846"/>
                        <a:pt x="264872" y="490603"/>
                      </a:cubicBezTo>
                      <a:cubicBezTo>
                        <a:pt x="264872" y="515080"/>
                        <a:pt x="270312" y="539557"/>
                        <a:pt x="270312" y="564034"/>
                      </a:cubicBezTo>
                      <a:cubicBezTo>
                        <a:pt x="270312" y="574913"/>
                        <a:pt x="270312" y="588511"/>
                        <a:pt x="270312" y="599390"/>
                      </a:cubicBezTo>
                      <a:cubicBezTo>
                        <a:pt x="270312" y="612988"/>
                        <a:pt x="270312" y="623867"/>
                        <a:pt x="270312" y="637465"/>
                      </a:cubicBezTo>
                      <a:cubicBezTo>
                        <a:pt x="270312" y="648343"/>
                        <a:pt x="270312" y="661942"/>
                        <a:pt x="264872" y="670101"/>
                      </a:cubicBezTo>
                      <a:cubicBezTo>
                        <a:pt x="273031" y="672820"/>
                        <a:pt x="278471" y="672820"/>
                        <a:pt x="283910" y="672820"/>
                      </a:cubicBezTo>
                      <a:lnTo>
                        <a:pt x="283910" y="672820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41" name="Freeform: Shape 40">
                  <a:extLst>
                    <a:ext uri="{FF2B5EF4-FFF2-40B4-BE49-F238E27FC236}">
                      <a16:creationId xmlns:a16="http://schemas.microsoft.com/office/drawing/2014/main" id="{3563732B-A0CF-168B-95D8-EC97B748B86B}"/>
                    </a:ext>
                  </a:extLst>
                </p:cNvPr>
                <p:cNvSpPr/>
                <p:nvPr/>
              </p:nvSpPr>
              <p:spPr>
                <a:xfrm>
                  <a:off x="4620880" y="4194877"/>
                  <a:ext cx="598325" cy="761503"/>
                </a:xfrm>
                <a:custGeom>
                  <a:avLst/>
                  <a:gdLst>
                    <a:gd name="connsiteX0" fmla="*/ 515081 w 598324"/>
                    <a:gd name="connsiteY0" fmla="*/ 79935 h 761503"/>
                    <a:gd name="connsiteX1" fmla="*/ 542277 w 598324"/>
                    <a:gd name="connsiteY1" fmla="*/ 96253 h 761503"/>
                    <a:gd name="connsiteX2" fmla="*/ 536838 w 598324"/>
                    <a:gd name="connsiteY2" fmla="*/ 112571 h 761503"/>
                    <a:gd name="connsiteX3" fmla="*/ 523240 w 598324"/>
                    <a:gd name="connsiteY3" fmla="*/ 120730 h 761503"/>
                    <a:gd name="connsiteX4" fmla="*/ 506922 w 598324"/>
                    <a:gd name="connsiteY4" fmla="*/ 123450 h 761503"/>
                    <a:gd name="connsiteX5" fmla="*/ 477006 w 598324"/>
                    <a:gd name="connsiteY5" fmla="*/ 123450 h 761503"/>
                    <a:gd name="connsiteX6" fmla="*/ 479725 w 598324"/>
                    <a:gd name="connsiteY6" fmla="*/ 145207 h 761503"/>
                    <a:gd name="connsiteX7" fmla="*/ 477006 w 598324"/>
                    <a:gd name="connsiteY7" fmla="*/ 180563 h 761503"/>
                    <a:gd name="connsiteX8" fmla="*/ 482445 w 598324"/>
                    <a:gd name="connsiteY8" fmla="*/ 232236 h 761503"/>
                    <a:gd name="connsiteX9" fmla="*/ 485165 w 598324"/>
                    <a:gd name="connsiteY9" fmla="*/ 283909 h 761503"/>
                    <a:gd name="connsiteX10" fmla="*/ 485165 w 598324"/>
                    <a:gd name="connsiteY10" fmla="*/ 327424 h 761503"/>
                    <a:gd name="connsiteX11" fmla="*/ 487884 w 598324"/>
                    <a:gd name="connsiteY11" fmla="*/ 373658 h 761503"/>
                    <a:gd name="connsiteX12" fmla="*/ 485165 w 598324"/>
                    <a:gd name="connsiteY12" fmla="*/ 419892 h 761503"/>
                    <a:gd name="connsiteX13" fmla="*/ 485165 w 598324"/>
                    <a:gd name="connsiteY13" fmla="*/ 463407 h 761503"/>
                    <a:gd name="connsiteX14" fmla="*/ 482445 w 598324"/>
                    <a:gd name="connsiteY14" fmla="*/ 515080 h 761503"/>
                    <a:gd name="connsiteX15" fmla="*/ 482445 w 598324"/>
                    <a:gd name="connsiteY15" fmla="*/ 558595 h 761503"/>
                    <a:gd name="connsiteX16" fmla="*/ 479725 w 598324"/>
                    <a:gd name="connsiteY16" fmla="*/ 602109 h 761503"/>
                    <a:gd name="connsiteX17" fmla="*/ 485165 w 598324"/>
                    <a:gd name="connsiteY17" fmla="*/ 648343 h 761503"/>
                    <a:gd name="connsiteX18" fmla="*/ 474286 w 598324"/>
                    <a:gd name="connsiteY18" fmla="*/ 675540 h 761503"/>
                    <a:gd name="connsiteX19" fmla="*/ 428052 w 598324"/>
                    <a:gd name="connsiteY19" fmla="*/ 691858 h 761503"/>
                    <a:gd name="connsiteX20" fmla="*/ 387257 w 598324"/>
                    <a:gd name="connsiteY20" fmla="*/ 683699 h 761503"/>
                    <a:gd name="connsiteX21" fmla="*/ 351901 w 598324"/>
                    <a:gd name="connsiteY21" fmla="*/ 664661 h 761503"/>
                    <a:gd name="connsiteX22" fmla="*/ 305667 w 598324"/>
                    <a:gd name="connsiteY22" fmla="*/ 596670 h 761503"/>
                    <a:gd name="connsiteX23" fmla="*/ 270312 w 598324"/>
                    <a:gd name="connsiteY23" fmla="*/ 509641 h 761503"/>
                    <a:gd name="connsiteX24" fmla="*/ 251274 w 598324"/>
                    <a:gd name="connsiteY24" fmla="*/ 460687 h 761503"/>
                    <a:gd name="connsiteX25" fmla="*/ 224077 w 598324"/>
                    <a:gd name="connsiteY25" fmla="*/ 381817 h 761503"/>
                    <a:gd name="connsiteX26" fmla="*/ 207759 w 598324"/>
                    <a:gd name="connsiteY26" fmla="*/ 330144 h 761503"/>
                    <a:gd name="connsiteX27" fmla="*/ 191442 w 598324"/>
                    <a:gd name="connsiteY27" fmla="*/ 286629 h 761503"/>
                    <a:gd name="connsiteX28" fmla="*/ 183283 w 598324"/>
                    <a:gd name="connsiteY28" fmla="*/ 278470 h 761503"/>
                    <a:gd name="connsiteX29" fmla="*/ 180563 w 598324"/>
                    <a:gd name="connsiteY29" fmla="*/ 292068 h 761503"/>
                    <a:gd name="connsiteX30" fmla="*/ 180563 w 598324"/>
                    <a:gd name="connsiteY30" fmla="*/ 305667 h 761503"/>
                    <a:gd name="connsiteX31" fmla="*/ 183283 w 598324"/>
                    <a:gd name="connsiteY31" fmla="*/ 354620 h 761503"/>
                    <a:gd name="connsiteX32" fmla="*/ 188722 w 598324"/>
                    <a:gd name="connsiteY32" fmla="*/ 449808 h 761503"/>
                    <a:gd name="connsiteX33" fmla="*/ 188722 w 598324"/>
                    <a:gd name="connsiteY33" fmla="*/ 479725 h 761503"/>
                    <a:gd name="connsiteX34" fmla="*/ 188722 w 598324"/>
                    <a:gd name="connsiteY34" fmla="*/ 542277 h 761503"/>
                    <a:gd name="connsiteX35" fmla="*/ 186002 w 598324"/>
                    <a:gd name="connsiteY35" fmla="*/ 615708 h 761503"/>
                    <a:gd name="connsiteX36" fmla="*/ 186002 w 598324"/>
                    <a:gd name="connsiteY36" fmla="*/ 637465 h 761503"/>
                    <a:gd name="connsiteX37" fmla="*/ 183283 w 598324"/>
                    <a:gd name="connsiteY37" fmla="*/ 664661 h 761503"/>
                    <a:gd name="connsiteX38" fmla="*/ 226797 w 598324"/>
                    <a:gd name="connsiteY38" fmla="*/ 664661 h 761503"/>
                    <a:gd name="connsiteX39" fmla="*/ 253994 w 598324"/>
                    <a:gd name="connsiteY39" fmla="*/ 680979 h 761503"/>
                    <a:gd name="connsiteX40" fmla="*/ 248554 w 598324"/>
                    <a:gd name="connsiteY40" fmla="*/ 697297 h 761503"/>
                    <a:gd name="connsiteX41" fmla="*/ 234956 w 598324"/>
                    <a:gd name="connsiteY41" fmla="*/ 705456 h 761503"/>
                    <a:gd name="connsiteX42" fmla="*/ 218638 w 598324"/>
                    <a:gd name="connsiteY42" fmla="*/ 708176 h 761503"/>
                    <a:gd name="connsiteX43" fmla="*/ 183283 w 598324"/>
                    <a:gd name="connsiteY43" fmla="*/ 708176 h 761503"/>
                    <a:gd name="connsiteX44" fmla="*/ 150647 w 598324"/>
                    <a:gd name="connsiteY44" fmla="*/ 708176 h 761503"/>
                    <a:gd name="connsiteX45" fmla="*/ 107132 w 598324"/>
                    <a:gd name="connsiteY45" fmla="*/ 708176 h 761503"/>
                    <a:gd name="connsiteX46" fmla="*/ 88094 w 598324"/>
                    <a:gd name="connsiteY46" fmla="*/ 708176 h 761503"/>
                    <a:gd name="connsiteX47" fmla="*/ 69057 w 598324"/>
                    <a:gd name="connsiteY47" fmla="*/ 702736 h 761503"/>
                    <a:gd name="connsiteX48" fmla="*/ 58178 w 598324"/>
                    <a:gd name="connsiteY48" fmla="*/ 686418 h 761503"/>
                    <a:gd name="connsiteX49" fmla="*/ 60898 w 598324"/>
                    <a:gd name="connsiteY49" fmla="*/ 678259 h 761503"/>
                    <a:gd name="connsiteX50" fmla="*/ 77216 w 598324"/>
                    <a:gd name="connsiteY50" fmla="*/ 670101 h 761503"/>
                    <a:gd name="connsiteX51" fmla="*/ 120730 w 598324"/>
                    <a:gd name="connsiteY51" fmla="*/ 664661 h 761503"/>
                    <a:gd name="connsiteX52" fmla="*/ 131609 w 598324"/>
                    <a:gd name="connsiteY52" fmla="*/ 664661 h 761503"/>
                    <a:gd name="connsiteX53" fmla="*/ 134329 w 598324"/>
                    <a:gd name="connsiteY53" fmla="*/ 539557 h 761503"/>
                    <a:gd name="connsiteX54" fmla="*/ 134329 w 598324"/>
                    <a:gd name="connsiteY54" fmla="*/ 504201 h 761503"/>
                    <a:gd name="connsiteX55" fmla="*/ 131609 w 598324"/>
                    <a:gd name="connsiteY55" fmla="*/ 376378 h 761503"/>
                    <a:gd name="connsiteX56" fmla="*/ 131609 w 598324"/>
                    <a:gd name="connsiteY56" fmla="*/ 302947 h 761503"/>
                    <a:gd name="connsiteX57" fmla="*/ 134329 w 598324"/>
                    <a:gd name="connsiteY57" fmla="*/ 221357 h 761503"/>
                    <a:gd name="connsiteX58" fmla="*/ 137048 w 598324"/>
                    <a:gd name="connsiteY58" fmla="*/ 123450 h 761503"/>
                    <a:gd name="connsiteX59" fmla="*/ 107132 w 598324"/>
                    <a:gd name="connsiteY59" fmla="*/ 123450 h 761503"/>
                    <a:gd name="connsiteX60" fmla="*/ 88094 w 598324"/>
                    <a:gd name="connsiteY60" fmla="*/ 123450 h 761503"/>
                    <a:gd name="connsiteX61" fmla="*/ 69057 w 598324"/>
                    <a:gd name="connsiteY61" fmla="*/ 118011 h 761503"/>
                    <a:gd name="connsiteX62" fmla="*/ 58178 w 598324"/>
                    <a:gd name="connsiteY62" fmla="*/ 101693 h 761503"/>
                    <a:gd name="connsiteX63" fmla="*/ 60898 w 598324"/>
                    <a:gd name="connsiteY63" fmla="*/ 93534 h 761503"/>
                    <a:gd name="connsiteX64" fmla="*/ 77216 w 598324"/>
                    <a:gd name="connsiteY64" fmla="*/ 85375 h 761503"/>
                    <a:gd name="connsiteX65" fmla="*/ 131609 w 598324"/>
                    <a:gd name="connsiteY65" fmla="*/ 79935 h 761503"/>
                    <a:gd name="connsiteX66" fmla="*/ 161525 w 598324"/>
                    <a:gd name="connsiteY66" fmla="*/ 79935 h 761503"/>
                    <a:gd name="connsiteX67" fmla="*/ 177843 w 598324"/>
                    <a:gd name="connsiteY67" fmla="*/ 66337 h 761503"/>
                    <a:gd name="connsiteX68" fmla="*/ 202320 w 598324"/>
                    <a:gd name="connsiteY68" fmla="*/ 58178 h 761503"/>
                    <a:gd name="connsiteX69" fmla="*/ 234956 w 598324"/>
                    <a:gd name="connsiteY69" fmla="*/ 77216 h 761503"/>
                    <a:gd name="connsiteX70" fmla="*/ 251274 w 598324"/>
                    <a:gd name="connsiteY70" fmla="*/ 107132 h 761503"/>
                    <a:gd name="connsiteX71" fmla="*/ 267592 w 598324"/>
                    <a:gd name="connsiteY71" fmla="*/ 147927 h 761503"/>
                    <a:gd name="connsiteX72" fmla="*/ 281190 w 598324"/>
                    <a:gd name="connsiteY72" fmla="*/ 183282 h 761503"/>
                    <a:gd name="connsiteX73" fmla="*/ 297508 w 598324"/>
                    <a:gd name="connsiteY73" fmla="*/ 224077 h 761503"/>
                    <a:gd name="connsiteX74" fmla="*/ 308387 w 598324"/>
                    <a:gd name="connsiteY74" fmla="*/ 264872 h 761503"/>
                    <a:gd name="connsiteX75" fmla="*/ 319265 w 598324"/>
                    <a:gd name="connsiteY75" fmla="*/ 300227 h 761503"/>
                    <a:gd name="connsiteX76" fmla="*/ 351901 w 598324"/>
                    <a:gd name="connsiteY76" fmla="*/ 379097 h 761503"/>
                    <a:gd name="connsiteX77" fmla="*/ 365500 w 598324"/>
                    <a:gd name="connsiteY77" fmla="*/ 417173 h 761503"/>
                    <a:gd name="connsiteX78" fmla="*/ 379098 w 598324"/>
                    <a:gd name="connsiteY78" fmla="*/ 457967 h 761503"/>
                    <a:gd name="connsiteX79" fmla="*/ 395416 w 598324"/>
                    <a:gd name="connsiteY79" fmla="*/ 496043 h 761503"/>
                    <a:gd name="connsiteX80" fmla="*/ 406294 w 598324"/>
                    <a:gd name="connsiteY80" fmla="*/ 512361 h 761503"/>
                    <a:gd name="connsiteX81" fmla="*/ 411734 w 598324"/>
                    <a:gd name="connsiteY81" fmla="*/ 531398 h 761503"/>
                    <a:gd name="connsiteX82" fmla="*/ 419893 w 598324"/>
                    <a:gd name="connsiteY82" fmla="*/ 558595 h 761503"/>
                    <a:gd name="connsiteX83" fmla="*/ 425332 w 598324"/>
                    <a:gd name="connsiteY83" fmla="*/ 564034 h 761503"/>
                    <a:gd name="connsiteX84" fmla="*/ 430771 w 598324"/>
                    <a:gd name="connsiteY84" fmla="*/ 558595 h 761503"/>
                    <a:gd name="connsiteX85" fmla="*/ 430771 w 598324"/>
                    <a:gd name="connsiteY85" fmla="*/ 550436 h 761503"/>
                    <a:gd name="connsiteX86" fmla="*/ 430771 w 598324"/>
                    <a:gd name="connsiteY86" fmla="*/ 501482 h 761503"/>
                    <a:gd name="connsiteX87" fmla="*/ 430771 w 598324"/>
                    <a:gd name="connsiteY87" fmla="*/ 403574 h 761503"/>
                    <a:gd name="connsiteX88" fmla="*/ 425332 w 598324"/>
                    <a:gd name="connsiteY88" fmla="*/ 313826 h 761503"/>
                    <a:gd name="connsiteX89" fmla="*/ 425332 w 598324"/>
                    <a:gd name="connsiteY89" fmla="*/ 248554 h 761503"/>
                    <a:gd name="connsiteX90" fmla="*/ 425332 w 598324"/>
                    <a:gd name="connsiteY90" fmla="*/ 210479 h 761503"/>
                    <a:gd name="connsiteX91" fmla="*/ 422613 w 598324"/>
                    <a:gd name="connsiteY91" fmla="*/ 153366 h 761503"/>
                    <a:gd name="connsiteX92" fmla="*/ 425332 w 598324"/>
                    <a:gd name="connsiteY92" fmla="*/ 123450 h 761503"/>
                    <a:gd name="connsiteX93" fmla="*/ 398136 w 598324"/>
                    <a:gd name="connsiteY93" fmla="*/ 123450 h 761503"/>
                    <a:gd name="connsiteX94" fmla="*/ 379098 w 598324"/>
                    <a:gd name="connsiteY94" fmla="*/ 123450 h 761503"/>
                    <a:gd name="connsiteX95" fmla="*/ 360060 w 598324"/>
                    <a:gd name="connsiteY95" fmla="*/ 118011 h 761503"/>
                    <a:gd name="connsiteX96" fmla="*/ 349182 w 598324"/>
                    <a:gd name="connsiteY96" fmla="*/ 101693 h 761503"/>
                    <a:gd name="connsiteX97" fmla="*/ 351901 w 598324"/>
                    <a:gd name="connsiteY97" fmla="*/ 93534 h 761503"/>
                    <a:gd name="connsiteX98" fmla="*/ 368219 w 598324"/>
                    <a:gd name="connsiteY98" fmla="*/ 85375 h 761503"/>
                    <a:gd name="connsiteX99" fmla="*/ 422613 w 598324"/>
                    <a:gd name="connsiteY99" fmla="*/ 79935 h 761503"/>
                    <a:gd name="connsiteX100" fmla="*/ 444370 w 598324"/>
                    <a:gd name="connsiteY100" fmla="*/ 79935 h 761503"/>
                    <a:gd name="connsiteX101" fmla="*/ 463407 w 598324"/>
                    <a:gd name="connsiteY101" fmla="*/ 71776 h 761503"/>
                    <a:gd name="connsiteX102" fmla="*/ 477006 w 598324"/>
                    <a:gd name="connsiteY102" fmla="*/ 79935 h 761503"/>
                    <a:gd name="connsiteX103" fmla="*/ 515081 w 598324"/>
                    <a:gd name="connsiteY103" fmla="*/ 79935 h 761503"/>
                    <a:gd name="connsiteX104" fmla="*/ 515081 w 598324"/>
                    <a:gd name="connsiteY104" fmla="*/ 79935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</a:cxnLst>
                  <a:rect l="l" t="t" r="r" b="b"/>
                  <a:pathLst>
                    <a:path w="598324" h="761503">
                      <a:moveTo>
                        <a:pt x="515081" y="79935"/>
                      </a:moveTo>
                      <a:cubicBezTo>
                        <a:pt x="523240" y="79935"/>
                        <a:pt x="542277" y="79935"/>
                        <a:pt x="542277" y="96253"/>
                      </a:cubicBezTo>
                      <a:cubicBezTo>
                        <a:pt x="542277" y="104412"/>
                        <a:pt x="542277" y="107132"/>
                        <a:pt x="536838" y="112571"/>
                      </a:cubicBezTo>
                      <a:cubicBezTo>
                        <a:pt x="534119" y="118011"/>
                        <a:pt x="528679" y="120730"/>
                        <a:pt x="523240" y="120730"/>
                      </a:cubicBezTo>
                      <a:cubicBezTo>
                        <a:pt x="515081" y="123450"/>
                        <a:pt x="512361" y="123450"/>
                        <a:pt x="506922" y="123450"/>
                      </a:cubicBezTo>
                      <a:cubicBezTo>
                        <a:pt x="504202" y="123450"/>
                        <a:pt x="490604" y="123450"/>
                        <a:pt x="477006" y="123450"/>
                      </a:cubicBezTo>
                      <a:cubicBezTo>
                        <a:pt x="477006" y="131609"/>
                        <a:pt x="479725" y="137048"/>
                        <a:pt x="479725" y="145207"/>
                      </a:cubicBezTo>
                      <a:cubicBezTo>
                        <a:pt x="479725" y="156086"/>
                        <a:pt x="477006" y="166964"/>
                        <a:pt x="477006" y="180563"/>
                      </a:cubicBezTo>
                      <a:cubicBezTo>
                        <a:pt x="477006" y="196881"/>
                        <a:pt x="479725" y="215918"/>
                        <a:pt x="482445" y="232236"/>
                      </a:cubicBezTo>
                      <a:cubicBezTo>
                        <a:pt x="485165" y="248554"/>
                        <a:pt x="485165" y="267592"/>
                        <a:pt x="485165" y="283909"/>
                      </a:cubicBezTo>
                      <a:cubicBezTo>
                        <a:pt x="485165" y="297508"/>
                        <a:pt x="485165" y="313826"/>
                        <a:pt x="485165" y="327424"/>
                      </a:cubicBezTo>
                      <a:cubicBezTo>
                        <a:pt x="485165" y="343742"/>
                        <a:pt x="487884" y="357340"/>
                        <a:pt x="487884" y="373658"/>
                      </a:cubicBezTo>
                      <a:cubicBezTo>
                        <a:pt x="487884" y="389976"/>
                        <a:pt x="485165" y="403574"/>
                        <a:pt x="485165" y="419892"/>
                      </a:cubicBezTo>
                      <a:cubicBezTo>
                        <a:pt x="485165" y="436210"/>
                        <a:pt x="485165" y="449808"/>
                        <a:pt x="485165" y="463407"/>
                      </a:cubicBezTo>
                      <a:cubicBezTo>
                        <a:pt x="485165" y="479725"/>
                        <a:pt x="485165" y="498762"/>
                        <a:pt x="482445" y="515080"/>
                      </a:cubicBezTo>
                      <a:cubicBezTo>
                        <a:pt x="482445" y="528678"/>
                        <a:pt x="482445" y="542277"/>
                        <a:pt x="482445" y="558595"/>
                      </a:cubicBezTo>
                      <a:cubicBezTo>
                        <a:pt x="482445" y="572193"/>
                        <a:pt x="479725" y="588511"/>
                        <a:pt x="479725" y="602109"/>
                      </a:cubicBezTo>
                      <a:cubicBezTo>
                        <a:pt x="479725" y="615708"/>
                        <a:pt x="485165" y="632025"/>
                        <a:pt x="485165" y="648343"/>
                      </a:cubicBezTo>
                      <a:cubicBezTo>
                        <a:pt x="485165" y="659222"/>
                        <a:pt x="482445" y="670101"/>
                        <a:pt x="474286" y="675540"/>
                      </a:cubicBezTo>
                      <a:cubicBezTo>
                        <a:pt x="460688" y="686418"/>
                        <a:pt x="444370" y="691858"/>
                        <a:pt x="428052" y="691858"/>
                      </a:cubicBezTo>
                      <a:cubicBezTo>
                        <a:pt x="414453" y="691858"/>
                        <a:pt x="400855" y="689138"/>
                        <a:pt x="387257" y="683699"/>
                      </a:cubicBezTo>
                      <a:cubicBezTo>
                        <a:pt x="373659" y="678259"/>
                        <a:pt x="360060" y="672820"/>
                        <a:pt x="351901" y="664661"/>
                      </a:cubicBezTo>
                      <a:cubicBezTo>
                        <a:pt x="330144" y="645624"/>
                        <a:pt x="316546" y="621147"/>
                        <a:pt x="305667" y="596670"/>
                      </a:cubicBezTo>
                      <a:cubicBezTo>
                        <a:pt x="292069" y="569473"/>
                        <a:pt x="281190" y="539557"/>
                        <a:pt x="270312" y="509641"/>
                      </a:cubicBezTo>
                      <a:cubicBezTo>
                        <a:pt x="264872" y="493323"/>
                        <a:pt x="256713" y="477005"/>
                        <a:pt x="251274" y="460687"/>
                      </a:cubicBezTo>
                      <a:cubicBezTo>
                        <a:pt x="240395" y="433490"/>
                        <a:pt x="232236" y="409014"/>
                        <a:pt x="224077" y="381817"/>
                      </a:cubicBezTo>
                      <a:cubicBezTo>
                        <a:pt x="218638" y="365499"/>
                        <a:pt x="213199" y="346462"/>
                        <a:pt x="207759" y="330144"/>
                      </a:cubicBezTo>
                      <a:cubicBezTo>
                        <a:pt x="202320" y="316545"/>
                        <a:pt x="196881" y="300227"/>
                        <a:pt x="191442" y="286629"/>
                      </a:cubicBezTo>
                      <a:cubicBezTo>
                        <a:pt x="188722" y="281190"/>
                        <a:pt x="186002" y="278470"/>
                        <a:pt x="183283" y="278470"/>
                      </a:cubicBezTo>
                      <a:cubicBezTo>
                        <a:pt x="180563" y="278470"/>
                        <a:pt x="180563" y="286629"/>
                        <a:pt x="180563" y="292068"/>
                      </a:cubicBezTo>
                      <a:cubicBezTo>
                        <a:pt x="180563" y="297508"/>
                        <a:pt x="180563" y="302947"/>
                        <a:pt x="180563" y="305667"/>
                      </a:cubicBezTo>
                      <a:cubicBezTo>
                        <a:pt x="180563" y="321985"/>
                        <a:pt x="183283" y="338303"/>
                        <a:pt x="183283" y="354620"/>
                      </a:cubicBezTo>
                      <a:cubicBezTo>
                        <a:pt x="183283" y="387256"/>
                        <a:pt x="186002" y="417173"/>
                        <a:pt x="188722" y="449808"/>
                      </a:cubicBezTo>
                      <a:cubicBezTo>
                        <a:pt x="188722" y="460687"/>
                        <a:pt x="188722" y="468846"/>
                        <a:pt x="188722" y="479725"/>
                      </a:cubicBezTo>
                      <a:cubicBezTo>
                        <a:pt x="188722" y="501482"/>
                        <a:pt x="188722" y="523239"/>
                        <a:pt x="188722" y="542277"/>
                      </a:cubicBezTo>
                      <a:cubicBezTo>
                        <a:pt x="188722" y="566754"/>
                        <a:pt x="186002" y="591231"/>
                        <a:pt x="186002" y="615708"/>
                      </a:cubicBezTo>
                      <a:cubicBezTo>
                        <a:pt x="186002" y="623866"/>
                        <a:pt x="186002" y="632025"/>
                        <a:pt x="186002" y="637465"/>
                      </a:cubicBezTo>
                      <a:cubicBezTo>
                        <a:pt x="186002" y="645624"/>
                        <a:pt x="183283" y="656502"/>
                        <a:pt x="183283" y="664661"/>
                      </a:cubicBezTo>
                      <a:cubicBezTo>
                        <a:pt x="202320" y="664661"/>
                        <a:pt x="218638" y="664661"/>
                        <a:pt x="226797" y="664661"/>
                      </a:cubicBezTo>
                      <a:cubicBezTo>
                        <a:pt x="234956" y="664661"/>
                        <a:pt x="253994" y="664661"/>
                        <a:pt x="253994" y="680979"/>
                      </a:cubicBezTo>
                      <a:cubicBezTo>
                        <a:pt x="253994" y="689138"/>
                        <a:pt x="253994" y="691858"/>
                        <a:pt x="248554" y="697297"/>
                      </a:cubicBezTo>
                      <a:cubicBezTo>
                        <a:pt x="245835" y="702736"/>
                        <a:pt x="240395" y="705456"/>
                        <a:pt x="234956" y="705456"/>
                      </a:cubicBezTo>
                      <a:cubicBezTo>
                        <a:pt x="226797" y="708176"/>
                        <a:pt x="224077" y="708176"/>
                        <a:pt x="218638" y="708176"/>
                      </a:cubicBezTo>
                      <a:cubicBezTo>
                        <a:pt x="215918" y="708176"/>
                        <a:pt x="199600" y="708176"/>
                        <a:pt x="183283" y="708176"/>
                      </a:cubicBezTo>
                      <a:cubicBezTo>
                        <a:pt x="166965" y="708176"/>
                        <a:pt x="153366" y="708176"/>
                        <a:pt x="150647" y="708176"/>
                      </a:cubicBezTo>
                      <a:cubicBezTo>
                        <a:pt x="139768" y="708176"/>
                        <a:pt x="120730" y="708176"/>
                        <a:pt x="107132" y="708176"/>
                      </a:cubicBezTo>
                      <a:cubicBezTo>
                        <a:pt x="101693" y="708176"/>
                        <a:pt x="96254" y="708176"/>
                        <a:pt x="88094" y="708176"/>
                      </a:cubicBezTo>
                      <a:cubicBezTo>
                        <a:pt x="82655" y="708176"/>
                        <a:pt x="74496" y="708176"/>
                        <a:pt x="69057" y="702736"/>
                      </a:cubicBezTo>
                      <a:cubicBezTo>
                        <a:pt x="63617" y="700017"/>
                        <a:pt x="58178" y="691858"/>
                        <a:pt x="58178" y="686418"/>
                      </a:cubicBezTo>
                      <a:cubicBezTo>
                        <a:pt x="58178" y="683699"/>
                        <a:pt x="58178" y="680979"/>
                        <a:pt x="60898" y="678259"/>
                      </a:cubicBezTo>
                      <a:cubicBezTo>
                        <a:pt x="63617" y="675540"/>
                        <a:pt x="71777" y="672820"/>
                        <a:pt x="77216" y="670101"/>
                      </a:cubicBezTo>
                      <a:cubicBezTo>
                        <a:pt x="90814" y="667381"/>
                        <a:pt x="115291" y="664661"/>
                        <a:pt x="120730" y="664661"/>
                      </a:cubicBezTo>
                      <a:cubicBezTo>
                        <a:pt x="123450" y="664661"/>
                        <a:pt x="126170" y="664661"/>
                        <a:pt x="131609" y="664661"/>
                      </a:cubicBezTo>
                      <a:cubicBezTo>
                        <a:pt x="131609" y="623866"/>
                        <a:pt x="134329" y="583072"/>
                        <a:pt x="134329" y="539557"/>
                      </a:cubicBezTo>
                      <a:cubicBezTo>
                        <a:pt x="134329" y="528678"/>
                        <a:pt x="134329" y="515080"/>
                        <a:pt x="134329" y="504201"/>
                      </a:cubicBezTo>
                      <a:cubicBezTo>
                        <a:pt x="131609" y="460687"/>
                        <a:pt x="131609" y="417173"/>
                        <a:pt x="131609" y="376378"/>
                      </a:cubicBezTo>
                      <a:cubicBezTo>
                        <a:pt x="131609" y="351901"/>
                        <a:pt x="131609" y="327424"/>
                        <a:pt x="131609" y="302947"/>
                      </a:cubicBezTo>
                      <a:cubicBezTo>
                        <a:pt x="131609" y="275751"/>
                        <a:pt x="131609" y="248554"/>
                        <a:pt x="134329" y="221357"/>
                      </a:cubicBezTo>
                      <a:cubicBezTo>
                        <a:pt x="134329" y="188722"/>
                        <a:pt x="137048" y="156086"/>
                        <a:pt x="137048" y="123450"/>
                      </a:cubicBezTo>
                      <a:cubicBezTo>
                        <a:pt x="126170" y="123450"/>
                        <a:pt x="115291" y="123450"/>
                        <a:pt x="107132" y="123450"/>
                      </a:cubicBezTo>
                      <a:cubicBezTo>
                        <a:pt x="101693" y="123450"/>
                        <a:pt x="96254" y="123450"/>
                        <a:pt x="88094" y="123450"/>
                      </a:cubicBezTo>
                      <a:cubicBezTo>
                        <a:pt x="82655" y="123450"/>
                        <a:pt x="74496" y="120730"/>
                        <a:pt x="69057" y="118011"/>
                      </a:cubicBezTo>
                      <a:cubicBezTo>
                        <a:pt x="63617" y="115291"/>
                        <a:pt x="58178" y="107132"/>
                        <a:pt x="58178" y="101693"/>
                      </a:cubicBezTo>
                      <a:cubicBezTo>
                        <a:pt x="58178" y="98973"/>
                        <a:pt x="58178" y="96253"/>
                        <a:pt x="60898" y="93534"/>
                      </a:cubicBezTo>
                      <a:cubicBezTo>
                        <a:pt x="63617" y="90814"/>
                        <a:pt x="71777" y="88094"/>
                        <a:pt x="77216" y="85375"/>
                      </a:cubicBezTo>
                      <a:cubicBezTo>
                        <a:pt x="90814" y="82655"/>
                        <a:pt x="126170" y="79935"/>
                        <a:pt x="131609" y="79935"/>
                      </a:cubicBezTo>
                      <a:cubicBezTo>
                        <a:pt x="137048" y="79935"/>
                        <a:pt x="147927" y="79935"/>
                        <a:pt x="161525" y="79935"/>
                      </a:cubicBezTo>
                      <a:cubicBezTo>
                        <a:pt x="166965" y="74496"/>
                        <a:pt x="172404" y="71776"/>
                        <a:pt x="177843" y="66337"/>
                      </a:cubicBezTo>
                      <a:cubicBezTo>
                        <a:pt x="186002" y="60898"/>
                        <a:pt x="194161" y="58178"/>
                        <a:pt x="202320" y="58178"/>
                      </a:cubicBezTo>
                      <a:cubicBezTo>
                        <a:pt x="215918" y="58178"/>
                        <a:pt x="226797" y="63617"/>
                        <a:pt x="234956" y="77216"/>
                      </a:cubicBezTo>
                      <a:cubicBezTo>
                        <a:pt x="240395" y="88094"/>
                        <a:pt x="248554" y="96253"/>
                        <a:pt x="251274" y="107132"/>
                      </a:cubicBezTo>
                      <a:cubicBezTo>
                        <a:pt x="256713" y="120730"/>
                        <a:pt x="259433" y="134328"/>
                        <a:pt x="267592" y="147927"/>
                      </a:cubicBezTo>
                      <a:cubicBezTo>
                        <a:pt x="273031" y="158805"/>
                        <a:pt x="275751" y="172404"/>
                        <a:pt x="281190" y="183282"/>
                      </a:cubicBezTo>
                      <a:cubicBezTo>
                        <a:pt x="286630" y="196881"/>
                        <a:pt x="292069" y="210479"/>
                        <a:pt x="297508" y="224077"/>
                      </a:cubicBezTo>
                      <a:cubicBezTo>
                        <a:pt x="300228" y="237675"/>
                        <a:pt x="305667" y="251274"/>
                        <a:pt x="308387" y="264872"/>
                      </a:cubicBezTo>
                      <a:cubicBezTo>
                        <a:pt x="311106" y="278470"/>
                        <a:pt x="311106" y="289349"/>
                        <a:pt x="319265" y="300227"/>
                      </a:cubicBezTo>
                      <a:cubicBezTo>
                        <a:pt x="332864" y="324704"/>
                        <a:pt x="346462" y="351901"/>
                        <a:pt x="351901" y="379097"/>
                      </a:cubicBezTo>
                      <a:cubicBezTo>
                        <a:pt x="354621" y="392696"/>
                        <a:pt x="360060" y="403574"/>
                        <a:pt x="365500" y="417173"/>
                      </a:cubicBezTo>
                      <a:cubicBezTo>
                        <a:pt x="373659" y="430771"/>
                        <a:pt x="373659" y="444369"/>
                        <a:pt x="379098" y="457967"/>
                      </a:cubicBezTo>
                      <a:cubicBezTo>
                        <a:pt x="381818" y="471566"/>
                        <a:pt x="387257" y="482444"/>
                        <a:pt x="395416" y="496043"/>
                      </a:cubicBezTo>
                      <a:cubicBezTo>
                        <a:pt x="398136" y="501482"/>
                        <a:pt x="403575" y="506921"/>
                        <a:pt x="406294" y="512361"/>
                      </a:cubicBezTo>
                      <a:cubicBezTo>
                        <a:pt x="409014" y="517800"/>
                        <a:pt x="409014" y="525959"/>
                        <a:pt x="411734" y="531398"/>
                      </a:cubicBezTo>
                      <a:cubicBezTo>
                        <a:pt x="414453" y="539557"/>
                        <a:pt x="417173" y="550436"/>
                        <a:pt x="419893" y="558595"/>
                      </a:cubicBezTo>
                      <a:cubicBezTo>
                        <a:pt x="422613" y="561314"/>
                        <a:pt x="422613" y="564034"/>
                        <a:pt x="425332" y="564034"/>
                      </a:cubicBezTo>
                      <a:cubicBezTo>
                        <a:pt x="428052" y="564034"/>
                        <a:pt x="428052" y="561314"/>
                        <a:pt x="430771" y="558595"/>
                      </a:cubicBezTo>
                      <a:cubicBezTo>
                        <a:pt x="430771" y="555875"/>
                        <a:pt x="430771" y="553155"/>
                        <a:pt x="430771" y="550436"/>
                      </a:cubicBezTo>
                      <a:cubicBezTo>
                        <a:pt x="430771" y="534118"/>
                        <a:pt x="430771" y="517800"/>
                        <a:pt x="430771" y="501482"/>
                      </a:cubicBezTo>
                      <a:cubicBezTo>
                        <a:pt x="430771" y="468846"/>
                        <a:pt x="433491" y="436210"/>
                        <a:pt x="430771" y="403574"/>
                      </a:cubicBezTo>
                      <a:cubicBezTo>
                        <a:pt x="430771" y="373658"/>
                        <a:pt x="425332" y="343742"/>
                        <a:pt x="425332" y="313826"/>
                      </a:cubicBezTo>
                      <a:cubicBezTo>
                        <a:pt x="425332" y="292068"/>
                        <a:pt x="425332" y="270311"/>
                        <a:pt x="425332" y="248554"/>
                      </a:cubicBezTo>
                      <a:cubicBezTo>
                        <a:pt x="425332" y="234956"/>
                        <a:pt x="425332" y="224077"/>
                        <a:pt x="425332" y="210479"/>
                      </a:cubicBezTo>
                      <a:cubicBezTo>
                        <a:pt x="425332" y="191441"/>
                        <a:pt x="422613" y="172404"/>
                        <a:pt x="422613" y="153366"/>
                      </a:cubicBezTo>
                      <a:cubicBezTo>
                        <a:pt x="422613" y="142487"/>
                        <a:pt x="422613" y="134328"/>
                        <a:pt x="425332" y="123450"/>
                      </a:cubicBezTo>
                      <a:cubicBezTo>
                        <a:pt x="417173" y="123450"/>
                        <a:pt x="406294" y="123450"/>
                        <a:pt x="398136" y="123450"/>
                      </a:cubicBezTo>
                      <a:cubicBezTo>
                        <a:pt x="392696" y="123450"/>
                        <a:pt x="387257" y="123450"/>
                        <a:pt x="379098" y="123450"/>
                      </a:cubicBezTo>
                      <a:cubicBezTo>
                        <a:pt x="373659" y="123450"/>
                        <a:pt x="365500" y="120730"/>
                        <a:pt x="360060" y="118011"/>
                      </a:cubicBezTo>
                      <a:cubicBezTo>
                        <a:pt x="354621" y="115291"/>
                        <a:pt x="349182" y="107132"/>
                        <a:pt x="349182" y="101693"/>
                      </a:cubicBezTo>
                      <a:cubicBezTo>
                        <a:pt x="349182" y="98973"/>
                        <a:pt x="349182" y="96253"/>
                        <a:pt x="351901" y="93534"/>
                      </a:cubicBezTo>
                      <a:cubicBezTo>
                        <a:pt x="354621" y="90814"/>
                        <a:pt x="362780" y="88094"/>
                        <a:pt x="368219" y="85375"/>
                      </a:cubicBezTo>
                      <a:cubicBezTo>
                        <a:pt x="381818" y="82655"/>
                        <a:pt x="417173" y="79935"/>
                        <a:pt x="422613" y="79935"/>
                      </a:cubicBezTo>
                      <a:cubicBezTo>
                        <a:pt x="428052" y="79935"/>
                        <a:pt x="433491" y="79935"/>
                        <a:pt x="444370" y="79935"/>
                      </a:cubicBezTo>
                      <a:cubicBezTo>
                        <a:pt x="449809" y="74496"/>
                        <a:pt x="455248" y="71776"/>
                        <a:pt x="463407" y="71776"/>
                      </a:cubicBezTo>
                      <a:cubicBezTo>
                        <a:pt x="471566" y="71776"/>
                        <a:pt x="477006" y="74496"/>
                        <a:pt x="477006" y="79935"/>
                      </a:cubicBezTo>
                      <a:cubicBezTo>
                        <a:pt x="493324" y="79935"/>
                        <a:pt x="506922" y="79935"/>
                        <a:pt x="515081" y="79935"/>
                      </a:cubicBezTo>
                      <a:lnTo>
                        <a:pt x="515081" y="79935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42" name="Freeform: Shape 41">
                  <a:extLst>
                    <a:ext uri="{FF2B5EF4-FFF2-40B4-BE49-F238E27FC236}">
                      <a16:creationId xmlns:a16="http://schemas.microsoft.com/office/drawing/2014/main" id="{89F80EA9-82E7-BC2F-D926-B087A8A579FB}"/>
                    </a:ext>
                  </a:extLst>
                </p:cNvPr>
                <p:cNvSpPr/>
                <p:nvPr/>
              </p:nvSpPr>
              <p:spPr>
                <a:xfrm>
                  <a:off x="5139126" y="4192158"/>
                  <a:ext cx="516735" cy="788700"/>
                </a:xfrm>
                <a:custGeom>
                  <a:avLst/>
                  <a:gdLst>
                    <a:gd name="connsiteX0" fmla="*/ 464616 w 516735"/>
                    <a:gd name="connsiteY0" fmla="*/ 436210 h 788699"/>
                    <a:gd name="connsiteX1" fmla="*/ 445578 w 516735"/>
                    <a:gd name="connsiteY1" fmla="*/ 455248 h 788699"/>
                    <a:gd name="connsiteX2" fmla="*/ 404784 w 516735"/>
                    <a:gd name="connsiteY2" fmla="*/ 466126 h 788699"/>
                    <a:gd name="connsiteX3" fmla="*/ 385746 w 516735"/>
                    <a:gd name="connsiteY3" fmla="*/ 479725 h 788699"/>
                    <a:gd name="connsiteX4" fmla="*/ 388466 w 516735"/>
                    <a:gd name="connsiteY4" fmla="*/ 512361 h 788699"/>
                    <a:gd name="connsiteX5" fmla="*/ 388466 w 516735"/>
                    <a:gd name="connsiteY5" fmla="*/ 544997 h 788699"/>
                    <a:gd name="connsiteX6" fmla="*/ 388466 w 516735"/>
                    <a:gd name="connsiteY6" fmla="*/ 566754 h 788699"/>
                    <a:gd name="connsiteX7" fmla="*/ 391185 w 516735"/>
                    <a:gd name="connsiteY7" fmla="*/ 632026 h 788699"/>
                    <a:gd name="connsiteX8" fmla="*/ 393905 w 516735"/>
                    <a:gd name="connsiteY8" fmla="*/ 683699 h 788699"/>
                    <a:gd name="connsiteX9" fmla="*/ 377587 w 516735"/>
                    <a:gd name="connsiteY9" fmla="*/ 724494 h 788699"/>
                    <a:gd name="connsiteX10" fmla="*/ 361269 w 516735"/>
                    <a:gd name="connsiteY10" fmla="*/ 719054 h 788699"/>
                    <a:gd name="connsiteX11" fmla="*/ 353110 w 516735"/>
                    <a:gd name="connsiteY11" fmla="*/ 702737 h 788699"/>
                    <a:gd name="connsiteX12" fmla="*/ 350390 w 516735"/>
                    <a:gd name="connsiteY12" fmla="*/ 686419 h 788699"/>
                    <a:gd name="connsiteX13" fmla="*/ 353110 w 516735"/>
                    <a:gd name="connsiteY13" fmla="*/ 659222 h 788699"/>
                    <a:gd name="connsiteX14" fmla="*/ 353110 w 516735"/>
                    <a:gd name="connsiteY14" fmla="*/ 656502 h 788699"/>
                    <a:gd name="connsiteX15" fmla="*/ 317755 w 516735"/>
                    <a:gd name="connsiteY15" fmla="*/ 708176 h 788699"/>
                    <a:gd name="connsiteX16" fmla="*/ 241604 w 516735"/>
                    <a:gd name="connsiteY16" fmla="*/ 735372 h 788699"/>
                    <a:gd name="connsiteX17" fmla="*/ 187211 w 516735"/>
                    <a:gd name="connsiteY17" fmla="*/ 727214 h 788699"/>
                    <a:gd name="connsiteX18" fmla="*/ 135538 w 516735"/>
                    <a:gd name="connsiteY18" fmla="*/ 694578 h 788699"/>
                    <a:gd name="connsiteX19" fmla="*/ 86584 w 516735"/>
                    <a:gd name="connsiteY19" fmla="*/ 621147 h 788699"/>
                    <a:gd name="connsiteX20" fmla="*/ 67546 w 516735"/>
                    <a:gd name="connsiteY20" fmla="*/ 555875 h 788699"/>
                    <a:gd name="connsiteX21" fmla="*/ 59387 w 516735"/>
                    <a:gd name="connsiteY21" fmla="*/ 509641 h 788699"/>
                    <a:gd name="connsiteX22" fmla="*/ 59387 w 516735"/>
                    <a:gd name="connsiteY22" fmla="*/ 468846 h 788699"/>
                    <a:gd name="connsiteX23" fmla="*/ 86584 w 516735"/>
                    <a:gd name="connsiteY23" fmla="*/ 302947 h 788699"/>
                    <a:gd name="connsiteX24" fmla="*/ 108341 w 516735"/>
                    <a:gd name="connsiteY24" fmla="*/ 224077 h 788699"/>
                    <a:gd name="connsiteX25" fmla="*/ 146416 w 516735"/>
                    <a:gd name="connsiteY25" fmla="*/ 145207 h 788699"/>
                    <a:gd name="connsiteX26" fmla="*/ 198090 w 516735"/>
                    <a:gd name="connsiteY26" fmla="*/ 85375 h 788699"/>
                    <a:gd name="connsiteX27" fmla="*/ 228006 w 516735"/>
                    <a:gd name="connsiteY27" fmla="*/ 69057 h 788699"/>
                    <a:gd name="connsiteX28" fmla="*/ 268801 w 516735"/>
                    <a:gd name="connsiteY28" fmla="*/ 58178 h 788699"/>
                    <a:gd name="connsiteX29" fmla="*/ 274240 w 516735"/>
                    <a:gd name="connsiteY29" fmla="*/ 58178 h 788699"/>
                    <a:gd name="connsiteX30" fmla="*/ 295997 w 516735"/>
                    <a:gd name="connsiteY30" fmla="*/ 60898 h 788699"/>
                    <a:gd name="connsiteX31" fmla="*/ 331353 w 516735"/>
                    <a:gd name="connsiteY31" fmla="*/ 71776 h 788699"/>
                    <a:gd name="connsiteX32" fmla="*/ 350390 w 516735"/>
                    <a:gd name="connsiteY32" fmla="*/ 93534 h 788699"/>
                    <a:gd name="connsiteX33" fmla="*/ 353110 w 516735"/>
                    <a:gd name="connsiteY33" fmla="*/ 74496 h 788699"/>
                    <a:gd name="connsiteX34" fmla="*/ 358549 w 516735"/>
                    <a:gd name="connsiteY34" fmla="*/ 63618 h 788699"/>
                    <a:gd name="connsiteX35" fmla="*/ 366708 w 516735"/>
                    <a:gd name="connsiteY35" fmla="*/ 58178 h 788699"/>
                    <a:gd name="connsiteX36" fmla="*/ 374867 w 516735"/>
                    <a:gd name="connsiteY36" fmla="*/ 63618 h 788699"/>
                    <a:gd name="connsiteX37" fmla="*/ 383026 w 516735"/>
                    <a:gd name="connsiteY37" fmla="*/ 82655 h 788699"/>
                    <a:gd name="connsiteX38" fmla="*/ 385746 w 516735"/>
                    <a:gd name="connsiteY38" fmla="*/ 126170 h 788699"/>
                    <a:gd name="connsiteX39" fmla="*/ 388466 w 516735"/>
                    <a:gd name="connsiteY39" fmla="*/ 186002 h 788699"/>
                    <a:gd name="connsiteX40" fmla="*/ 391185 w 516735"/>
                    <a:gd name="connsiteY40" fmla="*/ 237676 h 788699"/>
                    <a:gd name="connsiteX41" fmla="*/ 374867 w 516735"/>
                    <a:gd name="connsiteY41" fmla="*/ 278470 h 788699"/>
                    <a:gd name="connsiteX42" fmla="*/ 358549 w 516735"/>
                    <a:gd name="connsiteY42" fmla="*/ 273031 h 788699"/>
                    <a:gd name="connsiteX43" fmla="*/ 350390 w 516735"/>
                    <a:gd name="connsiteY43" fmla="*/ 256713 h 788699"/>
                    <a:gd name="connsiteX44" fmla="*/ 347671 w 516735"/>
                    <a:gd name="connsiteY44" fmla="*/ 240395 h 788699"/>
                    <a:gd name="connsiteX45" fmla="*/ 347671 w 516735"/>
                    <a:gd name="connsiteY45" fmla="*/ 213199 h 788699"/>
                    <a:gd name="connsiteX46" fmla="*/ 344951 w 516735"/>
                    <a:gd name="connsiteY46" fmla="*/ 194161 h 788699"/>
                    <a:gd name="connsiteX47" fmla="*/ 339512 w 516735"/>
                    <a:gd name="connsiteY47" fmla="*/ 150647 h 788699"/>
                    <a:gd name="connsiteX48" fmla="*/ 323194 w 516735"/>
                    <a:gd name="connsiteY48" fmla="*/ 112571 h 788699"/>
                    <a:gd name="connsiteX49" fmla="*/ 293278 w 516735"/>
                    <a:gd name="connsiteY49" fmla="*/ 101693 h 788699"/>
                    <a:gd name="connsiteX50" fmla="*/ 263361 w 516735"/>
                    <a:gd name="connsiteY50" fmla="*/ 120730 h 788699"/>
                    <a:gd name="connsiteX51" fmla="*/ 241604 w 516735"/>
                    <a:gd name="connsiteY51" fmla="*/ 153366 h 788699"/>
                    <a:gd name="connsiteX52" fmla="*/ 233445 w 516735"/>
                    <a:gd name="connsiteY52" fmla="*/ 194161 h 788699"/>
                    <a:gd name="connsiteX53" fmla="*/ 225286 w 516735"/>
                    <a:gd name="connsiteY53" fmla="*/ 232236 h 788699"/>
                    <a:gd name="connsiteX54" fmla="*/ 217127 w 516735"/>
                    <a:gd name="connsiteY54" fmla="*/ 275751 h 788699"/>
                    <a:gd name="connsiteX55" fmla="*/ 211688 w 516735"/>
                    <a:gd name="connsiteY55" fmla="*/ 316545 h 788699"/>
                    <a:gd name="connsiteX56" fmla="*/ 206249 w 516735"/>
                    <a:gd name="connsiteY56" fmla="*/ 354621 h 788699"/>
                    <a:gd name="connsiteX57" fmla="*/ 200809 w 516735"/>
                    <a:gd name="connsiteY57" fmla="*/ 398135 h 788699"/>
                    <a:gd name="connsiteX58" fmla="*/ 195370 w 516735"/>
                    <a:gd name="connsiteY58" fmla="*/ 438930 h 788699"/>
                    <a:gd name="connsiteX59" fmla="*/ 192650 w 516735"/>
                    <a:gd name="connsiteY59" fmla="*/ 474286 h 788699"/>
                    <a:gd name="connsiteX60" fmla="*/ 195370 w 516735"/>
                    <a:gd name="connsiteY60" fmla="*/ 525959 h 788699"/>
                    <a:gd name="connsiteX61" fmla="*/ 208968 w 516735"/>
                    <a:gd name="connsiteY61" fmla="*/ 596670 h 788699"/>
                    <a:gd name="connsiteX62" fmla="*/ 214407 w 516735"/>
                    <a:gd name="connsiteY62" fmla="*/ 623867 h 788699"/>
                    <a:gd name="connsiteX63" fmla="*/ 228006 w 516735"/>
                    <a:gd name="connsiteY63" fmla="*/ 656502 h 788699"/>
                    <a:gd name="connsiteX64" fmla="*/ 271520 w 516735"/>
                    <a:gd name="connsiteY64" fmla="*/ 689138 h 788699"/>
                    <a:gd name="connsiteX65" fmla="*/ 306876 w 516735"/>
                    <a:gd name="connsiteY65" fmla="*/ 664661 h 788699"/>
                    <a:gd name="connsiteX66" fmla="*/ 331353 w 516735"/>
                    <a:gd name="connsiteY66" fmla="*/ 602109 h 788699"/>
                    <a:gd name="connsiteX67" fmla="*/ 336792 w 516735"/>
                    <a:gd name="connsiteY67" fmla="*/ 544997 h 788699"/>
                    <a:gd name="connsiteX68" fmla="*/ 336792 w 516735"/>
                    <a:gd name="connsiteY68" fmla="*/ 498762 h 788699"/>
                    <a:gd name="connsiteX69" fmla="*/ 336792 w 516735"/>
                    <a:gd name="connsiteY69" fmla="*/ 490603 h 788699"/>
                    <a:gd name="connsiteX70" fmla="*/ 320474 w 516735"/>
                    <a:gd name="connsiteY70" fmla="*/ 477005 h 788699"/>
                    <a:gd name="connsiteX71" fmla="*/ 282399 w 516735"/>
                    <a:gd name="connsiteY71" fmla="*/ 479725 h 788699"/>
                    <a:gd name="connsiteX72" fmla="*/ 252483 w 516735"/>
                    <a:gd name="connsiteY72" fmla="*/ 474286 h 788699"/>
                    <a:gd name="connsiteX73" fmla="*/ 247043 w 516735"/>
                    <a:gd name="connsiteY73" fmla="*/ 466126 h 788699"/>
                    <a:gd name="connsiteX74" fmla="*/ 249763 w 516735"/>
                    <a:gd name="connsiteY74" fmla="*/ 457968 h 788699"/>
                    <a:gd name="connsiteX75" fmla="*/ 268801 w 516735"/>
                    <a:gd name="connsiteY75" fmla="*/ 447089 h 788699"/>
                    <a:gd name="connsiteX76" fmla="*/ 312315 w 516735"/>
                    <a:gd name="connsiteY76" fmla="*/ 436210 h 788699"/>
                    <a:gd name="connsiteX77" fmla="*/ 353110 w 516735"/>
                    <a:gd name="connsiteY77" fmla="*/ 430771 h 788699"/>
                    <a:gd name="connsiteX78" fmla="*/ 385746 w 516735"/>
                    <a:gd name="connsiteY78" fmla="*/ 430771 h 788699"/>
                    <a:gd name="connsiteX79" fmla="*/ 437420 w 516735"/>
                    <a:gd name="connsiteY79" fmla="*/ 428051 h 788699"/>
                    <a:gd name="connsiteX80" fmla="*/ 464616 w 516735"/>
                    <a:gd name="connsiteY80" fmla="*/ 436210 h 788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</a:cxnLst>
                  <a:rect l="l" t="t" r="r" b="b"/>
                  <a:pathLst>
                    <a:path w="516735" h="788699">
                      <a:moveTo>
                        <a:pt x="464616" y="436210"/>
                      </a:moveTo>
                      <a:cubicBezTo>
                        <a:pt x="464616" y="447089"/>
                        <a:pt x="453737" y="452528"/>
                        <a:pt x="445578" y="455248"/>
                      </a:cubicBezTo>
                      <a:cubicBezTo>
                        <a:pt x="434700" y="460687"/>
                        <a:pt x="415662" y="463407"/>
                        <a:pt x="404784" y="466126"/>
                      </a:cubicBezTo>
                      <a:cubicBezTo>
                        <a:pt x="393905" y="466126"/>
                        <a:pt x="385746" y="468846"/>
                        <a:pt x="385746" y="479725"/>
                      </a:cubicBezTo>
                      <a:cubicBezTo>
                        <a:pt x="385746" y="487884"/>
                        <a:pt x="388466" y="506921"/>
                        <a:pt x="388466" y="512361"/>
                      </a:cubicBezTo>
                      <a:cubicBezTo>
                        <a:pt x="388466" y="515080"/>
                        <a:pt x="388466" y="539557"/>
                        <a:pt x="388466" y="544997"/>
                      </a:cubicBezTo>
                      <a:cubicBezTo>
                        <a:pt x="388466" y="550436"/>
                        <a:pt x="388466" y="558595"/>
                        <a:pt x="388466" y="566754"/>
                      </a:cubicBezTo>
                      <a:cubicBezTo>
                        <a:pt x="388466" y="591231"/>
                        <a:pt x="388466" y="621147"/>
                        <a:pt x="391185" y="632026"/>
                      </a:cubicBezTo>
                      <a:cubicBezTo>
                        <a:pt x="393905" y="653783"/>
                        <a:pt x="393905" y="661942"/>
                        <a:pt x="393905" y="683699"/>
                      </a:cubicBezTo>
                      <a:cubicBezTo>
                        <a:pt x="393905" y="694578"/>
                        <a:pt x="393905" y="724494"/>
                        <a:pt x="377587" y="724494"/>
                      </a:cubicBezTo>
                      <a:cubicBezTo>
                        <a:pt x="369428" y="724494"/>
                        <a:pt x="366708" y="721774"/>
                        <a:pt x="361269" y="719054"/>
                      </a:cubicBezTo>
                      <a:cubicBezTo>
                        <a:pt x="355830" y="716335"/>
                        <a:pt x="353110" y="708176"/>
                        <a:pt x="353110" y="702737"/>
                      </a:cubicBezTo>
                      <a:cubicBezTo>
                        <a:pt x="350390" y="694578"/>
                        <a:pt x="350390" y="689138"/>
                        <a:pt x="350390" y="686419"/>
                      </a:cubicBezTo>
                      <a:cubicBezTo>
                        <a:pt x="350390" y="678260"/>
                        <a:pt x="353110" y="672820"/>
                        <a:pt x="353110" y="659222"/>
                      </a:cubicBezTo>
                      <a:lnTo>
                        <a:pt x="353110" y="656502"/>
                      </a:lnTo>
                      <a:cubicBezTo>
                        <a:pt x="347671" y="675540"/>
                        <a:pt x="334072" y="694578"/>
                        <a:pt x="317755" y="708176"/>
                      </a:cubicBezTo>
                      <a:cubicBezTo>
                        <a:pt x="293278" y="727214"/>
                        <a:pt x="274240" y="735372"/>
                        <a:pt x="241604" y="735372"/>
                      </a:cubicBezTo>
                      <a:cubicBezTo>
                        <a:pt x="222566" y="735372"/>
                        <a:pt x="203529" y="732653"/>
                        <a:pt x="187211" y="727214"/>
                      </a:cubicBezTo>
                      <a:cubicBezTo>
                        <a:pt x="165454" y="719054"/>
                        <a:pt x="149136" y="708176"/>
                        <a:pt x="135538" y="694578"/>
                      </a:cubicBezTo>
                      <a:cubicBezTo>
                        <a:pt x="113780" y="672820"/>
                        <a:pt x="100182" y="648343"/>
                        <a:pt x="86584" y="621147"/>
                      </a:cubicBezTo>
                      <a:cubicBezTo>
                        <a:pt x="75705" y="599390"/>
                        <a:pt x="70266" y="580352"/>
                        <a:pt x="67546" y="555875"/>
                      </a:cubicBezTo>
                      <a:cubicBezTo>
                        <a:pt x="64826" y="539557"/>
                        <a:pt x="62107" y="525959"/>
                        <a:pt x="59387" y="509641"/>
                      </a:cubicBezTo>
                      <a:cubicBezTo>
                        <a:pt x="56667" y="493323"/>
                        <a:pt x="59387" y="485164"/>
                        <a:pt x="59387" y="468846"/>
                      </a:cubicBezTo>
                      <a:cubicBezTo>
                        <a:pt x="59387" y="414453"/>
                        <a:pt x="72985" y="362780"/>
                        <a:pt x="86584" y="302947"/>
                      </a:cubicBezTo>
                      <a:cubicBezTo>
                        <a:pt x="92023" y="275751"/>
                        <a:pt x="100182" y="248554"/>
                        <a:pt x="108341" y="224077"/>
                      </a:cubicBezTo>
                      <a:cubicBezTo>
                        <a:pt x="116500" y="196881"/>
                        <a:pt x="130098" y="169684"/>
                        <a:pt x="146416" y="145207"/>
                      </a:cubicBezTo>
                      <a:cubicBezTo>
                        <a:pt x="160014" y="123450"/>
                        <a:pt x="176332" y="101693"/>
                        <a:pt x="198090" y="85375"/>
                      </a:cubicBezTo>
                      <a:cubicBezTo>
                        <a:pt x="206249" y="77216"/>
                        <a:pt x="217127" y="71776"/>
                        <a:pt x="228006" y="69057"/>
                      </a:cubicBezTo>
                      <a:cubicBezTo>
                        <a:pt x="241604" y="63618"/>
                        <a:pt x="255202" y="58178"/>
                        <a:pt x="268801" y="58178"/>
                      </a:cubicBezTo>
                      <a:cubicBezTo>
                        <a:pt x="271520" y="58178"/>
                        <a:pt x="274240" y="58178"/>
                        <a:pt x="274240" y="58178"/>
                      </a:cubicBezTo>
                      <a:cubicBezTo>
                        <a:pt x="279679" y="58178"/>
                        <a:pt x="285119" y="58178"/>
                        <a:pt x="295997" y="60898"/>
                      </a:cubicBezTo>
                      <a:cubicBezTo>
                        <a:pt x="309595" y="63618"/>
                        <a:pt x="320474" y="66337"/>
                        <a:pt x="331353" y="71776"/>
                      </a:cubicBezTo>
                      <a:cubicBezTo>
                        <a:pt x="339512" y="77216"/>
                        <a:pt x="347671" y="85375"/>
                        <a:pt x="350390" y="93534"/>
                      </a:cubicBezTo>
                      <a:cubicBezTo>
                        <a:pt x="350390" y="88095"/>
                        <a:pt x="353110" y="79936"/>
                        <a:pt x="353110" y="74496"/>
                      </a:cubicBezTo>
                      <a:cubicBezTo>
                        <a:pt x="355830" y="71776"/>
                        <a:pt x="355830" y="69057"/>
                        <a:pt x="358549" y="63618"/>
                      </a:cubicBezTo>
                      <a:cubicBezTo>
                        <a:pt x="361269" y="60898"/>
                        <a:pt x="363989" y="58178"/>
                        <a:pt x="366708" y="58178"/>
                      </a:cubicBezTo>
                      <a:cubicBezTo>
                        <a:pt x="369428" y="58178"/>
                        <a:pt x="372148" y="60898"/>
                        <a:pt x="374867" y="63618"/>
                      </a:cubicBezTo>
                      <a:cubicBezTo>
                        <a:pt x="377587" y="69057"/>
                        <a:pt x="380307" y="77216"/>
                        <a:pt x="383026" y="82655"/>
                      </a:cubicBezTo>
                      <a:cubicBezTo>
                        <a:pt x="383026" y="90814"/>
                        <a:pt x="385746" y="107132"/>
                        <a:pt x="385746" y="126170"/>
                      </a:cubicBezTo>
                      <a:cubicBezTo>
                        <a:pt x="385746" y="150647"/>
                        <a:pt x="385746" y="177843"/>
                        <a:pt x="388466" y="186002"/>
                      </a:cubicBezTo>
                      <a:cubicBezTo>
                        <a:pt x="391185" y="207759"/>
                        <a:pt x="391185" y="215918"/>
                        <a:pt x="391185" y="237676"/>
                      </a:cubicBezTo>
                      <a:cubicBezTo>
                        <a:pt x="391185" y="248554"/>
                        <a:pt x="391185" y="278470"/>
                        <a:pt x="374867" y="278470"/>
                      </a:cubicBezTo>
                      <a:cubicBezTo>
                        <a:pt x="366708" y="278470"/>
                        <a:pt x="363989" y="275751"/>
                        <a:pt x="358549" y="273031"/>
                      </a:cubicBezTo>
                      <a:cubicBezTo>
                        <a:pt x="353110" y="270311"/>
                        <a:pt x="350390" y="262152"/>
                        <a:pt x="350390" y="256713"/>
                      </a:cubicBezTo>
                      <a:cubicBezTo>
                        <a:pt x="350390" y="251274"/>
                        <a:pt x="347671" y="245834"/>
                        <a:pt x="347671" y="240395"/>
                      </a:cubicBezTo>
                      <a:cubicBezTo>
                        <a:pt x="347671" y="232236"/>
                        <a:pt x="347671" y="224077"/>
                        <a:pt x="347671" y="213199"/>
                      </a:cubicBezTo>
                      <a:cubicBezTo>
                        <a:pt x="347671" y="207759"/>
                        <a:pt x="347671" y="199600"/>
                        <a:pt x="344951" y="194161"/>
                      </a:cubicBezTo>
                      <a:cubicBezTo>
                        <a:pt x="342232" y="180563"/>
                        <a:pt x="342232" y="164245"/>
                        <a:pt x="339512" y="150647"/>
                      </a:cubicBezTo>
                      <a:cubicBezTo>
                        <a:pt x="336792" y="137048"/>
                        <a:pt x="331353" y="123450"/>
                        <a:pt x="323194" y="112571"/>
                      </a:cubicBezTo>
                      <a:cubicBezTo>
                        <a:pt x="317755" y="104412"/>
                        <a:pt x="304156" y="101693"/>
                        <a:pt x="293278" y="101693"/>
                      </a:cubicBezTo>
                      <a:cubicBezTo>
                        <a:pt x="279679" y="101693"/>
                        <a:pt x="271520" y="109852"/>
                        <a:pt x="263361" y="120730"/>
                      </a:cubicBezTo>
                      <a:cubicBezTo>
                        <a:pt x="257922" y="131609"/>
                        <a:pt x="247043" y="139768"/>
                        <a:pt x="241604" y="153366"/>
                      </a:cubicBezTo>
                      <a:cubicBezTo>
                        <a:pt x="236165" y="166964"/>
                        <a:pt x="233445" y="180563"/>
                        <a:pt x="233445" y="194161"/>
                      </a:cubicBezTo>
                      <a:cubicBezTo>
                        <a:pt x="233445" y="207759"/>
                        <a:pt x="230726" y="218638"/>
                        <a:pt x="225286" y="232236"/>
                      </a:cubicBezTo>
                      <a:cubicBezTo>
                        <a:pt x="219847" y="245834"/>
                        <a:pt x="219847" y="262152"/>
                        <a:pt x="217127" y="275751"/>
                      </a:cubicBezTo>
                      <a:cubicBezTo>
                        <a:pt x="214407" y="289349"/>
                        <a:pt x="214407" y="302947"/>
                        <a:pt x="211688" y="316545"/>
                      </a:cubicBezTo>
                      <a:cubicBezTo>
                        <a:pt x="211688" y="330144"/>
                        <a:pt x="206249" y="341022"/>
                        <a:pt x="206249" y="354621"/>
                      </a:cubicBezTo>
                      <a:cubicBezTo>
                        <a:pt x="203529" y="368219"/>
                        <a:pt x="203529" y="381817"/>
                        <a:pt x="200809" y="398135"/>
                      </a:cubicBezTo>
                      <a:cubicBezTo>
                        <a:pt x="198090" y="411733"/>
                        <a:pt x="198090" y="425332"/>
                        <a:pt x="195370" y="438930"/>
                      </a:cubicBezTo>
                      <a:cubicBezTo>
                        <a:pt x="195370" y="449809"/>
                        <a:pt x="192650" y="463407"/>
                        <a:pt x="192650" y="474286"/>
                      </a:cubicBezTo>
                      <a:cubicBezTo>
                        <a:pt x="192650" y="490603"/>
                        <a:pt x="195370" y="509641"/>
                        <a:pt x="195370" y="525959"/>
                      </a:cubicBezTo>
                      <a:cubicBezTo>
                        <a:pt x="195370" y="550436"/>
                        <a:pt x="203529" y="572193"/>
                        <a:pt x="208968" y="596670"/>
                      </a:cubicBezTo>
                      <a:cubicBezTo>
                        <a:pt x="211688" y="604829"/>
                        <a:pt x="211688" y="615708"/>
                        <a:pt x="214407" y="623867"/>
                      </a:cubicBezTo>
                      <a:cubicBezTo>
                        <a:pt x="217127" y="634745"/>
                        <a:pt x="222566" y="645624"/>
                        <a:pt x="228006" y="656502"/>
                      </a:cubicBezTo>
                      <a:cubicBezTo>
                        <a:pt x="236165" y="670101"/>
                        <a:pt x="252483" y="689138"/>
                        <a:pt x="271520" y="689138"/>
                      </a:cubicBezTo>
                      <a:cubicBezTo>
                        <a:pt x="287838" y="689138"/>
                        <a:pt x="298717" y="675540"/>
                        <a:pt x="306876" y="664661"/>
                      </a:cubicBezTo>
                      <a:cubicBezTo>
                        <a:pt x="320474" y="645624"/>
                        <a:pt x="325914" y="623867"/>
                        <a:pt x="331353" y="602109"/>
                      </a:cubicBezTo>
                      <a:cubicBezTo>
                        <a:pt x="334072" y="583072"/>
                        <a:pt x="336792" y="564034"/>
                        <a:pt x="336792" y="544997"/>
                      </a:cubicBezTo>
                      <a:cubicBezTo>
                        <a:pt x="336792" y="531398"/>
                        <a:pt x="336792" y="512361"/>
                        <a:pt x="336792" y="498762"/>
                      </a:cubicBezTo>
                      <a:cubicBezTo>
                        <a:pt x="336792" y="496043"/>
                        <a:pt x="336792" y="493323"/>
                        <a:pt x="336792" y="490603"/>
                      </a:cubicBezTo>
                      <a:cubicBezTo>
                        <a:pt x="336792" y="479725"/>
                        <a:pt x="336792" y="477005"/>
                        <a:pt x="320474" y="477005"/>
                      </a:cubicBezTo>
                      <a:cubicBezTo>
                        <a:pt x="309595" y="477005"/>
                        <a:pt x="295997" y="479725"/>
                        <a:pt x="282399" y="479725"/>
                      </a:cubicBezTo>
                      <a:cubicBezTo>
                        <a:pt x="271520" y="479725"/>
                        <a:pt x="260642" y="479725"/>
                        <a:pt x="252483" y="474286"/>
                      </a:cubicBezTo>
                      <a:cubicBezTo>
                        <a:pt x="249763" y="471566"/>
                        <a:pt x="247043" y="468846"/>
                        <a:pt x="247043" y="466126"/>
                      </a:cubicBezTo>
                      <a:cubicBezTo>
                        <a:pt x="247043" y="463407"/>
                        <a:pt x="247043" y="460687"/>
                        <a:pt x="249763" y="457968"/>
                      </a:cubicBezTo>
                      <a:cubicBezTo>
                        <a:pt x="255202" y="452528"/>
                        <a:pt x="260642" y="449809"/>
                        <a:pt x="268801" y="447089"/>
                      </a:cubicBezTo>
                      <a:cubicBezTo>
                        <a:pt x="282399" y="441650"/>
                        <a:pt x="295997" y="438930"/>
                        <a:pt x="312315" y="436210"/>
                      </a:cubicBezTo>
                      <a:cubicBezTo>
                        <a:pt x="325914" y="433491"/>
                        <a:pt x="339512" y="433491"/>
                        <a:pt x="353110" y="430771"/>
                      </a:cubicBezTo>
                      <a:cubicBezTo>
                        <a:pt x="363989" y="430771"/>
                        <a:pt x="374867" y="430771"/>
                        <a:pt x="385746" y="430771"/>
                      </a:cubicBezTo>
                      <a:cubicBezTo>
                        <a:pt x="402064" y="430771"/>
                        <a:pt x="426541" y="428051"/>
                        <a:pt x="437420" y="428051"/>
                      </a:cubicBezTo>
                      <a:cubicBezTo>
                        <a:pt x="451018" y="419892"/>
                        <a:pt x="464616" y="425332"/>
                        <a:pt x="464616" y="436210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43" name="Freeform: Shape 42">
                  <a:extLst>
                    <a:ext uri="{FF2B5EF4-FFF2-40B4-BE49-F238E27FC236}">
                      <a16:creationId xmlns:a16="http://schemas.microsoft.com/office/drawing/2014/main" id="{DE5D9D34-B2D3-6392-881A-DAEDDB786B41}"/>
                    </a:ext>
                  </a:extLst>
                </p:cNvPr>
                <p:cNvSpPr/>
                <p:nvPr/>
              </p:nvSpPr>
              <p:spPr>
                <a:xfrm>
                  <a:off x="5651630" y="4181279"/>
                  <a:ext cx="734308" cy="788700"/>
                </a:xfrm>
                <a:custGeom>
                  <a:avLst/>
                  <a:gdLst>
                    <a:gd name="connsiteX0" fmla="*/ 653783 w 734307"/>
                    <a:gd name="connsiteY0" fmla="*/ 678259 h 788699"/>
                    <a:gd name="connsiteX1" fmla="*/ 691859 w 734307"/>
                    <a:gd name="connsiteY1" fmla="*/ 694577 h 788699"/>
                    <a:gd name="connsiteX2" fmla="*/ 686419 w 734307"/>
                    <a:gd name="connsiteY2" fmla="*/ 710895 h 788699"/>
                    <a:gd name="connsiteX3" fmla="*/ 670101 w 734307"/>
                    <a:gd name="connsiteY3" fmla="*/ 719054 h 788699"/>
                    <a:gd name="connsiteX4" fmla="*/ 648344 w 734307"/>
                    <a:gd name="connsiteY4" fmla="*/ 721774 h 788699"/>
                    <a:gd name="connsiteX5" fmla="*/ 618428 w 734307"/>
                    <a:gd name="connsiteY5" fmla="*/ 721774 h 788699"/>
                    <a:gd name="connsiteX6" fmla="*/ 572194 w 734307"/>
                    <a:gd name="connsiteY6" fmla="*/ 735372 h 788699"/>
                    <a:gd name="connsiteX7" fmla="*/ 544997 w 734307"/>
                    <a:gd name="connsiteY7" fmla="*/ 729933 h 788699"/>
                    <a:gd name="connsiteX8" fmla="*/ 534119 w 734307"/>
                    <a:gd name="connsiteY8" fmla="*/ 721774 h 788699"/>
                    <a:gd name="connsiteX9" fmla="*/ 496043 w 734307"/>
                    <a:gd name="connsiteY9" fmla="*/ 721774 h 788699"/>
                    <a:gd name="connsiteX10" fmla="*/ 471566 w 734307"/>
                    <a:gd name="connsiteY10" fmla="*/ 721774 h 788699"/>
                    <a:gd name="connsiteX11" fmla="*/ 444370 w 734307"/>
                    <a:gd name="connsiteY11" fmla="*/ 716335 h 788699"/>
                    <a:gd name="connsiteX12" fmla="*/ 428052 w 734307"/>
                    <a:gd name="connsiteY12" fmla="*/ 700017 h 788699"/>
                    <a:gd name="connsiteX13" fmla="*/ 433491 w 734307"/>
                    <a:gd name="connsiteY13" fmla="*/ 691858 h 788699"/>
                    <a:gd name="connsiteX14" fmla="*/ 455248 w 734307"/>
                    <a:gd name="connsiteY14" fmla="*/ 683699 h 788699"/>
                    <a:gd name="connsiteX15" fmla="*/ 506922 w 734307"/>
                    <a:gd name="connsiteY15" fmla="*/ 678259 h 788699"/>
                    <a:gd name="connsiteX16" fmla="*/ 509641 w 734307"/>
                    <a:gd name="connsiteY16" fmla="*/ 678259 h 788699"/>
                    <a:gd name="connsiteX17" fmla="*/ 506922 w 734307"/>
                    <a:gd name="connsiteY17" fmla="*/ 664661 h 788699"/>
                    <a:gd name="connsiteX18" fmla="*/ 498763 w 734307"/>
                    <a:gd name="connsiteY18" fmla="*/ 580352 h 788699"/>
                    <a:gd name="connsiteX19" fmla="*/ 496043 w 734307"/>
                    <a:gd name="connsiteY19" fmla="*/ 479725 h 788699"/>
                    <a:gd name="connsiteX20" fmla="*/ 493324 w 734307"/>
                    <a:gd name="connsiteY20" fmla="*/ 389976 h 788699"/>
                    <a:gd name="connsiteX21" fmla="*/ 490604 w 734307"/>
                    <a:gd name="connsiteY21" fmla="*/ 302947 h 788699"/>
                    <a:gd name="connsiteX22" fmla="*/ 487884 w 734307"/>
                    <a:gd name="connsiteY22" fmla="*/ 229516 h 788699"/>
                    <a:gd name="connsiteX23" fmla="*/ 485165 w 734307"/>
                    <a:gd name="connsiteY23" fmla="*/ 221357 h 788699"/>
                    <a:gd name="connsiteX24" fmla="*/ 482445 w 734307"/>
                    <a:gd name="connsiteY24" fmla="*/ 226797 h 788699"/>
                    <a:gd name="connsiteX25" fmla="*/ 477006 w 734307"/>
                    <a:gd name="connsiteY25" fmla="*/ 262152 h 788699"/>
                    <a:gd name="connsiteX26" fmla="*/ 460688 w 734307"/>
                    <a:gd name="connsiteY26" fmla="*/ 341022 h 788699"/>
                    <a:gd name="connsiteX27" fmla="*/ 444370 w 734307"/>
                    <a:gd name="connsiteY27" fmla="*/ 417173 h 788699"/>
                    <a:gd name="connsiteX28" fmla="*/ 436211 w 734307"/>
                    <a:gd name="connsiteY28" fmla="*/ 455248 h 788699"/>
                    <a:gd name="connsiteX29" fmla="*/ 425332 w 734307"/>
                    <a:gd name="connsiteY29" fmla="*/ 493323 h 788699"/>
                    <a:gd name="connsiteX30" fmla="*/ 411734 w 734307"/>
                    <a:gd name="connsiteY30" fmla="*/ 531398 h 788699"/>
                    <a:gd name="connsiteX31" fmla="*/ 376378 w 734307"/>
                    <a:gd name="connsiteY31" fmla="*/ 547716 h 788699"/>
                    <a:gd name="connsiteX32" fmla="*/ 319265 w 734307"/>
                    <a:gd name="connsiteY32" fmla="*/ 525959 h 788699"/>
                    <a:gd name="connsiteX33" fmla="*/ 289349 w 734307"/>
                    <a:gd name="connsiteY33" fmla="*/ 455248 h 788699"/>
                    <a:gd name="connsiteX34" fmla="*/ 273031 w 734307"/>
                    <a:gd name="connsiteY34" fmla="*/ 373658 h 788699"/>
                    <a:gd name="connsiteX35" fmla="*/ 262153 w 734307"/>
                    <a:gd name="connsiteY35" fmla="*/ 316545 h 788699"/>
                    <a:gd name="connsiteX36" fmla="*/ 245835 w 734307"/>
                    <a:gd name="connsiteY36" fmla="*/ 237675 h 788699"/>
                    <a:gd name="connsiteX37" fmla="*/ 234956 w 734307"/>
                    <a:gd name="connsiteY37" fmla="*/ 196881 h 788699"/>
                    <a:gd name="connsiteX38" fmla="*/ 232236 w 734307"/>
                    <a:gd name="connsiteY38" fmla="*/ 191441 h 788699"/>
                    <a:gd name="connsiteX39" fmla="*/ 226797 w 734307"/>
                    <a:gd name="connsiteY39" fmla="*/ 207759 h 788699"/>
                    <a:gd name="connsiteX40" fmla="*/ 226797 w 734307"/>
                    <a:gd name="connsiteY40" fmla="*/ 232236 h 788699"/>
                    <a:gd name="connsiteX41" fmla="*/ 224077 w 734307"/>
                    <a:gd name="connsiteY41" fmla="*/ 267592 h 788699"/>
                    <a:gd name="connsiteX42" fmla="*/ 221358 w 734307"/>
                    <a:gd name="connsiteY42" fmla="*/ 311106 h 788699"/>
                    <a:gd name="connsiteX43" fmla="*/ 218638 w 734307"/>
                    <a:gd name="connsiteY43" fmla="*/ 360060 h 788699"/>
                    <a:gd name="connsiteX44" fmla="*/ 215919 w 734307"/>
                    <a:gd name="connsiteY44" fmla="*/ 398135 h 788699"/>
                    <a:gd name="connsiteX45" fmla="*/ 213199 w 734307"/>
                    <a:gd name="connsiteY45" fmla="*/ 430771 h 788699"/>
                    <a:gd name="connsiteX46" fmla="*/ 213199 w 734307"/>
                    <a:gd name="connsiteY46" fmla="*/ 455248 h 788699"/>
                    <a:gd name="connsiteX47" fmla="*/ 213199 w 734307"/>
                    <a:gd name="connsiteY47" fmla="*/ 477005 h 788699"/>
                    <a:gd name="connsiteX48" fmla="*/ 207759 w 734307"/>
                    <a:gd name="connsiteY48" fmla="*/ 520520 h 788699"/>
                    <a:gd name="connsiteX49" fmla="*/ 196881 w 734307"/>
                    <a:gd name="connsiteY49" fmla="*/ 610268 h 788699"/>
                    <a:gd name="connsiteX50" fmla="*/ 194161 w 734307"/>
                    <a:gd name="connsiteY50" fmla="*/ 653783 h 788699"/>
                    <a:gd name="connsiteX51" fmla="*/ 191441 w 734307"/>
                    <a:gd name="connsiteY51" fmla="*/ 667381 h 788699"/>
                    <a:gd name="connsiteX52" fmla="*/ 243115 w 734307"/>
                    <a:gd name="connsiteY52" fmla="*/ 667381 h 788699"/>
                    <a:gd name="connsiteX53" fmla="*/ 273031 w 734307"/>
                    <a:gd name="connsiteY53" fmla="*/ 683699 h 788699"/>
                    <a:gd name="connsiteX54" fmla="*/ 262153 w 734307"/>
                    <a:gd name="connsiteY54" fmla="*/ 697297 h 788699"/>
                    <a:gd name="connsiteX55" fmla="*/ 248554 w 734307"/>
                    <a:gd name="connsiteY55" fmla="*/ 705456 h 788699"/>
                    <a:gd name="connsiteX56" fmla="*/ 232236 w 734307"/>
                    <a:gd name="connsiteY56" fmla="*/ 708176 h 788699"/>
                    <a:gd name="connsiteX57" fmla="*/ 166965 w 734307"/>
                    <a:gd name="connsiteY57" fmla="*/ 708176 h 788699"/>
                    <a:gd name="connsiteX58" fmla="*/ 109852 w 734307"/>
                    <a:gd name="connsiteY58" fmla="*/ 708176 h 788699"/>
                    <a:gd name="connsiteX59" fmla="*/ 90814 w 734307"/>
                    <a:gd name="connsiteY59" fmla="*/ 708176 h 788699"/>
                    <a:gd name="connsiteX60" fmla="*/ 69057 w 734307"/>
                    <a:gd name="connsiteY60" fmla="*/ 702736 h 788699"/>
                    <a:gd name="connsiteX61" fmla="*/ 58178 w 734307"/>
                    <a:gd name="connsiteY61" fmla="*/ 686418 h 788699"/>
                    <a:gd name="connsiteX62" fmla="*/ 60898 w 734307"/>
                    <a:gd name="connsiteY62" fmla="*/ 678259 h 788699"/>
                    <a:gd name="connsiteX63" fmla="*/ 77216 w 734307"/>
                    <a:gd name="connsiteY63" fmla="*/ 670101 h 788699"/>
                    <a:gd name="connsiteX64" fmla="*/ 126170 w 734307"/>
                    <a:gd name="connsiteY64" fmla="*/ 664661 h 788699"/>
                    <a:gd name="connsiteX65" fmla="*/ 142487 w 734307"/>
                    <a:gd name="connsiteY65" fmla="*/ 664661 h 788699"/>
                    <a:gd name="connsiteX66" fmla="*/ 147927 w 734307"/>
                    <a:gd name="connsiteY66" fmla="*/ 588511 h 788699"/>
                    <a:gd name="connsiteX67" fmla="*/ 153366 w 734307"/>
                    <a:gd name="connsiteY67" fmla="*/ 493323 h 788699"/>
                    <a:gd name="connsiteX68" fmla="*/ 156086 w 734307"/>
                    <a:gd name="connsiteY68" fmla="*/ 411733 h 788699"/>
                    <a:gd name="connsiteX69" fmla="*/ 161525 w 734307"/>
                    <a:gd name="connsiteY69" fmla="*/ 297508 h 788699"/>
                    <a:gd name="connsiteX70" fmla="*/ 166965 w 734307"/>
                    <a:gd name="connsiteY70" fmla="*/ 240395 h 788699"/>
                    <a:gd name="connsiteX71" fmla="*/ 177843 w 734307"/>
                    <a:gd name="connsiteY71" fmla="*/ 161525 h 788699"/>
                    <a:gd name="connsiteX72" fmla="*/ 183282 w 734307"/>
                    <a:gd name="connsiteY72" fmla="*/ 118011 h 788699"/>
                    <a:gd name="connsiteX73" fmla="*/ 183282 w 734307"/>
                    <a:gd name="connsiteY73" fmla="*/ 115291 h 788699"/>
                    <a:gd name="connsiteX74" fmla="*/ 161525 w 734307"/>
                    <a:gd name="connsiteY74" fmla="*/ 115291 h 788699"/>
                    <a:gd name="connsiteX75" fmla="*/ 137048 w 734307"/>
                    <a:gd name="connsiteY75" fmla="*/ 115291 h 788699"/>
                    <a:gd name="connsiteX76" fmla="*/ 109852 w 734307"/>
                    <a:gd name="connsiteY76" fmla="*/ 109851 h 788699"/>
                    <a:gd name="connsiteX77" fmla="*/ 93534 w 734307"/>
                    <a:gd name="connsiteY77" fmla="*/ 93534 h 788699"/>
                    <a:gd name="connsiteX78" fmla="*/ 98973 w 734307"/>
                    <a:gd name="connsiteY78" fmla="*/ 85375 h 788699"/>
                    <a:gd name="connsiteX79" fmla="*/ 120730 w 734307"/>
                    <a:gd name="connsiteY79" fmla="*/ 77216 h 788699"/>
                    <a:gd name="connsiteX80" fmla="*/ 172404 w 734307"/>
                    <a:gd name="connsiteY80" fmla="*/ 71776 h 788699"/>
                    <a:gd name="connsiteX81" fmla="*/ 234956 w 734307"/>
                    <a:gd name="connsiteY81" fmla="*/ 69057 h 788699"/>
                    <a:gd name="connsiteX82" fmla="*/ 243115 w 734307"/>
                    <a:gd name="connsiteY82" fmla="*/ 69057 h 788699"/>
                    <a:gd name="connsiteX83" fmla="*/ 270312 w 734307"/>
                    <a:gd name="connsiteY83" fmla="*/ 74496 h 788699"/>
                    <a:gd name="connsiteX84" fmla="*/ 308387 w 734307"/>
                    <a:gd name="connsiteY84" fmla="*/ 123450 h 788699"/>
                    <a:gd name="connsiteX85" fmla="*/ 332864 w 734307"/>
                    <a:gd name="connsiteY85" fmla="*/ 202320 h 788699"/>
                    <a:gd name="connsiteX86" fmla="*/ 338303 w 734307"/>
                    <a:gd name="connsiteY86" fmla="*/ 237675 h 788699"/>
                    <a:gd name="connsiteX87" fmla="*/ 349182 w 734307"/>
                    <a:gd name="connsiteY87" fmla="*/ 281190 h 788699"/>
                    <a:gd name="connsiteX88" fmla="*/ 357341 w 734307"/>
                    <a:gd name="connsiteY88" fmla="*/ 316545 h 788699"/>
                    <a:gd name="connsiteX89" fmla="*/ 365500 w 734307"/>
                    <a:gd name="connsiteY89" fmla="*/ 351901 h 788699"/>
                    <a:gd name="connsiteX90" fmla="*/ 376378 w 734307"/>
                    <a:gd name="connsiteY90" fmla="*/ 389976 h 788699"/>
                    <a:gd name="connsiteX91" fmla="*/ 387257 w 734307"/>
                    <a:gd name="connsiteY91" fmla="*/ 414453 h 788699"/>
                    <a:gd name="connsiteX92" fmla="*/ 398136 w 734307"/>
                    <a:gd name="connsiteY92" fmla="*/ 376378 h 788699"/>
                    <a:gd name="connsiteX93" fmla="*/ 406295 w 734307"/>
                    <a:gd name="connsiteY93" fmla="*/ 332863 h 788699"/>
                    <a:gd name="connsiteX94" fmla="*/ 425332 w 734307"/>
                    <a:gd name="connsiteY94" fmla="*/ 243115 h 788699"/>
                    <a:gd name="connsiteX95" fmla="*/ 444370 w 734307"/>
                    <a:gd name="connsiteY95" fmla="*/ 150646 h 788699"/>
                    <a:gd name="connsiteX96" fmla="*/ 477006 w 734307"/>
                    <a:gd name="connsiteY96" fmla="*/ 79935 h 788699"/>
                    <a:gd name="connsiteX97" fmla="*/ 523240 w 734307"/>
                    <a:gd name="connsiteY97" fmla="*/ 58178 h 788699"/>
                    <a:gd name="connsiteX98" fmla="*/ 544997 w 734307"/>
                    <a:gd name="connsiteY98" fmla="*/ 63617 h 788699"/>
                    <a:gd name="connsiteX99" fmla="*/ 612988 w 734307"/>
                    <a:gd name="connsiteY99" fmla="*/ 63617 h 788699"/>
                    <a:gd name="connsiteX100" fmla="*/ 651064 w 734307"/>
                    <a:gd name="connsiteY100" fmla="*/ 79935 h 788699"/>
                    <a:gd name="connsiteX101" fmla="*/ 645624 w 734307"/>
                    <a:gd name="connsiteY101" fmla="*/ 96253 h 788699"/>
                    <a:gd name="connsiteX102" fmla="*/ 629307 w 734307"/>
                    <a:gd name="connsiteY102" fmla="*/ 104412 h 788699"/>
                    <a:gd name="connsiteX103" fmla="*/ 607549 w 734307"/>
                    <a:gd name="connsiteY103" fmla="*/ 107132 h 788699"/>
                    <a:gd name="connsiteX104" fmla="*/ 580353 w 734307"/>
                    <a:gd name="connsiteY104" fmla="*/ 107132 h 788699"/>
                    <a:gd name="connsiteX105" fmla="*/ 583072 w 734307"/>
                    <a:gd name="connsiteY105" fmla="*/ 115291 h 788699"/>
                    <a:gd name="connsiteX106" fmla="*/ 588512 w 734307"/>
                    <a:gd name="connsiteY106" fmla="*/ 156086 h 788699"/>
                    <a:gd name="connsiteX107" fmla="*/ 593951 w 734307"/>
                    <a:gd name="connsiteY107" fmla="*/ 196881 h 788699"/>
                    <a:gd name="connsiteX108" fmla="*/ 599390 w 734307"/>
                    <a:gd name="connsiteY108" fmla="*/ 226797 h 788699"/>
                    <a:gd name="connsiteX109" fmla="*/ 599390 w 734307"/>
                    <a:gd name="connsiteY109" fmla="*/ 232236 h 788699"/>
                    <a:gd name="connsiteX110" fmla="*/ 599390 w 734307"/>
                    <a:gd name="connsiteY110" fmla="*/ 240395 h 788699"/>
                    <a:gd name="connsiteX111" fmla="*/ 602110 w 734307"/>
                    <a:gd name="connsiteY111" fmla="*/ 270311 h 788699"/>
                    <a:gd name="connsiteX112" fmla="*/ 607549 w 734307"/>
                    <a:gd name="connsiteY112" fmla="*/ 308386 h 788699"/>
                    <a:gd name="connsiteX113" fmla="*/ 607549 w 734307"/>
                    <a:gd name="connsiteY113" fmla="*/ 319265 h 788699"/>
                    <a:gd name="connsiteX114" fmla="*/ 612988 w 734307"/>
                    <a:gd name="connsiteY114" fmla="*/ 335583 h 788699"/>
                    <a:gd name="connsiteX115" fmla="*/ 612988 w 734307"/>
                    <a:gd name="connsiteY115" fmla="*/ 346462 h 788699"/>
                    <a:gd name="connsiteX116" fmla="*/ 612988 w 734307"/>
                    <a:gd name="connsiteY116" fmla="*/ 370939 h 788699"/>
                    <a:gd name="connsiteX117" fmla="*/ 612988 w 734307"/>
                    <a:gd name="connsiteY117" fmla="*/ 395415 h 788699"/>
                    <a:gd name="connsiteX118" fmla="*/ 615708 w 734307"/>
                    <a:gd name="connsiteY118" fmla="*/ 422612 h 788699"/>
                    <a:gd name="connsiteX119" fmla="*/ 618428 w 734307"/>
                    <a:gd name="connsiteY119" fmla="*/ 441650 h 788699"/>
                    <a:gd name="connsiteX120" fmla="*/ 618428 w 734307"/>
                    <a:gd name="connsiteY120" fmla="*/ 455248 h 788699"/>
                    <a:gd name="connsiteX121" fmla="*/ 621147 w 734307"/>
                    <a:gd name="connsiteY121" fmla="*/ 463407 h 788699"/>
                    <a:gd name="connsiteX122" fmla="*/ 626587 w 734307"/>
                    <a:gd name="connsiteY122" fmla="*/ 482444 h 788699"/>
                    <a:gd name="connsiteX123" fmla="*/ 629307 w 734307"/>
                    <a:gd name="connsiteY123" fmla="*/ 517800 h 788699"/>
                    <a:gd name="connsiteX124" fmla="*/ 634746 w 734307"/>
                    <a:gd name="connsiteY124" fmla="*/ 561314 h 788699"/>
                    <a:gd name="connsiteX125" fmla="*/ 634746 w 734307"/>
                    <a:gd name="connsiteY125" fmla="*/ 566754 h 788699"/>
                    <a:gd name="connsiteX126" fmla="*/ 634746 w 734307"/>
                    <a:gd name="connsiteY126" fmla="*/ 583072 h 788699"/>
                    <a:gd name="connsiteX127" fmla="*/ 637466 w 734307"/>
                    <a:gd name="connsiteY127" fmla="*/ 607548 h 788699"/>
                    <a:gd name="connsiteX128" fmla="*/ 640185 w 734307"/>
                    <a:gd name="connsiteY128" fmla="*/ 618427 h 788699"/>
                    <a:gd name="connsiteX129" fmla="*/ 640185 w 734307"/>
                    <a:gd name="connsiteY129" fmla="*/ 632025 h 788699"/>
                    <a:gd name="connsiteX130" fmla="*/ 640185 w 734307"/>
                    <a:gd name="connsiteY130" fmla="*/ 640184 h 788699"/>
                    <a:gd name="connsiteX131" fmla="*/ 642905 w 734307"/>
                    <a:gd name="connsiteY131" fmla="*/ 659222 h 788699"/>
                    <a:gd name="connsiteX132" fmla="*/ 642905 w 734307"/>
                    <a:gd name="connsiteY132" fmla="*/ 664661 h 788699"/>
                    <a:gd name="connsiteX133" fmla="*/ 653783 w 734307"/>
                    <a:gd name="connsiteY133" fmla="*/ 678259 h 788699"/>
                    <a:gd name="connsiteX134" fmla="*/ 653783 w 734307"/>
                    <a:gd name="connsiteY134" fmla="*/ 678259 h 788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</a:cxnLst>
                  <a:rect l="l" t="t" r="r" b="b"/>
                  <a:pathLst>
                    <a:path w="734307" h="788699">
                      <a:moveTo>
                        <a:pt x="653783" y="678259"/>
                      </a:moveTo>
                      <a:cubicBezTo>
                        <a:pt x="667382" y="678259"/>
                        <a:pt x="691859" y="678259"/>
                        <a:pt x="691859" y="694577"/>
                      </a:cubicBezTo>
                      <a:cubicBezTo>
                        <a:pt x="691859" y="702736"/>
                        <a:pt x="689139" y="705456"/>
                        <a:pt x="686419" y="710895"/>
                      </a:cubicBezTo>
                      <a:cubicBezTo>
                        <a:pt x="683700" y="716335"/>
                        <a:pt x="675541" y="719054"/>
                        <a:pt x="670101" y="719054"/>
                      </a:cubicBezTo>
                      <a:cubicBezTo>
                        <a:pt x="661942" y="721774"/>
                        <a:pt x="653783" y="721774"/>
                        <a:pt x="648344" y="721774"/>
                      </a:cubicBezTo>
                      <a:cubicBezTo>
                        <a:pt x="645624" y="721774"/>
                        <a:pt x="634746" y="721774"/>
                        <a:pt x="618428" y="721774"/>
                      </a:cubicBezTo>
                      <a:cubicBezTo>
                        <a:pt x="604829" y="729933"/>
                        <a:pt x="588512" y="735372"/>
                        <a:pt x="572194" y="735372"/>
                      </a:cubicBezTo>
                      <a:cubicBezTo>
                        <a:pt x="564035" y="735372"/>
                        <a:pt x="553156" y="732653"/>
                        <a:pt x="544997" y="729933"/>
                      </a:cubicBezTo>
                      <a:cubicBezTo>
                        <a:pt x="539558" y="727213"/>
                        <a:pt x="536838" y="724494"/>
                        <a:pt x="534119" y="721774"/>
                      </a:cubicBezTo>
                      <a:cubicBezTo>
                        <a:pt x="520520" y="721774"/>
                        <a:pt x="509641" y="721774"/>
                        <a:pt x="496043" y="721774"/>
                      </a:cubicBezTo>
                      <a:cubicBezTo>
                        <a:pt x="487884" y="721774"/>
                        <a:pt x="479725" y="721774"/>
                        <a:pt x="471566" y="721774"/>
                      </a:cubicBezTo>
                      <a:cubicBezTo>
                        <a:pt x="463407" y="721774"/>
                        <a:pt x="452529" y="721774"/>
                        <a:pt x="444370" y="716335"/>
                      </a:cubicBezTo>
                      <a:cubicBezTo>
                        <a:pt x="436211" y="713615"/>
                        <a:pt x="428052" y="705456"/>
                        <a:pt x="428052" y="700017"/>
                      </a:cubicBezTo>
                      <a:cubicBezTo>
                        <a:pt x="428052" y="697297"/>
                        <a:pt x="428052" y="694577"/>
                        <a:pt x="433491" y="691858"/>
                      </a:cubicBezTo>
                      <a:cubicBezTo>
                        <a:pt x="438930" y="689138"/>
                        <a:pt x="449809" y="686418"/>
                        <a:pt x="455248" y="683699"/>
                      </a:cubicBezTo>
                      <a:cubicBezTo>
                        <a:pt x="474286" y="680979"/>
                        <a:pt x="498763" y="678259"/>
                        <a:pt x="506922" y="678259"/>
                      </a:cubicBezTo>
                      <a:cubicBezTo>
                        <a:pt x="506922" y="678259"/>
                        <a:pt x="509641" y="678259"/>
                        <a:pt x="509641" y="678259"/>
                      </a:cubicBezTo>
                      <a:cubicBezTo>
                        <a:pt x="509641" y="672820"/>
                        <a:pt x="506922" y="670101"/>
                        <a:pt x="506922" y="664661"/>
                      </a:cubicBezTo>
                      <a:cubicBezTo>
                        <a:pt x="501483" y="640184"/>
                        <a:pt x="501483" y="612988"/>
                        <a:pt x="498763" y="580352"/>
                      </a:cubicBezTo>
                      <a:cubicBezTo>
                        <a:pt x="496043" y="547716"/>
                        <a:pt x="498763" y="512361"/>
                        <a:pt x="496043" y="479725"/>
                      </a:cubicBezTo>
                      <a:cubicBezTo>
                        <a:pt x="493324" y="449808"/>
                        <a:pt x="493324" y="419892"/>
                        <a:pt x="493324" y="389976"/>
                      </a:cubicBezTo>
                      <a:cubicBezTo>
                        <a:pt x="493324" y="360060"/>
                        <a:pt x="490604" y="332863"/>
                        <a:pt x="490604" y="302947"/>
                      </a:cubicBezTo>
                      <a:cubicBezTo>
                        <a:pt x="487884" y="275751"/>
                        <a:pt x="487884" y="240395"/>
                        <a:pt x="487884" y="229516"/>
                      </a:cubicBezTo>
                      <a:cubicBezTo>
                        <a:pt x="487884" y="224077"/>
                        <a:pt x="487884" y="221357"/>
                        <a:pt x="485165" y="221357"/>
                      </a:cubicBezTo>
                      <a:cubicBezTo>
                        <a:pt x="485165" y="221357"/>
                        <a:pt x="482445" y="224077"/>
                        <a:pt x="482445" y="226797"/>
                      </a:cubicBezTo>
                      <a:cubicBezTo>
                        <a:pt x="479725" y="237675"/>
                        <a:pt x="479725" y="251274"/>
                        <a:pt x="477006" y="262152"/>
                      </a:cubicBezTo>
                      <a:cubicBezTo>
                        <a:pt x="471566" y="289349"/>
                        <a:pt x="466127" y="316545"/>
                        <a:pt x="460688" y="341022"/>
                      </a:cubicBezTo>
                      <a:cubicBezTo>
                        <a:pt x="455248" y="365499"/>
                        <a:pt x="447090" y="392696"/>
                        <a:pt x="444370" y="417173"/>
                      </a:cubicBezTo>
                      <a:cubicBezTo>
                        <a:pt x="441650" y="430771"/>
                        <a:pt x="438930" y="441650"/>
                        <a:pt x="436211" y="455248"/>
                      </a:cubicBezTo>
                      <a:cubicBezTo>
                        <a:pt x="433491" y="468846"/>
                        <a:pt x="428052" y="479725"/>
                        <a:pt x="425332" y="493323"/>
                      </a:cubicBezTo>
                      <a:cubicBezTo>
                        <a:pt x="422612" y="506921"/>
                        <a:pt x="419893" y="520520"/>
                        <a:pt x="411734" y="531398"/>
                      </a:cubicBezTo>
                      <a:cubicBezTo>
                        <a:pt x="406295" y="539557"/>
                        <a:pt x="395416" y="547716"/>
                        <a:pt x="376378" y="547716"/>
                      </a:cubicBezTo>
                      <a:cubicBezTo>
                        <a:pt x="357341" y="547716"/>
                        <a:pt x="335583" y="539557"/>
                        <a:pt x="319265" y="525959"/>
                      </a:cubicBezTo>
                      <a:cubicBezTo>
                        <a:pt x="300228" y="506921"/>
                        <a:pt x="294788" y="479725"/>
                        <a:pt x="289349" y="455248"/>
                      </a:cubicBezTo>
                      <a:cubicBezTo>
                        <a:pt x="283910" y="428051"/>
                        <a:pt x="278470" y="400855"/>
                        <a:pt x="273031" y="373658"/>
                      </a:cubicBezTo>
                      <a:cubicBezTo>
                        <a:pt x="273031" y="368219"/>
                        <a:pt x="267592" y="346462"/>
                        <a:pt x="262153" y="316545"/>
                      </a:cubicBezTo>
                      <a:cubicBezTo>
                        <a:pt x="256713" y="292068"/>
                        <a:pt x="251274" y="262152"/>
                        <a:pt x="245835" y="237675"/>
                      </a:cubicBezTo>
                      <a:cubicBezTo>
                        <a:pt x="240395" y="218638"/>
                        <a:pt x="237675" y="205039"/>
                        <a:pt x="234956" y="196881"/>
                      </a:cubicBezTo>
                      <a:cubicBezTo>
                        <a:pt x="232236" y="191441"/>
                        <a:pt x="232236" y="191441"/>
                        <a:pt x="232236" y="191441"/>
                      </a:cubicBezTo>
                      <a:cubicBezTo>
                        <a:pt x="229517" y="191441"/>
                        <a:pt x="229517" y="196881"/>
                        <a:pt x="226797" y="207759"/>
                      </a:cubicBezTo>
                      <a:cubicBezTo>
                        <a:pt x="226797" y="215918"/>
                        <a:pt x="226797" y="229516"/>
                        <a:pt x="226797" y="232236"/>
                      </a:cubicBezTo>
                      <a:cubicBezTo>
                        <a:pt x="226797" y="243115"/>
                        <a:pt x="224077" y="256713"/>
                        <a:pt x="224077" y="267592"/>
                      </a:cubicBezTo>
                      <a:cubicBezTo>
                        <a:pt x="224077" y="278470"/>
                        <a:pt x="224077" y="294788"/>
                        <a:pt x="221358" y="311106"/>
                      </a:cubicBezTo>
                      <a:cubicBezTo>
                        <a:pt x="221358" y="327424"/>
                        <a:pt x="218638" y="343742"/>
                        <a:pt x="218638" y="360060"/>
                      </a:cubicBezTo>
                      <a:cubicBezTo>
                        <a:pt x="218638" y="373658"/>
                        <a:pt x="215919" y="384537"/>
                        <a:pt x="215919" y="398135"/>
                      </a:cubicBezTo>
                      <a:cubicBezTo>
                        <a:pt x="215919" y="409014"/>
                        <a:pt x="213199" y="419892"/>
                        <a:pt x="213199" y="430771"/>
                      </a:cubicBezTo>
                      <a:cubicBezTo>
                        <a:pt x="213199" y="438930"/>
                        <a:pt x="213199" y="447089"/>
                        <a:pt x="213199" y="455248"/>
                      </a:cubicBezTo>
                      <a:cubicBezTo>
                        <a:pt x="213199" y="463407"/>
                        <a:pt x="213199" y="471566"/>
                        <a:pt x="213199" y="477005"/>
                      </a:cubicBezTo>
                      <a:cubicBezTo>
                        <a:pt x="210479" y="490603"/>
                        <a:pt x="207759" y="506921"/>
                        <a:pt x="207759" y="520520"/>
                      </a:cubicBezTo>
                      <a:cubicBezTo>
                        <a:pt x="202320" y="550436"/>
                        <a:pt x="199600" y="580352"/>
                        <a:pt x="196881" y="610268"/>
                      </a:cubicBezTo>
                      <a:cubicBezTo>
                        <a:pt x="196881" y="623866"/>
                        <a:pt x="196881" y="640184"/>
                        <a:pt x="194161" y="653783"/>
                      </a:cubicBezTo>
                      <a:cubicBezTo>
                        <a:pt x="194161" y="659222"/>
                        <a:pt x="194161" y="661942"/>
                        <a:pt x="191441" y="667381"/>
                      </a:cubicBezTo>
                      <a:cubicBezTo>
                        <a:pt x="213199" y="667381"/>
                        <a:pt x="232236" y="667381"/>
                        <a:pt x="243115" y="667381"/>
                      </a:cubicBezTo>
                      <a:cubicBezTo>
                        <a:pt x="253994" y="667381"/>
                        <a:pt x="273031" y="670101"/>
                        <a:pt x="273031" y="683699"/>
                      </a:cubicBezTo>
                      <a:cubicBezTo>
                        <a:pt x="273031" y="691858"/>
                        <a:pt x="267592" y="691858"/>
                        <a:pt x="262153" y="697297"/>
                      </a:cubicBezTo>
                      <a:cubicBezTo>
                        <a:pt x="259433" y="702736"/>
                        <a:pt x="253994" y="705456"/>
                        <a:pt x="248554" y="705456"/>
                      </a:cubicBezTo>
                      <a:cubicBezTo>
                        <a:pt x="240395" y="708176"/>
                        <a:pt x="234956" y="708176"/>
                        <a:pt x="232236" y="708176"/>
                      </a:cubicBezTo>
                      <a:cubicBezTo>
                        <a:pt x="226797" y="708176"/>
                        <a:pt x="175124" y="708176"/>
                        <a:pt x="166965" y="708176"/>
                      </a:cubicBezTo>
                      <a:cubicBezTo>
                        <a:pt x="156086" y="708176"/>
                        <a:pt x="120730" y="708176"/>
                        <a:pt x="109852" y="708176"/>
                      </a:cubicBezTo>
                      <a:cubicBezTo>
                        <a:pt x="104412" y="708176"/>
                        <a:pt x="96253" y="708176"/>
                        <a:pt x="90814" y="708176"/>
                      </a:cubicBezTo>
                      <a:cubicBezTo>
                        <a:pt x="85375" y="708176"/>
                        <a:pt x="77216" y="705456"/>
                        <a:pt x="69057" y="702736"/>
                      </a:cubicBezTo>
                      <a:cubicBezTo>
                        <a:pt x="63617" y="700017"/>
                        <a:pt x="58178" y="691858"/>
                        <a:pt x="58178" y="686418"/>
                      </a:cubicBezTo>
                      <a:cubicBezTo>
                        <a:pt x="58178" y="683699"/>
                        <a:pt x="58178" y="680979"/>
                        <a:pt x="60898" y="678259"/>
                      </a:cubicBezTo>
                      <a:cubicBezTo>
                        <a:pt x="63617" y="675540"/>
                        <a:pt x="71777" y="672820"/>
                        <a:pt x="77216" y="670101"/>
                      </a:cubicBezTo>
                      <a:cubicBezTo>
                        <a:pt x="90814" y="667381"/>
                        <a:pt x="120730" y="664661"/>
                        <a:pt x="126170" y="664661"/>
                      </a:cubicBezTo>
                      <a:cubicBezTo>
                        <a:pt x="128889" y="664661"/>
                        <a:pt x="134329" y="664661"/>
                        <a:pt x="142487" y="664661"/>
                      </a:cubicBezTo>
                      <a:cubicBezTo>
                        <a:pt x="142487" y="640184"/>
                        <a:pt x="147927" y="612988"/>
                        <a:pt x="147927" y="588511"/>
                      </a:cubicBezTo>
                      <a:cubicBezTo>
                        <a:pt x="150646" y="555875"/>
                        <a:pt x="153366" y="523239"/>
                        <a:pt x="153366" y="493323"/>
                      </a:cubicBezTo>
                      <a:cubicBezTo>
                        <a:pt x="153366" y="466126"/>
                        <a:pt x="156086" y="438930"/>
                        <a:pt x="156086" y="411733"/>
                      </a:cubicBezTo>
                      <a:cubicBezTo>
                        <a:pt x="158806" y="373658"/>
                        <a:pt x="158806" y="335583"/>
                        <a:pt x="161525" y="297508"/>
                      </a:cubicBezTo>
                      <a:cubicBezTo>
                        <a:pt x="161525" y="278470"/>
                        <a:pt x="164245" y="259433"/>
                        <a:pt x="166965" y="240395"/>
                      </a:cubicBezTo>
                      <a:cubicBezTo>
                        <a:pt x="169684" y="210479"/>
                        <a:pt x="172404" y="191441"/>
                        <a:pt x="177843" y="161525"/>
                      </a:cubicBezTo>
                      <a:cubicBezTo>
                        <a:pt x="180563" y="147927"/>
                        <a:pt x="180563" y="131609"/>
                        <a:pt x="183282" y="118011"/>
                      </a:cubicBezTo>
                      <a:cubicBezTo>
                        <a:pt x="183282" y="118011"/>
                        <a:pt x="183282" y="115291"/>
                        <a:pt x="183282" y="115291"/>
                      </a:cubicBezTo>
                      <a:cubicBezTo>
                        <a:pt x="177843" y="115291"/>
                        <a:pt x="172404" y="115291"/>
                        <a:pt x="161525" y="115291"/>
                      </a:cubicBezTo>
                      <a:cubicBezTo>
                        <a:pt x="153366" y="115291"/>
                        <a:pt x="145207" y="115291"/>
                        <a:pt x="137048" y="115291"/>
                      </a:cubicBezTo>
                      <a:cubicBezTo>
                        <a:pt x="128889" y="115291"/>
                        <a:pt x="118011" y="115291"/>
                        <a:pt x="109852" y="109851"/>
                      </a:cubicBezTo>
                      <a:cubicBezTo>
                        <a:pt x="101693" y="107132"/>
                        <a:pt x="93534" y="98973"/>
                        <a:pt x="93534" y="93534"/>
                      </a:cubicBezTo>
                      <a:cubicBezTo>
                        <a:pt x="93534" y="90814"/>
                        <a:pt x="93534" y="88094"/>
                        <a:pt x="98973" y="85375"/>
                      </a:cubicBezTo>
                      <a:cubicBezTo>
                        <a:pt x="104412" y="82655"/>
                        <a:pt x="115291" y="79935"/>
                        <a:pt x="120730" y="77216"/>
                      </a:cubicBezTo>
                      <a:cubicBezTo>
                        <a:pt x="139768" y="74496"/>
                        <a:pt x="164245" y="71776"/>
                        <a:pt x="172404" y="71776"/>
                      </a:cubicBezTo>
                      <a:cubicBezTo>
                        <a:pt x="194161" y="71776"/>
                        <a:pt x="210479" y="69057"/>
                        <a:pt x="234956" y="69057"/>
                      </a:cubicBezTo>
                      <a:cubicBezTo>
                        <a:pt x="237675" y="69057"/>
                        <a:pt x="240395" y="69057"/>
                        <a:pt x="243115" y="69057"/>
                      </a:cubicBezTo>
                      <a:cubicBezTo>
                        <a:pt x="251274" y="69057"/>
                        <a:pt x="262153" y="69057"/>
                        <a:pt x="270312" y="74496"/>
                      </a:cubicBezTo>
                      <a:cubicBezTo>
                        <a:pt x="283910" y="82655"/>
                        <a:pt x="300228" y="96253"/>
                        <a:pt x="308387" y="123450"/>
                      </a:cubicBezTo>
                      <a:cubicBezTo>
                        <a:pt x="316546" y="147927"/>
                        <a:pt x="327424" y="175123"/>
                        <a:pt x="332864" y="202320"/>
                      </a:cubicBezTo>
                      <a:cubicBezTo>
                        <a:pt x="335583" y="213198"/>
                        <a:pt x="335583" y="226797"/>
                        <a:pt x="338303" y="237675"/>
                      </a:cubicBezTo>
                      <a:cubicBezTo>
                        <a:pt x="343742" y="251274"/>
                        <a:pt x="346462" y="264872"/>
                        <a:pt x="349182" y="281190"/>
                      </a:cubicBezTo>
                      <a:cubicBezTo>
                        <a:pt x="351901" y="292068"/>
                        <a:pt x="351901" y="305667"/>
                        <a:pt x="357341" y="316545"/>
                      </a:cubicBezTo>
                      <a:cubicBezTo>
                        <a:pt x="362780" y="327424"/>
                        <a:pt x="362780" y="338303"/>
                        <a:pt x="365500" y="351901"/>
                      </a:cubicBezTo>
                      <a:cubicBezTo>
                        <a:pt x="365500" y="357340"/>
                        <a:pt x="373658" y="373658"/>
                        <a:pt x="376378" y="389976"/>
                      </a:cubicBezTo>
                      <a:cubicBezTo>
                        <a:pt x="381817" y="403574"/>
                        <a:pt x="384537" y="414453"/>
                        <a:pt x="387257" y="414453"/>
                      </a:cubicBezTo>
                      <a:cubicBezTo>
                        <a:pt x="392696" y="414453"/>
                        <a:pt x="395416" y="381817"/>
                        <a:pt x="398136" y="376378"/>
                      </a:cubicBezTo>
                      <a:cubicBezTo>
                        <a:pt x="400855" y="362779"/>
                        <a:pt x="403575" y="346462"/>
                        <a:pt x="406295" y="332863"/>
                      </a:cubicBezTo>
                      <a:cubicBezTo>
                        <a:pt x="411734" y="302947"/>
                        <a:pt x="417173" y="273031"/>
                        <a:pt x="425332" y="243115"/>
                      </a:cubicBezTo>
                      <a:cubicBezTo>
                        <a:pt x="430771" y="213198"/>
                        <a:pt x="436211" y="180563"/>
                        <a:pt x="444370" y="150646"/>
                      </a:cubicBezTo>
                      <a:cubicBezTo>
                        <a:pt x="449809" y="126170"/>
                        <a:pt x="460688" y="98973"/>
                        <a:pt x="477006" y="79935"/>
                      </a:cubicBezTo>
                      <a:cubicBezTo>
                        <a:pt x="487884" y="66337"/>
                        <a:pt x="506922" y="58178"/>
                        <a:pt x="523240" y="58178"/>
                      </a:cubicBezTo>
                      <a:cubicBezTo>
                        <a:pt x="528679" y="58178"/>
                        <a:pt x="539558" y="58178"/>
                        <a:pt x="544997" y="63617"/>
                      </a:cubicBezTo>
                      <a:lnTo>
                        <a:pt x="612988" y="63617"/>
                      </a:lnTo>
                      <a:cubicBezTo>
                        <a:pt x="626587" y="63617"/>
                        <a:pt x="651064" y="63617"/>
                        <a:pt x="651064" y="79935"/>
                      </a:cubicBezTo>
                      <a:cubicBezTo>
                        <a:pt x="651064" y="88094"/>
                        <a:pt x="648344" y="88094"/>
                        <a:pt x="645624" y="96253"/>
                      </a:cubicBezTo>
                      <a:cubicBezTo>
                        <a:pt x="640185" y="101693"/>
                        <a:pt x="634746" y="104412"/>
                        <a:pt x="629307" y="104412"/>
                      </a:cubicBezTo>
                      <a:cubicBezTo>
                        <a:pt x="621147" y="107132"/>
                        <a:pt x="612988" y="107132"/>
                        <a:pt x="607549" y="107132"/>
                      </a:cubicBezTo>
                      <a:cubicBezTo>
                        <a:pt x="604829" y="107132"/>
                        <a:pt x="591231" y="107132"/>
                        <a:pt x="580353" y="107132"/>
                      </a:cubicBezTo>
                      <a:cubicBezTo>
                        <a:pt x="580353" y="109851"/>
                        <a:pt x="583072" y="112571"/>
                        <a:pt x="583072" y="115291"/>
                      </a:cubicBezTo>
                      <a:cubicBezTo>
                        <a:pt x="585792" y="128889"/>
                        <a:pt x="585792" y="142487"/>
                        <a:pt x="588512" y="156086"/>
                      </a:cubicBezTo>
                      <a:cubicBezTo>
                        <a:pt x="591231" y="169684"/>
                        <a:pt x="591231" y="183282"/>
                        <a:pt x="593951" y="196881"/>
                      </a:cubicBezTo>
                      <a:cubicBezTo>
                        <a:pt x="593951" y="207759"/>
                        <a:pt x="599390" y="215918"/>
                        <a:pt x="599390" y="226797"/>
                      </a:cubicBezTo>
                      <a:cubicBezTo>
                        <a:pt x="599390" y="229516"/>
                        <a:pt x="599390" y="229516"/>
                        <a:pt x="599390" y="232236"/>
                      </a:cubicBezTo>
                      <a:cubicBezTo>
                        <a:pt x="599390" y="234956"/>
                        <a:pt x="599390" y="237675"/>
                        <a:pt x="599390" y="240395"/>
                      </a:cubicBezTo>
                      <a:cubicBezTo>
                        <a:pt x="599390" y="251274"/>
                        <a:pt x="599390" y="259433"/>
                        <a:pt x="602110" y="270311"/>
                      </a:cubicBezTo>
                      <a:cubicBezTo>
                        <a:pt x="604829" y="283909"/>
                        <a:pt x="607549" y="294788"/>
                        <a:pt x="607549" y="308386"/>
                      </a:cubicBezTo>
                      <a:cubicBezTo>
                        <a:pt x="607549" y="311106"/>
                        <a:pt x="607549" y="316545"/>
                        <a:pt x="607549" y="319265"/>
                      </a:cubicBezTo>
                      <a:cubicBezTo>
                        <a:pt x="607549" y="324704"/>
                        <a:pt x="610269" y="330144"/>
                        <a:pt x="612988" y="335583"/>
                      </a:cubicBezTo>
                      <a:cubicBezTo>
                        <a:pt x="612988" y="338303"/>
                        <a:pt x="612988" y="343742"/>
                        <a:pt x="612988" y="346462"/>
                      </a:cubicBezTo>
                      <a:cubicBezTo>
                        <a:pt x="612988" y="354620"/>
                        <a:pt x="612988" y="362779"/>
                        <a:pt x="612988" y="370939"/>
                      </a:cubicBezTo>
                      <a:cubicBezTo>
                        <a:pt x="612988" y="379097"/>
                        <a:pt x="612988" y="387256"/>
                        <a:pt x="612988" y="395415"/>
                      </a:cubicBezTo>
                      <a:cubicBezTo>
                        <a:pt x="612988" y="403574"/>
                        <a:pt x="615708" y="414453"/>
                        <a:pt x="615708" y="422612"/>
                      </a:cubicBezTo>
                      <a:cubicBezTo>
                        <a:pt x="618428" y="430771"/>
                        <a:pt x="618428" y="436210"/>
                        <a:pt x="618428" y="441650"/>
                      </a:cubicBezTo>
                      <a:cubicBezTo>
                        <a:pt x="618428" y="444369"/>
                        <a:pt x="618428" y="449808"/>
                        <a:pt x="618428" y="455248"/>
                      </a:cubicBezTo>
                      <a:cubicBezTo>
                        <a:pt x="618428" y="460687"/>
                        <a:pt x="618428" y="460687"/>
                        <a:pt x="621147" y="463407"/>
                      </a:cubicBezTo>
                      <a:cubicBezTo>
                        <a:pt x="623867" y="471566"/>
                        <a:pt x="623867" y="477005"/>
                        <a:pt x="626587" y="482444"/>
                      </a:cubicBezTo>
                      <a:cubicBezTo>
                        <a:pt x="629307" y="493323"/>
                        <a:pt x="629307" y="506921"/>
                        <a:pt x="629307" y="517800"/>
                      </a:cubicBezTo>
                      <a:cubicBezTo>
                        <a:pt x="632026" y="534118"/>
                        <a:pt x="632026" y="547716"/>
                        <a:pt x="634746" y="561314"/>
                      </a:cubicBezTo>
                      <a:cubicBezTo>
                        <a:pt x="634746" y="564034"/>
                        <a:pt x="634746" y="564034"/>
                        <a:pt x="634746" y="566754"/>
                      </a:cubicBezTo>
                      <a:cubicBezTo>
                        <a:pt x="634746" y="572193"/>
                        <a:pt x="634746" y="577632"/>
                        <a:pt x="634746" y="583072"/>
                      </a:cubicBezTo>
                      <a:cubicBezTo>
                        <a:pt x="634746" y="596670"/>
                        <a:pt x="637466" y="602109"/>
                        <a:pt x="637466" y="607548"/>
                      </a:cubicBezTo>
                      <a:cubicBezTo>
                        <a:pt x="637466" y="610268"/>
                        <a:pt x="640185" y="615708"/>
                        <a:pt x="640185" y="618427"/>
                      </a:cubicBezTo>
                      <a:cubicBezTo>
                        <a:pt x="640185" y="623866"/>
                        <a:pt x="640185" y="629306"/>
                        <a:pt x="640185" y="632025"/>
                      </a:cubicBezTo>
                      <a:cubicBezTo>
                        <a:pt x="640185" y="634745"/>
                        <a:pt x="640185" y="637465"/>
                        <a:pt x="640185" y="640184"/>
                      </a:cubicBezTo>
                      <a:cubicBezTo>
                        <a:pt x="640185" y="645624"/>
                        <a:pt x="642905" y="653783"/>
                        <a:pt x="642905" y="659222"/>
                      </a:cubicBezTo>
                      <a:cubicBezTo>
                        <a:pt x="642905" y="661942"/>
                        <a:pt x="642905" y="661942"/>
                        <a:pt x="642905" y="664661"/>
                      </a:cubicBezTo>
                      <a:cubicBezTo>
                        <a:pt x="645624" y="678259"/>
                        <a:pt x="651064" y="678259"/>
                        <a:pt x="653783" y="678259"/>
                      </a:cubicBezTo>
                      <a:lnTo>
                        <a:pt x="653783" y="678259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44" name="Freeform: Shape 43">
                  <a:extLst>
                    <a:ext uri="{FF2B5EF4-FFF2-40B4-BE49-F238E27FC236}">
                      <a16:creationId xmlns:a16="http://schemas.microsoft.com/office/drawing/2014/main" id="{AB83BECE-5786-14A2-05AE-04AF445AE268}"/>
                    </a:ext>
                  </a:extLst>
                </p:cNvPr>
                <p:cNvSpPr/>
                <p:nvPr/>
              </p:nvSpPr>
              <p:spPr>
                <a:xfrm>
                  <a:off x="6362526" y="4242177"/>
                  <a:ext cx="492259" cy="674476"/>
                </a:xfrm>
                <a:custGeom>
                  <a:avLst/>
                  <a:gdLst>
                    <a:gd name="connsiteX0" fmla="*/ 225733 w 492259"/>
                    <a:gd name="connsiteY0" fmla="*/ 97907 h 674476"/>
                    <a:gd name="connsiteX1" fmla="*/ 209415 w 492259"/>
                    <a:gd name="connsiteY1" fmla="*/ 119665 h 674476"/>
                    <a:gd name="connsiteX2" fmla="*/ 201256 w 492259"/>
                    <a:gd name="connsiteY2" fmla="*/ 152300 h 674476"/>
                    <a:gd name="connsiteX3" fmla="*/ 198536 w 492259"/>
                    <a:gd name="connsiteY3" fmla="*/ 168618 h 674476"/>
                    <a:gd name="connsiteX4" fmla="*/ 195817 w 492259"/>
                    <a:gd name="connsiteY4" fmla="*/ 184936 h 674476"/>
                    <a:gd name="connsiteX5" fmla="*/ 187658 w 492259"/>
                    <a:gd name="connsiteY5" fmla="*/ 220292 h 674476"/>
                    <a:gd name="connsiteX6" fmla="*/ 168620 w 492259"/>
                    <a:gd name="connsiteY6" fmla="*/ 291003 h 674476"/>
                    <a:gd name="connsiteX7" fmla="*/ 160461 w 492259"/>
                    <a:gd name="connsiteY7" fmla="*/ 323639 h 674476"/>
                    <a:gd name="connsiteX8" fmla="*/ 149582 w 492259"/>
                    <a:gd name="connsiteY8" fmla="*/ 361714 h 674476"/>
                    <a:gd name="connsiteX9" fmla="*/ 144143 w 492259"/>
                    <a:gd name="connsiteY9" fmla="*/ 388910 h 674476"/>
                    <a:gd name="connsiteX10" fmla="*/ 149582 w 492259"/>
                    <a:gd name="connsiteY10" fmla="*/ 391630 h 674476"/>
                    <a:gd name="connsiteX11" fmla="*/ 171340 w 492259"/>
                    <a:gd name="connsiteY11" fmla="*/ 391630 h 674476"/>
                    <a:gd name="connsiteX12" fmla="*/ 193097 w 492259"/>
                    <a:gd name="connsiteY12" fmla="*/ 388910 h 674476"/>
                    <a:gd name="connsiteX13" fmla="*/ 212135 w 492259"/>
                    <a:gd name="connsiteY13" fmla="*/ 388910 h 674476"/>
                    <a:gd name="connsiteX14" fmla="*/ 236611 w 492259"/>
                    <a:gd name="connsiteY14" fmla="*/ 388910 h 674476"/>
                    <a:gd name="connsiteX15" fmla="*/ 250210 w 492259"/>
                    <a:gd name="connsiteY15" fmla="*/ 386191 h 674476"/>
                    <a:gd name="connsiteX16" fmla="*/ 258369 w 492259"/>
                    <a:gd name="connsiteY16" fmla="*/ 386191 h 674476"/>
                    <a:gd name="connsiteX17" fmla="*/ 255649 w 492259"/>
                    <a:gd name="connsiteY17" fmla="*/ 367153 h 674476"/>
                    <a:gd name="connsiteX18" fmla="*/ 250210 w 492259"/>
                    <a:gd name="connsiteY18" fmla="*/ 331797 h 674476"/>
                    <a:gd name="connsiteX19" fmla="*/ 247490 w 492259"/>
                    <a:gd name="connsiteY19" fmla="*/ 244769 h 674476"/>
                    <a:gd name="connsiteX20" fmla="*/ 242051 w 492259"/>
                    <a:gd name="connsiteY20" fmla="*/ 203974 h 674476"/>
                    <a:gd name="connsiteX21" fmla="*/ 236611 w 492259"/>
                    <a:gd name="connsiteY21" fmla="*/ 157740 h 674476"/>
                    <a:gd name="connsiteX22" fmla="*/ 233892 w 492259"/>
                    <a:gd name="connsiteY22" fmla="*/ 119665 h 674476"/>
                    <a:gd name="connsiteX23" fmla="*/ 225733 w 492259"/>
                    <a:gd name="connsiteY23" fmla="*/ 97907 h 674476"/>
                    <a:gd name="connsiteX24" fmla="*/ 274687 w 492259"/>
                    <a:gd name="connsiteY24" fmla="*/ 0 h 674476"/>
                    <a:gd name="connsiteX25" fmla="*/ 304603 w 492259"/>
                    <a:gd name="connsiteY25" fmla="*/ 5439 h 674476"/>
                    <a:gd name="connsiteX26" fmla="*/ 320921 w 492259"/>
                    <a:gd name="connsiteY26" fmla="*/ 24477 h 674476"/>
                    <a:gd name="connsiteX27" fmla="*/ 334519 w 492259"/>
                    <a:gd name="connsiteY27" fmla="*/ 43515 h 674476"/>
                    <a:gd name="connsiteX28" fmla="*/ 339959 w 492259"/>
                    <a:gd name="connsiteY28" fmla="*/ 65272 h 674476"/>
                    <a:gd name="connsiteX29" fmla="*/ 348118 w 492259"/>
                    <a:gd name="connsiteY29" fmla="*/ 114226 h 674476"/>
                    <a:gd name="connsiteX30" fmla="*/ 361716 w 492259"/>
                    <a:gd name="connsiteY30" fmla="*/ 163180 h 674476"/>
                    <a:gd name="connsiteX31" fmla="*/ 369875 w 492259"/>
                    <a:gd name="connsiteY31" fmla="*/ 220293 h 674476"/>
                    <a:gd name="connsiteX32" fmla="*/ 378034 w 492259"/>
                    <a:gd name="connsiteY32" fmla="*/ 274686 h 674476"/>
                    <a:gd name="connsiteX33" fmla="*/ 383473 w 492259"/>
                    <a:gd name="connsiteY33" fmla="*/ 301883 h 674476"/>
                    <a:gd name="connsiteX34" fmla="*/ 391632 w 492259"/>
                    <a:gd name="connsiteY34" fmla="*/ 337238 h 674476"/>
                    <a:gd name="connsiteX35" fmla="*/ 397071 w 492259"/>
                    <a:gd name="connsiteY35" fmla="*/ 364435 h 674476"/>
                    <a:gd name="connsiteX36" fmla="*/ 405230 w 492259"/>
                    <a:gd name="connsiteY36" fmla="*/ 383473 h 674476"/>
                    <a:gd name="connsiteX37" fmla="*/ 416109 w 492259"/>
                    <a:gd name="connsiteY37" fmla="*/ 386192 h 674476"/>
                    <a:gd name="connsiteX38" fmla="*/ 426988 w 492259"/>
                    <a:gd name="connsiteY38" fmla="*/ 386192 h 674476"/>
                    <a:gd name="connsiteX39" fmla="*/ 454184 w 492259"/>
                    <a:gd name="connsiteY39" fmla="*/ 397071 h 674476"/>
                    <a:gd name="connsiteX40" fmla="*/ 456904 w 492259"/>
                    <a:gd name="connsiteY40" fmla="*/ 405230 h 674476"/>
                    <a:gd name="connsiteX41" fmla="*/ 451464 w 492259"/>
                    <a:gd name="connsiteY41" fmla="*/ 416108 h 674476"/>
                    <a:gd name="connsiteX42" fmla="*/ 432427 w 492259"/>
                    <a:gd name="connsiteY42" fmla="*/ 429707 h 674476"/>
                    <a:gd name="connsiteX43" fmla="*/ 421548 w 492259"/>
                    <a:gd name="connsiteY43" fmla="*/ 432426 h 674476"/>
                    <a:gd name="connsiteX44" fmla="*/ 413389 w 492259"/>
                    <a:gd name="connsiteY44" fmla="*/ 435146 h 674476"/>
                    <a:gd name="connsiteX45" fmla="*/ 413389 w 492259"/>
                    <a:gd name="connsiteY45" fmla="*/ 440585 h 674476"/>
                    <a:gd name="connsiteX46" fmla="*/ 416109 w 492259"/>
                    <a:gd name="connsiteY46" fmla="*/ 451464 h 674476"/>
                    <a:gd name="connsiteX47" fmla="*/ 418829 w 492259"/>
                    <a:gd name="connsiteY47" fmla="*/ 465062 h 674476"/>
                    <a:gd name="connsiteX48" fmla="*/ 418829 w 492259"/>
                    <a:gd name="connsiteY48" fmla="*/ 475941 h 674476"/>
                    <a:gd name="connsiteX49" fmla="*/ 418829 w 492259"/>
                    <a:gd name="connsiteY49" fmla="*/ 486820 h 674476"/>
                    <a:gd name="connsiteX50" fmla="*/ 426988 w 492259"/>
                    <a:gd name="connsiteY50" fmla="*/ 516736 h 674476"/>
                    <a:gd name="connsiteX51" fmla="*/ 432427 w 492259"/>
                    <a:gd name="connsiteY51" fmla="*/ 543932 h 674476"/>
                    <a:gd name="connsiteX52" fmla="*/ 437866 w 492259"/>
                    <a:gd name="connsiteY52" fmla="*/ 573848 h 674476"/>
                    <a:gd name="connsiteX53" fmla="*/ 443306 w 492259"/>
                    <a:gd name="connsiteY53" fmla="*/ 606484 h 674476"/>
                    <a:gd name="connsiteX54" fmla="*/ 446025 w 492259"/>
                    <a:gd name="connsiteY54" fmla="*/ 617363 h 674476"/>
                    <a:gd name="connsiteX55" fmla="*/ 470502 w 492259"/>
                    <a:gd name="connsiteY55" fmla="*/ 617363 h 674476"/>
                    <a:gd name="connsiteX56" fmla="*/ 492259 w 492259"/>
                    <a:gd name="connsiteY56" fmla="*/ 641840 h 674476"/>
                    <a:gd name="connsiteX57" fmla="*/ 484101 w 492259"/>
                    <a:gd name="connsiteY57" fmla="*/ 655438 h 674476"/>
                    <a:gd name="connsiteX58" fmla="*/ 467782 w 492259"/>
                    <a:gd name="connsiteY58" fmla="*/ 663597 h 674476"/>
                    <a:gd name="connsiteX59" fmla="*/ 443306 w 492259"/>
                    <a:gd name="connsiteY59" fmla="*/ 666317 h 674476"/>
                    <a:gd name="connsiteX60" fmla="*/ 421548 w 492259"/>
                    <a:gd name="connsiteY60" fmla="*/ 666317 h 674476"/>
                    <a:gd name="connsiteX61" fmla="*/ 413389 w 492259"/>
                    <a:gd name="connsiteY61" fmla="*/ 666317 h 674476"/>
                    <a:gd name="connsiteX62" fmla="*/ 399791 w 492259"/>
                    <a:gd name="connsiteY62" fmla="*/ 671756 h 674476"/>
                    <a:gd name="connsiteX63" fmla="*/ 383473 w 492259"/>
                    <a:gd name="connsiteY63" fmla="*/ 674476 h 674476"/>
                    <a:gd name="connsiteX64" fmla="*/ 348118 w 492259"/>
                    <a:gd name="connsiteY64" fmla="*/ 669036 h 674476"/>
                    <a:gd name="connsiteX65" fmla="*/ 326360 w 492259"/>
                    <a:gd name="connsiteY65" fmla="*/ 669036 h 674476"/>
                    <a:gd name="connsiteX66" fmla="*/ 277406 w 492259"/>
                    <a:gd name="connsiteY66" fmla="*/ 669036 h 674476"/>
                    <a:gd name="connsiteX67" fmla="*/ 252930 w 492259"/>
                    <a:gd name="connsiteY67" fmla="*/ 663597 h 674476"/>
                    <a:gd name="connsiteX68" fmla="*/ 236611 w 492259"/>
                    <a:gd name="connsiteY68" fmla="*/ 647279 h 674476"/>
                    <a:gd name="connsiteX69" fmla="*/ 261088 w 492259"/>
                    <a:gd name="connsiteY69" fmla="*/ 630961 h 674476"/>
                    <a:gd name="connsiteX70" fmla="*/ 288285 w 492259"/>
                    <a:gd name="connsiteY70" fmla="*/ 628241 h 674476"/>
                    <a:gd name="connsiteX71" fmla="*/ 285565 w 492259"/>
                    <a:gd name="connsiteY71" fmla="*/ 609204 h 674476"/>
                    <a:gd name="connsiteX72" fmla="*/ 282846 w 492259"/>
                    <a:gd name="connsiteY72" fmla="*/ 582007 h 674476"/>
                    <a:gd name="connsiteX73" fmla="*/ 280126 w 492259"/>
                    <a:gd name="connsiteY73" fmla="*/ 568409 h 674476"/>
                    <a:gd name="connsiteX74" fmla="*/ 282846 w 492259"/>
                    <a:gd name="connsiteY74" fmla="*/ 554811 h 674476"/>
                    <a:gd name="connsiteX75" fmla="*/ 277406 w 492259"/>
                    <a:gd name="connsiteY75" fmla="*/ 538493 h 674476"/>
                    <a:gd name="connsiteX76" fmla="*/ 271967 w 492259"/>
                    <a:gd name="connsiteY76" fmla="*/ 505857 h 674476"/>
                    <a:gd name="connsiteX77" fmla="*/ 269247 w 492259"/>
                    <a:gd name="connsiteY77" fmla="*/ 478660 h 674476"/>
                    <a:gd name="connsiteX78" fmla="*/ 266528 w 492259"/>
                    <a:gd name="connsiteY78" fmla="*/ 446025 h 674476"/>
                    <a:gd name="connsiteX79" fmla="*/ 261088 w 492259"/>
                    <a:gd name="connsiteY79" fmla="*/ 437866 h 674476"/>
                    <a:gd name="connsiteX80" fmla="*/ 250210 w 492259"/>
                    <a:gd name="connsiteY80" fmla="*/ 437866 h 674476"/>
                    <a:gd name="connsiteX81" fmla="*/ 220293 w 492259"/>
                    <a:gd name="connsiteY81" fmla="*/ 440585 h 674476"/>
                    <a:gd name="connsiteX82" fmla="*/ 190377 w 492259"/>
                    <a:gd name="connsiteY82" fmla="*/ 443305 h 674476"/>
                    <a:gd name="connsiteX83" fmla="*/ 165900 w 492259"/>
                    <a:gd name="connsiteY83" fmla="*/ 443305 h 674476"/>
                    <a:gd name="connsiteX84" fmla="*/ 144143 w 492259"/>
                    <a:gd name="connsiteY84" fmla="*/ 440585 h 674476"/>
                    <a:gd name="connsiteX85" fmla="*/ 135984 w 492259"/>
                    <a:gd name="connsiteY85" fmla="*/ 454184 h 674476"/>
                    <a:gd name="connsiteX86" fmla="*/ 130545 w 492259"/>
                    <a:gd name="connsiteY86" fmla="*/ 486820 h 674476"/>
                    <a:gd name="connsiteX87" fmla="*/ 119666 w 492259"/>
                    <a:gd name="connsiteY87" fmla="*/ 541213 h 674476"/>
                    <a:gd name="connsiteX88" fmla="*/ 103348 w 492259"/>
                    <a:gd name="connsiteY88" fmla="*/ 614643 h 674476"/>
                    <a:gd name="connsiteX89" fmla="*/ 133264 w 492259"/>
                    <a:gd name="connsiteY89" fmla="*/ 614643 h 674476"/>
                    <a:gd name="connsiteX90" fmla="*/ 168620 w 492259"/>
                    <a:gd name="connsiteY90" fmla="*/ 630961 h 674476"/>
                    <a:gd name="connsiteX91" fmla="*/ 163181 w 492259"/>
                    <a:gd name="connsiteY91" fmla="*/ 647279 h 674476"/>
                    <a:gd name="connsiteX92" fmla="*/ 146863 w 492259"/>
                    <a:gd name="connsiteY92" fmla="*/ 655438 h 674476"/>
                    <a:gd name="connsiteX93" fmla="*/ 127825 w 492259"/>
                    <a:gd name="connsiteY93" fmla="*/ 658158 h 674476"/>
                    <a:gd name="connsiteX94" fmla="*/ 106068 w 492259"/>
                    <a:gd name="connsiteY94" fmla="*/ 658158 h 674476"/>
                    <a:gd name="connsiteX95" fmla="*/ 62552 w 492259"/>
                    <a:gd name="connsiteY95" fmla="*/ 658158 h 674476"/>
                    <a:gd name="connsiteX96" fmla="*/ 40795 w 492259"/>
                    <a:gd name="connsiteY96" fmla="*/ 658158 h 674476"/>
                    <a:gd name="connsiteX97" fmla="*/ 16318 w 492259"/>
                    <a:gd name="connsiteY97" fmla="*/ 652718 h 674476"/>
                    <a:gd name="connsiteX98" fmla="*/ 0 w 492259"/>
                    <a:gd name="connsiteY98" fmla="*/ 636401 h 674476"/>
                    <a:gd name="connsiteX99" fmla="*/ 2720 w 492259"/>
                    <a:gd name="connsiteY99" fmla="*/ 628241 h 674476"/>
                    <a:gd name="connsiteX100" fmla="*/ 24477 w 492259"/>
                    <a:gd name="connsiteY100" fmla="*/ 620082 h 674476"/>
                    <a:gd name="connsiteX101" fmla="*/ 62552 w 492259"/>
                    <a:gd name="connsiteY101" fmla="*/ 617363 h 674476"/>
                    <a:gd name="connsiteX102" fmla="*/ 62552 w 492259"/>
                    <a:gd name="connsiteY102" fmla="*/ 614643 h 674476"/>
                    <a:gd name="connsiteX103" fmla="*/ 65272 w 492259"/>
                    <a:gd name="connsiteY103" fmla="*/ 587447 h 674476"/>
                    <a:gd name="connsiteX104" fmla="*/ 76151 w 492259"/>
                    <a:gd name="connsiteY104" fmla="*/ 522175 h 674476"/>
                    <a:gd name="connsiteX105" fmla="*/ 87029 w 492259"/>
                    <a:gd name="connsiteY105" fmla="*/ 470501 h 674476"/>
                    <a:gd name="connsiteX106" fmla="*/ 92468 w 492259"/>
                    <a:gd name="connsiteY106" fmla="*/ 446025 h 674476"/>
                    <a:gd name="connsiteX107" fmla="*/ 65272 w 492259"/>
                    <a:gd name="connsiteY107" fmla="*/ 432426 h 674476"/>
                    <a:gd name="connsiteX108" fmla="*/ 54393 w 492259"/>
                    <a:gd name="connsiteY108" fmla="*/ 421548 h 674476"/>
                    <a:gd name="connsiteX109" fmla="*/ 73431 w 492259"/>
                    <a:gd name="connsiteY109" fmla="*/ 407949 h 674476"/>
                    <a:gd name="connsiteX110" fmla="*/ 100629 w 492259"/>
                    <a:gd name="connsiteY110" fmla="*/ 399790 h 674476"/>
                    <a:gd name="connsiteX111" fmla="*/ 108788 w 492259"/>
                    <a:gd name="connsiteY111" fmla="*/ 369874 h 674476"/>
                    <a:gd name="connsiteX112" fmla="*/ 125105 w 492259"/>
                    <a:gd name="connsiteY112" fmla="*/ 307322 h 674476"/>
                    <a:gd name="connsiteX113" fmla="*/ 141423 w 492259"/>
                    <a:gd name="connsiteY113" fmla="*/ 242051 h 674476"/>
                    <a:gd name="connsiteX114" fmla="*/ 155022 w 492259"/>
                    <a:gd name="connsiteY114" fmla="*/ 179498 h 674476"/>
                    <a:gd name="connsiteX115" fmla="*/ 168620 w 492259"/>
                    <a:gd name="connsiteY115" fmla="*/ 119665 h 674476"/>
                    <a:gd name="connsiteX116" fmla="*/ 193097 w 492259"/>
                    <a:gd name="connsiteY116" fmla="*/ 57113 h 674476"/>
                    <a:gd name="connsiteX117" fmla="*/ 201256 w 492259"/>
                    <a:gd name="connsiteY117" fmla="*/ 38075 h 674476"/>
                    <a:gd name="connsiteX118" fmla="*/ 217574 w 492259"/>
                    <a:gd name="connsiteY118" fmla="*/ 13598 h 674476"/>
                    <a:gd name="connsiteX119" fmla="*/ 274687 w 492259"/>
                    <a:gd name="connsiteY119" fmla="*/ 0 h 6744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</a:cxnLst>
                  <a:rect l="l" t="t" r="r" b="b"/>
                  <a:pathLst>
                    <a:path w="492259" h="674476">
                      <a:moveTo>
                        <a:pt x="225733" y="97907"/>
                      </a:moveTo>
                      <a:cubicBezTo>
                        <a:pt x="217574" y="97907"/>
                        <a:pt x="209415" y="114225"/>
                        <a:pt x="209415" y="119665"/>
                      </a:cubicBezTo>
                      <a:cubicBezTo>
                        <a:pt x="206695" y="130543"/>
                        <a:pt x="203976" y="144141"/>
                        <a:pt x="201256" y="152300"/>
                      </a:cubicBezTo>
                      <a:cubicBezTo>
                        <a:pt x="198536" y="157740"/>
                        <a:pt x="198536" y="163179"/>
                        <a:pt x="198536" y="168618"/>
                      </a:cubicBezTo>
                      <a:cubicBezTo>
                        <a:pt x="198536" y="174058"/>
                        <a:pt x="195817" y="179497"/>
                        <a:pt x="195817" y="184936"/>
                      </a:cubicBezTo>
                      <a:cubicBezTo>
                        <a:pt x="193097" y="195815"/>
                        <a:pt x="190377" y="209413"/>
                        <a:pt x="187658" y="220292"/>
                      </a:cubicBezTo>
                      <a:cubicBezTo>
                        <a:pt x="184938" y="244769"/>
                        <a:pt x="176779" y="269246"/>
                        <a:pt x="168620" y="291003"/>
                      </a:cubicBezTo>
                      <a:cubicBezTo>
                        <a:pt x="165900" y="301881"/>
                        <a:pt x="163181" y="312760"/>
                        <a:pt x="160461" y="323639"/>
                      </a:cubicBezTo>
                      <a:cubicBezTo>
                        <a:pt x="157742" y="337237"/>
                        <a:pt x="155022" y="348115"/>
                        <a:pt x="149582" y="361714"/>
                      </a:cubicBezTo>
                      <a:cubicBezTo>
                        <a:pt x="146863" y="367153"/>
                        <a:pt x="144143" y="383471"/>
                        <a:pt x="144143" y="388910"/>
                      </a:cubicBezTo>
                      <a:cubicBezTo>
                        <a:pt x="144143" y="391630"/>
                        <a:pt x="146863" y="391630"/>
                        <a:pt x="149582" y="391630"/>
                      </a:cubicBezTo>
                      <a:cubicBezTo>
                        <a:pt x="155022" y="391630"/>
                        <a:pt x="168620" y="391630"/>
                        <a:pt x="171340" y="391630"/>
                      </a:cubicBezTo>
                      <a:cubicBezTo>
                        <a:pt x="179498" y="391630"/>
                        <a:pt x="187658" y="391630"/>
                        <a:pt x="193097" y="388910"/>
                      </a:cubicBezTo>
                      <a:cubicBezTo>
                        <a:pt x="198536" y="388910"/>
                        <a:pt x="203976" y="388910"/>
                        <a:pt x="212135" y="388910"/>
                      </a:cubicBezTo>
                      <a:cubicBezTo>
                        <a:pt x="217574" y="388910"/>
                        <a:pt x="225733" y="388910"/>
                        <a:pt x="236611" y="388910"/>
                      </a:cubicBezTo>
                      <a:cubicBezTo>
                        <a:pt x="242051" y="388910"/>
                        <a:pt x="247490" y="388910"/>
                        <a:pt x="250210" y="386191"/>
                      </a:cubicBezTo>
                      <a:cubicBezTo>
                        <a:pt x="255649" y="391630"/>
                        <a:pt x="258369" y="388910"/>
                        <a:pt x="258369" y="386191"/>
                      </a:cubicBezTo>
                      <a:cubicBezTo>
                        <a:pt x="258369" y="380751"/>
                        <a:pt x="255649" y="372592"/>
                        <a:pt x="255649" y="367153"/>
                      </a:cubicBezTo>
                      <a:cubicBezTo>
                        <a:pt x="252930" y="353555"/>
                        <a:pt x="250210" y="342676"/>
                        <a:pt x="250210" y="331797"/>
                      </a:cubicBezTo>
                      <a:cubicBezTo>
                        <a:pt x="250210" y="301881"/>
                        <a:pt x="250210" y="274685"/>
                        <a:pt x="247490" y="244769"/>
                      </a:cubicBezTo>
                      <a:cubicBezTo>
                        <a:pt x="247490" y="231170"/>
                        <a:pt x="244771" y="217572"/>
                        <a:pt x="242051" y="203974"/>
                      </a:cubicBezTo>
                      <a:cubicBezTo>
                        <a:pt x="239331" y="187656"/>
                        <a:pt x="236611" y="174058"/>
                        <a:pt x="236611" y="157740"/>
                      </a:cubicBezTo>
                      <a:cubicBezTo>
                        <a:pt x="236611" y="152300"/>
                        <a:pt x="236611" y="133263"/>
                        <a:pt x="233892" y="119665"/>
                      </a:cubicBezTo>
                      <a:cubicBezTo>
                        <a:pt x="233892" y="106066"/>
                        <a:pt x="231172" y="97907"/>
                        <a:pt x="225733" y="97907"/>
                      </a:cubicBezTo>
                      <a:close/>
                      <a:moveTo>
                        <a:pt x="274687" y="0"/>
                      </a:moveTo>
                      <a:cubicBezTo>
                        <a:pt x="288285" y="0"/>
                        <a:pt x="293724" y="2720"/>
                        <a:pt x="304603" y="5439"/>
                      </a:cubicBezTo>
                      <a:cubicBezTo>
                        <a:pt x="315481" y="10879"/>
                        <a:pt x="315481" y="16318"/>
                        <a:pt x="320921" y="24477"/>
                      </a:cubicBezTo>
                      <a:cubicBezTo>
                        <a:pt x="326360" y="29916"/>
                        <a:pt x="331800" y="35356"/>
                        <a:pt x="334519" y="43515"/>
                      </a:cubicBezTo>
                      <a:cubicBezTo>
                        <a:pt x="337239" y="51674"/>
                        <a:pt x="337239" y="57113"/>
                        <a:pt x="339959" y="65272"/>
                      </a:cubicBezTo>
                      <a:cubicBezTo>
                        <a:pt x="345398" y="78870"/>
                        <a:pt x="342678" y="97908"/>
                        <a:pt x="348118" y="114226"/>
                      </a:cubicBezTo>
                      <a:cubicBezTo>
                        <a:pt x="350837" y="130544"/>
                        <a:pt x="358996" y="146863"/>
                        <a:pt x="361716" y="163180"/>
                      </a:cubicBezTo>
                      <a:cubicBezTo>
                        <a:pt x="364435" y="182218"/>
                        <a:pt x="364435" y="201256"/>
                        <a:pt x="369875" y="220293"/>
                      </a:cubicBezTo>
                      <a:cubicBezTo>
                        <a:pt x="375314" y="239331"/>
                        <a:pt x="378034" y="255649"/>
                        <a:pt x="378034" y="274686"/>
                      </a:cubicBezTo>
                      <a:cubicBezTo>
                        <a:pt x="378034" y="282845"/>
                        <a:pt x="380753" y="293724"/>
                        <a:pt x="383473" y="301883"/>
                      </a:cubicBezTo>
                      <a:cubicBezTo>
                        <a:pt x="386193" y="312762"/>
                        <a:pt x="388913" y="326360"/>
                        <a:pt x="391632" y="337238"/>
                      </a:cubicBezTo>
                      <a:cubicBezTo>
                        <a:pt x="391632" y="342678"/>
                        <a:pt x="394352" y="353556"/>
                        <a:pt x="397071" y="364435"/>
                      </a:cubicBezTo>
                      <a:cubicBezTo>
                        <a:pt x="399791" y="372594"/>
                        <a:pt x="402511" y="380753"/>
                        <a:pt x="405230" y="383473"/>
                      </a:cubicBezTo>
                      <a:cubicBezTo>
                        <a:pt x="407950" y="386192"/>
                        <a:pt x="413389" y="386192"/>
                        <a:pt x="416109" y="386192"/>
                      </a:cubicBezTo>
                      <a:cubicBezTo>
                        <a:pt x="418829" y="386192"/>
                        <a:pt x="424268" y="386192"/>
                        <a:pt x="426988" y="386192"/>
                      </a:cubicBezTo>
                      <a:cubicBezTo>
                        <a:pt x="437866" y="386192"/>
                        <a:pt x="448745" y="388912"/>
                        <a:pt x="454184" y="397071"/>
                      </a:cubicBezTo>
                      <a:cubicBezTo>
                        <a:pt x="456904" y="399790"/>
                        <a:pt x="456904" y="402510"/>
                        <a:pt x="456904" y="405230"/>
                      </a:cubicBezTo>
                      <a:cubicBezTo>
                        <a:pt x="456904" y="407949"/>
                        <a:pt x="454184" y="410669"/>
                        <a:pt x="451464" y="416108"/>
                      </a:cubicBezTo>
                      <a:cubicBezTo>
                        <a:pt x="446025" y="421548"/>
                        <a:pt x="440586" y="426987"/>
                        <a:pt x="432427" y="429707"/>
                      </a:cubicBezTo>
                      <a:cubicBezTo>
                        <a:pt x="429707" y="429707"/>
                        <a:pt x="426988" y="432426"/>
                        <a:pt x="421548" y="432426"/>
                      </a:cubicBezTo>
                      <a:cubicBezTo>
                        <a:pt x="418829" y="432426"/>
                        <a:pt x="416109" y="432426"/>
                        <a:pt x="413389" y="435146"/>
                      </a:cubicBezTo>
                      <a:cubicBezTo>
                        <a:pt x="413389" y="435146"/>
                        <a:pt x="413389" y="437866"/>
                        <a:pt x="413389" y="440585"/>
                      </a:cubicBezTo>
                      <a:cubicBezTo>
                        <a:pt x="413389" y="443305"/>
                        <a:pt x="413389" y="448744"/>
                        <a:pt x="416109" y="451464"/>
                      </a:cubicBezTo>
                      <a:cubicBezTo>
                        <a:pt x="416109" y="456903"/>
                        <a:pt x="418829" y="462343"/>
                        <a:pt x="418829" y="465062"/>
                      </a:cubicBezTo>
                      <a:lnTo>
                        <a:pt x="418829" y="475941"/>
                      </a:lnTo>
                      <a:cubicBezTo>
                        <a:pt x="418829" y="481380"/>
                        <a:pt x="418829" y="484100"/>
                        <a:pt x="418829" y="486820"/>
                      </a:cubicBezTo>
                      <a:cubicBezTo>
                        <a:pt x="421548" y="497698"/>
                        <a:pt x="424268" y="505857"/>
                        <a:pt x="426988" y="516736"/>
                      </a:cubicBezTo>
                      <a:cubicBezTo>
                        <a:pt x="426988" y="524895"/>
                        <a:pt x="429707" y="535773"/>
                        <a:pt x="432427" y="543932"/>
                      </a:cubicBezTo>
                      <a:cubicBezTo>
                        <a:pt x="435147" y="554811"/>
                        <a:pt x="437866" y="562970"/>
                        <a:pt x="437866" y="573848"/>
                      </a:cubicBezTo>
                      <a:cubicBezTo>
                        <a:pt x="437866" y="587447"/>
                        <a:pt x="440586" y="595606"/>
                        <a:pt x="443306" y="606484"/>
                      </a:cubicBezTo>
                      <a:cubicBezTo>
                        <a:pt x="443306" y="609204"/>
                        <a:pt x="446025" y="614643"/>
                        <a:pt x="446025" y="617363"/>
                      </a:cubicBezTo>
                      <a:cubicBezTo>
                        <a:pt x="454184" y="617363"/>
                        <a:pt x="462343" y="617363"/>
                        <a:pt x="470502" y="617363"/>
                      </a:cubicBezTo>
                      <a:cubicBezTo>
                        <a:pt x="475942" y="625522"/>
                        <a:pt x="492259" y="630961"/>
                        <a:pt x="492259" y="641840"/>
                      </a:cubicBezTo>
                      <a:cubicBezTo>
                        <a:pt x="492259" y="647279"/>
                        <a:pt x="486820" y="649999"/>
                        <a:pt x="484101" y="655438"/>
                      </a:cubicBezTo>
                      <a:cubicBezTo>
                        <a:pt x="481381" y="660877"/>
                        <a:pt x="473222" y="663597"/>
                        <a:pt x="467782" y="663597"/>
                      </a:cubicBezTo>
                      <a:cubicBezTo>
                        <a:pt x="456904" y="666317"/>
                        <a:pt x="451464" y="666317"/>
                        <a:pt x="443306" y="666317"/>
                      </a:cubicBezTo>
                      <a:cubicBezTo>
                        <a:pt x="437866" y="666317"/>
                        <a:pt x="429707" y="666317"/>
                        <a:pt x="421548" y="666317"/>
                      </a:cubicBezTo>
                      <a:cubicBezTo>
                        <a:pt x="418829" y="666317"/>
                        <a:pt x="416109" y="666317"/>
                        <a:pt x="413389" y="666317"/>
                      </a:cubicBezTo>
                      <a:cubicBezTo>
                        <a:pt x="407950" y="669036"/>
                        <a:pt x="405230" y="669036"/>
                        <a:pt x="399791" y="671756"/>
                      </a:cubicBezTo>
                      <a:cubicBezTo>
                        <a:pt x="394352" y="671756"/>
                        <a:pt x="388913" y="674476"/>
                        <a:pt x="383473" y="674476"/>
                      </a:cubicBezTo>
                      <a:cubicBezTo>
                        <a:pt x="372594" y="674476"/>
                        <a:pt x="358996" y="671756"/>
                        <a:pt x="348118" y="669036"/>
                      </a:cubicBezTo>
                      <a:cubicBezTo>
                        <a:pt x="339959" y="669036"/>
                        <a:pt x="331800" y="669036"/>
                        <a:pt x="326360" y="669036"/>
                      </a:cubicBezTo>
                      <a:cubicBezTo>
                        <a:pt x="304603" y="669036"/>
                        <a:pt x="285565" y="669036"/>
                        <a:pt x="277406" y="669036"/>
                      </a:cubicBezTo>
                      <a:cubicBezTo>
                        <a:pt x="269247" y="669036"/>
                        <a:pt x="258369" y="669036"/>
                        <a:pt x="252930" y="663597"/>
                      </a:cubicBezTo>
                      <a:cubicBezTo>
                        <a:pt x="247490" y="660877"/>
                        <a:pt x="236611" y="655438"/>
                        <a:pt x="236611" y="647279"/>
                      </a:cubicBezTo>
                      <a:cubicBezTo>
                        <a:pt x="236611" y="636401"/>
                        <a:pt x="252930" y="633681"/>
                        <a:pt x="261088" y="630961"/>
                      </a:cubicBezTo>
                      <a:cubicBezTo>
                        <a:pt x="266528" y="630961"/>
                        <a:pt x="274687" y="630961"/>
                        <a:pt x="288285" y="628241"/>
                      </a:cubicBezTo>
                      <a:cubicBezTo>
                        <a:pt x="288285" y="620082"/>
                        <a:pt x="288285" y="614643"/>
                        <a:pt x="285565" y="609204"/>
                      </a:cubicBezTo>
                      <a:cubicBezTo>
                        <a:pt x="285565" y="601045"/>
                        <a:pt x="282846" y="590166"/>
                        <a:pt x="282846" y="582007"/>
                      </a:cubicBezTo>
                      <a:cubicBezTo>
                        <a:pt x="282846" y="576568"/>
                        <a:pt x="280126" y="573848"/>
                        <a:pt x="280126" y="568409"/>
                      </a:cubicBezTo>
                      <a:cubicBezTo>
                        <a:pt x="280126" y="562970"/>
                        <a:pt x="282846" y="557531"/>
                        <a:pt x="282846" y="554811"/>
                      </a:cubicBezTo>
                      <a:cubicBezTo>
                        <a:pt x="282846" y="549371"/>
                        <a:pt x="280126" y="546652"/>
                        <a:pt x="277406" y="538493"/>
                      </a:cubicBezTo>
                      <a:cubicBezTo>
                        <a:pt x="277406" y="527614"/>
                        <a:pt x="271967" y="516736"/>
                        <a:pt x="271967" y="505857"/>
                      </a:cubicBezTo>
                      <a:cubicBezTo>
                        <a:pt x="271967" y="494978"/>
                        <a:pt x="271967" y="486820"/>
                        <a:pt x="269247" y="478660"/>
                      </a:cubicBezTo>
                      <a:cubicBezTo>
                        <a:pt x="266528" y="467782"/>
                        <a:pt x="266528" y="456903"/>
                        <a:pt x="266528" y="446025"/>
                      </a:cubicBezTo>
                      <a:cubicBezTo>
                        <a:pt x="266528" y="440585"/>
                        <a:pt x="263808" y="437866"/>
                        <a:pt x="261088" y="437866"/>
                      </a:cubicBezTo>
                      <a:cubicBezTo>
                        <a:pt x="258369" y="437866"/>
                        <a:pt x="255649" y="437866"/>
                        <a:pt x="250210" y="437866"/>
                      </a:cubicBezTo>
                      <a:cubicBezTo>
                        <a:pt x="239331" y="437866"/>
                        <a:pt x="228452" y="437866"/>
                        <a:pt x="220293" y="440585"/>
                      </a:cubicBezTo>
                      <a:cubicBezTo>
                        <a:pt x="209415" y="440585"/>
                        <a:pt x="201256" y="443305"/>
                        <a:pt x="190377" y="443305"/>
                      </a:cubicBezTo>
                      <a:cubicBezTo>
                        <a:pt x="182218" y="443305"/>
                        <a:pt x="174059" y="443305"/>
                        <a:pt x="165900" y="443305"/>
                      </a:cubicBezTo>
                      <a:cubicBezTo>
                        <a:pt x="163181" y="443305"/>
                        <a:pt x="152302" y="440585"/>
                        <a:pt x="144143" y="440585"/>
                      </a:cubicBezTo>
                      <a:cubicBezTo>
                        <a:pt x="135984" y="440585"/>
                        <a:pt x="135984" y="448744"/>
                        <a:pt x="135984" y="454184"/>
                      </a:cubicBezTo>
                      <a:cubicBezTo>
                        <a:pt x="135984" y="465062"/>
                        <a:pt x="133264" y="475941"/>
                        <a:pt x="130545" y="486820"/>
                      </a:cubicBezTo>
                      <a:cubicBezTo>
                        <a:pt x="127825" y="505857"/>
                        <a:pt x="122386" y="522175"/>
                        <a:pt x="119666" y="541213"/>
                      </a:cubicBezTo>
                      <a:cubicBezTo>
                        <a:pt x="116947" y="560250"/>
                        <a:pt x="108788" y="595606"/>
                        <a:pt x="103348" y="614643"/>
                      </a:cubicBezTo>
                      <a:cubicBezTo>
                        <a:pt x="111507" y="614643"/>
                        <a:pt x="122386" y="614643"/>
                        <a:pt x="133264" y="614643"/>
                      </a:cubicBezTo>
                      <a:cubicBezTo>
                        <a:pt x="146863" y="614643"/>
                        <a:pt x="168620" y="614643"/>
                        <a:pt x="168620" y="630961"/>
                      </a:cubicBezTo>
                      <a:cubicBezTo>
                        <a:pt x="168620" y="639120"/>
                        <a:pt x="165900" y="639120"/>
                        <a:pt x="163181" y="647279"/>
                      </a:cubicBezTo>
                      <a:cubicBezTo>
                        <a:pt x="160461" y="652718"/>
                        <a:pt x="152302" y="655438"/>
                        <a:pt x="146863" y="655438"/>
                      </a:cubicBezTo>
                      <a:cubicBezTo>
                        <a:pt x="138704" y="658158"/>
                        <a:pt x="133264" y="658158"/>
                        <a:pt x="127825" y="658158"/>
                      </a:cubicBezTo>
                      <a:cubicBezTo>
                        <a:pt x="122386" y="658158"/>
                        <a:pt x="116947" y="658158"/>
                        <a:pt x="106068" y="658158"/>
                      </a:cubicBezTo>
                      <a:cubicBezTo>
                        <a:pt x="92468" y="658158"/>
                        <a:pt x="78870" y="658158"/>
                        <a:pt x="62552" y="658158"/>
                      </a:cubicBezTo>
                      <a:cubicBezTo>
                        <a:pt x="54393" y="658158"/>
                        <a:pt x="46234" y="658158"/>
                        <a:pt x="40795" y="658158"/>
                      </a:cubicBezTo>
                      <a:cubicBezTo>
                        <a:pt x="32636" y="658158"/>
                        <a:pt x="21758" y="658158"/>
                        <a:pt x="16318" y="652718"/>
                      </a:cubicBezTo>
                      <a:cubicBezTo>
                        <a:pt x="8159" y="649999"/>
                        <a:pt x="0" y="641840"/>
                        <a:pt x="0" y="636401"/>
                      </a:cubicBezTo>
                      <a:cubicBezTo>
                        <a:pt x="0" y="633681"/>
                        <a:pt x="0" y="630961"/>
                        <a:pt x="2720" y="628241"/>
                      </a:cubicBezTo>
                      <a:cubicBezTo>
                        <a:pt x="8159" y="625522"/>
                        <a:pt x="16318" y="622802"/>
                        <a:pt x="24477" y="620082"/>
                      </a:cubicBezTo>
                      <a:cubicBezTo>
                        <a:pt x="38075" y="617363"/>
                        <a:pt x="48954" y="617363"/>
                        <a:pt x="62552" y="617363"/>
                      </a:cubicBezTo>
                      <a:cubicBezTo>
                        <a:pt x="62552" y="617363"/>
                        <a:pt x="62552" y="614643"/>
                        <a:pt x="62552" y="614643"/>
                      </a:cubicBezTo>
                      <a:cubicBezTo>
                        <a:pt x="62552" y="603765"/>
                        <a:pt x="65272" y="590166"/>
                        <a:pt x="65272" y="587447"/>
                      </a:cubicBezTo>
                      <a:cubicBezTo>
                        <a:pt x="67992" y="565689"/>
                        <a:pt x="73431" y="543932"/>
                        <a:pt x="76151" y="522175"/>
                      </a:cubicBezTo>
                      <a:cubicBezTo>
                        <a:pt x="78870" y="505857"/>
                        <a:pt x="81590" y="486820"/>
                        <a:pt x="87029" y="470501"/>
                      </a:cubicBezTo>
                      <a:cubicBezTo>
                        <a:pt x="87029" y="465062"/>
                        <a:pt x="92468" y="451464"/>
                        <a:pt x="92468" y="446025"/>
                      </a:cubicBezTo>
                      <a:cubicBezTo>
                        <a:pt x="92468" y="437866"/>
                        <a:pt x="73431" y="437866"/>
                        <a:pt x="65272" y="432426"/>
                      </a:cubicBezTo>
                      <a:cubicBezTo>
                        <a:pt x="59833" y="429707"/>
                        <a:pt x="54393" y="426987"/>
                        <a:pt x="54393" y="421548"/>
                      </a:cubicBezTo>
                      <a:cubicBezTo>
                        <a:pt x="54393" y="413389"/>
                        <a:pt x="62552" y="410669"/>
                        <a:pt x="73431" y="407949"/>
                      </a:cubicBezTo>
                      <a:cubicBezTo>
                        <a:pt x="78870" y="407949"/>
                        <a:pt x="92468" y="405230"/>
                        <a:pt x="100629" y="399790"/>
                      </a:cubicBezTo>
                      <a:cubicBezTo>
                        <a:pt x="106068" y="394351"/>
                        <a:pt x="106068" y="378033"/>
                        <a:pt x="108788" y="369874"/>
                      </a:cubicBezTo>
                      <a:cubicBezTo>
                        <a:pt x="114227" y="348117"/>
                        <a:pt x="119666" y="326360"/>
                        <a:pt x="125105" y="307322"/>
                      </a:cubicBezTo>
                      <a:cubicBezTo>
                        <a:pt x="130545" y="285565"/>
                        <a:pt x="135984" y="263808"/>
                        <a:pt x="141423" y="242051"/>
                      </a:cubicBezTo>
                      <a:cubicBezTo>
                        <a:pt x="146863" y="220293"/>
                        <a:pt x="152302" y="198536"/>
                        <a:pt x="155022" y="179498"/>
                      </a:cubicBezTo>
                      <a:cubicBezTo>
                        <a:pt x="157742" y="160461"/>
                        <a:pt x="163181" y="138703"/>
                        <a:pt x="168620" y="119665"/>
                      </a:cubicBezTo>
                      <a:cubicBezTo>
                        <a:pt x="176779" y="100627"/>
                        <a:pt x="182218" y="76150"/>
                        <a:pt x="193097" y="57113"/>
                      </a:cubicBezTo>
                      <a:lnTo>
                        <a:pt x="201256" y="38075"/>
                      </a:lnTo>
                      <a:cubicBezTo>
                        <a:pt x="206695" y="29916"/>
                        <a:pt x="209415" y="19038"/>
                        <a:pt x="217574" y="13598"/>
                      </a:cubicBezTo>
                      <a:cubicBezTo>
                        <a:pt x="231172" y="2720"/>
                        <a:pt x="255649" y="0"/>
                        <a:pt x="274687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45" name="Freeform: Shape 44">
                  <a:extLst>
                    <a:ext uri="{FF2B5EF4-FFF2-40B4-BE49-F238E27FC236}">
                      <a16:creationId xmlns:a16="http://schemas.microsoft.com/office/drawing/2014/main" id="{0455E9C5-7D67-C08E-7BA9-429ECFB64EF1}"/>
                    </a:ext>
                  </a:extLst>
                </p:cNvPr>
                <p:cNvSpPr/>
                <p:nvPr/>
              </p:nvSpPr>
              <p:spPr>
                <a:xfrm>
                  <a:off x="6876542" y="4244897"/>
                  <a:ext cx="462342" cy="677195"/>
                </a:xfrm>
                <a:custGeom>
                  <a:avLst/>
                  <a:gdLst>
                    <a:gd name="connsiteX0" fmla="*/ 214853 w 462342"/>
                    <a:gd name="connsiteY0" fmla="*/ 65272 h 677195"/>
                    <a:gd name="connsiteX1" fmla="*/ 195815 w 462342"/>
                    <a:gd name="connsiteY1" fmla="*/ 73431 h 677195"/>
                    <a:gd name="connsiteX2" fmla="*/ 193096 w 462342"/>
                    <a:gd name="connsiteY2" fmla="*/ 125105 h 677195"/>
                    <a:gd name="connsiteX3" fmla="*/ 190376 w 462342"/>
                    <a:gd name="connsiteY3" fmla="*/ 280125 h 677195"/>
                    <a:gd name="connsiteX4" fmla="*/ 190376 w 462342"/>
                    <a:gd name="connsiteY4" fmla="*/ 301882 h 677195"/>
                    <a:gd name="connsiteX5" fmla="*/ 193096 w 462342"/>
                    <a:gd name="connsiteY5" fmla="*/ 342677 h 677195"/>
                    <a:gd name="connsiteX6" fmla="*/ 195815 w 462342"/>
                    <a:gd name="connsiteY6" fmla="*/ 397070 h 677195"/>
                    <a:gd name="connsiteX7" fmla="*/ 195815 w 462342"/>
                    <a:gd name="connsiteY7" fmla="*/ 443304 h 677195"/>
                    <a:gd name="connsiteX8" fmla="*/ 195815 w 462342"/>
                    <a:gd name="connsiteY8" fmla="*/ 530333 h 677195"/>
                    <a:gd name="connsiteX9" fmla="*/ 193096 w 462342"/>
                    <a:gd name="connsiteY9" fmla="*/ 554810 h 677195"/>
                    <a:gd name="connsiteX10" fmla="*/ 190376 w 462342"/>
                    <a:gd name="connsiteY10" fmla="*/ 603764 h 677195"/>
                    <a:gd name="connsiteX11" fmla="*/ 198535 w 462342"/>
                    <a:gd name="connsiteY11" fmla="*/ 611923 h 677195"/>
                    <a:gd name="connsiteX12" fmla="*/ 214853 w 462342"/>
                    <a:gd name="connsiteY12" fmla="*/ 611923 h 677195"/>
                    <a:gd name="connsiteX13" fmla="*/ 236610 w 462342"/>
                    <a:gd name="connsiteY13" fmla="*/ 611923 h 677195"/>
                    <a:gd name="connsiteX14" fmla="*/ 263807 w 462342"/>
                    <a:gd name="connsiteY14" fmla="*/ 598325 h 677195"/>
                    <a:gd name="connsiteX15" fmla="*/ 277405 w 462342"/>
                    <a:gd name="connsiteY15" fmla="*/ 592885 h 677195"/>
                    <a:gd name="connsiteX16" fmla="*/ 291004 w 462342"/>
                    <a:gd name="connsiteY16" fmla="*/ 573848 h 677195"/>
                    <a:gd name="connsiteX17" fmla="*/ 307322 w 462342"/>
                    <a:gd name="connsiteY17" fmla="*/ 543931 h 677195"/>
                    <a:gd name="connsiteX18" fmla="*/ 326359 w 462342"/>
                    <a:gd name="connsiteY18" fmla="*/ 481379 h 677195"/>
                    <a:gd name="connsiteX19" fmla="*/ 337238 w 462342"/>
                    <a:gd name="connsiteY19" fmla="*/ 413388 h 677195"/>
                    <a:gd name="connsiteX20" fmla="*/ 337238 w 462342"/>
                    <a:gd name="connsiteY20" fmla="*/ 350836 h 677195"/>
                    <a:gd name="connsiteX21" fmla="*/ 334518 w 462342"/>
                    <a:gd name="connsiteY21" fmla="*/ 296443 h 677195"/>
                    <a:gd name="connsiteX22" fmla="*/ 329079 w 462342"/>
                    <a:gd name="connsiteY22" fmla="*/ 244769 h 677195"/>
                    <a:gd name="connsiteX23" fmla="*/ 307322 w 462342"/>
                    <a:gd name="connsiteY23" fmla="*/ 135983 h 677195"/>
                    <a:gd name="connsiteX24" fmla="*/ 271966 w 462342"/>
                    <a:gd name="connsiteY24" fmla="*/ 78870 h 677195"/>
                    <a:gd name="connsiteX25" fmla="*/ 214853 w 462342"/>
                    <a:gd name="connsiteY25" fmla="*/ 65272 h 677195"/>
                    <a:gd name="connsiteX26" fmla="*/ 114226 w 462342"/>
                    <a:gd name="connsiteY26" fmla="*/ 0 h 677195"/>
                    <a:gd name="connsiteX27" fmla="*/ 127824 w 462342"/>
                    <a:gd name="connsiteY27" fmla="*/ 0 h 677195"/>
                    <a:gd name="connsiteX28" fmla="*/ 146862 w 462342"/>
                    <a:gd name="connsiteY28" fmla="*/ 2720 h 677195"/>
                    <a:gd name="connsiteX29" fmla="*/ 174059 w 462342"/>
                    <a:gd name="connsiteY29" fmla="*/ 21758 h 677195"/>
                    <a:gd name="connsiteX30" fmla="*/ 193096 w 462342"/>
                    <a:gd name="connsiteY30" fmla="*/ 21758 h 677195"/>
                    <a:gd name="connsiteX31" fmla="*/ 261088 w 462342"/>
                    <a:gd name="connsiteY31" fmla="*/ 27197 h 677195"/>
                    <a:gd name="connsiteX32" fmla="*/ 310042 w 462342"/>
                    <a:gd name="connsiteY32" fmla="*/ 35356 h 677195"/>
                    <a:gd name="connsiteX33" fmla="*/ 334518 w 462342"/>
                    <a:gd name="connsiteY33" fmla="*/ 40795 h 677195"/>
                    <a:gd name="connsiteX34" fmla="*/ 356276 w 462342"/>
                    <a:gd name="connsiteY34" fmla="*/ 59833 h 677195"/>
                    <a:gd name="connsiteX35" fmla="*/ 372593 w 462342"/>
                    <a:gd name="connsiteY35" fmla="*/ 76151 h 677195"/>
                    <a:gd name="connsiteX36" fmla="*/ 380752 w 462342"/>
                    <a:gd name="connsiteY36" fmla="*/ 95188 h 677195"/>
                    <a:gd name="connsiteX37" fmla="*/ 405230 w 462342"/>
                    <a:gd name="connsiteY37" fmla="*/ 114226 h 677195"/>
                    <a:gd name="connsiteX38" fmla="*/ 416108 w 462342"/>
                    <a:gd name="connsiteY38" fmla="*/ 141422 h 677195"/>
                    <a:gd name="connsiteX39" fmla="*/ 451464 w 462342"/>
                    <a:gd name="connsiteY39" fmla="*/ 201256 h 677195"/>
                    <a:gd name="connsiteX40" fmla="*/ 456903 w 462342"/>
                    <a:gd name="connsiteY40" fmla="*/ 252929 h 677195"/>
                    <a:gd name="connsiteX41" fmla="*/ 456903 w 462342"/>
                    <a:gd name="connsiteY41" fmla="*/ 291004 h 677195"/>
                    <a:gd name="connsiteX42" fmla="*/ 459623 w 462342"/>
                    <a:gd name="connsiteY42" fmla="*/ 318201 h 677195"/>
                    <a:gd name="connsiteX43" fmla="*/ 459623 w 462342"/>
                    <a:gd name="connsiteY43" fmla="*/ 326360 h 677195"/>
                    <a:gd name="connsiteX44" fmla="*/ 459623 w 462342"/>
                    <a:gd name="connsiteY44" fmla="*/ 348117 h 677195"/>
                    <a:gd name="connsiteX45" fmla="*/ 462342 w 462342"/>
                    <a:gd name="connsiteY45" fmla="*/ 367155 h 677195"/>
                    <a:gd name="connsiteX46" fmla="*/ 456903 w 462342"/>
                    <a:gd name="connsiteY46" fmla="*/ 391632 h 677195"/>
                    <a:gd name="connsiteX47" fmla="*/ 456903 w 462342"/>
                    <a:gd name="connsiteY47" fmla="*/ 418828 h 677195"/>
                    <a:gd name="connsiteX48" fmla="*/ 451464 w 462342"/>
                    <a:gd name="connsiteY48" fmla="*/ 437866 h 677195"/>
                    <a:gd name="connsiteX49" fmla="*/ 446025 w 462342"/>
                    <a:gd name="connsiteY49" fmla="*/ 454184 h 677195"/>
                    <a:gd name="connsiteX50" fmla="*/ 440585 w 462342"/>
                    <a:gd name="connsiteY50" fmla="*/ 481380 h 677195"/>
                    <a:gd name="connsiteX51" fmla="*/ 432426 w 462342"/>
                    <a:gd name="connsiteY51" fmla="*/ 508577 h 677195"/>
                    <a:gd name="connsiteX52" fmla="*/ 418828 w 462342"/>
                    <a:gd name="connsiteY52" fmla="*/ 530334 h 677195"/>
                    <a:gd name="connsiteX53" fmla="*/ 410669 w 462342"/>
                    <a:gd name="connsiteY53" fmla="*/ 549371 h 677195"/>
                    <a:gd name="connsiteX54" fmla="*/ 391631 w 462342"/>
                    <a:gd name="connsiteY54" fmla="*/ 579288 h 677195"/>
                    <a:gd name="connsiteX55" fmla="*/ 337238 w 462342"/>
                    <a:gd name="connsiteY55" fmla="*/ 630961 h 677195"/>
                    <a:gd name="connsiteX56" fmla="*/ 301883 w 462342"/>
                    <a:gd name="connsiteY56" fmla="*/ 647279 h 677195"/>
                    <a:gd name="connsiteX57" fmla="*/ 263807 w 462342"/>
                    <a:gd name="connsiteY57" fmla="*/ 652718 h 677195"/>
                    <a:gd name="connsiteX58" fmla="*/ 233891 w 462342"/>
                    <a:gd name="connsiteY58" fmla="*/ 649999 h 677195"/>
                    <a:gd name="connsiteX59" fmla="*/ 187657 w 462342"/>
                    <a:gd name="connsiteY59" fmla="*/ 652718 h 677195"/>
                    <a:gd name="connsiteX60" fmla="*/ 171339 w 462342"/>
                    <a:gd name="connsiteY60" fmla="*/ 669036 h 677195"/>
                    <a:gd name="connsiteX61" fmla="*/ 155021 w 462342"/>
                    <a:gd name="connsiteY61" fmla="*/ 671756 h 677195"/>
                    <a:gd name="connsiteX62" fmla="*/ 138703 w 462342"/>
                    <a:gd name="connsiteY62" fmla="*/ 674476 h 677195"/>
                    <a:gd name="connsiteX63" fmla="*/ 125105 w 462342"/>
                    <a:gd name="connsiteY63" fmla="*/ 677195 h 677195"/>
                    <a:gd name="connsiteX64" fmla="*/ 106067 w 462342"/>
                    <a:gd name="connsiteY64" fmla="*/ 671756 h 677195"/>
                    <a:gd name="connsiteX65" fmla="*/ 87029 w 462342"/>
                    <a:gd name="connsiteY65" fmla="*/ 658158 h 677195"/>
                    <a:gd name="connsiteX66" fmla="*/ 81590 w 462342"/>
                    <a:gd name="connsiteY66" fmla="*/ 652718 h 677195"/>
                    <a:gd name="connsiteX67" fmla="*/ 67992 w 462342"/>
                    <a:gd name="connsiteY67" fmla="*/ 652718 h 677195"/>
                    <a:gd name="connsiteX68" fmla="*/ 43515 w 462342"/>
                    <a:gd name="connsiteY68" fmla="*/ 652718 h 677195"/>
                    <a:gd name="connsiteX69" fmla="*/ 16318 w 462342"/>
                    <a:gd name="connsiteY69" fmla="*/ 647279 h 677195"/>
                    <a:gd name="connsiteX70" fmla="*/ 0 w 462342"/>
                    <a:gd name="connsiteY70" fmla="*/ 630961 h 677195"/>
                    <a:gd name="connsiteX71" fmla="*/ 5439 w 462342"/>
                    <a:gd name="connsiteY71" fmla="*/ 620083 h 677195"/>
                    <a:gd name="connsiteX72" fmla="*/ 27197 w 462342"/>
                    <a:gd name="connsiteY72" fmla="*/ 611924 h 677195"/>
                    <a:gd name="connsiteX73" fmla="*/ 65272 w 462342"/>
                    <a:gd name="connsiteY73" fmla="*/ 609204 h 677195"/>
                    <a:gd name="connsiteX74" fmla="*/ 65272 w 462342"/>
                    <a:gd name="connsiteY74" fmla="*/ 584727 h 677195"/>
                    <a:gd name="connsiteX75" fmla="*/ 62552 w 462342"/>
                    <a:gd name="connsiteY75" fmla="*/ 456903 h 677195"/>
                    <a:gd name="connsiteX76" fmla="*/ 65272 w 462342"/>
                    <a:gd name="connsiteY76" fmla="*/ 337238 h 677195"/>
                    <a:gd name="connsiteX77" fmla="*/ 67992 w 462342"/>
                    <a:gd name="connsiteY77" fmla="*/ 203975 h 677195"/>
                    <a:gd name="connsiteX78" fmla="*/ 70712 w 462342"/>
                    <a:gd name="connsiteY78" fmla="*/ 119665 h 677195"/>
                    <a:gd name="connsiteX79" fmla="*/ 73431 w 462342"/>
                    <a:gd name="connsiteY79" fmla="*/ 67992 h 677195"/>
                    <a:gd name="connsiteX80" fmla="*/ 67992 w 462342"/>
                    <a:gd name="connsiteY80" fmla="*/ 67992 h 677195"/>
                    <a:gd name="connsiteX81" fmla="*/ 43515 w 462342"/>
                    <a:gd name="connsiteY81" fmla="*/ 67992 h 677195"/>
                    <a:gd name="connsiteX82" fmla="*/ 16318 w 462342"/>
                    <a:gd name="connsiteY82" fmla="*/ 62552 h 677195"/>
                    <a:gd name="connsiteX83" fmla="*/ 0 w 462342"/>
                    <a:gd name="connsiteY83" fmla="*/ 46234 h 677195"/>
                    <a:gd name="connsiteX84" fmla="*/ 5439 w 462342"/>
                    <a:gd name="connsiteY84" fmla="*/ 35356 h 677195"/>
                    <a:gd name="connsiteX85" fmla="*/ 27197 w 462342"/>
                    <a:gd name="connsiteY85" fmla="*/ 27197 h 677195"/>
                    <a:gd name="connsiteX86" fmla="*/ 76151 w 462342"/>
                    <a:gd name="connsiteY86" fmla="*/ 21758 h 677195"/>
                    <a:gd name="connsiteX87" fmla="*/ 81590 w 462342"/>
                    <a:gd name="connsiteY87" fmla="*/ 13598 h 677195"/>
                    <a:gd name="connsiteX88" fmla="*/ 97908 w 462342"/>
                    <a:gd name="connsiteY88" fmla="*/ 5439 h 677195"/>
                    <a:gd name="connsiteX89" fmla="*/ 114226 w 462342"/>
                    <a:gd name="connsiteY89" fmla="*/ 0 h 6771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</a:cxnLst>
                  <a:rect l="l" t="t" r="r" b="b"/>
                  <a:pathLst>
                    <a:path w="462342" h="677195">
                      <a:moveTo>
                        <a:pt x="214853" y="65272"/>
                      </a:moveTo>
                      <a:cubicBezTo>
                        <a:pt x="203975" y="65272"/>
                        <a:pt x="195815" y="67992"/>
                        <a:pt x="195815" y="73431"/>
                      </a:cubicBezTo>
                      <a:cubicBezTo>
                        <a:pt x="193096" y="78870"/>
                        <a:pt x="193096" y="100628"/>
                        <a:pt x="193096" y="125105"/>
                      </a:cubicBezTo>
                      <a:cubicBezTo>
                        <a:pt x="193096" y="182217"/>
                        <a:pt x="193096" y="266527"/>
                        <a:pt x="190376" y="280125"/>
                      </a:cubicBezTo>
                      <a:cubicBezTo>
                        <a:pt x="190376" y="288284"/>
                        <a:pt x="190376" y="293723"/>
                        <a:pt x="190376" y="301882"/>
                      </a:cubicBezTo>
                      <a:cubicBezTo>
                        <a:pt x="190376" y="315480"/>
                        <a:pt x="190376" y="329079"/>
                        <a:pt x="193096" y="342677"/>
                      </a:cubicBezTo>
                      <a:cubicBezTo>
                        <a:pt x="193096" y="361715"/>
                        <a:pt x="193096" y="378033"/>
                        <a:pt x="195815" y="397070"/>
                      </a:cubicBezTo>
                      <a:cubicBezTo>
                        <a:pt x="195815" y="413388"/>
                        <a:pt x="195815" y="426986"/>
                        <a:pt x="195815" y="443304"/>
                      </a:cubicBezTo>
                      <a:cubicBezTo>
                        <a:pt x="195815" y="465061"/>
                        <a:pt x="198535" y="508576"/>
                        <a:pt x="195815" y="530333"/>
                      </a:cubicBezTo>
                      <a:cubicBezTo>
                        <a:pt x="195815" y="538492"/>
                        <a:pt x="193096" y="546651"/>
                        <a:pt x="193096" y="554810"/>
                      </a:cubicBezTo>
                      <a:cubicBezTo>
                        <a:pt x="193096" y="560249"/>
                        <a:pt x="190376" y="590166"/>
                        <a:pt x="190376" y="603764"/>
                      </a:cubicBezTo>
                      <a:cubicBezTo>
                        <a:pt x="190376" y="609203"/>
                        <a:pt x="190376" y="611923"/>
                        <a:pt x="198535" y="611923"/>
                      </a:cubicBezTo>
                      <a:cubicBezTo>
                        <a:pt x="206694" y="611923"/>
                        <a:pt x="209414" y="611923"/>
                        <a:pt x="214853" y="611923"/>
                      </a:cubicBezTo>
                      <a:cubicBezTo>
                        <a:pt x="223012" y="611923"/>
                        <a:pt x="220293" y="611923"/>
                        <a:pt x="236610" y="611923"/>
                      </a:cubicBezTo>
                      <a:cubicBezTo>
                        <a:pt x="242050" y="611923"/>
                        <a:pt x="258368" y="601044"/>
                        <a:pt x="263807" y="598325"/>
                      </a:cubicBezTo>
                      <a:cubicBezTo>
                        <a:pt x="266527" y="598325"/>
                        <a:pt x="274686" y="592885"/>
                        <a:pt x="277405" y="592885"/>
                      </a:cubicBezTo>
                      <a:cubicBezTo>
                        <a:pt x="285564" y="587446"/>
                        <a:pt x="288284" y="579287"/>
                        <a:pt x="291004" y="573848"/>
                      </a:cubicBezTo>
                      <a:cubicBezTo>
                        <a:pt x="296443" y="562969"/>
                        <a:pt x="301882" y="554810"/>
                        <a:pt x="307322" y="543931"/>
                      </a:cubicBezTo>
                      <a:cubicBezTo>
                        <a:pt x="315481" y="524894"/>
                        <a:pt x="320920" y="524894"/>
                        <a:pt x="326359" y="481379"/>
                      </a:cubicBezTo>
                      <a:cubicBezTo>
                        <a:pt x="329079" y="456903"/>
                        <a:pt x="334518" y="435145"/>
                        <a:pt x="337238" y="413388"/>
                      </a:cubicBezTo>
                      <a:cubicBezTo>
                        <a:pt x="337238" y="391631"/>
                        <a:pt x="337238" y="369873"/>
                        <a:pt x="337238" y="350836"/>
                      </a:cubicBezTo>
                      <a:cubicBezTo>
                        <a:pt x="337238" y="339957"/>
                        <a:pt x="337238" y="320920"/>
                        <a:pt x="334518" y="296443"/>
                      </a:cubicBezTo>
                      <a:cubicBezTo>
                        <a:pt x="331798" y="269246"/>
                        <a:pt x="329079" y="250209"/>
                        <a:pt x="329079" y="244769"/>
                      </a:cubicBezTo>
                      <a:cubicBezTo>
                        <a:pt x="323640" y="206694"/>
                        <a:pt x="318200" y="174058"/>
                        <a:pt x="307322" y="135983"/>
                      </a:cubicBezTo>
                      <a:cubicBezTo>
                        <a:pt x="304602" y="125105"/>
                        <a:pt x="304602" y="108787"/>
                        <a:pt x="271966" y="78870"/>
                      </a:cubicBezTo>
                      <a:cubicBezTo>
                        <a:pt x="263807" y="73431"/>
                        <a:pt x="233891" y="65272"/>
                        <a:pt x="214853" y="65272"/>
                      </a:cubicBezTo>
                      <a:close/>
                      <a:moveTo>
                        <a:pt x="114226" y="0"/>
                      </a:moveTo>
                      <a:cubicBezTo>
                        <a:pt x="119665" y="0"/>
                        <a:pt x="125105" y="0"/>
                        <a:pt x="127824" y="0"/>
                      </a:cubicBezTo>
                      <a:cubicBezTo>
                        <a:pt x="133264" y="0"/>
                        <a:pt x="141422" y="0"/>
                        <a:pt x="146862" y="2720"/>
                      </a:cubicBezTo>
                      <a:cubicBezTo>
                        <a:pt x="157741" y="5439"/>
                        <a:pt x="165900" y="13598"/>
                        <a:pt x="174059" y="21758"/>
                      </a:cubicBezTo>
                      <a:cubicBezTo>
                        <a:pt x="179498" y="21758"/>
                        <a:pt x="187657" y="21758"/>
                        <a:pt x="193096" y="21758"/>
                      </a:cubicBezTo>
                      <a:cubicBezTo>
                        <a:pt x="212134" y="21758"/>
                        <a:pt x="228452" y="27197"/>
                        <a:pt x="261088" y="27197"/>
                      </a:cubicBezTo>
                      <a:cubicBezTo>
                        <a:pt x="277405" y="27197"/>
                        <a:pt x="293723" y="35356"/>
                        <a:pt x="310042" y="35356"/>
                      </a:cubicBezTo>
                      <a:cubicBezTo>
                        <a:pt x="318200" y="35356"/>
                        <a:pt x="329079" y="35356"/>
                        <a:pt x="334518" y="40795"/>
                      </a:cubicBezTo>
                      <a:cubicBezTo>
                        <a:pt x="342677" y="46234"/>
                        <a:pt x="348117" y="54393"/>
                        <a:pt x="356276" y="59833"/>
                      </a:cubicBezTo>
                      <a:cubicBezTo>
                        <a:pt x="361715" y="65272"/>
                        <a:pt x="369874" y="67992"/>
                        <a:pt x="372593" y="76151"/>
                      </a:cubicBezTo>
                      <a:cubicBezTo>
                        <a:pt x="375313" y="81590"/>
                        <a:pt x="378033" y="89749"/>
                        <a:pt x="380752" y="95188"/>
                      </a:cubicBezTo>
                      <a:cubicBezTo>
                        <a:pt x="386192" y="103347"/>
                        <a:pt x="391631" y="106067"/>
                        <a:pt x="405230" y="114226"/>
                      </a:cubicBezTo>
                      <a:cubicBezTo>
                        <a:pt x="413388" y="119665"/>
                        <a:pt x="410669" y="133263"/>
                        <a:pt x="416108" y="141422"/>
                      </a:cubicBezTo>
                      <a:cubicBezTo>
                        <a:pt x="426987" y="160461"/>
                        <a:pt x="446025" y="182218"/>
                        <a:pt x="451464" y="201256"/>
                      </a:cubicBezTo>
                      <a:cubicBezTo>
                        <a:pt x="456903" y="220293"/>
                        <a:pt x="456903" y="236611"/>
                        <a:pt x="456903" y="252929"/>
                      </a:cubicBezTo>
                      <a:cubicBezTo>
                        <a:pt x="456903" y="266527"/>
                        <a:pt x="456903" y="277406"/>
                        <a:pt x="456903" y="291004"/>
                      </a:cubicBezTo>
                      <a:cubicBezTo>
                        <a:pt x="456903" y="299163"/>
                        <a:pt x="456903" y="307322"/>
                        <a:pt x="459623" y="318201"/>
                      </a:cubicBezTo>
                      <a:cubicBezTo>
                        <a:pt x="459623" y="320921"/>
                        <a:pt x="459623" y="323640"/>
                        <a:pt x="459623" y="326360"/>
                      </a:cubicBezTo>
                      <a:cubicBezTo>
                        <a:pt x="462342" y="331799"/>
                        <a:pt x="459623" y="337238"/>
                        <a:pt x="459623" y="348117"/>
                      </a:cubicBezTo>
                      <a:cubicBezTo>
                        <a:pt x="459623" y="350837"/>
                        <a:pt x="462342" y="361715"/>
                        <a:pt x="462342" y="367155"/>
                      </a:cubicBezTo>
                      <a:cubicBezTo>
                        <a:pt x="462342" y="375314"/>
                        <a:pt x="456903" y="383473"/>
                        <a:pt x="456903" y="391632"/>
                      </a:cubicBezTo>
                      <a:cubicBezTo>
                        <a:pt x="456903" y="399790"/>
                        <a:pt x="456903" y="410669"/>
                        <a:pt x="456903" y="418828"/>
                      </a:cubicBezTo>
                      <a:cubicBezTo>
                        <a:pt x="456903" y="421548"/>
                        <a:pt x="454183" y="429707"/>
                        <a:pt x="451464" y="437866"/>
                      </a:cubicBezTo>
                      <a:cubicBezTo>
                        <a:pt x="448744" y="443305"/>
                        <a:pt x="448744" y="451464"/>
                        <a:pt x="446025" y="454184"/>
                      </a:cubicBezTo>
                      <a:cubicBezTo>
                        <a:pt x="443305" y="462343"/>
                        <a:pt x="440585" y="473221"/>
                        <a:pt x="440585" y="481380"/>
                      </a:cubicBezTo>
                      <a:cubicBezTo>
                        <a:pt x="437865" y="489539"/>
                        <a:pt x="437865" y="500418"/>
                        <a:pt x="432426" y="508577"/>
                      </a:cubicBezTo>
                      <a:cubicBezTo>
                        <a:pt x="429706" y="516736"/>
                        <a:pt x="424267" y="522175"/>
                        <a:pt x="418828" y="530334"/>
                      </a:cubicBezTo>
                      <a:cubicBezTo>
                        <a:pt x="416108" y="535773"/>
                        <a:pt x="413388" y="543932"/>
                        <a:pt x="410669" y="549371"/>
                      </a:cubicBezTo>
                      <a:cubicBezTo>
                        <a:pt x="405230" y="557531"/>
                        <a:pt x="397071" y="573848"/>
                        <a:pt x="391631" y="579288"/>
                      </a:cubicBezTo>
                      <a:cubicBezTo>
                        <a:pt x="369874" y="609204"/>
                        <a:pt x="350836" y="620083"/>
                        <a:pt x="337238" y="630961"/>
                      </a:cubicBezTo>
                      <a:cubicBezTo>
                        <a:pt x="326359" y="639120"/>
                        <a:pt x="315481" y="641840"/>
                        <a:pt x="301883" y="647279"/>
                      </a:cubicBezTo>
                      <a:cubicBezTo>
                        <a:pt x="291004" y="649999"/>
                        <a:pt x="277405" y="652718"/>
                        <a:pt x="263807" y="652718"/>
                      </a:cubicBezTo>
                      <a:cubicBezTo>
                        <a:pt x="252929" y="652718"/>
                        <a:pt x="244770" y="649999"/>
                        <a:pt x="233891" y="649999"/>
                      </a:cubicBezTo>
                      <a:cubicBezTo>
                        <a:pt x="206694" y="649999"/>
                        <a:pt x="217573" y="652718"/>
                        <a:pt x="187657" y="652718"/>
                      </a:cubicBezTo>
                      <a:cubicBezTo>
                        <a:pt x="184937" y="660877"/>
                        <a:pt x="179498" y="666317"/>
                        <a:pt x="171339" y="669036"/>
                      </a:cubicBezTo>
                      <a:cubicBezTo>
                        <a:pt x="165900" y="671756"/>
                        <a:pt x="160460" y="671756"/>
                        <a:pt x="155021" y="671756"/>
                      </a:cubicBezTo>
                      <a:cubicBezTo>
                        <a:pt x="149581" y="671756"/>
                        <a:pt x="144142" y="674476"/>
                        <a:pt x="138703" y="674476"/>
                      </a:cubicBezTo>
                      <a:cubicBezTo>
                        <a:pt x="135983" y="674476"/>
                        <a:pt x="127824" y="677195"/>
                        <a:pt x="125105" y="677195"/>
                      </a:cubicBezTo>
                      <a:cubicBezTo>
                        <a:pt x="116946" y="677195"/>
                        <a:pt x="108787" y="671756"/>
                        <a:pt x="106067" y="671756"/>
                      </a:cubicBezTo>
                      <a:cubicBezTo>
                        <a:pt x="100628" y="669036"/>
                        <a:pt x="95188" y="663597"/>
                        <a:pt x="87029" y="658158"/>
                      </a:cubicBezTo>
                      <a:cubicBezTo>
                        <a:pt x="84310" y="655438"/>
                        <a:pt x="81590" y="655438"/>
                        <a:pt x="81590" y="652718"/>
                      </a:cubicBezTo>
                      <a:cubicBezTo>
                        <a:pt x="73431" y="652718"/>
                        <a:pt x="81590" y="652718"/>
                        <a:pt x="67992" y="652718"/>
                      </a:cubicBezTo>
                      <a:cubicBezTo>
                        <a:pt x="59833" y="652718"/>
                        <a:pt x="51674" y="652718"/>
                        <a:pt x="43515" y="652718"/>
                      </a:cubicBezTo>
                      <a:cubicBezTo>
                        <a:pt x="35356" y="652718"/>
                        <a:pt x="24477" y="652718"/>
                        <a:pt x="16318" y="647279"/>
                      </a:cubicBezTo>
                      <a:cubicBezTo>
                        <a:pt x="8159" y="644559"/>
                        <a:pt x="0" y="636401"/>
                        <a:pt x="0" y="630961"/>
                      </a:cubicBezTo>
                      <a:cubicBezTo>
                        <a:pt x="0" y="625522"/>
                        <a:pt x="0" y="622802"/>
                        <a:pt x="5439" y="620083"/>
                      </a:cubicBezTo>
                      <a:cubicBezTo>
                        <a:pt x="10879" y="617363"/>
                        <a:pt x="21758" y="614643"/>
                        <a:pt x="27197" y="611924"/>
                      </a:cubicBezTo>
                      <a:cubicBezTo>
                        <a:pt x="38076" y="609204"/>
                        <a:pt x="54393" y="609204"/>
                        <a:pt x="65272" y="609204"/>
                      </a:cubicBezTo>
                      <a:cubicBezTo>
                        <a:pt x="65272" y="601045"/>
                        <a:pt x="65272" y="592886"/>
                        <a:pt x="65272" y="584727"/>
                      </a:cubicBezTo>
                      <a:cubicBezTo>
                        <a:pt x="65272" y="541213"/>
                        <a:pt x="62552" y="500418"/>
                        <a:pt x="62552" y="456903"/>
                      </a:cubicBezTo>
                      <a:cubicBezTo>
                        <a:pt x="62552" y="440585"/>
                        <a:pt x="65272" y="397071"/>
                        <a:pt x="65272" y="337238"/>
                      </a:cubicBezTo>
                      <a:cubicBezTo>
                        <a:pt x="65272" y="293724"/>
                        <a:pt x="67992" y="247490"/>
                        <a:pt x="67992" y="203975"/>
                      </a:cubicBezTo>
                      <a:cubicBezTo>
                        <a:pt x="67992" y="179498"/>
                        <a:pt x="67992" y="149582"/>
                        <a:pt x="70712" y="119665"/>
                      </a:cubicBezTo>
                      <a:cubicBezTo>
                        <a:pt x="70712" y="103347"/>
                        <a:pt x="73431" y="84309"/>
                        <a:pt x="73431" y="67992"/>
                      </a:cubicBezTo>
                      <a:cubicBezTo>
                        <a:pt x="73431" y="67992"/>
                        <a:pt x="70712" y="67992"/>
                        <a:pt x="67992" y="67992"/>
                      </a:cubicBezTo>
                      <a:cubicBezTo>
                        <a:pt x="59833" y="67992"/>
                        <a:pt x="51674" y="67992"/>
                        <a:pt x="43515" y="67992"/>
                      </a:cubicBezTo>
                      <a:cubicBezTo>
                        <a:pt x="35356" y="67992"/>
                        <a:pt x="24477" y="67992"/>
                        <a:pt x="16318" y="62552"/>
                      </a:cubicBezTo>
                      <a:cubicBezTo>
                        <a:pt x="8159" y="59833"/>
                        <a:pt x="0" y="51674"/>
                        <a:pt x="0" y="46234"/>
                      </a:cubicBezTo>
                      <a:cubicBezTo>
                        <a:pt x="0" y="43515"/>
                        <a:pt x="0" y="38075"/>
                        <a:pt x="5439" y="35356"/>
                      </a:cubicBezTo>
                      <a:cubicBezTo>
                        <a:pt x="10879" y="32636"/>
                        <a:pt x="21758" y="29916"/>
                        <a:pt x="27197" y="27197"/>
                      </a:cubicBezTo>
                      <a:cubicBezTo>
                        <a:pt x="46234" y="24477"/>
                        <a:pt x="65272" y="21758"/>
                        <a:pt x="76151" y="21758"/>
                      </a:cubicBezTo>
                      <a:cubicBezTo>
                        <a:pt x="76151" y="19038"/>
                        <a:pt x="78871" y="16318"/>
                        <a:pt x="81590" y="13598"/>
                      </a:cubicBezTo>
                      <a:cubicBezTo>
                        <a:pt x="84310" y="10879"/>
                        <a:pt x="92469" y="5439"/>
                        <a:pt x="97908" y="5439"/>
                      </a:cubicBezTo>
                      <a:cubicBezTo>
                        <a:pt x="103347" y="2720"/>
                        <a:pt x="108787" y="0"/>
                        <a:pt x="114226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46" name="Freeform: Shape 45">
                  <a:extLst>
                    <a:ext uri="{FF2B5EF4-FFF2-40B4-BE49-F238E27FC236}">
                      <a16:creationId xmlns:a16="http://schemas.microsoft.com/office/drawing/2014/main" id="{0EE83F47-0B99-A850-8D99-1CB4B7C60048}"/>
                    </a:ext>
                  </a:extLst>
                </p:cNvPr>
                <p:cNvSpPr/>
                <p:nvPr/>
              </p:nvSpPr>
              <p:spPr>
                <a:xfrm>
                  <a:off x="7310622" y="4197597"/>
                  <a:ext cx="489539" cy="761503"/>
                </a:xfrm>
                <a:custGeom>
                  <a:avLst/>
                  <a:gdLst>
                    <a:gd name="connsiteX0" fmla="*/ 433491 w 489538"/>
                    <a:gd name="connsiteY0" fmla="*/ 651063 h 761503"/>
                    <a:gd name="connsiteX1" fmla="*/ 438930 w 489538"/>
                    <a:gd name="connsiteY1" fmla="*/ 661942 h 761503"/>
                    <a:gd name="connsiteX2" fmla="*/ 425332 w 489538"/>
                    <a:gd name="connsiteY2" fmla="*/ 683699 h 761503"/>
                    <a:gd name="connsiteX3" fmla="*/ 400855 w 489538"/>
                    <a:gd name="connsiteY3" fmla="*/ 691858 h 761503"/>
                    <a:gd name="connsiteX4" fmla="*/ 343742 w 489538"/>
                    <a:gd name="connsiteY4" fmla="*/ 700017 h 761503"/>
                    <a:gd name="connsiteX5" fmla="*/ 316546 w 489538"/>
                    <a:gd name="connsiteY5" fmla="*/ 705456 h 761503"/>
                    <a:gd name="connsiteX6" fmla="*/ 275751 w 489538"/>
                    <a:gd name="connsiteY6" fmla="*/ 705456 h 761503"/>
                    <a:gd name="connsiteX7" fmla="*/ 264872 w 489538"/>
                    <a:gd name="connsiteY7" fmla="*/ 708176 h 761503"/>
                    <a:gd name="connsiteX8" fmla="*/ 253994 w 489538"/>
                    <a:gd name="connsiteY8" fmla="*/ 708176 h 761503"/>
                    <a:gd name="connsiteX9" fmla="*/ 240395 w 489538"/>
                    <a:gd name="connsiteY9" fmla="*/ 719054 h 761503"/>
                    <a:gd name="connsiteX10" fmla="*/ 224077 w 489538"/>
                    <a:gd name="connsiteY10" fmla="*/ 721774 h 761503"/>
                    <a:gd name="connsiteX11" fmla="*/ 205040 w 489538"/>
                    <a:gd name="connsiteY11" fmla="*/ 724494 h 761503"/>
                    <a:gd name="connsiteX12" fmla="*/ 191441 w 489538"/>
                    <a:gd name="connsiteY12" fmla="*/ 727213 h 761503"/>
                    <a:gd name="connsiteX13" fmla="*/ 169684 w 489538"/>
                    <a:gd name="connsiteY13" fmla="*/ 721774 h 761503"/>
                    <a:gd name="connsiteX14" fmla="*/ 150646 w 489538"/>
                    <a:gd name="connsiteY14" fmla="*/ 708176 h 761503"/>
                    <a:gd name="connsiteX15" fmla="*/ 139768 w 489538"/>
                    <a:gd name="connsiteY15" fmla="*/ 708176 h 761503"/>
                    <a:gd name="connsiteX16" fmla="*/ 120730 w 489538"/>
                    <a:gd name="connsiteY16" fmla="*/ 708176 h 761503"/>
                    <a:gd name="connsiteX17" fmla="*/ 98973 w 489538"/>
                    <a:gd name="connsiteY17" fmla="*/ 708176 h 761503"/>
                    <a:gd name="connsiteX18" fmla="*/ 74496 w 489538"/>
                    <a:gd name="connsiteY18" fmla="*/ 702736 h 761503"/>
                    <a:gd name="connsiteX19" fmla="*/ 58178 w 489538"/>
                    <a:gd name="connsiteY19" fmla="*/ 683699 h 761503"/>
                    <a:gd name="connsiteX20" fmla="*/ 63617 w 489538"/>
                    <a:gd name="connsiteY20" fmla="*/ 675540 h 761503"/>
                    <a:gd name="connsiteX21" fmla="*/ 85375 w 489538"/>
                    <a:gd name="connsiteY21" fmla="*/ 667381 h 761503"/>
                    <a:gd name="connsiteX22" fmla="*/ 128889 w 489538"/>
                    <a:gd name="connsiteY22" fmla="*/ 661942 h 761503"/>
                    <a:gd name="connsiteX23" fmla="*/ 128889 w 489538"/>
                    <a:gd name="connsiteY23" fmla="*/ 602109 h 761503"/>
                    <a:gd name="connsiteX24" fmla="*/ 126170 w 489538"/>
                    <a:gd name="connsiteY24" fmla="*/ 523239 h 761503"/>
                    <a:gd name="connsiteX25" fmla="*/ 126170 w 489538"/>
                    <a:gd name="connsiteY25" fmla="*/ 468846 h 761503"/>
                    <a:gd name="connsiteX26" fmla="*/ 123450 w 489538"/>
                    <a:gd name="connsiteY26" fmla="*/ 409014 h 761503"/>
                    <a:gd name="connsiteX27" fmla="*/ 123450 w 489538"/>
                    <a:gd name="connsiteY27" fmla="*/ 384537 h 761503"/>
                    <a:gd name="connsiteX28" fmla="*/ 126170 w 489538"/>
                    <a:gd name="connsiteY28" fmla="*/ 349181 h 761503"/>
                    <a:gd name="connsiteX29" fmla="*/ 126170 w 489538"/>
                    <a:gd name="connsiteY29" fmla="*/ 324704 h 761503"/>
                    <a:gd name="connsiteX30" fmla="*/ 128889 w 489538"/>
                    <a:gd name="connsiteY30" fmla="*/ 292068 h 761503"/>
                    <a:gd name="connsiteX31" fmla="*/ 134329 w 489538"/>
                    <a:gd name="connsiteY31" fmla="*/ 234956 h 761503"/>
                    <a:gd name="connsiteX32" fmla="*/ 134329 w 489538"/>
                    <a:gd name="connsiteY32" fmla="*/ 172404 h 761503"/>
                    <a:gd name="connsiteX33" fmla="*/ 137048 w 489538"/>
                    <a:gd name="connsiteY33" fmla="*/ 123450 h 761503"/>
                    <a:gd name="connsiteX34" fmla="*/ 123450 w 489538"/>
                    <a:gd name="connsiteY34" fmla="*/ 123450 h 761503"/>
                    <a:gd name="connsiteX35" fmla="*/ 101693 w 489538"/>
                    <a:gd name="connsiteY35" fmla="*/ 123450 h 761503"/>
                    <a:gd name="connsiteX36" fmla="*/ 77216 w 489538"/>
                    <a:gd name="connsiteY36" fmla="*/ 118011 h 761503"/>
                    <a:gd name="connsiteX37" fmla="*/ 60898 w 489538"/>
                    <a:gd name="connsiteY37" fmla="*/ 98973 h 761503"/>
                    <a:gd name="connsiteX38" fmla="*/ 66337 w 489538"/>
                    <a:gd name="connsiteY38" fmla="*/ 90814 h 761503"/>
                    <a:gd name="connsiteX39" fmla="*/ 88094 w 489538"/>
                    <a:gd name="connsiteY39" fmla="*/ 82655 h 761503"/>
                    <a:gd name="connsiteX40" fmla="*/ 145207 w 489538"/>
                    <a:gd name="connsiteY40" fmla="*/ 77216 h 761503"/>
                    <a:gd name="connsiteX41" fmla="*/ 145207 w 489538"/>
                    <a:gd name="connsiteY41" fmla="*/ 77216 h 761503"/>
                    <a:gd name="connsiteX42" fmla="*/ 153366 w 489538"/>
                    <a:gd name="connsiteY42" fmla="*/ 69057 h 761503"/>
                    <a:gd name="connsiteX43" fmla="*/ 177843 w 489538"/>
                    <a:gd name="connsiteY43" fmla="*/ 60898 h 761503"/>
                    <a:gd name="connsiteX44" fmla="*/ 196881 w 489538"/>
                    <a:gd name="connsiteY44" fmla="*/ 58178 h 761503"/>
                    <a:gd name="connsiteX45" fmla="*/ 205040 w 489538"/>
                    <a:gd name="connsiteY45" fmla="*/ 58178 h 761503"/>
                    <a:gd name="connsiteX46" fmla="*/ 215919 w 489538"/>
                    <a:gd name="connsiteY46" fmla="*/ 63617 h 761503"/>
                    <a:gd name="connsiteX47" fmla="*/ 229517 w 489538"/>
                    <a:gd name="connsiteY47" fmla="*/ 69057 h 761503"/>
                    <a:gd name="connsiteX48" fmla="*/ 256713 w 489538"/>
                    <a:gd name="connsiteY48" fmla="*/ 77216 h 761503"/>
                    <a:gd name="connsiteX49" fmla="*/ 264872 w 489538"/>
                    <a:gd name="connsiteY49" fmla="*/ 77216 h 761503"/>
                    <a:gd name="connsiteX50" fmla="*/ 281190 w 489538"/>
                    <a:gd name="connsiteY50" fmla="*/ 77216 h 761503"/>
                    <a:gd name="connsiteX51" fmla="*/ 330144 w 489538"/>
                    <a:gd name="connsiteY51" fmla="*/ 77216 h 761503"/>
                    <a:gd name="connsiteX52" fmla="*/ 357341 w 489538"/>
                    <a:gd name="connsiteY52" fmla="*/ 79935 h 761503"/>
                    <a:gd name="connsiteX53" fmla="*/ 387257 w 489538"/>
                    <a:gd name="connsiteY53" fmla="*/ 82655 h 761503"/>
                    <a:gd name="connsiteX54" fmla="*/ 406295 w 489538"/>
                    <a:gd name="connsiteY54" fmla="*/ 85375 h 761503"/>
                    <a:gd name="connsiteX55" fmla="*/ 417173 w 489538"/>
                    <a:gd name="connsiteY55" fmla="*/ 79935 h 761503"/>
                    <a:gd name="connsiteX56" fmla="*/ 425332 w 489538"/>
                    <a:gd name="connsiteY56" fmla="*/ 85375 h 761503"/>
                    <a:gd name="connsiteX57" fmla="*/ 433491 w 489538"/>
                    <a:gd name="connsiteY57" fmla="*/ 104412 h 761503"/>
                    <a:gd name="connsiteX58" fmla="*/ 436211 w 489538"/>
                    <a:gd name="connsiteY58" fmla="*/ 137048 h 761503"/>
                    <a:gd name="connsiteX59" fmla="*/ 438930 w 489538"/>
                    <a:gd name="connsiteY59" fmla="*/ 183282 h 761503"/>
                    <a:gd name="connsiteX60" fmla="*/ 422612 w 489538"/>
                    <a:gd name="connsiteY60" fmla="*/ 218638 h 761503"/>
                    <a:gd name="connsiteX61" fmla="*/ 406295 w 489538"/>
                    <a:gd name="connsiteY61" fmla="*/ 213198 h 761503"/>
                    <a:gd name="connsiteX62" fmla="*/ 398136 w 489538"/>
                    <a:gd name="connsiteY62" fmla="*/ 196881 h 761503"/>
                    <a:gd name="connsiteX63" fmla="*/ 395416 w 489538"/>
                    <a:gd name="connsiteY63" fmla="*/ 175123 h 761503"/>
                    <a:gd name="connsiteX64" fmla="*/ 395416 w 489538"/>
                    <a:gd name="connsiteY64" fmla="*/ 153366 h 761503"/>
                    <a:gd name="connsiteX65" fmla="*/ 395416 w 489538"/>
                    <a:gd name="connsiteY65" fmla="*/ 126170 h 761503"/>
                    <a:gd name="connsiteX66" fmla="*/ 370939 w 489538"/>
                    <a:gd name="connsiteY66" fmla="*/ 128889 h 761503"/>
                    <a:gd name="connsiteX67" fmla="*/ 338303 w 489538"/>
                    <a:gd name="connsiteY67" fmla="*/ 131609 h 761503"/>
                    <a:gd name="connsiteX68" fmla="*/ 286629 w 489538"/>
                    <a:gd name="connsiteY68" fmla="*/ 134328 h 761503"/>
                    <a:gd name="connsiteX69" fmla="*/ 273031 w 489538"/>
                    <a:gd name="connsiteY69" fmla="*/ 137048 h 761503"/>
                    <a:gd name="connsiteX70" fmla="*/ 262153 w 489538"/>
                    <a:gd name="connsiteY70" fmla="*/ 142487 h 761503"/>
                    <a:gd name="connsiteX71" fmla="*/ 259433 w 489538"/>
                    <a:gd name="connsiteY71" fmla="*/ 153366 h 761503"/>
                    <a:gd name="connsiteX72" fmla="*/ 262153 w 489538"/>
                    <a:gd name="connsiteY72" fmla="*/ 166964 h 761503"/>
                    <a:gd name="connsiteX73" fmla="*/ 262153 w 489538"/>
                    <a:gd name="connsiteY73" fmla="*/ 196881 h 761503"/>
                    <a:gd name="connsiteX74" fmla="*/ 262153 w 489538"/>
                    <a:gd name="connsiteY74" fmla="*/ 215918 h 761503"/>
                    <a:gd name="connsiteX75" fmla="*/ 262153 w 489538"/>
                    <a:gd name="connsiteY75" fmla="*/ 251274 h 761503"/>
                    <a:gd name="connsiteX76" fmla="*/ 259433 w 489538"/>
                    <a:gd name="connsiteY76" fmla="*/ 278470 h 761503"/>
                    <a:gd name="connsiteX77" fmla="*/ 259433 w 489538"/>
                    <a:gd name="connsiteY77" fmla="*/ 308386 h 761503"/>
                    <a:gd name="connsiteX78" fmla="*/ 259433 w 489538"/>
                    <a:gd name="connsiteY78" fmla="*/ 321985 h 761503"/>
                    <a:gd name="connsiteX79" fmla="*/ 259433 w 489538"/>
                    <a:gd name="connsiteY79" fmla="*/ 332863 h 761503"/>
                    <a:gd name="connsiteX80" fmla="*/ 267592 w 489538"/>
                    <a:gd name="connsiteY80" fmla="*/ 335583 h 761503"/>
                    <a:gd name="connsiteX81" fmla="*/ 281190 w 489538"/>
                    <a:gd name="connsiteY81" fmla="*/ 335583 h 761503"/>
                    <a:gd name="connsiteX82" fmla="*/ 327424 w 489538"/>
                    <a:gd name="connsiteY82" fmla="*/ 338303 h 761503"/>
                    <a:gd name="connsiteX83" fmla="*/ 351901 w 489538"/>
                    <a:gd name="connsiteY83" fmla="*/ 341022 h 761503"/>
                    <a:gd name="connsiteX84" fmla="*/ 351901 w 489538"/>
                    <a:gd name="connsiteY84" fmla="*/ 335583 h 761503"/>
                    <a:gd name="connsiteX85" fmla="*/ 351901 w 489538"/>
                    <a:gd name="connsiteY85" fmla="*/ 313826 h 761503"/>
                    <a:gd name="connsiteX86" fmla="*/ 357341 w 489538"/>
                    <a:gd name="connsiteY86" fmla="*/ 289349 h 761503"/>
                    <a:gd name="connsiteX87" fmla="*/ 373658 w 489538"/>
                    <a:gd name="connsiteY87" fmla="*/ 273031 h 761503"/>
                    <a:gd name="connsiteX88" fmla="*/ 381817 w 489538"/>
                    <a:gd name="connsiteY88" fmla="*/ 278470 h 761503"/>
                    <a:gd name="connsiteX89" fmla="*/ 389977 w 489538"/>
                    <a:gd name="connsiteY89" fmla="*/ 300228 h 761503"/>
                    <a:gd name="connsiteX90" fmla="*/ 395416 w 489538"/>
                    <a:gd name="connsiteY90" fmla="*/ 351901 h 761503"/>
                    <a:gd name="connsiteX91" fmla="*/ 398136 w 489538"/>
                    <a:gd name="connsiteY91" fmla="*/ 409014 h 761503"/>
                    <a:gd name="connsiteX92" fmla="*/ 381817 w 489538"/>
                    <a:gd name="connsiteY92" fmla="*/ 444369 h 761503"/>
                    <a:gd name="connsiteX93" fmla="*/ 365500 w 489538"/>
                    <a:gd name="connsiteY93" fmla="*/ 438930 h 761503"/>
                    <a:gd name="connsiteX94" fmla="*/ 357341 w 489538"/>
                    <a:gd name="connsiteY94" fmla="*/ 422612 h 761503"/>
                    <a:gd name="connsiteX95" fmla="*/ 354621 w 489538"/>
                    <a:gd name="connsiteY95" fmla="*/ 400855 h 761503"/>
                    <a:gd name="connsiteX96" fmla="*/ 354621 w 489538"/>
                    <a:gd name="connsiteY96" fmla="*/ 381817 h 761503"/>
                    <a:gd name="connsiteX97" fmla="*/ 270312 w 489538"/>
                    <a:gd name="connsiteY97" fmla="*/ 381817 h 761503"/>
                    <a:gd name="connsiteX98" fmla="*/ 256713 w 489538"/>
                    <a:gd name="connsiteY98" fmla="*/ 395415 h 761503"/>
                    <a:gd name="connsiteX99" fmla="*/ 253994 w 489538"/>
                    <a:gd name="connsiteY99" fmla="*/ 422612 h 761503"/>
                    <a:gd name="connsiteX100" fmla="*/ 253994 w 489538"/>
                    <a:gd name="connsiteY100" fmla="*/ 433490 h 761503"/>
                    <a:gd name="connsiteX101" fmla="*/ 253994 w 489538"/>
                    <a:gd name="connsiteY101" fmla="*/ 449809 h 761503"/>
                    <a:gd name="connsiteX102" fmla="*/ 256713 w 489538"/>
                    <a:gd name="connsiteY102" fmla="*/ 474285 h 761503"/>
                    <a:gd name="connsiteX103" fmla="*/ 256713 w 489538"/>
                    <a:gd name="connsiteY103" fmla="*/ 496043 h 761503"/>
                    <a:gd name="connsiteX104" fmla="*/ 259433 w 489538"/>
                    <a:gd name="connsiteY104" fmla="*/ 534118 h 761503"/>
                    <a:gd name="connsiteX105" fmla="*/ 259433 w 489538"/>
                    <a:gd name="connsiteY105" fmla="*/ 591231 h 761503"/>
                    <a:gd name="connsiteX106" fmla="*/ 262153 w 489538"/>
                    <a:gd name="connsiteY106" fmla="*/ 618427 h 761503"/>
                    <a:gd name="connsiteX107" fmla="*/ 267592 w 489538"/>
                    <a:gd name="connsiteY107" fmla="*/ 648343 h 761503"/>
                    <a:gd name="connsiteX108" fmla="*/ 292069 w 489538"/>
                    <a:gd name="connsiteY108" fmla="*/ 651063 h 761503"/>
                    <a:gd name="connsiteX109" fmla="*/ 327424 w 489538"/>
                    <a:gd name="connsiteY109" fmla="*/ 651063 h 761503"/>
                    <a:gd name="connsiteX110" fmla="*/ 362780 w 489538"/>
                    <a:gd name="connsiteY110" fmla="*/ 653783 h 761503"/>
                    <a:gd name="connsiteX111" fmla="*/ 395416 w 489538"/>
                    <a:gd name="connsiteY111" fmla="*/ 648343 h 761503"/>
                    <a:gd name="connsiteX112" fmla="*/ 395416 w 489538"/>
                    <a:gd name="connsiteY112" fmla="*/ 618427 h 761503"/>
                    <a:gd name="connsiteX113" fmla="*/ 395416 w 489538"/>
                    <a:gd name="connsiteY113" fmla="*/ 596670 h 761503"/>
                    <a:gd name="connsiteX114" fmla="*/ 398136 w 489538"/>
                    <a:gd name="connsiteY114" fmla="*/ 574913 h 761503"/>
                    <a:gd name="connsiteX115" fmla="*/ 406295 w 489538"/>
                    <a:gd name="connsiteY115" fmla="*/ 558595 h 761503"/>
                    <a:gd name="connsiteX116" fmla="*/ 422612 w 489538"/>
                    <a:gd name="connsiteY116" fmla="*/ 553155 h 761503"/>
                    <a:gd name="connsiteX117" fmla="*/ 438930 w 489538"/>
                    <a:gd name="connsiteY117" fmla="*/ 588511 h 761503"/>
                    <a:gd name="connsiteX118" fmla="*/ 436211 w 489538"/>
                    <a:gd name="connsiteY118" fmla="*/ 645624 h 761503"/>
                    <a:gd name="connsiteX119" fmla="*/ 433491 w 489538"/>
                    <a:gd name="connsiteY119" fmla="*/ 651063 h 761503"/>
                    <a:gd name="connsiteX120" fmla="*/ 433491 w 489538"/>
                    <a:gd name="connsiteY120" fmla="*/ 651063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</a:cxnLst>
                  <a:rect l="l" t="t" r="r" b="b"/>
                  <a:pathLst>
                    <a:path w="489538" h="761503">
                      <a:moveTo>
                        <a:pt x="433491" y="651063"/>
                      </a:moveTo>
                      <a:cubicBezTo>
                        <a:pt x="436211" y="653783"/>
                        <a:pt x="438930" y="656502"/>
                        <a:pt x="438930" y="661942"/>
                      </a:cubicBezTo>
                      <a:cubicBezTo>
                        <a:pt x="438930" y="670101"/>
                        <a:pt x="433491" y="678259"/>
                        <a:pt x="425332" y="683699"/>
                      </a:cubicBezTo>
                      <a:cubicBezTo>
                        <a:pt x="417173" y="689138"/>
                        <a:pt x="409014" y="689138"/>
                        <a:pt x="400855" y="691858"/>
                      </a:cubicBezTo>
                      <a:cubicBezTo>
                        <a:pt x="381817" y="694578"/>
                        <a:pt x="362780" y="694578"/>
                        <a:pt x="343742" y="700017"/>
                      </a:cubicBezTo>
                      <a:cubicBezTo>
                        <a:pt x="335583" y="702736"/>
                        <a:pt x="324705" y="702736"/>
                        <a:pt x="316546" y="705456"/>
                      </a:cubicBezTo>
                      <a:cubicBezTo>
                        <a:pt x="308387" y="705456"/>
                        <a:pt x="289349" y="705456"/>
                        <a:pt x="275751" y="705456"/>
                      </a:cubicBezTo>
                      <a:cubicBezTo>
                        <a:pt x="270312" y="705456"/>
                        <a:pt x="267592" y="708176"/>
                        <a:pt x="264872" y="708176"/>
                      </a:cubicBezTo>
                      <a:cubicBezTo>
                        <a:pt x="264872" y="708176"/>
                        <a:pt x="259433" y="708176"/>
                        <a:pt x="253994" y="708176"/>
                      </a:cubicBezTo>
                      <a:cubicBezTo>
                        <a:pt x="251274" y="713615"/>
                        <a:pt x="245835" y="716335"/>
                        <a:pt x="240395" y="719054"/>
                      </a:cubicBezTo>
                      <a:cubicBezTo>
                        <a:pt x="234956" y="721774"/>
                        <a:pt x="229517" y="721774"/>
                        <a:pt x="224077" y="721774"/>
                      </a:cubicBezTo>
                      <a:cubicBezTo>
                        <a:pt x="218638" y="721774"/>
                        <a:pt x="213199" y="724494"/>
                        <a:pt x="205040" y="724494"/>
                      </a:cubicBezTo>
                      <a:cubicBezTo>
                        <a:pt x="202320" y="724494"/>
                        <a:pt x="194161" y="727213"/>
                        <a:pt x="191441" y="727213"/>
                      </a:cubicBezTo>
                      <a:cubicBezTo>
                        <a:pt x="183282" y="727213"/>
                        <a:pt x="172404" y="721774"/>
                        <a:pt x="169684" y="721774"/>
                      </a:cubicBezTo>
                      <a:cubicBezTo>
                        <a:pt x="164245" y="719054"/>
                        <a:pt x="156086" y="713615"/>
                        <a:pt x="150646" y="708176"/>
                      </a:cubicBezTo>
                      <a:cubicBezTo>
                        <a:pt x="145207" y="708176"/>
                        <a:pt x="139768" y="708176"/>
                        <a:pt x="139768" y="708176"/>
                      </a:cubicBezTo>
                      <a:cubicBezTo>
                        <a:pt x="126170" y="708176"/>
                        <a:pt x="137048" y="708176"/>
                        <a:pt x="120730" y="708176"/>
                      </a:cubicBezTo>
                      <a:cubicBezTo>
                        <a:pt x="112571" y="708176"/>
                        <a:pt x="104412" y="708176"/>
                        <a:pt x="98973" y="708176"/>
                      </a:cubicBezTo>
                      <a:cubicBezTo>
                        <a:pt x="90814" y="708176"/>
                        <a:pt x="79936" y="708176"/>
                        <a:pt x="74496" y="702736"/>
                      </a:cubicBezTo>
                      <a:cubicBezTo>
                        <a:pt x="66337" y="700017"/>
                        <a:pt x="58178" y="689138"/>
                        <a:pt x="58178" y="683699"/>
                      </a:cubicBezTo>
                      <a:cubicBezTo>
                        <a:pt x="58178" y="680979"/>
                        <a:pt x="58178" y="678259"/>
                        <a:pt x="63617" y="675540"/>
                      </a:cubicBezTo>
                      <a:cubicBezTo>
                        <a:pt x="69057" y="672820"/>
                        <a:pt x="77216" y="670101"/>
                        <a:pt x="85375" y="667381"/>
                      </a:cubicBezTo>
                      <a:cubicBezTo>
                        <a:pt x="98973" y="664661"/>
                        <a:pt x="115291" y="664661"/>
                        <a:pt x="128889" y="661942"/>
                      </a:cubicBezTo>
                      <a:cubicBezTo>
                        <a:pt x="128889" y="645624"/>
                        <a:pt x="128889" y="623866"/>
                        <a:pt x="128889" y="602109"/>
                      </a:cubicBezTo>
                      <a:cubicBezTo>
                        <a:pt x="128889" y="566754"/>
                        <a:pt x="128889" y="531398"/>
                        <a:pt x="126170" y="523239"/>
                      </a:cubicBezTo>
                      <a:cubicBezTo>
                        <a:pt x="126170" y="517800"/>
                        <a:pt x="126170" y="487884"/>
                        <a:pt x="126170" y="468846"/>
                      </a:cubicBezTo>
                      <a:cubicBezTo>
                        <a:pt x="126170" y="449809"/>
                        <a:pt x="123450" y="430771"/>
                        <a:pt x="123450" y="409014"/>
                      </a:cubicBezTo>
                      <a:cubicBezTo>
                        <a:pt x="123450" y="400855"/>
                        <a:pt x="123450" y="392696"/>
                        <a:pt x="123450" y="384537"/>
                      </a:cubicBezTo>
                      <a:cubicBezTo>
                        <a:pt x="123450" y="373658"/>
                        <a:pt x="126170" y="360060"/>
                        <a:pt x="126170" y="349181"/>
                      </a:cubicBezTo>
                      <a:cubicBezTo>
                        <a:pt x="126170" y="341022"/>
                        <a:pt x="126170" y="332863"/>
                        <a:pt x="126170" y="324704"/>
                      </a:cubicBezTo>
                      <a:cubicBezTo>
                        <a:pt x="126170" y="313826"/>
                        <a:pt x="126170" y="302947"/>
                        <a:pt x="128889" y="292068"/>
                      </a:cubicBezTo>
                      <a:cubicBezTo>
                        <a:pt x="131609" y="273031"/>
                        <a:pt x="134329" y="253993"/>
                        <a:pt x="134329" y="234956"/>
                      </a:cubicBezTo>
                      <a:cubicBezTo>
                        <a:pt x="134329" y="213198"/>
                        <a:pt x="134329" y="191441"/>
                        <a:pt x="134329" y="172404"/>
                      </a:cubicBezTo>
                      <a:cubicBezTo>
                        <a:pt x="134329" y="156086"/>
                        <a:pt x="134329" y="139768"/>
                        <a:pt x="137048" y="123450"/>
                      </a:cubicBezTo>
                      <a:cubicBezTo>
                        <a:pt x="131609" y="123450"/>
                        <a:pt x="134329" y="123450"/>
                        <a:pt x="123450" y="123450"/>
                      </a:cubicBezTo>
                      <a:cubicBezTo>
                        <a:pt x="115291" y="123450"/>
                        <a:pt x="107132" y="123450"/>
                        <a:pt x="101693" y="123450"/>
                      </a:cubicBezTo>
                      <a:cubicBezTo>
                        <a:pt x="93534" y="123450"/>
                        <a:pt x="82655" y="123450"/>
                        <a:pt x="77216" y="118011"/>
                      </a:cubicBezTo>
                      <a:cubicBezTo>
                        <a:pt x="69057" y="115291"/>
                        <a:pt x="60898" y="101693"/>
                        <a:pt x="60898" y="98973"/>
                      </a:cubicBezTo>
                      <a:cubicBezTo>
                        <a:pt x="60898" y="96253"/>
                        <a:pt x="60898" y="93534"/>
                        <a:pt x="66337" y="90814"/>
                      </a:cubicBezTo>
                      <a:cubicBezTo>
                        <a:pt x="71777" y="88094"/>
                        <a:pt x="79936" y="85375"/>
                        <a:pt x="88094" y="82655"/>
                      </a:cubicBezTo>
                      <a:cubicBezTo>
                        <a:pt x="104412" y="79935"/>
                        <a:pt x="131609" y="77216"/>
                        <a:pt x="145207" y="77216"/>
                      </a:cubicBezTo>
                      <a:cubicBezTo>
                        <a:pt x="145207" y="77216"/>
                        <a:pt x="145207" y="77216"/>
                        <a:pt x="145207" y="77216"/>
                      </a:cubicBezTo>
                      <a:cubicBezTo>
                        <a:pt x="145207" y="74496"/>
                        <a:pt x="150646" y="71776"/>
                        <a:pt x="153366" y="69057"/>
                      </a:cubicBezTo>
                      <a:cubicBezTo>
                        <a:pt x="161525" y="63617"/>
                        <a:pt x="169684" y="63617"/>
                        <a:pt x="177843" y="60898"/>
                      </a:cubicBezTo>
                      <a:cubicBezTo>
                        <a:pt x="183282" y="58178"/>
                        <a:pt x="191441" y="58178"/>
                        <a:pt x="196881" y="58178"/>
                      </a:cubicBezTo>
                      <a:cubicBezTo>
                        <a:pt x="199600" y="58178"/>
                        <a:pt x="202320" y="58178"/>
                        <a:pt x="205040" y="58178"/>
                      </a:cubicBezTo>
                      <a:cubicBezTo>
                        <a:pt x="207759" y="58178"/>
                        <a:pt x="213199" y="60898"/>
                        <a:pt x="215919" y="63617"/>
                      </a:cubicBezTo>
                      <a:cubicBezTo>
                        <a:pt x="221358" y="66337"/>
                        <a:pt x="224077" y="66337"/>
                        <a:pt x="229517" y="69057"/>
                      </a:cubicBezTo>
                      <a:cubicBezTo>
                        <a:pt x="237675" y="71776"/>
                        <a:pt x="245835" y="77216"/>
                        <a:pt x="256713" y="77216"/>
                      </a:cubicBezTo>
                      <a:cubicBezTo>
                        <a:pt x="259433" y="77216"/>
                        <a:pt x="262153" y="77216"/>
                        <a:pt x="264872" y="77216"/>
                      </a:cubicBezTo>
                      <a:cubicBezTo>
                        <a:pt x="270312" y="77216"/>
                        <a:pt x="275751" y="77216"/>
                        <a:pt x="281190" y="77216"/>
                      </a:cubicBezTo>
                      <a:cubicBezTo>
                        <a:pt x="292069" y="77216"/>
                        <a:pt x="321985" y="77216"/>
                        <a:pt x="330144" y="77216"/>
                      </a:cubicBezTo>
                      <a:cubicBezTo>
                        <a:pt x="338303" y="77216"/>
                        <a:pt x="349182" y="77216"/>
                        <a:pt x="357341" y="79935"/>
                      </a:cubicBezTo>
                      <a:cubicBezTo>
                        <a:pt x="368219" y="79935"/>
                        <a:pt x="379098" y="82655"/>
                        <a:pt x="387257" y="82655"/>
                      </a:cubicBezTo>
                      <a:cubicBezTo>
                        <a:pt x="392696" y="82655"/>
                        <a:pt x="400855" y="85375"/>
                        <a:pt x="406295" y="85375"/>
                      </a:cubicBezTo>
                      <a:cubicBezTo>
                        <a:pt x="409014" y="82655"/>
                        <a:pt x="414453" y="79935"/>
                        <a:pt x="417173" y="79935"/>
                      </a:cubicBezTo>
                      <a:cubicBezTo>
                        <a:pt x="419893" y="79935"/>
                        <a:pt x="422612" y="79935"/>
                        <a:pt x="425332" y="85375"/>
                      </a:cubicBezTo>
                      <a:cubicBezTo>
                        <a:pt x="428052" y="90814"/>
                        <a:pt x="433491" y="98973"/>
                        <a:pt x="433491" y="104412"/>
                      </a:cubicBezTo>
                      <a:cubicBezTo>
                        <a:pt x="436211" y="131609"/>
                        <a:pt x="436211" y="120730"/>
                        <a:pt x="436211" y="137048"/>
                      </a:cubicBezTo>
                      <a:cubicBezTo>
                        <a:pt x="438930" y="158805"/>
                        <a:pt x="438930" y="158805"/>
                        <a:pt x="438930" y="183282"/>
                      </a:cubicBezTo>
                      <a:cubicBezTo>
                        <a:pt x="438930" y="194161"/>
                        <a:pt x="438930" y="218638"/>
                        <a:pt x="422612" y="218638"/>
                      </a:cubicBezTo>
                      <a:cubicBezTo>
                        <a:pt x="414453" y="218638"/>
                        <a:pt x="411734" y="215918"/>
                        <a:pt x="406295" y="213198"/>
                      </a:cubicBezTo>
                      <a:cubicBezTo>
                        <a:pt x="400855" y="210479"/>
                        <a:pt x="398136" y="202320"/>
                        <a:pt x="398136" y="196881"/>
                      </a:cubicBezTo>
                      <a:cubicBezTo>
                        <a:pt x="395416" y="188722"/>
                        <a:pt x="395416" y="183282"/>
                        <a:pt x="395416" y="175123"/>
                      </a:cubicBezTo>
                      <a:cubicBezTo>
                        <a:pt x="395416" y="169684"/>
                        <a:pt x="395416" y="164245"/>
                        <a:pt x="395416" y="153366"/>
                      </a:cubicBezTo>
                      <a:cubicBezTo>
                        <a:pt x="395416" y="145207"/>
                        <a:pt x="395416" y="134328"/>
                        <a:pt x="395416" y="126170"/>
                      </a:cubicBezTo>
                      <a:cubicBezTo>
                        <a:pt x="387257" y="128889"/>
                        <a:pt x="379098" y="128889"/>
                        <a:pt x="370939" y="128889"/>
                      </a:cubicBezTo>
                      <a:cubicBezTo>
                        <a:pt x="360060" y="128889"/>
                        <a:pt x="349182" y="128889"/>
                        <a:pt x="338303" y="131609"/>
                      </a:cubicBezTo>
                      <a:cubicBezTo>
                        <a:pt x="327424" y="131609"/>
                        <a:pt x="319265" y="134328"/>
                        <a:pt x="286629" y="134328"/>
                      </a:cubicBezTo>
                      <a:cubicBezTo>
                        <a:pt x="281190" y="134328"/>
                        <a:pt x="278470" y="134328"/>
                        <a:pt x="273031" y="137048"/>
                      </a:cubicBezTo>
                      <a:cubicBezTo>
                        <a:pt x="270312" y="137048"/>
                        <a:pt x="264872" y="137048"/>
                        <a:pt x="262153" y="142487"/>
                      </a:cubicBezTo>
                      <a:cubicBezTo>
                        <a:pt x="259433" y="145207"/>
                        <a:pt x="259433" y="150647"/>
                        <a:pt x="259433" y="153366"/>
                      </a:cubicBezTo>
                      <a:cubicBezTo>
                        <a:pt x="259433" y="158805"/>
                        <a:pt x="259433" y="164245"/>
                        <a:pt x="262153" y="166964"/>
                      </a:cubicBezTo>
                      <a:cubicBezTo>
                        <a:pt x="262153" y="177843"/>
                        <a:pt x="262153" y="186002"/>
                        <a:pt x="262153" y="196881"/>
                      </a:cubicBezTo>
                      <a:cubicBezTo>
                        <a:pt x="262153" y="202320"/>
                        <a:pt x="262153" y="210479"/>
                        <a:pt x="262153" y="215918"/>
                      </a:cubicBezTo>
                      <a:cubicBezTo>
                        <a:pt x="262153" y="229516"/>
                        <a:pt x="262153" y="240395"/>
                        <a:pt x="262153" y="251274"/>
                      </a:cubicBezTo>
                      <a:cubicBezTo>
                        <a:pt x="262153" y="259433"/>
                        <a:pt x="259433" y="270311"/>
                        <a:pt x="259433" y="278470"/>
                      </a:cubicBezTo>
                      <a:cubicBezTo>
                        <a:pt x="259433" y="289349"/>
                        <a:pt x="259433" y="297508"/>
                        <a:pt x="259433" y="308386"/>
                      </a:cubicBezTo>
                      <a:cubicBezTo>
                        <a:pt x="259433" y="313826"/>
                        <a:pt x="259433" y="319265"/>
                        <a:pt x="259433" y="321985"/>
                      </a:cubicBezTo>
                      <a:cubicBezTo>
                        <a:pt x="259433" y="324704"/>
                        <a:pt x="259433" y="330144"/>
                        <a:pt x="259433" y="332863"/>
                      </a:cubicBezTo>
                      <a:cubicBezTo>
                        <a:pt x="262153" y="335583"/>
                        <a:pt x="264872" y="335583"/>
                        <a:pt x="267592" y="335583"/>
                      </a:cubicBezTo>
                      <a:cubicBezTo>
                        <a:pt x="273031" y="335583"/>
                        <a:pt x="275751" y="335583"/>
                        <a:pt x="281190" y="335583"/>
                      </a:cubicBezTo>
                      <a:cubicBezTo>
                        <a:pt x="311107" y="335583"/>
                        <a:pt x="319265" y="335583"/>
                        <a:pt x="327424" y="338303"/>
                      </a:cubicBezTo>
                      <a:cubicBezTo>
                        <a:pt x="335583" y="341022"/>
                        <a:pt x="343742" y="341022"/>
                        <a:pt x="351901" y="341022"/>
                      </a:cubicBezTo>
                      <a:cubicBezTo>
                        <a:pt x="351901" y="338303"/>
                        <a:pt x="351901" y="338303"/>
                        <a:pt x="351901" y="335583"/>
                      </a:cubicBezTo>
                      <a:cubicBezTo>
                        <a:pt x="351901" y="327424"/>
                        <a:pt x="351901" y="319265"/>
                        <a:pt x="351901" y="313826"/>
                      </a:cubicBezTo>
                      <a:cubicBezTo>
                        <a:pt x="351901" y="305667"/>
                        <a:pt x="351901" y="294788"/>
                        <a:pt x="357341" y="289349"/>
                      </a:cubicBezTo>
                      <a:cubicBezTo>
                        <a:pt x="360060" y="281190"/>
                        <a:pt x="368219" y="273031"/>
                        <a:pt x="373658" y="273031"/>
                      </a:cubicBezTo>
                      <a:cubicBezTo>
                        <a:pt x="376378" y="273031"/>
                        <a:pt x="379098" y="273031"/>
                        <a:pt x="381817" y="278470"/>
                      </a:cubicBezTo>
                      <a:cubicBezTo>
                        <a:pt x="384537" y="283909"/>
                        <a:pt x="387257" y="292068"/>
                        <a:pt x="389977" y="300228"/>
                      </a:cubicBezTo>
                      <a:cubicBezTo>
                        <a:pt x="392696" y="316545"/>
                        <a:pt x="392696" y="335583"/>
                        <a:pt x="395416" y="351901"/>
                      </a:cubicBezTo>
                      <a:cubicBezTo>
                        <a:pt x="398136" y="373658"/>
                        <a:pt x="398136" y="384537"/>
                        <a:pt x="398136" y="409014"/>
                      </a:cubicBezTo>
                      <a:cubicBezTo>
                        <a:pt x="398136" y="422612"/>
                        <a:pt x="398136" y="444369"/>
                        <a:pt x="381817" y="444369"/>
                      </a:cubicBezTo>
                      <a:cubicBezTo>
                        <a:pt x="373658" y="444369"/>
                        <a:pt x="370939" y="441650"/>
                        <a:pt x="365500" y="438930"/>
                      </a:cubicBezTo>
                      <a:cubicBezTo>
                        <a:pt x="360060" y="436210"/>
                        <a:pt x="357341" y="428051"/>
                        <a:pt x="357341" y="422612"/>
                      </a:cubicBezTo>
                      <a:cubicBezTo>
                        <a:pt x="354621" y="414453"/>
                        <a:pt x="354621" y="409014"/>
                        <a:pt x="354621" y="400855"/>
                      </a:cubicBezTo>
                      <a:cubicBezTo>
                        <a:pt x="354621" y="395415"/>
                        <a:pt x="354621" y="389976"/>
                        <a:pt x="354621" y="381817"/>
                      </a:cubicBezTo>
                      <a:cubicBezTo>
                        <a:pt x="335583" y="381817"/>
                        <a:pt x="308387" y="384537"/>
                        <a:pt x="270312" y="381817"/>
                      </a:cubicBezTo>
                      <a:cubicBezTo>
                        <a:pt x="262153" y="381817"/>
                        <a:pt x="256713" y="387256"/>
                        <a:pt x="256713" y="395415"/>
                      </a:cubicBezTo>
                      <a:cubicBezTo>
                        <a:pt x="256713" y="403574"/>
                        <a:pt x="256713" y="414453"/>
                        <a:pt x="253994" y="422612"/>
                      </a:cubicBezTo>
                      <a:cubicBezTo>
                        <a:pt x="253994" y="425332"/>
                        <a:pt x="253994" y="430771"/>
                        <a:pt x="253994" y="433490"/>
                      </a:cubicBezTo>
                      <a:cubicBezTo>
                        <a:pt x="253994" y="438930"/>
                        <a:pt x="253994" y="444369"/>
                        <a:pt x="253994" y="449809"/>
                      </a:cubicBezTo>
                      <a:cubicBezTo>
                        <a:pt x="253994" y="457967"/>
                        <a:pt x="256713" y="466126"/>
                        <a:pt x="256713" y="474285"/>
                      </a:cubicBezTo>
                      <a:cubicBezTo>
                        <a:pt x="256713" y="482444"/>
                        <a:pt x="256713" y="490603"/>
                        <a:pt x="256713" y="496043"/>
                      </a:cubicBezTo>
                      <a:cubicBezTo>
                        <a:pt x="256713" y="509641"/>
                        <a:pt x="259433" y="520520"/>
                        <a:pt x="259433" y="534118"/>
                      </a:cubicBezTo>
                      <a:cubicBezTo>
                        <a:pt x="259433" y="553155"/>
                        <a:pt x="259433" y="572193"/>
                        <a:pt x="259433" y="591231"/>
                      </a:cubicBezTo>
                      <a:cubicBezTo>
                        <a:pt x="259433" y="602109"/>
                        <a:pt x="262153" y="610268"/>
                        <a:pt x="262153" y="618427"/>
                      </a:cubicBezTo>
                      <a:cubicBezTo>
                        <a:pt x="264872" y="626586"/>
                        <a:pt x="262153" y="642904"/>
                        <a:pt x="267592" y="648343"/>
                      </a:cubicBezTo>
                      <a:cubicBezTo>
                        <a:pt x="270312" y="651063"/>
                        <a:pt x="275751" y="651063"/>
                        <a:pt x="292069" y="651063"/>
                      </a:cubicBezTo>
                      <a:cubicBezTo>
                        <a:pt x="305667" y="651063"/>
                        <a:pt x="319265" y="651063"/>
                        <a:pt x="327424" y="651063"/>
                      </a:cubicBezTo>
                      <a:cubicBezTo>
                        <a:pt x="338303" y="651063"/>
                        <a:pt x="351901" y="653783"/>
                        <a:pt x="362780" y="653783"/>
                      </a:cubicBezTo>
                      <a:cubicBezTo>
                        <a:pt x="376378" y="653783"/>
                        <a:pt x="384537" y="651063"/>
                        <a:pt x="395416" y="648343"/>
                      </a:cubicBezTo>
                      <a:cubicBezTo>
                        <a:pt x="395416" y="637465"/>
                        <a:pt x="395416" y="629306"/>
                        <a:pt x="395416" y="618427"/>
                      </a:cubicBezTo>
                      <a:cubicBezTo>
                        <a:pt x="395416" y="610268"/>
                        <a:pt x="395416" y="602109"/>
                        <a:pt x="395416" y="596670"/>
                      </a:cubicBezTo>
                      <a:cubicBezTo>
                        <a:pt x="395416" y="591231"/>
                        <a:pt x="395416" y="585791"/>
                        <a:pt x="398136" y="574913"/>
                      </a:cubicBezTo>
                      <a:cubicBezTo>
                        <a:pt x="400855" y="569473"/>
                        <a:pt x="400855" y="564034"/>
                        <a:pt x="406295" y="558595"/>
                      </a:cubicBezTo>
                      <a:cubicBezTo>
                        <a:pt x="411734" y="553155"/>
                        <a:pt x="414453" y="553155"/>
                        <a:pt x="422612" y="553155"/>
                      </a:cubicBezTo>
                      <a:cubicBezTo>
                        <a:pt x="436211" y="553155"/>
                        <a:pt x="438930" y="577632"/>
                        <a:pt x="438930" y="588511"/>
                      </a:cubicBezTo>
                      <a:cubicBezTo>
                        <a:pt x="438930" y="612988"/>
                        <a:pt x="438930" y="623866"/>
                        <a:pt x="436211" y="645624"/>
                      </a:cubicBezTo>
                      <a:cubicBezTo>
                        <a:pt x="433491" y="648343"/>
                        <a:pt x="433491" y="648343"/>
                        <a:pt x="433491" y="651063"/>
                      </a:cubicBezTo>
                      <a:lnTo>
                        <a:pt x="433491" y="651063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47" name="Freeform: Shape 46">
                  <a:extLst>
                    <a:ext uri="{FF2B5EF4-FFF2-40B4-BE49-F238E27FC236}">
                      <a16:creationId xmlns:a16="http://schemas.microsoft.com/office/drawing/2014/main" id="{87ED902A-9402-4174-E5E6-0089DA19E7F1}"/>
                    </a:ext>
                  </a:extLst>
                </p:cNvPr>
                <p:cNvSpPr/>
                <p:nvPr/>
              </p:nvSpPr>
              <p:spPr>
                <a:xfrm>
                  <a:off x="7912732" y="4250336"/>
                  <a:ext cx="465062" cy="658157"/>
                </a:xfrm>
                <a:custGeom>
                  <a:avLst/>
                  <a:gdLst>
                    <a:gd name="connsiteX0" fmla="*/ 193096 w 465062"/>
                    <a:gd name="connsiteY0" fmla="*/ 59832 h 658157"/>
                    <a:gd name="connsiteX1" fmla="*/ 193096 w 465062"/>
                    <a:gd name="connsiteY1" fmla="*/ 114226 h 658157"/>
                    <a:gd name="connsiteX2" fmla="*/ 198536 w 465062"/>
                    <a:gd name="connsiteY2" fmla="*/ 209414 h 658157"/>
                    <a:gd name="connsiteX3" fmla="*/ 201255 w 465062"/>
                    <a:gd name="connsiteY3" fmla="*/ 282845 h 658157"/>
                    <a:gd name="connsiteX4" fmla="*/ 203975 w 465062"/>
                    <a:gd name="connsiteY4" fmla="*/ 315481 h 658157"/>
                    <a:gd name="connsiteX5" fmla="*/ 203975 w 465062"/>
                    <a:gd name="connsiteY5" fmla="*/ 320920 h 658157"/>
                    <a:gd name="connsiteX6" fmla="*/ 212134 w 465062"/>
                    <a:gd name="connsiteY6" fmla="*/ 329079 h 658157"/>
                    <a:gd name="connsiteX7" fmla="*/ 223013 w 465062"/>
                    <a:gd name="connsiteY7" fmla="*/ 329079 h 658157"/>
                    <a:gd name="connsiteX8" fmla="*/ 239331 w 465062"/>
                    <a:gd name="connsiteY8" fmla="*/ 329079 h 658157"/>
                    <a:gd name="connsiteX9" fmla="*/ 280126 w 465062"/>
                    <a:gd name="connsiteY9" fmla="*/ 312761 h 658157"/>
                    <a:gd name="connsiteX10" fmla="*/ 296443 w 465062"/>
                    <a:gd name="connsiteY10" fmla="*/ 288284 h 658157"/>
                    <a:gd name="connsiteX11" fmla="*/ 304602 w 465062"/>
                    <a:gd name="connsiteY11" fmla="*/ 258368 h 658157"/>
                    <a:gd name="connsiteX12" fmla="*/ 312761 w 465062"/>
                    <a:gd name="connsiteY12" fmla="*/ 225732 h 658157"/>
                    <a:gd name="connsiteX13" fmla="*/ 315481 w 465062"/>
                    <a:gd name="connsiteY13" fmla="*/ 195816 h 658157"/>
                    <a:gd name="connsiteX14" fmla="*/ 318201 w 465062"/>
                    <a:gd name="connsiteY14" fmla="*/ 168619 h 658157"/>
                    <a:gd name="connsiteX15" fmla="*/ 312761 w 465062"/>
                    <a:gd name="connsiteY15" fmla="*/ 135983 h 658157"/>
                    <a:gd name="connsiteX16" fmla="*/ 312761 w 465062"/>
                    <a:gd name="connsiteY16" fmla="*/ 122385 h 658157"/>
                    <a:gd name="connsiteX17" fmla="*/ 293724 w 465062"/>
                    <a:gd name="connsiteY17" fmla="*/ 84309 h 658157"/>
                    <a:gd name="connsiteX18" fmla="*/ 280126 w 465062"/>
                    <a:gd name="connsiteY18" fmla="*/ 73430 h 658157"/>
                    <a:gd name="connsiteX19" fmla="*/ 258368 w 465062"/>
                    <a:gd name="connsiteY19" fmla="*/ 62552 h 658157"/>
                    <a:gd name="connsiteX20" fmla="*/ 217573 w 465062"/>
                    <a:gd name="connsiteY20" fmla="*/ 59832 h 658157"/>
                    <a:gd name="connsiteX21" fmla="*/ 111506 w 465062"/>
                    <a:gd name="connsiteY21" fmla="*/ 0 h 658157"/>
                    <a:gd name="connsiteX22" fmla="*/ 127824 w 465062"/>
                    <a:gd name="connsiteY22" fmla="*/ 0 h 658157"/>
                    <a:gd name="connsiteX23" fmla="*/ 157741 w 465062"/>
                    <a:gd name="connsiteY23" fmla="*/ 5440 h 658157"/>
                    <a:gd name="connsiteX24" fmla="*/ 179497 w 465062"/>
                    <a:gd name="connsiteY24" fmla="*/ 16318 h 658157"/>
                    <a:gd name="connsiteX25" fmla="*/ 209414 w 465062"/>
                    <a:gd name="connsiteY25" fmla="*/ 16318 h 658157"/>
                    <a:gd name="connsiteX26" fmla="*/ 247489 w 465062"/>
                    <a:gd name="connsiteY26" fmla="*/ 16318 h 658157"/>
                    <a:gd name="connsiteX27" fmla="*/ 266527 w 465062"/>
                    <a:gd name="connsiteY27" fmla="*/ 16318 h 658157"/>
                    <a:gd name="connsiteX28" fmla="*/ 312761 w 465062"/>
                    <a:gd name="connsiteY28" fmla="*/ 27197 h 658157"/>
                    <a:gd name="connsiteX29" fmla="*/ 337238 w 465062"/>
                    <a:gd name="connsiteY29" fmla="*/ 38075 h 658157"/>
                    <a:gd name="connsiteX30" fmla="*/ 364434 w 465062"/>
                    <a:gd name="connsiteY30" fmla="*/ 54393 h 658157"/>
                    <a:gd name="connsiteX31" fmla="*/ 386192 w 465062"/>
                    <a:gd name="connsiteY31" fmla="*/ 73431 h 658157"/>
                    <a:gd name="connsiteX32" fmla="*/ 407949 w 465062"/>
                    <a:gd name="connsiteY32" fmla="*/ 103347 h 658157"/>
                    <a:gd name="connsiteX33" fmla="*/ 416108 w 465062"/>
                    <a:gd name="connsiteY33" fmla="*/ 141422 h 658157"/>
                    <a:gd name="connsiteX34" fmla="*/ 418828 w 465062"/>
                    <a:gd name="connsiteY34" fmla="*/ 163179 h 658157"/>
                    <a:gd name="connsiteX35" fmla="*/ 418828 w 465062"/>
                    <a:gd name="connsiteY35" fmla="*/ 171339 h 658157"/>
                    <a:gd name="connsiteX36" fmla="*/ 421547 w 465062"/>
                    <a:gd name="connsiteY36" fmla="*/ 187656 h 658157"/>
                    <a:gd name="connsiteX37" fmla="*/ 418828 w 465062"/>
                    <a:gd name="connsiteY37" fmla="*/ 206694 h 658157"/>
                    <a:gd name="connsiteX38" fmla="*/ 416108 w 465062"/>
                    <a:gd name="connsiteY38" fmla="*/ 233891 h 658157"/>
                    <a:gd name="connsiteX39" fmla="*/ 405229 w 465062"/>
                    <a:gd name="connsiteY39" fmla="*/ 263807 h 658157"/>
                    <a:gd name="connsiteX40" fmla="*/ 394351 w 465062"/>
                    <a:gd name="connsiteY40" fmla="*/ 274686 h 658157"/>
                    <a:gd name="connsiteX41" fmla="*/ 388912 w 465062"/>
                    <a:gd name="connsiteY41" fmla="*/ 285564 h 658157"/>
                    <a:gd name="connsiteX42" fmla="*/ 369874 w 465062"/>
                    <a:gd name="connsiteY42" fmla="*/ 304602 h 658157"/>
                    <a:gd name="connsiteX43" fmla="*/ 358995 w 465062"/>
                    <a:gd name="connsiteY43" fmla="*/ 310041 h 658157"/>
                    <a:gd name="connsiteX44" fmla="*/ 348117 w 465062"/>
                    <a:gd name="connsiteY44" fmla="*/ 320920 h 658157"/>
                    <a:gd name="connsiteX45" fmla="*/ 326359 w 465062"/>
                    <a:gd name="connsiteY45" fmla="*/ 339957 h 658157"/>
                    <a:gd name="connsiteX46" fmla="*/ 312761 w 465062"/>
                    <a:gd name="connsiteY46" fmla="*/ 353555 h 658157"/>
                    <a:gd name="connsiteX47" fmla="*/ 337238 w 465062"/>
                    <a:gd name="connsiteY47" fmla="*/ 380752 h 658157"/>
                    <a:gd name="connsiteX48" fmla="*/ 358995 w 465062"/>
                    <a:gd name="connsiteY48" fmla="*/ 421547 h 658157"/>
                    <a:gd name="connsiteX49" fmla="*/ 372593 w 465062"/>
                    <a:gd name="connsiteY49" fmla="*/ 459622 h 658157"/>
                    <a:gd name="connsiteX50" fmla="*/ 386192 w 465062"/>
                    <a:gd name="connsiteY50" fmla="*/ 514015 h 658157"/>
                    <a:gd name="connsiteX51" fmla="*/ 407949 w 465062"/>
                    <a:gd name="connsiteY51" fmla="*/ 568408 h 658157"/>
                    <a:gd name="connsiteX52" fmla="*/ 421547 w 465062"/>
                    <a:gd name="connsiteY52" fmla="*/ 598324 h 658157"/>
                    <a:gd name="connsiteX53" fmla="*/ 451463 w 465062"/>
                    <a:gd name="connsiteY53" fmla="*/ 628241 h 658157"/>
                    <a:gd name="connsiteX54" fmla="*/ 465062 w 465062"/>
                    <a:gd name="connsiteY54" fmla="*/ 644559 h 658157"/>
                    <a:gd name="connsiteX55" fmla="*/ 462342 w 465062"/>
                    <a:gd name="connsiteY55" fmla="*/ 649998 h 658157"/>
                    <a:gd name="connsiteX56" fmla="*/ 437865 w 465062"/>
                    <a:gd name="connsiteY56" fmla="*/ 658157 h 658157"/>
                    <a:gd name="connsiteX57" fmla="*/ 361715 w 465062"/>
                    <a:gd name="connsiteY57" fmla="*/ 622801 h 658157"/>
                    <a:gd name="connsiteX58" fmla="*/ 320920 w 465062"/>
                    <a:gd name="connsiteY58" fmla="*/ 565689 h 658157"/>
                    <a:gd name="connsiteX59" fmla="*/ 304602 w 465062"/>
                    <a:gd name="connsiteY59" fmla="*/ 530333 h 658157"/>
                    <a:gd name="connsiteX60" fmla="*/ 293723 w 465062"/>
                    <a:gd name="connsiteY60" fmla="*/ 497697 h 658157"/>
                    <a:gd name="connsiteX61" fmla="*/ 282845 w 465062"/>
                    <a:gd name="connsiteY61" fmla="*/ 462342 h 658157"/>
                    <a:gd name="connsiteX62" fmla="*/ 269246 w 465062"/>
                    <a:gd name="connsiteY62" fmla="*/ 424267 h 658157"/>
                    <a:gd name="connsiteX63" fmla="*/ 255648 w 465062"/>
                    <a:gd name="connsiteY63" fmla="*/ 391631 h 658157"/>
                    <a:gd name="connsiteX64" fmla="*/ 236610 w 465062"/>
                    <a:gd name="connsiteY64" fmla="*/ 367154 h 658157"/>
                    <a:gd name="connsiteX65" fmla="*/ 217573 w 465062"/>
                    <a:gd name="connsiteY65" fmla="*/ 361714 h 658157"/>
                    <a:gd name="connsiteX66" fmla="*/ 201255 w 465062"/>
                    <a:gd name="connsiteY66" fmla="*/ 361714 h 658157"/>
                    <a:gd name="connsiteX67" fmla="*/ 198535 w 465062"/>
                    <a:gd name="connsiteY67" fmla="*/ 367154 h 658157"/>
                    <a:gd name="connsiteX68" fmla="*/ 201255 w 465062"/>
                    <a:gd name="connsiteY68" fmla="*/ 388911 h 658157"/>
                    <a:gd name="connsiteX69" fmla="*/ 198535 w 465062"/>
                    <a:gd name="connsiteY69" fmla="*/ 426986 h 658157"/>
                    <a:gd name="connsiteX70" fmla="*/ 203975 w 465062"/>
                    <a:gd name="connsiteY70" fmla="*/ 478660 h 658157"/>
                    <a:gd name="connsiteX71" fmla="*/ 198535 w 465062"/>
                    <a:gd name="connsiteY71" fmla="*/ 552090 h 658157"/>
                    <a:gd name="connsiteX72" fmla="*/ 195816 w 465062"/>
                    <a:gd name="connsiteY72" fmla="*/ 576567 h 658157"/>
                    <a:gd name="connsiteX73" fmla="*/ 198535 w 465062"/>
                    <a:gd name="connsiteY73" fmla="*/ 592885 h 658157"/>
                    <a:gd name="connsiteX74" fmla="*/ 233891 w 465062"/>
                    <a:gd name="connsiteY74" fmla="*/ 592885 h 658157"/>
                    <a:gd name="connsiteX75" fmla="*/ 271966 w 465062"/>
                    <a:gd name="connsiteY75" fmla="*/ 611923 h 658157"/>
                    <a:gd name="connsiteX76" fmla="*/ 266527 w 465062"/>
                    <a:gd name="connsiteY76" fmla="*/ 628241 h 658157"/>
                    <a:gd name="connsiteX77" fmla="*/ 250209 w 465062"/>
                    <a:gd name="connsiteY77" fmla="*/ 636400 h 658157"/>
                    <a:gd name="connsiteX78" fmla="*/ 228451 w 465062"/>
                    <a:gd name="connsiteY78" fmla="*/ 639119 h 658157"/>
                    <a:gd name="connsiteX79" fmla="*/ 187657 w 465062"/>
                    <a:gd name="connsiteY79" fmla="*/ 639119 h 658157"/>
                    <a:gd name="connsiteX80" fmla="*/ 152301 w 465062"/>
                    <a:gd name="connsiteY80" fmla="*/ 652717 h 658157"/>
                    <a:gd name="connsiteX81" fmla="*/ 133263 w 465062"/>
                    <a:gd name="connsiteY81" fmla="*/ 655437 h 658157"/>
                    <a:gd name="connsiteX82" fmla="*/ 122385 w 465062"/>
                    <a:gd name="connsiteY82" fmla="*/ 652717 h 658157"/>
                    <a:gd name="connsiteX83" fmla="*/ 97908 w 465062"/>
                    <a:gd name="connsiteY83" fmla="*/ 639119 h 658157"/>
                    <a:gd name="connsiteX84" fmla="*/ 70711 w 465062"/>
                    <a:gd name="connsiteY84" fmla="*/ 639119 h 658157"/>
                    <a:gd name="connsiteX85" fmla="*/ 46234 w 465062"/>
                    <a:gd name="connsiteY85" fmla="*/ 639119 h 658157"/>
                    <a:gd name="connsiteX86" fmla="*/ 19038 w 465062"/>
                    <a:gd name="connsiteY86" fmla="*/ 630960 h 658157"/>
                    <a:gd name="connsiteX87" fmla="*/ 2720 w 465062"/>
                    <a:gd name="connsiteY87" fmla="*/ 614642 h 658157"/>
                    <a:gd name="connsiteX88" fmla="*/ 8159 w 465062"/>
                    <a:gd name="connsiteY88" fmla="*/ 606483 h 658157"/>
                    <a:gd name="connsiteX89" fmla="*/ 29916 w 465062"/>
                    <a:gd name="connsiteY89" fmla="*/ 598324 h 658157"/>
                    <a:gd name="connsiteX90" fmla="*/ 76151 w 465062"/>
                    <a:gd name="connsiteY90" fmla="*/ 592885 h 658157"/>
                    <a:gd name="connsiteX91" fmla="*/ 73431 w 465062"/>
                    <a:gd name="connsiteY91" fmla="*/ 573848 h 658157"/>
                    <a:gd name="connsiteX92" fmla="*/ 70711 w 465062"/>
                    <a:gd name="connsiteY92" fmla="*/ 500417 h 658157"/>
                    <a:gd name="connsiteX93" fmla="*/ 73431 w 465062"/>
                    <a:gd name="connsiteY93" fmla="*/ 437865 h 658157"/>
                    <a:gd name="connsiteX94" fmla="*/ 70711 w 465062"/>
                    <a:gd name="connsiteY94" fmla="*/ 369873 h 658157"/>
                    <a:gd name="connsiteX95" fmla="*/ 70711 w 465062"/>
                    <a:gd name="connsiteY95" fmla="*/ 293723 h 658157"/>
                    <a:gd name="connsiteX96" fmla="*/ 73431 w 465062"/>
                    <a:gd name="connsiteY96" fmla="*/ 212133 h 658157"/>
                    <a:gd name="connsiteX97" fmla="*/ 76151 w 465062"/>
                    <a:gd name="connsiteY97" fmla="*/ 155021 h 658157"/>
                    <a:gd name="connsiteX98" fmla="*/ 76151 w 465062"/>
                    <a:gd name="connsiteY98" fmla="*/ 119665 h 658157"/>
                    <a:gd name="connsiteX99" fmla="*/ 78870 w 465062"/>
                    <a:gd name="connsiteY99" fmla="*/ 84310 h 658157"/>
                    <a:gd name="connsiteX100" fmla="*/ 76151 w 465062"/>
                    <a:gd name="connsiteY100" fmla="*/ 62552 h 658157"/>
                    <a:gd name="connsiteX101" fmla="*/ 67992 w 465062"/>
                    <a:gd name="connsiteY101" fmla="*/ 62552 h 658157"/>
                    <a:gd name="connsiteX102" fmla="*/ 43515 w 465062"/>
                    <a:gd name="connsiteY102" fmla="*/ 62552 h 658157"/>
                    <a:gd name="connsiteX103" fmla="*/ 16318 w 465062"/>
                    <a:gd name="connsiteY103" fmla="*/ 57113 h 658157"/>
                    <a:gd name="connsiteX104" fmla="*/ 0 w 465062"/>
                    <a:gd name="connsiteY104" fmla="*/ 40795 h 658157"/>
                    <a:gd name="connsiteX105" fmla="*/ 5439 w 465062"/>
                    <a:gd name="connsiteY105" fmla="*/ 32636 h 658157"/>
                    <a:gd name="connsiteX106" fmla="*/ 27197 w 465062"/>
                    <a:gd name="connsiteY106" fmla="*/ 24477 h 658157"/>
                    <a:gd name="connsiteX107" fmla="*/ 76151 w 465062"/>
                    <a:gd name="connsiteY107" fmla="*/ 19038 h 658157"/>
                    <a:gd name="connsiteX108" fmla="*/ 78870 w 465062"/>
                    <a:gd name="connsiteY108" fmla="*/ 13598 h 658157"/>
                    <a:gd name="connsiteX109" fmla="*/ 95188 w 465062"/>
                    <a:gd name="connsiteY109" fmla="*/ 5440 h 658157"/>
                    <a:gd name="connsiteX110" fmla="*/ 111506 w 465062"/>
                    <a:gd name="connsiteY110" fmla="*/ 0 h 6581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</a:cxnLst>
                  <a:rect l="l" t="t" r="r" b="b"/>
                  <a:pathLst>
                    <a:path w="465062" h="658157">
                      <a:moveTo>
                        <a:pt x="193096" y="59832"/>
                      </a:moveTo>
                      <a:cubicBezTo>
                        <a:pt x="193096" y="73430"/>
                        <a:pt x="193096" y="89748"/>
                        <a:pt x="193096" y="114226"/>
                      </a:cubicBezTo>
                      <a:cubicBezTo>
                        <a:pt x="193096" y="144142"/>
                        <a:pt x="195816" y="176778"/>
                        <a:pt x="198536" y="209414"/>
                      </a:cubicBezTo>
                      <a:cubicBezTo>
                        <a:pt x="198536" y="247489"/>
                        <a:pt x="201255" y="277406"/>
                        <a:pt x="201255" y="282845"/>
                      </a:cubicBezTo>
                      <a:cubicBezTo>
                        <a:pt x="201255" y="293723"/>
                        <a:pt x="203975" y="304602"/>
                        <a:pt x="203975" y="315481"/>
                      </a:cubicBezTo>
                      <a:cubicBezTo>
                        <a:pt x="203975" y="318200"/>
                        <a:pt x="203975" y="318200"/>
                        <a:pt x="203975" y="320920"/>
                      </a:cubicBezTo>
                      <a:cubicBezTo>
                        <a:pt x="203975" y="326359"/>
                        <a:pt x="206695" y="329079"/>
                        <a:pt x="212134" y="329079"/>
                      </a:cubicBezTo>
                      <a:cubicBezTo>
                        <a:pt x="214854" y="329079"/>
                        <a:pt x="220293" y="329079"/>
                        <a:pt x="223013" y="329079"/>
                      </a:cubicBezTo>
                      <a:cubicBezTo>
                        <a:pt x="228452" y="329079"/>
                        <a:pt x="233891" y="329079"/>
                        <a:pt x="239331" y="329079"/>
                      </a:cubicBezTo>
                      <a:cubicBezTo>
                        <a:pt x="252929" y="329079"/>
                        <a:pt x="271967" y="323640"/>
                        <a:pt x="280126" y="312761"/>
                      </a:cubicBezTo>
                      <a:cubicBezTo>
                        <a:pt x="288284" y="304602"/>
                        <a:pt x="291004" y="299163"/>
                        <a:pt x="296443" y="288284"/>
                      </a:cubicBezTo>
                      <a:cubicBezTo>
                        <a:pt x="299163" y="277406"/>
                        <a:pt x="301883" y="269247"/>
                        <a:pt x="304602" y="258368"/>
                      </a:cubicBezTo>
                      <a:cubicBezTo>
                        <a:pt x="307322" y="244770"/>
                        <a:pt x="310042" y="239330"/>
                        <a:pt x="312761" y="225732"/>
                      </a:cubicBezTo>
                      <a:cubicBezTo>
                        <a:pt x="315481" y="212134"/>
                        <a:pt x="315481" y="209414"/>
                        <a:pt x="315481" y="195816"/>
                      </a:cubicBezTo>
                      <a:cubicBezTo>
                        <a:pt x="315481" y="179498"/>
                        <a:pt x="315481" y="184937"/>
                        <a:pt x="318201" y="168619"/>
                      </a:cubicBezTo>
                      <a:cubicBezTo>
                        <a:pt x="312761" y="152302"/>
                        <a:pt x="312761" y="149582"/>
                        <a:pt x="312761" y="135983"/>
                      </a:cubicBezTo>
                      <a:cubicBezTo>
                        <a:pt x="312761" y="133264"/>
                        <a:pt x="312761" y="127825"/>
                        <a:pt x="312761" y="122385"/>
                      </a:cubicBezTo>
                      <a:cubicBezTo>
                        <a:pt x="312761" y="111507"/>
                        <a:pt x="301883" y="95188"/>
                        <a:pt x="293724" y="84309"/>
                      </a:cubicBezTo>
                      <a:cubicBezTo>
                        <a:pt x="288284" y="78870"/>
                        <a:pt x="285565" y="76150"/>
                        <a:pt x="280126" y="73430"/>
                      </a:cubicBezTo>
                      <a:cubicBezTo>
                        <a:pt x="271967" y="67991"/>
                        <a:pt x="266527" y="65271"/>
                        <a:pt x="258368" y="62552"/>
                      </a:cubicBezTo>
                      <a:cubicBezTo>
                        <a:pt x="244770" y="59832"/>
                        <a:pt x="228452" y="59832"/>
                        <a:pt x="217573" y="59832"/>
                      </a:cubicBezTo>
                      <a:close/>
                      <a:moveTo>
                        <a:pt x="111506" y="0"/>
                      </a:moveTo>
                      <a:cubicBezTo>
                        <a:pt x="114226" y="0"/>
                        <a:pt x="122385" y="0"/>
                        <a:pt x="127824" y="0"/>
                      </a:cubicBezTo>
                      <a:cubicBezTo>
                        <a:pt x="135983" y="0"/>
                        <a:pt x="146862" y="2720"/>
                        <a:pt x="157741" y="5440"/>
                      </a:cubicBezTo>
                      <a:cubicBezTo>
                        <a:pt x="168619" y="8159"/>
                        <a:pt x="176778" y="10879"/>
                        <a:pt x="179497" y="16318"/>
                      </a:cubicBezTo>
                      <a:cubicBezTo>
                        <a:pt x="193096" y="16318"/>
                        <a:pt x="201255" y="16318"/>
                        <a:pt x="209414" y="16318"/>
                      </a:cubicBezTo>
                      <a:cubicBezTo>
                        <a:pt x="220292" y="16318"/>
                        <a:pt x="231171" y="16318"/>
                        <a:pt x="247489" y="16318"/>
                      </a:cubicBezTo>
                      <a:cubicBezTo>
                        <a:pt x="250209" y="16318"/>
                        <a:pt x="258368" y="16318"/>
                        <a:pt x="266527" y="16318"/>
                      </a:cubicBezTo>
                      <a:cubicBezTo>
                        <a:pt x="277405" y="16318"/>
                        <a:pt x="291004" y="21758"/>
                        <a:pt x="312761" y="27197"/>
                      </a:cubicBezTo>
                      <a:cubicBezTo>
                        <a:pt x="320920" y="29917"/>
                        <a:pt x="329079" y="35356"/>
                        <a:pt x="337238" y="38075"/>
                      </a:cubicBezTo>
                      <a:cubicBezTo>
                        <a:pt x="342677" y="40795"/>
                        <a:pt x="353556" y="48954"/>
                        <a:pt x="364434" y="54393"/>
                      </a:cubicBezTo>
                      <a:cubicBezTo>
                        <a:pt x="375313" y="62552"/>
                        <a:pt x="386192" y="67992"/>
                        <a:pt x="386192" y="73431"/>
                      </a:cubicBezTo>
                      <a:cubicBezTo>
                        <a:pt x="391631" y="84310"/>
                        <a:pt x="402510" y="92469"/>
                        <a:pt x="407949" y="103347"/>
                      </a:cubicBezTo>
                      <a:cubicBezTo>
                        <a:pt x="413388" y="116945"/>
                        <a:pt x="416108" y="130544"/>
                        <a:pt x="416108" y="141422"/>
                      </a:cubicBezTo>
                      <a:cubicBezTo>
                        <a:pt x="416108" y="152301"/>
                        <a:pt x="418828" y="157740"/>
                        <a:pt x="418828" y="163179"/>
                      </a:cubicBezTo>
                      <a:cubicBezTo>
                        <a:pt x="418828" y="165899"/>
                        <a:pt x="418828" y="168619"/>
                        <a:pt x="418828" y="171339"/>
                      </a:cubicBezTo>
                      <a:cubicBezTo>
                        <a:pt x="418828" y="174058"/>
                        <a:pt x="421547" y="182217"/>
                        <a:pt x="421547" y="187656"/>
                      </a:cubicBezTo>
                      <a:cubicBezTo>
                        <a:pt x="421547" y="193096"/>
                        <a:pt x="418828" y="201255"/>
                        <a:pt x="418828" y="206694"/>
                      </a:cubicBezTo>
                      <a:cubicBezTo>
                        <a:pt x="418828" y="217573"/>
                        <a:pt x="418828" y="223012"/>
                        <a:pt x="416108" y="233891"/>
                      </a:cubicBezTo>
                      <a:cubicBezTo>
                        <a:pt x="413388" y="244769"/>
                        <a:pt x="410668" y="255648"/>
                        <a:pt x="405229" y="263807"/>
                      </a:cubicBezTo>
                      <a:cubicBezTo>
                        <a:pt x="402510" y="269246"/>
                        <a:pt x="397070" y="269246"/>
                        <a:pt x="394351" y="274686"/>
                      </a:cubicBezTo>
                      <a:cubicBezTo>
                        <a:pt x="391631" y="277405"/>
                        <a:pt x="391631" y="282844"/>
                        <a:pt x="388912" y="285564"/>
                      </a:cubicBezTo>
                      <a:cubicBezTo>
                        <a:pt x="383472" y="291003"/>
                        <a:pt x="375313" y="301882"/>
                        <a:pt x="369874" y="304602"/>
                      </a:cubicBezTo>
                      <a:cubicBezTo>
                        <a:pt x="367154" y="307321"/>
                        <a:pt x="361715" y="307321"/>
                        <a:pt x="358995" y="310041"/>
                      </a:cubicBezTo>
                      <a:cubicBezTo>
                        <a:pt x="356275" y="312761"/>
                        <a:pt x="350836" y="318200"/>
                        <a:pt x="348117" y="320920"/>
                      </a:cubicBezTo>
                      <a:cubicBezTo>
                        <a:pt x="339958" y="326359"/>
                        <a:pt x="334518" y="334518"/>
                        <a:pt x="326359" y="339957"/>
                      </a:cubicBezTo>
                      <a:cubicBezTo>
                        <a:pt x="320920" y="342677"/>
                        <a:pt x="312761" y="342677"/>
                        <a:pt x="312761" y="353555"/>
                      </a:cubicBezTo>
                      <a:cubicBezTo>
                        <a:pt x="312761" y="361714"/>
                        <a:pt x="334518" y="372593"/>
                        <a:pt x="337238" y="380752"/>
                      </a:cubicBezTo>
                      <a:cubicBezTo>
                        <a:pt x="345397" y="394350"/>
                        <a:pt x="353556" y="407948"/>
                        <a:pt x="358995" y="421547"/>
                      </a:cubicBezTo>
                      <a:cubicBezTo>
                        <a:pt x="364434" y="435145"/>
                        <a:pt x="367154" y="446024"/>
                        <a:pt x="372593" y="459622"/>
                      </a:cubicBezTo>
                      <a:cubicBezTo>
                        <a:pt x="378033" y="478660"/>
                        <a:pt x="383472" y="494978"/>
                        <a:pt x="386192" y="514015"/>
                      </a:cubicBezTo>
                      <a:cubicBezTo>
                        <a:pt x="391631" y="533053"/>
                        <a:pt x="402510" y="549371"/>
                        <a:pt x="407949" y="568408"/>
                      </a:cubicBezTo>
                      <a:cubicBezTo>
                        <a:pt x="410668" y="579287"/>
                        <a:pt x="416108" y="590165"/>
                        <a:pt x="421547" y="598324"/>
                      </a:cubicBezTo>
                      <a:cubicBezTo>
                        <a:pt x="435146" y="614642"/>
                        <a:pt x="443305" y="622801"/>
                        <a:pt x="451463" y="628241"/>
                      </a:cubicBezTo>
                      <a:cubicBezTo>
                        <a:pt x="456903" y="630960"/>
                        <a:pt x="465062" y="636400"/>
                        <a:pt x="465062" y="644559"/>
                      </a:cubicBezTo>
                      <a:cubicBezTo>
                        <a:pt x="465062" y="647278"/>
                        <a:pt x="465062" y="647278"/>
                        <a:pt x="462342" y="649998"/>
                      </a:cubicBezTo>
                      <a:cubicBezTo>
                        <a:pt x="456903" y="655437"/>
                        <a:pt x="446024" y="658157"/>
                        <a:pt x="437865" y="658157"/>
                      </a:cubicBezTo>
                      <a:cubicBezTo>
                        <a:pt x="413388" y="658157"/>
                        <a:pt x="378033" y="641839"/>
                        <a:pt x="361715" y="622801"/>
                      </a:cubicBezTo>
                      <a:cubicBezTo>
                        <a:pt x="345397" y="606483"/>
                        <a:pt x="334518" y="584726"/>
                        <a:pt x="320920" y="565689"/>
                      </a:cubicBezTo>
                      <a:cubicBezTo>
                        <a:pt x="315480" y="554810"/>
                        <a:pt x="310041" y="543931"/>
                        <a:pt x="304602" y="530333"/>
                      </a:cubicBezTo>
                      <a:cubicBezTo>
                        <a:pt x="299163" y="519454"/>
                        <a:pt x="296443" y="508576"/>
                        <a:pt x="293723" y="497697"/>
                      </a:cubicBezTo>
                      <a:cubicBezTo>
                        <a:pt x="291004" y="486819"/>
                        <a:pt x="288284" y="473220"/>
                        <a:pt x="282845" y="462342"/>
                      </a:cubicBezTo>
                      <a:cubicBezTo>
                        <a:pt x="280125" y="448743"/>
                        <a:pt x="274686" y="437865"/>
                        <a:pt x="269246" y="424267"/>
                      </a:cubicBezTo>
                      <a:cubicBezTo>
                        <a:pt x="266527" y="416108"/>
                        <a:pt x="261087" y="402509"/>
                        <a:pt x="255648" y="391631"/>
                      </a:cubicBezTo>
                      <a:cubicBezTo>
                        <a:pt x="250209" y="380752"/>
                        <a:pt x="244770" y="375313"/>
                        <a:pt x="236610" y="367154"/>
                      </a:cubicBezTo>
                      <a:cubicBezTo>
                        <a:pt x="231171" y="361714"/>
                        <a:pt x="223012" y="361714"/>
                        <a:pt x="217573" y="361714"/>
                      </a:cubicBezTo>
                      <a:cubicBezTo>
                        <a:pt x="212134" y="361714"/>
                        <a:pt x="206694" y="361714"/>
                        <a:pt x="201255" y="361714"/>
                      </a:cubicBezTo>
                      <a:cubicBezTo>
                        <a:pt x="198535" y="361714"/>
                        <a:pt x="198535" y="364434"/>
                        <a:pt x="198535" y="367154"/>
                      </a:cubicBezTo>
                      <a:cubicBezTo>
                        <a:pt x="198535" y="375313"/>
                        <a:pt x="201255" y="386191"/>
                        <a:pt x="201255" y="388911"/>
                      </a:cubicBezTo>
                      <a:cubicBezTo>
                        <a:pt x="201255" y="402509"/>
                        <a:pt x="198535" y="413388"/>
                        <a:pt x="198535" y="426986"/>
                      </a:cubicBezTo>
                      <a:cubicBezTo>
                        <a:pt x="198535" y="446024"/>
                        <a:pt x="203975" y="456902"/>
                        <a:pt x="203975" y="478660"/>
                      </a:cubicBezTo>
                      <a:cubicBezTo>
                        <a:pt x="203975" y="503136"/>
                        <a:pt x="201255" y="527613"/>
                        <a:pt x="198535" y="552090"/>
                      </a:cubicBezTo>
                      <a:cubicBezTo>
                        <a:pt x="198535" y="560249"/>
                        <a:pt x="195816" y="568408"/>
                        <a:pt x="195816" y="576567"/>
                      </a:cubicBezTo>
                      <a:cubicBezTo>
                        <a:pt x="195816" y="582006"/>
                        <a:pt x="195816" y="587446"/>
                        <a:pt x="198535" y="592885"/>
                      </a:cubicBezTo>
                      <a:cubicBezTo>
                        <a:pt x="212134" y="592885"/>
                        <a:pt x="225732" y="592885"/>
                        <a:pt x="233891" y="592885"/>
                      </a:cubicBezTo>
                      <a:cubicBezTo>
                        <a:pt x="247489" y="592885"/>
                        <a:pt x="271966" y="592885"/>
                        <a:pt x="271966" y="611923"/>
                      </a:cubicBezTo>
                      <a:cubicBezTo>
                        <a:pt x="271966" y="620082"/>
                        <a:pt x="269246" y="622801"/>
                        <a:pt x="266527" y="628241"/>
                      </a:cubicBezTo>
                      <a:cubicBezTo>
                        <a:pt x="261087" y="633680"/>
                        <a:pt x="255648" y="636400"/>
                        <a:pt x="250209" y="636400"/>
                      </a:cubicBezTo>
                      <a:cubicBezTo>
                        <a:pt x="239330" y="639119"/>
                        <a:pt x="233891" y="639119"/>
                        <a:pt x="228451" y="639119"/>
                      </a:cubicBezTo>
                      <a:cubicBezTo>
                        <a:pt x="223012" y="639119"/>
                        <a:pt x="206694" y="639119"/>
                        <a:pt x="187657" y="639119"/>
                      </a:cubicBezTo>
                      <a:cubicBezTo>
                        <a:pt x="176778" y="647278"/>
                        <a:pt x="163180" y="649998"/>
                        <a:pt x="152301" y="652717"/>
                      </a:cubicBezTo>
                      <a:cubicBezTo>
                        <a:pt x="146862" y="652717"/>
                        <a:pt x="138703" y="655437"/>
                        <a:pt x="133263" y="655437"/>
                      </a:cubicBezTo>
                      <a:cubicBezTo>
                        <a:pt x="130544" y="655437"/>
                        <a:pt x="125104" y="655437"/>
                        <a:pt x="122385" y="652717"/>
                      </a:cubicBezTo>
                      <a:cubicBezTo>
                        <a:pt x="114226" y="649998"/>
                        <a:pt x="103347" y="644559"/>
                        <a:pt x="97908" y="639119"/>
                      </a:cubicBezTo>
                      <a:cubicBezTo>
                        <a:pt x="87029" y="639119"/>
                        <a:pt x="78870" y="639119"/>
                        <a:pt x="70711" y="639119"/>
                      </a:cubicBezTo>
                      <a:cubicBezTo>
                        <a:pt x="62552" y="639119"/>
                        <a:pt x="54393" y="639119"/>
                        <a:pt x="46234" y="639119"/>
                      </a:cubicBezTo>
                      <a:cubicBezTo>
                        <a:pt x="38075" y="639119"/>
                        <a:pt x="27197" y="633680"/>
                        <a:pt x="19038" y="630960"/>
                      </a:cubicBezTo>
                      <a:cubicBezTo>
                        <a:pt x="10879" y="628241"/>
                        <a:pt x="2720" y="620082"/>
                        <a:pt x="2720" y="614642"/>
                      </a:cubicBezTo>
                      <a:cubicBezTo>
                        <a:pt x="2720" y="611923"/>
                        <a:pt x="2720" y="609203"/>
                        <a:pt x="8159" y="606483"/>
                      </a:cubicBezTo>
                      <a:cubicBezTo>
                        <a:pt x="13599" y="603764"/>
                        <a:pt x="24477" y="601044"/>
                        <a:pt x="29916" y="598324"/>
                      </a:cubicBezTo>
                      <a:cubicBezTo>
                        <a:pt x="43515" y="595605"/>
                        <a:pt x="62552" y="595605"/>
                        <a:pt x="76151" y="592885"/>
                      </a:cubicBezTo>
                      <a:cubicBezTo>
                        <a:pt x="76151" y="587446"/>
                        <a:pt x="73431" y="582006"/>
                        <a:pt x="73431" y="573848"/>
                      </a:cubicBezTo>
                      <a:cubicBezTo>
                        <a:pt x="73431" y="565689"/>
                        <a:pt x="70711" y="516735"/>
                        <a:pt x="70711" y="500417"/>
                      </a:cubicBezTo>
                      <a:cubicBezTo>
                        <a:pt x="70711" y="481379"/>
                        <a:pt x="73431" y="456902"/>
                        <a:pt x="73431" y="437865"/>
                      </a:cubicBezTo>
                      <a:cubicBezTo>
                        <a:pt x="73431" y="416108"/>
                        <a:pt x="70711" y="391631"/>
                        <a:pt x="70711" y="369873"/>
                      </a:cubicBezTo>
                      <a:cubicBezTo>
                        <a:pt x="70711" y="345397"/>
                        <a:pt x="70711" y="318200"/>
                        <a:pt x="70711" y="293723"/>
                      </a:cubicBezTo>
                      <a:cubicBezTo>
                        <a:pt x="70711" y="266526"/>
                        <a:pt x="73431" y="239330"/>
                        <a:pt x="73431" y="212133"/>
                      </a:cubicBezTo>
                      <a:cubicBezTo>
                        <a:pt x="73431" y="187656"/>
                        <a:pt x="76151" y="179498"/>
                        <a:pt x="76151" y="155021"/>
                      </a:cubicBezTo>
                      <a:cubicBezTo>
                        <a:pt x="76151" y="144142"/>
                        <a:pt x="76151" y="130544"/>
                        <a:pt x="76151" y="119665"/>
                      </a:cubicBezTo>
                      <a:cubicBezTo>
                        <a:pt x="76151" y="106067"/>
                        <a:pt x="78870" y="95188"/>
                        <a:pt x="78870" y="84310"/>
                      </a:cubicBezTo>
                      <a:cubicBezTo>
                        <a:pt x="78870" y="78870"/>
                        <a:pt x="78870" y="70711"/>
                        <a:pt x="76151" y="62552"/>
                      </a:cubicBezTo>
                      <a:cubicBezTo>
                        <a:pt x="76151" y="62552"/>
                        <a:pt x="73431" y="62552"/>
                        <a:pt x="67992" y="62552"/>
                      </a:cubicBezTo>
                      <a:cubicBezTo>
                        <a:pt x="59833" y="62552"/>
                        <a:pt x="51674" y="62552"/>
                        <a:pt x="43515" y="62552"/>
                      </a:cubicBezTo>
                      <a:cubicBezTo>
                        <a:pt x="35356" y="62552"/>
                        <a:pt x="24477" y="59833"/>
                        <a:pt x="16318" y="57113"/>
                      </a:cubicBezTo>
                      <a:cubicBezTo>
                        <a:pt x="8159" y="54393"/>
                        <a:pt x="0" y="43515"/>
                        <a:pt x="0" y="40795"/>
                      </a:cubicBezTo>
                      <a:cubicBezTo>
                        <a:pt x="0" y="38075"/>
                        <a:pt x="0" y="35356"/>
                        <a:pt x="5439" y="32636"/>
                      </a:cubicBezTo>
                      <a:cubicBezTo>
                        <a:pt x="10879" y="29917"/>
                        <a:pt x="21758" y="27197"/>
                        <a:pt x="27197" y="24477"/>
                      </a:cubicBezTo>
                      <a:cubicBezTo>
                        <a:pt x="46234" y="21758"/>
                        <a:pt x="62552" y="19038"/>
                        <a:pt x="76151" y="19038"/>
                      </a:cubicBezTo>
                      <a:cubicBezTo>
                        <a:pt x="76151" y="16318"/>
                        <a:pt x="78870" y="16318"/>
                        <a:pt x="78870" y="13598"/>
                      </a:cubicBezTo>
                      <a:cubicBezTo>
                        <a:pt x="84309" y="10879"/>
                        <a:pt x="89749" y="8159"/>
                        <a:pt x="95188" y="5440"/>
                      </a:cubicBezTo>
                      <a:cubicBezTo>
                        <a:pt x="100628" y="2720"/>
                        <a:pt x="106067" y="0"/>
                        <a:pt x="111506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48" name="Freeform: Shape 47">
                  <a:extLst>
                    <a:ext uri="{FF2B5EF4-FFF2-40B4-BE49-F238E27FC236}">
                      <a16:creationId xmlns:a16="http://schemas.microsoft.com/office/drawing/2014/main" id="{1C0273DC-EC1E-9D72-4921-08E5A4D908B5}"/>
                    </a:ext>
                  </a:extLst>
                </p:cNvPr>
                <p:cNvSpPr/>
                <p:nvPr/>
              </p:nvSpPr>
              <p:spPr>
                <a:xfrm>
                  <a:off x="8346812" y="4186718"/>
                  <a:ext cx="353556" cy="761503"/>
                </a:xfrm>
                <a:custGeom>
                  <a:avLst/>
                  <a:gdLst>
                    <a:gd name="connsiteX0" fmla="*/ 283910 w 353555"/>
                    <a:gd name="connsiteY0" fmla="*/ 672820 h 761503"/>
                    <a:gd name="connsiteX1" fmla="*/ 321985 w 353555"/>
                    <a:gd name="connsiteY1" fmla="*/ 689138 h 761503"/>
                    <a:gd name="connsiteX2" fmla="*/ 316546 w 353555"/>
                    <a:gd name="connsiteY2" fmla="*/ 705456 h 761503"/>
                    <a:gd name="connsiteX3" fmla="*/ 300228 w 353555"/>
                    <a:gd name="connsiteY3" fmla="*/ 713615 h 761503"/>
                    <a:gd name="connsiteX4" fmla="*/ 278471 w 353555"/>
                    <a:gd name="connsiteY4" fmla="*/ 716335 h 761503"/>
                    <a:gd name="connsiteX5" fmla="*/ 237676 w 353555"/>
                    <a:gd name="connsiteY5" fmla="*/ 716335 h 761503"/>
                    <a:gd name="connsiteX6" fmla="*/ 180563 w 353555"/>
                    <a:gd name="connsiteY6" fmla="*/ 719054 h 761503"/>
                    <a:gd name="connsiteX7" fmla="*/ 126170 w 353555"/>
                    <a:gd name="connsiteY7" fmla="*/ 719054 h 761503"/>
                    <a:gd name="connsiteX8" fmla="*/ 101693 w 353555"/>
                    <a:gd name="connsiteY8" fmla="*/ 719054 h 761503"/>
                    <a:gd name="connsiteX9" fmla="*/ 74496 w 353555"/>
                    <a:gd name="connsiteY9" fmla="*/ 713615 h 761503"/>
                    <a:gd name="connsiteX10" fmla="*/ 58178 w 353555"/>
                    <a:gd name="connsiteY10" fmla="*/ 697297 h 761503"/>
                    <a:gd name="connsiteX11" fmla="*/ 63618 w 353555"/>
                    <a:gd name="connsiteY11" fmla="*/ 689138 h 761503"/>
                    <a:gd name="connsiteX12" fmla="*/ 85375 w 353555"/>
                    <a:gd name="connsiteY12" fmla="*/ 680979 h 761503"/>
                    <a:gd name="connsiteX13" fmla="*/ 131609 w 353555"/>
                    <a:gd name="connsiteY13" fmla="*/ 675540 h 761503"/>
                    <a:gd name="connsiteX14" fmla="*/ 142488 w 353555"/>
                    <a:gd name="connsiteY14" fmla="*/ 675540 h 761503"/>
                    <a:gd name="connsiteX15" fmla="*/ 131609 w 353555"/>
                    <a:gd name="connsiteY15" fmla="*/ 653783 h 761503"/>
                    <a:gd name="connsiteX16" fmla="*/ 128890 w 353555"/>
                    <a:gd name="connsiteY16" fmla="*/ 640184 h 761503"/>
                    <a:gd name="connsiteX17" fmla="*/ 128890 w 353555"/>
                    <a:gd name="connsiteY17" fmla="*/ 629306 h 761503"/>
                    <a:gd name="connsiteX18" fmla="*/ 128890 w 353555"/>
                    <a:gd name="connsiteY18" fmla="*/ 621147 h 761503"/>
                    <a:gd name="connsiteX19" fmla="*/ 128890 w 353555"/>
                    <a:gd name="connsiteY19" fmla="*/ 593950 h 761503"/>
                    <a:gd name="connsiteX20" fmla="*/ 128890 w 353555"/>
                    <a:gd name="connsiteY20" fmla="*/ 583072 h 761503"/>
                    <a:gd name="connsiteX21" fmla="*/ 128890 w 353555"/>
                    <a:gd name="connsiteY21" fmla="*/ 436210 h 761503"/>
                    <a:gd name="connsiteX22" fmla="*/ 128890 w 353555"/>
                    <a:gd name="connsiteY22" fmla="*/ 357340 h 761503"/>
                    <a:gd name="connsiteX23" fmla="*/ 131609 w 353555"/>
                    <a:gd name="connsiteY23" fmla="*/ 289349 h 761503"/>
                    <a:gd name="connsiteX24" fmla="*/ 131609 w 353555"/>
                    <a:gd name="connsiteY24" fmla="*/ 251274 h 761503"/>
                    <a:gd name="connsiteX25" fmla="*/ 131609 w 353555"/>
                    <a:gd name="connsiteY25" fmla="*/ 205040 h 761503"/>
                    <a:gd name="connsiteX26" fmla="*/ 131609 w 353555"/>
                    <a:gd name="connsiteY26" fmla="*/ 139768 h 761503"/>
                    <a:gd name="connsiteX27" fmla="*/ 131609 w 353555"/>
                    <a:gd name="connsiteY27" fmla="*/ 128889 h 761503"/>
                    <a:gd name="connsiteX28" fmla="*/ 126170 w 353555"/>
                    <a:gd name="connsiteY28" fmla="*/ 128889 h 761503"/>
                    <a:gd name="connsiteX29" fmla="*/ 101693 w 353555"/>
                    <a:gd name="connsiteY29" fmla="*/ 128889 h 761503"/>
                    <a:gd name="connsiteX30" fmla="*/ 74496 w 353555"/>
                    <a:gd name="connsiteY30" fmla="*/ 123450 h 761503"/>
                    <a:gd name="connsiteX31" fmla="*/ 58178 w 353555"/>
                    <a:gd name="connsiteY31" fmla="*/ 107132 h 761503"/>
                    <a:gd name="connsiteX32" fmla="*/ 60898 w 353555"/>
                    <a:gd name="connsiteY32" fmla="*/ 98973 h 761503"/>
                    <a:gd name="connsiteX33" fmla="*/ 82655 w 353555"/>
                    <a:gd name="connsiteY33" fmla="*/ 93534 h 761503"/>
                    <a:gd name="connsiteX34" fmla="*/ 131609 w 353555"/>
                    <a:gd name="connsiteY34" fmla="*/ 88094 h 761503"/>
                    <a:gd name="connsiteX35" fmla="*/ 131609 w 353555"/>
                    <a:gd name="connsiteY35" fmla="*/ 82655 h 761503"/>
                    <a:gd name="connsiteX36" fmla="*/ 134329 w 353555"/>
                    <a:gd name="connsiteY36" fmla="*/ 71776 h 761503"/>
                    <a:gd name="connsiteX37" fmla="*/ 147927 w 353555"/>
                    <a:gd name="connsiteY37" fmla="*/ 63617 h 761503"/>
                    <a:gd name="connsiteX38" fmla="*/ 164245 w 353555"/>
                    <a:gd name="connsiteY38" fmla="*/ 58178 h 761503"/>
                    <a:gd name="connsiteX39" fmla="*/ 177843 w 353555"/>
                    <a:gd name="connsiteY39" fmla="*/ 58178 h 761503"/>
                    <a:gd name="connsiteX40" fmla="*/ 196881 w 353555"/>
                    <a:gd name="connsiteY40" fmla="*/ 60898 h 761503"/>
                    <a:gd name="connsiteX41" fmla="*/ 232237 w 353555"/>
                    <a:gd name="connsiteY41" fmla="*/ 88094 h 761503"/>
                    <a:gd name="connsiteX42" fmla="*/ 278471 w 353555"/>
                    <a:gd name="connsiteY42" fmla="*/ 88094 h 761503"/>
                    <a:gd name="connsiteX43" fmla="*/ 316546 w 353555"/>
                    <a:gd name="connsiteY43" fmla="*/ 104412 h 761503"/>
                    <a:gd name="connsiteX44" fmla="*/ 311107 w 353555"/>
                    <a:gd name="connsiteY44" fmla="*/ 120730 h 761503"/>
                    <a:gd name="connsiteX45" fmla="*/ 294789 w 353555"/>
                    <a:gd name="connsiteY45" fmla="*/ 128889 h 761503"/>
                    <a:gd name="connsiteX46" fmla="*/ 273032 w 353555"/>
                    <a:gd name="connsiteY46" fmla="*/ 131609 h 761503"/>
                    <a:gd name="connsiteX47" fmla="*/ 243115 w 353555"/>
                    <a:gd name="connsiteY47" fmla="*/ 131609 h 761503"/>
                    <a:gd name="connsiteX48" fmla="*/ 243115 w 353555"/>
                    <a:gd name="connsiteY48" fmla="*/ 134329 h 761503"/>
                    <a:gd name="connsiteX49" fmla="*/ 248554 w 353555"/>
                    <a:gd name="connsiteY49" fmla="*/ 169684 h 761503"/>
                    <a:gd name="connsiteX50" fmla="*/ 251274 w 353555"/>
                    <a:gd name="connsiteY50" fmla="*/ 205040 h 761503"/>
                    <a:gd name="connsiteX51" fmla="*/ 251274 w 353555"/>
                    <a:gd name="connsiteY51" fmla="*/ 240395 h 761503"/>
                    <a:gd name="connsiteX52" fmla="*/ 251274 w 353555"/>
                    <a:gd name="connsiteY52" fmla="*/ 256713 h 761503"/>
                    <a:gd name="connsiteX53" fmla="*/ 253994 w 353555"/>
                    <a:gd name="connsiteY53" fmla="*/ 270311 h 761503"/>
                    <a:gd name="connsiteX54" fmla="*/ 259433 w 353555"/>
                    <a:gd name="connsiteY54" fmla="*/ 343742 h 761503"/>
                    <a:gd name="connsiteX55" fmla="*/ 262153 w 353555"/>
                    <a:gd name="connsiteY55" fmla="*/ 425332 h 761503"/>
                    <a:gd name="connsiteX56" fmla="*/ 264872 w 353555"/>
                    <a:gd name="connsiteY56" fmla="*/ 490603 h 761503"/>
                    <a:gd name="connsiteX57" fmla="*/ 270312 w 353555"/>
                    <a:gd name="connsiteY57" fmla="*/ 564034 h 761503"/>
                    <a:gd name="connsiteX58" fmla="*/ 270312 w 353555"/>
                    <a:gd name="connsiteY58" fmla="*/ 599390 h 761503"/>
                    <a:gd name="connsiteX59" fmla="*/ 270312 w 353555"/>
                    <a:gd name="connsiteY59" fmla="*/ 637465 h 761503"/>
                    <a:gd name="connsiteX60" fmla="*/ 264872 w 353555"/>
                    <a:gd name="connsiteY60" fmla="*/ 670101 h 761503"/>
                    <a:gd name="connsiteX61" fmla="*/ 283910 w 353555"/>
                    <a:gd name="connsiteY61" fmla="*/ 672820 h 761503"/>
                    <a:gd name="connsiteX62" fmla="*/ 283910 w 353555"/>
                    <a:gd name="connsiteY62" fmla="*/ 672820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</a:cxnLst>
                  <a:rect l="l" t="t" r="r" b="b"/>
                  <a:pathLst>
                    <a:path w="353555" h="761503">
                      <a:moveTo>
                        <a:pt x="283910" y="672820"/>
                      </a:moveTo>
                      <a:cubicBezTo>
                        <a:pt x="297508" y="672820"/>
                        <a:pt x="321985" y="672820"/>
                        <a:pt x="321985" y="689138"/>
                      </a:cubicBezTo>
                      <a:cubicBezTo>
                        <a:pt x="321985" y="697297"/>
                        <a:pt x="319266" y="697297"/>
                        <a:pt x="316546" y="705456"/>
                      </a:cubicBezTo>
                      <a:cubicBezTo>
                        <a:pt x="311107" y="710895"/>
                        <a:pt x="305667" y="713615"/>
                        <a:pt x="300228" y="713615"/>
                      </a:cubicBezTo>
                      <a:cubicBezTo>
                        <a:pt x="292069" y="716335"/>
                        <a:pt x="283910" y="716335"/>
                        <a:pt x="278471" y="716335"/>
                      </a:cubicBezTo>
                      <a:cubicBezTo>
                        <a:pt x="275751" y="716335"/>
                        <a:pt x="256713" y="716335"/>
                        <a:pt x="237676" y="716335"/>
                      </a:cubicBezTo>
                      <a:cubicBezTo>
                        <a:pt x="213199" y="716335"/>
                        <a:pt x="186003" y="719054"/>
                        <a:pt x="180563" y="719054"/>
                      </a:cubicBezTo>
                      <a:cubicBezTo>
                        <a:pt x="166965" y="719054"/>
                        <a:pt x="142488" y="719054"/>
                        <a:pt x="126170" y="719054"/>
                      </a:cubicBezTo>
                      <a:cubicBezTo>
                        <a:pt x="118011" y="719054"/>
                        <a:pt x="109852" y="719054"/>
                        <a:pt x="101693" y="719054"/>
                      </a:cubicBezTo>
                      <a:cubicBezTo>
                        <a:pt x="93534" y="719054"/>
                        <a:pt x="82655" y="719054"/>
                        <a:pt x="74496" y="713615"/>
                      </a:cubicBezTo>
                      <a:cubicBezTo>
                        <a:pt x="66337" y="710895"/>
                        <a:pt x="58178" y="702736"/>
                        <a:pt x="58178" y="697297"/>
                      </a:cubicBezTo>
                      <a:cubicBezTo>
                        <a:pt x="58178" y="694578"/>
                        <a:pt x="58178" y="691858"/>
                        <a:pt x="63618" y="689138"/>
                      </a:cubicBezTo>
                      <a:cubicBezTo>
                        <a:pt x="69057" y="686418"/>
                        <a:pt x="79936" y="683699"/>
                        <a:pt x="85375" y="680979"/>
                      </a:cubicBezTo>
                      <a:cubicBezTo>
                        <a:pt x="104413" y="678260"/>
                        <a:pt x="123450" y="675540"/>
                        <a:pt x="131609" y="675540"/>
                      </a:cubicBezTo>
                      <a:cubicBezTo>
                        <a:pt x="134329" y="675540"/>
                        <a:pt x="137049" y="675540"/>
                        <a:pt x="142488" y="675540"/>
                      </a:cubicBezTo>
                      <a:cubicBezTo>
                        <a:pt x="134329" y="670101"/>
                        <a:pt x="131609" y="661942"/>
                        <a:pt x="131609" y="653783"/>
                      </a:cubicBezTo>
                      <a:cubicBezTo>
                        <a:pt x="131609" y="648343"/>
                        <a:pt x="131609" y="642904"/>
                        <a:pt x="128890" y="640184"/>
                      </a:cubicBezTo>
                      <a:cubicBezTo>
                        <a:pt x="128890" y="637465"/>
                        <a:pt x="128890" y="634745"/>
                        <a:pt x="128890" y="629306"/>
                      </a:cubicBezTo>
                      <a:cubicBezTo>
                        <a:pt x="128890" y="626586"/>
                        <a:pt x="128890" y="623867"/>
                        <a:pt x="128890" y="621147"/>
                      </a:cubicBezTo>
                      <a:cubicBezTo>
                        <a:pt x="128890" y="612988"/>
                        <a:pt x="128890" y="604829"/>
                        <a:pt x="128890" y="593950"/>
                      </a:cubicBezTo>
                      <a:cubicBezTo>
                        <a:pt x="128890" y="591231"/>
                        <a:pt x="128890" y="585791"/>
                        <a:pt x="128890" y="583072"/>
                      </a:cubicBezTo>
                      <a:cubicBezTo>
                        <a:pt x="128890" y="534118"/>
                        <a:pt x="131609" y="485164"/>
                        <a:pt x="128890" y="436210"/>
                      </a:cubicBezTo>
                      <a:cubicBezTo>
                        <a:pt x="128890" y="409014"/>
                        <a:pt x="128890" y="384537"/>
                        <a:pt x="128890" y="357340"/>
                      </a:cubicBezTo>
                      <a:cubicBezTo>
                        <a:pt x="128890" y="335583"/>
                        <a:pt x="131609" y="313826"/>
                        <a:pt x="131609" y="289349"/>
                      </a:cubicBezTo>
                      <a:cubicBezTo>
                        <a:pt x="131609" y="275751"/>
                        <a:pt x="131609" y="264872"/>
                        <a:pt x="131609" y="251274"/>
                      </a:cubicBezTo>
                      <a:cubicBezTo>
                        <a:pt x="131609" y="234956"/>
                        <a:pt x="131609" y="221357"/>
                        <a:pt x="131609" y="205040"/>
                      </a:cubicBezTo>
                      <a:cubicBezTo>
                        <a:pt x="131609" y="183282"/>
                        <a:pt x="131609" y="161525"/>
                        <a:pt x="131609" y="139768"/>
                      </a:cubicBezTo>
                      <a:cubicBezTo>
                        <a:pt x="131609" y="137048"/>
                        <a:pt x="131609" y="134329"/>
                        <a:pt x="131609" y="128889"/>
                      </a:cubicBezTo>
                      <a:cubicBezTo>
                        <a:pt x="128890" y="128889"/>
                        <a:pt x="126170" y="128889"/>
                        <a:pt x="126170" y="128889"/>
                      </a:cubicBezTo>
                      <a:cubicBezTo>
                        <a:pt x="118011" y="128889"/>
                        <a:pt x="109852" y="128889"/>
                        <a:pt x="101693" y="128889"/>
                      </a:cubicBezTo>
                      <a:cubicBezTo>
                        <a:pt x="93534" y="128889"/>
                        <a:pt x="82655" y="128889"/>
                        <a:pt x="74496" y="123450"/>
                      </a:cubicBezTo>
                      <a:cubicBezTo>
                        <a:pt x="66337" y="120730"/>
                        <a:pt x="58178" y="112571"/>
                        <a:pt x="58178" y="107132"/>
                      </a:cubicBezTo>
                      <a:cubicBezTo>
                        <a:pt x="58178" y="104412"/>
                        <a:pt x="58178" y="101693"/>
                        <a:pt x="60898" y="98973"/>
                      </a:cubicBezTo>
                      <a:cubicBezTo>
                        <a:pt x="63618" y="96253"/>
                        <a:pt x="77216" y="93534"/>
                        <a:pt x="82655" y="93534"/>
                      </a:cubicBezTo>
                      <a:cubicBezTo>
                        <a:pt x="98973" y="90814"/>
                        <a:pt x="123450" y="88094"/>
                        <a:pt x="131609" y="88094"/>
                      </a:cubicBezTo>
                      <a:cubicBezTo>
                        <a:pt x="131609" y="85375"/>
                        <a:pt x="131609" y="85375"/>
                        <a:pt x="131609" y="82655"/>
                      </a:cubicBezTo>
                      <a:cubicBezTo>
                        <a:pt x="131609" y="77216"/>
                        <a:pt x="131609" y="74496"/>
                        <a:pt x="134329" y="71776"/>
                      </a:cubicBezTo>
                      <a:cubicBezTo>
                        <a:pt x="137049" y="69057"/>
                        <a:pt x="145208" y="66337"/>
                        <a:pt x="147927" y="63617"/>
                      </a:cubicBezTo>
                      <a:cubicBezTo>
                        <a:pt x="153366" y="60898"/>
                        <a:pt x="158806" y="58178"/>
                        <a:pt x="164245" y="58178"/>
                      </a:cubicBezTo>
                      <a:cubicBezTo>
                        <a:pt x="169684" y="58178"/>
                        <a:pt x="175124" y="58178"/>
                        <a:pt x="177843" y="58178"/>
                      </a:cubicBezTo>
                      <a:cubicBezTo>
                        <a:pt x="183283" y="58178"/>
                        <a:pt x="191442" y="58178"/>
                        <a:pt x="196881" y="60898"/>
                      </a:cubicBezTo>
                      <a:cubicBezTo>
                        <a:pt x="213199" y="63617"/>
                        <a:pt x="224078" y="74496"/>
                        <a:pt x="232237" y="88094"/>
                      </a:cubicBezTo>
                      <a:cubicBezTo>
                        <a:pt x="253994" y="88094"/>
                        <a:pt x="270312" y="88094"/>
                        <a:pt x="278471" y="88094"/>
                      </a:cubicBezTo>
                      <a:cubicBezTo>
                        <a:pt x="292069" y="88094"/>
                        <a:pt x="316546" y="88094"/>
                        <a:pt x="316546" y="104412"/>
                      </a:cubicBezTo>
                      <a:cubicBezTo>
                        <a:pt x="316546" y="112571"/>
                        <a:pt x="313826" y="112571"/>
                        <a:pt x="311107" y="120730"/>
                      </a:cubicBezTo>
                      <a:cubicBezTo>
                        <a:pt x="305667" y="126170"/>
                        <a:pt x="300228" y="128889"/>
                        <a:pt x="294789" y="128889"/>
                      </a:cubicBezTo>
                      <a:cubicBezTo>
                        <a:pt x="286630" y="131609"/>
                        <a:pt x="278471" y="131609"/>
                        <a:pt x="273032" y="131609"/>
                      </a:cubicBezTo>
                      <a:cubicBezTo>
                        <a:pt x="270312" y="131609"/>
                        <a:pt x="259433" y="131609"/>
                        <a:pt x="243115" y="131609"/>
                      </a:cubicBezTo>
                      <a:lnTo>
                        <a:pt x="243115" y="134329"/>
                      </a:lnTo>
                      <a:cubicBezTo>
                        <a:pt x="245835" y="145207"/>
                        <a:pt x="245835" y="158805"/>
                        <a:pt x="248554" y="169684"/>
                      </a:cubicBezTo>
                      <a:cubicBezTo>
                        <a:pt x="251274" y="180563"/>
                        <a:pt x="251274" y="194161"/>
                        <a:pt x="251274" y="205040"/>
                      </a:cubicBezTo>
                      <a:cubicBezTo>
                        <a:pt x="251274" y="215918"/>
                        <a:pt x="251274" y="226797"/>
                        <a:pt x="251274" y="240395"/>
                      </a:cubicBezTo>
                      <a:cubicBezTo>
                        <a:pt x="251274" y="245834"/>
                        <a:pt x="251274" y="251274"/>
                        <a:pt x="251274" y="256713"/>
                      </a:cubicBezTo>
                      <a:cubicBezTo>
                        <a:pt x="251274" y="262152"/>
                        <a:pt x="251274" y="267592"/>
                        <a:pt x="253994" y="270311"/>
                      </a:cubicBezTo>
                      <a:cubicBezTo>
                        <a:pt x="256713" y="294788"/>
                        <a:pt x="256713" y="319265"/>
                        <a:pt x="259433" y="343742"/>
                      </a:cubicBezTo>
                      <a:cubicBezTo>
                        <a:pt x="259433" y="370939"/>
                        <a:pt x="262153" y="398135"/>
                        <a:pt x="262153" y="425332"/>
                      </a:cubicBezTo>
                      <a:cubicBezTo>
                        <a:pt x="262153" y="447089"/>
                        <a:pt x="262153" y="468846"/>
                        <a:pt x="264872" y="490603"/>
                      </a:cubicBezTo>
                      <a:cubicBezTo>
                        <a:pt x="264872" y="515080"/>
                        <a:pt x="270312" y="539557"/>
                        <a:pt x="270312" y="564034"/>
                      </a:cubicBezTo>
                      <a:cubicBezTo>
                        <a:pt x="270312" y="574913"/>
                        <a:pt x="270312" y="588511"/>
                        <a:pt x="270312" y="599390"/>
                      </a:cubicBezTo>
                      <a:cubicBezTo>
                        <a:pt x="270312" y="612988"/>
                        <a:pt x="270312" y="623867"/>
                        <a:pt x="270312" y="637465"/>
                      </a:cubicBezTo>
                      <a:cubicBezTo>
                        <a:pt x="270312" y="648343"/>
                        <a:pt x="270312" y="661942"/>
                        <a:pt x="264872" y="670101"/>
                      </a:cubicBezTo>
                      <a:cubicBezTo>
                        <a:pt x="273032" y="672820"/>
                        <a:pt x="278471" y="672820"/>
                        <a:pt x="283910" y="672820"/>
                      </a:cubicBezTo>
                      <a:lnTo>
                        <a:pt x="283910" y="672820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49" name="Freeform: Shape 48">
                  <a:extLst>
                    <a:ext uri="{FF2B5EF4-FFF2-40B4-BE49-F238E27FC236}">
                      <a16:creationId xmlns:a16="http://schemas.microsoft.com/office/drawing/2014/main" id="{151A20BA-FA1C-94B6-2C2E-27DDE72872A8}"/>
                    </a:ext>
                  </a:extLst>
                </p:cNvPr>
                <p:cNvSpPr/>
                <p:nvPr/>
              </p:nvSpPr>
              <p:spPr>
                <a:xfrm>
                  <a:off x="8652924" y="4192158"/>
                  <a:ext cx="516735" cy="788700"/>
                </a:xfrm>
                <a:custGeom>
                  <a:avLst/>
                  <a:gdLst>
                    <a:gd name="connsiteX0" fmla="*/ 464616 w 516735"/>
                    <a:gd name="connsiteY0" fmla="*/ 436210 h 788699"/>
                    <a:gd name="connsiteX1" fmla="*/ 445578 w 516735"/>
                    <a:gd name="connsiteY1" fmla="*/ 455248 h 788699"/>
                    <a:gd name="connsiteX2" fmla="*/ 404783 w 516735"/>
                    <a:gd name="connsiteY2" fmla="*/ 466126 h 788699"/>
                    <a:gd name="connsiteX3" fmla="*/ 385746 w 516735"/>
                    <a:gd name="connsiteY3" fmla="*/ 479725 h 788699"/>
                    <a:gd name="connsiteX4" fmla="*/ 388466 w 516735"/>
                    <a:gd name="connsiteY4" fmla="*/ 512361 h 788699"/>
                    <a:gd name="connsiteX5" fmla="*/ 388466 w 516735"/>
                    <a:gd name="connsiteY5" fmla="*/ 544997 h 788699"/>
                    <a:gd name="connsiteX6" fmla="*/ 388466 w 516735"/>
                    <a:gd name="connsiteY6" fmla="*/ 566754 h 788699"/>
                    <a:gd name="connsiteX7" fmla="*/ 391185 w 516735"/>
                    <a:gd name="connsiteY7" fmla="*/ 632026 h 788699"/>
                    <a:gd name="connsiteX8" fmla="*/ 393905 w 516735"/>
                    <a:gd name="connsiteY8" fmla="*/ 683699 h 788699"/>
                    <a:gd name="connsiteX9" fmla="*/ 377587 w 516735"/>
                    <a:gd name="connsiteY9" fmla="*/ 724494 h 788699"/>
                    <a:gd name="connsiteX10" fmla="*/ 361269 w 516735"/>
                    <a:gd name="connsiteY10" fmla="*/ 719054 h 788699"/>
                    <a:gd name="connsiteX11" fmla="*/ 353110 w 516735"/>
                    <a:gd name="connsiteY11" fmla="*/ 702737 h 788699"/>
                    <a:gd name="connsiteX12" fmla="*/ 350390 w 516735"/>
                    <a:gd name="connsiteY12" fmla="*/ 686419 h 788699"/>
                    <a:gd name="connsiteX13" fmla="*/ 353110 w 516735"/>
                    <a:gd name="connsiteY13" fmla="*/ 659222 h 788699"/>
                    <a:gd name="connsiteX14" fmla="*/ 353110 w 516735"/>
                    <a:gd name="connsiteY14" fmla="*/ 656502 h 788699"/>
                    <a:gd name="connsiteX15" fmla="*/ 317754 w 516735"/>
                    <a:gd name="connsiteY15" fmla="*/ 708176 h 788699"/>
                    <a:gd name="connsiteX16" fmla="*/ 241604 w 516735"/>
                    <a:gd name="connsiteY16" fmla="*/ 735372 h 788699"/>
                    <a:gd name="connsiteX17" fmla="*/ 187211 w 516735"/>
                    <a:gd name="connsiteY17" fmla="*/ 727214 h 788699"/>
                    <a:gd name="connsiteX18" fmla="*/ 135537 w 516735"/>
                    <a:gd name="connsiteY18" fmla="*/ 694578 h 788699"/>
                    <a:gd name="connsiteX19" fmla="*/ 86583 w 516735"/>
                    <a:gd name="connsiteY19" fmla="*/ 621147 h 788699"/>
                    <a:gd name="connsiteX20" fmla="*/ 67546 w 516735"/>
                    <a:gd name="connsiteY20" fmla="*/ 555875 h 788699"/>
                    <a:gd name="connsiteX21" fmla="*/ 59387 w 516735"/>
                    <a:gd name="connsiteY21" fmla="*/ 509641 h 788699"/>
                    <a:gd name="connsiteX22" fmla="*/ 59387 w 516735"/>
                    <a:gd name="connsiteY22" fmla="*/ 468846 h 788699"/>
                    <a:gd name="connsiteX23" fmla="*/ 86583 w 516735"/>
                    <a:gd name="connsiteY23" fmla="*/ 302947 h 788699"/>
                    <a:gd name="connsiteX24" fmla="*/ 108341 w 516735"/>
                    <a:gd name="connsiteY24" fmla="*/ 224077 h 788699"/>
                    <a:gd name="connsiteX25" fmla="*/ 146416 w 516735"/>
                    <a:gd name="connsiteY25" fmla="*/ 145207 h 788699"/>
                    <a:gd name="connsiteX26" fmla="*/ 198090 w 516735"/>
                    <a:gd name="connsiteY26" fmla="*/ 85375 h 788699"/>
                    <a:gd name="connsiteX27" fmla="*/ 228006 w 516735"/>
                    <a:gd name="connsiteY27" fmla="*/ 69057 h 788699"/>
                    <a:gd name="connsiteX28" fmla="*/ 268801 w 516735"/>
                    <a:gd name="connsiteY28" fmla="*/ 58178 h 788699"/>
                    <a:gd name="connsiteX29" fmla="*/ 274240 w 516735"/>
                    <a:gd name="connsiteY29" fmla="*/ 58178 h 788699"/>
                    <a:gd name="connsiteX30" fmla="*/ 295997 w 516735"/>
                    <a:gd name="connsiteY30" fmla="*/ 60898 h 788699"/>
                    <a:gd name="connsiteX31" fmla="*/ 331353 w 516735"/>
                    <a:gd name="connsiteY31" fmla="*/ 71776 h 788699"/>
                    <a:gd name="connsiteX32" fmla="*/ 350390 w 516735"/>
                    <a:gd name="connsiteY32" fmla="*/ 93534 h 788699"/>
                    <a:gd name="connsiteX33" fmla="*/ 353110 w 516735"/>
                    <a:gd name="connsiteY33" fmla="*/ 74496 h 788699"/>
                    <a:gd name="connsiteX34" fmla="*/ 358549 w 516735"/>
                    <a:gd name="connsiteY34" fmla="*/ 63618 h 788699"/>
                    <a:gd name="connsiteX35" fmla="*/ 366708 w 516735"/>
                    <a:gd name="connsiteY35" fmla="*/ 58178 h 788699"/>
                    <a:gd name="connsiteX36" fmla="*/ 374867 w 516735"/>
                    <a:gd name="connsiteY36" fmla="*/ 63618 h 788699"/>
                    <a:gd name="connsiteX37" fmla="*/ 383027 w 516735"/>
                    <a:gd name="connsiteY37" fmla="*/ 82655 h 788699"/>
                    <a:gd name="connsiteX38" fmla="*/ 385746 w 516735"/>
                    <a:gd name="connsiteY38" fmla="*/ 126170 h 788699"/>
                    <a:gd name="connsiteX39" fmla="*/ 388466 w 516735"/>
                    <a:gd name="connsiteY39" fmla="*/ 186002 h 788699"/>
                    <a:gd name="connsiteX40" fmla="*/ 391185 w 516735"/>
                    <a:gd name="connsiteY40" fmla="*/ 237676 h 788699"/>
                    <a:gd name="connsiteX41" fmla="*/ 374867 w 516735"/>
                    <a:gd name="connsiteY41" fmla="*/ 278470 h 788699"/>
                    <a:gd name="connsiteX42" fmla="*/ 358549 w 516735"/>
                    <a:gd name="connsiteY42" fmla="*/ 273031 h 788699"/>
                    <a:gd name="connsiteX43" fmla="*/ 350390 w 516735"/>
                    <a:gd name="connsiteY43" fmla="*/ 256713 h 788699"/>
                    <a:gd name="connsiteX44" fmla="*/ 347671 w 516735"/>
                    <a:gd name="connsiteY44" fmla="*/ 240395 h 788699"/>
                    <a:gd name="connsiteX45" fmla="*/ 347671 w 516735"/>
                    <a:gd name="connsiteY45" fmla="*/ 213199 h 788699"/>
                    <a:gd name="connsiteX46" fmla="*/ 344951 w 516735"/>
                    <a:gd name="connsiteY46" fmla="*/ 194161 h 788699"/>
                    <a:gd name="connsiteX47" fmla="*/ 339512 w 516735"/>
                    <a:gd name="connsiteY47" fmla="*/ 150647 h 788699"/>
                    <a:gd name="connsiteX48" fmla="*/ 323194 w 516735"/>
                    <a:gd name="connsiteY48" fmla="*/ 112571 h 788699"/>
                    <a:gd name="connsiteX49" fmla="*/ 293278 w 516735"/>
                    <a:gd name="connsiteY49" fmla="*/ 101693 h 788699"/>
                    <a:gd name="connsiteX50" fmla="*/ 263361 w 516735"/>
                    <a:gd name="connsiteY50" fmla="*/ 120730 h 788699"/>
                    <a:gd name="connsiteX51" fmla="*/ 241604 w 516735"/>
                    <a:gd name="connsiteY51" fmla="*/ 153366 h 788699"/>
                    <a:gd name="connsiteX52" fmla="*/ 233445 w 516735"/>
                    <a:gd name="connsiteY52" fmla="*/ 194161 h 788699"/>
                    <a:gd name="connsiteX53" fmla="*/ 225286 w 516735"/>
                    <a:gd name="connsiteY53" fmla="*/ 232236 h 788699"/>
                    <a:gd name="connsiteX54" fmla="*/ 217127 w 516735"/>
                    <a:gd name="connsiteY54" fmla="*/ 275751 h 788699"/>
                    <a:gd name="connsiteX55" fmla="*/ 211688 w 516735"/>
                    <a:gd name="connsiteY55" fmla="*/ 316545 h 788699"/>
                    <a:gd name="connsiteX56" fmla="*/ 206249 w 516735"/>
                    <a:gd name="connsiteY56" fmla="*/ 354621 h 788699"/>
                    <a:gd name="connsiteX57" fmla="*/ 200809 w 516735"/>
                    <a:gd name="connsiteY57" fmla="*/ 398135 h 788699"/>
                    <a:gd name="connsiteX58" fmla="*/ 195370 w 516735"/>
                    <a:gd name="connsiteY58" fmla="*/ 438930 h 788699"/>
                    <a:gd name="connsiteX59" fmla="*/ 192650 w 516735"/>
                    <a:gd name="connsiteY59" fmla="*/ 474286 h 788699"/>
                    <a:gd name="connsiteX60" fmla="*/ 195370 w 516735"/>
                    <a:gd name="connsiteY60" fmla="*/ 525959 h 788699"/>
                    <a:gd name="connsiteX61" fmla="*/ 208968 w 516735"/>
                    <a:gd name="connsiteY61" fmla="*/ 596670 h 788699"/>
                    <a:gd name="connsiteX62" fmla="*/ 214407 w 516735"/>
                    <a:gd name="connsiteY62" fmla="*/ 623867 h 788699"/>
                    <a:gd name="connsiteX63" fmla="*/ 228006 w 516735"/>
                    <a:gd name="connsiteY63" fmla="*/ 656502 h 788699"/>
                    <a:gd name="connsiteX64" fmla="*/ 271520 w 516735"/>
                    <a:gd name="connsiteY64" fmla="*/ 689138 h 788699"/>
                    <a:gd name="connsiteX65" fmla="*/ 306876 w 516735"/>
                    <a:gd name="connsiteY65" fmla="*/ 664661 h 788699"/>
                    <a:gd name="connsiteX66" fmla="*/ 331353 w 516735"/>
                    <a:gd name="connsiteY66" fmla="*/ 602109 h 788699"/>
                    <a:gd name="connsiteX67" fmla="*/ 336792 w 516735"/>
                    <a:gd name="connsiteY67" fmla="*/ 544997 h 788699"/>
                    <a:gd name="connsiteX68" fmla="*/ 336792 w 516735"/>
                    <a:gd name="connsiteY68" fmla="*/ 498762 h 788699"/>
                    <a:gd name="connsiteX69" fmla="*/ 336792 w 516735"/>
                    <a:gd name="connsiteY69" fmla="*/ 490603 h 788699"/>
                    <a:gd name="connsiteX70" fmla="*/ 320474 w 516735"/>
                    <a:gd name="connsiteY70" fmla="*/ 477005 h 788699"/>
                    <a:gd name="connsiteX71" fmla="*/ 282399 w 516735"/>
                    <a:gd name="connsiteY71" fmla="*/ 479725 h 788699"/>
                    <a:gd name="connsiteX72" fmla="*/ 252483 w 516735"/>
                    <a:gd name="connsiteY72" fmla="*/ 474286 h 788699"/>
                    <a:gd name="connsiteX73" fmla="*/ 247044 w 516735"/>
                    <a:gd name="connsiteY73" fmla="*/ 466126 h 788699"/>
                    <a:gd name="connsiteX74" fmla="*/ 249763 w 516735"/>
                    <a:gd name="connsiteY74" fmla="*/ 457968 h 788699"/>
                    <a:gd name="connsiteX75" fmla="*/ 268801 w 516735"/>
                    <a:gd name="connsiteY75" fmla="*/ 447089 h 788699"/>
                    <a:gd name="connsiteX76" fmla="*/ 312315 w 516735"/>
                    <a:gd name="connsiteY76" fmla="*/ 436210 h 788699"/>
                    <a:gd name="connsiteX77" fmla="*/ 353110 w 516735"/>
                    <a:gd name="connsiteY77" fmla="*/ 430771 h 788699"/>
                    <a:gd name="connsiteX78" fmla="*/ 385746 w 516735"/>
                    <a:gd name="connsiteY78" fmla="*/ 430771 h 788699"/>
                    <a:gd name="connsiteX79" fmla="*/ 437420 w 516735"/>
                    <a:gd name="connsiteY79" fmla="*/ 428051 h 788699"/>
                    <a:gd name="connsiteX80" fmla="*/ 464616 w 516735"/>
                    <a:gd name="connsiteY80" fmla="*/ 436210 h 788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</a:cxnLst>
                  <a:rect l="l" t="t" r="r" b="b"/>
                  <a:pathLst>
                    <a:path w="516735" h="788699">
                      <a:moveTo>
                        <a:pt x="464616" y="436210"/>
                      </a:moveTo>
                      <a:cubicBezTo>
                        <a:pt x="464616" y="447089"/>
                        <a:pt x="453738" y="452528"/>
                        <a:pt x="445578" y="455248"/>
                      </a:cubicBezTo>
                      <a:cubicBezTo>
                        <a:pt x="434700" y="460687"/>
                        <a:pt x="415662" y="463407"/>
                        <a:pt x="404783" y="466126"/>
                      </a:cubicBezTo>
                      <a:cubicBezTo>
                        <a:pt x="393905" y="466126"/>
                        <a:pt x="385746" y="468846"/>
                        <a:pt x="385746" y="479725"/>
                      </a:cubicBezTo>
                      <a:cubicBezTo>
                        <a:pt x="385746" y="487884"/>
                        <a:pt x="388466" y="506921"/>
                        <a:pt x="388466" y="512361"/>
                      </a:cubicBezTo>
                      <a:cubicBezTo>
                        <a:pt x="388466" y="515080"/>
                        <a:pt x="388466" y="539557"/>
                        <a:pt x="388466" y="544997"/>
                      </a:cubicBezTo>
                      <a:cubicBezTo>
                        <a:pt x="388466" y="550436"/>
                        <a:pt x="388466" y="558595"/>
                        <a:pt x="388466" y="566754"/>
                      </a:cubicBezTo>
                      <a:cubicBezTo>
                        <a:pt x="388466" y="591231"/>
                        <a:pt x="388466" y="621147"/>
                        <a:pt x="391185" y="632026"/>
                      </a:cubicBezTo>
                      <a:cubicBezTo>
                        <a:pt x="393905" y="653783"/>
                        <a:pt x="393905" y="661942"/>
                        <a:pt x="393905" y="683699"/>
                      </a:cubicBezTo>
                      <a:cubicBezTo>
                        <a:pt x="393905" y="694578"/>
                        <a:pt x="393905" y="724494"/>
                        <a:pt x="377587" y="724494"/>
                      </a:cubicBezTo>
                      <a:cubicBezTo>
                        <a:pt x="369428" y="724494"/>
                        <a:pt x="366708" y="721774"/>
                        <a:pt x="361269" y="719054"/>
                      </a:cubicBezTo>
                      <a:cubicBezTo>
                        <a:pt x="355830" y="716335"/>
                        <a:pt x="353110" y="708176"/>
                        <a:pt x="353110" y="702737"/>
                      </a:cubicBezTo>
                      <a:cubicBezTo>
                        <a:pt x="350390" y="694578"/>
                        <a:pt x="350390" y="689138"/>
                        <a:pt x="350390" y="686419"/>
                      </a:cubicBezTo>
                      <a:cubicBezTo>
                        <a:pt x="350390" y="678260"/>
                        <a:pt x="353110" y="672820"/>
                        <a:pt x="353110" y="659222"/>
                      </a:cubicBezTo>
                      <a:lnTo>
                        <a:pt x="353110" y="656502"/>
                      </a:lnTo>
                      <a:cubicBezTo>
                        <a:pt x="347671" y="675540"/>
                        <a:pt x="334073" y="694578"/>
                        <a:pt x="317754" y="708176"/>
                      </a:cubicBezTo>
                      <a:cubicBezTo>
                        <a:pt x="293278" y="727214"/>
                        <a:pt x="274240" y="735372"/>
                        <a:pt x="241604" y="735372"/>
                      </a:cubicBezTo>
                      <a:cubicBezTo>
                        <a:pt x="222566" y="735372"/>
                        <a:pt x="203529" y="732653"/>
                        <a:pt x="187211" y="727214"/>
                      </a:cubicBezTo>
                      <a:cubicBezTo>
                        <a:pt x="165454" y="719054"/>
                        <a:pt x="149136" y="708176"/>
                        <a:pt x="135537" y="694578"/>
                      </a:cubicBezTo>
                      <a:cubicBezTo>
                        <a:pt x="113780" y="672820"/>
                        <a:pt x="100182" y="648343"/>
                        <a:pt x="86583" y="621147"/>
                      </a:cubicBezTo>
                      <a:cubicBezTo>
                        <a:pt x="75705" y="599390"/>
                        <a:pt x="70266" y="580352"/>
                        <a:pt x="67546" y="555875"/>
                      </a:cubicBezTo>
                      <a:cubicBezTo>
                        <a:pt x="64826" y="539557"/>
                        <a:pt x="62107" y="525959"/>
                        <a:pt x="59387" y="509641"/>
                      </a:cubicBezTo>
                      <a:cubicBezTo>
                        <a:pt x="56667" y="493323"/>
                        <a:pt x="59387" y="485164"/>
                        <a:pt x="59387" y="468846"/>
                      </a:cubicBezTo>
                      <a:cubicBezTo>
                        <a:pt x="59387" y="414453"/>
                        <a:pt x="72985" y="362780"/>
                        <a:pt x="86583" y="302947"/>
                      </a:cubicBezTo>
                      <a:cubicBezTo>
                        <a:pt x="92023" y="275751"/>
                        <a:pt x="100182" y="248554"/>
                        <a:pt x="108341" y="224077"/>
                      </a:cubicBezTo>
                      <a:cubicBezTo>
                        <a:pt x="116500" y="196881"/>
                        <a:pt x="130098" y="169684"/>
                        <a:pt x="146416" y="145207"/>
                      </a:cubicBezTo>
                      <a:cubicBezTo>
                        <a:pt x="160014" y="123450"/>
                        <a:pt x="176332" y="101693"/>
                        <a:pt x="198090" y="85375"/>
                      </a:cubicBezTo>
                      <a:cubicBezTo>
                        <a:pt x="206249" y="77216"/>
                        <a:pt x="217127" y="71776"/>
                        <a:pt x="228006" y="69057"/>
                      </a:cubicBezTo>
                      <a:cubicBezTo>
                        <a:pt x="241604" y="63618"/>
                        <a:pt x="255202" y="58178"/>
                        <a:pt x="268801" y="58178"/>
                      </a:cubicBezTo>
                      <a:cubicBezTo>
                        <a:pt x="271520" y="58178"/>
                        <a:pt x="274240" y="58178"/>
                        <a:pt x="274240" y="58178"/>
                      </a:cubicBezTo>
                      <a:cubicBezTo>
                        <a:pt x="279679" y="58178"/>
                        <a:pt x="285119" y="58178"/>
                        <a:pt x="295997" y="60898"/>
                      </a:cubicBezTo>
                      <a:cubicBezTo>
                        <a:pt x="309595" y="63618"/>
                        <a:pt x="320474" y="66337"/>
                        <a:pt x="331353" y="71776"/>
                      </a:cubicBezTo>
                      <a:cubicBezTo>
                        <a:pt x="339512" y="77216"/>
                        <a:pt x="347671" y="85375"/>
                        <a:pt x="350390" y="93534"/>
                      </a:cubicBezTo>
                      <a:cubicBezTo>
                        <a:pt x="350390" y="88095"/>
                        <a:pt x="353110" y="79936"/>
                        <a:pt x="353110" y="74496"/>
                      </a:cubicBezTo>
                      <a:cubicBezTo>
                        <a:pt x="355830" y="71776"/>
                        <a:pt x="355830" y="69057"/>
                        <a:pt x="358549" y="63618"/>
                      </a:cubicBezTo>
                      <a:cubicBezTo>
                        <a:pt x="361269" y="60898"/>
                        <a:pt x="363989" y="58178"/>
                        <a:pt x="366708" y="58178"/>
                      </a:cubicBezTo>
                      <a:cubicBezTo>
                        <a:pt x="369428" y="58178"/>
                        <a:pt x="372148" y="60898"/>
                        <a:pt x="374867" y="63618"/>
                      </a:cubicBezTo>
                      <a:cubicBezTo>
                        <a:pt x="377587" y="69057"/>
                        <a:pt x="380307" y="77216"/>
                        <a:pt x="383027" y="82655"/>
                      </a:cubicBezTo>
                      <a:cubicBezTo>
                        <a:pt x="383027" y="90814"/>
                        <a:pt x="385746" y="107132"/>
                        <a:pt x="385746" y="126170"/>
                      </a:cubicBezTo>
                      <a:cubicBezTo>
                        <a:pt x="385746" y="150647"/>
                        <a:pt x="385746" y="177843"/>
                        <a:pt x="388466" y="186002"/>
                      </a:cubicBezTo>
                      <a:cubicBezTo>
                        <a:pt x="391185" y="207759"/>
                        <a:pt x="391185" y="215918"/>
                        <a:pt x="391185" y="237676"/>
                      </a:cubicBezTo>
                      <a:cubicBezTo>
                        <a:pt x="391185" y="248554"/>
                        <a:pt x="391185" y="278470"/>
                        <a:pt x="374867" y="278470"/>
                      </a:cubicBezTo>
                      <a:cubicBezTo>
                        <a:pt x="366708" y="278470"/>
                        <a:pt x="363989" y="275751"/>
                        <a:pt x="358549" y="273031"/>
                      </a:cubicBezTo>
                      <a:cubicBezTo>
                        <a:pt x="353110" y="270311"/>
                        <a:pt x="350390" y="262152"/>
                        <a:pt x="350390" y="256713"/>
                      </a:cubicBezTo>
                      <a:cubicBezTo>
                        <a:pt x="350390" y="251274"/>
                        <a:pt x="347671" y="245834"/>
                        <a:pt x="347671" y="240395"/>
                      </a:cubicBezTo>
                      <a:cubicBezTo>
                        <a:pt x="347671" y="232236"/>
                        <a:pt x="347671" y="224077"/>
                        <a:pt x="347671" y="213199"/>
                      </a:cubicBezTo>
                      <a:cubicBezTo>
                        <a:pt x="347671" y="207759"/>
                        <a:pt x="347671" y="199600"/>
                        <a:pt x="344951" y="194161"/>
                      </a:cubicBezTo>
                      <a:cubicBezTo>
                        <a:pt x="342232" y="180563"/>
                        <a:pt x="342232" y="164245"/>
                        <a:pt x="339512" y="150647"/>
                      </a:cubicBezTo>
                      <a:cubicBezTo>
                        <a:pt x="336792" y="137048"/>
                        <a:pt x="331353" y="123450"/>
                        <a:pt x="323194" y="112571"/>
                      </a:cubicBezTo>
                      <a:cubicBezTo>
                        <a:pt x="317754" y="104412"/>
                        <a:pt x="304156" y="101693"/>
                        <a:pt x="293278" y="101693"/>
                      </a:cubicBezTo>
                      <a:cubicBezTo>
                        <a:pt x="279679" y="101693"/>
                        <a:pt x="271520" y="109852"/>
                        <a:pt x="263361" y="120730"/>
                      </a:cubicBezTo>
                      <a:cubicBezTo>
                        <a:pt x="257922" y="131609"/>
                        <a:pt x="247044" y="139768"/>
                        <a:pt x="241604" y="153366"/>
                      </a:cubicBezTo>
                      <a:cubicBezTo>
                        <a:pt x="236165" y="166964"/>
                        <a:pt x="233445" y="180563"/>
                        <a:pt x="233445" y="194161"/>
                      </a:cubicBezTo>
                      <a:cubicBezTo>
                        <a:pt x="233445" y="207759"/>
                        <a:pt x="230725" y="218638"/>
                        <a:pt x="225286" y="232236"/>
                      </a:cubicBezTo>
                      <a:cubicBezTo>
                        <a:pt x="219847" y="245834"/>
                        <a:pt x="219847" y="262152"/>
                        <a:pt x="217127" y="275751"/>
                      </a:cubicBezTo>
                      <a:cubicBezTo>
                        <a:pt x="214407" y="289349"/>
                        <a:pt x="214407" y="302947"/>
                        <a:pt x="211688" y="316545"/>
                      </a:cubicBezTo>
                      <a:cubicBezTo>
                        <a:pt x="211688" y="330144"/>
                        <a:pt x="206249" y="341022"/>
                        <a:pt x="206249" y="354621"/>
                      </a:cubicBezTo>
                      <a:cubicBezTo>
                        <a:pt x="203529" y="368219"/>
                        <a:pt x="203529" y="381817"/>
                        <a:pt x="200809" y="398135"/>
                      </a:cubicBezTo>
                      <a:cubicBezTo>
                        <a:pt x="198090" y="411733"/>
                        <a:pt x="198090" y="425332"/>
                        <a:pt x="195370" y="438930"/>
                      </a:cubicBezTo>
                      <a:cubicBezTo>
                        <a:pt x="195370" y="449809"/>
                        <a:pt x="192650" y="463407"/>
                        <a:pt x="192650" y="474286"/>
                      </a:cubicBezTo>
                      <a:cubicBezTo>
                        <a:pt x="192650" y="490603"/>
                        <a:pt x="195370" y="509641"/>
                        <a:pt x="195370" y="525959"/>
                      </a:cubicBezTo>
                      <a:cubicBezTo>
                        <a:pt x="195370" y="550436"/>
                        <a:pt x="203529" y="572193"/>
                        <a:pt x="208968" y="596670"/>
                      </a:cubicBezTo>
                      <a:cubicBezTo>
                        <a:pt x="211688" y="604829"/>
                        <a:pt x="211688" y="615708"/>
                        <a:pt x="214407" y="623867"/>
                      </a:cubicBezTo>
                      <a:cubicBezTo>
                        <a:pt x="217127" y="634745"/>
                        <a:pt x="222566" y="645624"/>
                        <a:pt x="228006" y="656502"/>
                      </a:cubicBezTo>
                      <a:cubicBezTo>
                        <a:pt x="236165" y="670101"/>
                        <a:pt x="252483" y="689138"/>
                        <a:pt x="271520" y="689138"/>
                      </a:cubicBezTo>
                      <a:cubicBezTo>
                        <a:pt x="287838" y="689138"/>
                        <a:pt x="298717" y="675540"/>
                        <a:pt x="306876" y="664661"/>
                      </a:cubicBezTo>
                      <a:cubicBezTo>
                        <a:pt x="320474" y="645624"/>
                        <a:pt x="325914" y="623867"/>
                        <a:pt x="331353" y="602109"/>
                      </a:cubicBezTo>
                      <a:cubicBezTo>
                        <a:pt x="334073" y="583072"/>
                        <a:pt x="336792" y="564034"/>
                        <a:pt x="336792" y="544997"/>
                      </a:cubicBezTo>
                      <a:cubicBezTo>
                        <a:pt x="336792" y="531398"/>
                        <a:pt x="336792" y="512361"/>
                        <a:pt x="336792" y="498762"/>
                      </a:cubicBezTo>
                      <a:cubicBezTo>
                        <a:pt x="336792" y="496043"/>
                        <a:pt x="336792" y="493323"/>
                        <a:pt x="336792" y="490603"/>
                      </a:cubicBezTo>
                      <a:cubicBezTo>
                        <a:pt x="336792" y="479725"/>
                        <a:pt x="336792" y="477005"/>
                        <a:pt x="320474" y="477005"/>
                      </a:cubicBezTo>
                      <a:cubicBezTo>
                        <a:pt x="309595" y="477005"/>
                        <a:pt x="295997" y="479725"/>
                        <a:pt x="282399" y="479725"/>
                      </a:cubicBezTo>
                      <a:cubicBezTo>
                        <a:pt x="271520" y="479725"/>
                        <a:pt x="260642" y="479725"/>
                        <a:pt x="252483" y="474286"/>
                      </a:cubicBezTo>
                      <a:cubicBezTo>
                        <a:pt x="249763" y="471566"/>
                        <a:pt x="247044" y="468846"/>
                        <a:pt x="247044" y="466126"/>
                      </a:cubicBezTo>
                      <a:cubicBezTo>
                        <a:pt x="247044" y="463407"/>
                        <a:pt x="247044" y="460687"/>
                        <a:pt x="249763" y="457968"/>
                      </a:cubicBezTo>
                      <a:cubicBezTo>
                        <a:pt x="255202" y="452528"/>
                        <a:pt x="260642" y="449809"/>
                        <a:pt x="268801" y="447089"/>
                      </a:cubicBezTo>
                      <a:cubicBezTo>
                        <a:pt x="282399" y="441650"/>
                        <a:pt x="295997" y="438930"/>
                        <a:pt x="312315" y="436210"/>
                      </a:cubicBezTo>
                      <a:cubicBezTo>
                        <a:pt x="325914" y="433491"/>
                        <a:pt x="339512" y="433491"/>
                        <a:pt x="353110" y="430771"/>
                      </a:cubicBezTo>
                      <a:cubicBezTo>
                        <a:pt x="363989" y="430771"/>
                        <a:pt x="374867" y="430771"/>
                        <a:pt x="385746" y="430771"/>
                      </a:cubicBezTo>
                      <a:cubicBezTo>
                        <a:pt x="402064" y="430771"/>
                        <a:pt x="426541" y="428051"/>
                        <a:pt x="437420" y="428051"/>
                      </a:cubicBezTo>
                      <a:cubicBezTo>
                        <a:pt x="451018" y="422612"/>
                        <a:pt x="464616" y="425332"/>
                        <a:pt x="464616" y="436210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50" name="Freeform: Shape 49">
                  <a:extLst>
                    <a:ext uri="{FF2B5EF4-FFF2-40B4-BE49-F238E27FC236}">
                      <a16:creationId xmlns:a16="http://schemas.microsoft.com/office/drawing/2014/main" id="{0ED8D3A8-FE4E-96DC-8293-BC783758856D}"/>
                    </a:ext>
                  </a:extLst>
                </p:cNvPr>
                <p:cNvSpPr/>
                <p:nvPr/>
              </p:nvSpPr>
              <p:spPr>
                <a:xfrm>
                  <a:off x="9053923" y="4178559"/>
                  <a:ext cx="625521" cy="788700"/>
                </a:xfrm>
                <a:custGeom>
                  <a:avLst/>
                  <a:gdLst>
                    <a:gd name="connsiteX0" fmla="*/ 536838 w 625521"/>
                    <a:gd name="connsiteY0" fmla="*/ 680979 h 788699"/>
                    <a:gd name="connsiteX1" fmla="*/ 574913 w 625521"/>
                    <a:gd name="connsiteY1" fmla="*/ 697297 h 788699"/>
                    <a:gd name="connsiteX2" fmla="*/ 566755 w 625521"/>
                    <a:gd name="connsiteY2" fmla="*/ 713615 h 788699"/>
                    <a:gd name="connsiteX3" fmla="*/ 550437 w 625521"/>
                    <a:gd name="connsiteY3" fmla="*/ 721774 h 788699"/>
                    <a:gd name="connsiteX4" fmla="*/ 528680 w 625521"/>
                    <a:gd name="connsiteY4" fmla="*/ 724494 h 788699"/>
                    <a:gd name="connsiteX5" fmla="*/ 417174 w 625521"/>
                    <a:gd name="connsiteY5" fmla="*/ 724494 h 788699"/>
                    <a:gd name="connsiteX6" fmla="*/ 398136 w 625521"/>
                    <a:gd name="connsiteY6" fmla="*/ 724494 h 788699"/>
                    <a:gd name="connsiteX7" fmla="*/ 373659 w 625521"/>
                    <a:gd name="connsiteY7" fmla="*/ 724494 h 788699"/>
                    <a:gd name="connsiteX8" fmla="*/ 346462 w 625521"/>
                    <a:gd name="connsiteY8" fmla="*/ 719054 h 788699"/>
                    <a:gd name="connsiteX9" fmla="*/ 330144 w 625521"/>
                    <a:gd name="connsiteY9" fmla="*/ 702737 h 788699"/>
                    <a:gd name="connsiteX10" fmla="*/ 335584 w 625521"/>
                    <a:gd name="connsiteY10" fmla="*/ 694578 h 788699"/>
                    <a:gd name="connsiteX11" fmla="*/ 357341 w 625521"/>
                    <a:gd name="connsiteY11" fmla="*/ 686419 h 788699"/>
                    <a:gd name="connsiteX12" fmla="*/ 395416 w 625521"/>
                    <a:gd name="connsiteY12" fmla="*/ 680979 h 788699"/>
                    <a:gd name="connsiteX13" fmla="*/ 381817 w 625521"/>
                    <a:gd name="connsiteY13" fmla="*/ 656502 h 788699"/>
                    <a:gd name="connsiteX14" fmla="*/ 379098 w 625521"/>
                    <a:gd name="connsiteY14" fmla="*/ 585791 h 788699"/>
                    <a:gd name="connsiteX15" fmla="*/ 379098 w 625521"/>
                    <a:gd name="connsiteY15" fmla="*/ 517800 h 788699"/>
                    <a:gd name="connsiteX16" fmla="*/ 379098 w 625521"/>
                    <a:gd name="connsiteY16" fmla="*/ 474286 h 788699"/>
                    <a:gd name="connsiteX17" fmla="*/ 379098 w 625521"/>
                    <a:gd name="connsiteY17" fmla="*/ 430771 h 788699"/>
                    <a:gd name="connsiteX18" fmla="*/ 381817 w 625521"/>
                    <a:gd name="connsiteY18" fmla="*/ 411733 h 788699"/>
                    <a:gd name="connsiteX19" fmla="*/ 379098 w 625521"/>
                    <a:gd name="connsiteY19" fmla="*/ 400855 h 788699"/>
                    <a:gd name="connsiteX20" fmla="*/ 370939 w 625521"/>
                    <a:gd name="connsiteY20" fmla="*/ 398135 h 788699"/>
                    <a:gd name="connsiteX21" fmla="*/ 338304 w 625521"/>
                    <a:gd name="connsiteY21" fmla="*/ 400855 h 788699"/>
                    <a:gd name="connsiteX22" fmla="*/ 289349 w 625521"/>
                    <a:gd name="connsiteY22" fmla="*/ 403575 h 788699"/>
                    <a:gd name="connsiteX23" fmla="*/ 264872 w 625521"/>
                    <a:gd name="connsiteY23" fmla="*/ 400855 h 788699"/>
                    <a:gd name="connsiteX24" fmla="*/ 259433 w 625521"/>
                    <a:gd name="connsiteY24" fmla="*/ 406294 h 788699"/>
                    <a:gd name="connsiteX25" fmla="*/ 259433 w 625521"/>
                    <a:gd name="connsiteY25" fmla="*/ 425332 h 788699"/>
                    <a:gd name="connsiteX26" fmla="*/ 259433 w 625521"/>
                    <a:gd name="connsiteY26" fmla="*/ 449809 h 788699"/>
                    <a:gd name="connsiteX27" fmla="*/ 259433 w 625521"/>
                    <a:gd name="connsiteY27" fmla="*/ 471566 h 788699"/>
                    <a:gd name="connsiteX28" fmla="*/ 259433 w 625521"/>
                    <a:gd name="connsiteY28" fmla="*/ 504202 h 788699"/>
                    <a:gd name="connsiteX29" fmla="*/ 259433 w 625521"/>
                    <a:gd name="connsiteY29" fmla="*/ 509641 h 788699"/>
                    <a:gd name="connsiteX30" fmla="*/ 256714 w 625521"/>
                    <a:gd name="connsiteY30" fmla="*/ 542277 h 788699"/>
                    <a:gd name="connsiteX31" fmla="*/ 256714 w 625521"/>
                    <a:gd name="connsiteY31" fmla="*/ 577632 h 788699"/>
                    <a:gd name="connsiteX32" fmla="*/ 256714 w 625521"/>
                    <a:gd name="connsiteY32" fmla="*/ 612988 h 788699"/>
                    <a:gd name="connsiteX33" fmla="*/ 253994 w 625521"/>
                    <a:gd name="connsiteY33" fmla="*/ 656502 h 788699"/>
                    <a:gd name="connsiteX34" fmla="*/ 256714 w 625521"/>
                    <a:gd name="connsiteY34" fmla="*/ 678260 h 788699"/>
                    <a:gd name="connsiteX35" fmla="*/ 286629 w 625521"/>
                    <a:gd name="connsiteY35" fmla="*/ 694578 h 788699"/>
                    <a:gd name="connsiteX36" fmla="*/ 281191 w 625521"/>
                    <a:gd name="connsiteY36" fmla="*/ 710895 h 788699"/>
                    <a:gd name="connsiteX37" fmla="*/ 264872 w 625521"/>
                    <a:gd name="connsiteY37" fmla="*/ 719054 h 788699"/>
                    <a:gd name="connsiteX38" fmla="*/ 243116 w 625521"/>
                    <a:gd name="connsiteY38" fmla="*/ 721774 h 788699"/>
                    <a:gd name="connsiteX39" fmla="*/ 243116 w 625521"/>
                    <a:gd name="connsiteY39" fmla="*/ 721774 h 788699"/>
                    <a:gd name="connsiteX40" fmla="*/ 232236 w 625521"/>
                    <a:gd name="connsiteY40" fmla="*/ 727214 h 788699"/>
                    <a:gd name="connsiteX41" fmla="*/ 224078 w 625521"/>
                    <a:gd name="connsiteY41" fmla="*/ 735372 h 788699"/>
                    <a:gd name="connsiteX42" fmla="*/ 213199 w 625521"/>
                    <a:gd name="connsiteY42" fmla="*/ 738092 h 788699"/>
                    <a:gd name="connsiteX43" fmla="*/ 183283 w 625521"/>
                    <a:gd name="connsiteY43" fmla="*/ 727214 h 788699"/>
                    <a:gd name="connsiteX44" fmla="*/ 175124 w 625521"/>
                    <a:gd name="connsiteY44" fmla="*/ 719054 h 788699"/>
                    <a:gd name="connsiteX45" fmla="*/ 145208 w 625521"/>
                    <a:gd name="connsiteY45" fmla="*/ 719054 h 788699"/>
                    <a:gd name="connsiteX46" fmla="*/ 126170 w 625521"/>
                    <a:gd name="connsiteY46" fmla="*/ 719054 h 788699"/>
                    <a:gd name="connsiteX47" fmla="*/ 101693 w 625521"/>
                    <a:gd name="connsiteY47" fmla="*/ 719054 h 788699"/>
                    <a:gd name="connsiteX48" fmla="*/ 74496 w 625521"/>
                    <a:gd name="connsiteY48" fmla="*/ 713615 h 788699"/>
                    <a:gd name="connsiteX49" fmla="*/ 58178 w 625521"/>
                    <a:gd name="connsiteY49" fmla="*/ 697297 h 788699"/>
                    <a:gd name="connsiteX50" fmla="*/ 63618 w 625521"/>
                    <a:gd name="connsiteY50" fmla="*/ 689138 h 788699"/>
                    <a:gd name="connsiteX51" fmla="*/ 85375 w 625521"/>
                    <a:gd name="connsiteY51" fmla="*/ 680979 h 788699"/>
                    <a:gd name="connsiteX52" fmla="*/ 131609 w 625521"/>
                    <a:gd name="connsiteY52" fmla="*/ 675540 h 788699"/>
                    <a:gd name="connsiteX53" fmla="*/ 131609 w 625521"/>
                    <a:gd name="connsiteY53" fmla="*/ 667381 h 788699"/>
                    <a:gd name="connsiteX54" fmla="*/ 131609 w 625521"/>
                    <a:gd name="connsiteY54" fmla="*/ 651063 h 788699"/>
                    <a:gd name="connsiteX55" fmla="*/ 131609 w 625521"/>
                    <a:gd name="connsiteY55" fmla="*/ 618427 h 788699"/>
                    <a:gd name="connsiteX56" fmla="*/ 131609 w 625521"/>
                    <a:gd name="connsiteY56" fmla="*/ 580352 h 788699"/>
                    <a:gd name="connsiteX57" fmla="*/ 131609 w 625521"/>
                    <a:gd name="connsiteY57" fmla="*/ 531398 h 788699"/>
                    <a:gd name="connsiteX58" fmla="*/ 131609 w 625521"/>
                    <a:gd name="connsiteY58" fmla="*/ 466126 h 788699"/>
                    <a:gd name="connsiteX59" fmla="*/ 131609 w 625521"/>
                    <a:gd name="connsiteY59" fmla="*/ 422612 h 788699"/>
                    <a:gd name="connsiteX60" fmla="*/ 131609 w 625521"/>
                    <a:gd name="connsiteY60" fmla="*/ 411733 h 788699"/>
                    <a:gd name="connsiteX61" fmla="*/ 131609 w 625521"/>
                    <a:gd name="connsiteY61" fmla="*/ 398135 h 788699"/>
                    <a:gd name="connsiteX62" fmla="*/ 126170 w 625521"/>
                    <a:gd name="connsiteY62" fmla="*/ 389976 h 788699"/>
                    <a:gd name="connsiteX63" fmla="*/ 101693 w 625521"/>
                    <a:gd name="connsiteY63" fmla="*/ 387257 h 788699"/>
                    <a:gd name="connsiteX64" fmla="*/ 77216 w 625521"/>
                    <a:gd name="connsiteY64" fmla="*/ 376378 h 788699"/>
                    <a:gd name="connsiteX65" fmla="*/ 82655 w 625521"/>
                    <a:gd name="connsiteY65" fmla="*/ 368219 h 788699"/>
                    <a:gd name="connsiteX66" fmla="*/ 98973 w 625521"/>
                    <a:gd name="connsiteY66" fmla="*/ 360060 h 788699"/>
                    <a:gd name="connsiteX67" fmla="*/ 118011 w 625521"/>
                    <a:gd name="connsiteY67" fmla="*/ 357340 h 788699"/>
                    <a:gd name="connsiteX68" fmla="*/ 131609 w 625521"/>
                    <a:gd name="connsiteY68" fmla="*/ 351901 h 788699"/>
                    <a:gd name="connsiteX69" fmla="*/ 131609 w 625521"/>
                    <a:gd name="connsiteY69" fmla="*/ 343742 h 788699"/>
                    <a:gd name="connsiteX70" fmla="*/ 131609 w 625521"/>
                    <a:gd name="connsiteY70" fmla="*/ 270311 h 788699"/>
                    <a:gd name="connsiteX71" fmla="*/ 137048 w 625521"/>
                    <a:gd name="connsiteY71" fmla="*/ 145207 h 788699"/>
                    <a:gd name="connsiteX72" fmla="*/ 139768 w 625521"/>
                    <a:gd name="connsiteY72" fmla="*/ 123450 h 788699"/>
                    <a:gd name="connsiteX73" fmla="*/ 123450 w 625521"/>
                    <a:gd name="connsiteY73" fmla="*/ 123450 h 788699"/>
                    <a:gd name="connsiteX74" fmla="*/ 118011 w 625521"/>
                    <a:gd name="connsiteY74" fmla="*/ 123450 h 788699"/>
                    <a:gd name="connsiteX75" fmla="*/ 101693 w 625521"/>
                    <a:gd name="connsiteY75" fmla="*/ 123450 h 788699"/>
                    <a:gd name="connsiteX76" fmla="*/ 74496 w 625521"/>
                    <a:gd name="connsiteY76" fmla="*/ 118011 h 788699"/>
                    <a:gd name="connsiteX77" fmla="*/ 58178 w 625521"/>
                    <a:gd name="connsiteY77" fmla="*/ 101693 h 788699"/>
                    <a:gd name="connsiteX78" fmla="*/ 63618 w 625521"/>
                    <a:gd name="connsiteY78" fmla="*/ 93534 h 788699"/>
                    <a:gd name="connsiteX79" fmla="*/ 85375 w 625521"/>
                    <a:gd name="connsiteY79" fmla="*/ 85375 h 788699"/>
                    <a:gd name="connsiteX80" fmla="*/ 137048 w 625521"/>
                    <a:gd name="connsiteY80" fmla="*/ 82655 h 788699"/>
                    <a:gd name="connsiteX81" fmla="*/ 147927 w 625521"/>
                    <a:gd name="connsiteY81" fmla="*/ 82655 h 788699"/>
                    <a:gd name="connsiteX82" fmla="*/ 186003 w 625521"/>
                    <a:gd name="connsiteY82" fmla="*/ 58178 h 788699"/>
                    <a:gd name="connsiteX83" fmla="*/ 226797 w 625521"/>
                    <a:gd name="connsiteY83" fmla="*/ 79936 h 788699"/>
                    <a:gd name="connsiteX84" fmla="*/ 253994 w 625521"/>
                    <a:gd name="connsiteY84" fmla="*/ 79936 h 788699"/>
                    <a:gd name="connsiteX85" fmla="*/ 294789 w 625521"/>
                    <a:gd name="connsiteY85" fmla="*/ 96253 h 788699"/>
                    <a:gd name="connsiteX86" fmla="*/ 283910 w 625521"/>
                    <a:gd name="connsiteY86" fmla="*/ 112571 h 788699"/>
                    <a:gd name="connsiteX87" fmla="*/ 267592 w 625521"/>
                    <a:gd name="connsiteY87" fmla="*/ 120730 h 788699"/>
                    <a:gd name="connsiteX88" fmla="*/ 245835 w 625521"/>
                    <a:gd name="connsiteY88" fmla="*/ 123450 h 788699"/>
                    <a:gd name="connsiteX89" fmla="*/ 237676 w 625521"/>
                    <a:gd name="connsiteY89" fmla="*/ 123450 h 788699"/>
                    <a:gd name="connsiteX90" fmla="*/ 240396 w 625521"/>
                    <a:gd name="connsiteY90" fmla="*/ 128889 h 788699"/>
                    <a:gd name="connsiteX91" fmla="*/ 251274 w 625521"/>
                    <a:gd name="connsiteY91" fmla="*/ 177843 h 788699"/>
                    <a:gd name="connsiteX92" fmla="*/ 256714 w 625521"/>
                    <a:gd name="connsiteY92" fmla="*/ 226797 h 788699"/>
                    <a:gd name="connsiteX93" fmla="*/ 262153 w 625521"/>
                    <a:gd name="connsiteY93" fmla="*/ 273031 h 788699"/>
                    <a:gd name="connsiteX94" fmla="*/ 262153 w 625521"/>
                    <a:gd name="connsiteY94" fmla="*/ 289349 h 788699"/>
                    <a:gd name="connsiteX95" fmla="*/ 262153 w 625521"/>
                    <a:gd name="connsiteY95" fmla="*/ 297508 h 788699"/>
                    <a:gd name="connsiteX96" fmla="*/ 264872 w 625521"/>
                    <a:gd name="connsiteY96" fmla="*/ 321985 h 788699"/>
                    <a:gd name="connsiteX97" fmla="*/ 270312 w 625521"/>
                    <a:gd name="connsiteY97" fmla="*/ 335583 h 788699"/>
                    <a:gd name="connsiteX98" fmla="*/ 270312 w 625521"/>
                    <a:gd name="connsiteY98" fmla="*/ 338303 h 788699"/>
                    <a:gd name="connsiteX99" fmla="*/ 270312 w 625521"/>
                    <a:gd name="connsiteY99" fmla="*/ 346462 h 788699"/>
                    <a:gd name="connsiteX100" fmla="*/ 278471 w 625521"/>
                    <a:gd name="connsiteY100" fmla="*/ 354621 h 788699"/>
                    <a:gd name="connsiteX101" fmla="*/ 338304 w 625521"/>
                    <a:gd name="connsiteY101" fmla="*/ 349181 h 788699"/>
                    <a:gd name="connsiteX102" fmla="*/ 365500 w 625521"/>
                    <a:gd name="connsiteY102" fmla="*/ 349181 h 788699"/>
                    <a:gd name="connsiteX103" fmla="*/ 381817 w 625521"/>
                    <a:gd name="connsiteY103" fmla="*/ 349181 h 788699"/>
                    <a:gd name="connsiteX104" fmla="*/ 392697 w 625521"/>
                    <a:gd name="connsiteY104" fmla="*/ 338303 h 788699"/>
                    <a:gd name="connsiteX105" fmla="*/ 389977 w 625521"/>
                    <a:gd name="connsiteY105" fmla="*/ 313826 h 788699"/>
                    <a:gd name="connsiteX106" fmla="*/ 392697 w 625521"/>
                    <a:gd name="connsiteY106" fmla="*/ 262152 h 788699"/>
                    <a:gd name="connsiteX107" fmla="*/ 395416 w 625521"/>
                    <a:gd name="connsiteY107" fmla="*/ 224077 h 788699"/>
                    <a:gd name="connsiteX108" fmla="*/ 398136 w 625521"/>
                    <a:gd name="connsiteY108" fmla="*/ 177843 h 788699"/>
                    <a:gd name="connsiteX109" fmla="*/ 395416 w 625521"/>
                    <a:gd name="connsiteY109" fmla="*/ 153366 h 788699"/>
                    <a:gd name="connsiteX110" fmla="*/ 395416 w 625521"/>
                    <a:gd name="connsiteY110" fmla="*/ 137048 h 788699"/>
                    <a:gd name="connsiteX111" fmla="*/ 379098 w 625521"/>
                    <a:gd name="connsiteY111" fmla="*/ 137048 h 788699"/>
                    <a:gd name="connsiteX112" fmla="*/ 351902 w 625521"/>
                    <a:gd name="connsiteY112" fmla="*/ 131609 h 788699"/>
                    <a:gd name="connsiteX113" fmla="*/ 338304 w 625521"/>
                    <a:gd name="connsiteY113" fmla="*/ 115291 h 788699"/>
                    <a:gd name="connsiteX114" fmla="*/ 343742 w 625521"/>
                    <a:gd name="connsiteY114" fmla="*/ 107132 h 788699"/>
                    <a:gd name="connsiteX115" fmla="*/ 362780 w 625521"/>
                    <a:gd name="connsiteY115" fmla="*/ 98973 h 788699"/>
                    <a:gd name="connsiteX116" fmla="*/ 395416 w 625521"/>
                    <a:gd name="connsiteY116" fmla="*/ 96253 h 788699"/>
                    <a:gd name="connsiteX117" fmla="*/ 403575 w 625521"/>
                    <a:gd name="connsiteY117" fmla="*/ 90814 h 788699"/>
                    <a:gd name="connsiteX118" fmla="*/ 422612 w 625521"/>
                    <a:gd name="connsiteY118" fmla="*/ 88095 h 788699"/>
                    <a:gd name="connsiteX119" fmla="*/ 428052 w 625521"/>
                    <a:gd name="connsiteY119" fmla="*/ 88095 h 788699"/>
                    <a:gd name="connsiteX120" fmla="*/ 447090 w 625521"/>
                    <a:gd name="connsiteY120" fmla="*/ 90814 h 788699"/>
                    <a:gd name="connsiteX121" fmla="*/ 455249 w 625521"/>
                    <a:gd name="connsiteY121" fmla="*/ 96253 h 788699"/>
                    <a:gd name="connsiteX122" fmla="*/ 525960 w 625521"/>
                    <a:gd name="connsiteY122" fmla="*/ 93534 h 788699"/>
                    <a:gd name="connsiteX123" fmla="*/ 561315 w 625521"/>
                    <a:gd name="connsiteY123" fmla="*/ 109852 h 788699"/>
                    <a:gd name="connsiteX124" fmla="*/ 555876 w 625521"/>
                    <a:gd name="connsiteY124" fmla="*/ 126170 h 788699"/>
                    <a:gd name="connsiteX125" fmla="*/ 539558 w 625521"/>
                    <a:gd name="connsiteY125" fmla="*/ 134329 h 788699"/>
                    <a:gd name="connsiteX126" fmla="*/ 517800 w 625521"/>
                    <a:gd name="connsiteY126" fmla="*/ 137048 h 788699"/>
                    <a:gd name="connsiteX127" fmla="*/ 477006 w 625521"/>
                    <a:gd name="connsiteY127" fmla="*/ 137048 h 788699"/>
                    <a:gd name="connsiteX128" fmla="*/ 485165 w 625521"/>
                    <a:gd name="connsiteY128" fmla="*/ 161525 h 788699"/>
                    <a:gd name="connsiteX129" fmla="*/ 496043 w 625521"/>
                    <a:gd name="connsiteY129" fmla="*/ 210479 h 788699"/>
                    <a:gd name="connsiteX130" fmla="*/ 501483 w 625521"/>
                    <a:gd name="connsiteY130" fmla="*/ 251274 h 788699"/>
                    <a:gd name="connsiteX131" fmla="*/ 506922 w 625521"/>
                    <a:gd name="connsiteY131" fmla="*/ 292069 h 788699"/>
                    <a:gd name="connsiteX132" fmla="*/ 506922 w 625521"/>
                    <a:gd name="connsiteY132" fmla="*/ 321985 h 788699"/>
                    <a:gd name="connsiteX133" fmla="*/ 509642 w 625521"/>
                    <a:gd name="connsiteY133" fmla="*/ 341022 h 788699"/>
                    <a:gd name="connsiteX134" fmla="*/ 509642 w 625521"/>
                    <a:gd name="connsiteY134" fmla="*/ 343742 h 788699"/>
                    <a:gd name="connsiteX135" fmla="*/ 517800 w 625521"/>
                    <a:gd name="connsiteY135" fmla="*/ 349181 h 788699"/>
                    <a:gd name="connsiteX136" fmla="*/ 528680 w 625521"/>
                    <a:gd name="connsiteY136" fmla="*/ 349181 h 788699"/>
                    <a:gd name="connsiteX137" fmla="*/ 550437 w 625521"/>
                    <a:gd name="connsiteY137" fmla="*/ 357340 h 788699"/>
                    <a:gd name="connsiteX138" fmla="*/ 550437 w 625521"/>
                    <a:gd name="connsiteY138" fmla="*/ 362780 h 788699"/>
                    <a:gd name="connsiteX139" fmla="*/ 534119 w 625521"/>
                    <a:gd name="connsiteY139" fmla="*/ 384537 h 788699"/>
                    <a:gd name="connsiteX140" fmla="*/ 520520 w 625521"/>
                    <a:gd name="connsiteY140" fmla="*/ 389976 h 788699"/>
                    <a:gd name="connsiteX141" fmla="*/ 512362 w 625521"/>
                    <a:gd name="connsiteY141" fmla="*/ 395415 h 788699"/>
                    <a:gd name="connsiteX142" fmla="*/ 512362 w 625521"/>
                    <a:gd name="connsiteY142" fmla="*/ 398135 h 788699"/>
                    <a:gd name="connsiteX143" fmla="*/ 512362 w 625521"/>
                    <a:gd name="connsiteY143" fmla="*/ 409014 h 788699"/>
                    <a:gd name="connsiteX144" fmla="*/ 512362 w 625521"/>
                    <a:gd name="connsiteY144" fmla="*/ 414453 h 788699"/>
                    <a:gd name="connsiteX145" fmla="*/ 512362 w 625521"/>
                    <a:gd name="connsiteY145" fmla="*/ 438930 h 788699"/>
                    <a:gd name="connsiteX146" fmla="*/ 515081 w 625521"/>
                    <a:gd name="connsiteY146" fmla="*/ 504202 h 788699"/>
                    <a:gd name="connsiteX147" fmla="*/ 520520 w 625521"/>
                    <a:gd name="connsiteY147" fmla="*/ 572193 h 788699"/>
                    <a:gd name="connsiteX148" fmla="*/ 517800 w 625521"/>
                    <a:gd name="connsiteY148" fmla="*/ 604829 h 788699"/>
                    <a:gd name="connsiteX149" fmla="*/ 512362 w 625521"/>
                    <a:gd name="connsiteY149" fmla="*/ 661942 h 788699"/>
                    <a:gd name="connsiteX150" fmla="*/ 509642 w 625521"/>
                    <a:gd name="connsiteY150" fmla="*/ 670101 h 788699"/>
                    <a:gd name="connsiteX151" fmla="*/ 512362 w 625521"/>
                    <a:gd name="connsiteY151" fmla="*/ 680979 h 788699"/>
                    <a:gd name="connsiteX152" fmla="*/ 512362 w 625521"/>
                    <a:gd name="connsiteY152" fmla="*/ 686419 h 788699"/>
                    <a:gd name="connsiteX153" fmla="*/ 536838 w 625521"/>
                    <a:gd name="connsiteY153" fmla="*/ 680979 h 788699"/>
                    <a:gd name="connsiteX154" fmla="*/ 536838 w 625521"/>
                    <a:gd name="connsiteY154" fmla="*/ 680979 h 788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</a:cxnLst>
                  <a:rect l="l" t="t" r="r" b="b"/>
                  <a:pathLst>
                    <a:path w="625521" h="788699">
                      <a:moveTo>
                        <a:pt x="536838" y="680979"/>
                      </a:moveTo>
                      <a:cubicBezTo>
                        <a:pt x="550437" y="680979"/>
                        <a:pt x="574913" y="680979"/>
                        <a:pt x="574913" y="697297"/>
                      </a:cubicBezTo>
                      <a:cubicBezTo>
                        <a:pt x="574913" y="705456"/>
                        <a:pt x="572194" y="708176"/>
                        <a:pt x="566755" y="713615"/>
                      </a:cubicBezTo>
                      <a:cubicBezTo>
                        <a:pt x="561315" y="719054"/>
                        <a:pt x="555876" y="721774"/>
                        <a:pt x="550437" y="721774"/>
                      </a:cubicBezTo>
                      <a:cubicBezTo>
                        <a:pt x="539558" y="724494"/>
                        <a:pt x="534119" y="724494"/>
                        <a:pt x="528680" y="724494"/>
                      </a:cubicBezTo>
                      <a:cubicBezTo>
                        <a:pt x="517800" y="724494"/>
                        <a:pt x="428052" y="724494"/>
                        <a:pt x="417174" y="724494"/>
                      </a:cubicBezTo>
                      <a:cubicBezTo>
                        <a:pt x="403575" y="724494"/>
                        <a:pt x="414454" y="724494"/>
                        <a:pt x="398136" y="724494"/>
                      </a:cubicBezTo>
                      <a:cubicBezTo>
                        <a:pt x="389977" y="724494"/>
                        <a:pt x="381817" y="724494"/>
                        <a:pt x="373659" y="724494"/>
                      </a:cubicBezTo>
                      <a:cubicBezTo>
                        <a:pt x="365500" y="724494"/>
                        <a:pt x="354621" y="721774"/>
                        <a:pt x="346462" y="719054"/>
                      </a:cubicBezTo>
                      <a:cubicBezTo>
                        <a:pt x="338304" y="716335"/>
                        <a:pt x="330144" y="708176"/>
                        <a:pt x="330144" y="702737"/>
                      </a:cubicBezTo>
                      <a:cubicBezTo>
                        <a:pt x="330144" y="700017"/>
                        <a:pt x="330144" y="697297"/>
                        <a:pt x="335584" y="694578"/>
                      </a:cubicBezTo>
                      <a:cubicBezTo>
                        <a:pt x="341023" y="691858"/>
                        <a:pt x="351902" y="689138"/>
                        <a:pt x="357341" y="686419"/>
                      </a:cubicBezTo>
                      <a:cubicBezTo>
                        <a:pt x="373659" y="683699"/>
                        <a:pt x="387257" y="680979"/>
                        <a:pt x="395416" y="680979"/>
                      </a:cubicBezTo>
                      <a:cubicBezTo>
                        <a:pt x="387257" y="675540"/>
                        <a:pt x="384537" y="670101"/>
                        <a:pt x="381817" y="656502"/>
                      </a:cubicBezTo>
                      <a:cubicBezTo>
                        <a:pt x="379098" y="632026"/>
                        <a:pt x="379098" y="610268"/>
                        <a:pt x="379098" y="585791"/>
                      </a:cubicBezTo>
                      <a:cubicBezTo>
                        <a:pt x="379098" y="564034"/>
                        <a:pt x="379098" y="542277"/>
                        <a:pt x="379098" y="517800"/>
                      </a:cubicBezTo>
                      <a:cubicBezTo>
                        <a:pt x="379098" y="504202"/>
                        <a:pt x="379098" y="487884"/>
                        <a:pt x="379098" y="474286"/>
                      </a:cubicBezTo>
                      <a:cubicBezTo>
                        <a:pt x="379098" y="457968"/>
                        <a:pt x="376379" y="444369"/>
                        <a:pt x="379098" y="430771"/>
                      </a:cubicBezTo>
                      <a:cubicBezTo>
                        <a:pt x="379098" y="425332"/>
                        <a:pt x="381817" y="417173"/>
                        <a:pt x="381817" y="411733"/>
                      </a:cubicBezTo>
                      <a:cubicBezTo>
                        <a:pt x="381817" y="406294"/>
                        <a:pt x="381817" y="403575"/>
                        <a:pt x="379098" y="400855"/>
                      </a:cubicBezTo>
                      <a:cubicBezTo>
                        <a:pt x="376379" y="400855"/>
                        <a:pt x="373659" y="398135"/>
                        <a:pt x="370939" y="398135"/>
                      </a:cubicBezTo>
                      <a:cubicBezTo>
                        <a:pt x="360061" y="398135"/>
                        <a:pt x="343742" y="400855"/>
                        <a:pt x="338304" y="400855"/>
                      </a:cubicBezTo>
                      <a:cubicBezTo>
                        <a:pt x="330144" y="400855"/>
                        <a:pt x="319266" y="403575"/>
                        <a:pt x="289349" y="403575"/>
                      </a:cubicBezTo>
                      <a:cubicBezTo>
                        <a:pt x="275751" y="403575"/>
                        <a:pt x="267592" y="400855"/>
                        <a:pt x="264872" y="400855"/>
                      </a:cubicBezTo>
                      <a:cubicBezTo>
                        <a:pt x="262153" y="400855"/>
                        <a:pt x="259433" y="400855"/>
                        <a:pt x="259433" y="406294"/>
                      </a:cubicBezTo>
                      <a:cubicBezTo>
                        <a:pt x="259433" y="414453"/>
                        <a:pt x="259433" y="419892"/>
                        <a:pt x="259433" y="425332"/>
                      </a:cubicBezTo>
                      <a:cubicBezTo>
                        <a:pt x="259433" y="433491"/>
                        <a:pt x="259433" y="441650"/>
                        <a:pt x="259433" y="449809"/>
                      </a:cubicBezTo>
                      <a:cubicBezTo>
                        <a:pt x="259433" y="457968"/>
                        <a:pt x="259433" y="463407"/>
                        <a:pt x="259433" y="471566"/>
                      </a:cubicBezTo>
                      <a:cubicBezTo>
                        <a:pt x="259433" y="482445"/>
                        <a:pt x="259433" y="493323"/>
                        <a:pt x="259433" y="504202"/>
                      </a:cubicBezTo>
                      <a:cubicBezTo>
                        <a:pt x="259433" y="506921"/>
                        <a:pt x="259433" y="506921"/>
                        <a:pt x="259433" y="509641"/>
                      </a:cubicBezTo>
                      <a:cubicBezTo>
                        <a:pt x="259433" y="520520"/>
                        <a:pt x="256714" y="531398"/>
                        <a:pt x="256714" y="542277"/>
                      </a:cubicBezTo>
                      <a:cubicBezTo>
                        <a:pt x="256714" y="553156"/>
                        <a:pt x="256714" y="566754"/>
                        <a:pt x="256714" y="577632"/>
                      </a:cubicBezTo>
                      <a:cubicBezTo>
                        <a:pt x="256714" y="588511"/>
                        <a:pt x="256714" y="599390"/>
                        <a:pt x="256714" y="612988"/>
                      </a:cubicBezTo>
                      <a:cubicBezTo>
                        <a:pt x="256714" y="629306"/>
                        <a:pt x="253994" y="642904"/>
                        <a:pt x="253994" y="656502"/>
                      </a:cubicBezTo>
                      <a:cubicBezTo>
                        <a:pt x="253994" y="664661"/>
                        <a:pt x="256714" y="672820"/>
                        <a:pt x="256714" y="678260"/>
                      </a:cubicBezTo>
                      <a:cubicBezTo>
                        <a:pt x="270312" y="678260"/>
                        <a:pt x="286629" y="680979"/>
                        <a:pt x="286629" y="694578"/>
                      </a:cubicBezTo>
                      <a:cubicBezTo>
                        <a:pt x="286629" y="702737"/>
                        <a:pt x="283910" y="705456"/>
                        <a:pt x="281191" y="710895"/>
                      </a:cubicBezTo>
                      <a:cubicBezTo>
                        <a:pt x="275751" y="716335"/>
                        <a:pt x="270312" y="719054"/>
                        <a:pt x="264872" y="719054"/>
                      </a:cubicBezTo>
                      <a:cubicBezTo>
                        <a:pt x="256714" y="721774"/>
                        <a:pt x="248554" y="721774"/>
                        <a:pt x="243116" y="721774"/>
                      </a:cubicBezTo>
                      <a:cubicBezTo>
                        <a:pt x="243116" y="721774"/>
                        <a:pt x="243116" y="721774"/>
                        <a:pt x="243116" y="721774"/>
                      </a:cubicBezTo>
                      <a:cubicBezTo>
                        <a:pt x="237676" y="724494"/>
                        <a:pt x="237676" y="724494"/>
                        <a:pt x="232236" y="727214"/>
                      </a:cubicBezTo>
                      <a:cubicBezTo>
                        <a:pt x="229517" y="729933"/>
                        <a:pt x="229517" y="732653"/>
                        <a:pt x="224078" y="735372"/>
                      </a:cubicBezTo>
                      <a:cubicBezTo>
                        <a:pt x="221358" y="738092"/>
                        <a:pt x="215919" y="738092"/>
                        <a:pt x="213199" y="738092"/>
                      </a:cubicBezTo>
                      <a:cubicBezTo>
                        <a:pt x="199601" y="738092"/>
                        <a:pt x="188722" y="735372"/>
                        <a:pt x="183283" y="727214"/>
                      </a:cubicBezTo>
                      <a:cubicBezTo>
                        <a:pt x="180563" y="724494"/>
                        <a:pt x="177843" y="721774"/>
                        <a:pt x="175124" y="719054"/>
                      </a:cubicBezTo>
                      <a:cubicBezTo>
                        <a:pt x="161526" y="719054"/>
                        <a:pt x="150646" y="719054"/>
                        <a:pt x="145208" y="719054"/>
                      </a:cubicBezTo>
                      <a:cubicBezTo>
                        <a:pt x="131609" y="719054"/>
                        <a:pt x="142488" y="719054"/>
                        <a:pt x="126170" y="719054"/>
                      </a:cubicBezTo>
                      <a:cubicBezTo>
                        <a:pt x="118011" y="719054"/>
                        <a:pt x="109852" y="719054"/>
                        <a:pt x="101693" y="719054"/>
                      </a:cubicBezTo>
                      <a:cubicBezTo>
                        <a:pt x="93534" y="719054"/>
                        <a:pt x="82655" y="719054"/>
                        <a:pt x="74496" y="713615"/>
                      </a:cubicBezTo>
                      <a:cubicBezTo>
                        <a:pt x="66338" y="710895"/>
                        <a:pt x="58178" y="702737"/>
                        <a:pt x="58178" y="697297"/>
                      </a:cubicBezTo>
                      <a:cubicBezTo>
                        <a:pt x="58178" y="694578"/>
                        <a:pt x="58178" y="691858"/>
                        <a:pt x="63618" y="689138"/>
                      </a:cubicBezTo>
                      <a:cubicBezTo>
                        <a:pt x="69057" y="686419"/>
                        <a:pt x="79936" y="683699"/>
                        <a:pt x="85375" y="680979"/>
                      </a:cubicBezTo>
                      <a:cubicBezTo>
                        <a:pt x="98973" y="678260"/>
                        <a:pt x="118011" y="678260"/>
                        <a:pt x="131609" y="675540"/>
                      </a:cubicBezTo>
                      <a:cubicBezTo>
                        <a:pt x="131609" y="672820"/>
                        <a:pt x="131609" y="670101"/>
                        <a:pt x="131609" y="667381"/>
                      </a:cubicBezTo>
                      <a:cubicBezTo>
                        <a:pt x="131609" y="661942"/>
                        <a:pt x="131609" y="656502"/>
                        <a:pt x="131609" y="651063"/>
                      </a:cubicBezTo>
                      <a:cubicBezTo>
                        <a:pt x="131609" y="640184"/>
                        <a:pt x="131609" y="629306"/>
                        <a:pt x="131609" y="618427"/>
                      </a:cubicBezTo>
                      <a:cubicBezTo>
                        <a:pt x="131609" y="604829"/>
                        <a:pt x="131609" y="593950"/>
                        <a:pt x="131609" y="580352"/>
                      </a:cubicBezTo>
                      <a:cubicBezTo>
                        <a:pt x="131609" y="564034"/>
                        <a:pt x="131609" y="547716"/>
                        <a:pt x="131609" y="531398"/>
                      </a:cubicBezTo>
                      <a:cubicBezTo>
                        <a:pt x="131609" y="509641"/>
                        <a:pt x="131609" y="487884"/>
                        <a:pt x="131609" y="466126"/>
                      </a:cubicBezTo>
                      <a:cubicBezTo>
                        <a:pt x="131609" y="452528"/>
                        <a:pt x="131609" y="436210"/>
                        <a:pt x="131609" y="422612"/>
                      </a:cubicBezTo>
                      <a:cubicBezTo>
                        <a:pt x="131609" y="419892"/>
                        <a:pt x="131609" y="414453"/>
                        <a:pt x="131609" y="411733"/>
                      </a:cubicBezTo>
                      <a:cubicBezTo>
                        <a:pt x="131609" y="409014"/>
                        <a:pt x="131609" y="400855"/>
                        <a:pt x="131609" y="398135"/>
                      </a:cubicBezTo>
                      <a:cubicBezTo>
                        <a:pt x="131609" y="392696"/>
                        <a:pt x="131609" y="392696"/>
                        <a:pt x="126170" y="389976"/>
                      </a:cubicBezTo>
                      <a:cubicBezTo>
                        <a:pt x="123450" y="389976"/>
                        <a:pt x="109852" y="387257"/>
                        <a:pt x="101693" y="387257"/>
                      </a:cubicBezTo>
                      <a:cubicBezTo>
                        <a:pt x="90814" y="384537"/>
                        <a:pt x="77216" y="381817"/>
                        <a:pt x="77216" y="376378"/>
                      </a:cubicBezTo>
                      <a:cubicBezTo>
                        <a:pt x="77216" y="373658"/>
                        <a:pt x="79936" y="370939"/>
                        <a:pt x="82655" y="368219"/>
                      </a:cubicBezTo>
                      <a:cubicBezTo>
                        <a:pt x="88095" y="365499"/>
                        <a:pt x="93534" y="362780"/>
                        <a:pt x="98973" y="360060"/>
                      </a:cubicBezTo>
                      <a:cubicBezTo>
                        <a:pt x="104413" y="360060"/>
                        <a:pt x="112571" y="357340"/>
                        <a:pt x="118011" y="357340"/>
                      </a:cubicBezTo>
                      <a:cubicBezTo>
                        <a:pt x="126170" y="354621"/>
                        <a:pt x="128890" y="357340"/>
                        <a:pt x="131609" y="351901"/>
                      </a:cubicBezTo>
                      <a:cubicBezTo>
                        <a:pt x="131609" y="349181"/>
                        <a:pt x="131609" y="346462"/>
                        <a:pt x="131609" y="343742"/>
                      </a:cubicBezTo>
                      <a:cubicBezTo>
                        <a:pt x="131609" y="319265"/>
                        <a:pt x="131609" y="294788"/>
                        <a:pt x="131609" y="270311"/>
                      </a:cubicBezTo>
                      <a:cubicBezTo>
                        <a:pt x="131609" y="226797"/>
                        <a:pt x="131609" y="186002"/>
                        <a:pt x="137048" y="145207"/>
                      </a:cubicBezTo>
                      <a:cubicBezTo>
                        <a:pt x="137048" y="139768"/>
                        <a:pt x="137048" y="131609"/>
                        <a:pt x="139768" y="123450"/>
                      </a:cubicBezTo>
                      <a:cubicBezTo>
                        <a:pt x="134329" y="123450"/>
                        <a:pt x="137048" y="123450"/>
                        <a:pt x="123450" y="123450"/>
                      </a:cubicBezTo>
                      <a:cubicBezTo>
                        <a:pt x="120731" y="123450"/>
                        <a:pt x="120731" y="123450"/>
                        <a:pt x="118011" y="123450"/>
                      </a:cubicBezTo>
                      <a:cubicBezTo>
                        <a:pt x="112571" y="123450"/>
                        <a:pt x="107133" y="123450"/>
                        <a:pt x="101693" y="123450"/>
                      </a:cubicBezTo>
                      <a:cubicBezTo>
                        <a:pt x="93534" y="123450"/>
                        <a:pt x="82655" y="120730"/>
                        <a:pt x="74496" y="118011"/>
                      </a:cubicBezTo>
                      <a:cubicBezTo>
                        <a:pt x="66338" y="115291"/>
                        <a:pt x="58178" y="107132"/>
                        <a:pt x="58178" y="101693"/>
                      </a:cubicBezTo>
                      <a:cubicBezTo>
                        <a:pt x="58178" y="98973"/>
                        <a:pt x="58178" y="96253"/>
                        <a:pt x="63618" y="93534"/>
                      </a:cubicBezTo>
                      <a:cubicBezTo>
                        <a:pt x="66338" y="90814"/>
                        <a:pt x="77216" y="88095"/>
                        <a:pt x="85375" y="85375"/>
                      </a:cubicBezTo>
                      <a:cubicBezTo>
                        <a:pt x="104413" y="82655"/>
                        <a:pt x="128890" y="82655"/>
                        <a:pt x="137048" y="82655"/>
                      </a:cubicBezTo>
                      <a:cubicBezTo>
                        <a:pt x="139768" y="82655"/>
                        <a:pt x="142488" y="82655"/>
                        <a:pt x="147927" y="82655"/>
                      </a:cubicBezTo>
                      <a:cubicBezTo>
                        <a:pt x="153366" y="69057"/>
                        <a:pt x="164245" y="58178"/>
                        <a:pt x="186003" y="58178"/>
                      </a:cubicBezTo>
                      <a:cubicBezTo>
                        <a:pt x="202321" y="58178"/>
                        <a:pt x="215919" y="66337"/>
                        <a:pt x="226797" y="79936"/>
                      </a:cubicBezTo>
                      <a:cubicBezTo>
                        <a:pt x="237676" y="79936"/>
                        <a:pt x="248554" y="79936"/>
                        <a:pt x="253994" y="79936"/>
                      </a:cubicBezTo>
                      <a:cubicBezTo>
                        <a:pt x="267592" y="79936"/>
                        <a:pt x="294789" y="79936"/>
                        <a:pt x="294789" y="96253"/>
                      </a:cubicBezTo>
                      <a:cubicBezTo>
                        <a:pt x="294789" y="104412"/>
                        <a:pt x="289349" y="107132"/>
                        <a:pt x="283910" y="112571"/>
                      </a:cubicBezTo>
                      <a:cubicBezTo>
                        <a:pt x="278471" y="118011"/>
                        <a:pt x="273031" y="120730"/>
                        <a:pt x="267592" y="120730"/>
                      </a:cubicBezTo>
                      <a:cubicBezTo>
                        <a:pt x="259433" y="123450"/>
                        <a:pt x="251274" y="123450"/>
                        <a:pt x="245835" y="123450"/>
                      </a:cubicBezTo>
                      <a:cubicBezTo>
                        <a:pt x="245835" y="123450"/>
                        <a:pt x="243116" y="123450"/>
                        <a:pt x="237676" y="123450"/>
                      </a:cubicBezTo>
                      <a:cubicBezTo>
                        <a:pt x="237676" y="126170"/>
                        <a:pt x="237676" y="126170"/>
                        <a:pt x="240396" y="128889"/>
                      </a:cubicBezTo>
                      <a:cubicBezTo>
                        <a:pt x="245835" y="145207"/>
                        <a:pt x="248554" y="161525"/>
                        <a:pt x="251274" y="177843"/>
                      </a:cubicBezTo>
                      <a:cubicBezTo>
                        <a:pt x="253994" y="194161"/>
                        <a:pt x="253994" y="210479"/>
                        <a:pt x="256714" y="226797"/>
                      </a:cubicBezTo>
                      <a:cubicBezTo>
                        <a:pt x="259433" y="243115"/>
                        <a:pt x="262153" y="256713"/>
                        <a:pt x="262153" y="273031"/>
                      </a:cubicBezTo>
                      <a:cubicBezTo>
                        <a:pt x="262153" y="278470"/>
                        <a:pt x="262153" y="283910"/>
                        <a:pt x="262153" y="289349"/>
                      </a:cubicBezTo>
                      <a:lnTo>
                        <a:pt x="262153" y="297508"/>
                      </a:lnTo>
                      <a:cubicBezTo>
                        <a:pt x="262153" y="305667"/>
                        <a:pt x="262153" y="313826"/>
                        <a:pt x="264872" y="321985"/>
                      </a:cubicBezTo>
                      <a:cubicBezTo>
                        <a:pt x="264872" y="327424"/>
                        <a:pt x="270312" y="330144"/>
                        <a:pt x="270312" y="335583"/>
                      </a:cubicBezTo>
                      <a:cubicBezTo>
                        <a:pt x="270312" y="335583"/>
                        <a:pt x="270312" y="338303"/>
                        <a:pt x="270312" y="338303"/>
                      </a:cubicBezTo>
                      <a:cubicBezTo>
                        <a:pt x="270312" y="341022"/>
                        <a:pt x="270312" y="343742"/>
                        <a:pt x="270312" y="346462"/>
                      </a:cubicBezTo>
                      <a:cubicBezTo>
                        <a:pt x="270312" y="351901"/>
                        <a:pt x="273031" y="354621"/>
                        <a:pt x="278471" y="354621"/>
                      </a:cubicBezTo>
                      <a:cubicBezTo>
                        <a:pt x="289349" y="354621"/>
                        <a:pt x="335584" y="351901"/>
                        <a:pt x="338304" y="349181"/>
                      </a:cubicBezTo>
                      <a:cubicBezTo>
                        <a:pt x="346462" y="349181"/>
                        <a:pt x="357341" y="349181"/>
                        <a:pt x="365500" y="349181"/>
                      </a:cubicBezTo>
                      <a:cubicBezTo>
                        <a:pt x="370939" y="349181"/>
                        <a:pt x="376379" y="349181"/>
                        <a:pt x="381817" y="349181"/>
                      </a:cubicBezTo>
                      <a:cubicBezTo>
                        <a:pt x="387257" y="349181"/>
                        <a:pt x="392697" y="346462"/>
                        <a:pt x="392697" y="338303"/>
                      </a:cubicBezTo>
                      <a:cubicBezTo>
                        <a:pt x="392697" y="330144"/>
                        <a:pt x="389977" y="316545"/>
                        <a:pt x="389977" y="313826"/>
                      </a:cubicBezTo>
                      <a:cubicBezTo>
                        <a:pt x="389977" y="294788"/>
                        <a:pt x="389977" y="278470"/>
                        <a:pt x="392697" y="262152"/>
                      </a:cubicBezTo>
                      <a:cubicBezTo>
                        <a:pt x="392697" y="259433"/>
                        <a:pt x="395416" y="243115"/>
                        <a:pt x="395416" y="224077"/>
                      </a:cubicBezTo>
                      <a:cubicBezTo>
                        <a:pt x="395416" y="207759"/>
                        <a:pt x="398136" y="188722"/>
                        <a:pt x="398136" y="177843"/>
                      </a:cubicBezTo>
                      <a:cubicBezTo>
                        <a:pt x="398136" y="169684"/>
                        <a:pt x="395416" y="158806"/>
                        <a:pt x="395416" y="153366"/>
                      </a:cubicBezTo>
                      <a:cubicBezTo>
                        <a:pt x="395416" y="145207"/>
                        <a:pt x="395416" y="142488"/>
                        <a:pt x="395416" y="137048"/>
                      </a:cubicBezTo>
                      <a:cubicBezTo>
                        <a:pt x="389977" y="137048"/>
                        <a:pt x="384537" y="137048"/>
                        <a:pt x="379098" y="137048"/>
                      </a:cubicBezTo>
                      <a:cubicBezTo>
                        <a:pt x="370939" y="137048"/>
                        <a:pt x="360061" y="134329"/>
                        <a:pt x="351902" y="131609"/>
                      </a:cubicBezTo>
                      <a:cubicBezTo>
                        <a:pt x="343742" y="128889"/>
                        <a:pt x="338304" y="120730"/>
                        <a:pt x="338304" y="115291"/>
                      </a:cubicBezTo>
                      <a:cubicBezTo>
                        <a:pt x="338304" y="112571"/>
                        <a:pt x="338304" y="109852"/>
                        <a:pt x="343742" y="107132"/>
                      </a:cubicBezTo>
                      <a:cubicBezTo>
                        <a:pt x="349182" y="104412"/>
                        <a:pt x="357341" y="101693"/>
                        <a:pt x="362780" y="98973"/>
                      </a:cubicBezTo>
                      <a:cubicBezTo>
                        <a:pt x="373659" y="96253"/>
                        <a:pt x="387257" y="96253"/>
                        <a:pt x="395416" y="96253"/>
                      </a:cubicBezTo>
                      <a:cubicBezTo>
                        <a:pt x="398136" y="93534"/>
                        <a:pt x="400855" y="90814"/>
                        <a:pt x="403575" y="90814"/>
                      </a:cubicBezTo>
                      <a:cubicBezTo>
                        <a:pt x="411734" y="90814"/>
                        <a:pt x="419893" y="88095"/>
                        <a:pt x="422612" y="88095"/>
                      </a:cubicBezTo>
                      <a:cubicBezTo>
                        <a:pt x="425332" y="88095"/>
                        <a:pt x="425332" y="88095"/>
                        <a:pt x="428052" y="88095"/>
                      </a:cubicBezTo>
                      <a:cubicBezTo>
                        <a:pt x="433492" y="88095"/>
                        <a:pt x="441650" y="88095"/>
                        <a:pt x="447090" y="90814"/>
                      </a:cubicBezTo>
                      <a:cubicBezTo>
                        <a:pt x="449809" y="90814"/>
                        <a:pt x="452529" y="93534"/>
                        <a:pt x="455249" y="96253"/>
                      </a:cubicBezTo>
                      <a:cubicBezTo>
                        <a:pt x="482445" y="96253"/>
                        <a:pt x="509642" y="93534"/>
                        <a:pt x="525960" y="93534"/>
                      </a:cubicBezTo>
                      <a:cubicBezTo>
                        <a:pt x="539558" y="93534"/>
                        <a:pt x="561315" y="93534"/>
                        <a:pt x="561315" y="109852"/>
                      </a:cubicBezTo>
                      <a:cubicBezTo>
                        <a:pt x="561315" y="118011"/>
                        <a:pt x="561315" y="120730"/>
                        <a:pt x="555876" y="126170"/>
                      </a:cubicBezTo>
                      <a:cubicBezTo>
                        <a:pt x="550437" y="131609"/>
                        <a:pt x="544997" y="134329"/>
                        <a:pt x="539558" y="134329"/>
                      </a:cubicBezTo>
                      <a:cubicBezTo>
                        <a:pt x="531399" y="137048"/>
                        <a:pt x="523240" y="137048"/>
                        <a:pt x="517800" y="137048"/>
                      </a:cubicBezTo>
                      <a:cubicBezTo>
                        <a:pt x="515081" y="137048"/>
                        <a:pt x="498763" y="137048"/>
                        <a:pt x="477006" y="137048"/>
                      </a:cubicBezTo>
                      <a:cubicBezTo>
                        <a:pt x="479725" y="145207"/>
                        <a:pt x="485165" y="153366"/>
                        <a:pt x="485165" y="161525"/>
                      </a:cubicBezTo>
                      <a:cubicBezTo>
                        <a:pt x="487885" y="177843"/>
                        <a:pt x="493324" y="194161"/>
                        <a:pt x="496043" y="210479"/>
                      </a:cubicBezTo>
                      <a:cubicBezTo>
                        <a:pt x="498763" y="224077"/>
                        <a:pt x="498763" y="237676"/>
                        <a:pt x="501483" y="251274"/>
                      </a:cubicBezTo>
                      <a:cubicBezTo>
                        <a:pt x="504202" y="264872"/>
                        <a:pt x="506922" y="275751"/>
                        <a:pt x="506922" y="292069"/>
                      </a:cubicBezTo>
                      <a:cubicBezTo>
                        <a:pt x="506922" y="302947"/>
                        <a:pt x="506922" y="311106"/>
                        <a:pt x="506922" y="321985"/>
                      </a:cubicBezTo>
                      <a:cubicBezTo>
                        <a:pt x="506922" y="327424"/>
                        <a:pt x="509642" y="335583"/>
                        <a:pt x="509642" y="341022"/>
                      </a:cubicBezTo>
                      <a:cubicBezTo>
                        <a:pt x="509642" y="343742"/>
                        <a:pt x="509642" y="343742"/>
                        <a:pt x="509642" y="343742"/>
                      </a:cubicBezTo>
                      <a:cubicBezTo>
                        <a:pt x="509642" y="349181"/>
                        <a:pt x="515081" y="349181"/>
                        <a:pt x="517800" y="349181"/>
                      </a:cubicBezTo>
                      <a:cubicBezTo>
                        <a:pt x="520520" y="349181"/>
                        <a:pt x="523240" y="349181"/>
                        <a:pt x="528680" y="349181"/>
                      </a:cubicBezTo>
                      <a:cubicBezTo>
                        <a:pt x="536838" y="349181"/>
                        <a:pt x="547717" y="349181"/>
                        <a:pt x="550437" y="357340"/>
                      </a:cubicBezTo>
                      <a:cubicBezTo>
                        <a:pt x="550437" y="360060"/>
                        <a:pt x="550437" y="360060"/>
                        <a:pt x="550437" y="362780"/>
                      </a:cubicBezTo>
                      <a:cubicBezTo>
                        <a:pt x="550437" y="370939"/>
                        <a:pt x="539558" y="381817"/>
                        <a:pt x="534119" y="384537"/>
                      </a:cubicBezTo>
                      <a:cubicBezTo>
                        <a:pt x="531399" y="387257"/>
                        <a:pt x="523240" y="387257"/>
                        <a:pt x="520520" y="389976"/>
                      </a:cubicBezTo>
                      <a:cubicBezTo>
                        <a:pt x="515081" y="389976"/>
                        <a:pt x="512362" y="392696"/>
                        <a:pt x="512362" y="395415"/>
                      </a:cubicBezTo>
                      <a:cubicBezTo>
                        <a:pt x="512362" y="395415"/>
                        <a:pt x="512362" y="398135"/>
                        <a:pt x="512362" y="398135"/>
                      </a:cubicBezTo>
                      <a:cubicBezTo>
                        <a:pt x="512362" y="400855"/>
                        <a:pt x="512362" y="406294"/>
                        <a:pt x="512362" y="409014"/>
                      </a:cubicBezTo>
                      <a:cubicBezTo>
                        <a:pt x="512362" y="411733"/>
                        <a:pt x="512362" y="411733"/>
                        <a:pt x="512362" y="414453"/>
                      </a:cubicBezTo>
                      <a:cubicBezTo>
                        <a:pt x="512362" y="422612"/>
                        <a:pt x="512362" y="430771"/>
                        <a:pt x="512362" y="438930"/>
                      </a:cubicBezTo>
                      <a:cubicBezTo>
                        <a:pt x="512362" y="460687"/>
                        <a:pt x="512362" y="482445"/>
                        <a:pt x="515081" y="504202"/>
                      </a:cubicBezTo>
                      <a:cubicBezTo>
                        <a:pt x="517800" y="525959"/>
                        <a:pt x="520520" y="550436"/>
                        <a:pt x="520520" y="572193"/>
                      </a:cubicBezTo>
                      <a:cubicBezTo>
                        <a:pt x="520520" y="583072"/>
                        <a:pt x="520520" y="593950"/>
                        <a:pt x="517800" y="604829"/>
                      </a:cubicBezTo>
                      <a:cubicBezTo>
                        <a:pt x="515081" y="623867"/>
                        <a:pt x="515081" y="642904"/>
                        <a:pt x="512362" y="661942"/>
                      </a:cubicBezTo>
                      <a:cubicBezTo>
                        <a:pt x="512362" y="664661"/>
                        <a:pt x="509642" y="667381"/>
                        <a:pt x="509642" y="670101"/>
                      </a:cubicBezTo>
                      <a:cubicBezTo>
                        <a:pt x="509642" y="672820"/>
                        <a:pt x="512362" y="678260"/>
                        <a:pt x="512362" y="680979"/>
                      </a:cubicBezTo>
                      <a:cubicBezTo>
                        <a:pt x="512362" y="683699"/>
                        <a:pt x="512362" y="686419"/>
                        <a:pt x="512362" y="686419"/>
                      </a:cubicBezTo>
                      <a:cubicBezTo>
                        <a:pt x="517800" y="680979"/>
                        <a:pt x="528680" y="680979"/>
                        <a:pt x="536838" y="680979"/>
                      </a:cubicBezTo>
                      <a:lnTo>
                        <a:pt x="536838" y="680979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51" name="Freeform: Shape 50">
                  <a:extLst>
                    <a:ext uri="{FF2B5EF4-FFF2-40B4-BE49-F238E27FC236}">
                      <a16:creationId xmlns:a16="http://schemas.microsoft.com/office/drawing/2014/main" id="{ADA2EA53-740F-E7F2-EABD-D714F72ACE47}"/>
                    </a:ext>
                  </a:extLst>
                </p:cNvPr>
                <p:cNvSpPr/>
                <p:nvPr/>
              </p:nvSpPr>
              <p:spPr>
                <a:xfrm>
                  <a:off x="9592416" y="4192158"/>
                  <a:ext cx="516735" cy="761503"/>
                </a:xfrm>
                <a:custGeom>
                  <a:avLst/>
                  <a:gdLst>
                    <a:gd name="connsiteX0" fmla="*/ 463407 w 516735"/>
                    <a:gd name="connsiteY0" fmla="*/ 194161 h 761503"/>
                    <a:gd name="connsiteX1" fmla="*/ 447089 w 516735"/>
                    <a:gd name="connsiteY1" fmla="*/ 226797 h 761503"/>
                    <a:gd name="connsiteX2" fmla="*/ 430771 w 516735"/>
                    <a:gd name="connsiteY2" fmla="*/ 221357 h 761503"/>
                    <a:gd name="connsiteX3" fmla="*/ 422612 w 516735"/>
                    <a:gd name="connsiteY3" fmla="*/ 207759 h 761503"/>
                    <a:gd name="connsiteX4" fmla="*/ 419893 w 516735"/>
                    <a:gd name="connsiteY4" fmla="*/ 188722 h 761503"/>
                    <a:gd name="connsiteX5" fmla="*/ 419893 w 516735"/>
                    <a:gd name="connsiteY5" fmla="*/ 139768 h 761503"/>
                    <a:gd name="connsiteX6" fmla="*/ 419893 w 516735"/>
                    <a:gd name="connsiteY6" fmla="*/ 120730 h 761503"/>
                    <a:gd name="connsiteX7" fmla="*/ 395416 w 516735"/>
                    <a:gd name="connsiteY7" fmla="*/ 120730 h 761503"/>
                    <a:gd name="connsiteX8" fmla="*/ 370939 w 516735"/>
                    <a:gd name="connsiteY8" fmla="*/ 120730 h 761503"/>
                    <a:gd name="connsiteX9" fmla="*/ 346461 w 516735"/>
                    <a:gd name="connsiteY9" fmla="*/ 123450 h 761503"/>
                    <a:gd name="connsiteX10" fmla="*/ 335583 w 516735"/>
                    <a:gd name="connsiteY10" fmla="*/ 123450 h 761503"/>
                    <a:gd name="connsiteX11" fmla="*/ 335583 w 516735"/>
                    <a:gd name="connsiteY11" fmla="*/ 123450 h 761503"/>
                    <a:gd name="connsiteX12" fmla="*/ 324704 w 516735"/>
                    <a:gd name="connsiteY12" fmla="*/ 128889 h 761503"/>
                    <a:gd name="connsiteX13" fmla="*/ 327424 w 516735"/>
                    <a:gd name="connsiteY13" fmla="*/ 139768 h 761503"/>
                    <a:gd name="connsiteX14" fmla="*/ 330144 w 516735"/>
                    <a:gd name="connsiteY14" fmla="*/ 175123 h 761503"/>
                    <a:gd name="connsiteX15" fmla="*/ 330144 w 516735"/>
                    <a:gd name="connsiteY15" fmla="*/ 199600 h 761503"/>
                    <a:gd name="connsiteX16" fmla="*/ 327424 w 516735"/>
                    <a:gd name="connsiteY16" fmla="*/ 224077 h 761503"/>
                    <a:gd name="connsiteX17" fmla="*/ 330144 w 516735"/>
                    <a:gd name="connsiteY17" fmla="*/ 251274 h 761503"/>
                    <a:gd name="connsiteX18" fmla="*/ 327424 w 516735"/>
                    <a:gd name="connsiteY18" fmla="*/ 278470 h 761503"/>
                    <a:gd name="connsiteX19" fmla="*/ 327424 w 516735"/>
                    <a:gd name="connsiteY19" fmla="*/ 332864 h 761503"/>
                    <a:gd name="connsiteX20" fmla="*/ 330144 w 516735"/>
                    <a:gd name="connsiteY20" fmla="*/ 357340 h 761503"/>
                    <a:gd name="connsiteX21" fmla="*/ 330144 w 516735"/>
                    <a:gd name="connsiteY21" fmla="*/ 368219 h 761503"/>
                    <a:gd name="connsiteX22" fmla="*/ 332863 w 516735"/>
                    <a:gd name="connsiteY22" fmla="*/ 387257 h 761503"/>
                    <a:gd name="connsiteX23" fmla="*/ 332863 w 516735"/>
                    <a:gd name="connsiteY23" fmla="*/ 433491 h 761503"/>
                    <a:gd name="connsiteX24" fmla="*/ 332863 w 516735"/>
                    <a:gd name="connsiteY24" fmla="*/ 487884 h 761503"/>
                    <a:gd name="connsiteX25" fmla="*/ 330144 w 516735"/>
                    <a:gd name="connsiteY25" fmla="*/ 512361 h 761503"/>
                    <a:gd name="connsiteX26" fmla="*/ 330144 w 516735"/>
                    <a:gd name="connsiteY26" fmla="*/ 539557 h 761503"/>
                    <a:gd name="connsiteX27" fmla="*/ 332863 w 516735"/>
                    <a:gd name="connsiteY27" fmla="*/ 593950 h 761503"/>
                    <a:gd name="connsiteX28" fmla="*/ 332863 w 516735"/>
                    <a:gd name="connsiteY28" fmla="*/ 648343 h 761503"/>
                    <a:gd name="connsiteX29" fmla="*/ 332863 w 516735"/>
                    <a:gd name="connsiteY29" fmla="*/ 656502 h 761503"/>
                    <a:gd name="connsiteX30" fmla="*/ 357341 w 516735"/>
                    <a:gd name="connsiteY30" fmla="*/ 656502 h 761503"/>
                    <a:gd name="connsiteX31" fmla="*/ 395416 w 516735"/>
                    <a:gd name="connsiteY31" fmla="*/ 675540 h 761503"/>
                    <a:gd name="connsiteX32" fmla="*/ 389976 w 516735"/>
                    <a:gd name="connsiteY32" fmla="*/ 691858 h 761503"/>
                    <a:gd name="connsiteX33" fmla="*/ 373658 w 516735"/>
                    <a:gd name="connsiteY33" fmla="*/ 700017 h 761503"/>
                    <a:gd name="connsiteX34" fmla="*/ 351901 w 516735"/>
                    <a:gd name="connsiteY34" fmla="*/ 702737 h 761503"/>
                    <a:gd name="connsiteX35" fmla="*/ 319265 w 516735"/>
                    <a:gd name="connsiteY35" fmla="*/ 702737 h 761503"/>
                    <a:gd name="connsiteX36" fmla="*/ 311106 w 516735"/>
                    <a:gd name="connsiteY36" fmla="*/ 708176 h 761503"/>
                    <a:gd name="connsiteX37" fmla="*/ 289349 w 516735"/>
                    <a:gd name="connsiteY37" fmla="*/ 713615 h 761503"/>
                    <a:gd name="connsiteX38" fmla="*/ 270311 w 516735"/>
                    <a:gd name="connsiteY38" fmla="*/ 713615 h 761503"/>
                    <a:gd name="connsiteX39" fmla="*/ 243115 w 516735"/>
                    <a:gd name="connsiteY39" fmla="*/ 705456 h 761503"/>
                    <a:gd name="connsiteX40" fmla="*/ 237675 w 516735"/>
                    <a:gd name="connsiteY40" fmla="*/ 702737 h 761503"/>
                    <a:gd name="connsiteX41" fmla="*/ 199600 w 516735"/>
                    <a:gd name="connsiteY41" fmla="*/ 702737 h 761503"/>
                    <a:gd name="connsiteX42" fmla="*/ 175123 w 516735"/>
                    <a:gd name="connsiteY42" fmla="*/ 702737 h 761503"/>
                    <a:gd name="connsiteX43" fmla="*/ 147927 w 516735"/>
                    <a:gd name="connsiteY43" fmla="*/ 697297 h 761503"/>
                    <a:gd name="connsiteX44" fmla="*/ 131609 w 516735"/>
                    <a:gd name="connsiteY44" fmla="*/ 678260 h 761503"/>
                    <a:gd name="connsiteX45" fmla="*/ 137048 w 516735"/>
                    <a:gd name="connsiteY45" fmla="*/ 670101 h 761503"/>
                    <a:gd name="connsiteX46" fmla="*/ 158805 w 516735"/>
                    <a:gd name="connsiteY46" fmla="*/ 661942 h 761503"/>
                    <a:gd name="connsiteX47" fmla="*/ 199600 w 516735"/>
                    <a:gd name="connsiteY47" fmla="*/ 659222 h 761503"/>
                    <a:gd name="connsiteX48" fmla="*/ 199600 w 516735"/>
                    <a:gd name="connsiteY48" fmla="*/ 659222 h 761503"/>
                    <a:gd name="connsiteX49" fmla="*/ 196880 w 516735"/>
                    <a:gd name="connsiteY49" fmla="*/ 629306 h 761503"/>
                    <a:gd name="connsiteX50" fmla="*/ 199600 w 516735"/>
                    <a:gd name="connsiteY50" fmla="*/ 574913 h 761503"/>
                    <a:gd name="connsiteX51" fmla="*/ 202320 w 516735"/>
                    <a:gd name="connsiteY51" fmla="*/ 523239 h 761503"/>
                    <a:gd name="connsiteX52" fmla="*/ 205040 w 516735"/>
                    <a:gd name="connsiteY52" fmla="*/ 460687 h 761503"/>
                    <a:gd name="connsiteX53" fmla="*/ 205040 w 516735"/>
                    <a:gd name="connsiteY53" fmla="*/ 417173 h 761503"/>
                    <a:gd name="connsiteX54" fmla="*/ 207759 w 516735"/>
                    <a:gd name="connsiteY54" fmla="*/ 392696 h 761503"/>
                    <a:gd name="connsiteX55" fmla="*/ 210478 w 516735"/>
                    <a:gd name="connsiteY55" fmla="*/ 368219 h 761503"/>
                    <a:gd name="connsiteX56" fmla="*/ 210478 w 516735"/>
                    <a:gd name="connsiteY56" fmla="*/ 313826 h 761503"/>
                    <a:gd name="connsiteX57" fmla="*/ 210478 w 516735"/>
                    <a:gd name="connsiteY57" fmla="*/ 259433 h 761503"/>
                    <a:gd name="connsiteX58" fmla="*/ 210478 w 516735"/>
                    <a:gd name="connsiteY58" fmla="*/ 213199 h 761503"/>
                    <a:gd name="connsiteX59" fmla="*/ 210478 w 516735"/>
                    <a:gd name="connsiteY59" fmla="*/ 145207 h 761503"/>
                    <a:gd name="connsiteX60" fmla="*/ 213198 w 516735"/>
                    <a:gd name="connsiteY60" fmla="*/ 131609 h 761503"/>
                    <a:gd name="connsiteX61" fmla="*/ 205040 w 516735"/>
                    <a:gd name="connsiteY61" fmla="*/ 123450 h 761503"/>
                    <a:gd name="connsiteX62" fmla="*/ 161525 w 516735"/>
                    <a:gd name="connsiteY62" fmla="*/ 123450 h 761503"/>
                    <a:gd name="connsiteX63" fmla="*/ 112571 w 516735"/>
                    <a:gd name="connsiteY63" fmla="*/ 120730 h 761503"/>
                    <a:gd name="connsiteX64" fmla="*/ 104412 w 516735"/>
                    <a:gd name="connsiteY64" fmla="*/ 118011 h 761503"/>
                    <a:gd name="connsiteX65" fmla="*/ 107132 w 516735"/>
                    <a:gd name="connsiteY65" fmla="*/ 191441 h 761503"/>
                    <a:gd name="connsiteX66" fmla="*/ 90814 w 516735"/>
                    <a:gd name="connsiteY66" fmla="*/ 224077 h 761503"/>
                    <a:gd name="connsiteX67" fmla="*/ 74496 w 516735"/>
                    <a:gd name="connsiteY67" fmla="*/ 218638 h 761503"/>
                    <a:gd name="connsiteX68" fmla="*/ 66337 w 516735"/>
                    <a:gd name="connsiteY68" fmla="*/ 205040 h 761503"/>
                    <a:gd name="connsiteX69" fmla="*/ 63617 w 516735"/>
                    <a:gd name="connsiteY69" fmla="*/ 186002 h 761503"/>
                    <a:gd name="connsiteX70" fmla="*/ 63617 w 516735"/>
                    <a:gd name="connsiteY70" fmla="*/ 145207 h 761503"/>
                    <a:gd name="connsiteX71" fmla="*/ 63617 w 516735"/>
                    <a:gd name="connsiteY71" fmla="*/ 109852 h 761503"/>
                    <a:gd name="connsiteX72" fmla="*/ 58178 w 516735"/>
                    <a:gd name="connsiteY72" fmla="*/ 96253 h 761503"/>
                    <a:gd name="connsiteX73" fmla="*/ 66337 w 516735"/>
                    <a:gd name="connsiteY73" fmla="*/ 85375 h 761503"/>
                    <a:gd name="connsiteX74" fmla="*/ 93533 w 516735"/>
                    <a:gd name="connsiteY74" fmla="*/ 77216 h 761503"/>
                    <a:gd name="connsiteX75" fmla="*/ 115290 w 516735"/>
                    <a:gd name="connsiteY75" fmla="*/ 77216 h 761503"/>
                    <a:gd name="connsiteX76" fmla="*/ 169684 w 516735"/>
                    <a:gd name="connsiteY76" fmla="*/ 74496 h 761503"/>
                    <a:gd name="connsiteX77" fmla="*/ 194161 w 516735"/>
                    <a:gd name="connsiteY77" fmla="*/ 71776 h 761503"/>
                    <a:gd name="connsiteX78" fmla="*/ 196880 w 516735"/>
                    <a:gd name="connsiteY78" fmla="*/ 71776 h 761503"/>
                    <a:gd name="connsiteX79" fmla="*/ 210478 w 516735"/>
                    <a:gd name="connsiteY79" fmla="*/ 71776 h 761503"/>
                    <a:gd name="connsiteX80" fmla="*/ 218638 w 516735"/>
                    <a:gd name="connsiteY80" fmla="*/ 71776 h 761503"/>
                    <a:gd name="connsiteX81" fmla="*/ 237675 w 516735"/>
                    <a:gd name="connsiteY81" fmla="*/ 60898 h 761503"/>
                    <a:gd name="connsiteX82" fmla="*/ 253993 w 516735"/>
                    <a:gd name="connsiteY82" fmla="*/ 58178 h 761503"/>
                    <a:gd name="connsiteX83" fmla="*/ 283910 w 516735"/>
                    <a:gd name="connsiteY83" fmla="*/ 60898 h 761503"/>
                    <a:gd name="connsiteX84" fmla="*/ 294788 w 516735"/>
                    <a:gd name="connsiteY84" fmla="*/ 66337 h 761503"/>
                    <a:gd name="connsiteX85" fmla="*/ 305667 w 516735"/>
                    <a:gd name="connsiteY85" fmla="*/ 74496 h 761503"/>
                    <a:gd name="connsiteX86" fmla="*/ 313826 w 516735"/>
                    <a:gd name="connsiteY86" fmla="*/ 74496 h 761503"/>
                    <a:gd name="connsiteX87" fmla="*/ 327424 w 516735"/>
                    <a:gd name="connsiteY87" fmla="*/ 74496 h 761503"/>
                    <a:gd name="connsiteX88" fmla="*/ 354621 w 516735"/>
                    <a:gd name="connsiteY88" fmla="*/ 74496 h 761503"/>
                    <a:gd name="connsiteX89" fmla="*/ 422612 w 516735"/>
                    <a:gd name="connsiteY89" fmla="*/ 74496 h 761503"/>
                    <a:gd name="connsiteX90" fmla="*/ 455248 w 516735"/>
                    <a:gd name="connsiteY90" fmla="*/ 79936 h 761503"/>
                    <a:gd name="connsiteX91" fmla="*/ 466127 w 516735"/>
                    <a:gd name="connsiteY91" fmla="*/ 98973 h 761503"/>
                    <a:gd name="connsiteX92" fmla="*/ 463407 w 516735"/>
                    <a:gd name="connsiteY92" fmla="*/ 109852 h 761503"/>
                    <a:gd name="connsiteX93" fmla="*/ 463407 w 516735"/>
                    <a:gd name="connsiteY93" fmla="*/ 120730 h 761503"/>
                    <a:gd name="connsiteX94" fmla="*/ 463407 w 516735"/>
                    <a:gd name="connsiteY94" fmla="*/ 194161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</a:cxnLst>
                  <a:rect l="l" t="t" r="r" b="b"/>
                  <a:pathLst>
                    <a:path w="516735" h="761503">
                      <a:moveTo>
                        <a:pt x="463407" y="194161"/>
                      </a:moveTo>
                      <a:cubicBezTo>
                        <a:pt x="463407" y="205040"/>
                        <a:pt x="463407" y="226797"/>
                        <a:pt x="447089" y="226797"/>
                      </a:cubicBezTo>
                      <a:cubicBezTo>
                        <a:pt x="438930" y="226797"/>
                        <a:pt x="436211" y="226797"/>
                        <a:pt x="430771" y="221357"/>
                      </a:cubicBezTo>
                      <a:cubicBezTo>
                        <a:pt x="425332" y="218638"/>
                        <a:pt x="422612" y="210479"/>
                        <a:pt x="422612" y="207759"/>
                      </a:cubicBezTo>
                      <a:cubicBezTo>
                        <a:pt x="419893" y="199600"/>
                        <a:pt x="419893" y="194161"/>
                        <a:pt x="419893" y="188722"/>
                      </a:cubicBezTo>
                      <a:cubicBezTo>
                        <a:pt x="419893" y="183282"/>
                        <a:pt x="419893" y="147927"/>
                        <a:pt x="419893" y="139768"/>
                      </a:cubicBezTo>
                      <a:cubicBezTo>
                        <a:pt x="419893" y="134329"/>
                        <a:pt x="419893" y="128889"/>
                        <a:pt x="419893" y="120730"/>
                      </a:cubicBezTo>
                      <a:cubicBezTo>
                        <a:pt x="411734" y="120730"/>
                        <a:pt x="403574" y="120730"/>
                        <a:pt x="395416" y="120730"/>
                      </a:cubicBezTo>
                      <a:cubicBezTo>
                        <a:pt x="387256" y="120730"/>
                        <a:pt x="379098" y="120730"/>
                        <a:pt x="370939" y="120730"/>
                      </a:cubicBezTo>
                      <a:cubicBezTo>
                        <a:pt x="362780" y="120730"/>
                        <a:pt x="354621" y="123450"/>
                        <a:pt x="346461" y="123450"/>
                      </a:cubicBezTo>
                      <a:cubicBezTo>
                        <a:pt x="343742" y="123450"/>
                        <a:pt x="341023" y="123450"/>
                        <a:pt x="335583" y="123450"/>
                      </a:cubicBezTo>
                      <a:cubicBezTo>
                        <a:pt x="335583" y="123450"/>
                        <a:pt x="335583" y="123450"/>
                        <a:pt x="335583" y="123450"/>
                      </a:cubicBezTo>
                      <a:cubicBezTo>
                        <a:pt x="327424" y="123450"/>
                        <a:pt x="324704" y="126170"/>
                        <a:pt x="324704" y="128889"/>
                      </a:cubicBezTo>
                      <a:cubicBezTo>
                        <a:pt x="324704" y="131609"/>
                        <a:pt x="324704" y="137048"/>
                        <a:pt x="327424" y="139768"/>
                      </a:cubicBezTo>
                      <a:cubicBezTo>
                        <a:pt x="330144" y="147927"/>
                        <a:pt x="330144" y="166964"/>
                        <a:pt x="330144" y="175123"/>
                      </a:cubicBezTo>
                      <a:cubicBezTo>
                        <a:pt x="330144" y="183282"/>
                        <a:pt x="330144" y="191441"/>
                        <a:pt x="330144" y="199600"/>
                      </a:cubicBezTo>
                      <a:cubicBezTo>
                        <a:pt x="330144" y="207759"/>
                        <a:pt x="327424" y="215918"/>
                        <a:pt x="327424" y="224077"/>
                      </a:cubicBezTo>
                      <a:cubicBezTo>
                        <a:pt x="327424" y="232236"/>
                        <a:pt x="330144" y="243115"/>
                        <a:pt x="330144" y="251274"/>
                      </a:cubicBezTo>
                      <a:cubicBezTo>
                        <a:pt x="330144" y="259433"/>
                        <a:pt x="330144" y="267592"/>
                        <a:pt x="327424" y="278470"/>
                      </a:cubicBezTo>
                      <a:cubicBezTo>
                        <a:pt x="327424" y="294788"/>
                        <a:pt x="327424" y="313826"/>
                        <a:pt x="327424" y="332864"/>
                      </a:cubicBezTo>
                      <a:cubicBezTo>
                        <a:pt x="327424" y="341022"/>
                        <a:pt x="327424" y="349181"/>
                        <a:pt x="330144" y="357340"/>
                      </a:cubicBezTo>
                      <a:cubicBezTo>
                        <a:pt x="330144" y="360060"/>
                        <a:pt x="330144" y="365499"/>
                        <a:pt x="330144" y="368219"/>
                      </a:cubicBezTo>
                      <a:cubicBezTo>
                        <a:pt x="330144" y="373658"/>
                        <a:pt x="332863" y="384537"/>
                        <a:pt x="332863" y="387257"/>
                      </a:cubicBezTo>
                      <a:cubicBezTo>
                        <a:pt x="332863" y="406294"/>
                        <a:pt x="332863" y="414453"/>
                        <a:pt x="332863" y="433491"/>
                      </a:cubicBezTo>
                      <a:cubicBezTo>
                        <a:pt x="332863" y="452528"/>
                        <a:pt x="335583" y="468846"/>
                        <a:pt x="332863" y="487884"/>
                      </a:cubicBezTo>
                      <a:cubicBezTo>
                        <a:pt x="332863" y="496043"/>
                        <a:pt x="330144" y="504202"/>
                        <a:pt x="330144" y="512361"/>
                      </a:cubicBezTo>
                      <a:cubicBezTo>
                        <a:pt x="330144" y="520520"/>
                        <a:pt x="330144" y="531398"/>
                        <a:pt x="330144" y="539557"/>
                      </a:cubicBezTo>
                      <a:cubicBezTo>
                        <a:pt x="330144" y="558595"/>
                        <a:pt x="330144" y="574913"/>
                        <a:pt x="332863" y="593950"/>
                      </a:cubicBezTo>
                      <a:cubicBezTo>
                        <a:pt x="332863" y="610268"/>
                        <a:pt x="332863" y="632026"/>
                        <a:pt x="332863" y="648343"/>
                      </a:cubicBezTo>
                      <a:cubicBezTo>
                        <a:pt x="332863" y="651063"/>
                        <a:pt x="332863" y="653783"/>
                        <a:pt x="332863" y="656502"/>
                      </a:cubicBezTo>
                      <a:cubicBezTo>
                        <a:pt x="343742" y="656502"/>
                        <a:pt x="351901" y="656502"/>
                        <a:pt x="357341" y="656502"/>
                      </a:cubicBezTo>
                      <a:cubicBezTo>
                        <a:pt x="370939" y="656502"/>
                        <a:pt x="395416" y="659222"/>
                        <a:pt x="395416" y="675540"/>
                      </a:cubicBezTo>
                      <a:cubicBezTo>
                        <a:pt x="395416" y="683699"/>
                        <a:pt x="392696" y="686419"/>
                        <a:pt x="389976" y="691858"/>
                      </a:cubicBezTo>
                      <a:cubicBezTo>
                        <a:pt x="384537" y="697297"/>
                        <a:pt x="379098" y="700017"/>
                        <a:pt x="373658" y="700017"/>
                      </a:cubicBezTo>
                      <a:cubicBezTo>
                        <a:pt x="365499" y="702737"/>
                        <a:pt x="357341" y="702737"/>
                        <a:pt x="351901" y="702737"/>
                      </a:cubicBezTo>
                      <a:cubicBezTo>
                        <a:pt x="349181" y="702737"/>
                        <a:pt x="335583" y="702737"/>
                        <a:pt x="319265" y="702737"/>
                      </a:cubicBezTo>
                      <a:cubicBezTo>
                        <a:pt x="316546" y="705456"/>
                        <a:pt x="313826" y="705456"/>
                        <a:pt x="311106" y="708176"/>
                      </a:cubicBezTo>
                      <a:cubicBezTo>
                        <a:pt x="302948" y="713615"/>
                        <a:pt x="297508" y="713615"/>
                        <a:pt x="289349" y="713615"/>
                      </a:cubicBezTo>
                      <a:cubicBezTo>
                        <a:pt x="283910" y="713615"/>
                        <a:pt x="278470" y="713615"/>
                        <a:pt x="270311" y="713615"/>
                      </a:cubicBezTo>
                      <a:cubicBezTo>
                        <a:pt x="259433" y="713615"/>
                        <a:pt x="251273" y="710895"/>
                        <a:pt x="243115" y="705456"/>
                      </a:cubicBezTo>
                      <a:cubicBezTo>
                        <a:pt x="240395" y="705456"/>
                        <a:pt x="237675" y="702737"/>
                        <a:pt x="237675" y="702737"/>
                      </a:cubicBezTo>
                      <a:cubicBezTo>
                        <a:pt x="224077" y="702737"/>
                        <a:pt x="213198" y="702737"/>
                        <a:pt x="199600" y="702737"/>
                      </a:cubicBezTo>
                      <a:cubicBezTo>
                        <a:pt x="191441" y="702737"/>
                        <a:pt x="183282" y="702737"/>
                        <a:pt x="175123" y="702737"/>
                      </a:cubicBezTo>
                      <a:cubicBezTo>
                        <a:pt x="166965" y="702737"/>
                        <a:pt x="156085" y="702737"/>
                        <a:pt x="147927" y="697297"/>
                      </a:cubicBezTo>
                      <a:cubicBezTo>
                        <a:pt x="139768" y="694578"/>
                        <a:pt x="131609" y="680979"/>
                        <a:pt x="131609" y="678260"/>
                      </a:cubicBezTo>
                      <a:cubicBezTo>
                        <a:pt x="131609" y="675540"/>
                        <a:pt x="131609" y="672820"/>
                        <a:pt x="137048" y="670101"/>
                      </a:cubicBezTo>
                      <a:cubicBezTo>
                        <a:pt x="142487" y="667381"/>
                        <a:pt x="153366" y="664661"/>
                        <a:pt x="158805" y="661942"/>
                      </a:cubicBezTo>
                      <a:cubicBezTo>
                        <a:pt x="175123" y="659222"/>
                        <a:pt x="191441" y="659222"/>
                        <a:pt x="199600" y="659222"/>
                      </a:cubicBezTo>
                      <a:lnTo>
                        <a:pt x="199600" y="659222"/>
                      </a:lnTo>
                      <a:cubicBezTo>
                        <a:pt x="199600" y="648343"/>
                        <a:pt x="196880" y="640184"/>
                        <a:pt x="196880" y="629306"/>
                      </a:cubicBezTo>
                      <a:cubicBezTo>
                        <a:pt x="196880" y="612988"/>
                        <a:pt x="196880" y="591231"/>
                        <a:pt x="199600" y="574913"/>
                      </a:cubicBezTo>
                      <a:cubicBezTo>
                        <a:pt x="199600" y="558595"/>
                        <a:pt x="199600" y="539557"/>
                        <a:pt x="202320" y="523239"/>
                      </a:cubicBezTo>
                      <a:cubicBezTo>
                        <a:pt x="202320" y="501482"/>
                        <a:pt x="205040" y="482445"/>
                        <a:pt x="205040" y="460687"/>
                      </a:cubicBezTo>
                      <a:cubicBezTo>
                        <a:pt x="205040" y="447089"/>
                        <a:pt x="205040" y="430771"/>
                        <a:pt x="205040" y="417173"/>
                      </a:cubicBezTo>
                      <a:cubicBezTo>
                        <a:pt x="205040" y="409014"/>
                        <a:pt x="207759" y="400855"/>
                        <a:pt x="207759" y="392696"/>
                      </a:cubicBezTo>
                      <a:cubicBezTo>
                        <a:pt x="207759" y="384537"/>
                        <a:pt x="210478" y="376378"/>
                        <a:pt x="210478" y="368219"/>
                      </a:cubicBezTo>
                      <a:cubicBezTo>
                        <a:pt x="210478" y="351901"/>
                        <a:pt x="210478" y="332864"/>
                        <a:pt x="210478" y="313826"/>
                      </a:cubicBezTo>
                      <a:cubicBezTo>
                        <a:pt x="210478" y="294788"/>
                        <a:pt x="210478" y="275751"/>
                        <a:pt x="210478" y="259433"/>
                      </a:cubicBezTo>
                      <a:cubicBezTo>
                        <a:pt x="210478" y="243115"/>
                        <a:pt x="210478" y="226797"/>
                        <a:pt x="210478" y="213199"/>
                      </a:cubicBezTo>
                      <a:cubicBezTo>
                        <a:pt x="210478" y="194161"/>
                        <a:pt x="210478" y="164245"/>
                        <a:pt x="210478" y="145207"/>
                      </a:cubicBezTo>
                      <a:cubicBezTo>
                        <a:pt x="210478" y="139768"/>
                        <a:pt x="213198" y="134329"/>
                        <a:pt x="213198" y="131609"/>
                      </a:cubicBezTo>
                      <a:cubicBezTo>
                        <a:pt x="213198" y="126170"/>
                        <a:pt x="207759" y="123450"/>
                        <a:pt x="205040" y="123450"/>
                      </a:cubicBezTo>
                      <a:cubicBezTo>
                        <a:pt x="199600" y="123450"/>
                        <a:pt x="166965" y="123450"/>
                        <a:pt x="161525" y="123450"/>
                      </a:cubicBezTo>
                      <a:cubicBezTo>
                        <a:pt x="145207" y="123450"/>
                        <a:pt x="128889" y="123450"/>
                        <a:pt x="112571" y="120730"/>
                      </a:cubicBezTo>
                      <a:cubicBezTo>
                        <a:pt x="109852" y="120730"/>
                        <a:pt x="107132" y="120730"/>
                        <a:pt x="104412" y="118011"/>
                      </a:cubicBezTo>
                      <a:cubicBezTo>
                        <a:pt x="107132" y="137048"/>
                        <a:pt x="107132" y="172404"/>
                        <a:pt x="107132" y="191441"/>
                      </a:cubicBezTo>
                      <a:cubicBezTo>
                        <a:pt x="107132" y="202320"/>
                        <a:pt x="107132" y="224077"/>
                        <a:pt x="90814" y="224077"/>
                      </a:cubicBezTo>
                      <a:cubicBezTo>
                        <a:pt x="82655" y="224077"/>
                        <a:pt x="79935" y="221357"/>
                        <a:pt x="74496" y="218638"/>
                      </a:cubicBezTo>
                      <a:cubicBezTo>
                        <a:pt x="69057" y="215918"/>
                        <a:pt x="66337" y="210479"/>
                        <a:pt x="66337" y="205040"/>
                      </a:cubicBezTo>
                      <a:cubicBezTo>
                        <a:pt x="63617" y="196881"/>
                        <a:pt x="63617" y="191441"/>
                        <a:pt x="63617" y="186002"/>
                      </a:cubicBezTo>
                      <a:cubicBezTo>
                        <a:pt x="63617" y="180563"/>
                        <a:pt x="63617" y="153366"/>
                        <a:pt x="63617" y="145207"/>
                      </a:cubicBezTo>
                      <a:cubicBezTo>
                        <a:pt x="63617" y="134329"/>
                        <a:pt x="63617" y="120730"/>
                        <a:pt x="63617" y="109852"/>
                      </a:cubicBezTo>
                      <a:cubicBezTo>
                        <a:pt x="60897" y="104412"/>
                        <a:pt x="58178" y="101693"/>
                        <a:pt x="58178" y="96253"/>
                      </a:cubicBezTo>
                      <a:cubicBezTo>
                        <a:pt x="58178" y="93534"/>
                        <a:pt x="60897" y="88095"/>
                        <a:pt x="66337" y="85375"/>
                      </a:cubicBezTo>
                      <a:cubicBezTo>
                        <a:pt x="74496" y="79936"/>
                        <a:pt x="77215" y="77216"/>
                        <a:pt x="93533" y="77216"/>
                      </a:cubicBezTo>
                      <a:cubicBezTo>
                        <a:pt x="101692" y="77216"/>
                        <a:pt x="109852" y="77216"/>
                        <a:pt x="115290" y="77216"/>
                      </a:cubicBezTo>
                      <a:cubicBezTo>
                        <a:pt x="134328" y="77216"/>
                        <a:pt x="150646" y="77216"/>
                        <a:pt x="169684" y="74496"/>
                      </a:cubicBezTo>
                      <a:cubicBezTo>
                        <a:pt x="177843" y="74496"/>
                        <a:pt x="186002" y="71776"/>
                        <a:pt x="194161" y="71776"/>
                      </a:cubicBezTo>
                      <a:cubicBezTo>
                        <a:pt x="194161" y="71776"/>
                        <a:pt x="196880" y="71776"/>
                        <a:pt x="196880" y="71776"/>
                      </a:cubicBezTo>
                      <a:cubicBezTo>
                        <a:pt x="199600" y="71776"/>
                        <a:pt x="205040" y="71776"/>
                        <a:pt x="210478" y="71776"/>
                      </a:cubicBezTo>
                      <a:cubicBezTo>
                        <a:pt x="213198" y="71776"/>
                        <a:pt x="215918" y="71776"/>
                        <a:pt x="218638" y="71776"/>
                      </a:cubicBezTo>
                      <a:cubicBezTo>
                        <a:pt x="224077" y="69057"/>
                        <a:pt x="229516" y="63618"/>
                        <a:pt x="237675" y="60898"/>
                      </a:cubicBezTo>
                      <a:cubicBezTo>
                        <a:pt x="243115" y="58178"/>
                        <a:pt x="248554" y="58178"/>
                        <a:pt x="253993" y="58178"/>
                      </a:cubicBezTo>
                      <a:cubicBezTo>
                        <a:pt x="264872" y="58178"/>
                        <a:pt x="273031" y="58178"/>
                        <a:pt x="283910" y="60898"/>
                      </a:cubicBezTo>
                      <a:cubicBezTo>
                        <a:pt x="286629" y="60898"/>
                        <a:pt x="292068" y="63618"/>
                        <a:pt x="294788" y="66337"/>
                      </a:cubicBezTo>
                      <a:cubicBezTo>
                        <a:pt x="297508" y="69057"/>
                        <a:pt x="302948" y="71776"/>
                        <a:pt x="305667" y="74496"/>
                      </a:cubicBezTo>
                      <a:cubicBezTo>
                        <a:pt x="308386" y="74496"/>
                        <a:pt x="311106" y="74496"/>
                        <a:pt x="313826" y="74496"/>
                      </a:cubicBezTo>
                      <a:cubicBezTo>
                        <a:pt x="319265" y="74496"/>
                        <a:pt x="321985" y="74496"/>
                        <a:pt x="327424" y="74496"/>
                      </a:cubicBezTo>
                      <a:cubicBezTo>
                        <a:pt x="335583" y="74496"/>
                        <a:pt x="346461" y="74496"/>
                        <a:pt x="354621" y="74496"/>
                      </a:cubicBezTo>
                      <a:cubicBezTo>
                        <a:pt x="376378" y="74496"/>
                        <a:pt x="400855" y="74496"/>
                        <a:pt x="422612" y="74496"/>
                      </a:cubicBezTo>
                      <a:cubicBezTo>
                        <a:pt x="433491" y="74496"/>
                        <a:pt x="447089" y="74496"/>
                        <a:pt x="455248" y="79936"/>
                      </a:cubicBezTo>
                      <a:cubicBezTo>
                        <a:pt x="460687" y="82655"/>
                        <a:pt x="466127" y="90814"/>
                        <a:pt x="466127" y="98973"/>
                      </a:cubicBezTo>
                      <a:cubicBezTo>
                        <a:pt x="466127" y="101693"/>
                        <a:pt x="466127" y="107132"/>
                        <a:pt x="463407" y="109852"/>
                      </a:cubicBezTo>
                      <a:cubicBezTo>
                        <a:pt x="463407" y="112571"/>
                        <a:pt x="463407" y="112571"/>
                        <a:pt x="463407" y="120730"/>
                      </a:cubicBezTo>
                      <a:cubicBezTo>
                        <a:pt x="463407" y="142488"/>
                        <a:pt x="463407" y="172404"/>
                        <a:pt x="463407" y="194161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</p:grpSp>
          <p:pic>
            <p:nvPicPr>
              <p:cNvPr id="9" name="Graphic 56">
                <a:extLst>
                  <a:ext uri="{FF2B5EF4-FFF2-40B4-BE49-F238E27FC236}">
                    <a16:creationId xmlns:a16="http://schemas.microsoft.com/office/drawing/2014/main" id="{B2287B59-851E-DB66-DD56-A95D11E2DF4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 cstate="email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tretch>
                <a:fillRect/>
              </a:stretch>
            </p:blipFill>
            <p:spPr>
              <a:xfrm>
                <a:off x="9162579" y="5240354"/>
                <a:ext cx="45719" cy="1348711"/>
              </a:xfrm>
              <a:prstGeom prst="rect">
                <a:avLst/>
              </a:prstGeom>
            </p:spPr>
          </p:pic>
        </p:grpSp>
        <p:pic>
          <p:nvPicPr>
            <p:cNvPr id="5" name="Picture 54" descr="Diagram&#10;&#10;Description automatically generated">
              <a:extLst>
                <a:ext uri="{FF2B5EF4-FFF2-40B4-BE49-F238E27FC236}">
                  <a16:creationId xmlns:a16="http://schemas.microsoft.com/office/drawing/2014/main" id="{4CF42CE9-140C-E01E-749E-826087FA44D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52978" y="5406588"/>
              <a:ext cx="1854273" cy="10665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6" name="Picture Placeholder 10"/>
          <p:cNvSpPr>
            <a:spLocks noGrp="1"/>
          </p:cNvSpPr>
          <p:nvPr>
            <p:ph type="pic" sz="quarter" idx="13"/>
          </p:nvPr>
        </p:nvSpPr>
        <p:spPr>
          <a:xfrm>
            <a:off x="0" y="2"/>
            <a:ext cx="5266036" cy="6857999"/>
          </a:xfrm>
          <a:custGeom>
            <a:avLst/>
            <a:gdLst>
              <a:gd name="connsiteX0" fmla="*/ 0 w 5266036"/>
              <a:gd name="connsiteY0" fmla="*/ 0 h 6857999"/>
              <a:gd name="connsiteX1" fmla="*/ 3014696 w 5266036"/>
              <a:gd name="connsiteY1" fmla="*/ 0 h 6857999"/>
              <a:gd name="connsiteX2" fmla="*/ 3040982 w 5266036"/>
              <a:gd name="connsiteY2" fmla="*/ 11408 h 6857999"/>
              <a:gd name="connsiteX3" fmla="*/ 5250901 w 5266036"/>
              <a:gd name="connsiteY3" fmla="*/ 4085922 h 6857999"/>
              <a:gd name="connsiteX4" fmla="*/ 3435696 w 5266036"/>
              <a:gd name="connsiteY4" fmla="*/ 6839477 h 6857999"/>
              <a:gd name="connsiteX5" fmla="*/ 3398838 w 5266036"/>
              <a:gd name="connsiteY5" fmla="*/ 6857999 h 6857999"/>
              <a:gd name="connsiteX6" fmla="*/ 0 w 5266036"/>
              <a:gd name="connsiteY6" fmla="*/ 6857999 h 6857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266036" h="6857999">
                <a:moveTo>
                  <a:pt x="0" y="0"/>
                </a:moveTo>
                <a:lnTo>
                  <a:pt x="3014696" y="0"/>
                </a:lnTo>
                <a:lnTo>
                  <a:pt x="3040982" y="11408"/>
                </a:lnTo>
                <a:cubicBezTo>
                  <a:pt x="4562919" y="717837"/>
                  <a:pt x="5390071" y="2397951"/>
                  <a:pt x="5250901" y="4085922"/>
                </a:cubicBezTo>
                <a:cubicBezTo>
                  <a:pt x="5138669" y="5484335"/>
                  <a:pt x="4361602" y="6343612"/>
                  <a:pt x="3435696" y="6839477"/>
                </a:cubicBezTo>
                <a:lnTo>
                  <a:pt x="3398838" y="6857999"/>
                </a:lnTo>
                <a:lnTo>
                  <a:pt x="0" y="6857999"/>
                </a:lnTo>
                <a:close/>
              </a:path>
            </a:pathLst>
          </a:custGeom>
          <a:solidFill>
            <a:srgbClr val="D9D9D9"/>
          </a:solidFill>
        </p:spPr>
        <p:txBody>
          <a:bodyPr tIns="3657600" rtlCol="0">
            <a:noAutofit/>
          </a:bodyPr>
          <a:lstStyle>
            <a:lvl1pPr marL="0" marR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tx1"/>
              </a:buClr>
              <a:buSzTx/>
              <a:buFont typeface="Arial" panose="020B0604020202020204" pitchFamily="34" charset="0"/>
              <a:buNone/>
              <a:tabLst/>
              <a:defRPr sz="1600"/>
            </a:lvl1pPr>
          </a:lstStyle>
          <a:p>
            <a:pPr lvl="0"/>
            <a:r>
              <a:rPr lang="en-US" noProof="0"/>
              <a:t>Click icon to add picture</a:t>
            </a:r>
            <a:endParaRPr noProof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6000" y="152400"/>
            <a:ext cx="5715002" cy="901700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8" name="Content Placeholder 7"/>
          <p:cNvSpPr>
            <a:spLocks noGrp="1"/>
          </p:cNvSpPr>
          <p:nvPr>
            <p:ph sz="quarter" idx="14"/>
          </p:nvPr>
        </p:nvSpPr>
        <p:spPr>
          <a:xfrm>
            <a:off x="6096000" y="1383792"/>
            <a:ext cx="5715000" cy="4636008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/>
          </a:p>
        </p:txBody>
      </p:sp>
      <p:sp>
        <p:nvSpPr>
          <p:cNvPr id="52" name="Date Placeholder 2">
            <a:extLst>
              <a:ext uri="{FF2B5EF4-FFF2-40B4-BE49-F238E27FC236}">
                <a16:creationId xmlns:a16="http://schemas.microsoft.com/office/drawing/2014/main" id="{1F5A1CD9-4899-CC7A-AE9B-7B77D3C63748}"/>
              </a:ext>
            </a:extLst>
          </p:cNvPr>
          <p:cNvSpPr>
            <a:spLocks noGrp="1"/>
          </p:cNvSpPr>
          <p:nvPr>
            <p:ph type="dt" sz="half" idx="15"/>
          </p:nvPr>
        </p:nvSpPr>
        <p:spPr>
          <a:xfrm>
            <a:off x="8077200" y="6300788"/>
            <a:ext cx="914400" cy="15875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0C514468-F527-43B2-8B9E-C8FCF253974E}" type="datetimeFigureOut">
              <a:rPr lang="en-US"/>
              <a:pPr>
                <a:defRPr/>
              </a:pPr>
              <a:t>10/30/2026</a:t>
            </a:fld>
            <a:endParaRPr/>
          </a:p>
        </p:txBody>
      </p:sp>
      <p:sp>
        <p:nvSpPr>
          <p:cNvPr id="53" name="Footer Placeholder 3">
            <a:extLst>
              <a:ext uri="{FF2B5EF4-FFF2-40B4-BE49-F238E27FC236}">
                <a16:creationId xmlns:a16="http://schemas.microsoft.com/office/drawing/2014/main" id="{9750D8F1-C746-0759-D1F5-693997988F96}"/>
              </a:ext>
            </a:extLst>
          </p:cNvPr>
          <p:cNvSpPr>
            <a:spLocks noGrp="1"/>
          </p:cNvSpPr>
          <p:nvPr>
            <p:ph type="ftr" sz="quarter" idx="16"/>
          </p:nvPr>
        </p:nvSpPr>
        <p:spPr>
          <a:xfrm>
            <a:off x="4840288" y="6307138"/>
            <a:ext cx="3124200" cy="153987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/>
          </a:p>
        </p:txBody>
      </p:sp>
      <p:sp>
        <p:nvSpPr>
          <p:cNvPr id="54" name="Slide Number Placeholder 4">
            <a:extLst>
              <a:ext uri="{FF2B5EF4-FFF2-40B4-BE49-F238E27FC236}">
                <a16:creationId xmlns:a16="http://schemas.microsoft.com/office/drawing/2014/main" id="{9A1EB6CB-8DAC-AACA-95FA-B592AE668E6C}"/>
              </a:ext>
            </a:extLst>
          </p:cNvPr>
          <p:cNvSpPr>
            <a:spLocks noGrp="1"/>
          </p:cNvSpPr>
          <p:nvPr>
            <p:ph type="sldNum" sz="quarter" idx="17"/>
          </p:nvPr>
        </p:nvSpPr>
        <p:spPr>
          <a:xfrm>
            <a:off x="4421188" y="6302375"/>
            <a:ext cx="306387" cy="15875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93E2E381-07DE-49FE-8605-63149BE96937}" type="slidenum">
              <a:rPr/>
              <a:pPr>
                <a:defRPr/>
              </a:pPr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915293439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I_Square Picture with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1" y="152400"/>
            <a:ext cx="11430001" cy="485335"/>
          </a:xfrm>
        </p:spPr>
        <p:txBody>
          <a:bodyPr/>
          <a:lstStyle/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7" name="Content Placeholder 6"/>
          <p:cNvSpPr>
            <a:spLocks noGrp="1"/>
          </p:cNvSpPr>
          <p:nvPr>
            <p:ph sz="quarter" idx="13"/>
          </p:nvPr>
        </p:nvSpPr>
        <p:spPr>
          <a:xfrm>
            <a:off x="381000" y="1383792"/>
            <a:ext cx="6400800" cy="4636008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/>
          </a:p>
        </p:txBody>
      </p:sp>
      <p:sp>
        <p:nvSpPr>
          <p:cNvPr id="8" name="Text Placeholder 53"/>
          <p:cNvSpPr>
            <a:spLocks noGrp="1"/>
          </p:cNvSpPr>
          <p:nvPr>
            <p:ph type="body" sz="quarter" idx="14"/>
          </p:nvPr>
        </p:nvSpPr>
        <p:spPr>
          <a:xfrm>
            <a:off x="381001" y="731530"/>
            <a:ext cx="6400799" cy="365739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1pPr>
            <a:lvl2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2pPr>
            <a:lvl3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3pPr>
            <a:lvl4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4pPr>
            <a:lvl5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5pPr>
            <a:lvl6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6pPr>
            <a:lvl7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7pPr>
            <a:lvl8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8pPr>
            <a:lvl9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2" name="Picture Placeholder 11"/>
          <p:cNvSpPr>
            <a:spLocks noGrp="1"/>
          </p:cNvSpPr>
          <p:nvPr>
            <p:ph type="pic" sz="quarter" idx="15"/>
          </p:nvPr>
        </p:nvSpPr>
        <p:spPr>
          <a:xfrm>
            <a:off x="6986761" y="862564"/>
            <a:ext cx="4851030" cy="5081476"/>
          </a:xfrm>
          <a:custGeom>
            <a:avLst/>
            <a:gdLst>
              <a:gd name="connsiteX0" fmla="*/ 4603651 w 4851030"/>
              <a:gd name="connsiteY0" fmla="*/ 0 h 5081476"/>
              <a:gd name="connsiteX1" fmla="*/ 4827723 w 4851030"/>
              <a:gd name="connsiteY1" fmla="*/ 669963 h 5081476"/>
              <a:gd name="connsiteX2" fmla="*/ 4837903 w 4851030"/>
              <a:gd name="connsiteY2" fmla="*/ 2094980 h 5081476"/>
              <a:gd name="connsiteX3" fmla="*/ 4848093 w 4851030"/>
              <a:gd name="connsiteY3" fmla="*/ 3169064 h 5081476"/>
              <a:gd name="connsiteX4" fmla="*/ 4848093 w 4851030"/>
              <a:gd name="connsiteY4" fmla="*/ 3913475 h 5081476"/>
              <a:gd name="connsiteX5" fmla="*/ 4817532 w 4851030"/>
              <a:gd name="connsiteY5" fmla="*/ 4838667 h 5081476"/>
              <a:gd name="connsiteX6" fmla="*/ 4471241 w 4851030"/>
              <a:gd name="connsiteY6" fmla="*/ 5008818 h 5081476"/>
              <a:gd name="connsiteX7" fmla="*/ 4114767 w 4851030"/>
              <a:gd name="connsiteY7" fmla="*/ 5019457 h 5081476"/>
              <a:gd name="connsiteX8" fmla="*/ 3748105 w 4851030"/>
              <a:gd name="connsiteY8" fmla="*/ 5072624 h 5081476"/>
              <a:gd name="connsiteX9" fmla="*/ 998137 w 4851030"/>
              <a:gd name="connsiteY9" fmla="*/ 5030086 h 5081476"/>
              <a:gd name="connsiteX10" fmla="*/ 488884 w 4851030"/>
              <a:gd name="connsiteY10" fmla="*/ 4976920 h 5081476"/>
              <a:gd name="connsiteX11" fmla="*/ 81481 w 4851030"/>
              <a:gd name="connsiteY11" fmla="*/ 4742962 h 5081476"/>
              <a:gd name="connsiteX12" fmla="*/ 40741 w 4851030"/>
              <a:gd name="connsiteY12" fmla="*/ 3679517 h 5081476"/>
              <a:gd name="connsiteX13" fmla="*/ 20371 w 4851030"/>
              <a:gd name="connsiteY13" fmla="*/ 2084351 h 5081476"/>
              <a:gd name="connsiteX14" fmla="*/ 0 w 4851030"/>
              <a:gd name="connsiteY14" fmla="*/ 1552629 h 5081476"/>
              <a:gd name="connsiteX15" fmla="*/ 20371 w 4851030"/>
              <a:gd name="connsiteY15" fmla="*/ 723142 h 5081476"/>
              <a:gd name="connsiteX16" fmla="*/ 30551 w 4851030"/>
              <a:gd name="connsiteY16" fmla="*/ 457275 h 5081476"/>
              <a:gd name="connsiteX17" fmla="*/ 71291 w 4851030"/>
              <a:gd name="connsiteY17" fmla="*/ 74435 h 5081476"/>
              <a:gd name="connsiteX18" fmla="*/ 2261085 w 4851030"/>
              <a:gd name="connsiteY18" fmla="*/ 42537 h 5081476"/>
              <a:gd name="connsiteX19" fmla="*/ 3554584 w 4851030"/>
              <a:gd name="connsiteY19" fmla="*/ 31898 h 5081476"/>
              <a:gd name="connsiteX20" fmla="*/ 4603651 w 4851030"/>
              <a:gd name="connsiteY20" fmla="*/ 0 h 50814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4851030" h="5081476">
                <a:moveTo>
                  <a:pt x="4603651" y="0"/>
                </a:moveTo>
                <a:cubicBezTo>
                  <a:pt x="4868463" y="0"/>
                  <a:pt x="4827723" y="340302"/>
                  <a:pt x="4827723" y="669963"/>
                </a:cubicBezTo>
                <a:cubicBezTo>
                  <a:pt x="4817532" y="1148520"/>
                  <a:pt x="4858273" y="1616435"/>
                  <a:pt x="4837903" y="2094980"/>
                </a:cubicBezTo>
                <a:cubicBezTo>
                  <a:pt x="4827723" y="2445922"/>
                  <a:pt x="4858273" y="2818122"/>
                  <a:pt x="4848093" y="3169064"/>
                </a:cubicBezTo>
                <a:cubicBezTo>
                  <a:pt x="4837903" y="3413650"/>
                  <a:pt x="4858273" y="3668878"/>
                  <a:pt x="4848093" y="3913475"/>
                </a:cubicBezTo>
                <a:cubicBezTo>
                  <a:pt x="4837903" y="4158061"/>
                  <a:pt x="4858273" y="4519633"/>
                  <a:pt x="4817532" y="4838667"/>
                </a:cubicBezTo>
                <a:cubicBezTo>
                  <a:pt x="4797162" y="4966279"/>
                  <a:pt x="4613831" y="4987548"/>
                  <a:pt x="4471241" y="5008818"/>
                </a:cubicBezTo>
                <a:cubicBezTo>
                  <a:pt x="4389759" y="5019457"/>
                  <a:pt x="4236989" y="4998188"/>
                  <a:pt x="4114767" y="5019457"/>
                </a:cubicBezTo>
                <a:cubicBezTo>
                  <a:pt x="4023097" y="5040726"/>
                  <a:pt x="3849956" y="5072624"/>
                  <a:pt x="3748105" y="5072624"/>
                </a:cubicBezTo>
                <a:cubicBezTo>
                  <a:pt x="2709228" y="5104533"/>
                  <a:pt x="2199975" y="5040726"/>
                  <a:pt x="998137" y="5030086"/>
                </a:cubicBezTo>
                <a:cubicBezTo>
                  <a:pt x="886096" y="5030086"/>
                  <a:pt x="733325" y="5030086"/>
                  <a:pt x="488884" y="4976920"/>
                </a:cubicBezTo>
                <a:cubicBezTo>
                  <a:pt x="264812" y="4934382"/>
                  <a:pt x="152771" y="4976920"/>
                  <a:pt x="81481" y="4742962"/>
                </a:cubicBezTo>
                <a:cubicBezTo>
                  <a:pt x="20371" y="4551542"/>
                  <a:pt x="50920" y="3924104"/>
                  <a:pt x="40741" y="3679517"/>
                </a:cubicBezTo>
                <a:cubicBezTo>
                  <a:pt x="20371" y="3126526"/>
                  <a:pt x="20371" y="2743686"/>
                  <a:pt x="20371" y="2084351"/>
                </a:cubicBezTo>
                <a:lnTo>
                  <a:pt x="0" y="1552629"/>
                </a:lnTo>
                <a:cubicBezTo>
                  <a:pt x="50920" y="1254863"/>
                  <a:pt x="-30560" y="1031534"/>
                  <a:pt x="20371" y="723142"/>
                </a:cubicBezTo>
                <a:cubicBezTo>
                  <a:pt x="30551" y="616798"/>
                  <a:pt x="30551" y="627426"/>
                  <a:pt x="30551" y="457275"/>
                </a:cubicBezTo>
                <a:cubicBezTo>
                  <a:pt x="30551" y="393469"/>
                  <a:pt x="-31630" y="221930"/>
                  <a:pt x="71291" y="74435"/>
                </a:cubicBezTo>
                <a:cubicBezTo>
                  <a:pt x="358675" y="-52826"/>
                  <a:pt x="1476830" y="42537"/>
                  <a:pt x="2261085" y="42537"/>
                </a:cubicBezTo>
                <a:cubicBezTo>
                  <a:pt x="2658297" y="42537"/>
                  <a:pt x="3167551" y="21269"/>
                  <a:pt x="3554584" y="31898"/>
                </a:cubicBezTo>
                <a:cubicBezTo>
                  <a:pt x="3676805" y="42537"/>
                  <a:pt x="4481430" y="0"/>
                  <a:pt x="4603651" y="0"/>
                </a:cubicBezTo>
                <a:close/>
              </a:path>
            </a:pathLst>
          </a:custGeom>
          <a:solidFill>
            <a:srgbClr val="D9D9D9"/>
          </a:solidFill>
        </p:spPr>
        <p:txBody>
          <a:bodyPr tIns="1554480" rtlCol="0">
            <a:noAutofit/>
          </a:bodyPr>
          <a:lstStyle>
            <a:lvl1pPr marL="0" marR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tx1"/>
              </a:buClr>
              <a:buSzTx/>
              <a:buFont typeface="Arial" panose="020B0604020202020204" pitchFamily="34" charset="0"/>
              <a:buNone/>
              <a:tabLst/>
              <a:defRPr sz="1600"/>
            </a:lvl1pPr>
          </a:lstStyle>
          <a:p>
            <a:pPr lvl="0"/>
            <a:r>
              <a:rPr lang="en-US" noProof="0"/>
              <a:t>Click icon to add picture</a:t>
            </a:r>
            <a:endParaRPr noProof="0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0583F233-D39C-F54A-A05B-3345024866E2}"/>
              </a:ext>
            </a:extLst>
          </p:cNvPr>
          <p:cNvSpPr>
            <a:spLocks noGrp="1"/>
          </p:cNvSpPr>
          <p:nvPr>
            <p:ph type="dt" sz="half" idx="16"/>
          </p:nvPr>
        </p:nvSpPr>
        <p:spPr>
          <a:xfrm>
            <a:off x="9601200" y="6307138"/>
            <a:ext cx="914400" cy="15875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C510131C-B575-4FE3-BF44-33EE2DF8182E}" type="datetimeFigureOut">
              <a:rPr lang="en-US"/>
              <a:pPr>
                <a:defRPr/>
              </a:pPr>
              <a:t>10/30/2026</a:t>
            </a:fld>
            <a:endParaRPr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53811998-4B2A-6359-2023-912C193540FC}"/>
              </a:ext>
            </a:extLst>
          </p:cNvPr>
          <p:cNvSpPr>
            <a:spLocks noGrp="1"/>
          </p:cNvSpPr>
          <p:nvPr>
            <p:ph type="ftr" sz="quarter" idx="17"/>
          </p:nvPr>
        </p:nvSpPr>
        <p:spPr>
          <a:xfrm>
            <a:off x="2378075" y="6307138"/>
            <a:ext cx="7105650" cy="15875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AD67C13-03A0-C0A4-C564-E8BD34703A27}"/>
              </a:ext>
            </a:extLst>
          </p:cNvPr>
          <p:cNvSpPr>
            <a:spLocks noGrp="1"/>
          </p:cNvSpPr>
          <p:nvPr>
            <p:ph type="sldNum" sz="quarter" idx="18"/>
          </p:nvPr>
        </p:nvSpPr>
        <p:spPr>
          <a:xfrm>
            <a:off x="1927225" y="6307138"/>
            <a:ext cx="306388" cy="15875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AD118387-532A-4A9E-BFC2-B14AF4EF6EEC}" type="slidenum">
              <a:rPr/>
              <a:pPr>
                <a:defRPr/>
              </a:pPr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702707771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Close Statement Purple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52">
            <a:extLst>
              <a:ext uri="{FF2B5EF4-FFF2-40B4-BE49-F238E27FC236}">
                <a16:creationId xmlns:a16="http://schemas.microsoft.com/office/drawing/2014/main" id="{3CC4B027-929F-9CBC-3BFF-3BD564D89D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03300" y="6242050"/>
            <a:ext cx="0" cy="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/>
          <a:lstStyle>
            <a:lvl1pPr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eaLnBrk="1" hangingPunct="1">
              <a:lnSpc>
                <a:spcPct val="90000"/>
              </a:lnSpc>
            </a:pPr>
            <a:endParaRPr lang="en-US" altLang="en-US"/>
          </a:p>
        </p:txBody>
      </p:sp>
      <p:grpSp>
        <p:nvGrpSpPr>
          <p:cNvPr id="4" name="Group 53">
            <a:extLst>
              <a:ext uri="{FF2B5EF4-FFF2-40B4-BE49-F238E27FC236}">
                <a16:creationId xmlns:a16="http://schemas.microsoft.com/office/drawing/2014/main" id="{3F42E1B9-0CC3-0A01-4C61-1B978D33914E}"/>
              </a:ext>
            </a:extLst>
          </p:cNvPr>
          <p:cNvGrpSpPr>
            <a:grpSpLocks/>
          </p:cNvGrpSpPr>
          <p:nvPr/>
        </p:nvGrpSpPr>
        <p:grpSpPr bwMode="auto">
          <a:xfrm>
            <a:off x="3830638" y="4719638"/>
            <a:ext cx="4530725" cy="1304925"/>
            <a:chOff x="7052978" y="5240354"/>
            <a:chExt cx="4681822" cy="1348711"/>
          </a:xfrm>
        </p:grpSpPr>
        <p:grpSp>
          <p:nvGrpSpPr>
            <p:cNvPr id="5" name="Group 54">
              <a:extLst>
                <a:ext uri="{FF2B5EF4-FFF2-40B4-BE49-F238E27FC236}">
                  <a16:creationId xmlns:a16="http://schemas.microsoft.com/office/drawing/2014/main" id="{82DAD930-8AFA-CB93-97D7-EF6892C0CA7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162579" y="5240354"/>
              <a:ext cx="2572221" cy="1348711"/>
              <a:chOff x="9162579" y="5240354"/>
              <a:chExt cx="2572221" cy="1348711"/>
            </a:xfrm>
          </p:grpSpPr>
          <p:grpSp>
            <p:nvGrpSpPr>
              <p:cNvPr id="7" name="Group 6">
                <a:extLst>
                  <a:ext uri="{FF2B5EF4-FFF2-40B4-BE49-F238E27FC236}">
                    <a16:creationId xmlns:a16="http://schemas.microsoft.com/office/drawing/2014/main" id="{A24A9176-04C1-73DA-86BB-BA0670B58A50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9448800" y="5543531"/>
                <a:ext cx="2286000" cy="880288"/>
                <a:chOff x="2078951" y="1888610"/>
                <a:chExt cx="8030200" cy="3092248"/>
              </a:xfrm>
              <a:solidFill>
                <a:srgbClr val="4F2170"/>
              </a:solidFill>
            </p:grpSpPr>
            <p:sp>
              <p:nvSpPr>
                <p:cNvPr id="9" name="Freeform: Shape 8">
                  <a:extLst>
                    <a:ext uri="{FF2B5EF4-FFF2-40B4-BE49-F238E27FC236}">
                      <a16:creationId xmlns:a16="http://schemas.microsoft.com/office/drawing/2014/main" id="{1EFBE19A-4FA8-9A21-385D-21B8D9702138}"/>
                    </a:ext>
                  </a:extLst>
                </p:cNvPr>
                <p:cNvSpPr/>
                <p:nvPr/>
              </p:nvSpPr>
              <p:spPr>
                <a:xfrm>
                  <a:off x="2078951" y="2872694"/>
                  <a:ext cx="951880" cy="652717"/>
                </a:xfrm>
                <a:custGeom>
                  <a:avLst/>
                  <a:gdLst>
                    <a:gd name="connsiteX0" fmla="*/ 903041 w 951880"/>
                    <a:gd name="connsiteY0" fmla="*/ 330574 h 652717"/>
                    <a:gd name="connsiteX1" fmla="*/ 780656 w 951880"/>
                    <a:gd name="connsiteY1" fmla="*/ 379528 h 652717"/>
                    <a:gd name="connsiteX2" fmla="*/ 598439 w 951880"/>
                    <a:gd name="connsiteY2" fmla="*/ 311537 h 652717"/>
                    <a:gd name="connsiteX3" fmla="*/ 505970 w 951880"/>
                    <a:gd name="connsiteY3" fmla="*/ 164675 h 652717"/>
                    <a:gd name="connsiteX4" fmla="*/ 266640 w 951880"/>
                    <a:gd name="connsiteY4" fmla="*/ 61329 h 652717"/>
                    <a:gd name="connsiteX5" fmla="*/ 103461 w 951880"/>
                    <a:gd name="connsiteY5" fmla="*/ 458398 h 652717"/>
                    <a:gd name="connsiteX6" fmla="*/ 756179 w 951880"/>
                    <a:gd name="connsiteY6" fmla="*/ 485595 h 652717"/>
                    <a:gd name="connsiteX7" fmla="*/ 903041 w 951880"/>
                    <a:gd name="connsiteY7" fmla="*/ 330574 h 652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951880" h="652717">
                      <a:moveTo>
                        <a:pt x="903041" y="330574"/>
                      </a:moveTo>
                      <a:cubicBezTo>
                        <a:pt x="867685" y="363210"/>
                        <a:pt x="813292" y="374089"/>
                        <a:pt x="780656" y="379528"/>
                      </a:cubicBezTo>
                      <a:cubicBezTo>
                        <a:pt x="712664" y="387687"/>
                        <a:pt x="641953" y="365930"/>
                        <a:pt x="598439" y="311537"/>
                      </a:cubicBezTo>
                      <a:cubicBezTo>
                        <a:pt x="563083" y="268022"/>
                        <a:pt x="544046" y="210910"/>
                        <a:pt x="505970" y="164675"/>
                      </a:cubicBezTo>
                      <a:cubicBezTo>
                        <a:pt x="448858" y="93964"/>
                        <a:pt x="359109" y="45011"/>
                        <a:pt x="266640" y="61329"/>
                      </a:cubicBezTo>
                      <a:cubicBezTo>
                        <a:pt x="81704" y="93964"/>
                        <a:pt x="114" y="308817"/>
                        <a:pt x="103461" y="458398"/>
                      </a:cubicBezTo>
                      <a:cubicBezTo>
                        <a:pt x="253042" y="670531"/>
                        <a:pt x="584840" y="635176"/>
                        <a:pt x="756179" y="485595"/>
                      </a:cubicBezTo>
                      <a:cubicBezTo>
                        <a:pt x="813292" y="442080"/>
                        <a:pt x="862246" y="390407"/>
                        <a:pt x="903041" y="330574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10" name="Freeform: Shape 9">
                  <a:extLst>
                    <a:ext uri="{FF2B5EF4-FFF2-40B4-BE49-F238E27FC236}">
                      <a16:creationId xmlns:a16="http://schemas.microsoft.com/office/drawing/2014/main" id="{4DE46ABF-5DCF-6D87-DF6C-7EE73B5309A7}"/>
                    </a:ext>
                  </a:extLst>
                </p:cNvPr>
                <p:cNvSpPr/>
                <p:nvPr/>
              </p:nvSpPr>
              <p:spPr>
                <a:xfrm>
                  <a:off x="9151831" y="2872694"/>
                  <a:ext cx="951880" cy="652717"/>
                </a:xfrm>
                <a:custGeom>
                  <a:avLst/>
                  <a:gdLst>
                    <a:gd name="connsiteX0" fmla="*/ 58178 w 951880"/>
                    <a:gd name="connsiteY0" fmla="*/ 330574 h 652717"/>
                    <a:gd name="connsiteX1" fmla="*/ 180563 w 951880"/>
                    <a:gd name="connsiteY1" fmla="*/ 379528 h 652717"/>
                    <a:gd name="connsiteX2" fmla="*/ 362780 w 951880"/>
                    <a:gd name="connsiteY2" fmla="*/ 311537 h 652717"/>
                    <a:gd name="connsiteX3" fmla="*/ 455249 w 951880"/>
                    <a:gd name="connsiteY3" fmla="*/ 164675 h 652717"/>
                    <a:gd name="connsiteX4" fmla="*/ 694578 w 951880"/>
                    <a:gd name="connsiteY4" fmla="*/ 61329 h 652717"/>
                    <a:gd name="connsiteX5" fmla="*/ 857758 w 951880"/>
                    <a:gd name="connsiteY5" fmla="*/ 458398 h 652717"/>
                    <a:gd name="connsiteX6" fmla="*/ 205040 w 951880"/>
                    <a:gd name="connsiteY6" fmla="*/ 485595 h 652717"/>
                    <a:gd name="connsiteX7" fmla="*/ 58178 w 951880"/>
                    <a:gd name="connsiteY7" fmla="*/ 330574 h 652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951880" h="652717">
                      <a:moveTo>
                        <a:pt x="58178" y="330574"/>
                      </a:moveTo>
                      <a:cubicBezTo>
                        <a:pt x="96253" y="363210"/>
                        <a:pt x="147927" y="374089"/>
                        <a:pt x="180563" y="379528"/>
                      </a:cubicBezTo>
                      <a:cubicBezTo>
                        <a:pt x="248554" y="387687"/>
                        <a:pt x="319266" y="365930"/>
                        <a:pt x="362780" y="311537"/>
                      </a:cubicBezTo>
                      <a:cubicBezTo>
                        <a:pt x="398136" y="268022"/>
                        <a:pt x="417174" y="210910"/>
                        <a:pt x="455249" y="164675"/>
                      </a:cubicBezTo>
                      <a:cubicBezTo>
                        <a:pt x="512362" y="93964"/>
                        <a:pt x="602110" y="45011"/>
                        <a:pt x="694578" y="61329"/>
                      </a:cubicBezTo>
                      <a:cubicBezTo>
                        <a:pt x="879515" y="93964"/>
                        <a:pt x="961105" y="308817"/>
                        <a:pt x="857758" y="458398"/>
                      </a:cubicBezTo>
                      <a:cubicBezTo>
                        <a:pt x="708176" y="670531"/>
                        <a:pt x="376379" y="635176"/>
                        <a:pt x="205040" y="485595"/>
                      </a:cubicBezTo>
                      <a:cubicBezTo>
                        <a:pt x="150646" y="442080"/>
                        <a:pt x="101693" y="390407"/>
                        <a:pt x="58178" y="330574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11" name="Freeform: Shape 10">
                  <a:extLst>
                    <a:ext uri="{FF2B5EF4-FFF2-40B4-BE49-F238E27FC236}">
                      <a16:creationId xmlns:a16="http://schemas.microsoft.com/office/drawing/2014/main" id="{C045F313-6181-E363-562C-A2894998376C}"/>
                    </a:ext>
                  </a:extLst>
                </p:cNvPr>
                <p:cNvSpPr/>
                <p:nvPr/>
              </p:nvSpPr>
              <p:spPr>
                <a:xfrm>
                  <a:off x="8001294" y="2010994"/>
                  <a:ext cx="734308" cy="299162"/>
                </a:xfrm>
                <a:custGeom>
                  <a:avLst/>
                  <a:gdLst>
                    <a:gd name="connsiteX0" fmla="*/ 596792 w 734307"/>
                    <a:gd name="connsiteY0" fmla="*/ 58178 h 299162"/>
                    <a:gd name="connsiteX1" fmla="*/ 148048 w 734307"/>
                    <a:gd name="connsiteY1" fmla="*/ 58178 h 299162"/>
                    <a:gd name="connsiteX2" fmla="*/ 58299 w 734307"/>
                    <a:gd name="connsiteY2" fmla="*/ 150646 h 299162"/>
                    <a:gd name="connsiteX3" fmla="*/ 148048 w 734307"/>
                    <a:gd name="connsiteY3" fmla="*/ 251274 h 299162"/>
                    <a:gd name="connsiteX4" fmla="*/ 596792 w 734307"/>
                    <a:gd name="connsiteY4" fmla="*/ 251274 h 299162"/>
                    <a:gd name="connsiteX5" fmla="*/ 686541 w 734307"/>
                    <a:gd name="connsiteY5" fmla="*/ 158805 h 299162"/>
                    <a:gd name="connsiteX6" fmla="*/ 596792 w 734307"/>
                    <a:gd name="connsiteY6" fmla="*/ 58178 h 2991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34307" h="299162">
                      <a:moveTo>
                        <a:pt x="596792" y="58178"/>
                      </a:moveTo>
                      <a:cubicBezTo>
                        <a:pt x="591353" y="58178"/>
                        <a:pt x="153487" y="58178"/>
                        <a:pt x="148048" y="58178"/>
                      </a:cubicBezTo>
                      <a:cubicBezTo>
                        <a:pt x="99094" y="60898"/>
                        <a:pt x="61019" y="104412"/>
                        <a:pt x="58299" y="150646"/>
                      </a:cubicBezTo>
                      <a:cubicBezTo>
                        <a:pt x="55580" y="199600"/>
                        <a:pt x="99094" y="248554"/>
                        <a:pt x="148048" y="251274"/>
                      </a:cubicBezTo>
                      <a:cubicBezTo>
                        <a:pt x="153487" y="251274"/>
                        <a:pt x="591353" y="251274"/>
                        <a:pt x="596792" y="251274"/>
                      </a:cubicBezTo>
                      <a:cubicBezTo>
                        <a:pt x="645746" y="248554"/>
                        <a:pt x="683821" y="205040"/>
                        <a:pt x="686541" y="158805"/>
                      </a:cubicBezTo>
                      <a:cubicBezTo>
                        <a:pt x="689260" y="109852"/>
                        <a:pt x="648465" y="60898"/>
                        <a:pt x="596792" y="58178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12" name="Freeform: Shape 11">
                  <a:extLst>
                    <a:ext uri="{FF2B5EF4-FFF2-40B4-BE49-F238E27FC236}">
                      <a16:creationId xmlns:a16="http://schemas.microsoft.com/office/drawing/2014/main" id="{85238383-FF0F-769F-4E47-05B765E39EAF}"/>
                    </a:ext>
                  </a:extLst>
                </p:cNvPr>
                <p:cNvSpPr/>
                <p:nvPr/>
              </p:nvSpPr>
              <p:spPr>
                <a:xfrm>
                  <a:off x="4920042" y="2277520"/>
                  <a:ext cx="1006274" cy="951879"/>
                </a:xfrm>
                <a:custGeom>
                  <a:avLst/>
                  <a:gdLst>
                    <a:gd name="connsiteX0" fmla="*/ 884954 w 1006273"/>
                    <a:gd name="connsiteY0" fmla="*/ 746251 h 951879"/>
                    <a:gd name="connsiteX1" fmla="*/ 874076 w 1006273"/>
                    <a:gd name="connsiteY1" fmla="*/ 670101 h 951879"/>
                    <a:gd name="connsiteX2" fmla="*/ 874076 w 1006273"/>
                    <a:gd name="connsiteY2" fmla="*/ 536837 h 951879"/>
                    <a:gd name="connsiteX3" fmla="*/ 689139 w 1006273"/>
                    <a:gd name="connsiteY3" fmla="*/ 88094 h 951879"/>
                    <a:gd name="connsiteX4" fmla="*/ 428052 w 1006273"/>
                    <a:gd name="connsiteY4" fmla="*/ 253993 h 951879"/>
                    <a:gd name="connsiteX5" fmla="*/ 196881 w 1006273"/>
                    <a:gd name="connsiteY5" fmla="*/ 58178 h 951879"/>
                    <a:gd name="connsiteX6" fmla="*/ 58178 w 1006273"/>
                    <a:gd name="connsiteY6" fmla="*/ 128889 h 951879"/>
                    <a:gd name="connsiteX7" fmla="*/ 142488 w 1006273"/>
                    <a:gd name="connsiteY7" fmla="*/ 273031 h 951879"/>
                    <a:gd name="connsiteX8" fmla="*/ 142488 w 1006273"/>
                    <a:gd name="connsiteY8" fmla="*/ 757130 h 951879"/>
                    <a:gd name="connsiteX9" fmla="*/ 283910 w 1006273"/>
                    <a:gd name="connsiteY9" fmla="*/ 895832 h 951879"/>
                    <a:gd name="connsiteX10" fmla="*/ 428052 w 1006273"/>
                    <a:gd name="connsiteY10" fmla="*/ 757130 h 951879"/>
                    <a:gd name="connsiteX11" fmla="*/ 428052 w 1006273"/>
                    <a:gd name="connsiteY11" fmla="*/ 400855 h 951879"/>
                    <a:gd name="connsiteX12" fmla="*/ 523240 w 1006273"/>
                    <a:gd name="connsiteY12" fmla="*/ 283910 h 951879"/>
                    <a:gd name="connsiteX13" fmla="*/ 591231 w 1006273"/>
                    <a:gd name="connsiteY13" fmla="*/ 354621 h 951879"/>
                    <a:gd name="connsiteX14" fmla="*/ 591231 w 1006273"/>
                    <a:gd name="connsiteY14" fmla="*/ 697297 h 951879"/>
                    <a:gd name="connsiteX15" fmla="*/ 593951 w 1006273"/>
                    <a:gd name="connsiteY15" fmla="*/ 729933 h 951879"/>
                    <a:gd name="connsiteX16" fmla="*/ 610269 w 1006273"/>
                    <a:gd name="connsiteY16" fmla="*/ 778887 h 951879"/>
                    <a:gd name="connsiteX17" fmla="*/ 822402 w 1006273"/>
                    <a:gd name="connsiteY17" fmla="*/ 893112 h 951879"/>
                    <a:gd name="connsiteX18" fmla="*/ 961105 w 1006273"/>
                    <a:gd name="connsiteY18" fmla="*/ 822401 h 951879"/>
                    <a:gd name="connsiteX19" fmla="*/ 884954 w 1006273"/>
                    <a:gd name="connsiteY19" fmla="*/ 746251 h 9518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006273" h="951879">
                      <a:moveTo>
                        <a:pt x="884954" y="746251"/>
                      </a:moveTo>
                      <a:cubicBezTo>
                        <a:pt x="879515" y="721774"/>
                        <a:pt x="876795" y="694578"/>
                        <a:pt x="874076" y="670101"/>
                      </a:cubicBezTo>
                      <a:cubicBezTo>
                        <a:pt x="874076" y="634745"/>
                        <a:pt x="874076" y="583072"/>
                        <a:pt x="874076" y="536837"/>
                      </a:cubicBezTo>
                      <a:cubicBezTo>
                        <a:pt x="879515" y="373658"/>
                        <a:pt x="909431" y="88094"/>
                        <a:pt x="689139" y="88094"/>
                      </a:cubicBezTo>
                      <a:cubicBezTo>
                        <a:pt x="539558" y="88094"/>
                        <a:pt x="452529" y="213199"/>
                        <a:pt x="428052" y="253993"/>
                      </a:cubicBezTo>
                      <a:cubicBezTo>
                        <a:pt x="425332" y="139768"/>
                        <a:pt x="335583" y="58178"/>
                        <a:pt x="196881" y="58178"/>
                      </a:cubicBezTo>
                      <a:cubicBezTo>
                        <a:pt x="109852" y="58178"/>
                        <a:pt x="58178" y="128889"/>
                        <a:pt x="58178" y="128889"/>
                      </a:cubicBezTo>
                      <a:cubicBezTo>
                        <a:pt x="58178" y="128889"/>
                        <a:pt x="142488" y="158805"/>
                        <a:pt x="142488" y="273031"/>
                      </a:cubicBezTo>
                      <a:cubicBezTo>
                        <a:pt x="142488" y="354621"/>
                        <a:pt x="142488" y="757130"/>
                        <a:pt x="142488" y="757130"/>
                      </a:cubicBezTo>
                      <a:cubicBezTo>
                        <a:pt x="145207" y="827841"/>
                        <a:pt x="194161" y="895832"/>
                        <a:pt x="283910" y="895832"/>
                      </a:cubicBezTo>
                      <a:cubicBezTo>
                        <a:pt x="373659" y="895832"/>
                        <a:pt x="428052" y="827841"/>
                        <a:pt x="428052" y="757130"/>
                      </a:cubicBezTo>
                      <a:lnTo>
                        <a:pt x="428052" y="400855"/>
                      </a:lnTo>
                      <a:cubicBezTo>
                        <a:pt x="441650" y="343742"/>
                        <a:pt x="474286" y="283910"/>
                        <a:pt x="523240" y="283910"/>
                      </a:cubicBezTo>
                      <a:cubicBezTo>
                        <a:pt x="585792" y="283910"/>
                        <a:pt x="591231" y="354621"/>
                        <a:pt x="591231" y="354621"/>
                      </a:cubicBezTo>
                      <a:lnTo>
                        <a:pt x="591231" y="697297"/>
                      </a:lnTo>
                      <a:cubicBezTo>
                        <a:pt x="591231" y="708176"/>
                        <a:pt x="593951" y="719054"/>
                        <a:pt x="593951" y="729933"/>
                      </a:cubicBezTo>
                      <a:cubicBezTo>
                        <a:pt x="596671" y="748971"/>
                        <a:pt x="602110" y="765289"/>
                        <a:pt x="610269" y="778887"/>
                      </a:cubicBezTo>
                      <a:cubicBezTo>
                        <a:pt x="645624" y="846878"/>
                        <a:pt x="719055" y="893112"/>
                        <a:pt x="822402" y="893112"/>
                      </a:cubicBezTo>
                      <a:cubicBezTo>
                        <a:pt x="909431" y="893112"/>
                        <a:pt x="961105" y="822401"/>
                        <a:pt x="961105" y="822401"/>
                      </a:cubicBezTo>
                      <a:cubicBezTo>
                        <a:pt x="961105" y="822401"/>
                        <a:pt x="909431" y="808803"/>
                        <a:pt x="884954" y="746251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13" name="Freeform: Shape 12">
                  <a:extLst>
                    <a:ext uri="{FF2B5EF4-FFF2-40B4-BE49-F238E27FC236}">
                      <a16:creationId xmlns:a16="http://schemas.microsoft.com/office/drawing/2014/main" id="{2EBBAA32-99E9-DC98-C6E4-CA5CADE3BBD2}"/>
                    </a:ext>
                  </a:extLst>
                </p:cNvPr>
                <p:cNvSpPr/>
                <p:nvPr/>
              </p:nvSpPr>
              <p:spPr>
                <a:xfrm>
                  <a:off x="7552331" y="1888610"/>
                  <a:ext cx="489539" cy="1332631"/>
                </a:xfrm>
                <a:custGeom>
                  <a:avLst/>
                  <a:gdLst>
                    <a:gd name="connsiteX0" fmla="*/ 368560 w 489538"/>
                    <a:gd name="connsiteY0" fmla="*/ 1135162 h 1332630"/>
                    <a:gd name="connsiteX1" fmla="*/ 357681 w 489538"/>
                    <a:gd name="connsiteY1" fmla="*/ 1059011 h 1332630"/>
                    <a:gd name="connsiteX2" fmla="*/ 357681 w 489538"/>
                    <a:gd name="connsiteY2" fmla="*/ 207759 h 1332630"/>
                    <a:gd name="connsiteX3" fmla="*/ 208099 w 489538"/>
                    <a:gd name="connsiteY3" fmla="*/ 58178 h 1332630"/>
                    <a:gd name="connsiteX4" fmla="*/ 58518 w 489538"/>
                    <a:gd name="connsiteY4" fmla="*/ 207759 h 1332630"/>
                    <a:gd name="connsiteX5" fmla="*/ 58518 w 489538"/>
                    <a:gd name="connsiteY5" fmla="*/ 961104 h 1332630"/>
                    <a:gd name="connsiteX6" fmla="*/ 85715 w 489538"/>
                    <a:gd name="connsiteY6" fmla="*/ 1159639 h 1332630"/>
                    <a:gd name="connsiteX7" fmla="*/ 306007 w 489538"/>
                    <a:gd name="connsiteY7" fmla="*/ 1282023 h 1332630"/>
                    <a:gd name="connsiteX8" fmla="*/ 444710 w 489538"/>
                    <a:gd name="connsiteY8" fmla="*/ 1211312 h 1332630"/>
                    <a:gd name="connsiteX9" fmla="*/ 368560 w 489538"/>
                    <a:gd name="connsiteY9" fmla="*/ 1135162 h 13326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89538" h="1332630">
                      <a:moveTo>
                        <a:pt x="368560" y="1135162"/>
                      </a:moveTo>
                      <a:cubicBezTo>
                        <a:pt x="363120" y="1110685"/>
                        <a:pt x="357681" y="1083488"/>
                        <a:pt x="357681" y="1059011"/>
                      </a:cubicBezTo>
                      <a:lnTo>
                        <a:pt x="357681" y="207759"/>
                      </a:lnTo>
                      <a:cubicBezTo>
                        <a:pt x="357681" y="126170"/>
                        <a:pt x="289689" y="58178"/>
                        <a:pt x="208099" y="58178"/>
                      </a:cubicBezTo>
                      <a:cubicBezTo>
                        <a:pt x="126510" y="58178"/>
                        <a:pt x="58518" y="126170"/>
                        <a:pt x="58518" y="207759"/>
                      </a:cubicBezTo>
                      <a:lnTo>
                        <a:pt x="58518" y="961104"/>
                      </a:lnTo>
                      <a:cubicBezTo>
                        <a:pt x="58518" y="1029095"/>
                        <a:pt x="53079" y="1097086"/>
                        <a:pt x="85715" y="1159639"/>
                      </a:cubicBezTo>
                      <a:cubicBezTo>
                        <a:pt x="118351" y="1227630"/>
                        <a:pt x="202660" y="1282023"/>
                        <a:pt x="306007" y="1282023"/>
                      </a:cubicBezTo>
                      <a:cubicBezTo>
                        <a:pt x="393036" y="1282023"/>
                        <a:pt x="444710" y="1211312"/>
                        <a:pt x="444710" y="1211312"/>
                      </a:cubicBezTo>
                      <a:cubicBezTo>
                        <a:pt x="444710" y="1211312"/>
                        <a:pt x="393036" y="1197714"/>
                        <a:pt x="368560" y="1135162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14" name="Freeform: Shape 13">
                  <a:extLst>
                    <a:ext uri="{FF2B5EF4-FFF2-40B4-BE49-F238E27FC236}">
                      <a16:creationId xmlns:a16="http://schemas.microsoft.com/office/drawing/2014/main" id="{81F62314-8518-CA9B-ED8D-EDF2791D0E39}"/>
                    </a:ext>
                  </a:extLst>
                </p:cNvPr>
                <p:cNvSpPr/>
                <p:nvPr/>
              </p:nvSpPr>
              <p:spPr>
                <a:xfrm>
                  <a:off x="4162324" y="2357456"/>
                  <a:ext cx="815899" cy="815898"/>
                </a:xfrm>
                <a:custGeom>
                  <a:avLst/>
                  <a:gdLst>
                    <a:gd name="connsiteX0" fmla="*/ 407949 w 815899"/>
                    <a:gd name="connsiteY0" fmla="*/ 174058 h 815898"/>
                    <a:gd name="connsiteX1" fmla="*/ 293723 w 815899"/>
                    <a:gd name="connsiteY1" fmla="*/ 407950 h 815898"/>
                    <a:gd name="connsiteX2" fmla="*/ 410669 w 815899"/>
                    <a:gd name="connsiteY2" fmla="*/ 641840 h 815898"/>
                    <a:gd name="connsiteX3" fmla="*/ 522175 w 815899"/>
                    <a:gd name="connsiteY3" fmla="*/ 407950 h 815898"/>
                    <a:gd name="connsiteX4" fmla="*/ 407949 w 815899"/>
                    <a:gd name="connsiteY4" fmla="*/ 174058 h 815898"/>
                    <a:gd name="connsiteX5" fmla="*/ 407950 w 815899"/>
                    <a:gd name="connsiteY5" fmla="*/ 0 h 815898"/>
                    <a:gd name="connsiteX6" fmla="*/ 815899 w 815899"/>
                    <a:gd name="connsiteY6" fmla="*/ 407949 h 815898"/>
                    <a:gd name="connsiteX7" fmla="*/ 407950 w 815899"/>
                    <a:gd name="connsiteY7" fmla="*/ 815898 h 815898"/>
                    <a:gd name="connsiteX8" fmla="*/ 0 w 815899"/>
                    <a:gd name="connsiteY8" fmla="*/ 407949 h 815898"/>
                    <a:gd name="connsiteX9" fmla="*/ 407950 w 815899"/>
                    <a:gd name="connsiteY9" fmla="*/ 0 h 8158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15899" h="815898">
                      <a:moveTo>
                        <a:pt x="407949" y="174058"/>
                      </a:moveTo>
                      <a:cubicBezTo>
                        <a:pt x="342677" y="174058"/>
                        <a:pt x="293723" y="263807"/>
                        <a:pt x="293723" y="407950"/>
                      </a:cubicBezTo>
                      <a:cubicBezTo>
                        <a:pt x="293723" y="552091"/>
                        <a:pt x="331799" y="639120"/>
                        <a:pt x="410669" y="641840"/>
                      </a:cubicBezTo>
                      <a:cubicBezTo>
                        <a:pt x="489539" y="641840"/>
                        <a:pt x="527614" y="552091"/>
                        <a:pt x="522175" y="407950"/>
                      </a:cubicBezTo>
                      <a:cubicBezTo>
                        <a:pt x="522175" y="263807"/>
                        <a:pt x="473221" y="176778"/>
                        <a:pt x="407949" y="174058"/>
                      </a:cubicBezTo>
                      <a:close/>
                      <a:moveTo>
                        <a:pt x="407950" y="0"/>
                      </a:moveTo>
                      <a:cubicBezTo>
                        <a:pt x="633682" y="0"/>
                        <a:pt x="815899" y="182217"/>
                        <a:pt x="815899" y="407949"/>
                      </a:cubicBezTo>
                      <a:cubicBezTo>
                        <a:pt x="815899" y="633681"/>
                        <a:pt x="633682" y="815898"/>
                        <a:pt x="407950" y="815898"/>
                      </a:cubicBezTo>
                      <a:cubicBezTo>
                        <a:pt x="182218" y="815898"/>
                        <a:pt x="0" y="633681"/>
                        <a:pt x="0" y="407949"/>
                      </a:cubicBezTo>
                      <a:cubicBezTo>
                        <a:pt x="0" y="182217"/>
                        <a:pt x="182218" y="0"/>
                        <a:pt x="407950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15" name="Freeform: Shape 14">
                  <a:extLst>
                    <a:ext uri="{FF2B5EF4-FFF2-40B4-BE49-F238E27FC236}">
                      <a16:creationId xmlns:a16="http://schemas.microsoft.com/office/drawing/2014/main" id="{AB05A2D8-69C7-92B3-A28C-F45866B28243}"/>
                    </a:ext>
                  </a:extLst>
                </p:cNvPr>
                <p:cNvSpPr/>
                <p:nvPr/>
              </p:nvSpPr>
              <p:spPr>
                <a:xfrm>
                  <a:off x="5884871" y="1946788"/>
                  <a:ext cx="912802" cy="1223846"/>
                </a:xfrm>
                <a:custGeom>
                  <a:avLst/>
                  <a:gdLst>
                    <a:gd name="connsiteX0" fmla="*/ 387907 w 912802"/>
                    <a:gd name="connsiteY0" fmla="*/ 620081 h 1223846"/>
                    <a:gd name="connsiteX1" fmla="*/ 273681 w 912802"/>
                    <a:gd name="connsiteY1" fmla="*/ 824055 h 1223846"/>
                    <a:gd name="connsiteX2" fmla="*/ 390627 w 912802"/>
                    <a:gd name="connsiteY2" fmla="*/ 1028029 h 1223846"/>
                    <a:gd name="connsiteX3" fmla="*/ 502132 w 912802"/>
                    <a:gd name="connsiteY3" fmla="*/ 824055 h 1223846"/>
                    <a:gd name="connsiteX4" fmla="*/ 387907 w 912802"/>
                    <a:gd name="connsiteY4" fmla="*/ 620081 h 1223846"/>
                    <a:gd name="connsiteX5" fmla="*/ 676192 w 912802"/>
                    <a:gd name="connsiteY5" fmla="*/ 0 h 1223846"/>
                    <a:gd name="connsiteX6" fmla="*/ 825773 w 912802"/>
                    <a:gd name="connsiteY6" fmla="*/ 149581 h 1223846"/>
                    <a:gd name="connsiteX7" fmla="*/ 825773 w 912802"/>
                    <a:gd name="connsiteY7" fmla="*/ 1000834 h 1223846"/>
                    <a:gd name="connsiteX8" fmla="*/ 836651 w 912802"/>
                    <a:gd name="connsiteY8" fmla="*/ 1076985 h 1223846"/>
                    <a:gd name="connsiteX9" fmla="*/ 912802 w 912802"/>
                    <a:gd name="connsiteY9" fmla="*/ 1150415 h 1223846"/>
                    <a:gd name="connsiteX10" fmla="*/ 774099 w 912802"/>
                    <a:gd name="connsiteY10" fmla="*/ 1221126 h 1223846"/>
                    <a:gd name="connsiteX11" fmla="*/ 553807 w 912802"/>
                    <a:gd name="connsiteY11" fmla="*/ 1098742 h 1223846"/>
                    <a:gd name="connsiteX12" fmla="*/ 548367 w 912802"/>
                    <a:gd name="connsiteY12" fmla="*/ 1085144 h 1223846"/>
                    <a:gd name="connsiteX13" fmla="*/ 398786 w 912802"/>
                    <a:gd name="connsiteY13" fmla="*/ 1212967 h 1223846"/>
                    <a:gd name="connsiteX14" fmla="*/ 156736 w 912802"/>
                    <a:gd name="connsiteY14" fmla="*/ 1180332 h 1223846"/>
                    <a:gd name="connsiteX15" fmla="*/ 287280 w 912802"/>
                    <a:gd name="connsiteY15" fmla="*/ 416107 h 1223846"/>
                    <a:gd name="connsiteX16" fmla="*/ 526611 w 912802"/>
                    <a:gd name="connsiteY16" fmla="*/ 552091 h 1223846"/>
                    <a:gd name="connsiteX17" fmla="*/ 526611 w 912802"/>
                    <a:gd name="connsiteY17" fmla="*/ 149581 h 1223846"/>
                    <a:gd name="connsiteX18" fmla="*/ 676192 w 912802"/>
                    <a:gd name="connsiteY18" fmla="*/ 0 h 12238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912802" h="1223846">
                      <a:moveTo>
                        <a:pt x="387907" y="620081"/>
                      </a:moveTo>
                      <a:cubicBezTo>
                        <a:pt x="322635" y="620081"/>
                        <a:pt x="273681" y="698951"/>
                        <a:pt x="273681" y="824055"/>
                      </a:cubicBezTo>
                      <a:cubicBezTo>
                        <a:pt x="273681" y="949160"/>
                        <a:pt x="311756" y="1028029"/>
                        <a:pt x="390627" y="1028029"/>
                      </a:cubicBezTo>
                      <a:cubicBezTo>
                        <a:pt x="466777" y="1025310"/>
                        <a:pt x="504852" y="949160"/>
                        <a:pt x="502132" y="824055"/>
                      </a:cubicBezTo>
                      <a:cubicBezTo>
                        <a:pt x="502132" y="698951"/>
                        <a:pt x="455898" y="622801"/>
                        <a:pt x="387907" y="620081"/>
                      </a:cubicBezTo>
                      <a:close/>
                      <a:moveTo>
                        <a:pt x="676192" y="0"/>
                      </a:moveTo>
                      <a:cubicBezTo>
                        <a:pt x="757781" y="0"/>
                        <a:pt x="825773" y="67992"/>
                        <a:pt x="825773" y="149581"/>
                      </a:cubicBezTo>
                      <a:lnTo>
                        <a:pt x="825773" y="1000834"/>
                      </a:lnTo>
                      <a:cubicBezTo>
                        <a:pt x="828492" y="1025311"/>
                        <a:pt x="831212" y="1052508"/>
                        <a:pt x="836651" y="1076985"/>
                      </a:cubicBezTo>
                      <a:cubicBezTo>
                        <a:pt x="861128" y="1139537"/>
                        <a:pt x="912802" y="1150415"/>
                        <a:pt x="912802" y="1150415"/>
                      </a:cubicBezTo>
                      <a:cubicBezTo>
                        <a:pt x="912802" y="1150415"/>
                        <a:pt x="861128" y="1221126"/>
                        <a:pt x="774099" y="1221126"/>
                      </a:cubicBezTo>
                      <a:cubicBezTo>
                        <a:pt x="670752" y="1221126"/>
                        <a:pt x="589162" y="1166733"/>
                        <a:pt x="553807" y="1098742"/>
                      </a:cubicBezTo>
                      <a:cubicBezTo>
                        <a:pt x="551087" y="1093303"/>
                        <a:pt x="551087" y="1090583"/>
                        <a:pt x="548367" y="1085144"/>
                      </a:cubicBezTo>
                      <a:cubicBezTo>
                        <a:pt x="534769" y="1147696"/>
                        <a:pt x="450460" y="1199369"/>
                        <a:pt x="398786" y="1212967"/>
                      </a:cubicBezTo>
                      <a:cubicBezTo>
                        <a:pt x="322636" y="1234725"/>
                        <a:pt x="222008" y="1223846"/>
                        <a:pt x="156736" y="1180332"/>
                      </a:cubicBezTo>
                      <a:cubicBezTo>
                        <a:pt x="-79874" y="1028031"/>
                        <a:pt x="-58117" y="416107"/>
                        <a:pt x="287280" y="416107"/>
                      </a:cubicBezTo>
                      <a:cubicBezTo>
                        <a:pt x="412385" y="416107"/>
                        <a:pt x="491255" y="503137"/>
                        <a:pt x="526611" y="552091"/>
                      </a:cubicBezTo>
                      <a:lnTo>
                        <a:pt x="526611" y="149581"/>
                      </a:lnTo>
                      <a:cubicBezTo>
                        <a:pt x="526611" y="67992"/>
                        <a:pt x="594602" y="0"/>
                        <a:pt x="676192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16" name="Freeform: Shape 15">
                  <a:extLst>
                    <a:ext uri="{FF2B5EF4-FFF2-40B4-BE49-F238E27FC236}">
                      <a16:creationId xmlns:a16="http://schemas.microsoft.com/office/drawing/2014/main" id="{A51A7434-A23A-269D-B2FF-F60053D3FDE1}"/>
                    </a:ext>
                  </a:extLst>
                </p:cNvPr>
                <p:cNvSpPr/>
                <p:nvPr/>
              </p:nvSpPr>
              <p:spPr>
                <a:xfrm>
                  <a:off x="6789513" y="2362895"/>
                  <a:ext cx="747906" cy="810458"/>
                </a:xfrm>
                <a:custGeom>
                  <a:avLst/>
                  <a:gdLst>
                    <a:gd name="connsiteX0" fmla="*/ 394818 w 747906"/>
                    <a:gd name="connsiteY0" fmla="*/ 163222 h 810458"/>
                    <a:gd name="connsiteX1" fmla="*/ 356275 w 747906"/>
                    <a:gd name="connsiteY1" fmla="*/ 174058 h 810458"/>
                    <a:gd name="connsiteX2" fmla="*/ 274685 w 747906"/>
                    <a:gd name="connsiteY2" fmla="*/ 356275 h 810458"/>
                    <a:gd name="connsiteX3" fmla="*/ 375313 w 747906"/>
                    <a:gd name="connsiteY3" fmla="*/ 358994 h 810458"/>
                    <a:gd name="connsiteX4" fmla="*/ 473220 w 747906"/>
                    <a:gd name="connsiteY4" fmla="*/ 239329 h 810458"/>
                    <a:gd name="connsiteX5" fmla="*/ 394818 w 747906"/>
                    <a:gd name="connsiteY5" fmla="*/ 163222 h 810458"/>
                    <a:gd name="connsiteX6" fmla="*/ 386192 w 747906"/>
                    <a:gd name="connsiteY6" fmla="*/ 0 h 810458"/>
                    <a:gd name="connsiteX7" fmla="*/ 747906 w 747906"/>
                    <a:gd name="connsiteY7" fmla="*/ 266526 h 810458"/>
                    <a:gd name="connsiteX8" fmla="*/ 291004 w 747906"/>
                    <a:gd name="connsiteY8" fmla="*/ 484100 h 810458"/>
                    <a:gd name="connsiteX9" fmla="*/ 497698 w 747906"/>
                    <a:gd name="connsiteY9" fmla="*/ 617363 h 810458"/>
                    <a:gd name="connsiteX10" fmla="*/ 712551 w 747906"/>
                    <a:gd name="connsiteY10" fmla="*/ 557530 h 810458"/>
                    <a:gd name="connsiteX11" fmla="*/ 388912 w 747906"/>
                    <a:gd name="connsiteY11" fmla="*/ 810458 h 810458"/>
                    <a:gd name="connsiteX12" fmla="*/ 0 w 747906"/>
                    <a:gd name="connsiteY12" fmla="*/ 413389 h 810458"/>
                    <a:gd name="connsiteX13" fmla="*/ 386192 w 747906"/>
                    <a:gd name="connsiteY13" fmla="*/ 0 h 8104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747906" h="810458">
                      <a:moveTo>
                        <a:pt x="394818" y="163222"/>
                      </a:moveTo>
                      <a:cubicBezTo>
                        <a:pt x="381772" y="163179"/>
                        <a:pt x="368514" y="166579"/>
                        <a:pt x="356275" y="174058"/>
                      </a:cubicBezTo>
                      <a:cubicBezTo>
                        <a:pt x="299162" y="212133"/>
                        <a:pt x="282844" y="291003"/>
                        <a:pt x="274685" y="356275"/>
                      </a:cubicBezTo>
                      <a:cubicBezTo>
                        <a:pt x="274685" y="364434"/>
                        <a:pt x="369873" y="358994"/>
                        <a:pt x="375313" y="358994"/>
                      </a:cubicBezTo>
                      <a:cubicBezTo>
                        <a:pt x="432425" y="345396"/>
                        <a:pt x="473220" y="301881"/>
                        <a:pt x="473220" y="239329"/>
                      </a:cubicBezTo>
                      <a:cubicBezTo>
                        <a:pt x="471181" y="194455"/>
                        <a:pt x="433956" y="163349"/>
                        <a:pt x="394818" y="163222"/>
                      </a:cubicBezTo>
                      <a:close/>
                      <a:moveTo>
                        <a:pt x="386192" y="0"/>
                      </a:moveTo>
                      <a:cubicBezTo>
                        <a:pt x="519455" y="0"/>
                        <a:pt x="747906" y="65272"/>
                        <a:pt x="747906" y="266526"/>
                      </a:cubicBezTo>
                      <a:cubicBezTo>
                        <a:pt x="747906" y="467782"/>
                        <a:pt x="538493" y="484100"/>
                        <a:pt x="291004" y="484100"/>
                      </a:cubicBezTo>
                      <a:cubicBezTo>
                        <a:pt x="291004" y="484100"/>
                        <a:pt x="326359" y="617363"/>
                        <a:pt x="497698" y="617363"/>
                      </a:cubicBezTo>
                      <a:cubicBezTo>
                        <a:pt x="669036" y="617363"/>
                        <a:pt x="712551" y="557530"/>
                        <a:pt x="712551" y="557530"/>
                      </a:cubicBezTo>
                      <a:cubicBezTo>
                        <a:pt x="712551" y="557530"/>
                        <a:pt x="696233" y="810458"/>
                        <a:pt x="388912" y="810458"/>
                      </a:cubicBezTo>
                      <a:cubicBezTo>
                        <a:pt x="212134" y="810458"/>
                        <a:pt x="0" y="677195"/>
                        <a:pt x="0" y="413389"/>
                      </a:cubicBezTo>
                      <a:cubicBezTo>
                        <a:pt x="0" y="176778"/>
                        <a:pt x="163180" y="0"/>
                        <a:pt x="386192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17" name="Freeform: Shape 16">
                  <a:extLst>
                    <a:ext uri="{FF2B5EF4-FFF2-40B4-BE49-F238E27FC236}">
                      <a16:creationId xmlns:a16="http://schemas.microsoft.com/office/drawing/2014/main" id="{807A4D25-2A23-6116-9897-9922A07F4A47}"/>
                    </a:ext>
                  </a:extLst>
                </p:cNvPr>
                <p:cNvSpPr/>
                <p:nvPr/>
              </p:nvSpPr>
              <p:spPr>
                <a:xfrm>
                  <a:off x="7988882" y="2362895"/>
                  <a:ext cx="747906" cy="810458"/>
                </a:xfrm>
                <a:custGeom>
                  <a:avLst/>
                  <a:gdLst>
                    <a:gd name="connsiteX0" fmla="*/ 394818 w 747906"/>
                    <a:gd name="connsiteY0" fmla="*/ 163222 h 810458"/>
                    <a:gd name="connsiteX1" fmla="*/ 356275 w 747906"/>
                    <a:gd name="connsiteY1" fmla="*/ 174058 h 810458"/>
                    <a:gd name="connsiteX2" fmla="*/ 274685 w 747906"/>
                    <a:gd name="connsiteY2" fmla="*/ 356275 h 810458"/>
                    <a:gd name="connsiteX3" fmla="*/ 375313 w 747906"/>
                    <a:gd name="connsiteY3" fmla="*/ 358994 h 810458"/>
                    <a:gd name="connsiteX4" fmla="*/ 473220 w 747906"/>
                    <a:gd name="connsiteY4" fmla="*/ 239329 h 810458"/>
                    <a:gd name="connsiteX5" fmla="*/ 394818 w 747906"/>
                    <a:gd name="connsiteY5" fmla="*/ 163222 h 810458"/>
                    <a:gd name="connsiteX6" fmla="*/ 386192 w 747906"/>
                    <a:gd name="connsiteY6" fmla="*/ 0 h 810458"/>
                    <a:gd name="connsiteX7" fmla="*/ 747906 w 747906"/>
                    <a:gd name="connsiteY7" fmla="*/ 266526 h 810458"/>
                    <a:gd name="connsiteX8" fmla="*/ 291004 w 747906"/>
                    <a:gd name="connsiteY8" fmla="*/ 484100 h 810458"/>
                    <a:gd name="connsiteX9" fmla="*/ 497697 w 747906"/>
                    <a:gd name="connsiteY9" fmla="*/ 617363 h 810458"/>
                    <a:gd name="connsiteX10" fmla="*/ 712551 w 747906"/>
                    <a:gd name="connsiteY10" fmla="*/ 557530 h 810458"/>
                    <a:gd name="connsiteX11" fmla="*/ 388911 w 747906"/>
                    <a:gd name="connsiteY11" fmla="*/ 810458 h 810458"/>
                    <a:gd name="connsiteX12" fmla="*/ 0 w 747906"/>
                    <a:gd name="connsiteY12" fmla="*/ 413389 h 810458"/>
                    <a:gd name="connsiteX13" fmla="*/ 386192 w 747906"/>
                    <a:gd name="connsiteY13" fmla="*/ 0 h 8104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747906" h="810458">
                      <a:moveTo>
                        <a:pt x="394818" y="163222"/>
                      </a:moveTo>
                      <a:cubicBezTo>
                        <a:pt x="381772" y="163179"/>
                        <a:pt x="368514" y="166579"/>
                        <a:pt x="356275" y="174058"/>
                      </a:cubicBezTo>
                      <a:cubicBezTo>
                        <a:pt x="299162" y="212133"/>
                        <a:pt x="282844" y="291003"/>
                        <a:pt x="274685" y="356275"/>
                      </a:cubicBezTo>
                      <a:cubicBezTo>
                        <a:pt x="274685" y="364434"/>
                        <a:pt x="369873" y="358994"/>
                        <a:pt x="375313" y="358994"/>
                      </a:cubicBezTo>
                      <a:cubicBezTo>
                        <a:pt x="432426" y="345396"/>
                        <a:pt x="473220" y="301881"/>
                        <a:pt x="473220" y="239329"/>
                      </a:cubicBezTo>
                      <a:cubicBezTo>
                        <a:pt x="471181" y="194455"/>
                        <a:pt x="433955" y="163349"/>
                        <a:pt x="394818" y="163222"/>
                      </a:cubicBezTo>
                      <a:close/>
                      <a:moveTo>
                        <a:pt x="386192" y="0"/>
                      </a:moveTo>
                      <a:cubicBezTo>
                        <a:pt x="519455" y="0"/>
                        <a:pt x="747906" y="65272"/>
                        <a:pt x="747906" y="266526"/>
                      </a:cubicBezTo>
                      <a:cubicBezTo>
                        <a:pt x="747906" y="467782"/>
                        <a:pt x="538492" y="484100"/>
                        <a:pt x="291004" y="484100"/>
                      </a:cubicBezTo>
                      <a:cubicBezTo>
                        <a:pt x="291004" y="484100"/>
                        <a:pt x="326359" y="617363"/>
                        <a:pt x="497697" y="617363"/>
                      </a:cubicBezTo>
                      <a:cubicBezTo>
                        <a:pt x="669036" y="617363"/>
                        <a:pt x="712551" y="557530"/>
                        <a:pt x="712551" y="557530"/>
                      </a:cubicBezTo>
                      <a:cubicBezTo>
                        <a:pt x="712551" y="557530"/>
                        <a:pt x="696233" y="810458"/>
                        <a:pt x="388911" y="810458"/>
                      </a:cubicBezTo>
                      <a:cubicBezTo>
                        <a:pt x="212133" y="810458"/>
                        <a:pt x="0" y="677195"/>
                        <a:pt x="0" y="413389"/>
                      </a:cubicBezTo>
                      <a:cubicBezTo>
                        <a:pt x="0" y="176778"/>
                        <a:pt x="163180" y="0"/>
                        <a:pt x="386192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18" name="Freeform: Shape 17">
                  <a:extLst>
                    <a:ext uri="{FF2B5EF4-FFF2-40B4-BE49-F238E27FC236}">
                      <a16:creationId xmlns:a16="http://schemas.microsoft.com/office/drawing/2014/main" id="{95D828A2-6B8B-900F-F0D4-B67F3D5D887D}"/>
                    </a:ext>
                  </a:extLst>
                </p:cNvPr>
                <p:cNvSpPr/>
                <p:nvPr/>
              </p:nvSpPr>
              <p:spPr>
                <a:xfrm>
                  <a:off x="8683414" y="2274801"/>
                  <a:ext cx="897487" cy="951879"/>
                </a:xfrm>
                <a:custGeom>
                  <a:avLst/>
                  <a:gdLst>
                    <a:gd name="connsiteX0" fmla="*/ 580988 w 897487"/>
                    <a:gd name="connsiteY0" fmla="*/ 667381 h 951879"/>
                    <a:gd name="connsiteX1" fmla="*/ 409649 w 897487"/>
                    <a:gd name="connsiteY1" fmla="*/ 667381 h 951879"/>
                    <a:gd name="connsiteX2" fmla="*/ 591866 w 897487"/>
                    <a:gd name="connsiteY2" fmla="*/ 525959 h 951879"/>
                    <a:gd name="connsiteX3" fmla="*/ 842075 w 897487"/>
                    <a:gd name="connsiteY3" fmla="*/ 123450 h 951879"/>
                    <a:gd name="connsiteX4" fmla="*/ 842075 w 897487"/>
                    <a:gd name="connsiteY4" fmla="*/ 123450 h 951879"/>
                    <a:gd name="connsiteX5" fmla="*/ 798560 w 897487"/>
                    <a:gd name="connsiteY5" fmla="*/ 58178 h 951879"/>
                    <a:gd name="connsiteX6" fmla="*/ 746887 w 897487"/>
                    <a:gd name="connsiteY6" fmla="*/ 107132 h 951879"/>
                    <a:gd name="connsiteX7" fmla="*/ 697933 w 897487"/>
                    <a:gd name="connsiteY7" fmla="*/ 115291 h 951879"/>
                    <a:gd name="connsiteX8" fmla="*/ 219273 w 897487"/>
                    <a:gd name="connsiteY8" fmla="*/ 115291 h 951879"/>
                    <a:gd name="connsiteX9" fmla="*/ 102328 w 897487"/>
                    <a:gd name="connsiteY9" fmla="*/ 224077 h 951879"/>
                    <a:gd name="connsiteX10" fmla="*/ 213834 w 897487"/>
                    <a:gd name="connsiteY10" fmla="*/ 332863 h 951879"/>
                    <a:gd name="connsiteX11" fmla="*/ 485800 w 897487"/>
                    <a:gd name="connsiteY11" fmla="*/ 335583 h 951879"/>
                    <a:gd name="connsiteX12" fmla="*/ 134964 w 897487"/>
                    <a:gd name="connsiteY12" fmla="*/ 615708 h 951879"/>
                    <a:gd name="connsiteX13" fmla="*/ 61533 w 897487"/>
                    <a:gd name="connsiteY13" fmla="*/ 884953 h 951879"/>
                    <a:gd name="connsiteX14" fmla="*/ 398771 w 897487"/>
                    <a:gd name="connsiteY14" fmla="*/ 806083 h 951879"/>
                    <a:gd name="connsiteX15" fmla="*/ 529314 w 897487"/>
                    <a:gd name="connsiteY15" fmla="*/ 863196 h 951879"/>
                    <a:gd name="connsiteX16" fmla="*/ 782242 w 897487"/>
                    <a:gd name="connsiteY16" fmla="*/ 607549 h 951879"/>
                    <a:gd name="connsiteX17" fmla="*/ 580988 w 897487"/>
                    <a:gd name="connsiteY17" fmla="*/ 667381 h 9518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897487" h="951879">
                      <a:moveTo>
                        <a:pt x="580988" y="667381"/>
                      </a:moveTo>
                      <a:lnTo>
                        <a:pt x="409649" y="667381"/>
                      </a:lnTo>
                      <a:cubicBezTo>
                        <a:pt x="423248" y="667381"/>
                        <a:pt x="548352" y="561314"/>
                        <a:pt x="591866" y="525959"/>
                      </a:cubicBezTo>
                      <a:cubicBezTo>
                        <a:pt x="700653" y="433491"/>
                        <a:pt x="899188" y="297508"/>
                        <a:pt x="842075" y="123450"/>
                      </a:cubicBezTo>
                      <a:lnTo>
                        <a:pt x="842075" y="123450"/>
                      </a:lnTo>
                      <a:cubicBezTo>
                        <a:pt x="831197" y="82655"/>
                        <a:pt x="798560" y="58178"/>
                        <a:pt x="798560" y="58178"/>
                      </a:cubicBezTo>
                      <a:cubicBezTo>
                        <a:pt x="798560" y="58178"/>
                        <a:pt x="787682" y="90814"/>
                        <a:pt x="746887" y="107132"/>
                      </a:cubicBezTo>
                      <a:cubicBezTo>
                        <a:pt x="730569" y="109852"/>
                        <a:pt x="714251" y="115291"/>
                        <a:pt x="697933" y="115291"/>
                      </a:cubicBezTo>
                      <a:cubicBezTo>
                        <a:pt x="684334" y="115291"/>
                        <a:pt x="219273" y="115291"/>
                        <a:pt x="219273" y="115291"/>
                      </a:cubicBezTo>
                      <a:cubicBezTo>
                        <a:pt x="156721" y="115291"/>
                        <a:pt x="105048" y="166964"/>
                        <a:pt x="102328" y="224077"/>
                      </a:cubicBezTo>
                      <a:cubicBezTo>
                        <a:pt x="102328" y="283910"/>
                        <a:pt x="151282" y="332863"/>
                        <a:pt x="213834" y="332863"/>
                      </a:cubicBezTo>
                      <a:lnTo>
                        <a:pt x="485800" y="335583"/>
                      </a:lnTo>
                      <a:cubicBezTo>
                        <a:pt x="360695" y="406294"/>
                        <a:pt x="211114" y="487884"/>
                        <a:pt x="134964" y="615708"/>
                      </a:cubicBezTo>
                      <a:cubicBezTo>
                        <a:pt x="91449" y="689138"/>
                        <a:pt x="45215" y="800644"/>
                        <a:pt x="61533" y="884953"/>
                      </a:cubicBezTo>
                      <a:cubicBezTo>
                        <a:pt x="121366" y="830560"/>
                        <a:pt x="279106" y="778887"/>
                        <a:pt x="398771" y="806083"/>
                      </a:cubicBezTo>
                      <a:cubicBezTo>
                        <a:pt x="445005" y="814242"/>
                        <a:pt x="491239" y="838719"/>
                        <a:pt x="529314" y="863196"/>
                      </a:cubicBezTo>
                      <a:cubicBezTo>
                        <a:pt x="755046" y="1004618"/>
                        <a:pt x="891029" y="727213"/>
                        <a:pt x="782242" y="607549"/>
                      </a:cubicBezTo>
                      <a:cubicBezTo>
                        <a:pt x="784962" y="607549"/>
                        <a:pt x="722410" y="667381"/>
                        <a:pt x="580988" y="667381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19" name="Freeform: Shape 18">
                  <a:extLst>
                    <a:ext uri="{FF2B5EF4-FFF2-40B4-BE49-F238E27FC236}">
                      <a16:creationId xmlns:a16="http://schemas.microsoft.com/office/drawing/2014/main" id="{C50D4BD5-A906-1768-C10F-CD7F5FDAAA62}"/>
                    </a:ext>
                  </a:extLst>
                </p:cNvPr>
                <p:cNvSpPr/>
                <p:nvPr/>
              </p:nvSpPr>
              <p:spPr>
                <a:xfrm>
                  <a:off x="2624650" y="1948442"/>
                  <a:ext cx="1903761" cy="1577400"/>
                </a:xfrm>
                <a:custGeom>
                  <a:avLst/>
                  <a:gdLst>
                    <a:gd name="connsiteX0" fmla="*/ 1559430 w 1903760"/>
                    <a:gd name="connsiteY0" fmla="*/ 1165078 h 1577399"/>
                    <a:gd name="connsiteX1" fmla="*/ 1369054 w 1903760"/>
                    <a:gd name="connsiteY1" fmla="*/ 593950 h 1577399"/>
                    <a:gd name="connsiteX2" fmla="*/ 1483279 w 1903760"/>
                    <a:gd name="connsiteY2" fmla="*/ 126170 h 1577399"/>
                    <a:gd name="connsiteX3" fmla="*/ 1311941 w 1903760"/>
                    <a:gd name="connsiteY3" fmla="*/ 58178 h 1577399"/>
                    <a:gd name="connsiteX4" fmla="*/ 1078050 w 1903760"/>
                    <a:gd name="connsiteY4" fmla="*/ 205040 h 1577399"/>
                    <a:gd name="connsiteX5" fmla="*/ 846879 w 1903760"/>
                    <a:gd name="connsiteY5" fmla="*/ 523239 h 1577399"/>
                    <a:gd name="connsiteX6" fmla="*/ 645624 w 1903760"/>
                    <a:gd name="connsiteY6" fmla="*/ 210479 h 1577399"/>
                    <a:gd name="connsiteX7" fmla="*/ 455248 w 1903760"/>
                    <a:gd name="connsiteY7" fmla="*/ 63617 h 1577399"/>
                    <a:gd name="connsiteX8" fmla="*/ 234956 w 1903760"/>
                    <a:gd name="connsiteY8" fmla="*/ 137048 h 1577399"/>
                    <a:gd name="connsiteX9" fmla="*/ 316546 w 1903760"/>
                    <a:gd name="connsiteY9" fmla="*/ 588511 h 1577399"/>
                    <a:gd name="connsiteX10" fmla="*/ 58178 w 1903760"/>
                    <a:gd name="connsiteY10" fmla="*/ 1072610 h 1577399"/>
                    <a:gd name="connsiteX11" fmla="*/ 474286 w 1903760"/>
                    <a:gd name="connsiteY11" fmla="*/ 1020936 h 1577399"/>
                    <a:gd name="connsiteX12" fmla="*/ 555876 w 1903760"/>
                    <a:gd name="connsiteY12" fmla="*/ 572193 h 1577399"/>
                    <a:gd name="connsiteX13" fmla="*/ 830561 w 1903760"/>
                    <a:gd name="connsiteY13" fmla="*/ 993740 h 1577399"/>
                    <a:gd name="connsiteX14" fmla="*/ 1140602 w 1903760"/>
                    <a:gd name="connsiteY14" fmla="*/ 574913 h 1577399"/>
                    <a:gd name="connsiteX15" fmla="*/ 1567589 w 1903760"/>
                    <a:gd name="connsiteY15" fmla="*/ 1526792 h 1577399"/>
                    <a:gd name="connsiteX16" fmla="*/ 1866751 w 1903760"/>
                    <a:gd name="connsiteY16" fmla="*/ 1322818 h 1577399"/>
                    <a:gd name="connsiteX17" fmla="*/ 1559430 w 1903760"/>
                    <a:gd name="connsiteY17" fmla="*/ 1165078 h 1577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1903760" h="1577399">
                      <a:moveTo>
                        <a:pt x="1559430" y="1165078"/>
                      </a:moveTo>
                      <a:cubicBezTo>
                        <a:pt x="1420727" y="1012777"/>
                        <a:pt x="1377213" y="762569"/>
                        <a:pt x="1369054" y="593950"/>
                      </a:cubicBezTo>
                      <a:cubicBezTo>
                        <a:pt x="1360895" y="449809"/>
                        <a:pt x="1369054" y="199600"/>
                        <a:pt x="1483279" y="126170"/>
                      </a:cubicBezTo>
                      <a:cubicBezTo>
                        <a:pt x="1445204" y="77216"/>
                        <a:pt x="1369054" y="58178"/>
                        <a:pt x="1311941" y="58178"/>
                      </a:cubicBezTo>
                      <a:cubicBezTo>
                        <a:pt x="1184117" y="58178"/>
                        <a:pt x="1121565" y="142488"/>
                        <a:pt x="1078050" y="205040"/>
                      </a:cubicBezTo>
                      <a:cubicBezTo>
                        <a:pt x="1064452" y="224077"/>
                        <a:pt x="846879" y="523239"/>
                        <a:pt x="846879" y="523239"/>
                      </a:cubicBezTo>
                      <a:cubicBezTo>
                        <a:pt x="846879" y="523239"/>
                        <a:pt x="667382" y="243115"/>
                        <a:pt x="645624" y="210479"/>
                      </a:cubicBezTo>
                      <a:cubicBezTo>
                        <a:pt x="615708" y="164245"/>
                        <a:pt x="555876" y="77216"/>
                        <a:pt x="455248" y="63617"/>
                      </a:cubicBezTo>
                      <a:cubicBezTo>
                        <a:pt x="411734" y="58178"/>
                        <a:pt x="297508" y="52739"/>
                        <a:pt x="234956" y="137048"/>
                      </a:cubicBezTo>
                      <a:cubicBezTo>
                        <a:pt x="341023" y="221357"/>
                        <a:pt x="338303" y="438930"/>
                        <a:pt x="316546" y="588511"/>
                      </a:cubicBezTo>
                      <a:cubicBezTo>
                        <a:pt x="248554" y="1031815"/>
                        <a:pt x="58178" y="1072610"/>
                        <a:pt x="58178" y="1072610"/>
                      </a:cubicBezTo>
                      <a:cubicBezTo>
                        <a:pt x="156086" y="1333696"/>
                        <a:pt x="403575" y="1230350"/>
                        <a:pt x="474286" y="1020936"/>
                      </a:cubicBezTo>
                      <a:cubicBezTo>
                        <a:pt x="520520" y="884953"/>
                        <a:pt x="550436" y="713615"/>
                        <a:pt x="555876" y="572193"/>
                      </a:cubicBezTo>
                      <a:lnTo>
                        <a:pt x="830561" y="993740"/>
                      </a:lnTo>
                      <a:cubicBezTo>
                        <a:pt x="830561" y="993740"/>
                        <a:pt x="1140602" y="574913"/>
                        <a:pt x="1140602" y="574913"/>
                      </a:cubicBezTo>
                      <a:cubicBezTo>
                        <a:pt x="1088929" y="1314659"/>
                        <a:pt x="1344577" y="1526792"/>
                        <a:pt x="1567589" y="1526792"/>
                      </a:cubicBezTo>
                      <a:cubicBezTo>
                        <a:pt x="1790601" y="1526792"/>
                        <a:pt x="1866751" y="1322818"/>
                        <a:pt x="1866751" y="1322818"/>
                      </a:cubicBezTo>
                      <a:cubicBezTo>
                        <a:pt x="1744367" y="1314659"/>
                        <a:pt x="1641019" y="1252107"/>
                        <a:pt x="1559430" y="1165078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20" name="Freeform: Shape 19">
                  <a:extLst>
                    <a:ext uri="{FF2B5EF4-FFF2-40B4-BE49-F238E27FC236}">
                      <a16:creationId xmlns:a16="http://schemas.microsoft.com/office/drawing/2014/main" id="{5235A5BE-85E6-5A2A-AC40-B22542F4BA03}"/>
                    </a:ext>
                  </a:extLst>
                </p:cNvPr>
                <p:cNvSpPr/>
                <p:nvPr/>
              </p:nvSpPr>
              <p:spPr>
                <a:xfrm>
                  <a:off x="4792218" y="3234839"/>
                  <a:ext cx="271966" cy="652717"/>
                </a:xfrm>
                <a:custGeom>
                  <a:avLst/>
                  <a:gdLst>
                    <a:gd name="connsiteX0" fmla="*/ 88095 w 271965"/>
                    <a:gd name="connsiteY0" fmla="*/ 120730 h 652717"/>
                    <a:gd name="connsiteX1" fmla="*/ 93534 w 271965"/>
                    <a:gd name="connsiteY1" fmla="*/ 153366 h 652717"/>
                    <a:gd name="connsiteX2" fmla="*/ 93534 w 271965"/>
                    <a:gd name="connsiteY2" fmla="*/ 544997 h 652717"/>
                    <a:gd name="connsiteX3" fmla="*/ 156086 w 271965"/>
                    <a:gd name="connsiteY3" fmla="*/ 604829 h 652717"/>
                    <a:gd name="connsiteX4" fmla="*/ 221358 w 271965"/>
                    <a:gd name="connsiteY4" fmla="*/ 544997 h 652717"/>
                    <a:gd name="connsiteX5" fmla="*/ 221358 w 271965"/>
                    <a:gd name="connsiteY5" fmla="*/ 194161 h 652717"/>
                    <a:gd name="connsiteX6" fmla="*/ 210479 w 271965"/>
                    <a:gd name="connsiteY6" fmla="*/ 109852 h 652717"/>
                    <a:gd name="connsiteX7" fmla="*/ 118011 w 271965"/>
                    <a:gd name="connsiteY7" fmla="*/ 58178 h 652717"/>
                    <a:gd name="connsiteX8" fmla="*/ 58178 w 271965"/>
                    <a:gd name="connsiteY8" fmla="*/ 88094 h 652717"/>
                    <a:gd name="connsiteX9" fmla="*/ 88095 w 271965"/>
                    <a:gd name="connsiteY9" fmla="*/ 120730 h 652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71965" h="652717">
                      <a:moveTo>
                        <a:pt x="88095" y="120730"/>
                      </a:moveTo>
                      <a:cubicBezTo>
                        <a:pt x="90814" y="131609"/>
                        <a:pt x="90814" y="142487"/>
                        <a:pt x="93534" y="153366"/>
                      </a:cubicBezTo>
                      <a:cubicBezTo>
                        <a:pt x="93534" y="156086"/>
                        <a:pt x="93534" y="542277"/>
                        <a:pt x="93534" y="544997"/>
                      </a:cubicBezTo>
                      <a:cubicBezTo>
                        <a:pt x="93534" y="577632"/>
                        <a:pt x="123450" y="604829"/>
                        <a:pt x="156086" y="604829"/>
                      </a:cubicBezTo>
                      <a:cubicBezTo>
                        <a:pt x="188722" y="607548"/>
                        <a:pt x="221358" y="577632"/>
                        <a:pt x="221358" y="544997"/>
                      </a:cubicBezTo>
                      <a:cubicBezTo>
                        <a:pt x="221358" y="539557"/>
                        <a:pt x="221358" y="194161"/>
                        <a:pt x="221358" y="194161"/>
                      </a:cubicBezTo>
                      <a:cubicBezTo>
                        <a:pt x="221358" y="164245"/>
                        <a:pt x="224078" y="134329"/>
                        <a:pt x="210479" y="109852"/>
                      </a:cubicBezTo>
                      <a:cubicBezTo>
                        <a:pt x="196881" y="79935"/>
                        <a:pt x="158806" y="58178"/>
                        <a:pt x="118011" y="58178"/>
                      </a:cubicBezTo>
                      <a:cubicBezTo>
                        <a:pt x="79936" y="58178"/>
                        <a:pt x="58178" y="88094"/>
                        <a:pt x="58178" y="88094"/>
                      </a:cubicBezTo>
                      <a:cubicBezTo>
                        <a:pt x="58178" y="88094"/>
                        <a:pt x="77216" y="93534"/>
                        <a:pt x="88095" y="120730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21" name="Freeform: Shape 20">
                  <a:extLst>
                    <a:ext uri="{FF2B5EF4-FFF2-40B4-BE49-F238E27FC236}">
                      <a16:creationId xmlns:a16="http://schemas.microsoft.com/office/drawing/2014/main" id="{F7FD7F41-E81A-3F17-DA33-951FF9E0E64A}"/>
                    </a:ext>
                  </a:extLst>
                </p:cNvPr>
                <p:cNvSpPr/>
                <p:nvPr/>
              </p:nvSpPr>
              <p:spPr>
                <a:xfrm>
                  <a:off x="8751819" y="3234667"/>
                  <a:ext cx="271966" cy="652717"/>
                </a:xfrm>
                <a:custGeom>
                  <a:avLst/>
                  <a:gdLst>
                    <a:gd name="connsiteX0" fmla="*/ 191663 w 271965"/>
                    <a:gd name="connsiteY0" fmla="*/ 542449 h 652717"/>
                    <a:gd name="connsiteX1" fmla="*/ 186224 w 271965"/>
                    <a:gd name="connsiteY1" fmla="*/ 509813 h 652717"/>
                    <a:gd name="connsiteX2" fmla="*/ 186224 w 271965"/>
                    <a:gd name="connsiteY2" fmla="*/ 118183 h 652717"/>
                    <a:gd name="connsiteX3" fmla="*/ 123672 w 271965"/>
                    <a:gd name="connsiteY3" fmla="*/ 58350 h 652717"/>
                    <a:gd name="connsiteX4" fmla="*/ 58400 w 271965"/>
                    <a:gd name="connsiteY4" fmla="*/ 118183 h 652717"/>
                    <a:gd name="connsiteX5" fmla="*/ 58400 w 271965"/>
                    <a:gd name="connsiteY5" fmla="*/ 469018 h 652717"/>
                    <a:gd name="connsiteX6" fmla="*/ 69279 w 271965"/>
                    <a:gd name="connsiteY6" fmla="*/ 553328 h 652717"/>
                    <a:gd name="connsiteX7" fmla="*/ 161747 w 271965"/>
                    <a:gd name="connsiteY7" fmla="*/ 605001 h 652717"/>
                    <a:gd name="connsiteX8" fmla="*/ 221580 w 271965"/>
                    <a:gd name="connsiteY8" fmla="*/ 575085 h 652717"/>
                    <a:gd name="connsiteX9" fmla="*/ 191663 w 271965"/>
                    <a:gd name="connsiteY9" fmla="*/ 542449 h 652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71965" h="652717">
                      <a:moveTo>
                        <a:pt x="191663" y="542449"/>
                      </a:moveTo>
                      <a:cubicBezTo>
                        <a:pt x="188944" y="531570"/>
                        <a:pt x="186224" y="520692"/>
                        <a:pt x="186224" y="509813"/>
                      </a:cubicBezTo>
                      <a:cubicBezTo>
                        <a:pt x="186224" y="507093"/>
                        <a:pt x="186224" y="120902"/>
                        <a:pt x="186224" y="118183"/>
                      </a:cubicBezTo>
                      <a:cubicBezTo>
                        <a:pt x="186224" y="85547"/>
                        <a:pt x="156308" y="58350"/>
                        <a:pt x="123672" y="58350"/>
                      </a:cubicBezTo>
                      <a:cubicBezTo>
                        <a:pt x="91036" y="55631"/>
                        <a:pt x="58400" y="85547"/>
                        <a:pt x="58400" y="118183"/>
                      </a:cubicBezTo>
                      <a:cubicBezTo>
                        <a:pt x="58400" y="123622"/>
                        <a:pt x="58400" y="469018"/>
                        <a:pt x="58400" y="469018"/>
                      </a:cubicBezTo>
                      <a:cubicBezTo>
                        <a:pt x="58400" y="498934"/>
                        <a:pt x="55680" y="528851"/>
                        <a:pt x="69279" y="553328"/>
                      </a:cubicBezTo>
                      <a:cubicBezTo>
                        <a:pt x="82877" y="583244"/>
                        <a:pt x="120953" y="605001"/>
                        <a:pt x="161747" y="605001"/>
                      </a:cubicBezTo>
                      <a:cubicBezTo>
                        <a:pt x="199822" y="605001"/>
                        <a:pt x="221580" y="575085"/>
                        <a:pt x="221580" y="575085"/>
                      </a:cubicBezTo>
                      <a:cubicBezTo>
                        <a:pt x="221580" y="575085"/>
                        <a:pt x="202542" y="566926"/>
                        <a:pt x="191663" y="542449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22" name="Freeform: Shape 21">
                  <a:extLst>
                    <a:ext uri="{FF2B5EF4-FFF2-40B4-BE49-F238E27FC236}">
                      <a16:creationId xmlns:a16="http://schemas.microsoft.com/office/drawing/2014/main" id="{D59B4B26-5D82-D3D6-22A5-CE2CCBACE0B4}"/>
                    </a:ext>
                  </a:extLst>
                </p:cNvPr>
                <p:cNvSpPr/>
                <p:nvPr/>
              </p:nvSpPr>
              <p:spPr>
                <a:xfrm>
                  <a:off x="6320666" y="3416868"/>
                  <a:ext cx="435145" cy="462341"/>
                </a:xfrm>
                <a:custGeom>
                  <a:avLst/>
                  <a:gdLst>
                    <a:gd name="connsiteX0" fmla="*/ 302948 w 435145"/>
                    <a:gd name="connsiteY0" fmla="*/ 74684 h 462341"/>
                    <a:gd name="connsiteX1" fmla="*/ 186003 w 435145"/>
                    <a:gd name="connsiteY1" fmla="*/ 148115 h 462341"/>
                    <a:gd name="connsiteX2" fmla="*/ 186003 w 435145"/>
                    <a:gd name="connsiteY2" fmla="*/ 148115 h 462341"/>
                    <a:gd name="connsiteX3" fmla="*/ 186003 w 435145"/>
                    <a:gd name="connsiteY3" fmla="*/ 115479 h 462341"/>
                    <a:gd name="connsiteX4" fmla="*/ 123450 w 435145"/>
                    <a:gd name="connsiteY4" fmla="*/ 58366 h 462341"/>
                    <a:gd name="connsiteX5" fmla="*/ 58178 w 435145"/>
                    <a:gd name="connsiteY5" fmla="*/ 115479 h 462341"/>
                    <a:gd name="connsiteX6" fmla="*/ 58178 w 435145"/>
                    <a:gd name="connsiteY6" fmla="*/ 362967 h 462341"/>
                    <a:gd name="connsiteX7" fmla="*/ 120730 w 435145"/>
                    <a:gd name="connsiteY7" fmla="*/ 422800 h 462341"/>
                    <a:gd name="connsiteX8" fmla="*/ 186003 w 435145"/>
                    <a:gd name="connsiteY8" fmla="*/ 362967 h 462341"/>
                    <a:gd name="connsiteX9" fmla="*/ 186003 w 435145"/>
                    <a:gd name="connsiteY9" fmla="*/ 213386 h 462341"/>
                    <a:gd name="connsiteX10" fmla="*/ 186003 w 435145"/>
                    <a:gd name="connsiteY10" fmla="*/ 213386 h 462341"/>
                    <a:gd name="connsiteX11" fmla="*/ 229517 w 435145"/>
                    <a:gd name="connsiteY11" fmla="*/ 161713 h 462341"/>
                    <a:gd name="connsiteX12" fmla="*/ 259433 w 435145"/>
                    <a:gd name="connsiteY12" fmla="*/ 194349 h 462341"/>
                    <a:gd name="connsiteX13" fmla="*/ 259433 w 435145"/>
                    <a:gd name="connsiteY13" fmla="*/ 362967 h 462341"/>
                    <a:gd name="connsiteX14" fmla="*/ 321985 w 435145"/>
                    <a:gd name="connsiteY14" fmla="*/ 422800 h 462341"/>
                    <a:gd name="connsiteX15" fmla="*/ 387257 w 435145"/>
                    <a:gd name="connsiteY15" fmla="*/ 362967 h 462341"/>
                    <a:gd name="connsiteX16" fmla="*/ 387257 w 435145"/>
                    <a:gd name="connsiteY16" fmla="*/ 273219 h 462341"/>
                    <a:gd name="connsiteX17" fmla="*/ 302948 w 435145"/>
                    <a:gd name="connsiteY17" fmla="*/ 74684 h 4623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435145" h="462341">
                      <a:moveTo>
                        <a:pt x="302948" y="74684"/>
                      </a:moveTo>
                      <a:cubicBezTo>
                        <a:pt x="234956" y="74684"/>
                        <a:pt x="196881" y="131797"/>
                        <a:pt x="186003" y="148115"/>
                      </a:cubicBezTo>
                      <a:lnTo>
                        <a:pt x="186003" y="148115"/>
                      </a:lnTo>
                      <a:cubicBezTo>
                        <a:pt x="186003" y="129077"/>
                        <a:pt x="186003" y="115479"/>
                        <a:pt x="186003" y="115479"/>
                      </a:cubicBezTo>
                      <a:cubicBezTo>
                        <a:pt x="186003" y="82843"/>
                        <a:pt x="156086" y="58366"/>
                        <a:pt x="123450" y="58366"/>
                      </a:cubicBezTo>
                      <a:cubicBezTo>
                        <a:pt x="90814" y="55646"/>
                        <a:pt x="58178" y="82843"/>
                        <a:pt x="58178" y="115479"/>
                      </a:cubicBezTo>
                      <a:cubicBezTo>
                        <a:pt x="58178" y="120918"/>
                        <a:pt x="58178" y="360248"/>
                        <a:pt x="58178" y="362967"/>
                      </a:cubicBezTo>
                      <a:cubicBezTo>
                        <a:pt x="58178" y="395603"/>
                        <a:pt x="88095" y="422800"/>
                        <a:pt x="120730" y="422800"/>
                      </a:cubicBezTo>
                      <a:cubicBezTo>
                        <a:pt x="153366" y="425519"/>
                        <a:pt x="186003" y="395603"/>
                        <a:pt x="186003" y="362967"/>
                      </a:cubicBezTo>
                      <a:cubicBezTo>
                        <a:pt x="186003" y="360248"/>
                        <a:pt x="186003" y="281378"/>
                        <a:pt x="186003" y="213386"/>
                      </a:cubicBezTo>
                      <a:lnTo>
                        <a:pt x="186003" y="213386"/>
                      </a:lnTo>
                      <a:cubicBezTo>
                        <a:pt x="191442" y="186190"/>
                        <a:pt x="205040" y="161713"/>
                        <a:pt x="229517" y="161713"/>
                      </a:cubicBezTo>
                      <a:cubicBezTo>
                        <a:pt x="259433" y="161713"/>
                        <a:pt x="259433" y="194349"/>
                        <a:pt x="259433" y="194349"/>
                      </a:cubicBezTo>
                      <a:lnTo>
                        <a:pt x="259433" y="362967"/>
                      </a:lnTo>
                      <a:cubicBezTo>
                        <a:pt x="259433" y="395603"/>
                        <a:pt x="289349" y="422800"/>
                        <a:pt x="321985" y="422800"/>
                      </a:cubicBezTo>
                      <a:cubicBezTo>
                        <a:pt x="354621" y="425519"/>
                        <a:pt x="387257" y="395603"/>
                        <a:pt x="387257" y="362967"/>
                      </a:cubicBezTo>
                      <a:lnTo>
                        <a:pt x="387257" y="273219"/>
                      </a:lnTo>
                      <a:cubicBezTo>
                        <a:pt x="387257" y="183470"/>
                        <a:pt x="395416" y="71964"/>
                        <a:pt x="302948" y="74684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23" name="Freeform: Shape 22">
                  <a:extLst>
                    <a:ext uri="{FF2B5EF4-FFF2-40B4-BE49-F238E27FC236}">
                      <a16:creationId xmlns:a16="http://schemas.microsoft.com/office/drawing/2014/main" id="{C88F8780-6AC1-76EB-086D-7BE4EF874526}"/>
                    </a:ext>
                  </a:extLst>
                </p:cNvPr>
                <p:cNvSpPr/>
                <p:nvPr/>
              </p:nvSpPr>
              <p:spPr>
                <a:xfrm>
                  <a:off x="7960620" y="3416868"/>
                  <a:ext cx="435145" cy="462341"/>
                </a:xfrm>
                <a:custGeom>
                  <a:avLst/>
                  <a:gdLst>
                    <a:gd name="connsiteX0" fmla="*/ 302948 w 435145"/>
                    <a:gd name="connsiteY0" fmla="*/ 74684 h 462341"/>
                    <a:gd name="connsiteX1" fmla="*/ 186002 w 435145"/>
                    <a:gd name="connsiteY1" fmla="*/ 148115 h 462341"/>
                    <a:gd name="connsiteX2" fmla="*/ 186002 w 435145"/>
                    <a:gd name="connsiteY2" fmla="*/ 148115 h 462341"/>
                    <a:gd name="connsiteX3" fmla="*/ 186002 w 435145"/>
                    <a:gd name="connsiteY3" fmla="*/ 115479 h 462341"/>
                    <a:gd name="connsiteX4" fmla="*/ 123450 w 435145"/>
                    <a:gd name="connsiteY4" fmla="*/ 58366 h 462341"/>
                    <a:gd name="connsiteX5" fmla="*/ 58178 w 435145"/>
                    <a:gd name="connsiteY5" fmla="*/ 115479 h 462341"/>
                    <a:gd name="connsiteX6" fmla="*/ 58178 w 435145"/>
                    <a:gd name="connsiteY6" fmla="*/ 362967 h 462341"/>
                    <a:gd name="connsiteX7" fmla="*/ 120730 w 435145"/>
                    <a:gd name="connsiteY7" fmla="*/ 422800 h 462341"/>
                    <a:gd name="connsiteX8" fmla="*/ 186002 w 435145"/>
                    <a:gd name="connsiteY8" fmla="*/ 362967 h 462341"/>
                    <a:gd name="connsiteX9" fmla="*/ 186002 w 435145"/>
                    <a:gd name="connsiteY9" fmla="*/ 213386 h 462341"/>
                    <a:gd name="connsiteX10" fmla="*/ 186002 w 435145"/>
                    <a:gd name="connsiteY10" fmla="*/ 213386 h 462341"/>
                    <a:gd name="connsiteX11" fmla="*/ 229517 w 435145"/>
                    <a:gd name="connsiteY11" fmla="*/ 161713 h 462341"/>
                    <a:gd name="connsiteX12" fmla="*/ 259433 w 435145"/>
                    <a:gd name="connsiteY12" fmla="*/ 194349 h 462341"/>
                    <a:gd name="connsiteX13" fmla="*/ 259433 w 435145"/>
                    <a:gd name="connsiteY13" fmla="*/ 362967 h 462341"/>
                    <a:gd name="connsiteX14" fmla="*/ 321985 w 435145"/>
                    <a:gd name="connsiteY14" fmla="*/ 422800 h 462341"/>
                    <a:gd name="connsiteX15" fmla="*/ 387257 w 435145"/>
                    <a:gd name="connsiteY15" fmla="*/ 362967 h 462341"/>
                    <a:gd name="connsiteX16" fmla="*/ 387257 w 435145"/>
                    <a:gd name="connsiteY16" fmla="*/ 273219 h 462341"/>
                    <a:gd name="connsiteX17" fmla="*/ 302948 w 435145"/>
                    <a:gd name="connsiteY17" fmla="*/ 74684 h 4623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435145" h="462341">
                      <a:moveTo>
                        <a:pt x="302948" y="74684"/>
                      </a:moveTo>
                      <a:cubicBezTo>
                        <a:pt x="234956" y="74684"/>
                        <a:pt x="196881" y="131797"/>
                        <a:pt x="186002" y="148115"/>
                      </a:cubicBezTo>
                      <a:lnTo>
                        <a:pt x="186002" y="148115"/>
                      </a:lnTo>
                      <a:cubicBezTo>
                        <a:pt x="186002" y="129077"/>
                        <a:pt x="186002" y="115479"/>
                        <a:pt x="186002" y="115479"/>
                      </a:cubicBezTo>
                      <a:cubicBezTo>
                        <a:pt x="186002" y="82843"/>
                        <a:pt x="156086" y="58366"/>
                        <a:pt x="123450" y="58366"/>
                      </a:cubicBezTo>
                      <a:cubicBezTo>
                        <a:pt x="90814" y="55646"/>
                        <a:pt x="58178" y="82843"/>
                        <a:pt x="58178" y="115479"/>
                      </a:cubicBezTo>
                      <a:cubicBezTo>
                        <a:pt x="58178" y="120918"/>
                        <a:pt x="58178" y="360248"/>
                        <a:pt x="58178" y="362967"/>
                      </a:cubicBezTo>
                      <a:cubicBezTo>
                        <a:pt x="58178" y="395603"/>
                        <a:pt x="88095" y="422800"/>
                        <a:pt x="120730" y="422800"/>
                      </a:cubicBezTo>
                      <a:cubicBezTo>
                        <a:pt x="153366" y="425519"/>
                        <a:pt x="186002" y="395603"/>
                        <a:pt x="186002" y="362967"/>
                      </a:cubicBezTo>
                      <a:cubicBezTo>
                        <a:pt x="186002" y="360248"/>
                        <a:pt x="186002" y="281378"/>
                        <a:pt x="186002" y="213386"/>
                      </a:cubicBezTo>
                      <a:lnTo>
                        <a:pt x="186002" y="213386"/>
                      </a:lnTo>
                      <a:cubicBezTo>
                        <a:pt x="191442" y="186190"/>
                        <a:pt x="205040" y="161713"/>
                        <a:pt x="229517" y="161713"/>
                      </a:cubicBezTo>
                      <a:cubicBezTo>
                        <a:pt x="259433" y="161713"/>
                        <a:pt x="259433" y="194349"/>
                        <a:pt x="259433" y="194349"/>
                      </a:cubicBezTo>
                      <a:lnTo>
                        <a:pt x="259433" y="362967"/>
                      </a:lnTo>
                      <a:cubicBezTo>
                        <a:pt x="259433" y="395603"/>
                        <a:pt x="289349" y="422800"/>
                        <a:pt x="321985" y="422800"/>
                      </a:cubicBezTo>
                      <a:cubicBezTo>
                        <a:pt x="354621" y="425519"/>
                        <a:pt x="387257" y="395603"/>
                        <a:pt x="387257" y="362967"/>
                      </a:cubicBezTo>
                      <a:lnTo>
                        <a:pt x="387257" y="273219"/>
                      </a:lnTo>
                      <a:cubicBezTo>
                        <a:pt x="384537" y="183470"/>
                        <a:pt x="395416" y="71964"/>
                        <a:pt x="302948" y="74684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24" name="Freeform: Shape 23">
                  <a:extLst>
                    <a:ext uri="{FF2B5EF4-FFF2-40B4-BE49-F238E27FC236}">
                      <a16:creationId xmlns:a16="http://schemas.microsoft.com/office/drawing/2014/main" id="{82C1B7F1-0060-291E-2D37-87F46C7BFA03}"/>
                    </a:ext>
                  </a:extLst>
                </p:cNvPr>
                <p:cNvSpPr/>
                <p:nvPr/>
              </p:nvSpPr>
              <p:spPr>
                <a:xfrm>
                  <a:off x="5020669" y="3416868"/>
                  <a:ext cx="435145" cy="462341"/>
                </a:xfrm>
                <a:custGeom>
                  <a:avLst/>
                  <a:gdLst>
                    <a:gd name="connsiteX0" fmla="*/ 302948 w 435145"/>
                    <a:gd name="connsiteY0" fmla="*/ 74684 h 462341"/>
                    <a:gd name="connsiteX1" fmla="*/ 186002 w 435145"/>
                    <a:gd name="connsiteY1" fmla="*/ 148115 h 462341"/>
                    <a:gd name="connsiteX2" fmla="*/ 186002 w 435145"/>
                    <a:gd name="connsiteY2" fmla="*/ 148115 h 462341"/>
                    <a:gd name="connsiteX3" fmla="*/ 186002 w 435145"/>
                    <a:gd name="connsiteY3" fmla="*/ 115479 h 462341"/>
                    <a:gd name="connsiteX4" fmla="*/ 123450 w 435145"/>
                    <a:gd name="connsiteY4" fmla="*/ 58366 h 462341"/>
                    <a:gd name="connsiteX5" fmla="*/ 58178 w 435145"/>
                    <a:gd name="connsiteY5" fmla="*/ 115479 h 462341"/>
                    <a:gd name="connsiteX6" fmla="*/ 58178 w 435145"/>
                    <a:gd name="connsiteY6" fmla="*/ 362967 h 462341"/>
                    <a:gd name="connsiteX7" fmla="*/ 120730 w 435145"/>
                    <a:gd name="connsiteY7" fmla="*/ 422800 h 462341"/>
                    <a:gd name="connsiteX8" fmla="*/ 186002 w 435145"/>
                    <a:gd name="connsiteY8" fmla="*/ 362967 h 462341"/>
                    <a:gd name="connsiteX9" fmla="*/ 186002 w 435145"/>
                    <a:gd name="connsiteY9" fmla="*/ 213386 h 462341"/>
                    <a:gd name="connsiteX10" fmla="*/ 186002 w 435145"/>
                    <a:gd name="connsiteY10" fmla="*/ 213386 h 462341"/>
                    <a:gd name="connsiteX11" fmla="*/ 229517 w 435145"/>
                    <a:gd name="connsiteY11" fmla="*/ 161713 h 462341"/>
                    <a:gd name="connsiteX12" fmla="*/ 259433 w 435145"/>
                    <a:gd name="connsiteY12" fmla="*/ 194349 h 462341"/>
                    <a:gd name="connsiteX13" fmla="*/ 259433 w 435145"/>
                    <a:gd name="connsiteY13" fmla="*/ 362967 h 462341"/>
                    <a:gd name="connsiteX14" fmla="*/ 321985 w 435145"/>
                    <a:gd name="connsiteY14" fmla="*/ 422800 h 462341"/>
                    <a:gd name="connsiteX15" fmla="*/ 387257 w 435145"/>
                    <a:gd name="connsiteY15" fmla="*/ 362967 h 462341"/>
                    <a:gd name="connsiteX16" fmla="*/ 387257 w 435145"/>
                    <a:gd name="connsiteY16" fmla="*/ 273219 h 462341"/>
                    <a:gd name="connsiteX17" fmla="*/ 302948 w 435145"/>
                    <a:gd name="connsiteY17" fmla="*/ 74684 h 4623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435145" h="462341">
                      <a:moveTo>
                        <a:pt x="302948" y="74684"/>
                      </a:moveTo>
                      <a:cubicBezTo>
                        <a:pt x="234956" y="74684"/>
                        <a:pt x="196881" y="131797"/>
                        <a:pt x="186002" y="148115"/>
                      </a:cubicBezTo>
                      <a:lnTo>
                        <a:pt x="186002" y="148115"/>
                      </a:lnTo>
                      <a:cubicBezTo>
                        <a:pt x="186002" y="129077"/>
                        <a:pt x="186002" y="115479"/>
                        <a:pt x="186002" y="115479"/>
                      </a:cubicBezTo>
                      <a:cubicBezTo>
                        <a:pt x="186002" y="82843"/>
                        <a:pt x="156086" y="58366"/>
                        <a:pt x="123450" y="58366"/>
                      </a:cubicBezTo>
                      <a:cubicBezTo>
                        <a:pt x="90814" y="55646"/>
                        <a:pt x="58178" y="82843"/>
                        <a:pt x="58178" y="115479"/>
                      </a:cubicBezTo>
                      <a:cubicBezTo>
                        <a:pt x="58178" y="120918"/>
                        <a:pt x="58178" y="360248"/>
                        <a:pt x="58178" y="362967"/>
                      </a:cubicBezTo>
                      <a:cubicBezTo>
                        <a:pt x="58178" y="395603"/>
                        <a:pt x="88094" y="422800"/>
                        <a:pt x="120730" y="422800"/>
                      </a:cubicBezTo>
                      <a:cubicBezTo>
                        <a:pt x="153366" y="425519"/>
                        <a:pt x="186002" y="395603"/>
                        <a:pt x="186002" y="362967"/>
                      </a:cubicBezTo>
                      <a:cubicBezTo>
                        <a:pt x="186002" y="360248"/>
                        <a:pt x="186002" y="281378"/>
                        <a:pt x="186002" y="213386"/>
                      </a:cubicBezTo>
                      <a:lnTo>
                        <a:pt x="186002" y="213386"/>
                      </a:lnTo>
                      <a:cubicBezTo>
                        <a:pt x="191442" y="186190"/>
                        <a:pt x="205040" y="161713"/>
                        <a:pt x="229517" y="161713"/>
                      </a:cubicBezTo>
                      <a:cubicBezTo>
                        <a:pt x="259433" y="161713"/>
                        <a:pt x="259433" y="194349"/>
                        <a:pt x="259433" y="194349"/>
                      </a:cubicBezTo>
                      <a:lnTo>
                        <a:pt x="259433" y="362967"/>
                      </a:lnTo>
                      <a:cubicBezTo>
                        <a:pt x="259433" y="395603"/>
                        <a:pt x="289349" y="422800"/>
                        <a:pt x="321985" y="422800"/>
                      </a:cubicBezTo>
                      <a:cubicBezTo>
                        <a:pt x="354621" y="425519"/>
                        <a:pt x="387257" y="395603"/>
                        <a:pt x="387257" y="362967"/>
                      </a:cubicBezTo>
                      <a:lnTo>
                        <a:pt x="387257" y="273219"/>
                      </a:lnTo>
                      <a:cubicBezTo>
                        <a:pt x="384537" y="183470"/>
                        <a:pt x="395416" y="71964"/>
                        <a:pt x="302948" y="74684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25" name="Freeform: Shape 24">
                  <a:extLst>
                    <a:ext uri="{FF2B5EF4-FFF2-40B4-BE49-F238E27FC236}">
                      <a16:creationId xmlns:a16="http://schemas.microsoft.com/office/drawing/2014/main" id="{4B0CE68A-376E-70F0-2E86-7B4D2D43D1D2}"/>
                    </a:ext>
                  </a:extLst>
                </p:cNvPr>
                <p:cNvSpPr/>
                <p:nvPr/>
              </p:nvSpPr>
              <p:spPr>
                <a:xfrm>
                  <a:off x="7616289" y="3475234"/>
                  <a:ext cx="364436" cy="364434"/>
                </a:xfrm>
                <a:custGeom>
                  <a:avLst/>
                  <a:gdLst>
                    <a:gd name="connsiteX0" fmla="*/ 182218 w 364436"/>
                    <a:gd name="connsiteY0" fmla="*/ 73431 h 364434"/>
                    <a:gd name="connsiteX1" fmla="*/ 130544 w 364436"/>
                    <a:gd name="connsiteY1" fmla="*/ 179499 h 364434"/>
                    <a:gd name="connsiteX2" fmla="*/ 182218 w 364436"/>
                    <a:gd name="connsiteY2" fmla="*/ 285565 h 364434"/>
                    <a:gd name="connsiteX3" fmla="*/ 233891 w 364436"/>
                    <a:gd name="connsiteY3" fmla="*/ 179499 h 364434"/>
                    <a:gd name="connsiteX4" fmla="*/ 182218 w 364436"/>
                    <a:gd name="connsiteY4" fmla="*/ 73431 h 364434"/>
                    <a:gd name="connsiteX5" fmla="*/ 182219 w 364436"/>
                    <a:gd name="connsiteY5" fmla="*/ 0 h 364434"/>
                    <a:gd name="connsiteX6" fmla="*/ 364436 w 364436"/>
                    <a:gd name="connsiteY6" fmla="*/ 182217 h 364434"/>
                    <a:gd name="connsiteX7" fmla="*/ 182219 w 364436"/>
                    <a:gd name="connsiteY7" fmla="*/ 364434 h 364434"/>
                    <a:gd name="connsiteX8" fmla="*/ 0 w 364436"/>
                    <a:gd name="connsiteY8" fmla="*/ 182217 h 364434"/>
                    <a:gd name="connsiteX9" fmla="*/ 182219 w 364436"/>
                    <a:gd name="connsiteY9" fmla="*/ 0 h 3644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64436" h="364434">
                      <a:moveTo>
                        <a:pt x="182218" y="73431"/>
                      </a:moveTo>
                      <a:cubicBezTo>
                        <a:pt x="152302" y="76151"/>
                        <a:pt x="130544" y="114226"/>
                        <a:pt x="130544" y="179499"/>
                      </a:cubicBezTo>
                      <a:cubicBezTo>
                        <a:pt x="130544" y="244770"/>
                        <a:pt x="146862" y="285565"/>
                        <a:pt x="182218" y="285565"/>
                      </a:cubicBezTo>
                      <a:cubicBezTo>
                        <a:pt x="217573" y="285565"/>
                        <a:pt x="233891" y="247490"/>
                        <a:pt x="233891" y="179499"/>
                      </a:cubicBezTo>
                      <a:cubicBezTo>
                        <a:pt x="233891" y="114226"/>
                        <a:pt x="212134" y="73431"/>
                        <a:pt x="182218" y="73431"/>
                      </a:cubicBezTo>
                      <a:close/>
                      <a:moveTo>
                        <a:pt x="182219" y="0"/>
                      </a:moveTo>
                      <a:cubicBezTo>
                        <a:pt x="282846" y="0"/>
                        <a:pt x="364436" y="81590"/>
                        <a:pt x="364436" y="182217"/>
                      </a:cubicBezTo>
                      <a:cubicBezTo>
                        <a:pt x="364436" y="282844"/>
                        <a:pt x="282846" y="364434"/>
                        <a:pt x="182219" y="364434"/>
                      </a:cubicBezTo>
                      <a:cubicBezTo>
                        <a:pt x="81591" y="364434"/>
                        <a:pt x="0" y="282844"/>
                        <a:pt x="0" y="182217"/>
                      </a:cubicBezTo>
                      <a:cubicBezTo>
                        <a:pt x="0" y="81590"/>
                        <a:pt x="81591" y="0"/>
                        <a:pt x="182219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26" name="Freeform: Shape 25">
                  <a:extLst>
                    <a:ext uri="{FF2B5EF4-FFF2-40B4-BE49-F238E27FC236}">
                      <a16:creationId xmlns:a16="http://schemas.microsoft.com/office/drawing/2014/main" id="{43E24047-77A7-0964-66E3-99E118F2D97C}"/>
                    </a:ext>
                  </a:extLst>
                </p:cNvPr>
                <p:cNvSpPr/>
                <p:nvPr/>
              </p:nvSpPr>
              <p:spPr>
                <a:xfrm>
                  <a:off x="6743101" y="3464184"/>
                  <a:ext cx="372773" cy="375657"/>
                </a:xfrm>
                <a:custGeom>
                  <a:avLst/>
                  <a:gdLst>
                    <a:gd name="connsiteX0" fmla="*/ 176958 w 372773"/>
                    <a:gd name="connsiteY0" fmla="*/ 98080 h 375657"/>
                    <a:gd name="connsiteX1" fmla="*/ 125284 w 372773"/>
                    <a:gd name="connsiteY1" fmla="*/ 190548 h 375657"/>
                    <a:gd name="connsiteX2" fmla="*/ 176958 w 372773"/>
                    <a:gd name="connsiteY2" fmla="*/ 283017 h 375657"/>
                    <a:gd name="connsiteX3" fmla="*/ 228631 w 372773"/>
                    <a:gd name="connsiteY3" fmla="*/ 190548 h 375657"/>
                    <a:gd name="connsiteX4" fmla="*/ 176958 w 372773"/>
                    <a:gd name="connsiteY4" fmla="*/ 98080 h 375657"/>
                    <a:gd name="connsiteX5" fmla="*/ 307501 w 372773"/>
                    <a:gd name="connsiteY5" fmla="*/ 172 h 375657"/>
                    <a:gd name="connsiteX6" fmla="*/ 372773 w 372773"/>
                    <a:gd name="connsiteY6" fmla="*/ 62724 h 375657"/>
                    <a:gd name="connsiteX7" fmla="*/ 372773 w 372773"/>
                    <a:gd name="connsiteY7" fmla="*/ 312934 h 375657"/>
                    <a:gd name="connsiteX8" fmla="*/ 302061 w 372773"/>
                    <a:gd name="connsiteY8" fmla="*/ 375486 h 375657"/>
                    <a:gd name="connsiteX9" fmla="*/ 239509 w 372773"/>
                    <a:gd name="connsiteY9" fmla="*/ 326532 h 375657"/>
                    <a:gd name="connsiteX10" fmla="*/ 179677 w 372773"/>
                    <a:gd name="connsiteY10" fmla="*/ 370046 h 375657"/>
                    <a:gd name="connsiteX11" fmla="*/ 70890 w 372773"/>
                    <a:gd name="connsiteY11" fmla="*/ 353728 h 375657"/>
                    <a:gd name="connsiteX12" fmla="*/ 128003 w 372773"/>
                    <a:gd name="connsiteY12" fmla="*/ 11051 h 375657"/>
                    <a:gd name="connsiteX13" fmla="*/ 236790 w 372773"/>
                    <a:gd name="connsiteY13" fmla="*/ 70883 h 375657"/>
                    <a:gd name="connsiteX14" fmla="*/ 236790 w 372773"/>
                    <a:gd name="connsiteY14" fmla="*/ 62724 h 375657"/>
                    <a:gd name="connsiteX15" fmla="*/ 307501 w 372773"/>
                    <a:gd name="connsiteY15" fmla="*/ 172 h 3756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773" h="375657">
                      <a:moveTo>
                        <a:pt x="176958" y="98080"/>
                      </a:moveTo>
                      <a:cubicBezTo>
                        <a:pt x="147042" y="100800"/>
                        <a:pt x="125284" y="133436"/>
                        <a:pt x="125284" y="190548"/>
                      </a:cubicBezTo>
                      <a:cubicBezTo>
                        <a:pt x="125284" y="247661"/>
                        <a:pt x="141602" y="283017"/>
                        <a:pt x="176958" y="283017"/>
                      </a:cubicBezTo>
                      <a:cubicBezTo>
                        <a:pt x="212314" y="283017"/>
                        <a:pt x="228631" y="247661"/>
                        <a:pt x="228631" y="190548"/>
                      </a:cubicBezTo>
                      <a:cubicBezTo>
                        <a:pt x="228631" y="133436"/>
                        <a:pt x="206874" y="98080"/>
                        <a:pt x="176958" y="98080"/>
                      </a:cubicBezTo>
                      <a:close/>
                      <a:moveTo>
                        <a:pt x="307501" y="172"/>
                      </a:moveTo>
                      <a:cubicBezTo>
                        <a:pt x="340137" y="172"/>
                        <a:pt x="372773" y="30088"/>
                        <a:pt x="372773" y="62724"/>
                      </a:cubicBezTo>
                      <a:cubicBezTo>
                        <a:pt x="372773" y="65444"/>
                        <a:pt x="372773" y="307494"/>
                        <a:pt x="372773" y="312934"/>
                      </a:cubicBezTo>
                      <a:cubicBezTo>
                        <a:pt x="370053" y="348289"/>
                        <a:pt x="337417" y="378205"/>
                        <a:pt x="302061" y="375486"/>
                      </a:cubicBezTo>
                      <a:cubicBezTo>
                        <a:pt x="274865" y="372766"/>
                        <a:pt x="247668" y="353728"/>
                        <a:pt x="239509" y="326532"/>
                      </a:cubicBezTo>
                      <a:cubicBezTo>
                        <a:pt x="225911" y="348289"/>
                        <a:pt x="198715" y="364607"/>
                        <a:pt x="179677" y="370046"/>
                      </a:cubicBezTo>
                      <a:cubicBezTo>
                        <a:pt x="147041" y="378205"/>
                        <a:pt x="100807" y="372766"/>
                        <a:pt x="70890" y="353728"/>
                      </a:cubicBezTo>
                      <a:cubicBezTo>
                        <a:pt x="-35177" y="285737"/>
                        <a:pt x="-27018" y="11051"/>
                        <a:pt x="128003" y="11051"/>
                      </a:cubicBezTo>
                      <a:cubicBezTo>
                        <a:pt x="185116" y="11051"/>
                        <a:pt x="220471" y="49126"/>
                        <a:pt x="236790" y="70883"/>
                      </a:cubicBezTo>
                      <a:cubicBezTo>
                        <a:pt x="236790" y="70883"/>
                        <a:pt x="236790" y="65444"/>
                        <a:pt x="236790" y="62724"/>
                      </a:cubicBezTo>
                      <a:cubicBezTo>
                        <a:pt x="239509" y="27369"/>
                        <a:pt x="272145" y="-2547"/>
                        <a:pt x="307501" y="172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27" name="Freeform: Shape 26">
                  <a:extLst>
                    <a:ext uri="{FF2B5EF4-FFF2-40B4-BE49-F238E27FC236}">
                      <a16:creationId xmlns:a16="http://schemas.microsoft.com/office/drawing/2014/main" id="{2E5DBF5A-7D31-8241-97EF-E8936C8F871C}"/>
                    </a:ext>
                  </a:extLst>
                </p:cNvPr>
                <p:cNvSpPr/>
                <p:nvPr/>
              </p:nvSpPr>
              <p:spPr>
                <a:xfrm>
                  <a:off x="8380335" y="3464184"/>
                  <a:ext cx="372772" cy="375657"/>
                </a:xfrm>
                <a:custGeom>
                  <a:avLst/>
                  <a:gdLst>
                    <a:gd name="connsiteX0" fmla="*/ 176957 w 372772"/>
                    <a:gd name="connsiteY0" fmla="*/ 98080 h 375657"/>
                    <a:gd name="connsiteX1" fmla="*/ 125282 w 372772"/>
                    <a:gd name="connsiteY1" fmla="*/ 190548 h 375657"/>
                    <a:gd name="connsiteX2" fmla="*/ 176957 w 372772"/>
                    <a:gd name="connsiteY2" fmla="*/ 283017 h 375657"/>
                    <a:gd name="connsiteX3" fmla="*/ 228630 w 372772"/>
                    <a:gd name="connsiteY3" fmla="*/ 190548 h 375657"/>
                    <a:gd name="connsiteX4" fmla="*/ 176957 w 372772"/>
                    <a:gd name="connsiteY4" fmla="*/ 98080 h 375657"/>
                    <a:gd name="connsiteX5" fmla="*/ 307501 w 372772"/>
                    <a:gd name="connsiteY5" fmla="*/ 172 h 375657"/>
                    <a:gd name="connsiteX6" fmla="*/ 372772 w 372772"/>
                    <a:gd name="connsiteY6" fmla="*/ 62724 h 375657"/>
                    <a:gd name="connsiteX7" fmla="*/ 372772 w 372772"/>
                    <a:gd name="connsiteY7" fmla="*/ 312934 h 375657"/>
                    <a:gd name="connsiteX8" fmla="*/ 302062 w 372772"/>
                    <a:gd name="connsiteY8" fmla="*/ 375486 h 375657"/>
                    <a:gd name="connsiteX9" fmla="*/ 239509 w 372772"/>
                    <a:gd name="connsiteY9" fmla="*/ 326532 h 375657"/>
                    <a:gd name="connsiteX10" fmla="*/ 179677 w 372772"/>
                    <a:gd name="connsiteY10" fmla="*/ 370046 h 375657"/>
                    <a:gd name="connsiteX11" fmla="*/ 70890 w 372772"/>
                    <a:gd name="connsiteY11" fmla="*/ 353728 h 375657"/>
                    <a:gd name="connsiteX12" fmla="*/ 128002 w 372772"/>
                    <a:gd name="connsiteY12" fmla="*/ 11051 h 375657"/>
                    <a:gd name="connsiteX13" fmla="*/ 236790 w 372772"/>
                    <a:gd name="connsiteY13" fmla="*/ 70883 h 375657"/>
                    <a:gd name="connsiteX14" fmla="*/ 236790 w 372772"/>
                    <a:gd name="connsiteY14" fmla="*/ 62724 h 375657"/>
                    <a:gd name="connsiteX15" fmla="*/ 307501 w 372772"/>
                    <a:gd name="connsiteY15" fmla="*/ 172 h 3756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772" h="375657">
                      <a:moveTo>
                        <a:pt x="176957" y="98080"/>
                      </a:moveTo>
                      <a:cubicBezTo>
                        <a:pt x="147039" y="100800"/>
                        <a:pt x="125282" y="133436"/>
                        <a:pt x="125282" y="190548"/>
                      </a:cubicBezTo>
                      <a:cubicBezTo>
                        <a:pt x="125282" y="247661"/>
                        <a:pt x="141600" y="283017"/>
                        <a:pt x="176957" y="283017"/>
                      </a:cubicBezTo>
                      <a:cubicBezTo>
                        <a:pt x="212312" y="283017"/>
                        <a:pt x="228630" y="247661"/>
                        <a:pt x="228630" y="190548"/>
                      </a:cubicBezTo>
                      <a:cubicBezTo>
                        <a:pt x="228630" y="133436"/>
                        <a:pt x="206873" y="98080"/>
                        <a:pt x="176957" y="98080"/>
                      </a:cubicBezTo>
                      <a:close/>
                      <a:moveTo>
                        <a:pt x="307501" y="172"/>
                      </a:moveTo>
                      <a:cubicBezTo>
                        <a:pt x="340137" y="172"/>
                        <a:pt x="372772" y="30088"/>
                        <a:pt x="372772" y="62724"/>
                      </a:cubicBezTo>
                      <a:cubicBezTo>
                        <a:pt x="372772" y="65444"/>
                        <a:pt x="372772" y="307494"/>
                        <a:pt x="372772" y="312934"/>
                      </a:cubicBezTo>
                      <a:cubicBezTo>
                        <a:pt x="370053" y="348289"/>
                        <a:pt x="337417" y="378205"/>
                        <a:pt x="302062" y="375486"/>
                      </a:cubicBezTo>
                      <a:cubicBezTo>
                        <a:pt x="274865" y="372766"/>
                        <a:pt x="247668" y="353728"/>
                        <a:pt x="239509" y="326532"/>
                      </a:cubicBezTo>
                      <a:cubicBezTo>
                        <a:pt x="228630" y="348289"/>
                        <a:pt x="198714" y="364607"/>
                        <a:pt x="179677" y="370046"/>
                      </a:cubicBezTo>
                      <a:cubicBezTo>
                        <a:pt x="147040" y="378205"/>
                        <a:pt x="100806" y="372766"/>
                        <a:pt x="70890" y="353728"/>
                      </a:cubicBezTo>
                      <a:cubicBezTo>
                        <a:pt x="-35177" y="285737"/>
                        <a:pt x="-27018" y="11051"/>
                        <a:pt x="128002" y="11051"/>
                      </a:cubicBezTo>
                      <a:cubicBezTo>
                        <a:pt x="185116" y="11051"/>
                        <a:pt x="220472" y="49126"/>
                        <a:pt x="236790" y="70883"/>
                      </a:cubicBezTo>
                      <a:cubicBezTo>
                        <a:pt x="236790" y="70883"/>
                        <a:pt x="236790" y="65444"/>
                        <a:pt x="236790" y="62724"/>
                      </a:cubicBezTo>
                      <a:cubicBezTo>
                        <a:pt x="239509" y="27369"/>
                        <a:pt x="272145" y="-2547"/>
                        <a:pt x="307501" y="172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28" name="Freeform: Shape 27">
                  <a:extLst>
                    <a:ext uri="{FF2B5EF4-FFF2-40B4-BE49-F238E27FC236}">
                      <a16:creationId xmlns:a16="http://schemas.microsoft.com/office/drawing/2014/main" id="{2ABE5DEC-CE4B-A863-2FEE-488460EDED79}"/>
                    </a:ext>
                  </a:extLst>
                </p:cNvPr>
                <p:cNvSpPr/>
                <p:nvPr/>
              </p:nvSpPr>
              <p:spPr>
                <a:xfrm>
                  <a:off x="7389492" y="3444253"/>
                  <a:ext cx="217573" cy="435145"/>
                </a:xfrm>
                <a:custGeom>
                  <a:avLst/>
                  <a:gdLst>
                    <a:gd name="connsiteX0" fmla="*/ 186002 w 217572"/>
                    <a:gd name="connsiteY0" fmla="*/ 118011 h 435144"/>
                    <a:gd name="connsiteX1" fmla="*/ 128890 w 217572"/>
                    <a:gd name="connsiteY1" fmla="*/ 58178 h 435144"/>
                    <a:gd name="connsiteX2" fmla="*/ 123450 w 217572"/>
                    <a:gd name="connsiteY2" fmla="*/ 58178 h 435144"/>
                    <a:gd name="connsiteX3" fmla="*/ 58178 w 217572"/>
                    <a:gd name="connsiteY3" fmla="*/ 115291 h 435144"/>
                    <a:gd name="connsiteX4" fmla="*/ 58178 w 217572"/>
                    <a:gd name="connsiteY4" fmla="*/ 232236 h 435144"/>
                    <a:gd name="connsiteX5" fmla="*/ 58178 w 217572"/>
                    <a:gd name="connsiteY5" fmla="*/ 232236 h 435144"/>
                    <a:gd name="connsiteX6" fmla="*/ 58178 w 217572"/>
                    <a:gd name="connsiteY6" fmla="*/ 335583 h 435144"/>
                    <a:gd name="connsiteX7" fmla="*/ 115291 w 217572"/>
                    <a:gd name="connsiteY7" fmla="*/ 395415 h 435144"/>
                    <a:gd name="connsiteX8" fmla="*/ 120730 w 217572"/>
                    <a:gd name="connsiteY8" fmla="*/ 395415 h 435144"/>
                    <a:gd name="connsiteX9" fmla="*/ 186002 w 217572"/>
                    <a:gd name="connsiteY9" fmla="*/ 338303 h 435144"/>
                    <a:gd name="connsiteX10" fmla="*/ 186002 w 217572"/>
                    <a:gd name="connsiteY10" fmla="*/ 240395 h 435144"/>
                    <a:gd name="connsiteX11" fmla="*/ 186002 w 217572"/>
                    <a:gd name="connsiteY11" fmla="*/ 240395 h 435144"/>
                    <a:gd name="connsiteX12" fmla="*/ 186002 w 217572"/>
                    <a:gd name="connsiteY12" fmla="*/ 118011 h 4351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17572" h="435144">
                      <a:moveTo>
                        <a:pt x="186002" y="118011"/>
                      </a:moveTo>
                      <a:cubicBezTo>
                        <a:pt x="183283" y="85375"/>
                        <a:pt x="158806" y="60898"/>
                        <a:pt x="128890" y="58178"/>
                      </a:cubicBezTo>
                      <a:cubicBezTo>
                        <a:pt x="126170" y="58178"/>
                        <a:pt x="126170" y="58178"/>
                        <a:pt x="123450" y="58178"/>
                      </a:cubicBezTo>
                      <a:cubicBezTo>
                        <a:pt x="96254" y="58178"/>
                        <a:pt x="58178" y="82655"/>
                        <a:pt x="58178" y="115291"/>
                      </a:cubicBezTo>
                      <a:lnTo>
                        <a:pt x="58178" y="232236"/>
                      </a:lnTo>
                      <a:lnTo>
                        <a:pt x="58178" y="232236"/>
                      </a:lnTo>
                      <a:cubicBezTo>
                        <a:pt x="58178" y="270311"/>
                        <a:pt x="58178" y="335583"/>
                        <a:pt x="58178" y="335583"/>
                      </a:cubicBezTo>
                      <a:cubicBezTo>
                        <a:pt x="60898" y="368219"/>
                        <a:pt x="85375" y="392696"/>
                        <a:pt x="115291" y="395415"/>
                      </a:cubicBezTo>
                      <a:cubicBezTo>
                        <a:pt x="118011" y="395415"/>
                        <a:pt x="118011" y="395415"/>
                        <a:pt x="120730" y="395415"/>
                      </a:cubicBezTo>
                      <a:cubicBezTo>
                        <a:pt x="147927" y="395415"/>
                        <a:pt x="186002" y="370938"/>
                        <a:pt x="186002" y="338303"/>
                      </a:cubicBezTo>
                      <a:lnTo>
                        <a:pt x="186002" y="240395"/>
                      </a:lnTo>
                      <a:lnTo>
                        <a:pt x="186002" y="240395"/>
                      </a:lnTo>
                      <a:cubicBezTo>
                        <a:pt x="186002" y="202320"/>
                        <a:pt x="186002" y="118011"/>
                        <a:pt x="186002" y="118011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29" name="Freeform: Shape 28">
                  <a:extLst>
                    <a:ext uri="{FF2B5EF4-FFF2-40B4-BE49-F238E27FC236}">
                      <a16:creationId xmlns:a16="http://schemas.microsoft.com/office/drawing/2014/main" id="{8C129045-C942-0320-9B38-9533E9706F55}"/>
                    </a:ext>
                  </a:extLst>
                </p:cNvPr>
                <p:cNvSpPr/>
                <p:nvPr/>
              </p:nvSpPr>
              <p:spPr>
                <a:xfrm>
                  <a:off x="7392212" y="3280901"/>
                  <a:ext cx="217573" cy="217572"/>
                </a:xfrm>
                <a:custGeom>
                  <a:avLst/>
                  <a:gdLst>
                    <a:gd name="connsiteX0" fmla="*/ 183282 w 217572"/>
                    <a:gd name="connsiteY0" fmla="*/ 120902 h 217572"/>
                    <a:gd name="connsiteX1" fmla="*/ 120730 w 217572"/>
                    <a:gd name="connsiteY1" fmla="*/ 183454 h 217572"/>
                    <a:gd name="connsiteX2" fmla="*/ 58178 w 217572"/>
                    <a:gd name="connsiteY2" fmla="*/ 120902 h 217572"/>
                    <a:gd name="connsiteX3" fmla="*/ 120730 w 217572"/>
                    <a:gd name="connsiteY3" fmla="*/ 58350 h 217572"/>
                    <a:gd name="connsiteX4" fmla="*/ 183282 w 217572"/>
                    <a:gd name="connsiteY4" fmla="*/ 120902 h 2175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7572" h="217572">
                      <a:moveTo>
                        <a:pt x="183282" y="120902"/>
                      </a:moveTo>
                      <a:cubicBezTo>
                        <a:pt x="183282" y="156258"/>
                        <a:pt x="156086" y="183454"/>
                        <a:pt x="120730" y="183454"/>
                      </a:cubicBezTo>
                      <a:cubicBezTo>
                        <a:pt x="85375" y="183454"/>
                        <a:pt x="58178" y="156258"/>
                        <a:pt x="58178" y="120902"/>
                      </a:cubicBezTo>
                      <a:cubicBezTo>
                        <a:pt x="58178" y="85547"/>
                        <a:pt x="85375" y="58350"/>
                        <a:pt x="120730" y="58350"/>
                      </a:cubicBezTo>
                      <a:cubicBezTo>
                        <a:pt x="153366" y="55630"/>
                        <a:pt x="183282" y="85547"/>
                        <a:pt x="183282" y="120902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30" name="Freeform: Shape 29">
                  <a:extLst>
                    <a:ext uri="{FF2B5EF4-FFF2-40B4-BE49-F238E27FC236}">
                      <a16:creationId xmlns:a16="http://schemas.microsoft.com/office/drawing/2014/main" id="{96BEBCFA-9D03-BB4B-30DF-12A3BC5C8BD9}"/>
                    </a:ext>
                  </a:extLst>
                </p:cNvPr>
                <p:cNvSpPr/>
                <p:nvPr/>
              </p:nvSpPr>
              <p:spPr>
                <a:xfrm>
                  <a:off x="6005186" y="3416884"/>
                  <a:ext cx="380752" cy="462341"/>
                </a:xfrm>
                <a:custGeom>
                  <a:avLst/>
                  <a:gdLst>
                    <a:gd name="connsiteX0" fmla="*/ 270312 w 380752"/>
                    <a:gd name="connsiteY0" fmla="*/ 69229 h 462341"/>
                    <a:gd name="connsiteX1" fmla="*/ 188722 w 380752"/>
                    <a:gd name="connsiteY1" fmla="*/ 134501 h 462341"/>
                    <a:gd name="connsiteX2" fmla="*/ 188722 w 380752"/>
                    <a:gd name="connsiteY2" fmla="*/ 118183 h 462341"/>
                    <a:gd name="connsiteX3" fmla="*/ 126170 w 380752"/>
                    <a:gd name="connsiteY3" fmla="*/ 58350 h 462341"/>
                    <a:gd name="connsiteX4" fmla="*/ 58178 w 380752"/>
                    <a:gd name="connsiteY4" fmla="*/ 118183 h 462341"/>
                    <a:gd name="connsiteX5" fmla="*/ 58178 w 380752"/>
                    <a:gd name="connsiteY5" fmla="*/ 210651 h 462341"/>
                    <a:gd name="connsiteX6" fmla="*/ 58178 w 380752"/>
                    <a:gd name="connsiteY6" fmla="*/ 365671 h 462341"/>
                    <a:gd name="connsiteX7" fmla="*/ 58178 w 380752"/>
                    <a:gd name="connsiteY7" fmla="*/ 365671 h 462341"/>
                    <a:gd name="connsiteX8" fmla="*/ 120730 w 380752"/>
                    <a:gd name="connsiteY8" fmla="*/ 425504 h 462341"/>
                    <a:gd name="connsiteX9" fmla="*/ 186002 w 380752"/>
                    <a:gd name="connsiteY9" fmla="*/ 365671 h 462341"/>
                    <a:gd name="connsiteX10" fmla="*/ 186002 w 380752"/>
                    <a:gd name="connsiteY10" fmla="*/ 365671 h 462341"/>
                    <a:gd name="connsiteX11" fmla="*/ 186002 w 380752"/>
                    <a:gd name="connsiteY11" fmla="*/ 210651 h 462341"/>
                    <a:gd name="connsiteX12" fmla="*/ 215919 w 380752"/>
                    <a:gd name="connsiteY12" fmla="*/ 158978 h 462341"/>
                    <a:gd name="connsiteX13" fmla="*/ 275751 w 380752"/>
                    <a:gd name="connsiteY13" fmla="*/ 221530 h 462341"/>
                    <a:gd name="connsiteX14" fmla="*/ 270312 w 380752"/>
                    <a:gd name="connsiteY14" fmla="*/ 69229 h 4623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80752" h="462341">
                      <a:moveTo>
                        <a:pt x="270312" y="69229"/>
                      </a:moveTo>
                      <a:cubicBezTo>
                        <a:pt x="232236" y="71949"/>
                        <a:pt x="213199" y="99145"/>
                        <a:pt x="188722" y="134501"/>
                      </a:cubicBezTo>
                      <a:cubicBezTo>
                        <a:pt x="188722" y="134501"/>
                        <a:pt x="188722" y="118183"/>
                        <a:pt x="188722" y="118183"/>
                      </a:cubicBezTo>
                      <a:cubicBezTo>
                        <a:pt x="188722" y="85547"/>
                        <a:pt x="158806" y="58350"/>
                        <a:pt x="126170" y="58350"/>
                      </a:cubicBezTo>
                      <a:cubicBezTo>
                        <a:pt x="93534" y="55631"/>
                        <a:pt x="60898" y="85547"/>
                        <a:pt x="58178" y="118183"/>
                      </a:cubicBezTo>
                      <a:lnTo>
                        <a:pt x="58178" y="210651"/>
                      </a:lnTo>
                      <a:lnTo>
                        <a:pt x="58178" y="365671"/>
                      </a:lnTo>
                      <a:lnTo>
                        <a:pt x="58178" y="365671"/>
                      </a:lnTo>
                      <a:cubicBezTo>
                        <a:pt x="58178" y="398307"/>
                        <a:pt x="88094" y="425504"/>
                        <a:pt x="120730" y="425504"/>
                      </a:cubicBezTo>
                      <a:cubicBezTo>
                        <a:pt x="153366" y="428224"/>
                        <a:pt x="186002" y="398307"/>
                        <a:pt x="186002" y="365671"/>
                      </a:cubicBezTo>
                      <a:lnTo>
                        <a:pt x="186002" y="365671"/>
                      </a:lnTo>
                      <a:lnTo>
                        <a:pt x="186002" y="210651"/>
                      </a:lnTo>
                      <a:cubicBezTo>
                        <a:pt x="188722" y="188894"/>
                        <a:pt x="196881" y="158978"/>
                        <a:pt x="215919" y="158978"/>
                      </a:cubicBezTo>
                      <a:cubicBezTo>
                        <a:pt x="243115" y="158978"/>
                        <a:pt x="215919" y="221530"/>
                        <a:pt x="275751" y="221530"/>
                      </a:cubicBezTo>
                      <a:cubicBezTo>
                        <a:pt x="362780" y="221530"/>
                        <a:pt x="373658" y="63790"/>
                        <a:pt x="270312" y="69229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31" name="Freeform: Shape 30">
                  <a:extLst>
                    <a:ext uri="{FF2B5EF4-FFF2-40B4-BE49-F238E27FC236}">
                      <a16:creationId xmlns:a16="http://schemas.microsoft.com/office/drawing/2014/main" id="{299D10FD-6AFE-1C7A-FB8D-C679F482099B}"/>
                    </a:ext>
                  </a:extLst>
                </p:cNvPr>
                <p:cNvSpPr/>
                <p:nvPr/>
              </p:nvSpPr>
              <p:spPr>
                <a:xfrm>
                  <a:off x="5693490" y="3475234"/>
                  <a:ext cx="337238" cy="364434"/>
                </a:xfrm>
                <a:custGeom>
                  <a:avLst/>
                  <a:gdLst>
                    <a:gd name="connsiteX0" fmla="*/ 180433 w 337238"/>
                    <a:gd name="connsiteY0" fmla="*/ 73984 h 364434"/>
                    <a:gd name="connsiteX1" fmla="*/ 163180 w 337238"/>
                    <a:gd name="connsiteY1" fmla="*/ 78870 h 364434"/>
                    <a:gd name="connsiteX2" fmla="*/ 125105 w 337238"/>
                    <a:gd name="connsiteY2" fmla="*/ 160461 h 364434"/>
                    <a:gd name="connsiteX3" fmla="*/ 171339 w 337238"/>
                    <a:gd name="connsiteY3" fmla="*/ 163180 h 364434"/>
                    <a:gd name="connsiteX4" fmla="*/ 214854 w 337238"/>
                    <a:gd name="connsiteY4" fmla="*/ 108787 h 364434"/>
                    <a:gd name="connsiteX5" fmla="*/ 180433 w 337238"/>
                    <a:gd name="connsiteY5" fmla="*/ 73984 h 364434"/>
                    <a:gd name="connsiteX6" fmla="*/ 174059 w 337238"/>
                    <a:gd name="connsiteY6" fmla="*/ 0 h 364434"/>
                    <a:gd name="connsiteX7" fmla="*/ 337238 w 337238"/>
                    <a:gd name="connsiteY7" fmla="*/ 119665 h 364434"/>
                    <a:gd name="connsiteX8" fmla="*/ 133264 w 337238"/>
                    <a:gd name="connsiteY8" fmla="*/ 217573 h 364434"/>
                    <a:gd name="connsiteX9" fmla="*/ 225732 w 337238"/>
                    <a:gd name="connsiteY9" fmla="*/ 277405 h 364434"/>
                    <a:gd name="connsiteX10" fmla="*/ 320920 w 337238"/>
                    <a:gd name="connsiteY10" fmla="*/ 250208 h 364434"/>
                    <a:gd name="connsiteX11" fmla="*/ 174059 w 337238"/>
                    <a:gd name="connsiteY11" fmla="*/ 364434 h 364434"/>
                    <a:gd name="connsiteX12" fmla="*/ 0 w 337238"/>
                    <a:gd name="connsiteY12" fmla="*/ 184937 h 364434"/>
                    <a:gd name="connsiteX13" fmla="*/ 174059 w 337238"/>
                    <a:gd name="connsiteY13" fmla="*/ 0 h 3644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37238" h="364434">
                      <a:moveTo>
                        <a:pt x="180433" y="73984"/>
                      </a:moveTo>
                      <a:cubicBezTo>
                        <a:pt x="174569" y="73941"/>
                        <a:pt x="168620" y="75471"/>
                        <a:pt x="163180" y="78870"/>
                      </a:cubicBezTo>
                      <a:cubicBezTo>
                        <a:pt x="135984" y="95189"/>
                        <a:pt x="127825" y="130544"/>
                        <a:pt x="125105" y="160461"/>
                      </a:cubicBezTo>
                      <a:cubicBezTo>
                        <a:pt x="125105" y="163180"/>
                        <a:pt x="168620" y="160461"/>
                        <a:pt x="171339" y="163180"/>
                      </a:cubicBezTo>
                      <a:cubicBezTo>
                        <a:pt x="195816" y="157741"/>
                        <a:pt x="214854" y="135984"/>
                        <a:pt x="214854" y="108787"/>
                      </a:cubicBezTo>
                      <a:cubicBezTo>
                        <a:pt x="214854" y="88389"/>
                        <a:pt x="198026" y="74111"/>
                        <a:pt x="180433" y="73984"/>
                      </a:cubicBezTo>
                      <a:close/>
                      <a:moveTo>
                        <a:pt x="174059" y="0"/>
                      </a:moveTo>
                      <a:cubicBezTo>
                        <a:pt x="233891" y="0"/>
                        <a:pt x="337238" y="29916"/>
                        <a:pt x="337238" y="119665"/>
                      </a:cubicBezTo>
                      <a:cubicBezTo>
                        <a:pt x="337238" y="209414"/>
                        <a:pt x="244770" y="217573"/>
                        <a:pt x="133264" y="217573"/>
                      </a:cubicBezTo>
                      <a:cubicBezTo>
                        <a:pt x="133264" y="217573"/>
                        <a:pt x="149581" y="277405"/>
                        <a:pt x="225732" y="277405"/>
                      </a:cubicBezTo>
                      <a:cubicBezTo>
                        <a:pt x="301883" y="277405"/>
                        <a:pt x="320920" y="250208"/>
                        <a:pt x="320920" y="250208"/>
                      </a:cubicBezTo>
                      <a:cubicBezTo>
                        <a:pt x="320920" y="250208"/>
                        <a:pt x="315481" y="364434"/>
                        <a:pt x="174059" y="364434"/>
                      </a:cubicBezTo>
                      <a:cubicBezTo>
                        <a:pt x="95188" y="364434"/>
                        <a:pt x="0" y="304602"/>
                        <a:pt x="0" y="184937"/>
                      </a:cubicBezTo>
                      <a:cubicBezTo>
                        <a:pt x="0" y="78870"/>
                        <a:pt x="73431" y="0"/>
                        <a:pt x="174059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32" name="Freeform: Shape 31">
                  <a:extLst>
                    <a:ext uri="{FF2B5EF4-FFF2-40B4-BE49-F238E27FC236}">
                      <a16:creationId xmlns:a16="http://schemas.microsoft.com/office/drawing/2014/main" id="{61B35AA3-DA0E-4960-3FB9-62DA94791B4A}"/>
                    </a:ext>
                  </a:extLst>
                </p:cNvPr>
                <p:cNvSpPr/>
                <p:nvPr/>
              </p:nvSpPr>
              <p:spPr>
                <a:xfrm>
                  <a:off x="5376945" y="3338014"/>
                  <a:ext cx="353556" cy="543931"/>
                </a:xfrm>
                <a:custGeom>
                  <a:avLst/>
                  <a:gdLst>
                    <a:gd name="connsiteX0" fmla="*/ 311107 w 353555"/>
                    <a:gd name="connsiteY0" fmla="*/ 433663 h 543931"/>
                    <a:gd name="connsiteX1" fmla="*/ 215919 w 353555"/>
                    <a:gd name="connsiteY1" fmla="*/ 501654 h 543931"/>
                    <a:gd name="connsiteX2" fmla="*/ 98973 w 353555"/>
                    <a:gd name="connsiteY2" fmla="*/ 392868 h 543931"/>
                    <a:gd name="connsiteX3" fmla="*/ 98973 w 353555"/>
                    <a:gd name="connsiteY3" fmla="*/ 221530 h 543931"/>
                    <a:gd name="connsiteX4" fmla="*/ 82655 w 353555"/>
                    <a:gd name="connsiteY4" fmla="*/ 221530 h 543931"/>
                    <a:gd name="connsiteX5" fmla="*/ 58178 w 353555"/>
                    <a:gd name="connsiteY5" fmla="*/ 191614 h 543931"/>
                    <a:gd name="connsiteX6" fmla="*/ 85375 w 353555"/>
                    <a:gd name="connsiteY6" fmla="*/ 164417 h 543931"/>
                    <a:gd name="connsiteX7" fmla="*/ 101693 w 353555"/>
                    <a:gd name="connsiteY7" fmla="*/ 164417 h 543931"/>
                    <a:gd name="connsiteX8" fmla="*/ 101693 w 353555"/>
                    <a:gd name="connsiteY8" fmla="*/ 118183 h 543931"/>
                    <a:gd name="connsiteX9" fmla="*/ 166965 w 353555"/>
                    <a:gd name="connsiteY9" fmla="*/ 58350 h 543931"/>
                    <a:gd name="connsiteX10" fmla="*/ 229517 w 353555"/>
                    <a:gd name="connsiteY10" fmla="*/ 118183 h 543931"/>
                    <a:gd name="connsiteX11" fmla="*/ 229517 w 353555"/>
                    <a:gd name="connsiteY11" fmla="*/ 118183 h 543931"/>
                    <a:gd name="connsiteX12" fmla="*/ 229517 w 353555"/>
                    <a:gd name="connsiteY12" fmla="*/ 164417 h 543931"/>
                    <a:gd name="connsiteX13" fmla="*/ 283910 w 353555"/>
                    <a:gd name="connsiteY13" fmla="*/ 164417 h 543931"/>
                    <a:gd name="connsiteX14" fmla="*/ 308387 w 353555"/>
                    <a:gd name="connsiteY14" fmla="*/ 194333 h 543931"/>
                    <a:gd name="connsiteX15" fmla="*/ 281190 w 353555"/>
                    <a:gd name="connsiteY15" fmla="*/ 221530 h 543931"/>
                    <a:gd name="connsiteX16" fmla="*/ 229517 w 353555"/>
                    <a:gd name="connsiteY16" fmla="*/ 221530 h 543931"/>
                    <a:gd name="connsiteX17" fmla="*/ 229517 w 353555"/>
                    <a:gd name="connsiteY17" fmla="*/ 365671 h 543931"/>
                    <a:gd name="connsiteX18" fmla="*/ 311107 w 353555"/>
                    <a:gd name="connsiteY18" fmla="*/ 433663 h 5439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353555" h="543931">
                      <a:moveTo>
                        <a:pt x="311107" y="433663"/>
                      </a:moveTo>
                      <a:cubicBezTo>
                        <a:pt x="311107" y="433663"/>
                        <a:pt x="278471" y="501654"/>
                        <a:pt x="215919" y="501654"/>
                      </a:cubicBezTo>
                      <a:cubicBezTo>
                        <a:pt x="164245" y="501654"/>
                        <a:pt x="101693" y="458140"/>
                        <a:pt x="98973" y="392868"/>
                      </a:cubicBezTo>
                      <a:cubicBezTo>
                        <a:pt x="98973" y="392868"/>
                        <a:pt x="98973" y="297680"/>
                        <a:pt x="98973" y="221530"/>
                      </a:cubicBezTo>
                      <a:lnTo>
                        <a:pt x="82655" y="221530"/>
                      </a:lnTo>
                      <a:cubicBezTo>
                        <a:pt x="74496" y="221530"/>
                        <a:pt x="58178" y="216090"/>
                        <a:pt x="58178" y="191614"/>
                      </a:cubicBezTo>
                      <a:cubicBezTo>
                        <a:pt x="58178" y="167137"/>
                        <a:pt x="77216" y="164417"/>
                        <a:pt x="85375" y="164417"/>
                      </a:cubicBezTo>
                      <a:lnTo>
                        <a:pt x="101693" y="164417"/>
                      </a:lnTo>
                      <a:cubicBezTo>
                        <a:pt x="101693" y="137220"/>
                        <a:pt x="101693" y="118183"/>
                        <a:pt x="101693" y="118183"/>
                      </a:cubicBezTo>
                      <a:cubicBezTo>
                        <a:pt x="104413" y="85547"/>
                        <a:pt x="134329" y="55631"/>
                        <a:pt x="166965" y="58350"/>
                      </a:cubicBezTo>
                      <a:cubicBezTo>
                        <a:pt x="196881" y="61070"/>
                        <a:pt x="229517" y="85547"/>
                        <a:pt x="229517" y="118183"/>
                      </a:cubicBezTo>
                      <a:lnTo>
                        <a:pt x="229517" y="118183"/>
                      </a:lnTo>
                      <a:lnTo>
                        <a:pt x="229517" y="164417"/>
                      </a:lnTo>
                      <a:lnTo>
                        <a:pt x="283910" y="164417"/>
                      </a:lnTo>
                      <a:cubicBezTo>
                        <a:pt x="292069" y="164417"/>
                        <a:pt x="308387" y="169856"/>
                        <a:pt x="308387" y="194333"/>
                      </a:cubicBezTo>
                      <a:cubicBezTo>
                        <a:pt x="308387" y="218810"/>
                        <a:pt x="292069" y="221530"/>
                        <a:pt x="281190" y="221530"/>
                      </a:cubicBezTo>
                      <a:lnTo>
                        <a:pt x="229517" y="221530"/>
                      </a:lnTo>
                      <a:lnTo>
                        <a:pt x="229517" y="365671"/>
                      </a:lnTo>
                      <a:cubicBezTo>
                        <a:pt x="226797" y="409186"/>
                        <a:pt x="267592" y="433663"/>
                        <a:pt x="311107" y="433663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33" name="Freeform: Shape 32">
                  <a:extLst>
                    <a:ext uri="{FF2B5EF4-FFF2-40B4-BE49-F238E27FC236}">
                      <a16:creationId xmlns:a16="http://schemas.microsoft.com/office/drawing/2014/main" id="{EA4A0A2E-F268-31BC-BA1B-9A87A4CD8036}"/>
                    </a:ext>
                  </a:extLst>
                </p:cNvPr>
                <p:cNvSpPr/>
                <p:nvPr/>
              </p:nvSpPr>
              <p:spPr>
                <a:xfrm>
                  <a:off x="7090329" y="3338014"/>
                  <a:ext cx="353556" cy="543931"/>
                </a:xfrm>
                <a:custGeom>
                  <a:avLst/>
                  <a:gdLst>
                    <a:gd name="connsiteX0" fmla="*/ 311107 w 353555"/>
                    <a:gd name="connsiteY0" fmla="*/ 433663 h 543931"/>
                    <a:gd name="connsiteX1" fmla="*/ 215919 w 353555"/>
                    <a:gd name="connsiteY1" fmla="*/ 501654 h 543931"/>
                    <a:gd name="connsiteX2" fmla="*/ 98973 w 353555"/>
                    <a:gd name="connsiteY2" fmla="*/ 392868 h 543931"/>
                    <a:gd name="connsiteX3" fmla="*/ 98973 w 353555"/>
                    <a:gd name="connsiteY3" fmla="*/ 221530 h 543931"/>
                    <a:gd name="connsiteX4" fmla="*/ 82655 w 353555"/>
                    <a:gd name="connsiteY4" fmla="*/ 221530 h 543931"/>
                    <a:gd name="connsiteX5" fmla="*/ 58178 w 353555"/>
                    <a:gd name="connsiteY5" fmla="*/ 191614 h 543931"/>
                    <a:gd name="connsiteX6" fmla="*/ 85375 w 353555"/>
                    <a:gd name="connsiteY6" fmla="*/ 164417 h 543931"/>
                    <a:gd name="connsiteX7" fmla="*/ 101693 w 353555"/>
                    <a:gd name="connsiteY7" fmla="*/ 164417 h 543931"/>
                    <a:gd name="connsiteX8" fmla="*/ 101693 w 353555"/>
                    <a:gd name="connsiteY8" fmla="*/ 118183 h 543931"/>
                    <a:gd name="connsiteX9" fmla="*/ 166965 w 353555"/>
                    <a:gd name="connsiteY9" fmla="*/ 58350 h 543931"/>
                    <a:gd name="connsiteX10" fmla="*/ 229517 w 353555"/>
                    <a:gd name="connsiteY10" fmla="*/ 118183 h 543931"/>
                    <a:gd name="connsiteX11" fmla="*/ 229517 w 353555"/>
                    <a:gd name="connsiteY11" fmla="*/ 118183 h 543931"/>
                    <a:gd name="connsiteX12" fmla="*/ 229517 w 353555"/>
                    <a:gd name="connsiteY12" fmla="*/ 164417 h 543931"/>
                    <a:gd name="connsiteX13" fmla="*/ 283910 w 353555"/>
                    <a:gd name="connsiteY13" fmla="*/ 164417 h 543931"/>
                    <a:gd name="connsiteX14" fmla="*/ 308387 w 353555"/>
                    <a:gd name="connsiteY14" fmla="*/ 194333 h 543931"/>
                    <a:gd name="connsiteX15" fmla="*/ 281190 w 353555"/>
                    <a:gd name="connsiteY15" fmla="*/ 221530 h 543931"/>
                    <a:gd name="connsiteX16" fmla="*/ 229517 w 353555"/>
                    <a:gd name="connsiteY16" fmla="*/ 221530 h 543931"/>
                    <a:gd name="connsiteX17" fmla="*/ 229517 w 353555"/>
                    <a:gd name="connsiteY17" fmla="*/ 365671 h 543931"/>
                    <a:gd name="connsiteX18" fmla="*/ 311107 w 353555"/>
                    <a:gd name="connsiteY18" fmla="*/ 433663 h 5439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353555" h="543931">
                      <a:moveTo>
                        <a:pt x="311107" y="433663"/>
                      </a:moveTo>
                      <a:cubicBezTo>
                        <a:pt x="311107" y="433663"/>
                        <a:pt x="278471" y="501654"/>
                        <a:pt x="215919" y="501654"/>
                      </a:cubicBezTo>
                      <a:cubicBezTo>
                        <a:pt x="164245" y="501654"/>
                        <a:pt x="101693" y="458140"/>
                        <a:pt x="98973" y="392868"/>
                      </a:cubicBezTo>
                      <a:cubicBezTo>
                        <a:pt x="98973" y="392868"/>
                        <a:pt x="98973" y="297680"/>
                        <a:pt x="98973" y="221530"/>
                      </a:cubicBezTo>
                      <a:lnTo>
                        <a:pt x="82655" y="221530"/>
                      </a:lnTo>
                      <a:cubicBezTo>
                        <a:pt x="74496" y="221530"/>
                        <a:pt x="58178" y="216090"/>
                        <a:pt x="58178" y="191614"/>
                      </a:cubicBezTo>
                      <a:cubicBezTo>
                        <a:pt x="58178" y="167137"/>
                        <a:pt x="77216" y="164417"/>
                        <a:pt x="85375" y="164417"/>
                      </a:cubicBezTo>
                      <a:lnTo>
                        <a:pt x="101693" y="164417"/>
                      </a:lnTo>
                      <a:cubicBezTo>
                        <a:pt x="101693" y="137220"/>
                        <a:pt x="101693" y="118183"/>
                        <a:pt x="101693" y="118183"/>
                      </a:cubicBezTo>
                      <a:cubicBezTo>
                        <a:pt x="104412" y="85547"/>
                        <a:pt x="134329" y="55631"/>
                        <a:pt x="166965" y="58350"/>
                      </a:cubicBezTo>
                      <a:cubicBezTo>
                        <a:pt x="196881" y="61070"/>
                        <a:pt x="229517" y="85547"/>
                        <a:pt x="229517" y="118183"/>
                      </a:cubicBezTo>
                      <a:lnTo>
                        <a:pt x="229517" y="118183"/>
                      </a:lnTo>
                      <a:lnTo>
                        <a:pt x="229517" y="164417"/>
                      </a:lnTo>
                      <a:lnTo>
                        <a:pt x="283910" y="164417"/>
                      </a:lnTo>
                      <a:cubicBezTo>
                        <a:pt x="292069" y="164417"/>
                        <a:pt x="308387" y="169856"/>
                        <a:pt x="308387" y="194333"/>
                      </a:cubicBezTo>
                      <a:cubicBezTo>
                        <a:pt x="308387" y="218810"/>
                        <a:pt x="292069" y="221530"/>
                        <a:pt x="281190" y="221530"/>
                      </a:cubicBezTo>
                      <a:lnTo>
                        <a:pt x="229517" y="221530"/>
                      </a:lnTo>
                      <a:lnTo>
                        <a:pt x="229517" y="365671"/>
                      </a:lnTo>
                      <a:cubicBezTo>
                        <a:pt x="229517" y="409186"/>
                        <a:pt x="270312" y="433663"/>
                        <a:pt x="311107" y="433663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34" name="Freeform: Shape 33">
                  <a:extLst>
                    <a:ext uri="{FF2B5EF4-FFF2-40B4-BE49-F238E27FC236}">
                      <a16:creationId xmlns:a16="http://schemas.microsoft.com/office/drawing/2014/main" id="{FE9BD43D-6314-623F-F00C-2DBE8368F4EF}"/>
                    </a:ext>
                  </a:extLst>
                </p:cNvPr>
                <p:cNvSpPr/>
                <p:nvPr/>
              </p:nvSpPr>
              <p:spPr>
                <a:xfrm>
                  <a:off x="2080719" y="4178559"/>
                  <a:ext cx="462342" cy="788700"/>
                </a:xfrm>
                <a:custGeom>
                  <a:avLst/>
                  <a:gdLst>
                    <a:gd name="connsiteX0" fmla="*/ 403575 w 462341"/>
                    <a:gd name="connsiteY0" fmla="*/ 583072 h 788699"/>
                    <a:gd name="connsiteX1" fmla="*/ 406295 w 462341"/>
                    <a:gd name="connsiteY1" fmla="*/ 596670 h 788699"/>
                    <a:gd name="connsiteX2" fmla="*/ 400855 w 462341"/>
                    <a:gd name="connsiteY2" fmla="*/ 610268 h 788699"/>
                    <a:gd name="connsiteX3" fmla="*/ 389977 w 462341"/>
                    <a:gd name="connsiteY3" fmla="*/ 626586 h 788699"/>
                    <a:gd name="connsiteX4" fmla="*/ 354621 w 462341"/>
                    <a:gd name="connsiteY4" fmla="*/ 675540 h 788699"/>
                    <a:gd name="connsiteX5" fmla="*/ 327424 w 462341"/>
                    <a:gd name="connsiteY5" fmla="*/ 691858 h 788699"/>
                    <a:gd name="connsiteX6" fmla="*/ 292069 w 462341"/>
                    <a:gd name="connsiteY6" fmla="*/ 713615 h 788699"/>
                    <a:gd name="connsiteX7" fmla="*/ 251274 w 462341"/>
                    <a:gd name="connsiteY7" fmla="*/ 724494 h 788699"/>
                    <a:gd name="connsiteX8" fmla="*/ 221358 w 462341"/>
                    <a:gd name="connsiteY8" fmla="*/ 721774 h 788699"/>
                    <a:gd name="connsiteX9" fmla="*/ 191442 w 462341"/>
                    <a:gd name="connsiteY9" fmla="*/ 721774 h 788699"/>
                    <a:gd name="connsiteX10" fmla="*/ 153366 w 462341"/>
                    <a:gd name="connsiteY10" fmla="*/ 713615 h 788699"/>
                    <a:gd name="connsiteX11" fmla="*/ 104412 w 462341"/>
                    <a:gd name="connsiteY11" fmla="*/ 675540 h 788699"/>
                    <a:gd name="connsiteX12" fmla="*/ 104412 w 462341"/>
                    <a:gd name="connsiteY12" fmla="*/ 689138 h 788699"/>
                    <a:gd name="connsiteX13" fmla="*/ 101693 w 462341"/>
                    <a:gd name="connsiteY13" fmla="*/ 710895 h 788699"/>
                    <a:gd name="connsiteX14" fmla="*/ 85375 w 462341"/>
                    <a:gd name="connsiteY14" fmla="*/ 732653 h 788699"/>
                    <a:gd name="connsiteX15" fmla="*/ 69057 w 462341"/>
                    <a:gd name="connsiteY15" fmla="*/ 727214 h 788699"/>
                    <a:gd name="connsiteX16" fmla="*/ 60898 w 462341"/>
                    <a:gd name="connsiteY16" fmla="*/ 710895 h 788699"/>
                    <a:gd name="connsiteX17" fmla="*/ 58178 w 462341"/>
                    <a:gd name="connsiteY17" fmla="*/ 691858 h 788699"/>
                    <a:gd name="connsiteX18" fmla="*/ 60898 w 462341"/>
                    <a:gd name="connsiteY18" fmla="*/ 664661 h 788699"/>
                    <a:gd name="connsiteX19" fmla="*/ 60898 w 462341"/>
                    <a:gd name="connsiteY19" fmla="*/ 607549 h 788699"/>
                    <a:gd name="connsiteX20" fmla="*/ 63618 w 462341"/>
                    <a:gd name="connsiteY20" fmla="*/ 528679 h 788699"/>
                    <a:gd name="connsiteX21" fmla="*/ 69057 w 462341"/>
                    <a:gd name="connsiteY21" fmla="*/ 504202 h 788699"/>
                    <a:gd name="connsiteX22" fmla="*/ 74496 w 462341"/>
                    <a:gd name="connsiteY22" fmla="*/ 493323 h 788699"/>
                    <a:gd name="connsiteX23" fmla="*/ 82655 w 462341"/>
                    <a:gd name="connsiteY23" fmla="*/ 487884 h 788699"/>
                    <a:gd name="connsiteX24" fmla="*/ 90814 w 462341"/>
                    <a:gd name="connsiteY24" fmla="*/ 493323 h 788699"/>
                    <a:gd name="connsiteX25" fmla="*/ 98973 w 462341"/>
                    <a:gd name="connsiteY25" fmla="*/ 512361 h 788699"/>
                    <a:gd name="connsiteX26" fmla="*/ 101693 w 462341"/>
                    <a:gd name="connsiteY26" fmla="*/ 555875 h 788699"/>
                    <a:gd name="connsiteX27" fmla="*/ 101693 w 462341"/>
                    <a:gd name="connsiteY27" fmla="*/ 596670 h 788699"/>
                    <a:gd name="connsiteX28" fmla="*/ 109852 w 462341"/>
                    <a:gd name="connsiteY28" fmla="*/ 626586 h 788699"/>
                    <a:gd name="connsiteX29" fmla="*/ 128889 w 462341"/>
                    <a:gd name="connsiteY29" fmla="*/ 651063 h 788699"/>
                    <a:gd name="connsiteX30" fmla="*/ 153366 w 462341"/>
                    <a:gd name="connsiteY30" fmla="*/ 670101 h 788699"/>
                    <a:gd name="connsiteX31" fmla="*/ 196881 w 462341"/>
                    <a:gd name="connsiteY31" fmla="*/ 678260 h 788699"/>
                    <a:gd name="connsiteX32" fmla="*/ 221358 w 462341"/>
                    <a:gd name="connsiteY32" fmla="*/ 667381 h 788699"/>
                    <a:gd name="connsiteX33" fmla="*/ 253994 w 462341"/>
                    <a:gd name="connsiteY33" fmla="*/ 659222 h 788699"/>
                    <a:gd name="connsiteX34" fmla="*/ 275751 w 462341"/>
                    <a:gd name="connsiteY34" fmla="*/ 637465 h 788699"/>
                    <a:gd name="connsiteX35" fmla="*/ 281190 w 462341"/>
                    <a:gd name="connsiteY35" fmla="*/ 615708 h 788699"/>
                    <a:gd name="connsiteX36" fmla="*/ 278471 w 462341"/>
                    <a:gd name="connsiteY36" fmla="*/ 602109 h 788699"/>
                    <a:gd name="connsiteX37" fmla="*/ 262153 w 462341"/>
                    <a:gd name="connsiteY37" fmla="*/ 572193 h 788699"/>
                    <a:gd name="connsiteX38" fmla="*/ 245835 w 462341"/>
                    <a:gd name="connsiteY38" fmla="*/ 536838 h 788699"/>
                    <a:gd name="connsiteX39" fmla="*/ 196881 w 462341"/>
                    <a:gd name="connsiteY39" fmla="*/ 477005 h 788699"/>
                    <a:gd name="connsiteX40" fmla="*/ 145207 w 462341"/>
                    <a:gd name="connsiteY40" fmla="*/ 419892 h 788699"/>
                    <a:gd name="connsiteX41" fmla="*/ 93534 w 462341"/>
                    <a:gd name="connsiteY41" fmla="*/ 357340 h 788699"/>
                    <a:gd name="connsiteX42" fmla="*/ 66337 w 462341"/>
                    <a:gd name="connsiteY42" fmla="*/ 283910 h 788699"/>
                    <a:gd name="connsiteX43" fmla="*/ 58178 w 462341"/>
                    <a:gd name="connsiteY43" fmla="*/ 224077 h 788699"/>
                    <a:gd name="connsiteX44" fmla="*/ 82655 w 462341"/>
                    <a:gd name="connsiteY44" fmla="*/ 150647 h 788699"/>
                    <a:gd name="connsiteX45" fmla="*/ 137048 w 462341"/>
                    <a:gd name="connsiteY45" fmla="*/ 96253 h 788699"/>
                    <a:gd name="connsiteX46" fmla="*/ 196881 w 462341"/>
                    <a:gd name="connsiteY46" fmla="*/ 77216 h 788699"/>
                    <a:gd name="connsiteX47" fmla="*/ 232236 w 462341"/>
                    <a:gd name="connsiteY47" fmla="*/ 69057 h 788699"/>
                    <a:gd name="connsiteX48" fmla="*/ 262153 w 462341"/>
                    <a:gd name="connsiteY48" fmla="*/ 74496 h 788699"/>
                    <a:gd name="connsiteX49" fmla="*/ 294789 w 462341"/>
                    <a:gd name="connsiteY49" fmla="*/ 85375 h 788699"/>
                    <a:gd name="connsiteX50" fmla="*/ 327424 w 462341"/>
                    <a:gd name="connsiteY50" fmla="*/ 104412 h 788699"/>
                    <a:gd name="connsiteX51" fmla="*/ 332864 w 462341"/>
                    <a:gd name="connsiteY51" fmla="*/ 74496 h 788699"/>
                    <a:gd name="connsiteX52" fmla="*/ 338303 w 462341"/>
                    <a:gd name="connsiteY52" fmla="*/ 63618 h 788699"/>
                    <a:gd name="connsiteX53" fmla="*/ 349182 w 462341"/>
                    <a:gd name="connsiteY53" fmla="*/ 58178 h 788699"/>
                    <a:gd name="connsiteX54" fmla="*/ 357341 w 462341"/>
                    <a:gd name="connsiteY54" fmla="*/ 63618 h 788699"/>
                    <a:gd name="connsiteX55" fmla="*/ 365500 w 462341"/>
                    <a:gd name="connsiteY55" fmla="*/ 82655 h 788699"/>
                    <a:gd name="connsiteX56" fmla="*/ 368219 w 462341"/>
                    <a:gd name="connsiteY56" fmla="*/ 142488 h 788699"/>
                    <a:gd name="connsiteX57" fmla="*/ 368219 w 462341"/>
                    <a:gd name="connsiteY57" fmla="*/ 188722 h 788699"/>
                    <a:gd name="connsiteX58" fmla="*/ 370939 w 462341"/>
                    <a:gd name="connsiteY58" fmla="*/ 245834 h 788699"/>
                    <a:gd name="connsiteX59" fmla="*/ 354621 w 462341"/>
                    <a:gd name="connsiteY59" fmla="*/ 286629 h 788699"/>
                    <a:gd name="connsiteX60" fmla="*/ 338303 w 462341"/>
                    <a:gd name="connsiteY60" fmla="*/ 281190 h 788699"/>
                    <a:gd name="connsiteX61" fmla="*/ 330144 w 462341"/>
                    <a:gd name="connsiteY61" fmla="*/ 264872 h 788699"/>
                    <a:gd name="connsiteX62" fmla="*/ 327424 w 462341"/>
                    <a:gd name="connsiteY62" fmla="*/ 248554 h 788699"/>
                    <a:gd name="connsiteX63" fmla="*/ 330144 w 462341"/>
                    <a:gd name="connsiteY63" fmla="*/ 221357 h 788699"/>
                    <a:gd name="connsiteX64" fmla="*/ 330144 w 462341"/>
                    <a:gd name="connsiteY64" fmla="*/ 188722 h 788699"/>
                    <a:gd name="connsiteX65" fmla="*/ 327424 w 462341"/>
                    <a:gd name="connsiteY65" fmla="*/ 164245 h 788699"/>
                    <a:gd name="connsiteX66" fmla="*/ 311107 w 462341"/>
                    <a:gd name="connsiteY66" fmla="*/ 134329 h 788699"/>
                    <a:gd name="connsiteX67" fmla="*/ 283910 w 462341"/>
                    <a:gd name="connsiteY67" fmla="*/ 118011 h 788699"/>
                    <a:gd name="connsiteX68" fmla="*/ 251274 w 462341"/>
                    <a:gd name="connsiteY68" fmla="*/ 112571 h 788699"/>
                    <a:gd name="connsiteX69" fmla="*/ 215918 w 462341"/>
                    <a:gd name="connsiteY69" fmla="*/ 123450 h 788699"/>
                    <a:gd name="connsiteX70" fmla="*/ 202320 w 462341"/>
                    <a:gd name="connsiteY70" fmla="*/ 147927 h 788699"/>
                    <a:gd name="connsiteX71" fmla="*/ 188722 w 462341"/>
                    <a:gd name="connsiteY71" fmla="*/ 180563 h 788699"/>
                    <a:gd name="connsiteX72" fmla="*/ 183283 w 462341"/>
                    <a:gd name="connsiteY72" fmla="*/ 210479 h 788699"/>
                    <a:gd name="connsiteX73" fmla="*/ 188722 w 462341"/>
                    <a:gd name="connsiteY73" fmla="*/ 226797 h 788699"/>
                    <a:gd name="connsiteX74" fmla="*/ 188722 w 462341"/>
                    <a:gd name="connsiteY74" fmla="*/ 248554 h 788699"/>
                    <a:gd name="connsiteX75" fmla="*/ 210479 w 462341"/>
                    <a:gd name="connsiteY75" fmla="*/ 273031 h 788699"/>
                    <a:gd name="connsiteX76" fmla="*/ 226797 w 462341"/>
                    <a:gd name="connsiteY76" fmla="*/ 300228 h 788699"/>
                    <a:gd name="connsiteX77" fmla="*/ 256713 w 462341"/>
                    <a:gd name="connsiteY77" fmla="*/ 332864 h 788699"/>
                    <a:gd name="connsiteX78" fmla="*/ 275751 w 462341"/>
                    <a:gd name="connsiteY78" fmla="*/ 351901 h 788699"/>
                    <a:gd name="connsiteX79" fmla="*/ 324705 w 462341"/>
                    <a:gd name="connsiteY79" fmla="*/ 400855 h 788699"/>
                    <a:gd name="connsiteX80" fmla="*/ 343742 w 462341"/>
                    <a:gd name="connsiteY80" fmla="*/ 428051 h 788699"/>
                    <a:gd name="connsiteX81" fmla="*/ 351901 w 462341"/>
                    <a:gd name="connsiteY81" fmla="*/ 433491 h 788699"/>
                    <a:gd name="connsiteX82" fmla="*/ 360060 w 462341"/>
                    <a:gd name="connsiteY82" fmla="*/ 447089 h 788699"/>
                    <a:gd name="connsiteX83" fmla="*/ 384537 w 462341"/>
                    <a:gd name="connsiteY83" fmla="*/ 474286 h 788699"/>
                    <a:gd name="connsiteX84" fmla="*/ 395416 w 462341"/>
                    <a:gd name="connsiteY84" fmla="*/ 506921 h 788699"/>
                    <a:gd name="connsiteX85" fmla="*/ 406295 w 462341"/>
                    <a:gd name="connsiteY85" fmla="*/ 536838 h 788699"/>
                    <a:gd name="connsiteX86" fmla="*/ 409014 w 462341"/>
                    <a:gd name="connsiteY86" fmla="*/ 547716 h 788699"/>
                    <a:gd name="connsiteX87" fmla="*/ 406295 w 462341"/>
                    <a:gd name="connsiteY87" fmla="*/ 569473 h 788699"/>
                    <a:gd name="connsiteX88" fmla="*/ 403575 w 462341"/>
                    <a:gd name="connsiteY88" fmla="*/ 583072 h 788699"/>
                    <a:gd name="connsiteX89" fmla="*/ 403575 w 462341"/>
                    <a:gd name="connsiteY89" fmla="*/ 583072 h 788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</a:cxnLst>
                  <a:rect l="l" t="t" r="r" b="b"/>
                  <a:pathLst>
                    <a:path w="462341" h="788699">
                      <a:moveTo>
                        <a:pt x="403575" y="583072"/>
                      </a:moveTo>
                      <a:cubicBezTo>
                        <a:pt x="403575" y="588511"/>
                        <a:pt x="406295" y="591231"/>
                        <a:pt x="406295" y="596670"/>
                      </a:cubicBezTo>
                      <a:cubicBezTo>
                        <a:pt x="406295" y="602109"/>
                        <a:pt x="403575" y="604829"/>
                        <a:pt x="400855" y="610268"/>
                      </a:cubicBezTo>
                      <a:cubicBezTo>
                        <a:pt x="398136" y="615708"/>
                        <a:pt x="392696" y="621147"/>
                        <a:pt x="389977" y="626586"/>
                      </a:cubicBezTo>
                      <a:cubicBezTo>
                        <a:pt x="381818" y="645624"/>
                        <a:pt x="368219" y="661942"/>
                        <a:pt x="354621" y="675540"/>
                      </a:cubicBezTo>
                      <a:cubicBezTo>
                        <a:pt x="346462" y="683699"/>
                        <a:pt x="338303" y="686419"/>
                        <a:pt x="327424" y="691858"/>
                      </a:cubicBezTo>
                      <a:cubicBezTo>
                        <a:pt x="316546" y="700017"/>
                        <a:pt x="302948" y="708176"/>
                        <a:pt x="292069" y="713615"/>
                      </a:cubicBezTo>
                      <a:cubicBezTo>
                        <a:pt x="281190" y="719054"/>
                        <a:pt x="264872" y="724494"/>
                        <a:pt x="251274" y="724494"/>
                      </a:cubicBezTo>
                      <a:cubicBezTo>
                        <a:pt x="240395" y="724494"/>
                        <a:pt x="229517" y="721774"/>
                        <a:pt x="221358" y="721774"/>
                      </a:cubicBezTo>
                      <a:cubicBezTo>
                        <a:pt x="213199" y="721774"/>
                        <a:pt x="202320" y="721774"/>
                        <a:pt x="191442" y="721774"/>
                      </a:cubicBezTo>
                      <a:cubicBezTo>
                        <a:pt x="172404" y="721774"/>
                        <a:pt x="172404" y="721774"/>
                        <a:pt x="153366" y="713615"/>
                      </a:cubicBezTo>
                      <a:cubicBezTo>
                        <a:pt x="134329" y="708176"/>
                        <a:pt x="118011" y="691858"/>
                        <a:pt x="104412" y="675540"/>
                      </a:cubicBezTo>
                      <a:cubicBezTo>
                        <a:pt x="104412" y="678260"/>
                        <a:pt x="104412" y="680979"/>
                        <a:pt x="104412" y="689138"/>
                      </a:cubicBezTo>
                      <a:cubicBezTo>
                        <a:pt x="104412" y="694578"/>
                        <a:pt x="104412" y="702737"/>
                        <a:pt x="101693" y="710895"/>
                      </a:cubicBezTo>
                      <a:cubicBezTo>
                        <a:pt x="101693" y="721774"/>
                        <a:pt x="96253" y="732653"/>
                        <a:pt x="85375" y="732653"/>
                      </a:cubicBezTo>
                      <a:cubicBezTo>
                        <a:pt x="77216" y="732653"/>
                        <a:pt x="74496" y="729933"/>
                        <a:pt x="69057" y="727214"/>
                      </a:cubicBezTo>
                      <a:cubicBezTo>
                        <a:pt x="63618" y="724494"/>
                        <a:pt x="60898" y="716335"/>
                        <a:pt x="60898" y="710895"/>
                      </a:cubicBezTo>
                      <a:cubicBezTo>
                        <a:pt x="58178" y="702737"/>
                        <a:pt x="58178" y="697297"/>
                        <a:pt x="58178" y="691858"/>
                      </a:cubicBezTo>
                      <a:cubicBezTo>
                        <a:pt x="58178" y="683699"/>
                        <a:pt x="60898" y="678260"/>
                        <a:pt x="60898" y="664661"/>
                      </a:cubicBezTo>
                      <a:cubicBezTo>
                        <a:pt x="60898" y="656502"/>
                        <a:pt x="60898" y="632026"/>
                        <a:pt x="60898" y="607549"/>
                      </a:cubicBezTo>
                      <a:cubicBezTo>
                        <a:pt x="60898" y="574913"/>
                        <a:pt x="60898" y="542277"/>
                        <a:pt x="63618" y="528679"/>
                      </a:cubicBezTo>
                      <a:cubicBezTo>
                        <a:pt x="63618" y="520520"/>
                        <a:pt x="63618" y="509641"/>
                        <a:pt x="69057" y="504202"/>
                      </a:cubicBezTo>
                      <a:cubicBezTo>
                        <a:pt x="71777" y="501482"/>
                        <a:pt x="71777" y="498762"/>
                        <a:pt x="74496" y="493323"/>
                      </a:cubicBezTo>
                      <a:cubicBezTo>
                        <a:pt x="77216" y="490603"/>
                        <a:pt x="79936" y="487884"/>
                        <a:pt x="82655" y="487884"/>
                      </a:cubicBezTo>
                      <a:cubicBezTo>
                        <a:pt x="85375" y="487884"/>
                        <a:pt x="90814" y="490603"/>
                        <a:pt x="90814" y="493323"/>
                      </a:cubicBezTo>
                      <a:cubicBezTo>
                        <a:pt x="93534" y="498762"/>
                        <a:pt x="98973" y="506921"/>
                        <a:pt x="98973" y="512361"/>
                      </a:cubicBezTo>
                      <a:cubicBezTo>
                        <a:pt x="98973" y="520520"/>
                        <a:pt x="101693" y="536838"/>
                        <a:pt x="101693" y="555875"/>
                      </a:cubicBezTo>
                      <a:cubicBezTo>
                        <a:pt x="101693" y="569473"/>
                        <a:pt x="101693" y="583072"/>
                        <a:pt x="101693" y="596670"/>
                      </a:cubicBezTo>
                      <a:cubicBezTo>
                        <a:pt x="101693" y="607549"/>
                        <a:pt x="104412" y="618427"/>
                        <a:pt x="109852" y="626586"/>
                      </a:cubicBezTo>
                      <a:cubicBezTo>
                        <a:pt x="115291" y="637465"/>
                        <a:pt x="123450" y="642904"/>
                        <a:pt x="128889" y="651063"/>
                      </a:cubicBezTo>
                      <a:cubicBezTo>
                        <a:pt x="137048" y="661942"/>
                        <a:pt x="139768" y="667381"/>
                        <a:pt x="153366" y="670101"/>
                      </a:cubicBezTo>
                      <a:cubicBezTo>
                        <a:pt x="161525" y="670101"/>
                        <a:pt x="183283" y="678260"/>
                        <a:pt x="196881" y="678260"/>
                      </a:cubicBezTo>
                      <a:cubicBezTo>
                        <a:pt x="207759" y="678260"/>
                        <a:pt x="210479" y="672820"/>
                        <a:pt x="221358" y="667381"/>
                      </a:cubicBezTo>
                      <a:cubicBezTo>
                        <a:pt x="232236" y="661942"/>
                        <a:pt x="245835" y="664661"/>
                        <a:pt x="253994" y="659222"/>
                      </a:cubicBezTo>
                      <a:cubicBezTo>
                        <a:pt x="262153" y="653783"/>
                        <a:pt x="273031" y="645624"/>
                        <a:pt x="275751" y="637465"/>
                      </a:cubicBezTo>
                      <a:cubicBezTo>
                        <a:pt x="281190" y="629306"/>
                        <a:pt x="281190" y="621147"/>
                        <a:pt x="281190" y="615708"/>
                      </a:cubicBezTo>
                      <a:cubicBezTo>
                        <a:pt x="281190" y="610268"/>
                        <a:pt x="281190" y="607549"/>
                        <a:pt x="278471" y="602109"/>
                      </a:cubicBezTo>
                      <a:cubicBezTo>
                        <a:pt x="275751" y="591231"/>
                        <a:pt x="267592" y="583072"/>
                        <a:pt x="262153" y="572193"/>
                      </a:cubicBezTo>
                      <a:cubicBezTo>
                        <a:pt x="256713" y="561314"/>
                        <a:pt x="253994" y="547716"/>
                        <a:pt x="245835" y="536838"/>
                      </a:cubicBezTo>
                      <a:cubicBezTo>
                        <a:pt x="232236" y="515080"/>
                        <a:pt x="213199" y="498762"/>
                        <a:pt x="196881" y="477005"/>
                      </a:cubicBezTo>
                      <a:cubicBezTo>
                        <a:pt x="180563" y="457968"/>
                        <a:pt x="164245" y="438930"/>
                        <a:pt x="145207" y="419892"/>
                      </a:cubicBezTo>
                      <a:cubicBezTo>
                        <a:pt x="126170" y="400855"/>
                        <a:pt x="109852" y="379098"/>
                        <a:pt x="93534" y="357340"/>
                      </a:cubicBezTo>
                      <a:cubicBezTo>
                        <a:pt x="77216" y="335583"/>
                        <a:pt x="71777" y="308387"/>
                        <a:pt x="66337" y="283910"/>
                      </a:cubicBezTo>
                      <a:cubicBezTo>
                        <a:pt x="63618" y="267592"/>
                        <a:pt x="58178" y="245834"/>
                        <a:pt x="58178" y="224077"/>
                      </a:cubicBezTo>
                      <a:cubicBezTo>
                        <a:pt x="58178" y="194161"/>
                        <a:pt x="69057" y="175123"/>
                        <a:pt x="82655" y="150647"/>
                      </a:cubicBezTo>
                      <a:cubicBezTo>
                        <a:pt x="96253" y="128889"/>
                        <a:pt x="115291" y="109852"/>
                        <a:pt x="137048" y="96253"/>
                      </a:cubicBezTo>
                      <a:cubicBezTo>
                        <a:pt x="158806" y="82655"/>
                        <a:pt x="172404" y="79936"/>
                        <a:pt x="196881" y="77216"/>
                      </a:cubicBezTo>
                      <a:cubicBezTo>
                        <a:pt x="210479" y="77216"/>
                        <a:pt x="215918" y="69057"/>
                        <a:pt x="232236" y="69057"/>
                      </a:cubicBezTo>
                      <a:cubicBezTo>
                        <a:pt x="243115" y="69057"/>
                        <a:pt x="251274" y="71776"/>
                        <a:pt x="262153" y="74496"/>
                      </a:cubicBezTo>
                      <a:cubicBezTo>
                        <a:pt x="273031" y="77216"/>
                        <a:pt x="283910" y="82655"/>
                        <a:pt x="294789" y="85375"/>
                      </a:cubicBezTo>
                      <a:cubicBezTo>
                        <a:pt x="308387" y="90814"/>
                        <a:pt x="319265" y="96253"/>
                        <a:pt x="327424" y="104412"/>
                      </a:cubicBezTo>
                      <a:cubicBezTo>
                        <a:pt x="327424" y="90814"/>
                        <a:pt x="327424" y="79936"/>
                        <a:pt x="332864" y="74496"/>
                      </a:cubicBezTo>
                      <a:cubicBezTo>
                        <a:pt x="335583" y="71776"/>
                        <a:pt x="335583" y="69057"/>
                        <a:pt x="338303" y="63618"/>
                      </a:cubicBezTo>
                      <a:cubicBezTo>
                        <a:pt x="341023" y="60898"/>
                        <a:pt x="346462" y="58178"/>
                        <a:pt x="349182" y="58178"/>
                      </a:cubicBezTo>
                      <a:cubicBezTo>
                        <a:pt x="351901" y="58178"/>
                        <a:pt x="357341" y="60898"/>
                        <a:pt x="357341" y="63618"/>
                      </a:cubicBezTo>
                      <a:cubicBezTo>
                        <a:pt x="360060" y="69057"/>
                        <a:pt x="365500" y="77216"/>
                        <a:pt x="365500" y="82655"/>
                      </a:cubicBezTo>
                      <a:cubicBezTo>
                        <a:pt x="365500" y="90814"/>
                        <a:pt x="368219" y="123450"/>
                        <a:pt x="368219" y="142488"/>
                      </a:cubicBezTo>
                      <a:cubicBezTo>
                        <a:pt x="368219" y="158806"/>
                        <a:pt x="368219" y="177843"/>
                        <a:pt x="368219" y="188722"/>
                      </a:cubicBezTo>
                      <a:cubicBezTo>
                        <a:pt x="368219" y="213199"/>
                        <a:pt x="370939" y="224077"/>
                        <a:pt x="370939" y="245834"/>
                      </a:cubicBezTo>
                      <a:cubicBezTo>
                        <a:pt x="370939" y="256713"/>
                        <a:pt x="370939" y="286629"/>
                        <a:pt x="354621" y="286629"/>
                      </a:cubicBezTo>
                      <a:cubicBezTo>
                        <a:pt x="346462" y="286629"/>
                        <a:pt x="343742" y="283910"/>
                        <a:pt x="338303" y="281190"/>
                      </a:cubicBezTo>
                      <a:cubicBezTo>
                        <a:pt x="332864" y="278470"/>
                        <a:pt x="330144" y="270311"/>
                        <a:pt x="330144" y="264872"/>
                      </a:cubicBezTo>
                      <a:cubicBezTo>
                        <a:pt x="327424" y="256713"/>
                        <a:pt x="327424" y="251274"/>
                        <a:pt x="327424" y="248554"/>
                      </a:cubicBezTo>
                      <a:cubicBezTo>
                        <a:pt x="327424" y="240395"/>
                        <a:pt x="330144" y="234956"/>
                        <a:pt x="330144" y="221357"/>
                      </a:cubicBezTo>
                      <a:cubicBezTo>
                        <a:pt x="330144" y="213199"/>
                        <a:pt x="330144" y="202320"/>
                        <a:pt x="330144" y="188722"/>
                      </a:cubicBezTo>
                      <a:cubicBezTo>
                        <a:pt x="330144" y="180563"/>
                        <a:pt x="327424" y="172404"/>
                        <a:pt x="327424" y="164245"/>
                      </a:cubicBezTo>
                      <a:cubicBezTo>
                        <a:pt x="324705" y="153366"/>
                        <a:pt x="319265" y="142488"/>
                        <a:pt x="311107" y="134329"/>
                      </a:cubicBezTo>
                      <a:cubicBezTo>
                        <a:pt x="302948" y="126170"/>
                        <a:pt x="294789" y="120730"/>
                        <a:pt x="283910" y="118011"/>
                      </a:cubicBezTo>
                      <a:cubicBezTo>
                        <a:pt x="275751" y="115291"/>
                        <a:pt x="262153" y="112571"/>
                        <a:pt x="251274" y="112571"/>
                      </a:cubicBezTo>
                      <a:cubicBezTo>
                        <a:pt x="237676" y="112571"/>
                        <a:pt x="224077" y="115291"/>
                        <a:pt x="215918" y="123450"/>
                      </a:cubicBezTo>
                      <a:cubicBezTo>
                        <a:pt x="207759" y="128889"/>
                        <a:pt x="205040" y="139768"/>
                        <a:pt x="202320" y="147927"/>
                      </a:cubicBezTo>
                      <a:cubicBezTo>
                        <a:pt x="196881" y="158806"/>
                        <a:pt x="191442" y="166964"/>
                        <a:pt x="188722" y="180563"/>
                      </a:cubicBezTo>
                      <a:cubicBezTo>
                        <a:pt x="186002" y="191441"/>
                        <a:pt x="183283" y="199600"/>
                        <a:pt x="183283" y="210479"/>
                      </a:cubicBezTo>
                      <a:cubicBezTo>
                        <a:pt x="183283" y="215918"/>
                        <a:pt x="186002" y="221357"/>
                        <a:pt x="188722" y="226797"/>
                      </a:cubicBezTo>
                      <a:cubicBezTo>
                        <a:pt x="191442" y="234956"/>
                        <a:pt x="188722" y="243115"/>
                        <a:pt x="188722" y="248554"/>
                      </a:cubicBezTo>
                      <a:cubicBezTo>
                        <a:pt x="191442" y="259433"/>
                        <a:pt x="202320" y="264872"/>
                        <a:pt x="210479" y="273031"/>
                      </a:cubicBezTo>
                      <a:cubicBezTo>
                        <a:pt x="218638" y="281190"/>
                        <a:pt x="221358" y="292069"/>
                        <a:pt x="226797" y="300228"/>
                      </a:cubicBezTo>
                      <a:cubicBezTo>
                        <a:pt x="234956" y="311106"/>
                        <a:pt x="245835" y="321985"/>
                        <a:pt x="256713" y="332864"/>
                      </a:cubicBezTo>
                      <a:cubicBezTo>
                        <a:pt x="259433" y="338303"/>
                        <a:pt x="267592" y="343742"/>
                        <a:pt x="275751" y="351901"/>
                      </a:cubicBezTo>
                      <a:cubicBezTo>
                        <a:pt x="292069" y="368219"/>
                        <a:pt x="311107" y="384537"/>
                        <a:pt x="324705" y="400855"/>
                      </a:cubicBezTo>
                      <a:cubicBezTo>
                        <a:pt x="332864" y="409014"/>
                        <a:pt x="335583" y="419892"/>
                        <a:pt x="343742" y="428051"/>
                      </a:cubicBezTo>
                      <a:cubicBezTo>
                        <a:pt x="346462" y="430771"/>
                        <a:pt x="349182" y="430771"/>
                        <a:pt x="351901" y="433491"/>
                      </a:cubicBezTo>
                      <a:cubicBezTo>
                        <a:pt x="354621" y="436210"/>
                        <a:pt x="357341" y="441650"/>
                        <a:pt x="360060" y="447089"/>
                      </a:cubicBezTo>
                      <a:cubicBezTo>
                        <a:pt x="368219" y="455248"/>
                        <a:pt x="376378" y="463407"/>
                        <a:pt x="384537" y="474286"/>
                      </a:cubicBezTo>
                      <a:cubicBezTo>
                        <a:pt x="389977" y="482445"/>
                        <a:pt x="392696" y="496043"/>
                        <a:pt x="395416" y="506921"/>
                      </a:cubicBezTo>
                      <a:cubicBezTo>
                        <a:pt x="400855" y="517800"/>
                        <a:pt x="400855" y="528679"/>
                        <a:pt x="406295" y="536838"/>
                      </a:cubicBezTo>
                      <a:cubicBezTo>
                        <a:pt x="409014" y="539557"/>
                        <a:pt x="409014" y="544997"/>
                        <a:pt x="409014" y="547716"/>
                      </a:cubicBezTo>
                      <a:cubicBezTo>
                        <a:pt x="409014" y="555875"/>
                        <a:pt x="406295" y="561314"/>
                        <a:pt x="406295" y="569473"/>
                      </a:cubicBezTo>
                      <a:cubicBezTo>
                        <a:pt x="406295" y="574913"/>
                        <a:pt x="403575" y="577632"/>
                        <a:pt x="403575" y="583072"/>
                      </a:cubicBezTo>
                      <a:lnTo>
                        <a:pt x="403575" y="583072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35" name="Freeform: Shape 34">
                  <a:extLst>
                    <a:ext uri="{FF2B5EF4-FFF2-40B4-BE49-F238E27FC236}">
                      <a16:creationId xmlns:a16="http://schemas.microsoft.com/office/drawing/2014/main" id="{D692EB93-A94C-C9CE-A8AA-69E89AD3B44E}"/>
                    </a:ext>
                  </a:extLst>
                </p:cNvPr>
                <p:cNvSpPr/>
                <p:nvPr/>
              </p:nvSpPr>
              <p:spPr>
                <a:xfrm>
                  <a:off x="2456032" y="4192158"/>
                  <a:ext cx="571128" cy="761503"/>
                </a:xfrm>
                <a:custGeom>
                  <a:avLst/>
                  <a:gdLst>
                    <a:gd name="connsiteX0" fmla="*/ 512361 w 571128"/>
                    <a:gd name="connsiteY0" fmla="*/ 79936 h 761503"/>
                    <a:gd name="connsiteX1" fmla="*/ 539558 w 571128"/>
                    <a:gd name="connsiteY1" fmla="*/ 96253 h 761503"/>
                    <a:gd name="connsiteX2" fmla="*/ 534118 w 571128"/>
                    <a:gd name="connsiteY2" fmla="*/ 112571 h 761503"/>
                    <a:gd name="connsiteX3" fmla="*/ 523240 w 571128"/>
                    <a:gd name="connsiteY3" fmla="*/ 120730 h 761503"/>
                    <a:gd name="connsiteX4" fmla="*/ 506922 w 571128"/>
                    <a:gd name="connsiteY4" fmla="*/ 123450 h 761503"/>
                    <a:gd name="connsiteX5" fmla="*/ 477006 w 571128"/>
                    <a:gd name="connsiteY5" fmla="*/ 123450 h 761503"/>
                    <a:gd name="connsiteX6" fmla="*/ 479725 w 571128"/>
                    <a:gd name="connsiteY6" fmla="*/ 145207 h 761503"/>
                    <a:gd name="connsiteX7" fmla="*/ 477006 w 571128"/>
                    <a:gd name="connsiteY7" fmla="*/ 180563 h 761503"/>
                    <a:gd name="connsiteX8" fmla="*/ 482445 w 571128"/>
                    <a:gd name="connsiteY8" fmla="*/ 232236 h 761503"/>
                    <a:gd name="connsiteX9" fmla="*/ 485165 w 571128"/>
                    <a:gd name="connsiteY9" fmla="*/ 283910 h 761503"/>
                    <a:gd name="connsiteX10" fmla="*/ 485165 w 571128"/>
                    <a:gd name="connsiteY10" fmla="*/ 327424 h 761503"/>
                    <a:gd name="connsiteX11" fmla="*/ 487884 w 571128"/>
                    <a:gd name="connsiteY11" fmla="*/ 373658 h 761503"/>
                    <a:gd name="connsiteX12" fmla="*/ 485165 w 571128"/>
                    <a:gd name="connsiteY12" fmla="*/ 419892 h 761503"/>
                    <a:gd name="connsiteX13" fmla="*/ 485165 w 571128"/>
                    <a:gd name="connsiteY13" fmla="*/ 463407 h 761503"/>
                    <a:gd name="connsiteX14" fmla="*/ 482445 w 571128"/>
                    <a:gd name="connsiteY14" fmla="*/ 515080 h 761503"/>
                    <a:gd name="connsiteX15" fmla="*/ 482445 w 571128"/>
                    <a:gd name="connsiteY15" fmla="*/ 558595 h 761503"/>
                    <a:gd name="connsiteX16" fmla="*/ 479725 w 571128"/>
                    <a:gd name="connsiteY16" fmla="*/ 602109 h 761503"/>
                    <a:gd name="connsiteX17" fmla="*/ 485165 w 571128"/>
                    <a:gd name="connsiteY17" fmla="*/ 648343 h 761503"/>
                    <a:gd name="connsiteX18" fmla="*/ 474286 w 571128"/>
                    <a:gd name="connsiteY18" fmla="*/ 675540 h 761503"/>
                    <a:gd name="connsiteX19" fmla="*/ 428052 w 571128"/>
                    <a:gd name="connsiteY19" fmla="*/ 691858 h 761503"/>
                    <a:gd name="connsiteX20" fmla="*/ 387257 w 571128"/>
                    <a:gd name="connsiteY20" fmla="*/ 683699 h 761503"/>
                    <a:gd name="connsiteX21" fmla="*/ 351901 w 571128"/>
                    <a:gd name="connsiteY21" fmla="*/ 664661 h 761503"/>
                    <a:gd name="connsiteX22" fmla="*/ 305667 w 571128"/>
                    <a:gd name="connsiteY22" fmla="*/ 596670 h 761503"/>
                    <a:gd name="connsiteX23" fmla="*/ 270312 w 571128"/>
                    <a:gd name="connsiteY23" fmla="*/ 509641 h 761503"/>
                    <a:gd name="connsiteX24" fmla="*/ 251274 w 571128"/>
                    <a:gd name="connsiteY24" fmla="*/ 460687 h 761503"/>
                    <a:gd name="connsiteX25" fmla="*/ 224077 w 571128"/>
                    <a:gd name="connsiteY25" fmla="*/ 381817 h 761503"/>
                    <a:gd name="connsiteX26" fmla="*/ 207759 w 571128"/>
                    <a:gd name="connsiteY26" fmla="*/ 330144 h 761503"/>
                    <a:gd name="connsiteX27" fmla="*/ 191442 w 571128"/>
                    <a:gd name="connsiteY27" fmla="*/ 286629 h 761503"/>
                    <a:gd name="connsiteX28" fmla="*/ 183283 w 571128"/>
                    <a:gd name="connsiteY28" fmla="*/ 278470 h 761503"/>
                    <a:gd name="connsiteX29" fmla="*/ 180563 w 571128"/>
                    <a:gd name="connsiteY29" fmla="*/ 292069 h 761503"/>
                    <a:gd name="connsiteX30" fmla="*/ 180563 w 571128"/>
                    <a:gd name="connsiteY30" fmla="*/ 305667 h 761503"/>
                    <a:gd name="connsiteX31" fmla="*/ 183283 w 571128"/>
                    <a:gd name="connsiteY31" fmla="*/ 354621 h 761503"/>
                    <a:gd name="connsiteX32" fmla="*/ 188722 w 571128"/>
                    <a:gd name="connsiteY32" fmla="*/ 449809 h 761503"/>
                    <a:gd name="connsiteX33" fmla="*/ 188722 w 571128"/>
                    <a:gd name="connsiteY33" fmla="*/ 479725 h 761503"/>
                    <a:gd name="connsiteX34" fmla="*/ 188722 w 571128"/>
                    <a:gd name="connsiteY34" fmla="*/ 542277 h 761503"/>
                    <a:gd name="connsiteX35" fmla="*/ 186002 w 571128"/>
                    <a:gd name="connsiteY35" fmla="*/ 615708 h 761503"/>
                    <a:gd name="connsiteX36" fmla="*/ 186002 w 571128"/>
                    <a:gd name="connsiteY36" fmla="*/ 637465 h 761503"/>
                    <a:gd name="connsiteX37" fmla="*/ 183283 w 571128"/>
                    <a:gd name="connsiteY37" fmla="*/ 664661 h 761503"/>
                    <a:gd name="connsiteX38" fmla="*/ 226797 w 571128"/>
                    <a:gd name="connsiteY38" fmla="*/ 664661 h 761503"/>
                    <a:gd name="connsiteX39" fmla="*/ 253994 w 571128"/>
                    <a:gd name="connsiteY39" fmla="*/ 680979 h 761503"/>
                    <a:gd name="connsiteX40" fmla="*/ 248554 w 571128"/>
                    <a:gd name="connsiteY40" fmla="*/ 697297 h 761503"/>
                    <a:gd name="connsiteX41" fmla="*/ 234956 w 571128"/>
                    <a:gd name="connsiteY41" fmla="*/ 705456 h 761503"/>
                    <a:gd name="connsiteX42" fmla="*/ 218638 w 571128"/>
                    <a:gd name="connsiteY42" fmla="*/ 708176 h 761503"/>
                    <a:gd name="connsiteX43" fmla="*/ 183283 w 571128"/>
                    <a:gd name="connsiteY43" fmla="*/ 708176 h 761503"/>
                    <a:gd name="connsiteX44" fmla="*/ 150647 w 571128"/>
                    <a:gd name="connsiteY44" fmla="*/ 708176 h 761503"/>
                    <a:gd name="connsiteX45" fmla="*/ 107132 w 571128"/>
                    <a:gd name="connsiteY45" fmla="*/ 708176 h 761503"/>
                    <a:gd name="connsiteX46" fmla="*/ 88094 w 571128"/>
                    <a:gd name="connsiteY46" fmla="*/ 708176 h 761503"/>
                    <a:gd name="connsiteX47" fmla="*/ 69057 w 571128"/>
                    <a:gd name="connsiteY47" fmla="*/ 702737 h 761503"/>
                    <a:gd name="connsiteX48" fmla="*/ 58178 w 571128"/>
                    <a:gd name="connsiteY48" fmla="*/ 686419 h 761503"/>
                    <a:gd name="connsiteX49" fmla="*/ 60898 w 571128"/>
                    <a:gd name="connsiteY49" fmla="*/ 678260 h 761503"/>
                    <a:gd name="connsiteX50" fmla="*/ 77216 w 571128"/>
                    <a:gd name="connsiteY50" fmla="*/ 670101 h 761503"/>
                    <a:gd name="connsiteX51" fmla="*/ 120730 w 571128"/>
                    <a:gd name="connsiteY51" fmla="*/ 664661 h 761503"/>
                    <a:gd name="connsiteX52" fmla="*/ 131609 w 571128"/>
                    <a:gd name="connsiteY52" fmla="*/ 664661 h 761503"/>
                    <a:gd name="connsiteX53" fmla="*/ 134329 w 571128"/>
                    <a:gd name="connsiteY53" fmla="*/ 539557 h 761503"/>
                    <a:gd name="connsiteX54" fmla="*/ 134329 w 571128"/>
                    <a:gd name="connsiteY54" fmla="*/ 504202 h 761503"/>
                    <a:gd name="connsiteX55" fmla="*/ 131609 w 571128"/>
                    <a:gd name="connsiteY55" fmla="*/ 376378 h 761503"/>
                    <a:gd name="connsiteX56" fmla="*/ 131609 w 571128"/>
                    <a:gd name="connsiteY56" fmla="*/ 302947 h 761503"/>
                    <a:gd name="connsiteX57" fmla="*/ 134329 w 571128"/>
                    <a:gd name="connsiteY57" fmla="*/ 221357 h 761503"/>
                    <a:gd name="connsiteX58" fmla="*/ 137048 w 571128"/>
                    <a:gd name="connsiteY58" fmla="*/ 123450 h 761503"/>
                    <a:gd name="connsiteX59" fmla="*/ 107132 w 571128"/>
                    <a:gd name="connsiteY59" fmla="*/ 123450 h 761503"/>
                    <a:gd name="connsiteX60" fmla="*/ 88094 w 571128"/>
                    <a:gd name="connsiteY60" fmla="*/ 123450 h 761503"/>
                    <a:gd name="connsiteX61" fmla="*/ 69057 w 571128"/>
                    <a:gd name="connsiteY61" fmla="*/ 118011 h 761503"/>
                    <a:gd name="connsiteX62" fmla="*/ 58178 w 571128"/>
                    <a:gd name="connsiteY62" fmla="*/ 101693 h 761503"/>
                    <a:gd name="connsiteX63" fmla="*/ 60898 w 571128"/>
                    <a:gd name="connsiteY63" fmla="*/ 93534 h 761503"/>
                    <a:gd name="connsiteX64" fmla="*/ 77216 w 571128"/>
                    <a:gd name="connsiteY64" fmla="*/ 85375 h 761503"/>
                    <a:gd name="connsiteX65" fmla="*/ 131609 w 571128"/>
                    <a:gd name="connsiteY65" fmla="*/ 79936 h 761503"/>
                    <a:gd name="connsiteX66" fmla="*/ 161525 w 571128"/>
                    <a:gd name="connsiteY66" fmla="*/ 79936 h 761503"/>
                    <a:gd name="connsiteX67" fmla="*/ 177843 w 571128"/>
                    <a:gd name="connsiteY67" fmla="*/ 66337 h 761503"/>
                    <a:gd name="connsiteX68" fmla="*/ 202320 w 571128"/>
                    <a:gd name="connsiteY68" fmla="*/ 58178 h 761503"/>
                    <a:gd name="connsiteX69" fmla="*/ 234956 w 571128"/>
                    <a:gd name="connsiteY69" fmla="*/ 77216 h 761503"/>
                    <a:gd name="connsiteX70" fmla="*/ 251274 w 571128"/>
                    <a:gd name="connsiteY70" fmla="*/ 107132 h 761503"/>
                    <a:gd name="connsiteX71" fmla="*/ 267592 w 571128"/>
                    <a:gd name="connsiteY71" fmla="*/ 147927 h 761503"/>
                    <a:gd name="connsiteX72" fmla="*/ 281190 w 571128"/>
                    <a:gd name="connsiteY72" fmla="*/ 183282 h 761503"/>
                    <a:gd name="connsiteX73" fmla="*/ 297508 w 571128"/>
                    <a:gd name="connsiteY73" fmla="*/ 224077 h 761503"/>
                    <a:gd name="connsiteX74" fmla="*/ 308387 w 571128"/>
                    <a:gd name="connsiteY74" fmla="*/ 264872 h 761503"/>
                    <a:gd name="connsiteX75" fmla="*/ 319265 w 571128"/>
                    <a:gd name="connsiteY75" fmla="*/ 300228 h 761503"/>
                    <a:gd name="connsiteX76" fmla="*/ 351901 w 571128"/>
                    <a:gd name="connsiteY76" fmla="*/ 379098 h 761503"/>
                    <a:gd name="connsiteX77" fmla="*/ 365500 w 571128"/>
                    <a:gd name="connsiteY77" fmla="*/ 417173 h 761503"/>
                    <a:gd name="connsiteX78" fmla="*/ 379098 w 571128"/>
                    <a:gd name="connsiteY78" fmla="*/ 457968 h 761503"/>
                    <a:gd name="connsiteX79" fmla="*/ 395416 w 571128"/>
                    <a:gd name="connsiteY79" fmla="*/ 496043 h 761503"/>
                    <a:gd name="connsiteX80" fmla="*/ 406295 w 571128"/>
                    <a:gd name="connsiteY80" fmla="*/ 512361 h 761503"/>
                    <a:gd name="connsiteX81" fmla="*/ 411734 w 571128"/>
                    <a:gd name="connsiteY81" fmla="*/ 531398 h 761503"/>
                    <a:gd name="connsiteX82" fmla="*/ 419893 w 571128"/>
                    <a:gd name="connsiteY82" fmla="*/ 558595 h 761503"/>
                    <a:gd name="connsiteX83" fmla="*/ 425332 w 571128"/>
                    <a:gd name="connsiteY83" fmla="*/ 564034 h 761503"/>
                    <a:gd name="connsiteX84" fmla="*/ 430771 w 571128"/>
                    <a:gd name="connsiteY84" fmla="*/ 558595 h 761503"/>
                    <a:gd name="connsiteX85" fmla="*/ 430771 w 571128"/>
                    <a:gd name="connsiteY85" fmla="*/ 550436 h 761503"/>
                    <a:gd name="connsiteX86" fmla="*/ 430771 w 571128"/>
                    <a:gd name="connsiteY86" fmla="*/ 501482 h 761503"/>
                    <a:gd name="connsiteX87" fmla="*/ 430771 w 571128"/>
                    <a:gd name="connsiteY87" fmla="*/ 403575 h 761503"/>
                    <a:gd name="connsiteX88" fmla="*/ 425332 w 571128"/>
                    <a:gd name="connsiteY88" fmla="*/ 313826 h 761503"/>
                    <a:gd name="connsiteX89" fmla="*/ 425332 w 571128"/>
                    <a:gd name="connsiteY89" fmla="*/ 248554 h 761503"/>
                    <a:gd name="connsiteX90" fmla="*/ 425332 w 571128"/>
                    <a:gd name="connsiteY90" fmla="*/ 210479 h 761503"/>
                    <a:gd name="connsiteX91" fmla="*/ 422613 w 571128"/>
                    <a:gd name="connsiteY91" fmla="*/ 153366 h 761503"/>
                    <a:gd name="connsiteX92" fmla="*/ 425332 w 571128"/>
                    <a:gd name="connsiteY92" fmla="*/ 123450 h 761503"/>
                    <a:gd name="connsiteX93" fmla="*/ 398136 w 571128"/>
                    <a:gd name="connsiteY93" fmla="*/ 123450 h 761503"/>
                    <a:gd name="connsiteX94" fmla="*/ 379098 w 571128"/>
                    <a:gd name="connsiteY94" fmla="*/ 123450 h 761503"/>
                    <a:gd name="connsiteX95" fmla="*/ 360060 w 571128"/>
                    <a:gd name="connsiteY95" fmla="*/ 118011 h 761503"/>
                    <a:gd name="connsiteX96" fmla="*/ 349182 w 571128"/>
                    <a:gd name="connsiteY96" fmla="*/ 101693 h 761503"/>
                    <a:gd name="connsiteX97" fmla="*/ 351901 w 571128"/>
                    <a:gd name="connsiteY97" fmla="*/ 93534 h 761503"/>
                    <a:gd name="connsiteX98" fmla="*/ 368219 w 571128"/>
                    <a:gd name="connsiteY98" fmla="*/ 85375 h 761503"/>
                    <a:gd name="connsiteX99" fmla="*/ 422613 w 571128"/>
                    <a:gd name="connsiteY99" fmla="*/ 79936 h 761503"/>
                    <a:gd name="connsiteX100" fmla="*/ 444370 w 571128"/>
                    <a:gd name="connsiteY100" fmla="*/ 79936 h 761503"/>
                    <a:gd name="connsiteX101" fmla="*/ 463407 w 571128"/>
                    <a:gd name="connsiteY101" fmla="*/ 71776 h 761503"/>
                    <a:gd name="connsiteX102" fmla="*/ 477006 w 571128"/>
                    <a:gd name="connsiteY102" fmla="*/ 79936 h 761503"/>
                    <a:gd name="connsiteX103" fmla="*/ 512361 w 571128"/>
                    <a:gd name="connsiteY103" fmla="*/ 79936 h 761503"/>
                    <a:gd name="connsiteX104" fmla="*/ 512361 w 571128"/>
                    <a:gd name="connsiteY104" fmla="*/ 79936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</a:cxnLst>
                  <a:rect l="l" t="t" r="r" b="b"/>
                  <a:pathLst>
                    <a:path w="571128" h="761503">
                      <a:moveTo>
                        <a:pt x="512361" y="79936"/>
                      </a:moveTo>
                      <a:cubicBezTo>
                        <a:pt x="520520" y="79936"/>
                        <a:pt x="539558" y="79936"/>
                        <a:pt x="539558" y="96253"/>
                      </a:cubicBezTo>
                      <a:cubicBezTo>
                        <a:pt x="539558" y="104412"/>
                        <a:pt x="539558" y="107132"/>
                        <a:pt x="534118" y="112571"/>
                      </a:cubicBezTo>
                      <a:cubicBezTo>
                        <a:pt x="531399" y="118011"/>
                        <a:pt x="525960" y="120730"/>
                        <a:pt x="523240" y="120730"/>
                      </a:cubicBezTo>
                      <a:cubicBezTo>
                        <a:pt x="515081" y="123450"/>
                        <a:pt x="512361" y="123450"/>
                        <a:pt x="506922" y="123450"/>
                      </a:cubicBezTo>
                      <a:cubicBezTo>
                        <a:pt x="504202" y="123450"/>
                        <a:pt x="490604" y="123450"/>
                        <a:pt x="477006" y="123450"/>
                      </a:cubicBezTo>
                      <a:cubicBezTo>
                        <a:pt x="477006" y="131609"/>
                        <a:pt x="479725" y="137048"/>
                        <a:pt x="479725" y="145207"/>
                      </a:cubicBezTo>
                      <a:cubicBezTo>
                        <a:pt x="479725" y="156086"/>
                        <a:pt x="477006" y="166964"/>
                        <a:pt x="477006" y="180563"/>
                      </a:cubicBezTo>
                      <a:cubicBezTo>
                        <a:pt x="477006" y="196881"/>
                        <a:pt x="479725" y="215918"/>
                        <a:pt x="482445" y="232236"/>
                      </a:cubicBezTo>
                      <a:cubicBezTo>
                        <a:pt x="485165" y="248554"/>
                        <a:pt x="485165" y="267592"/>
                        <a:pt x="485165" y="283910"/>
                      </a:cubicBezTo>
                      <a:cubicBezTo>
                        <a:pt x="485165" y="297508"/>
                        <a:pt x="485165" y="313826"/>
                        <a:pt x="485165" y="327424"/>
                      </a:cubicBezTo>
                      <a:cubicBezTo>
                        <a:pt x="485165" y="343742"/>
                        <a:pt x="487884" y="357340"/>
                        <a:pt x="487884" y="373658"/>
                      </a:cubicBezTo>
                      <a:cubicBezTo>
                        <a:pt x="487884" y="389976"/>
                        <a:pt x="485165" y="403575"/>
                        <a:pt x="485165" y="419892"/>
                      </a:cubicBezTo>
                      <a:cubicBezTo>
                        <a:pt x="485165" y="436210"/>
                        <a:pt x="485165" y="449809"/>
                        <a:pt x="485165" y="463407"/>
                      </a:cubicBezTo>
                      <a:cubicBezTo>
                        <a:pt x="485165" y="479725"/>
                        <a:pt x="485165" y="498762"/>
                        <a:pt x="482445" y="515080"/>
                      </a:cubicBezTo>
                      <a:cubicBezTo>
                        <a:pt x="482445" y="528679"/>
                        <a:pt x="482445" y="542277"/>
                        <a:pt x="482445" y="558595"/>
                      </a:cubicBezTo>
                      <a:cubicBezTo>
                        <a:pt x="482445" y="572193"/>
                        <a:pt x="479725" y="588511"/>
                        <a:pt x="479725" y="602109"/>
                      </a:cubicBezTo>
                      <a:cubicBezTo>
                        <a:pt x="479725" y="615708"/>
                        <a:pt x="485165" y="632026"/>
                        <a:pt x="485165" y="648343"/>
                      </a:cubicBezTo>
                      <a:cubicBezTo>
                        <a:pt x="485165" y="659222"/>
                        <a:pt x="482445" y="670101"/>
                        <a:pt x="474286" y="675540"/>
                      </a:cubicBezTo>
                      <a:cubicBezTo>
                        <a:pt x="460688" y="686419"/>
                        <a:pt x="444370" y="691858"/>
                        <a:pt x="428052" y="691858"/>
                      </a:cubicBezTo>
                      <a:cubicBezTo>
                        <a:pt x="414454" y="691858"/>
                        <a:pt x="400855" y="689138"/>
                        <a:pt x="387257" y="683699"/>
                      </a:cubicBezTo>
                      <a:cubicBezTo>
                        <a:pt x="373659" y="678260"/>
                        <a:pt x="360060" y="672820"/>
                        <a:pt x="351901" y="664661"/>
                      </a:cubicBezTo>
                      <a:cubicBezTo>
                        <a:pt x="330144" y="645624"/>
                        <a:pt x="316546" y="621147"/>
                        <a:pt x="305667" y="596670"/>
                      </a:cubicBezTo>
                      <a:cubicBezTo>
                        <a:pt x="292069" y="569473"/>
                        <a:pt x="281190" y="539557"/>
                        <a:pt x="270312" y="509641"/>
                      </a:cubicBezTo>
                      <a:cubicBezTo>
                        <a:pt x="264872" y="493323"/>
                        <a:pt x="256713" y="477005"/>
                        <a:pt x="251274" y="460687"/>
                      </a:cubicBezTo>
                      <a:cubicBezTo>
                        <a:pt x="240395" y="433491"/>
                        <a:pt x="232236" y="409014"/>
                        <a:pt x="224077" y="381817"/>
                      </a:cubicBezTo>
                      <a:cubicBezTo>
                        <a:pt x="218638" y="365499"/>
                        <a:pt x="213199" y="346462"/>
                        <a:pt x="207759" y="330144"/>
                      </a:cubicBezTo>
                      <a:cubicBezTo>
                        <a:pt x="202320" y="316545"/>
                        <a:pt x="196881" y="300228"/>
                        <a:pt x="191442" y="286629"/>
                      </a:cubicBezTo>
                      <a:cubicBezTo>
                        <a:pt x="188722" y="281190"/>
                        <a:pt x="186002" y="278470"/>
                        <a:pt x="183283" y="278470"/>
                      </a:cubicBezTo>
                      <a:cubicBezTo>
                        <a:pt x="180563" y="278470"/>
                        <a:pt x="180563" y="286629"/>
                        <a:pt x="180563" y="292069"/>
                      </a:cubicBezTo>
                      <a:cubicBezTo>
                        <a:pt x="180563" y="297508"/>
                        <a:pt x="180563" y="302947"/>
                        <a:pt x="180563" y="305667"/>
                      </a:cubicBezTo>
                      <a:cubicBezTo>
                        <a:pt x="180563" y="321985"/>
                        <a:pt x="183283" y="338303"/>
                        <a:pt x="183283" y="354621"/>
                      </a:cubicBezTo>
                      <a:cubicBezTo>
                        <a:pt x="183283" y="387257"/>
                        <a:pt x="186002" y="417173"/>
                        <a:pt x="188722" y="449809"/>
                      </a:cubicBezTo>
                      <a:cubicBezTo>
                        <a:pt x="188722" y="460687"/>
                        <a:pt x="188722" y="468846"/>
                        <a:pt x="188722" y="479725"/>
                      </a:cubicBezTo>
                      <a:cubicBezTo>
                        <a:pt x="188722" y="501482"/>
                        <a:pt x="188722" y="523239"/>
                        <a:pt x="188722" y="542277"/>
                      </a:cubicBezTo>
                      <a:cubicBezTo>
                        <a:pt x="188722" y="566754"/>
                        <a:pt x="186002" y="591231"/>
                        <a:pt x="186002" y="615708"/>
                      </a:cubicBezTo>
                      <a:cubicBezTo>
                        <a:pt x="186002" y="623867"/>
                        <a:pt x="186002" y="632026"/>
                        <a:pt x="186002" y="637465"/>
                      </a:cubicBezTo>
                      <a:cubicBezTo>
                        <a:pt x="186002" y="645624"/>
                        <a:pt x="183283" y="656502"/>
                        <a:pt x="183283" y="664661"/>
                      </a:cubicBezTo>
                      <a:cubicBezTo>
                        <a:pt x="202320" y="664661"/>
                        <a:pt x="218638" y="664661"/>
                        <a:pt x="226797" y="664661"/>
                      </a:cubicBezTo>
                      <a:cubicBezTo>
                        <a:pt x="234956" y="664661"/>
                        <a:pt x="253994" y="664661"/>
                        <a:pt x="253994" y="680979"/>
                      </a:cubicBezTo>
                      <a:cubicBezTo>
                        <a:pt x="253994" y="689138"/>
                        <a:pt x="253994" y="691858"/>
                        <a:pt x="248554" y="697297"/>
                      </a:cubicBezTo>
                      <a:cubicBezTo>
                        <a:pt x="245835" y="702737"/>
                        <a:pt x="240395" y="705456"/>
                        <a:pt x="234956" y="705456"/>
                      </a:cubicBezTo>
                      <a:cubicBezTo>
                        <a:pt x="226797" y="708176"/>
                        <a:pt x="224077" y="708176"/>
                        <a:pt x="218638" y="708176"/>
                      </a:cubicBezTo>
                      <a:cubicBezTo>
                        <a:pt x="215918" y="708176"/>
                        <a:pt x="199600" y="708176"/>
                        <a:pt x="183283" y="708176"/>
                      </a:cubicBezTo>
                      <a:cubicBezTo>
                        <a:pt x="166965" y="708176"/>
                        <a:pt x="153366" y="708176"/>
                        <a:pt x="150647" y="708176"/>
                      </a:cubicBezTo>
                      <a:cubicBezTo>
                        <a:pt x="139768" y="708176"/>
                        <a:pt x="120730" y="708176"/>
                        <a:pt x="107132" y="708176"/>
                      </a:cubicBezTo>
                      <a:cubicBezTo>
                        <a:pt x="101693" y="708176"/>
                        <a:pt x="96253" y="708176"/>
                        <a:pt x="88094" y="708176"/>
                      </a:cubicBezTo>
                      <a:cubicBezTo>
                        <a:pt x="82655" y="708176"/>
                        <a:pt x="74496" y="708176"/>
                        <a:pt x="69057" y="702737"/>
                      </a:cubicBezTo>
                      <a:cubicBezTo>
                        <a:pt x="63618" y="700017"/>
                        <a:pt x="58178" y="691858"/>
                        <a:pt x="58178" y="686419"/>
                      </a:cubicBezTo>
                      <a:cubicBezTo>
                        <a:pt x="58178" y="683699"/>
                        <a:pt x="58178" y="680979"/>
                        <a:pt x="60898" y="678260"/>
                      </a:cubicBezTo>
                      <a:cubicBezTo>
                        <a:pt x="63618" y="675540"/>
                        <a:pt x="71777" y="672820"/>
                        <a:pt x="77216" y="670101"/>
                      </a:cubicBezTo>
                      <a:cubicBezTo>
                        <a:pt x="90814" y="667381"/>
                        <a:pt x="115291" y="664661"/>
                        <a:pt x="120730" y="664661"/>
                      </a:cubicBezTo>
                      <a:cubicBezTo>
                        <a:pt x="123450" y="664661"/>
                        <a:pt x="126170" y="664661"/>
                        <a:pt x="131609" y="664661"/>
                      </a:cubicBezTo>
                      <a:cubicBezTo>
                        <a:pt x="131609" y="623867"/>
                        <a:pt x="134329" y="583072"/>
                        <a:pt x="134329" y="539557"/>
                      </a:cubicBezTo>
                      <a:cubicBezTo>
                        <a:pt x="134329" y="528679"/>
                        <a:pt x="134329" y="515080"/>
                        <a:pt x="134329" y="504202"/>
                      </a:cubicBezTo>
                      <a:cubicBezTo>
                        <a:pt x="131609" y="460687"/>
                        <a:pt x="131609" y="417173"/>
                        <a:pt x="131609" y="376378"/>
                      </a:cubicBezTo>
                      <a:cubicBezTo>
                        <a:pt x="131609" y="351901"/>
                        <a:pt x="131609" y="327424"/>
                        <a:pt x="131609" y="302947"/>
                      </a:cubicBezTo>
                      <a:cubicBezTo>
                        <a:pt x="131609" y="275751"/>
                        <a:pt x="131609" y="248554"/>
                        <a:pt x="134329" y="221357"/>
                      </a:cubicBezTo>
                      <a:cubicBezTo>
                        <a:pt x="134329" y="188722"/>
                        <a:pt x="137048" y="156086"/>
                        <a:pt x="137048" y="123450"/>
                      </a:cubicBezTo>
                      <a:cubicBezTo>
                        <a:pt x="126170" y="123450"/>
                        <a:pt x="115291" y="123450"/>
                        <a:pt x="107132" y="123450"/>
                      </a:cubicBezTo>
                      <a:cubicBezTo>
                        <a:pt x="101693" y="123450"/>
                        <a:pt x="96253" y="123450"/>
                        <a:pt x="88094" y="123450"/>
                      </a:cubicBezTo>
                      <a:cubicBezTo>
                        <a:pt x="82655" y="123450"/>
                        <a:pt x="74496" y="120730"/>
                        <a:pt x="69057" y="118011"/>
                      </a:cubicBezTo>
                      <a:cubicBezTo>
                        <a:pt x="63618" y="115291"/>
                        <a:pt x="58178" y="107132"/>
                        <a:pt x="58178" y="101693"/>
                      </a:cubicBezTo>
                      <a:cubicBezTo>
                        <a:pt x="58178" y="98973"/>
                        <a:pt x="58178" y="96253"/>
                        <a:pt x="60898" y="93534"/>
                      </a:cubicBezTo>
                      <a:cubicBezTo>
                        <a:pt x="63618" y="90814"/>
                        <a:pt x="71777" y="88095"/>
                        <a:pt x="77216" y="85375"/>
                      </a:cubicBezTo>
                      <a:cubicBezTo>
                        <a:pt x="90814" y="82655"/>
                        <a:pt x="126170" y="79936"/>
                        <a:pt x="131609" y="79936"/>
                      </a:cubicBezTo>
                      <a:cubicBezTo>
                        <a:pt x="137048" y="79936"/>
                        <a:pt x="147927" y="79936"/>
                        <a:pt x="161525" y="79936"/>
                      </a:cubicBezTo>
                      <a:cubicBezTo>
                        <a:pt x="166965" y="74496"/>
                        <a:pt x="172404" y="71776"/>
                        <a:pt x="177843" y="66337"/>
                      </a:cubicBezTo>
                      <a:cubicBezTo>
                        <a:pt x="186002" y="60898"/>
                        <a:pt x="194161" y="58178"/>
                        <a:pt x="202320" y="58178"/>
                      </a:cubicBezTo>
                      <a:cubicBezTo>
                        <a:pt x="215918" y="58178"/>
                        <a:pt x="226797" y="63618"/>
                        <a:pt x="234956" y="77216"/>
                      </a:cubicBezTo>
                      <a:cubicBezTo>
                        <a:pt x="240395" y="88095"/>
                        <a:pt x="248554" y="96253"/>
                        <a:pt x="251274" y="107132"/>
                      </a:cubicBezTo>
                      <a:cubicBezTo>
                        <a:pt x="256713" y="120730"/>
                        <a:pt x="259433" y="134329"/>
                        <a:pt x="267592" y="147927"/>
                      </a:cubicBezTo>
                      <a:cubicBezTo>
                        <a:pt x="273031" y="158806"/>
                        <a:pt x="275751" y="172404"/>
                        <a:pt x="281190" y="183282"/>
                      </a:cubicBezTo>
                      <a:cubicBezTo>
                        <a:pt x="286630" y="196881"/>
                        <a:pt x="292069" y="210479"/>
                        <a:pt x="297508" y="224077"/>
                      </a:cubicBezTo>
                      <a:cubicBezTo>
                        <a:pt x="300228" y="237676"/>
                        <a:pt x="305667" y="251274"/>
                        <a:pt x="308387" y="264872"/>
                      </a:cubicBezTo>
                      <a:cubicBezTo>
                        <a:pt x="311107" y="278470"/>
                        <a:pt x="311107" y="289349"/>
                        <a:pt x="319265" y="300228"/>
                      </a:cubicBezTo>
                      <a:cubicBezTo>
                        <a:pt x="332864" y="324704"/>
                        <a:pt x="346462" y="351901"/>
                        <a:pt x="351901" y="379098"/>
                      </a:cubicBezTo>
                      <a:cubicBezTo>
                        <a:pt x="354621" y="392696"/>
                        <a:pt x="360060" y="403575"/>
                        <a:pt x="365500" y="417173"/>
                      </a:cubicBezTo>
                      <a:cubicBezTo>
                        <a:pt x="373659" y="430771"/>
                        <a:pt x="373659" y="444369"/>
                        <a:pt x="379098" y="457968"/>
                      </a:cubicBezTo>
                      <a:cubicBezTo>
                        <a:pt x="381818" y="471566"/>
                        <a:pt x="387257" y="482445"/>
                        <a:pt x="395416" y="496043"/>
                      </a:cubicBezTo>
                      <a:cubicBezTo>
                        <a:pt x="398136" y="501482"/>
                        <a:pt x="403575" y="506921"/>
                        <a:pt x="406295" y="512361"/>
                      </a:cubicBezTo>
                      <a:cubicBezTo>
                        <a:pt x="409014" y="517800"/>
                        <a:pt x="409014" y="525959"/>
                        <a:pt x="411734" y="531398"/>
                      </a:cubicBezTo>
                      <a:cubicBezTo>
                        <a:pt x="414454" y="539557"/>
                        <a:pt x="417173" y="550436"/>
                        <a:pt x="419893" y="558595"/>
                      </a:cubicBezTo>
                      <a:cubicBezTo>
                        <a:pt x="422613" y="561314"/>
                        <a:pt x="422613" y="564034"/>
                        <a:pt x="425332" y="564034"/>
                      </a:cubicBezTo>
                      <a:cubicBezTo>
                        <a:pt x="428052" y="564034"/>
                        <a:pt x="428052" y="561314"/>
                        <a:pt x="430771" y="558595"/>
                      </a:cubicBezTo>
                      <a:cubicBezTo>
                        <a:pt x="430771" y="555875"/>
                        <a:pt x="430771" y="553156"/>
                        <a:pt x="430771" y="550436"/>
                      </a:cubicBezTo>
                      <a:cubicBezTo>
                        <a:pt x="430771" y="534118"/>
                        <a:pt x="430771" y="517800"/>
                        <a:pt x="430771" y="501482"/>
                      </a:cubicBezTo>
                      <a:cubicBezTo>
                        <a:pt x="430771" y="468846"/>
                        <a:pt x="433491" y="436210"/>
                        <a:pt x="430771" y="403575"/>
                      </a:cubicBezTo>
                      <a:cubicBezTo>
                        <a:pt x="430771" y="373658"/>
                        <a:pt x="425332" y="343742"/>
                        <a:pt x="425332" y="313826"/>
                      </a:cubicBezTo>
                      <a:cubicBezTo>
                        <a:pt x="425332" y="292069"/>
                        <a:pt x="425332" y="270311"/>
                        <a:pt x="425332" y="248554"/>
                      </a:cubicBezTo>
                      <a:cubicBezTo>
                        <a:pt x="425332" y="234956"/>
                        <a:pt x="425332" y="224077"/>
                        <a:pt x="425332" y="210479"/>
                      </a:cubicBezTo>
                      <a:cubicBezTo>
                        <a:pt x="425332" y="191441"/>
                        <a:pt x="422613" y="172404"/>
                        <a:pt x="422613" y="153366"/>
                      </a:cubicBezTo>
                      <a:cubicBezTo>
                        <a:pt x="422613" y="142488"/>
                        <a:pt x="422613" y="134329"/>
                        <a:pt x="425332" y="123450"/>
                      </a:cubicBezTo>
                      <a:cubicBezTo>
                        <a:pt x="417173" y="123450"/>
                        <a:pt x="406295" y="123450"/>
                        <a:pt x="398136" y="123450"/>
                      </a:cubicBezTo>
                      <a:cubicBezTo>
                        <a:pt x="392696" y="123450"/>
                        <a:pt x="387257" y="123450"/>
                        <a:pt x="379098" y="123450"/>
                      </a:cubicBezTo>
                      <a:cubicBezTo>
                        <a:pt x="373659" y="123450"/>
                        <a:pt x="365500" y="120730"/>
                        <a:pt x="360060" y="118011"/>
                      </a:cubicBezTo>
                      <a:cubicBezTo>
                        <a:pt x="354621" y="115291"/>
                        <a:pt x="349182" y="107132"/>
                        <a:pt x="349182" y="101693"/>
                      </a:cubicBezTo>
                      <a:cubicBezTo>
                        <a:pt x="349182" y="98973"/>
                        <a:pt x="349182" y="96253"/>
                        <a:pt x="351901" y="93534"/>
                      </a:cubicBezTo>
                      <a:cubicBezTo>
                        <a:pt x="354621" y="90814"/>
                        <a:pt x="362780" y="88095"/>
                        <a:pt x="368219" y="85375"/>
                      </a:cubicBezTo>
                      <a:cubicBezTo>
                        <a:pt x="381818" y="82655"/>
                        <a:pt x="417173" y="79936"/>
                        <a:pt x="422613" y="79936"/>
                      </a:cubicBezTo>
                      <a:cubicBezTo>
                        <a:pt x="428052" y="79936"/>
                        <a:pt x="433491" y="79936"/>
                        <a:pt x="444370" y="79936"/>
                      </a:cubicBezTo>
                      <a:cubicBezTo>
                        <a:pt x="449809" y="74496"/>
                        <a:pt x="455248" y="71776"/>
                        <a:pt x="463407" y="71776"/>
                      </a:cubicBezTo>
                      <a:cubicBezTo>
                        <a:pt x="471566" y="71776"/>
                        <a:pt x="477006" y="74496"/>
                        <a:pt x="477006" y="79936"/>
                      </a:cubicBezTo>
                      <a:cubicBezTo>
                        <a:pt x="490604" y="82655"/>
                        <a:pt x="504202" y="79936"/>
                        <a:pt x="512361" y="79936"/>
                      </a:cubicBezTo>
                      <a:lnTo>
                        <a:pt x="512361" y="79936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36" name="Freeform: Shape 35">
                  <a:extLst>
                    <a:ext uri="{FF2B5EF4-FFF2-40B4-BE49-F238E27FC236}">
                      <a16:creationId xmlns:a16="http://schemas.microsoft.com/office/drawing/2014/main" id="{B847BC8D-E908-FEDB-6DE1-98C837F67060}"/>
                    </a:ext>
                  </a:extLst>
                </p:cNvPr>
                <p:cNvSpPr/>
                <p:nvPr/>
              </p:nvSpPr>
              <p:spPr>
                <a:xfrm>
                  <a:off x="2987430" y="4242177"/>
                  <a:ext cx="494979" cy="674476"/>
                </a:xfrm>
                <a:custGeom>
                  <a:avLst/>
                  <a:gdLst>
                    <a:gd name="connsiteX0" fmla="*/ 228453 w 494979"/>
                    <a:gd name="connsiteY0" fmla="*/ 97907 h 674476"/>
                    <a:gd name="connsiteX1" fmla="*/ 212135 w 494979"/>
                    <a:gd name="connsiteY1" fmla="*/ 119665 h 674476"/>
                    <a:gd name="connsiteX2" fmla="*/ 203976 w 494979"/>
                    <a:gd name="connsiteY2" fmla="*/ 152300 h 674476"/>
                    <a:gd name="connsiteX3" fmla="*/ 201256 w 494979"/>
                    <a:gd name="connsiteY3" fmla="*/ 168618 h 674476"/>
                    <a:gd name="connsiteX4" fmla="*/ 198537 w 494979"/>
                    <a:gd name="connsiteY4" fmla="*/ 184936 h 674476"/>
                    <a:gd name="connsiteX5" fmla="*/ 190378 w 494979"/>
                    <a:gd name="connsiteY5" fmla="*/ 220292 h 674476"/>
                    <a:gd name="connsiteX6" fmla="*/ 171340 w 494979"/>
                    <a:gd name="connsiteY6" fmla="*/ 291003 h 674476"/>
                    <a:gd name="connsiteX7" fmla="*/ 163180 w 494979"/>
                    <a:gd name="connsiteY7" fmla="*/ 323639 h 674476"/>
                    <a:gd name="connsiteX8" fmla="*/ 152302 w 494979"/>
                    <a:gd name="connsiteY8" fmla="*/ 361714 h 674476"/>
                    <a:gd name="connsiteX9" fmla="*/ 146862 w 494979"/>
                    <a:gd name="connsiteY9" fmla="*/ 388910 h 674476"/>
                    <a:gd name="connsiteX10" fmla="*/ 152302 w 494979"/>
                    <a:gd name="connsiteY10" fmla="*/ 391630 h 674476"/>
                    <a:gd name="connsiteX11" fmla="*/ 174060 w 494979"/>
                    <a:gd name="connsiteY11" fmla="*/ 391630 h 674476"/>
                    <a:gd name="connsiteX12" fmla="*/ 195817 w 494979"/>
                    <a:gd name="connsiteY12" fmla="*/ 388910 h 674476"/>
                    <a:gd name="connsiteX13" fmla="*/ 214855 w 494979"/>
                    <a:gd name="connsiteY13" fmla="*/ 388910 h 674476"/>
                    <a:gd name="connsiteX14" fmla="*/ 239332 w 494979"/>
                    <a:gd name="connsiteY14" fmla="*/ 388910 h 674476"/>
                    <a:gd name="connsiteX15" fmla="*/ 252930 w 494979"/>
                    <a:gd name="connsiteY15" fmla="*/ 386191 h 674476"/>
                    <a:gd name="connsiteX16" fmla="*/ 261089 w 494979"/>
                    <a:gd name="connsiteY16" fmla="*/ 386191 h 674476"/>
                    <a:gd name="connsiteX17" fmla="*/ 258369 w 494979"/>
                    <a:gd name="connsiteY17" fmla="*/ 367153 h 674476"/>
                    <a:gd name="connsiteX18" fmla="*/ 252930 w 494979"/>
                    <a:gd name="connsiteY18" fmla="*/ 331797 h 674476"/>
                    <a:gd name="connsiteX19" fmla="*/ 250210 w 494979"/>
                    <a:gd name="connsiteY19" fmla="*/ 244769 h 674476"/>
                    <a:gd name="connsiteX20" fmla="*/ 244771 w 494979"/>
                    <a:gd name="connsiteY20" fmla="*/ 203974 h 674476"/>
                    <a:gd name="connsiteX21" fmla="*/ 239332 w 494979"/>
                    <a:gd name="connsiteY21" fmla="*/ 157740 h 674476"/>
                    <a:gd name="connsiteX22" fmla="*/ 236612 w 494979"/>
                    <a:gd name="connsiteY22" fmla="*/ 119665 h 674476"/>
                    <a:gd name="connsiteX23" fmla="*/ 228453 w 494979"/>
                    <a:gd name="connsiteY23" fmla="*/ 97907 h 674476"/>
                    <a:gd name="connsiteX24" fmla="*/ 274687 w 494979"/>
                    <a:gd name="connsiteY24" fmla="*/ 0 h 674476"/>
                    <a:gd name="connsiteX25" fmla="*/ 304603 w 494979"/>
                    <a:gd name="connsiteY25" fmla="*/ 5439 h 674476"/>
                    <a:gd name="connsiteX26" fmla="*/ 320921 w 494979"/>
                    <a:gd name="connsiteY26" fmla="*/ 24477 h 674476"/>
                    <a:gd name="connsiteX27" fmla="*/ 334519 w 494979"/>
                    <a:gd name="connsiteY27" fmla="*/ 43515 h 674476"/>
                    <a:gd name="connsiteX28" fmla="*/ 339959 w 494979"/>
                    <a:gd name="connsiteY28" fmla="*/ 65272 h 674476"/>
                    <a:gd name="connsiteX29" fmla="*/ 348118 w 494979"/>
                    <a:gd name="connsiteY29" fmla="*/ 114226 h 674476"/>
                    <a:gd name="connsiteX30" fmla="*/ 361716 w 494979"/>
                    <a:gd name="connsiteY30" fmla="*/ 163180 h 674476"/>
                    <a:gd name="connsiteX31" fmla="*/ 369875 w 494979"/>
                    <a:gd name="connsiteY31" fmla="*/ 220293 h 674476"/>
                    <a:gd name="connsiteX32" fmla="*/ 378034 w 494979"/>
                    <a:gd name="connsiteY32" fmla="*/ 274686 h 674476"/>
                    <a:gd name="connsiteX33" fmla="*/ 383473 w 494979"/>
                    <a:gd name="connsiteY33" fmla="*/ 301883 h 674476"/>
                    <a:gd name="connsiteX34" fmla="*/ 391632 w 494979"/>
                    <a:gd name="connsiteY34" fmla="*/ 337238 h 674476"/>
                    <a:gd name="connsiteX35" fmla="*/ 397071 w 494979"/>
                    <a:gd name="connsiteY35" fmla="*/ 364435 h 674476"/>
                    <a:gd name="connsiteX36" fmla="*/ 405230 w 494979"/>
                    <a:gd name="connsiteY36" fmla="*/ 383473 h 674476"/>
                    <a:gd name="connsiteX37" fmla="*/ 416109 w 494979"/>
                    <a:gd name="connsiteY37" fmla="*/ 386192 h 674476"/>
                    <a:gd name="connsiteX38" fmla="*/ 426988 w 494979"/>
                    <a:gd name="connsiteY38" fmla="*/ 386192 h 674476"/>
                    <a:gd name="connsiteX39" fmla="*/ 454184 w 494979"/>
                    <a:gd name="connsiteY39" fmla="*/ 397071 h 674476"/>
                    <a:gd name="connsiteX40" fmla="*/ 456904 w 494979"/>
                    <a:gd name="connsiteY40" fmla="*/ 405230 h 674476"/>
                    <a:gd name="connsiteX41" fmla="*/ 451465 w 494979"/>
                    <a:gd name="connsiteY41" fmla="*/ 416108 h 674476"/>
                    <a:gd name="connsiteX42" fmla="*/ 432427 w 494979"/>
                    <a:gd name="connsiteY42" fmla="*/ 429707 h 674476"/>
                    <a:gd name="connsiteX43" fmla="*/ 421548 w 494979"/>
                    <a:gd name="connsiteY43" fmla="*/ 432426 h 674476"/>
                    <a:gd name="connsiteX44" fmla="*/ 413389 w 494979"/>
                    <a:gd name="connsiteY44" fmla="*/ 435146 h 674476"/>
                    <a:gd name="connsiteX45" fmla="*/ 413389 w 494979"/>
                    <a:gd name="connsiteY45" fmla="*/ 440585 h 674476"/>
                    <a:gd name="connsiteX46" fmla="*/ 416109 w 494979"/>
                    <a:gd name="connsiteY46" fmla="*/ 451464 h 674476"/>
                    <a:gd name="connsiteX47" fmla="*/ 418829 w 494979"/>
                    <a:gd name="connsiteY47" fmla="*/ 465062 h 674476"/>
                    <a:gd name="connsiteX48" fmla="*/ 418829 w 494979"/>
                    <a:gd name="connsiteY48" fmla="*/ 475941 h 674476"/>
                    <a:gd name="connsiteX49" fmla="*/ 418829 w 494979"/>
                    <a:gd name="connsiteY49" fmla="*/ 486820 h 674476"/>
                    <a:gd name="connsiteX50" fmla="*/ 426988 w 494979"/>
                    <a:gd name="connsiteY50" fmla="*/ 516736 h 674476"/>
                    <a:gd name="connsiteX51" fmla="*/ 432427 w 494979"/>
                    <a:gd name="connsiteY51" fmla="*/ 543932 h 674476"/>
                    <a:gd name="connsiteX52" fmla="*/ 437866 w 494979"/>
                    <a:gd name="connsiteY52" fmla="*/ 573848 h 674476"/>
                    <a:gd name="connsiteX53" fmla="*/ 443306 w 494979"/>
                    <a:gd name="connsiteY53" fmla="*/ 606484 h 674476"/>
                    <a:gd name="connsiteX54" fmla="*/ 446025 w 494979"/>
                    <a:gd name="connsiteY54" fmla="*/ 617363 h 674476"/>
                    <a:gd name="connsiteX55" fmla="*/ 470502 w 494979"/>
                    <a:gd name="connsiteY55" fmla="*/ 617363 h 674476"/>
                    <a:gd name="connsiteX56" fmla="*/ 494979 w 494979"/>
                    <a:gd name="connsiteY56" fmla="*/ 641840 h 674476"/>
                    <a:gd name="connsiteX57" fmla="*/ 486820 w 494979"/>
                    <a:gd name="connsiteY57" fmla="*/ 655438 h 674476"/>
                    <a:gd name="connsiteX58" fmla="*/ 470502 w 494979"/>
                    <a:gd name="connsiteY58" fmla="*/ 663597 h 674476"/>
                    <a:gd name="connsiteX59" fmla="*/ 446025 w 494979"/>
                    <a:gd name="connsiteY59" fmla="*/ 666317 h 674476"/>
                    <a:gd name="connsiteX60" fmla="*/ 424268 w 494979"/>
                    <a:gd name="connsiteY60" fmla="*/ 666317 h 674476"/>
                    <a:gd name="connsiteX61" fmla="*/ 416109 w 494979"/>
                    <a:gd name="connsiteY61" fmla="*/ 666317 h 674476"/>
                    <a:gd name="connsiteX62" fmla="*/ 402511 w 494979"/>
                    <a:gd name="connsiteY62" fmla="*/ 671756 h 674476"/>
                    <a:gd name="connsiteX63" fmla="*/ 386193 w 494979"/>
                    <a:gd name="connsiteY63" fmla="*/ 674476 h 674476"/>
                    <a:gd name="connsiteX64" fmla="*/ 350837 w 494979"/>
                    <a:gd name="connsiteY64" fmla="*/ 669036 h 674476"/>
                    <a:gd name="connsiteX65" fmla="*/ 329080 w 494979"/>
                    <a:gd name="connsiteY65" fmla="*/ 669036 h 674476"/>
                    <a:gd name="connsiteX66" fmla="*/ 280126 w 494979"/>
                    <a:gd name="connsiteY66" fmla="*/ 669036 h 674476"/>
                    <a:gd name="connsiteX67" fmla="*/ 255649 w 494979"/>
                    <a:gd name="connsiteY67" fmla="*/ 663597 h 674476"/>
                    <a:gd name="connsiteX68" fmla="*/ 239331 w 494979"/>
                    <a:gd name="connsiteY68" fmla="*/ 647279 h 674476"/>
                    <a:gd name="connsiteX69" fmla="*/ 263808 w 494979"/>
                    <a:gd name="connsiteY69" fmla="*/ 630961 h 674476"/>
                    <a:gd name="connsiteX70" fmla="*/ 291005 w 494979"/>
                    <a:gd name="connsiteY70" fmla="*/ 628241 h 674476"/>
                    <a:gd name="connsiteX71" fmla="*/ 288285 w 494979"/>
                    <a:gd name="connsiteY71" fmla="*/ 609204 h 674476"/>
                    <a:gd name="connsiteX72" fmla="*/ 285565 w 494979"/>
                    <a:gd name="connsiteY72" fmla="*/ 582007 h 674476"/>
                    <a:gd name="connsiteX73" fmla="*/ 282846 w 494979"/>
                    <a:gd name="connsiteY73" fmla="*/ 568409 h 674476"/>
                    <a:gd name="connsiteX74" fmla="*/ 285565 w 494979"/>
                    <a:gd name="connsiteY74" fmla="*/ 554811 h 674476"/>
                    <a:gd name="connsiteX75" fmla="*/ 280126 w 494979"/>
                    <a:gd name="connsiteY75" fmla="*/ 538493 h 674476"/>
                    <a:gd name="connsiteX76" fmla="*/ 274687 w 494979"/>
                    <a:gd name="connsiteY76" fmla="*/ 505857 h 674476"/>
                    <a:gd name="connsiteX77" fmla="*/ 271967 w 494979"/>
                    <a:gd name="connsiteY77" fmla="*/ 478660 h 674476"/>
                    <a:gd name="connsiteX78" fmla="*/ 269247 w 494979"/>
                    <a:gd name="connsiteY78" fmla="*/ 446025 h 674476"/>
                    <a:gd name="connsiteX79" fmla="*/ 263808 w 494979"/>
                    <a:gd name="connsiteY79" fmla="*/ 437866 h 674476"/>
                    <a:gd name="connsiteX80" fmla="*/ 252929 w 494979"/>
                    <a:gd name="connsiteY80" fmla="*/ 437866 h 674476"/>
                    <a:gd name="connsiteX81" fmla="*/ 223013 w 494979"/>
                    <a:gd name="connsiteY81" fmla="*/ 440585 h 674476"/>
                    <a:gd name="connsiteX82" fmla="*/ 193097 w 494979"/>
                    <a:gd name="connsiteY82" fmla="*/ 443305 h 674476"/>
                    <a:gd name="connsiteX83" fmla="*/ 168620 w 494979"/>
                    <a:gd name="connsiteY83" fmla="*/ 443305 h 674476"/>
                    <a:gd name="connsiteX84" fmla="*/ 146862 w 494979"/>
                    <a:gd name="connsiteY84" fmla="*/ 440585 h 674476"/>
                    <a:gd name="connsiteX85" fmla="*/ 138703 w 494979"/>
                    <a:gd name="connsiteY85" fmla="*/ 454184 h 674476"/>
                    <a:gd name="connsiteX86" fmla="*/ 133263 w 494979"/>
                    <a:gd name="connsiteY86" fmla="*/ 486820 h 674476"/>
                    <a:gd name="connsiteX87" fmla="*/ 122385 w 494979"/>
                    <a:gd name="connsiteY87" fmla="*/ 541213 h 674476"/>
                    <a:gd name="connsiteX88" fmla="*/ 106067 w 494979"/>
                    <a:gd name="connsiteY88" fmla="*/ 614643 h 674476"/>
                    <a:gd name="connsiteX89" fmla="*/ 135983 w 494979"/>
                    <a:gd name="connsiteY89" fmla="*/ 614643 h 674476"/>
                    <a:gd name="connsiteX90" fmla="*/ 171340 w 494979"/>
                    <a:gd name="connsiteY90" fmla="*/ 630961 h 674476"/>
                    <a:gd name="connsiteX91" fmla="*/ 165900 w 494979"/>
                    <a:gd name="connsiteY91" fmla="*/ 647279 h 674476"/>
                    <a:gd name="connsiteX92" fmla="*/ 149581 w 494979"/>
                    <a:gd name="connsiteY92" fmla="*/ 655438 h 674476"/>
                    <a:gd name="connsiteX93" fmla="*/ 127824 w 494979"/>
                    <a:gd name="connsiteY93" fmla="*/ 658158 h 674476"/>
                    <a:gd name="connsiteX94" fmla="*/ 106067 w 494979"/>
                    <a:gd name="connsiteY94" fmla="*/ 658158 h 674476"/>
                    <a:gd name="connsiteX95" fmla="*/ 62552 w 494979"/>
                    <a:gd name="connsiteY95" fmla="*/ 658158 h 674476"/>
                    <a:gd name="connsiteX96" fmla="*/ 40795 w 494979"/>
                    <a:gd name="connsiteY96" fmla="*/ 658158 h 674476"/>
                    <a:gd name="connsiteX97" fmla="*/ 16318 w 494979"/>
                    <a:gd name="connsiteY97" fmla="*/ 652718 h 674476"/>
                    <a:gd name="connsiteX98" fmla="*/ 0 w 494979"/>
                    <a:gd name="connsiteY98" fmla="*/ 636401 h 674476"/>
                    <a:gd name="connsiteX99" fmla="*/ 2720 w 494979"/>
                    <a:gd name="connsiteY99" fmla="*/ 628241 h 674476"/>
                    <a:gd name="connsiteX100" fmla="*/ 24477 w 494979"/>
                    <a:gd name="connsiteY100" fmla="*/ 620082 h 674476"/>
                    <a:gd name="connsiteX101" fmla="*/ 62552 w 494979"/>
                    <a:gd name="connsiteY101" fmla="*/ 617363 h 674476"/>
                    <a:gd name="connsiteX102" fmla="*/ 62552 w 494979"/>
                    <a:gd name="connsiteY102" fmla="*/ 614643 h 674476"/>
                    <a:gd name="connsiteX103" fmla="*/ 65272 w 494979"/>
                    <a:gd name="connsiteY103" fmla="*/ 587447 h 674476"/>
                    <a:gd name="connsiteX104" fmla="*/ 76151 w 494979"/>
                    <a:gd name="connsiteY104" fmla="*/ 522175 h 674476"/>
                    <a:gd name="connsiteX105" fmla="*/ 87029 w 494979"/>
                    <a:gd name="connsiteY105" fmla="*/ 470501 h 674476"/>
                    <a:gd name="connsiteX106" fmla="*/ 92469 w 494979"/>
                    <a:gd name="connsiteY106" fmla="*/ 446025 h 674476"/>
                    <a:gd name="connsiteX107" fmla="*/ 65272 w 494979"/>
                    <a:gd name="connsiteY107" fmla="*/ 432426 h 674476"/>
                    <a:gd name="connsiteX108" fmla="*/ 54393 w 494979"/>
                    <a:gd name="connsiteY108" fmla="*/ 421548 h 674476"/>
                    <a:gd name="connsiteX109" fmla="*/ 73431 w 494979"/>
                    <a:gd name="connsiteY109" fmla="*/ 407949 h 674476"/>
                    <a:gd name="connsiteX110" fmla="*/ 100628 w 494979"/>
                    <a:gd name="connsiteY110" fmla="*/ 399790 h 674476"/>
                    <a:gd name="connsiteX111" fmla="*/ 108787 w 494979"/>
                    <a:gd name="connsiteY111" fmla="*/ 369874 h 674476"/>
                    <a:gd name="connsiteX112" fmla="*/ 125105 w 494979"/>
                    <a:gd name="connsiteY112" fmla="*/ 307322 h 674476"/>
                    <a:gd name="connsiteX113" fmla="*/ 141423 w 494979"/>
                    <a:gd name="connsiteY113" fmla="*/ 242051 h 674476"/>
                    <a:gd name="connsiteX114" fmla="*/ 155021 w 494979"/>
                    <a:gd name="connsiteY114" fmla="*/ 179498 h 674476"/>
                    <a:gd name="connsiteX115" fmla="*/ 168620 w 494979"/>
                    <a:gd name="connsiteY115" fmla="*/ 119665 h 674476"/>
                    <a:gd name="connsiteX116" fmla="*/ 193097 w 494979"/>
                    <a:gd name="connsiteY116" fmla="*/ 57113 h 674476"/>
                    <a:gd name="connsiteX117" fmla="*/ 201256 w 494979"/>
                    <a:gd name="connsiteY117" fmla="*/ 38075 h 674476"/>
                    <a:gd name="connsiteX118" fmla="*/ 217574 w 494979"/>
                    <a:gd name="connsiteY118" fmla="*/ 13598 h 674476"/>
                    <a:gd name="connsiteX119" fmla="*/ 274687 w 494979"/>
                    <a:gd name="connsiteY119" fmla="*/ 0 h 6744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</a:cxnLst>
                  <a:rect l="l" t="t" r="r" b="b"/>
                  <a:pathLst>
                    <a:path w="494979" h="674476">
                      <a:moveTo>
                        <a:pt x="228453" y="97907"/>
                      </a:moveTo>
                      <a:cubicBezTo>
                        <a:pt x="220294" y="97907"/>
                        <a:pt x="212135" y="114225"/>
                        <a:pt x="212135" y="119665"/>
                      </a:cubicBezTo>
                      <a:cubicBezTo>
                        <a:pt x="209415" y="130543"/>
                        <a:pt x="206696" y="144141"/>
                        <a:pt x="203976" y="152300"/>
                      </a:cubicBezTo>
                      <a:cubicBezTo>
                        <a:pt x="201256" y="157740"/>
                        <a:pt x="201256" y="163179"/>
                        <a:pt x="201256" y="168618"/>
                      </a:cubicBezTo>
                      <a:cubicBezTo>
                        <a:pt x="201256" y="174058"/>
                        <a:pt x="198537" y="179497"/>
                        <a:pt x="198537" y="184936"/>
                      </a:cubicBezTo>
                      <a:cubicBezTo>
                        <a:pt x="195817" y="195815"/>
                        <a:pt x="193097" y="209413"/>
                        <a:pt x="190378" y="220292"/>
                      </a:cubicBezTo>
                      <a:cubicBezTo>
                        <a:pt x="187658" y="244769"/>
                        <a:pt x="179499" y="269246"/>
                        <a:pt x="171340" y="291003"/>
                      </a:cubicBezTo>
                      <a:cubicBezTo>
                        <a:pt x="168620" y="301881"/>
                        <a:pt x="165900" y="312760"/>
                        <a:pt x="163180" y="323639"/>
                      </a:cubicBezTo>
                      <a:cubicBezTo>
                        <a:pt x="160461" y="337237"/>
                        <a:pt x="157741" y="348115"/>
                        <a:pt x="152302" y="361714"/>
                      </a:cubicBezTo>
                      <a:cubicBezTo>
                        <a:pt x="149582" y="367153"/>
                        <a:pt x="146862" y="383471"/>
                        <a:pt x="146862" y="388910"/>
                      </a:cubicBezTo>
                      <a:cubicBezTo>
                        <a:pt x="146862" y="391630"/>
                        <a:pt x="149582" y="391630"/>
                        <a:pt x="152302" y="391630"/>
                      </a:cubicBezTo>
                      <a:cubicBezTo>
                        <a:pt x="157741" y="391630"/>
                        <a:pt x="171340" y="391630"/>
                        <a:pt x="174060" y="391630"/>
                      </a:cubicBezTo>
                      <a:cubicBezTo>
                        <a:pt x="182219" y="391630"/>
                        <a:pt x="190378" y="391630"/>
                        <a:pt x="195817" y="388910"/>
                      </a:cubicBezTo>
                      <a:cubicBezTo>
                        <a:pt x="201256" y="388910"/>
                        <a:pt x="206696" y="388910"/>
                        <a:pt x="214855" y="388910"/>
                      </a:cubicBezTo>
                      <a:cubicBezTo>
                        <a:pt x="220294" y="388910"/>
                        <a:pt x="228453" y="388910"/>
                        <a:pt x="239332" y="388910"/>
                      </a:cubicBezTo>
                      <a:cubicBezTo>
                        <a:pt x="244771" y="388910"/>
                        <a:pt x="250210" y="388910"/>
                        <a:pt x="252930" y="386191"/>
                      </a:cubicBezTo>
                      <a:cubicBezTo>
                        <a:pt x="258369" y="391630"/>
                        <a:pt x="261089" y="388910"/>
                        <a:pt x="261089" y="386191"/>
                      </a:cubicBezTo>
                      <a:cubicBezTo>
                        <a:pt x="261089" y="380751"/>
                        <a:pt x="258369" y="372592"/>
                        <a:pt x="258369" y="367153"/>
                      </a:cubicBezTo>
                      <a:cubicBezTo>
                        <a:pt x="255650" y="353555"/>
                        <a:pt x="252930" y="342676"/>
                        <a:pt x="252930" y="331797"/>
                      </a:cubicBezTo>
                      <a:cubicBezTo>
                        <a:pt x="252930" y="301881"/>
                        <a:pt x="252930" y="274685"/>
                        <a:pt x="250210" y="244769"/>
                      </a:cubicBezTo>
                      <a:cubicBezTo>
                        <a:pt x="250210" y="231170"/>
                        <a:pt x="247491" y="217572"/>
                        <a:pt x="244771" y="203974"/>
                      </a:cubicBezTo>
                      <a:cubicBezTo>
                        <a:pt x="242051" y="187656"/>
                        <a:pt x="239332" y="174058"/>
                        <a:pt x="239332" y="157740"/>
                      </a:cubicBezTo>
                      <a:cubicBezTo>
                        <a:pt x="239332" y="152300"/>
                        <a:pt x="239332" y="133263"/>
                        <a:pt x="236612" y="119665"/>
                      </a:cubicBezTo>
                      <a:cubicBezTo>
                        <a:pt x="236612" y="106066"/>
                        <a:pt x="233892" y="97907"/>
                        <a:pt x="228453" y="97907"/>
                      </a:cubicBezTo>
                      <a:close/>
                      <a:moveTo>
                        <a:pt x="274687" y="0"/>
                      </a:moveTo>
                      <a:cubicBezTo>
                        <a:pt x="288285" y="0"/>
                        <a:pt x="293724" y="2720"/>
                        <a:pt x="304603" y="5439"/>
                      </a:cubicBezTo>
                      <a:cubicBezTo>
                        <a:pt x="315482" y="10879"/>
                        <a:pt x="315482" y="16318"/>
                        <a:pt x="320921" y="24477"/>
                      </a:cubicBezTo>
                      <a:cubicBezTo>
                        <a:pt x="326360" y="29916"/>
                        <a:pt x="331800" y="35356"/>
                        <a:pt x="334519" y="43515"/>
                      </a:cubicBezTo>
                      <a:cubicBezTo>
                        <a:pt x="337239" y="51674"/>
                        <a:pt x="337239" y="57113"/>
                        <a:pt x="339959" y="65272"/>
                      </a:cubicBezTo>
                      <a:cubicBezTo>
                        <a:pt x="345398" y="78870"/>
                        <a:pt x="342678" y="97908"/>
                        <a:pt x="348118" y="114226"/>
                      </a:cubicBezTo>
                      <a:cubicBezTo>
                        <a:pt x="350837" y="130544"/>
                        <a:pt x="358996" y="146863"/>
                        <a:pt x="361716" y="163180"/>
                      </a:cubicBezTo>
                      <a:cubicBezTo>
                        <a:pt x="364435" y="182218"/>
                        <a:pt x="364435" y="201256"/>
                        <a:pt x="369875" y="220293"/>
                      </a:cubicBezTo>
                      <a:cubicBezTo>
                        <a:pt x="375314" y="239331"/>
                        <a:pt x="378034" y="255649"/>
                        <a:pt x="378034" y="274686"/>
                      </a:cubicBezTo>
                      <a:cubicBezTo>
                        <a:pt x="378034" y="282845"/>
                        <a:pt x="380753" y="293724"/>
                        <a:pt x="383473" y="301883"/>
                      </a:cubicBezTo>
                      <a:cubicBezTo>
                        <a:pt x="386193" y="312762"/>
                        <a:pt x="388912" y="326360"/>
                        <a:pt x="391632" y="337238"/>
                      </a:cubicBezTo>
                      <a:cubicBezTo>
                        <a:pt x="391632" y="342678"/>
                        <a:pt x="394352" y="353556"/>
                        <a:pt x="397071" y="364435"/>
                      </a:cubicBezTo>
                      <a:cubicBezTo>
                        <a:pt x="399791" y="372594"/>
                        <a:pt x="402511" y="380753"/>
                        <a:pt x="405230" y="383473"/>
                      </a:cubicBezTo>
                      <a:cubicBezTo>
                        <a:pt x="407950" y="386192"/>
                        <a:pt x="413389" y="386192"/>
                        <a:pt x="416109" y="386192"/>
                      </a:cubicBezTo>
                      <a:cubicBezTo>
                        <a:pt x="418829" y="386192"/>
                        <a:pt x="424268" y="386192"/>
                        <a:pt x="426988" y="386192"/>
                      </a:cubicBezTo>
                      <a:cubicBezTo>
                        <a:pt x="437866" y="386192"/>
                        <a:pt x="448745" y="388912"/>
                        <a:pt x="454184" y="397071"/>
                      </a:cubicBezTo>
                      <a:cubicBezTo>
                        <a:pt x="456904" y="399790"/>
                        <a:pt x="456904" y="402510"/>
                        <a:pt x="456904" y="405230"/>
                      </a:cubicBezTo>
                      <a:cubicBezTo>
                        <a:pt x="456904" y="407949"/>
                        <a:pt x="454184" y="410669"/>
                        <a:pt x="451465" y="416108"/>
                      </a:cubicBezTo>
                      <a:cubicBezTo>
                        <a:pt x="446025" y="421548"/>
                        <a:pt x="440586" y="426987"/>
                        <a:pt x="432427" y="429707"/>
                      </a:cubicBezTo>
                      <a:cubicBezTo>
                        <a:pt x="429707" y="429707"/>
                        <a:pt x="426988" y="432426"/>
                        <a:pt x="421548" y="432426"/>
                      </a:cubicBezTo>
                      <a:cubicBezTo>
                        <a:pt x="418829" y="432426"/>
                        <a:pt x="416109" y="432426"/>
                        <a:pt x="413389" y="435146"/>
                      </a:cubicBezTo>
                      <a:cubicBezTo>
                        <a:pt x="413389" y="435146"/>
                        <a:pt x="413389" y="437866"/>
                        <a:pt x="413389" y="440585"/>
                      </a:cubicBezTo>
                      <a:cubicBezTo>
                        <a:pt x="413389" y="443305"/>
                        <a:pt x="413389" y="448744"/>
                        <a:pt x="416109" y="451464"/>
                      </a:cubicBezTo>
                      <a:cubicBezTo>
                        <a:pt x="416109" y="456903"/>
                        <a:pt x="418829" y="462343"/>
                        <a:pt x="418829" y="465062"/>
                      </a:cubicBezTo>
                      <a:lnTo>
                        <a:pt x="418829" y="475941"/>
                      </a:lnTo>
                      <a:cubicBezTo>
                        <a:pt x="418829" y="481380"/>
                        <a:pt x="418829" y="484100"/>
                        <a:pt x="418829" y="486820"/>
                      </a:cubicBezTo>
                      <a:cubicBezTo>
                        <a:pt x="421548" y="497698"/>
                        <a:pt x="424268" y="505857"/>
                        <a:pt x="426988" y="516736"/>
                      </a:cubicBezTo>
                      <a:cubicBezTo>
                        <a:pt x="426988" y="524895"/>
                        <a:pt x="429707" y="535773"/>
                        <a:pt x="432427" y="543932"/>
                      </a:cubicBezTo>
                      <a:cubicBezTo>
                        <a:pt x="435147" y="554811"/>
                        <a:pt x="437866" y="562970"/>
                        <a:pt x="437866" y="573848"/>
                      </a:cubicBezTo>
                      <a:cubicBezTo>
                        <a:pt x="437866" y="587447"/>
                        <a:pt x="440586" y="595606"/>
                        <a:pt x="443306" y="606484"/>
                      </a:cubicBezTo>
                      <a:cubicBezTo>
                        <a:pt x="443306" y="609204"/>
                        <a:pt x="446025" y="614643"/>
                        <a:pt x="446025" y="617363"/>
                      </a:cubicBezTo>
                      <a:cubicBezTo>
                        <a:pt x="454184" y="617363"/>
                        <a:pt x="462343" y="617363"/>
                        <a:pt x="470502" y="617363"/>
                      </a:cubicBezTo>
                      <a:cubicBezTo>
                        <a:pt x="478661" y="625522"/>
                        <a:pt x="492259" y="630961"/>
                        <a:pt x="494979" y="641840"/>
                      </a:cubicBezTo>
                      <a:cubicBezTo>
                        <a:pt x="494979" y="647279"/>
                        <a:pt x="489540" y="649999"/>
                        <a:pt x="486820" y="655438"/>
                      </a:cubicBezTo>
                      <a:cubicBezTo>
                        <a:pt x="484100" y="660877"/>
                        <a:pt x="475942" y="663597"/>
                        <a:pt x="470502" y="663597"/>
                      </a:cubicBezTo>
                      <a:cubicBezTo>
                        <a:pt x="459623" y="666317"/>
                        <a:pt x="454184" y="666317"/>
                        <a:pt x="446025" y="666317"/>
                      </a:cubicBezTo>
                      <a:cubicBezTo>
                        <a:pt x="440586" y="666317"/>
                        <a:pt x="432427" y="666317"/>
                        <a:pt x="424268" y="666317"/>
                      </a:cubicBezTo>
                      <a:cubicBezTo>
                        <a:pt x="421548" y="666317"/>
                        <a:pt x="418829" y="666317"/>
                        <a:pt x="416109" y="666317"/>
                      </a:cubicBezTo>
                      <a:cubicBezTo>
                        <a:pt x="410670" y="669036"/>
                        <a:pt x="407950" y="669036"/>
                        <a:pt x="402511" y="671756"/>
                      </a:cubicBezTo>
                      <a:cubicBezTo>
                        <a:pt x="397071" y="671756"/>
                        <a:pt x="391632" y="674476"/>
                        <a:pt x="386193" y="674476"/>
                      </a:cubicBezTo>
                      <a:cubicBezTo>
                        <a:pt x="375314" y="674476"/>
                        <a:pt x="361716" y="671756"/>
                        <a:pt x="350837" y="669036"/>
                      </a:cubicBezTo>
                      <a:cubicBezTo>
                        <a:pt x="342678" y="669036"/>
                        <a:pt x="334519" y="669036"/>
                        <a:pt x="329080" y="669036"/>
                      </a:cubicBezTo>
                      <a:cubicBezTo>
                        <a:pt x="307323" y="669036"/>
                        <a:pt x="288285" y="669036"/>
                        <a:pt x="280126" y="669036"/>
                      </a:cubicBezTo>
                      <a:cubicBezTo>
                        <a:pt x="271967" y="669036"/>
                        <a:pt x="261088" y="669036"/>
                        <a:pt x="255649" y="663597"/>
                      </a:cubicBezTo>
                      <a:cubicBezTo>
                        <a:pt x="250210" y="660877"/>
                        <a:pt x="239331" y="655438"/>
                        <a:pt x="239331" y="647279"/>
                      </a:cubicBezTo>
                      <a:cubicBezTo>
                        <a:pt x="239331" y="636401"/>
                        <a:pt x="255649" y="633681"/>
                        <a:pt x="263808" y="630961"/>
                      </a:cubicBezTo>
                      <a:cubicBezTo>
                        <a:pt x="269247" y="630961"/>
                        <a:pt x="277406" y="630961"/>
                        <a:pt x="291005" y="628241"/>
                      </a:cubicBezTo>
                      <a:cubicBezTo>
                        <a:pt x="291005" y="620082"/>
                        <a:pt x="291005" y="614643"/>
                        <a:pt x="288285" y="609204"/>
                      </a:cubicBezTo>
                      <a:cubicBezTo>
                        <a:pt x="288285" y="601045"/>
                        <a:pt x="285565" y="590166"/>
                        <a:pt x="285565" y="582007"/>
                      </a:cubicBezTo>
                      <a:cubicBezTo>
                        <a:pt x="285565" y="576568"/>
                        <a:pt x="282846" y="573848"/>
                        <a:pt x="282846" y="568409"/>
                      </a:cubicBezTo>
                      <a:cubicBezTo>
                        <a:pt x="282846" y="562970"/>
                        <a:pt x="285565" y="557531"/>
                        <a:pt x="285565" y="554811"/>
                      </a:cubicBezTo>
                      <a:cubicBezTo>
                        <a:pt x="285565" y="549371"/>
                        <a:pt x="282846" y="546652"/>
                        <a:pt x="280126" y="538493"/>
                      </a:cubicBezTo>
                      <a:cubicBezTo>
                        <a:pt x="280126" y="527614"/>
                        <a:pt x="274687" y="516736"/>
                        <a:pt x="274687" y="505857"/>
                      </a:cubicBezTo>
                      <a:cubicBezTo>
                        <a:pt x="274687" y="494978"/>
                        <a:pt x="274687" y="486820"/>
                        <a:pt x="271967" y="478660"/>
                      </a:cubicBezTo>
                      <a:cubicBezTo>
                        <a:pt x="269247" y="467782"/>
                        <a:pt x="269247" y="456903"/>
                        <a:pt x="269247" y="446025"/>
                      </a:cubicBezTo>
                      <a:cubicBezTo>
                        <a:pt x="269247" y="440585"/>
                        <a:pt x="266528" y="437866"/>
                        <a:pt x="263808" y="437866"/>
                      </a:cubicBezTo>
                      <a:cubicBezTo>
                        <a:pt x="261088" y="437866"/>
                        <a:pt x="258369" y="437866"/>
                        <a:pt x="252929" y="437866"/>
                      </a:cubicBezTo>
                      <a:cubicBezTo>
                        <a:pt x="242051" y="437866"/>
                        <a:pt x="231172" y="437866"/>
                        <a:pt x="223013" y="440585"/>
                      </a:cubicBezTo>
                      <a:cubicBezTo>
                        <a:pt x="212135" y="440585"/>
                        <a:pt x="203976" y="443305"/>
                        <a:pt x="193097" y="443305"/>
                      </a:cubicBezTo>
                      <a:cubicBezTo>
                        <a:pt x="184938" y="443305"/>
                        <a:pt x="176779" y="443305"/>
                        <a:pt x="168620" y="443305"/>
                      </a:cubicBezTo>
                      <a:cubicBezTo>
                        <a:pt x="165900" y="443305"/>
                        <a:pt x="155021" y="440585"/>
                        <a:pt x="146862" y="440585"/>
                      </a:cubicBezTo>
                      <a:cubicBezTo>
                        <a:pt x="138703" y="440585"/>
                        <a:pt x="138703" y="448744"/>
                        <a:pt x="138703" y="454184"/>
                      </a:cubicBezTo>
                      <a:cubicBezTo>
                        <a:pt x="138703" y="465062"/>
                        <a:pt x="135983" y="475941"/>
                        <a:pt x="133263" y="486820"/>
                      </a:cubicBezTo>
                      <a:cubicBezTo>
                        <a:pt x="130544" y="505857"/>
                        <a:pt x="125105" y="522175"/>
                        <a:pt x="122385" y="541213"/>
                      </a:cubicBezTo>
                      <a:cubicBezTo>
                        <a:pt x="119665" y="560250"/>
                        <a:pt x="111506" y="595606"/>
                        <a:pt x="106067" y="614643"/>
                      </a:cubicBezTo>
                      <a:cubicBezTo>
                        <a:pt x="114226" y="614643"/>
                        <a:pt x="125105" y="614643"/>
                        <a:pt x="135983" y="614643"/>
                      </a:cubicBezTo>
                      <a:cubicBezTo>
                        <a:pt x="149581" y="614643"/>
                        <a:pt x="171340" y="614643"/>
                        <a:pt x="171340" y="630961"/>
                      </a:cubicBezTo>
                      <a:cubicBezTo>
                        <a:pt x="171340" y="639120"/>
                        <a:pt x="168620" y="639120"/>
                        <a:pt x="165900" y="647279"/>
                      </a:cubicBezTo>
                      <a:cubicBezTo>
                        <a:pt x="163181" y="652718"/>
                        <a:pt x="155021" y="655438"/>
                        <a:pt x="149581" y="655438"/>
                      </a:cubicBezTo>
                      <a:cubicBezTo>
                        <a:pt x="141423" y="658158"/>
                        <a:pt x="135983" y="658158"/>
                        <a:pt x="127824" y="658158"/>
                      </a:cubicBezTo>
                      <a:cubicBezTo>
                        <a:pt x="122385" y="658158"/>
                        <a:pt x="116946" y="658158"/>
                        <a:pt x="106067" y="658158"/>
                      </a:cubicBezTo>
                      <a:cubicBezTo>
                        <a:pt x="92469" y="658158"/>
                        <a:pt x="78870" y="658158"/>
                        <a:pt x="62552" y="658158"/>
                      </a:cubicBezTo>
                      <a:cubicBezTo>
                        <a:pt x="54393" y="658158"/>
                        <a:pt x="46234" y="658158"/>
                        <a:pt x="40795" y="658158"/>
                      </a:cubicBezTo>
                      <a:cubicBezTo>
                        <a:pt x="32636" y="658158"/>
                        <a:pt x="21758" y="658158"/>
                        <a:pt x="16318" y="652718"/>
                      </a:cubicBezTo>
                      <a:cubicBezTo>
                        <a:pt x="8159" y="649999"/>
                        <a:pt x="0" y="641840"/>
                        <a:pt x="0" y="636401"/>
                      </a:cubicBezTo>
                      <a:cubicBezTo>
                        <a:pt x="0" y="633681"/>
                        <a:pt x="0" y="630961"/>
                        <a:pt x="2720" y="628241"/>
                      </a:cubicBezTo>
                      <a:cubicBezTo>
                        <a:pt x="8159" y="625522"/>
                        <a:pt x="16318" y="622802"/>
                        <a:pt x="24477" y="620082"/>
                      </a:cubicBezTo>
                      <a:cubicBezTo>
                        <a:pt x="38075" y="617363"/>
                        <a:pt x="48954" y="617363"/>
                        <a:pt x="62552" y="617363"/>
                      </a:cubicBezTo>
                      <a:cubicBezTo>
                        <a:pt x="62552" y="617363"/>
                        <a:pt x="62552" y="614643"/>
                        <a:pt x="62552" y="614643"/>
                      </a:cubicBezTo>
                      <a:cubicBezTo>
                        <a:pt x="62552" y="603765"/>
                        <a:pt x="65272" y="590166"/>
                        <a:pt x="65272" y="587447"/>
                      </a:cubicBezTo>
                      <a:cubicBezTo>
                        <a:pt x="67992" y="565689"/>
                        <a:pt x="73431" y="543932"/>
                        <a:pt x="76151" y="522175"/>
                      </a:cubicBezTo>
                      <a:cubicBezTo>
                        <a:pt x="78870" y="505857"/>
                        <a:pt x="81590" y="486820"/>
                        <a:pt x="87029" y="470501"/>
                      </a:cubicBezTo>
                      <a:cubicBezTo>
                        <a:pt x="87029" y="465062"/>
                        <a:pt x="92469" y="451464"/>
                        <a:pt x="92469" y="446025"/>
                      </a:cubicBezTo>
                      <a:cubicBezTo>
                        <a:pt x="92469" y="437866"/>
                        <a:pt x="73431" y="437866"/>
                        <a:pt x="65272" y="432426"/>
                      </a:cubicBezTo>
                      <a:cubicBezTo>
                        <a:pt x="59833" y="429707"/>
                        <a:pt x="54393" y="426987"/>
                        <a:pt x="54393" y="421548"/>
                      </a:cubicBezTo>
                      <a:cubicBezTo>
                        <a:pt x="54393" y="413389"/>
                        <a:pt x="62552" y="410669"/>
                        <a:pt x="73431" y="407949"/>
                      </a:cubicBezTo>
                      <a:cubicBezTo>
                        <a:pt x="78870" y="407949"/>
                        <a:pt x="92469" y="405230"/>
                        <a:pt x="100628" y="399790"/>
                      </a:cubicBezTo>
                      <a:cubicBezTo>
                        <a:pt x="106067" y="394351"/>
                        <a:pt x="106067" y="378033"/>
                        <a:pt x="108787" y="369874"/>
                      </a:cubicBezTo>
                      <a:cubicBezTo>
                        <a:pt x="114226" y="348117"/>
                        <a:pt x="119665" y="326360"/>
                        <a:pt x="125105" y="307322"/>
                      </a:cubicBezTo>
                      <a:cubicBezTo>
                        <a:pt x="130544" y="285565"/>
                        <a:pt x="135983" y="263808"/>
                        <a:pt x="141423" y="242051"/>
                      </a:cubicBezTo>
                      <a:cubicBezTo>
                        <a:pt x="146862" y="220293"/>
                        <a:pt x="152301" y="198536"/>
                        <a:pt x="155021" y="179498"/>
                      </a:cubicBezTo>
                      <a:cubicBezTo>
                        <a:pt x="157740" y="160461"/>
                        <a:pt x="163181" y="138703"/>
                        <a:pt x="168620" y="119665"/>
                      </a:cubicBezTo>
                      <a:cubicBezTo>
                        <a:pt x="176779" y="100627"/>
                        <a:pt x="182218" y="76150"/>
                        <a:pt x="193097" y="57113"/>
                      </a:cubicBezTo>
                      <a:lnTo>
                        <a:pt x="201256" y="38075"/>
                      </a:lnTo>
                      <a:cubicBezTo>
                        <a:pt x="206695" y="29916"/>
                        <a:pt x="209415" y="19038"/>
                        <a:pt x="217574" y="13598"/>
                      </a:cubicBezTo>
                      <a:cubicBezTo>
                        <a:pt x="231172" y="2720"/>
                        <a:pt x="255649" y="0"/>
                        <a:pt x="274687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37" name="Freeform: Shape 36">
                  <a:extLst>
                    <a:ext uri="{FF2B5EF4-FFF2-40B4-BE49-F238E27FC236}">
                      <a16:creationId xmlns:a16="http://schemas.microsoft.com/office/drawing/2014/main" id="{7E4076A8-E835-16D8-EB62-091BF5E81AD0}"/>
                    </a:ext>
                  </a:extLst>
                </p:cNvPr>
                <p:cNvSpPr/>
                <p:nvPr/>
              </p:nvSpPr>
              <p:spPr>
                <a:xfrm>
                  <a:off x="3443268" y="4186718"/>
                  <a:ext cx="435145" cy="761503"/>
                </a:xfrm>
                <a:custGeom>
                  <a:avLst/>
                  <a:gdLst>
                    <a:gd name="connsiteX0" fmla="*/ 400855 w 435145"/>
                    <a:gd name="connsiteY0" fmla="*/ 678260 h 761503"/>
                    <a:gd name="connsiteX1" fmla="*/ 384537 w 435145"/>
                    <a:gd name="connsiteY1" fmla="*/ 719054 h 761503"/>
                    <a:gd name="connsiteX2" fmla="*/ 368219 w 435145"/>
                    <a:gd name="connsiteY2" fmla="*/ 713615 h 761503"/>
                    <a:gd name="connsiteX3" fmla="*/ 360060 w 435145"/>
                    <a:gd name="connsiteY3" fmla="*/ 697297 h 761503"/>
                    <a:gd name="connsiteX4" fmla="*/ 360060 w 435145"/>
                    <a:gd name="connsiteY4" fmla="*/ 651063 h 761503"/>
                    <a:gd name="connsiteX5" fmla="*/ 332864 w 435145"/>
                    <a:gd name="connsiteY5" fmla="*/ 686418 h 761503"/>
                    <a:gd name="connsiteX6" fmla="*/ 251274 w 435145"/>
                    <a:gd name="connsiteY6" fmla="*/ 721774 h 761503"/>
                    <a:gd name="connsiteX7" fmla="*/ 229517 w 435145"/>
                    <a:gd name="connsiteY7" fmla="*/ 719054 h 761503"/>
                    <a:gd name="connsiteX8" fmla="*/ 158806 w 435145"/>
                    <a:gd name="connsiteY8" fmla="*/ 694578 h 761503"/>
                    <a:gd name="connsiteX9" fmla="*/ 112571 w 435145"/>
                    <a:gd name="connsiteY9" fmla="*/ 659222 h 761503"/>
                    <a:gd name="connsiteX10" fmla="*/ 79936 w 435145"/>
                    <a:gd name="connsiteY10" fmla="*/ 607548 h 761503"/>
                    <a:gd name="connsiteX11" fmla="*/ 63618 w 435145"/>
                    <a:gd name="connsiteY11" fmla="*/ 542277 h 761503"/>
                    <a:gd name="connsiteX12" fmla="*/ 58178 w 435145"/>
                    <a:gd name="connsiteY12" fmla="*/ 471566 h 761503"/>
                    <a:gd name="connsiteX13" fmla="*/ 60898 w 435145"/>
                    <a:gd name="connsiteY13" fmla="*/ 400855 h 761503"/>
                    <a:gd name="connsiteX14" fmla="*/ 66337 w 435145"/>
                    <a:gd name="connsiteY14" fmla="*/ 335583 h 761503"/>
                    <a:gd name="connsiteX15" fmla="*/ 85375 w 435145"/>
                    <a:gd name="connsiteY15" fmla="*/ 267592 h 761503"/>
                    <a:gd name="connsiteX16" fmla="*/ 109852 w 435145"/>
                    <a:gd name="connsiteY16" fmla="*/ 199600 h 761503"/>
                    <a:gd name="connsiteX17" fmla="*/ 145207 w 435145"/>
                    <a:gd name="connsiteY17" fmla="*/ 145207 h 761503"/>
                    <a:gd name="connsiteX18" fmla="*/ 188722 w 435145"/>
                    <a:gd name="connsiteY18" fmla="*/ 96253 h 761503"/>
                    <a:gd name="connsiteX19" fmla="*/ 243115 w 435145"/>
                    <a:gd name="connsiteY19" fmla="*/ 71776 h 761503"/>
                    <a:gd name="connsiteX20" fmla="*/ 286630 w 435145"/>
                    <a:gd name="connsiteY20" fmla="*/ 63617 h 761503"/>
                    <a:gd name="connsiteX21" fmla="*/ 305667 w 435145"/>
                    <a:gd name="connsiteY21" fmla="*/ 66337 h 761503"/>
                    <a:gd name="connsiteX22" fmla="*/ 324705 w 435145"/>
                    <a:gd name="connsiteY22" fmla="*/ 79936 h 761503"/>
                    <a:gd name="connsiteX23" fmla="*/ 341023 w 435145"/>
                    <a:gd name="connsiteY23" fmla="*/ 101693 h 761503"/>
                    <a:gd name="connsiteX24" fmla="*/ 354621 w 435145"/>
                    <a:gd name="connsiteY24" fmla="*/ 123450 h 761503"/>
                    <a:gd name="connsiteX25" fmla="*/ 354621 w 435145"/>
                    <a:gd name="connsiteY25" fmla="*/ 98973 h 761503"/>
                    <a:gd name="connsiteX26" fmla="*/ 360060 w 435145"/>
                    <a:gd name="connsiteY26" fmla="*/ 74496 h 761503"/>
                    <a:gd name="connsiteX27" fmla="*/ 365500 w 435145"/>
                    <a:gd name="connsiteY27" fmla="*/ 63617 h 761503"/>
                    <a:gd name="connsiteX28" fmla="*/ 373659 w 435145"/>
                    <a:gd name="connsiteY28" fmla="*/ 58178 h 761503"/>
                    <a:gd name="connsiteX29" fmla="*/ 381818 w 435145"/>
                    <a:gd name="connsiteY29" fmla="*/ 63617 h 761503"/>
                    <a:gd name="connsiteX30" fmla="*/ 389977 w 435145"/>
                    <a:gd name="connsiteY30" fmla="*/ 82655 h 761503"/>
                    <a:gd name="connsiteX31" fmla="*/ 392696 w 435145"/>
                    <a:gd name="connsiteY31" fmla="*/ 126170 h 761503"/>
                    <a:gd name="connsiteX32" fmla="*/ 395416 w 435145"/>
                    <a:gd name="connsiteY32" fmla="*/ 186002 h 761503"/>
                    <a:gd name="connsiteX33" fmla="*/ 398136 w 435145"/>
                    <a:gd name="connsiteY33" fmla="*/ 237675 h 761503"/>
                    <a:gd name="connsiteX34" fmla="*/ 398136 w 435145"/>
                    <a:gd name="connsiteY34" fmla="*/ 243115 h 761503"/>
                    <a:gd name="connsiteX35" fmla="*/ 395416 w 435145"/>
                    <a:gd name="connsiteY35" fmla="*/ 256713 h 761503"/>
                    <a:gd name="connsiteX36" fmla="*/ 379098 w 435145"/>
                    <a:gd name="connsiteY36" fmla="*/ 278470 h 761503"/>
                    <a:gd name="connsiteX37" fmla="*/ 362780 w 435145"/>
                    <a:gd name="connsiteY37" fmla="*/ 273031 h 761503"/>
                    <a:gd name="connsiteX38" fmla="*/ 354621 w 435145"/>
                    <a:gd name="connsiteY38" fmla="*/ 256713 h 761503"/>
                    <a:gd name="connsiteX39" fmla="*/ 354621 w 435145"/>
                    <a:gd name="connsiteY39" fmla="*/ 213198 h 761503"/>
                    <a:gd name="connsiteX40" fmla="*/ 354621 w 435145"/>
                    <a:gd name="connsiteY40" fmla="*/ 205040 h 761503"/>
                    <a:gd name="connsiteX41" fmla="*/ 338303 w 435145"/>
                    <a:gd name="connsiteY41" fmla="*/ 147927 h 761503"/>
                    <a:gd name="connsiteX42" fmla="*/ 292069 w 435145"/>
                    <a:gd name="connsiteY42" fmla="*/ 107132 h 761503"/>
                    <a:gd name="connsiteX43" fmla="*/ 262153 w 435145"/>
                    <a:gd name="connsiteY43" fmla="*/ 120730 h 761503"/>
                    <a:gd name="connsiteX44" fmla="*/ 251274 w 435145"/>
                    <a:gd name="connsiteY44" fmla="*/ 131609 h 761503"/>
                    <a:gd name="connsiteX45" fmla="*/ 240395 w 435145"/>
                    <a:gd name="connsiteY45" fmla="*/ 139768 h 761503"/>
                    <a:gd name="connsiteX46" fmla="*/ 237676 w 435145"/>
                    <a:gd name="connsiteY46" fmla="*/ 164245 h 761503"/>
                    <a:gd name="connsiteX47" fmla="*/ 226797 w 435145"/>
                    <a:gd name="connsiteY47" fmla="*/ 196881 h 761503"/>
                    <a:gd name="connsiteX48" fmla="*/ 213199 w 435145"/>
                    <a:gd name="connsiteY48" fmla="*/ 259433 h 761503"/>
                    <a:gd name="connsiteX49" fmla="*/ 207759 w 435145"/>
                    <a:gd name="connsiteY49" fmla="*/ 324704 h 761503"/>
                    <a:gd name="connsiteX50" fmla="*/ 207759 w 435145"/>
                    <a:gd name="connsiteY50" fmla="*/ 335583 h 761503"/>
                    <a:gd name="connsiteX51" fmla="*/ 205040 w 435145"/>
                    <a:gd name="connsiteY51" fmla="*/ 349181 h 761503"/>
                    <a:gd name="connsiteX52" fmla="*/ 207759 w 435145"/>
                    <a:gd name="connsiteY52" fmla="*/ 368219 h 761503"/>
                    <a:gd name="connsiteX53" fmla="*/ 207759 w 435145"/>
                    <a:gd name="connsiteY53" fmla="*/ 376378 h 761503"/>
                    <a:gd name="connsiteX54" fmla="*/ 205040 w 435145"/>
                    <a:gd name="connsiteY54" fmla="*/ 387256 h 761503"/>
                    <a:gd name="connsiteX55" fmla="*/ 205040 w 435145"/>
                    <a:gd name="connsiteY55" fmla="*/ 395415 h 761503"/>
                    <a:gd name="connsiteX56" fmla="*/ 205040 w 435145"/>
                    <a:gd name="connsiteY56" fmla="*/ 406294 h 761503"/>
                    <a:gd name="connsiteX57" fmla="*/ 205040 w 435145"/>
                    <a:gd name="connsiteY57" fmla="*/ 425332 h 761503"/>
                    <a:gd name="connsiteX58" fmla="*/ 213199 w 435145"/>
                    <a:gd name="connsiteY58" fmla="*/ 493323 h 761503"/>
                    <a:gd name="connsiteX59" fmla="*/ 221358 w 435145"/>
                    <a:gd name="connsiteY59" fmla="*/ 561314 h 761503"/>
                    <a:gd name="connsiteX60" fmla="*/ 226797 w 435145"/>
                    <a:gd name="connsiteY60" fmla="*/ 591231 h 761503"/>
                    <a:gd name="connsiteX61" fmla="*/ 240395 w 435145"/>
                    <a:gd name="connsiteY61" fmla="*/ 618427 h 761503"/>
                    <a:gd name="connsiteX62" fmla="*/ 283910 w 435145"/>
                    <a:gd name="connsiteY62" fmla="*/ 651063 h 761503"/>
                    <a:gd name="connsiteX63" fmla="*/ 338303 w 435145"/>
                    <a:gd name="connsiteY63" fmla="*/ 612988 h 761503"/>
                    <a:gd name="connsiteX64" fmla="*/ 354621 w 435145"/>
                    <a:gd name="connsiteY64" fmla="*/ 577632 h 761503"/>
                    <a:gd name="connsiteX65" fmla="*/ 357341 w 435145"/>
                    <a:gd name="connsiteY65" fmla="*/ 509641 h 761503"/>
                    <a:gd name="connsiteX66" fmla="*/ 362780 w 435145"/>
                    <a:gd name="connsiteY66" fmla="*/ 485164 h 761503"/>
                    <a:gd name="connsiteX67" fmla="*/ 368219 w 435145"/>
                    <a:gd name="connsiteY67" fmla="*/ 474286 h 761503"/>
                    <a:gd name="connsiteX68" fmla="*/ 376378 w 435145"/>
                    <a:gd name="connsiteY68" fmla="*/ 468846 h 761503"/>
                    <a:gd name="connsiteX69" fmla="*/ 384537 w 435145"/>
                    <a:gd name="connsiteY69" fmla="*/ 474286 h 761503"/>
                    <a:gd name="connsiteX70" fmla="*/ 392696 w 435145"/>
                    <a:gd name="connsiteY70" fmla="*/ 493323 h 761503"/>
                    <a:gd name="connsiteX71" fmla="*/ 395416 w 435145"/>
                    <a:gd name="connsiteY71" fmla="*/ 558595 h 761503"/>
                    <a:gd name="connsiteX72" fmla="*/ 398136 w 435145"/>
                    <a:gd name="connsiteY72" fmla="*/ 618427 h 761503"/>
                    <a:gd name="connsiteX73" fmla="*/ 400855 w 435145"/>
                    <a:gd name="connsiteY73" fmla="*/ 678260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</a:cxnLst>
                  <a:rect l="l" t="t" r="r" b="b"/>
                  <a:pathLst>
                    <a:path w="435145" h="761503">
                      <a:moveTo>
                        <a:pt x="400855" y="678260"/>
                      </a:moveTo>
                      <a:cubicBezTo>
                        <a:pt x="400855" y="689138"/>
                        <a:pt x="400855" y="719054"/>
                        <a:pt x="384537" y="719054"/>
                      </a:cubicBezTo>
                      <a:cubicBezTo>
                        <a:pt x="376378" y="719054"/>
                        <a:pt x="373659" y="716335"/>
                        <a:pt x="368219" y="713615"/>
                      </a:cubicBezTo>
                      <a:cubicBezTo>
                        <a:pt x="362780" y="710895"/>
                        <a:pt x="360060" y="702736"/>
                        <a:pt x="360060" y="697297"/>
                      </a:cubicBezTo>
                      <a:cubicBezTo>
                        <a:pt x="357341" y="680979"/>
                        <a:pt x="357341" y="664661"/>
                        <a:pt x="360060" y="651063"/>
                      </a:cubicBezTo>
                      <a:cubicBezTo>
                        <a:pt x="354621" y="659222"/>
                        <a:pt x="341023" y="678260"/>
                        <a:pt x="332864" y="686418"/>
                      </a:cubicBezTo>
                      <a:cubicBezTo>
                        <a:pt x="311107" y="708176"/>
                        <a:pt x="283910" y="721774"/>
                        <a:pt x="251274" y="721774"/>
                      </a:cubicBezTo>
                      <a:cubicBezTo>
                        <a:pt x="243115" y="721774"/>
                        <a:pt x="237676" y="721774"/>
                        <a:pt x="229517" y="719054"/>
                      </a:cubicBezTo>
                      <a:cubicBezTo>
                        <a:pt x="207759" y="716335"/>
                        <a:pt x="183283" y="708176"/>
                        <a:pt x="158806" y="694578"/>
                      </a:cubicBezTo>
                      <a:cubicBezTo>
                        <a:pt x="142488" y="686418"/>
                        <a:pt x="126170" y="672820"/>
                        <a:pt x="112571" y="659222"/>
                      </a:cubicBezTo>
                      <a:cubicBezTo>
                        <a:pt x="98973" y="642904"/>
                        <a:pt x="88095" y="626586"/>
                        <a:pt x="79936" y="607548"/>
                      </a:cubicBezTo>
                      <a:cubicBezTo>
                        <a:pt x="71777" y="585791"/>
                        <a:pt x="66337" y="566754"/>
                        <a:pt x="63618" y="542277"/>
                      </a:cubicBezTo>
                      <a:cubicBezTo>
                        <a:pt x="60898" y="517800"/>
                        <a:pt x="58178" y="493323"/>
                        <a:pt x="58178" y="471566"/>
                      </a:cubicBezTo>
                      <a:cubicBezTo>
                        <a:pt x="58178" y="447089"/>
                        <a:pt x="58178" y="425332"/>
                        <a:pt x="60898" y="400855"/>
                      </a:cubicBezTo>
                      <a:cubicBezTo>
                        <a:pt x="63618" y="379098"/>
                        <a:pt x="60898" y="357340"/>
                        <a:pt x="66337" y="335583"/>
                      </a:cubicBezTo>
                      <a:cubicBezTo>
                        <a:pt x="69057" y="313826"/>
                        <a:pt x="77216" y="289349"/>
                        <a:pt x="85375" y="267592"/>
                      </a:cubicBezTo>
                      <a:cubicBezTo>
                        <a:pt x="93534" y="243115"/>
                        <a:pt x="98973" y="221357"/>
                        <a:pt x="109852" y="199600"/>
                      </a:cubicBezTo>
                      <a:cubicBezTo>
                        <a:pt x="118011" y="177843"/>
                        <a:pt x="131609" y="161525"/>
                        <a:pt x="145207" y="145207"/>
                      </a:cubicBezTo>
                      <a:cubicBezTo>
                        <a:pt x="158806" y="128889"/>
                        <a:pt x="172404" y="109852"/>
                        <a:pt x="188722" y="96253"/>
                      </a:cubicBezTo>
                      <a:cubicBezTo>
                        <a:pt x="205040" y="82655"/>
                        <a:pt x="224077" y="77216"/>
                        <a:pt x="243115" y="71776"/>
                      </a:cubicBezTo>
                      <a:cubicBezTo>
                        <a:pt x="256713" y="69057"/>
                        <a:pt x="273031" y="63617"/>
                        <a:pt x="286630" y="63617"/>
                      </a:cubicBezTo>
                      <a:cubicBezTo>
                        <a:pt x="292069" y="63617"/>
                        <a:pt x="297508" y="63617"/>
                        <a:pt x="305667" y="66337"/>
                      </a:cubicBezTo>
                      <a:cubicBezTo>
                        <a:pt x="313826" y="69057"/>
                        <a:pt x="319266" y="74496"/>
                        <a:pt x="324705" y="79936"/>
                      </a:cubicBezTo>
                      <a:cubicBezTo>
                        <a:pt x="332864" y="85375"/>
                        <a:pt x="332864" y="93534"/>
                        <a:pt x="341023" y="101693"/>
                      </a:cubicBezTo>
                      <a:cubicBezTo>
                        <a:pt x="346462" y="107132"/>
                        <a:pt x="349182" y="118011"/>
                        <a:pt x="354621" y="123450"/>
                      </a:cubicBezTo>
                      <a:cubicBezTo>
                        <a:pt x="354621" y="115291"/>
                        <a:pt x="354621" y="101693"/>
                        <a:pt x="354621" y="98973"/>
                      </a:cubicBezTo>
                      <a:cubicBezTo>
                        <a:pt x="354621" y="90814"/>
                        <a:pt x="354621" y="79936"/>
                        <a:pt x="360060" y="74496"/>
                      </a:cubicBezTo>
                      <a:cubicBezTo>
                        <a:pt x="362780" y="71776"/>
                        <a:pt x="362780" y="69057"/>
                        <a:pt x="365500" y="63617"/>
                      </a:cubicBezTo>
                      <a:cubicBezTo>
                        <a:pt x="368219" y="60898"/>
                        <a:pt x="370939" y="58178"/>
                        <a:pt x="373659" y="58178"/>
                      </a:cubicBezTo>
                      <a:cubicBezTo>
                        <a:pt x="376378" y="58178"/>
                        <a:pt x="379098" y="60898"/>
                        <a:pt x="381818" y="63617"/>
                      </a:cubicBezTo>
                      <a:cubicBezTo>
                        <a:pt x="384537" y="69057"/>
                        <a:pt x="387257" y="77216"/>
                        <a:pt x="389977" y="82655"/>
                      </a:cubicBezTo>
                      <a:cubicBezTo>
                        <a:pt x="389977" y="90814"/>
                        <a:pt x="392696" y="107132"/>
                        <a:pt x="392696" y="126170"/>
                      </a:cubicBezTo>
                      <a:cubicBezTo>
                        <a:pt x="392696" y="150647"/>
                        <a:pt x="392696" y="177843"/>
                        <a:pt x="395416" y="186002"/>
                      </a:cubicBezTo>
                      <a:cubicBezTo>
                        <a:pt x="398136" y="205040"/>
                        <a:pt x="398136" y="215918"/>
                        <a:pt x="398136" y="237675"/>
                      </a:cubicBezTo>
                      <a:cubicBezTo>
                        <a:pt x="398136" y="240395"/>
                        <a:pt x="398136" y="243115"/>
                        <a:pt x="398136" y="243115"/>
                      </a:cubicBezTo>
                      <a:cubicBezTo>
                        <a:pt x="398136" y="248554"/>
                        <a:pt x="398136" y="251274"/>
                        <a:pt x="395416" y="256713"/>
                      </a:cubicBezTo>
                      <a:cubicBezTo>
                        <a:pt x="392696" y="267592"/>
                        <a:pt x="389977" y="278470"/>
                        <a:pt x="379098" y="278470"/>
                      </a:cubicBezTo>
                      <a:cubicBezTo>
                        <a:pt x="370939" y="278470"/>
                        <a:pt x="368219" y="275751"/>
                        <a:pt x="362780" y="273031"/>
                      </a:cubicBezTo>
                      <a:cubicBezTo>
                        <a:pt x="357341" y="270311"/>
                        <a:pt x="354621" y="262152"/>
                        <a:pt x="354621" y="256713"/>
                      </a:cubicBezTo>
                      <a:cubicBezTo>
                        <a:pt x="349182" y="237675"/>
                        <a:pt x="354621" y="232236"/>
                        <a:pt x="354621" y="213198"/>
                      </a:cubicBezTo>
                      <a:cubicBezTo>
                        <a:pt x="354621" y="210479"/>
                        <a:pt x="354621" y="207759"/>
                        <a:pt x="354621" y="205040"/>
                      </a:cubicBezTo>
                      <a:cubicBezTo>
                        <a:pt x="349182" y="186002"/>
                        <a:pt x="343742" y="169684"/>
                        <a:pt x="338303" y="147927"/>
                      </a:cubicBezTo>
                      <a:cubicBezTo>
                        <a:pt x="332864" y="131609"/>
                        <a:pt x="311107" y="107132"/>
                        <a:pt x="292069" y="107132"/>
                      </a:cubicBezTo>
                      <a:cubicBezTo>
                        <a:pt x="281190" y="107132"/>
                        <a:pt x="270312" y="115291"/>
                        <a:pt x="262153" y="120730"/>
                      </a:cubicBezTo>
                      <a:cubicBezTo>
                        <a:pt x="259433" y="123450"/>
                        <a:pt x="256713" y="126170"/>
                        <a:pt x="251274" y="131609"/>
                      </a:cubicBezTo>
                      <a:cubicBezTo>
                        <a:pt x="248554" y="134329"/>
                        <a:pt x="243115" y="137048"/>
                        <a:pt x="240395" y="139768"/>
                      </a:cubicBezTo>
                      <a:cubicBezTo>
                        <a:pt x="237676" y="145207"/>
                        <a:pt x="240395" y="156086"/>
                        <a:pt x="237676" y="164245"/>
                      </a:cubicBezTo>
                      <a:cubicBezTo>
                        <a:pt x="232236" y="175123"/>
                        <a:pt x="229517" y="186002"/>
                        <a:pt x="226797" y="196881"/>
                      </a:cubicBezTo>
                      <a:cubicBezTo>
                        <a:pt x="221358" y="218638"/>
                        <a:pt x="218638" y="237675"/>
                        <a:pt x="213199" y="259433"/>
                      </a:cubicBezTo>
                      <a:cubicBezTo>
                        <a:pt x="210479" y="281190"/>
                        <a:pt x="207759" y="302947"/>
                        <a:pt x="207759" y="324704"/>
                      </a:cubicBezTo>
                      <a:cubicBezTo>
                        <a:pt x="207759" y="327424"/>
                        <a:pt x="207759" y="332863"/>
                        <a:pt x="207759" y="335583"/>
                      </a:cubicBezTo>
                      <a:cubicBezTo>
                        <a:pt x="207759" y="341022"/>
                        <a:pt x="205040" y="343742"/>
                        <a:pt x="205040" y="349181"/>
                      </a:cubicBezTo>
                      <a:cubicBezTo>
                        <a:pt x="205040" y="354621"/>
                        <a:pt x="207759" y="362779"/>
                        <a:pt x="207759" y="368219"/>
                      </a:cubicBezTo>
                      <a:cubicBezTo>
                        <a:pt x="207759" y="370939"/>
                        <a:pt x="207759" y="373658"/>
                        <a:pt x="207759" y="376378"/>
                      </a:cubicBezTo>
                      <a:cubicBezTo>
                        <a:pt x="205040" y="381817"/>
                        <a:pt x="205040" y="384537"/>
                        <a:pt x="205040" y="387256"/>
                      </a:cubicBezTo>
                      <a:cubicBezTo>
                        <a:pt x="205040" y="389976"/>
                        <a:pt x="205040" y="392696"/>
                        <a:pt x="205040" y="395415"/>
                      </a:cubicBezTo>
                      <a:cubicBezTo>
                        <a:pt x="205040" y="398135"/>
                        <a:pt x="205040" y="403574"/>
                        <a:pt x="205040" y="406294"/>
                      </a:cubicBezTo>
                      <a:cubicBezTo>
                        <a:pt x="205040" y="411733"/>
                        <a:pt x="205040" y="417173"/>
                        <a:pt x="205040" y="425332"/>
                      </a:cubicBezTo>
                      <a:cubicBezTo>
                        <a:pt x="205040" y="449809"/>
                        <a:pt x="213199" y="471566"/>
                        <a:pt x="213199" y="493323"/>
                      </a:cubicBezTo>
                      <a:cubicBezTo>
                        <a:pt x="213199" y="517800"/>
                        <a:pt x="215919" y="539557"/>
                        <a:pt x="221358" y="561314"/>
                      </a:cubicBezTo>
                      <a:cubicBezTo>
                        <a:pt x="224077" y="572193"/>
                        <a:pt x="224077" y="580352"/>
                        <a:pt x="226797" y="591231"/>
                      </a:cubicBezTo>
                      <a:cubicBezTo>
                        <a:pt x="229517" y="599390"/>
                        <a:pt x="237676" y="607548"/>
                        <a:pt x="240395" y="618427"/>
                      </a:cubicBezTo>
                      <a:cubicBezTo>
                        <a:pt x="248554" y="637465"/>
                        <a:pt x="262153" y="651063"/>
                        <a:pt x="283910" y="651063"/>
                      </a:cubicBezTo>
                      <a:cubicBezTo>
                        <a:pt x="302948" y="651063"/>
                        <a:pt x="330144" y="629306"/>
                        <a:pt x="338303" y="612988"/>
                      </a:cubicBezTo>
                      <a:cubicBezTo>
                        <a:pt x="346462" y="599390"/>
                        <a:pt x="351901" y="591231"/>
                        <a:pt x="354621" y="577632"/>
                      </a:cubicBezTo>
                      <a:cubicBezTo>
                        <a:pt x="354621" y="550436"/>
                        <a:pt x="354621" y="517800"/>
                        <a:pt x="357341" y="509641"/>
                      </a:cubicBezTo>
                      <a:cubicBezTo>
                        <a:pt x="357341" y="501482"/>
                        <a:pt x="357341" y="490603"/>
                        <a:pt x="362780" y="485164"/>
                      </a:cubicBezTo>
                      <a:cubicBezTo>
                        <a:pt x="365500" y="482444"/>
                        <a:pt x="365500" y="479725"/>
                        <a:pt x="368219" y="474286"/>
                      </a:cubicBezTo>
                      <a:cubicBezTo>
                        <a:pt x="370939" y="471566"/>
                        <a:pt x="373659" y="468846"/>
                        <a:pt x="376378" y="468846"/>
                      </a:cubicBezTo>
                      <a:cubicBezTo>
                        <a:pt x="379098" y="468846"/>
                        <a:pt x="381818" y="471566"/>
                        <a:pt x="384537" y="474286"/>
                      </a:cubicBezTo>
                      <a:cubicBezTo>
                        <a:pt x="387257" y="479725"/>
                        <a:pt x="389977" y="487884"/>
                        <a:pt x="392696" y="493323"/>
                      </a:cubicBezTo>
                      <a:cubicBezTo>
                        <a:pt x="392696" y="501482"/>
                        <a:pt x="395416" y="539557"/>
                        <a:pt x="395416" y="558595"/>
                      </a:cubicBezTo>
                      <a:cubicBezTo>
                        <a:pt x="395416" y="583072"/>
                        <a:pt x="395416" y="610268"/>
                        <a:pt x="398136" y="618427"/>
                      </a:cubicBezTo>
                      <a:cubicBezTo>
                        <a:pt x="398136" y="648343"/>
                        <a:pt x="400855" y="659222"/>
                        <a:pt x="400855" y="678260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38" name="Freeform: Shape 37">
                  <a:extLst>
                    <a:ext uri="{FF2B5EF4-FFF2-40B4-BE49-F238E27FC236}">
                      <a16:creationId xmlns:a16="http://schemas.microsoft.com/office/drawing/2014/main" id="{62E9772A-CA98-BA09-5CB4-FE98BB4BAF95}"/>
                    </a:ext>
                  </a:extLst>
                </p:cNvPr>
                <p:cNvSpPr/>
                <p:nvPr/>
              </p:nvSpPr>
              <p:spPr>
                <a:xfrm>
                  <a:off x="3829459" y="4200317"/>
                  <a:ext cx="598325" cy="761503"/>
                </a:xfrm>
                <a:custGeom>
                  <a:avLst/>
                  <a:gdLst>
                    <a:gd name="connsiteX0" fmla="*/ 360060 w 598324"/>
                    <a:gd name="connsiteY0" fmla="*/ 332863 h 761503"/>
                    <a:gd name="connsiteX1" fmla="*/ 341023 w 598324"/>
                    <a:gd name="connsiteY1" fmla="*/ 370939 h 761503"/>
                    <a:gd name="connsiteX2" fmla="*/ 376378 w 598324"/>
                    <a:gd name="connsiteY2" fmla="*/ 389976 h 761503"/>
                    <a:gd name="connsiteX3" fmla="*/ 425332 w 598324"/>
                    <a:gd name="connsiteY3" fmla="*/ 433491 h 761503"/>
                    <a:gd name="connsiteX4" fmla="*/ 438930 w 598324"/>
                    <a:gd name="connsiteY4" fmla="*/ 463407 h 761503"/>
                    <a:gd name="connsiteX5" fmla="*/ 449809 w 598324"/>
                    <a:gd name="connsiteY5" fmla="*/ 498762 h 761503"/>
                    <a:gd name="connsiteX6" fmla="*/ 457968 w 598324"/>
                    <a:gd name="connsiteY6" fmla="*/ 528679 h 761503"/>
                    <a:gd name="connsiteX7" fmla="*/ 466127 w 598324"/>
                    <a:gd name="connsiteY7" fmla="*/ 564034 h 761503"/>
                    <a:gd name="connsiteX8" fmla="*/ 471566 w 598324"/>
                    <a:gd name="connsiteY8" fmla="*/ 593950 h 761503"/>
                    <a:gd name="connsiteX9" fmla="*/ 479725 w 598324"/>
                    <a:gd name="connsiteY9" fmla="*/ 607548 h 761503"/>
                    <a:gd name="connsiteX10" fmla="*/ 487884 w 598324"/>
                    <a:gd name="connsiteY10" fmla="*/ 623867 h 761503"/>
                    <a:gd name="connsiteX11" fmla="*/ 501482 w 598324"/>
                    <a:gd name="connsiteY11" fmla="*/ 651063 h 761503"/>
                    <a:gd name="connsiteX12" fmla="*/ 523240 w 598324"/>
                    <a:gd name="connsiteY12" fmla="*/ 670101 h 761503"/>
                    <a:gd name="connsiteX13" fmla="*/ 534119 w 598324"/>
                    <a:gd name="connsiteY13" fmla="*/ 686418 h 761503"/>
                    <a:gd name="connsiteX14" fmla="*/ 531399 w 598324"/>
                    <a:gd name="connsiteY14" fmla="*/ 694578 h 761503"/>
                    <a:gd name="connsiteX15" fmla="*/ 498763 w 598324"/>
                    <a:gd name="connsiteY15" fmla="*/ 708176 h 761503"/>
                    <a:gd name="connsiteX16" fmla="*/ 449809 w 598324"/>
                    <a:gd name="connsiteY16" fmla="*/ 700017 h 761503"/>
                    <a:gd name="connsiteX17" fmla="*/ 400855 w 598324"/>
                    <a:gd name="connsiteY17" fmla="*/ 667381 h 761503"/>
                    <a:gd name="connsiteX18" fmla="*/ 381817 w 598324"/>
                    <a:gd name="connsiteY18" fmla="*/ 642904 h 761503"/>
                    <a:gd name="connsiteX19" fmla="*/ 368219 w 598324"/>
                    <a:gd name="connsiteY19" fmla="*/ 610268 h 761503"/>
                    <a:gd name="connsiteX20" fmla="*/ 349182 w 598324"/>
                    <a:gd name="connsiteY20" fmla="*/ 550436 h 761503"/>
                    <a:gd name="connsiteX21" fmla="*/ 338303 w 598324"/>
                    <a:gd name="connsiteY21" fmla="*/ 504202 h 761503"/>
                    <a:gd name="connsiteX22" fmla="*/ 330144 w 598324"/>
                    <a:gd name="connsiteY22" fmla="*/ 477005 h 761503"/>
                    <a:gd name="connsiteX23" fmla="*/ 321985 w 598324"/>
                    <a:gd name="connsiteY23" fmla="*/ 455248 h 761503"/>
                    <a:gd name="connsiteX24" fmla="*/ 305667 w 598324"/>
                    <a:gd name="connsiteY24" fmla="*/ 436210 h 761503"/>
                    <a:gd name="connsiteX25" fmla="*/ 294788 w 598324"/>
                    <a:gd name="connsiteY25" fmla="*/ 441650 h 761503"/>
                    <a:gd name="connsiteX26" fmla="*/ 278471 w 598324"/>
                    <a:gd name="connsiteY26" fmla="*/ 463407 h 761503"/>
                    <a:gd name="connsiteX27" fmla="*/ 264872 w 598324"/>
                    <a:gd name="connsiteY27" fmla="*/ 496043 h 761503"/>
                    <a:gd name="connsiteX28" fmla="*/ 262153 w 598324"/>
                    <a:gd name="connsiteY28" fmla="*/ 517800 h 761503"/>
                    <a:gd name="connsiteX29" fmla="*/ 262153 w 598324"/>
                    <a:gd name="connsiteY29" fmla="*/ 523239 h 761503"/>
                    <a:gd name="connsiteX30" fmla="*/ 262153 w 598324"/>
                    <a:gd name="connsiteY30" fmla="*/ 553155 h 761503"/>
                    <a:gd name="connsiteX31" fmla="*/ 262153 w 598324"/>
                    <a:gd name="connsiteY31" fmla="*/ 629306 h 761503"/>
                    <a:gd name="connsiteX32" fmla="*/ 259433 w 598324"/>
                    <a:gd name="connsiteY32" fmla="*/ 659222 h 761503"/>
                    <a:gd name="connsiteX33" fmla="*/ 283910 w 598324"/>
                    <a:gd name="connsiteY33" fmla="*/ 659222 h 761503"/>
                    <a:gd name="connsiteX34" fmla="*/ 321985 w 598324"/>
                    <a:gd name="connsiteY34" fmla="*/ 675540 h 761503"/>
                    <a:gd name="connsiteX35" fmla="*/ 316546 w 598324"/>
                    <a:gd name="connsiteY35" fmla="*/ 691858 h 761503"/>
                    <a:gd name="connsiteX36" fmla="*/ 300228 w 598324"/>
                    <a:gd name="connsiteY36" fmla="*/ 700017 h 761503"/>
                    <a:gd name="connsiteX37" fmla="*/ 278471 w 598324"/>
                    <a:gd name="connsiteY37" fmla="*/ 702736 h 761503"/>
                    <a:gd name="connsiteX38" fmla="*/ 243115 w 598324"/>
                    <a:gd name="connsiteY38" fmla="*/ 702736 h 761503"/>
                    <a:gd name="connsiteX39" fmla="*/ 221358 w 598324"/>
                    <a:gd name="connsiteY39" fmla="*/ 710895 h 761503"/>
                    <a:gd name="connsiteX40" fmla="*/ 194161 w 598324"/>
                    <a:gd name="connsiteY40" fmla="*/ 702736 h 761503"/>
                    <a:gd name="connsiteX41" fmla="*/ 177843 w 598324"/>
                    <a:gd name="connsiteY41" fmla="*/ 702736 h 761503"/>
                    <a:gd name="connsiteX42" fmla="*/ 126170 w 598324"/>
                    <a:gd name="connsiteY42" fmla="*/ 702736 h 761503"/>
                    <a:gd name="connsiteX43" fmla="*/ 101693 w 598324"/>
                    <a:gd name="connsiteY43" fmla="*/ 702736 h 761503"/>
                    <a:gd name="connsiteX44" fmla="*/ 74496 w 598324"/>
                    <a:gd name="connsiteY44" fmla="*/ 697297 h 761503"/>
                    <a:gd name="connsiteX45" fmla="*/ 58178 w 598324"/>
                    <a:gd name="connsiteY45" fmla="*/ 680979 h 761503"/>
                    <a:gd name="connsiteX46" fmla="*/ 63617 w 598324"/>
                    <a:gd name="connsiteY46" fmla="*/ 672820 h 761503"/>
                    <a:gd name="connsiteX47" fmla="*/ 85375 w 598324"/>
                    <a:gd name="connsiteY47" fmla="*/ 664661 h 761503"/>
                    <a:gd name="connsiteX48" fmla="*/ 128889 w 598324"/>
                    <a:gd name="connsiteY48" fmla="*/ 659222 h 761503"/>
                    <a:gd name="connsiteX49" fmla="*/ 147927 w 598324"/>
                    <a:gd name="connsiteY49" fmla="*/ 659222 h 761503"/>
                    <a:gd name="connsiteX50" fmla="*/ 145207 w 598324"/>
                    <a:gd name="connsiteY50" fmla="*/ 653783 h 761503"/>
                    <a:gd name="connsiteX51" fmla="*/ 131609 w 598324"/>
                    <a:gd name="connsiteY51" fmla="*/ 585791 h 761503"/>
                    <a:gd name="connsiteX52" fmla="*/ 134329 w 598324"/>
                    <a:gd name="connsiteY52" fmla="*/ 498762 h 761503"/>
                    <a:gd name="connsiteX53" fmla="*/ 137048 w 598324"/>
                    <a:gd name="connsiteY53" fmla="*/ 406294 h 761503"/>
                    <a:gd name="connsiteX54" fmla="*/ 134329 w 598324"/>
                    <a:gd name="connsiteY54" fmla="*/ 327424 h 761503"/>
                    <a:gd name="connsiteX55" fmla="*/ 137048 w 598324"/>
                    <a:gd name="connsiteY55" fmla="*/ 253993 h 761503"/>
                    <a:gd name="connsiteX56" fmla="*/ 139768 w 598324"/>
                    <a:gd name="connsiteY56" fmla="*/ 207759 h 761503"/>
                    <a:gd name="connsiteX57" fmla="*/ 137048 w 598324"/>
                    <a:gd name="connsiteY57" fmla="*/ 172404 h 761503"/>
                    <a:gd name="connsiteX58" fmla="*/ 137048 w 598324"/>
                    <a:gd name="connsiteY58" fmla="*/ 112571 h 761503"/>
                    <a:gd name="connsiteX59" fmla="*/ 126170 w 598324"/>
                    <a:gd name="connsiteY59" fmla="*/ 112571 h 761503"/>
                    <a:gd name="connsiteX60" fmla="*/ 101693 w 598324"/>
                    <a:gd name="connsiteY60" fmla="*/ 112571 h 761503"/>
                    <a:gd name="connsiteX61" fmla="*/ 74496 w 598324"/>
                    <a:gd name="connsiteY61" fmla="*/ 107132 h 761503"/>
                    <a:gd name="connsiteX62" fmla="*/ 58178 w 598324"/>
                    <a:gd name="connsiteY62" fmla="*/ 90814 h 761503"/>
                    <a:gd name="connsiteX63" fmla="*/ 63617 w 598324"/>
                    <a:gd name="connsiteY63" fmla="*/ 82655 h 761503"/>
                    <a:gd name="connsiteX64" fmla="*/ 85375 w 598324"/>
                    <a:gd name="connsiteY64" fmla="*/ 74496 h 761503"/>
                    <a:gd name="connsiteX65" fmla="*/ 137048 w 598324"/>
                    <a:gd name="connsiteY65" fmla="*/ 69057 h 761503"/>
                    <a:gd name="connsiteX66" fmla="*/ 145207 w 598324"/>
                    <a:gd name="connsiteY66" fmla="*/ 69057 h 761503"/>
                    <a:gd name="connsiteX67" fmla="*/ 169684 w 598324"/>
                    <a:gd name="connsiteY67" fmla="*/ 58178 h 761503"/>
                    <a:gd name="connsiteX68" fmla="*/ 177843 w 598324"/>
                    <a:gd name="connsiteY68" fmla="*/ 58178 h 761503"/>
                    <a:gd name="connsiteX69" fmla="*/ 205040 w 598324"/>
                    <a:gd name="connsiteY69" fmla="*/ 66337 h 761503"/>
                    <a:gd name="connsiteX70" fmla="*/ 286629 w 598324"/>
                    <a:gd name="connsiteY70" fmla="*/ 63617 h 761503"/>
                    <a:gd name="connsiteX71" fmla="*/ 324705 w 598324"/>
                    <a:gd name="connsiteY71" fmla="*/ 79936 h 761503"/>
                    <a:gd name="connsiteX72" fmla="*/ 319265 w 598324"/>
                    <a:gd name="connsiteY72" fmla="*/ 96253 h 761503"/>
                    <a:gd name="connsiteX73" fmla="*/ 302948 w 598324"/>
                    <a:gd name="connsiteY73" fmla="*/ 104412 h 761503"/>
                    <a:gd name="connsiteX74" fmla="*/ 278471 w 598324"/>
                    <a:gd name="connsiteY74" fmla="*/ 112571 h 761503"/>
                    <a:gd name="connsiteX75" fmla="*/ 232236 w 598324"/>
                    <a:gd name="connsiteY75" fmla="*/ 112571 h 761503"/>
                    <a:gd name="connsiteX76" fmla="*/ 240395 w 598324"/>
                    <a:gd name="connsiteY76" fmla="*/ 137048 h 761503"/>
                    <a:gd name="connsiteX77" fmla="*/ 240395 w 598324"/>
                    <a:gd name="connsiteY77" fmla="*/ 150647 h 761503"/>
                    <a:gd name="connsiteX78" fmla="*/ 243115 w 598324"/>
                    <a:gd name="connsiteY78" fmla="*/ 158805 h 761503"/>
                    <a:gd name="connsiteX79" fmla="*/ 248554 w 598324"/>
                    <a:gd name="connsiteY79" fmla="*/ 188722 h 761503"/>
                    <a:gd name="connsiteX80" fmla="*/ 248554 w 598324"/>
                    <a:gd name="connsiteY80" fmla="*/ 199600 h 761503"/>
                    <a:gd name="connsiteX81" fmla="*/ 248554 w 598324"/>
                    <a:gd name="connsiteY81" fmla="*/ 221357 h 761503"/>
                    <a:gd name="connsiteX82" fmla="*/ 253994 w 598324"/>
                    <a:gd name="connsiteY82" fmla="*/ 264872 h 761503"/>
                    <a:gd name="connsiteX83" fmla="*/ 262153 w 598324"/>
                    <a:gd name="connsiteY83" fmla="*/ 297508 h 761503"/>
                    <a:gd name="connsiteX84" fmla="*/ 264872 w 598324"/>
                    <a:gd name="connsiteY84" fmla="*/ 324704 h 761503"/>
                    <a:gd name="connsiteX85" fmla="*/ 264872 w 598324"/>
                    <a:gd name="connsiteY85" fmla="*/ 332863 h 761503"/>
                    <a:gd name="connsiteX86" fmla="*/ 264872 w 598324"/>
                    <a:gd name="connsiteY86" fmla="*/ 351901 h 761503"/>
                    <a:gd name="connsiteX87" fmla="*/ 262153 w 598324"/>
                    <a:gd name="connsiteY87" fmla="*/ 370939 h 761503"/>
                    <a:gd name="connsiteX88" fmla="*/ 267592 w 598324"/>
                    <a:gd name="connsiteY88" fmla="*/ 384537 h 761503"/>
                    <a:gd name="connsiteX89" fmla="*/ 278471 w 598324"/>
                    <a:gd name="connsiteY89" fmla="*/ 370939 h 761503"/>
                    <a:gd name="connsiteX90" fmla="*/ 297508 w 598324"/>
                    <a:gd name="connsiteY90" fmla="*/ 332863 h 761503"/>
                    <a:gd name="connsiteX91" fmla="*/ 311106 w 598324"/>
                    <a:gd name="connsiteY91" fmla="*/ 305667 h 761503"/>
                    <a:gd name="connsiteX92" fmla="*/ 335583 w 598324"/>
                    <a:gd name="connsiteY92" fmla="*/ 259433 h 761503"/>
                    <a:gd name="connsiteX93" fmla="*/ 354621 w 598324"/>
                    <a:gd name="connsiteY93" fmla="*/ 224077 h 761503"/>
                    <a:gd name="connsiteX94" fmla="*/ 381817 w 598324"/>
                    <a:gd name="connsiteY94" fmla="*/ 172404 h 761503"/>
                    <a:gd name="connsiteX95" fmla="*/ 409014 w 598324"/>
                    <a:gd name="connsiteY95" fmla="*/ 118011 h 761503"/>
                    <a:gd name="connsiteX96" fmla="*/ 411734 w 598324"/>
                    <a:gd name="connsiteY96" fmla="*/ 115291 h 761503"/>
                    <a:gd name="connsiteX97" fmla="*/ 398136 w 598324"/>
                    <a:gd name="connsiteY97" fmla="*/ 115291 h 761503"/>
                    <a:gd name="connsiteX98" fmla="*/ 379098 w 598324"/>
                    <a:gd name="connsiteY98" fmla="*/ 109852 h 761503"/>
                    <a:gd name="connsiteX99" fmla="*/ 368219 w 598324"/>
                    <a:gd name="connsiteY99" fmla="*/ 93534 h 761503"/>
                    <a:gd name="connsiteX100" fmla="*/ 370939 w 598324"/>
                    <a:gd name="connsiteY100" fmla="*/ 85375 h 761503"/>
                    <a:gd name="connsiteX101" fmla="*/ 387257 w 598324"/>
                    <a:gd name="connsiteY101" fmla="*/ 77216 h 761503"/>
                    <a:gd name="connsiteX102" fmla="*/ 422612 w 598324"/>
                    <a:gd name="connsiteY102" fmla="*/ 71776 h 761503"/>
                    <a:gd name="connsiteX103" fmla="*/ 436211 w 598324"/>
                    <a:gd name="connsiteY103" fmla="*/ 71776 h 761503"/>
                    <a:gd name="connsiteX104" fmla="*/ 438930 w 598324"/>
                    <a:gd name="connsiteY104" fmla="*/ 69057 h 761503"/>
                    <a:gd name="connsiteX105" fmla="*/ 452529 w 598324"/>
                    <a:gd name="connsiteY105" fmla="*/ 66337 h 761503"/>
                    <a:gd name="connsiteX106" fmla="*/ 466127 w 598324"/>
                    <a:gd name="connsiteY106" fmla="*/ 69057 h 761503"/>
                    <a:gd name="connsiteX107" fmla="*/ 471566 w 598324"/>
                    <a:gd name="connsiteY107" fmla="*/ 71776 h 761503"/>
                    <a:gd name="connsiteX108" fmla="*/ 515081 w 598324"/>
                    <a:gd name="connsiteY108" fmla="*/ 71776 h 761503"/>
                    <a:gd name="connsiteX109" fmla="*/ 542277 w 598324"/>
                    <a:gd name="connsiteY109" fmla="*/ 88094 h 761503"/>
                    <a:gd name="connsiteX110" fmla="*/ 536838 w 598324"/>
                    <a:gd name="connsiteY110" fmla="*/ 104412 h 761503"/>
                    <a:gd name="connsiteX111" fmla="*/ 525959 w 598324"/>
                    <a:gd name="connsiteY111" fmla="*/ 112571 h 761503"/>
                    <a:gd name="connsiteX112" fmla="*/ 509642 w 598324"/>
                    <a:gd name="connsiteY112" fmla="*/ 115291 h 761503"/>
                    <a:gd name="connsiteX113" fmla="*/ 468847 w 598324"/>
                    <a:gd name="connsiteY113" fmla="*/ 115291 h 761503"/>
                    <a:gd name="connsiteX114" fmla="*/ 457968 w 598324"/>
                    <a:gd name="connsiteY114" fmla="*/ 137048 h 761503"/>
                    <a:gd name="connsiteX115" fmla="*/ 430771 w 598324"/>
                    <a:gd name="connsiteY115" fmla="*/ 194161 h 761503"/>
                    <a:gd name="connsiteX116" fmla="*/ 400855 w 598324"/>
                    <a:gd name="connsiteY116" fmla="*/ 262152 h 761503"/>
                    <a:gd name="connsiteX117" fmla="*/ 360060 w 598324"/>
                    <a:gd name="connsiteY117" fmla="*/ 332863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</a:cxnLst>
                  <a:rect l="l" t="t" r="r" b="b"/>
                  <a:pathLst>
                    <a:path w="598324" h="761503">
                      <a:moveTo>
                        <a:pt x="360060" y="332863"/>
                      </a:moveTo>
                      <a:cubicBezTo>
                        <a:pt x="351901" y="343742"/>
                        <a:pt x="341023" y="357340"/>
                        <a:pt x="341023" y="370939"/>
                      </a:cubicBezTo>
                      <a:cubicBezTo>
                        <a:pt x="341023" y="379098"/>
                        <a:pt x="357341" y="381817"/>
                        <a:pt x="376378" y="389976"/>
                      </a:cubicBezTo>
                      <a:cubicBezTo>
                        <a:pt x="395416" y="398135"/>
                        <a:pt x="417173" y="417173"/>
                        <a:pt x="425332" y="433491"/>
                      </a:cubicBezTo>
                      <a:cubicBezTo>
                        <a:pt x="430771" y="444369"/>
                        <a:pt x="436211" y="452528"/>
                        <a:pt x="438930" y="463407"/>
                      </a:cubicBezTo>
                      <a:cubicBezTo>
                        <a:pt x="444370" y="474286"/>
                        <a:pt x="447089" y="487884"/>
                        <a:pt x="449809" y="498762"/>
                      </a:cubicBezTo>
                      <a:cubicBezTo>
                        <a:pt x="452529" y="512361"/>
                        <a:pt x="452529" y="517800"/>
                        <a:pt x="457968" y="528679"/>
                      </a:cubicBezTo>
                      <a:cubicBezTo>
                        <a:pt x="463407" y="539557"/>
                        <a:pt x="463407" y="553155"/>
                        <a:pt x="466127" y="564034"/>
                      </a:cubicBezTo>
                      <a:cubicBezTo>
                        <a:pt x="468847" y="572193"/>
                        <a:pt x="468847" y="585791"/>
                        <a:pt x="471566" y="593950"/>
                      </a:cubicBezTo>
                      <a:cubicBezTo>
                        <a:pt x="474286" y="599390"/>
                        <a:pt x="477006" y="602109"/>
                        <a:pt x="479725" y="607548"/>
                      </a:cubicBezTo>
                      <a:cubicBezTo>
                        <a:pt x="482445" y="612988"/>
                        <a:pt x="487884" y="618427"/>
                        <a:pt x="487884" y="623867"/>
                      </a:cubicBezTo>
                      <a:cubicBezTo>
                        <a:pt x="490604" y="634745"/>
                        <a:pt x="496043" y="642904"/>
                        <a:pt x="501482" y="651063"/>
                      </a:cubicBezTo>
                      <a:cubicBezTo>
                        <a:pt x="506922" y="661942"/>
                        <a:pt x="512361" y="664661"/>
                        <a:pt x="523240" y="670101"/>
                      </a:cubicBezTo>
                      <a:cubicBezTo>
                        <a:pt x="528679" y="672820"/>
                        <a:pt x="534119" y="680979"/>
                        <a:pt x="534119" y="686418"/>
                      </a:cubicBezTo>
                      <a:cubicBezTo>
                        <a:pt x="534119" y="689138"/>
                        <a:pt x="534119" y="691858"/>
                        <a:pt x="531399" y="694578"/>
                      </a:cubicBezTo>
                      <a:cubicBezTo>
                        <a:pt x="525959" y="702736"/>
                        <a:pt x="512361" y="708176"/>
                        <a:pt x="498763" y="708176"/>
                      </a:cubicBezTo>
                      <a:cubicBezTo>
                        <a:pt x="485165" y="708176"/>
                        <a:pt x="466127" y="705456"/>
                        <a:pt x="449809" y="700017"/>
                      </a:cubicBezTo>
                      <a:cubicBezTo>
                        <a:pt x="430771" y="694578"/>
                        <a:pt x="409014" y="675540"/>
                        <a:pt x="400855" y="667381"/>
                      </a:cubicBezTo>
                      <a:cubicBezTo>
                        <a:pt x="392696" y="659222"/>
                        <a:pt x="387257" y="651063"/>
                        <a:pt x="381817" y="642904"/>
                      </a:cubicBezTo>
                      <a:cubicBezTo>
                        <a:pt x="376378" y="632025"/>
                        <a:pt x="370939" y="623867"/>
                        <a:pt x="368219" y="610268"/>
                      </a:cubicBezTo>
                      <a:cubicBezTo>
                        <a:pt x="360060" y="588511"/>
                        <a:pt x="357341" y="574913"/>
                        <a:pt x="349182" y="550436"/>
                      </a:cubicBezTo>
                      <a:cubicBezTo>
                        <a:pt x="343742" y="534118"/>
                        <a:pt x="341023" y="520520"/>
                        <a:pt x="338303" y="504202"/>
                      </a:cubicBezTo>
                      <a:cubicBezTo>
                        <a:pt x="335583" y="493323"/>
                        <a:pt x="332864" y="485164"/>
                        <a:pt x="330144" y="477005"/>
                      </a:cubicBezTo>
                      <a:cubicBezTo>
                        <a:pt x="327424" y="471566"/>
                        <a:pt x="324705" y="463407"/>
                        <a:pt x="321985" y="455248"/>
                      </a:cubicBezTo>
                      <a:cubicBezTo>
                        <a:pt x="316546" y="444369"/>
                        <a:pt x="311106" y="436210"/>
                        <a:pt x="305667" y="436210"/>
                      </a:cubicBezTo>
                      <a:cubicBezTo>
                        <a:pt x="302948" y="436210"/>
                        <a:pt x="300228" y="438930"/>
                        <a:pt x="294788" y="441650"/>
                      </a:cubicBezTo>
                      <a:cubicBezTo>
                        <a:pt x="289349" y="447089"/>
                        <a:pt x="283910" y="455248"/>
                        <a:pt x="278471" y="463407"/>
                      </a:cubicBezTo>
                      <a:cubicBezTo>
                        <a:pt x="270312" y="474286"/>
                        <a:pt x="267592" y="485164"/>
                        <a:pt x="264872" y="496043"/>
                      </a:cubicBezTo>
                      <a:cubicBezTo>
                        <a:pt x="264872" y="504202"/>
                        <a:pt x="262153" y="512361"/>
                        <a:pt x="262153" y="517800"/>
                      </a:cubicBezTo>
                      <a:cubicBezTo>
                        <a:pt x="262153" y="520520"/>
                        <a:pt x="262153" y="520520"/>
                        <a:pt x="262153" y="523239"/>
                      </a:cubicBezTo>
                      <a:cubicBezTo>
                        <a:pt x="262153" y="528679"/>
                        <a:pt x="262153" y="544997"/>
                        <a:pt x="262153" y="553155"/>
                      </a:cubicBezTo>
                      <a:cubicBezTo>
                        <a:pt x="262153" y="583072"/>
                        <a:pt x="264872" y="599390"/>
                        <a:pt x="262153" y="629306"/>
                      </a:cubicBezTo>
                      <a:cubicBezTo>
                        <a:pt x="262153" y="640184"/>
                        <a:pt x="262153" y="648343"/>
                        <a:pt x="259433" y="659222"/>
                      </a:cubicBezTo>
                      <a:cubicBezTo>
                        <a:pt x="270312" y="659222"/>
                        <a:pt x="278471" y="659222"/>
                        <a:pt x="283910" y="659222"/>
                      </a:cubicBezTo>
                      <a:cubicBezTo>
                        <a:pt x="297508" y="659222"/>
                        <a:pt x="321985" y="659222"/>
                        <a:pt x="321985" y="675540"/>
                      </a:cubicBezTo>
                      <a:cubicBezTo>
                        <a:pt x="321985" y="683699"/>
                        <a:pt x="319265" y="686418"/>
                        <a:pt x="316546" y="691858"/>
                      </a:cubicBezTo>
                      <a:cubicBezTo>
                        <a:pt x="311106" y="697297"/>
                        <a:pt x="305667" y="700017"/>
                        <a:pt x="300228" y="700017"/>
                      </a:cubicBezTo>
                      <a:cubicBezTo>
                        <a:pt x="292069" y="702736"/>
                        <a:pt x="283910" y="702736"/>
                        <a:pt x="278471" y="702736"/>
                      </a:cubicBezTo>
                      <a:cubicBezTo>
                        <a:pt x="275751" y="702736"/>
                        <a:pt x="259433" y="702736"/>
                        <a:pt x="243115" y="702736"/>
                      </a:cubicBezTo>
                      <a:cubicBezTo>
                        <a:pt x="237676" y="708176"/>
                        <a:pt x="229517" y="710895"/>
                        <a:pt x="221358" y="710895"/>
                      </a:cubicBezTo>
                      <a:cubicBezTo>
                        <a:pt x="213199" y="710895"/>
                        <a:pt x="202320" y="708176"/>
                        <a:pt x="194161" y="702736"/>
                      </a:cubicBezTo>
                      <a:cubicBezTo>
                        <a:pt x="186002" y="702736"/>
                        <a:pt x="180563" y="702736"/>
                        <a:pt x="177843" y="702736"/>
                      </a:cubicBezTo>
                      <a:cubicBezTo>
                        <a:pt x="164245" y="702736"/>
                        <a:pt x="139768" y="702736"/>
                        <a:pt x="126170" y="702736"/>
                      </a:cubicBezTo>
                      <a:cubicBezTo>
                        <a:pt x="118011" y="702736"/>
                        <a:pt x="109852" y="702736"/>
                        <a:pt x="101693" y="702736"/>
                      </a:cubicBezTo>
                      <a:cubicBezTo>
                        <a:pt x="93534" y="702736"/>
                        <a:pt x="82655" y="702736"/>
                        <a:pt x="74496" y="697297"/>
                      </a:cubicBezTo>
                      <a:cubicBezTo>
                        <a:pt x="66337" y="694578"/>
                        <a:pt x="58178" y="686418"/>
                        <a:pt x="58178" y="680979"/>
                      </a:cubicBezTo>
                      <a:cubicBezTo>
                        <a:pt x="58178" y="678260"/>
                        <a:pt x="58178" y="675540"/>
                        <a:pt x="63617" y="672820"/>
                      </a:cubicBezTo>
                      <a:cubicBezTo>
                        <a:pt x="69057" y="670101"/>
                        <a:pt x="79935" y="667381"/>
                        <a:pt x="85375" y="664661"/>
                      </a:cubicBezTo>
                      <a:cubicBezTo>
                        <a:pt x="104412" y="661942"/>
                        <a:pt x="123450" y="659222"/>
                        <a:pt x="128889" y="659222"/>
                      </a:cubicBezTo>
                      <a:cubicBezTo>
                        <a:pt x="134329" y="659222"/>
                        <a:pt x="139768" y="659222"/>
                        <a:pt x="147927" y="659222"/>
                      </a:cubicBezTo>
                      <a:cubicBezTo>
                        <a:pt x="147927" y="656502"/>
                        <a:pt x="145207" y="653783"/>
                        <a:pt x="145207" y="653783"/>
                      </a:cubicBezTo>
                      <a:cubicBezTo>
                        <a:pt x="131609" y="632025"/>
                        <a:pt x="131609" y="610268"/>
                        <a:pt x="131609" y="585791"/>
                      </a:cubicBezTo>
                      <a:cubicBezTo>
                        <a:pt x="131609" y="555875"/>
                        <a:pt x="131609" y="528679"/>
                        <a:pt x="134329" y="498762"/>
                      </a:cubicBezTo>
                      <a:cubicBezTo>
                        <a:pt x="134329" y="468846"/>
                        <a:pt x="137048" y="436210"/>
                        <a:pt x="137048" y="406294"/>
                      </a:cubicBezTo>
                      <a:cubicBezTo>
                        <a:pt x="137048" y="379098"/>
                        <a:pt x="134329" y="354621"/>
                        <a:pt x="134329" y="327424"/>
                      </a:cubicBezTo>
                      <a:cubicBezTo>
                        <a:pt x="134329" y="302947"/>
                        <a:pt x="137048" y="278470"/>
                        <a:pt x="137048" y="253993"/>
                      </a:cubicBezTo>
                      <a:cubicBezTo>
                        <a:pt x="137048" y="237675"/>
                        <a:pt x="139768" y="224077"/>
                        <a:pt x="139768" y="207759"/>
                      </a:cubicBezTo>
                      <a:cubicBezTo>
                        <a:pt x="139768" y="196881"/>
                        <a:pt x="137048" y="183282"/>
                        <a:pt x="137048" y="172404"/>
                      </a:cubicBezTo>
                      <a:cubicBezTo>
                        <a:pt x="137048" y="150647"/>
                        <a:pt x="137048" y="131609"/>
                        <a:pt x="137048" y="112571"/>
                      </a:cubicBezTo>
                      <a:cubicBezTo>
                        <a:pt x="134329" y="112571"/>
                        <a:pt x="137048" y="112571"/>
                        <a:pt x="126170" y="112571"/>
                      </a:cubicBezTo>
                      <a:cubicBezTo>
                        <a:pt x="118011" y="112571"/>
                        <a:pt x="109852" y="112571"/>
                        <a:pt x="101693" y="112571"/>
                      </a:cubicBezTo>
                      <a:cubicBezTo>
                        <a:pt x="93534" y="112571"/>
                        <a:pt x="82655" y="109852"/>
                        <a:pt x="74496" y="107132"/>
                      </a:cubicBezTo>
                      <a:cubicBezTo>
                        <a:pt x="66337" y="104412"/>
                        <a:pt x="58178" y="96253"/>
                        <a:pt x="58178" y="90814"/>
                      </a:cubicBezTo>
                      <a:cubicBezTo>
                        <a:pt x="58178" y="88094"/>
                        <a:pt x="58178" y="85375"/>
                        <a:pt x="63617" y="82655"/>
                      </a:cubicBezTo>
                      <a:cubicBezTo>
                        <a:pt x="69057" y="79936"/>
                        <a:pt x="79935" y="77216"/>
                        <a:pt x="85375" y="74496"/>
                      </a:cubicBezTo>
                      <a:cubicBezTo>
                        <a:pt x="104412" y="71776"/>
                        <a:pt x="128889" y="69057"/>
                        <a:pt x="137048" y="69057"/>
                      </a:cubicBezTo>
                      <a:cubicBezTo>
                        <a:pt x="137048" y="69057"/>
                        <a:pt x="139768" y="69057"/>
                        <a:pt x="145207" y="69057"/>
                      </a:cubicBezTo>
                      <a:cubicBezTo>
                        <a:pt x="150646" y="60898"/>
                        <a:pt x="158806" y="58178"/>
                        <a:pt x="169684" y="58178"/>
                      </a:cubicBezTo>
                      <a:cubicBezTo>
                        <a:pt x="172404" y="58178"/>
                        <a:pt x="175123" y="58178"/>
                        <a:pt x="177843" y="58178"/>
                      </a:cubicBezTo>
                      <a:cubicBezTo>
                        <a:pt x="186002" y="58178"/>
                        <a:pt x="196881" y="63617"/>
                        <a:pt x="205040" y="66337"/>
                      </a:cubicBezTo>
                      <a:cubicBezTo>
                        <a:pt x="237676" y="66337"/>
                        <a:pt x="273031" y="63617"/>
                        <a:pt x="286629" y="63617"/>
                      </a:cubicBezTo>
                      <a:cubicBezTo>
                        <a:pt x="300228" y="63617"/>
                        <a:pt x="324705" y="63617"/>
                        <a:pt x="324705" y="79936"/>
                      </a:cubicBezTo>
                      <a:cubicBezTo>
                        <a:pt x="324705" y="88094"/>
                        <a:pt x="321985" y="90814"/>
                        <a:pt x="319265" y="96253"/>
                      </a:cubicBezTo>
                      <a:cubicBezTo>
                        <a:pt x="313826" y="101693"/>
                        <a:pt x="308387" y="104412"/>
                        <a:pt x="302948" y="104412"/>
                      </a:cubicBezTo>
                      <a:cubicBezTo>
                        <a:pt x="289349" y="112571"/>
                        <a:pt x="283910" y="112571"/>
                        <a:pt x="278471" y="112571"/>
                      </a:cubicBezTo>
                      <a:cubicBezTo>
                        <a:pt x="273031" y="112571"/>
                        <a:pt x="253994" y="112571"/>
                        <a:pt x="232236" y="112571"/>
                      </a:cubicBezTo>
                      <a:cubicBezTo>
                        <a:pt x="237676" y="120730"/>
                        <a:pt x="240395" y="128889"/>
                        <a:pt x="240395" y="137048"/>
                      </a:cubicBezTo>
                      <a:cubicBezTo>
                        <a:pt x="240395" y="142487"/>
                        <a:pt x="240395" y="145207"/>
                        <a:pt x="240395" y="150647"/>
                      </a:cubicBezTo>
                      <a:cubicBezTo>
                        <a:pt x="240395" y="153366"/>
                        <a:pt x="240395" y="156086"/>
                        <a:pt x="243115" y="158805"/>
                      </a:cubicBezTo>
                      <a:cubicBezTo>
                        <a:pt x="245835" y="169684"/>
                        <a:pt x="245835" y="180563"/>
                        <a:pt x="248554" y="188722"/>
                      </a:cubicBezTo>
                      <a:cubicBezTo>
                        <a:pt x="248554" y="191441"/>
                        <a:pt x="248554" y="194161"/>
                        <a:pt x="248554" y="199600"/>
                      </a:cubicBezTo>
                      <a:cubicBezTo>
                        <a:pt x="248554" y="207759"/>
                        <a:pt x="248554" y="213198"/>
                        <a:pt x="248554" y="221357"/>
                      </a:cubicBezTo>
                      <a:cubicBezTo>
                        <a:pt x="248554" y="234956"/>
                        <a:pt x="251274" y="248554"/>
                        <a:pt x="253994" y="264872"/>
                      </a:cubicBezTo>
                      <a:cubicBezTo>
                        <a:pt x="256713" y="275751"/>
                        <a:pt x="259433" y="286629"/>
                        <a:pt x="262153" y="297508"/>
                      </a:cubicBezTo>
                      <a:cubicBezTo>
                        <a:pt x="264872" y="305667"/>
                        <a:pt x="264872" y="313826"/>
                        <a:pt x="264872" y="324704"/>
                      </a:cubicBezTo>
                      <a:cubicBezTo>
                        <a:pt x="264872" y="327424"/>
                        <a:pt x="264872" y="330144"/>
                        <a:pt x="264872" y="332863"/>
                      </a:cubicBezTo>
                      <a:cubicBezTo>
                        <a:pt x="264872" y="338303"/>
                        <a:pt x="264872" y="346462"/>
                        <a:pt x="264872" y="351901"/>
                      </a:cubicBezTo>
                      <a:cubicBezTo>
                        <a:pt x="264872" y="357340"/>
                        <a:pt x="262153" y="365499"/>
                        <a:pt x="262153" y="370939"/>
                      </a:cubicBezTo>
                      <a:cubicBezTo>
                        <a:pt x="262153" y="376378"/>
                        <a:pt x="264872" y="384537"/>
                        <a:pt x="267592" y="384537"/>
                      </a:cubicBezTo>
                      <a:cubicBezTo>
                        <a:pt x="273031" y="384537"/>
                        <a:pt x="275751" y="376378"/>
                        <a:pt x="278471" y="370939"/>
                      </a:cubicBezTo>
                      <a:cubicBezTo>
                        <a:pt x="283910" y="360060"/>
                        <a:pt x="289349" y="346462"/>
                        <a:pt x="297508" y="332863"/>
                      </a:cubicBezTo>
                      <a:cubicBezTo>
                        <a:pt x="302948" y="324704"/>
                        <a:pt x="305667" y="313826"/>
                        <a:pt x="311106" y="305667"/>
                      </a:cubicBezTo>
                      <a:cubicBezTo>
                        <a:pt x="319265" y="289349"/>
                        <a:pt x="327424" y="275751"/>
                        <a:pt x="335583" y="259433"/>
                      </a:cubicBezTo>
                      <a:cubicBezTo>
                        <a:pt x="341023" y="248554"/>
                        <a:pt x="349182" y="234956"/>
                        <a:pt x="354621" y="224077"/>
                      </a:cubicBezTo>
                      <a:cubicBezTo>
                        <a:pt x="362780" y="207759"/>
                        <a:pt x="370939" y="191441"/>
                        <a:pt x="381817" y="172404"/>
                      </a:cubicBezTo>
                      <a:cubicBezTo>
                        <a:pt x="389977" y="153366"/>
                        <a:pt x="400855" y="134329"/>
                        <a:pt x="409014" y="118011"/>
                      </a:cubicBezTo>
                      <a:cubicBezTo>
                        <a:pt x="409014" y="115291"/>
                        <a:pt x="409014" y="115291"/>
                        <a:pt x="411734" y="115291"/>
                      </a:cubicBezTo>
                      <a:cubicBezTo>
                        <a:pt x="406294" y="115291"/>
                        <a:pt x="400855" y="115291"/>
                        <a:pt x="398136" y="115291"/>
                      </a:cubicBezTo>
                      <a:cubicBezTo>
                        <a:pt x="392696" y="115291"/>
                        <a:pt x="384537" y="115291"/>
                        <a:pt x="379098" y="109852"/>
                      </a:cubicBezTo>
                      <a:cubicBezTo>
                        <a:pt x="373659" y="107132"/>
                        <a:pt x="368219" y="98973"/>
                        <a:pt x="368219" y="93534"/>
                      </a:cubicBezTo>
                      <a:cubicBezTo>
                        <a:pt x="368219" y="90814"/>
                        <a:pt x="368219" y="88094"/>
                        <a:pt x="370939" y="85375"/>
                      </a:cubicBezTo>
                      <a:cubicBezTo>
                        <a:pt x="373659" y="82655"/>
                        <a:pt x="381817" y="79936"/>
                        <a:pt x="387257" y="77216"/>
                      </a:cubicBezTo>
                      <a:cubicBezTo>
                        <a:pt x="400855" y="74496"/>
                        <a:pt x="414453" y="71776"/>
                        <a:pt x="422612" y="71776"/>
                      </a:cubicBezTo>
                      <a:cubicBezTo>
                        <a:pt x="425332" y="71776"/>
                        <a:pt x="430771" y="71776"/>
                        <a:pt x="436211" y="71776"/>
                      </a:cubicBezTo>
                      <a:cubicBezTo>
                        <a:pt x="436211" y="71776"/>
                        <a:pt x="438930" y="69057"/>
                        <a:pt x="438930" y="69057"/>
                      </a:cubicBezTo>
                      <a:cubicBezTo>
                        <a:pt x="444370" y="66337"/>
                        <a:pt x="447089" y="66337"/>
                        <a:pt x="452529" y="66337"/>
                      </a:cubicBezTo>
                      <a:cubicBezTo>
                        <a:pt x="457968" y="66337"/>
                        <a:pt x="460688" y="66337"/>
                        <a:pt x="466127" y="69057"/>
                      </a:cubicBezTo>
                      <a:cubicBezTo>
                        <a:pt x="468847" y="69057"/>
                        <a:pt x="471566" y="71776"/>
                        <a:pt x="471566" y="71776"/>
                      </a:cubicBezTo>
                      <a:cubicBezTo>
                        <a:pt x="490604" y="71776"/>
                        <a:pt x="506922" y="71776"/>
                        <a:pt x="515081" y="71776"/>
                      </a:cubicBezTo>
                      <a:cubicBezTo>
                        <a:pt x="523240" y="71776"/>
                        <a:pt x="542277" y="71776"/>
                        <a:pt x="542277" y="88094"/>
                      </a:cubicBezTo>
                      <a:cubicBezTo>
                        <a:pt x="542277" y="96253"/>
                        <a:pt x="542277" y="98973"/>
                        <a:pt x="536838" y="104412"/>
                      </a:cubicBezTo>
                      <a:cubicBezTo>
                        <a:pt x="534119" y="109852"/>
                        <a:pt x="528679" y="112571"/>
                        <a:pt x="525959" y="112571"/>
                      </a:cubicBezTo>
                      <a:cubicBezTo>
                        <a:pt x="520520" y="115291"/>
                        <a:pt x="515081" y="115291"/>
                        <a:pt x="509642" y="115291"/>
                      </a:cubicBezTo>
                      <a:cubicBezTo>
                        <a:pt x="506922" y="115291"/>
                        <a:pt x="487884" y="115291"/>
                        <a:pt x="468847" y="115291"/>
                      </a:cubicBezTo>
                      <a:cubicBezTo>
                        <a:pt x="466127" y="123450"/>
                        <a:pt x="460688" y="128889"/>
                        <a:pt x="457968" y="137048"/>
                      </a:cubicBezTo>
                      <a:cubicBezTo>
                        <a:pt x="447089" y="156086"/>
                        <a:pt x="438930" y="175123"/>
                        <a:pt x="430771" y="194161"/>
                      </a:cubicBezTo>
                      <a:cubicBezTo>
                        <a:pt x="419893" y="215918"/>
                        <a:pt x="411734" y="240395"/>
                        <a:pt x="400855" y="262152"/>
                      </a:cubicBezTo>
                      <a:cubicBezTo>
                        <a:pt x="387257" y="289349"/>
                        <a:pt x="373659" y="311106"/>
                        <a:pt x="360060" y="332863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39" name="Freeform: Shape 38">
                  <a:extLst>
                    <a:ext uri="{FF2B5EF4-FFF2-40B4-BE49-F238E27FC236}">
                      <a16:creationId xmlns:a16="http://schemas.microsoft.com/office/drawing/2014/main" id="{7ACB0667-C5F7-E56C-E2C6-ECF5C37C7F84}"/>
                    </a:ext>
                  </a:extLst>
                </p:cNvPr>
                <p:cNvSpPr/>
                <p:nvPr/>
              </p:nvSpPr>
              <p:spPr>
                <a:xfrm>
                  <a:off x="4335316" y="4186718"/>
                  <a:ext cx="353556" cy="761503"/>
                </a:xfrm>
                <a:custGeom>
                  <a:avLst/>
                  <a:gdLst>
                    <a:gd name="connsiteX0" fmla="*/ 283910 w 353555"/>
                    <a:gd name="connsiteY0" fmla="*/ 672820 h 761503"/>
                    <a:gd name="connsiteX1" fmla="*/ 321985 w 353555"/>
                    <a:gd name="connsiteY1" fmla="*/ 689138 h 761503"/>
                    <a:gd name="connsiteX2" fmla="*/ 316546 w 353555"/>
                    <a:gd name="connsiteY2" fmla="*/ 705456 h 761503"/>
                    <a:gd name="connsiteX3" fmla="*/ 300228 w 353555"/>
                    <a:gd name="connsiteY3" fmla="*/ 713615 h 761503"/>
                    <a:gd name="connsiteX4" fmla="*/ 278471 w 353555"/>
                    <a:gd name="connsiteY4" fmla="*/ 716335 h 761503"/>
                    <a:gd name="connsiteX5" fmla="*/ 237676 w 353555"/>
                    <a:gd name="connsiteY5" fmla="*/ 716335 h 761503"/>
                    <a:gd name="connsiteX6" fmla="*/ 180563 w 353555"/>
                    <a:gd name="connsiteY6" fmla="*/ 719054 h 761503"/>
                    <a:gd name="connsiteX7" fmla="*/ 126170 w 353555"/>
                    <a:gd name="connsiteY7" fmla="*/ 719054 h 761503"/>
                    <a:gd name="connsiteX8" fmla="*/ 101693 w 353555"/>
                    <a:gd name="connsiteY8" fmla="*/ 719054 h 761503"/>
                    <a:gd name="connsiteX9" fmla="*/ 74496 w 353555"/>
                    <a:gd name="connsiteY9" fmla="*/ 713615 h 761503"/>
                    <a:gd name="connsiteX10" fmla="*/ 58178 w 353555"/>
                    <a:gd name="connsiteY10" fmla="*/ 697297 h 761503"/>
                    <a:gd name="connsiteX11" fmla="*/ 63617 w 353555"/>
                    <a:gd name="connsiteY11" fmla="*/ 689138 h 761503"/>
                    <a:gd name="connsiteX12" fmla="*/ 85375 w 353555"/>
                    <a:gd name="connsiteY12" fmla="*/ 680979 h 761503"/>
                    <a:gd name="connsiteX13" fmla="*/ 131609 w 353555"/>
                    <a:gd name="connsiteY13" fmla="*/ 675540 h 761503"/>
                    <a:gd name="connsiteX14" fmla="*/ 142488 w 353555"/>
                    <a:gd name="connsiteY14" fmla="*/ 675540 h 761503"/>
                    <a:gd name="connsiteX15" fmla="*/ 131609 w 353555"/>
                    <a:gd name="connsiteY15" fmla="*/ 653783 h 761503"/>
                    <a:gd name="connsiteX16" fmla="*/ 128889 w 353555"/>
                    <a:gd name="connsiteY16" fmla="*/ 640184 h 761503"/>
                    <a:gd name="connsiteX17" fmla="*/ 128889 w 353555"/>
                    <a:gd name="connsiteY17" fmla="*/ 629306 h 761503"/>
                    <a:gd name="connsiteX18" fmla="*/ 128889 w 353555"/>
                    <a:gd name="connsiteY18" fmla="*/ 621147 h 761503"/>
                    <a:gd name="connsiteX19" fmla="*/ 128889 w 353555"/>
                    <a:gd name="connsiteY19" fmla="*/ 593950 h 761503"/>
                    <a:gd name="connsiteX20" fmla="*/ 128889 w 353555"/>
                    <a:gd name="connsiteY20" fmla="*/ 583072 h 761503"/>
                    <a:gd name="connsiteX21" fmla="*/ 128889 w 353555"/>
                    <a:gd name="connsiteY21" fmla="*/ 436210 h 761503"/>
                    <a:gd name="connsiteX22" fmla="*/ 128889 w 353555"/>
                    <a:gd name="connsiteY22" fmla="*/ 357340 h 761503"/>
                    <a:gd name="connsiteX23" fmla="*/ 131609 w 353555"/>
                    <a:gd name="connsiteY23" fmla="*/ 289349 h 761503"/>
                    <a:gd name="connsiteX24" fmla="*/ 131609 w 353555"/>
                    <a:gd name="connsiteY24" fmla="*/ 251274 h 761503"/>
                    <a:gd name="connsiteX25" fmla="*/ 131609 w 353555"/>
                    <a:gd name="connsiteY25" fmla="*/ 205040 h 761503"/>
                    <a:gd name="connsiteX26" fmla="*/ 131609 w 353555"/>
                    <a:gd name="connsiteY26" fmla="*/ 139768 h 761503"/>
                    <a:gd name="connsiteX27" fmla="*/ 131609 w 353555"/>
                    <a:gd name="connsiteY27" fmla="*/ 128889 h 761503"/>
                    <a:gd name="connsiteX28" fmla="*/ 126170 w 353555"/>
                    <a:gd name="connsiteY28" fmla="*/ 128889 h 761503"/>
                    <a:gd name="connsiteX29" fmla="*/ 101693 w 353555"/>
                    <a:gd name="connsiteY29" fmla="*/ 128889 h 761503"/>
                    <a:gd name="connsiteX30" fmla="*/ 74496 w 353555"/>
                    <a:gd name="connsiteY30" fmla="*/ 123450 h 761503"/>
                    <a:gd name="connsiteX31" fmla="*/ 58178 w 353555"/>
                    <a:gd name="connsiteY31" fmla="*/ 107132 h 761503"/>
                    <a:gd name="connsiteX32" fmla="*/ 60898 w 353555"/>
                    <a:gd name="connsiteY32" fmla="*/ 98973 h 761503"/>
                    <a:gd name="connsiteX33" fmla="*/ 82655 w 353555"/>
                    <a:gd name="connsiteY33" fmla="*/ 93534 h 761503"/>
                    <a:gd name="connsiteX34" fmla="*/ 131609 w 353555"/>
                    <a:gd name="connsiteY34" fmla="*/ 88094 h 761503"/>
                    <a:gd name="connsiteX35" fmla="*/ 131609 w 353555"/>
                    <a:gd name="connsiteY35" fmla="*/ 82655 h 761503"/>
                    <a:gd name="connsiteX36" fmla="*/ 134329 w 353555"/>
                    <a:gd name="connsiteY36" fmla="*/ 71776 h 761503"/>
                    <a:gd name="connsiteX37" fmla="*/ 147927 w 353555"/>
                    <a:gd name="connsiteY37" fmla="*/ 63617 h 761503"/>
                    <a:gd name="connsiteX38" fmla="*/ 164245 w 353555"/>
                    <a:gd name="connsiteY38" fmla="*/ 58178 h 761503"/>
                    <a:gd name="connsiteX39" fmla="*/ 177843 w 353555"/>
                    <a:gd name="connsiteY39" fmla="*/ 58178 h 761503"/>
                    <a:gd name="connsiteX40" fmla="*/ 196881 w 353555"/>
                    <a:gd name="connsiteY40" fmla="*/ 60898 h 761503"/>
                    <a:gd name="connsiteX41" fmla="*/ 232236 w 353555"/>
                    <a:gd name="connsiteY41" fmla="*/ 88094 h 761503"/>
                    <a:gd name="connsiteX42" fmla="*/ 278471 w 353555"/>
                    <a:gd name="connsiteY42" fmla="*/ 88094 h 761503"/>
                    <a:gd name="connsiteX43" fmla="*/ 316546 w 353555"/>
                    <a:gd name="connsiteY43" fmla="*/ 104412 h 761503"/>
                    <a:gd name="connsiteX44" fmla="*/ 311106 w 353555"/>
                    <a:gd name="connsiteY44" fmla="*/ 120730 h 761503"/>
                    <a:gd name="connsiteX45" fmla="*/ 294788 w 353555"/>
                    <a:gd name="connsiteY45" fmla="*/ 128889 h 761503"/>
                    <a:gd name="connsiteX46" fmla="*/ 273031 w 353555"/>
                    <a:gd name="connsiteY46" fmla="*/ 131609 h 761503"/>
                    <a:gd name="connsiteX47" fmla="*/ 243115 w 353555"/>
                    <a:gd name="connsiteY47" fmla="*/ 131609 h 761503"/>
                    <a:gd name="connsiteX48" fmla="*/ 243115 w 353555"/>
                    <a:gd name="connsiteY48" fmla="*/ 134329 h 761503"/>
                    <a:gd name="connsiteX49" fmla="*/ 248554 w 353555"/>
                    <a:gd name="connsiteY49" fmla="*/ 169684 h 761503"/>
                    <a:gd name="connsiteX50" fmla="*/ 251274 w 353555"/>
                    <a:gd name="connsiteY50" fmla="*/ 205040 h 761503"/>
                    <a:gd name="connsiteX51" fmla="*/ 251274 w 353555"/>
                    <a:gd name="connsiteY51" fmla="*/ 240395 h 761503"/>
                    <a:gd name="connsiteX52" fmla="*/ 251274 w 353555"/>
                    <a:gd name="connsiteY52" fmla="*/ 256713 h 761503"/>
                    <a:gd name="connsiteX53" fmla="*/ 253994 w 353555"/>
                    <a:gd name="connsiteY53" fmla="*/ 270311 h 761503"/>
                    <a:gd name="connsiteX54" fmla="*/ 259433 w 353555"/>
                    <a:gd name="connsiteY54" fmla="*/ 343742 h 761503"/>
                    <a:gd name="connsiteX55" fmla="*/ 262153 w 353555"/>
                    <a:gd name="connsiteY55" fmla="*/ 425332 h 761503"/>
                    <a:gd name="connsiteX56" fmla="*/ 264872 w 353555"/>
                    <a:gd name="connsiteY56" fmla="*/ 490603 h 761503"/>
                    <a:gd name="connsiteX57" fmla="*/ 270312 w 353555"/>
                    <a:gd name="connsiteY57" fmla="*/ 564034 h 761503"/>
                    <a:gd name="connsiteX58" fmla="*/ 270312 w 353555"/>
                    <a:gd name="connsiteY58" fmla="*/ 599390 h 761503"/>
                    <a:gd name="connsiteX59" fmla="*/ 270312 w 353555"/>
                    <a:gd name="connsiteY59" fmla="*/ 637465 h 761503"/>
                    <a:gd name="connsiteX60" fmla="*/ 264872 w 353555"/>
                    <a:gd name="connsiteY60" fmla="*/ 670101 h 761503"/>
                    <a:gd name="connsiteX61" fmla="*/ 283910 w 353555"/>
                    <a:gd name="connsiteY61" fmla="*/ 672820 h 761503"/>
                    <a:gd name="connsiteX62" fmla="*/ 283910 w 353555"/>
                    <a:gd name="connsiteY62" fmla="*/ 672820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</a:cxnLst>
                  <a:rect l="l" t="t" r="r" b="b"/>
                  <a:pathLst>
                    <a:path w="353555" h="761503">
                      <a:moveTo>
                        <a:pt x="283910" y="672820"/>
                      </a:moveTo>
                      <a:cubicBezTo>
                        <a:pt x="297508" y="672820"/>
                        <a:pt x="321985" y="672820"/>
                        <a:pt x="321985" y="689138"/>
                      </a:cubicBezTo>
                      <a:cubicBezTo>
                        <a:pt x="321985" y="697297"/>
                        <a:pt x="319265" y="697297"/>
                        <a:pt x="316546" y="705456"/>
                      </a:cubicBezTo>
                      <a:cubicBezTo>
                        <a:pt x="311106" y="710895"/>
                        <a:pt x="305667" y="713615"/>
                        <a:pt x="300228" y="713615"/>
                      </a:cubicBezTo>
                      <a:cubicBezTo>
                        <a:pt x="292069" y="716335"/>
                        <a:pt x="283910" y="716335"/>
                        <a:pt x="278471" y="716335"/>
                      </a:cubicBezTo>
                      <a:cubicBezTo>
                        <a:pt x="275751" y="716335"/>
                        <a:pt x="256713" y="716335"/>
                        <a:pt x="237676" y="716335"/>
                      </a:cubicBezTo>
                      <a:cubicBezTo>
                        <a:pt x="213199" y="716335"/>
                        <a:pt x="186002" y="719054"/>
                        <a:pt x="180563" y="719054"/>
                      </a:cubicBezTo>
                      <a:cubicBezTo>
                        <a:pt x="166965" y="719054"/>
                        <a:pt x="142488" y="719054"/>
                        <a:pt x="126170" y="719054"/>
                      </a:cubicBezTo>
                      <a:cubicBezTo>
                        <a:pt x="118011" y="719054"/>
                        <a:pt x="109852" y="719054"/>
                        <a:pt x="101693" y="719054"/>
                      </a:cubicBezTo>
                      <a:cubicBezTo>
                        <a:pt x="93534" y="719054"/>
                        <a:pt x="82655" y="719054"/>
                        <a:pt x="74496" y="713615"/>
                      </a:cubicBezTo>
                      <a:cubicBezTo>
                        <a:pt x="66337" y="710895"/>
                        <a:pt x="58178" y="702736"/>
                        <a:pt x="58178" y="697297"/>
                      </a:cubicBezTo>
                      <a:cubicBezTo>
                        <a:pt x="58178" y="694578"/>
                        <a:pt x="58178" y="691858"/>
                        <a:pt x="63617" y="689138"/>
                      </a:cubicBezTo>
                      <a:cubicBezTo>
                        <a:pt x="69057" y="686418"/>
                        <a:pt x="79935" y="683699"/>
                        <a:pt x="85375" y="680979"/>
                      </a:cubicBezTo>
                      <a:cubicBezTo>
                        <a:pt x="104412" y="678260"/>
                        <a:pt x="123450" y="675540"/>
                        <a:pt x="131609" y="675540"/>
                      </a:cubicBezTo>
                      <a:cubicBezTo>
                        <a:pt x="134329" y="675540"/>
                        <a:pt x="137048" y="675540"/>
                        <a:pt x="142488" y="675540"/>
                      </a:cubicBezTo>
                      <a:cubicBezTo>
                        <a:pt x="134329" y="670101"/>
                        <a:pt x="131609" y="661942"/>
                        <a:pt x="131609" y="653783"/>
                      </a:cubicBezTo>
                      <a:cubicBezTo>
                        <a:pt x="131609" y="648343"/>
                        <a:pt x="131609" y="642904"/>
                        <a:pt x="128889" y="640184"/>
                      </a:cubicBezTo>
                      <a:cubicBezTo>
                        <a:pt x="128889" y="637465"/>
                        <a:pt x="128889" y="634745"/>
                        <a:pt x="128889" y="629306"/>
                      </a:cubicBezTo>
                      <a:cubicBezTo>
                        <a:pt x="128889" y="626586"/>
                        <a:pt x="128889" y="623867"/>
                        <a:pt x="128889" y="621147"/>
                      </a:cubicBezTo>
                      <a:cubicBezTo>
                        <a:pt x="128889" y="612988"/>
                        <a:pt x="128889" y="604829"/>
                        <a:pt x="128889" y="593950"/>
                      </a:cubicBezTo>
                      <a:cubicBezTo>
                        <a:pt x="128889" y="591231"/>
                        <a:pt x="128889" y="585791"/>
                        <a:pt x="128889" y="583072"/>
                      </a:cubicBezTo>
                      <a:cubicBezTo>
                        <a:pt x="128889" y="534118"/>
                        <a:pt x="131609" y="485164"/>
                        <a:pt x="128889" y="436210"/>
                      </a:cubicBezTo>
                      <a:cubicBezTo>
                        <a:pt x="128889" y="409014"/>
                        <a:pt x="128889" y="384537"/>
                        <a:pt x="128889" y="357340"/>
                      </a:cubicBezTo>
                      <a:cubicBezTo>
                        <a:pt x="128889" y="335583"/>
                        <a:pt x="131609" y="313826"/>
                        <a:pt x="131609" y="289349"/>
                      </a:cubicBezTo>
                      <a:cubicBezTo>
                        <a:pt x="131609" y="275751"/>
                        <a:pt x="131609" y="264872"/>
                        <a:pt x="131609" y="251274"/>
                      </a:cubicBezTo>
                      <a:cubicBezTo>
                        <a:pt x="131609" y="234956"/>
                        <a:pt x="131609" y="221357"/>
                        <a:pt x="131609" y="205040"/>
                      </a:cubicBezTo>
                      <a:cubicBezTo>
                        <a:pt x="131609" y="183282"/>
                        <a:pt x="131609" y="161525"/>
                        <a:pt x="131609" y="139768"/>
                      </a:cubicBezTo>
                      <a:cubicBezTo>
                        <a:pt x="131609" y="137048"/>
                        <a:pt x="131609" y="134329"/>
                        <a:pt x="131609" y="128889"/>
                      </a:cubicBezTo>
                      <a:cubicBezTo>
                        <a:pt x="128889" y="128889"/>
                        <a:pt x="126170" y="128889"/>
                        <a:pt x="126170" y="128889"/>
                      </a:cubicBezTo>
                      <a:cubicBezTo>
                        <a:pt x="118011" y="128889"/>
                        <a:pt x="109852" y="128889"/>
                        <a:pt x="101693" y="128889"/>
                      </a:cubicBezTo>
                      <a:cubicBezTo>
                        <a:pt x="93534" y="128889"/>
                        <a:pt x="82655" y="128889"/>
                        <a:pt x="74496" y="123450"/>
                      </a:cubicBezTo>
                      <a:cubicBezTo>
                        <a:pt x="66337" y="120730"/>
                        <a:pt x="58178" y="112571"/>
                        <a:pt x="58178" y="107132"/>
                      </a:cubicBezTo>
                      <a:cubicBezTo>
                        <a:pt x="58178" y="104412"/>
                        <a:pt x="58178" y="101693"/>
                        <a:pt x="60898" y="98973"/>
                      </a:cubicBezTo>
                      <a:cubicBezTo>
                        <a:pt x="63617" y="96253"/>
                        <a:pt x="77216" y="93534"/>
                        <a:pt x="82655" y="93534"/>
                      </a:cubicBezTo>
                      <a:cubicBezTo>
                        <a:pt x="98973" y="90814"/>
                        <a:pt x="123450" y="88094"/>
                        <a:pt x="131609" y="88094"/>
                      </a:cubicBezTo>
                      <a:cubicBezTo>
                        <a:pt x="131609" y="85375"/>
                        <a:pt x="131609" y="85375"/>
                        <a:pt x="131609" y="82655"/>
                      </a:cubicBezTo>
                      <a:cubicBezTo>
                        <a:pt x="131609" y="77216"/>
                        <a:pt x="131609" y="74496"/>
                        <a:pt x="134329" y="71776"/>
                      </a:cubicBezTo>
                      <a:cubicBezTo>
                        <a:pt x="137048" y="69057"/>
                        <a:pt x="145207" y="66337"/>
                        <a:pt x="147927" y="63617"/>
                      </a:cubicBezTo>
                      <a:cubicBezTo>
                        <a:pt x="153366" y="60898"/>
                        <a:pt x="158806" y="58178"/>
                        <a:pt x="164245" y="58178"/>
                      </a:cubicBezTo>
                      <a:cubicBezTo>
                        <a:pt x="169684" y="58178"/>
                        <a:pt x="175123" y="58178"/>
                        <a:pt x="177843" y="58178"/>
                      </a:cubicBezTo>
                      <a:cubicBezTo>
                        <a:pt x="183283" y="58178"/>
                        <a:pt x="191442" y="58178"/>
                        <a:pt x="196881" y="60898"/>
                      </a:cubicBezTo>
                      <a:cubicBezTo>
                        <a:pt x="213199" y="63617"/>
                        <a:pt x="224077" y="74496"/>
                        <a:pt x="232236" y="88094"/>
                      </a:cubicBezTo>
                      <a:cubicBezTo>
                        <a:pt x="253994" y="88094"/>
                        <a:pt x="270312" y="88094"/>
                        <a:pt x="278471" y="88094"/>
                      </a:cubicBezTo>
                      <a:cubicBezTo>
                        <a:pt x="292069" y="88094"/>
                        <a:pt x="316546" y="88094"/>
                        <a:pt x="316546" y="104412"/>
                      </a:cubicBezTo>
                      <a:cubicBezTo>
                        <a:pt x="316546" y="112571"/>
                        <a:pt x="313826" y="112571"/>
                        <a:pt x="311106" y="120730"/>
                      </a:cubicBezTo>
                      <a:cubicBezTo>
                        <a:pt x="305667" y="126170"/>
                        <a:pt x="300228" y="128889"/>
                        <a:pt x="294788" y="128889"/>
                      </a:cubicBezTo>
                      <a:cubicBezTo>
                        <a:pt x="286630" y="131609"/>
                        <a:pt x="278471" y="131609"/>
                        <a:pt x="273031" y="131609"/>
                      </a:cubicBezTo>
                      <a:cubicBezTo>
                        <a:pt x="270312" y="131609"/>
                        <a:pt x="259433" y="131609"/>
                        <a:pt x="243115" y="131609"/>
                      </a:cubicBezTo>
                      <a:lnTo>
                        <a:pt x="243115" y="134329"/>
                      </a:lnTo>
                      <a:cubicBezTo>
                        <a:pt x="245835" y="145207"/>
                        <a:pt x="245835" y="158805"/>
                        <a:pt x="248554" y="169684"/>
                      </a:cubicBezTo>
                      <a:cubicBezTo>
                        <a:pt x="251274" y="180563"/>
                        <a:pt x="251274" y="194161"/>
                        <a:pt x="251274" y="205040"/>
                      </a:cubicBezTo>
                      <a:cubicBezTo>
                        <a:pt x="251274" y="215918"/>
                        <a:pt x="251274" y="226797"/>
                        <a:pt x="251274" y="240395"/>
                      </a:cubicBezTo>
                      <a:cubicBezTo>
                        <a:pt x="251274" y="245834"/>
                        <a:pt x="251274" y="251274"/>
                        <a:pt x="251274" y="256713"/>
                      </a:cubicBezTo>
                      <a:cubicBezTo>
                        <a:pt x="251274" y="262152"/>
                        <a:pt x="251274" y="267592"/>
                        <a:pt x="253994" y="270311"/>
                      </a:cubicBezTo>
                      <a:cubicBezTo>
                        <a:pt x="256713" y="294788"/>
                        <a:pt x="256713" y="319265"/>
                        <a:pt x="259433" y="343742"/>
                      </a:cubicBezTo>
                      <a:cubicBezTo>
                        <a:pt x="259433" y="370939"/>
                        <a:pt x="262153" y="398135"/>
                        <a:pt x="262153" y="425332"/>
                      </a:cubicBezTo>
                      <a:cubicBezTo>
                        <a:pt x="262153" y="447089"/>
                        <a:pt x="262153" y="468846"/>
                        <a:pt x="264872" y="490603"/>
                      </a:cubicBezTo>
                      <a:cubicBezTo>
                        <a:pt x="264872" y="515080"/>
                        <a:pt x="270312" y="539557"/>
                        <a:pt x="270312" y="564034"/>
                      </a:cubicBezTo>
                      <a:cubicBezTo>
                        <a:pt x="270312" y="574913"/>
                        <a:pt x="270312" y="588511"/>
                        <a:pt x="270312" y="599390"/>
                      </a:cubicBezTo>
                      <a:cubicBezTo>
                        <a:pt x="270312" y="612988"/>
                        <a:pt x="270312" y="623867"/>
                        <a:pt x="270312" y="637465"/>
                      </a:cubicBezTo>
                      <a:cubicBezTo>
                        <a:pt x="270312" y="648343"/>
                        <a:pt x="270312" y="661942"/>
                        <a:pt x="264872" y="670101"/>
                      </a:cubicBezTo>
                      <a:cubicBezTo>
                        <a:pt x="273031" y="672820"/>
                        <a:pt x="278471" y="672820"/>
                        <a:pt x="283910" y="672820"/>
                      </a:cubicBezTo>
                      <a:lnTo>
                        <a:pt x="283910" y="672820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40" name="Freeform: Shape 39">
                  <a:extLst>
                    <a:ext uri="{FF2B5EF4-FFF2-40B4-BE49-F238E27FC236}">
                      <a16:creationId xmlns:a16="http://schemas.microsoft.com/office/drawing/2014/main" id="{76DDF7AF-2F77-76F9-E4D8-791BA34C0B7B}"/>
                    </a:ext>
                  </a:extLst>
                </p:cNvPr>
                <p:cNvSpPr/>
                <p:nvPr/>
              </p:nvSpPr>
              <p:spPr>
                <a:xfrm>
                  <a:off x="4620880" y="4194877"/>
                  <a:ext cx="598325" cy="761503"/>
                </a:xfrm>
                <a:custGeom>
                  <a:avLst/>
                  <a:gdLst>
                    <a:gd name="connsiteX0" fmla="*/ 515081 w 598324"/>
                    <a:gd name="connsiteY0" fmla="*/ 79935 h 761503"/>
                    <a:gd name="connsiteX1" fmla="*/ 542277 w 598324"/>
                    <a:gd name="connsiteY1" fmla="*/ 96253 h 761503"/>
                    <a:gd name="connsiteX2" fmla="*/ 536838 w 598324"/>
                    <a:gd name="connsiteY2" fmla="*/ 112571 h 761503"/>
                    <a:gd name="connsiteX3" fmla="*/ 523240 w 598324"/>
                    <a:gd name="connsiteY3" fmla="*/ 120730 h 761503"/>
                    <a:gd name="connsiteX4" fmla="*/ 506922 w 598324"/>
                    <a:gd name="connsiteY4" fmla="*/ 123450 h 761503"/>
                    <a:gd name="connsiteX5" fmla="*/ 477006 w 598324"/>
                    <a:gd name="connsiteY5" fmla="*/ 123450 h 761503"/>
                    <a:gd name="connsiteX6" fmla="*/ 479725 w 598324"/>
                    <a:gd name="connsiteY6" fmla="*/ 145207 h 761503"/>
                    <a:gd name="connsiteX7" fmla="*/ 477006 w 598324"/>
                    <a:gd name="connsiteY7" fmla="*/ 180563 h 761503"/>
                    <a:gd name="connsiteX8" fmla="*/ 482445 w 598324"/>
                    <a:gd name="connsiteY8" fmla="*/ 232236 h 761503"/>
                    <a:gd name="connsiteX9" fmla="*/ 485165 w 598324"/>
                    <a:gd name="connsiteY9" fmla="*/ 283909 h 761503"/>
                    <a:gd name="connsiteX10" fmla="*/ 485165 w 598324"/>
                    <a:gd name="connsiteY10" fmla="*/ 327424 h 761503"/>
                    <a:gd name="connsiteX11" fmla="*/ 487884 w 598324"/>
                    <a:gd name="connsiteY11" fmla="*/ 373658 h 761503"/>
                    <a:gd name="connsiteX12" fmla="*/ 485165 w 598324"/>
                    <a:gd name="connsiteY12" fmla="*/ 419892 h 761503"/>
                    <a:gd name="connsiteX13" fmla="*/ 485165 w 598324"/>
                    <a:gd name="connsiteY13" fmla="*/ 463407 h 761503"/>
                    <a:gd name="connsiteX14" fmla="*/ 482445 w 598324"/>
                    <a:gd name="connsiteY14" fmla="*/ 515080 h 761503"/>
                    <a:gd name="connsiteX15" fmla="*/ 482445 w 598324"/>
                    <a:gd name="connsiteY15" fmla="*/ 558595 h 761503"/>
                    <a:gd name="connsiteX16" fmla="*/ 479725 w 598324"/>
                    <a:gd name="connsiteY16" fmla="*/ 602109 h 761503"/>
                    <a:gd name="connsiteX17" fmla="*/ 485165 w 598324"/>
                    <a:gd name="connsiteY17" fmla="*/ 648343 h 761503"/>
                    <a:gd name="connsiteX18" fmla="*/ 474286 w 598324"/>
                    <a:gd name="connsiteY18" fmla="*/ 675540 h 761503"/>
                    <a:gd name="connsiteX19" fmla="*/ 428052 w 598324"/>
                    <a:gd name="connsiteY19" fmla="*/ 691858 h 761503"/>
                    <a:gd name="connsiteX20" fmla="*/ 387257 w 598324"/>
                    <a:gd name="connsiteY20" fmla="*/ 683699 h 761503"/>
                    <a:gd name="connsiteX21" fmla="*/ 351901 w 598324"/>
                    <a:gd name="connsiteY21" fmla="*/ 664661 h 761503"/>
                    <a:gd name="connsiteX22" fmla="*/ 305667 w 598324"/>
                    <a:gd name="connsiteY22" fmla="*/ 596670 h 761503"/>
                    <a:gd name="connsiteX23" fmla="*/ 270312 w 598324"/>
                    <a:gd name="connsiteY23" fmla="*/ 509641 h 761503"/>
                    <a:gd name="connsiteX24" fmla="*/ 251274 w 598324"/>
                    <a:gd name="connsiteY24" fmla="*/ 460687 h 761503"/>
                    <a:gd name="connsiteX25" fmla="*/ 224077 w 598324"/>
                    <a:gd name="connsiteY25" fmla="*/ 381817 h 761503"/>
                    <a:gd name="connsiteX26" fmla="*/ 207759 w 598324"/>
                    <a:gd name="connsiteY26" fmla="*/ 330144 h 761503"/>
                    <a:gd name="connsiteX27" fmla="*/ 191442 w 598324"/>
                    <a:gd name="connsiteY27" fmla="*/ 286629 h 761503"/>
                    <a:gd name="connsiteX28" fmla="*/ 183283 w 598324"/>
                    <a:gd name="connsiteY28" fmla="*/ 278470 h 761503"/>
                    <a:gd name="connsiteX29" fmla="*/ 180563 w 598324"/>
                    <a:gd name="connsiteY29" fmla="*/ 292068 h 761503"/>
                    <a:gd name="connsiteX30" fmla="*/ 180563 w 598324"/>
                    <a:gd name="connsiteY30" fmla="*/ 305667 h 761503"/>
                    <a:gd name="connsiteX31" fmla="*/ 183283 w 598324"/>
                    <a:gd name="connsiteY31" fmla="*/ 354620 h 761503"/>
                    <a:gd name="connsiteX32" fmla="*/ 188722 w 598324"/>
                    <a:gd name="connsiteY32" fmla="*/ 449808 h 761503"/>
                    <a:gd name="connsiteX33" fmla="*/ 188722 w 598324"/>
                    <a:gd name="connsiteY33" fmla="*/ 479725 h 761503"/>
                    <a:gd name="connsiteX34" fmla="*/ 188722 w 598324"/>
                    <a:gd name="connsiteY34" fmla="*/ 542277 h 761503"/>
                    <a:gd name="connsiteX35" fmla="*/ 186002 w 598324"/>
                    <a:gd name="connsiteY35" fmla="*/ 615708 h 761503"/>
                    <a:gd name="connsiteX36" fmla="*/ 186002 w 598324"/>
                    <a:gd name="connsiteY36" fmla="*/ 637465 h 761503"/>
                    <a:gd name="connsiteX37" fmla="*/ 183283 w 598324"/>
                    <a:gd name="connsiteY37" fmla="*/ 664661 h 761503"/>
                    <a:gd name="connsiteX38" fmla="*/ 226797 w 598324"/>
                    <a:gd name="connsiteY38" fmla="*/ 664661 h 761503"/>
                    <a:gd name="connsiteX39" fmla="*/ 253994 w 598324"/>
                    <a:gd name="connsiteY39" fmla="*/ 680979 h 761503"/>
                    <a:gd name="connsiteX40" fmla="*/ 248554 w 598324"/>
                    <a:gd name="connsiteY40" fmla="*/ 697297 h 761503"/>
                    <a:gd name="connsiteX41" fmla="*/ 234956 w 598324"/>
                    <a:gd name="connsiteY41" fmla="*/ 705456 h 761503"/>
                    <a:gd name="connsiteX42" fmla="*/ 218638 w 598324"/>
                    <a:gd name="connsiteY42" fmla="*/ 708176 h 761503"/>
                    <a:gd name="connsiteX43" fmla="*/ 183283 w 598324"/>
                    <a:gd name="connsiteY43" fmla="*/ 708176 h 761503"/>
                    <a:gd name="connsiteX44" fmla="*/ 150647 w 598324"/>
                    <a:gd name="connsiteY44" fmla="*/ 708176 h 761503"/>
                    <a:gd name="connsiteX45" fmla="*/ 107132 w 598324"/>
                    <a:gd name="connsiteY45" fmla="*/ 708176 h 761503"/>
                    <a:gd name="connsiteX46" fmla="*/ 88094 w 598324"/>
                    <a:gd name="connsiteY46" fmla="*/ 708176 h 761503"/>
                    <a:gd name="connsiteX47" fmla="*/ 69057 w 598324"/>
                    <a:gd name="connsiteY47" fmla="*/ 702736 h 761503"/>
                    <a:gd name="connsiteX48" fmla="*/ 58178 w 598324"/>
                    <a:gd name="connsiteY48" fmla="*/ 686418 h 761503"/>
                    <a:gd name="connsiteX49" fmla="*/ 60898 w 598324"/>
                    <a:gd name="connsiteY49" fmla="*/ 678259 h 761503"/>
                    <a:gd name="connsiteX50" fmla="*/ 77216 w 598324"/>
                    <a:gd name="connsiteY50" fmla="*/ 670101 h 761503"/>
                    <a:gd name="connsiteX51" fmla="*/ 120730 w 598324"/>
                    <a:gd name="connsiteY51" fmla="*/ 664661 h 761503"/>
                    <a:gd name="connsiteX52" fmla="*/ 131609 w 598324"/>
                    <a:gd name="connsiteY52" fmla="*/ 664661 h 761503"/>
                    <a:gd name="connsiteX53" fmla="*/ 134329 w 598324"/>
                    <a:gd name="connsiteY53" fmla="*/ 539557 h 761503"/>
                    <a:gd name="connsiteX54" fmla="*/ 134329 w 598324"/>
                    <a:gd name="connsiteY54" fmla="*/ 504201 h 761503"/>
                    <a:gd name="connsiteX55" fmla="*/ 131609 w 598324"/>
                    <a:gd name="connsiteY55" fmla="*/ 376378 h 761503"/>
                    <a:gd name="connsiteX56" fmla="*/ 131609 w 598324"/>
                    <a:gd name="connsiteY56" fmla="*/ 302947 h 761503"/>
                    <a:gd name="connsiteX57" fmla="*/ 134329 w 598324"/>
                    <a:gd name="connsiteY57" fmla="*/ 221357 h 761503"/>
                    <a:gd name="connsiteX58" fmla="*/ 137048 w 598324"/>
                    <a:gd name="connsiteY58" fmla="*/ 123450 h 761503"/>
                    <a:gd name="connsiteX59" fmla="*/ 107132 w 598324"/>
                    <a:gd name="connsiteY59" fmla="*/ 123450 h 761503"/>
                    <a:gd name="connsiteX60" fmla="*/ 88094 w 598324"/>
                    <a:gd name="connsiteY60" fmla="*/ 123450 h 761503"/>
                    <a:gd name="connsiteX61" fmla="*/ 69057 w 598324"/>
                    <a:gd name="connsiteY61" fmla="*/ 118011 h 761503"/>
                    <a:gd name="connsiteX62" fmla="*/ 58178 w 598324"/>
                    <a:gd name="connsiteY62" fmla="*/ 101693 h 761503"/>
                    <a:gd name="connsiteX63" fmla="*/ 60898 w 598324"/>
                    <a:gd name="connsiteY63" fmla="*/ 93534 h 761503"/>
                    <a:gd name="connsiteX64" fmla="*/ 77216 w 598324"/>
                    <a:gd name="connsiteY64" fmla="*/ 85375 h 761503"/>
                    <a:gd name="connsiteX65" fmla="*/ 131609 w 598324"/>
                    <a:gd name="connsiteY65" fmla="*/ 79935 h 761503"/>
                    <a:gd name="connsiteX66" fmla="*/ 161525 w 598324"/>
                    <a:gd name="connsiteY66" fmla="*/ 79935 h 761503"/>
                    <a:gd name="connsiteX67" fmla="*/ 177843 w 598324"/>
                    <a:gd name="connsiteY67" fmla="*/ 66337 h 761503"/>
                    <a:gd name="connsiteX68" fmla="*/ 202320 w 598324"/>
                    <a:gd name="connsiteY68" fmla="*/ 58178 h 761503"/>
                    <a:gd name="connsiteX69" fmla="*/ 234956 w 598324"/>
                    <a:gd name="connsiteY69" fmla="*/ 77216 h 761503"/>
                    <a:gd name="connsiteX70" fmla="*/ 251274 w 598324"/>
                    <a:gd name="connsiteY70" fmla="*/ 107132 h 761503"/>
                    <a:gd name="connsiteX71" fmla="*/ 267592 w 598324"/>
                    <a:gd name="connsiteY71" fmla="*/ 147927 h 761503"/>
                    <a:gd name="connsiteX72" fmla="*/ 281190 w 598324"/>
                    <a:gd name="connsiteY72" fmla="*/ 183282 h 761503"/>
                    <a:gd name="connsiteX73" fmla="*/ 297508 w 598324"/>
                    <a:gd name="connsiteY73" fmla="*/ 224077 h 761503"/>
                    <a:gd name="connsiteX74" fmla="*/ 308387 w 598324"/>
                    <a:gd name="connsiteY74" fmla="*/ 264872 h 761503"/>
                    <a:gd name="connsiteX75" fmla="*/ 319265 w 598324"/>
                    <a:gd name="connsiteY75" fmla="*/ 300227 h 761503"/>
                    <a:gd name="connsiteX76" fmla="*/ 351901 w 598324"/>
                    <a:gd name="connsiteY76" fmla="*/ 379097 h 761503"/>
                    <a:gd name="connsiteX77" fmla="*/ 365500 w 598324"/>
                    <a:gd name="connsiteY77" fmla="*/ 417173 h 761503"/>
                    <a:gd name="connsiteX78" fmla="*/ 379098 w 598324"/>
                    <a:gd name="connsiteY78" fmla="*/ 457967 h 761503"/>
                    <a:gd name="connsiteX79" fmla="*/ 395416 w 598324"/>
                    <a:gd name="connsiteY79" fmla="*/ 496043 h 761503"/>
                    <a:gd name="connsiteX80" fmla="*/ 406294 w 598324"/>
                    <a:gd name="connsiteY80" fmla="*/ 512361 h 761503"/>
                    <a:gd name="connsiteX81" fmla="*/ 411734 w 598324"/>
                    <a:gd name="connsiteY81" fmla="*/ 531398 h 761503"/>
                    <a:gd name="connsiteX82" fmla="*/ 419893 w 598324"/>
                    <a:gd name="connsiteY82" fmla="*/ 558595 h 761503"/>
                    <a:gd name="connsiteX83" fmla="*/ 425332 w 598324"/>
                    <a:gd name="connsiteY83" fmla="*/ 564034 h 761503"/>
                    <a:gd name="connsiteX84" fmla="*/ 430771 w 598324"/>
                    <a:gd name="connsiteY84" fmla="*/ 558595 h 761503"/>
                    <a:gd name="connsiteX85" fmla="*/ 430771 w 598324"/>
                    <a:gd name="connsiteY85" fmla="*/ 550436 h 761503"/>
                    <a:gd name="connsiteX86" fmla="*/ 430771 w 598324"/>
                    <a:gd name="connsiteY86" fmla="*/ 501482 h 761503"/>
                    <a:gd name="connsiteX87" fmla="*/ 430771 w 598324"/>
                    <a:gd name="connsiteY87" fmla="*/ 403574 h 761503"/>
                    <a:gd name="connsiteX88" fmla="*/ 425332 w 598324"/>
                    <a:gd name="connsiteY88" fmla="*/ 313826 h 761503"/>
                    <a:gd name="connsiteX89" fmla="*/ 425332 w 598324"/>
                    <a:gd name="connsiteY89" fmla="*/ 248554 h 761503"/>
                    <a:gd name="connsiteX90" fmla="*/ 425332 w 598324"/>
                    <a:gd name="connsiteY90" fmla="*/ 210479 h 761503"/>
                    <a:gd name="connsiteX91" fmla="*/ 422613 w 598324"/>
                    <a:gd name="connsiteY91" fmla="*/ 153366 h 761503"/>
                    <a:gd name="connsiteX92" fmla="*/ 425332 w 598324"/>
                    <a:gd name="connsiteY92" fmla="*/ 123450 h 761503"/>
                    <a:gd name="connsiteX93" fmla="*/ 398136 w 598324"/>
                    <a:gd name="connsiteY93" fmla="*/ 123450 h 761503"/>
                    <a:gd name="connsiteX94" fmla="*/ 379098 w 598324"/>
                    <a:gd name="connsiteY94" fmla="*/ 123450 h 761503"/>
                    <a:gd name="connsiteX95" fmla="*/ 360060 w 598324"/>
                    <a:gd name="connsiteY95" fmla="*/ 118011 h 761503"/>
                    <a:gd name="connsiteX96" fmla="*/ 349182 w 598324"/>
                    <a:gd name="connsiteY96" fmla="*/ 101693 h 761503"/>
                    <a:gd name="connsiteX97" fmla="*/ 351901 w 598324"/>
                    <a:gd name="connsiteY97" fmla="*/ 93534 h 761503"/>
                    <a:gd name="connsiteX98" fmla="*/ 368219 w 598324"/>
                    <a:gd name="connsiteY98" fmla="*/ 85375 h 761503"/>
                    <a:gd name="connsiteX99" fmla="*/ 422613 w 598324"/>
                    <a:gd name="connsiteY99" fmla="*/ 79935 h 761503"/>
                    <a:gd name="connsiteX100" fmla="*/ 444370 w 598324"/>
                    <a:gd name="connsiteY100" fmla="*/ 79935 h 761503"/>
                    <a:gd name="connsiteX101" fmla="*/ 463407 w 598324"/>
                    <a:gd name="connsiteY101" fmla="*/ 71776 h 761503"/>
                    <a:gd name="connsiteX102" fmla="*/ 477006 w 598324"/>
                    <a:gd name="connsiteY102" fmla="*/ 79935 h 761503"/>
                    <a:gd name="connsiteX103" fmla="*/ 515081 w 598324"/>
                    <a:gd name="connsiteY103" fmla="*/ 79935 h 761503"/>
                    <a:gd name="connsiteX104" fmla="*/ 515081 w 598324"/>
                    <a:gd name="connsiteY104" fmla="*/ 79935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</a:cxnLst>
                  <a:rect l="l" t="t" r="r" b="b"/>
                  <a:pathLst>
                    <a:path w="598324" h="761503">
                      <a:moveTo>
                        <a:pt x="515081" y="79935"/>
                      </a:moveTo>
                      <a:cubicBezTo>
                        <a:pt x="523240" y="79935"/>
                        <a:pt x="542277" y="79935"/>
                        <a:pt x="542277" y="96253"/>
                      </a:cubicBezTo>
                      <a:cubicBezTo>
                        <a:pt x="542277" y="104412"/>
                        <a:pt x="542277" y="107132"/>
                        <a:pt x="536838" y="112571"/>
                      </a:cubicBezTo>
                      <a:cubicBezTo>
                        <a:pt x="534119" y="118011"/>
                        <a:pt x="528679" y="120730"/>
                        <a:pt x="523240" y="120730"/>
                      </a:cubicBezTo>
                      <a:cubicBezTo>
                        <a:pt x="515081" y="123450"/>
                        <a:pt x="512361" y="123450"/>
                        <a:pt x="506922" y="123450"/>
                      </a:cubicBezTo>
                      <a:cubicBezTo>
                        <a:pt x="504202" y="123450"/>
                        <a:pt x="490604" y="123450"/>
                        <a:pt x="477006" y="123450"/>
                      </a:cubicBezTo>
                      <a:cubicBezTo>
                        <a:pt x="477006" y="131609"/>
                        <a:pt x="479725" y="137048"/>
                        <a:pt x="479725" y="145207"/>
                      </a:cubicBezTo>
                      <a:cubicBezTo>
                        <a:pt x="479725" y="156086"/>
                        <a:pt x="477006" y="166964"/>
                        <a:pt x="477006" y="180563"/>
                      </a:cubicBezTo>
                      <a:cubicBezTo>
                        <a:pt x="477006" y="196881"/>
                        <a:pt x="479725" y="215918"/>
                        <a:pt x="482445" y="232236"/>
                      </a:cubicBezTo>
                      <a:cubicBezTo>
                        <a:pt x="485165" y="248554"/>
                        <a:pt x="485165" y="267592"/>
                        <a:pt x="485165" y="283909"/>
                      </a:cubicBezTo>
                      <a:cubicBezTo>
                        <a:pt x="485165" y="297508"/>
                        <a:pt x="485165" y="313826"/>
                        <a:pt x="485165" y="327424"/>
                      </a:cubicBezTo>
                      <a:cubicBezTo>
                        <a:pt x="485165" y="343742"/>
                        <a:pt x="487884" y="357340"/>
                        <a:pt x="487884" y="373658"/>
                      </a:cubicBezTo>
                      <a:cubicBezTo>
                        <a:pt x="487884" y="389976"/>
                        <a:pt x="485165" y="403574"/>
                        <a:pt x="485165" y="419892"/>
                      </a:cubicBezTo>
                      <a:cubicBezTo>
                        <a:pt x="485165" y="436210"/>
                        <a:pt x="485165" y="449808"/>
                        <a:pt x="485165" y="463407"/>
                      </a:cubicBezTo>
                      <a:cubicBezTo>
                        <a:pt x="485165" y="479725"/>
                        <a:pt x="485165" y="498762"/>
                        <a:pt x="482445" y="515080"/>
                      </a:cubicBezTo>
                      <a:cubicBezTo>
                        <a:pt x="482445" y="528678"/>
                        <a:pt x="482445" y="542277"/>
                        <a:pt x="482445" y="558595"/>
                      </a:cubicBezTo>
                      <a:cubicBezTo>
                        <a:pt x="482445" y="572193"/>
                        <a:pt x="479725" y="588511"/>
                        <a:pt x="479725" y="602109"/>
                      </a:cubicBezTo>
                      <a:cubicBezTo>
                        <a:pt x="479725" y="615708"/>
                        <a:pt x="485165" y="632025"/>
                        <a:pt x="485165" y="648343"/>
                      </a:cubicBezTo>
                      <a:cubicBezTo>
                        <a:pt x="485165" y="659222"/>
                        <a:pt x="482445" y="670101"/>
                        <a:pt x="474286" y="675540"/>
                      </a:cubicBezTo>
                      <a:cubicBezTo>
                        <a:pt x="460688" y="686418"/>
                        <a:pt x="444370" y="691858"/>
                        <a:pt x="428052" y="691858"/>
                      </a:cubicBezTo>
                      <a:cubicBezTo>
                        <a:pt x="414453" y="691858"/>
                        <a:pt x="400855" y="689138"/>
                        <a:pt x="387257" y="683699"/>
                      </a:cubicBezTo>
                      <a:cubicBezTo>
                        <a:pt x="373659" y="678259"/>
                        <a:pt x="360060" y="672820"/>
                        <a:pt x="351901" y="664661"/>
                      </a:cubicBezTo>
                      <a:cubicBezTo>
                        <a:pt x="330144" y="645624"/>
                        <a:pt x="316546" y="621147"/>
                        <a:pt x="305667" y="596670"/>
                      </a:cubicBezTo>
                      <a:cubicBezTo>
                        <a:pt x="292069" y="569473"/>
                        <a:pt x="281190" y="539557"/>
                        <a:pt x="270312" y="509641"/>
                      </a:cubicBezTo>
                      <a:cubicBezTo>
                        <a:pt x="264872" y="493323"/>
                        <a:pt x="256713" y="477005"/>
                        <a:pt x="251274" y="460687"/>
                      </a:cubicBezTo>
                      <a:cubicBezTo>
                        <a:pt x="240395" y="433490"/>
                        <a:pt x="232236" y="409014"/>
                        <a:pt x="224077" y="381817"/>
                      </a:cubicBezTo>
                      <a:cubicBezTo>
                        <a:pt x="218638" y="365499"/>
                        <a:pt x="213199" y="346462"/>
                        <a:pt x="207759" y="330144"/>
                      </a:cubicBezTo>
                      <a:cubicBezTo>
                        <a:pt x="202320" y="316545"/>
                        <a:pt x="196881" y="300227"/>
                        <a:pt x="191442" y="286629"/>
                      </a:cubicBezTo>
                      <a:cubicBezTo>
                        <a:pt x="188722" y="281190"/>
                        <a:pt x="186002" y="278470"/>
                        <a:pt x="183283" y="278470"/>
                      </a:cubicBezTo>
                      <a:cubicBezTo>
                        <a:pt x="180563" y="278470"/>
                        <a:pt x="180563" y="286629"/>
                        <a:pt x="180563" y="292068"/>
                      </a:cubicBezTo>
                      <a:cubicBezTo>
                        <a:pt x="180563" y="297508"/>
                        <a:pt x="180563" y="302947"/>
                        <a:pt x="180563" y="305667"/>
                      </a:cubicBezTo>
                      <a:cubicBezTo>
                        <a:pt x="180563" y="321985"/>
                        <a:pt x="183283" y="338303"/>
                        <a:pt x="183283" y="354620"/>
                      </a:cubicBezTo>
                      <a:cubicBezTo>
                        <a:pt x="183283" y="387256"/>
                        <a:pt x="186002" y="417173"/>
                        <a:pt x="188722" y="449808"/>
                      </a:cubicBezTo>
                      <a:cubicBezTo>
                        <a:pt x="188722" y="460687"/>
                        <a:pt x="188722" y="468846"/>
                        <a:pt x="188722" y="479725"/>
                      </a:cubicBezTo>
                      <a:cubicBezTo>
                        <a:pt x="188722" y="501482"/>
                        <a:pt x="188722" y="523239"/>
                        <a:pt x="188722" y="542277"/>
                      </a:cubicBezTo>
                      <a:cubicBezTo>
                        <a:pt x="188722" y="566754"/>
                        <a:pt x="186002" y="591231"/>
                        <a:pt x="186002" y="615708"/>
                      </a:cubicBezTo>
                      <a:cubicBezTo>
                        <a:pt x="186002" y="623866"/>
                        <a:pt x="186002" y="632025"/>
                        <a:pt x="186002" y="637465"/>
                      </a:cubicBezTo>
                      <a:cubicBezTo>
                        <a:pt x="186002" y="645624"/>
                        <a:pt x="183283" y="656502"/>
                        <a:pt x="183283" y="664661"/>
                      </a:cubicBezTo>
                      <a:cubicBezTo>
                        <a:pt x="202320" y="664661"/>
                        <a:pt x="218638" y="664661"/>
                        <a:pt x="226797" y="664661"/>
                      </a:cubicBezTo>
                      <a:cubicBezTo>
                        <a:pt x="234956" y="664661"/>
                        <a:pt x="253994" y="664661"/>
                        <a:pt x="253994" y="680979"/>
                      </a:cubicBezTo>
                      <a:cubicBezTo>
                        <a:pt x="253994" y="689138"/>
                        <a:pt x="253994" y="691858"/>
                        <a:pt x="248554" y="697297"/>
                      </a:cubicBezTo>
                      <a:cubicBezTo>
                        <a:pt x="245835" y="702736"/>
                        <a:pt x="240395" y="705456"/>
                        <a:pt x="234956" y="705456"/>
                      </a:cubicBezTo>
                      <a:cubicBezTo>
                        <a:pt x="226797" y="708176"/>
                        <a:pt x="224077" y="708176"/>
                        <a:pt x="218638" y="708176"/>
                      </a:cubicBezTo>
                      <a:cubicBezTo>
                        <a:pt x="215918" y="708176"/>
                        <a:pt x="199600" y="708176"/>
                        <a:pt x="183283" y="708176"/>
                      </a:cubicBezTo>
                      <a:cubicBezTo>
                        <a:pt x="166965" y="708176"/>
                        <a:pt x="153366" y="708176"/>
                        <a:pt x="150647" y="708176"/>
                      </a:cubicBezTo>
                      <a:cubicBezTo>
                        <a:pt x="139768" y="708176"/>
                        <a:pt x="120730" y="708176"/>
                        <a:pt x="107132" y="708176"/>
                      </a:cubicBezTo>
                      <a:cubicBezTo>
                        <a:pt x="101693" y="708176"/>
                        <a:pt x="96254" y="708176"/>
                        <a:pt x="88094" y="708176"/>
                      </a:cubicBezTo>
                      <a:cubicBezTo>
                        <a:pt x="82655" y="708176"/>
                        <a:pt x="74496" y="708176"/>
                        <a:pt x="69057" y="702736"/>
                      </a:cubicBezTo>
                      <a:cubicBezTo>
                        <a:pt x="63617" y="700017"/>
                        <a:pt x="58178" y="691858"/>
                        <a:pt x="58178" y="686418"/>
                      </a:cubicBezTo>
                      <a:cubicBezTo>
                        <a:pt x="58178" y="683699"/>
                        <a:pt x="58178" y="680979"/>
                        <a:pt x="60898" y="678259"/>
                      </a:cubicBezTo>
                      <a:cubicBezTo>
                        <a:pt x="63617" y="675540"/>
                        <a:pt x="71777" y="672820"/>
                        <a:pt x="77216" y="670101"/>
                      </a:cubicBezTo>
                      <a:cubicBezTo>
                        <a:pt x="90814" y="667381"/>
                        <a:pt x="115291" y="664661"/>
                        <a:pt x="120730" y="664661"/>
                      </a:cubicBezTo>
                      <a:cubicBezTo>
                        <a:pt x="123450" y="664661"/>
                        <a:pt x="126170" y="664661"/>
                        <a:pt x="131609" y="664661"/>
                      </a:cubicBezTo>
                      <a:cubicBezTo>
                        <a:pt x="131609" y="623866"/>
                        <a:pt x="134329" y="583072"/>
                        <a:pt x="134329" y="539557"/>
                      </a:cubicBezTo>
                      <a:cubicBezTo>
                        <a:pt x="134329" y="528678"/>
                        <a:pt x="134329" y="515080"/>
                        <a:pt x="134329" y="504201"/>
                      </a:cubicBezTo>
                      <a:cubicBezTo>
                        <a:pt x="131609" y="460687"/>
                        <a:pt x="131609" y="417173"/>
                        <a:pt x="131609" y="376378"/>
                      </a:cubicBezTo>
                      <a:cubicBezTo>
                        <a:pt x="131609" y="351901"/>
                        <a:pt x="131609" y="327424"/>
                        <a:pt x="131609" y="302947"/>
                      </a:cubicBezTo>
                      <a:cubicBezTo>
                        <a:pt x="131609" y="275751"/>
                        <a:pt x="131609" y="248554"/>
                        <a:pt x="134329" y="221357"/>
                      </a:cubicBezTo>
                      <a:cubicBezTo>
                        <a:pt x="134329" y="188722"/>
                        <a:pt x="137048" y="156086"/>
                        <a:pt x="137048" y="123450"/>
                      </a:cubicBezTo>
                      <a:cubicBezTo>
                        <a:pt x="126170" y="123450"/>
                        <a:pt x="115291" y="123450"/>
                        <a:pt x="107132" y="123450"/>
                      </a:cubicBezTo>
                      <a:cubicBezTo>
                        <a:pt x="101693" y="123450"/>
                        <a:pt x="96254" y="123450"/>
                        <a:pt x="88094" y="123450"/>
                      </a:cubicBezTo>
                      <a:cubicBezTo>
                        <a:pt x="82655" y="123450"/>
                        <a:pt x="74496" y="120730"/>
                        <a:pt x="69057" y="118011"/>
                      </a:cubicBezTo>
                      <a:cubicBezTo>
                        <a:pt x="63617" y="115291"/>
                        <a:pt x="58178" y="107132"/>
                        <a:pt x="58178" y="101693"/>
                      </a:cubicBezTo>
                      <a:cubicBezTo>
                        <a:pt x="58178" y="98973"/>
                        <a:pt x="58178" y="96253"/>
                        <a:pt x="60898" y="93534"/>
                      </a:cubicBezTo>
                      <a:cubicBezTo>
                        <a:pt x="63617" y="90814"/>
                        <a:pt x="71777" y="88094"/>
                        <a:pt x="77216" y="85375"/>
                      </a:cubicBezTo>
                      <a:cubicBezTo>
                        <a:pt x="90814" y="82655"/>
                        <a:pt x="126170" y="79935"/>
                        <a:pt x="131609" y="79935"/>
                      </a:cubicBezTo>
                      <a:cubicBezTo>
                        <a:pt x="137048" y="79935"/>
                        <a:pt x="147927" y="79935"/>
                        <a:pt x="161525" y="79935"/>
                      </a:cubicBezTo>
                      <a:cubicBezTo>
                        <a:pt x="166965" y="74496"/>
                        <a:pt x="172404" y="71776"/>
                        <a:pt x="177843" y="66337"/>
                      </a:cubicBezTo>
                      <a:cubicBezTo>
                        <a:pt x="186002" y="60898"/>
                        <a:pt x="194161" y="58178"/>
                        <a:pt x="202320" y="58178"/>
                      </a:cubicBezTo>
                      <a:cubicBezTo>
                        <a:pt x="215918" y="58178"/>
                        <a:pt x="226797" y="63617"/>
                        <a:pt x="234956" y="77216"/>
                      </a:cubicBezTo>
                      <a:cubicBezTo>
                        <a:pt x="240395" y="88094"/>
                        <a:pt x="248554" y="96253"/>
                        <a:pt x="251274" y="107132"/>
                      </a:cubicBezTo>
                      <a:cubicBezTo>
                        <a:pt x="256713" y="120730"/>
                        <a:pt x="259433" y="134328"/>
                        <a:pt x="267592" y="147927"/>
                      </a:cubicBezTo>
                      <a:cubicBezTo>
                        <a:pt x="273031" y="158805"/>
                        <a:pt x="275751" y="172404"/>
                        <a:pt x="281190" y="183282"/>
                      </a:cubicBezTo>
                      <a:cubicBezTo>
                        <a:pt x="286630" y="196881"/>
                        <a:pt x="292069" y="210479"/>
                        <a:pt x="297508" y="224077"/>
                      </a:cubicBezTo>
                      <a:cubicBezTo>
                        <a:pt x="300228" y="237675"/>
                        <a:pt x="305667" y="251274"/>
                        <a:pt x="308387" y="264872"/>
                      </a:cubicBezTo>
                      <a:cubicBezTo>
                        <a:pt x="311106" y="278470"/>
                        <a:pt x="311106" y="289349"/>
                        <a:pt x="319265" y="300227"/>
                      </a:cubicBezTo>
                      <a:cubicBezTo>
                        <a:pt x="332864" y="324704"/>
                        <a:pt x="346462" y="351901"/>
                        <a:pt x="351901" y="379097"/>
                      </a:cubicBezTo>
                      <a:cubicBezTo>
                        <a:pt x="354621" y="392696"/>
                        <a:pt x="360060" y="403574"/>
                        <a:pt x="365500" y="417173"/>
                      </a:cubicBezTo>
                      <a:cubicBezTo>
                        <a:pt x="373659" y="430771"/>
                        <a:pt x="373659" y="444369"/>
                        <a:pt x="379098" y="457967"/>
                      </a:cubicBezTo>
                      <a:cubicBezTo>
                        <a:pt x="381818" y="471566"/>
                        <a:pt x="387257" y="482444"/>
                        <a:pt x="395416" y="496043"/>
                      </a:cubicBezTo>
                      <a:cubicBezTo>
                        <a:pt x="398136" y="501482"/>
                        <a:pt x="403575" y="506921"/>
                        <a:pt x="406294" y="512361"/>
                      </a:cubicBezTo>
                      <a:cubicBezTo>
                        <a:pt x="409014" y="517800"/>
                        <a:pt x="409014" y="525959"/>
                        <a:pt x="411734" y="531398"/>
                      </a:cubicBezTo>
                      <a:cubicBezTo>
                        <a:pt x="414453" y="539557"/>
                        <a:pt x="417173" y="550436"/>
                        <a:pt x="419893" y="558595"/>
                      </a:cubicBezTo>
                      <a:cubicBezTo>
                        <a:pt x="422613" y="561314"/>
                        <a:pt x="422613" y="564034"/>
                        <a:pt x="425332" y="564034"/>
                      </a:cubicBezTo>
                      <a:cubicBezTo>
                        <a:pt x="428052" y="564034"/>
                        <a:pt x="428052" y="561314"/>
                        <a:pt x="430771" y="558595"/>
                      </a:cubicBezTo>
                      <a:cubicBezTo>
                        <a:pt x="430771" y="555875"/>
                        <a:pt x="430771" y="553155"/>
                        <a:pt x="430771" y="550436"/>
                      </a:cubicBezTo>
                      <a:cubicBezTo>
                        <a:pt x="430771" y="534118"/>
                        <a:pt x="430771" y="517800"/>
                        <a:pt x="430771" y="501482"/>
                      </a:cubicBezTo>
                      <a:cubicBezTo>
                        <a:pt x="430771" y="468846"/>
                        <a:pt x="433491" y="436210"/>
                        <a:pt x="430771" y="403574"/>
                      </a:cubicBezTo>
                      <a:cubicBezTo>
                        <a:pt x="430771" y="373658"/>
                        <a:pt x="425332" y="343742"/>
                        <a:pt x="425332" y="313826"/>
                      </a:cubicBezTo>
                      <a:cubicBezTo>
                        <a:pt x="425332" y="292068"/>
                        <a:pt x="425332" y="270311"/>
                        <a:pt x="425332" y="248554"/>
                      </a:cubicBezTo>
                      <a:cubicBezTo>
                        <a:pt x="425332" y="234956"/>
                        <a:pt x="425332" y="224077"/>
                        <a:pt x="425332" y="210479"/>
                      </a:cubicBezTo>
                      <a:cubicBezTo>
                        <a:pt x="425332" y="191441"/>
                        <a:pt x="422613" y="172404"/>
                        <a:pt x="422613" y="153366"/>
                      </a:cubicBezTo>
                      <a:cubicBezTo>
                        <a:pt x="422613" y="142487"/>
                        <a:pt x="422613" y="134328"/>
                        <a:pt x="425332" y="123450"/>
                      </a:cubicBezTo>
                      <a:cubicBezTo>
                        <a:pt x="417173" y="123450"/>
                        <a:pt x="406294" y="123450"/>
                        <a:pt x="398136" y="123450"/>
                      </a:cubicBezTo>
                      <a:cubicBezTo>
                        <a:pt x="392696" y="123450"/>
                        <a:pt x="387257" y="123450"/>
                        <a:pt x="379098" y="123450"/>
                      </a:cubicBezTo>
                      <a:cubicBezTo>
                        <a:pt x="373659" y="123450"/>
                        <a:pt x="365500" y="120730"/>
                        <a:pt x="360060" y="118011"/>
                      </a:cubicBezTo>
                      <a:cubicBezTo>
                        <a:pt x="354621" y="115291"/>
                        <a:pt x="349182" y="107132"/>
                        <a:pt x="349182" y="101693"/>
                      </a:cubicBezTo>
                      <a:cubicBezTo>
                        <a:pt x="349182" y="98973"/>
                        <a:pt x="349182" y="96253"/>
                        <a:pt x="351901" y="93534"/>
                      </a:cubicBezTo>
                      <a:cubicBezTo>
                        <a:pt x="354621" y="90814"/>
                        <a:pt x="362780" y="88094"/>
                        <a:pt x="368219" y="85375"/>
                      </a:cubicBezTo>
                      <a:cubicBezTo>
                        <a:pt x="381818" y="82655"/>
                        <a:pt x="417173" y="79935"/>
                        <a:pt x="422613" y="79935"/>
                      </a:cubicBezTo>
                      <a:cubicBezTo>
                        <a:pt x="428052" y="79935"/>
                        <a:pt x="433491" y="79935"/>
                        <a:pt x="444370" y="79935"/>
                      </a:cubicBezTo>
                      <a:cubicBezTo>
                        <a:pt x="449809" y="74496"/>
                        <a:pt x="455248" y="71776"/>
                        <a:pt x="463407" y="71776"/>
                      </a:cubicBezTo>
                      <a:cubicBezTo>
                        <a:pt x="471566" y="71776"/>
                        <a:pt x="477006" y="74496"/>
                        <a:pt x="477006" y="79935"/>
                      </a:cubicBezTo>
                      <a:cubicBezTo>
                        <a:pt x="493324" y="79935"/>
                        <a:pt x="506922" y="79935"/>
                        <a:pt x="515081" y="79935"/>
                      </a:cubicBezTo>
                      <a:lnTo>
                        <a:pt x="515081" y="79935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41" name="Freeform: Shape 40">
                  <a:extLst>
                    <a:ext uri="{FF2B5EF4-FFF2-40B4-BE49-F238E27FC236}">
                      <a16:creationId xmlns:a16="http://schemas.microsoft.com/office/drawing/2014/main" id="{6A222357-4F80-2124-353F-B3BD10C3BBB4}"/>
                    </a:ext>
                  </a:extLst>
                </p:cNvPr>
                <p:cNvSpPr/>
                <p:nvPr/>
              </p:nvSpPr>
              <p:spPr>
                <a:xfrm>
                  <a:off x="5139126" y="4192158"/>
                  <a:ext cx="516735" cy="788700"/>
                </a:xfrm>
                <a:custGeom>
                  <a:avLst/>
                  <a:gdLst>
                    <a:gd name="connsiteX0" fmla="*/ 464616 w 516735"/>
                    <a:gd name="connsiteY0" fmla="*/ 436210 h 788699"/>
                    <a:gd name="connsiteX1" fmla="*/ 445578 w 516735"/>
                    <a:gd name="connsiteY1" fmla="*/ 455248 h 788699"/>
                    <a:gd name="connsiteX2" fmla="*/ 404784 w 516735"/>
                    <a:gd name="connsiteY2" fmla="*/ 466126 h 788699"/>
                    <a:gd name="connsiteX3" fmla="*/ 385746 w 516735"/>
                    <a:gd name="connsiteY3" fmla="*/ 479725 h 788699"/>
                    <a:gd name="connsiteX4" fmla="*/ 388466 w 516735"/>
                    <a:gd name="connsiteY4" fmla="*/ 512361 h 788699"/>
                    <a:gd name="connsiteX5" fmla="*/ 388466 w 516735"/>
                    <a:gd name="connsiteY5" fmla="*/ 544997 h 788699"/>
                    <a:gd name="connsiteX6" fmla="*/ 388466 w 516735"/>
                    <a:gd name="connsiteY6" fmla="*/ 566754 h 788699"/>
                    <a:gd name="connsiteX7" fmla="*/ 391185 w 516735"/>
                    <a:gd name="connsiteY7" fmla="*/ 632026 h 788699"/>
                    <a:gd name="connsiteX8" fmla="*/ 393905 w 516735"/>
                    <a:gd name="connsiteY8" fmla="*/ 683699 h 788699"/>
                    <a:gd name="connsiteX9" fmla="*/ 377587 w 516735"/>
                    <a:gd name="connsiteY9" fmla="*/ 724494 h 788699"/>
                    <a:gd name="connsiteX10" fmla="*/ 361269 w 516735"/>
                    <a:gd name="connsiteY10" fmla="*/ 719054 h 788699"/>
                    <a:gd name="connsiteX11" fmla="*/ 353110 w 516735"/>
                    <a:gd name="connsiteY11" fmla="*/ 702737 h 788699"/>
                    <a:gd name="connsiteX12" fmla="*/ 350390 w 516735"/>
                    <a:gd name="connsiteY12" fmla="*/ 686419 h 788699"/>
                    <a:gd name="connsiteX13" fmla="*/ 353110 w 516735"/>
                    <a:gd name="connsiteY13" fmla="*/ 659222 h 788699"/>
                    <a:gd name="connsiteX14" fmla="*/ 353110 w 516735"/>
                    <a:gd name="connsiteY14" fmla="*/ 656502 h 788699"/>
                    <a:gd name="connsiteX15" fmla="*/ 317755 w 516735"/>
                    <a:gd name="connsiteY15" fmla="*/ 708176 h 788699"/>
                    <a:gd name="connsiteX16" fmla="*/ 241604 w 516735"/>
                    <a:gd name="connsiteY16" fmla="*/ 735372 h 788699"/>
                    <a:gd name="connsiteX17" fmla="*/ 187211 w 516735"/>
                    <a:gd name="connsiteY17" fmla="*/ 727214 h 788699"/>
                    <a:gd name="connsiteX18" fmla="*/ 135538 w 516735"/>
                    <a:gd name="connsiteY18" fmla="*/ 694578 h 788699"/>
                    <a:gd name="connsiteX19" fmla="*/ 86584 w 516735"/>
                    <a:gd name="connsiteY19" fmla="*/ 621147 h 788699"/>
                    <a:gd name="connsiteX20" fmla="*/ 67546 w 516735"/>
                    <a:gd name="connsiteY20" fmla="*/ 555875 h 788699"/>
                    <a:gd name="connsiteX21" fmla="*/ 59387 w 516735"/>
                    <a:gd name="connsiteY21" fmla="*/ 509641 h 788699"/>
                    <a:gd name="connsiteX22" fmla="*/ 59387 w 516735"/>
                    <a:gd name="connsiteY22" fmla="*/ 468846 h 788699"/>
                    <a:gd name="connsiteX23" fmla="*/ 86584 w 516735"/>
                    <a:gd name="connsiteY23" fmla="*/ 302947 h 788699"/>
                    <a:gd name="connsiteX24" fmla="*/ 108341 w 516735"/>
                    <a:gd name="connsiteY24" fmla="*/ 224077 h 788699"/>
                    <a:gd name="connsiteX25" fmla="*/ 146416 w 516735"/>
                    <a:gd name="connsiteY25" fmla="*/ 145207 h 788699"/>
                    <a:gd name="connsiteX26" fmla="*/ 198090 w 516735"/>
                    <a:gd name="connsiteY26" fmla="*/ 85375 h 788699"/>
                    <a:gd name="connsiteX27" fmla="*/ 228006 w 516735"/>
                    <a:gd name="connsiteY27" fmla="*/ 69057 h 788699"/>
                    <a:gd name="connsiteX28" fmla="*/ 268801 w 516735"/>
                    <a:gd name="connsiteY28" fmla="*/ 58178 h 788699"/>
                    <a:gd name="connsiteX29" fmla="*/ 274240 w 516735"/>
                    <a:gd name="connsiteY29" fmla="*/ 58178 h 788699"/>
                    <a:gd name="connsiteX30" fmla="*/ 295997 w 516735"/>
                    <a:gd name="connsiteY30" fmla="*/ 60898 h 788699"/>
                    <a:gd name="connsiteX31" fmla="*/ 331353 w 516735"/>
                    <a:gd name="connsiteY31" fmla="*/ 71776 h 788699"/>
                    <a:gd name="connsiteX32" fmla="*/ 350390 w 516735"/>
                    <a:gd name="connsiteY32" fmla="*/ 93534 h 788699"/>
                    <a:gd name="connsiteX33" fmla="*/ 353110 w 516735"/>
                    <a:gd name="connsiteY33" fmla="*/ 74496 h 788699"/>
                    <a:gd name="connsiteX34" fmla="*/ 358549 w 516735"/>
                    <a:gd name="connsiteY34" fmla="*/ 63618 h 788699"/>
                    <a:gd name="connsiteX35" fmla="*/ 366708 w 516735"/>
                    <a:gd name="connsiteY35" fmla="*/ 58178 h 788699"/>
                    <a:gd name="connsiteX36" fmla="*/ 374867 w 516735"/>
                    <a:gd name="connsiteY36" fmla="*/ 63618 h 788699"/>
                    <a:gd name="connsiteX37" fmla="*/ 383026 w 516735"/>
                    <a:gd name="connsiteY37" fmla="*/ 82655 h 788699"/>
                    <a:gd name="connsiteX38" fmla="*/ 385746 w 516735"/>
                    <a:gd name="connsiteY38" fmla="*/ 126170 h 788699"/>
                    <a:gd name="connsiteX39" fmla="*/ 388466 w 516735"/>
                    <a:gd name="connsiteY39" fmla="*/ 186002 h 788699"/>
                    <a:gd name="connsiteX40" fmla="*/ 391185 w 516735"/>
                    <a:gd name="connsiteY40" fmla="*/ 237676 h 788699"/>
                    <a:gd name="connsiteX41" fmla="*/ 374867 w 516735"/>
                    <a:gd name="connsiteY41" fmla="*/ 278470 h 788699"/>
                    <a:gd name="connsiteX42" fmla="*/ 358549 w 516735"/>
                    <a:gd name="connsiteY42" fmla="*/ 273031 h 788699"/>
                    <a:gd name="connsiteX43" fmla="*/ 350390 w 516735"/>
                    <a:gd name="connsiteY43" fmla="*/ 256713 h 788699"/>
                    <a:gd name="connsiteX44" fmla="*/ 347671 w 516735"/>
                    <a:gd name="connsiteY44" fmla="*/ 240395 h 788699"/>
                    <a:gd name="connsiteX45" fmla="*/ 347671 w 516735"/>
                    <a:gd name="connsiteY45" fmla="*/ 213199 h 788699"/>
                    <a:gd name="connsiteX46" fmla="*/ 344951 w 516735"/>
                    <a:gd name="connsiteY46" fmla="*/ 194161 h 788699"/>
                    <a:gd name="connsiteX47" fmla="*/ 339512 w 516735"/>
                    <a:gd name="connsiteY47" fmla="*/ 150647 h 788699"/>
                    <a:gd name="connsiteX48" fmla="*/ 323194 w 516735"/>
                    <a:gd name="connsiteY48" fmla="*/ 112571 h 788699"/>
                    <a:gd name="connsiteX49" fmla="*/ 293278 w 516735"/>
                    <a:gd name="connsiteY49" fmla="*/ 101693 h 788699"/>
                    <a:gd name="connsiteX50" fmla="*/ 263361 w 516735"/>
                    <a:gd name="connsiteY50" fmla="*/ 120730 h 788699"/>
                    <a:gd name="connsiteX51" fmla="*/ 241604 w 516735"/>
                    <a:gd name="connsiteY51" fmla="*/ 153366 h 788699"/>
                    <a:gd name="connsiteX52" fmla="*/ 233445 w 516735"/>
                    <a:gd name="connsiteY52" fmla="*/ 194161 h 788699"/>
                    <a:gd name="connsiteX53" fmla="*/ 225286 w 516735"/>
                    <a:gd name="connsiteY53" fmla="*/ 232236 h 788699"/>
                    <a:gd name="connsiteX54" fmla="*/ 217127 w 516735"/>
                    <a:gd name="connsiteY54" fmla="*/ 275751 h 788699"/>
                    <a:gd name="connsiteX55" fmla="*/ 211688 w 516735"/>
                    <a:gd name="connsiteY55" fmla="*/ 316545 h 788699"/>
                    <a:gd name="connsiteX56" fmla="*/ 206249 w 516735"/>
                    <a:gd name="connsiteY56" fmla="*/ 354621 h 788699"/>
                    <a:gd name="connsiteX57" fmla="*/ 200809 w 516735"/>
                    <a:gd name="connsiteY57" fmla="*/ 398135 h 788699"/>
                    <a:gd name="connsiteX58" fmla="*/ 195370 w 516735"/>
                    <a:gd name="connsiteY58" fmla="*/ 438930 h 788699"/>
                    <a:gd name="connsiteX59" fmla="*/ 192650 w 516735"/>
                    <a:gd name="connsiteY59" fmla="*/ 474286 h 788699"/>
                    <a:gd name="connsiteX60" fmla="*/ 195370 w 516735"/>
                    <a:gd name="connsiteY60" fmla="*/ 525959 h 788699"/>
                    <a:gd name="connsiteX61" fmla="*/ 208968 w 516735"/>
                    <a:gd name="connsiteY61" fmla="*/ 596670 h 788699"/>
                    <a:gd name="connsiteX62" fmla="*/ 214407 w 516735"/>
                    <a:gd name="connsiteY62" fmla="*/ 623867 h 788699"/>
                    <a:gd name="connsiteX63" fmla="*/ 228006 w 516735"/>
                    <a:gd name="connsiteY63" fmla="*/ 656502 h 788699"/>
                    <a:gd name="connsiteX64" fmla="*/ 271520 w 516735"/>
                    <a:gd name="connsiteY64" fmla="*/ 689138 h 788699"/>
                    <a:gd name="connsiteX65" fmla="*/ 306876 w 516735"/>
                    <a:gd name="connsiteY65" fmla="*/ 664661 h 788699"/>
                    <a:gd name="connsiteX66" fmla="*/ 331353 w 516735"/>
                    <a:gd name="connsiteY66" fmla="*/ 602109 h 788699"/>
                    <a:gd name="connsiteX67" fmla="*/ 336792 w 516735"/>
                    <a:gd name="connsiteY67" fmla="*/ 544997 h 788699"/>
                    <a:gd name="connsiteX68" fmla="*/ 336792 w 516735"/>
                    <a:gd name="connsiteY68" fmla="*/ 498762 h 788699"/>
                    <a:gd name="connsiteX69" fmla="*/ 336792 w 516735"/>
                    <a:gd name="connsiteY69" fmla="*/ 490603 h 788699"/>
                    <a:gd name="connsiteX70" fmla="*/ 320474 w 516735"/>
                    <a:gd name="connsiteY70" fmla="*/ 477005 h 788699"/>
                    <a:gd name="connsiteX71" fmla="*/ 282399 w 516735"/>
                    <a:gd name="connsiteY71" fmla="*/ 479725 h 788699"/>
                    <a:gd name="connsiteX72" fmla="*/ 252483 w 516735"/>
                    <a:gd name="connsiteY72" fmla="*/ 474286 h 788699"/>
                    <a:gd name="connsiteX73" fmla="*/ 247043 w 516735"/>
                    <a:gd name="connsiteY73" fmla="*/ 466126 h 788699"/>
                    <a:gd name="connsiteX74" fmla="*/ 249763 w 516735"/>
                    <a:gd name="connsiteY74" fmla="*/ 457968 h 788699"/>
                    <a:gd name="connsiteX75" fmla="*/ 268801 w 516735"/>
                    <a:gd name="connsiteY75" fmla="*/ 447089 h 788699"/>
                    <a:gd name="connsiteX76" fmla="*/ 312315 w 516735"/>
                    <a:gd name="connsiteY76" fmla="*/ 436210 h 788699"/>
                    <a:gd name="connsiteX77" fmla="*/ 353110 w 516735"/>
                    <a:gd name="connsiteY77" fmla="*/ 430771 h 788699"/>
                    <a:gd name="connsiteX78" fmla="*/ 385746 w 516735"/>
                    <a:gd name="connsiteY78" fmla="*/ 430771 h 788699"/>
                    <a:gd name="connsiteX79" fmla="*/ 437420 w 516735"/>
                    <a:gd name="connsiteY79" fmla="*/ 428051 h 788699"/>
                    <a:gd name="connsiteX80" fmla="*/ 464616 w 516735"/>
                    <a:gd name="connsiteY80" fmla="*/ 436210 h 788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</a:cxnLst>
                  <a:rect l="l" t="t" r="r" b="b"/>
                  <a:pathLst>
                    <a:path w="516735" h="788699">
                      <a:moveTo>
                        <a:pt x="464616" y="436210"/>
                      </a:moveTo>
                      <a:cubicBezTo>
                        <a:pt x="464616" y="447089"/>
                        <a:pt x="453737" y="452528"/>
                        <a:pt x="445578" y="455248"/>
                      </a:cubicBezTo>
                      <a:cubicBezTo>
                        <a:pt x="434700" y="460687"/>
                        <a:pt x="415662" y="463407"/>
                        <a:pt x="404784" y="466126"/>
                      </a:cubicBezTo>
                      <a:cubicBezTo>
                        <a:pt x="393905" y="466126"/>
                        <a:pt x="385746" y="468846"/>
                        <a:pt x="385746" y="479725"/>
                      </a:cubicBezTo>
                      <a:cubicBezTo>
                        <a:pt x="385746" y="487884"/>
                        <a:pt x="388466" y="506921"/>
                        <a:pt x="388466" y="512361"/>
                      </a:cubicBezTo>
                      <a:cubicBezTo>
                        <a:pt x="388466" y="515080"/>
                        <a:pt x="388466" y="539557"/>
                        <a:pt x="388466" y="544997"/>
                      </a:cubicBezTo>
                      <a:cubicBezTo>
                        <a:pt x="388466" y="550436"/>
                        <a:pt x="388466" y="558595"/>
                        <a:pt x="388466" y="566754"/>
                      </a:cubicBezTo>
                      <a:cubicBezTo>
                        <a:pt x="388466" y="591231"/>
                        <a:pt x="388466" y="621147"/>
                        <a:pt x="391185" y="632026"/>
                      </a:cubicBezTo>
                      <a:cubicBezTo>
                        <a:pt x="393905" y="653783"/>
                        <a:pt x="393905" y="661942"/>
                        <a:pt x="393905" y="683699"/>
                      </a:cubicBezTo>
                      <a:cubicBezTo>
                        <a:pt x="393905" y="694578"/>
                        <a:pt x="393905" y="724494"/>
                        <a:pt x="377587" y="724494"/>
                      </a:cubicBezTo>
                      <a:cubicBezTo>
                        <a:pt x="369428" y="724494"/>
                        <a:pt x="366708" y="721774"/>
                        <a:pt x="361269" y="719054"/>
                      </a:cubicBezTo>
                      <a:cubicBezTo>
                        <a:pt x="355830" y="716335"/>
                        <a:pt x="353110" y="708176"/>
                        <a:pt x="353110" y="702737"/>
                      </a:cubicBezTo>
                      <a:cubicBezTo>
                        <a:pt x="350390" y="694578"/>
                        <a:pt x="350390" y="689138"/>
                        <a:pt x="350390" y="686419"/>
                      </a:cubicBezTo>
                      <a:cubicBezTo>
                        <a:pt x="350390" y="678260"/>
                        <a:pt x="353110" y="672820"/>
                        <a:pt x="353110" y="659222"/>
                      </a:cubicBezTo>
                      <a:lnTo>
                        <a:pt x="353110" y="656502"/>
                      </a:lnTo>
                      <a:cubicBezTo>
                        <a:pt x="347671" y="675540"/>
                        <a:pt x="334072" y="694578"/>
                        <a:pt x="317755" y="708176"/>
                      </a:cubicBezTo>
                      <a:cubicBezTo>
                        <a:pt x="293278" y="727214"/>
                        <a:pt x="274240" y="735372"/>
                        <a:pt x="241604" y="735372"/>
                      </a:cubicBezTo>
                      <a:cubicBezTo>
                        <a:pt x="222566" y="735372"/>
                        <a:pt x="203529" y="732653"/>
                        <a:pt x="187211" y="727214"/>
                      </a:cubicBezTo>
                      <a:cubicBezTo>
                        <a:pt x="165454" y="719054"/>
                        <a:pt x="149136" y="708176"/>
                        <a:pt x="135538" y="694578"/>
                      </a:cubicBezTo>
                      <a:cubicBezTo>
                        <a:pt x="113780" y="672820"/>
                        <a:pt x="100182" y="648343"/>
                        <a:pt x="86584" y="621147"/>
                      </a:cubicBezTo>
                      <a:cubicBezTo>
                        <a:pt x="75705" y="599390"/>
                        <a:pt x="70266" y="580352"/>
                        <a:pt x="67546" y="555875"/>
                      </a:cubicBezTo>
                      <a:cubicBezTo>
                        <a:pt x="64826" y="539557"/>
                        <a:pt x="62107" y="525959"/>
                        <a:pt x="59387" y="509641"/>
                      </a:cubicBezTo>
                      <a:cubicBezTo>
                        <a:pt x="56667" y="493323"/>
                        <a:pt x="59387" y="485164"/>
                        <a:pt x="59387" y="468846"/>
                      </a:cubicBezTo>
                      <a:cubicBezTo>
                        <a:pt x="59387" y="414453"/>
                        <a:pt x="72985" y="362780"/>
                        <a:pt x="86584" y="302947"/>
                      </a:cubicBezTo>
                      <a:cubicBezTo>
                        <a:pt x="92023" y="275751"/>
                        <a:pt x="100182" y="248554"/>
                        <a:pt x="108341" y="224077"/>
                      </a:cubicBezTo>
                      <a:cubicBezTo>
                        <a:pt x="116500" y="196881"/>
                        <a:pt x="130098" y="169684"/>
                        <a:pt x="146416" y="145207"/>
                      </a:cubicBezTo>
                      <a:cubicBezTo>
                        <a:pt x="160014" y="123450"/>
                        <a:pt x="176332" y="101693"/>
                        <a:pt x="198090" y="85375"/>
                      </a:cubicBezTo>
                      <a:cubicBezTo>
                        <a:pt x="206249" y="77216"/>
                        <a:pt x="217127" y="71776"/>
                        <a:pt x="228006" y="69057"/>
                      </a:cubicBezTo>
                      <a:cubicBezTo>
                        <a:pt x="241604" y="63618"/>
                        <a:pt x="255202" y="58178"/>
                        <a:pt x="268801" y="58178"/>
                      </a:cubicBezTo>
                      <a:cubicBezTo>
                        <a:pt x="271520" y="58178"/>
                        <a:pt x="274240" y="58178"/>
                        <a:pt x="274240" y="58178"/>
                      </a:cubicBezTo>
                      <a:cubicBezTo>
                        <a:pt x="279679" y="58178"/>
                        <a:pt x="285119" y="58178"/>
                        <a:pt x="295997" y="60898"/>
                      </a:cubicBezTo>
                      <a:cubicBezTo>
                        <a:pt x="309595" y="63618"/>
                        <a:pt x="320474" y="66337"/>
                        <a:pt x="331353" y="71776"/>
                      </a:cubicBezTo>
                      <a:cubicBezTo>
                        <a:pt x="339512" y="77216"/>
                        <a:pt x="347671" y="85375"/>
                        <a:pt x="350390" y="93534"/>
                      </a:cubicBezTo>
                      <a:cubicBezTo>
                        <a:pt x="350390" y="88095"/>
                        <a:pt x="353110" y="79936"/>
                        <a:pt x="353110" y="74496"/>
                      </a:cubicBezTo>
                      <a:cubicBezTo>
                        <a:pt x="355830" y="71776"/>
                        <a:pt x="355830" y="69057"/>
                        <a:pt x="358549" y="63618"/>
                      </a:cubicBezTo>
                      <a:cubicBezTo>
                        <a:pt x="361269" y="60898"/>
                        <a:pt x="363989" y="58178"/>
                        <a:pt x="366708" y="58178"/>
                      </a:cubicBezTo>
                      <a:cubicBezTo>
                        <a:pt x="369428" y="58178"/>
                        <a:pt x="372148" y="60898"/>
                        <a:pt x="374867" y="63618"/>
                      </a:cubicBezTo>
                      <a:cubicBezTo>
                        <a:pt x="377587" y="69057"/>
                        <a:pt x="380307" y="77216"/>
                        <a:pt x="383026" y="82655"/>
                      </a:cubicBezTo>
                      <a:cubicBezTo>
                        <a:pt x="383026" y="90814"/>
                        <a:pt x="385746" y="107132"/>
                        <a:pt x="385746" y="126170"/>
                      </a:cubicBezTo>
                      <a:cubicBezTo>
                        <a:pt x="385746" y="150647"/>
                        <a:pt x="385746" y="177843"/>
                        <a:pt x="388466" y="186002"/>
                      </a:cubicBezTo>
                      <a:cubicBezTo>
                        <a:pt x="391185" y="207759"/>
                        <a:pt x="391185" y="215918"/>
                        <a:pt x="391185" y="237676"/>
                      </a:cubicBezTo>
                      <a:cubicBezTo>
                        <a:pt x="391185" y="248554"/>
                        <a:pt x="391185" y="278470"/>
                        <a:pt x="374867" y="278470"/>
                      </a:cubicBezTo>
                      <a:cubicBezTo>
                        <a:pt x="366708" y="278470"/>
                        <a:pt x="363989" y="275751"/>
                        <a:pt x="358549" y="273031"/>
                      </a:cubicBezTo>
                      <a:cubicBezTo>
                        <a:pt x="353110" y="270311"/>
                        <a:pt x="350390" y="262152"/>
                        <a:pt x="350390" y="256713"/>
                      </a:cubicBezTo>
                      <a:cubicBezTo>
                        <a:pt x="350390" y="251274"/>
                        <a:pt x="347671" y="245834"/>
                        <a:pt x="347671" y="240395"/>
                      </a:cubicBezTo>
                      <a:cubicBezTo>
                        <a:pt x="347671" y="232236"/>
                        <a:pt x="347671" y="224077"/>
                        <a:pt x="347671" y="213199"/>
                      </a:cubicBezTo>
                      <a:cubicBezTo>
                        <a:pt x="347671" y="207759"/>
                        <a:pt x="347671" y="199600"/>
                        <a:pt x="344951" y="194161"/>
                      </a:cubicBezTo>
                      <a:cubicBezTo>
                        <a:pt x="342232" y="180563"/>
                        <a:pt x="342232" y="164245"/>
                        <a:pt x="339512" y="150647"/>
                      </a:cubicBezTo>
                      <a:cubicBezTo>
                        <a:pt x="336792" y="137048"/>
                        <a:pt x="331353" y="123450"/>
                        <a:pt x="323194" y="112571"/>
                      </a:cubicBezTo>
                      <a:cubicBezTo>
                        <a:pt x="317755" y="104412"/>
                        <a:pt x="304156" y="101693"/>
                        <a:pt x="293278" y="101693"/>
                      </a:cubicBezTo>
                      <a:cubicBezTo>
                        <a:pt x="279679" y="101693"/>
                        <a:pt x="271520" y="109852"/>
                        <a:pt x="263361" y="120730"/>
                      </a:cubicBezTo>
                      <a:cubicBezTo>
                        <a:pt x="257922" y="131609"/>
                        <a:pt x="247043" y="139768"/>
                        <a:pt x="241604" y="153366"/>
                      </a:cubicBezTo>
                      <a:cubicBezTo>
                        <a:pt x="236165" y="166964"/>
                        <a:pt x="233445" y="180563"/>
                        <a:pt x="233445" y="194161"/>
                      </a:cubicBezTo>
                      <a:cubicBezTo>
                        <a:pt x="233445" y="207759"/>
                        <a:pt x="230726" y="218638"/>
                        <a:pt x="225286" y="232236"/>
                      </a:cubicBezTo>
                      <a:cubicBezTo>
                        <a:pt x="219847" y="245834"/>
                        <a:pt x="219847" y="262152"/>
                        <a:pt x="217127" y="275751"/>
                      </a:cubicBezTo>
                      <a:cubicBezTo>
                        <a:pt x="214407" y="289349"/>
                        <a:pt x="214407" y="302947"/>
                        <a:pt x="211688" y="316545"/>
                      </a:cubicBezTo>
                      <a:cubicBezTo>
                        <a:pt x="211688" y="330144"/>
                        <a:pt x="206249" y="341022"/>
                        <a:pt x="206249" y="354621"/>
                      </a:cubicBezTo>
                      <a:cubicBezTo>
                        <a:pt x="203529" y="368219"/>
                        <a:pt x="203529" y="381817"/>
                        <a:pt x="200809" y="398135"/>
                      </a:cubicBezTo>
                      <a:cubicBezTo>
                        <a:pt x="198090" y="411733"/>
                        <a:pt x="198090" y="425332"/>
                        <a:pt x="195370" y="438930"/>
                      </a:cubicBezTo>
                      <a:cubicBezTo>
                        <a:pt x="195370" y="449809"/>
                        <a:pt x="192650" y="463407"/>
                        <a:pt x="192650" y="474286"/>
                      </a:cubicBezTo>
                      <a:cubicBezTo>
                        <a:pt x="192650" y="490603"/>
                        <a:pt x="195370" y="509641"/>
                        <a:pt x="195370" y="525959"/>
                      </a:cubicBezTo>
                      <a:cubicBezTo>
                        <a:pt x="195370" y="550436"/>
                        <a:pt x="203529" y="572193"/>
                        <a:pt x="208968" y="596670"/>
                      </a:cubicBezTo>
                      <a:cubicBezTo>
                        <a:pt x="211688" y="604829"/>
                        <a:pt x="211688" y="615708"/>
                        <a:pt x="214407" y="623867"/>
                      </a:cubicBezTo>
                      <a:cubicBezTo>
                        <a:pt x="217127" y="634745"/>
                        <a:pt x="222566" y="645624"/>
                        <a:pt x="228006" y="656502"/>
                      </a:cubicBezTo>
                      <a:cubicBezTo>
                        <a:pt x="236165" y="670101"/>
                        <a:pt x="252483" y="689138"/>
                        <a:pt x="271520" y="689138"/>
                      </a:cubicBezTo>
                      <a:cubicBezTo>
                        <a:pt x="287838" y="689138"/>
                        <a:pt x="298717" y="675540"/>
                        <a:pt x="306876" y="664661"/>
                      </a:cubicBezTo>
                      <a:cubicBezTo>
                        <a:pt x="320474" y="645624"/>
                        <a:pt x="325914" y="623867"/>
                        <a:pt x="331353" y="602109"/>
                      </a:cubicBezTo>
                      <a:cubicBezTo>
                        <a:pt x="334072" y="583072"/>
                        <a:pt x="336792" y="564034"/>
                        <a:pt x="336792" y="544997"/>
                      </a:cubicBezTo>
                      <a:cubicBezTo>
                        <a:pt x="336792" y="531398"/>
                        <a:pt x="336792" y="512361"/>
                        <a:pt x="336792" y="498762"/>
                      </a:cubicBezTo>
                      <a:cubicBezTo>
                        <a:pt x="336792" y="496043"/>
                        <a:pt x="336792" y="493323"/>
                        <a:pt x="336792" y="490603"/>
                      </a:cubicBezTo>
                      <a:cubicBezTo>
                        <a:pt x="336792" y="479725"/>
                        <a:pt x="336792" y="477005"/>
                        <a:pt x="320474" y="477005"/>
                      </a:cubicBezTo>
                      <a:cubicBezTo>
                        <a:pt x="309595" y="477005"/>
                        <a:pt x="295997" y="479725"/>
                        <a:pt x="282399" y="479725"/>
                      </a:cubicBezTo>
                      <a:cubicBezTo>
                        <a:pt x="271520" y="479725"/>
                        <a:pt x="260642" y="479725"/>
                        <a:pt x="252483" y="474286"/>
                      </a:cubicBezTo>
                      <a:cubicBezTo>
                        <a:pt x="249763" y="471566"/>
                        <a:pt x="247043" y="468846"/>
                        <a:pt x="247043" y="466126"/>
                      </a:cubicBezTo>
                      <a:cubicBezTo>
                        <a:pt x="247043" y="463407"/>
                        <a:pt x="247043" y="460687"/>
                        <a:pt x="249763" y="457968"/>
                      </a:cubicBezTo>
                      <a:cubicBezTo>
                        <a:pt x="255202" y="452528"/>
                        <a:pt x="260642" y="449809"/>
                        <a:pt x="268801" y="447089"/>
                      </a:cubicBezTo>
                      <a:cubicBezTo>
                        <a:pt x="282399" y="441650"/>
                        <a:pt x="295997" y="438930"/>
                        <a:pt x="312315" y="436210"/>
                      </a:cubicBezTo>
                      <a:cubicBezTo>
                        <a:pt x="325914" y="433491"/>
                        <a:pt x="339512" y="433491"/>
                        <a:pt x="353110" y="430771"/>
                      </a:cubicBezTo>
                      <a:cubicBezTo>
                        <a:pt x="363989" y="430771"/>
                        <a:pt x="374867" y="430771"/>
                        <a:pt x="385746" y="430771"/>
                      </a:cubicBezTo>
                      <a:cubicBezTo>
                        <a:pt x="402064" y="430771"/>
                        <a:pt x="426541" y="428051"/>
                        <a:pt x="437420" y="428051"/>
                      </a:cubicBezTo>
                      <a:cubicBezTo>
                        <a:pt x="451018" y="419892"/>
                        <a:pt x="464616" y="425332"/>
                        <a:pt x="464616" y="436210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42" name="Freeform: Shape 41">
                  <a:extLst>
                    <a:ext uri="{FF2B5EF4-FFF2-40B4-BE49-F238E27FC236}">
                      <a16:creationId xmlns:a16="http://schemas.microsoft.com/office/drawing/2014/main" id="{3E42160D-3945-A713-3410-6B41F8507174}"/>
                    </a:ext>
                  </a:extLst>
                </p:cNvPr>
                <p:cNvSpPr/>
                <p:nvPr/>
              </p:nvSpPr>
              <p:spPr>
                <a:xfrm>
                  <a:off x="5651630" y="4181279"/>
                  <a:ext cx="734308" cy="788700"/>
                </a:xfrm>
                <a:custGeom>
                  <a:avLst/>
                  <a:gdLst>
                    <a:gd name="connsiteX0" fmla="*/ 653783 w 734307"/>
                    <a:gd name="connsiteY0" fmla="*/ 678259 h 788699"/>
                    <a:gd name="connsiteX1" fmla="*/ 691859 w 734307"/>
                    <a:gd name="connsiteY1" fmla="*/ 694577 h 788699"/>
                    <a:gd name="connsiteX2" fmla="*/ 686419 w 734307"/>
                    <a:gd name="connsiteY2" fmla="*/ 710895 h 788699"/>
                    <a:gd name="connsiteX3" fmla="*/ 670101 w 734307"/>
                    <a:gd name="connsiteY3" fmla="*/ 719054 h 788699"/>
                    <a:gd name="connsiteX4" fmla="*/ 648344 w 734307"/>
                    <a:gd name="connsiteY4" fmla="*/ 721774 h 788699"/>
                    <a:gd name="connsiteX5" fmla="*/ 618428 w 734307"/>
                    <a:gd name="connsiteY5" fmla="*/ 721774 h 788699"/>
                    <a:gd name="connsiteX6" fmla="*/ 572194 w 734307"/>
                    <a:gd name="connsiteY6" fmla="*/ 735372 h 788699"/>
                    <a:gd name="connsiteX7" fmla="*/ 544997 w 734307"/>
                    <a:gd name="connsiteY7" fmla="*/ 729933 h 788699"/>
                    <a:gd name="connsiteX8" fmla="*/ 534119 w 734307"/>
                    <a:gd name="connsiteY8" fmla="*/ 721774 h 788699"/>
                    <a:gd name="connsiteX9" fmla="*/ 496043 w 734307"/>
                    <a:gd name="connsiteY9" fmla="*/ 721774 h 788699"/>
                    <a:gd name="connsiteX10" fmla="*/ 471566 w 734307"/>
                    <a:gd name="connsiteY10" fmla="*/ 721774 h 788699"/>
                    <a:gd name="connsiteX11" fmla="*/ 444370 w 734307"/>
                    <a:gd name="connsiteY11" fmla="*/ 716335 h 788699"/>
                    <a:gd name="connsiteX12" fmla="*/ 428052 w 734307"/>
                    <a:gd name="connsiteY12" fmla="*/ 700017 h 788699"/>
                    <a:gd name="connsiteX13" fmla="*/ 433491 w 734307"/>
                    <a:gd name="connsiteY13" fmla="*/ 691858 h 788699"/>
                    <a:gd name="connsiteX14" fmla="*/ 455248 w 734307"/>
                    <a:gd name="connsiteY14" fmla="*/ 683699 h 788699"/>
                    <a:gd name="connsiteX15" fmla="*/ 506922 w 734307"/>
                    <a:gd name="connsiteY15" fmla="*/ 678259 h 788699"/>
                    <a:gd name="connsiteX16" fmla="*/ 509641 w 734307"/>
                    <a:gd name="connsiteY16" fmla="*/ 678259 h 788699"/>
                    <a:gd name="connsiteX17" fmla="*/ 506922 w 734307"/>
                    <a:gd name="connsiteY17" fmla="*/ 664661 h 788699"/>
                    <a:gd name="connsiteX18" fmla="*/ 498763 w 734307"/>
                    <a:gd name="connsiteY18" fmla="*/ 580352 h 788699"/>
                    <a:gd name="connsiteX19" fmla="*/ 496043 w 734307"/>
                    <a:gd name="connsiteY19" fmla="*/ 479725 h 788699"/>
                    <a:gd name="connsiteX20" fmla="*/ 493324 w 734307"/>
                    <a:gd name="connsiteY20" fmla="*/ 389976 h 788699"/>
                    <a:gd name="connsiteX21" fmla="*/ 490604 w 734307"/>
                    <a:gd name="connsiteY21" fmla="*/ 302947 h 788699"/>
                    <a:gd name="connsiteX22" fmla="*/ 487884 w 734307"/>
                    <a:gd name="connsiteY22" fmla="*/ 229516 h 788699"/>
                    <a:gd name="connsiteX23" fmla="*/ 485165 w 734307"/>
                    <a:gd name="connsiteY23" fmla="*/ 221357 h 788699"/>
                    <a:gd name="connsiteX24" fmla="*/ 482445 w 734307"/>
                    <a:gd name="connsiteY24" fmla="*/ 226797 h 788699"/>
                    <a:gd name="connsiteX25" fmla="*/ 477006 w 734307"/>
                    <a:gd name="connsiteY25" fmla="*/ 262152 h 788699"/>
                    <a:gd name="connsiteX26" fmla="*/ 460688 w 734307"/>
                    <a:gd name="connsiteY26" fmla="*/ 341022 h 788699"/>
                    <a:gd name="connsiteX27" fmla="*/ 444370 w 734307"/>
                    <a:gd name="connsiteY27" fmla="*/ 417173 h 788699"/>
                    <a:gd name="connsiteX28" fmla="*/ 436211 w 734307"/>
                    <a:gd name="connsiteY28" fmla="*/ 455248 h 788699"/>
                    <a:gd name="connsiteX29" fmla="*/ 425332 w 734307"/>
                    <a:gd name="connsiteY29" fmla="*/ 493323 h 788699"/>
                    <a:gd name="connsiteX30" fmla="*/ 411734 w 734307"/>
                    <a:gd name="connsiteY30" fmla="*/ 531398 h 788699"/>
                    <a:gd name="connsiteX31" fmla="*/ 376378 w 734307"/>
                    <a:gd name="connsiteY31" fmla="*/ 547716 h 788699"/>
                    <a:gd name="connsiteX32" fmla="*/ 319265 w 734307"/>
                    <a:gd name="connsiteY32" fmla="*/ 525959 h 788699"/>
                    <a:gd name="connsiteX33" fmla="*/ 289349 w 734307"/>
                    <a:gd name="connsiteY33" fmla="*/ 455248 h 788699"/>
                    <a:gd name="connsiteX34" fmla="*/ 273031 w 734307"/>
                    <a:gd name="connsiteY34" fmla="*/ 373658 h 788699"/>
                    <a:gd name="connsiteX35" fmla="*/ 262153 w 734307"/>
                    <a:gd name="connsiteY35" fmla="*/ 316545 h 788699"/>
                    <a:gd name="connsiteX36" fmla="*/ 245835 w 734307"/>
                    <a:gd name="connsiteY36" fmla="*/ 237675 h 788699"/>
                    <a:gd name="connsiteX37" fmla="*/ 234956 w 734307"/>
                    <a:gd name="connsiteY37" fmla="*/ 196881 h 788699"/>
                    <a:gd name="connsiteX38" fmla="*/ 232236 w 734307"/>
                    <a:gd name="connsiteY38" fmla="*/ 191441 h 788699"/>
                    <a:gd name="connsiteX39" fmla="*/ 226797 w 734307"/>
                    <a:gd name="connsiteY39" fmla="*/ 207759 h 788699"/>
                    <a:gd name="connsiteX40" fmla="*/ 226797 w 734307"/>
                    <a:gd name="connsiteY40" fmla="*/ 232236 h 788699"/>
                    <a:gd name="connsiteX41" fmla="*/ 224077 w 734307"/>
                    <a:gd name="connsiteY41" fmla="*/ 267592 h 788699"/>
                    <a:gd name="connsiteX42" fmla="*/ 221358 w 734307"/>
                    <a:gd name="connsiteY42" fmla="*/ 311106 h 788699"/>
                    <a:gd name="connsiteX43" fmla="*/ 218638 w 734307"/>
                    <a:gd name="connsiteY43" fmla="*/ 360060 h 788699"/>
                    <a:gd name="connsiteX44" fmla="*/ 215919 w 734307"/>
                    <a:gd name="connsiteY44" fmla="*/ 398135 h 788699"/>
                    <a:gd name="connsiteX45" fmla="*/ 213199 w 734307"/>
                    <a:gd name="connsiteY45" fmla="*/ 430771 h 788699"/>
                    <a:gd name="connsiteX46" fmla="*/ 213199 w 734307"/>
                    <a:gd name="connsiteY46" fmla="*/ 455248 h 788699"/>
                    <a:gd name="connsiteX47" fmla="*/ 213199 w 734307"/>
                    <a:gd name="connsiteY47" fmla="*/ 477005 h 788699"/>
                    <a:gd name="connsiteX48" fmla="*/ 207759 w 734307"/>
                    <a:gd name="connsiteY48" fmla="*/ 520520 h 788699"/>
                    <a:gd name="connsiteX49" fmla="*/ 196881 w 734307"/>
                    <a:gd name="connsiteY49" fmla="*/ 610268 h 788699"/>
                    <a:gd name="connsiteX50" fmla="*/ 194161 w 734307"/>
                    <a:gd name="connsiteY50" fmla="*/ 653783 h 788699"/>
                    <a:gd name="connsiteX51" fmla="*/ 191441 w 734307"/>
                    <a:gd name="connsiteY51" fmla="*/ 667381 h 788699"/>
                    <a:gd name="connsiteX52" fmla="*/ 243115 w 734307"/>
                    <a:gd name="connsiteY52" fmla="*/ 667381 h 788699"/>
                    <a:gd name="connsiteX53" fmla="*/ 273031 w 734307"/>
                    <a:gd name="connsiteY53" fmla="*/ 683699 h 788699"/>
                    <a:gd name="connsiteX54" fmla="*/ 262153 w 734307"/>
                    <a:gd name="connsiteY54" fmla="*/ 697297 h 788699"/>
                    <a:gd name="connsiteX55" fmla="*/ 248554 w 734307"/>
                    <a:gd name="connsiteY55" fmla="*/ 705456 h 788699"/>
                    <a:gd name="connsiteX56" fmla="*/ 232236 w 734307"/>
                    <a:gd name="connsiteY56" fmla="*/ 708176 h 788699"/>
                    <a:gd name="connsiteX57" fmla="*/ 166965 w 734307"/>
                    <a:gd name="connsiteY57" fmla="*/ 708176 h 788699"/>
                    <a:gd name="connsiteX58" fmla="*/ 109852 w 734307"/>
                    <a:gd name="connsiteY58" fmla="*/ 708176 h 788699"/>
                    <a:gd name="connsiteX59" fmla="*/ 90814 w 734307"/>
                    <a:gd name="connsiteY59" fmla="*/ 708176 h 788699"/>
                    <a:gd name="connsiteX60" fmla="*/ 69057 w 734307"/>
                    <a:gd name="connsiteY60" fmla="*/ 702736 h 788699"/>
                    <a:gd name="connsiteX61" fmla="*/ 58178 w 734307"/>
                    <a:gd name="connsiteY61" fmla="*/ 686418 h 788699"/>
                    <a:gd name="connsiteX62" fmla="*/ 60898 w 734307"/>
                    <a:gd name="connsiteY62" fmla="*/ 678259 h 788699"/>
                    <a:gd name="connsiteX63" fmla="*/ 77216 w 734307"/>
                    <a:gd name="connsiteY63" fmla="*/ 670101 h 788699"/>
                    <a:gd name="connsiteX64" fmla="*/ 126170 w 734307"/>
                    <a:gd name="connsiteY64" fmla="*/ 664661 h 788699"/>
                    <a:gd name="connsiteX65" fmla="*/ 142487 w 734307"/>
                    <a:gd name="connsiteY65" fmla="*/ 664661 h 788699"/>
                    <a:gd name="connsiteX66" fmla="*/ 147927 w 734307"/>
                    <a:gd name="connsiteY66" fmla="*/ 588511 h 788699"/>
                    <a:gd name="connsiteX67" fmla="*/ 153366 w 734307"/>
                    <a:gd name="connsiteY67" fmla="*/ 493323 h 788699"/>
                    <a:gd name="connsiteX68" fmla="*/ 156086 w 734307"/>
                    <a:gd name="connsiteY68" fmla="*/ 411733 h 788699"/>
                    <a:gd name="connsiteX69" fmla="*/ 161525 w 734307"/>
                    <a:gd name="connsiteY69" fmla="*/ 297508 h 788699"/>
                    <a:gd name="connsiteX70" fmla="*/ 166965 w 734307"/>
                    <a:gd name="connsiteY70" fmla="*/ 240395 h 788699"/>
                    <a:gd name="connsiteX71" fmla="*/ 177843 w 734307"/>
                    <a:gd name="connsiteY71" fmla="*/ 161525 h 788699"/>
                    <a:gd name="connsiteX72" fmla="*/ 183282 w 734307"/>
                    <a:gd name="connsiteY72" fmla="*/ 118011 h 788699"/>
                    <a:gd name="connsiteX73" fmla="*/ 183282 w 734307"/>
                    <a:gd name="connsiteY73" fmla="*/ 115291 h 788699"/>
                    <a:gd name="connsiteX74" fmla="*/ 161525 w 734307"/>
                    <a:gd name="connsiteY74" fmla="*/ 115291 h 788699"/>
                    <a:gd name="connsiteX75" fmla="*/ 137048 w 734307"/>
                    <a:gd name="connsiteY75" fmla="*/ 115291 h 788699"/>
                    <a:gd name="connsiteX76" fmla="*/ 109852 w 734307"/>
                    <a:gd name="connsiteY76" fmla="*/ 109851 h 788699"/>
                    <a:gd name="connsiteX77" fmla="*/ 93534 w 734307"/>
                    <a:gd name="connsiteY77" fmla="*/ 93534 h 788699"/>
                    <a:gd name="connsiteX78" fmla="*/ 98973 w 734307"/>
                    <a:gd name="connsiteY78" fmla="*/ 85375 h 788699"/>
                    <a:gd name="connsiteX79" fmla="*/ 120730 w 734307"/>
                    <a:gd name="connsiteY79" fmla="*/ 77216 h 788699"/>
                    <a:gd name="connsiteX80" fmla="*/ 172404 w 734307"/>
                    <a:gd name="connsiteY80" fmla="*/ 71776 h 788699"/>
                    <a:gd name="connsiteX81" fmla="*/ 234956 w 734307"/>
                    <a:gd name="connsiteY81" fmla="*/ 69057 h 788699"/>
                    <a:gd name="connsiteX82" fmla="*/ 243115 w 734307"/>
                    <a:gd name="connsiteY82" fmla="*/ 69057 h 788699"/>
                    <a:gd name="connsiteX83" fmla="*/ 270312 w 734307"/>
                    <a:gd name="connsiteY83" fmla="*/ 74496 h 788699"/>
                    <a:gd name="connsiteX84" fmla="*/ 308387 w 734307"/>
                    <a:gd name="connsiteY84" fmla="*/ 123450 h 788699"/>
                    <a:gd name="connsiteX85" fmla="*/ 332864 w 734307"/>
                    <a:gd name="connsiteY85" fmla="*/ 202320 h 788699"/>
                    <a:gd name="connsiteX86" fmla="*/ 338303 w 734307"/>
                    <a:gd name="connsiteY86" fmla="*/ 237675 h 788699"/>
                    <a:gd name="connsiteX87" fmla="*/ 349182 w 734307"/>
                    <a:gd name="connsiteY87" fmla="*/ 281190 h 788699"/>
                    <a:gd name="connsiteX88" fmla="*/ 357341 w 734307"/>
                    <a:gd name="connsiteY88" fmla="*/ 316545 h 788699"/>
                    <a:gd name="connsiteX89" fmla="*/ 365500 w 734307"/>
                    <a:gd name="connsiteY89" fmla="*/ 351901 h 788699"/>
                    <a:gd name="connsiteX90" fmla="*/ 376378 w 734307"/>
                    <a:gd name="connsiteY90" fmla="*/ 389976 h 788699"/>
                    <a:gd name="connsiteX91" fmla="*/ 387257 w 734307"/>
                    <a:gd name="connsiteY91" fmla="*/ 414453 h 788699"/>
                    <a:gd name="connsiteX92" fmla="*/ 398136 w 734307"/>
                    <a:gd name="connsiteY92" fmla="*/ 376378 h 788699"/>
                    <a:gd name="connsiteX93" fmla="*/ 406295 w 734307"/>
                    <a:gd name="connsiteY93" fmla="*/ 332863 h 788699"/>
                    <a:gd name="connsiteX94" fmla="*/ 425332 w 734307"/>
                    <a:gd name="connsiteY94" fmla="*/ 243115 h 788699"/>
                    <a:gd name="connsiteX95" fmla="*/ 444370 w 734307"/>
                    <a:gd name="connsiteY95" fmla="*/ 150646 h 788699"/>
                    <a:gd name="connsiteX96" fmla="*/ 477006 w 734307"/>
                    <a:gd name="connsiteY96" fmla="*/ 79935 h 788699"/>
                    <a:gd name="connsiteX97" fmla="*/ 523240 w 734307"/>
                    <a:gd name="connsiteY97" fmla="*/ 58178 h 788699"/>
                    <a:gd name="connsiteX98" fmla="*/ 544997 w 734307"/>
                    <a:gd name="connsiteY98" fmla="*/ 63617 h 788699"/>
                    <a:gd name="connsiteX99" fmla="*/ 612988 w 734307"/>
                    <a:gd name="connsiteY99" fmla="*/ 63617 h 788699"/>
                    <a:gd name="connsiteX100" fmla="*/ 651064 w 734307"/>
                    <a:gd name="connsiteY100" fmla="*/ 79935 h 788699"/>
                    <a:gd name="connsiteX101" fmla="*/ 645624 w 734307"/>
                    <a:gd name="connsiteY101" fmla="*/ 96253 h 788699"/>
                    <a:gd name="connsiteX102" fmla="*/ 629307 w 734307"/>
                    <a:gd name="connsiteY102" fmla="*/ 104412 h 788699"/>
                    <a:gd name="connsiteX103" fmla="*/ 607549 w 734307"/>
                    <a:gd name="connsiteY103" fmla="*/ 107132 h 788699"/>
                    <a:gd name="connsiteX104" fmla="*/ 580353 w 734307"/>
                    <a:gd name="connsiteY104" fmla="*/ 107132 h 788699"/>
                    <a:gd name="connsiteX105" fmla="*/ 583072 w 734307"/>
                    <a:gd name="connsiteY105" fmla="*/ 115291 h 788699"/>
                    <a:gd name="connsiteX106" fmla="*/ 588512 w 734307"/>
                    <a:gd name="connsiteY106" fmla="*/ 156086 h 788699"/>
                    <a:gd name="connsiteX107" fmla="*/ 593951 w 734307"/>
                    <a:gd name="connsiteY107" fmla="*/ 196881 h 788699"/>
                    <a:gd name="connsiteX108" fmla="*/ 599390 w 734307"/>
                    <a:gd name="connsiteY108" fmla="*/ 226797 h 788699"/>
                    <a:gd name="connsiteX109" fmla="*/ 599390 w 734307"/>
                    <a:gd name="connsiteY109" fmla="*/ 232236 h 788699"/>
                    <a:gd name="connsiteX110" fmla="*/ 599390 w 734307"/>
                    <a:gd name="connsiteY110" fmla="*/ 240395 h 788699"/>
                    <a:gd name="connsiteX111" fmla="*/ 602110 w 734307"/>
                    <a:gd name="connsiteY111" fmla="*/ 270311 h 788699"/>
                    <a:gd name="connsiteX112" fmla="*/ 607549 w 734307"/>
                    <a:gd name="connsiteY112" fmla="*/ 308386 h 788699"/>
                    <a:gd name="connsiteX113" fmla="*/ 607549 w 734307"/>
                    <a:gd name="connsiteY113" fmla="*/ 319265 h 788699"/>
                    <a:gd name="connsiteX114" fmla="*/ 612988 w 734307"/>
                    <a:gd name="connsiteY114" fmla="*/ 335583 h 788699"/>
                    <a:gd name="connsiteX115" fmla="*/ 612988 w 734307"/>
                    <a:gd name="connsiteY115" fmla="*/ 346462 h 788699"/>
                    <a:gd name="connsiteX116" fmla="*/ 612988 w 734307"/>
                    <a:gd name="connsiteY116" fmla="*/ 370939 h 788699"/>
                    <a:gd name="connsiteX117" fmla="*/ 612988 w 734307"/>
                    <a:gd name="connsiteY117" fmla="*/ 395415 h 788699"/>
                    <a:gd name="connsiteX118" fmla="*/ 615708 w 734307"/>
                    <a:gd name="connsiteY118" fmla="*/ 422612 h 788699"/>
                    <a:gd name="connsiteX119" fmla="*/ 618428 w 734307"/>
                    <a:gd name="connsiteY119" fmla="*/ 441650 h 788699"/>
                    <a:gd name="connsiteX120" fmla="*/ 618428 w 734307"/>
                    <a:gd name="connsiteY120" fmla="*/ 455248 h 788699"/>
                    <a:gd name="connsiteX121" fmla="*/ 621147 w 734307"/>
                    <a:gd name="connsiteY121" fmla="*/ 463407 h 788699"/>
                    <a:gd name="connsiteX122" fmla="*/ 626587 w 734307"/>
                    <a:gd name="connsiteY122" fmla="*/ 482444 h 788699"/>
                    <a:gd name="connsiteX123" fmla="*/ 629307 w 734307"/>
                    <a:gd name="connsiteY123" fmla="*/ 517800 h 788699"/>
                    <a:gd name="connsiteX124" fmla="*/ 634746 w 734307"/>
                    <a:gd name="connsiteY124" fmla="*/ 561314 h 788699"/>
                    <a:gd name="connsiteX125" fmla="*/ 634746 w 734307"/>
                    <a:gd name="connsiteY125" fmla="*/ 566754 h 788699"/>
                    <a:gd name="connsiteX126" fmla="*/ 634746 w 734307"/>
                    <a:gd name="connsiteY126" fmla="*/ 583072 h 788699"/>
                    <a:gd name="connsiteX127" fmla="*/ 637466 w 734307"/>
                    <a:gd name="connsiteY127" fmla="*/ 607548 h 788699"/>
                    <a:gd name="connsiteX128" fmla="*/ 640185 w 734307"/>
                    <a:gd name="connsiteY128" fmla="*/ 618427 h 788699"/>
                    <a:gd name="connsiteX129" fmla="*/ 640185 w 734307"/>
                    <a:gd name="connsiteY129" fmla="*/ 632025 h 788699"/>
                    <a:gd name="connsiteX130" fmla="*/ 640185 w 734307"/>
                    <a:gd name="connsiteY130" fmla="*/ 640184 h 788699"/>
                    <a:gd name="connsiteX131" fmla="*/ 642905 w 734307"/>
                    <a:gd name="connsiteY131" fmla="*/ 659222 h 788699"/>
                    <a:gd name="connsiteX132" fmla="*/ 642905 w 734307"/>
                    <a:gd name="connsiteY132" fmla="*/ 664661 h 788699"/>
                    <a:gd name="connsiteX133" fmla="*/ 653783 w 734307"/>
                    <a:gd name="connsiteY133" fmla="*/ 678259 h 788699"/>
                    <a:gd name="connsiteX134" fmla="*/ 653783 w 734307"/>
                    <a:gd name="connsiteY134" fmla="*/ 678259 h 788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</a:cxnLst>
                  <a:rect l="l" t="t" r="r" b="b"/>
                  <a:pathLst>
                    <a:path w="734307" h="788699">
                      <a:moveTo>
                        <a:pt x="653783" y="678259"/>
                      </a:moveTo>
                      <a:cubicBezTo>
                        <a:pt x="667382" y="678259"/>
                        <a:pt x="691859" y="678259"/>
                        <a:pt x="691859" y="694577"/>
                      </a:cubicBezTo>
                      <a:cubicBezTo>
                        <a:pt x="691859" y="702736"/>
                        <a:pt x="689139" y="705456"/>
                        <a:pt x="686419" y="710895"/>
                      </a:cubicBezTo>
                      <a:cubicBezTo>
                        <a:pt x="683700" y="716335"/>
                        <a:pt x="675541" y="719054"/>
                        <a:pt x="670101" y="719054"/>
                      </a:cubicBezTo>
                      <a:cubicBezTo>
                        <a:pt x="661942" y="721774"/>
                        <a:pt x="653783" y="721774"/>
                        <a:pt x="648344" y="721774"/>
                      </a:cubicBezTo>
                      <a:cubicBezTo>
                        <a:pt x="645624" y="721774"/>
                        <a:pt x="634746" y="721774"/>
                        <a:pt x="618428" y="721774"/>
                      </a:cubicBezTo>
                      <a:cubicBezTo>
                        <a:pt x="604829" y="729933"/>
                        <a:pt x="588512" y="735372"/>
                        <a:pt x="572194" y="735372"/>
                      </a:cubicBezTo>
                      <a:cubicBezTo>
                        <a:pt x="564035" y="735372"/>
                        <a:pt x="553156" y="732653"/>
                        <a:pt x="544997" y="729933"/>
                      </a:cubicBezTo>
                      <a:cubicBezTo>
                        <a:pt x="539558" y="727213"/>
                        <a:pt x="536838" y="724494"/>
                        <a:pt x="534119" y="721774"/>
                      </a:cubicBezTo>
                      <a:cubicBezTo>
                        <a:pt x="520520" y="721774"/>
                        <a:pt x="509641" y="721774"/>
                        <a:pt x="496043" y="721774"/>
                      </a:cubicBezTo>
                      <a:cubicBezTo>
                        <a:pt x="487884" y="721774"/>
                        <a:pt x="479725" y="721774"/>
                        <a:pt x="471566" y="721774"/>
                      </a:cubicBezTo>
                      <a:cubicBezTo>
                        <a:pt x="463407" y="721774"/>
                        <a:pt x="452529" y="721774"/>
                        <a:pt x="444370" y="716335"/>
                      </a:cubicBezTo>
                      <a:cubicBezTo>
                        <a:pt x="436211" y="713615"/>
                        <a:pt x="428052" y="705456"/>
                        <a:pt x="428052" y="700017"/>
                      </a:cubicBezTo>
                      <a:cubicBezTo>
                        <a:pt x="428052" y="697297"/>
                        <a:pt x="428052" y="694577"/>
                        <a:pt x="433491" y="691858"/>
                      </a:cubicBezTo>
                      <a:cubicBezTo>
                        <a:pt x="438930" y="689138"/>
                        <a:pt x="449809" y="686418"/>
                        <a:pt x="455248" y="683699"/>
                      </a:cubicBezTo>
                      <a:cubicBezTo>
                        <a:pt x="474286" y="680979"/>
                        <a:pt x="498763" y="678259"/>
                        <a:pt x="506922" y="678259"/>
                      </a:cubicBezTo>
                      <a:cubicBezTo>
                        <a:pt x="506922" y="678259"/>
                        <a:pt x="509641" y="678259"/>
                        <a:pt x="509641" y="678259"/>
                      </a:cubicBezTo>
                      <a:cubicBezTo>
                        <a:pt x="509641" y="672820"/>
                        <a:pt x="506922" y="670101"/>
                        <a:pt x="506922" y="664661"/>
                      </a:cubicBezTo>
                      <a:cubicBezTo>
                        <a:pt x="501483" y="640184"/>
                        <a:pt x="501483" y="612988"/>
                        <a:pt x="498763" y="580352"/>
                      </a:cubicBezTo>
                      <a:cubicBezTo>
                        <a:pt x="496043" y="547716"/>
                        <a:pt x="498763" y="512361"/>
                        <a:pt x="496043" y="479725"/>
                      </a:cubicBezTo>
                      <a:cubicBezTo>
                        <a:pt x="493324" y="449808"/>
                        <a:pt x="493324" y="419892"/>
                        <a:pt x="493324" y="389976"/>
                      </a:cubicBezTo>
                      <a:cubicBezTo>
                        <a:pt x="493324" y="360060"/>
                        <a:pt x="490604" y="332863"/>
                        <a:pt x="490604" y="302947"/>
                      </a:cubicBezTo>
                      <a:cubicBezTo>
                        <a:pt x="487884" y="275751"/>
                        <a:pt x="487884" y="240395"/>
                        <a:pt x="487884" y="229516"/>
                      </a:cubicBezTo>
                      <a:cubicBezTo>
                        <a:pt x="487884" y="224077"/>
                        <a:pt x="487884" y="221357"/>
                        <a:pt x="485165" y="221357"/>
                      </a:cubicBezTo>
                      <a:cubicBezTo>
                        <a:pt x="485165" y="221357"/>
                        <a:pt x="482445" y="224077"/>
                        <a:pt x="482445" y="226797"/>
                      </a:cubicBezTo>
                      <a:cubicBezTo>
                        <a:pt x="479725" y="237675"/>
                        <a:pt x="479725" y="251274"/>
                        <a:pt x="477006" y="262152"/>
                      </a:cubicBezTo>
                      <a:cubicBezTo>
                        <a:pt x="471566" y="289349"/>
                        <a:pt x="466127" y="316545"/>
                        <a:pt x="460688" y="341022"/>
                      </a:cubicBezTo>
                      <a:cubicBezTo>
                        <a:pt x="455248" y="365499"/>
                        <a:pt x="447090" y="392696"/>
                        <a:pt x="444370" y="417173"/>
                      </a:cubicBezTo>
                      <a:cubicBezTo>
                        <a:pt x="441650" y="430771"/>
                        <a:pt x="438930" y="441650"/>
                        <a:pt x="436211" y="455248"/>
                      </a:cubicBezTo>
                      <a:cubicBezTo>
                        <a:pt x="433491" y="468846"/>
                        <a:pt x="428052" y="479725"/>
                        <a:pt x="425332" y="493323"/>
                      </a:cubicBezTo>
                      <a:cubicBezTo>
                        <a:pt x="422612" y="506921"/>
                        <a:pt x="419893" y="520520"/>
                        <a:pt x="411734" y="531398"/>
                      </a:cubicBezTo>
                      <a:cubicBezTo>
                        <a:pt x="406295" y="539557"/>
                        <a:pt x="395416" y="547716"/>
                        <a:pt x="376378" y="547716"/>
                      </a:cubicBezTo>
                      <a:cubicBezTo>
                        <a:pt x="357341" y="547716"/>
                        <a:pt x="335583" y="539557"/>
                        <a:pt x="319265" y="525959"/>
                      </a:cubicBezTo>
                      <a:cubicBezTo>
                        <a:pt x="300228" y="506921"/>
                        <a:pt x="294788" y="479725"/>
                        <a:pt x="289349" y="455248"/>
                      </a:cubicBezTo>
                      <a:cubicBezTo>
                        <a:pt x="283910" y="428051"/>
                        <a:pt x="278470" y="400855"/>
                        <a:pt x="273031" y="373658"/>
                      </a:cubicBezTo>
                      <a:cubicBezTo>
                        <a:pt x="273031" y="368219"/>
                        <a:pt x="267592" y="346462"/>
                        <a:pt x="262153" y="316545"/>
                      </a:cubicBezTo>
                      <a:cubicBezTo>
                        <a:pt x="256713" y="292068"/>
                        <a:pt x="251274" y="262152"/>
                        <a:pt x="245835" y="237675"/>
                      </a:cubicBezTo>
                      <a:cubicBezTo>
                        <a:pt x="240395" y="218638"/>
                        <a:pt x="237675" y="205039"/>
                        <a:pt x="234956" y="196881"/>
                      </a:cubicBezTo>
                      <a:cubicBezTo>
                        <a:pt x="232236" y="191441"/>
                        <a:pt x="232236" y="191441"/>
                        <a:pt x="232236" y="191441"/>
                      </a:cubicBezTo>
                      <a:cubicBezTo>
                        <a:pt x="229517" y="191441"/>
                        <a:pt x="229517" y="196881"/>
                        <a:pt x="226797" y="207759"/>
                      </a:cubicBezTo>
                      <a:cubicBezTo>
                        <a:pt x="226797" y="215918"/>
                        <a:pt x="226797" y="229516"/>
                        <a:pt x="226797" y="232236"/>
                      </a:cubicBezTo>
                      <a:cubicBezTo>
                        <a:pt x="226797" y="243115"/>
                        <a:pt x="224077" y="256713"/>
                        <a:pt x="224077" y="267592"/>
                      </a:cubicBezTo>
                      <a:cubicBezTo>
                        <a:pt x="224077" y="278470"/>
                        <a:pt x="224077" y="294788"/>
                        <a:pt x="221358" y="311106"/>
                      </a:cubicBezTo>
                      <a:cubicBezTo>
                        <a:pt x="221358" y="327424"/>
                        <a:pt x="218638" y="343742"/>
                        <a:pt x="218638" y="360060"/>
                      </a:cubicBezTo>
                      <a:cubicBezTo>
                        <a:pt x="218638" y="373658"/>
                        <a:pt x="215919" y="384537"/>
                        <a:pt x="215919" y="398135"/>
                      </a:cubicBezTo>
                      <a:cubicBezTo>
                        <a:pt x="215919" y="409014"/>
                        <a:pt x="213199" y="419892"/>
                        <a:pt x="213199" y="430771"/>
                      </a:cubicBezTo>
                      <a:cubicBezTo>
                        <a:pt x="213199" y="438930"/>
                        <a:pt x="213199" y="447089"/>
                        <a:pt x="213199" y="455248"/>
                      </a:cubicBezTo>
                      <a:cubicBezTo>
                        <a:pt x="213199" y="463407"/>
                        <a:pt x="213199" y="471566"/>
                        <a:pt x="213199" y="477005"/>
                      </a:cubicBezTo>
                      <a:cubicBezTo>
                        <a:pt x="210479" y="490603"/>
                        <a:pt x="207759" y="506921"/>
                        <a:pt x="207759" y="520520"/>
                      </a:cubicBezTo>
                      <a:cubicBezTo>
                        <a:pt x="202320" y="550436"/>
                        <a:pt x="199600" y="580352"/>
                        <a:pt x="196881" y="610268"/>
                      </a:cubicBezTo>
                      <a:cubicBezTo>
                        <a:pt x="196881" y="623866"/>
                        <a:pt x="196881" y="640184"/>
                        <a:pt x="194161" y="653783"/>
                      </a:cubicBezTo>
                      <a:cubicBezTo>
                        <a:pt x="194161" y="659222"/>
                        <a:pt x="194161" y="661942"/>
                        <a:pt x="191441" y="667381"/>
                      </a:cubicBezTo>
                      <a:cubicBezTo>
                        <a:pt x="213199" y="667381"/>
                        <a:pt x="232236" y="667381"/>
                        <a:pt x="243115" y="667381"/>
                      </a:cubicBezTo>
                      <a:cubicBezTo>
                        <a:pt x="253994" y="667381"/>
                        <a:pt x="273031" y="670101"/>
                        <a:pt x="273031" y="683699"/>
                      </a:cubicBezTo>
                      <a:cubicBezTo>
                        <a:pt x="273031" y="691858"/>
                        <a:pt x="267592" y="691858"/>
                        <a:pt x="262153" y="697297"/>
                      </a:cubicBezTo>
                      <a:cubicBezTo>
                        <a:pt x="259433" y="702736"/>
                        <a:pt x="253994" y="705456"/>
                        <a:pt x="248554" y="705456"/>
                      </a:cubicBezTo>
                      <a:cubicBezTo>
                        <a:pt x="240395" y="708176"/>
                        <a:pt x="234956" y="708176"/>
                        <a:pt x="232236" y="708176"/>
                      </a:cubicBezTo>
                      <a:cubicBezTo>
                        <a:pt x="226797" y="708176"/>
                        <a:pt x="175124" y="708176"/>
                        <a:pt x="166965" y="708176"/>
                      </a:cubicBezTo>
                      <a:cubicBezTo>
                        <a:pt x="156086" y="708176"/>
                        <a:pt x="120730" y="708176"/>
                        <a:pt x="109852" y="708176"/>
                      </a:cubicBezTo>
                      <a:cubicBezTo>
                        <a:pt x="104412" y="708176"/>
                        <a:pt x="96253" y="708176"/>
                        <a:pt x="90814" y="708176"/>
                      </a:cubicBezTo>
                      <a:cubicBezTo>
                        <a:pt x="85375" y="708176"/>
                        <a:pt x="77216" y="705456"/>
                        <a:pt x="69057" y="702736"/>
                      </a:cubicBezTo>
                      <a:cubicBezTo>
                        <a:pt x="63617" y="700017"/>
                        <a:pt x="58178" y="691858"/>
                        <a:pt x="58178" y="686418"/>
                      </a:cubicBezTo>
                      <a:cubicBezTo>
                        <a:pt x="58178" y="683699"/>
                        <a:pt x="58178" y="680979"/>
                        <a:pt x="60898" y="678259"/>
                      </a:cubicBezTo>
                      <a:cubicBezTo>
                        <a:pt x="63617" y="675540"/>
                        <a:pt x="71777" y="672820"/>
                        <a:pt x="77216" y="670101"/>
                      </a:cubicBezTo>
                      <a:cubicBezTo>
                        <a:pt x="90814" y="667381"/>
                        <a:pt x="120730" y="664661"/>
                        <a:pt x="126170" y="664661"/>
                      </a:cubicBezTo>
                      <a:cubicBezTo>
                        <a:pt x="128889" y="664661"/>
                        <a:pt x="134329" y="664661"/>
                        <a:pt x="142487" y="664661"/>
                      </a:cubicBezTo>
                      <a:cubicBezTo>
                        <a:pt x="142487" y="640184"/>
                        <a:pt x="147927" y="612988"/>
                        <a:pt x="147927" y="588511"/>
                      </a:cubicBezTo>
                      <a:cubicBezTo>
                        <a:pt x="150646" y="555875"/>
                        <a:pt x="153366" y="523239"/>
                        <a:pt x="153366" y="493323"/>
                      </a:cubicBezTo>
                      <a:cubicBezTo>
                        <a:pt x="153366" y="466126"/>
                        <a:pt x="156086" y="438930"/>
                        <a:pt x="156086" y="411733"/>
                      </a:cubicBezTo>
                      <a:cubicBezTo>
                        <a:pt x="158806" y="373658"/>
                        <a:pt x="158806" y="335583"/>
                        <a:pt x="161525" y="297508"/>
                      </a:cubicBezTo>
                      <a:cubicBezTo>
                        <a:pt x="161525" y="278470"/>
                        <a:pt x="164245" y="259433"/>
                        <a:pt x="166965" y="240395"/>
                      </a:cubicBezTo>
                      <a:cubicBezTo>
                        <a:pt x="169684" y="210479"/>
                        <a:pt x="172404" y="191441"/>
                        <a:pt x="177843" y="161525"/>
                      </a:cubicBezTo>
                      <a:cubicBezTo>
                        <a:pt x="180563" y="147927"/>
                        <a:pt x="180563" y="131609"/>
                        <a:pt x="183282" y="118011"/>
                      </a:cubicBezTo>
                      <a:cubicBezTo>
                        <a:pt x="183282" y="118011"/>
                        <a:pt x="183282" y="115291"/>
                        <a:pt x="183282" y="115291"/>
                      </a:cubicBezTo>
                      <a:cubicBezTo>
                        <a:pt x="177843" y="115291"/>
                        <a:pt x="172404" y="115291"/>
                        <a:pt x="161525" y="115291"/>
                      </a:cubicBezTo>
                      <a:cubicBezTo>
                        <a:pt x="153366" y="115291"/>
                        <a:pt x="145207" y="115291"/>
                        <a:pt x="137048" y="115291"/>
                      </a:cubicBezTo>
                      <a:cubicBezTo>
                        <a:pt x="128889" y="115291"/>
                        <a:pt x="118011" y="115291"/>
                        <a:pt x="109852" y="109851"/>
                      </a:cubicBezTo>
                      <a:cubicBezTo>
                        <a:pt x="101693" y="107132"/>
                        <a:pt x="93534" y="98973"/>
                        <a:pt x="93534" y="93534"/>
                      </a:cubicBezTo>
                      <a:cubicBezTo>
                        <a:pt x="93534" y="90814"/>
                        <a:pt x="93534" y="88094"/>
                        <a:pt x="98973" y="85375"/>
                      </a:cubicBezTo>
                      <a:cubicBezTo>
                        <a:pt x="104412" y="82655"/>
                        <a:pt x="115291" y="79935"/>
                        <a:pt x="120730" y="77216"/>
                      </a:cubicBezTo>
                      <a:cubicBezTo>
                        <a:pt x="139768" y="74496"/>
                        <a:pt x="164245" y="71776"/>
                        <a:pt x="172404" y="71776"/>
                      </a:cubicBezTo>
                      <a:cubicBezTo>
                        <a:pt x="194161" y="71776"/>
                        <a:pt x="210479" y="69057"/>
                        <a:pt x="234956" y="69057"/>
                      </a:cubicBezTo>
                      <a:cubicBezTo>
                        <a:pt x="237675" y="69057"/>
                        <a:pt x="240395" y="69057"/>
                        <a:pt x="243115" y="69057"/>
                      </a:cubicBezTo>
                      <a:cubicBezTo>
                        <a:pt x="251274" y="69057"/>
                        <a:pt x="262153" y="69057"/>
                        <a:pt x="270312" y="74496"/>
                      </a:cubicBezTo>
                      <a:cubicBezTo>
                        <a:pt x="283910" y="82655"/>
                        <a:pt x="300228" y="96253"/>
                        <a:pt x="308387" y="123450"/>
                      </a:cubicBezTo>
                      <a:cubicBezTo>
                        <a:pt x="316546" y="147927"/>
                        <a:pt x="327424" y="175123"/>
                        <a:pt x="332864" y="202320"/>
                      </a:cubicBezTo>
                      <a:cubicBezTo>
                        <a:pt x="335583" y="213198"/>
                        <a:pt x="335583" y="226797"/>
                        <a:pt x="338303" y="237675"/>
                      </a:cubicBezTo>
                      <a:cubicBezTo>
                        <a:pt x="343742" y="251274"/>
                        <a:pt x="346462" y="264872"/>
                        <a:pt x="349182" y="281190"/>
                      </a:cubicBezTo>
                      <a:cubicBezTo>
                        <a:pt x="351901" y="292068"/>
                        <a:pt x="351901" y="305667"/>
                        <a:pt x="357341" y="316545"/>
                      </a:cubicBezTo>
                      <a:cubicBezTo>
                        <a:pt x="362780" y="327424"/>
                        <a:pt x="362780" y="338303"/>
                        <a:pt x="365500" y="351901"/>
                      </a:cubicBezTo>
                      <a:cubicBezTo>
                        <a:pt x="365500" y="357340"/>
                        <a:pt x="373658" y="373658"/>
                        <a:pt x="376378" y="389976"/>
                      </a:cubicBezTo>
                      <a:cubicBezTo>
                        <a:pt x="381817" y="403574"/>
                        <a:pt x="384537" y="414453"/>
                        <a:pt x="387257" y="414453"/>
                      </a:cubicBezTo>
                      <a:cubicBezTo>
                        <a:pt x="392696" y="414453"/>
                        <a:pt x="395416" y="381817"/>
                        <a:pt x="398136" y="376378"/>
                      </a:cubicBezTo>
                      <a:cubicBezTo>
                        <a:pt x="400855" y="362779"/>
                        <a:pt x="403575" y="346462"/>
                        <a:pt x="406295" y="332863"/>
                      </a:cubicBezTo>
                      <a:cubicBezTo>
                        <a:pt x="411734" y="302947"/>
                        <a:pt x="417173" y="273031"/>
                        <a:pt x="425332" y="243115"/>
                      </a:cubicBezTo>
                      <a:cubicBezTo>
                        <a:pt x="430771" y="213198"/>
                        <a:pt x="436211" y="180563"/>
                        <a:pt x="444370" y="150646"/>
                      </a:cubicBezTo>
                      <a:cubicBezTo>
                        <a:pt x="449809" y="126170"/>
                        <a:pt x="460688" y="98973"/>
                        <a:pt x="477006" y="79935"/>
                      </a:cubicBezTo>
                      <a:cubicBezTo>
                        <a:pt x="487884" y="66337"/>
                        <a:pt x="506922" y="58178"/>
                        <a:pt x="523240" y="58178"/>
                      </a:cubicBezTo>
                      <a:cubicBezTo>
                        <a:pt x="528679" y="58178"/>
                        <a:pt x="539558" y="58178"/>
                        <a:pt x="544997" y="63617"/>
                      </a:cubicBezTo>
                      <a:lnTo>
                        <a:pt x="612988" y="63617"/>
                      </a:lnTo>
                      <a:cubicBezTo>
                        <a:pt x="626587" y="63617"/>
                        <a:pt x="651064" y="63617"/>
                        <a:pt x="651064" y="79935"/>
                      </a:cubicBezTo>
                      <a:cubicBezTo>
                        <a:pt x="651064" y="88094"/>
                        <a:pt x="648344" y="88094"/>
                        <a:pt x="645624" y="96253"/>
                      </a:cubicBezTo>
                      <a:cubicBezTo>
                        <a:pt x="640185" y="101693"/>
                        <a:pt x="634746" y="104412"/>
                        <a:pt x="629307" y="104412"/>
                      </a:cubicBezTo>
                      <a:cubicBezTo>
                        <a:pt x="621147" y="107132"/>
                        <a:pt x="612988" y="107132"/>
                        <a:pt x="607549" y="107132"/>
                      </a:cubicBezTo>
                      <a:cubicBezTo>
                        <a:pt x="604829" y="107132"/>
                        <a:pt x="591231" y="107132"/>
                        <a:pt x="580353" y="107132"/>
                      </a:cubicBezTo>
                      <a:cubicBezTo>
                        <a:pt x="580353" y="109851"/>
                        <a:pt x="583072" y="112571"/>
                        <a:pt x="583072" y="115291"/>
                      </a:cubicBezTo>
                      <a:cubicBezTo>
                        <a:pt x="585792" y="128889"/>
                        <a:pt x="585792" y="142487"/>
                        <a:pt x="588512" y="156086"/>
                      </a:cubicBezTo>
                      <a:cubicBezTo>
                        <a:pt x="591231" y="169684"/>
                        <a:pt x="591231" y="183282"/>
                        <a:pt x="593951" y="196881"/>
                      </a:cubicBezTo>
                      <a:cubicBezTo>
                        <a:pt x="593951" y="207759"/>
                        <a:pt x="599390" y="215918"/>
                        <a:pt x="599390" y="226797"/>
                      </a:cubicBezTo>
                      <a:cubicBezTo>
                        <a:pt x="599390" y="229516"/>
                        <a:pt x="599390" y="229516"/>
                        <a:pt x="599390" y="232236"/>
                      </a:cubicBezTo>
                      <a:cubicBezTo>
                        <a:pt x="599390" y="234956"/>
                        <a:pt x="599390" y="237675"/>
                        <a:pt x="599390" y="240395"/>
                      </a:cubicBezTo>
                      <a:cubicBezTo>
                        <a:pt x="599390" y="251274"/>
                        <a:pt x="599390" y="259433"/>
                        <a:pt x="602110" y="270311"/>
                      </a:cubicBezTo>
                      <a:cubicBezTo>
                        <a:pt x="604829" y="283909"/>
                        <a:pt x="607549" y="294788"/>
                        <a:pt x="607549" y="308386"/>
                      </a:cubicBezTo>
                      <a:cubicBezTo>
                        <a:pt x="607549" y="311106"/>
                        <a:pt x="607549" y="316545"/>
                        <a:pt x="607549" y="319265"/>
                      </a:cubicBezTo>
                      <a:cubicBezTo>
                        <a:pt x="607549" y="324704"/>
                        <a:pt x="610269" y="330144"/>
                        <a:pt x="612988" y="335583"/>
                      </a:cubicBezTo>
                      <a:cubicBezTo>
                        <a:pt x="612988" y="338303"/>
                        <a:pt x="612988" y="343742"/>
                        <a:pt x="612988" y="346462"/>
                      </a:cubicBezTo>
                      <a:cubicBezTo>
                        <a:pt x="612988" y="354620"/>
                        <a:pt x="612988" y="362779"/>
                        <a:pt x="612988" y="370939"/>
                      </a:cubicBezTo>
                      <a:cubicBezTo>
                        <a:pt x="612988" y="379097"/>
                        <a:pt x="612988" y="387256"/>
                        <a:pt x="612988" y="395415"/>
                      </a:cubicBezTo>
                      <a:cubicBezTo>
                        <a:pt x="612988" y="403574"/>
                        <a:pt x="615708" y="414453"/>
                        <a:pt x="615708" y="422612"/>
                      </a:cubicBezTo>
                      <a:cubicBezTo>
                        <a:pt x="618428" y="430771"/>
                        <a:pt x="618428" y="436210"/>
                        <a:pt x="618428" y="441650"/>
                      </a:cubicBezTo>
                      <a:cubicBezTo>
                        <a:pt x="618428" y="444369"/>
                        <a:pt x="618428" y="449808"/>
                        <a:pt x="618428" y="455248"/>
                      </a:cubicBezTo>
                      <a:cubicBezTo>
                        <a:pt x="618428" y="460687"/>
                        <a:pt x="618428" y="460687"/>
                        <a:pt x="621147" y="463407"/>
                      </a:cubicBezTo>
                      <a:cubicBezTo>
                        <a:pt x="623867" y="471566"/>
                        <a:pt x="623867" y="477005"/>
                        <a:pt x="626587" y="482444"/>
                      </a:cubicBezTo>
                      <a:cubicBezTo>
                        <a:pt x="629307" y="493323"/>
                        <a:pt x="629307" y="506921"/>
                        <a:pt x="629307" y="517800"/>
                      </a:cubicBezTo>
                      <a:cubicBezTo>
                        <a:pt x="632026" y="534118"/>
                        <a:pt x="632026" y="547716"/>
                        <a:pt x="634746" y="561314"/>
                      </a:cubicBezTo>
                      <a:cubicBezTo>
                        <a:pt x="634746" y="564034"/>
                        <a:pt x="634746" y="564034"/>
                        <a:pt x="634746" y="566754"/>
                      </a:cubicBezTo>
                      <a:cubicBezTo>
                        <a:pt x="634746" y="572193"/>
                        <a:pt x="634746" y="577632"/>
                        <a:pt x="634746" y="583072"/>
                      </a:cubicBezTo>
                      <a:cubicBezTo>
                        <a:pt x="634746" y="596670"/>
                        <a:pt x="637466" y="602109"/>
                        <a:pt x="637466" y="607548"/>
                      </a:cubicBezTo>
                      <a:cubicBezTo>
                        <a:pt x="637466" y="610268"/>
                        <a:pt x="640185" y="615708"/>
                        <a:pt x="640185" y="618427"/>
                      </a:cubicBezTo>
                      <a:cubicBezTo>
                        <a:pt x="640185" y="623866"/>
                        <a:pt x="640185" y="629306"/>
                        <a:pt x="640185" y="632025"/>
                      </a:cubicBezTo>
                      <a:cubicBezTo>
                        <a:pt x="640185" y="634745"/>
                        <a:pt x="640185" y="637465"/>
                        <a:pt x="640185" y="640184"/>
                      </a:cubicBezTo>
                      <a:cubicBezTo>
                        <a:pt x="640185" y="645624"/>
                        <a:pt x="642905" y="653783"/>
                        <a:pt x="642905" y="659222"/>
                      </a:cubicBezTo>
                      <a:cubicBezTo>
                        <a:pt x="642905" y="661942"/>
                        <a:pt x="642905" y="661942"/>
                        <a:pt x="642905" y="664661"/>
                      </a:cubicBezTo>
                      <a:cubicBezTo>
                        <a:pt x="645624" y="678259"/>
                        <a:pt x="651064" y="678259"/>
                        <a:pt x="653783" y="678259"/>
                      </a:cubicBezTo>
                      <a:lnTo>
                        <a:pt x="653783" y="678259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43" name="Freeform: Shape 42">
                  <a:extLst>
                    <a:ext uri="{FF2B5EF4-FFF2-40B4-BE49-F238E27FC236}">
                      <a16:creationId xmlns:a16="http://schemas.microsoft.com/office/drawing/2014/main" id="{D49F28B7-35E0-07DB-E6C5-447516694324}"/>
                    </a:ext>
                  </a:extLst>
                </p:cNvPr>
                <p:cNvSpPr/>
                <p:nvPr/>
              </p:nvSpPr>
              <p:spPr>
                <a:xfrm>
                  <a:off x="6362526" y="4242177"/>
                  <a:ext cx="492259" cy="674476"/>
                </a:xfrm>
                <a:custGeom>
                  <a:avLst/>
                  <a:gdLst>
                    <a:gd name="connsiteX0" fmla="*/ 225733 w 492259"/>
                    <a:gd name="connsiteY0" fmla="*/ 97907 h 674476"/>
                    <a:gd name="connsiteX1" fmla="*/ 209415 w 492259"/>
                    <a:gd name="connsiteY1" fmla="*/ 119665 h 674476"/>
                    <a:gd name="connsiteX2" fmla="*/ 201256 w 492259"/>
                    <a:gd name="connsiteY2" fmla="*/ 152300 h 674476"/>
                    <a:gd name="connsiteX3" fmla="*/ 198536 w 492259"/>
                    <a:gd name="connsiteY3" fmla="*/ 168618 h 674476"/>
                    <a:gd name="connsiteX4" fmla="*/ 195817 w 492259"/>
                    <a:gd name="connsiteY4" fmla="*/ 184936 h 674476"/>
                    <a:gd name="connsiteX5" fmla="*/ 187658 w 492259"/>
                    <a:gd name="connsiteY5" fmla="*/ 220292 h 674476"/>
                    <a:gd name="connsiteX6" fmla="*/ 168620 w 492259"/>
                    <a:gd name="connsiteY6" fmla="*/ 291003 h 674476"/>
                    <a:gd name="connsiteX7" fmla="*/ 160461 w 492259"/>
                    <a:gd name="connsiteY7" fmla="*/ 323639 h 674476"/>
                    <a:gd name="connsiteX8" fmla="*/ 149582 w 492259"/>
                    <a:gd name="connsiteY8" fmla="*/ 361714 h 674476"/>
                    <a:gd name="connsiteX9" fmla="*/ 144143 w 492259"/>
                    <a:gd name="connsiteY9" fmla="*/ 388910 h 674476"/>
                    <a:gd name="connsiteX10" fmla="*/ 149582 w 492259"/>
                    <a:gd name="connsiteY10" fmla="*/ 391630 h 674476"/>
                    <a:gd name="connsiteX11" fmla="*/ 171340 w 492259"/>
                    <a:gd name="connsiteY11" fmla="*/ 391630 h 674476"/>
                    <a:gd name="connsiteX12" fmla="*/ 193097 w 492259"/>
                    <a:gd name="connsiteY12" fmla="*/ 388910 h 674476"/>
                    <a:gd name="connsiteX13" fmla="*/ 212135 w 492259"/>
                    <a:gd name="connsiteY13" fmla="*/ 388910 h 674476"/>
                    <a:gd name="connsiteX14" fmla="*/ 236611 w 492259"/>
                    <a:gd name="connsiteY14" fmla="*/ 388910 h 674476"/>
                    <a:gd name="connsiteX15" fmla="*/ 250210 w 492259"/>
                    <a:gd name="connsiteY15" fmla="*/ 386191 h 674476"/>
                    <a:gd name="connsiteX16" fmla="*/ 258369 w 492259"/>
                    <a:gd name="connsiteY16" fmla="*/ 386191 h 674476"/>
                    <a:gd name="connsiteX17" fmla="*/ 255649 w 492259"/>
                    <a:gd name="connsiteY17" fmla="*/ 367153 h 674476"/>
                    <a:gd name="connsiteX18" fmla="*/ 250210 w 492259"/>
                    <a:gd name="connsiteY18" fmla="*/ 331797 h 674476"/>
                    <a:gd name="connsiteX19" fmla="*/ 247490 w 492259"/>
                    <a:gd name="connsiteY19" fmla="*/ 244769 h 674476"/>
                    <a:gd name="connsiteX20" fmla="*/ 242051 w 492259"/>
                    <a:gd name="connsiteY20" fmla="*/ 203974 h 674476"/>
                    <a:gd name="connsiteX21" fmla="*/ 236611 w 492259"/>
                    <a:gd name="connsiteY21" fmla="*/ 157740 h 674476"/>
                    <a:gd name="connsiteX22" fmla="*/ 233892 w 492259"/>
                    <a:gd name="connsiteY22" fmla="*/ 119665 h 674476"/>
                    <a:gd name="connsiteX23" fmla="*/ 225733 w 492259"/>
                    <a:gd name="connsiteY23" fmla="*/ 97907 h 674476"/>
                    <a:gd name="connsiteX24" fmla="*/ 274687 w 492259"/>
                    <a:gd name="connsiteY24" fmla="*/ 0 h 674476"/>
                    <a:gd name="connsiteX25" fmla="*/ 304603 w 492259"/>
                    <a:gd name="connsiteY25" fmla="*/ 5439 h 674476"/>
                    <a:gd name="connsiteX26" fmla="*/ 320921 w 492259"/>
                    <a:gd name="connsiteY26" fmla="*/ 24477 h 674476"/>
                    <a:gd name="connsiteX27" fmla="*/ 334519 w 492259"/>
                    <a:gd name="connsiteY27" fmla="*/ 43515 h 674476"/>
                    <a:gd name="connsiteX28" fmla="*/ 339959 w 492259"/>
                    <a:gd name="connsiteY28" fmla="*/ 65272 h 674476"/>
                    <a:gd name="connsiteX29" fmla="*/ 348118 w 492259"/>
                    <a:gd name="connsiteY29" fmla="*/ 114226 h 674476"/>
                    <a:gd name="connsiteX30" fmla="*/ 361716 w 492259"/>
                    <a:gd name="connsiteY30" fmla="*/ 163180 h 674476"/>
                    <a:gd name="connsiteX31" fmla="*/ 369875 w 492259"/>
                    <a:gd name="connsiteY31" fmla="*/ 220293 h 674476"/>
                    <a:gd name="connsiteX32" fmla="*/ 378034 w 492259"/>
                    <a:gd name="connsiteY32" fmla="*/ 274686 h 674476"/>
                    <a:gd name="connsiteX33" fmla="*/ 383473 w 492259"/>
                    <a:gd name="connsiteY33" fmla="*/ 301883 h 674476"/>
                    <a:gd name="connsiteX34" fmla="*/ 391632 w 492259"/>
                    <a:gd name="connsiteY34" fmla="*/ 337238 h 674476"/>
                    <a:gd name="connsiteX35" fmla="*/ 397071 w 492259"/>
                    <a:gd name="connsiteY35" fmla="*/ 364435 h 674476"/>
                    <a:gd name="connsiteX36" fmla="*/ 405230 w 492259"/>
                    <a:gd name="connsiteY36" fmla="*/ 383473 h 674476"/>
                    <a:gd name="connsiteX37" fmla="*/ 416109 w 492259"/>
                    <a:gd name="connsiteY37" fmla="*/ 386192 h 674476"/>
                    <a:gd name="connsiteX38" fmla="*/ 426988 w 492259"/>
                    <a:gd name="connsiteY38" fmla="*/ 386192 h 674476"/>
                    <a:gd name="connsiteX39" fmla="*/ 454184 w 492259"/>
                    <a:gd name="connsiteY39" fmla="*/ 397071 h 674476"/>
                    <a:gd name="connsiteX40" fmla="*/ 456904 w 492259"/>
                    <a:gd name="connsiteY40" fmla="*/ 405230 h 674476"/>
                    <a:gd name="connsiteX41" fmla="*/ 451464 w 492259"/>
                    <a:gd name="connsiteY41" fmla="*/ 416108 h 674476"/>
                    <a:gd name="connsiteX42" fmla="*/ 432427 w 492259"/>
                    <a:gd name="connsiteY42" fmla="*/ 429707 h 674476"/>
                    <a:gd name="connsiteX43" fmla="*/ 421548 w 492259"/>
                    <a:gd name="connsiteY43" fmla="*/ 432426 h 674476"/>
                    <a:gd name="connsiteX44" fmla="*/ 413389 w 492259"/>
                    <a:gd name="connsiteY44" fmla="*/ 435146 h 674476"/>
                    <a:gd name="connsiteX45" fmla="*/ 413389 w 492259"/>
                    <a:gd name="connsiteY45" fmla="*/ 440585 h 674476"/>
                    <a:gd name="connsiteX46" fmla="*/ 416109 w 492259"/>
                    <a:gd name="connsiteY46" fmla="*/ 451464 h 674476"/>
                    <a:gd name="connsiteX47" fmla="*/ 418829 w 492259"/>
                    <a:gd name="connsiteY47" fmla="*/ 465062 h 674476"/>
                    <a:gd name="connsiteX48" fmla="*/ 418829 w 492259"/>
                    <a:gd name="connsiteY48" fmla="*/ 475941 h 674476"/>
                    <a:gd name="connsiteX49" fmla="*/ 418829 w 492259"/>
                    <a:gd name="connsiteY49" fmla="*/ 486820 h 674476"/>
                    <a:gd name="connsiteX50" fmla="*/ 426988 w 492259"/>
                    <a:gd name="connsiteY50" fmla="*/ 516736 h 674476"/>
                    <a:gd name="connsiteX51" fmla="*/ 432427 w 492259"/>
                    <a:gd name="connsiteY51" fmla="*/ 543932 h 674476"/>
                    <a:gd name="connsiteX52" fmla="*/ 437866 w 492259"/>
                    <a:gd name="connsiteY52" fmla="*/ 573848 h 674476"/>
                    <a:gd name="connsiteX53" fmla="*/ 443306 w 492259"/>
                    <a:gd name="connsiteY53" fmla="*/ 606484 h 674476"/>
                    <a:gd name="connsiteX54" fmla="*/ 446025 w 492259"/>
                    <a:gd name="connsiteY54" fmla="*/ 617363 h 674476"/>
                    <a:gd name="connsiteX55" fmla="*/ 470502 w 492259"/>
                    <a:gd name="connsiteY55" fmla="*/ 617363 h 674476"/>
                    <a:gd name="connsiteX56" fmla="*/ 492259 w 492259"/>
                    <a:gd name="connsiteY56" fmla="*/ 641840 h 674476"/>
                    <a:gd name="connsiteX57" fmla="*/ 484101 w 492259"/>
                    <a:gd name="connsiteY57" fmla="*/ 655438 h 674476"/>
                    <a:gd name="connsiteX58" fmla="*/ 467782 w 492259"/>
                    <a:gd name="connsiteY58" fmla="*/ 663597 h 674476"/>
                    <a:gd name="connsiteX59" fmla="*/ 443306 w 492259"/>
                    <a:gd name="connsiteY59" fmla="*/ 666317 h 674476"/>
                    <a:gd name="connsiteX60" fmla="*/ 421548 w 492259"/>
                    <a:gd name="connsiteY60" fmla="*/ 666317 h 674476"/>
                    <a:gd name="connsiteX61" fmla="*/ 413389 w 492259"/>
                    <a:gd name="connsiteY61" fmla="*/ 666317 h 674476"/>
                    <a:gd name="connsiteX62" fmla="*/ 399791 w 492259"/>
                    <a:gd name="connsiteY62" fmla="*/ 671756 h 674476"/>
                    <a:gd name="connsiteX63" fmla="*/ 383473 w 492259"/>
                    <a:gd name="connsiteY63" fmla="*/ 674476 h 674476"/>
                    <a:gd name="connsiteX64" fmla="*/ 348118 w 492259"/>
                    <a:gd name="connsiteY64" fmla="*/ 669036 h 674476"/>
                    <a:gd name="connsiteX65" fmla="*/ 326360 w 492259"/>
                    <a:gd name="connsiteY65" fmla="*/ 669036 h 674476"/>
                    <a:gd name="connsiteX66" fmla="*/ 277406 w 492259"/>
                    <a:gd name="connsiteY66" fmla="*/ 669036 h 674476"/>
                    <a:gd name="connsiteX67" fmla="*/ 252930 w 492259"/>
                    <a:gd name="connsiteY67" fmla="*/ 663597 h 674476"/>
                    <a:gd name="connsiteX68" fmla="*/ 236611 w 492259"/>
                    <a:gd name="connsiteY68" fmla="*/ 647279 h 674476"/>
                    <a:gd name="connsiteX69" fmla="*/ 261088 w 492259"/>
                    <a:gd name="connsiteY69" fmla="*/ 630961 h 674476"/>
                    <a:gd name="connsiteX70" fmla="*/ 288285 w 492259"/>
                    <a:gd name="connsiteY70" fmla="*/ 628241 h 674476"/>
                    <a:gd name="connsiteX71" fmla="*/ 285565 w 492259"/>
                    <a:gd name="connsiteY71" fmla="*/ 609204 h 674476"/>
                    <a:gd name="connsiteX72" fmla="*/ 282846 w 492259"/>
                    <a:gd name="connsiteY72" fmla="*/ 582007 h 674476"/>
                    <a:gd name="connsiteX73" fmla="*/ 280126 w 492259"/>
                    <a:gd name="connsiteY73" fmla="*/ 568409 h 674476"/>
                    <a:gd name="connsiteX74" fmla="*/ 282846 w 492259"/>
                    <a:gd name="connsiteY74" fmla="*/ 554811 h 674476"/>
                    <a:gd name="connsiteX75" fmla="*/ 277406 w 492259"/>
                    <a:gd name="connsiteY75" fmla="*/ 538493 h 674476"/>
                    <a:gd name="connsiteX76" fmla="*/ 271967 w 492259"/>
                    <a:gd name="connsiteY76" fmla="*/ 505857 h 674476"/>
                    <a:gd name="connsiteX77" fmla="*/ 269247 w 492259"/>
                    <a:gd name="connsiteY77" fmla="*/ 478660 h 674476"/>
                    <a:gd name="connsiteX78" fmla="*/ 266528 w 492259"/>
                    <a:gd name="connsiteY78" fmla="*/ 446025 h 674476"/>
                    <a:gd name="connsiteX79" fmla="*/ 261088 w 492259"/>
                    <a:gd name="connsiteY79" fmla="*/ 437866 h 674476"/>
                    <a:gd name="connsiteX80" fmla="*/ 250210 w 492259"/>
                    <a:gd name="connsiteY80" fmla="*/ 437866 h 674476"/>
                    <a:gd name="connsiteX81" fmla="*/ 220293 w 492259"/>
                    <a:gd name="connsiteY81" fmla="*/ 440585 h 674476"/>
                    <a:gd name="connsiteX82" fmla="*/ 190377 w 492259"/>
                    <a:gd name="connsiteY82" fmla="*/ 443305 h 674476"/>
                    <a:gd name="connsiteX83" fmla="*/ 165900 w 492259"/>
                    <a:gd name="connsiteY83" fmla="*/ 443305 h 674476"/>
                    <a:gd name="connsiteX84" fmla="*/ 144143 w 492259"/>
                    <a:gd name="connsiteY84" fmla="*/ 440585 h 674476"/>
                    <a:gd name="connsiteX85" fmla="*/ 135984 w 492259"/>
                    <a:gd name="connsiteY85" fmla="*/ 454184 h 674476"/>
                    <a:gd name="connsiteX86" fmla="*/ 130545 w 492259"/>
                    <a:gd name="connsiteY86" fmla="*/ 486820 h 674476"/>
                    <a:gd name="connsiteX87" fmla="*/ 119666 w 492259"/>
                    <a:gd name="connsiteY87" fmla="*/ 541213 h 674476"/>
                    <a:gd name="connsiteX88" fmla="*/ 103348 w 492259"/>
                    <a:gd name="connsiteY88" fmla="*/ 614643 h 674476"/>
                    <a:gd name="connsiteX89" fmla="*/ 133264 w 492259"/>
                    <a:gd name="connsiteY89" fmla="*/ 614643 h 674476"/>
                    <a:gd name="connsiteX90" fmla="*/ 168620 w 492259"/>
                    <a:gd name="connsiteY90" fmla="*/ 630961 h 674476"/>
                    <a:gd name="connsiteX91" fmla="*/ 163181 w 492259"/>
                    <a:gd name="connsiteY91" fmla="*/ 647279 h 674476"/>
                    <a:gd name="connsiteX92" fmla="*/ 146863 w 492259"/>
                    <a:gd name="connsiteY92" fmla="*/ 655438 h 674476"/>
                    <a:gd name="connsiteX93" fmla="*/ 127825 w 492259"/>
                    <a:gd name="connsiteY93" fmla="*/ 658158 h 674476"/>
                    <a:gd name="connsiteX94" fmla="*/ 106068 w 492259"/>
                    <a:gd name="connsiteY94" fmla="*/ 658158 h 674476"/>
                    <a:gd name="connsiteX95" fmla="*/ 62552 w 492259"/>
                    <a:gd name="connsiteY95" fmla="*/ 658158 h 674476"/>
                    <a:gd name="connsiteX96" fmla="*/ 40795 w 492259"/>
                    <a:gd name="connsiteY96" fmla="*/ 658158 h 674476"/>
                    <a:gd name="connsiteX97" fmla="*/ 16318 w 492259"/>
                    <a:gd name="connsiteY97" fmla="*/ 652718 h 674476"/>
                    <a:gd name="connsiteX98" fmla="*/ 0 w 492259"/>
                    <a:gd name="connsiteY98" fmla="*/ 636401 h 674476"/>
                    <a:gd name="connsiteX99" fmla="*/ 2720 w 492259"/>
                    <a:gd name="connsiteY99" fmla="*/ 628241 h 674476"/>
                    <a:gd name="connsiteX100" fmla="*/ 24477 w 492259"/>
                    <a:gd name="connsiteY100" fmla="*/ 620082 h 674476"/>
                    <a:gd name="connsiteX101" fmla="*/ 62552 w 492259"/>
                    <a:gd name="connsiteY101" fmla="*/ 617363 h 674476"/>
                    <a:gd name="connsiteX102" fmla="*/ 62552 w 492259"/>
                    <a:gd name="connsiteY102" fmla="*/ 614643 h 674476"/>
                    <a:gd name="connsiteX103" fmla="*/ 65272 w 492259"/>
                    <a:gd name="connsiteY103" fmla="*/ 587447 h 674476"/>
                    <a:gd name="connsiteX104" fmla="*/ 76151 w 492259"/>
                    <a:gd name="connsiteY104" fmla="*/ 522175 h 674476"/>
                    <a:gd name="connsiteX105" fmla="*/ 87029 w 492259"/>
                    <a:gd name="connsiteY105" fmla="*/ 470501 h 674476"/>
                    <a:gd name="connsiteX106" fmla="*/ 92468 w 492259"/>
                    <a:gd name="connsiteY106" fmla="*/ 446025 h 674476"/>
                    <a:gd name="connsiteX107" fmla="*/ 65272 w 492259"/>
                    <a:gd name="connsiteY107" fmla="*/ 432426 h 674476"/>
                    <a:gd name="connsiteX108" fmla="*/ 54393 w 492259"/>
                    <a:gd name="connsiteY108" fmla="*/ 421548 h 674476"/>
                    <a:gd name="connsiteX109" fmla="*/ 73431 w 492259"/>
                    <a:gd name="connsiteY109" fmla="*/ 407949 h 674476"/>
                    <a:gd name="connsiteX110" fmla="*/ 100629 w 492259"/>
                    <a:gd name="connsiteY110" fmla="*/ 399790 h 674476"/>
                    <a:gd name="connsiteX111" fmla="*/ 108788 w 492259"/>
                    <a:gd name="connsiteY111" fmla="*/ 369874 h 674476"/>
                    <a:gd name="connsiteX112" fmla="*/ 125105 w 492259"/>
                    <a:gd name="connsiteY112" fmla="*/ 307322 h 674476"/>
                    <a:gd name="connsiteX113" fmla="*/ 141423 w 492259"/>
                    <a:gd name="connsiteY113" fmla="*/ 242051 h 674476"/>
                    <a:gd name="connsiteX114" fmla="*/ 155022 w 492259"/>
                    <a:gd name="connsiteY114" fmla="*/ 179498 h 674476"/>
                    <a:gd name="connsiteX115" fmla="*/ 168620 w 492259"/>
                    <a:gd name="connsiteY115" fmla="*/ 119665 h 674476"/>
                    <a:gd name="connsiteX116" fmla="*/ 193097 w 492259"/>
                    <a:gd name="connsiteY116" fmla="*/ 57113 h 674476"/>
                    <a:gd name="connsiteX117" fmla="*/ 201256 w 492259"/>
                    <a:gd name="connsiteY117" fmla="*/ 38075 h 674476"/>
                    <a:gd name="connsiteX118" fmla="*/ 217574 w 492259"/>
                    <a:gd name="connsiteY118" fmla="*/ 13598 h 674476"/>
                    <a:gd name="connsiteX119" fmla="*/ 274687 w 492259"/>
                    <a:gd name="connsiteY119" fmla="*/ 0 h 6744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</a:cxnLst>
                  <a:rect l="l" t="t" r="r" b="b"/>
                  <a:pathLst>
                    <a:path w="492259" h="674476">
                      <a:moveTo>
                        <a:pt x="225733" y="97907"/>
                      </a:moveTo>
                      <a:cubicBezTo>
                        <a:pt x="217574" y="97907"/>
                        <a:pt x="209415" y="114225"/>
                        <a:pt x="209415" y="119665"/>
                      </a:cubicBezTo>
                      <a:cubicBezTo>
                        <a:pt x="206695" y="130543"/>
                        <a:pt x="203976" y="144141"/>
                        <a:pt x="201256" y="152300"/>
                      </a:cubicBezTo>
                      <a:cubicBezTo>
                        <a:pt x="198536" y="157740"/>
                        <a:pt x="198536" y="163179"/>
                        <a:pt x="198536" y="168618"/>
                      </a:cubicBezTo>
                      <a:cubicBezTo>
                        <a:pt x="198536" y="174058"/>
                        <a:pt x="195817" y="179497"/>
                        <a:pt x="195817" y="184936"/>
                      </a:cubicBezTo>
                      <a:cubicBezTo>
                        <a:pt x="193097" y="195815"/>
                        <a:pt x="190377" y="209413"/>
                        <a:pt x="187658" y="220292"/>
                      </a:cubicBezTo>
                      <a:cubicBezTo>
                        <a:pt x="184938" y="244769"/>
                        <a:pt x="176779" y="269246"/>
                        <a:pt x="168620" y="291003"/>
                      </a:cubicBezTo>
                      <a:cubicBezTo>
                        <a:pt x="165900" y="301881"/>
                        <a:pt x="163181" y="312760"/>
                        <a:pt x="160461" y="323639"/>
                      </a:cubicBezTo>
                      <a:cubicBezTo>
                        <a:pt x="157742" y="337237"/>
                        <a:pt x="155022" y="348115"/>
                        <a:pt x="149582" y="361714"/>
                      </a:cubicBezTo>
                      <a:cubicBezTo>
                        <a:pt x="146863" y="367153"/>
                        <a:pt x="144143" y="383471"/>
                        <a:pt x="144143" y="388910"/>
                      </a:cubicBezTo>
                      <a:cubicBezTo>
                        <a:pt x="144143" y="391630"/>
                        <a:pt x="146863" y="391630"/>
                        <a:pt x="149582" y="391630"/>
                      </a:cubicBezTo>
                      <a:cubicBezTo>
                        <a:pt x="155022" y="391630"/>
                        <a:pt x="168620" y="391630"/>
                        <a:pt x="171340" y="391630"/>
                      </a:cubicBezTo>
                      <a:cubicBezTo>
                        <a:pt x="179498" y="391630"/>
                        <a:pt x="187658" y="391630"/>
                        <a:pt x="193097" y="388910"/>
                      </a:cubicBezTo>
                      <a:cubicBezTo>
                        <a:pt x="198536" y="388910"/>
                        <a:pt x="203976" y="388910"/>
                        <a:pt x="212135" y="388910"/>
                      </a:cubicBezTo>
                      <a:cubicBezTo>
                        <a:pt x="217574" y="388910"/>
                        <a:pt x="225733" y="388910"/>
                        <a:pt x="236611" y="388910"/>
                      </a:cubicBezTo>
                      <a:cubicBezTo>
                        <a:pt x="242051" y="388910"/>
                        <a:pt x="247490" y="388910"/>
                        <a:pt x="250210" y="386191"/>
                      </a:cubicBezTo>
                      <a:cubicBezTo>
                        <a:pt x="255649" y="391630"/>
                        <a:pt x="258369" y="388910"/>
                        <a:pt x="258369" y="386191"/>
                      </a:cubicBezTo>
                      <a:cubicBezTo>
                        <a:pt x="258369" y="380751"/>
                        <a:pt x="255649" y="372592"/>
                        <a:pt x="255649" y="367153"/>
                      </a:cubicBezTo>
                      <a:cubicBezTo>
                        <a:pt x="252930" y="353555"/>
                        <a:pt x="250210" y="342676"/>
                        <a:pt x="250210" y="331797"/>
                      </a:cubicBezTo>
                      <a:cubicBezTo>
                        <a:pt x="250210" y="301881"/>
                        <a:pt x="250210" y="274685"/>
                        <a:pt x="247490" y="244769"/>
                      </a:cubicBezTo>
                      <a:cubicBezTo>
                        <a:pt x="247490" y="231170"/>
                        <a:pt x="244771" y="217572"/>
                        <a:pt x="242051" y="203974"/>
                      </a:cubicBezTo>
                      <a:cubicBezTo>
                        <a:pt x="239331" y="187656"/>
                        <a:pt x="236611" y="174058"/>
                        <a:pt x="236611" y="157740"/>
                      </a:cubicBezTo>
                      <a:cubicBezTo>
                        <a:pt x="236611" y="152300"/>
                        <a:pt x="236611" y="133263"/>
                        <a:pt x="233892" y="119665"/>
                      </a:cubicBezTo>
                      <a:cubicBezTo>
                        <a:pt x="233892" y="106066"/>
                        <a:pt x="231172" y="97907"/>
                        <a:pt x="225733" y="97907"/>
                      </a:cubicBezTo>
                      <a:close/>
                      <a:moveTo>
                        <a:pt x="274687" y="0"/>
                      </a:moveTo>
                      <a:cubicBezTo>
                        <a:pt x="288285" y="0"/>
                        <a:pt x="293724" y="2720"/>
                        <a:pt x="304603" y="5439"/>
                      </a:cubicBezTo>
                      <a:cubicBezTo>
                        <a:pt x="315481" y="10879"/>
                        <a:pt x="315481" y="16318"/>
                        <a:pt x="320921" y="24477"/>
                      </a:cubicBezTo>
                      <a:cubicBezTo>
                        <a:pt x="326360" y="29916"/>
                        <a:pt x="331800" y="35356"/>
                        <a:pt x="334519" y="43515"/>
                      </a:cubicBezTo>
                      <a:cubicBezTo>
                        <a:pt x="337239" y="51674"/>
                        <a:pt x="337239" y="57113"/>
                        <a:pt x="339959" y="65272"/>
                      </a:cubicBezTo>
                      <a:cubicBezTo>
                        <a:pt x="345398" y="78870"/>
                        <a:pt x="342678" y="97908"/>
                        <a:pt x="348118" y="114226"/>
                      </a:cubicBezTo>
                      <a:cubicBezTo>
                        <a:pt x="350837" y="130544"/>
                        <a:pt x="358996" y="146863"/>
                        <a:pt x="361716" y="163180"/>
                      </a:cubicBezTo>
                      <a:cubicBezTo>
                        <a:pt x="364435" y="182218"/>
                        <a:pt x="364435" y="201256"/>
                        <a:pt x="369875" y="220293"/>
                      </a:cubicBezTo>
                      <a:cubicBezTo>
                        <a:pt x="375314" y="239331"/>
                        <a:pt x="378034" y="255649"/>
                        <a:pt x="378034" y="274686"/>
                      </a:cubicBezTo>
                      <a:cubicBezTo>
                        <a:pt x="378034" y="282845"/>
                        <a:pt x="380753" y="293724"/>
                        <a:pt x="383473" y="301883"/>
                      </a:cubicBezTo>
                      <a:cubicBezTo>
                        <a:pt x="386193" y="312762"/>
                        <a:pt x="388913" y="326360"/>
                        <a:pt x="391632" y="337238"/>
                      </a:cubicBezTo>
                      <a:cubicBezTo>
                        <a:pt x="391632" y="342678"/>
                        <a:pt x="394352" y="353556"/>
                        <a:pt x="397071" y="364435"/>
                      </a:cubicBezTo>
                      <a:cubicBezTo>
                        <a:pt x="399791" y="372594"/>
                        <a:pt x="402511" y="380753"/>
                        <a:pt x="405230" y="383473"/>
                      </a:cubicBezTo>
                      <a:cubicBezTo>
                        <a:pt x="407950" y="386192"/>
                        <a:pt x="413389" y="386192"/>
                        <a:pt x="416109" y="386192"/>
                      </a:cubicBezTo>
                      <a:cubicBezTo>
                        <a:pt x="418829" y="386192"/>
                        <a:pt x="424268" y="386192"/>
                        <a:pt x="426988" y="386192"/>
                      </a:cubicBezTo>
                      <a:cubicBezTo>
                        <a:pt x="437866" y="386192"/>
                        <a:pt x="448745" y="388912"/>
                        <a:pt x="454184" y="397071"/>
                      </a:cubicBezTo>
                      <a:cubicBezTo>
                        <a:pt x="456904" y="399790"/>
                        <a:pt x="456904" y="402510"/>
                        <a:pt x="456904" y="405230"/>
                      </a:cubicBezTo>
                      <a:cubicBezTo>
                        <a:pt x="456904" y="407949"/>
                        <a:pt x="454184" y="410669"/>
                        <a:pt x="451464" y="416108"/>
                      </a:cubicBezTo>
                      <a:cubicBezTo>
                        <a:pt x="446025" y="421548"/>
                        <a:pt x="440586" y="426987"/>
                        <a:pt x="432427" y="429707"/>
                      </a:cubicBezTo>
                      <a:cubicBezTo>
                        <a:pt x="429707" y="429707"/>
                        <a:pt x="426988" y="432426"/>
                        <a:pt x="421548" y="432426"/>
                      </a:cubicBezTo>
                      <a:cubicBezTo>
                        <a:pt x="418829" y="432426"/>
                        <a:pt x="416109" y="432426"/>
                        <a:pt x="413389" y="435146"/>
                      </a:cubicBezTo>
                      <a:cubicBezTo>
                        <a:pt x="413389" y="435146"/>
                        <a:pt x="413389" y="437866"/>
                        <a:pt x="413389" y="440585"/>
                      </a:cubicBezTo>
                      <a:cubicBezTo>
                        <a:pt x="413389" y="443305"/>
                        <a:pt x="413389" y="448744"/>
                        <a:pt x="416109" y="451464"/>
                      </a:cubicBezTo>
                      <a:cubicBezTo>
                        <a:pt x="416109" y="456903"/>
                        <a:pt x="418829" y="462343"/>
                        <a:pt x="418829" y="465062"/>
                      </a:cubicBezTo>
                      <a:lnTo>
                        <a:pt x="418829" y="475941"/>
                      </a:lnTo>
                      <a:cubicBezTo>
                        <a:pt x="418829" y="481380"/>
                        <a:pt x="418829" y="484100"/>
                        <a:pt x="418829" y="486820"/>
                      </a:cubicBezTo>
                      <a:cubicBezTo>
                        <a:pt x="421548" y="497698"/>
                        <a:pt x="424268" y="505857"/>
                        <a:pt x="426988" y="516736"/>
                      </a:cubicBezTo>
                      <a:cubicBezTo>
                        <a:pt x="426988" y="524895"/>
                        <a:pt x="429707" y="535773"/>
                        <a:pt x="432427" y="543932"/>
                      </a:cubicBezTo>
                      <a:cubicBezTo>
                        <a:pt x="435147" y="554811"/>
                        <a:pt x="437866" y="562970"/>
                        <a:pt x="437866" y="573848"/>
                      </a:cubicBezTo>
                      <a:cubicBezTo>
                        <a:pt x="437866" y="587447"/>
                        <a:pt x="440586" y="595606"/>
                        <a:pt x="443306" y="606484"/>
                      </a:cubicBezTo>
                      <a:cubicBezTo>
                        <a:pt x="443306" y="609204"/>
                        <a:pt x="446025" y="614643"/>
                        <a:pt x="446025" y="617363"/>
                      </a:cubicBezTo>
                      <a:cubicBezTo>
                        <a:pt x="454184" y="617363"/>
                        <a:pt x="462343" y="617363"/>
                        <a:pt x="470502" y="617363"/>
                      </a:cubicBezTo>
                      <a:cubicBezTo>
                        <a:pt x="475942" y="625522"/>
                        <a:pt x="492259" y="630961"/>
                        <a:pt x="492259" y="641840"/>
                      </a:cubicBezTo>
                      <a:cubicBezTo>
                        <a:pt x="492259" y="647279"/>
                        <a:pt x="486820" y="649999"/>
                        <a:pt x="484101" y="655438"/>
                      </a:cubicBezTo>
                      <a:cubicBezTo>
                        <a:pt x="481381" y="660877"/>
                        <a:pt x="473222" y="663597"/>
                        <a:pt x="467782" y="663597"/>
                      </a:cubicBezTo>
                      <a:cubicBezTo>
                        <a:pt x="456904" y="666317"/>
                        <a:pt x="451464" y="666317"/>
                        <a:pt x="443306" y="666317"/>
                      </a:cubicBezTo>
                      <a:cubicBezTo>
                        <a:pt x="437866" y="666317"/>
                        <a:pt x="429707" y="666317"/>
                        <a:pt x="421548" y="666317"/>
                      </a:cubicBezTo>
                      <a:cubicBezTo>
                        <a:pt x="418829" y="666317"/>
                        <a:pt x="416109" y="666317"/>
                        <a:pt x="413389" y="666317"/>
                      </a:cubicBezTo>
                      <a:cubicBezTo>
                        <a:pt x="407950" y="669036"/>
                        <a:pt x="405230" y="669036"/>
                        <a:pt x="399791" y="671756"/>
                      </a:cubicBezTo>
                      <a:cubicBezTo>
                        <a:pt x="394352" y="671756"/>
                        <a:pt x="388913" y="674476"/>
                        <a:pt x="383473" y="674476"/>
                      </a:cubicBezTo>
                      <a:cubicBezTo>
                        <a:pt x="372594" y="674476"/>
                        <a:pt x="358996" y="671756"/>
                        <a:pt x="348118" y="669036"/>
                      </a:cubicBezTo>
                      <a:cubicBezTo>
                        <a:pt x="339959" y="669036"/>
                        <a:pt x="331800" y="669036"/>
                        <a:pt x="326360" y="669036"/>
                      </a:cubicBezTo>
                      <a:cubicBezTo>
                        <a:pt x="304603" y="669036"/>
                        <a:pt x="285565" y="669036"/>
                        <a:pt x="277406" y="669036"/>
                      </a:cubicBezTo>
                      <a:cubicBezTo>
                        <a:pt x="269247" y="669036"/>
                        <a:pt x="258369" y="669036"/>
                        <a:pt x="252930" y="663597"/>
                      </a:cubicBezTo>
                      <a:cubicBezTo>
                        <a:pt x="247490" y="660877"/>
                        <a:pt x="236611" y="655438"/>
                        <a:pt x="236611" y="647279"/>
                      </a:cubicBezTo>
                      <a:cubicBezTo>
                        <a:pt x="236611" y="636401"/>
                        <a:pt x="252930" y="633681"/>
                        <a:pt x="261088" y="630961"/>
                      </a:cubicBezTo>
                      <a:cubicBezTo>
                        <a:pt x="266528" y="630961"/>
                        <a:pt x="274687" y="630961"/>
                        <a:pt x="288285" y="628241"/>
                      </a:cubicBezTo>
                      <a:cubicBezTo>
                        <a:pt x="288285" y="620082"/>
                        <a:pt x="288285" y="614643"/>
                        <a:pt x="285565" y="609204"/>
                      </a:cubicBezTo>
                      <a:cubicBezTo>
                        <a:pt x="285565" y="601045"/>
                        <a:pt x="282846" y="590166"/>
                        <a:pt x="282846" y="582007"/>
                      </a:cubicBezTo>
                      <a:cubicBezTo>
                        <a:pt x="282846" y="576568"/>
                        <a:pt x="280126" y="573848"/>
                        <a:pt x="280126" y="568409"/>
                      </a:cubicBezTo>
                      <a:cubicBezTo>
                        <a:pt x="280126" y="562970"/>
                        <a:pt x="282846" y="557531"/>
                        <a:pt x="282846" y="554811"/>
                      </a:cubicBezTo>
                      <a:cubicBezTo>
                        <a:pt x="282846" y="549371"/>
                        <a:pt x="280126" y="546652"/>
                        <a:pt x="277406" y="538493"/>
                      </a:cubicBezTo>
                      <a:cubicBezTo>
                        <a:pt x="277406" y="527614"/>
                        <a:pt x="271967" y="516736"/>
                        <a:pt x="271967" y="505857"/>
                      </a:cubicBezTo>
                      <a:cubicBezTo>
                        <a:pt x="271967" y="494978"/>
                        <a:pt x="271967" y="486820"/>
                        <a:pt x="269247" y="478660"/>
                      </a:cubicBezTo>
                      <a:cubicBezTo>
                        <a:pt x="266528" y="467782"/>
                        <a:pt x="266528" y="456903"/>
                        <a:pt x="266528" y="446025"/>
                      </a:cubicBezTo>
                      <a:cubicBezTo>
                        <a:pt x="266528" y="440585"/>
                        <a:pt x="263808" y="437866"/>
                        <a:pt x="261088" y="437866"/>
                      </a:cubicBezTo>
                      <a:cubicBezTo>
                        <a:pt x="258369" y="437866"/>
                        <a:pt x="255649" y="437866"/>
                        <a:pt x="250210" y="437866"/>
                      </a:cubicBezTo>
                      <a:cubicBezTo>
                        <a:pt x="239331" y="437866"/>
                        <a:pt x="228452" y="437866"/>
                        <a:pt x="220293" y="440585"/>
                      </a:cubicBezTo>
                      <a:cubicBezTo>
                        <a:pt x="209415" y="440585"/>
                        <a:pt x="201256" y="443305"/>
                        <a:pt x="190377" y="443305"/>
                      </a:cubicBezTo>
                      <a:cubicBezTo>
                        <a:pt x="182218" y="443305"/>
                        <a:pt x="174059" y="443305"/>
                        <a:pt x="165900" y="443305"/>
                      </a:cubicBezTo>
                      <a:cubicBezTo>
                        <a:pt x="163181" y="443305"/>
                        <a:pt x="152302" y="440585"/>
                        <a:pt x="144143" y="440585"/>
                      </a:cubicBezTo>
                      <a:cubicBezTo>
                        <a:pt x="135984" y="440585"/>
                        <a:pt x="135984" y="448744"/>
                        <a:pt x="135984" y="454184"/>
                      </a:cubicBezTo>
                      <a:cubicBezTo>
                        <a:pt x="135984" y="465062"/>
                        <a:pt x="133264" y="475941"/>
                        <a:pt x="130545" y="486820"/>
                      </a:cubicBezTo>
                      <a:cubicBezTo>
                        <a:pt x="127825" y="505857"/>
                        <a:pt x="122386" y="522175"/>
                        <a:pt x="119666" y="541213"/>
                      </a:cubicBezTo>
                      <a:cubicBezTo>
                        <a:pt x="116947" y="560250"/>
                        <a:pt x="108788" y="595606"/>
                        <a:pt x="103348" y="614643"/>
                      </a:cubicBezTo>
                      <a:cubicBezTo>
                        <a:pt x="111507" y="614643"/>
                        <a:pt x="122386" y="614643"/>
                        <a:pt x="133264" y="614643"/>
                      </a:cubicBezTo>
                      <a:cubicBezTo>
                        <a:pt x="146863" y="614643"/>
                        <a:pt x="168620" y="614643"/>
                        <a:pt x="168620" y="630961"/>
                      </a:cubicBezTo>
                      <a:cubicBezTo>
                        <a:pt x="168620" y="639120"/>
                        <a:pt x="165900" y="639120"/>
                        <a:pt x="163181" y="647279"/>
                      </a:cubicBezTo>
                      <a:cubicBezTo>
                        <a:pt x="160461" y="652718"/>
                        <a:pt x="152302" y="655438"/>
                        <a:pt x="146863" y="655438"/>
                      </a:cubicBezTo>
                      <a:cubicBezTo>
                        <a:pt x="138704" y="658158"/>
                        <a:pt x="133264" y="658158"/>
                        <a:pt x="127825" y="658158"/>
                      </a:cubicBezTo>
                      <a:cubicBezTo>
                        <a:pt x="122386" y="658158"/>
                        <a:pt x="116947" y="658158"/>
                        <a:pt x="106068" y="658158"/>
                      </a:cubicBezTo>
                      <a:cubicBezTo>
                        <a:pt x="92468" y="658158"/>
                        <a:pt x="78870" y="658158"/>
                        <a:pt x="62552" y="658158"/>
                      </a:cubicBezTo>
                      <a:cubicBezTo>
                        <a:pt x="54393" y="658158"/>
                        <a:pt x="46234" y="658158"/>
                        <a:pt x="40795" y="658158"/>
                      </a:cubicBezTo>
                      <a:cubicBezTo>
                        <a:pt x="32636" y="658158"/>
                        <a:pt x="21758" y="658158"/>
                        <a:pt x="16318" y="652718"/>
                      </a:cubicBezTo>
                      <a:cubicBezTo>
                        <a:pt x="8159" y="649999"/>
                        <a:pt x="0" y="641840"/>
                        <a:pt x="0" y="636401"/>
                      </a:cubicBezTo>
                      <a:cubicBezTo>
                        <a:pt x="0" y="633681"/>
                        <a:pt x="0" y="630961"/>
                        <a:pt x="2720" y="628241"/>
                      </a:cubicBezTo>
                      <a:cubicBezTo>
                        <a:pt x="8159" y="625522"/>
                        <a:pt x="16318" y="622802"/>
                        <a:pt x="24477" y="620082"/>
                      </a:cubicBezTo>
                      <a:cubicBezTo>
                        <a:pt x="38075" y="617363"/>
                        <a:pt x="48954" y="617363"/>
                        <a:pt x="62552" y="617363"/>
                      </a:cubicBezTo>
                      <a:cubicBezTo>
                        <a:pt x="62552" y="617363"/>
                        <a:pt x="62552" y="614643"/>
                        <a:pt x="62552" y="614643"/>
                      </a:cubicBezTo>
                      <a:cubicBezTo>
                        <a:pt x="62552" y="603765"/>
                        <a:pt x="65272" y="590166"/>
                        <a:pt x="65272" y="587447"/>
                      </a:cubicBezTo>
                      <a:cubicBezTo>
                        <a:pt x="67992" y="565689"/>
                        <a:pt x="73431" y="543932"/>
                        <a:pt x="76151" y="522175"/>
                      </a:cubicBezTo>
                      <a:cubicBezTo>
                        <a:pt x="78870" y="505857"/>
                        <a:pt x="81590" y="486820"/>
                        <a:pt x="87029" y="470501"/>
                      </a:cubicBezTo>
                      <a:cubicBezTo>
                        <a:pt x="87029" y="465062"/>
                        <a:pt x="92468" y="451464"/>
                        <a:pt x="92468" y="446025"/>
                      </a:cubicBezTo>
                      <a:cubicBezTo>
                        <a:pt x="92468" y="437866"/>
                        <a:pt x="73431" y="437866"/>
                        <a:pt x="65272" y="432426"/>
                      </a:cubicBezTo>
                      <a:cubicBezTo>
                        <a:pt x="59833" y="429707"/>
                        <a:pt x="54393" y="426987"/>
                        <a:pt x="54393" y="421548"/>
                      </a:cubicBezTo>
                      <a:cubicBezTo>
                        <a:pt x="54393" y="413389"/>
                        <a:pt x="62552" y="410669"/>
                        <a:pt x="73431" y="407949"/>
                      </a:cubicBezTo>
                      <a:cubicBezTo>
                        <a:pt x="78870" y="407949"/>
                        <a:pt x="92468" y="405230"/>
                        <a:pt x="100629" y="399790"/>
                      </a:cubicBezTo>
                      <a:cubicBezTo>
                        <a:pt x="106068" y="394351"/>
                        <a:pt x="106068" y="378033"/>
                        <a:pt x="108788" y="369874"/>
                      </a:cubicBezTo>
                      <a:cubicBezTo>
                        <a:pt x="114227" y="348117"/>
                        <a:pt x="119666" y="326360"/>
                        <a:pt x="125105" y="307322"/>
                      </a:cubicBezTo>
                      <a:cubicBezTo>
                        <a:pt x="130545" y="285565"/>
                        <a:pt x="135984" y="263808"/>
                        <a:pt x="141423" y="242051"/>
                      </a:cubicBezTo>
                      <a:cubicBezTo>
                        <a:pt x="146863" y="220293"/>
                        <a:pt x="152302" y="198536"/>
                        <a:pt x="155022" y="179498"/>
                      </a:cubicBezTo>
                      <a:cubicBezTo>
                        <a:pt x="157742" y="160461"/>
                        <a:pt x="163181" y="138703"/>
                        <a:pt x="168620" y="119665"/>
                      </a:cubicBezTo>
                      <a:cubicBezTo>
                        <a:pt x="176779" y="100627"/>
                        <a:pt x="182218" y="76150"/>
                        <a:pt x="193097" y="57113"/>
                      </a:cubicBezTo>
                      <a:lnTo>
                        <a:pt x="201256" y="38075"/>
                      </a:lnTo>
                      <a:cubicBezTo>
                        <a:pt x="206695" y="29916"/>
                        <a:pt x="209415" y="19038"/>
                        <a:pt x="217574" y="13598"/>
                      </a:cubicBezTo>
                      <a:cubicBezTo>
                        <a:pt x="231172" y="2720"/>
                        <a:pt x="255649" y="0"/>
                        <a:pt x="274687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44" name="Freeform: Shape 43">
                  <a:extLst>
                    <a:ext uri="{FF2B5EF4-FFF2-40B4-BE49-F238E27FC236}">
                      <a16:creationId xmlns:a16="http://schemas.microsoft.com/office/drawing/2014/main" id="{EEEB097C-16DC-733D-C03C-E8C267262CCD}"/>
                    </a:ext>
                  </a:extLst>
                </p:cNvPr>
                <p:cNvSpPr/>
                <p:nvPr/>
              </p:nvSpPr>
              <p:spPr>
                <a:xfrm>
                  <a:off x="6876542" y="4244897"/>
                  <a:ext cx="462342" cy="677195"/>
                </a:xfrm>
                <a:custGeom>
                  <a:avLst/>
                  <a:gdLst>
                    <a:gd name="connsiteX0" fmla="*/ 214853 w 462342"/>
                    <a:gd name="connsiteY0" fmla="*/ 65272 h 677195"/>
                    <a:gd name="connsiteX1" fmla="*/ 195815 w 462342"/>
                    <a:gd name="connsiteY1" fmla="*/ 73431 h 677195"/>
                    <a:gd name="connsiteX2" fmla="*/ 193096 w 462342"/>
                    <a:gd name="connsiteY2" fmla="*/ 125105 h 677195"/>
                    <a:gd name="connsiteX3" fmla="*/ 190376 w 462342"/>
                    <a:gd name="connsiteY3" fmla="*/ 280125 h 677195"/>
                    <a:gd name="connsiteX4" fmla="*/ 190376 w 462342"/>
                    <a:gd name="connsiteY4" fmla="*/ 301882 h 677195"/>
                    <a:gd name="connsiteX5" fmla="*/ 193096 w 462342"/>
                    <a:gd name="connsiteY5" fmla="*/ 342677 h 677195"/>
                    <a:gd name="connsiteX6" fmla="*/ 195815 w 462342"/>
                    <a:gd name="connsiteY6" fmla="*/ 397070 h 677195"/>
                    <a:gd name="connsiteX7" fmla="*/ 195815 w 462342"/>
                    <a:gd name="connsiteY7" fmla="*/ 443304 h 677195"/>
                    <a:gd name="connsiteX8" fmla="*/ 195815 w 462342"/>
                    <a:gd name="connsiteY8" fmla="*/ 530333 h 677195"/>
                    <a:gd name="connsiteX9" fmla="*/ 193096 w 462342"/>
                    <a:gd name="connsiteY9" fmla="*/ 554810 h 677195"/>
                    <a:gd name="connsiteX10" fmla="*/ 190376 w 462342"/>
                    <a:gd name="connsiteY10" fmla="*/ 603764 h 677195"/>
                    <a:gd name="connsiteX11" fmla="*/ 198535 w 462342"/>
                    <a:gd name="connsiteY11" fmla="*/ 611923 h 677195"/>
                    <a:gd name="connsiteX12" fmla="*/ 214853 w 462342"/>
                    <a:gd name="connsiteY12" fmla="*/ 611923 h 677195"/>
                    <a:gd name="connsiteX13" fmla="*/ 236610 w 462342"/>
                    <a:gd name="connsiteY13" fmla="*/ 611923 h 677195"/>
                    <a:gd name="connsiteX14" fmla="*/ 263807 w 462342"/>
                    <a:gd name="connsiteY14" fmla="*/ 598325 h 677195"/>
                    <a:gd name="connsiteX15" fmla="*/ 277405 w 462342"/>
                    <a:gd name="connsiteY15" fmla="*/ 592885 h 677195"/>
                    <a:gd name="connsiteX16" fmla="*/ 291004 w 462342"/>
                    <a:gd name="connsiteY16" fmla="*/ 573848 h 677195"/>
                    <a:gd name="connsiteX17" fmla="*/ 307322 w 462342"/>
                    <a:gd name="connsiteY17" fmla="*/ 543931 h 677195"/>
                    <a:gd name="connsiteX18" fmla="*/ 326359 w 462342"/>
                    <a:gd name="connsiteY18" fmla="*/ 481379 h 677195"/>
                    <a:gd name="connsiteX19" fmla="*/ 337238 w 462342"/>
                    <a:gd name="connsiteY19" fmla="*/ 413388 h 677195"/>
                    <a:gd name="connsiteX20" fmla="*/ 337238 w 462342"/>
                    <a:gd name="connsiteY20" fmla="*/ 350836 h 677195"/>
                    <a:gd name="connsiteX21" fmla="*/ 334518 w 462342"/>
                    <a:gd name="connsiteY21" fmla="*/ 296443 h 677195"/>
                    <a:gd name="connsiteX22" fmla="*/ 329079 w 462342"/>
                    <a:gd name="connsiteY22" fmla="*/ 244769 h 677195"/>
                    <a:gd name="connsiteX23" fmla="*/ 307322 w 462342"/>
                    <a:gd name="connsiteY23" fmla="*/ 135983 h 677195"/>
                    <a:gd name="connsiteX24" fmla="*/ 271966 w 462342"/>
                    <a:gd name="connsiteY24" fmla="*/ 78870 h 677195"/>
                    <a:gd name="connsiteX25" fmla="*/ 214853 w 462342"/>
                    <a:gd name="connsiteY25" fmla="*/ 65272 h 677195"/>
                    <a:gd name="connsiteX26" fmla="*/ 114226 w 462342"/>
                    <a:gd name="connsiteY26" fmla="*/ 0 h 677195"/>
                    <a:gd name="connsiteX27" fmla="*/ 127824 w 462342"/>
                    <a:gd name="connsiteY27" fmla="*/ 0 h 677195"/>
                    <a:gd name="connsiteX28" fmla="*/ 146862 w 462342"/>
                    <a:gd name="connsiteY28" fmla="*/ 2720 h 677195"/>
                    <a:gd name="connsiteX29" fmla="*/ 174059 w 462342"/>
                    <a:gd name="connsiteY29" fmla="*/ 21758 h 677195"/>
                    <a:gd name="connsiteX30" fmla="*/ 193096 w 462342"/>
                    <a:gd name="connsiteY30" fmla="*/ 21758 h 677195"/>
                    <a:gd name="connsiteX31" fmla="*/ 261088 w 462342"/>
                    <a:gd name="connsiteY31" fmla="*/ 27197 h 677195"/>
                    <a:gd name="connsiteX32" fmla="*/ 310042 w 462342"/>
                    <a:gd name="connsiteY32" fmla="*/ 35356 h 677195"/>
                    <a:gd name="connsiteX33" fmla="*/ 334518 w 462342"/>
                    <a:gd name="connsiteY33" fmla="*/ 40795 h 677195"/>
                    <a:gd name="connsiteX34" fmla="*/ 356276 w 462342"/>
                    <a:gd name="connsiteY34" fmla="*/ 59833 h 677195"/>
                    <a:gd name="connsiteX35" fmla="*/ 372593 w 462342"/>
                    <a:gd name="connsiteY35" fmla="*/ 76151 h 677195"/>
                    <a:gd name="connsiteX36" fmla="*/ 380752 w 462342"/>
                    <a:gd name="connsiteY36" fmla="*/ 95188 h 677195"/>
                    <a:gd name="connsiteX37" fmla="*/ 405230 w 462342"/>
                    <a:gd name="connsiteY37" fmla="*/ 114226 h 677195"/>
                    <a:gd name="connsiteX38" fmla="*/ 416108 w 462342"/>
                    <a:gd name="connsiteY38" fmla="*/ 141422 h 677195"/>
                    <a:gd name="connsiteX39" fmla="*/ 451464 w 462342"/>
                    <a:gd name="connsiteY39" fmla="*/ 201256 h 677195"/>
                    <a:gd name="connsiteX40" fmla="*/ 456903 w 462342"/>
                    <a:gd name="connsiteY40" fmla="*/ 252929 h 677195"/>
                    <a:gd name="connsiteX41" fmla="*/ 456903 w 462342"/>
                    <a:gd name="connsiteY41" fmla="*/ 291004 h 677195"/>
                    <a:gd name="connsiteX42" fmla="*/ 459623 w 462342"/>
                    <a:gd name="connsiteY42" fmla="*/ 318201 h 677195"/>
                    <a:gd name="connsiteX43" fmla="*/ 459623 w 462342"/>
                    <a:gd name="connsiteY43" fmla="*/ 326360 h 677195"/>
                    <a:gd name="connsiteX44" fmla="*/ 459623 w 462342"/>
                    <a:gd name="connsiteY44" fmla="*/ 348117 h 677195"/>
                    <a:gd name="connsiteX45" fmla="*/ 462342 w 462342"/>
                    <a:gd name="connsiteY45" fmla="*/ 367155 h 677195"/>
                    <a:gd name="connsiteX46" fmla="*/ 456903 w 462342"/>
                    <a:gd name="connsiteY46" fmla="*/ 391632 h 677195"/>
                    <a:gd name="connsiteX47" fmla="*/ 456903 w 462342"/>
                    <a:gd name="connsiteY47" fmla="*/ 418828 h 677195"/>
                    <a:gd name="connsiteX48" fmla="*/ 451464 w 462342"/>
                    <a:gd name="connsiteY48" fmla="*/ 437866 h 677195"/>
                    <a:gd name="connsiteX49" fmla="*/ 446025 w 462342"/>
                    <a:gd name="connsiteY49" fmla="*/ 454184 h 677195"/>
                    <a:gd name="connsiteX50" fmla="*/ 440585 w 462342"/>
                    <a:gd name="connsiteY50" fmla="*/ 481380 h 677195"/>
                    <a:gd name="connsiteX51" fmla="*/ 432426 w 462342"/>
                    <a:gd name="connsiteY51" fmla="*/ 508577 h 677195"/>
                    <a:gd name="connsiteX52" fmla="*/ 418828 w 462342"/>
                    <a:gd name="connsiteY52" fmla="*/ 530334 h 677195"/>
                    <a:gd name="connsiteX53" fmla="*/ 410669 w 462342"/>
                    <a:gd name="connsiteY53" fmla="*/ 549371 h 677195"/>
                    <a:gd name="connsiteX54" fmla="*/ 391631 w 462342"/>
                    <a:gd name="connsiteY54" fmla="*/ 579288 h 677195"/>
                    <a:gd name="connsiteX55" fmla="*/ 337238 w 462342"/>
                    <a:gd name="connsiteY55" fmla="*/ 630961 h 677195"/>
                    <a:gd name="connsiteX56" fmla="*/ 301883 w 462342"/>
                    <a:gd name="connsiteY56" fmla="*/ 647279 h 677195"/>
                    <a:gd name="connsiteX57" fmla="*/ 263807 w 462342"/>
                    <a:gd name="connsiteY57" fmla="*/ 652718 h 677195"/>
                    <a:gd name="connsiteX58" fmla="*/ 233891 w 462342"/>
                    <a:gd name="connsiteY58" fmla="*/ 649999 h 677195"/>
                    <a:gd name="connsiteX59" fmla="*/ 187657 w 462342"/>
                    <a:gd name="connsiteY59" fmla="*/ 652718 h 677195"/>
                    <a:gd name="connsiteX60" fmla="*/ 171339 w 462342"/>
                    <a:gd name="connsiteY60" fmla="*/ 669036 h 677195"/>
                    <a:gd name="connsiteX61" fmla="*/ 155021 w 462342"/>
                    <a:gd name="connsiteY61" fmla="*/ 671756 h 677195"/>
                    <a:gd name="connsiteX62" fmla="*/ 138703 w 462342"/>
                    <a:gd name="connsiteY62" fmla="*/ 674476 h 677195"/>
                    <a:gd name="connsiteX63" fmla="*/ 125105 w 462342"/>
                    <a:gd name="connsiteY63" fmla="*/ 677195 h 677195"/>
                    <a:gd name="connsiteX64" fmla="*/ 106067 w 462342"/>
                    <a:gd name="connsiteY64" fmla="*/ 671756 h 677195"/>
                    <a:gd name="connsiteX65" fmla="*/ 87029 w 462342"/>
                    <a:gd name="connsiteY65" fmla="*/ 658158 h 677195"/>
                    <a:gd name="connsiteX66" fmla="*/ 81590 w 462342"/>
                    <a:gd name="connsiteY66" fmla="*/ 652718 h 677195"/>
                    <a:gd name="connsiteX67" fmla="*/ 67992 w 462342"/>
                    <a:gd name="connsiteY67" fmla="*/ 652718 h 677195"/>
                    <a:gd name="connsiteX68" fmla="*/ 43515 w 462342"/>
                    <a:gd name="connsiteY68" fmla="*/ 652718 h 677195"/>
                    <a:gd name="connsiteX69" fmla="*/ 16318 w 462342"/>
                    <a:gd name="connsiteY69" fmla="*/ 647279 h 677195"/>
                    <a:gd name="connsiteX70" fmla="*/ 0 w 462342"/>
                    <a:gd name="connsiteY70" fmla="*/ 630961 h 677195"/>
                    <a:gd name="connsiteX71" fmla="*/ 5439 w 462342"/>
                    <a:gd name="connsiteY71" fmla="*/ 620083 h 677195"/>
                    <a:gd name="connsiteX72" fmla="*/ 27197 w 462342"/>
                    <a:gd name="connsiteY72" fmla="*/ 611924 h 677195"/>
                    <a:gd name="connsiteX73" fmla="*/ 65272 w 462342"/>
                    <a:gd name="connsiteY73" fmla="*/ 609204 h 677195"/>
                    <a:gd name="connsiteX74" fmla="*/ 65272 w 462342"/>
                    <a:gd name="connsiteY74" fmla="*/ 584727 h 677195"/>
                    <a:gd name="connsiteX75" fmla="*/ 62552 w 462342"/>
                    <a:gd name="connsiteY75" fmla="*/ 456903 h 677195"/>
                    <a:gd name="connsiteX76" fmla="*/ 65272 w 462342"/>
                    <a:gd name="connsiteY76" fmla="*/ 337238 h 677195"/>
                    <a:gd name="connsiteX77" fmla="*/ 67992 w 462342"/>
                    <a:gd name="connsiteY77" fmla="*/ 203975 h 677195"/>
                    <a:gd name="connsiteX78" fmla="*/ 70712 w 462342"/>
                    <a:gd name="connsiteY78" fmla="*/ 119665 h 677195"/>
                    <a:gd name="connsiteX79" fmla="*/ 73431 w 462342"/>
                    <a:gd name="connsiteY79" fmla="*/ 67992 h 677195"/>
                    <a:gd name="connsiteX80" fmla="*/ 67992 w 462342"/>
                    <a:gd name="connsiteY80" fmla="*/ 67992 h 677195"/>
                    <a:gd name="connsiteX81" fmla="*/ 43515 w 462342"/>
                    <a:gd name="connsiteY81" fmla="*/ 67992 h 677195"/>
                    <a:gd name="connsiteX82" fmla="*/ 16318 w 462342"/>
                    <a:gd name="connsiteY82" fmla="*/ 62552 h 677195"/>
                    <a:gd name="connsiteX83" fmla="*/ 0 w 462342"/>
                    <a:gd name="connsiteY83" fmla="*/ 46234 h 677195"/>
                    <a:gd name="connsiteX84" fmla="*/ 5439 w 462342"/>
                    <a:gd name="connsiteY84" fmla="*/ 35356 h 677195"/>
                    <a:gd name="connsiteX85" fmla="*/ 27197 w 462342"/>
                    <a:gd name="connsiteY85" fmla="*/ 27197 h 677195"/>
                    <a:gd name="connsiteX86" fmla="*/ 76151 w 462342"/>
                    <a:gd name="connsiteY86" fmla="*/ 21758 h 677195"/>
                    <a:gd name="connsiteX87" fmla="*/ 81590 w 462342"/>
                    <a:gd name="connsiteY87" fmla="*/ 13598 h 677195"/>
                    <a:gd name="connsiteX88" fmla="*/ 97908 w 462342"/>
                    <a:gd name="connsiteY88" fmla="*/ 5439 h 677195"/>
                    <a:gd name="connsiteX89" fmla="*/ 114226 w 462342"/>
                    <a:gd name="connsiteY89" fmla="*/ 0 h 6771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</a:cxnLst>
                  <a:rect l="l" t="t" r="r" b="b"/>
                  <a:pathLst>
                    <a:path w="462342" h="677195">
                      <a:moveTo>
                        <a:pt x="214853" y="65272"/>
                      </a:moveTo>
                      <a:cubicBezTo>
                        <a:pt x="203975" y="65272"/>
                        <a:pt x="195815" y="67992"/>
                        <a:pt x="195815" y="73431"/>
                      </a:cubicBezTo>
                      <a:cubicBezTo>
                        <a:pt x="193096" y="78870"/>
                        <a:pt x="193096" y="100628"/>
                        <a:pt x="193096" y="125105"/>
                      </a:cubicBezTo>
                      <a:cubicBezTo>
                        <a:pt x="193096" y="182217"/>
                        <a:pt x="193096" y="266527"/>
                        <a:pt x="190376" y="280125"/>
                      </a:cubicBezTo>
                      <a:cubicBezTo>
                        <a:pt x="190376" y="288284"/>
                        <a:pt x="190376" y="293723"/>
                        <a:pt x="190376" y="301882"/>
                      </a:cubicBezTo>
                      <a:cubicBezTo>
                        <a:pt x="190376" y="315480"/>
                        <a:pt x="190376" y="329079"/>
                        <a:pt x="193096" y="342677"/>
                      </a:cubicBezTo>
                      <a:cubicBezTo>
                        <a:pt x="193096" y="361715"/>
                        <a:pt x="193096" y="378033"/>
                        <a:pt x="195815" y="397070"/>
                      </a:cubicBezTo>
                      <a:cubicBezTo>
                        <a:pt x="195815" y="413388"/>
                        <a:pt x="195815" y="426986"/>
                        <a:pt x="195815" y="443304"/>
                      </a:cubicBezTo>
                      <a:cubicBezTo>
                        <a:pt x="195815" y="465061"/>
                        <a:pt x="198535" y="508576"/>
                        <a:pt x="195815" y="530333"/>
                      </a:cubicBezTo>
                      <a:cubicBezTo>
                        <a:pt x="195815" y="538492"/>
                        <a:pt x="193096" y="546651"/>
                        <a:pt x="193096" y="554810"/>
                      </a:cubicBezTo>
                      <a:cubicBezTo>
                        <a:pt x="193096" y="560249"/>
                        <a:pt x="190376" y="590166"/>
                        <a:pt x="190376" y="603764"/>
                      </a:cubicBezTo>
                      <a:cubicBezTo>
                        <a:pt x="190376" y="609203"/>
                        <a:pt x="190376" y="611923"/>
                        <a:pt x="198535" y="611923"/>
                      </a:cubicBezTo>
                      <a:cubicBezTo>
                        <a:pt x="206694" y="611923"/>
                        <a:pt x="209414" y="611923"/>
                        <a:pt x="214853" y="611923"/>
                      </a:cubicBezTo>
                      <a:cubicBezTo>
                        <a:pt x="223012" y="611923"/>
                        <a:pt x="220293" y="611923"/>
                        <a:pt x="236610" y="611923"/>
                      </a:cubicBezTo>
                      <a:cubicBezTo>
                        <a:pt x="242050" y="611923"/>
                        <a:pt x="258368" y="601044"/>
                        <a:pt x="263807" y="598325"/>
                      </a:cubicBezTo>
                      <a:cubicBezTo>
                        <a:pt x="266527" y="598325"/>
                        <a:pt x="274686" y="592885"/>
                        <a:pt x="277405" y="592885"/>
                      </a:cubicBezTo>
                      <a:cubicBezTo>
                        <a:pt x="285564" y="587446"/>
                        <a:pt x="288284" y="579287"/>
                        <a:pt x="291004" y="573848"/>
                      </a:cubicBezTo>
                      <a:cubicBezTo>
                        <a:pt x="296443" y="562969"/>
                        <a:pt x="301882" y="554810"/>
                        <a:pt x="307322" y="543931"/>
                      </a:cubicBezTo>
                      <a:cubicBezTo>
                        <a:pt x="315481" y="524894"/>
                        <a:pt x="320920" y="524894"/>
                        <a:pt x="326359" y="481379"/>
                      </a:cubicBezTo>
                      <a:cubicBezTo>
                        <a:pt x="329079" y="456903"/>
                        <a:pt x="334518" y="435145"/>
                        <a:pt x="337238" y="413388"/>
                      </a:cubicBezTo>
                      <a:cubicBezTo>
                        <a:pt x="337238" y="391631"/>
                        <a:pt x="337238" y="369873"/>
                        <a:pt x="337238" y="350836"/>
                      </a:cubicBezTo>
                      <a:cubicBezTo>
                        <a:pt x="337238" y="339957"/>
                        <a:pt x="337238" y="320920"/>
                        <a:pt x="334518" y="296443"/>
                      </a:cubicBezTo>
                      <a:cubicBezTo>
                        <a:pt x="331798" y="269246"/>
                        <a:pt x="329079" y="250209"/>
                        <a:pt x="329079" y="244769"/>
                      </a:cubicBezTo>
                      <a:cubicBezTo>
                        <a:pt x="323640" y="206694"/>
                        <a:pt x="318200" y="174058"/>
                        <a:pt x="307322" y="135983"/>
                      </a:cubicBezTo>
                      <a:cubicBezTo>
                        <a:pt x="304602" y="125105"/>
                        <a:pt x="304602" y="108787"/>
                        <a:pt x="271966" y="78870"/>
                      </a:cubicBezTo>
                      <a:cubicBezTo>
                        <a:pt x="263807" y="73431"/>
                        <a:pt x="233891" y="65272"/>
                        <a:pt x="214853" y="65272"/>
                      </a:cubicBezTo>
                      <a:close/>
                      <a:moveTo>
                        <a:pt x="114226" y="0"/>
                      </a:moveTo>
                      <a:cubicBezTo>
                        <a:pt x="119665" y="0"/>
                        <a:pt x="125105" y="0"/>
                        <a:pt x="127824" y="0"/>
                      </a:cubicBezTo>
                      <a:cubicBezTo>
                        <a:pt x="133264" y="0"/>
                        <a:pt x="141422" y="0"/>
                        <a:pt x="146862" y="2720"/>
                      </a:cubicBezTo>
                      <a:cubicBezTo>
                        <a:pt x="157741" y="5439"/>
                        <a:pt x="165900" y="13598"/>
                        <a:pt x="174059" y="21758"/>
                      </a:cubicBezTo>
                      <a:cubicBezTo>
                        <a:pt x="179498" y="21758"/>
                        <a:pt x="187657" y="21758"/>
                        <a:pt x="193096" y="21758"/>
                      </a:cubicBezTo>
                      <a:cubicBezTo>
                        <a:pt x="212134" y="21758"/>
                        <a:pt x="228452" y="27197"/>
                        <a:pt x="261088" y="27197"/>
                      </a:cubicBezTo>
                      <a:cubicBezTo>
                        <a:pt x="277405" y="27197"/>
                        <a:pt x="293723" y="35356"/>
                        <a:pt x="310042" y="35356"/>
                      </a:cubicBezTo>
                      <a:cubicBezTo>
                        <a:pt x="318200" y="35356"/>
                        <a:pt x="329079" y="35356"/>
                        <a:pt x="334518" y="40795"/>
                      </a:cubicBezTo>
                      <a:cubicBezTo>
                        <a:pt x="342677" y="46234"/>
                        <a:pt x="348117" y="54393"/>
                        <a:pt x="356276" y="59833"/>
                      </a:cubicBezTo>
                      <a:cubicBezTo>
                        <a:pt x="361715" y="65272"/>
                        <a:pt x="369874" y="67992"/>
                        <a:pt x="372593" y="76151"/>
                      </a:cubicBezTo>
                      <a:cubicBezTo>
                        <a:pt x="375313" y="81590"/>
                        <a:pt x="378033" y="89749"/>
                        <a:pt x="380752" y="95188"/>
                      </a:cubicBezTo>
                      <a:cubicBezTo>
                        <a:pt x="386192" y="103347"/>
                        <a:pt x="391631" y="106067"/>
                        <a:pt x="405230" y="114226"/>
                      </a:cubicBezTo>
                      <a:cubicBezTo>
                        <a:pt x="413388" y="119665"/>
                        <a:pt x="410669" y="133263"/>
                        <a:pt x="416108" y="141422"/>
                      </a:cubicBezTo>
                      <a:cubicBezTo>
                        <a:pt x="426987" y="160461"/>
                        <a:pt x="446025" y="182218"/>
                        <a:pt x="451464" y="201256"/>
                      </a:cubicBezTo>
                      <a:cubicBezTo>
                        <a:pt x="456903" y="220293"/>
                        <a:pt x="456903" y="236611"/>
                        <a:pt x="456903" y="252929"/>
                      </a:cubicBezTo>
                      <a:cubicBezTo>
                        <a:pt x="456903" y="266527"/>
                        <a:pt x="456903" y="277406"/>
                        <a:pt x="456903" y="291004"/>
                      </a:cubicBezTo>
                      <a:cubicBezTo>
                        <a:pt x="456903" y="299163"/>
                        <a:pt x="456903" y="307322"/>
                        <a:pt x="459623" y="318201"/>
                      </a:cubicBezTo>
                      <a:cubicBezTo>
                        <a:pt x="459623" y="320921"/>
                        <a:pt x="459623" y="323640"/>
                        <a:pt x="459623" y="326360"/>
                      </a:cubicBezTo>
                      <a:cubicBezTo>
                        <a:pt x="462342" y="331799"/>
                        <a:pt x="459623" y="337238"/>
                        <a:pt x="459623" y="348117"/>
                      </a:cubicBezTo>
                      <a:cubicBezTo>
                        <a:pt x="459623" y="350837"/>
                        <a:pt x="462342" y="361715"/>
                        <a:pt x="462342" y="367155"/>
                      </a:cubicBezTo>
                      <a:cubicBezTo>
                        <a:pt x="462342" y="375314"/>
                        <a:pt x="456903" y="383473"/>
                        <a:pt x="456903" y="391632"/>
                      </a:cubicBezTo>
                      <a:cubicBezTo>
                        <a:pt x="456903" y="399790"/>
                        <a:pt x="456903" y="410669"/>
                        <a:pt x="456903" y="418828"/>
                      </a:cubicBezTo>
                      <a:cubicBezTo>
                        <a:pt x="456903" y="421548"/>
                        <a:pt x="454183" y="429707"/>
                        <a:pt x="451464" y="437866"/>
                      </a:cubicBezTo>
                      <a:cubicBezTo>
                        <a:pt x="448744" y="443305"/>
                        <a:pt x="448744" y="451464"/>
                        <a:pt x="446025" y="454184"/>
                      </a:cubicBezTo>
                      <a:cubicBezTo>
                        <a:pt x="443305" y="462343"/>
                        <a:pt x="440585" y="473221"/>
                        <a:pt x="440585" y="481380"/>
                      </a:cubicBezTo>
                      <a:cubicBezTo>
                        <a:pt x="437865" y="489539"/>
                        <a:pt x="437865" y="500418"/>
                        <a:pt x="432426" y="508577"/>
                      </a:cubicBezTo>
                      <a:cubicBezTo>
                        <a:pt x="429706" y="516736"/>
                        <a:pt x="424267" y="522175"/>
                        <a:pt x="418828" y="530334"/>
                      </a:cubicBezTo>
                      <a:cubicBezTo>
                        <a:pt x="416108" y="535773"/>
                        <a:pt x="413388" y="543932"/>
                        <a:pt x="410669" y="549371"/>
                      </a:cubicBezTo>
                      <a:cubicBezTo>
                        <a:pt x="405230" y="557531"/>
                        <a:pt x="397071" y="573848"/>
                        <a:pt x="391631" y="579288"/>
                      </a:cubicBezTo>
                      <a:cubicBezTo>
                        <a:pt x="369874" y="609204"/>
                        <a:pt x="350836" y="620083"/>
                        <a:pt x="337238" y="630961"/>
                      </a:cubicBezTo>
                      <a:cubicBezTo>
                        <a:pt x="326359" y="639120"/>
                        <a:pt x="315481" y="641840"/>
                        <a:pt x="301883" y="647279"/>
                      </a:cubicBezTo>
                      <a:cubicBezTo>
                        <a:pt x="291004" y="649999"/>
                        <a:pt x="277405" y="652718"/>
                        <a:pt x="263807" y="652718"/>
                      </a:cubicBezTo>
                      <a:cubicBezTo>
                        <a:pt x="252929" y="652718"/>
                        <a:pt x="244770" y="649999"/>
                        <a:pt x="233891" y="649999"/>
                      </a:cubicBezTo>
                      <a:cubicBezTo>
                        <a:pt x="206694" y="649999"/>
                        <a:pt x="217573" y="652718"/>
                        <a:pt x="187657" y="652718"/>
                      </a:cubicBezTo>
                      <a:cubicBezTo>
                        <a:pt x="184937" y="660877"/>
                        <a:pt x="179498" y="666317"/>
                        <a:pt x="171339" y="669036"/>
                      </a:cubicBezTo>
                      <a:cubicBezTo>
                        <a:pt x="165900" y="671756"/>
                        <a:pt x="160460" y="671756"/>
                        <a:pt x="155021" y="671756"/>
                      </a:cubicBezTo>
                      <a:cubicBezTo>
                        <a:pt x="149581" y="671756"/>
                        <a:pt x="144142" y="674476"/>
                        <a:pt x="138703" y="674476"/>
                      </a:cubicBezTo>
                      <a:cubicBezTo>
                        <a:pt x="135983" y="674476"/>
                        <a:pt x="127824" y="677195"/>
                        <a:pt x="125105" y="677195"/>
                      </a:cubicBezTo>
                      <a:cubicBezTo>
                        <a:pt x="116946" y="677195"/>
                        <a:pt x="108787" y="671756"/>
                        <a:pt x="106067" y="671756"/>
                      </a:cubicBezTo>
                      <a:cubicBezTo>
                        <a:pt x="100628" y="669036"/>
                        <a:pt x="95188" y="663597"/>
                        <a:pt x="87029" y="658158"/>
                      </a:cubicBezTo>
                      <a:cubicBezTo>
                        <a:pt x="84310" y="655438"/>
                        <a:pt x="81590" y="655438"/>
                        <a:pt x="81590" y="652718"/>
                      </a:cubicBezTo>
                      <a:cubicBezTo>
                        <a:pt x="73431" y="652718"/>
                        <a:pt x="81590" y="652718"/>
                        <a:pt x="67992" y="652718"/>
                      </a:cubicBezTo>
                      <a:cubicBezTo>
                        <a:pt x="59833" y="652718"/>
                        <a:pt x="51674" y="652718"/>
                        <a:pt x="43515" y="652718"/>
                      </a:cubicBezTo>
                      <a:cubicBezTo>
                        <a:pt x="35356" y="652718"/>
                        <a:pt x="24477" y="652718"/>
                        <a:pt x="16318" y="647279"/>
                      </a:cubicBezTo>
                      <a:cubicBezTo>
                        <a:pt x="8159" y="644559"/>
                        <a:pt x="0" y="636401"/>
                        <a:pt x="0" y="630961"/>
                      </a:cubicBezTo>
                      <a:cubicBezTo>
                        <a:pt x="0" y="625522"/>
                        <a:pt x="0" y="622802"/>
                        <a:pt x="5439" y="620083"/>
                      </a:cubicBezTo>
                      <a:cubicBezTo>
                        <a:pt x="10879" y="617363"/>
                        <a:pt x="21758" y="614643"/>
                        <a:pt x="27197" y="611924"/>
                      </a:cubicBezTo>
                      <a:cubicBezTo>
                        <a:pt x="38076" y="609204"/>
                        <a:pt x="54393" y="609204"/>
                        <a:pt x="65272" y="609204"/>
                      </a:cubicBezTo>
                      <a:cubicBezTo>
                        <a:pt x="65272" y="601045"/>
                        <a:pt x="65272" y="592886"/>
                        <a:pt x="65272" y="584727"/>
                      </a:cubicBezTo>
                      <a:cubicBezTo>
                        <a:pt x="65272" y="541213"/>
                        <a:pt x="62552" y="500418"/>
                        <a:pt x="62552" y="456903"/>
                      </a:cubicBezTo>
                      <a:cubicBezTo>
                        <a:pt x="62552" y="440585"/>
                        <a:pt x="65272" y="397071"/>
                        <a:pt x="65272" y="337238"/>
                      </a:cubicBezTo>
                      <a:cubicBezTo>
                        <a:pt x="65272" y="293724"/>
                        <a:pt x="67992" y="247490"/>
                        <a:pt x="67992" y="203975"/>
                      </a:cubicBezTo>
                      <a:cubicBezTo>
                        <a:pt x="67992" y="179498"/>
                        <a:pt x="67992" y="149582"/>
                        <a:pt x="70712" y="119665"/>
                      </a:cubicBezTo>
                      <a:cubicBezTo>
                        <a:pt x="70712" y="103347"/>
                        <a:pt x="73431" y="84309"/>
                        <a:pt x="73431" y="67992"/>
                      </a:cubicBezTo>
                      <a:cubicBezTo>
                        <a:pt x="73431" y="67992"/>
                        <a:pt x="70712" y="67992"/>
                        <a:pt x="67992" y="67992"/>
                      </a:cubicBezTo>
                      <a:cubicBezTo>
                        <a:pt x="59833" y="67992"/>
                        <a:pt x="51674" y="67992"/>
                        <a:pt x="43515" y="67992"/>
                      </a:cubicBezTo>
                      <a:cubicBezTo>
                        <a:pt x="35356" y="67992"/>
                        <a:pt x="24477" y="67992"/>
                        <a:pt x="16318" y="62552"/>
                      </a:cubicBezTo>
                      <a:cubicBezTo>
                        <a:pt x="8159" y="59833"/>
                        <a:pt x="0" y="51674"/>
                        <a:pt x="0" y="46234"/>
                      </a:cubicBezTo>
                      <a:cubicBezTo>
                        <a:pt x="0" y="43515"/>
                        <a:pt x="0" y="38075"/>
                        <a:pt x="5439" y="35356"/>
                      </a:cubicBezTo>
                      <a:cubicBezTo>
                        <a:pt x="10879" y="32636"/>
                        <a:pt x="21758" y="29916"/>
                        <a:pt x="27197" y="27197"/>
                      </a:cubicBezTo>
                      <a:cubicBezTo>
                        <a:pt x="46234" y="24477"/>
                        <a:pt x="65272" y="21758"/>
                        <a:pt x="76151" y="21758"/>
                      </a:cubicBezTo>
                      <a:cubicBezTo>
                        <a:pt x="76151" y="19038"/>
                        <a:pt x="78871" y="16318"/>
                        <a:pt x="81590" y="13598"/>
                      </a:cubicBezTo>
                      <a:cubicBezTo>
                        <a:pt x="84310" y="10879"/>
                        <a:pt x="92469" y="5439"/>
                        <a:pt x="97908" y="5439"/>
                      </a:cubicBezTo>
                      <a:cubicBezTo>
                        <a:pt x="103347" y="2720"/>
                        <a:pt x="108787" y="0"/>
                        <a:pt x="114226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45" name="Freeform: Shape 44">
                  <a:extLst>
                    <a:ext uri="{FF2B5EF4-FFF2-40B4-BE49-F238E27FC236}">
                      <a16:creationId xmlns:a16="http://schemas.microsoft.com/office/drawing/2014/main" id="{42928BA7-28A9-1E46-1487-49831C5AC9D7}"/>
                    </a:ext>
                  </a:extLst>
                </p:cNvPr>
                <p:cNvSpPr/>
                <p:nvPr/>
              </p:nvSpPr>
              <p:spPr>
                <a:xfrm>
                  <a:off x="7310622" y="4197597"/>
                  <a:ext cx="489539" cy="761503"/>
                </a:xfrm>
                <a:custGeom>
                  <a:avLst/>
                  <a:gdLst>
                    <a:gd name="connsiteX0" fmla="*/ 433491 w 489538"/>
                    <a:gd name="connsiteY0" fmla="*/ 651063 h 761503"/>
                    <a:gd name="connsiteX1" fmla="*/ 438930 w 489538"/>
                    <a:gd name="connsiteY1" fmla="*/ 661942 h 761503"/>
                    <a:gd name="connsiteX2" fmla="*/ 425332 w 489538"/>
                    <a:gd name="connsiteY2" fmla="*/ 683699 h 761503"/>
                    <a:gd name="connsiteX3" fmla="*/ 400855 w 489538"/>
                    <a:gd name="connsiteY3" fmla="*/ 691858 h 761503"/>
                    <a:gd name="connsiteX4" fmla="*/ 343742 w 489538"/>
                    <a:gd name="connsiteY4" fmla="*/ 700017 h 761503"/>
                    <a:gd name="connsiteX5" fmla="*/ 316546 w 489538"/>
                    <a:gd name="connsiteY5" fmla="*/ 705456 h 761503"/>
                    <a:gd name="connsiteX6" fmla="*/ 275751 w 489538"/>
                    <a:gd name="connsiteY6" fmla="*/ 705456 h 761503"/>
                    <a:gd name="connsiteX7" fmla="*/ 264872 w 489538"/>
                    <a:gd name="connsiteY7" fmla="*/ 708176 h 761503"/>
                    <a:gd name="connsiteX8" fmla="*/ 253994 w 489538"/>
                    <a:gd name="connsiteY8" fmla="*/ 708176 h 761503"/>
                    <a:gd name="connsiteX9" fmla="*/ 240395 w 489538"/>
                    <a:gd name="connsiteY9" fmla="*/ 719054 h 761503"/>
                    <a:gd name="connsiteX10" fmla="*/ 224077 w 489538"/>
                    <a:gd name="connsiteY10" fmla="*/ 721774 h 761503"/>
                    <a:gd name="connsiteX11" fmla="*/ 205040 w 489538"/>
                    <a:gd name="connsiteY11" fmla="*/ 724494 h 761503"/>
                    <a:gd name="connsiteX12" fmla="*/ 191441 w 489538"/>
                    <a:gd name="connsiteY12" fmla="*/ 727213 h 761503"/>
                    <a:gd name="connsiteX13" fmla="*/ 169684 w 489538"/>
                    <a:gd name="connsiteY13" fmla="*/ 721774 h 761503"/>
                    <a:gd name="connsiteX14" fmla="*/ 150646 w 489538"/>
                    <a:gd name="connsiteY14" fmla="*/ 708176 h 761503"/>
                    <a:gd name="connsiteX15" fmla="*/ 139768 w 489538"/>
                    <a:gd name="connsiteY15" fmla="*/ 708176 h 761503"/>
                    <a:gd name="connsiteX16" fmla="*/ 120730 w 489538"/>
                    <a:gd name="connsiteY16" fmla="*/ 708176 h 761503"/>
                    <a:gd name="connsiteX17" fmla="*/ 98973 w 489538"/>
                    <a:gd name="connsiteY17" fmla="*/ 708176 h 761503"/>
                    <a:gd name="connsiteX18" fmla="*/ 74496 w 489538"/>
                    <a:gd name="connsiteY18" fmla="*/ 702736 h 761503"/>
                    <a:gd name="connsiteX19" fmla="*/ 58178 w 489538"/>
                    <a:gd name="connsiteY19" fmla="*/ 683699 h 761503"/>
                    <a:gd name="connsiteX20" fmla="*/ 63617 w 489538"/>
                    <a:gd name="connsiteY20" fmla="*/ 675540 h 761503"/>
                    <a:gd name="connsiteX21" fmla="*/ 85375 w 489538"/>
                    <a:gd name="connsiteY21" fmla="*/ 667381 h 761503"/>
                    <a:gd name="connsiteX22" fmla="*/ 128889 w 489538"/>
                    <a:gd name="connsiteY22" fmla="*/ 661942 h 761503"/>
                    <a:gd name="connsiteX23" fmla="*/ 128889 w 489538"/>
                    <a:gd name="connsiteY23" fmla="*/ 602109 h 761503"/>
                    <a:gd name="connsiteX24" fmla="*/ 126170 w 489538"/>
                    <a:gd name="connsiteY24" fmla="*/ 523239 h 761503"/>
                    <a:gd name="connsiteX25" fmla="*/ 126170 w 489538"/>
                    <a:gd name="connsiteY25" fmla="*/ 468846 h 761503"/>
                    <a:gd name="connsiteX26" fmla="*/ 123450 w 489538"/>
                    <a:gd name="connsiteY26" fmla="*/ 409014 h 761503"/>
                    <a:gd name="connsiteX27" fmla="*/ 123450 w 489538"/>
                    <a:gd name="connsiteY27" fmla="*/ 384537 h 761503"/>
                    <a:gd name="connsiteX28" fmla="*/ 126170 w 489538"/>
                    <a:gd name="connsiteY28" fmla="*/ 349181 h 761503"/>
                    <a:gd name="connsiteX29" fmla="*/ 126170 w 489538"/>
                    <a:gd name="connsiteY29" fmla="*/ 324704 h 761503"/>
                    <a:gd name="connsiteX30" fmla="*/ 128889 w 489538"/>
                    <a:gd name="connsiteY30" fmla="*/ 292068 h 761503"/>
                    <a:gd name="connsiteX31" fmla="*/ 134329 w 489538"/>
                    <a:gd name="connsiteY31" fmla="*/ 234956 h 761503"/>
                    <a:gd name="connsiteX32" fmla="*/ 134329 w 489538"/>
                    <a:gd name="connsiteY32" fmla="*/ 172404 h 761503"/>
                    <a:gd name="connsiteX33" fmla="*/ 137048 w 489538"/>
                    <a:gd name="connsiteY33" fmla="*/ 123450 h 761503"/>
                    <a:gd name="connsiteX34" fmla="*/ 123450 w 489538"/>
                    <a:gd name="connsiteY34" fmla="*/ 123450 h 761503"/>
                    <a:gd name="connsiteX35" fmla="*/ 101693 w 489538"/>
                    <a:gd name="connsiteY35" fmla="*/ 123450 h 761503"/>
                    <a:gd name="connsiteX36" fmla="*/ 77216 w 489538"/>
                    <a:gd name="connsiteY36" fmla="*/ 118011 h 761503"/>
                    <a:gd name="connsiteX37" fmla="*/ 60898 w 489538"/>
                    <a:gd name="connsiteY37" fmla="*/ 98973 h 761503"/>
                    <a:gd name="connsiteX38" fmla="*/ 66337 w 489538"/>
                    <a:gd name="connsiteY38" fmla="*/ 90814 h 761503"/>
                    <a:gd name="connsiteX39" fmla="*/ 88094 w 489538"/>
                    <a:gd name="connsiteY39" fmla="*/ 82655 h 761503"/>
                    <a:gd name="connsiteX40" fmla="*/ 145207 w 489538"/>
                    <a:gd name="connsiteY40" fmla="*/ 77216 h 761503"/>
                    <a:gd name="connsiteX41" fmla="*/ 145207 w 489538"/>
                    <a:gd name="connsiteY41" fmla="*/ 77216 h 761503"/>
                    <a:gd name="connsiteX42" fmla="*/ 153366 w 489538"/>
                    <a:gd name="connsiteY42" fmla="*/ 69057 h 761503"/>
                    <a:gd name="connsiteX43" fmla="*/ 177843 w 489538"/>
                    <a:gd name="connsiteY43" fmla="*/ 60898 h 761503"/>
                    <a:gd name="connsiteX44" fmla="*/ 196881 w 489538"/>
                    <a:gd name="connsiteY44" fmla="*/ 58178 h 761503"/>
                    <a:gd name="connsiteX45" fmla="*/ 205040 w 489538"/>
                    <a:gd name="connsiteY45" fmla="*/ 58178 h 761503"/>
                    <a:gd name="connsiteX46" fmla="*/ 215919 w 489538"/>
                    <a:gd name="connsiteY46" fmla="*/ 63617 h 761503"/>
                    <a:gd name="connsiteX47" fmla="*/ 229517 w 489538"/>
                    <a:gd name="connsiteY47" fmla="*/ 69057 h 761503"/>
                    <a:gd name="connsiteX48" fmla="*/ 256713 w 489538"/>
                    <a:gd name="connsiteY48" fmla="*/ 77216 h 761503"/>
                    <a:gd name="connsiteX49" fmla="*/ 264872 w 489538"/>
                    <a:gd name="connsiteY49" fmla="*/ 77216 h 761503"/>
                    <a:gd name="connsiteX50" fmla="*/ 281190 w 489538"/>
                    <a:gd name="connsiteY50" fmla="*/ 77216 h 761503"/>
                    <a:gd name="connsiteX51" fmla="*/ 330144 w 489538"/>
                    <a:gd name="connsiteY51" fmla="*/ 77216 h 761503"/>
                    <a:gd name="connsiteX52" fmla="*/ 357341 w 489538"/>
                    <a:gd name="connsiteY52" fmla="*/ 79935 h 761503"/>
                    <a:gd name="connsiteX53" fmla="*/ 387257 w 489538"/>
                    <a:gd name="connsiteY53" fmla="*/ 82655 h 761503"/>
                    <a:gd name="connsiteX54" fmla="*/ 406295 w 489538"/>
                    <a:gd name="connsiteY54" fmla="*/ 85375 h 761503"/>
                    <a:gd name="connsiteX55" fmla="*/ 417173 w 489538"/>
                    <a:gd name="connsiteY55" fmla="*/ 79935 h 761503"/>
                    <a:gd name="connsiteX56" fmla="*/ 425332 w 489538"/>
                    <a:gd name="connsiteY56" fmla="*/ 85375 h 761503"/>
                    <a:gd name="connsiteX57" fmla="*/ 433491 w 489538"/>
                    <a:gd name="connsiteY57" fmla="*/ 104412 h 761503"/>
                    <a:gd name="connsiteX58" fmla="*/ 436211 w 489538"/>
                    <a:gd name="connsiteY58" fmla="*/ 137048 h 761503"/>
                    <a:gd name="connsiteX59" fmla="*/ 438930 w 489538"/>
                    <a:gd name="connsiteY59" fmla="*/ 183282 h 761503"/>
                    <a:gd name="connsiteX60" fmla="*/ 422612 w 489538"/>
                    <a:gd name="connsiteY60" fmla="*/ 218638 h 761503"/>
                    <a:gd name="connsiteX61" fmla="*/ 406295 w 489538"/>
                    <a:gd name="connsiteY61" fmla="*/ 213198 h 761503"/>
                    <a:gd name="connsiteX62" fmla="*/ 398136 w 489538"/>
                    <a:gd name="connsiteY62" fmla="*/ 196881 h 761503"/>
                    <a:gd name="connsiteX63" fmla="*/ 395416 w 489538"/>
                    <a:gd name="connsiteY63" fmla="*/ 175123 h 761503"/>
                    <a:gd name="connsiteX64" fmla="*/ 395416 w 489538"/>
                    <a:gd name="connsiteY64" fmla="*/ 153366 h 761503"/>
                    <a:gd name="connsiteX65" fmla="*/ 395416 w 489538"/>
                    <a:gd name="connsiteY65" fmla="*/ 126170 h 761503"/>
                    <a:gd name="connsiteX66" fmla="*/ 370939 w 489538"/>
                    <a:gd name="connsiteY66" fmla="*/ 128889 h 761503"/>
                    <a:gd name="connsiteX67" fmla="*/ 338303 w 489538"/>
                    <a:gd name="connsiteY67" fmla="*/ 131609 h 761503"/>
                    <a:gd name="connsiteX68" fmla="*/ 286629 w 489538"/>
                    <a:gd name="connsiteY68" fmla="*/ 134328 h 761503"/>
                    <a:gd name="connsiteX69" fmla="*/ 273031 w 489538"/>
                    <a:gd name="connsiteY69" fmla="*/ 137048 h 761503"/>
                    <a:gd name="connsiteX70" fmla="*/ 262153 w 489538"/>
                    <a:gd name="connsiteY70" fmla="*/ 142487 h 761503"/>
                    <a:gd name="connsiteX71" fmla="*/ 259433 w 489538"/>
                    <a:gd name="connsiteY71" fmla="*/ 153366 h 761503"/>
                    <a:gd name="connsiteX72" fmla="*/ 262153 w 489538"/>
                    <a:gd name="connsiteY72" fmla="*/ 166964 h 761503"/>
                    <a:gd name="connsiteX73" fmla="*/ 262153 w 489538"/>
                    <a:gd name="connsiteY73" fmla="*/ 196881 h 761503"/>
                    <a:gd name="connsiteX74" fmla="*/ 262153 w 489538"/>
                    <a:gd name="connsiteY74" fmla="*/ 215918 h 761503"/>
                    <a:gd name="connsiteX75" fmla="*/ 262153 w 489538"/>
                    <a:gd name="connsiteY75" fmla="*/ 251274 h 761503"/>
                    <a:gd name="connsiteX76" fmla="*/ 259433 w 489538"/>
                    <a:gd name="connsiteY76" fmla="*/ 278470 h 761503"/>
                    <a:gd name="connsiteX77" fmla="*/ 259433 w 489538"/>
                    <a:gd name="connsiteY77" fmla="*/ 308386 h 761503"/>
                    <a:gd name="connsiteX78" fmla="*/ 259433 w 489538"/>
                    <a:gd name="connsiteY78" fmla="*/ 321985 h 761503"/>
                    <a:gd name="connsiteX79" fmla="*/ 259433 w 489538"/>
                    <a:gd name="connsiteY79" fmla="*/ 332863 h 761503"/>
                    <a:gd name="connsiteX80" fmla="*/ 267592 w 489538"/>
                    <a:gd name="connsiteY80" fmla="*/ 335583 h 761503"/>
                    <a:gd name="connsiteX81" fmla="*/ 281190 w 489538"/>
                    <a:gd name="connsiteY81" fmla="*/ 335583 h 761503"/>
                    <a:gd name="connsiteX82" fmla="*/ 327424 w 489538"/>
                    <a:gd name="connsiteY82" fmla="*/ 338303 h 761503"/>
                    <a:gd name="connsiteX83" fmla="*/ 351901 w 489538"/>
                    <a:gd name="connsiteY83" fmla="*/ 341022 h 761503"/>
                    <a:gd name="connsiteX84" fmla="*/ 351901 w 489538"/>
                    <a:gd name="connsiteY84" fmla="*/ 335583 h 761503"/>
                    <a:gd name="connsiteX85" fmla="*/ 351901 w 489538"/>
                    <a:gd name="connsiteY85" fmla="*/ 313826 h 761503"/>
                    <a:gd name="connsiteX86" fmla="*/ 357341 w 489538"/>
                    <a:gd name="connsiteY86" fmla="*/ 289349 h 761503"/>
                    <a:gd name="connsiteX87" fmla="*/ 373658 w 489538"/>
                    <a:gd name="connsiteY87" fmla="*/ 273031 h 761503"/>
                    <a:gd name="connsiteX88" fmla="*/ 381817 w 489538"/>
                    <a:gd name="connsiteY88" fmla="*/ 278470 h 761503"/>
                    <a:gd name="connsiteX89" fmla="*/ 389977 w 489538"/>
                    <a:gd name="connsiteY89" fmla="*/ 300228 h 761503"/>
                    <a:gd name="connsiteX90" fmla="*/ 395416 w 489538"/>
                    <a:gd name="connsiteY90" fmla="*/ 351901 h 761503"/>
                    <a:gd name="connsiteX91" fmla="*/ 398136 w 489538"/>
                    <a:gd name="connsiteY91" fmla="*/ 409014 h 761503"/>
                    <a:gd name="connsiteX92" fmla="*/ 381817 w 489538"/>
                    <a:gd name="connsiteY92" fmla="*/ 444369 h 761503"/>
                    <a:gd name="connsiteX93" fmla="*/ 365500 w 489538"/>
                    <a:gd name="connsiteY93" fmla="*/ 438930 h 761503"/>
                    <a:gd name="connsiteX94" fmla="*/ 357341 w 489538"/>
                    <a:gd name="connsiteY94" fmla="*/ 422612 h 761503"/>
                    <a:gd name="connsiteX95" fmla="*/ 354621 w 489538"/>
                    <a:gd name="connsiteY95" fmla="*/ 400855 h 761503"/>
                    <a:gd name="connsiteX96" fmla="*/ 354621 w 489538"/>
                    <a:gd name="connsiteY96" fmla="*/ 381817 h 761503"/>
                    <a:gd name="connsiteX97" fmla="*/ 270312 w 489538"/>
                    <a:gd name="connsiteY97" fmla="*/ 381817 h 761503"/>
                    <a:gd name="connsiteX98" fmla="*/ 256713 w 489538"/>
                    <a:gd name="connsiteY98" fmla="*/ 395415 h 761503"/>
                    <a:gd name="connsiteX99" fmla="*/ 253994 w 489538"/>
                    <a:gd name="connsiteY99" fmla="*/ 422612 h 761503"/>
                    <a:gd name="connsiteX100" fmla="*/ 253994 w 489538"/>
                    <a:gd name="connsiteY100" fmla="*/ 433490 h 761503"/>
                    <a:gd name="connsiteX101" fmla="*/ 253994 w 489538"/>
                    <a:gd name="connsiteY101" fmla="*/ 449809 h 761503"/>
                    <a:gd name="connsiteX102" fmla="*/ 256713 w 489538"/>
                    <a:gd name="connsiteY102" fmla="*/ 474285 h 761503"/>
                    <a:gd name="connsiteX103" fmla="*/ 256713 w 489538"/>
                    <a:gd name="connsiteY103" fmla="*/ 496043 h 761503"/>
                    <a:gd name="connsiteX104" fmla="*/ 259433 w 489538"/>
                    <a:gd name="connsiteY104" fmla="*/ 534118 h 761503"/>
                    <a:gd name="connsiteX105" fmla="*/ 259433 w 489538"/>
                    <a:gd name="connsiteY105" fmla="*/ 591231 h 761503"/>
                    <a:gd name="connsiteX106" fmla="*/ 262153 w 489538"/>
                    <a:gd name="connsiteY106" fmla="*/ 618427 h 761503"/>
                    <a:gd name="connsiteX107" fmla="*/ 267592 w 489538"/>
                    <a:gd name="connsiteY107" fmla="*/ 648343 h 761503"/>
                    <a:gd name="connsiteX108" fmla="*/ 292069 w 489538"/>
                    <a:gd name="connsiteY108" fmla="*/ 651063 h 761503"/>
                    <a:gd name="connsiteX109" fmla="*/ 327424 w 489538"/>
                    <a:gd name="connsiteY109" fmla="*/ 651063 h 761503"/>
                    <a:gd name="connsiteX110" fmla="*/ 362780 w 489538"/>
                    <a:gd name="connsiteY110" fmla="*/ 653783 h 761503"/>
                    <a:gd name="connsiteX111" fmla="*/ 395416 w 489538"/>
                    <a:gd name="connsiteY111" fmla="*/ 648343 h 761503"/>
                    <a:gd name="connsiteX112" fmla="*/ 395416 w 489538"/>
                    <a:gd name="connsiteY112" fmla="*/ 618427 h 761503"/>
                    <a:gd name="connsiteX113" fmla="*/ 395416 w 489538"/>
                    <a:gd name="connsiteY113" fmla="*/ 596670 h 761503"/>
                    <a:gd name="connsiteX114" fmla="*/ 398136 w 489538"/>
                    <a:gd name="connsiteY114" fmla="*/ 574913 h 761503"/>
                    <a:gd name="connsiteX115" fmla="*/ 406295 w 489538"/>
                    <a:gd name="connsiteY115" fmla="*/ 558595 h 761503"/>
                    <a:gd name="connsiteX116" fmla="*/ 422612 w 489538"/>
                    <a:gd name="connsiteY116" fmla="*/ 553155 h 761503"/>
                    <a:gd name="connsiteX117" fmla="*/ 438930 w 489538"/>
                    <a:gd name="connsiteY117" fmla="*/ 588511 h 761503"/>
                    <a:gd name="connsiteX118" fmla="*/ 436211 w 489538"/>
                    <a:gd name="connsiteY118" fmla="*/ 645624 h 761503"/>
                    <a:gd name="connsiteX119" fmla="*/ 433491 w 489538"/>
                    <a:gd name="connsiteY119" fmla="*/ 651063 h 761503"/>
                    <a:gd name="connsiteX120" fmla="*/ 433491 w 489538"/>
                    <a:gd name="connsiteY120" fmla="*/ 651063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</a:cxnLst>
                  <a:rect l="l" t="t" r="r" b="b"/>
                  <a:pathLst>
                    <a:path w="489538" h="761503">
                      <a:moveTo>
                        <a:pt x="433491" y="651063"/>
                      </a:moveTo>
                      <a:cubicBezTo>
                        <a:pt x="436211" y="653783"/>
                        <a:pt x="438930" y="656502"/>
                        <a:pt x="438930" y="661942"/>
                      </a:cubicBezTo>
                      <a:cubicBezTo>
                        <a:pt x="438930" y="670101"/>
                        <a:pt x="433491" y="678259"/>
                        <a:pt x="425332" y="683699"/>
                      </a:cubicBezTo>
                      <a:cubicBezTo>
                        <a:pt x="417173" y="689138"/>
                        <a:pt x="409014" y="689138"/>
                        <a:pt x="400855" y="691858"/>
                      </a:cubicBezTo>
                      <a:cubicBezTo>
                        <a:pt x="381817" y="694578"/>
                        <a:pt x="362780" y="694578"/>
                        <a:pt x="343742" y="700017"/>
                      </a:cubicBezTo>
                      <a:cubicBezTo>
                        <a:pt x="335583" y="702736"/>
                        <a:pt x="324705" y="702736"/>
                        <a:pt x="316546" y="705456"/>
                      </a:cubicBezTo>
                      <a:cubicBezTo>
                        <a:pt x="308387" y="705456"/>
                        <a:pt x="289349" y="705456"/>
                        <a:pt x="275751" y="705456"/>
                      </a:cubicBezTo>
                      <a:cubicBezTo>
                        <a:pt x="270312" y="705456"/>
                        <a:pt x="267592" y="708176"/>
                        <a:pt x="264872" y="708176"/>
                      </a:cubicBezTo>
                      <a:cubicBezTo>
                        <a:pt x="264872" y="708176"/>
                        <a:pt x="259433" y="708176"/>
                        <a:pt x="253994" y="708176"/>
                      </a:cubicBezTo>
                      <a:cubicBezTo>
                        <a:pt x="251274" y="713615"/>
                        <a:pt x="245835" y="716335"/>
                        <a:pt x="240395" y="719054"/>
                      </a:cubicBezTo>
                      <a:cubicBezTo>
                        <a:pt x="234956" y="721774"/>
                        <a:pt x="229517" y="721774"/>
                        <a:pt x="224077" y="721774"/>
                      </a:cubicBezTo>
                      <a:cubicBezTo>
                        <a:pt x="218638" y="721774"/>
                        <a:pt x="213199" y="724494"/>
                        <a:pt x="205040" y="724494"/>
                      </a:cubicBezTo>
                      <a:cubicBezTo>
                        <a:pt x="202320" y="724494"/>
                        <a:pt x="194161" y="727213"/>
                        <a:pt x="191441" y="727213"/>
                      </a:cubicBezTo>
                      <a:cubicBezTo>
                        <a:pt x="183282" y="727213"/>
                        <a:pt x="172404" y="721774"/>
                        <a:pt x="169684" y="721774"/>
                      </a:cubicBezTo>
                      <a:cubicBezTo>
                        <a:pt x="164245" y="719054"/>
                        <a:pt x="156086" y="713615"/>
                        <a:pt x="150646" y="708176"/>
                      </a:cubicBezTo>
                      <a:cubicBezTo>
                        <a:pt x="145207" y="708176"/>
                        <a:pt x="139768" y="708176"/>
                        <a:pt x="139768" y="708176"/>
                      </a:cubicBezTo>
                      <a:cubicBezTo>
                        <a:pt x="126170" y="708176"/>
                        <a:pt x="137048" y="708176"/>
                        <a:pt x="120730" y="708176"/>
                      </a:cubicBezTo>
                      <a:cubicBezTo>
                        <a:pt x="112571" y="708176"/>
                        <a:pt x="104412" y="708176"/>
                        <a:pt x="98973" y="708176"/>
                      </a:cubicBezTo>
                      <a:cubicBezTo>
                        <a:pt x="90814" y="708176"/>
                        <a:pt x="79936" y="708176"/>
                        <a:pt x="74496" y="702736"/>
                      </a:cubicBezTo>
                      <a:cubicBezTo>
                        <a:pt x="66337" y="700017"/>
                        <a:pt x="58178" y="689138"/>
                        <a:pt x="58178" y="683699"/>
                      </a:cubicBezTo>
                      <a:cubicBezTo>
                        <a:pt x="58178" y="680979"/>
                        <a:pt x="58178" y="678259"/>
                        <a:pt x="63617" y="675540"/>
                      </a:cubicBezTo>
                      <a:cubicBezTo>
                        <a:pt x="69057" y="672820"/>
                        <a:pt x="77216" y="670101"/>
                        <a:pt x="85375" y="667381"/>
                      </a:cubicBezTo>
                      <a:cubicBezTo>
                        <a:pt x="98973" y="664661"/>
                        <a:pt x="115291" y="664661"/>
                        <a:pt x="128889" y="661942"/>
                      </a:cubicBezTo>
                      <a:cubicBezTo>
                        <a:pt x="128889" y="645624"/>
                        <a:pt x="128889" y="623866"/>
                        <a:pt x="128889" y="602109"/>
                      </a:cubicBezTo>
                      <a:cubicBezTo>
                        <a:pt x="128889" y="566754"/>
                        <a:pt x="128889" y="531398"/>
                        <a:pt x="126170" y="523239"/>
                      </a:cubicBezTo>
                      <a:cubicBezTo>
                        <a:pt x="126170" y="517800"/>
                        <a:pt x="126170" y="487884"/>
                        <a:pt x="126170" y="468846"/>
                      </a:cubicBezTo>
                      <a:cubicBezTo>
                        <a:pt x="126170" y="449809"/>
                        <a:pt x="123450" y="430771"/>
                        <a:pt x="123450" y="409014"/>
                      </a:cubicBezTo>
                      <a:cubicBezTo>
                        <a:pt x="123450" y="400855"/>
                        <a:pt x="123450" y="392696"/>
                        <a:pt x="123450" y="384537"/>
                      </a:cubicBezTo>
                      <a:cubicBezTo>
                        <a:pt x="123450" y="373658"/>
                        <a:pt x="126170" y="360060"/>
                        <a:pt x="126170" y="349181"/>
                      </a:cubicBezTo>
                      <a:cubicBezTo>
                        <a:pt x="126170" y="341022"/>
                        <a:pt x="126170" y="332863"/>
                        <a:pt x="126170" y="324704"/>
                      </a:cubicBezTo>
                      <a:cubicBezTo>
                        <a:pt x="126170" y="313826"/>
                        <a:pt x="126170" y="302947"/>
                        <a:pt x="128889" y="292068"/>
                      </a:cubicBezTo>
                      <a:cubicBezTo>
                        <a:pt x="131609" y="273031"/>
                        <a:pt x="134329" y="253993"/>
                        <a:pt x="134329" y="234956"/>
                      </a:cubicBezTo>
                      <a:cubicBezTo>
                        <a:pt x="134329" y="213198"/>
                        <a:pt x="134329" y="191441"/>
                        <a:pt x="134329" y="172404"/>
                      </a:cubicBezTo>
                      <a:cubicBezTo>
                        <a:pt x="134329" y="156086"/>
                        <a:pt x="134329" y="139768"/>
                        <a:pt x="137048" y="123450"/>
                      </a:cubicBezTo>
                      <a:cubicBezTo>
                        <a:pt x="131609" y="123450"/>
                        <a:pt x="134329" y="123450"/>
                        <a:pt x="123450" y="123450"/>
                      </a:cubicBezTo>
                      <a:cubicBezTo>
                        <a:pt x="115291" y="123450"/>
                        <a:pt x="107132" y="123450"/>
                        <a:pt x="101693" y="123450"/>
                      </a:cubicBezTo>
                      <a:cubicBezTo>
                        <a:pt x="93534" y="123450"/>
                        <a:pt x="82655" y="123450"/>
                        <a:pt x="77216" y="118011"/>
                      </a:cubicBezTo>
                      <a:cubicBezTo>
                        <a:pt x="69057" y="115291"/>
                        <a:pt x="60898" y="101693"/>
                        <a:pt x="60898" y="98973"/>
                      </a:cubicBezTo>
                      <a:cubicBezTo>
                        <a:pt x="60898" y="96253"/>
                        <a:pt x="60898" y="93534"/>
                        <a:pt x="66337" y="90814"/>
                      </a:cubicBezTo>
                      <a:cubicBezTo>
                        <a:pt x="71777" y="88094"/>
                        <a:pt x="79936" y="85375"/>
                        <a:pt x="88094" y="82655"/>
                      </a:cubicBezTo>
                      <a:cubicBezTo>
                        <a:pt x="104412" y="79935"/>
                        <a:pt x="131609" y="77216"/>
                        <a:pt x="145207" y="77216"/>
                      </a:cubicBezTo>
                      <a:cubicBezTo>
                        <a:pt x="145207" y="77216"/>
                        <a:pt x="145207" y="77216"/>
                        <a:pt x="145207" y="77216"/>
                      </a:cubicBezTo>
                      <a:cubicBezTo>
                        <a:pt x="145207" y="74496"/>
                        <a:pt x="150646" y="71776"/>
                        <a:pt x="153366" y="69057"/>
                      </a:cubicBezTo>
                      <a:cubicBezTo>
                        <a:pt x="161525" y="63617"/>
                        <a:pt x="169684" y="63617"/>
                        <a:pt x="177843" y="60898"/>
                      </a:cubicBezTo>
                      <a:cubicBezTo>
                        <a:pt x="183282" y="58178"/>
                        <a:pt x="191441" y="58178"/>
                        <a:pt x="196881" y="58178"/>
                      </a:cubicBezTo>
                      <a:cubicBezTo>
                        <a:pt x="199600" y="58178"/>
                        <a:pt x="202320" y="58178"/>
                        <a:pt x="205040" y="58178"/>
                      </a:cubicBezTo>
                      <a:cubicBezTo>
                        <a:pt x="207759" y="58178"/>
                        <a:pt x="213199" y="60898"/>
                        <a:pt x="215919" y="63617"/>
                      </a:cubicBezTo>
                      <a:cubicBezTo>
                        <a:pt x="221358" y="66337"/>
                        <a:pt x="224077" y="66337"/>
                        <a:pt x="229517" y="69057"/>
                      </a:cubicBezTo>
                      <a:cubicBezTo>
                        <a:pt x="237675" y="71776"/>
                        <a:pt x="245835" y="77216"/>
                        <a:pt x="256713" y="77216"/>
                      </a:cubicBezTo>
                      <a:cubicBezTo>
                        <a:pt x="259433" y="77216"/>
                        <a:pt x="262153" y="77216"/>
                        <a:pt x="264872" y="77216"/>
                      </a:cubicBezTo>
                      <a:cubicBezTo>
                        <a:pt x="270312" y="77216"/>
                        <a:pt x="275751" y="77216"/>
                        <a:pt x="281190" y="77216"/>
                      </a:cubicBezTo>
                      <a:cubicBezTo>
                        <a:pt x="292069" y="77216"/>
                        <a:pt x="321985" y="77216"/>
                        <a:pt x="330144" y="77216"/>
                      </a:cubicBezTo>
                      <a:cubicBezTo>
                        <a:pt x="338303" y="77216"/>
                        <a:pt x="349182" y="77216"/>
                        <a:pt x="357341" y="79935"/>
                      </a:cubicBezTo>
                      <a:cubicBezTo>
                        <a:pt x="368219" y="79935"/>
                        <a:pt x="379098" y="82655"/>
                        <a:pt x="387257" y="82655"/>
                      </a:cubicBezTo>
                      <a:cubicBezTo>
                        <a:pt x="392696" y="82655"/>
                        <a:pt x="400855" y="85375"/>
                        <a:pt x="406295" y="85375"/>
                      </a:cubicBezTo>
                      <a:cubicBezTo>
                        <a:pt x="409014" y="82655"/>
                        <a:pt x="414453" y="79935"/>
                        <a:pt x="417173" y="79935"/>
                      </a:cubicBezTo>
                      <a:cubicBezTo>
                        <a:pt x="419893" y="79935"/>
                        <a:pt x="422612" y="79935"/>
                        <a:pt x="425332" y="85375"/>
                      </a:cubicBezTo>
                      <a:cubicBezTo>
                        <a:pt x="428052" y="90814"/>
                        <a:pt x="433491" y="98973"/>
                        <a:pt x="433491" y="104412"/>
                      </a:cubicBezTo>
                      <a:cubicBezTo>
                        <a:pt x="436211" y="131609"/>
                        <a:pt x="436211" y="120730"/>
                        <a:pt x="436211" y="137048"/>
                      </a:cubicBezTo>
                      <a:cubicBezTo>
                        <a:pt x="438930" y="158805"/>
                        <a:pt x="438930" y="158805"/>
                        <a:pt x="438930" y="183282"/>
                      </a:cubicBezTo>
                      <a:cubicBezTo>
                        <a:pt x="438930" y="194161"/>
                        <a:pt x="438930" y="218638"/>
                        <a:pt x="422612" y="218638"/>
                      </a:cubicBezTo>
                      <a:cubicBezTo>
                        <a:pt x="414453" y="218638"/>
                        <a:pt x="411734" y="215918"/>
                        <a:pt x="406295" y="213198"/>
                      </a:cubicBezTo>
                      <a:cubicBezTo>
                        <a:pt x="400855" y="210479"/>
                        <a:pt x="398136" y="202320"/>
                        <a:pt x="398136" y="196881"/>
                      </a:cubicBezTo>
                      <a:cubicBezTo>
                        <a:pt x="395416" y="188722"/>
                        <a:pt x="395416" y="183282"/>
                        <a:pt x="395416" y="175123"/>
                      </a:cubicBezTo>
                      <a:cubicBezTo>
                        <a:pt x="395416" y="169684"/>
                        <a:pt x="395416" y="164245"/>
                        <a:pt x="395416" y="153366"/>
                      </a:cubicBezTo>
                      <a:cubicBezTo>
                        <a:pt x="395416" y="145207"/>
                        <a:pt x="395416" y="134328"/>
                        <a:pt x="395416" y="126170"/>
                      </a:cubicBezTo>
                      <a:cubicBezTo>
                        <a:pt x="387257" y="128889"/>
                        <a:pt x="379098" y="128889"/>
                        <a:pt x="370939" y="128889"/>
                      </a:cubicBezTo>
                      <a:cubicBezTo>
                        <a:pt x="360060" y="128889"/>
                        <a:pt x="349182" y="128889"/>
                        <a:pt x="338303" y="131609"/>
                      </a:cubicBezTo>
                      <a:cubicBezTo>
                        <a:pt x="327424" y="131609"/>
                        <a:pt x="319265" y="134328"/>
                        <a:pt x="286629" y="134328"/>
                      </a:cubicBezTo>
                      <a:cubicBezTo>
                        <a:pt x="281190" y="134328"/>
                        <a:pt x="278470" y="134328"/>
                        <a:pt x="273031" y="137048"/>
                      </a:cubicBezTo>
                      <a:cubicBezTo>
                        <a:pt x="270312" y="137048"/>
                        <a:pt x="264872" y="137048"/>
                        <a:pt x="262153" y="142487"/>
                      </a:cubicBezTo>
                      <a:cubicBezTo>
                        <a:pt x="259433" y="145207"/>
                        <a:pt x="259433" y="150647"/>
                        <a:pt x="259433" y="153366"/>
                      </a:cubicBezTo>
                      <a:cubicBezTo>
                        <a:pt x="259433" y="158805"/>
                        <a:pt x="259433" y="164245"/>
                        <a:pt x="262153" y="166964"/>
                      </a:cubicBezTo>
                      <a:cubicBezTo>
                        <a:pt x="262153" y="177843"/>
                        <a:pt x="262153" y="186002"/>
                        <a:pt x="262153" y="196881"/>
                      </a:cubicBezTo>
                      <a:cubicBezTo>
                        <a:pt x="262153" y="202320"/>
                        <a:pt x="262153" y="210479"/>
                        <a:pt x="262153" y="215918"/>
                      </a:cubicBezTo>
                      <a:cubicBezTo>
                        <a:pt x="262153" y="229516"/>
                        <a:pt x="262153" y="240395"/>
                        <a:pt x="262153" y="251274"/>
                      </a:cubicBezTo>
                      <a:cubicBezTo>
                        <a:pt x="262153" y="259433"/>
                        <a:pt x="259433" y="270311"/>
                        <a:pt x="259433" y="278470"/>
                      </a:cubicBezTo>
                      <a:cubicBezTo>
                        <a:pt x="259433" y="289349"/>
                        <a:pt x="259433" y="297508"/>
                        <a:pt x="259433" y="308386"/>
                      </a:cubicBezTo>
                      <a:cubicBezTo>
                        <a:pt x="259433" y="313826"/>
                        <a:pt x="259433" y="319265"/>
                        <a:pt x="259433" y="321985"/>
                      </a:cubicBezTo>
                      <a:cubicBezTo>
                        <a:pt x="259433" y="324704"/>
                        <a:pt x="259433" y="330144"/>
                        <a:pt x="259433" y="332863"/>
                      </a:cubicBezTo>
                      <a:cubicBezTo>
                        <a:pt x="262153" y="335583"/>
                        <a:pt x="264872" y="335583"/>
                        <a:pt x="267592" y="335583"/>
                      </a:cubicBezTo>
                      <a:cubicBezTo>
                        <a:pt x="273031" y="335583"/>
                        <a:pt x="275751" y="335583"/>
                        <a:pt x="281190" y="335583"/>
                      </a:cubicBezTo>
                      <a:cubicBezTo>
                        <a:pt x="311107" y="335583"/>
                        <a:pt x="319265" y="335583"/>
                        <a:pt x="327424" y="338303"/>
                      </a:cubicBezTo>
                      <a:cubicBezTo>
                        <a:pt x="335583" y="341022"/>
                        <a:pt x="343742" y="341022"/>
                        <a:pt x="351901" y="341022"/>
                      </a:cubicBezTo>
                      <a:cubicBezTo>
                        <a:pt x="351901" y="338303"/>
                        <a:pt x="351901" y="338303"/>
                        <a:pt x="351901" y="335583"/>
                      </a:cubicBezTo>
                      <a:cubicBezTo>
                        <a:pt x="351901" y="327424"/>
                        <a:pt x="351901" y="319265"/>
                        <a:pt x="351901" y="313826"/>
                      </a:cubicBezTo>
                      <a:cubicBezTo>
                        <a:pt x="351901" y="305667"/>
                        <a:pt x="351901" y="294788"/>
                        <a:pt x="357341" y="289349"/>
                      </a:cubicBezTo>
                      <a:cubicBezTo>
                        <a:pt x="360060" y="281190"/>
                        <a:pt x="368219" y="273031"/>
                        <a:pt x="373658" y="273031"/>
                      </a:cubicBezTo>
                      <a:cubicBezTo>
                        <a:pt x="376378" y="273031"/>
                        <a:pt x="379098" y="273031"/>
                        <a:pt x="381817" y="278470"/>
                      </a:cubicBezTo>
                      <a:cubicBezTo>
                        <a:pt x="384537" y="283909"/>
                        <a:pt x="387257" y="292068"/>
                        <a:pt x="389977" y="300228"/>
                      </a:cubicBezTo>
                      <a:cubicBezTo>
                        <a:pt x="392696" y="316545"/>
                        <a:pt x="392696" y="335583"/>
                        <a:pt x="395416" y="351901"/>
                      </a:cubicBezTo>
                      <a:cubicBezTo>
                        <a:pt x="398136" y="373658"/>
                        <a:pt x="398136" y="384537"/>
                        <a:pt x="398136" y="409014"/>
                      </a:cubicBezTo>
                      <a:cubicBezTo>
                        <a:pt x="398136" y="422612"/>
                        <a:pt x="398136" y="444369"/>
                        <a:pt x="381817" y="444369"/>
                      </a:cubicBezTo>
                      <a:cubicBezTo>
                        <a:pt x="373658" y="444369"/>
                        <a:pt x="370939" y="441650"/>
                        <a:pt x="365500" y="438930"/>
                      </a:cubicBezTo>
                      <a:cubicBezTo>
                        <a:pt x="360060" y="436210"/>
                        <a:pt x="357341" y="428051"/>
                        <a:pt x="357341" y="422612"/>
                      </a:cubicBezTo>
                      <a:cubicBezTo>
                        <a:pt x="354621" y="414453"/>
                        <a:pt x="354621" y="409014"/>
                        <a:pt x="354621" y="400855"/>
                      </a:cubicBezTo>
                      <a:cubicBezTo>
                        <a:pt x="354621" y="395415"/>
                        <a:pt x="354621" y="389976"/>
                        <a:pt x="354621" y="381817"/>
                      </a:cubicBezTo>
                      <a:cubicBezTo>
                        <a:pt x="335583" y="381817"/>
                        <a:pt x="308387" y="384537"/>
                        <a:pt x="270312" y="381817"/>
                      </a:cubicBezTo>
                      <a:cubicBezTo>
                        <a:pt x="262153" y="381817"/>
                        <a:pt x="256713" y="387256"/>
                        <a:pt x="256713" y="395415"/>
                      </a:cubicBezTo>
                      <a:cubicBezTo>
                        <a:pt x="256713" y="403574"/>
                        <a:pt x="256713" y="414453"/>
                        <a:pt x="253994" y="422612"/>
                      </a:cubicBezTo>
                      <a:cubicBezTo>
                        <a:pt x="253994" y="425332"/>
                        <a:pt x="253994" y="430771"/>
                        <a:pt x="253994" y="433490"/>
                      </a:cubicBezTo>
                      <a:cubicBezTo>
                        <a:pt x="253994" y="438930"/>
                        <a:pt x="253994" y="444369"/>
                        <a:pt x="253994" y="449809"/>
                      </a:cubicBezTo>
                      <a:cubicBezTo>
                        <a:pt x="253994" y="457967"/>
                        <a:pt x="256713" y="466126"/>
                        <a:pt x="256713" y="474285"/>
                      </a:cubicBezTo>
                      <a:cubicBezTo>
                        <a:pt x="256713" y="482444"/>
                        <a:pt x="256713" y="490603"/>
                        <a:pt x="256713" y="496043"/>
                      </a:cubicBezTo>
                      <a:cubicBezTo>
                        <a:pt x="256713" y="509641"/>
                        <a:pt x="259433" y="520520"/>
                        <a:pt x="259433" y="534118"/>
                      </a:cubicBezTo>
                      <a:cubicBezTo>
                        <a:pt x="259433" y="553155"/>
                        <a:pt x="259433" y="572193"/>
                        <a:pt x="259433" y="591231"/>
                      </a:cubicBezTo>
                      <a:cubicBezTo>
                        <a:pt x="259433" y="602109"/>
                        <a:pt x="262153" y="610268"/>
                        <a:pt x="262153" y="618427"/>
                      </a:cubicBezTo>
                      <a:cubicBezTo>
                        <a:pt x="264872" y="626586"/>
                        <a:pt x="262153" y="642904"/>
                        <a:pt x="267592" y="648343"/>
                      </a:cubicBezTo>
                      <a:cubicBezTo>
                        <a:pt x="270312" y="651063"/>
                        <a:pt x="275751" y="651063"/>
                        <a:pt x="292069" y="651063"/>
                      </a:cubicBezTo>
                      <a:cubicBezTo>
                        <a:pt x="305667" y="651063"/>
                        <a:pt x="319265" y="651063"/>
                        <a:pt x="327424" y="651063"/>
                      </a:cubicBezTo>
                      <a:cubicBezTo>
                        <a:pt x="338303" y="651063"/>
                        <a:pt x="351901" y="653783"/>
                        <a:pt x="362780" y="653783"/>
                      </a:cubicBezTo>
                      <a:cubicBezTo>
                        <a:pt x="376378" y="653783"/>
                        <a:pt x="384537" y="651063"/>
                        <a:pt x="395416" y="648343"/>
                      </a:cubicBezTo>
                      <a:cubicBezTo>
                        <a:pt x="395416" y="637465"/>
                        <a:pt x="395416" y="629306"/>
                        <a:pt x="395416" y="618427"/>
                      </a:cubicBezTo>
                      <a:cubicBezTo>
                        <a:pt x="395416" y="610268"/>
                        <a:pt x="395416" y="602109"/>
                        <a:pt x="395416" y="596670"/>
                      </a:cubicBezTo>
                      <a:cubicBezTo>
                        <a:pt x="395416" y="591231"/>
                        <a:pt x="395416" y="585791"/>
                        <a:pt x="398136" y="574913"/>
                      </a:cubicBezTo>
                      <a:cubicBezTo>
                        <a:pt x="400855" y="569473"/>
                        <a:pt x="400855" y="564034"/>
                        <a:pt x="406295" y="558595"/>
                      </a:cubicBezTo>
                      <a:cubicBezTo>
                        <a:pt x="411734" y="553155"/>
                        <a:pt x="414453" y="553155"/>
                        <a:pt x="422612" y="553155"/>
                      </a:cubicBezTo>
                      <a:cubicBezTo>
                        <a:pt x="436211" y="553155"/>
                        <a:pt x="438930" y="577632"/>
                        <a:pt x="438930" y="588511"/>
                      </a:cubicBezTo>
                      <a:cubicBezTo>
                        <a:pt x="438930" y="612988"/>
                        <a:pt x="438930" y="623866"/>
                        <a:pt x="436211" y="645624"/>
                      </a:cubicBezTo>
                      <a:cubicBezTo>
                        <a:pt x="433491" y="648343"/>
                        <a:pt x="433491" y="648343"/>
                        <a:pt x="433491" y="651063"/>
                      </a:cubicBezTo>
                      <a:lnTo>
                        <a:pt x="433491" y="651063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46" name="Freeform: Shape 45">
                  <a:extLst>
                    <a:ext uri="{FF2B5EF4-FFF2-40B4-BE49-F238E27FC236}">
                      <a16:creationId xmlns:a16="http://schemas.microsoft.com/office/drawing/2014/main" id="{64BBB314-17C8-6168-DA9A-29EDAEB0DFD6}"/>
                    </a:ext>
                  </a:extLst>
                </p:cNvPr>
                <p:cNvSpPr/>
                <p:nvPr/>
              </p:nvSpPr>
              <p:spPr>
                <a:xfrm>
                  <a:off x="7912732" y="4250336"/>
                  <a:ext cx="465062" cy="658157"/>
                </a:xfrm>
                <a:custGeom>
                  <a:avLst/>
                  <a:gdLst>
                    <a:gd name="connsiteX0" fmla="*/ 193096 w 465062"/>
                    <a:gd name="connsiteY0" fmla="*/ 59832 h 658157"/>
                    <a:gd name="connsiteX1" fmla="*/ 193096 w 465062"/>
                    <a:gd name="connsiteY1" fmla="*/ 114226 h 658157"/>
                    <a:gd name="connsiteX2" fmla="*/ 198536 w 465062"/>
                    <a:gd name="connsiteY2" fmla="*/ 209414 h 658157"/>
                    <a:gd name="connsiteX3" fmla="*/ 201255 w 465062"/>
                    <a:gd name="connsiteY3" fmla="*/ 282845 h 658157"/>
                    <a:gd name="connsiteX4" fmla="*/ 203975 w 465062"/>
                    <a:gd name="connsiteY4" fmla="*/ 315481 h 658157"/>
                    <a:gd name="connsiteX5" fmla="*/ 203975 w 465062"/>
                    <a:gd name="connsiteY5" fmla="*/ 320920 h 658157"/>
                    <a:gd name="connsiteX6" fmla="*/ 212134 w 465062"/>
                    <a:gd name="connsiteY6" fmla="*/ 329079 h 658157"/>
                    <a:gd name="connsiteX7" fmla="*/ 223013 w 465062"/>
                    <a:gd name="connsiteY7" fmla="*/ 329079 h 658157"/>
                    <a:gd name="connsiteX8" fmla="*/ 239331 w 465062"/>
                    <a:gd name="connsiteY8" fmla="*/ 329079 h 658157"/>
                    <a:gd name="connsiteX9" fmla="*/ 280126 w 465062"/>
                    <a:gd name="connsiteY9" fmla="*/ 312761 h 658157"/>
                    <a:gd name="connsiteX10" fmla="*/ 296443 w 465062"/>
                    <a:gd name="connsiteY10" fmla="*/ 288284 h 658157"/>
                    <a:gd name="connsiteX11" fmla="*/ 304602 w 465062"/>
                    <a:gd name="connsiteY11" fmla="*/ 258368 h 658157"/>
                    <a:gd name="connsiteX12" fmla="*/ 312761 w 465062"/>
                    <a:gd name="connsiteY12" fmla="*/ 225732 h 658157"/>
                    <a:gd name="connsiteX13" fmla="*/ 315481 w 465062"/>
                    <a:gd name="connsiteY13" fmla="*/ 195816 h 658157"/>
                    <a:gd name="connsiteX14" fmla="*/ 318201 w 465062"/>
                    <a:gd name="connsiteY14" fmla="*/ 168619 h 658157"/>
                    <a:gd name="connsiteX15" fmla="*/ 312761 w 465062"/>
                    <a:gd name="connsiteY15" fmla="*/ 135983 h 658157"/>
                    <a:gd name="connsiteX16" fmla="*/ 312761 w 465062"/>
                    <a:gd name="connsiteY16" fmla="*/ 122385 h 658157"/>
                    <a:gd name="connsiteX17" fmla="*/ 293724 w 465062"/>
                    <a:gd name="connsiteY17" fmla="*/ 84309 h 658157"/>
                    <a:gd name="connsiteX18" fmla="*/ 280126 w 465062"/>
                    <a:gd name="connsiteY18" fmla="*/ 73430 h 658157"/>
                    <a:gd name="connsiteX19" fmla="*/ 258368 w 465062"/>
                    <a:gd name="connsiteY19" fmla="*/ 62552 h 658157"/>
                    <a:gd name="connsiteX20" fmla="*/ 217573 w 465062"/>
                    <a:gd name="connsiteY20" fmla="*/ 59832 h 658157"/>
                    <a:gd name="connsiteX21" fmla="*/ 111506 w 465062"/>
                    <a:gd name="connsiteY21" fmla="*/ 0 h 658157"/>
                    <a:gd name="connsiteX22" fmla="*/ 127824 w 465062"/>
                    <a:gd name="connsiteY22" fmla="*/ 0 h 658157"/>
                    <a:gd name="connsiteX23" fmla="*/ 157741 w 465062"/>
                    <a:gd name="connsiteY23" fmla="*/ 5440 h 658157"/>
                    <a:gd name="connsiteX24" fmla="*/ 179497 w 465062"/>
                    <a:gd name="connsiteY24" fmla="*/ 16318 h 658157"/>
                    <a:gd name="connsiteX25" fmla="*/ 209414 w 465062"/>
                    <a:gd name="connsiteY25" fmla="*/ 16318 h 658157"/>
                    <a:gd name="connsiteX26" fmla="*/ 247489 w 465062"/>
                    <a:gd name="connsiteY26" fmla="*/ 16318 h 658157"/>
                    <a:gd name="connsiteX27" fmla="*/ 266527 w 465062"/>
                    <a:gd name="connsiteY27" fmla="*/ 16318 h 658157"/>
                    <a:gd name="connsiteX28" fmla="*/ 312761 w 465062"/>
                    <a:gd name="connsiteY28" fmla="*/ 27197 h 658157"/>
                    <a:gd name="connsiteX29" fmla="*/ 337238 w 465062"/>
                    <a:gd name="connsiteY29" fmla="*/ 38075 h 658157"/>
                    <a:gd name="connsiteX30" fmla="*/ 364434 w 465062"/>
                    <a:gd name="connsiteY30" fmla="*/ 54393 h 658157"/>
                    <a:gd name="connsiteX31" fmla="*/ 386192 w 465062"/>
                    <a:gd name="connsiteY31" fmla="*/ 73431 h 658157"/>
                    <a:gd name="connsiteX32" fmla="*/ 407949 w 465062"/>
                    <a:gd name="connsiteY32" fmla="*/ 103347 h 658157"/>
                    <a:gd name="connsiteX33" fmla="*/ 416108 w 465062"/>
                    <a:gd name="connsiteY33" fmla="*/ 141422 h 658157"/>
                    <a:gd name="connsiteX34" fmla="*/ 418828 w 465062"/>
                    <a:gd name="connsiteY34" fmla="*/ 163179 h 658157"/>
                    <a:gd name="connsiteX35" fmla="*/ 418828 w 465062"/>
                    <a:gd name="connsiteY35" fmla="*/ 171339 h 658157"/>
                    <a:gd name="connsiteX36" fmla="*/ 421547 w 465062"/>
                    <a:gd name="connsiteY36" fmla="*/ 187656 h 658157"/>
                    <a:gd name="connsiteX37" fmla="*/ 418828 w 465062"/>
                    <a:gd name="connsiteY37" fmla="*/ 206694 h 658157"/>
                    <a:gd name="connsiteX38" fmla="*/ 416108 w 465062"/>
                    <a:gd name="connsiteY38" fmla="*/ 233891 h 658157"/>
                    <a:gd name="connsiteX39" fmla="*/ 405229 w 465062"/>
                    <a:gd name="connsiteY39" fmla="*/ 263807 h 658157"/>
                    <a:gd name="connsiteX40" fmla="*/ 394351 w 465062"/>
                    <a:gd name="connsiteY40" fmla="*/ 274686 h 658157"/>
                    <a:gd name="connsiteX41" fmla="*/ 388912 w 465062"/>
                    <a:gd name="connsiteY41" fmla="*/ 285564 h 658157"/>
                    <a:gd name="connsiteX42" fmla="*/ 369874 w 465062"/>
                    <a:gd name="connsiteY42" fmla="*/ 304602 h 658157"/>
                    <a:gd name="connsiteX43" fmla="*/ 358995 w 465062"/>
                    <a:gd name="connsiteY43" fmla="*/ 310041 h 658157"/>
                    <a:gd name="connsiteX44" fmla="*/ 348117 w 465062"/>
                    <a:gd name="connsiteY44" fmla="*/ 320920 h 658157"/>
                    <a:gd name="connsiteX45" fmla="*/ 326359 w 465062"/>
                    <a:gd name="connsiteY45" fmla="*/ 339957 h 658157"/>
                    <a:gd name="connsiteX46" fmla="*/ 312761 w 465062"/>
                    <a:gd name="connsiteY46" fmla="*/ 353555 h 658157"/>
                    <a:gd name="connsiteX47" fmla="*/ 337238 w 465062"/>
                    <a:gd name="connsiteY47" fmla="*/ 380752 h 658157"/>
                    <a:gd name="connsiteX48" fmla="*/ 358995 w 465062"/>
                    <a:gd name="connsiteY48" fmla="*/ 421547 h 658157"/>
                    <a:gd name="connsiteX49" fmla="*/ 372593 w 465062"/>
                    <a:gd name="connsiteY49" fmla="*/ 459622 h 658157"/>
                    <a:gd name="connsiteX50" fmla="*/ 386192 w 465062"/>
                    <a:gd name="connsiteY50" fmla="*/ 514015 h 658157"/>
                    <a:gd name="connsiteX51" fmla="*/ 407949 w 465062"/>
                    <a:gd name="connsiteY51" fmla="*/ 568408 h 658157"/>
                    <a:gd name="connsiteX52" fmla="*/ 421547 w 465062"/>
                    <a:gd name="connsiteY52" fmla="*/ 598324 h 658157"/>
                    <a:gd name="connsiteX53" fmla="*/ 451463 w 465062"/>
                    <a:gd name="connsiteY53" fmla="*/ 628241 h 658157"/>
                    <a:gd name="connsiteX54" fmla="*/ 465062 w 465062"/>
                    <a:gd name="connsiteY54" fmla="*/ 644559 h 658157"/>
                    <a:gd name="connsiteX55" fmla="*/ 462342 w 465062"/>
                    <a:gd name="connsiteY55" fmla="*/ 649998 h 658157"/>
                    <a:gd name="connsiteX56" fmla="*/ 437865 w 465062"/>
                    <a:gd name="connsiteY56" fmla="*/ 658157 h 658157"/>
                    <a:gd name="connsiteX57" fmla="*/ 361715 w 465062"/>
                    <a:gd name="connsiteY57" fmla="*/ 622801 h 658157"/>
                    <a:gd name="connsiteX58" fmla="*/ 320920 w 465062"/>
                    <a:gd name="connsiteY58" fmla="*/ 565689 h 658157"/>
                    <a:gd name="connsiteX59" fmla="*/ 304602 w 465062"/>
                    <a:gd name="connsiteY59" fmla="*/ 530333 h 658157"/>
                    <a:gd name="connsiteX60" fmla="*/ 293723 w 465062"/>
                    <a:gd name="connsiteY60" fmla="*/ 497697 h 658157"/>
                    <a:gd name="connsiteX61" fmla="*/ 282845 w 465062"/>
                    <a:gd name="connsiteY61" fmla="*/ 462342 h 658157"/>
                    <a:gd name="connsiteX62" fmla="*/ 269246 w 465062"/>
                    <a:gd name="connsiteY62" fmla="*/ 424267 h 658157"/>
                    <a:gd name="connsiteX63" fmla="*/ 255648 w 465062"/>
                    <a:gd name="connsiteY63" fmla="*/ 391631 h 658157"/>
                    <a:gd name="connsiteX64" fmla="*/ 236610 w 465062"/>
                    <a:gd name="connsiteY64" fmla="*/ 367154 h 658157"/>
                    <a:gd name="connsiteX65" fmla="*/ 217573 w 465062"/>
                    <a:gd name="connsiteY65" fmla="*/ 361714 h 658157"/>
                    <a:gd name="connsiteX66" fmla="*/ 201255 w 465062"/>
                    <a:gd name="connsiteY66" fmla="*/ 361714 h 658157"/>
                    <a:gd name="connsiteX67" fmla="*/ 198535 w 465062"/>
                    <a:gd name="connsiteY67" fmla="*/ 367154 h 658157"/>
                    <a:gd name="connsiteX68" fmla="*/ 201255 w 465062"/>
                    <a:gd name="connsiteY68" fmla="*/ 388911 h 658157"/>
                    <a:gd name="connsiteX69" fmla="*/ 198535 w 465062"/>
                    <a:gd name="connsiteY69" fmla="*/ 426986 h 658157"/>
                    <a:gd name="connsiteX70" fmla="*/ 203975 w 465062"/>
                    <a:gd name="connsiteY70" fmla="*/ 478660 h 658157"/>
                    <a:gd name="connsiteX71" fmla="*/ 198535 w 465062"/>
                    <a:gd name="connsiteY71" fmla="*/ 552090 h 658157"/>
                    <a:gd name="connsiteX72" fmla="*/ 195816 w 465062"/>
                    <a:gd name="connsiteY72" fmla="*/ 576567 h 658157"/>
                    <a:gd name="connsiteX73" fmla="*/ 198535 w 465062"/>
                    <a:gd name="connsiteY73" fmla="*/ 592885 h 658157"/>
                    <a:gd name="connsiteX74" fmla="*/ 233891 w 465062"/>
                    <a:gd name="connsiteY74" fmla="*/ 592885 h 658157"/>
                    <a:gd name="connsiteX75" fmla="*/ 271966 w 465062"/>
                    <a:gd name="connsiteY75" fmla="*/ 611923 h 658157"/>
                    <a:gd name="connsiteX76" fmla="*/ 266527 w 465062"/>
                    <a:gd name="connsiteY76" fmla="*/ 628241 h 658157"/>
                    <a:gd name="connsiteX77" fmla="*/ 250209 w 465062"/>
                    <a:gd name="connsiteY77" fmla="*/ 636400 h 658157"/>
                    <a:gd name="connsiteX78" fmla="*/ 228451 w 465062"/>
                    <a:gd name="connsiteY78" fmla="*/ 639119 h 658157"/>
                    <a:gd name="connsiteX79" fmla="*/ 187657 w 465062"/>
                    <a:gd name="connsiteY79" fmla="*/ 639119 h 658157"/>
                    <a:gd name="connsiteX80" fmla="*/ 152301 w 465062"/>
                    <a:gd name="connsiteY80" fmla="*/ 652717 h 658157"/>
                    <a:gd name="connsiteX81" fmla="*/ 133263 w 465062"/>
                    <a:gd name="connsiteY81" fmla="*/ 655437 h 658157"/>
                    <a:gd name="connsiteX82" fmla="*/ 122385 w 465062"/>
                    <a:gd name="connsiteY82" fmla="*/ 652717 h 658157"/>
                    <a:gd name="connsiteX83" fmla="*/ 97908 w 465062"/>
                    <a:gd name="connsiteY83" fmla="*/ 639119 h 658157"/>
                    <a:gd name="connsiteX84" fmla="*/ 70711 w 465062"/>
                    <a:gd name="connsiteY84" fmla="*/ 639119 h 658157"/>
                    <a:gd name="connsiteX85" fmla="*/ 46234 w 465062"/>
                    <a:gd name="connsiteY85" fmla="*/ 639119 h 658157"/>
                    <a:gd name="connsiteX86" fmla="*/ 19038 w 465062"/>
                    <a:gd name="connsiteY86" fmla="*/ 630960 h 658157"/>
                    <a:gd name="connsiteX87" fmla="*/ 2720 w 465062"/>
                    <a:gd name="connsiteY87" fmla="*/ 614642 h 658157"/>
                    <a:gd name="connsiteX88" fmla="*/ 8159 w 465062"/>
                    <a:gd name="connsiteY88" fmla="*/ 606483 h 658157"/>
                    <a:gd name="connsiteX89" fmla="*/ 29916 w 465062"/>
                    <a:gd name="connsiteY89" fmla="*/ 598324 h 658157"/>
                    <a:gd name="connsiteX90" fmla="*/ 76151 w 465062"/>
                    <a:gd name="connsiteY90" fmla="*/ 592885 h 658157"/>
                    <a:gd name="connsiteX91" fmla="*/ 73431 w 465062"/>
                    <a:gd name="connsiteY91" fmla="*/ 573848 h 658157"/>
                    <a:gd name="connsiteX92" fmla="*/ 70711 w 465062"/>
                    <a:gd name="connsiteY92" fmla="*/ 500417 h 658157"/>
                    <a:gd name="connsiteX93" fmla="*/ 73431 w 465062"/>
                    <a:gd name="connsiteY93" fmla="*/ 437865 h 658157"/>
                    <a:gd name="connsiteX94" fmla="*/ 70711 w 465062"/>
                    <a:gd name="connsiteY94" fmla="*/ 369873 h 658157"/>
                    <a:gd name="connsiteX95" fmla="*/ 70711 w 465062"/>
                    <a:gd name="connsiteY95" fmla="*/ 293723 h 658157"/>
                    <a:gd name="connsiteX96" fmla="*/ 73431 w 465062"/>
                    <a:gd name="connsiteY96" fmla="*/ 212133 h 658157"/>
                    <a:gd name="connsiteX97" fmla="*/ 76151 w 465062"/>
                    <a:gd name="connsiteY97" fmla="*/ 155021 h 658157"/>
                    <a:gd name="connsiteX98" fmla="*/ 76151 w 465062"/>
                    <a:gd name="connsiteY98" fmla="*/ 119665 h 658157"/>
                    <a:gd name="connsiteX99" fmla="*/ 78870 w 465062"/>
                    <a:gd name="connsiteY99" fmla="*/ 84310 h 658157"/>
                    <a:gd name="connsiteX100" fmla="*/ 76151 w 465062"/>
                    <a:gd name="connsiteY100" fmla="*/ 62552 h 658157"/>
                    <a:gd name="connsiteX101" fmla="*/ 67992 w 465062"/>
                    <a:gd name="connsiteY101" fmla="*/ 62552 h 658157"/>
                    <a:gd name="connsiteX102" fmla="*/ 43515 w 465062"/>
                    <a:gd name="connsiteY102" fmla="*/ 62552 h 658157"/>
                    <a:gd name="connsiteX103" fmla="*/ 16318 w 465062"/>
                    <a:gd name="connsiteY103" fmla="*/ 57113 h 658157"/>
                    <a:gd name="connsiteX104" fmla="*/ 0 w 465062"/>
                    <a:gd name="connsiteY104" fmla="*/ 40795 h 658157"/>
                    <a:gd name="connsiteX105" fmla="*/ 5439 w 465062"/>
                    <a:gd name="connsiteY105" fmla="*/ 32636 h 658157"/>
                    <a:gd name="connsiteX106" fmla="*/ 27197 w 465062"/>
                    <a:gd name="connsiteY106" fmla="*/ 24477 h 658157"/>
                    <a:gd name="connsiteX107" fmla="*/ 76151 w 465062"/>
                    <a:gd name="connsiteY107" fmla="*/ 19038 h 658157"/>
                    <a:gd name="connsiteX108" fmla="*/ 78870 w 465062"/>
                    <a:gd name="connsiteY108" fmla="*/ 13598 h 658157"/>
                    <a:gd name="connsiteX109" fmla="*/ 95188 w 465062"/>
                    <a:gd name="connsiteY109" fmla="*/ 5440 h 658157"/>
                    <a:gd name="connsiteX110" fmla="*/ 111506 w 465062"/>
                    <a:gd name="connsiteY110" fmla="*/ 0 h 6581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</a:cxnLst>
                  <a:rect l="l" t="t" r="r" b="b"/>
                  <a:pathLst>
                    <a:path w="465062" h="658157">
                      <a:moveTo>
                        <a:pt x="193096" y="59832"/>
                      </a:moveTo>
                      <a:cubicBezTo>
                        <a:pt x="193096" y="73430"/>
                        <a:pt x="193096" y="89748"/>
                        <a:pt x="193096" y="114226"/>
                      </a:cubicBezTo>
                      <a:cubicBezTo>
                        <a:pt x="193096" y="144142"/>
                        <a:pt x="195816" y="176778"/>
                        <a:pt x="198536" y="209414"/>
                      </a:cubicBezTo>
                      <a:cubicBezTo>
                        <a:pt x="198536" y="247489"/>
                        <a:pt x="201255" y="277406"/>
                        <a:pt x="201255" y="282845"/>
                      </a:cubicBezTo>
                      <a:cubicBezTo>
                        <a:pt x="201255" y="293723"/>
                        <a:pt x="203975" y="304602"/>
                        <a:pt x="203975" y="315481"/>
                      </a:cubicBezTo>
                      <a:cubicBezTo>
                        <a:pt x="203975" y="318200"/>
                        <a:pt x="203975" y="318200"/>
                        <a:pt x="203975" y="320920"/>
                      </a:cubicBezTo>
                      <a:cubicBezTo>
                        <a:pt x="203975" y="326359"/>
                        <a:pt x="206695" y="329079"/>
                        <a:pt x="212134" y="329079"/>
                      </a:cubicBezTo>
                      <a:cubicBezTo>
                        <a:pt x="214854" y="329079"/>
                        <a:pt x="220293" y="329079"/>
                        <a:pt x="223013" y="329079"/>
                      </a:cubicBezTo>
                      <a:cubicBezTo>
                        <a:pt x="228452" y="329079"/>
                        <a:pt x="233891" y="329079"/>
                        <a:pt x="239331" y="329079"/>
                      </a:cubicBezTo>
                      <a:cubicBezTo>
                        <a:pt x="252929" y="329079"/>
                        <a:pt x="271967" y="323640"/>
                        <a:pt x="280126" y="312761"/>
                      </a:cubicBezTo>
                      <a:cubicBezTo>
                        <a:pt x="288284" y="304602"/>
                        <a:pt x="291004" y="299163"/>
                        <a:pt x="296443" y="288284"/>
                      </a:cubicBezTo>
                      <a:cubicBezTo>
                        <a:pt x="299163" y="277406"/>
                        <a:pt x="301883" y="269247"/>
                        <a:pt x="304602" y="258368"/>
                      </a:cubicBezTo>
                      <a:cubicBezTo>
                        <a:pt x="307322" y="244770"/>
                        <a:pt x="310042" y="239330"/>
                        <a:pt x="312761" y="225732"/>
                      </a:cubicBezTo>
                      <a:cubicBezTo>
                        <a:pt x="315481" y="212134"/>
                        <a:pt x="315481" y="209414"/>
                        <a:pt x="315481" y="195816"/>
                      </a:cubicBezTo>
                      <a:cubicBezTo>
                        <a:pt x="315481" y="179498"/>
                        <a:pt x="315481" y="184937"/>
                        <a:pt x="318201" y="168619"/>
                      </a:cubicBezTo>
                      <a:cubicBezTo>
                        <a:pt x="312761" y="152302"/>
                        <a:pt x="312761" y="149582"/>
                        <a:pt x="312761" y="135983"/>
                      </a:cubicBezTo>
                      <a:cubicBezTo>
                        <a:pt x="312761" y="133264"/>
                        <a:pt x="312761" y="127825"/>
                        <a:pt x="312761" y="122385"/>
                      </a:cubicBezTo>
                      <a:cubicBezTo>
                        <a:pt x="312761" y="111507"/>
                        <a:pt x="301883" y="95188"/>
                        <a:pt x="293724" y="84309"/>
                      </a:cubicBezTo>
                      <a:cubicBezTo>
                        <a:pt x="288284" y="78870"/>
                        <a:pt x="285565" y="76150"/>
                        <a:pt x="280126" y="73430"/>
                      </a:cubicBezTo>
                      <a:cubicBezTo>
                        <a:pt x="271967" y="67991"/>
                        <a:pt x="266527" y="65271"/>
                        <a:pt x="258368" y="62552"/>
                      </a:cubicBezTo>
                      <a:cubicBezTo>
                        <a:pt x="244770" y="59832"/>
                        <a:pt x="228452" y="59832"/>
                        <a:pt x="217573" y="59832"/>
                      </a:cubicBezTo>
                      <a:close/>
                      <a:moveTo>
                        <a:pt x="111506" y="0"/>
                      </a:moveTo>
                      <a:cubicBezTo>
                        <a:pt x="114226" y="0"/>
                        <a:pt x="122385" y="0"/>
                        <a:pt x="127824" y="0"/>
                      </a:cubicBezTo>
                      <a:cubicBezTo>
                        <a:pt x="135983" y="0"/>
                        <a:pt x="146862" y="2720"/>
                        <a:pt x="157741" y="5440"/>
                      </a:cubicBezTo>
                      <a:cubicBezTo>
                        <a:pt x="168619" y="8159"/>
                        <a:pt x="176778" y="10879"/>
                        <a:pt x="179497" y="16318"/>
                      </a:cubicBezTo>
                      <a:cubicBezTo>
                        <a:pt x="193096" y="16318"/>
                        <a:pt x="201255" y="16318"/>
                        <a:pt x="209414" y="16318"/>
                      </a:cubicBezTo>
                      <a:cubicBezTo>
                        <a:pt x="220292" y="16318"/>
                        <a:pt x="231171" y="16318"/>
                        <a:pt x="247489" y="16318"/>
                      </a:cubicBezTo>
                      <a:cubicBezTo>
                        <a:pt x="250209" y="16318"/>
                        <a:pt x="258368" y="16318"/>
                        <a:pt x="266527" y="16318"/>
                      </a:cubicBezTo>
                      <a:cubicBezTo>
                        <a:pt x="277405" y="16318"/>
                        <a:pt x="291004" y="21758"/>
                        <a:pt x="312761" y="27197"/>
                      </a:cubicBezTo>
                      <a:cubicBezTo>
                        <a:pt x="320920" y="29917"/>
                        <a:pt x="329079" y="35356"/>
                        <a:pt x="337238" y="38075"/>
                      </a:cubicBezTo>
                      <a:cubicBezTo>
                        <a:pt x="342677" y="40795"/>
                        <a:pt x="353556" y="48954"/>
                        <a:pt x="364434" y="54393"/>
                      </a:cubicBezTo>
                      <a:cubicBezTo>
                        <a:pt x="375313" y="62552"/>
                        <a:pt x="386192" y="67992"/>
                        <a:pt x="386192" y="73431"/>
                      </a:cubicBezTo>
                      <a:cubicBezTo>
                        <a:pt x="391631" y="84310"/>
                        <a:pt x="402510" y="92469"/>
                        <a:pt x="407949" y="103347"/>
                      </a:cubicBezTo>
                      <a:cubicBezTo>
                        <a:pt x="413388" y="116945"/>
                        <a:pt x="416108" y="130544"/>
                        <a:pt x="416108" y="141422"/>
                      </a:cubicBezTo>
                      <a:cubicBezTo>
                        <a:pt x="416108" y="152301"/>
                        <a:pt x="418828" y="157740"/>
                        <a:pt x="418828" y="163179"/>
                      </a:cubicBezTo>
                      <a:cubicBezTo>
                        <a:pt x="418828" y="165899"/>
                        <a:pt x="418828" y="168619"/>
                        <a:pt x="418828" y="171339"/>
                      </a:cubicBezTo>
                      <a:cubicBezTo>
                        <a:pt x="418828" y="174058"/>
                        <a:pt x="421547" y="182217"/>
                        <a:pt x="421547" y="187656"/>
                      </a:cubicBezTo>
                      <a:cubicBezTo>
                        <a:pt x="421547" y="193096"/>
                        <a:pt x="418828" y="201255"/>
                        <a:pt x="418828" y="206694"/>
                      </a:cubicBezTo>
                      <a:cubicBezTo>
                        <a:pt x="418828" y="217573"/>
                        <a:pt x="418828" y="223012"/>
                        <a:pt x="416108" y="233891"/>
                      </a:cubicBezTo>
                      <a:cubicBezTo>
                        <a:pt x="413388" y="244769"/>
                        <a:pt x="410668" y="255648"/>
                        <a:pt x="405229" y="263807"/>
                      </a:cubicBezTo>
                      <a:cubicBezTo>
                        <a:pt x="402510" y="269246"/>
                        <a:pt x="397070" y="269246"/>
                        <a:pt x="394351" y="274686"/>
                      </a:cubicBezTo>
                      <a:cubicBezTo>
                        <a:pt x="391631" y="277405"/>
                        <a:pt x="391631" y="282844"/>
                        <a:pt x="388912" y="285564"/>
                      </a:cubicBezTo>
                      <a:cubicBezTo>
                        <a:pt x="383472" y="291003"/>
                        <a:pt x="375313" y="301882"/>
                        <a:pt x="369874" y="304602"/>
                      </a:cubicBezTo>
                      <a:cubicBezTo>
                        <a:pt x="367154" y="307321"/>
                        <a:pt x="361715" y="307321"/>
                        <a:pt x="358995" y="310041"/>
                      </a:cubicBezTo>
                      <a:cubicBezTo>
                        <a:pt x="356275" y="312761"/>
                        <a:pt x="350836" y="318200"/>
                        <a:pt x="348117" y="320920"/>
                      </a:cubicBezTo>
                      <a:cubicBezTo>
                        <a:pt x="339958" y="326359"/>
                        <a:pt x="334518" y="334518"/>
                        <a:pt x="326359" y="339957"/>
                      </a:cubicBezTo>
                      <a:cubicBezTo>
                        <a:pt x="320920" y="342677"/>
                        <a:pt x="312761" y="342677"/>
                        <a:pt x="312761" y="353555"/>
                      </a:cubicBezTo>
                      <a:cubicBezTo>
                        <a:pt x="312761" y="361714"/>
                        <a:pt x="334518" y="372593"/>
                        <a:pt x="337238" y="380752"/>
                      </a:cubicBezTo>
                      <a:cubicBezTo>
                        <a:pt x="345397" y="394350"/>
                        <a:pt x="353556" y="407948"/>
                        <a:pt x="358995" y="421547"/>
                      </a:cubicBezTo>
                      <a:cubicBezTo>
                        <a:pt x="364434" y="435145"/>
                        <a:pt x="367154" y="446024"/>
                        <a:pt x="372593" y="459622"/>
                      </a:cubicBezTo>
                      <a:cubicBezTo>
                        <a:pt x="378033" y="478660"/>
                        <a:pt x="383472" y="494978"/>
                        <a:pt x="386192" y="514015"/>
                      </a:cubicBezTo>
                      <a:cubicBezTo>
                        <a:pt x="391631" y="533053"/>
                        <a:pt x="402510" y="549371"/>
                        <a:pt x="407949" y="568408"/>
                      </a:cubicBezTo>
                      <a:cubicBezTo>
                        <a:pt x="410668" y="579287"/>
                        <a:pt x="416108" y="590165"/>
                        <a:pt x="421547" y="598324"/>
                      </a:cubicBezTo>
                      <a:cubicBezTo>
                        <a:pt x="435146" y="614642"/>
                        <a:pt x="443305" y="622801"/>
                        <a:pt x="451463" y="628241"/>
                      </a:cubicBezTo>
                      <a:cubicBezTo>
                        <a:pt x="456903" y="630960"/>
                        <a:pt x="465062" y="636400"/>
                        <a:pt x="465062" y="644559"/>
                      </a:cubicBezTo>
                      <a:cubicBezTo>
                        <a:pt x="465062" y="647278"/>
                        <a:pt x="465062" y="647278"/>
                        <a:pt x="462342" y="649998"/>
                      </a:cubicBezTo>
                      <a:cubicBezTo>
                        <a:pt x="456903" y="655437"/>
                        <a:pt x="446024" y="658157"/>
                        <a:pt x="437865" y="658157"/>
                      </a:cubicBezTo>
                      <a:cubicBezTo>
                        <a:pt x="413388" y="658157"/>
                        <a:pt x="378033" y="641839"/>
                        <a:pt x="361715" y="622801"/>
                      </a:cubicBezTo>
                      <a:cubicBezTo>
                        <a:pt x="345397" y="606483"/>
                        <a:pt x="334518" y="584726"/>
                        <a:pt x="320920" y="565689"/>
                      </a:cubicBezTo>
                      <a:cubicBezTo>
                        <a:pt x="315480" y="554810"/>
                        <a:pt x="310041" y="543931"/>
                        <a:pt x="304602" y="530333"/>
                      </a:cubicBezTo>
                      <a:cubicBezTo>
                        <a:pt x="299163" y="519454"/>
                        <a:pt x="296443" y="508576"/>
                        <a:pt x="293723" y="497697"/>
                      </a:cubicBezTo>
                      <a:cubicBezTo>
                        <a:pt x="291004" y="486819"/>
                        <a:pt x="288284" y="473220"/>
                        <a:pt x="282845" y="462342"/>
                      </a:cubicBezTo>
                      <a:cubicBezTo>
                        <a:pt x="280125" y="448743"/>
                        <a:pt x="274686" y="437865"/>
                        <a:pt x="269246" y="424267"/>
                      </a:cubicBezTo>
                      <a:cubicBezTo>
                        <a:pt x="266527" y="416108"/>
                        <a:pt x="261087" y="402509"/>
                        <a:pt x="255648" y="391631"/>
                      </a:cubicBezTo>
                      <a:cubicBezTo>
                        <a:pt x="250209" y="380752"/>
                        <a:pt x="244770" y="375313"/>
                        <a:pt x="236610" y="367154"/>
                      </a:cubicBezTo>
                      <a:cubicBezTo>
                        <a:pt x="231171" y="361714"/>
                        <a:pt x="223012" y="361714"/>
                        <a:pt x="217573" y="361714"/>
                      </a:cubicBezTo>
                      <a:cubicBezTo>
                        <a:pt x="212134" y="361714"/>
                        <a:pt x="206694" y="361714"/>
                        <a:pt x="201255" y="361714"/>
                      </a:cubicBezTo>
                      <a:cubicBezTo>
                        <a:pt x="198535" y="361714"/>
                        <a:pt x="198535" y="364434"/>
                        <a:pt x="198535" y="367154"/>
                      </a:cubicBezTo>
                      <a:cubicBezTo>
                        <a:pt x="198535" y="375313"/>
                        <a:pt x="201255" y="386191"/>
                        <a:pt x="201255" y="388911"/>
                      </a:cubicBezTo>
                      <a:cubicBezTo>
                        <a:pt x="201255" y="402509"/>
                        <a:pt x="198535" y="413388"/>
                        <a:pt x="198535" y="426986"/>
                      </a:cubicBezTo>
                      <a:cubicBezTo>
                        <a:pt x="198535" y="446024"/>
                        <a:pt x="203975" y="456902"/>
                        <a:pt x="203975" y="478660"/>
                      </a:cubicBezTo>
                      <a:cubicBezTo>
                        <a:pt x="203975" y="503136"/>
                        <a:pt x="201255" y="527613"/>
                        <a:pt x="198535" y="552090"/>
                      </a:cubicBezTo>
                      <a:cubicBezTo>
                        <a:pt x="198535" y="560249"/>
                        <a:pt x="195816" y="568408"/>
                        <a:pt x="195816" y="576567"/>
                      </a:cubicBezTo>
                      <a:cubicBezTo>
                        <a:pt x="195816" y="582006"/>
                        <a:pt x="195816" y="587446"/>
                        <a:pt x="198535" y="592885"/>
                      </a:cubicBezTo>
                      <a:cubicBezTo>
                        <a:pt x="212134" y="592885"/>
                        <a:pt x="225732" y="592885"/>
                        <a:pt x="233891" y="592885"/>
                      </a:cubicBezTo>
                      <a:cubicBezTo>
                        <a:pt x="247489" y="592885"/>
                        <a:pt x="271966" y="592885"/>
                        <a:pt x="271966" y="611923"/>
                      </a:cubicBezTo>
                      <a:cubicBezTo>
                        <a:pt x="271966" y="620082"/>
                        <a:pt x="269246" y="622801"/>
                        <a:pt x="266527" y="628241"/>
                      </a:cubicBezTo>
                      <a:cubicBezTo>
                        <a:pt x="261087" y="633680"/>
                        <a:pt x="255648" y="636400"/>
                        <a:pt x="250209" y="636400"/>
                      </a:cubicBezTo>
                      <a:cubicBezTo>
                        <a:pt x="239330" y="639119"/>
                        <a:pt x="233891" y="639119"/>
                        <a:pt x="228451" y="639119"/>
                      </a:cubicBezTo>
                      <a:cubicBezTo>
                        <a:pt x="223012" y="639119"/>
                        <a:pt x="206694" y="639119"/>
                        <a:pt x="187657" y="639119"/>
                      </a:cubicBezTo>
                      <a:cubicBezTo>
                        <a:pt x="176778" y="647278"/>
                        <a:pt x="163180" y="649998"/>
                        <a:pt x="152301" y="652717"/>
                      </a:cubicBezTo>
                      <a:cubicBezTo>
                        <a:pt x="146862" y="652717"/>
                        <a:pt x="138703" y="655437"/>
                        <a:pt x="133263" y="655437"/>
                      </a:cubicBezTo>
                      <a:cubicBezTo>
                        <a:pt x="130544" y="655437"/>
                        <a:pt x="125104" y="655437"/>
                        <a:pt x="122385" y="652717"/>
                      </a:cubicBezTo>
                      <a:cubicBezTo>
                        <a:pt x="114226" y="649998"/>
                        <a:pt x="103347" y="644559"/>
                        <a:pt x="97908" y="639119"/>
                      </a:cubicBezTo>
                      <a:cubicBezTo>
                        <a:pt x="87029" y="639119"/>
                        <a:pt x="78870" y="639119"/>
                        <a:pt x="70711" y="639119"/>
                      </a:cubicBezTo>
                      <a:cubicBezTo>
                        <a:pt x="62552" y="639119"/>
                        <a:pt x="54393" y="639119"/>
                        <a:pt x="46234" y="639119"/>
                      </a:cubicBezTo>
                      <a:cubicBezTo>
                        <a:pt x="38075" y="639119"/>
                        <a:pt x="27197" y="633680"/>
                        <a:pt x="19038" y="630960"/>
                      </a:cubicBezTo>
                      <a:cubicBezTo>
                        <a:pt x="10879" y="628241"/>
                        <a:pt x="2720" y="620082"/>
                        <a:pt x="2720" y="614642"/>
                      </a:cubicBezTo>
                      <a:cubicBezTo>
                        <a:pt x="2720" y="611923"/>
                        <a:pt x="2720" y="609203"/>
                        <a:pt x="8159" y="606483"/>
                      </a:cubicBezTo>
                      <a:cubicBezTo>
                        <a:pt x="13599" y="603764"/>
                        <a:pt x="24477" y="601044"/>
                        <a:pt x="29916" y="598324"/>
                      </a:cubicBezTo>
                      <a:cubicBezTo>
                        <a:pt x="43515" y="595605"/>
                        <a:pt x="62552" y="595605"/>
                        <a:pt x="76151" y="592885"/>
                      </a:cubicBezTo>
                      <a:cubicBezTo>
                        <a:pt x="76151" y="587446"/>
                        <a:pt x="73431" y="582006"/>
                        <a:pt x="73431" y="573848"/>
                      </a:cubicBezTo>
                      <a:cubicBezTo>
                        <a:pt x="73431" y="565689"/>
                        <a:pt x="70711" y="516735"/>
                        <a:pt x="70711" y="500417"/>
                      </a:cubicBezTo>
                      <a:cubicBezTo>
                        <a:pt x="70711" y="481379"/>
                        <a:pt x="73431" y="456902"/>
                        <a:pt x="73431" y="437865"/>
                      </a:cubicBezTo>
                      <a:cubicBezTo>
                        <a:pt x="73431" y="416108"/>
                        <a:pt x="70711" y="391631"/>
                        <a:pt x="70711" y="369873"/>
                      </a:cubicBezTo>
                      <a:cubicBezTo>
                        <a:pt x="70711" y="345397"/>
                        <a:pt x="70711" y="318200"/>
                        <a:pt x="70711" y="293723"/>
                      </a:cubicBezTo>
                      <a:cubicBezTo>
                        <a:pt x="70711" y="266526"/>
                        <a:pt x="73431" y="239330"/>
                        <a:pt x="73431" y="212133"/>
                      </a:cubicBezTo>
                      <a:cubicBezTo>
                        <a:pt x="73431" y="187656"/>
                        <a:pt x="76151" y="179498"/>
                        <a:pt x="76151" y="155021"/>
                      </a:cubicBezTo>
                      <a:cubicBezTo>
                        <a:pt x="76151" y="144142"/>
                        <a:pt x="76151" y="130544"/>
                        <a:pt x="76151" y="119665"/>
                      </a:cubicBezTo>
                      <a:cubicBezTo>
                        <a:pt x="76151" y="106067"/>
                        <a:pt x="78870" y="95188"/>
                        <a:pt x="78870" y="84310"/>
                      </a:cubicBezTo>
                      <a:cubicBezTo>
                        <a:pt x="78870" y="78870"/>
                        <a:pt x="78870" y="70711"/>
                        <a:pt x="76151" y="62552"/>
                      </a:cubicBezTo>
                      <a:cubicBezTo>
                        <a:pt x="76151" y="62552"/>
                        <a:pt x="73431" y="62552"/>
                        <a:pt x="67992" y="62552"/>
                      </a:cubicBezTo>
                      <a:cubicBezTo>
                        <a:pt x="59833" y="62552"/>
                        <a:pt x="51674" y="62552"/>
                        <a:pt x="43515" y="62552"/>
                      </a:cubicBezTo>
                      <a:cubicBezTo>
                        <a:pt x="35356" y="62552"/>
                        <a:pt x="24477" y="59833"/>
                        <a:pt x="16318" y="57113"/>
                      </a:cubicBezTo>
                      <a:cubicBezTo>
                        <a:pt x="8159" y="54393"/>
                        <a:pt x="0" y="43515"/>
                        <a:pt x="0" y="40795"/>
                      </a:cubicBezTo>
                      <a:cubicBezTo>
                        <a:pt x="0" y="38075"/>
                        <a:pt x="0" y="35356"/>
                        <a:pt x="5439" y="32636"/>
                      </a:cubicBezTo>
                      <a:cubicBezTo>
                        <a:pt x="10879" y="29917"/>
                        <a:pt x="21758" y="27197"/>
                        <a:pt x="27197" y="24477"/>
                      </a:cubicBezTo>
                      <a:cubicBezTo>
                        <a:pt x="46234" y="21758"/>
                        <a:pt x="62552" y="19038"/>
                        <a:pt x="76151" y="19038"/>
                      </a:cubicBezTo>
                      <a:cubicBezTo>
                        <a:pt x="76151" y="16318"/>
                        <a:pt x="78870" y="16318"/>
                        <a:pt x="78870" y="13598"/>
                      </a:cubicBezTo>
                      <a:cubicBezTo>
                        <a:pt x="84309" y="10879"/>
                        <a:pt x="89749" y="8159"/>
                        <a:pt x="95188" y="5440"/>
                      </a:cubicBezTo>
                      <a:cubicBezTo>
                        <a:pt x="100628" y="2720"/>
                        <a:pt x="106067" y="0"/>
                        <a:pt x="111506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47" name="Freeform: Shape 46">
                  <a:extLst>
                    <a:ext uri="{FF2B5EF4-FFF2-40B4-BE49-F238E27FC236}">
                      <a16:creationId xmlns:a16="http://schemas.microsoft.com/office/drawing/2014/main" id="{EF92D94F-2EEE-8E06-2345-A3CC2B50A4E7}"/>
                    </a:ext>
                  </a:extLst>
                </p:cNvPr>
                <p:cNvSpPr/>
                <p:nvPr/>
              </p:nvSpPr>
              <p:spPr>
                <a:xfrm>
                  <a:off x="8346812" y="4186718"/>
                  <a:ext cx="353556" cy="761503"/>
                </a:xfrm>
                <a:custGeom>
                  <a:avLst/>
                  <a:gdLst>
                    <a:gd name="connsiteX0" fmla="*/ 283910 w 353555"/>
                    <a:gd name="connsiteY0" fmla="*/ 672820 h 761503"/>
                    <a:gd name="connsiteX1" fmla="*/ 321985 w 353555"/>
                    <a:gd name="connsiteY1" fmla="*/ 689138 h 761503"/>
                    <a:gd name="connsiteX2" fmla="*/ 316546 w 353555"/>
                    <a:gd name="connsiteY2" fmla="*/ 705456 h 761503"/>
                    <a:gd name="connsiteX3" fmla="*/ 300228 w 353555"/>
                    <a:gd name="connsiteY3" fmla="*/ 713615 h 761503"/>
                    <a:gd name="connsiteX4" fmla="*/ 278471 w 353555"/>
                    <a:gd name="connsiteY4" fmla="*/ 716335 h 761503"/>
                    <a:gd name="connsiteX5" fmla="*/ 237676 w 353555"/>
                    <a:gd name="connsiteY5" fmla="*/ 716335 h 761503"/>
                    <a:gd name="connsiteX6" fmla="*/ 180563 w 353555"/>
                    <a:gd name="connsiteY6" fmla="*/ 719054 h 761503"/>
                    <a:gd name="connsiteX7" fmla="*/ 126170 w 353555"/>
                    <a:gd name="connsiteY7" fmla="*/ 719054 h 761503"/>
                    <a:gd name="connsiteX8" fmla="*/ 101693 w 353555"/>
                    <a:gd name="connsiteY8" fmla="*/ 719054 h 761503"/>
                    <a:gd name="connsiteX9" fmla="*/ 74496 w 353555"/>
                    <a:gd name="connsiteY9" fmla="*/ 713615 h 761503"/>
                    <a:gd name="connsiteX10" fmla="*/ 58178 w 353555"/>
                    <a:gd name="connsiteY10" fmla="*/ 697297 h 761503"/>
                    <a:gd name="connsiteX11" fmla="*/ 63618 w 353555"/>
                    <a:gd name="connsiteY11" fmla="*/ 689138 h 761503"/>
                    <a:gd name="connsiteX12" fmla="*/ 85375 w 353555"/>
                    <a:gd name="connsiteY12" fmla="*/ 680979 h 761503"/>
                    <a:gd name="connsiteX13" fmla="*/ 131609 w 353555"/>
                    <a:gd name="connsiteY13" fmla="*/ 675540 h 761503"/>
                    <a:gd name="connsiteX14" fmla="*/ 142488 w 353555"/>
                    <a:gd name="connsiteY14" fmla="*/ 675540 h 761503"/>
                    <a:gd name="connsiteX15" fmla="*/ 131609 w 353555"/>
                    <a:gd name="connsiteY15" fmla="*/ 653783 h 761503"/>
                    <a:gd name="connsiteX16" fmla="*/ 128890 w 353555"/>
                    <a:gd name="connsiteY16" fmla="*/ 640184 h 761503"/>
                    <a:gd name="connsiteX17" fmla="*/ 128890 w 353555"/>
                    <a:gd name="connsiteY17" fmla="*/ 629306 h 761503"/>
                    <a:gd name="connsiteX18" fmla="*/ 128890 w 353555"/>
                    <a:gd name="connsiteY18" fmla="*/ 621147 h 761503"/>
                    <a:gd name="connsiteX19" fmla="*/ 128890 w 353555"/>
                    <a:gd name="connsiteY19" fmla="*/ 593950 h 761503"/>
                    <a:gd name="connsiteX20" fmla="*/ 128890 w 353555"/>
                    <a:gd name="connsiteY20" fmla="*/ 583072 h 761503"/>
                    <a:gd name="connsiteX21" fmla="*/ 128890 w 353555"/>
                    <a:gd name="connsiteY21" fmla="*/ 436210 h 761503"/>
                    <a:gd name="connsiteX22" fmla="*/ 128890 w 353555"/>
                    <a:gd name="connsiteY22" fmla="*/ 357340 h 761503"/>
                    <a:gd name="connsiteX23" fmla="*/ 131609 w 353555"/>
                    <a:gd name="connsiteY23" fmla="*/ 289349 h 761503"/>
                    <a:gd name="connsiteX24" fmla="*/ 131609 w 353555"/>
                    <a:gd name="connsiteY24" fmla="*/ 251274 h 761503"/>
                    <a:gd name="connsiteX25" fmla="*/ 131609 w 353555"/>
                    <a:gd name="connsiteY25" fmla="*/ 205040 h 761503"/>
                    <a:gd name="connsiteX26" fmla="*/ 131609 w 353555"/>
                    <a:gd name="connsiteY26" fmla="*/ 139768 h 761503"/>
                    <a:gd name="connsiteX27" fmla="*/ 131609 w 353555"/>
                    <a:gd name="connsiteY27" fmla="*/ 128889 h 761503"/>
                    <a:gd name="connsiteX28" fmla="*/ 126170 w 353555"/>
                    <a:gd name="connsiteY28" fmla="*/ 128889 h 761503"/>
                    <a:gd name="connsiteX29" fmla="*/ 101693 w 353555"/>
                    <a:gd name="connsiteY29" fmla="*/ 128889 h 761503"/>
                    <a:gd name="connsiteX30" fmla="*/ 74496 w 353555"/>
                    <a:gd name="connsiteY30" fmla="*/ 123450 h 761503"/>
                    <a:gd name="connsiteX31" fmla="*/ 58178 w 353555"/>
                    <a:gd name="connsiteY31" fmla="*/ 107132 h 761503"/>
                    <a:gd name="connsiteX32" fmla="*/ 60898 w 353555"/>
                    <a:gd name="connsiteY32" fmla="*/ 98973 h 761503"/>
                    <a:gd name="connsiteX33" fmla="*/ 82655 w 353555"/>
                    <a:gd name="connsiteY33" fmla="*/ 93534 h 761503"/>
                    <a:gd name="connsiteX34" fmla="*/ 131609 w 353555"/>
                    <a:gd name="connsiteY34" fmla="*/ 88094 h 761503"/>
                    <a:gd name="connsiteX35" fmla="*/ 131609 w 353555"/>
                    <a:gd name="connsiteY35" fmla="*/ 82655 h 761503"/>
                    <a:gd name="connsiteX36" fmla="*/ 134329 w 353555"/>
                    <a:gd name="connsiteY36" fmla="*/ 71776 h 761503"/>
                    <a:gd name="connsiteX37" fmla="*/ 147927 w 353555"/>
                    <a:gd name="connsiteY37" fmla="*/ 63617 h 761503"/>
                    <a:gd name="connsiteX38" fmla="*/ 164245 w 353555"/>
                    <a:gd name="connsiteY38" fmla="*/ 58178 h 761503"/>
                    <a:gd name="connsiteX39" fmla="*/ 177843 w 353555"/>
                    <a:gd name="connsiteY39" fmla="*/ 58178 h 761503"/>
                    <a:gd name="connsiteX40" fmla="*/ 196881 w 353555"/>
                    <a:gd name="connsiteY40" fmla="*/ 60898 h 761503"/>
                    <a:gd name="connsiteX41" fmla="*/ 232237 w 353555"/>
                    <a:gd name="connsiteY41" fmla="*/ 88094 h 761503"/>
                    <a:gd name="connsiteX42" fmla="*/ 278471 w 353555"/>
                    <a:gd name="connsiteY42" fmla="*/ 88094 h 761503"/>
                    <a:gd name="connsiteX43" fmla="*/ 316546 w 353555"/>
                    <a:gd name="connsiteY43" fmla="*/ 104412 h 761503"/>
                    <a:gd name="connsiteX44" fmla="*/ 311107 w 353555"/>
                    <a:gd name="connsiteY44" fmla="*/ 120730 h 761503"/>
                    <a:gd name="connsiteX45" fmla="*/ 294789 w 353555"/>
                    <a:gd name="connsiteY45" fmla="*/ 128889 h 761503"/>
                    <a:gd name="connsiteX46" fmla="*/ 273032 w 353555"/>
                    <a:gd name="connsiteY46" fmla="*/ 131609 h 761503"/>
                    <a:gd name="connsiteX47" fmla="*/ 243115 w 353555"/>
                    <a:gd name="connsiteY47" fmla="*/ 131609 h 761503"/>
                    <a:gd name="connsiteX48" fmla="*/ 243115 w 353555"/>
                    <a:gd name="connsiteY48" fmla="*/ 134329 h 761503"/>
                    <a:gd name="connsiteX49" fmla="*/ 248554 w 353555"/>
                    <a:gd name="connsiteY49" fmla="*/ 169684 h 761503"/>
                    <a:gd name="connsiteX50" fmla="*/ 251274 w 353555"/>
                    <a:gd name="connsiteY50" fmla="*/ 205040 h 761503"/>
                    <a:gd name="connsiteX51" fmla="*/ 251274 w 353555"/>
                    <a:gd name="connsiteY51" fmla="*/ 240395 h 761503"/>
                    <a:gd name="connsiteX52" fmla="*/ 251274 w 353555"/>
                    <a:gd name="connsiteY52" fmla="*/ 256713 h 761503"/>
                    <a:gd name="connsiteX53" fmla="*/ 253994 w 353555"/>
                    <a:gd name="connsiteY53" fmla="*/ 270311 h 761503"/>
                    <a:gd name="connsiteX54" fmla="*/ 259433 w 353555"/>
                    <a:gd name="connsiteY54" fmla="*/ 343742 h 761503"/>
                    <a:gd name="connsiteX55" fmla="*/ 262153 w 353555"/>
                    <a:gd name="connsiteY55" fmla="*/ 425332 h 761503"/>
                    <a:gd name="connsiteX56" fmla="*/ 264872 w 353555"/>
                    <a:gd name="connsiteY56" fmla="*/ 490603 h 761503"/>
                    <a:gd name="connsiteX57" fmla="*/ 270312 w 353555"/>
                    <a:gd name="connsiteY57" fmla="*/ 564034 h 761503"/>
                    <a:gd name="connsiteX58" fmla="*/ 270312 w 353555"/>
                    <a:gd name="connsiteY58" fmla="*/ 599390 h 761503"/>
                    <a:gd name="connsiteX59" fmla="*/ 270312 w 353555"/>
                    <a:gd name="connsiteY59" fmla="*/ 637465 h 761503"/>
                    <a:gd name="connsiteX60" fmla="*/ 264872 w 353555"/>
                    <a:gd name="connsiteY60" fmla="*/ 670101 h 761503"/>
                    <a:gd name="connsiteX61" fmla="*/ 283910 w 353555"/>
                    <a:gd name="connsiteY61" fmla="*/ 672820 h 761503"/>
                    <a:gd name="connsiteX62" fmla="*/ 283910 w 353555"/>
                    <a:gd name="connsiteY62" fmla="*/ 672820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</a:cxnLst>
                  <a:rect l="l" t="t" r="r" b="b"/>
                  <a:pathLst>
                    <a:path w="353555" h="761503">
                      <a:moveTo>
                        <a:pt x="283910" y="672820"/>
                      </a:moveTo>
                      <a:cubicBezTo>
                        <a:pt x="297508" y="672820"/>
                        <a:pt x="321985" y="672820"/>
                        <a:pt x="321985" y="689138"/>
                      </a:cubicBezTo>
                      <a:cubicBezTo>
                        <a:pt x="321985" y="697297"/>
                        <a:pt x="319266" y="697297"/>
                        <a:pt x="316546" y="705456"/>
                      </a:cubicBezTo>
                      <a:cubicBezTo>
                        <a:pt x="311107" y="710895"/>
                        <a:pt x="305667" y="713615"/>
                        <a:pt x="300228" y="713615"/>
                      </a:cubicBezTo>
                      <a:cubicBezTo>
                        <a:pt x="292069" y="716335"/>
                        <a:pt x="283910" y="716335"/>
                        <a:pt x="278471" y="716335"/>
                      </a:cubicBezTo>
                      <a:cubicBezTo>
                        <a:pt x="275751" y="716335"/>
                        <a:pt x="256713" y="716335"/>
                        <a:pt x="237676" y="716335"/>
                      </a:cubicBezTo>
                      <a:cubicBezTo>
                        <a:pt x="213199" y="716335"/>
                        <a:pt x="186003" y="719054"/>
                        <a:pt x="180563" y="719054"/>
                      </a:cubicBezTo>
                      <a:cubicBezTo>
                        <a:pt x="166965" y="719054"/>
                        <a:pt x="142488" y="719054"/>
                        <a:pt x="126170" y="719054"/>
                      </a:cubicBezTo>
                      <a:cubicBezTo>
                        <a:pt x="118011" y="719054"/>
                        <a:pt x="109852" y="719054"/>
                        <a:pt x="101693" y="719054"/>
                      </a:cubicBezTo>
                      <a:cubicBezTo>
                        <a:pt x="93534" y="719054"/>
                        <a:pt x="82655" y="719054"/>
                        <a:pt x="74496" y="713615"/>
                      </a:cubicBezTo>
                      <a:cubicBezTo>
                        <a:pt x="66337" y="710895"/>
                        <a:pt x="58178" y="702736"/>
                        <a:pt x="58178" y="697297"/>
                      </a:cubicBezTo>
                      <a:cubicBezTo>
                        <a:pt x="58178" y="694578"/>
                        <a:pt x="58178" y="691858"/>
                        <a:pt x="63618" y="689138"/>
                      </a:cubicBezTo>
                      <a:cubicBezTo>
                        <a:pt x="69057" y="686418"/>
                        <a:pt x="79936" y="683699"/>
                        <a:pt x="85375" y="680979"/>
                      </a:cubicBezTo>
                      <a:cubicBezTo>
                        <a:pt x="104413" y="678260"/>
                        <a:pt x="123450" y="675540"/>
                        <a:pt x="131609" y="675540"/>
                      </a:cubicBezTo>
                      <a:cubicBezTo>
                        <a:pt x="134329" y="675540"/>
                        <a:pt x="137049" y="675540"/>
                        <a:pt x="142488" y="675540"/>
                      </a:cubicBezTo>
                      <a:cubicBezTo>
                        <a:pt x="134329" y="670101"/>
                        <a:pt x="131609" y="661942"/>
                        <a:pt x="131609" y="653783"/>
                      </a:cubicBezTo>
                      <a:cubicBezTo>
                        <a:pt x="131609" y="648343"/>
                        <a:pt x="131609" y="642904"/>
                        <a:pt x="128890" y="640184"/>
                      </a:cubicBezTo>
                      <a:cubicBezTo>
                        <a:pt x="128890" y="637465"/>
                        <a:pt x="128890" y="634745"/>
                        <a:pt x="128890" y="629306"/>
                      </a:cubicBezTo>
                      <a:cubicBezTo>
                        <a:pt x="128890" y="626586"/>
                        <a:pt x="128890" y="623867"/>
                        <a:pt x="128890" y="621147"/>
                      </a:cubicBezTo>
                      <a:cubicBezTo>
                        <a:pt x="128890" y="612988"/>
                        <a:pt x="128890" y="604829"/>
                        <a:pt x="128890" y="593950"/>
                      </a:cubicBezTo>
                      <a:cubicBezTo>
                        <a:pt x="128890" y="591231"/>
                        <a:pt x="128890" y="585791"/>
                        <a:pt x="128890" y="583072"/>
                      </a:cubicBezTo>
                      <a:cubicBezTo>
                        <a:pt x="128890" y="534118"/>
                        <a:pt x="131609" y="485164"/>
                        <a:pt x="128890" y="436210"/>
                      </a:cubicBezTo>
                      <a:cubicBezTo>
                        <a:pt x="128890" y="409014"/>
                        <a:pt x="128890" y="384537"/>
                        <a:pt x="128890" y="357340"/>
                      </a:cubicBezTo>
                      <a:cubicBezTo>
                        <a:pt x="128890" y="335583"/>
                        <a:pt x="131609" y="313826"/>
                        <a:pt x="131609" y="289349"/>
                      </a:cubicBezTo>
                      <a:cubicBezTo>
                        <a:pt x="131609" y="275751"/>
                        <a:pt x="131609" y="264872"/>
                        <a:pt x="131609" y="251274"/>
                      </a:cubicBezTo>
                      <a:cubicBezTo>
                        <a:pt x="131609" y="234956"/>
                        <a:pt x="131609" y="221357"/>
                        <a:pt x="131609" y="205040"/>
                      </a:cubicBezTo>
                      <a:cubicBezTo>
                        <a:pt x="131609" y="183282"/>
                        <a:pt x="131609" y="161525"/>
                        <a:pt x="131609" y="139768"/>
                      </a:cubicBezTo>
                      <a:cubicBezTo>
                        <a:pt x="131609" y="137048"/>
                        <a:pt x="131609" y="134329"/>
                        <a:pt x="131609" y="128889"/>
                      </a:cubicBezTo>
                      <a:cubicBezTo>
                        <a:pt x="128890" y="128889"/>
                        <a:pt x="126170" y="128889"/>
                        <a:pt x="126170" y="128889"/>
                      </a:cubicBezTo>
                      <a:cubicBezTo>
                        <a:pt x="118011" y="128889"/>
                        <a:pt x="109852" y="128889"/>
                        <a:pt x="101693" y="128889"/>
                      </a:cubicBezTo>
                      <a:cubicBezTo>
                        <a:pt x="93534" y="128889"/>
                        <a:pt x="82655" y="128889"/>
                        <a:pt x="74496" y="123450"/>
                      </a:cubicBezTo>
                      <a:cubicBezTo>
                        <a:pt x="66337" y="120730"/>
                        <a:pt x="58178" y="112571"/>
                        <a:pt x="58178" y="107132"/>
                      </a:cubicBezTo>
                      <a:cubicBezTo>
                        <a:pt x="58178" y="104412"/>
                        <a:pt x="58178" y="101693"/>
                        <a:pt x="60898" y="98973"/>
                      </a:cubicBezTo>
                      <a:cubicBezTo>
                        <a:pt x="63618" y="96253"/>
                        <a:pt x="77216" y="93534"/>
                        <a:pt x="82655" y="93534"/>
                      </a:cubicBezTo>
                      <a:cubicBezTo>
                        <a:pt x="98973" y="90814"/>
                        <a:pt x="123450" y="88094"/>
                        <a:pt x="131609" y="88094"/>
                      </a:cubicBezTo>
                      <a:cubicBezTo>
                        <a:pt x="131609" y="85375"/>
                        <a:pt x="131609" y="85375"/>
                        <a:pt x="131609" y="82655"/>
                      </a:cubicBezTo>
                      <a:cubicBezTo>
                        <a:pt x="131609" y="77216"/>
                        <a:pt x="131609" y="74496"/>
                        <a:pt x="134329" y="71776"/>
                      </a:cubicBezTo>
                      <a:cubicBezTo>
                        <a:pt x="137049" y="69057"/>
                        <a:pt x="145208" y="66337"/>
                        <a:pt x="147927" y="63617"/>
                      </a:cubicBezTo>
                      <a:cubicBezTo>
                        <a:pt x="153366" y="60898"/>
                        <a:pt x="158806" y="58178"/>
                        <a:pt x="164245" y="58178"/>
                      </a:cubicBezTo>
                      <a:cubicBezTo>
                        <a:pt x="169684" y="58178"/>
                        <a:pt x="175124" y="58178"/>
                        <a:pt x="177843" y="58178"/>
                      </a:cubicBezTo>
                      <a:cubicBezTo>
                        <a:pt x="183283" y="58178"/>
                        <a:pt x="191442" y="58178"/>
                        <a:pt x="196881" y="60898"/>
                      </a:cubicBezTo>
                      <a:cubicBezTo>
                        <a:pt x="213199" y="63617"/>
                        <a:pt x="224078" y="74496"/>
                        <a:pt x="232237" y="88094"/>
                      </a:cubicBezTo>
                      <a:cubicBezTo>
                        <a:pt x="253994" y="88094"/>
                        <a:pt x="270312" y="88094"/>
                        <a:pt x="278471" y="88094"/>
                      </a:cubicBezTo>
                      <a:cubicBezTo>
                        <a:pt x="292069" y="88094"/>
                        <a:pt x="316546" y="88094"/>
                        <a:pt x="316546" y="104412"/>
                      </a:cubicBezTo>
                      <a:cubicBezTo>
                        <a:pt x="316546" y="112571"/>
                        <a:pt x="313826" y="112571"/>
                        <a:pt x="311107" y="120730"/>
                      </a:cubicBezTo>
                      <a:cubicBezTo>
                        <a:pt x="305667" y="126170"/>
                        <a:pt x="300228" y="128889"/>
                        <a:pt x="294789" y="128889"/>
                      </a:cubicBezTo>
                      <a:cubicBezTo>
                        <a:pt x="286630" y="131609"/>
                        <a:pt x="278471" y="131609"/>
                        <a:pt x="273032" y="131609"/>
                      </a:cubicBezTo>
                      <a:cubicBezTo>
                        <a:pt x="270312" y="131609"/>
                        <a:pt x="259433" y="131609"/>
                        <a:pt x="243115" y="131609"/>
                      </a:cubicBezTo>
                      <a:lnTo>
                        <a:pt x="243115" y="134329"/>
                      </a:lnTo>
                      <a:cubicBezTo>
                        <a:pt x="245835" y="145207"/>
                        <a:pt x="245835" y="158805"/>
                        <a:pt x="248554" y="169684"/>
                      </a:cubicBezTo>
                      <a:cubicBezTo>
                        <a:pt x="251274" y="180563"/>
                        <a:pt x="251274" y="194161"/>
                        <a:pt x="251274" y="205040"/>
                      </a:cubicBezTo>
                      <a:cubicBezTo>
                        <a:pt x="251274" y="215918"/>
                        <a:pt x="251274" y="226797"/>
                        <a:pt x="251274" y="240395"/>
                      </a:cubicBezTo>
                      <a:cubicBezTo>
                        <a:pt x="251274" y="245834"/>
                        <a:pt x="251274" y="251274"/>
                        <a:pt x="251274" y="256713"/>
                      </a:cubicBezTo>
                      <a:cubicBezTo>
                        <a:pt x="251274" y="262152"/>
                        <a:pt x="251274" y="267592"/>
                        <a:pt x="253994" y="270311"/>
                      </a:cubicBezTo>
                      <a:cubicBezTo>
                        <a:pt x="256713" y="294788"/>
                        <a:pt x="256713" y="319265"/>
                        <a:pt x="259433" y="343742"/>
                      </a:cubicBezTo>
                      <a:cubicBezTo>
                        <a:pt x="259433" y="370939"/>
                        <a:pt x="262153" y="398135"/>
                        <a:pt x="262153" y="425332"/>
                      </a:cubicBezTo>
                      <a:cubicBezTo>
                        <a:pt x="262153" y="447089"/>
                        <a:pt x="262153" y="468846"/>
                        <a:pt x="264872" y="490603"/>
                      </a:cubicBezTo>
                      <a:cubicBezTo>
                        <a:pt x="264872" y="515080"/>
                        <a:pt x="270312" y="539557"/>
                        <a:pt x="270312" y="564034"/>
                      </a:cubicBezTo>
                      <a:cubicBezTo>
                        <a:pt x="270312" y="574913"/>
                        <a:pt x="270312" y="588511"/>
                        <a:pt x="270312" y="599390"/>
                      </a:cubicBezTo>
                      <a:cubicBezTo>
                        <a:pt x="270312" y="612988"/>
                        <a:pt x="270312" y="623867"/>
                        <a:pt x="270312" y="637465"/>
                      </a:cubicBezTo>
                      <a:cubicBezTo>
                        <a:pt x="270312" y="648343"/>
                        <a:pt x="270312" y="661942"/>
                        <a:pt x="264872" y="670101"/>
                      </a:cubicBezTo>
                      <a:cubicBezTo>
                        <a:pt x="273032" y="672820"/>
                        <a:pt x="278471" y="672820"/>
                        <a:pt x="283910" y="672820"/>
                      </a:cubicBezTo>
                      <a:lnTo>
                        <a:pt x="283910" y="672820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48" name="Freeform: Shape 47">
                  <a:extLst>
                    <a:ext uri="{FF2B5EF4-FFF2-40B4-BE49-F238E27FC236}">
                      <a16:creationId xmlns:a16="http://schemas.microsoft.com/office/drawing/2014/main" id="{B1168FE4-1439-B79E-1331-3FD98C592E23}"/>
                    </a:ext>
                  </a:extLst>
                </p:cNvPr>
                <p:cNvSpPr/>
                <p:nvPr/>
              </p:nvSpPr>
              <p:spPr>
                <a:xfrm>
                  <a:off x="8652924" y="4192158"/>
                  <a:ext cx="516735" cy="788700"/>
                </a:xfrm>
                <a:custGeom>
                  <a:avLst/>
                  <a:gdLst>
                    <a:gd name="connsiteX0" fmla="*/ 464616 w 516735"/>
                    <a:gd name="connsiteY0" fmla="*/ 436210 h 788699"/>
                    <a:gd name="connsiteX1" fmla="*/ 445578 w 516735"/>
                    <a:gd name="connsiteY1" fmla="*/ 455248 h 788699"/>
                    <a:gd name="connsiteX2" fmla="*/ 404783 w 516735"/>
                    <a:gd name="connsiteY2" fmla="*/ 466126 h 788699"/>
                    <a:gd name="connsiteX3" fmla="*/ 385746 w 516735"/>
                    <a:gd name="connsiteY3" fmla="*/ 479725 h 788699"/>
                    <a:gd name="connsiteX4" fmla="*/ 388466 w 516735"/>
                    <a:gd name="connsiteY4" fmla="*/ 512361 h 788699"/>
                    <a:gd name="connsiteX5" fmla="*/ 388466 w 516735"/>
                    <a:gd name="connsiteY5" fmla="*/ 544997 h 788699"/>
                    <a:gd name="connsiteX6" fmla="*/ 388466 w 516735"/>
                    <a:gd name="connsiteY6" fmla="*/ 566754 h 788699"/>
                    <a:gd name="connsiteX7" fmla="*/ 391185 w 516735"/>
                    <a:gd name="connsiteY7" fmla="*/ 632026 h 788699"/>
                    <a:gd name="connsiteX8" fmla="*/ 393905 w 516735"/>
                    <a:gd name="connsiteY8" fmla="*/ 683699 h 788699"/>
                    <a:gd name="connsiteX9" fmla="*/ 377587 w 516735"/>
                    <a:gd name="connsiteY9" fmla="*/ 724494 h 788699"/>
                    <a:gd name="connsiteX10" fmla="*/ 361269 w 516735"/>
                    <a:gd name="connsiteY10" fmla="*/ 719054 h 788699"/>
                    <a:gd name="connsiteX11" fmla="*/ 353110 w 516735"/>
                    <a:gd name="connsiteY11" fmla="*/ 702737 h 788699"/>
                    <a:gd name="connsiteX12" fmla="*/ 350390 w 516735"/>
                    <a:gd name="connsiteY12" fmla="*/ 686419 h 788699"/>
                    <a:gd name="connsiteX13" fmla="*/ 353110 w 516735"/>
                    <a:gd name="connsiteY13" fmla="*/ 659222 h 788699"/>
                    <a:gd name="connsiteX14" fmla="*/ 353110 w 516735"/>
                    <a:gd name="connsiteY14" fmla="*/ 656502 h 788699"/>
                    <a:gd name="connsiteX15" fmla="*/ 317754 w 516735"/>
                    <a:gd name="connsiteY15" fmla="*/ 708176 h 788699"/>
                    <a:gd name="connsiteX16" fmla="*/ 241604 w 516735"/>
                    <a:gd name="connsiteY16" fmla="*/ 735372 h 788699"/>
                    <a:gd name="connsiteX17" fmla="*/ 187211 w 516735"/>
                    <a:gd name="connsiteY17" fmla="*/ 727214 h 788699"/>
                    <a:gd name="connsiteX18" fmla="*/ 135537 w 516735"/>
                    <a:gd name="connsiteY18" fmla="*/ 694578 h 788699"/>
                    <a:gd name="connsiteX19" fmla="*/ 86583 w 516735"/>
                    <a:gd name="connsiteY19" fmla="*/ 621147 h 788699"/>
                    <a:gd name="connsiteX20" fmla="*/ 67546 w 516735"/>
                    <a:gd name="connsiteY20" fmla="*/ 555875 h 788699"/>
                    <a:gd name="connsiteX21" fmla="*/ 59387 w 516735"/>
                    <a:gd name="connsiteY21" fmla="*/ 509641 h 788699"/>
                    <a:gd name="connsiteX22" fmla="*/ 59387 w 516735"/>
                    <a:gd name="connsiteY22" fmla="*/ 468846 h 788699"/>
                    <a:gd name="connsiteX23" fmla="*/ 86583 w 516735"/>
                    <a:gd name="connsiteY23" fmla="*/ 302947 h 788699"/>
                    <a:gd name="connsiteX24" fmla="*/ 108341 w 516735"/>
                    <a:gd name="connsiteY24" fmla="*/ 224077 h 788699"/>
                    <a:gd name="connsiteX25" fmla="*/ 146416 w 516735"/>
                    <a:gd name="connsiteY25" fmla="*/ 145207 h 788699"/>
                    <a:gd name="connsiteX26" fmla="*/ 198090 w 516735"/>
                    <a:gd name="connsiteY26" fmla="*/ 85375 h 788699"/>
                    <a:gd name="connsiteX27" fmla="*/ 228006 w 516735"/>
                    <a:gd name="connsiteY27" fmla="*/ 69057 h 788699"/>
                    <a:gd name="connsiteX28" fmla="*/ 268801 w 516735"/>
                    <a:gd name="connsiteY28" fmla="*/ 58178 h 788699"/>
                    <a:gd name="connsiteX29" fmla="*/ 274240 w 516735"/>
                    <a:gd name="connsiteY29" fmla="*/ 58178 h 788699"/>
                    <a:gd name="connsiteX30" fmla="*/ 295997 w 516735"/>
                    <a:gd name="connsiteY30" fmla="*/ 60898 h 788699"/>
                    <a:gd name="connsiteX31" fmla="*/ 331353 w 516735"/>
                    <a:gd name="connsiteY31" fmla="*/ 71776 h 788699"/>
                    <a:gd name="connsiteX32" fmla="*/ 350390 w 516735"/>
                    <a:gd name="connsiteY32" fmla="*/ 93534 h 788699"/>
                    <a:gd name="connsiteX33" fmla="*/ 353110 w 516735"/>
                    <a:gd name="connsiteY33" fmla="*/ 74496 h 788699"/>
                    <a:gd name="connsiteX34" fmla="*/ 358549 w 516735"/>
                    <a:gd name="connsiteY34" fmla="*/ 63618 h 788699"/>
                    <a:gd name="connsiteX35" fmla="*/ 366708 w 516735"/>
                    <a:gd name="connsiteY35" fmla="*/ 58178 h 788699"/>
                    <a:gd name="connsiteX36" fmla="*/ 374867 w 516735"/>
                    <a:gd name="connsiteY36" fmla="*/ 63618 h 788699"/>
                    <a:gd name="connsiteX37" fmla="*/ 383027 w 516735"/>
                    <a:gd name="connsiteY37" fmla="*/ 82655 h 788699"/>
                    <a:gd name="connsiteX38" fmla="*/ 385746 w 516735"/>
                    <a:gd name="connsiteY38" fmla="*/ 126170 h 788699"/>
                    <a:gd name="connsiteX39" fmla="*/ 388466 w 516735"/>
                    <a:gd name="connsiteY39" fmla="*/ 186002 h 788699"/>
                    <a:gd name="connsiteX40" fmla="*/ 391185 w 516735"/>
                    <a:gd name="connsiteY40" fmla="*/ 237676 h 788699"/>
                    <a:gd name="connsiteX41" fmla="*/ 374867 w 516735"/>
                    <a:gd name="connsiteY41" fmla="*/ 278470 h 788699"/>
                    <a:gd name="connsiteX42" fmla="*/ 358549 w 516735"/>
                    <a:gd name="connsiteY42" fmla="*/ 273031 h 788699"/>
                    <a:gd name="connsiteX43" fmla="*/ 350390 w 516735"/>
                    <a:gd name="connsiteY43" fmla="*/ 256713 h 788699"/>
                    <a:gd name="connsiteX44" fmla="*/ 347671 w 516735"/>
                    <a:gd name="connsiteY44" fmla="*/ 240395 h 788699"/>
                    <a:gd name="connsiteX45" fmla="*/ 347671 w 516735"/>
                    <a:gd name="connsiteY45" fmla="*/ 213199 h 788699"/>
                    <a:gd name="connsiteX46" fmla="*/ 344951 w 516735"/>
                    <a:gd name="connsiteY46" fmla="*/ 194161 h 788699"/>
                    <a:gd name="connsiteX47" fmla="*/ 339512 w 516735"/>
                    <a:gd name="connsiteY47" fmla="*/ 150647 h 788699"/>
                    <a:gd name="connsiteX48" fmla="*/ 323194 w 516735"/>
                    <a:gd name="connsiteY48" fmla="*/ 112571 h 788699"/>
                    <a:gd name="connsiteX49" fmla="*/ 293278 w 516735"/>
                    <a:gd name="connsiteY49" fmla="*/ 101693 h 788699"/>
                    <a:gd name="connsiteX50" fmla="*/ 263361 w 516735"/>
                    <a:gd name="connsiteY50" fmla="*/ 120730 h 788699"/>
                    <a:gd name="connsiteX51" fmla="*/ 241604 w 516735"/>
                    <a:gd name="connsiteY51" fmla="*/ 153366 h 788699"/>
                    <a:gd name="connsiteX52" fmla="*/ 233445 w 516735"/>
                    <a:gd name="connsiteY52" fmla="*/ 194161 h 788699"/>
                    <a:gd name="connsiteX53" fmla="*/ 225286 w 516735"/>
                    <a:gd name="connsiteY53" fmla="*/ 232236 h 788699"/>
                    <a:gd name="connsiteX54" fmla="*/ 217127 w 516735"/>
                    <a:gd name="connsiteY54" fmla="*/ 275751 h 788699"/>
                    <a:gd name="connsiteX55" fmla="*/ 211688 w 516735"/>
                    <a:gd name="connsiteY55" fmla="*/ 316545 h 788699"/>
                    <a:gd name="connsiteX56" fmla="*/ 206249 w 516735"/>
                    <a:gd name="connsiteY56" fmla="*/ 354621 h 788699"/>
                    <a:gd name="connsiteX57" fmla="*/ 200809 w 516735"/>
                    <a:gd name="connsiteY57" fmla="*/ 398135 h 788699"/>
                    <a:gd name="connsiteX58" fmla="*/ 195370 w 516735"/>
                    <a:gd name="connsiteY58" fmla="*/ 438930 h 788699"/>
                    <a:gd name="connsiteX59" fmla="*/ 192650 w 516735"/>
                    <a:gd name="connsiteY59" fmla="*/ 474286 h 788699"/>
                    <a:gd name="connsiteX60" fmla="*/ 195370 w 516735"/>
                    <a:gd name="connsiteY60" fmla="*/ 525959 h 788699"/>
                    <a:gd name="connsiteX61" fmla="*/ 208968 w 516735"/>
                    <a:gd name="connsiteY61" fmla="*/ 596670 h 788699"/>
                    <a:gd name="connsiteX62" fmla="*/ 214407 w 516735"/>
                    <a:gd name="connsiteY62" fmla="*/ 623867 h 788699"/>
                    <a:gd name="connsiteX63" fmla="*/ 228006 w 516735"/>
                    <a:gd name="connsiteY63" fmla="*/ 656502 h 788699"/>
                    <a:gd name="connsiteX64" fmla="*/ 271520 w 516735"/>
                    <a:gd name="connsiteY64" fmla="*/ 689138 h 788699"/>
                    <a:gd name="connsiteX65" fmla="*/ 306876 w 516735"/>
                    <a:gd name="connsiteY65" fmla="*/ 664661 h 788699"/>
                    <a:gd name="connsiteX66" fmla="*/ 331353 w 516735"/>
                    <a:gd name="connsiteY66" fmla="*/ 602109 h 788699"/>
                    <a:gd name="connsiteX67" fmla="*/ 336792 w 516735"/>
                    <a:gd name="connsiteY67" fmla="*/ 544997 h 788699"/>
                    <a:gd name="connsiteX68" fmla="*/ 336792 w 516735"/>
                    <a:gd name="connsiteY68" fmla="*/ 498762 h 788699"/>
                    <a:gd name="connsiteX69" fmla="*/ 336792 w 516735"/>
                    <a:gd name="connsiteY69" fmla="*/ 490603 h 788699"/>
                    <a:gd name="connsiteX70" fmla="*/ 320474 w 516735"/>
                    <a:gd name="connsiteY70" fmla="*/ 477005 h 788699"/>
                    <a:gd name="connsiteX71" fmla="*/ 282399 w 516735"/>
                    <a:gd name="connsiteY71" fmla="*/ 479725 h 788699"/>
                    <a:gd name="connsiteX72" fmla="*/ 252483 w 516735"/>
                    <a:gd name="connsiteY72" fmla="*/ 474286 h 788699"/>
                    <a:gd name="connsiteX73" fmla="*/ 247044 w 516735"/>
                    <a:gd name="connsiteY73" fmla="*/ 466126 h 788699"/>
                    <a:gd name="connsiteX74" fmla="*/ 249763 w 516735"/>
                    <a:gd name="connsiteY74" fmla="*/ 457968 h 788699"/>
                    <a:gd name="connsiteX75" fmla="*/ 268801 w 516735"/>
                    <a:gd name="connsiteY75" fmla="*/ 447089 h 788699"/>
                    <a:gd name="connsiteX76" fmla="*/ 312315 w 516735"/>
                    <a:gd name="connsiteY76" fmla="*/ 436210 h 788699"/>
                    <a:gd name="connsiteX77" fmla="*/ 353110 w 516735"/>
                    <a:gd name="connsiteY77" fmla="*/ 430771 h 788699"/>
                    <a:gd name="connsiteX78" fmla="*/ 385746 w 516735"/>
                    <a:gd name="connsiteY78" fmla="*/ 430771 h 788699"/>
                    <a:gd name="connsiteX79" fmla="*/ 437420 w 516735"/>
                    <a:gd name="connsiteY79" fmla="*/ 428051 h 788699"/>
                    <a:gd name="connsiteX80" fmla="*/ 464616 w 516735"/>
                    <a:gd name="connsiteY80" fmla="*/ 436210 h 788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</a:cxnLst>
                  <a:rect l="l" t="t" r="r" b="b"/>
                  <a:pathLst>
                    <a:path w="516735" h="788699">
                      <a:moveTo>
                        <a:pt x="464616" y="436210"/>
                      </a:moveTo>
                      <a:cubicBezTo>
                        <a:pt x="464616" y="447089"/>
                        <a:pt x="453738" y="452528"/>
                        <a:pt x="445578" y="455248"/>
                      </a:cubicBezTo>
                      <a:cubicBezTo>
                        <a:pt x="434700" y="460687"/>
                        <a:pt x="415662" y="463407"/>
                        <a:pt x="404783" y="466126"/>
                      </a:cubicBezTo>
                      <a:cubicBezTo>
                        <a:pt x="393905" y="466126"/>
                        <a:pt x="385746" y="468846"/>
                        <a:pt x="385746" y="479725"/>
                      </a:cubicBezTo>
                      <a:cubicBezTo>
                        <a:pt x="385746" y="487884"/>
                        <a:pt x="388466" y="506921"/>
                        <a:pt x="388466" y="512361"/>
                      </a:cubicBezTo>
                      <a:cubicBezTo>
                        <a:pt x="388466" y="515080"/>
                        <a:pt x="388466" y="539557"/>
                        <a:pt x="388466" y="544997"/>
                      </a:cubicBezTo>
                      <a:cubicBezTo>
                        <a:pt x="388466" y="550436"/>
                        <a:pt x="388466" y="558595"/>
                        <a:pt x="388466" y="566754"/>
                      </a:cubicBezTo>
                      <a:cubicBezTo>
                        <a:pt x="388466" y="591231"/>
                        <a:pt x="388466" y="621147"/>
                        <a:pt x="391185" y="632026"/>
                      </a:cubicBezTo>
                      <a:cubicBezTo>
                        <a:pt x="393905" y="653783"/>
                        <a:pt x="393905" y="661942"/>
                        <a:pt x="393905" y="683699"/>
                      </a:cubicBezTo>
                      <a:cubicBezTo>
                        <a:pt x="393905" y="694578"/>
                        <a:pt x="393905" y="724494"/>
                        <a:pt x="377587" y="724494"/>
                      </a:cubicBezTo>
                      <a:cubicBezTo>
                        <a:pt x="369428" y="724494"/>
                        <a:pt x="366708" y="721774"/>
                        <a:pt x="361269" y="719054"/>
                      </a:cubicBezTo>
                      <a:cubicBezTo>
                        <a:pt x="355830" y="716335"/>
                        <a:pt x="353110" y="708176"/>
                        <a:pt x="353110" y="702737"/>
                      </a:cubicBezTo>
                      <a:cubicBezTo>
                        <a:pt x="350390" y="694578"/>
                        <a:pt x="350390" y="689138"/>
                        <a:pt x="350390" y="686419"/>
                      </a:cubicBezTo>
                      <a:cubicBezTo>
                        <a:pt x="350390" y="678260"/>
                        <a:pt x="353110" y="672820"/>
                        <a:pt x="353110" y="659222"/>
                      </a:cubicBezTo>
                      <a:lnTo>
                        <a:pt x="353110" y="656502"/>
                      </a:lnTo>
                      <a:cubicBezTo>
                        <a:pt x="347671" y="675540"/>
                        <a:pt x="334073" y="694578"/>
                        <a:pt x="317754" y="708176"/>
                      </a:cubicBezTo>
                      <a:cubicBezTo>
                        <a:pt x="293278" y="727214"/>
                        <a:pt x="274240" y="735372"/>
                        <a:pt x="241604" y="735372"/>
                      </a:cubicBezTo>
                      <a:cubicBezTo>
                        <a:pt x="222566" y="735372"/>
                        <a:pt x="203529" y="732653"/>
                        <a:pt x="187211" y="727214"/>
                      </a:cubicBezTo>
                      <a:cubicBezTo>
                        <a:pt x="165454" y="719054"/>
                        <a:pt x="149136" y="708176"/>
                        <a:pt x="135537" y="694578"/>
                      </a:cubicBezTo>
                      <a:cubicBezTo>
                        <a:pt x="113780" y="672820"/>
                        <a:pt x="100182" y="648343"/>
                        <a:pt x="86583" y="621147"/>
                      </a:cubicBezTo>
                      <a:cubicBezTo>
                        <a:pt x="75705" y="599390"/>
                        <a:pt x="70266" y="580352"/>
                        <a:pt x="67546" y="555875"/>
                      </a:cubicBezTo>
                      <a:cubicBezTo>
                        <a:pt x="64826" y="539557"/>
                        <a:pt x="62107" y="525959"/>
                        <a:pt x="59387" y="509641"/>
                      </a:cubicBezTo>
                      <a:cubicBezTo>
                        <a:pt x="56667" y="493323"/>
                        <a:pt x="59387" y="485164"/>
                        <a:pt x="59387" y="468846"/>
                      </a:cubicBezTo>
                      <a:cubicBezTo>
                        <a:pt x="59387" y="414453"/>
                        <a:pt x="72985" y="362780"/>
                        <a:pt x="86583" y="302947"/>
                      </a:cubicBezTo>
                      <a:cubicBezTo>
                        <a:pt x="92023" y="275751"/>
                        <a:pt x="100182" y="248554"/>
                        <a:pt x="108341" y="224077"/>
                      </a:cubicBezTo>
                      <a:cubicBezTo>
                        <a:pt x="116500" y="196881"/>
                        <a:pt x="130098" y="169684"/>
                        <a:pt x="146416" y="145207"/>
                      </a:cubicBezTo>
                      <a:cubicBezTo>
                        <a:pt x="160014" y="123450"/>
                        <a:pt x="176332" y="101693"/>
                        <a:pt x="198090" y="85375"/>
                      </a:cubicBezTo>
                      <a:cubicBezTo>
                        <a:pt x="206249" y="77216"/>
                        <a:pt x="217127" y="71776"/>
                        <a:pt x="228006" y="69057"/>
                      </a:cubicBezTo>
                      <a:cubicBezTo>
                        <a:pt x="241604" y="63618"/>
                        <a:pt x="255202" y="58178"/>
                        <a:pt x="268801" y="58178"/>
                      </a:cubicBezTo>
                      <a:cubicBezTo>
                        <a:pt x="271520" y="58178"/>
                        <a:pt x="274240" y="58178"/>
                        <a:pt x="274240" y="58178"/>
                      </a:cubicBezTo>
                      <a:cubicBezTo>
                        <a:pt x="279679" y="58178"/>
                        <a:pt x="285119" y="58178"/>
                        <a:pt x="295997" y="60898"/>
                      </a:cubicBezTo>
                      <a:cubicBezTo>
                        <a:pt x="309595" y="63618"/>
                        <a:pt x="320474" y="66337"/>
                        <a:pt x="331353" y="71776"/>
                      </a:cubicBezTo>
                      <a:cubicBezTo>
                        <a:pt x="339512" y="77216"/>
                        <a:pt x="347671" y="85375"/>
                        <a:pt x="350390" y="93534"/>
                      </a:cubicBezTo>
                      <a:cubicBezTo>
                        <a:pt x="350390" y="88095"/>
                        <a:pt x="353110" y="79936"/>
                        <a:pt x="353110" y="74496"/>
                      </a:cubicBezTo>
                      <a:cubicBezTo>
                        <a:pt x="355830" y="71776"/>
                        <a:pt x="355830" y="69057"/>
                        <a:pt x="358549" y="63618"/>
                      </a:cubicBezTo>
                      <a:cubicBezTo>
                        <a:pt x="361269" y="60898"/>
                        <a:pt x="363989" y="58178"/>
                        <a:pt x="366708" y="58178"/>
                      </a:cubicBezTo>
                      <a:cubicBezTo>
                        <a:pt x="369428" y="58178"/>
                        <a:pt x="372148" y="60898"/>
                        <a:pt x="374867" y="63618"/>
                      </a:cubicBezTo>
                      <a:cubicBezTo>
                        <a:pt x="377587" y="69057"/>
                        <a:pt x="380307" y="77216"/>
                        <a:pt x="383027" y="82655"/>
                      </a:cubicBezTo>
                      <a:cubicBezTo>
                        <a:pt x="383027" y="90814"/>
                        <a:pt x="385746" y="107132"/>
                        <a:pt x="385746" y="126170"/>
                      </a:cubicBezTo>
                      <a:cubicBezTo>
                        <a:pt x="385746" y="150647"/>
                        <a:pt x="385746" y="177843"/>
                        <a:pt x="388466" y="186002"/>
                      </a:cubicBezTo>
                      <a:cubicBezTo>
                        <a:pt x="391185" y="207759"/>
                        <a:pt x="391185" y="215918"/>
                        <a:pt x="391185" y="237676"/>
                      </a:cubicBezTo>
                      <a:cubicBezTo>
                        <a:pt x="391185" y="248554"/>
                        <a:pt x="391185" y="278470"/>
                        <a:pt x="374867" y="278470"/>
                      </a:cubicBezTo>
                      <a:cubicBezTo>
                        <a:pt x="366708" y="278470"/>
                        <a:pt x="363989" y="275751"/>
                        <a:pt x="358549" y="273031"/>
                      </a:cubicBezTo>
                      <a:cubicBezTo>
                        <a:pt x="353110" y="270311"/>
                        <a:pt x="350390" y="262152"/>
                        <a:pt x="350390" y="256713"/>
                      </a:cubicBezTo>
                      <a:cubicBezTo>
                        <a:pt x="350390" y="251274"/>
                        <a:pt x="347671" y="245834"/>
                        <a:pt x="347671" y="240395"/>
                      </a:cubicBezTo>
                      <a:cubicBezTo>
                        <a:pt x="347671" y="232236"/>
                        <a:pt x="347671" y="224077"/>
                        <a:pt x="347671" y="213199"/>
                      </a:cubicBezTo>
                      <a:cubicBezTo>
                        <a:pt x="347671" y="207759"/>
                        <a:pt x="347671" y="199600"/>
                        <a:pt x="344951" y="194161"/>
                      </a:cubicBezTo>
                      <a:cubicBezTo>
                        <a:pt x="342232" y="180563"/>
                        <a:pt x="342232" y="164245"/>
                        <a:pt x="339512" y="150647"/>
                      </a:cubicBezTo>
                      <a:cubicBezTo>
                        <a:pt x="336792" y="137048"/>
                        <a:pt x="331353" y="123450"/>
                        <a:pt x="323194" y="112571"/>
                      </a:cubicBezTo>
                      <a:cubicBezTo>
                        <a:pt x="317754" y="104412"/>
                        <a:pt x="304156" y="101693"/>
                        <a:pt x="293278" y="101693"/>
                      </a:cubicBezTo>
                      <a:cubicBezTo>
                        <a:pt x="279679" y="101693"/>
                        <a:pt x="271520" y="109852"/>
                        <a:pt x="263361" y="120730"/>
                      </a:cubicBezTo>
                      <a:cubicBezTo>
                        <a:pt x="257922" y="131609"/>
                        <a:pt x="247044" y="139768"/>
                        <a:pt x="241604" y="153366"/>
                      </a:cubicBezTo>
                      <a:cubicBezTo>
                        <a:pt x="236165" y="166964"/>
                        <a:pt x="233445" y="180563"/>
                        <a:pt x="233445" y="194161"/>
                      </a:cubicBezTo>
                      <a:cubicBezTo>
                        <a:pt x="233445" y="207759"/>
                        <a:pt x="230725" y="218638"/>
                        <a:pt x="225286" y="232236"/>
                      </a:cubicBezTo>
                      <a:cubicBezTo>
                        <a:pt x="219847" y="245834"/>
                        <a:pt x="219847" y="262152"/>
                        <a:pt x="217127" y="275751"/>
                      </a:cubicBezTo>
                      <a:cubicBezTo>
                        <a:pt x="214407" y="289349"/>
                        <a:pt x="214407" y="302947"/>
                        <a:pt x="211688" y="316545"/>
                      </a:cubicBezTo>
                      <a:cubicBezTo>
                        <a:pt x="211688" y="330144"/>
                        <a:pt x="206249" y="341022"/>
                        <a:pt x="206249" y="354621"/>
                      </a:cubicBezTo>
                      <a:cubicBezTo>
                        <a:pt x="203529" y="368219"/>
                        <a:pt x="203529" y="381817"/>
                        <a:pt x="200809" y="398135"/>
                      </a:cubicBezTo>
                      <a:cubicBezTo>
                        <a:pt x="198090" y="411733"/>
                        <a:pt x="198090" y="425332"/>
                        <a:pt x="195370" y="438930"/>
                      </a:cubicBezTo>
                      <a:cubicBezTo>
                        <a:pt x="195370" y="449809"/>
                        <a:pt x="192650" y="463407"/>
                        <a:pt x="192650" y="474286"/>
                      </a:cubicBezTo>
                      <a:cubicBezTo>
                        <a:pt x="192650" y="490603"/>
                        <a:pt x="195370" y="509641"/>
                        <a:pt x="195370" y="525959"/>
                      </a:cubicBezTo>
                      <a:cubicBezTo>
                        <a:pt x="195370" y="550436"/>
                        <a:pt x="203529" y="572193"/>
                        <a:pt x="208968" y="596670"/>
                      </a:cubicBezTo>
                      <a:cubicBezTo>
                        <a:pt x="211688" y="604829"/>
                        <a:pt x="211688" y="615708"/>
                        <a:pt x="214407" y="623867"/>
                      </a:cubicBezTo>
                      <a:cubicBezTo>
                        <a:pt x="217127" y="634745"/>
                        <a:pt x="222566" y="645624"/>
                        <a:pt x="228006" y="656502"/>
                      </a:cubicBezTo>
                      <a:cubicBezTo>
                        <a:pt x="236165" y="670101"/>
                        <a:pt x="252483" y="689138"/>
                        <a:pt x="271520" y="689138"/>
                      </a:cubicBezTo>
                      <a:cubicBezTo>
                        <a:pt x="287838" y="689138"/>
                        <a:pt x="298717" y="675540"/>
                        <a:pt x="306876" y="664661"/>
                      </a:cubicBezTo>
                      <a:cubicBezTo>
                        <a:pt x="320474" y="645624"/>
                        <a:pt x="325914" y="623867"/>
                        <a:pt x="331353" y="602109"/>
                      </a:cubicBezTo>
                      <a:cubicBezTo>
                        <a:pt x="334073" y="583072"/>
                        <a:pt x="336792" y="564034"/>
                        <a:pt x="336792" y="544997"/>
                      </a:cubicBezTo>
                      <a:cubicBezTo>
                        <a:pt x="336792" y="531398"/>
                        <a:pt x="336792" y="512361"/>
                        <a:pt x="336792" y="498762"/>
                      </a:cubicBezTo>
                      <a:cubicBezTo>
                        <a:pt x="336792" y="496043"/>
                        <a:pt x="336792" y="493323"/>
                        <a:pt x="336792" y="490603"/>
                      </a:cubicBezTo>
                      <a:cubicBezTo>
                        <a:pt x="336792" y="479725"/>
                        <a:pt x="336792" y="477005"/>
                        <a:pt x="320474" y="477005"/>
                      </a:cubicBezTo>
                      <a:cubicBezTo>
                        <a:pt x="309595" y="477005"/>
                        <a:pt x="295997" y="479725"/>
                        <a:pt x="282399" y="479725"/>
                      </a:cubicBezTo>
                      <a:cubicBezTo>
                        <a:pt x="271520" y="479725"/>
                        <a:pt x="260642" y="479725"/>
                        <a:pt x="252483" y="474286"/>
                      </a:cubicBezTo>
                      <a:cubicBezTo>
                        <a:pt x="249763" y="471566"/>
                        <a:pt x="247044" y="468846"/>
                        <a:pt x="247044" y="466126"/>
                      </a:cubicBezTo>
                      <a:cubicBezTo>
                        <a:pt x="247044" y="463407"/>
                        <a:pt x="247044" y="460687"/>
                        <a:pt x="249763" y="457968"/>
                      </a:cubicBezTo>
                      <a:cubicBezTo>
                        <a:pt x="255202" y="452528"/>
                        <a:pt x="260642" y="449809"/>
                        <a:pt x="268801" y="447089"/>
                      </a:cubicBezTo>
                      <a:cubicBezTo>
                        <a:pt x="282399" y="441650"/>
                        <a:pt x="295997" y="438930"/>
                        <a:pt x="312315" y="436210"/>
                      </a:cubicBezTo>
                      <a:cubicBezTo>
                        <a:pt x="325914" y="433491"/>
                        <a:pt x="339512" y="433491"/>
                        <a:pt x="353110" y="430771"/>
                      </a:cubicBezTo>
                      <a:cubicBezTo>
                        <a:pt x="363989" y="430771"/>
                        <a:pt x="374867" y="430771"/>
                        <a:pt x="385746" y="430771"/>
                      </a:cubicBezTo>
                      <a:cubicBezTo>
                        <a:pt x="402064" y="430771"/>
                        <a:pt x="426541" y="428051"/>
                        <a:pt x="437420" y="428051"/>
                      </a:cubicBezTo>
                      <a:cubicBezTo>
                        <a:pt x="451018" y="422612"/>
                        <a:pt x="464616" y="425332"/>
                        <a:pt x="464616" y="436210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50" name="Freeform: Shape 49">
                  <a:extLst>
                    <a:ext uri="{FF2B5EF4-FFF2-40B4-BE49-F238E27FC236}">
                      <a16:creationId xmlns:a16="http://schemas.microsoft.com/office/drawing/2014/main" id="{D3C019A7-839B-4997-6366-59F553010FB3}"/>
                    </a:ext>
                  </a:extLst>
                </p:cNvPr>
                <p:cNvSpPr/>
                <p:nvPr/>
              </p:nvSpPr>
              <p:spPr>
                <a:xfrm>
                  <a:off x="9053923" y="4178559"/>
                  <a:ext cx="625521" cy="788700"/>
                </a:xfrm>
                <a:custGeom>
                  <a:avLst/>
                  <a:gdLst>
                    <a:gd name="connsiteX0" fmla="*/ 536838 w 625521"/>
                    <a:gd name="connsiteY0" fmla="*/ 680979 h 788699"/>
                    <a:gd name="connsiteX1" fmla="*/ 574913 w 625521"/>
                    <a:gd name="connsiteY1" fmla="*/ 697297 h 788699"/>
                    <a:gd name="connsiteX2" fmla="*/ 566755 w 625521"/>
                    <a:gd name="connsiteY2" fmla="*/ 713615 h 788699"/>
                    <a:gd name="connsiteX3" fmla="*/ 550437 w 625521"/>
                    <a:gd name="connsiteY3" fmla="*/ 721774 h 788699"/>
                    <a:gd name="connsiteX4" fmla="*/ 528680 w 625521"/>
                    <a:gd name="connsiteY4" fmla="*/ 724494 h 788699"/>
                    <a:gd name="connsiteX5" fmla="*/ 417174 w 625521"/>
                    <a:gd name="connsiteY5" fmla="*/ 724494 h 788699"/>
                    <a:gd name="connsiteX6" fmla="*/ 398136 w 625521"/>
                    <a:gd name="connsiteY6" fmla="*/ 724494 h 788699"/>
                    <a:gd name="connsiteX7" fmla="*/ 373659 w 625521"/>
                    <a:gd name="connsiteY7" fmla="*/ 724494 h 788699"/>
                    <a:gd name="connsiteX8" fmla="*/ 346462 w 625521"/>
                    <a:gd name="connsiteY8" fmla="*/ 719054 h 788699"/>
                    <a:gd name="connsiteX9" fmla="*/ 330144 w 625521"/>
                    <a:gd name="connsiteY9" fmla="*/ 702737 h 788699"/>
                    <a:gd name="connsiteX10" fmla="*/ 335584 w 625521"/>
                    <a:gd name="connsiteY10" fmla="*/ 694578 h 788699"/>
                    <a:gd name="connsiteX11" fmla="*/ 357341 w 625521"/>
                    <a:gd name="connsiteY11" fmla="*/ 686419 h 788699"/>
                    <a:gd name="connsiteX12" fmla="*/ 395416 w 625521"/>
                    <a:gd name="connsiteY12" fmla="*/ 680979 h 788699"/>
                    <a:gd name="connsiteX13" fmla="*/ 381817 w 625521"/>
                    <a:gd name="connsiteY13" fmla="*/ 656502 h 788699"/>
                    <a:gd name="connsiteX14" fmla="*/ 379098 w 625521"/>
                    <a:gd name="connsiteY14" fmla="*/ 585791 h 788699"/>
                    <a:gd name="connsiteX15" fmla="*/ 379098 w 625521"/>
                    <a:gd name="connsiteY15" fmla="*/ 517800 h 788699"/>
                    <a:gd name="connsiteX16" fmla="*/ 379098 w 625521"/>
                    <a:gd name="connsiteY16" fmla="*/ 474286 h 788699"/>
                    <a:gd name="connsiteX17" fmla="*/ 379098 w 625521"/>
                    <a:gd name="connsiteY17" fmla="*/ 430771 h 788699"/>
                    <a:gd name="connsiteX18" fmla="*/ 381817 w 625521"/>
                    <a:gd name="connsiteY18" fmla="*/ 411733 h 788699"/>
                    <a:gd name="connsiteX19" fmla="*/ 379098 w 625521"/>
                    <a:gd name="connsiteY19" fmla="*/ 400855 h 788699"/>
                    <a:gd name="connsiteX20" fmla="*/ 370939 w 625521"/>
                    <a:gd name="connsiteY20" fmla="*/ 398135 h 788699"/>
                    <a:gd name="connsiteX21" fmla="*/ 338304 w 625521"/>
                    <a:gd name="connsiteY21" fmla="*/ 400855 h 788699"/>
                    <a:gd name="connsiteX22" fmla="*/ 289349 w 625521"/>
                    <a:gd name="connsiteY22" fmla="*/ 403575 h 788699"/>
                    <a:gd name="connsiteX23" fmla="*/ 264872 w 625521"/>
                    <a:gd name="connsiteY23" fmla="*/ 400855 h 788699"/>
                    <a:gd name="connsiteX24" fmla="*/ 259433 w 625521"/>
                    <a:gd name="connsiteY24" fmla="*/ 406294 h 788699"/>
                    <a:gd name="connsiteX25" fmla="*/ 259433 w 625521"/>
                    <a:gd name="connsiteY25" fmla="*/ 425332 h 788699"/>
                    <a:gd name="connsiteX26" fmla="*/ 259433 w 625521"/>
                    <a:gd name="connsiteY26" fmla="*/ 449809 h 788699"/>
                    <a:gd name="connsiteX27" fmla="*/ 259433 w 625521"/>
                    <a:gd name="connsiteY27" fmla="*/ 471566 h 788699"/>
                    <a:gd name="connsiteX28" fmla="*/ 259433 w 625521"/>
                    <a:gd name="connsiteY28" fmla="*/ 504202 h 788699"/>
                    <a:gd name="connsiteX29" fmla="*/ 259433 w 625521"/>
                    <a:gd name="connsiteY29" fmla="*/ 509641 h 788699"/>
                    <a:gd name="connsiteX30" fmla="*/ 256714 w 625521"/>
                    <a:gd name="connsiteY30" fmla="*/ 542277 h 788699"/>
                    <a:gd name="connsiteX31" fmla="*/ 256714 w 625521"/>
                    <a:gd name="connsiteY31" fmla="*/ 577632 h 788699"/>
                    <a:gd name="connsiteX32" fmla="*/ 256714 w 625521"/>
                    <a:gd name="connsiteY32" fmla="*/ 612988 h 788699"/>
                    <a:gd name="connsiteX33" fmla="*/ 253994 w 625521"/>
                    <a:gd name="connsiteY33" fmla="*/ 656502 h 788699"/>
                    <a:gd name="connsiteX34" fmla="*/ 256714 w 625521"/>
                    <a:gd name="connsiteY34" fmla="*/ 678260 h 788699"/>
                    <a:gd name="connsiteX35" fmla="*/ 286629 w 625521"/>
                    <a:gd name="connsiteY35" fmla="*/ 694578 h 788699"/>
                    <a:gd name="connsiteX36" fmla="*/ 281191 w 625521"/>
                    <a:gd name="connsiteY36" fmla="*/ 710895 h 788699"/>
                    <a:gd name="connsiteX37" fmla="*/ 264872 w 625521"/>
                    <a:gd name="connsiteY37" fmla="*/ 719054 h 788699"/>
                    <a:gd name="connsiteX38" fmla="*/ 243116 w 625521"/>
                    <a:gd name="connsiteY38" fmla="*/ 721774 h 788699"/>
                    <a:gd name="connsiteX39" fmla="*/ 243116 w 625521"/>
                    <a:gd name="connsiteY39" fmla="*/ 721774 h 788699"/>
                    <a:gd name="connsiteX40" fmla="*/ 232236 w 625521"/>
                    <a:gd name="connsiteY40" fmla="*/ 727214 h 788699"/>
                    <a:gd name="connsiteX41" fmla="*/ 224078 w 625521"/>
                    <a:gd name="connsiteY41" fmla="*/ 735372 h 788699"/>
                    <a:gd name="connsiteX42" fmla="*/ 213199 w 625521"/>
                    <a:gd name="connsiteY42" fmla="*/ 738092 h 788699"/>
                    <a:gd name="connsiteX43" fmla="*/ 183283 w 625521"/>
                    <a:gd name="connsiteY43" fmla="*/ 727214 h 788699"/>
                    <a:gd name="connsiteX44" fmla="*/ 175124 w 625521"/>
                    <a:gd name="connsiteY44" fmla="*/ 719054 h 788699"/>
                    <a:gd name="connsiteX45" fmla="*/ 145208 w 625521"/>
                    <a:gd name="connsiteY45" fmla="*/ 719054 h 788699"/>
                    <a:gd name="connsiteX46" fmla="*/ 126170 w 625521"/>
                    <a:gd name="connsiteY46" fmla="*/ 719054 h 788699"/>
                    <a:gd name="connsiteX47" fmla="*/ 101693 w 625521"/>
                    <a:gd name="connsiteY47" fmla="*/ 719054 h 788699"/>
                    <a:gd name="connsiteX48" fmla="*/ 74496 w 625521"/>
                    <a:gd name="connsiteY48" fmla="*/ 713615 h 788699"/>
                    <a:gd name="connsiteX49" fmla="*/ 58178 w 625521"/>
                    <a:gd name="connsiteY49" fmla="*/ 697297 h 788699"/>
                    <a:gd name="connsiteX50" fmla="*/ 63618 w 625521"/>
                    <a:gd name="connsiteY50" fmla="*/ 689138 h 788699"/>
                    <a:gd name="connsiteX51" fmla="*/ 85375 w 625521"/>
                    <a:gd name="connsiteY51" fmla="*/ 680979 h 788699"/>
                    <a:gd name="connsiteX52" fmla="*/ 131609 w 625521"/>
                    <a:gd name="connsiteY52" fmla="*/ 675540 h 788699"/>
                    <a:gd name="connsiteX53" fmla="*/ 131609 w 625521"/>
                    <a:gd name="connsiteY53" fmla="*/ 667381 h 788699"/>
                    <a:gd name="connsiteX54" fmla="*/ 131609 w 625521"/>
                    <a:gd name="connsiteY54" fmla="*/ 651063 h 788699"/>
                    <a:gd name="connsiteX55" fmla="*/ 131609 w 625521"/>
                    <a:gd name="connsiteY55" fmla="*/ 618427 h 788699"/>
                    <a:gd name="connsiteX56" fmla="*/ 131609 w 625521"/>
                    <a:gd name="connsiteY56" fmla="*/ 580352 h 788699"/>
                    <a:gd name="connsiteX57" fmla="*/ 131609 w 625521"/>
                    <a:gd name="connsiteY57" fmla="*/ 531398 h 788699"/>
                    <a:gd name="connsiteX58" fmla="*/ 131609 w 625521"/>
                    <a:gd name="connsiteY58" fmla="*/ 466126 h 788699"/>
                    <a:gd name="connsiteX59" fmla="*/ 131609 w 625521"/>
                    <a:gd name="connsiteY59" fmla="*/ 422612 h 788699"/>
                    <a:gd name="connsiteX60" fmla="*/ 131609 w 625521"/>
                    <a:gd name="connsiteY60" fmla="*/ 411733 h 788699"/>
                    <a:gd name="connsiteX61" fmla="*/ 131609 w 625521"/>
                    <a:gd name="connsiteY61" fmla="*/ 398135 h 788699"/>
                    <a:gd name="connsiteX62" fmla="*/ 126170 w 625521"/>
                    <a:gd name="connsiteY62" fmla="*/ 389976 h 788699"/>
                    <a:gd name="connsiteX63" fmla="*/ 101693 w 625521"/>
                    <a:gd name="connsiteY63" fmla="*/ 387257 h 788699"/>
                    <a:gd name="connsiteX64" fmla="*/ 77216 w 625521"/>
                    <a:gd name="connsiteY64" fmla="*/ 376378 h 788699"/>
                    <a:gd name="connsiteX65" fmla="*/ 82655 w 625521"/>
                    <a:gd name="connsiteY65" fmla="*/ 368219 h 788699"/>
                    <a:gd name="connsiteX66" fmla="*/ 98973 w 625521"/>
                    <a:gd name="connsiteY66" fmla="*/ 360060 h 788699"/>
                    <a:gd name="connsiteX67" fmla="*/ 118011 w 625521"/>
                    <a:gd name="connsiteY67" fmla="*/ 357340 h 788699"/>
                    <a:gd name="connsiteX68" fmla="*/ 131609 w 625521"/>
                    <a:gd name="connsiteY68" fmla="*/ 351901 h 788699"/>
                    <a:gd name="connsiteX69" fmla="*/ 131609 w 625521"/>
                    <a:gd name="connsiteY69" fmla="*/ 343742 h 788699"/>
                    <a:gd name="connsiteX70" fmla="*/ 131609 w 625521"/>
                    <a:gd name="connsiteY70" fmla="*/ 270311 h 788699"/>
                    <a:gd name="connsiteX71" fmla="*/ 137048 w 625521"/>
                    <a:gd name="connsiteY71" fmla="*/ 145207 h 788699"/>
                    <a:gd name="connsiteX72" fmla="*/ 139768 w 625521"/>
                    <a:gd name="connsiteY72" fmla="*/ 123450 h 788699"/>
                    <a:gd name="connsiteX73" fmla="*/ 123450 w 625521"/>
                    <a:gd name="connsiteY73" fmla="*/ 123450 h 788699"/>
                    <a:gd name="connsiteX74" fmla="*/ 118011 w 625521"/>
                    <a:gd name="connsiteY74" fmla="*/ 123450 h 788699"/>
                    <a:gd name="connsiteX75" fmla="*/ 101693 w 625521"/>
                    <a:gd name="connsiteY75" fmla="*/ 123450 h 788699"/>
                    <a:gd name="connsiteX76" fmla="*/ 74496 w 625521"/>
                    <a:gd name="connsiteY76" fmla="*/ 118011 h 788699"/>
                    <a:gd name="connsiteX77" fmla="*/ 58178 w 625521"/>
                    <a:gd name="connsiteY77" fmla="*/ 101693 h 788699"/>
                    <a:gd name="connsiteX78" fmla="*/ 63618 w 625521"/>
                    <a:gd name="connsiteY78" fmla="*/ 93534 h 788699"/>
                    <a:gd name="connsiteX79" fmla="*/ 85375 w 625521"/>
                    <a:gd name="connsiteY79" fmla="*/ 85375 h 788699"/>
                    <a:gd name="connsiteX80" fmla="*/ 137048 w 625521"/>
                    <a:gd name="connsiteY80" fmla="*/ 82655 h 788699"/>
                    <a:gd name="connsiteX81" fmla="*/ 147927 w 625521"/>
                    <a:gd name="connsiteY81" fmla="*/ 82655 h 788699"/>
                    <a:gd name="connsiteX82" fmla="*/ 186003 w 625521"/>
                    <a:gd name="connsiteY82" fmla="*/ 58178 h 788699"/>
                    <a:gd name="connsiteX83" fmla="*/ 226797 w 625521"/>
                    <a:gd name="connsiteY83" fmla="*/ 79936 h 788699"/>
                    <a:gd name="connsiteX84" fmla="*/ 253994 w 625521"/>
                    <a:gd name="connsiteY84" fmla="*/ 79936 h 788699"/>
                    <a:gd name="connsiteX85" fmla="*/ 294789 w 625521"/>
                    <a:gd name="connsiteY85" fmla="*/ 96253 h 788699"/>
                    <a:gd name="connsiteX86" fmla="*/ 283910 w 625521"/>
                    <a:gd name="connsiteY86" fmla="*/ 112571 h 788699"/>
                    <a:gd name="connsiteX87" fmla="*/ 267592 w 625521"/>
                    <a:gd name="connsiteY87" fmla="*/ 120730 h 788699"/>
                    <a:gd name="connsiteX88" fmla="*/ 245835 w 625521"/>
                    <a:gd name="connsiteY88" fmla="*/ 123450 h 788699"/>
                    <a:gd name="connsiteX89" fmla="*/ 237676 w 625521"/>
                    <a:gd name="connsiteY89" fmla="*/ 123450 h 788699"/>
                    <a:gd name="connsiteX90" fmla="*/ 240396 w 625521"/>
                    <a:gd name="connsiteY90" fmla="*/ 128889 h 788699"/>
                    <a:gd name="connsiteX91" fmla="*/ 251274 w 625521"/>
                    <a:gd name="connsiteY91" fmla="*/ 177843 h 788699"/>
                    <a:gd name="connsiteX92" fmla="*/ 256714 w 625521"/>
                    <a:gd name="connsiteY92" fmla="*/ 226797 h 788699"/>
                    <a:gd name="connsiteX93" fmla="*/ 262153 w 625521"/>
                    <a:gd name="connsiteY93" fmla="*/ 273031 h 788699"/>
                    <a:gd name="connsiteX94" fmla="*/ 262153 w 625521"/>
                    <a:gd name="connsiteY94" fmla="*/ 289349 h 788699"/>
                    <a:gd name="connsiteX95" fmla="*/ 262153 w 625521"/>
                    <a:gd name="connsiteY95" fmla="*/ 297508 h 788699"/>
                    <a:gd name="connsiteX96" fmla="*/ 264872 w 625521"/>
                    <a:gd name="connsiteY96" fmla="*/ 321985 h 788699"/>
                    <a:gd name="connsiteX97" fmla="*/ 270312 w 625521"/>
                    <a:gd name="connsiteY97" fmla="*/ 335583 h 788699"/>
                    <a:gd name="connsiteX98" fmla="*/ 270312 w 625521"/>
                    <a:gd name="connsiteY98" fmla="*/ 338303 h 788699"/>
                    <a:gd name="connsiteX99" fmla="*/ 270312 w 625521"/>
                    <a:gd name="connsiteY99" fmla="*/ 346462 h 788699"/>
                    <a:gd name="connsiteX100" fmla="*/ 278471 w 625521"/>
                    <a:gd name="connsiteY100" fmla="*/ 354621 h 788699"/>
                    <a:gd name="connsiteX101" fmla="*/ 338304 w 625521"/>
                    <a:gd name="connsiteY101" fmla="*/ 349181 h 788699"/>
                    <a:gd name="connsiteX102" fmla="*/ 365500 w 625521"/>
                    <a:gd name="connsiteY102" fmla="*/ 349181 h 788699"/>
                    <a:gd name="connsiteX103" fmla="*/ 381817 w 625521"/>
                    <a:gd name="connsiteY103" fmla="*/ 349181 h 788699"/>
                    <a:gd name="connsiteX104" fmla="*/ 392697 w 625521"/>
                    <a:gd name="connsiteY104" fmla="*/ 338303 h 788699"/>
                    <a:gd name="connsiteX105" fmla="*/ 389977 w 625521"/>
                    <a:gd name="connsiteY105" fmla="*/ 313826 h 788699"/>
                    <a:gd name="connsiteX106" fmla="*/ 392697 w 625521"/>
                    <a:gd name="connsiteY106" fmla="*/ 262152 h 788699"/>
                    <a:gd name="connsiteX107" fmla="*/ 395416 w 625521"/>
                    <a:gd name="connsiteY107" fmla="*/ 224077 h 788699"/>
                    <a:gd name="connsiteX108" fmla="*/ 398136 w 625521"/>
                    <a:gd name="connsiteY108" fmla="*/ 177843 h 788699"/>
                    <a:gd name="connsiteX109" fmla="*/ 395416 w 625521"/>
                    <a:gd name="connsiteY109" fmla="*/ 153366 h 788699"/>
                    <a:gd name="connsiteX110" fmla="*/ 395416 w 625521"/>
                    <a:gd name="connsiteY110" fmla="*/ 137048 h 788699"/>
                    <a:gd name="connsiteX111" fmla="*/ 379098 w 625521"/>
                    <a:gd name="connsiteY111" fmla="*/ 137048 h 788699"/>
                    <a:gd name="connsiteX112" fmla="*/ 351902 w 625521"/>
                    <a:gd name="connsiteY112" fmla="*/ 131609 h 788699"/>
                    <a:gd name="connsiteX113" fmla="*/ 338304 w 625521"/>
                    <a:gd name="connsiteY113" fmla="*/ 115291 h 788699"/>
                    <a:gd name="connsiteX114" fmla="*/ 343742 w 625521"/>
                    <a:gd name="connsiteY114" fmla="*/ 107132 h 788699"/>
                    <a:gd name="connsiteX115" fmla="*/ 362780 w 625521"/>
                    <a:gd name="connsiteY115" fmla="*/ 98973 h 788699"/>
                    <a:gd name="connsiteX116" fmla="*/ 395416 w 625521"/>
                    <a:gd name="connsiteY116" fmla="*/ 96253 h 788699"/>
                    <a:gd name="connsiteX117" fmla="*/ 403575 w 625521"/>
                    <a:gd name="connsiteY117" fmla="*/ 90814 h 788699"/>
                    <a:gd name="connsiteX118" fmla="*/ 422612 w 625521"/>
                    <a:gd name="connsiteY118" fmla="*/ 88095 h 788699"/>
                    <a:gd name="connsiteX119" fmla="*/ 428052 w 625521"/>
                    <a:gd name="connsiteY119" fmla="*/ 88095 h 788699"/>
                    <a:gd name="connsiteX120" fmla="*/ 447090 w 625521"/>
                    <a:gd name="connsiteY120" fmla="*/ 90814 h 788699"/>
                    <a:gd name="connsiteX121" fmla="*/ 455249 w 625521"/>
                    <a:gd name="connsiteY121" fmla="*/ 96253 h 788699"/>
                    <a:gd name="connsiteX122" fmla="*/ 525960 w 625521"/>
                    <a:gd name="connsiteY122" fmla="*/ 93534 h 788699"/>
                    <a:gd name="connsiteX123" fmla="*/ 561315 w 625521"/>
                    <a:gd name="connsiteY123" fmla="*/ 109852 h 788699"/>
                    <a:gd name="connsiteX124" fmla="*/ 555876 w 625521"/>
                    <a:gd name="connsiteY124" fmla="*/ 126170 h 788699"/>
                    <a:gd name="connsiteX125" fmla="*/ 539558 w 625521"/>
                    <a:gd name="connsiteY125" fmla="*/ 134329 h 788699"/>
                    <a:gd name="connsiteX126" fmla="*/ 517800 w 625521"/>
                    <a:gd name="connsiteY126" fmla="*/ 137048 h 788699"/>
                    <a:gd name="connsiteX127" fmla="*/ 477006 w 625521"/>
                    <a:gd name="connsiteY127" fmla="*/ 137048 h 788699"/>
                    <a:gd name="connsiteX128" fmla="*/ 485165 w 625521"/>
                    <a:gd name="connsiteY128" fmla="*/ 161525 h 788699"/>
                    <a:gd name="connsiteX129" fmla="*/ 496043 w 625521"/>
                    <a:gd name="connsiteY129" fmla="*/ 210479 h 788699"/>
                    <a:gd name="connsiteX130" fmla="*/ 501483 w 625521"/>
                    <a:gd name="connsiteY130" fmla="*/ 251274 h 788699"/>
                    <a:gd name="connsiteX131" fmla="*/ 506922 w 625521"/>
                    <a:gd name="connsiteY131" fmla="*/ 292069 h 788699"/>
                    <a:gd name="connsiteX132" fmla="*/ 506922 w 625521"/>
                    <a:gd name="connsiteY132" fmla="*/ 321985 h 788699"/>
                    <a:gd name="connsiteX133" fmla="*/ 509642 w 625521"/>
                    <a:gd name="connsiteY133" fmla="*/ 341022 h 788699"/>
                    <a:gd name="connsiteX134" fmla="*/ 509642 w 625521"/>
                    <a:gd name="connsiteY134" fmla="*/ 343742 h 788699"/>
                    <a:gd name="connsiteX135" fmla="*/ 517800 w 625521"/>
                    <a:gd name="connsiteY135" fmla="*/ 349181 h 788699"/>
                    <a:gd name="connsiteX136" fmla="*/ 528680 w 625521"/>
                    <a:gd name="connsiteY136" fmla="*/ 349181 h 788699"/>
                    <a:gd name="connsiteX137" fmla="*/ 550437 w 625521"/>
                    <a:gd name="connsiteY137" fmla="*/ 357340 h 788699"/>
                    <a:gd name="connsiteX138" fmla="*/ 550437 w 625521"/>
                    <a:gd name="connsiteY138" fmla="*/ 362780 h 788699"/>
                    <a:gd name="connsiteX139" fmla="*/ 534119 w 625521"/>
                    <a:gd name="connsiteY139" fmla="*/ 384537 h 788699"/>
                    <a:gd name="connsiteX140" fmla="*/ 520520 w 625521"/>
                    <a:gd name="connsiteY140" fmla="*/ 389976 h 788699"/>
                    <a:gd name="connsiteX141" fmla="*/ 512362 w 625521"/>
                    <a:gd name="connsiteY141" fmla="*/ 395415 h 788699"/>
                    <a:gd name="connsiteX142" fmla="*/ 512362 w 625521"/>
                    <a:gd name="connsiteY142" fmla="*/ 398135 h 788699"/>
                    <a:gd name="connsiteX143" fmla="*/ 512362 w 625521"/>
                    <a:gd name="connsiteY143" fmla="*/ 409014 h 788699"/>
                    <a:gd name="connsiteX144" fmla="*/ 512362 w 625521"/>
                    <a:gd name="connsiteY144" fmla="*/ 414453 h 788699"/>
                    <a:gd name="connsiteX145" fmla="*/ 512362 w 625521"/>
                    <a:gd name="connsiteY145" fmla="*/ 438930 h 788699"/>
                    <a:gd name="connsiteX146" fmla="*/ 515081 w 625521"/>
                    <a:gd name="connsiteY146" fmla="*/ 504202 h 788699"/>
                    <a:gd name="connsiteX147" fmla="*/ 520520 w 625521"/>
                    <a:gd name="connsiteY147" fmla="*/ 572193 h 788699"/>
                    <a:gd name="connsiteX148" fmla="*/ 517800 w 625521"/>
                    <a:gd name="connsiteY148" fmla="*/ 604829 h 788699"/>
                    <a:gd name="connsiteX149" fmla="*/ 512362 w 625521"/>
                    <a:gd name="connsiteY149" fmla="*/ 661942 h 788699"/>
                    <a:gd name="connsiteX150" fmla="*/ 509642 w 625521"/>
                    <a:gd name="connsiteY150" fmla="*/ 670101 h 788699"/>
                    <a:gd name="connsiteX151" fmla="*/ 512362 w 625521"/>
                    <a:gd name="connsiteY151" fmla="*/ 680979 h 788699"/>
                    <a:gd name="connsiteX152" fmla="*/ 512362 w 625521"/>
                    <a:gd name="connsiteY152" fmla="*/ 686419 h 788699"/>
                    <a:gd name="connsiteX153" fmla="*/ 536838 w 625521"/>
                    <a:gd name="connsiteY153" fmla="*/ 680979 h 788699"/>
                    <a:gd name="connsiteX154" fmla="*/ 536838 w 625521"/>
                    <a:gd name="connsiteY154" fmla="*/ 680979 h 788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</a:cxnLst>
                  <a:rect l="l" t="t" r="r" b="b"/>
                  <a:pathLst>
                    <a:path w="625521" h="788699">
                      <a:moveTo>
                        <a:pt x="536838" y="680979"/>
                      </a:moveTo>
                      <a:cubicBezTo>
                        <a:pt x="550437" y="680979"/>
                        <a:pt x="574913" y="680979"/>
                        <a:pt x="574913" y="697297"/>
                      </a:cubicBezTo>
                      <a:cubicBezTo>
                        <a:pt x="574913" y="705456"/>
                        <a:pt x="572194" y="708176"/>
                        <a:pt x="566755" y="713615"/>
                      </a:cubicBezTo>
                      <a:cubicBezTo>
                        <a:pt x="561315" y="719054"/>
                        <a:pt x="555876" y="721774"/>
                        <a:pt x="550437" y="721774"/>
                      </a:cubicBezTo>
                      <a:cubicBezTo>
                        <a:pt x="539558" y="724494"/>
                        <a:pt x="534119" y="724494"/>
                        <a:pt x="528680" y="724494"/>
                      </a:cubicBezTo>
                      <a:cubicBezTo>
                        <a:pt x="517800" y="724494"/>
                        <a:pt x="428052" y="724494"/>
                        <a:pt x="417174" y="724494"/>
                      </a:cubicBezTo>
                      <a:cubicBezTo>
                        <a:pt x="403575" y="724494"/>
                        <a:pt x="414454" y="724494"/>
                        <a:pt x="398136" y="724494"/>
                      </a:cubicBezTo>
                      <a:cubicBezTo>
                        <a:pt x="389977" y="724494"/>
                        <a:pt x="381817" y="724494"/>
                        <a:pt x="373659" y="724494"/>
                      </a:cubicBezTo>
                      <a:cubicBezTo>
                        <a:pt x="365500" y="724494"/>
                        <a:pt x="354621" y="721774"/>
                        <a:pt x="346462" y="719054"/>
                      </a:cubicBezTo>
                      <a:cubicBezTo>
                        <a:pt x="338304" y="716335"/>
                        <a:pt x="330144" y="708176"/>
                        <a:pt x="330144" y="702737"/>
                      </a:cubicBezTo>
                      <a:cubicBezTo>
                        <a:pt x="330144" y="700017"/>
                        <a:pt x="330144" y="697297"/>
                        <a:pt x="335584" y="694578"/>
                      </a:cubicBezTo>
                      <a:cubicBezTo>
                        <a:pt x="341023" y="691858"/>
                        <a:pt x="351902" y="689138"/>
                        <a:pt x="357341" y="686419"/>
                      </a:cubicBezTo>
                      <a:cubicBezTo>
                        <a:pt x="373659" y="683699"/>
                        <a:pt x="387257" y="680979"/>
                        <a:pt x="395416" y="680979"/>
                      </a:cubicBezTo>
                      <a:cubicBezTo>
                        <a:pt x="387257" y="675540"/>
                        <a:pt x="384537" y="670101"/>
                        <a:pt x="381817" y="656502"/>
                      </a:cubicBezTo>
                      <a:cubicBezTo>
                        <a:pt x="379098" y="632026"/>
                        <a:pt x="379098" y="610268"/>
                        <a:pt x="379098" y="585791"/>
                      </a:cubicBezTo>
                      <a:cubicBezTo>
                        <a:pt x="379098" y="564034"/>
                        <a:pt x="379098" y="542277"/>
                        <a:pt x="379098" y="517800"/>
                      </a:cubicBezTo>
                      <a:cubicBezTo>
                        <a:pt x="379098" y="504202"/>
                        <a:pt x="379098" y="487884"/>
                        <a:pt x="379098" y="474286"/>
                      </a:cubicBezTo>
                      <a:cubicBezTo>
                        <a:pt x="379098" y="457968"/>
                        <a:pt x="376379" y="444369"/>
                        <a:pt x="379098" y="430771"/>
                      </a:cubicBezTo>
                      <a:cubicBezTo>
                        <a:pt x="379098" y="425332"/>
                        <a:pt x="381817" y="417173"/>
                        <a:pt x="381817" y="411733"/>
                      </a:cubicBezTo>
                      <a:cubicBezTo>
                        <a:pt x="381817" y="406294"/>
                        <a:pt x="381817" y="403575"/>
                        <a:pt x="379098" y="400855"/>
                      </a:cubicBezTo>
                      <a:cubicBezTo>
                        <a:pt x="376379" y="400855"/>
                        <a:pt x="373659" y="398135"/>
                        <a:pt x="370939" y="398135"/>
                      </a:cubicBezTo>
                      <a:cubicBezTo>
                        <a:pt x="360061" y="398135"/>
                        <a:pt x="343742" y="400855"/>
                        <a:pt x="338304" y="400855"/>
                      </a:cubicBezTo>
                      <a:cubicBezTo>
                        <a:pt x="330144" y="400855"/>
                        <a:pt x="319266" y="403575"/>
                        <a:pt x="289349" y="403575"/>
                      </a:cubicBezTo>
                      <a:cubicBezTo>
                        <a:pt x="275751" y="403575"/>
                        <a:pt x="267592" y="400855"/>
                        <a:pt x="264872" y="400855"/>
                      </a:cubicBezTo>
                      <a:cubicBezTo>
                        <a:pt x="262153" y="400855"/>
                        <a:pt x="259433" y="400855"/>
                        <a:pt x="259433" y="406294"/>
                      </a:cubicBezTo>
                      <a:cubicBezTo>
                        <a:pt x="259433" y="414453"/>
                        <a:pt x="259433" y="419892"/>
                        <a:pt x="259433" y="425332"/>
                      </a:cubicBezTo>
                      <a:cubicBezTo>
                        <a:pt x="259433" y="433491"/>
                        <a:pt x="259433" y="441650"/>
                        <a:pt x="259433" y="449809"/>
                      </a:cubicBezTo>
                      <a:cubicBezTo>
                        <a:pt x="259433" y="457968"/>
                        <a:pt x="259433" y="463407"/>
                        <a:pt x="259433" y="471566"/>
                      </a:cubicBezTo>
                      <a:cubicBezTo>
                        <a:pt x="259433" y="482445"/>
                        <a:pt x="259433" y="493323"/>
                        <a:pt x="259433" y="504202"/>
                      </a:cubicBezTo>
                      <a:cubicBezTo>
                        <a:pt x="259433" y="506921"/>
                        <a:pt x="259433" y="506921"/>
                        <a:pt x="259433" y="509641"/>
                      </a:cubicBezTo>
                      <a:cubicBezTo>
                        <a:pt x="259433" y="520520"/>
                        <a:pt x="256714" y="531398"/>
                        <a:pt x="256714" y="542277"/>
                      </a:cubicBezTo>
                      <a:cubicBezTo>
                        <a:pt x="256714" y="553156"/>
                        <a:pt x="256714" y="566754"/>
                        <a:pt x="256714" y="577632"/>
                      </a:cubicBezTo>
                      <a:cubicBezTo>
                        <a:pt x="256714" y="588511"/>
                        <a:pt x="256714" y="599390"/>
                        <a:pt x="256714" y="612988"/>
                      </a:cubicBezTo>
                      <a:cubicBezTo>
                        <a:pt x="256714" y="629306"/>
                        <a:pt x="253994" y="642904"/>
                        <a:pt x="253994" y="656502"/>
                      </a:cubicBezTo>
                      <a:cubicBezTo>
                        <a:pt x="253994" y="664661"/>
                        <a:pt x="256714" y="672820"/>
                        <a:pt x="256714" y="678260"/>
                      </a:cubicBezTo>
                      <a:cubicBezTo>
                        <a:pt x="270312" y="678260"/>
                        <a:pt x="286629" y="680979"/>
                        <a:pt x="286629" y="694578"/>
                      </a:cubicBezTo>
                      <a:cubicBezTo>
                        <a:pt x="286629" y="702737"/>
                        <a:pt x="283910" y="705456"/>
                        <a:pt x="281191" y="710895"/>
                      </a:cubicBezTo>
                      <a:cubicBezTo>
                        <a:pt x="275751" y="716335"/>
                        <a:pt x="270312" y="719054"/>
                        <a:pt x="264872" y="719054"/>
                      </a:cubicBezTo>
                      <a:cubicBezTo>
                        <a:pt x="256714" y="721774"/>
                        <a:pt x="248554" y="721774"/>
                        <a:pt x="243116" y="721774"/>
                      </a:cubicBezTo>
                      <a:cubicBezTo>
                        <a:pt x="243116" y="721774"/>
                        <a:pt x="243116" y="721774"/>
                        <a:pt x="243116" y="721774"/>
                      </a:cubicBezTo>
                      <a:cubicBezTo>
                        <a:pt x="237676" y="724494"/>
                        <a:pt x="237676" y="724494"/>
                        <a:pt x="232236" y="727214"/>
                      </a:cubicBezTo>
                      <a:cubicBezTo>
                        <a:pt x="229517" y="729933"/>
                        <a:pt x="229517" y="732653"/>
                        <a:pt x="224078" y="735372"/>
                      </a:cubicBezTo>
                      <a:cubicBezTo>
                        <a:pt x="221358" y="738092"/>
                        <a:pt x="215919" y="738092"/>
                        <a:pt x="213199" y="738092"/>
                      </a:cubicBezTo>
                      <a:cubicBezTo>
                        <a:pt x="199601" y="738092"/>
                        <a:pt x="188722" y="735372"/>
                        <a:pt x="183283" y="727214"/>
                      </a:cubicBezTo>
                      <a:cubicBezTo>
                        <a:pt x="180563" y="724494"/>
                        <a:pt x="177843" y="721774"/>
                        <a:pt x="175124" y="719054"/>
                      </a:cubicBezTo>
                      <a:cubicBezTo>
                        <a:pt x="161526" y="719054"/>
                        <a:pt x="150646" y="719054"/>
                        <a:pt x="145208" y="719054"/>
                      </a:cubicBezTo>
                      <a:cubicBezTo>
                        <a:pt x="131609" y="719054"/>
                        <a:pt x="142488" y="719054"/>
                        <a:pt x="126170" y="719054"/>
                      </a:cubicBezTo>
                      <a:cubicBezTo>
                        <a:pt x="118011" y="719054"/>
                        <a:pt x="109852" y="719054"/>
                        <a:pt x="101693" y="719054"/>
                      </a:cubicBezTo>
                      <a:cubicBezTo>
                        <a:pt x="93534" y="719054"/>
                        <a:pt x="82655" y="719054"/>
                        <a:pt x="74496" y="713615"/>
                      </a:cubicBezTo>
                      <a:cubicBezTo>
                        <a:pt x="66338" y="710895"/>
                        <a:pt x="58178" y="702737"/>
                        <a:pt x="58178" y="697297"/>
                      </a:cubicBezTo>
                      <a:cubicBezTo>
                        <a:pt x="58178" y="694578"/>
                        <a:pt x="58178" y="691858"/>
                        <a:pt x="63618" y="689138"/>
                      </a:cubicBezTo>
                      <a:cubicBezTo>
                        <a:pt x="69057" y="686419"/>
                        <a:pt x="79936" y="683699"/>
                        <a:pt x="85375" y="680979"/>
                      </a:cubicBezTo>
                      <a:cubicBezTo>
                        <a:pt x="98973" y="678260"/>
                        <a:pt x="118011" y="678260"/>
                        <a:pt x="131609" y="675540"/>
                      </a:cubicBezTo>
                      <a:cubicBezTo>
                        <a:pt x="131609" y="672820"/>
                        <a:pt x="131609" y="670101"/>
                        <a:pt x="131609" y="667381"/>
                      </a:cubicBezTo>
                      <a:cubicBezTo>
                        <a:pt x="131609" y="661942"/>
                        <a:pt x="131609" y="656502"/>
                        <a:pt x="131609" y="651063"/>
                      </a:cubicBezTo>
                      <a:cubicBezTo>
                        <a:pt x="131609" y="640184"/>
                        <a:pt x="131609" y="629306"/>
                        <a:pt x="131609" y="618427"/>
                      </a:cubicBezTo>
                      <a:cubicBezTo>
                        <a:pt x="131609" y="604829"/>
                        <a:pt x="131609" y="593950"/>
                        <a:pt x="131609" y="580352"/>
                      </a:cubicBezTo>
                      <a:cubicBezTo>
                        <a:pt x="131609" y="564034"/>
                        <a:pt x="131609" y="547716"/>
                        <a:pt x="131609" y="531398"/>
                      </a:cubicBezTo>
                      <a:cubicBezTo>
                        <a:pt x="131609" y="509641"/>
                        <a:pt x="131609" y="487884"/>
                        <a:pt x="131609" y="466126"/>
                      </a:cubicBezTo>
                      <a:cubicBezTo>
                        <a:pt x="131609" y="452528"/>
                        <a:pt x="131609" y="436210"/>
                        <a:pt x="131609" y="422612"/>
                      </a:cubicBezTo>
                      <a:cubicBezTo>
                        <a:pt x="131609" y="419892"/>
                        <a:pt x="131609" y="414453"/>
                        <a:pt x="131609" y="411733"/>
                      </a:cubicBezTo>
                      <a:cubicBezTo>
                        <a:pt x="131609" y="409014"/>
                        <a:pt x="131609" y="400855"/>
                        <a:pt x="131609" y="398135"/>
                      </a:cubicBezTo>
                      <a:cubicBezTo>
                        <a:pt x="131609" y="392696"/>
                        <a:pt x="131609" y="392696"/>
                        <a:pt x="126170" y="389976"/>
                      </a:cubicBezTo>
                      <a:cubicBezTo>
                        <a:pt x="123450" y="389976"/>
                        <a:pt x="109852" y="387257"/>
                        <a:pt x="101693" y="387257"/>
                      </a:cubicBezTo>
                      <a:cubicBezTo>
                        <a:pt x="90814" y="384537"/>
                        <a:pt x="77216" y="381817"/>
                        <a:pt x="77216" y="376378"/>
                      </a:cubicBezTo>
                      <a:cubicBezTo>
                        <a:pt x="77216" y="373658"/>
                        <a:pt x="79936" y="370939"/>
                        <a:pt x="82655" y="368219"/>
                      </a:cubicBezTo>
                      <a:cubicBezTo>
                        <a:pt x="88095" y="365499"/>
                        <a:pt x="93534" y="362780"/>
                        <a:pt x="98973" y="360060"/>
                      </a:cubicBezTo>
                      <a:cubicBezTo>
                        <a:pt x="104413" y="360060"/>
                        <a:pt x="112571" y="357340"/>
                        <a:pt x="118011" y="357340"/>
                      </a:cubicBezTo>
                      <a:cubicBezTo>
                        <a:pt x="126170" y="354621"/>
                        <a:pt x="128890" y="357340"/>
                        <a:pt x="131609" y="351901"/>
                      </a:cubicBezTo>
                      <a:cubicBezTo>
                        <a:pt x="131609" y="349181"/>
                        <a:pt x="131609" y="346462"/>
                        <a:pt x="131609" y="343742"/>
                      </a:cubicBezTo>
                      <a:cubicBezTo>
                        <a:pt x="131609" y="319265"/>
                        <a:pt x="131609" y="294788"/>
                        <a:pt x="131609" y="270311"/>
                      </a:cubicBezTo>
                      <a:cubicBezTo>
                        <a:pt x="131609" y="226797"/>
                        <a:pt x="131609" y="186002"/>
                        <a:pt x="137048" y="145207"/>
                      </a:cubicBezTo>
                      <a:cubicBezTo>
                        <a:pt x="137048" y="139768"/>
                        <a:pt x="137048" y="131609"/>
                        <a:pt x="139768" y="123450"/>
                      </a:cubicBezTo>
                      <a:cubicBezTo>
                        <a:pt x="134329" y="123450"/>
                        <a:pt x="137048" y="123450"/>
                        <a:pt x="123450" y="123450"/>
                      </a:cubicBezTo>
                      <a:cubicBezTo>
                        <a:pt x="120731" y="123450"/>
                        <a:pt x="120731" y="123450"/>
                        <a:pt x="118011" y="123450"/>
                      </a:cubicBezTo>
                      <a:cubicBezTo>
                        <a:pt x="112571" y="123450"/>
                        <a:pt x="107133" y="123450"/>
                        <a:pt x="101693" y="123450"/>
                      </a:cubicBezTo>
                      <a:cubicBezTo>
                        <a:pt x="93534" y="123450"/>
                        <a:pt x="82655" y="120730"/>
                        <a:pt x="74496" y="118011"/>
                      </a:cubicBezTo>
                      <a:cubicBezTo>
                        <a:pt x="66338" y="115291"/>
                        <a:pt x="58178" y="107132"/>
                        <a:pt x="58178" y="101693"/>
                      </a:cubicBezTo>
                      <a:cubicBezTo>
                        <a:pt x="58178" y="98973"/>
                        <a:pt x="58178" y="96253"/>
                        <a:pt x="63618" y="93534"/>
                      </a:cubicBezTo>
                      <a:cubicBezTo>
                        <a:pt x="66338" y="90814"/>
                        <a:pt x="77216" y="88095"/>
                        <a:pt x="85375" y="85375"/>
                      </a:cubicBezTo>
                      <a:cubicBezTo>
                        <a:pt x="104413" y="82655"/>
                        <a:pt x="128890" y="82655"/>
                        <a:pt x="137048" y="82655"/>
                      </a:cubicBezTo>
                      <a:cubicBezTo>
                        <a:pt x="139768" y="82655"/>
                        <a:pt x="142488" y="82655"/>
                        <a:pt x="147927" y="82655"/>
                      </a:cubicBezTo>
                      <a:cubicBezTo>
                        <a:pt x="153366" y="69057"/>
                        <a:pt x="164245" y="58178"/>
                        <a:pt x="186003" y="58178"/>
                      </a:cubicBezTo>
                      <a:cubicBezTo>
                        <a:pt x="202321" y="58178"/>
                        <a:pt x="215919" y="66337"/>
                        <a:pt x="226797" y="79936"/>
                      </a:cubicBezTo>
                      <a:cubicBezTo>
                        <a:pt x="237676" y="79936"/>
                        <a:pt x="248554" y="79936"/>
                        <a:pt x="253994" y="79936"/>
                      </a:cubicBezTo>
                      <a:cubicBezTo>
                        <a:pt x="267592" y="79936"/>
                        <a:pt x="294789" y="79936"/>
                        <a:pt x="294789" y="96253"/>
                      </a:cubicBezTo>
                      <a:cubicBezTo>
                        <a:pt x="294789" y="104412"/>
                        <a:pt x="289349" y="107132"/>
                        <a:pt x="283910" y="112571"/>
                      </a:cubicBezTo>
                      <a:cubicBezTo>
                        <a:pt x="278471" y="118011"/>
                        <a:pt x="273031" y="120730"/>
                        <a:pt x="267592" y="120730"/>
                      </a:cubicBezTo>
                      <a:cubicBezTo>
                        <a:pt x="259433" y="123450"/>
                        <a:pt x="251274" y="123450"/>
                        <a:pt x="245835" y="123450"/>
                      </a:cubicBezTo>
                      <a:cubicBezTo>
                        <a:pt x="245835" y="123450"/>
                        <a:pt x="243116" y="123450"/>
                        <a:pt x="237676" y="123450"/>
                      </a:cubicBezTo>
                      <a:cubicBezTo>
                        <a:pt x="237676" y="126170"/>
                        <a:pt x="237676" y="126170"/>
                        <a:pt x="240396" y="128889"/>
                      </a:cubicBezTo>
                      <a:cubicBezTo>
                        <a:pt x="245835" y="145207"/>
                        <a:pt x="248554" y="161525"/>
                        <a:pt x="251274" y="177843"/>
                      </a:cubicBezTo>
                      <a:cubicBezTo>
                        <a:pt x="253994" y="194161"/>
                        <a:pt x="253994" y="210479"/>
                        <a:pt x="256714" y="226797"/>
                      </a:cubicBezTo>
                      <a:cubicBezTo>
                        <a:pt x="259433" y="243115"/>
                        <a:pt x="262153" y="256713"/>
                        <a:pt x="262153" y="273031"/>
                      </a:cubicBezTo>
                      <a:cubicBezTo>
                        <a:pt x="262153" y="278470"/>
                        <a:pt x="262153" y="283910"/>
                        <a:pt x="262153" y="289349"/>
                      </a:cubicBezTo>
                      <a:lnTo>
                        <a:pt x="262153" y="297508"/>
                      </a:lnTo>
                      <a:cubicBezTo>
                        <a:pt x="262153" y="305667"/>
                        <a:pt x="262153" y="313826"/>
                        <a:pt x="264872" y="321985"/>
                      </a:cubicBezTo>
                      <a:cubicBezTo>
                        <a:pt x="264872" y="327424"/>
                        <a:pt x="270312" y="330144"/>
                        <a:pt x="270312" y="335583"/>
                      </a:cubicBezTo>
                      <a:cubicBezTo>
                        <a:pt x="270312" y="335583"/>
                        <a:pt x="270312" y="338303"/>
                        <a:pt x="270312" y="338303"/>
                      </a:cubicBezTo>
                      <a:cubicBezTo>
                        <a:pt x="270312" y="341022"/>
                        <a:pt x="270312" y="343742"/>
                        <a:pt x="270312" y="346462"/>
                      </a:cubicBezTo>
                      <a:cubicBezTo>
                        <a:pt x="270312" y="351901"/>
                        <a:pt x="273031" y="354621"/>
                        <a:pt x="278471" y="354621"/>
                      </a:cubicBezTo>
                      <a:cubicBezTo>
                        <a:pt x="289349" y="354621"/>
                        <a:pt x="335584" y="351901"/>
                        <a:pt x="338304" y="349181"/>
                      </a:cubicBezTo>
                      <a:cubicBezTo>
                        <a:pt x="346462" y="349181"/>
                        <a:pt x="357341" y="349181"/>
                        <a:pt x="365500" y="349181"/>
                      </a:cubicBezTo>
                      <a:cubicBezTo>
                        <a:pt x="370939" y="349181"/>
                        <a:pt x="376379" y="349181"/>
                        <a:pt x="381817" y="349181"/>
                      </a:cubicBezTo>
                      <a:cubicBezTo>
                        <a:pt x="387257" y="349181"/>
                        <a:pt x="392697" y="346462"/>
                        <a:pt x="392697" y="338303"/>
                      </a:cubicBezTo>
                      <a:cubicBezTo>
                        <a:pt x="392697" y="330144"/>
                        <a:pt x="389977" y="316545"/>
                        <a:pt x="389977" y="313826"/>
                      </a:cubicBezTo>
                      <a:cubicBezTo>
                        <a:pt x="389977" y="294788"/>
                        <a:pt x="389977" y="278470"/>
                        <a:pt x="392697" y="262152"/>
                      </a:cubicBezTo>
                      <a:cubicBezTo>
                        <a:pt x="392697" y="259433"/>
                        <a:pt x="395416" y="243115"/>
                        <a:pt x="395416" y="224077"/>
                      </a:cubicBezTo>
                      <a:cubicBezTo>
                        <a:pt x="395416" y="207759"/>
                        <a:pt x="398136" y="188722"/>
                        <a:pt x="398136" y="177843"/>
                      </a:cubicBezTo>
                      <a:cubicBezTo>
                        <a:pt x="398136" y="169684"/>
                        <a:pt x="395416" y="158806"/>
                        <a:pt x="395416" y="153366"/>
                      </a:cubicBezTo>
                      <a:cubicBezTo>
                        <a:pt x="395416" y="145207"/>
                        <a:pt x="395416" y="142488"/>
                        <a:pt x="395416" y="137048"/>
                      </a:cubicBezTo>
                      <a:cubicBezTo>
                        <a:pt x="389977" y="137048"/>
                        <a:pt x="384537" y="137048"/>
                        <a:pt x="379098" y="137048"/>
                      </a:cubicBezTo>
                      <a:cubicBezTo>
                        <a:pt x="370939" y="137048"/>
                        <a:pt x="360061" y="134329"/>
                        <a:pt x="351902" y="131609"/>
                      </a:cubicBezTo>
                      <a:cubicBezTo>
                        <a:pt x="343742" y="128889"/>
                        <a:pt x="338304" y="120730"/>
                        <a:pt x="338304" y="115291"/>
                      </a:cubicBezTo>
                      <a:cubicBezTo>
                        <a:pt x="338304" y="112571"/>
                        <a:pt x="338304" y="109852"/>
                        <a:pt x="343742" y="107132"/>
                      </a:cubicBezTo>
                      <a:cubicBezTo>
                        <a:pt x="349182" y="104412"/>
                        <a:pt x="357341" y="101693"/>
                        <a:pt x="362780" y="98973"/>
                      </a:cubicBezTo>
                      <a:cubicBezTo>
                        <a:pt x="373659" y="96253"/>
                        <a:pt x="387257" y="96253"/>
                        <a:pt x="395416" y="96253"/>
                      </a:cubicBezTo>
                      <a:cubicBezTo>
                        <a:pt x="398136" y="93534"/>
                        <a:pt x="400855" y="90814"/>
                        <a:pt x="403575" y="90814"/>
                      </a:cubicBezTo>
                      <a:cubicBezTo>
                        <a:pt x="411734" y="90814"/>
                        <a:pt x="419893" y="88095"/>
                        <a:pt x="422612" y="88095"/>
                      </a:cubicBezTo>
                      <a:cubicBezTo>
                        <a:pt x="425332" y="88095"/>
                        <a:pt x="425332" y="88095"/>
                        <a:pt x="428052" y="88095"/>
                      </a:cubicBezTo>
                      <a:cubicBezTo>
                        <a:pt x="433492" y="88095"/>
                        <a:pt x="441650" y="88095"/>
                        <a:pt x="447090" y="90814"/>
                      </a:cubicBezTo>
                      <a:cubicBezTo>
                        <a:pt x="449809" y="90814"/>
                        <a:pt x="452529" y="93534"/>
                        <a:pt x="455249" y="96253"/>
                      </a:cubicBezTo>
                      <a:cubicBezTo>
                        <a:pt x="482445" y="96253"/>
                        <a:pt x="509642" y="93534"/>
                        <a:pt x="525960" y="93534"/>
                      </a:cubicBezTo>
                      <a:cubicBezTo>
                        <a:pt x="539558" y="93534"/>
                        <a:pt x="561315" y="93534"/>
                        <a:pt x="561315" y="109852"/>
                      </a:cubicBezTo>
                      <a:cubicBezTo>
                        <a:pt x="561315" y="118011"/>
                        <a:pt x="561315" y="120730"/>
                        <a:pt x="555876" y="126170"/>
                      </a:cubicBezTo>
                      <a:cubicBezTo>
                        <a:pt x="550437" y="131609"/>
                        <a:pt x="544997" y="134329"/>
                        <a:pt x="539558" y="134329"/>
                      </a:cubicBezTo>
                      <a:cubicBezTo>
                        <a:pt x="531399" y="137048"/>
                        <a:pt x="523240" y="137048"/>
                        <a:pt x="517800" y="137048"/>
                      </a:cubicBezTo>
                      <a:cubicBezTo>
                        <a:pt x="515081" y="137048"/>
                        <a:pt x="498763" y="137048"/>
                        <a:pt x="477006" y="137048"/>
                      </a:cubicBezTo>
                      <a:cubicBezTo>
                        <a:pt x="479725" y="145207"/>
                        <a:pt x="485165" y="153366"/>
                        <a:pt x="485165" y="161525"/>
                      </a:cubicBezTo>
                      <a:cubicBezTo>
                        <a:pt x="487885" y="177843"/>
                        <a:pt x="493324" y="194161"/>
                        <a:pt x="496043" y="210479"/>
                      </a:cubicBezTo>
                      <a:cubicBezTo>
                        <a:pt x="498763" y="224077"/>
                        <a:pt x="498763" y="237676"/>
                        <a:pt x="501483" y="251274"/>
                      </a:cubicBezTo>
                      <a:cubicBezTo>
                        <a:pt x="504202" y="264872"/>
                        <a:pt x="506922" y="275751"/>
                        <a:pt x="506922" y="292069"/>
                      </a:cubicBezTo>
                      <a:cubicBezTo>
                        <a:pt x="506922" y="302947"/>
                        <a:pt x="506922" y="311106"/>
                        <a:pt x="506922" y="321985"/>
                      </a:cubicBezTo>
                      <a:cubicBezTo>
                        <a:pt x="506922" y="327424"/>
                        <a:pt x="509642" y="335583"/>
                        <a:pt x="509642" y="341022"/>
                      </a:cubicBezTo>
                      <a:cubicBezTo>
                        <a:pt x="509642" y="343742"/>
                        <a:pt x="509642" y="343742"/>
                        <a:pt x="509642" y="343742"/>
                      </a:cubicBezTo>
                      <a:cubicBezTo>
                        <a:pt x="509642" y="349181"/>
                        <a:pt x="515081" y="349181"/>
                        <a:pt x="517800" y="349181"/>
                      </a:cubicBezTo>
                      <a:cubicBezTo>
                        <a:pt x="520520" y="349181"/>
                        <a:pt x="523240" y="349181"/>
                        <a:pt x="528680" y="349181"/>
                      </a:cubicBezTo>
                      <a:cubicBezTo>
                        <a:pt x="536838" y="349181"/>
                        <a:pt x="547717" y="349181"/>
                        <a:pt x="550437" y="357340"/>
                      </a:cubicBezTo>
                      <a:cubicBezTo>
                        <a:pt x="550437" y="360060"/>
                        <a:pt x="550437" y="360060"/>
                        <a:pt x="550437" y="362780"/>
                      </a:cubicBezTo>
                      <a:cubicBezTo>
                        <a:pt x="550437" y="370939"/>
                        <a:pt x="539558" y="381817"/>
                        <a:pt x="534119" y="384537"/>
                      </a:cubicBezTo>
                      <a:cubicBezTo>
                        <a:pt x="531399" y="387257"/>
                        <a:pt x="523240" y="387257"/>
                        <a:pt x="520520" y="389976"/>
                      </a:cubicBezTo>
                      <a:cubicBezTo>
                        <a:pt x="515081" y="389976"/>
                        <a:pt x="512362" y="392696"/>
                        <a:pt x="512362" y="395415"/>
                      </a:cubicBezTo>
                      <a:cubicBezTo>
                        <a:pt x="512362" y="395415"/>
                        <a:pt x="512362" y="398135"/>
                        <a:pt x="512362" y="398135"/>
                      </a:cubicBezTo>
                      <a:cubicBezTo>
                        <a:pt x="512362" y="400855"/>
                        <a:pt x="512362" y="406294"/>
                        <a:pt x="512362" y="409014"/>
                      </a:cubicBezTo>
                      <a:cubicBezTo>
                        <a:pt x="512362" y="411733"/>
                        <a:pt x="512362" y="411733"/>
                        <a:pt x="512362" y="414453"/>
                      </a:cubicBezTo>
                      <a:cubicBezTo>
                        <a:pt x="512362" y="422612"/>
                        <a:pt x="512362" y="430771"/>
                        <a:pt x="512362" y="438930"/>
                      </a:cubicBezTo>
                      <a:cubicBezTo>
                        <a:pt x="512362" y="460687"/>
                        <a:pt x="512362" y="482445"/>
                        <a:pt x="515081" y="504202"/>
                      </a:cubicBezTo>
                      <a:cubicBezTo>
                        <a:pt x="517800" y="525959"/>
                        <a:pt x="520520" y="550436"/>
                        <a:pt x="520520" y="572193"/>
                      </a:cubicBezTo>
                      <a:cubicBezTo>
                        <a:pt x="520520" y="583072"/>
                        <a:pt x="520520" y="593950"/>
                        <a:pt x="517800" y="604829"/>
                      </a:cubicBezTo>
                      <a:cubicBezTo>
                        <a:pt x="515081" y="623867"/>
                        <a:pt x="515081" y="642904"/>
                        <a:pt x="512362" y="661942"/>
                      </a:cubicBezTo>
                      <a:cubicBezTo>
                        <a:pt x="512362" y="664661"/>
                        <a:pt x="509642" y="667381"/>
                        <a:pt x="509642" y="670101"/>
                      </a:cubicBezTo>
                      <a:cubicBezTo>
                        <a:pt x="509642" y="672820"/>
                        <a:pt x="512362" y="678260"/>
                        <a:pt x="512362" y="680979"/>
                      </a:cubicBezTo>
                      <a:cubicBezTo>
                        <a:pt x="512362" y="683699"/>
                        <a:pt x="512362" y="686419"/>
                        <a:pt x="512362" y="686419"/>
                      </a:cubicBezTo>
                      <a:cubicBezTo>
                        <a:pt x="517800" y="680979"/>
                        <a:pt x="528680" y="680979"/>
                        <a:pt x="536838" y="680979"/>
                      </a:cubicBezTo>
                      <a:lnTo>
                        <a:pt x="536838" y="680979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  <p:sp>
              <p:nvSpPr>
                <p:cNvPr id="51" name="Freeform: Shape 50">
                  <a:extLst>
                    <a:ext uri="{FF2B5EF4-FFF2-40B4-BE49-F238E27FC236}">
                      <a16:creationId xmlns:a16="http://schemas.microsoft.com/office/drawing/2014/main" id="{8E9241BD-6C0F-3049-B8BA-8B7E7342437E}"/>
                    </a:ext>
                  </a:extLst>
                </p:cNvPr>
                <p:cNvSpPr/>
                <p:nvPr/>
              </p:nvSpPr>
              <p:spPr>
                <a:xfrm>
                  <a:off x="9592416" y="4192158"/>
                  <a:ext cx="516735" cy="761503"/>
                </a:xfrm>
                <a:custGeom>
                  <a:avLst/>
                  <a:gdLst>
                    <a:gd name="connsiteX0" fmla="*/ 463407 w 516735"/>
                    <a:gd name="connsiteY0" fmla="*/ 194161 h 761503"/>
                    <a:gd name="connsiteX1" fmla="*/ 447089 w 516735"/>
                    <a:gd name="connsiteY1" fmla="*/ 226797 h 761503"/>
                    <a:gd name="connsiteX2" fmla="*/ 430771 w 516735"/>
                    <a:gd name="connsiteY2" fmla="*/ 221357 h 761503"/>
                    <a:gd name="connsiteX3" fmla="*/ 422612 w 516735"/>
                    <a:gd name="connsiteY3" fmla="*/ 207759 h 761503"/>
                    <a:gd name="connsiteX4" fmla="*/ 419893 w 516735"/>
                    <a:gd name="connsiteY4" fmla="*/ 188722 h 761503"/>
                    <a:gd name="connsiteX5" fmla="*/ 419893 w 516735"/>
                    <a:gd name="connsiteY5" fmla="*/ 139768 h 761503"/>
                    <a:gd name="connsiteX6" fmla="*/ 419893 w 516735"/>
                    <a:gd name="connsiteY6" fmla="*/ 120730 h 761503"/>
                    <a:gd name="connsiteX7" fmla="*/ 395416 w 516735"/>
                    <a:gd name="connsiteY7" fmla="*/ 120730 h 761503"/>
                    <a:gd name="connsiteX8" fmla="*/ 370939 w 516735"/>
                    <a:gd name="connsiteY8" fmla="*/ 120730 h 761503"/>
                    <a:gd name="connsiteX9" fmla="*/ 346461 w 516735"/>
                    <a:gd name="connsiteY9" fmla="*/ 123450 h 761503"/>
                    <a:gd name="connsiteX10" fmla="*/ 335583 w 516735"/>
                    <a:gd name="connsiteY10" fmla="*/ 123450 h 761503"/>
                    <a:gd name="connsiteX11" fmla="*/ 335583 w 516735"/>
                    <a:gd name="connsiteY11" fmla="*/ 123450 h 761503"/>
                    <a:gd name="connsiteX12" fmla="*/ 324704 w 516735"/>
                    <a:gd name="connsiteY12" fmla="*/ 128889 h 761503"/>
                    <a:gd name="connsiteX13" fmla="*/ 327424 w 516735"/>
                    <a:gd name="connsiteY13" fmla="*/ 139768 h 761503"/>
                    <a:gd name="connsiteX14" fmla="*/ 330144 w 516735"/>
                    <a:gd name="connsiteY14" fmla="*/ 175123 h 761503"/>
                    <a:gd name="connsiteX15" fmla="*/ 330144 w 516735"/>
                    <a:gd name="connsiteY15" fmla="*/ 199600 h 761503"/>
                    <a:gd name="connsiteX16" fmla="*/ 327424 w 516735"/>
                    <a:gd name="connsiteY16" fmla="*/ 224077 h 761503"/>
                    <a:gd name="connsiteX17" fmla="*/ 330144 w 516735"/>
                    <a:gd name="connsiteY17" fmla="*/ 251274 h 761503"/>
                    <a:gd name="connsiteX18" fmla="*/ 327424 w 516735"/>
                    <a:gd name="connsiteY18" fmla="*/ 278470 h 761503"/>
                    <a:gd name="connsiteX19" fmla="*/ 327424 w 516735"/>
                    <a:gd name="connsiteY19" fmla="*/ 332864 h 761503"/>
                    <a:gd name="connsiteX20" fmla="*/ 330144 w 516735"/>
                    <a:gd name="connsiteY20" fmla="*/ 357340 h 761503"/>
                    <a:gd name="connsiteX21" fmla="*/ 330144 w 516735"/>
                    <a:gd name="connsiteY21" fmla="*/ 368219 h 761503"/>
                    <a:gd name="connsiteX22" fmla="*/ 332863 w 516735"/>
                    <a:gd name="connsiteY22" fmla="*/ 387257 h 761503"/>
                    <a:gd name="connsiteX23" fmla="*/ 332863 w 516735"/>
                    <a:gd name="connsiteY23" fmla="*/ 433491 h 761503"/>
                    <a:gd name="connsiteX24" fmla="*/ 332863 w 516735"/>
                    <a:gd name="connsiteY24" fmla="*/ 487884 h 761503"/>
                    <a:gd name="connsiteX25" fmla="*/ 330144 w 516735"/>
                    <a:gd name="connsiteY25" fmla="*/ 512361 h 761503"/>
                    <a:gd name="connsiteX26" fmla="*/ 330144 w 516735"/>
                    <a:gd name="connsiteY26" fmla="*/ 539557 h 761503"/>
                    <a:gd name="connsiteX27" fmla="*/ 332863 w 516735"/>
                    <a:gd name="connsiteY27" fmla="*/ 593950 h 761503"/>
                    <a:gd name="connsiteX28" fmla="*/ 332863 w 516735"/>
                    <a:gd name="connsiteY28" fmla="*/ 648343 h 761503"/>
                    <a:gd name="connsiteX29" fmla="*/ 332863 w 516735"/>
                    <a:gd name="connsiteY29" fmla="*/ 656502 h 761503"/>
                    <a:gd name="connsiteX30" fmla="*/ 357341 w 516735"/>
                    <a:gd name="connsiteY30" fmla="*/ 656502 h 761503"/>
                    <a:gd name="connsiteX31" fmla="*/ 395416 w 516735"/>
                    <a:gd name="connsiteY31" fmla="*/ 675540 h 761503"/>
                    <a:gd name="connsiteX32" fmla="*/ 389976 w 516735"/>
                    <a:gd name="connsiteY32" fmla="*/ 691858 h 761503"/>
                    <a:gd name="connsiteX33" fmla="*/ 373658 w 516735"/>
                    <a:gd name="connsiteY33" fmla="*/ 700017 h 761503"/>
                    <a:gd name="connsiteX34" fmla="*/ 351901 w 516735"/>
                    <a:gd name="connsiteY34" fmla="*/ 702737 h 761503"/>
                    <a:gd name="connsiteX35" fmla="*/ 319265 w 516735"/>
                    <a:gd name="connsiteY35" fmla="*/ 702737 h 761503"/>
                    <a:gd name="connsiteX36" fmla="*/ 311106 w 516735"/>
                    <a:gd name="connsiteY36" fmla="*/ 708176 h 761503"/>
                    <a:gd name="connsiteX37" fmla="*/ 289349 w 516735"/>
                    <a:gd name="connsiteY37" fmla="*/ 713615 h 761503"/>
                    <a:gd name="connsiteX38" fmla="*/ 270311 w 516735"/>
                    <a:gd name="connsiteY38" fmla="*/ 713615 h 761503"/>
                    <a:gd name="connsiteX39" fmla="*/ 243115 w 516735"/>
                    <a:gd name="connsiteY39" fmla="*/ 705456 h 761503"/>
                    <a:gd name="connsiteX40" fmla="*/ 237675 w 516735"/>
                    <a:gd name="connsiteY40" fmla="*/ 702737 h 761503"/>
                    <a:gd name="connsiteX41" fmla="*/ 199600 w 516735"/>
                    <a:gd name="connsiteY41" fmla="*/ 702737 h 761503"/>
                    <a:gd name="connsiteX42" fmla="*/ 175123 w 516735"/>
                    <a:gd name="connsiteY42" fmla="*/ 702737 h 761503"/>
                    <a:gd name="connsiteX43" fmla="*/ 147927 w 516735"/>
                    <a:gd name="connsiteY43" fmla="*/ 697297 h 761503"/>
                    <a:gd name="connsiteX44" fmla="*/ 131609 w 516735"/>
                    <a:gd name="connsiteY44" fmla="*/ 678260 h 761503"/>
                    <a:gd name="connsiteX45" fmla="*/ 137048 w 516735"/>
                    <a:gd name="connsiteY45" fmla="*/ 670101 h 761503"/>
                    <a:gd name="connsiteX46" fmla="*/ 158805 w 516735"/>
                    <a:gd name="connsiteY46" fmla="*/ 661942 h 761503"/>
                    <a:gd name="connsiteX47" fmla="*/ 199600 w 516735"/>
                    <a:gd name="connsiteY47" fmla="*/ 659222 h 761503"/>
                    <a:gd name="connsiteX48" fmla="*/ 199600 w 516735"/>
                    <a:gd name="connsiteY48" fmla="*/ 659222 h 761503"/>
                    <a:gd name="connsiteX49" fmla="*/ 196880 w 516735"/>
                    <a:gd name="connsiteY49" fmla="*/ 629306 h 761503"/>
                    <a:gd name="connsiteX50" fmla="*/ 199600 w 516735"/>
                    <a:gd name="connsiteY50" fmla="*/ 574913 h 761503"/>
                    <a:gd name="connsiteX51" fmla="*/ 202320 w 516735"/>
                    <a:gd name="connsiteY51" fmla="*/ 523239 h 761503"/>
                    <a:gd name="connsiteX52" fmla="*/ 205040 w 516735"/>
                    <a:gd name="connsiteY52" fmla="*/ 460687 h 761503"/>
                    <a:gd name="connsiteX53" fmla="*/ 205040 w 516735"/>
                    <a:gd name="connsiteY53" fmla="*/ 417173 h 761503"/>
                    <a:gd name="connsiteX54" fmla="*/ 207759 w 516735"/>
                    <a:gd name="connsiteY54" fmla="*/ 392696 h 761503"/>
                    <a:gd name="connsiteX55" fmla="*/ 210478 w 516735"/>
                    <a:gd name="connsiteY55" fmla="*/ 368219 h 761503"/>
                    <a:gd name="connsiteX56" fmla="*/ 210478 w 516735"/>
                    <a:gd name="connsiteY56" fmla="*/ 313826 h 761503"/>
                    <a:gd name="connsiteX57" fmla="*/ 210478 w 516735"/>
                    <a:gd name="connsiteY57" fmla="*/ 259433 h 761503"/>
                    <a:gd name="connsiteX58" fmla="*/ 210478 w 516735"/>
                    <a:gd name="connsiteY58" fmla="*/ 213199 h 761503"/>
                    <a:gd name="connsiteX59" fmla="*/ 210478 w 516735"/>
                    <a:gd name="connsiteY59" fmla="*/ 145207 h 761503"/>
                    <a:gd name="connsiteX60" fmla="*/ 213198 w 516735"/>
                    <a:gd name="connsiteY60" fmla="*/ 131609 h 761503"/>
                    <a:gd name="connsiteX61" fmla="*/ 205040 w 516735"/>
                    <a:gd name="connsiteY61" fmla="*/ 123450 h 761503"/>
                    <a:gd name="connsiteX62" fmla="*/ 161525 w 516735"/>
                    <a:gd name="connsiteY62" fmla="*/ 123450 h 761503"/>
                    <a:gd name="connsiteX63" fmla="*/ 112571 w 516735"/>
                    <a:gd name="connsiteY63" fmla="*/ 120730 h 761503"/>
                    <a:gd name="connsiteX64" fmla="*/ 104412 w 516735"/>
                    <a:gd name="connsiteY64" fmla="*/ 118011 h 761503"/>
                    <a:gd name="connsiteX65" fmla="*/ 107132 w 516735"/>
                    <a:gd name="connsiteY65" fmla="*/ 191441 h 761503"/>
                    <a:gd name="connsiteX66" fmla="*/ 90814 w 516735"/>
                    <a:gd name="connsiteY66" fmla="*/ 224077 h 761503"/>
                    <a:gd name="connsiteX67" fmla="*/ 74496 w 516735"/>
                    <a:gd name="connsiteY67" fmla="*/ 218638 h 761503"/>
                    <a:gd name="connsiteX68" fmla="*/ 66337 w 516735"/>
                    <a:gd name="connsiteY68" fmla="*/ 205040 h 761503"/>
                    <a:gd name="connsiteX69" fmla="*/ 63617 w 516735"/>
                    <a:gd name="connsiteY69" fmla="*/ 186002 h 761503"/>
                    <a:gd name="connsiteX70" fmla="*/ 63617 w 516735"/>
                    <a:gd name="connsiteY70" fmla="*/ 145207 h 761503"/>
                    <a:gd name="connsiteX71" fmla="*/ 63617 w 516735"/>
                    <a:gd name="connsiteY71" fmla="*/ 109852 h 761503"/>
                    <a:gd name="connsiteX72" fmla="*/ 58178 w 516735"/>
                    <a:gd name="connsiteY72" fmla="*/ 96253 h 761503"/>
                    <a:gd name="connsiteX73" fmla="*/ 66337 w 516735"/>
                    <a:gd name="connsiteY73" fmla="*/ 85375 h 761503"/>
                    <a:gd name="connsiteX74" fmla="*/ 93533 w 516735"/>
                    <a:gd name="connsiteY74" fmla="*/ 77216 h 761503"/>
                    <a:gd name="connsiteX75" fmla="*/ 115290 w 516735"/>
                    <a:gd name="connsiteY75" fmla="*/ 77216 h 761503"/>
                    <a:gd name="connsiteX76" fmla="*/ 169684 w 516735"/>
                    <a:gd name="connsiteY76" fmla="*/ 74496 h 761503"/>
                    <a:gd name="connsiteX77" fmla="*/ 194161 w 516735"/>
                    <a:gd name="connsiteY77" fmla="*/ 71776 h 761503"/>
                    <a:gd name="connsiteX78" fmla="*/ 196880 w 516735"/>
                    <a:gd name="connsiteY78" fmla="*/ 71776 h 761503"/>
                    <a:gd name="connsiteX79" fmla="*/ 210478 w 516735"/>
                    <a:gd name="connsiteY79" fmla="*/ 71776 h 761503"/>
                    <a:gd name="connsiteX80" fmla="*/ 218638 w 516735"/>
                    <a:gd name="connsiteY80" fmla="*/ 71776 h 761503"/>
                    <a:gd name="connsiteX81" fmla="*/ 237675 w 516735"/>
                    <a:gd name="connsiteY81" fmla="*/ 60898 h 761503"/>
                    <a:gd name="connsiteX82" fmla="*/ 253993 w 516735"/>
                    <a:gd name="connsiteY82" fmla="*/ 58178 h 761503"/>
                    <a:gd name="connsiteX83" fmla="*/ 283910 w 516735"/>
                    <a:gd name="connsiteY83" fmla="*/ 60898 h 761503"/>
                    <a:gd name="connsiteX84" fmla="*/ 294788 w 516735"/>
                    <a:gd name="connsiteY84" fmla="*/ 66337 h 761503"/>
                    <a:gd name="connsiteX85" fmla="*/ 305667 w 516735"/>
                    <a:gd name="connsiteY85" fmla="*/ 74496 h 761503"/>
                    <a:gd name="connsiteX86" fmla="*/ 313826 w 516735"/>
                    <a:gd name="connsiteY86" fmla="*/ 74496 h 761503"/>
                    <a:gd name="connsiteX87" fmla="*/ 327424 w 516735"/>
                    <a:gd name="connsiteY87" fmla="*/ 74496 h 761503"/>
                    <a:gd name="connsiteX88" fmla="*/ 354621 w 516735"/>
                    <a:gd name="connsiteY88" fmla="*/ 74496 h 761503"/>
                    <a:gd name="connsiteX89" fmla="*/ 422612 w 516735"/>
                    <a:gd name="connsiteY89" fmla="*/ 74496 h 761503"/>
                    <a:gd name="connsiteX90" fmla="*/ 455248 w 516735"/>
                    <a:gd name="connsiteY90" fmla="*/ 79936 h 761503"/>
                    <a:gd name="connsiteX91" fmla="*/ 466127 w 516735"/>
                    <a:gd name="connsiteY91" fmla="*/ 98973 h 761503"/>
                    <a:gd name="connsiteX92" fmla="*/ 463407 w 516735"/>
                    <a:gd name="connsiteY92" fmla="*/ 109852 h 761503"/>
                    <a:gd name="connsiteX93" fmla="*/ 463407 w 516735"/>
                    <a:gd name="connsiteY93" fmla="*/ 120730 h 761503"/>
                    <a:gd name="connsiteX94" fmla="*/ 463407 w 516735"/>
                    <a:gd name="connsiteY94" fmla="*/ 194161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</a:cxnLst>
                  <a:rect l="l" t="t" r="r" b="b"/>
                  <a:pathLst>
                    <a:path w="516735" h="761503">
                      <a:moveTo>
                        <a:pt x="463407" y="194161"/>
                      </a:moveTo>
                      <a:cubicBezTo>
                        <a:pt x="463407" y="205040"/>
                        <a:pt x="463407" y="226797"/>
                        <a:pt x="447089" y="226797"/>
                      </a:cubicBezTo>
                      <a:cubicBezTo>
                        <a:pt x="438930" y="226797"/>
                        <a:pt x="436211" y="226797"/>
                        <a:pt x="430771" y="221357"/>
                      </a:cubicBezTo>
                      <a:cubicBezTo>
                        <a:pt x="425332" y="218638"/>
                        <a:pt x="422612" y="210479"/>
                        <a:pt x="422612" y="207759"/>
                      </a:cubicBezTo>
                      <a:cubicBezTo>
                        <a:pt x="419893" y="199600"/>
                        <a:pt x="419893" y="194161"/>
                        <a:pt x="419893" y="188722"/>
                      </a:cubicBezTo>
                      <a:cubicBezTo>
                        <a:pt x="419893" y="183282"/>
                        <a:pt x="419893" y="147927"/>
                        <a:pt x="419893" y="139768"/>
                      </a:cubicBezTo>
                      <a:cubicBezTo>
                        <a:pt x="419893" y="134329"/>
                        <a:pt x="419893" y="128889"/>
                        <a:pt x="419893" y="120730"/>
                      </a:cubicBezTo>
                      <a:cubicBezTo>
                        <a:pt x="411734" y="120730"/>
                        <a:pt x="403574" y="120730"/>
                        <a:pt x="395416" y="120730"/>
                      </a:cubicBezTo>
                      <a:cubicBezTo>
                        <a:pt x="387256" y="120730"/>
                        <a:pt x="379098" y="120730"/>
                        <a:pt x="370939" y="120730"/>
                      </a:cubicBezTo>
                      <a:cubicBezTo>
                        <a:pt x="362780" y="120730"/>
                        <a:pt x="354621" y="123450"/>
                        <a:pt x="346461" y="123450"/>
                      </a:cubicBezTo>
                      <a:cubicBezTo>
                        <a:pt x="343742" y="123450"/>
                        <a:pt x="341023" y="123450"/>
                        <a:pt x="335583" y="123450"/>
                      </a:cubicBezTo>
                      <a:cubicBezTo>
                        <a:pt x="335583" y="123450"/>
                        <a:pt x="335583" y="123450"/>
                        <a:pt x="335583" y="123450"/>
                      </a:cubicBezTo>
                      <a:cubicBezTo>
                        <a:pt x="327424" y="123450"/>
                        <a:pt x="324704" y="126170"/>
                        <a:pt x="324704" y="128889"/>
                      </a:cubicBezTo>
                      <a:cubicBezTo>
                        <a:pt x="324704" y="131609"/>
                        <a:pt x="324704" y="137048"/>
                        <a:pt x="327424" y="139768"/>
                      </a:cubicBezTo>
                      <a:cubicBezTo>
                        <a:pt x="330144" y="147927"/>
                        <a:pt x="330144" y="166964"/>
                        <a:pt x="330144" y="175123"/>
                      </a:cubicBezTo>
                      <a:cubicBezTo>
                        <a:pt x="330144" y="183282"/>
                        <a:pt x="330144" y="191441"/>
                        <a:pt x="330144" y="199600"/>
                      </a:cubicBezTo>
                      <a:cubicBezTo>
                        <a:pt x="330144" y="207759"/>
                        <a:pt x="327424" y="215918"/>
                        <a:pt x="327424" y="224077"/>
                      </a:cubicBezTo>
                      <a:cubicBezTo>
                        <a:pt x="327424" y="232236"/>
                        <a:pt x="330144" y="243115"/>
                        <a:pt x="330144" y="251274"/>
                      </a:cubicBezTo>
                      <a:cubicBezTo>
                        <a:pt x="330144" y="259433"/>
                        <a:pt x="330144" y="267592"/>
                        <a:pt x="327424" y="278470"/>
                      </a:cubicBezTo>
                      <a:cubicBezTo>
                        <a:pt x="327424" y="294788"/>
                        <a:pt x="327424" y="313826"/>
                        <a:pt x="327424" y="332864"/>
                      </a:cubicBezTo>
                      <a:cubicBezTo>
                        <a:pt x="327424" y="341022"/>
                        <a:pt x="327424" y="349181"/>
                        <a:pt x="330144" y="357340"/>
                      </a:cubicBezTo>
                      <a:cubicBezTo>
                        <a:pt x="330144" y="360060"/>
                        <a:pt x="330144" y="365499"/>
                        <a:pt x="330144" y="368219"/>
                      </a:cubicBezTo>
                      <a:cubicBezTo>
                        <a:pt x="330144" y="373658"/>
                        <a:pt x="332863" y="384537"/>
                        <a:pt x="332863" y="387257"/>
                      </a:cubicBezTo>
                      <a:cubicBezTo>
                        <a:pt x="332863" y="406294"/>
                        <a:pt x="332863" y="414453"/>
                        <a:pt x="332863" y="433491"/>
                      </a:cubicBezTo>
                      <a:cubicBezTo>
                        <a:pt x="332863" y="452528"/>
                        <a:pt x="335583" y="468846"/>
                        <a:pt x="332863" y="487884"/>
                      </a:cubicBezTo>
                      <a:cubicBezTo>
                        <a:pt x="332863" y="496043"/>
                        <a:pt x="330144" y="504202"/>
                        <a:pt x="330144" y="512361"/>
                      </a:cubicBezTo>
                      <a:cubicBezTo>
                        <a:pt x="330144" y="520520"/>
                        <a:pt x="330144" y="531398"/>
                        <a:pt x="330144" y="539557"/>
                      </a:cubicBezTo>
                      <a:cubicBezTo>
                        <a:pt x="330144" y="558595"/>
                        <a:pt x="330144" y="574913"/>
                        <a:pt x="332863" y="593950"/>
                      </a:cubicBezTo>
                      <a:cubicBezTo>
                        <a:pt x="332863" y="610268"/>
                        <a:pt x="332863" y="632026"/>
                        <a:pt x="332863" y="648343"/>
                      </a:cubicBezTo>
                      <a:cubicBezTo>
                        <a:pt x="332863" y="651063"/>
                        <a:pt x="332863" y="653783"/>
                        <a:pt x="332863" y="656502"/>
                      </a:cubicBezTo>
                      <a:cubicBezTo>
                        <a:pt x="343742" y="656502"/>
                        <a:pt x="351901" y="656502"/>
                        <a:pt x="357341" y="656502"/>
                      </a:cubicBezTo>
                      <a:cubicBezTo>
                        <a:pt x="370939" y="656502"/>
                        <a:pt x="395416" y="659222"/>
                        <a:pt x="395416" y="675540"/>
                      </a:cubicBezTo>
                      <a:cubicBezTo>
                        <a:pt x="395416" y="683699"/>
                        <a:pt x="392696" y="686419"/>
                        <a:pt x="389976" y="691858"/>
                      </a:cubicBezTo>
                      <a:cubicBezTo>
                        <a:pt x="384537" y="697297"/>
                        <a:pt x="379098" y="700017"/>
                        <a:pt x="373658" y="700017"/>
                      </a:cubicBezTo>
                      <a:cubicBezTo>
                        <a:pt x="365499" y="702737"/>
                        <a:pt x="357341" y="702737"/>
                        <a:pt x="351901" y="702737"/>
                      </a:cubicBezTo>
                      <a:cubicBezTo>
                        <a:pt x="349181" y="702737"/>
                        <a:pt x="335583" y="702737"/>
                        <a:pt x="319265" y="702737"/>
                      </a:cubicBezTo>
                      <a:cubicBezTo>
                        <a:pt x="316546" y="705456"/>
                        <a:pt x="313826" y="705456"/>
                        <a:pt x="311106" y="708176"/>
                      </a:cubicBezTo>
                      <a:cubicBezTo>
                        <a:pt x="302948" y="713615"/>
                        <a:pt x="297508" y="713615"/>
                        <a:pt x="289349" y="713615"/>
                      </a:cubicBezTo>
                      <a:cubicBezTo>
                        <a:pt x="283910" y="713615"/>
                        <a:pt x="278470" y="713615"/>
                        <a:pt x="270311" y="713615"/>
                      </a:cubicBezTo>
                      <a:cubicBezTo>
                        <a:pt x="259433" y="713615"/>
                        <a:pt x="251273" y="710895"/>
                        <a:pt x="243115" y="705456"/>
                      </a:cubicBezTo>
                      <a:cubicBezTo>
                        <a:pt x="240395" y="705456"/>
                        <a:pt x="237675" y="702737"/>
                        <a:pt x="237675" y="702737"/>
                      </a:cubicBezTo>
                      <a:cubicBezTo>
                        <a:pt x="224077" y="702737"/>
                        <a:pt x="213198" y="702737"/>
                        <a:pt x="199600" y="702737"/>
                      </a:cubicBezTo>
                      <a:cubicBezTo>
                        <a:pt x="191441" y="702737"/>
                        <a:pt x="183282" y="702737"/>
                        <a:pt x="175123" y="702737"/>
                      </a:cubicBezTo>
                      <a:cubicBezTo>
                        <a:pt x="166965" y="702737"/>
                        <a:pt x="156085" y="702737"/>
                        <a:pt x="147927" y="697297"/>
                      </a:cubicBezTo>
                      <a:cubicBezTo>
                        <a:pt x="139768" y="694578"/>
                        <a:pt x="131609" y="680979"/>
                        <a:pt x="131609" y="678260"/>
                      </a:cubicBezTo>
                      <a:cubicBezTo>
                        <a:pt x="131609" y="675540"/>
                        <a:pt x="131609" y="672820"/>
                        <a:pt x="137048" y="670101"/>
                      </a:cubicBezTo>
                      <a:cubicBezTo>
                        <a:pt x="142487" y="667381"/>
                        <a:pt x="153366" y="664661"/>
                        <a:pt x="158805" y="661942"/>
                      </a:cubicBezTo>
                      <a:cubicBezTo>
                        <a:pt x="175123" y="659222"/>
                        <a:pt x="191441" y="659222"/>
                        <a:pt x="199600" y="659222"/>
                      </a:cubicBezTo>
                      <a:lnTo>
                        <a:pt x="199600" y="659222"/>
                      </a:lnTo>
                      <a:cubicBezTo>
                        <a:pt x="199600" y="648343"/>
                        <a:pt x="196880" y="640184"/>
                        <a:pt x="196880" y="629306"/>
                      </a:cubicBezTo>
                      <a:cubicBezTo>
                        <a:pt x="196880" y="612988"/>
                        <a:pt x="196880" y="591231"/>
                        <a:pt x="199600" y="574913"/>
                      </a:cubicBezTo>
                      <a:cubicBezTo>
                        <a:pt x="199600" y="558595"/>
                        <a:pt x="199600" y="539557"/>
                        <a:pt x="202320" y="523239"/>
                      </a:cubicBezTo>
                      <a:cubicBezTo>
                        <a:pt x="202320" y="501482"/>
                        <a:pt x="205040" y="482445"/>
                        <a:pt x="205040" y="460687"/>
                      </a:cubicBezTo>
                      <a:cubicBezTo>
                        <a:pt x="205040" y="447089"/>
                        <a:pt x="205040" y="430771"/>
                        <a:pt x="205040" y="417173"/>
                      </a:cubicBezTo>
                      <a:cubicBezTo>
                        <a:pt x="205040" y="409014"/>
                        <a:pt x="207759" y="400855"/>
                        <a:pt x="207759" y="392696"/>
                      </a:cubicBezTo>
                      <a:cubicBezTo>
                        <a:pt x="207759" y="384537"/>
                        <a:pt x="210478" y="376378"/>
                        <a:pt x="210478" y="368219"/>
                      </a:cubicBezTo>
                      <a:cubicBezTo>
                        <a:pt x="210478" y="351901"/>
                        <a:pt x="210478" y="332864"/>
                        <a:pt x="210478" y="313826"/>
                      </a:cubicBezTo>
                      <a:cubicBezTo>
                        <a:pt x="210478" y="294788"/>
                        <a:pt x="210478" y="275751"/>
                        <a:pt x="210478" y="259433"/>
                      </a:cubicBezTo>
                      <a:cubicBezTo>
                        <a:pt x="210478" y="243115"/>
                        <a:pt x="210478" y="226797"/>
                        <a:pt x="210478" y="213199"/>
                      </a:cubicBezTo>
                      <a:cubicBezTo>
                        <a:pt x="210478" y="194161"/>
                        <a:pt x="210478" y="164245"/>
                        <a:pt x="210478" y="145207"/>
                      </a:cubicBezTo>
                      <a:cubicBezTo>
                        <a:pt x="210478" y="139768"/>
                        <a:pt x="213198" y="134329"/>
                        <a:pt x="213198" y="131609"/>
                      </a:cubicBezTo>
                      <a:cubicBezTo>
                        <a:pt x="213198" y="126170"/>
                        <a:pt x="207759" y="123450"/>
                        <a:pt x="205040" y="123450"/>
                      </a:cubicBezTo>
                      <a:cubicBezTo>
                        <a:pt x="199600" y="123450"/>
                        <a:pt x="166965" y="123450"/>
                        <a:pt x="161525" y="123450"/>
                      </a:cubicBezTo>
                      <a:cubicBezTo>
                        <a:pt x="145207" y="123450"/>
                        <a:pt x="128889" y="123450"/>
                        <a:pt x="112571" y="120730"/>
                      </a:cubicBezTo>
                      <a:cubicBezTo>
                        <a:pt x="109852" y="120730"/>
                        <a:pt x="107132" y="120730"/>
                        <a:pt x="104412" y="118011"/>
                      </a:cubicBezTo>
                      <a:cubicBezTo>
                        <a:pt x="107132" y="137048"/>
                        <a:pt x="107132" y="172404"/>
                        <a:pt x="107132" y="191441"/>
                      </a:cubicBezTo>
                      <a:cubicBezTo>
                        <a:pt x="107132" y="202320"/>
                        <a:pt x="107132" y="224077"/>
                        <a:pt x="90814" y="224077"/>
                      </a:cubicBezTo>
                      <a:cubicBezTo>
                        <a:pt x="82655" y="224077"/>
                        <a:pt x="79935" y="221357"/>
                        <a:pt x="74496" y="218638"/>
                      </a:cubicBezTo>
                      <a:cubicBezTo>
                        <a:pt x="69057" y="215918"/>
                        <a:pt x="66337" y="210479"/>
                        <a:pt x="66337" y="205040"/>
                      </a:cubicBezTo>
                      <a:cubicBezTo>
                        <a:pt x="63617" y="196881"/>
                        <a:pt x="63617" y="191441"/>
                        <a:pt x="63617" y="186002"/>
                      </a:cubicBezTo>
                      <a:cubicBezTo>
                        <a:pt x="63617" y="180563"/>
                        <a:pt x="63617" y="153366"/>
                        <a:pt x="63617" y="145207"/>
                      </a:cubicBezTo>
                      <a:cubicBezTo>
                        <a:pt x="63617" y="134329"/>
                        <a:pt x="63617" y="120730"/>
                        <a:pt x="63617" y="109852"/>
                      </a:cubicBezTo>
                      <a:cubicBezTo>
                        <a:pt x="60897" y="104412"/>
                        <a:pt x="58178" y="101693"/>
                        <a:pt x="58178" y="96253"/>
                      </a:cubicBezTo>
                      <a:cubicBezTo>
                        <a:pt x="58178" y="93534"/>
                        <a:pt x="60897" y="88095"/>
                        <a:pt x="66337" y="85375"/>
                      </a:cubicBezTo>
                      <a:cubicBezTo>
                        <a:pt x="74496" y="79936"/>
                        <a:pt x="77215" y="77216"/>
                        <a:pt x="93533" y="77216"/>
                      </a:cubicBezTo>
                      <a:cubicBezTo>
                        <a:pt x="101692" y="77216"/>
                        <a:pt x="109852" y="77216"/>
                        <a:pt x="115290" y="77216"/>
                      </a:cubicBezTo>
                      <a:cubicBezTo>
                        <a:pt x="134328" y="77216"/>
                        <a:pt x="150646" y="77216"/>
                        <a:pt x="169684" y="74496"/>
                      </a:cubicBezTo>
                      <a:cubicBezTo>
                        <a:pt x="177843" y="74496"/>
                        <a:pt x="186002" y="71776"/>
                        <a:pt x="194161" y="71776"/>
                      </a:cubicBezTo>
                      <a:cubicBezTo>
                        <a:pt x="194161" y="71776"/>
                        <a:pt x="196880" y="71776"/>
                        <a:pt x="196880" y="71776"/>
                      </a:cubicBezTo>
                      <a:cubicBezTo>
                        <a:pt x="199600" y="71776"/>
                        <a:pt x="205040" y="71776"/>
                        <a:pt x="210478" y="71776"/>
                      </a:cubicBezTo>
                      <a:cubicBezTo>
                        <a:pt x="213198" y="71776"/>
                        <a:pt x="215918" y="71776"/>
                        <a:pt x="218638" y="71776"/>
                      </a:cubicBezTo>
                      <a:cubicBezTo>
                        <a:pt x="224077" y="69057"/>
                        <a:pt x="229516" y="63618"/>
                        <a:pt x="237675" y="60898"/>
                      </a:cubicBezTo>
                      <a:cubicBezTo>
                        <a:pt x="243115" y="58178"/>
                        <a:pt x="248554" y="58178"/>
                        <a:pt x="253993" y="58178"/>
                      </a:cubicBezTo>
                      <a:cubicBezTo>
                        <a:pt x="264872" y="58178"/>
                        <a:pt x="273031" y="58178"/>
                        <a:pt x="283910" y="60898"/>
                      </a:cubicBezTo>
                      <a:cubicBezTo>
                        <a:pt x="286629" y="60898"/>
                        <a:pt x="292068" y="63618"/>
                        <a:pt x="294788" y="66337"/>
                      </a:cubicBezTo>
                      <a:cubicBezTo>
                        <a:pt x="297508" y="69057"/>
                        <a:pt x="302948" y="71776"/>
                        <a:pt x="305667" y="74496"/>
                      </a:cubicBezTo>
                      <a:cubicBezTo>
                        <a:pt x="308386" y="74496"/>
                        <a:pt x="311106" y="74496"/>
                        <a:pt x="313826" y="74496"/>
                      </a:cubicBezTo>
                      <a:cubicBezTo>
                        <a:pt x="319265" y="74496"/>
                        <a:pt x="321985" y="74496"/>
                        <a:pt x="327424" y="74496"/>
                      </a:cubicBezTo>
                      <a:cubicBezTo>
                        <a:pt x="335583" y="74496"/>
                        <a:pt x="346461" y="74496"/>
                        <a:pt x="354621" y="74496"/>
                      </a:cubicBezTo>
                      <a:cubicBezTo>
                        <a:pt x="376378" y="74496"/>
                        <a:pt x="400855" y="74496"/>
                        <a:pt x="422612" y="74496"/>
                      </a:cubicBezTo>
                      <a:cubicBezTo>
                        <a:pt x="433491" y="74496"/>
                        <a:pt x="447089" y="74496"/>
                        <a:pt x="455248" y="79936"/>
                      </a:cubicBezTo>
                      <a:cubicBezTo>
                        <a:pt x="460687" y="82655"/>
                        <a:pt x="466127" y="90814"/>
                        <a:pt x="466127" y="98973"/>
                      </a:cubicBezTo>
                      <a:cubicBezTo>
                        <a:pt x="466127" y="101693"/>
                        <a:pt x="466127" y="107132"/>
                        <a:pt x="463407" y="109852"/>
                      </a:cubicBezTo>
                      <a:cubicBezTo>
                        <a:pt x="463407" y="112571"/>
                        <a:pt x="463407" y="112571"/>
                        <a:pt x="463407" y="120730"/>
                      </a:cubicBezTo>
                      <a:cubicBezTo>
                        <a:pt x="463407" y="142488"/>
                        <a:pt x="463407" y="172404"/>
                        <a:pt x="463407" y="194161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>
                    <a:latin typeface="+mn-lt"/>
                  </a:endParaRPr>
                </a:p>
              </p:txBody>
            </p:sp>
          </p:grpSp>
          <p:pic>
            <p:nvPicPr>
              <p:cNvPr id="8" name="Graphic 57">
                <a:extLst>
                  <a:ext uri="{FF2B5EF4-FFF2-40B4-BE49-F238E27FC236}">
                    <a16:creationId xmlns:a16="http://schemas.microsoft.com/office/drawing/2014/main" id="{B2435D6A-AEC0-1BDF-CF90-3AEB14139FF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 cstate="email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tretch>
                <a:fillRect/>
              </a:stretch>
            </p:blipFill>
            <p:spPr>
              <a:xfrm>
                <a:off x="9162579" y="5240354"/>
                <a:ext cx="45719" cy="1348711"/>
              </a:xfrm>
              <a:prstGeom prst="rect">
                <a:avLst/>
              </a:prstGeom>
            </p:spPr>
          </p:pic>
        </p:grpSp>
        <p:pic>
          <p:nvPicPr>
            <p:cNvPr id="6" name="Picture 55" descr="Diagram&#10;&#10;Description automatically generated">
              <a:extLst>
                <a:ext uri="{FF2B5EF4-FFF2-40B4-BE49-F238E27FC236}">
                  <a16:creationId xmlns:a16="http://schemas.microsoft.com/office/drawing/2014/main" id="{11E43C36-63E3-BFB6-9AE6-2769C41620C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52978" y="5406588"/>
              <a:ext cx="1854273" cy="10665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438400" y="914400"/>
            <a:ext cx="7315200" cy="2174793"/>
          </a:xfrm>
        </p:spPr>
        <p:txBody>
          <a:bodyPr/>
          <a:lstStyle>
            <a:lvl1pPr algn="ctr">
              <a:defRPr sz="8000">
                <a:solidFill>
                  <a:srgbClr val="4F2170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49" name="Text Placeholder 53"/>
          <p:cNvSpPr>
            <a:spLocks noGrp="1"/>
          </p:cNvSpPr>
          <p:nvPr>
            <p:ph type="body" sz="quarter" idx="11"/>
          </p:nvPr>
        </p:nvSpPr>
        <p:spPr>
          <a:xfrm>
            <a:off x="2438400" y="3422650"/>
            <a:ext cx="7315200" cy="640080"/>
          </a:xfrm>
        </p:spPr>
        <p:txBody>
          <a:bodyPr/>
          <a:lstStyle>
            <a:lvl1pPr marL="0" indent="0" algn="ctr">
              <a:spcBef>
                <a:spcPts val="0"/>
              </a:spcBef>
              <a:buNone/>
              <a:defRPr sz="2000">
                <a:solidFill>
                  <a:srgbClr val="4F2170"/>
                </a:solidFill>
              </a:defRPr>
            </a:lvl1pPr>
            <a:lvl2pPr marL="0" indent="0" algn="ctr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2pPr>
            <a:lvl3pPr marL="0" indent="0" algn="ctr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3pPr>
            <a:lvl4pPr marL="0" indent="0" algn="ctr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4pPr>
            <a:lvl5pPr marL="0" indent="0" algn="ctr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5pPr>
            <a:lvl6pPr marL="0" indent="0" algn="ctr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6pPr>
            <a:lvl7pPr marL="0" indent="0" algn="ctr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7pPr>
            <a:lvl8pPr marL="0" indent="0" algn="ctr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8pPr>
            <a:lvl9pPr marL="0" indent="0" algn="ctr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995563841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I_PICTURE-Left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70D56DBB-52C0-5686-6FE0-D481BE80DA98}"/>
              </a:ext>
            </a:extLst>
          </p:cNvPr>
          <p:cNvSpPr/>
          <p:nvPr/>
        </p:nvSpPr>
        <p:spPr>
          <a:xfrm>
            <a:off x="0" y="914400"/>
            <a:ext cx="12192000" cy="51054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191000" y="914400"/>
            <a:ext cx="7620000" cy="51054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/>
          </a:p>
        </p:txBody>
      </p:sp>
      <p:sp>
        <p:nvSpPr>
          <p:cNvPr id="7" name="Title 6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19" name="Picture Placeholder 10"/>
          <p:cNvSpPr>
            <a:spLocks noGrp="1"/>
          </p:cNvSpPr>
          <p:nvPr>
            <p:ph type="pic" sz="quarter" idx="13"/>
          </p:nvPr>
        </p:nvSpPr>
        <p:spPr>
          <a:xfrm>
            <a:off x="-1" y="925094"/>
            <a:ext cx="4047077" cy="5105400"/>
          </a:xfrm>
          <a:custGeom>
            <a:avLst/>
            <a:gdLst>
              <a:gd name="connsiteX0" fmla="*/ 0 w 5266036"/>
              <a:gd name="connsiteY0" fmla="*/ 0 h 6857999"/>
              <a:gd name="connsiteX1" fmla="*/ 3014696 w 5266036"/>
              <a:gd name="connsiteY1" fmla="*/ 0 h 6857999"/>
              <a:gd name="connsiteX2" fmla="*/ 3040982 w 5266036"/>
              <a:gd name="connsiteY2" fmla="*/ 11408 h 6857999"/>
              <a:gd name="connsiteX3" fmla="*/ 5250901 w 5266036"/>
              <a:gd name="connsiteY3" fmla="*/ 4085922 h 6857999"/>
              <a:gd name="connsiteX4" fmla="*/ 3435696 w 5266036"/>
              <a:gd name="connsiteY4" fmla="*/ 6839477 h 6857999"/>
              <a:gd name="connsiteX5" fmla="*/ 3398838 w 5266036"/>
              <a:gd name="connsiteY5" fmla="*/ 6857999 h 6857999"/>
              <a:gd name="connsiteX6" fmla="*/ 0 w 5266036"/>
              <a:gd name="connsiteY6" fmla="*/ 6857999 h 6857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266036" h="6857999">
                <a:moveTo>
                  <a:pt x="0" y="0"/>
                </a:moveTo>
                <a:lnTo>
                  <a:pt x="3014696" y="0"/>
                </a:lnTo>
                <a:lnTo>
                  <a:pt x="3040982" y="11408"/>
                </a:lnTo>
                <a:cubicBezTo>
                  <a:pt x="4562919" y="717837"/>
                  <a:pt x="5390071" y="2397951"/>
                  <a:pt x="5250901" y="4085922"/>
                </a:cubicBezTo>
                <a:cubicBezTo>
                  <a:pt x="5138669" y="5484335"/>
                  <a:pt x="4361602" y="6343612"/>
                  <a:pt x="3435696" y="6839477"/>
                </a:cubicBezTo>
                <a:lnTo>
                  <a:pt x="3398838" y="6857999"/>
                </a:lnTo>
                <a:lnTo>
                  <a:pt x="0" y="6857999"/>
                </a:lnTo>
                <a:close/>
              </a:path>
            </a:pathLst>
          </a:custGeom>
          <a:solidFill>
            <a:srgbClr val="D9D9D9"/>
          </a:solidFill>
        </p:spPr>
        <p:txBody>
          <a:bodyPr tIns="3657600" rtlCol="0">
            <a:noAutofit/>
          </a:bodyPr>
          <a:lstStyle>
            <a:lvl1pPr marL="0" marR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tx1"/>
              </a:buClr>
              <a:buSzTx/>
              <a:buFont typeface="Arial" panose="020B0604020202020204" pitchFamily="34" charset="0"/>
              <a:buNone/>
              <a:tabLst/>
              <a:defRPr sz="1600"/>
            </a:lvl1pPr>
          </a:lstStyle>
          <a:p>
            <a:pPr lvl="0"/>
            <a:r>
              <a:rPr lang="en-US" noProof="0"/>
              <a:t>Click icon to add picture</a:t>
            </a:r>
            <a:endParaRPr noProof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47E23671-D523-69C0-9FEF-3E57D3B7F20B}"/>
              </a:ext>
            </a:extLst>
          </p:cNvPr>
          <p:cNvSpPr>
            <a:spLocks noGrp="1"/>
          </p:cNvSpPr>
          <p:nvPr>
            <p:ph type="dt" sz="half" idx="14"/>
          </p:nvPr>
        </p:nvSpPr>
        <p:spPr>
          <a:xfrm>
            <a:off x="9601200" y="6307138"/>
            <a:ext cx="914400" cy="15875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066050D6-72CF-4542-9851-C059DC48272F}" type="datetimeFigureOut">
              <a:rPr lang="en-US"/>
              <a:pPr>
                <a:defRPr/>
              </a:pPr>
              <a:t>10/30/2026</a:t>
            </a:fld>
            <a:endParaRPr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C1FE49C0-D633-BCD4-F031-2947778B3BA3}"/>
              </a:ext>
            </a:extLst>
          </p:cNvPr>
          <p:cNvSpPr>
            <a:spLocks noGrp="1"/>
          </p:cNvSpPr>
          <p:nvPr>
            <p:ph type="ftr" sz="quarter" idx="15"/>
          </p:nvPr>
        </p:nvSpPr>
        <p:spPr>
          <a:xfrm>
            <a:off x="2378075" y="6307138"/>
            <a:ext cx="7105650" cy="15875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9A7A71F-5524-2E61-03FE-BCD08E1A2D51}"/>
              </a:ext>
            </a:extLst>
          </p:cNvPr>
          <p:cNvSpPr>
            <a:spLocks noGrp="1"/>
          </p:cNvSpPr>
          <p:nvPr>
            <p:ph type="sldNum" sz="quarter" idx="16"/>
          </p:nvPr>
        </p:nvSpPr>
        <p:spPr>
          <a:xfrm>
            <a:off x="1927225" y="6307138"/>
            <a:ext cx="306388" cy="15875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372B6F3F-D459-48BA-B699-0E8EA8F9933A}" type="slidenum">
              <a:rPr/>
              <a:pPr>
                <a:defRPr/>
              </a:pPr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350566492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Content Slide 24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3370273566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F2D30B7-FEB2-DD7B-4B9B-43820811B02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1003" y="274320"/>
            <a:ext cx="11430001" cy="457200"/>
          </a:xfrm>
        </p:spPr>
        <p:txBody>
          <a:bodyPr vert="horz" lIns="0" tIns="0" rIns="0" bIns="0" rtlCol="0" anchor="b">
            <a:noAutofit/>
          </a:bodyPr>
          <a:lstStyle>
            <a:lvl1pPr>
              <a:defRPr dirty="0"/>
            </a:lvl1pPr>
          </a:lstStyle>
          <a:p>
            <a:pPr lvl="0"/>
            <a:r>
              <a:rPr lang="en-US"/>
              <a:t>Click to edit Master title style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1425089937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>
  <p:cSld name="2_I_Title Slide Circle Picture">
    <p:bg>
      <p:bgPr>
        <a:solidFill>
          <a:srgbClr val="4F217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10"/>
          <p:cNvSpPr>
            <a:spLocks noGrp="1"/>
          </p:cNvSpPr>
          <p:nvPr>
            <p:ph type="pic" sz="quarter" idx="10"/>
          </p:nvPr>
        </p:nvSpPr>
        <p:spPr>
          <a:xfrm>
            <a:off x="0" y="2"/>
            <a:ext cx="5266036" cy="6857999"/>
          </a:xfrm>
          <a:custGeom>
            <a:avLst/>
            <a:gdLst>
              <a:gd name="connsiteX0" fmla="*/ 0 w 5266036"/>
              <a:gd name="connsiteY0" fmla="*/ 0 h 6857999"/>
              <a:gd name="connsiteX1" fmla="*/ 3014696 w 5266036"/>
              <a:gd name="connsiteY1" fmla="*/ 0 h 6857999"/>
              <a:gd name="connsiteX2" fmla="*/ 3040982 w 5266036"/>
              <a:gd name="connsiteY2" fmla="*/ 11408 h 6857999"/>
              <a:gd name="connsiteX3" fmla="*/ 5250901 w 5266036"/>
              <a:gd name="connsiteY3" fmla="*/ 4085922 h 6857999"/>
              <a:gd name="connsiteX4" fmla="*/ 3435696 w 5266036"/>
              <a:gd name="connsiteY4" fmla="*/ 6839477 h 6857999"/>
              <a:gd name="connsiteX5" fmla="*/ 3398838 w 5266036"/>
              <a:gd name="connsiteY5" fmla="*/ 6857999 h 6857999"/>
              <a:gd name="connsiteX6" fmla="*/ 0 w 5266036"/>
              <a:gd name="connsiteY6" fmla="*/ 6857999 h 6857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266036" h="6857999">
                <a:moveTo>
                  <a:pt x="0" y="0"/>
                </a:moveTo>
                <a:lnTo>
                  <a:pt x="3014696" y="0"/>
                </a:lnTo>
                <a:lnTo>
                  <a:pt x="3040982" y="11408"/>
                </a:lnTo>
                <a:cubicBezTo>
                  <a:pt x="4562919" y="717837"/>
                  <a:pt x="5390071" y="2397951"/>
                  <a:pt x="5250901" y="4085922"/>
                </a:cubicBezTo>
                <a:cubicBezTo>
                  <a:pt x="5138669" y="5484335"/>
                  <a:pt x="4361602" y="6343612"/>
                  <a:pt x="3435696" y="6839477"/>
                </a:cubicBezTo>
                <a:lnTo>
                  <a:pt x="3398838" y="6857999"/>
                </a:lnTo>
                <a:lnTo>
                  <a:pt x="0" y="6857999"/>
                </a:lnTo>
                <a:close/>
              </a:path>
            </a:pathLst>
          </a:custGeom>
          <a:solidFill>
            <a:srgbClr val="D9D9D9"/>
          </a:solidFill>
        </p:spPr>
        <p:txBody>
          <a:bodyPr tIns="3657600" rtlCol="0">
            <a:noAutofit/>
          </a:bodyPr>
          <a:lstStyle>
            <a:lvl1pPr marL="0" marR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tx1"/>
              </a:buClr>
              <a:buSzTx/>
              <a:buFont typeface="Arial" panose="020B0604020202020204" pitchFamily="34" charset="0"/>
              <a:buNone/>
              <a:tabLst/>
              <a:defRPr sz="16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>
                <a:solidFill/>
              </a:rPr>
              <a:t>Click icon to add picture</a:t>
            </a:r>
            <a:endParaRPr noProof="0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1"/>
          </p:nvPr>
        </p:nvSpPr>
        <p:spPr>
          <a:xfrm>
            <a:off x="6096000" y="3306349"/>
            <a:ext cx="5638800" cy="722086"/>
          </a:xfrm>
        </p:spPr>
        <p:txBody>
          <a:bodyPr/>
          <a:lstStyle>
            <a:lvl1pPr marL="0" indent="0">
              <a:spcBef>
                <a:spcPts val="0"/>
              </a:spcBef>
              <a:buFontTx/>
              <a:buNone/>
              <a:defRPr sz="2000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FontTx/>
              <a:buNone/>
              <a:defRPr sz="2000"/>
            </a:lvl2pPr>
            <a:lvl3pPr marL="0" indent="0">
              <a:spcBef>
                <a:spcPts val="0"/>
              </a:spcBef>
              <a:buFontTx/>
              <a:buNone/>
              <a:defRPr sz="2000"/>
            </a:lvl3pPr>
            <a:lvl4pPr marL="0" indent="0">
              <a:spcBef>
                <a:spcPts val="0"/>
              </a:spcBef>
              <a:buFontTx/>
              <a:buNone/>
              <a:defRPr sz="2000"/>
            </a:lvl4pPr>
            <a:lvl5pPr marL="0" indent="0">
              <a:spcBef>
                <a:spcPts val="0"/>
              </a:spcBef>
              <a:buFontTx/>
              <a:buNone/>
              <a:defRPr sz="2000"/>
            </a:lvl5pPr>
            <a:lvl6pPr marL="0" indent="0">
              <a:spcBef>
                <a:spcPts val="0"/>
              </a:spcBef>
              <a:buFontTx/>
              <a:buNone/>
              <a:defRPr sz="2000"/>
            </a:lvl6pPr>
            <a:lvl7pPr marL="0" indent="0">
              <a:spcBef>
                <a:spcPts val="0"/>
              </a:spcBef>
              <a:buFontTx/>
              <a:buNone/>
              <a:defRPr sz="2000"/>
            </a:lvl7pPr>
            <a:lvl8pPr marL="0" indent="0">
              <a:spcBef>
                <a:spcPts val="0"/>
              </a:spcBef>
              <a:buFontTx/>
              <a:buNone/>
              <a:defRPr sz="2000"/>
            </a:lvl8pPr>
            <a:lvl9pPr marL="0" indent="0">
              <a:spcBef>
                <a:spcPts val="0"/>
              </a:spcBef>
              <a:buFontTx/>
              <a:buNone/>
              <a:defRPr sz="2000"/>
            </a:lvl9pPr>
          </a:lstStyle>
          <a:p>
            <a:pPr lvl="0"/>
            <a:r>
              <a:rPr lang="en-US">
                <a:solidFill/>
              </a:rPr>
              <a:t>Click to edit Master text styles</a:t>
            </a:r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>
          <a:xfrm>
            <a:off x="6096000" y="457200"/>
            <a:ext cx="5715000" cy="2565401"/>
          </a:xfrm>
        </p:spPr>
        <p:txBody>
          <a:bodyPr/>
          <a:lstStyle>
            <a:lvl1pPr>
              <a:lnSpc>
                <a:spcPct val="82000"/>
              </a:lnSpc>
              <a:defRPr sz="6600" b="0">
                <a:solidFill>
                  <a:schemeClr val="bg1"/>
                </a:solidFill>
              </a:defRPr>
            </a:lvl1pPr>
          </a:lstStyle>
          <a:p>
            <a:r>
              <a:rPr lang="en-US">
                <a:solidFill/>
              </a:rPr>
              <a:t>Click to edit Master title style</a:t>
            </a:r>
            <a:endParaRPr/>
          </a:p>
        </p:txBody>
      </p:sp>
      <p:grpSp>
        <p:nvGrpSpPr>
          <p:cNvPr id="51" name="Group 50">
            <a:extLst>
              <a:ext uri="{FF2B5EF4-FFF2-40B4-BE49-F238E27FC236}">
                <a16:creationId xmlns:a16="http://schemas.microsoft.com/office/drawing/2014/main" id="{FD48F19F-48DD-BF92-A8CF-2C335651868B}"/>
              </a:ext>
            </a:extLst>
          </p:cNvPr>
          <p:cNvGrpSpPr/>
          <p:nvPr userDrawn="1"/>
        </p:nvGrpSpPr>
        <p:grpSpPr>
          <a:xfrm>
            <a:off x="6797041" y="5546185"/>
            <a:ext cx="4937759" cy="1175831"/>
            <a:chOff x="6403173" y="5505584"/>
            <a:chExt cx="5779301" cy="1376228"/>
          </a:xfrm>
        </p:grpSpPr>
        <p:sp>
          <p:nvSpPr>
            <p:cNvPr id="52" name="Graphic 11">
              <a:extLst>
                <a:ext uri="{FF2B5EF4-FFF2-40B4-BE49-F238E27FC236}">
                  <a16:creationId xmlns:a16="http://schemas.microsoft.com/office/drawing/2014/main" id="{05A84795-BED5-1F03-77A0-C85C64F3E687}"/>
                </a:ext>
              </a:extLst>
            </p:cNvPr>
            <p:cNvSpPr/>
            <p:nvPr userDrawn="1"/>
          </p:nvSpPr>
          <p:spPr>
            <a:xfrm rot="16200000">
              <a:off x="8294854" y="6187275"/>
              <a:ext cx="1352164" cy="36909"/>
            </a:xfrm>
            <a:custGeom>
              <a:avLst/>
              <a:gdLst>
                <a:gd name="connsiteX0" fmla="*/ 5634971 w 5634018"/>
                <a:gd name="connsiteY0" fmla="*/ 49074 h 147637"/>
                <a:gd name="connsiteX1" fmla="*/ 5600681 w 5634018"/>
                <a:gd name="connsiteY1" fmla="*/ 27167 h 147637"/>
                <a:gd name="connsiteX2" fmla="*/ 216693 w 5634018"/>
                <a:gd name="connsiteY2" fmla="*/ 12879 h 147637"/>
                <a:gd name="connsiteX3" fmla="*/ 0 w 5634018"/>
                <a:gd name="connsiteY3" fmla="*/ 85269 h 147637"/>
                <a:gd name="connsiteX4" fmla="*/ 812480 w 5634018"/>
                <a:gd name="connsiteY4" fmla="*/ 121464 h 147637"/>
                <a:gd name="connsiteX5" fmla="*/ 2112638 w 5634018"/>
                <a:gd name="connsiteY5" fmla="*/ 85269 h 147637"/>
                <a:gd name="connsiteX6" fmla="*/ 5472094 w 5634018"/>
                <a:gd name="connsiteY6" fmla="*/ 120988 h 147637"/>
                <a:gd name="connsiteX7" fmla="*/ 5634971 w 5634018"/>
                <a:gd name="connsiteY7" fmla="*/ 49074 h 147637"/>
                <a:gd name="connsiteX8" fmla="*/ 5634971 w 5634018"/>
                <a:gd name="connsiteY8" fmla="*/ 49074 h 147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634018" h="147637">
                  <a:moveTo>
                    <a:pt x="5634971" y="49074"/>
                  </a:moveTo>
                  <a:cubicBezTo>
                    <a:pt x="5634971" y="36692"/>
                    <a:pt x="5622588" y="27167"/>
                    <a:pt x="5600681" y="27167"/>
                  </a:cubicBezTo>
                  <a:cubicBezTo>
                    <a:pt x="3833323" y="25738"/>
                    <a:pt x="1982622" y="-22363"/>
                    <a:pt x="216693" y="12879"/>
                  </a:cubicBezTo>
                  <a:cubicBezTo>
                    <a:pt x="162401" y="12879"/>
                    <a:pt x="0" y="49074"/>
                    <a:pt x="0" y="85269"/>
                  </a:cubicBezTo>
                  <a:cubicBezTo>
                    <a:pt x="0" y="204331"/>
                    <a:pt x="541971" y="121464"/>
                    <a:pt x="812480" y="121464"/>
                  </a:cubicBezTo>
                  <a:cubicBezTo>
                    <a:pt x="1245866" y="85269"/>
                    <a:pt x="1679252" y="85269"/>
                    <a:pt x="2112638" y="85269"/>
                  </a:cubicBezTo>
                  <a:cubicBezTo>
                    <a:pt x="3250871" y="157183"/>
                    <a:pt x="4334336" y="120988"/>
                    <a:pt x="5472094" y="120988"/>
                  </a:cubicBezTo>
                  <a:cubicBezTo>
                    <a:pt x="5526386" y="120988"/>
                    <a:pt x="5634971" y="120988"/>
                    <a:pt x="5634971" y="49074"/>
                  </a:cubicBezTo>
                  <a:lnTo>
                    <a:pt x="5634971" y="49074"/>
                  </a:lnTo>
                  <a:close/>
                </a:path>
              </a:pathLst>
            </a:custGeom>
            <a:solidFill>
              <a:schemeClr val="tx1"/>
            </a:solidFill>
            <a:ln w="4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pic>
          <p:nvPicPr>
            <p:cNvPr id="53" name="Graphic 52">
              <a:extLst>
                <a:ext uri="{FF2B5EF4-FFF2-40B4-BE49-F238E27FC236}">
                  <a16:creationId xmlns:a16="http://schemas.microsoft.com/office/drawing/2014/main" id="{43F00327-D36D-6E44-BCAF-AB2D5F7EE056}"/>
                </a:ext>
              </a:extLst>
            </p:cNvPr>
            <p:cNvPicPr>
              <a:picLocks noChangeAspect="1"/>
            </p:cNvPicPr>
            <p:nvPr userDrawn="1"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rcRect/>
            <a:stretch/>
          </p:blipFill>
          <p:spPr>
            <a:xfrm>
              <a:off x="9363076" y="5784703"/>
              <a:ext cx="2819398" cy="842050"/>
            </a:xfrm>
            <a:prstGeom prst="rect">
              <a:avLst/>
            </a:prstGeom>
          </p:spPr>
        </p:pic>
        <p:pic>
          <p:nvPicPr>
            <p:cNvPr id="54" name="Picture 96" descr="Diagram&#10;&#10;Description automatically generated with medium confidence">
              <a:extLst>
                <a:ext uri="{FF2B5EF4-FFF2-40B4-BE49-F238E27FC236}">
                  <a16:creationId xmlns:a16="http://schemas.microsoft.com/office/drawing/2014/main" id="{3C4BF5A0-A384-D613-A955-F5625A9B2BA3}"/>
                </a:ext>
              </a:extLst>
            </p:cNvPr>
            <p:cNvPicPr>
              <a:picLocks noChangeAspect="1" noChangeArrowheads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03173" y="5505584"/>
              <a:ext cx="2155608" cy="1233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1080841203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>
  <p:cSld name="2_I_Title Slide Full PIcture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" name="Picture Placeholder 56"/>
          <p:cNvSpPr>
            <a:spLocks noGrp="1"/>
          </p:cNvSpPr>
          <p:nvPr>
            <p:ph type="pic" sz="quarter" idx="10"/>
          </p:nvPr>
        </p:nvSpPr>
        <p:spPr>
          <a:xfrm>
            <a:off x="3459602" y="0"/>
            <a:ext cx="8732399" cy="6858000"/>
          </a:xfrm>
          <a:custGeom>
            <a:avLst/>
            <a:gdLst>
              <a:gd name="connsiteX0" fmla="*/ 343919 w 8732399"/>
              <a:gd name="connsiteY0" fmla="*/ 0 h 6858000"/>
              <a:gd name="connsiteX1" fmla="*/ 8732399 w 8732399"/>
              <a:gd name="connsiteY1" fmla="*/ 0 h 6858000"/>
              <a:gd name="connsiteX2" fmla="*/ 8732399 w 8732399"/>
              <a:gd name="connsiteY2" fmla="*/ 6858000 h 6858000"/>
              <a:gd name="connsiteX3" fmla="*/ 0 w 8732399"/>
              <a:gd name="connsiteY3" fmla="*/ 6858000 h 6858000"/>
              <a:gd name="connsiteX4" fmla="*/ 177693 w 8732399"/>
              <a:gd name="connsiteY4" fmla="*/ 6768713 h 6858000"/>
              <a:gd name="connsiteX5" fmla="*/ 2063325 w 8732399"/>
              <a:gd name="connsiteY5" fmla="*/ 3899618 h 6858000"/>
              <a:gd name="connsiteX6" fmla="*/ 2077959 w 8732399"/>
              <a:gd name="connsiteY6" fmla="*/ 3618494 h 6858000"/>
              <a:gd name="connsiteX7" fmla="*/ 2077954 w 8732399"/>
              <a:gd name="connsiteY7" fmla="*/ 3617951 h 6858000"/>
              <a:gd name="connsiteX8" fmla="*/ 2077959 w 8732399"/>
              <a:gd name="connsiteY8" fmla="*/ 3617865 h 6858000"/>
              <a:gd name="connsiteX9" fmla="*/ 2076397 w 8732399"/>
              <a:gd name="connsiteY9" fmla="*/ 3429041 h 6858000"/>
              <a:gd name="connsiteX10" fmla="*/ 2075650 w 8732399"/>
              <a:gd name="connsiteY10" fmla="*/ 3338309 h 6858000"/>
              <a:gd name="connsiteX11" fmla="*/ 404439 w 8732399"/>
              <a:gd name="connsiteY11" fmla="*/ 39934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8732399" h="6858000">
                <a:moveTo>
                  <a:pt x="343919" y="0"/>
                </a:moveTo>
                <a:lnTo>
                  <a:pt x="8732399" y="0"/>
                </a:lnTo>
                <a:lnTo>
                  <a:pt x="8732399" y="6858000"/>
                </a:lnTo>
                <a:lnTo>
                  <a:pt x="0" y="6858000"/>
                </a:lnTo>
                <a:lnTo>
                  <a:pt x="177693" y="6768713"/>
                </a:lnTo>
                <a:cubicBezTo>
                  <a:pt x="1141742" y="6254472"/>
                  <a:pt x="1951349" y="5360222"/>
                  <a:pt x="2063325" y="3899618"/>
                </a:cubicBezTo>
                <a:cubicBezTo>
                  <a:pt x="2071055" y="3805858"/>
                  <a:pt x="2075919" y="3712098"/>
                  <a:pt x="2077959" y="3618494"/>
                </a:cubicBezTo>
                <a:lnTo>
                  <a:pt x="2077954" y="3617951"/>
                </a:lnTo>
                <a:lnTo>
                  <a:pt x="2077959" y="3617865"/>
                </a:lnTo>
                <a:lnTo>
                  <a:pt x="2076397" y="3429041"/>
                </a:lnTo>
                <a:lnTo>
                  <a:pt x="2075650" y="3338309"/>
                </a:lnTo>
                <a:cubicBezTo>
                  <a:pt x="2025731" y="2034428"/>
                  <a:pt x="1430533" y="791870"/>
                  <a:pt x="404439" y="39934"/>
                </a:cubicBezTo>
                <a:close/>
              </a:path>
            </a:pathLst>
          </a:custGeom>
          <a:solidFill>
            <a:srgbClr val="D9D9D9"/>
          </a:solidFill>
        </p:spPr>
        <p:txBody>
          <a:bodyPr lIns="4663440" rtlCol="0" anchor="ctr">
            <a:noAutofit/>
          </a:bodyPr>
          <a:lstStyle>
            <a:lvl1pPr marL="0" indent="0" algn="l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>
                <a:solidFill/>
              </a:rPr>
              <a:t>Click icon to add picture</a:t>
            </a:r>
            <a:endParaRPr noProof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600" y="1066800"/>
            <a:ext cx="4389120" cy="2391042"/>
          </a:xfrm>
        </p:spPr>
        <p:txBody>
          <a:bodyPr/>
          <a:lstStyle>
            <a:lvl1pPr>
              <a:defRPr sz="6000">
                <a:solidFill>
                  <a:schemeClr val="tx1"/>
                </a:solidFill>
              </a:defRPr>
            </a:lvl1pPr>
          </a:lstStyle>
          <a:p>
            <a:r>
              <a:rPr lang="en-US">
                <a:solidFill/>
              </a:rPr>
              <a:t>Click to edit Master title style</a:t>
            </a:r>
            <a:endParaRPr/>
          </a:p>
        </p:txBody>
      </p:sp>
      <p:sp>
        <p:nvSpPr>
          <p:cNvPr id="55" name="Text Placeholder 53"/>
          <p:cNvSpPr>
            <a:spLocks noGrp="1"/>
          </p:cNvSpPr>
          <p:nvPr>
            <p:ph type="body" sz="quarter" idx="12"/>
          </p:nvPr>
        </p:nvSpPr>
        <p:spPr>
          <a:xfrm>
            <a:off x="621333" y="3776801"/>
            <a:ext cx="4389120" cy="731520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000" i="0">
                <a:solidFill>
                  <a:schemeClr val="tx1"/>
                </a:solidFill>
              </a:defRPr>
            </a:lvl1pPr>
            <a:lvl2pPr marL="0" indent="0">
              <a:spcBef>
                <a:spcPts val="0"/>
              </a:spcBef>
              <a:buNone/>
              <a:defRPr sz="2000" i="0">
                <a:solidFill>
                  <a:schemeClr val="tx1"/>
                </a:solidFill>
              </a:defRPr>
            </a:lvl2pPr>
            <a:lvl3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3pPr>
            <a:lvl4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4pPr>
            <a:lvl5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5pPr>
            <a:lvl6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6pPr>
            <a:lvl7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7pPr>
            <a:lvl8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8pPr>
            <a:lvl9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9pPr>
          </a:lstStyle>
          <a:p>
            <a:pPr lvl="0"/>
            <a:r>
              <a:rPr lang="en-US">
                <a:solidFill/>
              </a:rPr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grpSp>
        <p:nvGrpSpPr>
          <p:cNvPr id="50" name="Group 49">
            <a:extLst>
              <a:ext uri="{FF2B5EF4-FFF2-40B4-BE49-F238E27FC236}">
                <a16:creationId xmlns:a16="http://schemas.microsoft.com/office/drawing/2014/main" id="{00A809FF-319D-90AD-D0D5-8AF2917FAA3F}"/>
              </a:ext>
            </a:extLst>
          </p:cNvPr>
          <p:cNvGrpSpPr/>
          <p:nvPr userDrawn="1"/>
        </p:nvGrpSpPr>
        <p:grpSpPr>
          <a:xfrm>
            <a:off x="612180" y="5410200"/>
            <a:ext cx="3715981" cy="885503"/>
            <a:chOff x="6407181" y="5505584"/>
            <a:chExt cx="5775293" cy="1376228"/>
          </a:xfrm>
        </p:grpSpPr>
        <p:sp>
          <p:nvSpPr>
            <p:cNvPr id="51" name="Graphic 11">
              <a:extLst>
                <a:ext uri="{FF2B5EF4-FFF2-40B4-BE49-F238E27FC236}">
                  <a16:creationId xmlns:a16="http://schemas.microsoft.com/office/drawing/2014/main" id="{521A9963-B7D6-2100-AC6C-81D6DC1CABA3}"/>
                </a:ext>
              </a:extLst>
            </p:cNvPr>
            <p:cNvSpPr/>
            <p:nvPr userDrawn="1"/>
          </p:nvSpPr>
          <p:spPr>
            <a:xfrm rot="16200000">
              <a:off x="8294854" y="6187275"/>
              <a:ext cx="1352164" cy="36909"/>
            </a:xfrm>
            <a:custGeom>
              <a:avLst/>
              <a:gdLst>
                <a:gd name="connsiteX0" fmla="*/ 5634971 w 5634018"/>
                <a:gd name="connsiteY0" fmla="*/ 49074 h 147637"/>
                <a:gd name="connsiteX1" fmla="*/ 5600681 w 5634018"/>
                <a:gd name="connsiteY1" fmla="*/ 27167 h 147637"/>
                <a:gd name="connsiteX2" fmla="*/ 216693 w 5634018"/>
                <a:gd name="connsiteY2" fmla="*/ 12879 h 147637"/>
                <a:gd name="connsiteX3" fmla="*/ 0 w 5634018"/>
                <a:gd name="connsiteY3" fmla="*/ 85269 h 147637"/>
                <a:gd name="connsiteX4" fmla="*/ 812480 w 5634018"/>
                <a:gd name="connsiteY4" fmla="*/ 121464 h 147637"/>
                <a:gd name="connsiteX5" fmla="*/ 2112638 w 5634018"/>
                <a:gd name="connsiteY5" fmla="*/ 85269 h 147637"/>
                <a:gd name="connsiteX6" fmla="*/ 5472094 w 5634018"/>
                <a:gd name="connsiteY6" fmla="*/ 120988 h 147637"/>
                <a:gd name="connsiteX7" fmla="*/ 5634971 w 5634018"/>
                <a:gd name="connsiteY7" fmla="*/ 49074 h 147637"/>
                <a:gd name="connsiteX8" fmla="*/ 5634971 w 5634018"/>
                <a:gd name="connsiteY8" fmla="*/ 49074 h 147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634018" h="147637">
                  <a:moveTo>
                    <a:pt x="5634971" y="49074"/>
                  </a:moveTo>
                  <a:cubicBezTo>
                    <a:pt x="5634971" y="36692"/>
                    <a:pt x="5622588" y="27167"/>
                    <a:pt x="5600681" y="27167"/>
                  </a:cubicBezTo>
                  <a:cubicBezTo>
                    <a:pt x="3833323" y="25738"/>
                    <a:pt x="1982622" y="-22363"/>
                    <a:pt x="216693" y="12879"/>
                  </a:cubicBezTo>
                  <a:cubicBezTo>
                    <a:pt x="162401" y="12879"/>
                    <a:pt x="0" y="49074"/>
                    <a:pt x="0" y="85269"/>
                  </a:cubicBezTo>
                  <a:cubicBezTo>
                    <a:pt x="0" y="204331"/>
                    <a:pt x="541971" y="121464"/>
                    <a:pt x="812480" y="121464"/>
                  </a:cubicBezTo>
                  <a:cubicBezTo>
                    <a:pt x="1245866" y="85269"/>
                    <a:pt x="1679252" y="85269"/>
                    <a:pt x="2112638" y="85269"/>
                  </a:cubicBezTo>
                  <a:cubicBezTo>
                    <a:pt x="3250871" y="157183"/>
                    <a:pt x="4334336" y="120988"/>
                    <a:pt x="5472094" y="120988"/>
                  </a:cubicBezTo>
                  <a:cubicBezTo>
                    <a:pt x="5526386" y="120988"/>
                    <a:pt x="5634971" y="120988"/>
                    <a:pt x="5634971" y="49074"/>
                  </a:cubicBezTo>
                  <a:lnTo>
                    <a:pt x="5634971" y="49074"/>
                  </a:lnTo>
                  <a:close/>
                </a:path>
              </a:pathLst>
            </a:custGeom>
            <a:solidFill>
              <a:schemeClr val="bg1"/>
            </a:solidFill>
            <a:ln w="4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pic>
          <p:nvPicPr>
            <p:cNvPr id="52" name="Graphic 51">
              <a:extLst>
                <a:ext uri="{FF2B5EF4-FFF2-40B4-BE49-F238E27FC236}">
                  <a16:creationId xmlns:a16="http://schemas.microsoft.com/office/drawing/2014/main" id="{5124EBAF-3B8A-4667-8F12-CC443C20AB4D}"/>
                </a:ext>
              </a:extLst>
            </p:cNvPr>
            <p:cNvPicPr>
              <a:picLocks noChangeAspect="1"/>
            </p:cNvPicPr>
            <p:nvPr userDrawn="1"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/>
          </p:blipFill>
          <p:spPr>
            <a:xfrm>
              <a:off x="9363076" y="5784703"/>
              <a:ext cx="2819398" cy="842050"/>
            </a:xfrm>
            <a:prstGeom prst="rect">
              <a:avLst/>
            </a:prstGeom>
          </p:spPr>
        </p:pic>
        <p:pic>
          <p:nvPicPr>
            <p:cNvPr id="53" name="Picture 96">
              <a:extLst>
                <a:ext uri="{FF2B5EF4-FFF2-40B4-BE49-F238E27FC236}">
                  <a16:creationId xmlns:a16="http://schemas.microsoft.com/office/drawing/2014/main" id="{A34FCDB5-C19C-3657-221B-04530D530F5E}"/>
                </a:ext>
              </a:extLst>
            </p:cNvPr>
            <p:cNvPicPr>
              <a:picLocks noChangeAspect="1" noChangeArrowheads="1"/>
            </p:cNvPicPr>
            <p:nvPr userDrawn="1"/>
          </p:nvPicPr>
          <p:blipFill>
            <a:blip r:embed="rId4"/>
            <a:srcRect/>
            <a:stretch/>
          </p:blipFill>
          <p:spPr bwMode="auto">
            <a:xfrm>
              <a:off x="6407181" y="5505584"/>
              <a:ext cx="2147590" cy="12334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3559271636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>
  <p:cSld name="2_I_Title Slide Circle Picture 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0" name="Picture 97" descr="Diagram&#10;&#10;Description automatically generated">
            <a:extLst>
              <a:ext uri="{FF2B5EF4-FFF2-40B4-BE49-F238E27FC236}">
                <a16:creationId xmlns:a16="http://schemas.microsoft.com/office/drawing/2014/main" id="{9672A9AF-A4AD-AD8B-B03E-3FB6BC44AAD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69463" y="5359400"/>
            <a:ext cx="1854200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" name="Picture Placeholder 10"/>
          <p:cNvSpPr>
            <a:spLocks noGrp="1"/>
          </p:cNvSpPr>
          <p:nvPr>
            <p:ph type="pic" sz="quarter" idx="10"/>
          </p:nvPr>
        </p:nvSpPr>
        <p:spPr>
          <a:xfrm>
            <a:off x="0" y="2"/>
            <a:ext cx="5266036" cy="6857999"/>
          </a:xfrm>
          <a:custGeom>
            <a:avLst/>
            <a:gdLst>
              <a:gd name="connsiteX0" fmla="*/ 0 w 5266036"/>
              <a:gd name="connsiteY0" fmla="*/ 0 h 6857999"/>
              <a:gd name="connsiteX1" fmla="*/ 3014696 w 5266036"/>
              <a:gd name="connsiteY1" fmla="*/ 0 h 6857999"/>
              <a:gd name="connsiteX2" fmla="*/ 3040982 w 5266036"/>
              <a:gd name="connsiteY2" fmla="*/ 11408 h 6857999"/>
              <a:gd name="connsiteX3" fmla="*/ 5250901 w 5266036"/>
              <a:gd name="connsiteY3" fmla="*/ 4085922 h 6857999"/>
              <a:gd name="connsiteX4" fmla="*/ 3435696 w 5266036"/>
              <a:gd name="connsiteY4" fmla="*/ 6839477 h 6857999"/>
              <a:gd name="connsiteX5" fmla="*/ 3398838 w 5266036"/>
              <a:gd name="connsiteY5" fmla="*/ 6857999 h 6857999"/>
              <a:gd name="connsiteX6" fmla="*/ 0 w 5266036"/>
              <a:gd name="connsiteY6" fmla="*/ 6857999 h 6857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266036" h="6857999">
                <a:moveTo>
                  <a:pt x="0" y="0"/>
                </a:moveTo>
                <a:lnTo>
                  <a:pt x="3014696" y="0"/>
                </a:lnTo>
                <a:lnTo>
                  <a:pt x="3040982" y="11408"/>
                </a:lnTo>
                <a:cubicBezTo>
                  <a:pt x="4562919" y="717837"/>
                  <a:pt x="5390071" y="2397951"/>
                  <a:pt x="5250901" y="4085922"/>
                </a:cubicBezTo>
                <a:cubicBezTo>
                  <a:pt x="5138669" y="5484335"/>
                  <a:pt x="4361602" y="6343612"/>
                  <a:pt x="3435696" y="6839477"/>
                </a:cubicBezTo>
                <a:lnTo>
                  <a:pt x="3398838" y="6857999"/>
                </a:lnTo>
                <a:lnTo>
                  <a:pt x="0" y="6857999"/>
                </a:lnTo>
                <a:close/>
              </a:path>
            </a:pathLst>
          </a:custGeom>
          <a:solidFill>
            <a:srgbClr val="D9D9D9"/>
          </a:solidFill>
        </p:spPr>
        <p:txBody>
          <a:bodyPr tIns="3657600" rtlCol="0">
            <a:noAutofit/>
          </a:bodyPr>
          <a:lstStyle>
            <a:lvl1pPr marL="0" marR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tx1"/>
              </a:buClr>
              <a:buSzTx/>
              <a:buFont typeface="Arial" panose="020B0604020202020204" pitchFamily="34" charset="0"/>
              <a:buNone/>
              <a:tabLst/>
              <a:defRPr sz="1600"/>
            </a:lvl1pPr>
          </a:lstStyle>
          <a:p>
            <a:pPr lvl="0"/>
            <a:r>
              <a:rPr lang="en-US" noProof="0">
                <a:solidFill/>
              </a:rPr>
              <a:t>Click icon to add picture</a:t>
            </a:r>
            <a:endParaRPr noProof="0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1"/>
          </p:nvPr>
        </p:nvSpPr>
        <p:spPr>
          <a:xfrm>
            <a:off x="6096000" y="3306349"/>
            <a:ext cx="5715000" cy="731520"/>
          </a:xfrm>
        </p:spPr>
        <p:txBody>
          <a:bodyPr/>
          <a:lstStyle>
            <a:lvl1pPr marL="0" indent="0">
              <a:spcBef>
                <a:spcPts val="0"/>
              </a:spcBef>
              <a:buFontTx/>
              <a:buNone/>
              <a:defRPr sz="2000"/>
            </a:lvl1pPr>
            <a:lvl2pPr marL="0" indent="0">
              <a:spcBef>
                <a:spcPts val="0"/>
              </a:spcBef>
              <a:buFontTx/>
              <a:buNone/>
              <a:defRPr sz="2000"/>
            </a:lvl2pPr>
            <a:lvl3pPr marL="0" indent="0">
              <a:spcBef>
                <a:spcPts val="0"/>
              </a:spcBef>
              <a:buFontTx/>
              <a:buNone/>
              <a:defRPr sz="2000"/>
            </a:lvl3pPr>
            <a:lvl4pPr marL="0" indent="0">
              <a:spcBef>
                <a:spcPts val="0"/>
              </a:spcBef>
              <a:buFontTx/>
              <a:buNone/>
              <a:defRPr sz="2000"/>
            </a:lvl4pPr>
            <a:lvl5pPr marL="0" indent="0">
              <a:spcBef>
                <a:spcPts val="0"/>
              </a:spcBef>
              <a:buFontTx/>
              <a:buNone/>
              <a:defRPr sz="2000"/>
            </a:lvl5pPr>
            <a:lvl6pPr marL="0" indent="0">
              <a:spcBef>
                <a:spcPts val="0"/>
              </a:spcBef>
              <a:buFontTx/>
              <a:buNone/>
              <a:defRPr sz="2000"/>
            </a:lvl6pPr>
            <a:lvl7pPr marL="0" indent="0">
              <a:spcBef>
                <a:spcPts val="0"/>
              </a:spcBef>
              <a:buFontTx/>
              <a:buNone/>
              <a:defRPr sz="2000"/>
            </a:lvl7pPr>
            <a:lvl8pPr marL="0" indent="0">
              <a:spcBef>
                <a:spcPts val="0"/>
              </a:spcBef>
              <a:buFontTx/>
              <a:buNone/>
              <a:defRPr sz="2000"/>
            </a:lvl8pPr>
            <a:lvl9pPr marL="0" indent="0">
              <a:spcBef>
                <a:spcPts val="0"/>
              </a:spcBef>
              <a:buFontTx/>
              <a:buNone/>
              <a:defRPr sz="2000"/>
            </a:lvl9pPr>
          </a:lstStyle>
          <a:p>
            <a:pPr lvl="0"/>
            <a:r>
              <a:rPr lang="en-US">
                <a:solidFill/>
              </a:rPr>
              <a:t>Click to edit Master text styles</a:t>
            </a:r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>
          <a:xfrm>
            <a:off x="6096000" y="457200"/>
            <a:ext cx="5715000" cy="2565401"/>
          </a:xfrm>
        </p:spPr>
        <p:txBody>
          <a:bodyPr/>
          <a:lstStyle>
            <a:lvl1pPr>
              <a:lnSpc>
                <a:spcPct val="82000"/>
              </a:lnSpc>
              <a:defRPr sz="6600" b="0"/>
            </a:lvl1pPr>
          </a:lstStyle>
          <a:p>
            <a:r>
              <a:rPr lang="en-US">
                <a:solidFill/>
              </a:rPr>
              <a:t>Click to edit Master title style</a:t>
            </a:r>
            <a:endParaRPr/>
          </a:p>
        </p:txBody>
      </p:sp>
      <p:pic>
        <p:nvPicPr>
          <p:cNvPr id="51" name="Picture 50" descr="A purple text on a black background&#10;&#10;AI-generated content may be incorrect.">
            <a:extLst>
              <a:ext uri="{FF2B5EF4-FFF2-40B4-BE49-F238E27FC236}">
                <a16:creationId xmlns:a16="http://schemas.microsoft.com/office/drawing/2014/main" id="{48872143-E1A8-349B-7887-3F0190C724A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128923" y="5607300"/>
            <a:ext cx="2375755" cy="70127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80137069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>
  <p:cSld name="2_I_Title Slide Wor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52">
            <a:extLst>
              <a:ext uri="{FF2B5EF4-FFF2-40B4-BE49-F238E27FC236}">
                <a16:creationId xmlns:a16="http://schemas.microsoft.com/office/drawing/2014/main" id="{F90ED436-616C-8F8D-0375-112A23A6E3D1}"/>
              </a:ext>
            </a:extLst>
          </p:cNvPr>
          <p:cNvGrpSpPr>
            <a:grpSpLocks/>
          </p:cNvGrpSpPr>
          <p:nvPr/>
        </p:nvGrpSpPr>
        <p:grpSpPr bwMode="auto">
          <a:xfrm>
            <a:off x="0" y="0"/>
            <a:ext cx="5265738" cy="6858000"/>
            <a:chOff x="0" y="1"/>
            <a:chExt cx="5266036" cy="6858000"/>
          </a:xfrm>
        </p:grpSpPr>
        <p:sp>
          <p:nvSpPr>
            <p:cNvPr id="5" name="Freeform: Shape 53">
              <a:extLst>
                <a:ext uri="{FF2B5EF4-FFF2-40B4-BE49-F238E27FC236}">
                  <a16:creationId xmlns:a16="http://schemas.microsoft.com/office/drawing/2014/main" id="{A0BC447A-601D-F368-C610-93DAD4293950}"/>
                </a:ext>
              </a:extLst>
            </p:cNvPr>
            <p:cNvSpPr>
              <a:spLocks/>
            </p:cNvSpPr>
            <p:nvPr/>
          </p:nvSpPr>
          <p:spPr bwMode="ltGray">
            <a:xfrm>
              <a:off x="0" y="1"/>
              <a:ext cx="5266036" cy="6858000"/>
            </a:xfrm>
            <a:custGeom>
              <a:avLst/>
              <a:gdLst>
                <a:gd name="T0" fmla="*/ 0 w 5266036"/>
                <a:gd name="T1" fmla="*/ 0 h 6858000"/>
                <a:gd name="T2" fmla="*/ 3014696 w 5266036"/>
                <a:gd name="T3" fmla="*/ 0 h 6858000"/>
                <a:gd name="T4" fmla="*/ 3040982 w 5266036"/>
                <a:gd name="T5" fmla="*/ 11408 h 6858000"/>
                <a:gd name="T6" fmla="*/ 5250901 w 5266036"/>
                <a:gd name="T7" fmla="*/ 4085922 h 6858000"/>
                <a:gd name="T8" fmla="*/ 3435696 w 5266036"/>
                <a:gd name="T9" fmla="*/ 6839477 h 6858000"/>
                <a:gd name="T10" fmla="*/ 3398836 w 5266036"/>
                <a:gd name="T11" fmla="*/ 6858000 h 6858000"/>
                <a:gd name="T12" fmla="*/ 0 w 5266036"/>
                <a:gd name="T13" fmla="*/ 6858000 h 68580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66036" h="6858000">
                  <a:moveTo>
                    <a:pt x="0" y="0"/>
                  </a:moveTo>
                  <a:lnTo>
                    <a:pt x="3014696" y="0"/>
                  </a:lnTo>
                  <a:lnTo>
                    <a:pt x="3040982" y="11408"/>
                  </a:lnTo>
                  <a:cubicBezTo>
                    <a:pt x="4562919" y="717837"/>
                    <a:pt x="5390071" y="2397951"/>
                    <a:pt x="5250901" y="4085922"/>
                  </a:cubicBezTo>
                  <a:cubicBezTo>
                    <a:pt x="5138669" y="5484335"/>
                    <a:pt x="4361602" y="6343612"/>
                    <a:pt x="3435696" y="6839477"/>
                  </a:cubicBezTo>
                  <a:lnTo>
                    <a:pt x="3398836" y="6858000"/>
                  </a:lnTo>
                  <a:lnTo>
                    <a:pt x="0" y="68580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F21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6" name="Freeform: Shape 54">
              <a:extLst>
                <a:ext uri="{FF2B5EF4-FFF2-40B4-BE49-F238E27FC236}">
                  <a16:creationId xmlns:a16="http://schemas.microsoft.com/office/drawing/2014/main" id="{69D0033F-6B94-CDCD-B7C4-F159A1C1E4BD}"/>
                </a:ext>
              </a:extLst>
            </p:cNvPr>
            <p:cNvSpPr>
              <a:spLocks/>
            </p:cNvSpPr>
            <p:nvPr/>
          </p:nvSpPr>
          <p:spPr bwMode="ltGray">
            <a:xfrm>
              <a:off x="1" y="99439"/>
              <a:ext cx="287275" cy="1443098"/>
            </a:xfrm>
            <a:custGeom>
              <a:avLst/>
              <a:gdLst>
                <a:gd name="T0" fmla="*/ 94635 w 287275"/>
                <a:gd name="T1" fmla="*/ 646457 h 1443098"/>
                <a:gd name="T2" fmla="*/ 110030 w 287275"/>
                <a:gd name="T3" fmla="*/ 646457 h 1443098"/>
                <a:gd name="T4" fmla="*/ 176725 w 287275"/>
                <a:gd name="T5" fmla="*/ 1205691 h 1443098"/>
                <a:gd name="T6" fmla="*/ 17148 w 287275"/>
                <a:gd name="T7" fmla="*/ 1435626 h 1443098"/>
                <a:gd name="T8" fmla="*/ 0 w 287275"/>
                <a:gd name="T9" fmla="*/ 1443098 h 1443098"/>
                <a:gd name="T10" fmla="*/ 0 w 287275"/>
                <a:gd name="T11" fmla="*/ 675806 h 1443098"/>
                <a:gd name="T12" fmla="*/ 79246 w 287275"/>
                <a:gd name="T13" fmla="*/ 0 h 1443098"/>
                <a:gd name="T14" fmla="*/ 161336 w 287275"/>
                <a:gd name="T15" fmla="*/ 10261 h 1443098"/>
                <a:gd name="T16" fmla="*/ 145941 w 287275"/>
                <a:gd name="T17" fmla="*/ 287314 h 1443098"/>
                <a:gd name="T18" fmla="*/ 62169 w 287275"/>
                <a:gd name="T19" fmla="*/ 305030 h 1443098"/>
                <a:gd name="T20" fmla="*/ 0 w 287275"/>
                <a:gd name="T21" fmla="*/ 311825 h 1443098"/>
                <a:gd name="T22" fmla="*/ 0 w 287275"/>
                <a:gd name="T23" fmla="*/ 20391 h 144309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87275" h="1443098">
                  <a:moveTo>
                    <a:pt x="94635" y="646457"/>
                  </a:moveTo>
                  <a:cubicBezTo>
                    <a:pt x="99769" y="646457"/>
                    <a:pt x="104897" y="646457"/>
                    <a:pt x="110030" y="646457"/>
                  </a:cubicBezTo>
                  <a:cubicBezTo>
                    <a:pt x="438389" y="692630"/>
                    <a:pt x="217770" y="1000466"/>
                    <a:pt x="176725" y="1205691"/>
                  </a:cubicBezTo>
                  <a:cubicBezTo>
                    <a:pt x="145302" y="1376283"/>
                    <a:pt x="141374" y="1381895"/>
                    <a:pt x="17148" y="1435626"/>
                  </a:cubicBezTo>
                  <a:lnTo>
                    <a:pt x="0" y="1443098"/>
                  </a:lnTo>
                  <a:lnTo>
                    <a:pt x="0" y="675806"/>
                  </a:lnTo>
                  <a:lnTo>
                    <a:pt x="94635" y="646457"/>
                  </a:lnTo>
                  <a:close/>
                  <a:moveTo>
                    <a:pt x="79246" y="0"/>
                  </a:moveTo>
                  <a:cubicBezTo>
                    <a:pt x="99769" y="0"/>
                    <a:pt x="120291" y="5128"/>
                    <a:pt x="161336" y="10261"/>
                  </a:cubicBezTo>
                  <a:cubicBezTo>
                    <a:pt x="325515" y="92351"/>
                    <a:pt x="274209" y="246269"/>
                    <a:pt x="145941" y="287314"/>
                  </a:cubicBezTo>
                  <a:cubicBezTo>
                    <a:pt x="116441" y="296292"/>
                    <a:pt x="88864" y="301422"/>
                    <a:pt x="62169" y="305030"/>
                  </a:cubicBezTo>
                  <a:lnTo>
                    <a:pt x="0" y="311825"/>
                  </a:lnTo>
                  <a:lnTo>
                    <a:pt x="0" y="20391"/>
                  </a:lnTo>
                  <a:lnTo>
                    <a:pt x="79246" y="0"/>
                  </a:lnTo>
                  <a:close/>
                </a:path>
              </a:pathLst>
            </a:custGeom>
            <a:solidFill>
              <a:srgbClr val="724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7" name="Freeform: Shape 55">
              <a:extLst>
                <a:ext uri="{FF2B5EF4-FFF2-40B4-BE49-F238E27FC236}">
                  <a16:creationId xmlns:a16="http://schemas.microsoft.com/office/drawing/2014/main" id="{334BB765-32B4-09AF-C871-D95365356586}"/>
                </a:ext>
              </a:extLst>
            </p:cNvPr>
            <p:cNvSpPr>
              <a:spLocks/>
            </p:cNvSpPr>
            <p:nvPr/>
          </p:nvSpPr>
          <p:spPr bwMode="ltGray">
            <a:xfrm>
              <a:off x="0" y="3622695"/>
              <a:ext cx="911379" cy="2599608"/>
            </a:xfrm>
            <a:custGeom>
              <a:avLst/>
              <a:gdLst>
                <a:gd name="T0" fmla="*/ 0 w 911379"/>
                <a:gd name="T1" fmla="*/ 0 h 2599608"/>
                <a:gd name="T2" fmla="*/ 63852 w 911379"/>
                <a:gd name="T3" fmla="*/ 32258 h 2599608"/>
                <a:gd name="T4" fmla="*/ 253681 w 911379"/>
                <a:gd name="T5" fmla="*/ 140003 h 2599608"/>
                <a:gd name="T6" fmla="*/ 376816 w 911379"/>
                <a:gd name="T7" fmla="*/ 432445 h 2599608"/>
                <a:gd name="T8" fmla="*/ 587173 w 911379"/>
                <a:gd name="T9" fmla="*/ 545318 h 2599608"/>
                <a:gd name="T10" fmla="*/ 900137 w 911379"/>
                <a:gd name="T11" fmla="*/ 919855 h 2599608"/>
                <a:gd name="T12" fmla="*/ 664129 w 911379"/>
                <a:gd name="T13" fmla="*/ 1284126 h 2599608"/>
                <a:gd name="T14" fmla="*/ 566651 w 911379"/>
                <a:gd name="T15" fmla="*/ 1684313 h 2599608"/>
                <a:gd name="T16" fmla="*/ 304987 w 911379"/>
                <a:gd name="T17" fmla="*/ 2002411 h 2599608"/>
                <a:gd name="T18" fmla="*/ 63852 w 911379"/>
                <a:gd name="T19" fmla="*/ 2489821 h 2599608"/>
                <a:gd name="T20" fmla="*/ 0 w 911379"/>
                <a:gd name="T21" fmla="*/ 2599608 h 2599608"/>
                <a:gd name="T22" fmla="*/ 0 w 911379"/>
                <a:gd name="T23" fmla="*/ 0 h 259960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11379" h="2599608">
                  <a:moveTo>
                    <a:pt x="0" y="0"/>
                  </a:moveTo>
                  <a:lnTo>
                    <a:pt x="63852" y="32258"/>
                  </a:lnTo>
                  <a:cubicBezTo>
                    <a:pt x="140808" y="68175"/>
                    <a:pt x="192114" y="57913"/>
                    <a:pt x="253681" y="140003"/>
                  </a:cubicBezTo>
                  <a:cubicBezTo>
                    <a:pt x="320382" y="232354"/>
                    <a:pt x="289598" y="340094"/>
                    <a:pt x="376816" y="432445"/>
                  </a:cubicBezTo>
                  <a:cubicBezTo>
                    <a:pt x="433255" y="494012"/>
                    <a:pt x="520473" y="504273"/>
                    <a:pt x="587173" y="545318"/>
                  </a:cubicBezTo>
                  <a:cubicBezTo>
                    <a:pt x="720569" y="627408"/>
                    <a:pt x="966838" y="724892"/>
                    <a:pt x="900137" y="919855"/>
                  </a:cubicBezTo>
                  <a:cubicBezTo>
                    <a:pt x="843703" y="1089163"/>
                    <a:pt x="623085" y="1058379"/>
                    <a:pt x="664129" y="1284126"/>
                  </a:cubicBezTo>
                  <a:cubicBezTo>
                    <a:pt x="700046" y="1509872"/>
                    <a:pt x="828309" y="1550917"/>
                    <a:pt x="566651" y="1684313"/>
                  </a:cubicBezTo>
                  <a:cubicBezTo>
                    <a:pt x="366555" y="1786925"/>
                    <a:pt x="366555" y="1812581"/>
                    <a:pt x="304987" y="2002411"/>
                  </a:cubicBezTo>
                  <a:cubicBezTo>
                    <a:pt x="253681" y="2166590"/>
                    <a:pt x="156202" y="2341031"/>
                    <a:pt x="63852" y="2489821"/>
                  </a:cubicBezTo>
                  <a:lnTo>
                    <a:pt x="0" y="25996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24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8" name="Freeform: Shape 56">
              <a:extLst>
                <a:ext uri="{FF2B5EF4-FFF2-40B4-BE49-F238E27FC236}">
                  <a16:creationId xmlns:a16="http://schemas.microsoft.com/office/drawing/2014/main" id="{2CC72F86-D57B-E8A4-DDB9-2E66A0548627}"/>
                </a:ext>
              </a:extLst>
            </p:cNvPr>
            <p:cNvSpPr>
              <a:spLocks/>
            </p:cNvSpPr>
            <p:nvPr/>
          </p:nvSpPr>
          <p:spPr bwMode="ltGray">
            <a:xfrm>
              <a:off x="266515" y="81480"/>
              <a:ext cx="1128733" cy="1128733"/>
            </a:xfrm>
            <a:custGeom>
              <a:avLst/>
              <a:gdLst>
                <a:gd name="T0" fmla="*/ 500235 w 209550"/>
                <a:gd name="T1" fmla="*/ 38481 h 209550"/>
                <a:gd name="T2" fmla="*/ 500235 w 209550"/>
                <a:gd name="T3" fmla="*/ 38481 h 209550"/>
                <a:gd name="T4" fmla="*/ 38481 w 209550"/>
                <a:gd name="T5" fmla="*/ 156482 h 209550"/>
                <a:gd name="T6" fmla="*/ 38481 w 209550"/>
                <a:gd name="T7" fmla="*/ 161615 h 209550"/>
                <a:gd name="T8" fmla="*/ 89787 w 209550"/>
                <a:gd name="T9" fmla="*/ 228311 h 209550"/>
                <a:gd name="T10" fmla="*/ 135960 w 209550"/>
                <a:gd name="T11" fmla="*/ 223183 h 209550"/>
                <a:gd name="T12" fmla="*/ 341184 w 209550"/>
                <a:gd name="T13" fmla="*/ 890161 h 209550"/>
                <a:gd name="T14" fmla="*/ 474580 w 209550"/>
                <a:gd name="T15" fmla="*/ 1090252 h 209550"/>
                <a:gd name="T16" fmla="*/ 566930 w 209550"/>
                <a:gd name="T17" fmla="*/ 1044079 h 209550"/>
                <a:gd name="T18" fmla="*/ 690065 w 209550"/>
                <a:gd name="T19" fmla="*/ 802938 h 209550"/>
                <a:gd name="T20" fmla="*/ 890161 w 209550"/>
                <a:gd name="T21" fmla="*/ 649020 h 209550"/>
                <a:gd name="T22" fmla="*/ 500235 w 209550"/>
                <a:gd name="T23" fmla="*/ 38481 h 20955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9550" h="209550">
                  <a:moveTo>
                    <a:pt x="92869" y="7144"/>
                  </a:moveTo>
                  <a:cubicBezTo>
                    <a:pt x="91916" y="7144"/>
                    <a:pt x="91916" y="7144"/>
                    <a:pt x="92869" y="7144"/>
                  </a:cubicBezTo>
                  <a:cubicBezTo>
                    <a:pt x="63341" y="12859"/>
                    <a:pt x="34766" y="20479"/>
                    <a:pt x="7144" y="29051"/>
                  </a:cubicBezTo>
                  <a:cubicBezTo>
                    <a:pt x="7144" y="29051"/>
                    <a:pt x="7144" y="30004"/>
                    <a:pt x="7144" y="30004"/>
                  </a:cubicBezTo>
                  <a:lnTo>
                    <a:pt x="16669" y="42386"/>
                  </a:lnTo>
                  <a:cubicBezTo>
                    <a:pt x="19526" y="41434"/>
                    <a:pt x="22384" y="41434"/>
                    <a:pt x="25241" y="41434"/>
                  </a:cubicBezTo>
                  <a:cubicBezTo>
                    <a:pt x="74771" y="41434"/>
                    <a:pt x="57626" y="134779"/>
                    <a:pt x="63341" y="165259"/>
                  </a:cubicBezTo>
                  <a:cubicBezTo>
                    <a:pt x="67151" y="183356"/>
                    <a:pt x="74771" y="202406"/>
                    <a:pt x="88106" y="202406"/>
                  </a:cubicBezTo>
                  <a:cubicBezTo>
                    <a:pt x="92869" y="202406"/>
                    <a:pt x="98584" y="199549"/>
                    <a:pt x="105251" y="193834"/>
                  </a:cubicBezTo>
                  <a:cubicBezTo>
                    <a:pt x="115729" y="183356"/>
                    <a:pt x="116681" y="162401"/>
                    <a:pt x="128111" y="149066"/>
                  </a:cubicBezTo>
                  <a:cubicBezTo>
                    <a:pt x="138589" y="136684"/>
                    <a:pt x="152876" y="130969"/>
                    <a:pt x="165259" y="120491"/>
                  </a:cubicBezTo>
                  <a:cubicBezTo>
                    <a:pt x="265271" y="38576"/>
                    <a:pt x="172879" y="7144"/>
                    <a:pt x="92869" y="7144"/>
                  </a:cubicBezTo>
                </a:path>
              </a:pathLst>
            </a:custGeom>
            <a:solidFill>
              <a:srgbClr val="724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9" name="Freeform: Shape 57">
              <a:extLst>
                <a:ext uri="{FF2B5EF4-FFF2-40B4-BE49-F238E27FC236}">
                  <a16:creationId xmlns:a16="http://schemas.microsoft.com/office/drawing/2014/main" id="{642F7C37-CEF0-C26C-A0C9-817FF22553AA}"/>
                </a:ext>
              </a:extLst>
            </p:cNvPr>
            <p:cNvSpPr>
              <a:spLocks/>
            </p:cNvSpPr>
            <p:nvPr/>
          </p:nvSpPr>
          <p:spPr bwMode="ltGray">
            <a:xfrm>
              <a:off x="1807406" y="19914"/>
              <a:ext cx="3232281" cy="5848895"/>
            </a:xfrm>
            <a:custGeom>
              <a:avLst/>
              <a:gdLst>
                <a:gd name="T0" fmla="*/ 1227068 w 600075"/>
                <a:gd name="T1" fmla="*/ 38481 h 1085850"/>
                <a:gd name="T2" fmla="*/ 1180896 w 600075"/>
                <a:gd name="T3" fmla="*/ 100048 h 1085850"/>
                <a:gd name="T4" fmla="*/ 985933 w 600075"/>
                <a:gd name="T5" fmla="*/ 356579 h 1085850"/>
                <a:gd name="T6" fmla="*/ 867926 w 600075"/>
                <a:gd name="T7" fmla="*/ 397624 h 1085850"/>
                <a:gd name="T8" fmla="*/ 703747 w 600075"/>
                <a:gd name="T9" fmla="*/ 341184 h 1085850"/>
                <a:gd name="T10" fmla="*/ 570351 w 600075"/>
                <a:gd name="T11" fmla="*/ 310401 h 1085850"/>
                <a:gd name="T12" fmla="*/ 452350 w 600075"/>
                <a:gd name="T13" fmla="*/ 613109 h 1085850"/>
                <a:gd name="T14" fmla="*/ 565223 w 600075"/>
                <a:gd name="T15" fmla="*/ 936335 h 1085850"/>
                <a:gd name="T16" fmla="*/ 672963 w 600075"/>
                <a:gd name="T17" fmla="*/ 900423 h 1085850"/>
                <a:gd name="T18" fmla="*/ 842276 w 600075"/>
                <a:gd name="T19" fmla="*/ 731111 h 1085850"/>
                <a:gd name="T20" fmla="*/ 929493 w 600075"/>
                <a:gd name="T21" fmla="*/ 818334 h 1085850"/>
                <a:gd name="T22" fmla="*/ 847404 w 600075"/>
                <a:gd name="T23" fmla="*/ 1090253 h 1085850"/>
                <a:gd name="T24" fmla="*/ 385649 w 600075"/>
                <a:gd name="T25" fmla="*/ 1362178 h 1085850"/>
                <a:gd name="T26" fmla="*/ 370260 w 600075"/>
                <a:gd name="T27" fmla="*/ 1587925 h 1085850"/>
                <a:gd name="T28" fmla="*/ 231731 w 600075"/>
                <a:gd name="T29" fmla="*/ 1921412 h 1085850"/>
                <a:gd name="T30" fmla="*/ 334343 w 600075"/>
                <a:gd name="T31" fmla="*/ 1998374 h 1085850"/>
                <a:gd name="T32" fmla="*/ 708880 w 600075"/>
                <a:gd name="T33" fmla="*/ 1690537 h 1085850"/>
                <a:gd name="T34" fmla="*/ 903843 w 600075"/>
                <a:gd name="T35" fmla="*/ 1593053 h 1085850"/>
                <a:gd name="T36" fmla="*/ 1073150 w 600075"/>
                <a:gd name="T37" fmla="*/ 1659754 h 1085850"/>
                <a:gd name="T38" fmla="*/ 1278374 w 600075"/>
                <a:gd name="T39" fmla="*/ 1726449 h 1085850"/>
                <a:gd name="T40" fmla="*/ 1304030 w 600075"/>
                <a:gd name="T41" fmla="*/ 1726449 h 1085850"/>
                <a:gd name="T42" fmla="*/ 1457948 w 600075"/>
                <a:gd name="T43" fmla="*/ 1572531 h 1085850"/>
                <a:gd name="T44" fmla="*/ 1550299 w 600075"/>
                <a:gd name="T45" fmla="*/ 1454529 h 1085850"/>
                <a:gd name="T46" fmla="*/ 1565688 w 600075"/>
                <a:gd name="T47" fmla="*/ 1454529 h 1085850"/>
                <a:gd name="T48" fmla="*/ 1729868 w 600075"/>
                <a:gd name="T49" fmla="*/ 1639231 h 1085850"/>
                <a:gd name="T50" fmla="*/ 1575949 w 600075"/>
                <a:gd name="T51" fmla="*/ 1916284 h 1085850"/>
                <a:gd name="T52" fmla="*/ 1760651 w 600075"/>
                <a:gd name="T53" fmla="*/ 2244643 h 1085850"/>
                <a:gd name="T54" fmla="*/ 1570822 w 600075"/>
                <a:gd name="T55" fmla="*/ 2306210 h 1085850"/>
                <a:gd name="T56" fmla="*/ 1252724 w 600075"/>
                <a:gd name="T57" fmla="*/ 2254904 h 1085850"/>
                <a:gd name="T58" fmla="*/ 1216807 w 600075"/>
                <a:gd name="T59" fmla="*/ 2254904 h 1085850"/>
                <a:gd name="T60" fmla="*/ 1170634 w 600075"/>
                <a:gd name="T61" fmla="*/ 2254904 h 1085850"/>
                <a:gd name="T62" fmla="*/ 1124456 w 600075"/>
                <a:gd name="T63" fmla="*/ 2254904 h 1085850"/>
                <a:gd name="T64" fmla="*/ 1032105 w 600075"/>
                <a:gd name="T65" fmla="*/ 2239510 h 1085850"/>
                <a:gd name="T66" fmla="*/ 842276 w 600075"/>
                <a:gd name="T67" fmla="*/ 2100986 h 1085850"/>
                <a:gd name="T68" fmla="*/ 816620 w 600075"/>
                <a:gd name="T69" fmla="*/ 2100986 h 1085850"/>
                <a:gd name="T70" fmla="*/ 370260 w 600075"/>
                <a:gd name="T71" fmla="*/ 2336994 h 1085850"/>
                <a:gd name="T72" fmla="*/ 98335 w 600075"/>
                <a:gd name="T73" fmla="*/ 2701265 h 1085850"/>
                <a:gd name="T74" fmla="*/ 190686 w 600075"/>
                <a:gd name="T75" fmla="*/ 3599124 h 1085850"/>
                <a:gd name="T76" fmla="*/ 442088 w 600075"/>
                <a:gd name="T77" fmla="*/ 3681214 h 1085850"/>
                <a:gd name="T78" fmla="*/ 703747 w 600075"/>
                <a:gd name="T79" fmla="*/ 3655558 h 1085850"/>
                <a:gd name="T80" fmla="*/ 873059 w 600075"/>
                <a:gd name="T81" fmla="*/ 3645297 h 1085850"/>
                <a:gd name="T82" fmla="*/ 1119328 w 600075"/>
                <a:gd name="T83" fmla="*/ 3937744 h 1085850"/>
                <a:gd name="T84" fmla="*/ 1155240 w 600075"/>
                <a:gd name="T85" fmla="*/ 4373843 h 1085850"/>
                <a:gd name="T86" fmla="*/ 1257852 w 600075"/>
                <a:gd name="T87" fmla="*/ 4804815 h 1085850"/>
                <a:gd name="T88" fmla="*/ 1088545 w 600075"/>
                <a:gd name="T89" fmla="*/ 5635973 h 1085850"/>
                <a:gd name="T90" fmla="*/ 1201418 w 600075"/>
                <a:gd name="T91" fmla="*/ 5841198 h 1085850"/>
                <a:gd name="T92" fmla="*/ 1380986 w 600075"/>
                <a:gd name="T93" fmla="*/ 5712935 h 1085850"/>
                <a:gd name="T94" fmla="*/ 1806829 w 600075"/>
                <a:gd name="T95" fmla="*/ 5266569 h 1085850"/>
                <a:gd name="T96" fmla="*/ 2165972 w 600075"/>
                <a:gd name="T97" fmla="*/ 4435411 h 1085850"/>
                <a:gd name="T98" fmla="*/ 2181361 w 600075"/>
                <a:gd name="T99" fmla="*/ 4019834 h 1085850"/>
                <a:gd name="T100" fmla="*/ 2407107 w 600075"/>
                <a:gd name="T101" fmla="*/ 3475989 h 1085850"/>
                <a:gd name="T102" fmla="*/ 2340412 w 600075"/>
                <a:gd name="T103" fmla="*/ 3234848 h 1085850"/>
                <a:gd name="T104" fmla="*/ 2391718 w 600075"/>
                <a:gd name="T105" fmla="*/ 2957795 h 1085850"/>
                <a:gd name="T106" fmla="*/ 2514853 w 600075"/>
                <a:gd name="T107" fmla="*/ 2691003 h 1085850"/>
                <a:gd name="T108" fmla="*/ 2325018 w 600075"/>
                <a:gd name="T109" fmla="*/ 2388300 h 1085850"/>
                <a:gd name="T110" fmla="*/ 2407107 w 600075"/>
                <a:gd name="T111" fmla="*/ 2372906 h 1085850"/>
                <a:gd name="T112" fmla="*/ 2848339 w 600075"/>
                <a:gd name="T113" fmla="*/ 3188675 h 1085850"/>
                <a:gd name="T114" fmla="*/ 2971474 w 600075"/>
                <a:gd name="T115" fmla="*/ 3419550 h 1085850"/>
                <a:gd name="T116" fmla="*/ 3074086 w 600075"/>
                <a:gd name="T117" fmla="*/ 3245109 h 1085850"/>
                <a:gd name="T118" fmla="*/ 3192093 w 600075"/>
                <a:gd name="T119" fmla="*/ 2798749 h 1085850"/>
                <a:gd name="T120" fmla="*/ 3033041 w 600075"/>
                <a:gd name="T121" fmla="*/ 1921412 h 1085850"/>
                <a:gd name="T122" fmla="*/ 2427630 w 600075"/>
                <a:gd name="T123" fmla="*/ 869640 h 1085850"/>
                <a:gd name="T124" fmla="*/ 1227068 w 600075"/>
                <a:gd name="T125" fmla="*/ 38481 h 108585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600075" h="1085850">
                  <a:moveTo>
                    <a:pt x="227806" y="7144"/>
                  </a:moveTo>
                  <a:lnTo>
                    <a:pt x="219234" y="18574"/>
                  </a:lnTo>
                  <a:cubicBezTo>
                    <a:pt x="223044" y="42386"/>
                    <a:pt x="201136" y="56674"/>
                    <a:pt x="183039" y="66199"/>
                  </a:cubicBezTo>
                  <a:cubicBezTo>
                    <a:pt x="172561" y="70961"/>
                    <a:pt x="165894" y="73819"/>
                    <a:pt x="161131" y="73819"/>
                  </a:cubicBezTo>
                  <a:cubicBezTo>
                    <a:pt x="153511" y="73819"/>
                    <a:pt x="147796" y="69056"/>
                    <a:pt x="130651" y="63341"/>
                  </a:cubicBezTo>
                  <a:cubicBezTo>
                    <a:pt x="120174" y="59531"/>
                    <a:pt x="111601" y="57626"/>
                    <a:pt x="105886" y="57626"/>
                  </a:cubicBezTo>
                  <a:cubicBezTo>
                    <a:pt x="83026" y="57626"/>
                    <a:pt x="83979" y="81439"/>
                    <a:pt x="83979" y="113824"/>
                  </a:cubicBezTo>
                  <a:cubicBezTo>
                    <a:pt x="83979" y="136684"/>
                    <a:pt x="82074" y="173831"/>
                    <a:pt x="104934" y="173831"/>
                  </a:cubicBezTo>
                  <a:cubicBezTo>
                    <a:pt x="109696" y="173831"/>
                    <a:pt x="116364" y="171926"/>
                    <a:pt x="124936" y="167164"/>
                  </a:cubicBezTo>
                  <a:cubicBezTo>
                    <a:pt x="136366" y="160496"/>
                    <a:pt x="144939" y="135731"/>
                    <a:pt x="156369" y="135731"/>
                  </a:cubicBezTo>
                  <a:cubicBezTo>
                    <a:pt x="161131" y="135731"/>
                    <a:pt x="166846" y="140494"/>
                    <a:pt x="172561" y="151924"/>
                  </a:cubicBezTo>
                  <a:cubicBezTo>
                    <a:pt x="182086" y="169069"/>
                    <a:pt x="167799" y="191929"/>
                    <a:pt x="157321" y="202406"/>
                  </a:cubicBezTo>
                  <a:cubicBezTo>
                    <a:pt x="128746" y="229076"/>
                    <a:pt x="83979" y="207169"/>
                    <a:pt x="71596" y="252889"/>
                  </a:cubicBezTo>
                  <a:cubicBezTo>
                    <a:pt x="67786" y="266224"/>
                    <a:pt x="73501" y="281464"/>
                    <a:pt x="68739" y="294799"/>
                  </a:cubicBezTo>
                  <a:cubicBezTo>
                    <a:pt x="63024" y="310991"/>
                    <a:pt x="31591" y="335756"/>
                    <a:pt x="43021" y="356711"/>
                  </a:cubicBezTo>
                  <a:cubicBezTo>
                    <a:pt x="48736" y="367189"/>
                    <a:pt x="55404" y="370999"/>
                    <a:pt x="62071" y="370999"/>
                  </a:cubicBezTo>
                  <a:cubicBezTo>
                    <a:pt x="86836" y="370999"/>
                    <a:pt x="118269" y="325279"/>
                    <a:pt x="131604" y="313849"/>
                  </a:cubicBezTo>
                  <a:cubicBezTo>
                    <a:pt x="146844" y="300514"/>
                    <a:pt x="158274" y="295751"/>
                    <a:pt x="167799" y="295751"/>
                  </a:cubicBezTo>
                  <a:cubicBezTo>
                    <a:pt x="179229" y="295751"/>
                    <a:pt x="187801" y="301466"/>
                    <a:pt x="199231" y="308134"/>
                  </a:cubicBezTo>
                  <a:cubicBezTo>
                    <a:pt x="209709" y="313849"/>
                    <a:pt x="221139" y="320516"/>
                    <a:pt x="237331" y="320516"/>
                  </a:cubicBezTo>
                  <a:cubicBezTo>
                    <a:pt x="239236" y="320516"/>
                    <a:pt x="240189" y="320516"/>
                    <a:pt x="242094" y="320516"/>
                  </a:cubicBezTo>
                  <a:cubicBezTo>
                    <a:pt x="268764" y="318611"/>
                    <a:pt x="259239" y="310039"/>
                    <a:pt x="270669" y="291941"/>
                  </a:cubicBezTo>
                  <a:cubicBezTo>
                    <a:pt x="277336" y="280511"/>
                    <a:pt x="270669" y="270034"/>
                    <a:pt x="287814" y="270034"/>
                  </a:cubicBezTo>
                  <a:cubicBezTo>
                    <a:pt x="288766" y="270034"/>
                    <a:pt x="289719" y="270034"/>
                    <a:pt x="290671" y="270034"/>
                  </a:cubicBezTo>
                  <a:cubicBezTo>
                    <a:pt x="301149" y="270986"/>
                    <a:pt x="318294" y="294799"/>
                    <a:pt x="321151" y="304324"/>
                  </a:cubicBezTo>
                  <a:cubicBezTo>
                    <a:pt x="327819" y="333851"/>
                    <a:pt x="303054" y="334804"/>
                    <a:pt x="292576" y="355759"/>
                  </a:cubicBezTo>
                  <a:cubicBezTo>
                    <a:pt x="276384" y="391954"/>
                    <a:pt x="313531" y="391001"/>
                    <a:pt x="326866" y="416719"/>
                  </a:cubicBezTo>
                  <a:cubicBezTo>
                    <a:pt x="315436" y="425291"/>
                    <a:pt x="304006" y="428149"/>
                    <a:pt x="291624" y="428149"/>
                  </a:cubicBezTo>
                  <a:cubicBezTo>
                    <a:pt x="272574" y="428149"/>
                    <a:pt x="252571" y="420529"/>
                    <a:pt x="232569" y="418624"/>
                  </a:cubicBezTo>
                  <a:cubicBezTo>
                    <a:pt x="230664" y="418624"/>
                    <a:pt x="227806" y="418624"/>
                    <a:pt x="225901" y="418624"/>
                  </a:cubicBezTo>
                  <a:cubicBezTo>
                    <a:pt x="223044" y="418624"/>
                    <a:pt x="220186" y="418624"/>
                    <a:pt x="217329" y="418624"/>
                  </a:cubicBezTo>
                  <a:cubicBezTo>
                    <a:pt x="214471" y="418624"/>
                    <a:pt x="211614" y="418624"/>
                    <a:pt x="208756" y="418624"/>
                  </a:cubicBezTo>
                  <a:cubicBezTo>
                    <a:pt x="203041" y="418624"/>
                    <a:pt x="197326" y="417671"/>
                    <a:pt x="191611" y="415766"/>
                  </a:cubicBezTo>
                  <a:cubicBezTo>
                    <a:pt x="174466" y="408146"/>
                    <a:pt x="183039" y="392906"/>
                    <a:pt x="156369" y="390049"/>
                  </a:cubicBezTo>
                  <a:cubicBezTo>
                    <a:pt x="154464" y="390049"/>
                    <a:pt x="152559" y="390049"/>
                    <a:pt x="151606" y="390049"/>
                  </a:cubicBezTo>
                  <a:cubicBezTo>
                    <a:pt x="120174" y="390049"/>
                    <a:pt x="96361" y="420529"/>
                    <a:pt x="68739" y="433864"/>
                  </a:cubicBezTo>
                  <a:cubicBezTo>
                    <a:pt x="31591" y="451961"/>
                    <a:pt x="23019" y="463391"/>
                    <a:pt x="18256" y="501491"/>
                  </a:cubicBezTo>
                  <a:cubicBezTo>
                    <a:pt x="11589" y="551974"/>
                    <a:pt x="-10319" y="627221"/>
                    <a:pt x="35401" y="668179"/>
                  </a:cubicBezTo>
                  <a:cubicBezTo>
                    <a:pt x="48736" y="680561"/>
                    <a:pt x="64929" y="683419"/>
                    <a:pt x="82074" y="683419"/>
                  </a:cubicBezTo>
                  <a:cubicBezTo>
                    <a:pt x="98266" y="683419"/>
                    <a:pt x="114459" y="680561"/>
                    <a:pt x="130651" y="678656"/>
                  </a:cubicBezTo>
                  <a:cubicBezTo>
                    <a:pt x="142081" y="677704"/>
                    <a:pt x="152559" y="676751"/>
                    <a:pt x="162084" y="676751"/>
                  </a:cubicBezTo>
                  <a:cubicBezTo>
                    <a:pt x="193516" y="676751"/>
                    <a:pt x="208756" y="687229"/>
                    <a:pt x="207804" y="731044"/>
                  </a:cubicBezTo>
                  <a:cubicBezTo>
                    <a:pt x="207804" y="758666"/>
                    <a:pt x="204946" y="786289"/>
                    <a:pt x="214471" y="812006"/>
                  </a:cubicBezTo>
                  <a:cubicBezTo>
                    <a:pt x="223996" y="840581"/>
                    <a:pt x="236379" y="860584"/>
                    <a:pt x="233521" y="892016"/>
                  </a:cubicBezTo>
                  <a:cubicBezTo>
                    <a:pt x="228759" y="947261"/>
                    <a:pt x="196374" y="987266"/>
                    <a:pt x="202089" y="1046321"/>
                  </a:cubicBezTo>
                  <a:cubicBezTo>
                    <a:pt x="204946" y="1072039"/>
                    <a:pt x="211614" y="1084421"/>
                    <a:pt x="223044" y="1084421"/>
                  </a:cubicBezTo>
                  <a:cubicBezTo>
                    <a:pt x="231616" y="1084421"/>
                    <a:pt x="243046" y="1075849"/>
                    <a:pt x="256381" y="1060609"/>
                  </a:cubicBezTo>
                  <a:cubicBezTo>
                    <a:pt x="281146" y="1031081"/>
                    <a:pt x="309721" y="1006316"/>
                    <a:pt x="335439" y="977741"/>
                  </a:cubicBezTo>
                  <a:cubicBezTo>
                    <a:pt x="367824" y="942499"/>
                    <a:pt x="395446" y="870109"/>
                    <a:pt x="402114" y="823436"/>
                  </a:cubicBezTo>
                  <a:cubicBezTo>
                    <a:pt x="404971" y="797719"/>
                    <a:pt x="399256" y="771049"/>
                    <a:pt x="404971" y="746284"/>
                  </a:cubicBezTo>
                  <a:cubicBezTo>
                    <a:pt x="411639" y="709136"/>
                    <a:pt x="441166" y="680561"/>
                    <a:pt x="446881" y="645319"/>
                  </a:cubicBezTo>
                  <a:cubicBezTo>
                    <a:pt x="451644" y="617696"/>
                    <a:pt x="440214" y="623411"/>
                    <a:pt x="434499" y="600551"/>
                  </a:cubicBezTo>
                  <a:cubicBezTo>
                    <a:pt x="429736" y="583406"/>
                    <a:pt x="437356" y="563404"/>
                    <a:pt x="444024" y="549116"/>
                  </a:cubicBezTo>
                  <a:cubicBezTo>
                    <a:pt x="451644" y="532924"/>
                    <a:pt x="469741" y="519589"/>
                    <a:pt x="466884" y="499586"/>
                  </a:cubicBezTo>
                  <a:cubicBezTo>
                    <a:pt x="464026" y="477679"/>
                    <a:pt x="435451" y="464344"/>
                    <a:pt x="431641" y="443389"/>
                  </a:cubicBezTo>
                  <a:cubicBezTo>
                    <a:pt x="436404" y="441484"/>
                    <a:pt x="442119" y="440531"/>
                    <a:pt x="446881" y="440531"/>
                  </a:cubicBezTo>
                  <a:cubicBezTo>
                    <a:pt x="497364" y="440531"/>
                    <a:pt x="524034" y="557689"/>
                    <a:pt x="528796" y="591979"/>
                  </a:cubicBezTo>
                  <a:cubicBezTo>
                    <a:pt x="532606" y="618649"/>
                    <a:pt x="542131" y="634841"/>
                    <a:pt x="551656" y="634841"/>
                  </a:cubicBezTo>
                  <a:cubicBezTo>
                    <a:pt x="559276" y="634841"/>
                    <a:pt x="565944" y="625316"/>
                    <a:pt x="570706" y="602456"/>
                  </a:cubicBezTo>
                  <a:cubicBezTo>
                    <a:pt x="576421" y="572929"/>
                    <a:pt x="584994" y="546259"/>
                    <a:pt x="592614" y="519589"/>
                  </a:cubicBezTo>
                  <a:cubicBezTo>
                    <a:pt x="611664" y="448151"/>
                    <a:pt x="594519" y="416719"/>
                    <a:pt x="563086" y="356711"/>
                  </a:cubicBezTo>
                  <a:cubicBezTo>
                    <a:pt x="529749" y="293846"/>
                    <a:pt x="494506" y="219551"/>
                    <a:pt x="450691" y="161449"/>
                  </a:cubicBezTo>
                  <a:cubicBezTo>
                    <a:pt x="393541" y="91916"/>
                    <a:pt x="300196" y="51911"/>
                    <a:pt x="227806" y="7144"/>
                  </a:cubicBezTo>
                </a:path>
              </a:pathLst>
            </a:custGeom>
            <a:solidFill>
              <a:srgbClr val="724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10" name="Freeform: Shape 58">
              <a:extLst>
                <a:ext uri="{FF2B5EF4-FFF2-40B4-BE49-F238E27FC236}">
                  <a16:creationId xmlns:a16="http://schemas.microsoft.com/office/drawing/2014/main" id="{006B4B2C-3C9D-7744-5200-6DEE53E8C4D5}"/>
                </a:ext>
              </a:extLst>
            </p:cNvPr>
            <p:cNvSpPr>
              <a:spLocks/>
            </p:cNvSpPr>
            <p:nvPr/>
          </p:nvSpPr>
          <p:spPr bwMode="ltGray">
            <a:xfrm>
              <a:off x="3991507" y="4180841"/>
              <a:ext cx="1128733" cy="2206164"/>
            </a:xfrm>
            <a:custGeom>
              <a:avLst/>
              <a:gdLst>
                <a:gd name="T0" fmla="*/ 1038774 w 209550"/>
                <a:gd name="T1" fmla="*/ 38481 h 409575"/>
                <a:gd name="T2" fmla="*/ 869466 w 209550"/>
                <a:gd name="T3" fmla="*/ 243706 h 409575"/>
                <a:gd name="T4" fmla="*/ 833550 w 209550"/>
                <a:gd name="T5" fmla="*/ 536148 h 409575"/>
                <a:gd name="T6" fmla="*/ 648848 w 209550"/>
                <a:gd name="T7" fmla="*/ 926074 h 409575"/>
                <a:gd name="T8" fmla="*/ 402579 w 209550"/>
                <a:gd name="T9" fmla="*/ 1392963 h 409575"/>
                <a:gd name="T10" fmla="*/ 58826 w 209550"/>
                <a:gd name="T11" fmla="*/ 1772628 h 409575"/>
                <a:gd name="T12" fmla="*/ 53698 w 209550"/>
                <a:gd name="T13" fmla="*/ 2131771 h 409575"/>
                <a:gd name="T14" fmla="*/ 120393 w 209550"/>
                <a:gd name="T15" fmla="*/ 2193339 h 409575"/>
                <a:gd name="T16" fmla="*/ 151176 w 209550"/>
                <a:gd name="T17" fmla="*/ 2183078 h 409575"/>
                <a:gd name="T18" fmla="*/ 228138 w 209550"/>
                <a:gd name="T19" fmla="*/ 2111249 h 409575"/>
                <a:gd name="T20" fmla="*/ 376923 w 209550"/>
                <a:gd name="T21" fmla="*/ 1895763 h 409575"/>
                <a:gd name="T22" fmla="*/ 879722 w 209550"/>
                <a:gd name="T23" fmla="*/ 1023559 h 409575"/>
                <a:gd name="T24" fmla="*/ 1074691 w 209550"/>
                <a:gd name="T25" fmla="*/ 105176 h 409575"/>
                <a:gd name="T26" fmla="*/ 1038774 w 209550"/>
                <a:gd name="T27" fmla="*/ 38481 h 40957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09550" h="409575">
                  <a:moveTo>
                    <a:pt x="192849" y="7144"/>
                  </a:moveTo>
                  <a:cubicBezTo>
                    <a:pt x="187134" y="24289"/>
                    <a:pt x="168084" y="30004"/>
                    <a:pt x="161417" y="45244"/>
                  </a:cubicBezTo>
                  <a:cubicBezTo>
                    <a:pt x="156654" y="58579"/>
                    <a:pt x="157606" y="84296"/>
                    <a:pt x="154749" y="99536"/>
                  </a:cubicBezTo>
                  <a:cubicBezTo>
                    <a:pt x="149034" y="131921"/>
                    <a:pt x="137604" y="144304"/>
                    <a:pt x="120459" y="171926"/>
                  </a:cubicBezTo>
                  <a:cubicBezTo>
                    <a:pt x="102361" y="199549"/>
                    <a:pt x="96646" y="233839"/>
                    <a:pt x="74739" y="258604"/>
                  </a:cubicBezTo>
                  <a:cubicBezTo>
                    <a:pt x="53784" y="282416"/>
                    <a:pt x="19494" y="295751"/>
                    <a:pt x="10921" y="329089"/>
                  </a:cubicBezTo>
                  <a:cubicBezTo>
                    <a:pt x="7111" y="341471"/>
                    <a:pt x="5206" y="383381"/>
                    <a:pt x="9969" y="395764"/>
                  </a:cubicBezTo>
                  <a:cubicBezTo>
                    <a:pt x="13779" y="403384"/>
                    <a:pt x="17589" y="407194"/>
                    <a:pt x="22351" y="407194"/>
                  </a:cubicBezTo>
                  <a:cubicBezTo>
                    <a:pt x="24256" y="407194"/>
                    <a:pt x="26161" y="406241"/>
                    <a:pt x="28066" y="405289"/>
                  </a:cubicBezTo>
                  <a:cubicBezTo>
                    <a:pt x="32829" y="401479"/>
                    <a:pt x="37591" y="396716"/>
                    <a:pt x="42354" y="391954"/>
                  </a:cubicBezTo>
                  <a:cubicBezTo>
                    <a:pt x="52831" y="379571"/>
                    <a:pt x="62356" y="362426"/>
                    <a:pt x="69976" y="351949"/>
                  </a:cubicBezTo>
                  <a:cubicBezTo>
                    <a:pt x="106171" y="300514"/>
                    <a:pt x="131889" y="243364"/>
                    <a:pt x="163321" y="190024"/>
                  </a:cubicBezTo>
                  <a:cubicBezTo>
                    <a:pt x="195706" y="135731"/>
                    <a:pt x="218567" y="82391"/>
                    <a:pt x="199517" y="19526"/>
                  </a:cubicBezTo>
                  <a:lnTo>
                    <a:pt x="192849" y="7144"/>
                  </a:lnTo>
                  <a:close/>
                </a:path>
              </a:pathLst>
            </a:custGeom>
            <a:solidFill>
              <a:srgbClr val="724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11" name="Freeform: Shape 59">
              <a:extLst>
                <a:ext uri="{FF2B5EF4-FFF2-40B4-BE49-F238E27FC236}">
                  <a16:creationId xmlns:a16="http://schemas.microsoft.com/office/drawing/2014/main" id="{43611465-E664-9B56-8BA4-BB388B94DBE4}"/>
                </a:ext>
              </a:extLst>
            </p:cNvPr>
            <p:cNvSpPr>
              <a:spLocks/>
            </p:cNvSpPr>
            <p:nvPr/>
          </p:nvSpPr>
          <p:spPr bwMode="ltGray">
            <a:xfrm>
              <a:off x="3811259" y="4868343"/>
              <a:ext cx="359144" cy="718287"/>
            </a:xfrm>
            <a:custGeom>
              <a:avLst/>
              <a:gdLst>
                <a:gd name="T0" fmla="*/ 367342 w 66675"/>
                <a:gd name="T1" fmla="*/ 38481 h 133350"/>
                <a:gd name="T2" fmla="*/ 300641 w 66675"/>
                <a:gd name="T3" fmla="*/ 141093 h 133350"/>
                <a:gd name="T4" fmla="*/ 44110 w 66675"/>
                <a:gd name="T5" fmla="*/ 720851 h 133350"/>
                <a:gd name="T6" fmla="*/ 367342 w 66675"/>
                <a:gd name="T7" fmla="*/ 38481 h 1333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675" h="133350">
                  <a:moveTo>
                    <a:pt x="68197" y="7144"/>
                  </a:moveTo>
                  <a:lnTo>
                    <a:pt x="55814" y="26194"/>
                  </a:lnTo>
                  <a:cubicBezTo>
                    <a:pt x="46289" y="54769"/>
                    <a:pt x="-383" y="106204"/>
                    <a:pt x="8189" y="133826"/>
                  </a:cubicBezTo>
                  <a:cubicBezTo>
                    <a:pt x="66292" y="124301"/>
                    <a:pt x="68197" y="53816"/>
                    <a:pt x="68197" y="7144"/>
                  </a:cubicBezTo>
                </a:path>
              </a:pathLst>
            </a:custGeom>
            <a:solidFill>
              <a:srgbClr val="724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</p:grpSp>
      <p:grpSp>
        <p:nvGrpSpPr>
          <p:cNvPr id="12" name="Group 60">
            <a:extLst>
              <a:ext uri="{FF2B5EF4-FFF2-40B4-BE49-F238E27FC236}">
                <a16:creationId xmlns:a16="http://schemas.microsoft.com/office/drawing/2014/main" id="{C176B05B-4562-5A83-8B60-EFBE653A9B56}"/>
              </a:ext>
            </a:extLst>
          </p:cNvPr>
          <p:cNvGrpSpPr>
            <a:grpSpLocks/>
          </p:cNvGrpSpPr>
          <p:nvPr/>
        </p:nvGrpSpPr>
        <p:grpSpPr bwMode="auto">
          <a:xfrm>
            <a:off x="366326" y="2352523"/>
            <a:ext cx="2341563" cy="2874962"/>
            <a:chOff x="1079701" y="3783439"/>
            <a:chExt cx="2341873" cy="2873794"/>
          </a:xfrm>
        </p:grpSpPr>
        <p:grpSp>
          <p:nvGrpSpPr>
            <p:cNvPr id="13" name="Group 61">
              <a:extLst>
                <a:ext uri="{FF2B5EF4-FFF2-40B4-BE49-F238E27FC236}">
                  <a16:creationId xmlns:a16="http://schemas.microsoft.com/office/drawing/2014/main" id="{29A4DBED-F17B-A1E6-1D69-59FB4C3E153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80710" y="3783439"/>
              <a:ext cx="2339854" cy="1263353"/>
              <a:chOff x="9710941" y="4308631"/>
              <a:chExt cx="1770558" cy="955974"/>
            </a:xfrm>
          </p:grpSpPr>
          <p:grpSp>
            <p:nvGrpSpPr>
              <p:cNvPr id="15" name="Group 14">
                <a:extLst>
                  <a:ext uri="{FF2B5EF4-FFF2-40B4-BE49-F238E27FC236}">
                    <a16:creationId xmlns:a16="http://schemas.microsoft.com/office/drawing/2014/main" id="{35B8D296-113A-064E-4B30-366FA60C2046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9710941" y="4308631"/>
                <a:ext cx="1770558" cy="681805"/>
                <a:chOff x="2078951" y="1888610"/>
                <a:chExt cx="8030200" cy="3092248"/>
              </a:xfrm>
              <a:solidFill>
                <a:schemeClr val="bg1"/>
              </a:solidFill>
            </p:grpSpPr>
            <p:sp>
              <p:nvSpPr>
                <p:cNvPr id="17" name="Freeform: Shape 11">
                  <a:extLst>
                    <a:ext uri="{FF2B5EF4-FFF2-40B4-BE49-F238E27FC236}">
                      <a16:creationId xmlns:a16="http://schemas.microsoft.com/office/drawing/2014/main" id="{941642EC-1C1B-D370-D879-CE3C8DB8597C}"/>
                    </a:ext>
                  </a:extLst>
                </p:cNvPr>
                <p:cNvSpPr/>
                <p:nvPr/>
              </p:nvSpPr>
              <p:spPr>
                <a:xfrm>
                  <a:off x="2078951" y="2872694"/>
                  <a:ext cx="951880" cy="652717"/>
                </a:xfrm>
                <a:custGeom>
                  <a:avLst/>
                  <a:gdLst>
                    <a:gd name="connsiteX0" fmla="*/ 903041 w 951880"/>
                    <a:gd name="connsiteY0" fmla="*/ 330574 h 652717"/>
                    <a:gd name="connsiteX1" fmla="*/ 780656 w 951880"/>
                    <a:gd name="connsiteY1" fmla="*/ 379528 h 652717"/>
                    <a:gd name="connsiteX2" fmla="*/ 598439 w 951880"/>
                    <a:gd name="connsiteY2" fmla="*/ 311537 h 652717"/>
                    <a:gd name="connsiteX3" fmla="*/ 505970 w 951880"/>
                    <a:gd name="connsiteY3" fmla="*/ 164675 h 652717"/>
                    <a:gd name="connsiteX4" fmla="*/ 266640 w 951880"/>
                    <a:gd name="connsiteY4" fmla="*/ 61329 h 652717"/>
                    <a:gd name="connsiteX5" fmla="*/ 103461 w 951880"/>
                    <a:gd name="connsiteY5" fmla="*/ 458398 h 652717"/>
                    <a:gd name="connsiteX6" fmla="*/ 756179 w 951880"/>
                    <a:gd name="connsiteY6" fmla="*/ 485595 h 652717"/>
                    <a:gd name="connsiteX7" fmla="*/ 903041 w 951880"/>
                    <a:gd name="connsiteY7" fmla="*/ 330574 h 652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951880" h="652717">
                      <a:moveTo>
                        <a:pt x="903041" y="330574"/>
                      </a:moveTo>
                      <a:cubicBezTo>
                        <a:pt x="867685" y="363210"/>
                        <a:pt x="813292" y="374089"/>
                        <a:pt x="780656" y="379528"/>
                      </a:cubicBezTo>
                      <a:cubicBezTo>
                        <a:pt x="712664" y="387687"/>
                        <a:pt x="641953" y="365930"/>
                        <a:pt x="598439" y="311537"/>
                      </a:cubicBezTo>
                      <a:cubicBezTo>
                        <a:pt x="563083" y="268022"/>
                        <a:pt x="544046" y="210910"/>
                        <a:pt x="505970" y="164675"/>
                      </a:cubicBezTo>
                      <a:cubicBezTo>
                        <a:pt x="448858" y="93964"/>
                        <a:pt x="359109" y="45011"/>
                        <a:pt x="266640" y="61329"/>
                      </a:cubicBezTo>
                      <a:cubicBezTo>
                        <a:pt x="81704" y="93964"/>
                        <a:pt x="114" y="308817"/>
                        <a:pt x="103461" y="458398"/>
                      </a:cubicBezTo>
                      <a:cubicBezTo>
                        <a:pt x="253042" y="670531"/>
                        <a:pt x="584840" y="635176"/>
                        <a:pt x="756179" y="485595"/>
                      </a:cubicBezTo>
                      <a:cubicBezTo>
                        <a:pt x="813292" y="442080"/>
                        <a:pt x="862246" y="390407"/>
                        <a:pt x="903041" y="330574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18" name="Freeform: Shape 12">
                  <a:extLst>
                    <a:ext uri="{FF2B5EF4-FFF2-40B4-BE49-F238E27FC236}">
                      <a16:creationId xmlns:a16="http://schemas.microsoft.com/office/drawing/2014/main" id="{54246748-4F19-E66B-BDE0-BDE558E77C95}"/>
                    </a:ext>
                  </a:extLst>
                </p:cNvPr>
                <p:cNvSpPr/>
                <p:nvPr/>
              </p:nvSpPr>
              <p:spPr>
                <a:xfrm>
                  <a:off x="9151831" y="2872694"/>
                  <a:ext cx="951880" cy="652717"/>
                </a:xfrm>
                <a:custGeom>
                  <a:avLst/>
                  <a:gdLst>
                    <a:gd name="connsiteX0" fmla="*/ 58178 w 951880"/>
                    <a:gd name="connsiteY0" fmla="*/ 330574 h 652717"/>
                    <a:gd name="connsiteX1" fmla="*/ 180563 w 951880"/>
                    <a:gd name="connsiteY1" fmla="*/ 379528 h 652717"/>
                    <a:gd name="connsiteX2" fmla="*/ 362780 w 951880"/>
                    <a:gd name="connsiteY2" fmla="*/ 311537 h 652717"/>
                    <a:gd name="connsiteX3" fmla="*/ 455249 w 951880"/>
                    <a:gd name="connsiteY3" fmla="*/ 164675 h 652717"/>
                    <a:gd name="connsiteX4" fmla="*/ 694578 w 951880"/>
                    <a:gd name="connsiteY4" fmla="*/ 61329 h 652717"/>
                    <a:gd name="connsiteX5" fmla="*/ 857758 w 951880"/>
                    <a:gd name="connsiteY5" fmla="*/ 458398 h 652717"/>
                    <a:gd name="connsiteX6" fmla="*/ 205040 w 951880"/>
                    <a:gd name="connsiteY6" fmla="*/ 485595 h 652717"/>
                    <a:gd name="connsiteX7" fmla="*/ 58178 w 951880"/>
                    <a:gd name="connsiteY7" fmla="*/ 330574 h 652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951880" h="652717">
                      <a:moveTo>
                        <a:pt x="58178" y="330574"/>
                      </a:moveTo>
                      <a:cubicBezTo>
                        <a:pt x="96253" y="363210"/>
                        <a:pt x="147927" y="374089"/>
                        <a:pt x="180563" y="379528"/>
                      </a:cubicBezTo>
                      <a:cubicBezTo>
                        <a:pt x="248554" y="387687"/>
                        <a:pt x="319266" y="365930"/>
                        <a:pt x="362780" y="311537"/>
                      </a:cubicBezTo>
                      <a:cubicBezTo>
                        <a:pt x="398136" y="268022"/>
                        <a:pt x="417174" y="210910"/>
                        <a:pt x="455249" y="164675"/>
                      </a:cubicBezTo>
                      <a:cubicBezTo>
                        <a:pt x="512362" y="93964"/>
                        <a:pt x="602110" y="45011"/>
                        <a:pt x="694578" y="61329"/>
                      </a:cubicBezTo>
                      <a:cubicBezTo>
                        <a:pt x="879515" y="93964"/>
                        <a:pt x="961105" y="308817"/>
                        <a:pt x="857758" y="458398"/>
                      </a:cubicBezTo>
                      <a:cubicBezTo>
                        <a:pt x="708176" y="670531"/>
                        <a:pt x="376379" y="635176"/>
                        <a:pt x="205040" y="485595"/>
                      </a:cubicBezTo>
                      <a:cubicBezTo>
                        <a:pt x="150646" y="442080"/>
                        <a:pt x="101693" y="390407"/>
                        <a:pt x="58178" y="330574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19" name="Freeform: Shape 13">
                  <a:extLst>
                    <a:ext uri="{FF2B5EF4-FFF2-40B4-BE49-F238E27FC236}">
                      <a16:creationId xmlns:a16="http://schemas.microsoft.com/office/drawing/2014/main" id="{66BD1AA0-81AD-C363-4FDB-DE8283740B5A}"/>
                    </a:ext>
                  </a:extLst>
                </p:cNvPr>
                <p:cNvSpPr/>
                <p:nvPr/>
              </p:nvSpPr>
              <p:spPr>
                <a:xfrm>
                  <a:off x="8001294" y="2010994"/>
                  <a:ext cx="734308" cy="299162"/>
                </a:xfrm>
                <a:custGeom>
                  <a:avLst/>
                  <a:gdLst>
                    <a:gd name="connsiteX0" fmla="*/ 596792 w 734307"/>
                    <a:gd name="connsiteY0" fmla="*/ 58178 h 299162"/>
                    <a:gd name="connsiteX1" fmla="*/ 148048 w 734307"/>
                    <a:gd name="connsiteY1" fmla="*/ 58178 h 299162"/>
                    <a:gd name="connsiteX2" fmla="*/ 58299 w 734307"/>
                    <a:gd name="connsiteY2" fmla="*/ 150646 h 299162"/>
                    <a:gd name="connsiteX3" fmla="*/ 148048 w 734307"/>
                    <a:gd name="connsiteY3" fmla="*/ 251274 h 299162"/>
                    <a:gd name="connsiteX4" fmla="*/ 596792 w 734307"/>
                    <a:gd name="connsiteY4" fmla="*/ 251274 h 299162"/>
                    <a:gd name="connsiteX5" fmla="*/ 686541 w 734307"/>
                    <a:gd name="connsiteY5" fmla="*/ 158805 h 299162"/>
                    <a:gd name="connsiteX6" fmla="*/ 596792 w 734307"/>
                    <a:gd name="connsiteY6" fmla="*/ 58178 h 2991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34307" h="299162">
                      <a:moveTo>
                        <a:pt x="596792" y="58178"/>
                      </a:moveTo>
                      <a:cubicBezTo>
                        <a:pt x="591353" y="58178"/>
                        <a:pt x="153487" y="58178"/>
                        <a:pt x="148048" y="58178"/>
                      </a:cubicBezTo>
                      <a:cubicBezTo>
                        <a:pt x="99094" y="60898"/>
                        <a:pt x="61019" y="104412"/>
                        <a:pt x="58299" y="150646"/>
                      </a:cubicBezTo>
                      <a:cubicBezTo>
                        <a:pt x="55580" y="199600"/>
                        <a:pt x="99094" y="248554"/>
                        <a:pt x="148048" y="251274"/>
                      </a:cubicBezTo>
                      <a:cubicBezTo>
                        <a:pt x="153487" y="251274"/>
                        <a:pt x="591353" y="251274"/>
                        <a:pt x="596792" y="251274"/>
                      </a:cubicBezTo>
                      <a:cubicBezTo>
                        <a:pt x="645746" y="248554"/>
                        <a:pt x="683821" y="205040"/>
                        <a:pt x="686541" y="158805"/>
                      </a:cubicBezTo>
                      <a:cubicBezTo>
                        <a:pt x="689260" y="109852"/>
                        <a:pt x="648465" y="60898"/>
                        <a:pt x="596792" y="58178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20" name="Freeform: Shape 14">
                  <a:extLst>
                    <a:ext uri="{FF2B5EF4-FFF2-40B4-BE49-F238E27FC236}">
                      <a16:creationId xmlns:a16="http://schemas.microsoft.com/office/drawing/2014/main" id="{B0A56AA8-34C8-D3BC-ACE1-0C5440436072}"/>
                    </a:ext>
                  </a:extLst>
                </p:cNvPr>
                <p:cNvSpPr/>
                <p:nvPr/>
              </p:nvSpPr>
              <p:spPr>
                <a:xfrm>
                  <a:off x="4920042" y="2277520"/>
                  <a:ext cx="1006274" cy="951879"/>
                </a:xfrm>
                <a:custGeom>
                  <a:avLst/>
                  <a:gdLst>
                    <a:gd name="connsiteX0" fmla="*/ 884954 w 1006273"/>
                    <a:gd name="connsiteY0" fmla="*/ 746251 h 951879"/>
                    <a:gd name="connsiteX1" fmla="*/ 874076 w 1006273"/>
                    <a:gd name="connsiteY1" fmla="*/ 670101 h 951879"/>
                    <a:gd name="connsiteX2" fmla="*/ 874076 w 1006273"/>
                    <a:gd name="connsiteY2" fmla="*/ 536837 h 951879"/>
                    <a:gd name="connsiteX3" fmla="*/ 689139 w 1006273"/>
                    <a:gd name="connsiteY3" fmla="*/ 88094 h 951879"/>
                    <a:gd name="connsiteX4" fmla="*/ 428052 w 1006273"/>
                    <a:gd name="connsiteY4" fmla="*/ 253993 h 951879"/>
                    <a:gd name="connsiteX5" fmla="*/ 196881 w 1006273"/>
                    <a:gd name="connsiteY5" fmla="*/ 58178 h 951879"/>
                    <a:gd name="connsiteX6" fmla="*/ 58178 w 1006273"/>
                    <a:gd name="connsiteY6" fmla="*/ 128889 h 951879"/>
                    <a:gd name="connsiteX7" fmla="*/ 142488 w 1006273"/>
                    <a:gd name="connsiteY7" fmla="*/ 273031 h 951879"/>
                    <a:gd name="connsiteX8" fmla="*/ 142488 w 1006273"/>
                    <a:gd name="connsiteY8" fmla="*/ 757130 h 951879"/>
                    <a:gd name="connsiteX9" fmla="*/ 283910 w 1006273"/>
                    <a:gd name="connsiteY9" fmla="*/ 895832 h 951879"/>
                    <a:gd name="connsiteX10" fmla="*/ 428052 w 1006273"/>
                    <a:gd name="connsiteY10" fmla="*/ 757130 h 951879"/>
                    <a:gd name="connsiteX11" fmla="*/ 428052 w 1006273"/>
                    <a:gd name="connsiteY11" fmla="*/ 400855 h 951879"/>
                    <a:gd name="connsiteX12" fmla="*/ 523240 w 1006273"/>
                    <a:gd name="connsiteY12" fmla="*/ 283910 h 951879"/>
                    <a:gd name="connsiteX13" fmla="*/ 591231 w 1006273"/>
                    <a:gd name="connsiteY13" fmla="*/ 354621 h 951879"/>
                    <a:gd name="connsiteX14" fmla="*/ 591231 w 1006273"/>
                    <a:gd name="connsiteY14" fmla="*/ 697297 h 951879"/>
                    <a:gd name="connsiteX15" fmla="*/ 593951 w 1006273"/>
                    <a:gd name="connsiteY15" fmla="*/ 729933 h 951879"/>
                    <a:gd name="connsiteX16" fmla="*/ 610269 w 1006273"/>
                    <a:gd name="connsiteY16" fmla="*/ 778887 h 951879"/>
                    <a:gd name="connsiteX17" fmla="*/ 822402 w 1006273"/>
                    <a:gd name="connsiteY17" fmla="*/ 893112 h 951879"/>
                    <a:gd name="connsiteX18" fmla="*/ 961105 w 1006273"/>
                    <a:gd name="connsiteY18" fmla="*/ 822401 h 951879"/>
                    <a:gd name="connsiteX19" fmla="*/ 884954 w 1006273"/>
                    <a:gd name="connsiteY19" fmla="*/ 746251 h 9518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006273" h="951879">
                      <a:moveTo>
                        <a:pt x="884954" y="746251"/>
                      </a:moveTo>
                      <a:cubicBezTo>
                        <a:pt x="879515" y="721774"/>
                        <a:pt x="876795" y="694578"/>
                        <a:pt x="874076" y="670101"/>
                      </a:cubicBezTo>
                      <a:cubicBezTo>
                        <a:pt x="874076" y="634745"/>
                        <a:pt x="874076" y="583072"/>
                        <a:pt x="874076" y="536837"/>
                      </a:cubicBezTo>
                      <a:cubicBezTo>
                        <a:pt x="879515" y="373658"/>
                        <a:pt x="909431" y="88094"/>
                        <a:pt x="689139" y="88094"/>
                      </a:cubicBezTo>
                      <a:cubicBezTo>
                        <a:pt x="539558" y="88094"/>
                        <a:pt x="452529" y="213199"/>
                        <a:pt x="428052" y="253993"/>
                      </a:cubicBezTo>
                      <a:cubicBezTo>
                        <a:pt x="425332" y="139768"/>
                        <a:pt x="335583" y="58178"/>
                        <a:pt x="196881" y="58178"/>
                      </a:cubicBezTo>
                      <a:cubicBezTo>
                        <a:pt x="109852" y="58178"/>
                        <a:pt x="58178" y="128889"/>
                        <a:pt x="58178" y="128889"/>
                      </a:cubicBezTo>
                      <a:cubicBezTo>
                        <a:pt x="58178" y="128889"/>
                        <a:pt x="142488" y="158805"/>
                        <a:pt x="142488" y="273031"/>
                      </a:cubicBezTo>
                      <a:cubicBezTo>
                        <a:pt x="142488" y="354621"/>
                        <a:pt x="142488" y="757130"/>
                        <a:pt x="142488" y="757130"/>
                      </a:cubicBezTo>
                      <a:cubicBezTo>
                        <a:pt x="145207" y="827841"/>
                        <a:pt x="194161" y="895832"/>
                        <a:pt x="283910" y="895832"/>
                      </a:cubicBezTo>
                      <a:cubicBezTo>
                        <a:pt x="373659" y="895832"/>
                        <a:pt x="428052" y="827841"/>
                        <a:pt x="428052" y="757130"/>
                      </a:cubicBezTo>
                      <a:lnTo>
                        <a:pt x="428052" y="400855"/>
                      </a:lnTo>
                      <a:cubicBezTo>
                        <a:pt x="441650" y="343742"/>
                        <a:pt x="474286" y="283910"/>
                        <a:pt x="523240" y="283910"/>
                      </a:cubicBezTo>
                      <a:cubicBezTo>
                        <a:pt x="585792" y="283910"/>
                        <a:pt x="591231" y="354621"/>
                        <a:pt x="591231" y="354621"/>
                      </a:cubicBezTo>
                      <a:lnTo>
                        <a:pt x="591231" y="697297"/>
                      </a:lnTo>
                      <a:cubicBezTo>
                        <a:pt x="591231" y="708176"/>
                        <a:pt x="593951" y="719054"/>
                        <a:pt x="593951" y="729933"/>
                      </a:cubicBezTo>
                      <a:cubicBezTo>
                        <a:pt x="596671" y="748971"/>
                        <a:pt x="602110" y="765289"/>
                        <a:pt x="610269" y="778887"/>
                      </a:cubicBezTo>
                      <a:cubicBezTo>
                        <a:pt x="645624" y="846878"/>
                        <a:pt x="719055" y="893112"/>
                        <a:pt x="822402" y="893112"/>
                      </a:cubicBezTo>
                      <a:cubicBezTo>
                        <a:pt x="909431" y="893112"/>
                        <a:pt x="961105" y="822401"/>
                        <a:pt x="961105" y="822401"/>
                      </a:cubicBezTo>
                      <a:cubicBezTo>
                        <a:pt x="961105" y="822401"/>
                        <a:pt x="909431" y="808803"/>
                        <a:pt x="884954" y="746251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21" name="Freeform: Shape 15">
                  <a:extLst>
                    <a:ext uri="{FF2B5EF4-FFF2-40B4-BE49-F238E27FC236}">
                      <a16:creationId xmlns:a16="http://schemas.microsoft.com/office/drawing/2014/main" id="{A72781AD-20AC-A9A5-2168-B4684A67B9CD}"/>
                    </a:ext>
                  </a:extLst>
                </p:cNvPr>
                <p:cNvSpPr/>
                <p:nvPr/>
              </p:nvSpPr>
              <p:spPr>
                <a:xfrm>
                  <a:off x="7552331" y="1888610"/>
                  <a:ext cx="489539" cy="1332631"/>
                </a:xfrm>
                <a:custGeom>
                  <a:avLst/>
                  <a:gdLst>
                    <a:gd name="connsiteX0" fmla="*/ 368560 w 489538"/>
                    <a:gd name="connsiteY0" fmla="*/ 1135162 h 1332630"/>
                    <a:gd name="connsiteX1" fmla="*/ 357681 w 489538"/>
                    <a:gd name="connsiteY1" fmla="*/ 1059011 h 1332630"/>
                    <a:gd name="connsiteX2" fmla="*/ 357681 w 489538"/>
                    <a:gd name="connsiteY2" fmla="*/ 207759 h 1332630"/>
                    <a:gd name="connsiteX3" fmla="*/ 208099 w 489538"/>
                    <a:gd name="connsiteY3" fmla="*/ 58178 h 1332630"/>
                    <a:gd name="connsiteX4" fmla="*/ 58518 w 489538"/>
                    <a:gd name="connsiteY4" fmla="*/ 207759 h 1332630"/>
                    <a:gd name="connsiteX5" fmla="*/ 58518 w 489538"/>
                    <a:gd name="connsiteY5" fmla="*/ 961104 h 1332630"/>
                    <a:gd name="connsiteX6" fmla="*/ 85715 w 489538"/>
                    <a:gd name="connsiteY6" fmla="*/ 1159639 h 1332630"/>
                    <a:gd name="connsiteX7" fmla="*/ 306007 w 489538"/>
                    <a:gd name="connsiteY7" fmla="*/ 1282023 h 1332630"/>
                    <a:gd name="connsiteX8" fmla="*/ 444710 w 489538"/>
                    <a:gd name="connsiteY8" fmla="*/ 1211312 h 1332630"/>
                    <a:gd name="connsiteX9" fmla="*/ 368560 w 489538"/>
                    <a:gd name="connsiteY9" fmla="*/ 1135162 h 13326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89538" h="1332630">
                      <a:moveTo>
                        <a:pt x="368560" y="1135162"/>
                      </a:moveTo>
                      <a:cubicBezTo>
                        <a:pt x="363120" y="1110685"/>
                        <a:pt x="357681" y="1083488"/>
                        <a:pt x="357681" y="1059011"/>
                      </a:cubicBezTo>
                      <a:lnTo>
                        <a:pt x="357681" y="207759"/>
                      </a:lnTo>
                      <a:cubicBezTo>
                        <a:pt x="357681" y="126170"/>
                        <a:pt x="289689" y="58178"/>
                        <a:pt x="208099" y="58178"/>
                      </a:cubicBezTo>
                      <a:cubicBezTo>
                        <a:pt x="126510" y="58178"/>
                        <a:pt x="58518" y="126170"/>
                        <a:pt x="58518" y="207759"/>
                      </a:cubicBezTo>
                      <a:lnTo>
                        <a:pt x="58518" y="961104"/>
                      </a:lnTo>
                      <a:cubicBezTo>
                        <a:pt x="58518" y="1029095"/>
                        <a:pt x="53079" y="1097086"/>
                        <a:pt x="85715" y="1159639"/>
                      </a:cubicBezTo>
                      <a:cubicBezTo>
                        <a:pt x="118351" y="1227630"/>
                        <a:pt x="202660" y="1282023"/>
                        <a:pt x="306007" y="1282023"/>
                      </a:cubicBezTo>
                      <a:cubicBezTo>
                        <a:pt x="393036" y="1282023"/>
                        <a:pt x="444710" y="1211312"/>
                        <a:pt x="444710" y="1211312"/>
                      </a:cubicBezTo>
                      <a:cubicBezTo>
                        <a:pt x="444710" y="1211312"/>
                        <a:pt x="393036" y="1197714"/>
                        <a:pt x="368560" y="1135162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22" name="Freeform: Shape 16">
                  <a:extLst>
                    <a:ext uri="{FF2B5EF4-FFF2-40B4-BE49-F238E27FC236}">
                      <a16:creationId xmlns:a16="http://schemas.microsoft.com/office/drawing/2014/main" id="{42C30DC6-BDF6-7BE9-B098-0F13C05F7987}"/>
                    </a:ext>
                  </a:extLst>
                </p:cNvPr>
                <p:cNvSpPr/>
                <p:nvPr/>
              </p:nvSpPr>
              <p:spPr>
                <a:xfrm>
                  <a:off x="4162324" y="2357456"/>
                  <a:ext cx="815899" cy="815898"/>
                </a:xfrm>
                <a:custGeom>
                  <a:avLst/>
                  <a:gdLst>
                    <a:gd name="connsiteX0" fmla="*/ 407949 w 815899"/>
                    <a:gd name="connsiteY0" fmla="*/ 174058 h 815898"/>
                    <a:gd name="connsiteX1" fmla="*/ 293723 w 815899"/>
                    <a:gd name="connsiteY1" fmla="*/ 407950 h 815898"/>
                    <a:gd name="connsiteX2" fmla="*/ 410669 w 815899"/>
                    <a:gd name="connsiteY2" fmla="*/ 641840 h 815898"/>
                    <a:gd name="connsiteX3" fmla="*/ 522175 w 815899"/>
                    <a:gd name="connsiteY3" fmla="*/ 407950 h 815898"/>
                    <a:gd name="connsiteX4" fmla="*/ 407949 w 815899"/>
                    <a:gd name="connsiteY4" fmla="*/ 174058 h 815898"/>
                    <a:gd name="connsiteX5" fmla="*/ 407950 w 815899"/>
                    <a:gd name="connsiteY5" fmla="*/ 0 h 815898"/>
                    <a:gd name="connsiteX6" fmla="*/ 815899 w 815899"/>
                    <a:gd name="connsiteY6" fmla="*/ 407949 h 815898"/>
                    <a:gd name="connsiteX7" fmla="*/ 407950 w 815899"/>
                    <a:gd name="connsiteY7" fmla="*/ 815898 h 815898"/>
                    <a:gd name="connsiteX8" fmla="*/ 0 w 815899"/>
                    <a:gd name="connsiteY8" fmla="*/ 407949 h 815898"/>
                    <a:gd name="connsiteX9" fmla="*/ 407950 w 815899"/>
                    <a:gd name="connsiteY9" fmla="*/ 0 h 8158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15899" h="815898">
                      <a:moveTo>
                        <a:pt x="407949" y="174058"/>
                      </a:moveTo>
                      <a:cubicBezTo>
                        <a:pt x="342677" y="174058"/>
                        <a:pt x="293723" y="263807"/>
                        <a:pt x="293723" y="407950"/>
                      </a:cubicBezTo>
                      <a:cubicBezTo>
                        <a:pt x="293723" y="552091"/>
                        <a:pt x="331799" y="639120"/>
                        <a:pt x="410669" y="641840"/>
                      </a:cubicBezTo>
                      <a:cubicBezTo>
                        <a:pt x="489539" y="641840"/>
                        <a:pt x="527614" y="552091"/>
                        <a:pt x="522175" y="407950"/>
                      </a:cubicBezTo>
                      <a:cubicBezTo>
                        <a:pt x="522175" y="263807"/>
                        <a:pt x="473221" y="176778"/>
                        <a:pt x="407949" y="174058"/>
                      </a:cubicBezTo>
                      <a:close/>
                      <a:moveTo>
                        <a:pt x="407950" y="0"/>
                      </a:moveTo>
                      <a:cubicBezTo>
                        <a:pt x="633682" y="0"/>
                        <a:pt x="815899" y="182217"/>
                        <a:pt x="815899" y="407949"/>
                      </a:cubicBezTo>
                      <a:cubicBezTo>
                        <a:pt x="815899" y="633681"/>
                        <a:pt x="633682" y="815898"/>
                        <a:pt x="407950" y="815898"/>
                      </a:cubicBezTo>
                      <a:cubicBezTo>
                        <a:pt x="182218" y="815898"/>
                        <a:pt x="0" y="633681"/>
                        <a:pt x="0" y="407949"/>
                      </a:cubicBezTo>
                      <a:cubicBezTo>
                        <a:pt x="0" y="182217"/>
                        <a:pt x="182218" y="0"/>
                        <a:pt x="407950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23" name="Freeform: Shape 17">
                  <a:extLst>
                    <a:ext uri="{FF2B5EF4-FFF2-40B4-BE49-F238E27FC236}">
                      <a16:creationId xmlns:a16="http://schemas.microsoft.com/office/drawing/2014/main" id="{3A8EBCE6-B70F-B921-5445-8EAE067FDFFF}"/>
                    </a:ext>
                  </a:extLst>
                </p:cNvPr>
                <p:cNvSpPr/>
                <p:nvPr/>
              </p:nvSpPr>
              <p:spPr>
                <a:xfrm>
                  <a:off x="5884871" y="1946788"/>
                  <a:ext cx="912802" cy="1223846"/>
                </a:xfrm>
                <a:custGeom>
                  <a:avLst/>
                  <a:gdLst>
                    <a:gd name="connsiteX0" fmla="*/ 387907 w 912802"/>
                    <a:gd name="connsiteY0" fmla="*/ 620081 h 1223846"/>
                    <a:gd name="connsiteX1" fmla="*/ 273681 w 912802"/>
                    <a:gd name="connsiteY1" fmla="*/ 824055 h 1223846"/>
                    <a:gd name="connsiteX2" fmla="*/ 390627 w 912802"/>
                    <a:gd name="connsiteY2" fmla="*/ 1028029 h 1223846"/>
                    <a:gd name="connsiteX3" fmla="*/ 502132 w 912802"/>
                    <a:gd name="connsiteY3" fmla="*/ 824055 h 1223846"/>
                    <a:gd name="connsiteX4" fmla="*/ 387907 w 912802"/>
                    <a:gd name="connsiteY4" fmla="*/ 620081 h 1223846"/>
                    <a:gd name="connsiteX5" fmla="*/ 676192 w 912802"/>
                    <a:gd name="connsiteY5" fmla="*/ 0 h 1223846"/>
                    <a:gd name="connsiteX6" fmla="*/ 825773 w 912802"/>
                    <a:gd name="connsiteY6" fmla="*/ 149581 h 1223846"/>
                    <a:gd name="connsiteX7" fmla="*/ 825773 w 912802"/>
                    <a:gd name="connsiteY7" fmla="*/ 1000834 h 1223846"/>
                    <a:gd name="connsiteX8" fmla="*/ 836651 w 912802"/>
                    <a:gd name="connsiteY8" fmla="*/ 1076985 h 1223846"/>
                    <a:gd name="connsiteX9" fmla="*/ 912802 w 912802"/>
                    <a:gd name="connsiteY9" fmla="*/ 1150415 h 1223846"/>
                    <a:gd name="connsiteX10" fmla="*/ 774099 w 912802"/>
                    <a:gd name="connsiteY10" fmla="*/ 1221126 h 1223846"/>
                    <a:gd name="connsiteX11" fmla="*/ 553807 w 912802"/>
                    <a:gd name="connsiteY11" fmla="*/ 1098742 h 1223846"/>
                    <a:gd name="connsiteX12" fmla="*/ 548367 w 912802"/>
                    <a:gd name="connsiteY12" fmla="*/ 1085144 h 1223846"/>
                    <a:gd name="connsiteX13" fmla="*/ 398786 w 912802"/>
                    <a:gd name="connsiteY13" fmla="*/ 1212967 h 1223846"/>
                    <a:gd name="connsiteX14" fmla="*/ 156736 w 912802"/>
                    <a:gd name="connsiteY14" fmla="*/ 1180332 h 1223846"/>
                    <a:gd name="connsiteX15" fmla="*/ 287280 w 912802"/>
                    <a:gd name="connsiteY15" fmla="*/ 416107 h 1223846"/>
                    <a:gd name="connsiteX16" fmla="*/ 526611 w 912802"/>
                    <a:gd name="connsiteY16" fmla="*/ 552091 h 1223846"/>
                    <a:gd name="connsiteX17" fmla="*/ 526611 w 912802"/>
                    <a:gd name="connsiteY17" fmla="*/ 149581 h 1223846"/>
                    <a:gd name="connsiteX18" fmla="*/ 676192 w 912802"/>
                    <a:gd name="connsiteY18" fmla="*/ 0 h 12238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912802" h="1223846">
                      <a:moveTo>
                        <a:pt x="387907" y="620081"/>
                      </a:moveTo>
                      <a:cubicBezTo>
                        <a:pt x="322635" y="620081"/>
                        <a:pt x="273681" y="698951"/>
                        <a:pt x="273681" y="824055"/>
                      </a:cubicBezTo>
                      <a:cubicBezTo>
                        <a:pt x="273681" y="949160"/>
                        <a:pt x="311756" y="1028029"/>
                        <a:pt x="390627" y="1028029"/>
                      </a:cubicBezTo>
                      <a:cubicBezTo>
                        <a:pt x="466777" y="1025310"/>
                        <a:pt x="504852" y="949160"/>
                        <a:pt x="502132" y="824055"/>
                      </a:cubicBezTo>
                      <a:cubicBezTo>
                        <a:pt x="502132" y="698951"/>
                        <a:pt x="455898" y="622801"/>
                        <a:pt x="387907" y="620081"/>
                      </a:cubicBezTo>
                      <a:close/>
                      <a:moveTo>
                        <a:pt x="676192" y="0"/>
                      </a:moveTo>
                      <a:cubicBezTo>
                        <a:pt x="757781" y="0"/>
                        <a:pt x="825773" y="67992"/>
                        <a:pt x="825773" y="149581"/>
                      </a:cubicBezTo>
                      <a:lnTo>
                        <a:pt x="825773" y="1000834"/>
                      </a:lnTo>
                      <a:cubicBezTo>
                        <a:pt x="828492" y="1025311"/>
                        <a:pt x="831212" y="1052508"/>
                        <a:pt x="836651" y="1076985"/>
                      </a:cubicBezTo>
                      <a:cubicBezTo>
                        <a:pt x="861128" y="1139537"/>
                        <a:pt x="912802" y="1150415"/>
                        <a:pt x="912802" y="1150415"/>
                      </a:cubicBezTo>
                      <a:cubicBezTo>
                        <a:pt x="912802" y="1150415"/>
                        <a:pt x="861128" y="1221126"/>
                        <a:pt x="774099" y="1221126"/>
                      </a:cubicBezTo>
                      <a:cubicBezTo>
                        <a:pt x="670752" y="1221126"/>
                        <a:pt x="589162" y="1166733"/>
                        <a:pt x="553807" y="1098742"/>
                      </a:cubicBezTo>
                      <a:cubicBezTo>
                        <a:pt x="551087" y="1093303"/>
                        <a:pt x="551087" y="1090583"/>
                        <a:pt x="548367" y="1085144"/>
                      </a:cubicBezTo>
                      <a:cubicBezTo>
                        <a:pt x="534769" y="1147696"/>
                        <a:pt x="450460" y="1199369"/>
                        <a:pt x="398786" y="1212967"/>
                      </a:cubicBezTo>
                      <a:cubicBezTo>
                        <a:pt x="322636" y="1234725"/>
                        <a:pt x="222008" y="1223846"/>
                        <a:pt x="156736" y="1180332"/>
                      </a:cubicBezTo>
                      <a:cubicBezTo>
                        <a:pt x="-79874" y="1028031"/>
                        <a:pt x="-58117" y="416107"/>
                        <a:pt x="287280" y="416107"/>
                      </a:cubicBezTo>
                      <a:cubicBezTo>
                        <a:pt x="412385" y="416107"/>
                        <a:pt x="491255" y="503137"/>
                        <a:pt x="526611" y="552091"/>
                      </a:cubicBezTo>
                      <a:lnTo>
                        <a:pt x="526611" y="149581"/>
                      </a:lnTo>
                      <a:cubicBezTo>
                        <a:pt x="526611" y="67992"/>
                        <a:pt x="594602" y="0"/>
                        <a:pt x="676192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24" name="Freeform: Shape 18">
                  <a:extLst>
                    <a:ext uri="{FF2B5EF4-FFF2-40B4-BE49-F238E27FC236}">
                      <a16:creationId xmlns:a16="http://schemas.microsoft.com/office/drawing/2014/main" id="{4FA73972-DA7E-8E92-485A-65AF7EBC3179}"/>
                    </a:ext>
                  </a:extLst>
                </p:cNvPr>
                <p:cNvSpPr/>
                <p:nvPr/>
              </p:nvSpPr>
              <p:spPr>
                <a:xfrm>
                  <a:off x="6789513" y="2362895"/>
                  <a:ext cx="747906" cy="810458"/>
                </a:xfrm>
                <a:custGeom>
                  <a:avLst/>
                  <a:gdLst>
                    <a:gd name="connsiteX0" fmla="*/ 394818 w 747906"/>
                    <a:gd name="connsiteY0" fmla="*/ 163222 h 810458"/>
                    <a:gd name="connsiteX1" fmla="*/ 356275 w 747906"/>
                    <a:gd name="connsiteY1" fmla="*/ 174058 h 810458"/>
                    <a:gd name="connsiteX2" fmla="*/ 274685 w 747906"/>
                    <a:gd name="connsiteY2" fmla="*/ 356275 h 810458"/>
                    <a:gd name="connsiteX3" fmla="*/ 375313 w 747906"/>
                    <a:gd name="connsiteY3" fmla="*/ 358994 h 810458"/>
                    <a:gd name="connsiteX4" fmla="*/ 473220 w 747906"/>
                    <a:gd name="connsiteY4" fmla="*/ 239329 h 810458"/>
                    <a:gd name="connsiteX5" fmla="*/ 394818 w 747906"/>
                    <a:gd name="connsiteY5" fmla="*/ 163222 h 810458"/>
                    <a:gd name="connsiteX6" fmla="*/ 386192 w 747906"/>
                    <a:gd name="connsiteY6" fmla="*/ 0 h 810458"/>
                    <a:gd name="connsiteX7" fmla="*/ 747906 w 747906"/>
                    <a:gd name="connsiteY7" fmla="*/ 266526 h 810458"/>
                    <a:gd name="connsiteX8" fmla="*/ 291004 w 747906"/>
                    <a:gd name="connsiteY8" fmla="*/ 484100 h 810458"/>
                    <a:gd name="connsiteX9" fmla="*/ 497698 w 747906"/>
                    <a:gd name="connsiteY9" fmla="*/ 617363 h 810458"/>
                    <a:gd name="connsiteX10" fmla="*/ 712551 w 747906"/>
                    <a:gd name="connsiteY10" fmla="*/ 557530 h 810458"/>
                    <a:gd name="connsiteX11" fmla="*/ 388912 w 747906"/>
                    <a:gd name="connsiteY11" fmla="*/ 810458 h 810458"/>
                    <a:gd name="connsiteX12" fmla="*/ 0 w 747906"/>
                    <a:gd name="connsiteY12" fmla="*/ 413389 h 810458"/>
                    <a:gd name="connsiteX13" fmla="*/ 386192 w 747906"/>
                    <a:gd name="connsiteY13" fmla="*/ 0 h 8104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747906" h="810458">
                      <a:moveTo>
                        <a:pt x="394818" y="163222"/>
                      </a:moveTo>
                      <a:cubicBezTo>
                        <a:pt x="381772" y="163179"/>
                        <a:pt x="368514" y="166579"/>
                        <a:pt x="356275" y="174058"/>
                      </a:cubicBezTo>
                      <a:cubicBezTo>
                        <a:pt x="299162" y="212133"/>
                        <a:pt x="282844" y="291003"/>
                        <a:pt x="274685" y="356275"/>
                      </a:cubicBezTo>
                      <a:cubicBezTo>
                        <a:pt x="274685" y="364434"/>
                        <a:pt x="369873" y="358994"/>
                        <a:pt x="375313" y="358994"/>
                      </a:cubicBezTo>
                      <a:cubicBezTo>
                        <a:pt x="432425" y="345396"/>
                        <a:pt x="473220" y="301881"/>
                        <a:pt x="473220" y="239329"/>
                      </a:cubicBezTo>
                      <a:cubicBezTo>
                        <a:pt x="471181" y="194455"/>
                        <a:pt x="433956" y="163349"/>
                        <a:pt x="394818" y="163222"/>
                      </a:cubicBezTo>
                      <a:close/>
                      <a:moveTo>
                        <a:pt x="386192" y="0"/>
                      </a:moveTo>
                      <a:cubicBezTo>
                        <a:pt x="519455" y="0"/>
                        <a:pt x="747906" y="65272"/>
                        <a:pt x="747906" y="266526"/>
                      </a:cubicBezTo>
                      <a:cubicBezTo>
                        <a:pt x="747906" y="467782"/>
                        <a:pt x="538493" y="484100"/>
                        <a:pt x="291004" y="484100"/>
                      </a:cubicBezTo>
                      <a:cubicBezTo>
                        <a:pt x="291004" y="484100"/>
                        <a:pt x="326359" y="617363"/>
                        <a:pt x="497698" y="617363"/>
                      </a:cubicBezTo>
                      <a:cubicBezTo>
                        <a:pt x="669036" y="617363"/>
                        <a:pt x="712551" y="557530"/>
                        <a:pt x="712551" y="557530"/>
                      </a:cubicBezTo>
                      <a:cubicBezTo>
                        <a:pt x="712551" y="557530"/>
                        <a:pt x="696233" y="810458"/>
                        <a:pt x="388912" y="810458"/>
                      </a:cubicBezTo>
                      <a:cubicBezTo>
                        <a:pt x="212134" y="810458"/>
                        <a:pt x="0" y="677195"/>
                        <a:pt x="0" y="413389"/>
                      </a:cubicBezTo>
                      <a:cubicBezTo>
                        <a:pt x="0" y="176778"/>
                        <a:pt x="163180" y="0"/>
                        <a:pt x="386192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25" name="Freeform: Shape 19">
                  <a:extLst>
                    <a:ext uri="{FF2B5EF4-FFF2-40B4-BE49-F238E27FC236}">
                      <a16:creationId xmlns:a16="http://schemas.microsoft.com/office/drawing/2014/main" id="{06B9D2C6-2045-EBEC-1FED-85A1187C63FF}"/>
                    </a:ext>
                  </a:extLst>
                </p:cNvPr>
                <p:cNvSpPr/>
                <p:nvPr/>
              </p:nvSpPr>
              <p:spPr>
                <a:xfrm>
                  <a:off x="7988882" y="2362895"/>
                  <a:ext cx="747906" cy="810458"/>
                </a:xfrm>
                <a:custGeom>
                  <a:avLst/>
                  <a:gdLst>
                    <a:gd name="connsiteX0" fmla="*/ 394818 w 747906"/>
                    <a:gd name="connsiteY0" fmla="*/ 163222 h 810458"/>
                    <a:gd name="connsiteX1" fmla="*/ 356275 w 747906"/>
                    <a:gd name="connsiteY1" fmla="*/ 174058 h 810458"/>
                    <a:gd name="connsiteX2" fmla="*/ 274685 w 747906"/>
                    <a:gd name="connsiteY2" fmla="*/ 356275 h 810458"/>
                    <a:gd name="connsiteX3" fmla="*/ 375313 w 747906"/>
                    <a:gd name="connsiteY3" fmla="*/ 358994 h 810458"/>
                    <a:gd name="connsiteX4" fmla="*/ 473220 w 747906"/>
                    <a:gd name="connsiteY4" fmla="*/ 239329 h 810458"/>
                    <a:gd name="connsiteX5" fmla="*/ 394818 w 747906"/>
                    <a:gd name="connsiteY5" fmla="*/ 163222 h 810458"/>
                    <a:gd name="connsiteX6" fmla="*/ 386192 w 747906"/>
                    <a:gd name="connsiteY6" fmla="*/ 0 h 810458"/>
                    <a:gd name="connsiteX7" fmla="*/ 747906 w 747906"/>
                    <a:gd name="connsiteY7" fmla="*/ 266526 h 810458"/>
                    <a:gd name="connsiteX8" fmla="*/ 291004 w 747906"/>
                    <a:gd name="connsiteY8" fmla="*/ 484100 h 810458"/>
                    <a:gd name="connsiteX9" fmla="*/ 497697 w 747906"/>
                    <a:gd name="connsiteY9" fmla="*/ 617363 h 810458"/>
                    <a:gd name="connsiteX10" fmla="*/ 712551 w 747906"/>
                    <a:gd name="connsiteY10" fmla="*/ 557530 h 810458"/>
                    <a:gd name="connsiteX11" fmla="*/ 388911 w 747906"/>
                    <a:gd name="connsiteY11" fmla="*/ 810458 h 810458"/>
                    <a:gd name="connsiteX12" fmla="*/ 0 w 747906"/>
                    <a:gd name="connsiteY12" fmla="*/ 413389 h 810458"/>
                    <a:gd name="connsiteX13" fmla="*/ 386192 w 747906"/>
                    <a:gd name="connsiteY13" fmla="*/ 0 h 8104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747906" h="810458">
                      <a:moveTo>
                        <a:pt x="394818" y="163222"/>
                      </a:moveTo>
                      <a:cubicBezTo>
                        <a:pt x="381772" y="163179"/>
                        <a:pt x="368514" y="166579"/>
                        <a:pt x="356275" y="174058"/>
                      </a:cubicBezTo>
                      <a:cubicBezTo>
                        <a:pt x="299162" y="212133"/>
                        <a:pt x="282844" y="291003"/>
                        <a:pt x="274685" y="356275"/>
                      </a:cubicBezTo>
                      <a:cubicBezTo>
                        <a:pt x="274685" y="364434"/>
                        <a:pt x="369873" y="358994"/>
                        <a:pt x="375313" y="358994"/>
                      </a:cubicBezTo>
                      <a:cubicBezTo>
                        <a:pt x="432426" y="345396"/>
                        <a:pt x="473220" y="301881"/>
                        <a:pt x="473220" y="239329"/>
                      </a:cubicBezTo>
                      <a:cubicBezTo>
                        <a:pt x="471181" y="194455"/>
                        <a:pt x="433955" y="163349"/>
                        <a:pt x="394818" y="163222"/>
                      </a:cubicBezTo>
                      <a:close/>
                      <a:moveTo>
                        <a:pt x="386192" y="0"/>
                      </a:moveTo>
                      <a:cubicBezTo>
                        <a:pt x="519455" y="0"/>
                        <a:pt x="747906" y="65272"/>
                        <a:pt x="747906" y="266526"/>
                      </a:cubicBezTo>
                      <a:cubicBezTo>
                        <a:pt x="747906" y="467782"/>
                        <a:pt x="538492" y="484100"/>
                        <a:pt x="291004" y="484100"/>
                      </a:cubicBezTo>
                      <a:cubicBezTo>
                        <a:pt x="291004" y="484100"/>
                        <a:pt x="326359" y="617363"/>
                        <a:pt x="497697" y="617363"/>
                      </a:cubicBezTo>
                      <a:cubicBezTo>
                        <a:pt x="669036" y="617363"/>
                        <a:pt x="712551" y="557530"/>
                        <a:pt x="712551" y="557530"/>
                      </a:cubicBezTo>
                      <a:cubicBezTo>
                        <a:pt x="712551" y="557530"/>
                        <a:pt x="696233" y="810458"/>
                        <a:pt x="388911" y="810458"/>
                      </a:cubicBezTo>
                      <a:cubicBezTo>
                        <a:pt x="212133" y="810458"/>
                        <a:pt x="0" y="677195"/>
                        <a:pt x="0" y="413389"/>
                      </a:cubicBezTo>
                      <a:cubicBezTo>
                        <a:pt x="0" y="176778"/>
                        <a:pt x="163180" y="0"/>
                        <a:pt x="386192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26" name="Freeform: Shape 20">
                  <a:extLst>
                    <a:ext uri="{FF2B5EF4-FFF2-40B4-BE49-F238E27FC236}">
                      <a16:creationId xmlns:a16="http://schemas.microsoft.com/office/drawing/2014/main" id="{3FAFCB54-3AA0-293F-705C-3B7ECE4EC104}"/>
                    </a:ext>
                  </a:extLst>
                </p:cNvPr>
                <p:cNvSpPr/>
                <p:nvPr/>
              </p:nvSpPr>
              <p:spPr>
                <a:xfrm>
                  <a:off x="8683414" y="2274801"/>
                  <a:ext cx="897487" cy="951879"/>
                </a:xfrm>
                <a:custGeom>
                  <a:avLst/>
                  <a:gdLst>
                    <a:gd name="connsiteX0" fmla="*/ 580988 w 897487"/>
                    <a:gd name="connsiteY0" fmla="*/ 667381 h 951879"/>
                    <a:gd name="connsiteX1" fmla="*/ 409649 w 897487"/>
                    <a:gd name="connsiteY1" fmla="*/ 667381 h 951879"/>
                    <a:gd name="connsiteX2" fmla="*/ 591866 w 897487"/>
                    <a:gd name="connsiteY2" fmla="*/ 525959 h 951879"/>
                    <a:gd name="connsiteX3" fmla="*/ 842075 w 897487"/>
                    <a:gd name="connsiteY3" fmla="*/ 123450 h 951879"/>
                    <a:gd name="connsiteX4" fmla="*/ 842075 w 897487"/>
                    <a:gd name="connsiteY4" fmla="*/ 123450 h 951879"/>
                    <a:gd name="connsiteX5" fmla="*/ 798560 w 897487"/>
                    <a:gd name="connsiteY5" fmla="*/ 58178 h 951879"/>
                    <a:gd name="connsiteX6" fmla="*/ 746887 w 897487"/>
                    <a:gd name="connsiteY6" fmla="*/ 107132 h 951879"/>
                    <a:gd name="connsiteX7" fmla="*/ 697933 w 897487"/>
                    <a:gd name="connsiteY7" fmla="*/ 115291 h 951879"/>
                    <a:gd name="connsiteX8" fmla="*/ 219273 w 897487"/>
                    <a:gd name="connsiteY8" fmla="*/ 115291 h 951879"/>
                    <a:gd name="connsiteX9" fmla="*/ 102328 w 897487"/>
                    <a:gd name="connsiteY9" fmla="*/ 224077 h 951879"/>
                    <a:gd name="connsiteX10" fmla="*/ 213834 w 897487"/>
                    <a:gd name="connsiteY10" fmla="*/ 332863 h 951879"/>
                    <a:gd name="connsiteX11" fmla="*/ 485800 w 897487"/>
                    <a:gd name="connsiteY11" fmla="*/ 335583 h 951879"/>
                    <a:gd name="connsiteX12" fmla="*/ 134964 w 897487"/>
                    <a:gd name="connsiteY12" fmla="*/ 615708 h 951879"/>
                    <a:gd name="connsiteX13" fmla="*/ 61533 w 897487"/>
                    <a:gd name="connsiteY13" fmla="*/ 884953 h 951879"/>
                    <a:gd name="connsiteX14" fmla="*/ 398771 w 897487"/>
                    <a:gd name="connsiteY14" fmla="*/ 806083 h 951879"/>
                    <a:gd name="connsiteX15" fmla="*/ 529314 w 897487"/>
                    <a:gd name="connsiteY15" fmla="*/ 863196 h 951879"/>
                    <a:gd name="connsiteX16" fmla="*/ 782242 w 897487"/>
                    <a:gd name="connsiteY16" fmla="*/ 607549 h 951879"/>
                    <a:gd name="connsiteX17" fmla="*/ 580988 w 897487"/>
                    <a:gd name="connsiteY17" fmla="*/ 667381 h 9518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897487" h="951879">
                      <a:moveTo>
                        <a:pt x="580988" y="667381"/>
                      </a:moveTo>
                      <a:lnTo>
                        <a:pt x="409649" y="667381"/>
                      </a:lnTo>
                      <a:cubicBezTo>
                        <a:pt x="423248" y="667381"/>
                        <a:pt x="548352" y="561314"/>
                        <a:pt x="591866" y="525959"/>
                      </a:cubicBezTo>
                      <a:cubicBezTo>
                        <a:pt x="700653" y="433491"/>
                        <a:pt x="899188" y="297508"/>
                        <a:pt x="842075" y="123450"/>
                      </a:cubicBezTo>
                      <a:lnTo>
                        <a:pt x="842075" y="123450"/>
                      </a:lnTo>
                      <a:cubicBezTo>
                        <a:pt x="831197" y="82655"/>
                        <a:pt x="798560" y="58178"/>
                        <a:pt x="798560" y="58178"/>
                      </a:cubicBezTo>
                      <a:cubicBezTo>
                        <a:pt x="798560" y="58178"/>
                        <a:pt x="787682" y="90814"/>
                        <a:pt x="746887" y="107132"/>
                      </a:cubicBezTo>
                      <a:cubicBezTo>
                        <a:pt x="730569" y="109852"/>
                        <a:pt x="714251" y="115291"/>
                        <a:pt x="697933" y="115291"/>
                      </a:cubicBezTo>
                      <a:cubicBezTo>
                        <a:pt x="684334" y="115291"/>
                        <a:pt x="219273" y="115291"/>
                        <a:pt x="219273" y="115291"/>
                      </a:cubicBezTo>
                      <a:cubicBezTo>
                        <a:pt x="156721" y="115291"/>
                        <a:pt x="105048" y="166964"/>
                        <a:pt x="102328" y="224077"/>
                      </a:cubicBezTo>
                      <a:cubicBezTo>
                        <a:pt x="102328" y="283910"/>
                        <a:pt x="151282" y="332863"/>
                        <a:pt x="213834" y="332863"/>
                      </a:cubicBezTo>
                      <a:lnTo>
                        <a:pt x="485800" y="335583"/>
                      </a:lnTo>
                      <a:cubicBezTo>
                        <a:pt x="360695" y="406294"/>
                        <a:pt x="211114" y="487884"/>
                        <a:pt x="134964" y="615708"/>
                      </a:cubicBezTo>
                      <a:cubicBezTo>
                        <a:pt x="91449" y="689138"/>
                        <a:pt x="45215" y="800644"/>
                        <a:pt x="61533" y="884953"/>
                      </a:cubicBezTo>
                      <a:cubicBezTo>
                        <a:pt x="121366" y="830560"/>
                        <a:pt x="279106" y="778887"/>
                        <a:pt x="398771" y="806083"/>
                      </a:cubicBezTo>
                      <a:cubicBezTo>
                        <a:pt x="445005" y="814242"/>
                        <a:pt x="491239" y="838719"/>
                        <a:pt x="529314" y="863196"/>
                      </a:cubicBezTo>
                      <a:cubicBezTo>
                        <a:pt x="755046" y="1004618"/>
                        <a:pt x="891029" y="727213"/>
                        <a:pt x="782242" y="607549"/>
                      </a:cubicBezTo>
                      <a:cubicBezTo>
                        <a:pt x="784962" y="607549"/>
                        <a:pt x="722410" y="667381"/>
                        <a:pt x="580988" y="667381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27" name="Freeform: Shape 21">
                  <a:extLst>
                    <a:ext uri="{FF2B5EF4-FFF2-40B4-BE49-F238E27FC236}">
                      <a16:creationId xmlns:a16="http://schemas.microsoft.com/office/drawing/2014/main" id="{75997264-1073-8FF4-FD5C-633CAEEB076E}"/>
                    </a:ext>
                  </a:extLst>
                </p:cNvPr>
                <p:cNvSpPr/>
                <p:nvPr/>
              </p:nvSpPr>
              <p:spPr>
                <a:xfrm>
                  <a:off x="2624650" y="1948442"/>
                  <a:ext cx="1903761" cy="1577400"/>
                </a:xfrm>
                <a:custGeom>
                  <a:avLst/>
                  <a:gdLst>
                    <a:gd name="connsiteX0" fmla="*/ 1559430 w 1903760"/>
                    <a:gd name="connsiteY0" fmla="*/ 1165078 h 1577399"/>
                    <a:gd name="connsiteX1" fmla="*/ 1369054 w 1903760"/>
                    <a:gd name="connsiteY1" fmla="*/ 593950 h 1577399"/>
                    <a:gd name="connsiteX2" fmla="*/ 1483279 w 1903760"/>
                    <a:gd name="connsiteY2" fmla="*/ 126170 h 1577399"/>
                    <a:gd name="connsiteX3" fmla="*/ 1311941 w 1903760"/>
                    <a:gd name="connsiteY3" fmla="*/ 58178 h 1577399"/>
                    <a:gd name="connsiteX4" fmla="*/ 1078050 w 1903760"/>
                    <a:gd name="connsiteY4" fmla="*/ 205040 h 1577399"/>
                    <a:gd name="connsiteX5" fmla="*/ 846879 w 1903760"/>
                    <a:gd name="connsiteY5" fmla="*/ 523239 h 1577399"/>
                    <a:gd name="connsiteX6" fmla="*/ 645624 w 1903760"/>
                    <a:gd name="connsiteY6" fmla="*/ 210479 h 1577399"/>
                    <a:gd name="connsiteX7" fmla="*/ 455248 w 1903760"/>
                    <a:gd name="connsiteY7" fmla="*/ 63617 h 1577399"/>
                    <a:gd name="connsiteX8" fmla="*/ 234956 w 1903760"/>
                    <a:gd name="connsiteY8" fmla="*/ 137048 h 1577399"/>
                    <a:gd name="connsiteX9" fmla="*/ 316546 w 1903760"/>
                    <a:gd name="connsiteY9" fmla="*/ 588511 h 1577399"/>
                    <a:gd name="connsiteX10" fmla="*/ 58178 w 1903760"/>
                    <a:gd name="connsiteY10" fmla="*/ 1072610 h 1577399"/>
                    <a:gd name="connsiteX11" fmla="*/ 474286 w 1903760"/>
                    <a:gd name="connsiteY11" fmla="*/ 1020936 h 1577399"/>
                    <a:gd name="connsiteX12" fmla="*/ 555876 w 1903760"/>
                    <a:gd name="connsiteY12" fmla="*/ 572193 h 1577399"/>
                    <a:gd name="connsiteX13" fmla="*/ 830561 w 1903760"/>
                    <a:gd name="connsiteY13" fmla="*/ 993740 h 1577399"/>
                    <a:gd name="connsiteX14" fmla="*/ 1140602 w 1903760"/>
                    <a:gd name="connsiteY14" fmla="*/ 574913 h 1577399"/>
                    <a:gd name="connsiteX15" fmla="*/ 1567589 w 1903760"/>
                    <a:gd name="connsiteY15" fmla="*/ 1526792 h 1577399"/>
                    <a:gd name="connsiteX16" fmla="*/ 1866751 w 1903760"/>
                    <a:gd name="connsiteY16" fmla="*/ 1322818 h 1577399"/>
                    <a:gd name="connsiteX17" fmla="*/ 1559430 w 1903760"/>
                    <a:gd name="connsiteY17" fmla="*/ 1165078 h 1577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1903760" h="1577399">
                      <a:moveTo>
                        <a:pt x="1559430" y="1165078"/>
                      </a:moveTo>
                      <a:cubicBezTo>
                        <a:pt x="1420727" y="1012777"/>
                        <a:pt x="1377213" y="762569"/>
                        <a:pt x="1369054" y="593950"/>
                      </a:cubicBezTo>
                      <a:cubicBezTo>
                        <a:pt x="1360895" y="449809"/>
                        <a:pt x="1369054" y="199600"/>
                        <a:pt x="1483279" y="126170"/>
                      </a:cubicBezTo>
                      <a:cubicBezTo>
                        <a:pt x="1445204" y="77216"/>
                        <a:pt x="1369054" y="58178"/>
                        <a:pt x="1311941" y="58178"/>
                      </a:cubicBezTo>
                      <a:cubicBezTo>
                        <a:pt x="1184117" y="58178"/>
                        <a:pt x="1121565" y="142488"/>
                        <a:pt x="1078050" y="205040"/>
                      </a:cubicBezTo>
                      <a:cubicBezTo>
                        <a:pt x="1064452" y="224077"/>
                        <a:pt x="846879" y="523239"/>
                        <a:pt x="846879" y="523239"/>
                      </a:cubicBezTo>
                      <a:cubicBezTo>
                        <a:pt x="846879" y="523239"/>
                        <a:pt x="667382" y="243115"/>
                        <a:pt x="645624" y="210479"/>
                      </a:cubicBezTo>
                      <a:cubicBezTo>
                        <a:pt x="615708" y="164245"/>
                        <a:pt x="555876" y="77216"/>
                        <a:pt x="455248" y="63617"/>
                      </a:cubicBezTo>
                      <a:cubicBezTo>
                        <a:pt x="411734" y="58178"/>
                        <a:pt x="297508" y="52739"/>
                        <a:pt x="234956" y="137048"/>
                      </a:cubicBezTo>
                      <a:cubicBezTo>
                        <a:pt x="341023" y="221357"/>
                        <a:pt x="338303" y="438930"/>
                        <a:pt x="316546" y="588511"/>
                      </a:cubicBezTo>
                      <a:cubicBezTo>
                        <a:pt x="248554" y="1031815"/>
                        <a:pt x="58178" y="1072610"/>
                        <a:pt x="58178" y="1072610"/>
                      </a:cubicBezTo>
                      <a:cubicBezTo>
                        <a:pt x="156086" y="1333696"/>
                        <a:pt x="403575" y="1230350"/>
                        <a:pt x="474286" y="1020936"/>
                      </a:cubicBezTo>
                      <a:cubicBezTo>
                        <a:pt x="520520" y="884953"/>
                        <a:pt x="550436" y="713615"/>
                        <a:pt x="555876" y="572193"/>
                      </a:cubicBezTo>
                      <a:lnTo>
                        <a:pt x="830561" y="993740"/>
                      </a:lnTo>
                      <a:cubicBezTo>
                        <a:pt x="830561" y="993740"/>
                        <a:pt x="1140602" y="574913"/>
                        <a:pt x="1140602" y="574913"/>
                      </a:cubicBezTo>
                      <a:cubicBezTo>
                        <a:pt x="1088929" y="1314659"/>
                        <a:pt x="1344577" y="1526792"/>
                        <a:pt x="1567589" y="1526792"/>
                      </a:cubicBezTo>
                      <a:cubicBezTo>
                        <a:pt x="1790601" y="1526792"/>
                        <a:pt x="1866751" y="1322818"/>
                        <a:pt x="1866751" y="1322818"/>
                      </a:cubicBezTo>
                      <a:cubicBezTo>
                        <a:pt x="1744367" y="1314659"/>
                        <a:pt x="1641019" y="1252107"/>
                        <a:pt x="1559430" y="1165078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28" name="Freeform: Shape 22">
                  <a:extLst>
                    <a:ext uri="{FF2B5EF4-FFF2-40B4-BE49-F238E27FC236}">
                      <a16:creationId xmlns:a16="http://schemas.microsoft.com/office/drawing/2014/main" id="{A80FD0AC-D072-42B2-E07E-FC34BA244F26}"/>
                    </a:ext>
                  </a:extLst>
                </p:cNvPr>
                <p:cNvSpPr/>
                <p:nvPr/>
              </p:nvSpPr>
              <p:spPr>
                <a:xfrm>
                  <a:off x="4792218" y="3234839"/>
                  <a:ext cx="271966" cy="652717"/>
                </a:xfrm>
                <a:custGeom>
                  <a:avLst/>
                  <a:gdLst>
                    <a:gd name="connsiteX0" fmla="*/ 88095 w 271965"/>
                    <a:gd name="connsiteY0" fmla="*/ 120730 h 652717"/>
                    <a:gd name="connsiteX1" fmla="*/ 93534 w 271965"/>
                    <a:gd name="connsiteY1" fmla="*/ 153366 h 652717"/>
                    <a:gd name="connsiteX2" fmla="*/ 93534 w 271965"/>
                    <a:gd name="connsiteY2" fmla="*/ 544997 h 652717"/>
                    <a:gd name="connsiteX3" fmla="*/ 156086 w 271965"/>
                    <a:gd name="connsiteY3" fmla="*/ 604829 h 652717"/>
                    <a:gd name="connsiteX4" fmla="*/ 221358 w 271965"/>
                    <a:gd name="connsiteY4" fmla="*/ 544997 h 652717"/>
                    <a:gd name="connsiteX5" fmla="*/ 221358 w 271965"/>
                    <a:gd name="connsiteY5" fmla="*/ 194161 h 652717"/>
                    <a:gd name="connsiteX6" fmla="*/ 210479 w 271965"/>
                    <a:gd name="connsiteY6" fmla="*/ 109852 h 652717"/>
                    <a:gd name="connsiteX7" fmla="*/ 118011 w 271965"/>
                    <a:gd name="connsiteY7" fmla="*/ 58178 h 652717"/>
                    <a:gd name="connsiteX8" fmla="*/ 58178 w 271965"/>
                    <a:gd name="connsiteY8" fmla="*/ 88094 h 652717"/>
                    <a:gd name="connsiteX9" fmla="*/ 88095 w 271965"/>
                    <a:gd name="connsiteY9" fmla="*/ 120730 h 652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71965" h="652717">
                      <a:moveTo>
                        <a:pt x="88095" y="120730"/>
                      </a:moveTo>
                      <a:cubicBezTo>
                        <a:pt x="90814" y="131609"/>
                        <a:pt x="90814" y="142487"/>
                        <a:pt x="93534" y="153366"/>
                      </a:cubicBezTo>
                      <a:cubicBezTo>
                        <a:pt x="93534" y="156086"/>
                        <a:pt x="93534" y="542277"/>
                        <a:pt x="93534" y="544997"/>
                      </a:cubicBezTo>
                      <a:cubicBezTo>
                        <a:pt x="93534" y="577632"/>
                        <a:pt x="123450" y="604829"/>
                        <a:pt x="156086" y="604829"/>
                      </a:cubicBezTo>
                      <a:cubicBezTo>
                        <a:pt x="188722" y="607548"/>
                        <a:pt x="221358" y="577632"/>
                        <a:pt x="221358" y="544997"/>
                      </a:cubicBezTo>
                      <a:cubicBezTo>
                        <a:pt x="221358" y="539557"/>
                        <a:pt x="221358" y="194161"/>
                        <a:pt x="221358" y="194161"/>
                      </a:cubicBezTo>
                      <a:cubicBezTo>
                        <a:pt x="221358" y="164245"/>
                        <a:pt x="224078" y="134329"/>
                        <a:pt x="210479" y="109852"/>
                      </a:cubicBezTo>
                      <a:cubicBezTo>
                        <a:pt x="196881" y="79935"/>
                        <a:pt x="158806" y="58178"/>
                        <a:pt x="118011" y="58178"/>
                      </a:cubicBezTo>
                      <a:cubicBezTo>
                        <a:pt x="79936" y="58178"/>
                        <a:pt x="58178" y="88094"/>
                        <a:pt x="58178" y="88094"/>
                      </a:cubicBezTo>
                      <a:cubicBezTo>
                        <a:pt x="58178" y="88094"/>
                        <a:pt x="77216" y="93534"/>
                        <a:pt x="88095" y="120730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29" name="Freeform: Shape 23">
                  <a:extLst>
                    <a:ext uri="{FF2B5EF4-FFF2-40B4-BE49-F238E27FC236}">
                      <a16:creationId xmlns:a16="http://schemas.microsoft.com/office/drawing/2014/main" id="{31C6A853-5F00-A420-4E5C-02A80C1F1960}"/>
                    </a:ext>
                  </a:extLst>
                </p:cNvPr>
                <p:cNvSpPr/>
                <p:nvPr/>
              </p:nvSpPr>
              <p:spPr>
                <a:xfrm>
                  <a:off x="8751819" y="3234667"/>
                  <a:ext cx="271966" cy="652717"/>
                </a:xfrm>
                <a:custGeom>
                  <a:avLst/>
                  <a:gdLst>
                    <a:gd name="connsiteX0" fmla="*/ 191663 w 271965"/>
                    <a:gd name="connsiteY0" fmla="*/ 542449 h 652717"/>
                    <a:gd name="connsiteX1" fmla="*/ 186224 w 271965"/>
                    <a:gd name="connsiteY1" fmla="*/ 509813 h 652717"/>
                    <a:gd name="connsiteX2" fmla="*/ 186224 w 271965"/>
                    <a:gd name="connsiteY2" fmla="*/ 118183 h 652717"/>
                    <a:gd name="connsiteX3" fmla="*/ 123672 w 271965"/>
                    <a:gd name="connsiteY3" fmla="*/ 58350 h 652717"/>
                    <a:gd name="connsiteX4" fmla="*/ 58400 w 271965"/>
                    <a:gd name="connsiteY4" fmla="*/ 118183 h 652717"/>
                    <a:gd name="connsiteX5" fmla="*/ 58400 w 271965"/>
                    <a:gd name="connsiteY5" fmla="*/ 469018 h 652717"/>
                    <a:gd name="connsiteX6" fmla="*/ 69279 w 271965"/>
                    <a:gd name="connsiteY6" fmla="*/ 553328 h 652717"/>
                    <a:gd name="connsiteX7" fmla="*/ 161747 w 271965"/>
                    <a:gd name="connsiteY7" fmla="*/ 605001 h 652717"/>
                    <a:gd name="connsiteX8" fmla="*/ 221580 w 271965"/>
                    <a:gd name="connsiteY8" fmla="*/ 575085 h 652717"/>
                    <a:gd name="connsiteX9" fmla="*/ 191663 w 271965"/>
                    <a:gd name="connsiteY9" fmla="*/ 542449 h 652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71965" h="652717">
                      <a:moveTo>
                        <a:pt x="191663" y="542449"/>
                      </a:moveTo>
                      <a:cubicBezTo>
                        <a:pt x="188944" y="531570"/>
                        <a:pt x="186224" y="520692"/>
                        <a:pt x="186224" y="509813"/>
                      </a:cubicBezTo>
                      <a:cubicBezTo>
                        <a:pt x="186224" y="507093"/>
                        <a:pt x="186224" y="120902"/>
                        <a:pt x="186224" y="118183"/>
                      </a:cubicBezTo>
                      <a:cubicBezTo>
                        <a:pt x="186224" y="85547"/>
                        <a:pt x="156308" y="58350"/>
                        <a:pt x="123672" y="58350"/>
                      </a:cubicBezTo>
                      <a:cubicBezTo>
                        <a:pt x="91036" y="55631"/>
                        <a:pt x="58400" y="85547"/>
                        <a:pt x="58400" y="118183"/>
                      </a:cubicBezTo>
                      <a:cubicBezTo>
                        <a:pt x="58400" y="123622"/>
                        <a:pt x="58400" y="469018"/>
                        <a:pt x="58400" y="469018"/>
                      </a:cubicBezTo>
                      <a:cubicBezTo>
                        <a:pt x="58400" y="498934"/>
                        <a:pt x="55680" y="528851"/>
                        <a:pt x="69279" y="553328"/>
                      </a:cubicBezTo>
                      <a:cubicBezTo>
                        <a:pt x="82877" y="583244"/>
                        <a:pt x="120953" y="605001"/>
                        <a:pt x="161747" y="605001"/>
                      </a:cubicBezTo>
                      <a:cubicBezTo>
                        <a:pt x="199822" y="605001"/>
                        <a:pt x="221580" y="575085"/>
                        <a:pt x="221580" y="575085"/>
                      </a:cubicBezTo>
                      <a:cubicBezTo>
                        <a:pt x="221580" y="575085"/>
                        <a:pt x="202542" y="566926"/>
                        <a:pt x="191663" y="542449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30" name="Freeform: Shape 24">
                  <a:extLst>
                    <a:ext uri="{FF2B5EF4-FFF2-40B4-BE49-F238E27FC236}">
                      <a16:creationId xmlns:a16="http://schemas.microsoft.com/office/drawing/2014/main" id="{FF7EA8AF-A36E-AFF4-C8BE-7FAA27D8677A}"/>
                    </a:ext>
                  </a:extLst>
                </p:cNvPr>
                <p:cNvSpPr/>
                <p:nvPr/>
              </p:nvSpPr>
              <p:spPr>
                <a:xfrm>
                  <a:off x="6320666" y="3416868"/>
                  <a:ext cx="435145" cy="462341"/>
                </a:xfrm>
                <a:custGeom>
                  <a:avLst/>
                  <a:gdLst>
                    <a:gd name="connsiteX0" fmla="*/ 302948 w 435145"/>
                    <a:gd name="connsiteY0" fmla="*/ 74684 h 462341"/>
                    <a:gd name="connsiteX1" fmla="*/ 186003 w 435145"/>
                    <a:gd name="connsiteY1" fmla="*/ 148115 h 462341"/>
                    <a:gd name="connsiteX2" fmla="*/ 186003 w 435145"/>
                    <a:gd name="connsiteY2" fmla="*/ 148115 h 462341"/>
                    <a:gd name="connsiteX3" fmla="*/ 186003 w 435145"/>
                    <a:gd name="connsiteY3" fmla="*/ 115479 h 462341"/>
                    <a:gd name="connsiteX4" fmla="*/ 123450 w 435145"/>
                    <a:gd name="connsiteY4" fmla="*/ 58366 h 462341"/>
                    <a:gd name="connsiteX5" fmla="*/ 58178 w 435145"/>
                    <a:gd name="connsiteY5" fmla="*/ 115479 h 462341"/>
                    <a:gd name="connsiteX6" fmla="*/ 58178 w 435145"/>
                    <a:gd name="connsiteY6" fmla="*/ 362967 h 462341"/>
                    <a:gd name="connsiteX7" fmla="*/ 120730 w 435145"/>
                    <a:gd name="connsiteY7" fmla="*/ 422800 h 462341"/>
                    <a:gd name="connsiteX8" fmla="*/ 186003 w 435145"/>
                    <a:gd name="connsiteY8" fmla="*/ 362967 h 462341"/>
                    <a:gd name="connsiteX9" fmla="*/ 186003 w 435145"/>
                    <a:gd name="connsiteY9" fmla="*/ 213386 h 462341"/>
                    <a:gd name="connsiteX10" fmla="*/ 186003 w 435145"/>
                    <a:gd name="connsiteY10" fmla="*/ 213386 h 462341"/>
                    <a:gd name="connsiteX11" fmla="*/ 229517 w 435145"/>
                    <a:gd name="connsiteY11" fmla="*/ 161713 h 462341"/>
                    <a:gd name="connsiteX12" fmla="*/ 259433 w 435145"/>
                    <a:gd name="connsiteY12" fmla="*/ 194349 h 462341"/>
                    <a:gd name="connsiteX13" fmla="*/ 259433 w 435145"/>
                    <a:gd name="connsiteY13" fmla="*/ 362967 h 462341"/>
                    <a:gd name="connsiteX14" fmla="*/ 321985 w 435145"/>
                    <a:gd name="connsiteY14" fmla="*/ 422800 h 462341"/>
                    <a:gd name="connsiteX15" fmla="*/ 387257 w 435145"/>
                    <a:gd name="connsiteY15" fmla="*/ 362967 h 462341"/>
                    <a:gd name="connsiteX16" fmla="*/ 387257 w 435145"/>
                    <a:gd name="connsiteY16" fmla="*/ 273219 h 462341"/>
                    <a:gd name="connsiteX17" fmla="*/ 302948 w 435145"/>
                    <a:gd name="connsiteY17" fmla="*/ 74684 h 4623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435145" h="462341">
                      <a:moveTo>
                        <a:pt x="302948" y="74684"/>
                      </a:moveTo>
                      <a:cubicBezTo>
                        <a:pt x="234956" y="74684"/>
                        <a:pt x="196881" y="131797"/>
                        <a:pt x="186003" y="148115"/>
                      </a:cubicBezTo>
                      <a:lnTo>
                        <a:pt x="186003" y="148115"/>
                      </a:lnTo>
                      <a:cubicBezTo>
                        <a:pt x="186003" y="129077"/>
                        <a:pt x="186003" y="115479"/>
                        <a:pt x="186003" y="115479"/>
                      </a:cubicBezTo>
                      <a:cubicBezTo>
                        <a:pt x="186003" y="82843"/>
                        <a:pt x="156086" y="58366"/>
                        <a:pt x="123450" y="58366"/>
                      </a:cubicBezTo>
                      <a:cubicBezTo>
                        <a:pt x="90814" y="55646"/>
                        <a:pt x="58178" y="82843"/>
                        <a:pt x="58178" y="115479"/>
                      </a:cubicBezTo>
                      <a:cubicBezTo>
                        <a:pt x="58178" y="120918"/>
                        <a:pt x="58178" y="360248"/>
                        <a:pt x="58178" y="362967"/>
                      </a:cubicBezTo>
                      <a:cubicBezTo>
                        <a:pt x="58178" y="395603"/>
                        <a:pt x="88095" y="422800"/>
                        <a:pt x="120730" y="422800"/>
                      </a:cubicBezTo>
                      <a:cubicBezTo>
                        <a:pt x="153366" y="425519"/>
                        <a:pt x="186003" y="395603"/>
                        <a:pt x="186003" y="362967"/>
                      </a:cubicBezTo>
                      <a:cubicBezTo>
                        <a:pt x="186003" y="360248"/>
                        <a:pt x="186003" y="281378"/>
                        <a:pt x="186003" y="213386"/>
                      </a:cubicBezTo>
                      <a:lnTo>
                        <a:pt x="186003" y="213386"/>
                      </a:lnTo>
                      <a:cubicBezTo>
                        <a:pt x="191442" y="186190"/>
                        <a:pt x="205040" y="161713"/>
                        <a:pt x="229517" y="161713"/>
                      </a:cubicBezTo>
                      <a:cubicBezTo>
                        <a:pt x="259433" y="161713"/>
                        <a:pt x="259433" y="194349"/>
                        <a:pt x="259433" y="194349"/>
                      </a:cubicBezTo>
                      <a:lnTo>
                        <a:pt x="259433" y="362967"/>
                      </a:lnTo>
                      <a:cubicBezTo>
                        <a:pt x="259433" y="395603"/>
                        <a:pt x="289349" y="422800"/>
                        <a:pt x="321985" y="422800"/>
                      </a:cubicBezTo>
                      <a:cubicBezTo>
                        <a:pt x="354621" y="425519"/>
                        <a:pt x="387257" y="395603"/>
                        <a:pt x="387257" y="362967"/>
                      </a:cubicBezTo>
                      <a:lnTo>
                        <a:pt x="387257" y="273219"/>
                      </a:lnTo>
                      <a:cubicBezTo>
                        <a:pt x="387257" y="183470"/>
                        <a:pt x="395416" y="71964"/>
                        <a:pt x="302948" y="74684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31" name="Freeform: Shape 25">
                  <a:extLst>
                    <a:ext uri="{FF2B5EF4-FFF2-40B4-BE49-F238E27FC236}">
                      <a16:creationId xmlns:a16="http://schemas.microsoft.com/office/drawing/2014/main" id="{7B62C970-1A54-A7A5-BDCE-1E848FC6ABBC}"/>
                    </a:ext>
                  </a:extLst>
                </p:cNvPr>
                <p:cNvSpPr/>
                <p:nvPr/>
              </p:nvSpPr>
              <p:spPr>
                <a:xfrm>
                  <a:off x="7960620" y="3416868"/>
                  <a:ext cx="435145" cy="462341"/>
                </a:xfrm>
                <a:custGeom>
                  <a:avLst/>
                  <a:gdLst>
                    <a:gd name="connsiteX0" fmla="*/ 302948 w 435145"/>
                    <a:gd name="connsiteY0" fmla="*/ 74684 h 462341"/>
                    <a:gd name="connsiteX1" fmla="*/ 186002 w 435145"/>
                    <a:gd name="connsiteY1" fmla="*/ 148115 h 462341"/>
                    <a:gd name="connsiteX2" fmla="*/ 186002 w 435145"/>
                    <a:gd name="connsiteY2" fmla="*/ 148115 h 462341"/>
                    <a:gd name="connsiteX3" fmla="*/ 186002 w 435145"/>
                    <a:gd name="connsiteY3" fmla="*/ 115479 h 462341"/>
                    <a:gd name="connsiteX4" fmla="*/ 123450 w 435145"/>
                    <a:gd name="connsiteY4" fmla="*/ 58366 h 462341"/>
                    <a:gd name="connsiteX5" fmla="*/ 58178 w 435145"/>
                    <a:gd name="connsiteY5" fmla="*/ 115479 h 462341"/>
                    <a:gd name="connsiteX6" fmla="*/ 58178 w 435145"/>
                    <a:gd name="connsiteY6" fmla="*/ 362967 h 462341"/>
                    <a:gd name="connsiteX7" fmla="*/ 120730 w 435145"/>
                    <a:gd name="connsiteY7" fmla="*/ 422800 h 462341"/>
                    <a:gd name="connsiteX8" fmla="*/ 186002 w 435145"/>
                    <a:gd name="connsiteY8" fmla="*/ 362967 h 462341"/>
                    <a:gd name="connsiteX9" fmla="*/ 186002 w 435145"/>
                    <a:gd name="connsiteY9" fmla="*/ 213386 h 462341"/>
                    <a:gd name="connsiteX10" fmla="*/ 186002 w 435145"/>
                    <a:gd name="connsiteY10" fmla="*/ 213386 h 462341"/>
                    <a:gd name="connsiteX11" fmla="*/ 229517 w 435145"/>
                    <a:gd name="connsiteY11" fmla="*/ 161713 h 462341"/>
                    <a:gd name="connsiteX12" fmla="*/ 259433 w 435145"/>
                    <a:gd name="connsiteY12" fmla="*/ 194349 h 462341"/>
                    <a:gd name="connsiteX13" fmla="*/ 259433 w 435145"/>
                    <a:gd name="connsiteY13" fmla="*/ 362967 h 462341"/>
                    <a:gd name="connsiteX14" fmla="*/ 321985 w 435145"/>
                    <a:gd name="connsiteY14" fmla="*/ 422800 h 462341"/>
                    <a:gd name="connsiteX15" fmla="*/ 387257 w 435145"/>
                    <a:gd name="connsiteY15" fmla="*/ 362967 h 462341"/>
                    <a:gd name="connsiteX16" fmla="*/ 387257 w 435145"/>
                    <a:gd name="connsiteY16" fmla="*/ 273219 h 462341"/>
                    <a:gd name="connsiteX17" fmla="*/ 302948 w 435145"/>
                    <a:gd name="connsiteY17" fmla="*/ 74684 h 4623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435145" h="462341">
                      <a:moveTo>
                        <a:pt x="302948" y="74684"/>
                      </a:moveTo>
                      <a:cubicBezTo>
                        <a:pt x="234956" y="74684"/>
                        <a:pt x="196881" y="131797"/>
                        <a:pt x="186002" y="148115"/>
                      </a:cubicBezTo>
                      <a:lnTo>
                        <a:pt x="186002" y="148115"/>
                      </a:lnTo>
                      <a:cubicBezTo>
                        <a:pt x="186002" y="129077"/>
                        <a:pt x="186002" y="115479"/>
                        <a:pt x="186002" y="115479"/>
                      </a:cubicBezTo>
                      <a:cubicBezTo>
                        <a:pt x="186002" y="82843"/>
                        <a:pt x="156086" y="58366"/>
                        <a:pt x="123450" y="58366"/>
                      </a:cubicBezTo>
                      <a:cubicBezTo>
                        <a:pt x="90814" y="55646"/>
                        <a:pt x="58178" y="82843"/>
                        <a:pt x="58178" y="115479"/>
                      </a:cubicBezTo>
                      <a:cubicBezTo>
                        <a:pt x="58178" y="120918"/>
                        <a:pt x="58178" y="360248"/>
                        <a:pt x="58178" y="362967"/>
                      </a:cubicBezTo>
                      <a:cubicBezTo>
                        <a:pt x="58178" y="395603"/>
                        <a:pt x="88095" y="422800"/>
                        <a:pt x="120730" y="422800"/>
                      </a:cubicBezTo>
                      <a:cubicBezTo>
                        <a:pt x="153366" y="425519"/>
                        <a:pt x="186002" y="395603"/>
                        <a:pt x="186002" y="362967"/>
                      </a:cubicBezTo>
                      <a:cubicBezTo>
                        <a:pt x="186002" y="360248"/>
                        <a:pt x="186002" y="281378"/>
                        <a:pt x="186002" y="213386"/>
                      </a:cubicBezTo>
                      <a:lnTo>
                        <a:pt x="186002" y="213386"/>
                      </a:lnTo>
                      <a:cubicBezTo>
                        <a:pt x="191442" y="186190"/>
                        <a:pt x="205040" y="161713"/>
                        <a:pt x="229517" y="161713"/>
                      </a:cubicBezTo>
                      <a:cubicBezTo>
                        <a:pt x="259433" y="161713"/>
                        <a:pt x="259433" y="194349"/>
                        <a:pt x="259433" y="194349"/>
                      </a:cubicBezTo>
                      <a:lnTo>
                        <a:pt x="259433" y="362967"/>
                      </a:lnTo>
                      <a:cubicBezTo>
                        <a:pt x="259433" y="395603"/>
                        <a:pt x="289349" y="422800"/>
                        <a:pt x="321985" y="422800"/>
                      </a:cubicBezTo>
                      <a:cubicBezTo>
                        <a:pt x="354621" y="425519"/>
                        <a:pt x="387257" y="395603"/>
                        <a:pt x="387257" y="362967"/>
                      </a:cubicBezTo>
                      <a:lnTo>
                        <a:pt x="387257" y="273219"/>
                      </a:lnTo>
                      <a:cubicBezTo>
                        <a:pt x="384537" y="183470"/>
                        <a:pt x="395416" y="71964"/>
                        <a:pt x="302948" y="74684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32" name="Freeform: Shape 26">
                  <a:extLst>
                    <a:ext uri="{FF2B5EF4-FFF2-40B4-BE49-F238E27FC236}">
                      <a16:creationId xmlns:a16="http://schemas.microsoft.com/office/drawing/2014/main" id="{BDB3B898-2C51-861B-90A7-76ADF7553EA4}"/>
                    </a:ext>
                  </a:extLst>
                </p:cNvPr>
                <p:cNvSpPr/>
                <p:nvPr/>
              </p:nvSpPr>
              <p:spPr>
                <a:xfrm>
                  <a:off x="5020669" y="3416868"/>
                  <a:ext cx="435145" cy="462341"/>
                </a:xfrm>
                <a:custGeom>
                  <a:avLst/>
                  <a:gdLst>
                    <a:gd name="connsiteX0" fmla="*/ 302948 w 435145"/>
                    <a:gd name="connsiteY0" fmla="*/ 74684 h 462341"/>
                    <a:gd name="connsiteX1" fmla="*/ 186002 w 435145"/>
                    <a:gd name="connsiteY1" fmla="*/ 148115 h 462341"/>
                    <a:gd name="connsiteX2" fmla="*/ 186002 w 435145"/>
                    <a:gd name="connsiteY2" fmla="*/ 148115 h 462341"/>
                    <a:gd name="connsiteX3" fmla="*/ 186002 w 435145"/>
                    <a:gd name="connsiteY3" fmla="*/ 115479 h 462341"/>
                    <a:gd name="connsiteX4" fmla="*/ 123450 w 435145"/>
                    <a:gd name="connsiteY4" fmla="*/ 58366 h 462341"/>
                    <a:gd name="connsiteX5" fmla="*/ 58178 w 435145"/>
                    <a:gd name="connsiteY5" fmla="*/ 115479 h 462341"/>
                    <a:gd name="connsiteX6" fmla="*/ 58178 w 435145"/>
                    <a:gd name="connsiteY6" fmla="*/ 362967 h 462341"/>
                    <a:gd name="connsiteX7" fmla="*/ 120730 w 435145"/>
                    <a:gd name="connsiteY7" fmla="*/ 422800 h 462341"/>
                    <a:gd name="connsiteX8" fmla="*/ 186002 w 435145"/>
                    <a:gd name="connsiteY8" fmla="*/ 362967 h 462341"/>
                    <a:gd name="connsiteX9" fmla="*/ 186002 w 435145"/>
                    <a:gd name="connsiteY9" fmla="*/ 213386 h 462341"/>
                    <a:gd name="connsiteX10" fmla="*/ 186002 w 435145"/>
                    <a:gd name="connsiteY10" fmla="*/ 213386 h 462341"/>
                    <a:gd name="connsiteX11" fmla="*/ 229517 w 435145"/>
                    <a:gd name="connsiteY11" fmla="*/ 161713 h 462341"/>
                    <a:gd name="connsiteX12" fmla="*/ 259433 w 435145"/>
                    <a:gd name="connsiteY12" fmla="*/ 194349 h 462341"/>
                    <a:gd name="connsiteX13" fmla="*/ 259433 w 435145"/>
                    <a:gd name="connsiteY13" fmla="*/ 362967 h 462341"/>
                    <a:gd name="connsiteX14" fmla="*/ 321985 w 435145"/>
                    <a:gd name="connsiteY14" fmla="*/ 422800 h 462341"/>
                    <a:gd name="connsiteX15" fmla="*/ 387257 w 435145"/>
                    <a:gd name="connsiteY15" fmla="*/ 362967 h 462341"/>
                    <a:gd name="connsiteX16" fmla="*/ 387257 w 435145"/>
                    <a:gd name="connsiteY16" fmla="*/ 273219 h 462341"/>
                    <a:gd name="connsiteX17" fmla="*/ 302948 w 435145"/>
                    <a:gd name="connsiteY17" fmla="*/ 74684 h 4623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435145" h="462341">
                      <a:moveTo>
                        <a:pt x="302948" y="74684"/>
                      </a:moveTo>
                      <a:cubicBezTo>
                        <a:pt x="234956" y="74684"/>
                        <a:pt x="196881" y="131797"/>
                        <a:pt x="186002" y="148115"/>
                      </a:cubicBezTo>
                      <a:lnTo>
                        <a:pt x="186002" y="148115"/>
                      </a:lnTo>
                      <a:cubicBezTo>
                        <a:pt x="186002" y="129077"/>
                        <a:pt x="186002" y="115479"/>
                        <a:pt x="186002" y="115479"/>
                      </a:cubicBezTo>
                      <a:cubicBezTo>
                        <a:pt x="186002" y="82843"/>
                        <a:pt x="156086" y="58366"/>
                        <a:pt x="123450" y="58366"/>
                      </a:cubicBezTo>
                      <a:cubicBezTo>
                        <a:pt x="90814" y="55646"/>
                        <a:pt x="58178" y="82843"/>
                        <a:pt x="58178" y="115479"/>
                      </a:cubicBezTo>
                      <a:cubicBezTo>
                        <a:pt x="58178" y="120918"/>
                        <a:pt x="58178" y="360248"/>
                        <a:pt x="58178" y="362967"/>
                      </a:cubicBezTo>
                      <a:cubicBezTo>
                        <a:pt x="58178" y="395603"/>
                        <a:pt x="88094" y="422800"/>
                        <a:pt x="120730" y="422800"/>
                      </a:cubicBezTo>
                      <a:cubicBezTo>
                        <a:pt x="153366" y="425519"/>
                        <a:pt x="186002" y="395603"/>
                        <a:pt x="186002" y="362967"/>
                      </a:cubicBezTo>
                      <a:cubicBezTo>
                        <a:pt x="186002" y="360248"/>
                        <a:pt x="186002" y="281378"/>
                        <a:pt x="186002" y="213386"/>
                      </a:cubicBezTo>
                      <a:lnTo>
                        <a:pt x="186002" y="213386"/>
                      </a:lnTo>
                      <a:cubicBezTo>
                        <a:pt x="191442" y="186190"/>
                        <a:pt x="205040" y="161713"/>
                        <a:pt x="229517" y="161713"/>
                      </a:cubicBezTo>
                      <a:cubicBezTo>
                        <a:pt x="259433" y="161713"/>
                        <a:pt x="259433" y="194349"/>
                        <a:pt x="259433" y="194349"/>
                      </a:cubicBezTo>
                      <a:lnTo>
                        <a:pt x="259433" y="362967"/>
                      </a:lnTo>
                      <a:cubicBezTo>
                        <a:pt x="259433" y="395603"/>
                        <a:pt x="289349" y="422800"/>
                        <a:pt x="321985" y="422800"/>
                      </a:cubicBezTo>
                      <a:cubicBezTo>
                        <a:pt x="354621" y="425519"/>
                        <a:pt x="387257" y="395603"/>
                        <a:pt x="387257" y="362967"/>
                      </a:cubicBezTo>
                      <a:lnTo>
                        <a:pt x="387257" y="273219"/>
                      </a:lnTo>
                      <a:cubicBezTo>
                        <a:pt x="384537" y="183470"/>
                        <a:pt x="395416" y="71964"/>
                        <a:pt x="302948" y="74684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33" name="Freeform: Shape 27">
                  <a:extLst>
                    <a:ext uri="{FF2B5EF4-FFF2-40B4-BE49-F238E27FC236}">
                      <a16:creationId xmlns:a16="http://schemas.microsoft.com/office/drawing/2014/main" id="{CD7B9E5D-66A1-926A-59CB-F0AC61BE0E59}"/>
                    </a:ext>
                  </a:extLst>
                </p:cNvPr>
                <p:cNvSpPr/>
                <p:nvPr/>
              </p:nvSpPr>
              <p:spPr>
                <a:xfrm>
                  <a:off x="7616289" y="3475234"/>
                  <a:ext cx="364436" cy="364434"/>
                </a:xfrm>
                <a:custGeom>
                  <a:avLst/>
                  <a:gdLst>
                    <a:gd name="connsiteX0" fmla="*/ 182218 w 364436"/>
                    <a:gd name="connsiteY0" fmla="*/ 73431 h 364434"/>
                    <a:gd name="connsiteX1" fmla="*/ 130544 w 364436"/>
                    <a:gd name="connsiteY1" fmla="*/ 179499 h 364434"/>
                    <a:gd name="connsiteX2" fmla="*/ 182218 w 364436"/>
                    <a:gd name="connsiteY2" fmla="*/ 285565 h 364434"/>
                    <a:gd name="connsiteX3" fmla="*/ 233891 w 364436"/>
                    <a:gd name="connsiteY3" fmla="*/ 179499 h 364434"/>
                    <a:gd name="connsiteX4" fmla="*/ 182218 w 364436"/>
                    <a:gd name="connsiteY4" fmla="*/ 73431 h 364434"/>
                    <a:gd name="connsiteX5" fmla="*/ 182219 w 364436"/>
                    <a:gd name="connsiteY5" fmla="*/ 0 h 364434"/>
                    <a:gd name="connsiteX6" fmla="*/ 364436 w 364436"/>
                    <a:gd name="connsiteY6" fmla="*/ 182217 h 364434"/>
                    <a:gd name="connsiteX7" fmla="*/ 182219 w 364436"/>
                    <a:gd name="connsiteY7" fmla="*/ 364434 h 364434"/>
                    <a:gd name="connsiteX8" fmla="*/ 0 w 364436"/>
                    <a:gd name="connsiteY8" fmla="*/ 182217 h 364434"/>
                    <a:gd name="connsiteX9" fmla="*/ 182219 w 364436"/>
                    <a:gd name="connsiteY9" fmla="*/ 0 h 3644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64436" h="364434">
                      <a:moveTo>
                        <a:pt x="182218" y="73431"/>
                      </a:moveTo>
                      <a:cubicBezTo>
                        <a:pt x="152302" y="76151"/>
                        <a:pt x="130544" y="114226"/>
                        <a:pt x="130544" y="179499"/>
                      </a:cubicBezTo>
                      <a:cubicBezTo>
                        <a:pt x="130544" y="244770"/>
                        <a:pt x="146862" y="285565"/>
                        <a:pt x="182218" y="285565"/>
                      </a:cubicBezTo>
                      <a:cubicBezTo>
                        <a:pt x="217573" y="285565"/>
                        <a:pt x="233891" y="247490"/>
                        <a:pt x="233891" y="179499"/>
                      </a:cubicBezTo>
                      <a:cubicBezTo>
                        <a:pt x="233891" y="114226"/>
                        <a:pt x="212134" y="73431"/>
                        <a:pt x="182218" y="73431"/>
                      </a:cubicBezTo>
                      <a:close/>
                      <a:moveTo>
                        <a:pt x="182219" y="0"/>
                      </a:moveTo>
                      <a:cubicBezTo>
                        <a:pt x="282846" y="0"/>
                        <a:pt x="364436" y="81590"/>
                        <a:pt x="364436" y="182217"/>
                      </a:cubicBezTo>
                      <a:cubicBezTo>
                        <a:pt x="364436" y="282844"/>
                        <a:pt x="282846" y="364434"/>
                        <a:pt x="182219" y="364434"/>
                      </a:cubicBezTo>
                      <a:cubicBezTo>
                        <a:pt x="81591" y="364434"/>
                        <a:pt x="0" y="282844"/>
                        <a:pt x="0" y="182217"/>
                      </a:cubicBezTo>
                      <a:cubicBezTo>
                        <a:pt x="0" y="81590"/>
                        <a:pt x="81591" y="0"/>
                        <a:pt x="182219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34" name="Freeform: Shape 28">
                  <a:extLst>
                    <a:ext uri="{FF2B5EF4-FFF2-40B4-BE49-F238E27FC236}">
                      <a16:creationId xmlns:a16="http://schemas.microsoft.com/office/drawing/2014/main" id="{7D17CF51-7B55-C1C8-FA54-F0B1EBBDC5FE}"/>
                    </a:ext>
                  </a:extLst>
                </p:cNvPr>
                <p:cNvSpPr/>
                <p:nvPr/>
              </p:nvSpPr>
              <p:spPr>
                <a:xfrm>
                  <a:off x="6743101" y="3464184"/>
                  <a:ext cx="372773" cy="375657"/>
                </a:xfrm>
                <a:custGeom>
                  <a:avLst/>
                  <a:gdLst>
                    <a:gd name="connsiteX0" fmla="*/ 176958 w 372773"/>
                    <a:gd name="connsiteY0" fmla="*/ 98080 h 375657"/>
                    <a:gd name="connsiteX1" fmla="*/ 125284 w 372773"/>
                    <a:gd name="connsiteY1" fmla="*/ 190548 h 375657"/>
                    <a:gd name="connsiteX2" fmla="*/ 176958 w 372773"/>
                    <a:gd name="connsiteY2" fmla="*/ 283017 h 375657"/>
                    <a:gd name="connsiteX3" fmla="*/ 228631 w 372773"/>
                    <a:gd name="connsiteY3" fmla="*/ 190548 h 375657"/>
                    <a:gd name="connsiteX4" fmla="*/ 176958 w 372773"/>
                    <a:gd name="connsiteY4" fmla="*/ 98080 h 375657"/>
                    <a:gd name="connsiteX5" fmla="*/ 307501 w 372773"/>
                    <a:gd name="connsiteY5" fmla="*/ 172 h 375657"/>
                    <a:gd name="connsiteX6" fmla="*/ 372773 w 372773"/>
                    <a:gd name="connsiteY6" fmla="*/ 62724 h 375657"/>
                    <a:gd name="connsiteX7" fmla="*/ 372773 w 372773"/>
                    <a:gd name="connsiteY7" fmla="*/ 312934 h 375657"/>
                    <a:gd name="connsiteX8" fmla="*/ 302061 w 372773"/>
                    <a:gd name="connsiteY8" fmla="*/ 375486 h 375657"/>
                    <a:gd name="connsiteX9" fmla="*/ 239509 w 372773"/>
                    <a:gd name="connsiteY9" fmla="*/ 326532 h 375657"/>
                    <a:gd name="connsiteX10" fmla="*/ 179677 w 372773"/>
                    <a:gd name="connsiteY10" fmla="*/ 370046 h 375657"/>
                    <a:gd name="connsiteX11" fmla="*/ 70890 w 372773"/>
                    <a:gd name="connsiteY11" fmla="*/ 353728 h 375657"/>
                    <a:gd name="connsiteX12" fmla="*/ 128003 w 372773"/>
                    <a:gd name="connsiteY12" fmla="*/ 11051 h 375657"/>
                    <a:gd name="connsiteX13" fmla="*/ 236790 w 372773"/>
                    <a:gd name="connsiteY13" fmla="*/ 70883 h 375657"/>
                    <a:gd name="connsiteX14" fmla="*/ 236790 w 372773"/>
                    <a:gd name="connsiteY14" fmla="*/ 62724 h 375657"/>
                    <a:gd name="connsiteX15" fmla="*/ 307501 w 372773"/>
                    <a:gd name="connsiteY15" fmla="*/ 172 h 3756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773" h="375657">
                      <a:moveTo>
                        <a:pt x="176958" y="98080"/>
                      </a:moveTo>
                      <a:cubicBezTo>
                        <a:pt x="147042" y="100800"/>
                        <a:pt x="125284" y="133436"/>
                        <a:pt x="125284" y="190548"/>
                      </a:cubicBezTo>
                      <a:cubicBezTo>
                        <a:pt x="125284" y="247661"/>
                        <a:pt x="141602" y="283017"/>
                        <a:pt x="176958" y="283017"/>
                      </a:cubicBezTo>
                      <a:cubicBezTo>
                        <a:pt x="212314" y="283017"/>
                        <a:pt x="228631" y="247661"/>
                        <a:pt x="228631" y="190548"/>
                      </a:cubicBezTo>
                      <a:cubicBezTo>
                        <a:pt x="228631" y="133436"/>
                        <a:pt x="206874" y="98080"/>
                        <a:pt x="176958" y="98080"/>
                      </a:cubicBezTo>
                      <a:close/>
                      <a:moveTo>
                        <a:pt x="307501" y="172"/>
                      </a:moveTo>
                      <a:cubicBezTo>
                        <a:pt x="340137" y="172"/>
                        <a:pt x="372773" y="30088"/>
                        <a:pt x="372773" y="62724"/>
                      </a:cubicBezTo>
                      <a:cubicBezTo>
                        <a:pt x="372773" y="65444"/>
                        <a:pt x="372773" y="307494"/>
                        <a:pt x="372773" y="312934"/>
                      </a:cubicBezTo>
                      <a:cubicBezTo>
                        <a:pt x="370053" y="348289"/>
                        <a:pt x="337417" y="378205"/>
                        <a:pt x="302061" y="375486"/>
                      </a:cubicBezTo>
                      <a:cubicBezTo>
                        <a:pt x="274865" y="372766"/>
                        <a:pt x="247668" y="353728"/>
                        <a:pt x="239509" y="326532"/>
                      </a:cubicBezTo>
                      <a:cubicBezTo>
                        <a:pt x="225911" y="348289"/>
                        <a:pt x="198715" y="364607"/>
                        <a:pt x="179677" y="370046"/>
                      </a:cubicBezTo>
                      <a:cubicBezTo>
                        <a:pt x="147041" y="378205"/>
                        <a:pt x="100807" y="372766"/>
                        <a:pt x="70890" y="353728"/>
                      </a:cubicBezTo>
                      <a:cubicBezTo>
                        <a:pt x="-35177" y="285737"/>
                        <a:pt x="-27018" y="11051"/>
                        <a:pt x="128003" y="11051"/>
                      </a:cubicBezTo>
                      <a:cubicBezTo>
                        <a:pt x="185116" y="11051"/>
                        <a:pt x="220471" y="49126"/>
                        <a:pt x="236790" y="70883"/>
                      </a:cubicBezTo>
                      <a:cubicBezTo>
                        <a:pt x="236790" y="70883"/>
                        <a:pt x="236790" y="65444"/>
                        <a:pt x="236790" y="62724"/>
                      </a:cubicBezTo>
                      <a:cubicBezTo>
                        <a:pt x="239509" y="27369"/>
                        <a:pt x="272145" y="-2547"/>
                        <a:pt x="307501" y="172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35" name="Freeform: Shape 29">
                  <a:extLst>
                    <a:ext uri="{FF2B5EF4-FFF2-40B4-BE49-F238E27FC236}">
                      <a16:creationId xmlns:a16="http://schemas.microsoft.com/office/drawing/2014/main" id="{07711BD8-4407-59B9-1AEB-261C89BD0EBE}"/>
                    </a:ext>
                  </a:extLst>
                </p:cNvPr>
                <p:cNvSpPr/>
                <p:nvPr/>
              </p:nvSpPr>
              <p:spPr>
                <a:xfrm>
                  <a:off x="8380335" y="3464184"/>
                  <a:ext cx="372772" cy="375657"/>
                </a:xfrm>
                <a:custGeom>
                  <a:avLst/>
                  <a:gdLst>
                    <a:gd name="connsiteX0" fmla="*/ 176957 w 372772"/>
                    <a:gd name="connsiteY0" fmla="*/ 98080 h 375657"/>
                    <a:gd name="connsiteX1" fmla="*/ 125282 w 372772"/>
                    <a:gd name="connsiteY1" fmla="*/ 190548 h 375657"/>
                    <a:gd name="connsiteX2" fmla="*/ 176957 w 372772"/>
                    <a:gd name="connsiteY2" fmla="*/ 283017 h 375657"/>
                    <a:gd name="connsiteX3" fmla="*/ 228630 w 372772"/>
                    <a:gd name="connsiteY3" fmla="*/ 190548 h 375657"/>
                    <a:gd name="connsiteX4" fmla="*/ 176957 w 372772"/>
                    <a:gd name="connsiteY4" fmla="*/ 98080 h 375657"/>
                    <a:gd name="connsiteX5" fmla="*/ 307501 w 372772"/>
                    <a:gd name="connsiteY5" fmla="*/ 172 h 375657"/>
                    <a:gd name="connsiteX6" fmla="*/ 372772 w 372772"/>
                    <a:gd name="connsiteY6" fmla="*/ 62724 h 375657"/>
                    <a:gd name="connsiteX7" fmla="*/ 372772 w 372772"/>
                    <a:gd name="connsiteY7" fmla="*/ 312934 h 375657"/>
                    <a:gd name="connsiteX8" fmla="*/ 302062 w 372772"/>
                    <a:gd name="connsiteY8" fmla="*/ 375486 h 375657"/>
                    <a:gd name="connsiteX9" fmla="*/ 239509 w 372772"/>
                    <a:gd name="connsiteY9" fmla="*/ 326532 h 375657"/>
                    <a:gd name="connsiteX10" fmla="*/ 179677 w 372772"/>
                    <a:gd name="connsiteY10" fmla="*/ 370046 h 375657"/>
                    <a:gd name="connsiteX11" fmla="*/ 70890 w 372772"/>
                    <a:gd name="connsiteY11" fmla="*/ 353728 h 375657"/>
                    <a:gd name="connsiteX12" fmla="*/ 128002 w 372772"/>
                    <a:gd name="connsiteY12" fmla="*/ 11051 h 375657"/>
                    <a:gd name="connsiteX13" fmla="*/ 236790 w 372772"/>
                    <a:gd name="connsiteY13" fmla="*/ 70883 h 375657"/>
                    <a:gd name="connsiteX14" fmla="*/ 236790 w 372772"/>
                    <a:gd name="connsiteY14" fmla="*/ 62724 h 375657"/>
                    <a:gd name="connsiteX15" fmla="*/ 307501 w 372772"/>
                    <a:gd name="connsiteY15" fmla="*/ 172 h 3756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772" h="375657">
                      <a:moveTo>
                        <a:pt x="176957" y="98080"/>
                      </a:moveTo>
                      <a:cubicBezTo>
                        <a:pt x="147039" y="100800"/>
                        <a:pt x="125282" y="133436"/>
                        <a:pt x="125282" y="190548"/>
                      </a:cubicBezTo>
                      <a:cubicBezTo>
                        <a:pt x="125282" y="247661"/>
                        <a:pt x="141600" y="283017"/>
                        <a:pt x="176957" y="283017"/>
                      </a:cubicBezTo>
                      <a:cubicBezTo>
                        <a:pt x="212312" y="283017"/>
                        <a:pt x="228630" y="247661"/>
                        <a:pt x="228630" y="190548"/>
                      </a:cubicBezTo>
                      <a:cubicBezTo>
                        <a:pt x="228630" y="133436"/>
                        <a:pt x="206873" y="98080"/>
                        <a:pt x="176957" y="98080"/>
                      </a:cubicBezTo>
                      <a:close/>
                      <a:moveTo>
                        <a:pt x="307501" y="172"/>
                      </a:moveTo>
                      <a:cubicBezTo>
                        <a:pt x="340137" y="172"/>
                        <a:pt x="372772" y="30088"/>
                        <a:pt x="372772" y="62724"/>
                      </a:cubicBezTo>
                      <a:cubicBezTo>
                        <a:pt x="372772" y="65444"/>
                        <a:pt x="372772" y="307494"/>
                        <a:pt x="372772" y="312934"/>
                      </a:cubicBezTo>
                      <a:cubicBezTo>
                        <a:pt x="370053" y="348289"/>
                        <a:pt x="337417" y="378205"/>
                        <a:pt x="302062" y="375486"/>
                      </a:cubicBezTo>
                      <a:cubicBezTo>
                        <a:pt x="274865" y="372766"/>
                        <a:pt x="247668" y="353728"/>
                        <a:pt x="239509" y="326532"/>
                      </a:cubicBezTo>
                      <a:cubicBezTo>
                        <a:pt x="228630" y="348289"/>
                        <a:pt x="198714" y="364607"/>
                        <a:pt x="179677" y="370046"/>
                      </a:cubicBezTo>
                      <a:cubicBezTo>
                        <a:pt x="147040" y="378205"/>
                        <a:pt x="100806" y="372766"/>
                        <a:pt x="70890" y="353728"/>
                      </a:cubicBezTo>
                      <a:cubicBezTo>
                        <a:pt x="-35177" y="285737"/>
                        <a:pt x="-27018" y="11051"/>
                        <a:pt x="128002" y="11051"/>
                      </a:cubicBezTo>
                      <a:cubicBezTo>
                        <a:pt x="185116" y="11051"/>
                        <a:pt x="220472" y="49126"/>
                        <a:pt x="236790" y="70883"/>
                      </a:cubicBezTo>
                      <a:cubicBezTo>
                        <a:pt x="236790" y="70883"/>
                        <a:pt x="236790" y="65444"/>
                        <a:pt x="236790" y="62724"/>
                      </a:cubicBezTo>
                      <a:cubicBezTo>
                        <a:pt x="239509" y="27369"/>
                        <a:pt x="272145" y="-2547"/>
                        <a:pt x="307501" y="172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36" name="Freeform: Shape 30">
                  <a:extLst>
                    <a:ext uri="{FF2B5EF4-FFF2-40B4-BE49-F238E27FC236}">
                      <a16:creationId xmlns:a16="http://schemas.microsoft.com/office/drawing/2014/main" id="{221E2582-B903-9DD6-D9CC-1314899D3C01}"/>
                    </a:ext>
                  </a:extLst>
                </p:cNvPr>
                <p:cNvSpPr/>
                <p:nvPr/>
              </p:nvSpPr>
              <p:spPr>
                <a:xfrm>
                  <a:off x="7389492" y="3444253"/>
                  <a:ext cx="217573" cy="435145"/>
                </a:xfrm>
                <a:custGeom>
                  <a:avLst/>
                  <a:gdLst>
                    <a:gd name="connsiteX0" fmla="*/ 186002 w 217572"/>
                    <a:gd name="connsiteY0" fmla="*/ 118011 h 435144"/>
                    <a:gd name="connsiteX1" fmla="*/ 128890 w 217572"/>
                    <a:gd name="connsiteY1" fmla="*/ 58178 h 435144"/>
                    <a:gd name="connsiteX2" fmla="*/ 123450 w 217572"/>
                    <a:gd name="connsiteY2" fmla="*/ 58178 h 435144"/>
                    <a:gd name="connsiteX3" fmla="*/ 58178 w 217572"/>
                    <a:gd name="connsiteY3" fmla="*/ 115291 h 435144"/>
                    <a:gd name="connsiteX4" fmla="*/ 58178 w 217572"/>
                    <a:gd name="connsiteY4" fmla="*/ 232236 h 435144"/>
                    <a:gd name="connsiteX5" fmla="*/ 58178 w 217572"/>
                    <a:gd name="connsiteY5" fmla="*/ 232236 h 435144"/>
                    <a:gd name="connsiteX6" fmla="*/ 58178 w 217572"/>
                    <a:gd name="connsiteY6" fmla="*/ 335583 h 435144"/>
                    <a:gd name="connsiteX7" fmla="*/ 115291 w 217572"/>
                    <a:gd name="connsiteY7" fmla="*/ 395415 h 435144"/>
                    <a:gd name="connsiteX8" fmla="*/ 120730 w 217572"/>
                    <a:gd name="connsiteY8" fmla="*/ 395415 h 435144"/>
                    <a:gd name="connsiteX9" fmla="*/ 186002 w 217572"/>
                    <a:gd name="connsiteY9" fmla="*/ 338303 h 435144"/>
                    <a:gd name="connsiteX10" fmla="*/ 186002 w 217572"/>
                    <a:gd name="connsiteY10" fmla="*/ 240395 h 435144"/>
                    <a:gd name="connsiteX11" fmla="*/ 186002 w 217572"/>
                    <a:gd name="connsiteY11" fmla="*/ 240395 h 435144"/>
                    <a:gd name="connsiteX12" fmla="*/ 186002 w 217572"/>
                    <a:gd name="connsiteY12" fmla="*/ 118011 h 4351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17572" h="435144">
                      <a:moveTo>
                        <a:pt x="186002" y="118011"/>
                      </a:moveTo>
                      <a:cubicBezTo>
                        <a:pt x="183283" y="85375"/>
                        <a:pt x="158806" y="60898"/>
                        <a:pt x="128890" y="58178"/>
                      </a:cubicBezTo>
                      <a:cubicBezTo>
                        <a:pt x="126170" y="58178"/>
                        <a:pt x="126170" y="58178"/>
                        <a:pt x="123450" y="58178"/>
                      </a:cubicBezTo>
                      <a:cubicBezTo>
                        <a:pt x="96254" y="58178"/>
                        <a:pt x="58178" y="82655"/>
                        <a:pt x="58178" y="115291"/>
                      </a:cubicBezTo>
                      <a:lnTo>
                        <a:pt x="58178" y="232236"/>
                      </a:lnTo>
                      <a:lnTo>
                        <a:pt x="58178" y="232236"/>
                      </a:lnTo>
                      <a:cubicBezTo>
                        <a:pt x="58178" y="270311"/>
                        <a:pt x="58178" y="335583"/>
                        <a:pt x="58178" y="335583"/>
                      </a:cubicBezTo>
                      <a:cubicBezTo>
                        <a:pt x="60898" y="368219"/>
                        <a:pt x="85375" y="392696"/>
                        <a:pt x="115291" y="395415"/>
                      </a:cubicBezTo>
                      <a:cubicBezTo>
                        <a:pt x="118011" y="395415"/>
                        <a:pt x="118011" y="395415"/>
                        <a:pt x="120730" y="395415"/>
                      </a:cubicBezTo>
                      <a:cubicBezTo>
                        <a:pt x="147927" y="395415"/>
                        <a:pt x="186002" y="370938"/>
                        <a:pt x="186002" y="338303"/>
                      </a:cubicBezTo>
                      <a:lnTo>
                        <a:pt x="186002" y="240395"/>
                      </a:lnTo>
                      <a:lnTo>
                        <a:pt x="186002" y="240395"/>
                      </a:lnTo>
                      <a:cubicBezTo>
                        <a:pt x="186002" y="202320"/>
                        <a:pt x="186002" y="118011"/>
                        <a:pt x="186002" y="118011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37" name="Freeform: Shape 31">
                  <a:extLst>
                    <a:ext uri="{FF2B5EF4-FFF2-40B4-BE49-F238E27FC236}">
                      <a16:creationId xmlns:a16="http://schemas.microsoft.com/office/drawing/2014/main" id="{73A8626B-F869-C6E9-255C-56549E461D45}"/>
                    </a:ext>
                  </a:extLst>
                </p:cNvPr>
                <p:cNvSpPr/>
                <p:nvPr/>
              </p:nvSpPr>
              <p:spPr>
                <a:xfrm>
                  <a:off x="7392212" y="3280901"/>
                  <a:ext cx="217573" cy="217572"/>
                </a:xfrm>
                <a:custGeom>
                  <a:avLst/>
                  <a:gdLst>
                    <a:gd name="connsiteX0" fmla="*/ 183282 w 217572"/>
                    <a:gd name="connsiteY0" fmla="*/ 120902 h 217572"/>
                    <a:gd name="connsiteX1" fmla="*/ 120730 w 217572"/>
                    <a:gd name="connsiteY1" fmla="*/ 183454 h 217572"/>
                    <a:gd name="connsiteX2" fmla="*/ 58178 w 217572"/>
                    <a:gd name="connsiteY2" fmla="*/ 120902 h 217572"/>
                    <a:gd name="connsiteX3" fmla="*/ 120730 w 217572"/>
                    <a:gd name="connsiteY3" fmla="*/ 58350 h 217572"/>
                    <a:gd name="connsiteX4" fmla="*/ 183282 w 217572"/>
                    <a:gd name="connsiteY4" fmla="*/ 120902 h 2175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7572" h="217572">
                      <a:moveTo>
                        <a:pt x="183282" y="120902"/>
                      </a:moveTo>
                      <a:cubicBezTo>
                        <a:pt x="183282" y="156258"/>
                        <a:pt x="156086" y="183454"/>
                        <a:pt x="120730" y="183454"/>
                      </a:cubicBezTo>
                      <a:cubicBezTo>
                        <a:pt x="85375" y="183454"/>
                        <a:pt x="58178" y="156258"/>
                        <a:pt x="58178" y="120902"/>
                      </a:cubicBezTo>
                      <a:cubicBezTo>
                        <a:pt x="58178" y="85547"/>
                        <a:pt x="85375" y="58350"/>
                        <a:pt x="120730" y="58350"/>
                      </a:cubicBezTo>
                      <a:cubicBezTo>
                        <a:pt x="153366" y="55630"/>
                        <a:pt x="183282" y="85547"/>
                        <a:pt x="183282" y="120902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38" name="Freeform: Shape 32">
                  <a:extLst>
                    <a:ext uri="{FF2B5EF4-FFF2-40B4-BE49-F238E27FC236}">
                      <a16:creationId xmlns:a16="http://schemas.microsoft.com/office/drawing/2014/main" id="{C3D808FF-2E21-017A-27FB-864236E05D56}"/>
                    </a:ext>
                  </a:extLst>
                </p:cNvPr>
                <p:cNvSpPr/>
                <p:nvPr/>
              </p:nvSpPr>
              <p:spPr>
                <a:xfrm>
                  <a:off x="6005186" y="3416884"/>
                  <a:ext cx="380752" cy="462341"/>
                </a:xfrm>
                <a:custGeom>
                  <a:avLst/>
                  <a:gdLst>
                    <a:gd name="connsiteX0" fmla="*/ 270312 w 380752"/>
                    <a:gd name="connsiteY0" fmla="*/ 69229 h 462341"/>
                    <a:gd name="connsiteX1" fmla="*/ 188722 w 380752"/>
                    <a:gd name="connsiteY1" fmla="*/ 134501 h 462341"/>
                    <a:gd name="connsiteX2" fmla="*/ 188722 w 380752"/>
                    <a:gd name="connsiteY2" fmla="*/ 118183 h 462341"/>
                    <a:gd name="connsiteX3" fmla="*/ 126170 w 380752"/>
                    <a:gd name="connsiteY3" fmla="*/ 58350 h 462341"/>
                    <a:gd name="connsiteX4" fmla="*/ 58178 w 380752"/>
                    <a:gd name="connsiteY4" fmla="*/ 118183 h 462341"/>
                    <a:gd name="connsiteX5" fmla="*/ 58178 w 380752"/>
                    <a:gd name="connsiteY5" fmla="*/ 210651 h 462341"/>
                    <a:gd name="connsiteX6" fmla="*/ 58178 w 380752"/>
                    <a:gd name="connsiteY6" fmla="*/ 365671 h 462341"/>
                    <a:gd name="connsiteX7" fmla="*/ 58178 w 380752"/>
                    <a:gd name="connsiteY7" fmla="*/ 365671 h 462341"/>
                    <a:gd name="connsiteX8" fmla="*/ 120730 w 380752"/>
                    <a:gd name="connsiteY8" fmla="*/ 425504 h 462341"/>
                    <a:gd name="connsiteX9" fmla="*/ 186002 w 380752"/>
                    <a:gd name="connsiteY9" fmla="*/ 365671 h 462341"/>
                    <a:gd name="connsiteX10" fmla="*/ 186002 w 380752"/>
                    <a:gd name="connsiteY10" fmla="*/ 365671 h 462341"/>
                    <a:gd name="connsiteX11" fmla="*/ 186002 w 380752"/>
                    <a:gd name="connsiteY11" fmla="*/ 210651 h 462341"/>
                    <a:gd name="connsiteX12" fmla="*/ 215919 w 380752"/>
                    <a:gd name="connsiteY12" fmla="*/ 158978 h 462341"/>
                    <a:gd name="connsiteX13" fmla="*/ 275751 w 380752"/>
                    <a:gd name="connsiteY13" fmla="*/ 221530 h 462341"/>
                    <a:gd name="connsiteX14" fmla="*/ 270312 w 380752"/>
                    <a:gd name="connsiteY14" fmla="*/ 69229 h 4623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80752" h="462341">
                      <a:moveTo>
                        <a:pt x="270312" y="69229"/>
                      </a:moveTo>
                      <a:cubicBezTo>
                        <a:pt x="232236" y="71949"/>
                        <a:pt x="213199" y="99145"/>
                        <a:pt x="188722" y="134501"/>
                      </a:cubicBezTo>
                      <a:cubicBezTo>
                        <a:pt x="188722" y="134501"/>
                        <a:pt x="188722" y="118183"/>
                        <a:pt x="188722" y="118183"/>
                      </a:cubicBezTo>
                      <a:cubicBezTo>
                        <a:pt x="188722" y="85547"/>
                        <a:pt x="158806" y="58350"/>
                        <a:pt x="126170" y="58350"/>
                      </a:cubicBezTo>
                      <a:cubicBezTo>
                        <a:pt x="93534" y="55631"/>
                        <a:pt x="60898" y="85547"/>
                        <a:pt x="58178" y="118183"/>
                      </a:cubicBezTo>
                      <a:lnTo>
                        <a:pt x="58178" y="210651"/>
                      </a:lnTo>
                      <a:lnTo>
                        <a:pt x="58178" y="365671"/>
                      </a:lnTo>
                      <a:lnTo>
                        <a:pt x="58178" y="365671"/>
                      </a:lnTo>
                      <a:cubicBezTo>
                        <a:pt x="58178" y="398307"/>
                        <a:pt x="88094" y="425504"/>
                        <a:pt x="120730" y="425504"/>
                      </a:cubicBezTo>
                      <a:cubicBezTo>
                        <a:pt x="153366" y="428224"/>
                        <a:pt x="186002" y="398307"/>
                        <a:pt x="186002" y="365671"/>
                      </a:cubicBezTo>
                      <a:lnTo>
                        <a:pt x="186002" y="365671"/>
                      </a:lnTo>
                      <a:lnTo>
                        <a:pt x="186002" y="210651"/>
                      </a:lnTo>
                      <a:cubicBezTo>
                        <a:pt x="188722" y="188894"/>
                        <a:pt x="196881" y="158978"/>
                        <a:pt x="215919" y="158978"/>
                      </a:cubicBezTo>
                      <a:cubicBezTo>
                        <a:pt x="243115" y="158978"/>
                        <a:pt x="215919" y="221530"/>
                        <a:pt x="275751" y="221530"/>
                      </a:cubicBezTo>
                      <a:cubicBezTo>
                        <a:pt x="362780" y="221530"/>
                        <a:pt x="373658" y="63790"/>
                        <a:pt x="270312" y="69229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39" name="Freeform: Shape 33">
                  <a:extLst>
                    <a:ext uri="{FF2B5EF4-FFF2-40B4-BE49-F238E27FC236}">
                      <a16:creationId xmlns:a16="http://schemas.microsoft.com/office/drawing/2014/main" id="{39805562-CC41-6E06-48D1-3D029D63D0F2}"/>
                    </a:ext>
                  </a:extLst>
                </p:cNvPr>
                <p:cNvSpPr/>
                <p:nvPr/>
              </p:nvSpPr>
              <p:spPr>
                <a:xfrm>
                  <a:off x="5693490" y="3475234"/>
                  <a:ext cx="337238" cy="364434"/>
                </a:xfrm>
                <a:custGeom>
                  <a:avLst/>
                  <a:gdLst>
                    <a:gd name="connsiteX0" fmla="*/ 180433 w 337238"/>
                    <a:gd name="connsiteY0" fmla="*/ 73984 h 364434"/>
                    <a:gd name="connsiteX1" fmla="*/ 163180 w 337238"/>
                    <a:gd name="connsiteY1" fmla="*/ 78870 h 364434"/>
                    <a:gd name="connsiteX2" fmla="*/ 125105 w 337238"/>
                    <a:gd name="connsiteY2" fmla="*/ 160461 h 364434"/>
                    <a:gd name="connsiteX3" fmla="*/ 171339 w 337238"/>
                    <a:gd name="connsiteY3" fmla="*/ 163180 h 364434"/>
                    <a:gd name="connsiteX4" fmla="*/ 214854 w 337238"/>
                    <a:gd name="connsiteY4" fmla="*/ 108787 h 364434"/>
                    <a:gd name="connsiteX5" fmla="*/ 180433 w 337238"/>
                    <a:gd name="connsiteY5" fmla="*/ 73984 h 364434"/>
                    <a:gd name="connsiteX6" fmla="*/ 174059 w 337238"/>
                    <a:gd name="connsiteY6" fmla="*/ 0 h 364434"/>
                    <a:gd name="connsiteX7" fmla="*/ 337238 w 337238"/>
                    <a:gd name="connsiteY7" fmla="*/ 119665 h 364434"/>
                    <a:gd name="connsiteX8" fmla="*/ 133264 w 337238"/>
                    <a:gd name="connsiteY8" fmla="*/ 217573 h 364434"/>
                    <a:gd name="connsiteX9" fmla="*/ 225732 w 337238"/>
                    <a:gd name="connsiteY9" fmla="*/ 277405 h 364434"/>
                    <a:gd name="connsiteX10" fmla="*/ 320920 w 337238"/>
                    <a:gd name="connsiteY10" fmla="*/ 250208 h 364434"/>
                    <a:gd name="connsiteX11" fmla="*/ 174059 w 337238"/>
                    <a:gd name="connsiteY11" fmla="*/ 364434 h 364434"/>
                    <a:gd name="connsiteX12" fmla="*/ 0 w 337238"/>
                    <a:gd name="connsiteY12" fmla="*/ 184937 h 364434"/>
                    <a:gd name="connsiteX13" fmla="*/ 174059 w 337238"/>
                    <a:gd name="connsiteY13" fmla="*/ 0 h 3644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37238" h="364434">
                      <a:moveTo>
                        <a:pt x="180433" y="73984"/>
                      </a:moveTo>
                      <a:cubicBezTo>
                        <a:pt x="174569" y="73941"/>
                        <a:pt x="168620" y="75471"/>
                        <a:pt x="163180" y="78870"/>
                      </a:cubicBezTo>
                      <a:cubicBezTo>
                        <a:pt x="135984" y="95189"/>
                        <a:pt x="127825" y="130544"/>
                        <a:pt x="125105" y="160461"/>
                      </a:cubicBezTo>
                      <a:cubicBezTo>
                        <a:pt x="125105" y="163180"/>
                        <a:pt x="168620" y="160461"/>
                        <a:pt x="171339" y="163180"/>
                      </a:cubicBezTo>
                      <a:cubicBezTo>
                        <a:pt x="195816" y="157741"/>
                        <a:pt x="214854" y="135984"/>
                        <a:pt x="214854" y="108787"/>
                      </a:cubicBezTo>
                      <a:cubicBezTo>
                        <a:pt x="214854" y="88389"/>
                        <a:pt x="198026" y="74111"/>
                        <a:pt x="180433" y="73984"/>
                      </a:cubicBezTo>
                      <a:close/>
                      <a:moveTo>
                        <a:pt x="174059" y="0"/>
                      </a:moveTo>
                      <a:cubicBezTo>
                        <a:pt x="233891" y="0"/>
                        <a:pt x="337238" y="29916"/>
                        <a:pt x="337238" y="119665"/>
                      </a:cubicBezTo>
                      <a:cubicBezTo>
                        <a:pt x="337238" y="209414"/>
                        <a:pt x="244770" y="217573"/>
                        <a:pt x="133264" y="217573"/>
                      </a:cubicBezTo>
                      <a:cubicBezTo>
                        <a:pt x="133264" y="217573"/>
                        <a:pt x="149581" y="277405"/>
                        <a:pt x="225732" y="277405"/>
                      </a:cubicBezTo>
                      <a:cubicBezTo>
                        <a:pt x="301883" y="277405"/>
                        <a:pt x="320920" y="250208"/>
                        <a:pt x="320920" y="250208"/>
                      </a:cubicBezTo>
                      <a:cubicBezTo>
                        <a:pt x="320920" y="250208"/>
                        <a:pt x="315481" y="364434"/>
                        <a:pt x="174059" y="364434"/>
                      </a:cubicBezTo>
                      <a:cubicBezTo>
                        <a:pt x="95188" y="364434"/>
                        <a:pt x="0" y="304602"/>
                        <a:pt x="0" y="184937"/>
                      </a:cubicBezTo>
                      <a:cubicBezTo>
                        <a:pt x="0" y="78870"/>
                        <a:pt x="73431" y="0"/>
                        <a:pt x="174059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40" name="Freeform: Shape 34">
                  <a:extLst>
                    <a:ext uri="{FF2B5EF4-FFF2-40B4-BE49-F238E27FC236}">
                      <a16:creationId xmlns:a16="http://schemas.microsoft.com/office/drawing/2014/main" id="{F682F0EF-372F-6C5A-1587-7E7E6A75E7B1}"/>
                    </a:ext>
                  </a:extLst>
                </p:cNvPr>
                <p:cNvSpPr/>
                <p:nvPr/>
              </p:nvSpPr>
              <p:spPr>
                <a:xfrm>
                  <a:off x="5376945" y="3338014"/>
                  <a:ext cx="353556" cy="543931"/>
                </a:xfrm>
                <a:custGeom>
                  <a:avLst/>
                  <a:gdLst>
                    <a:gd name="connsiteX0" fmla="*/ 311107 w 353555"/>
                    <a:gd name="connsiteY0" fmla="*/ 433663 h 543931"/>
                    <a:gd name="connsiteX1" fmla="*/ 215919 w 353555"/>
                    <a:gd name="connsiteY1" fmla="*/ 501654 h 543931"/>
                    <a:gd name="connsiteX2" fmla="*/ 98973 w 353555"/>
                    <a:gd name="connsiteY2" fmla="*/ 392868 h 543931"/>
                    <a:gd name="connsiteX3" fmla="*/ 98973 w 353555"/>
                    <a:gd name="connsiteY3" fmla="*/ 221530 h 543931"/>
                    <a:gd name="connsiteX4" fmla="*/ 82655 w 353555"/>
                    <a:gd name="connsiteY4" fmla="*/ 221530 h 543931"/>
                    <a:gd name="connsiteX5" fmla="*/ 58178 w 353555"/>
                    <a:gd name="connsiteY5" fmla="*/ 191614 h 543931"/>
                    <a:gd name="connsiteX6" fmla="*/ 85375 w 353555"/>
                    <a:gd name="connsiteY6" fmla="*/ 164417 h 543931"/>
                    <a:gd name="connsiteX7" fmla="*/ 101693 w 353555"/>
                    <a:gd name="connsiteY7" fmla="*/ 164417 h 543931"/>
                    <a:gd name="connsiteX8" fmla="*/ 101693 w 353555"/>
                    <a:gd name="connsiteY8" fmla="*/ 118183 h 543931"/>
                    <a:gd name="connsiteX9" fmla="*/ 166965 w 353555"/>
                    <a:gd name="connsiteY9" fmla="*/ 58350 h 543931"/>
                    <a:gd name="connsiteX10" fmla="*/ 229517 w 353555"/>
                    <a:gd name="connsiteY10" fmla="*/ 118183 h 543931"/>
                    <a:gd name="connsiteX11" fmla="*/ 229517 w 353555"/>
                    <a:gd name="connsiteY11" fmla="*/ 118183 h 543931"/>
                    <a:gd name="connsiteX12" fmla="*/ 229517 w 353555"/>
                    <a:gd name="connsiteY12" fmla="*/ 164417 h 543931"/>
                    <a:gd name="connsiteX13" fmla="*/ 283910 w 353555"/>
                    <a:gd name="connsiteY13" fmla="*/ 164417 h 543931"/>
                    <a:gd name="connsiteX14" fmla="*/ 308387 w 353555"/>
                    <a:gd name="connsiteY14" fmla="*/ 194333 h 543931"/>
                    <a:gd name="connsiteX15" fmla="*/ 281190 w 353555"/>
                    <a:gd name="connsiteY15" fmla="*/ 221530 h 543931"/>
                    <a:gd name="connsiteX16" fmla="*/ 229517 w 353555"/>
                    <a:gd name="connsiteY16" fmla="*/ 221530 h 543931"/>
                    <a:gd name="connsiteX17" fmla="*/ 229517 w 353555"/>
                    <a:gd name="connsiteY17" fmla="*/ 365671 h 543931"/>
                    <a:gd name="connsiteX18" fmla="*/ 311107 w 353555"/>
                    <a:gd name="connsiteY18" fmla="*/ 433663 h 5439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353555" h="543931">
                      <a:moveTo>
                        <a:pt x="311107" y="433663"/>
                      </a:moveTo>
                      <a:cubicBezTo>
                        <a:pt x="311107" y="433663"/>
                        <a:pt x="278471" y="501654"/>
                        <a:pt x="215919" y="501654"/>
                      </a:cubicBezTo>
                      <a:cubicBezTo>
                        <a:pt x="164245" y="501654"/>
                        <a:pt x="101693" y="458140"/>
                        <a:pt x="98973" y="392868"/>
                      </a:cubicBezTo>
                      <a:cubicBezTo>
                        <a:pt x="98973" y="392868"/>
                        <a:pt x="98973" y="297680"/>
                        <a:pt x="98973" y="221530"/>
                      </a:cubicBezTo>
                      <a:lnTo>
                        <a:pt x="82655" y="221530"/>
                      </a:lnTo>
                      <a:cubicBezTo>
                        <a:pt x="74496" y="221530"/>
                        <a:pt x="58178" y="216090"/>
                        <a:pt x="58178" y="191614"/>
                      </a:cubicBezTo>
                      <a:cubicBezTo>
                        <a:pt x="58178" y="167137"/>
                        <a:pt x="77216" y="164417"/>
                        <a:pt x="85375" y="164417"/>
                      </a:cubicBezTo>
                      <a:lnTo>
                        <a:pt x="101693" y="164417"/>
                      </a:lnTo>
                      <a:cubicBezTo>
                        <a:pt x="101693" y="137220"/>
                        <a:pt x="101693" y="118183"/>
                        <a:pt x="101693" y="118183"/>
                      </a:cubicBezTo>
                      <a:cubicBezTo>
                        <a:pt x="104413" y="85547"/>
                        <a:pt x="134329" y="55631"/>
                        <a:pt x="166965" y="58350"/>
                      </a:cubicBezTo>
                      <a:cubicBezTo>
                        <a:pt x="196881" y="61070"/>
                        <a:pt x="229517" y="85547"/>
                        <a:pt x="229517" y="118183"/>
                      </a:cubicBezTo>
                      <a:lnTo>
                        <a:pt x="229517" y="118183"/>
                      </a:lnTo>
                      <a:lnTo>
                        <a:pt x="229517" y="164417"/>
                      </a:lnTo>
                      <a:lnTo>
                        <a:pt x="283910" y="164417"/>
                      </a:lnTo>
                      <a:cubicBezTo>
                        <a:pt x="292069" y="164417"/>
                        <a:pt x="308387" y="169856"/>
                        <a:pt x="308387" y="194333"/>
                      </a:cubicBezTo>
                      <a:cubicBezTo>
                        <a:pt x="308387" y="218810"/>
                        <a:pt x="292069" y="221530"/>
                        <a:pt x="281190" y="221530"/>
                      </a:cubicBezTo>
                      <a:lnTo>
                        <a:pt x="229517" y="221530"/>
                      </a:lnTo>
                      <a:lnTo>
                        <a:pt x="229517" y="365671"/>
                      </a:lnTo>
                      <a:cubicBezTo>
                        <a:pt x="226797" y="409186"/>
                        <a:pt x="267592" y="433663"/>
                        <a:pt x="311107" y="433663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41" name="Freeform: Shape 35">
                  <a:extLst>
                    <a:ext uri="{FF2B5EF4-FFF2-40B4-BE49-F238E27FC236}">
                      <a16:creationId xmlns:a16="http://schemas.microsoft.com/office/drawing/2014/main" id="{CA297EC4-6C51-F639-BE78-74FB8AFEC392}"/>
                    </a:ext>
                  </a:extLst>
                </p:cNvPr>
                <p:cNvSpPr/>
                <p:nvPr/>
              </p:nvSpPr>
              <p:spPr>
                <a:xfrm>
                  <a:off x="7090329" y="3338014"/>
                  <a:ext cx="353556" cy="543931"/>
                </a:xfrm>
                <a:custGeom>
                  <a:avLst/>
                  <a:gdLst>
                    <a:gd name="connsiteX0" fmla="*/ 311107 w 353555"/>
                    <a:gd name="connsiteY0" fmla="*/ 433663 h 543931"/>
                    <a:gd name="connsiteX1" fmla="*/ 215919 w 353555"/>
                    <a:gd name="connsiteY1" fmla="*/ 501654 h 543931"/>
                    <a:gd name="connsiteX2" fmla="*/ 98973 w 353555"/>
                    <a:gd name="connsiteY2" fmla="*/ 392868 h 543931"/>
                    <a:gd name="connsiteX3" fmla="*/ 98973 w 353555"/>
                    <a:gd name="connsiteY3" fmla="*/ 221530 h 543931"/>
                    <a:gd name="connsiteX4" fmla="*/ 82655 w 353555"/>
                    <a:gd name="connsiteY4" fmla="*/ 221530 h 543931"/>
                    <a:gd name="connsiteX5" fmla="*/ 58178 w 353555"/>
                    <a:gd name="connsiteY5" fmla="*/ 191614 h 543931"/>
                    <a:gd name="connsiteX6" fmla="*/ 85375 w 353555"/>
                    <a:gd name="connsiteY6" fmla="*/ 164417 h 543931"/>
                    <a:gd name="connsiteX7" fmla="*/ 101693 w 353555"/>
                    <a:gd name="connsiteY7" fmla="*/ 164417 h 543931"/>
                    <a:gd name="connsiteX8" fmla="*/ 101693 w 353555"/>
                    <a:gd name="connsiteY8" fmla="*/ 118183 h 543931"/>
                    <a:gd name="connsiteX9" fmla="*/ 166965 w 353555"/>
                    <a:gd name="connsiteY9" fmla="*/ 58350 h 543931"/>
                    <a:gd name="connsiteX10" fmla="*/ 229517 w 353555"/>
                    <a:gd name="connsiteY10" fmla="*/ 118183 h 543931"/>
                    <a:gd name="connsiteX11" fmla="*/ 229517 w 353555"/>
                    <a:gd name="connsiteY11" fmla="*/ 118183 h 543931"/>
                    <a:gd name="connsiteX12" fmla="*/ 229517 w 353555"/>
                    <a:gd name="connsiteY12" fmla="*/ 164417 h 543931"/>
                    <a:gd name="connsiteX13" fmla="*/ 283910 w 353555"/>
                    <a:gd name="connsiteY13" fmla="*/ 164417 h 543931"/>
                    <a:gd name="connsiteX14" fmla="*/ 308387 w 353555"/>
                    <a:gd name="connsiteY14" fmla="*/ 194333 h 543931"/>
                    <a:gd name="connsiteX15" fmla="*/ 281190 w 353555"/>
                    <a:gd name="connsiteY15" fmla="*/ 221530 h 543931"/>
                    <a:gd name="connsiteX16" fmla="*/ 229517 w 353555"/>
                    <a:gd name="connsiteY16" fmla="*/ 221530 h 543931"/>
                    <a:gd name="connsiteX17" fmla="*/ 229517 w 353555"/>
                    <a:gd name="connsiteY17" fmla="*/ 365671 h 543931"/>
                    <a:gd name="connsiteX18" fmla="*/ 311107 w 353555"/>
                    <a:gd name="connsiteY18" fmla="*/ 433663 h 5439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353555" h="543931">
                      <a:moveTo>
                        <a:pt x="311107" y="433663"/>
                      </a:moveTo>
                      <a:cubicBezTo>
                        <a:pt x="311107" y="433663"/>
                        <a:pt x="278471" y="501654"/>
                        <a:pt x="215919" y="501654"/>
                      </a:cubicBezTo>
                      <a:cubicBezTo>
                        <a:pt x="164245" y="501654"/>
                        <a:pt x="101693" y="458140"/>
                        <a:pt x="98973" y="392868"/>
                      </a:cubicBezTo>
                      <a:cubicBezTo>
                        <a:pt x="98973" y="392868"/>
                        <a:pt x="98973" y="297680"/>
                        <a:pt x="98973" y="221530"/>
                      </a:cubicBezTo>
                      <a:lnTo>
                        <a:pt x="82655" y="221530"/>
                      </a:lnTo>
                      <a:cubicBezTo>
                        <a:pt x="74496" y="221530"/>
                        <a:pt x="58178" y="216090"/>
                        <a:pt x="58178" y="191614"/>
                      </a:cubicBezTo>
                      <a:cubicBezTo>
                        <a:pt x="58178" y="167137"/>
                        <a:pt x="77216" y="164417"/>
                        <a:pt x="85375" y="164417"/>
                      </a:cubicBezTo>
                      <a:lnTo>
                        <a:pt x="101693" y="164417"/>
                      </a:lnTo>
                      <a:cubicBezTo>
                        <a:pt x="101693" y="137220"/>
                        <a:pt x="101693" y="118183"/>
                        <a:pt x="101693" y="118183"/>
                      </a:cubicBezTo>
                      <a:cubicBezTo>
                        <a:pt x="104412" y="85547"/>
                        <a:pt x="134329" y="55631"/>
                        <a:pt x="166965" y="58350"/>
                      </a:cubicBezTo>
                      <a:cubicBezTo>
                        <a:pt x="196881" y="61070"/>
                        <a:pt x="229517" y="85547"/>
                        <a:pt x="229517" y="118183"/>
                      </a:cubicBezTo>
                      <a:lnTo>
                        <a:pt x="229517" y="118183"/>
                      </a:lnTo>
                      <a:lnTo>
                        <a:pt x="229517" y="164417"/>
                      </a:lnTo>
                      <a:lnTo>
                        <a:pt x="283910" y="164417"/>
                      </a:lnTo>
                      <a:cubicBezTo>
                        <a:pt x="292069" y="164417"/>
                        <a:pt x="308387" y="169856"/>
                        <a:pt x="308387" y="194333"/>
                      </a:cubicBezTo>
                      <a:cubicBezTo>
                        <a:pt x="308387" y="218810"/>
                        <a:pt x="292069" y="221530"/>
                        <a:pt x="281190" y="221530"/>
                      </a:cubicBezTo>
                      <a:lnTo>
                        <a:pt x="229517" y="221530"/>
                      </a:lnTo>
                      <a:lnTo>
                        <a:pt x="229517" y="365671"/>
                      </a:lnTo>
                      <a:cubicBezTo>
                        <a:pt x="229517" y="409186"/>
                        <a:pt x="270312" y="433663"/>
                        <a:pt x="311107" y="433663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42" name="Freeform: Shape 36">
                  <a:extLst>
                    <a:ext uri="{FF2B5EF4-FFF2-40B4-BE49-F238E27FC236}">
                      <a16:creationId xmlns:a16="http://schemas.microsoft.com/office/drawing/2014/main" id="{AE36B7D4-A2E2-D383-28F5-8E1B6732B0FA}"/>
                    </a:ext>
                  </a:extLst>
                </p:cNvPr>
                <p:cNvSpPr/>
                <p:nvPr/>
              </p:nvSpPr>
              <p:spPr>
                <a:xfrm>
                  <a:off x="2080719" y="4178559"/>
                  <a:ext cx="462342" cy="788700"/>
                </a:xfrm>
                <a:custGeom>
                  <a:avLst/>
                  <a:gdLst>
                    <a:gd name="connsiteX0" fmla="*/ 403575 w 462341"/>
                    <a:gd name="connsiteY0" fmla="*/ 583072 h 788699"/>
                    <a:gd name="connsiteX1" fmla="*/ 406295 w 462341"/>
                    <a:gd name="connsiteY1" fmla="*/ 596670 h 788699"/>
                    <a:gd name="connsiteX2" fmla="*/ 400855 w 462341"/>
                    <a:gd name="connsiteY2" fmla="*/ 610268 h 788699"/>
                    <a:gd name="connsiteX3" fmla="*/ 389977 w 462341"/>
                    <a:gd name="connsiteY3" fmla="*/ 626586 h 788699"/>
                    <a:gd name="connsiteX4" fmla="*/ 354621 w 462341"/>
                    <a:gd name="connsiteY4" fmla="*/ 675540 h 788699"/>
                    <a:gd name="connsiteX5" fmla="*/ 327424 w 462341"/>
                    <a:gd name="connsiteY5" fmla="*/ 691858 h 788699"/>
                    <a:gd name="connsiteX6" fmla="*/ 292069 w 462341"/>
                    <a:gd name="connsiteY6" fmla="*/ 713615 h 788699"/>
                    <a:gd name="connsiteX7" fmla="*/ 251274 w 462341"/>
                    <a:gd name="connsiteY7" fmla="*/ 724494 h 788699"/>
                    <a:gd name="connsiteX8" fmla="*/ 221358 w 462341"/>
                    <a:gd name="connsiteY8" fmla="*/ 721774 h 788699"/>
                    <a:gd name="connsiteX9" fmla="*/ 191442 w 462341"/>
                    <a:gd name="connsiteY9" fmla="*/ 721774 h 788699"/>
                    <a:gd name="connsiteX10" fmla="*/ 153366 w 462341"/>
                    <a:gd name="connsiteY10" fmla="*/ 713615 h 788699"/>
                    <a:gd name="connsiteX11" fmla="*/ 104412 w 462341"/>
                    <a:gd name="connsiteY11" fmla="*/ 675540 h 788699"/>
                    <a:gd name="connsiteX12" fmla="*/ 104412 w 462341"/>
                    <a:gd name="connsiteY12" fmla="*/ 689138 h 788699"/>
                    <a:gd name="connsiteX13" fmla="*/ 101693 w 462341"/>
                    <a:gd name="connsiteY13" fmla="*/ 710895 h 788699"/>
                    <a:gd name="connsiteX14" fmla="*/ 85375 w 462341"/>
                    <a:gd name="connsiteY14" fmla="*/ 732653 h 788699"/>
                    <a:gd name="connsiteX15" fmla="*/ 69057 w 462341"/>
                    <a:gd name="connsiteY15" fmla="*/ 727214 h 788699"/>
                    <a:gd name="connsiteX16" fmla="*/ 60898 w 462341"/>
                    <a:gd name="connsiteY16" fmla="*/ 710895 h 788699"/>
                    <a:gd name="connsiteX17" fmla="*/ 58178 w 462341"/>
                    <a:gd name="connsiteY17" fmla="*/ 691858 h 788699"/>
                    <a:gd name="connsiteX18" fmla="*/ 60898 w 462341"/>
                    <a:gd name="connsiteY18" fmla="*/ 664661 h 788699"/>
                    <a:gd name="connsiteX19" fmla="*/ 60898 w 462341"/>
                    <a:gd name="connsiteY19" fmla="*/ 607549 h 788699"/>
                    <a:gd name="connsiteX20" fmla="*/ 63618 w 462341"/>
                    <a:gd name="connsiteY20" fmla="*/ 528679 h 788699"/>
                    <a:gd name="connsiteX21" fmla="*/ 69057 w 462341"/>
                    <a:gd name="connsiteY21" fmla="*/ 504202 h 788699"/>
                    <a:gd name="connsiteX22" fmla="*/ 74496 w 462341"/>
                    <a:gd name="connsiteY22" fmla="*/ 493323 h 788699"/>
                    <a:gd name="connsiteX23" fmla="*/ 82655 w 462341"/>
                    <a:gd name="connsiteY23" fmla="*/ 487884 h 788699"/>
                    <a:gd name="connsiteX24" fmla="*/ 90814 w 462341"/>
                    <a:gd name="connsiteY24" fmla="*/ 493323 h 788699"/>
                    <a:gd name="connsiteX25" fmla="*/ 98973 w 462341"/>
                    <a:gd name="connsiteY25" fmla="*/ 512361 h 788699"/>
                    <a:gd name="connsiteX26" fmla="*/ 101693 w 462341"/>
                    <a:gd name="connsiteY26" fmla="*/ 555875 h 788699"/>
                    <a:gd name="connsiteX27" fmla="*/ 101693 w 462341"/>
                    <a:gd name="connsiteY27" fmla="*/ 596670 h 788699"/>
                    <a:gd name="connsiteX28" fmla="*/ 109852 w 462341"/>
                    <a:gd name="connsiteY28" fmla="*/ 626586 h 788699"/>
                    <a:gd name="connsiteX29" fmla="*/ 128889 w 462341"/>
                    <a:gd name="connsiteY29" fmla="*/ 651063 h 788699"/>
                    <a:gd name="connsiteX30" fmla="*/ 153366 w 462341"/>
                    <a:gd name="connsiteY30" fmla="*/ 670101 h 788699"/>
                    <a:gd name="connsiteX31" fmla="*/ 196881 w 462341"/>
                    <a:gd name="connsiteY31" fmla="*/ 678260 h 788699"/>
                    <a:gd name="connsiteX32" fmla="*/ 221358 w 462341"/>
                    <a:gd name="connsiteY32" fmla="*/ 667381 h 788699"/>
                    <a:gd name="connsiteX33" fmla="*/ 253994 w 462341"/>
                    <a:gd name="connsiteY33" fmla="*/ 659222 h 788699"/>
                    <a:gd name="connsiteX34" fmla="*/ 275751 w 462341"/>
                    <a:gd name="connsiteY34" fmla="*/ 637465 h 788699"/>
                    <a:gd name="connsiteX35" fmla="*/ 281190 w 462341"/>
                    <a:gd name="connsiteY35" fmla="*/ 615708 h 788699"/>
                    <a:gd name="connsiteX36" fmla="*/ 278471 w 462341"/>
                    <a:gd name="connsiteY36" fmla="*/ 602109 h 788699"/>
                    <a:gd name="connsiteX37" fmla="*/ 262153 w 462341"/>
                    <a:gd name="connsiteY37" fmla="*/ 572193 h 788699"/>
                    <a:gd name="connsiteX38" fmla="*/ 245835 w 462341"/>
                    <a:gd name="connsiteY38" fmla="*/ 536838 h 788699"/>
                    <a:gd name="connsiteX39" fmla="*/ 196881 w 462341"/>
                    <a:gd name="connsiteY39" fmla="*/ 477005 h 788699"/>
                    <a:gd name="connsiteX40" fmla="*/ 145207 w 462341"/>
                    <a:gd name="connsiteY40" fmla="*/ 419892 h 788699"/>
                    <a:gd name="connsiteX41" fmla="*/ 93534 w 462341"/>
                    <a:gd name="connsiteY41" fmla="*/ 357340 h 788699"/>
                    <a:gd name="connsiteX42" fmla="*/ 66337 w 462341"/>
                    <a:gd name="connsiteY42" fmla="*/ 283910 h 788699"/>
                    <a:gd name="connsiteX43" fmla="*/ 58178 w 462341"/>
                    <a:gd name="connsiteY43" fmla="*/ 224077 h 788699"/>
                    <a:gd name="connsiteX44" fmla="*/ 82655 w 462341"/>
                    <a:gd name="connsiteY44" fmla="*/ 150647 h 788699"/>
                    <a:gd name="connsiteX45" fmla="*/ 137048 w 462341"/>
                    <a:gd name="connsiteY45" fmla="*/ 96253 h 788699"/>
                    <a:gd name="connsiteX46" fmla="*/ 196881 w 462341"/>
                    <a:gd name="connsiteY46" fmla="*/ 77216 h 788699"/>
                    <a:gd name="connsiteX47" fmla="*/ 232236 w 462341"/>
                    <a:gd name="connsiteY47" fmla="*/ 69057 h 788699"/>
                    <a:gd name="connsiteX48" fmla="*/ 262153 w 462341"/>
                    <a:gd name="connsiteY48" fmla="*/ 74496 h 788699"/>
                    <a:gd name="connsiteX49" fmla="*/ 294789 w 462341"/>
                    <a:gd name="connsiteY49" fmla="*/ 85375 h 788699"/>
                    <a:gd name="connsiteX50" fmla="*/ 327424 w 462341"/>
                    <a:gd name="connsiteY50" fmla="*/ 104412 h 788699"/>
                    <a:gd name="connsiteX51" fmla="*/ 332864 w 462341"/>
                    <a:gd name="connsiteY51" fmla="*/ 74496 h 788699"/>
                    <a:gd name="connsiteX52" fmla="*/ 338303 w 462341"/>
                    <a:gd name="connsiteY52" fmla="*/ 63618 h 788699"/>
                    <a:gd name="connsiteX53" fmla="*/ 349182 w 462341"/>
                    <a:gd name="connsiteY53" fmla="*/ 58178 h 788699"/>
                    <a:gd name="connsiteX54" fmla="*/ 357341 w 462341"/>
                    <a:gd name="connsiteY54" fmla="*/ 63618 h 788699"/>
                    <a:gd name="connsiteX55" fmla="*/ 365500 w 462341"/>
                    <a:gd name="connsiteY55" fmla="*/ 82655 h 788699"/>
                    <a:gd name="connsiteX56" fmla="*/ 368219 w 462341"/>
                    <a:gd name="connsiteY56" fmla="*/ 142488 h 788699"/>
                    <a:gd name="connsiteX57" fmla="*/ 368219 w 462341"/>
                    <a:gd name="connsiteY57" fmla="*/ 188722 h 788699"/>
                    <a:gd name="connsiteX58" fmla="*/ 370939 w 462341"/>
                    <a:gd name="connsiteY58" fmla="*/ 245834 h 788699"/>
                    <a:gd name="connsiteX59" fmla="*/ 354621 w 462341"/>
                    <a:gd name="connsiteY59" fmla="*/ 286629 h 788699"/>
                    <a:gd name="connsiteX60" fmla="*/ 338303 w 462341"/>
                    <a:gd name="connsiteY60" fmla="*/ 281190 h 788699"/>
                    <a:gd name="connsiteX61" fmla="*/ 330144 w 462341"/>
                    <a:gd name="connsiteY61" fmla="*/ 264872 h 788699"/>
                    <a:gd name="connsiteX62" fmla="*/ 327424 w 462341"/>
                    <a:gd name="connsiteY62" fmla="*/ 248554 h 788699"/>
                    <a:gd name="connsiteX63" fmla="*/ 330144 w 462341"/>
                    <a:gd name="connsiteY63" fmla="*/ 221357 h 788699"/>
                    <a:gd name="connsiteX64" fmla="*/ 330144 w 462341"/>
                    <a:gd name="connsiteY64" fmla="*/ 188722 h 788699"/>
                    <a:gd name="connsiteX65" fmla="*/ 327424 w 462341"/>
                    <a:gd name="connsiteY65" fmla="*/ 164245 h 788699"/>
                    <a:gd name="connsiteX66" fmla="*/ 311107 w 462341"/>
                    <a:gd name="connsiteY66" fmla="*/ 134329 h 788699"/>
                    <a:gd name="connsiteX67" fmla="*/ 283910 w 462341"/>
                    <a:gd name="connsiteY67" fmla="*/ 118011 h 788699"/>
                    <a:gd name="connsiteX68" fmla="*/ 251274 w 462341"/>
                    <a:gd name="connsiteY68" fmla="*/ 112571 h 788699"/>
                    <a:gd name="connsiteX69" fmla="*/ 215918 w 462341"/>
                    <a:gd name="connsiteY69" fmla="*/ 123450 h 788699"/>
                    <a:gd name="connsiteX70" fmla="*/ 202320 w 462341"/>
                    <a:gd name="connsiteY70" fmla="*/ 147927 h 788699"/>
                    <a:gd name="connsiteX71" fmla="*/ 188722 w 462341"/>
                    <a:gd name="connsiteY71" fmla="*/ 180563 h 788699"/>
                    <a:gd name="connsiteX72" fmla="*/ 183283 w 462341"/>
                    <a:gd name="connsiteY72" fmla="*/ 210479 h 788699"/>
                    <a:gd name="connsiteX73" fmla="*/ 188722 w 462341"/>
                    <a:gd name="connsiteY73" fmla="*/ 226797 h 788699"/>
                    <a:gd name="connsiteX74" fmla="*/ 188722 w 462341"/>
                    <a:gd name="connsiteY74" fmla="*/ 248554 h 788699"/>
                    <a:gd name="connsiteX75" fmla="*/ 210479 w 462341"/>
                    <a:gd name="connsiteY75" fmla="*/ 273031 h 788699"/>
                    <a:gd name="connsiteX76" fmla="*/ 226797 w 462341"/>
                    <a:gd name="connsiteY76" fmla="*/ 300228 h 788699"/>
                    <a:gd name="connsiteX77" fmla="*/ 256713 w 462341"/>
                    <a:gd name="connsiteY77" fmla="*/ 332864 h 788699"/>
                    <a:gd name="connsiteX78" fmla="*/ 275751 w 462341"/>
                    <a:gd name="connsiteY78" fmla="*/ 351901 h 788699"/>
                    <a:gd name="connsiteX79" fmla="*/ 324705 w 462341"/>
                    <a:gd name="connsiteY79" fmla="*/ 400855 h 788699"/>
                    <a:gd name="connsiteX80" fmla="*/ 343742 w 462341"/>
                    <a:gd name="connsiteY80" fmla="*/ 428051 h 788699"/>
                    <a:gd name="connsiteX81" fmla="*/ 351901 w 462341"/>
                    <a:gd name="connsiteY81" fmla="*/ 433491 h 788699"/>
                    <a:gd name="connsiteX82" fmla="*/ 360060 w 462341"/>
                    <a:gd name="connsiteY82" fmla="*/ 447089 h 788699"/>
                    <a:gd name="connsiteX83" fmla="*/ 384537 w 462341"/>
                    <a:gd name="connsiteY83" fmla="*/ 474286 h 788699"/>
                    <a:gd name="connsiteX84" fmla="*/ 395416 w 462341"/>
                    <a:gd name="connsiteY84" fmla="*/ 506921 h 788699"/>
                    <a:gd name="connsiteX85" fmla="*/ 406295 w 462341"/>
                    <a:gd name="connsiteY85" fmla="*/ 536838 h 788699"/>
                    <a:gd name="connsiteX86" fmla="*/ 409014 w 462341"/>
                    <a:gd name="connsiteY86" fmla="*/ 547716 h 788699"/>
                    <a:gd name="connsiteX87" fmla="*/ 406295 w 462341"/>
                    <a:gd name="connsiteY87" fmla="*/ 569473 h 788699"/>
                    <a:gd name="connsiteX88" fmla="*/ 403575 w 462341"/>
                    <a:gd name="connsiteY88" fmla="*/ 583072 h 788699"/>
                    <a:gd name="connsiteX89" fmla="*/ 403575 w 462341"/>
                    <a:gd name="connsiteY89" fmla="*/ 583072 h 788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</a:cxnLst>
                  <a:rect l="l" t="t" r="r" b="b"/>
                  <a:pathLst>
                    <a:path w="462341" h="788699">
                      <a:moveTo>
                        <a:pt x="403575" y="583072"/>
                      </a:moveTo>
                      <a:cubicBezTo>
                        <a:pt x="403575" y="588511"/>
                        <a:pt x="406295" y="591231"/>
                        <a:pt x="406295" y="596670"/>
                      </a:cubicBezTo>
                      <a:cubicBezTo>
                        <a:pt x="406295" y="602109"/>
                        <a:pt x="403575" y="604829"/>
                        <a:pt x="400855" y="610268"/>
                      </a:cubicBezTo>
                      <a:cubicBezTo>
                        <a:pt x="398136" y="615708"/>
                        <a:pt x="392696" y="621147"/>
                        <a:pt x="389977" y="626586"/>
                      </a:cubicBezTo>
                      <a:cubicBezTo>
                        <a:pt x="381818" y="645624"/>
                        <a:pt x="368219" y="661942"/>
                        <a:pt x="354621" y="675540"/>
                      </a:cubicBezTo>
                      <a:cubicBezTo>
                        <a:pt x="346462" y="683699"/>
                        <a:pt x="338303" y="686419"/>
                        <a:pt x="327424" y="691858"/>
                      </a:cubicBezTo>
                      <a:cubicBezTo>
                        <a:pt x="316546" y="700017"/>
                        <a:pt x="302948" y="708176"/>
                        <a:pt x="292069" y="713615"/>
                      </a:cubicBezTo>
                      <a:cubicBezTo>
                        <a:pt x="281190" y="719054"/>
                        <a:pt x="264872" y="724494"/>
                        <a:pt x="251274" y="724494"/>
                      </a:cubicBezTo>
                      <a:cubicBezTo>
                        <a:pt x="240395" y="724494"/>
                        <a:pt x="229517" y="721774"/>
                        <a:pt x="221358" y="721774"/>
                      </a:cubicBezTo>
                      <a:cubicBezTo>
                        <a:pt x="213199" y="721774"/>
                        <a:pt x="202320" y="721774"/>
                        <a:pt x="191442" y="721774"/>
                      </a:cubicBezTo>
                      <a:cubicBezTo>
                        <a:pt x="172404" y="721774"/>
                        <a:pt x="172404" y="721774"/>
                        <a:pt x="153366" y="713615"/>
                      </a:cubicBezTo>
                      <a:cubicBezTo>
                        <a:pt x="134329" y="708176"/>
                        <a:pt x="118011" y="691858"/>
                        <a:pt x="104412" y="675540"/>
                      </a:cubicBezTo>
                      <a:cubicBezTo>
                        <a:pt x="104412" y="678260"/>
                        <a:pt x="104412" y="680979"/>
                        <a:pt x="104412" y="689138"/>
                      </a:cubicBezTo>
                      <a:cubicBezTo>
                        <a:pt x="104412" y="694578"/>
                        <a:pt x="104412" y="702737"/>
                        <a:pt x="101693" y="710895"/>
                      </a:cubicBezTo>
                      <a:cubicBezTo>
                        <a:pt x="101693" y="721774"/>
                        <a:pt x="96253" y="732653"/>
                        <a:pt x="85375" y="732653"/>
                      </a:cubicBezTo>
                      <a:cubicBezTo>
                        <a:pt x="77216" y="732653"/>
                        <a:pt x="74496" y="729933"/>
                        <a:pt x="69057" y="727214"/>
                      </a:cubicBezTo>
                      <a:cubicBezTo>
                        <a:pt x="63618" y="724494"/>
                        <a:pt x="60898" y="716335"/>
                        <a:pt x="60898" y="710895"/>
                      </a:cubicBezTo>
                      <a:cubicBezTo>
                        <a:pt x="58178" y="702737"/>
                        <a:pt x="58178" y="697297"/>
                        <a:pt x="58178" y="691858"/>
                      </a:cubicBezTo>
                      <a:cubicBezTo>
                        <a:pt x="58178" y="683699"/>
                        <a:pt x="60898" y="678260"/>
                        <a:pt x="60898" y="664661"/>
                      </a:cubicBezTo>
                      <a:cubicBezTo>
                        <a:pt x="60898" y="656502"/>
                        <a:pt x="60898" y="632026"/>
                        <a:pt x="60898" y="607549"/>
                      </a:cubicBezTo>
                      <a:cubicBezTo>
                        <a:pt x="60898" y="574913"/>
                        <a:pt x="60898" y="542277"/>
                        <a:pt x="63618" y="528679"/>
                      </a:cubicBezTo>
                      <a:cubicBezTo>
                        <a:pt x="63618" y="520520"/>
                        <a:pt x="63618" y="509641"/>
                        <a:pt x="69057" y="504202"/>
                      </a:cubicBezTo>
                      <a:cubicBezTo>
                        <a:pt x="71777" y="501482"/>
                        <a:pt x="71777" y="498762"/>
                        <a:pt x="74496" y="493323"/>
                      </a:cubicBezTo>
                      <a:cubicBezTo>
                        <a:pt x="77216" y="490603"/>
                        <a:pt x="79936" y="487884"/>
                        <a:pt x="82655" y="487884"/>
                      </a:cubicBezTo>
                      <a:cubicBezTo>
                        <a:pt x="85375" y="487884"/>
                        <a:pt x="90814" y="490603"/>
                        <a:pt x="90814" y="493323"/>
                      </a:cubicBezTo>
                      <a:cubicBezTo>
                        <a:pt x="93534" y="498762"/>
                        <a:pt x="98973" y="506921"/>
                        <a:pt x="98973" y="512361"/>
                      </a:cubicBezTo>
                      <a:cubicBezTo>
                        <a:pt x="98973" y="520520"/>
                        <a:pt x="101693" y="536838"/>
                        <a:pt x="101693" y="555875"/>
                      </a:cubicBezTo>
                      <a:cubicBezTo>
                        <a:pt x="101693" y="569473"/>
                        <a:pt x="101693" y="583072"/>
                        <a:pt x="101693" y="596670"/>
                      </a:cubicBezTo>
                      <a:cubicBezTo>
                        <a:pt x="101693" y="607549"/>
                        <a:pt x="104412" y="618427"/>
                        <a:pt x="109852" y="626586"/>
                      </a:cubicBezTo>
                      <a:cubicBezTo>
                        <a:pt x="115291" y="637465"/>
                        <a:pt x="123450" y="642904"/>
                        <a:pt x="128889" y="651063"/>
                      </a:cubicBezTo>
                      <a:cubicBezTo>
                        <a:pt x="137048" y="661942"/>
                        <a:pt x="139768" y="667381"/>
                        <a:pt x="153366" y="670101"/>
                      </a:cubicBezTo>
                      <a:cubicBezTo>
                        <a:pt x="161525" y="670101"/>
                        <a:pt x="183283" y="678260"/>
                        <a:pt x="196881" y="678260"/>
                      </a:cubicBezTo>
                      <a:cubicBezTo>
                        <a:pt x="207759" y="678260"/>
                        <a:pt x="210479" y="672820"/>
                        <a:pt x="221358" y="667381"/>
                      </a:cubicBezTo>
                      <a:cubicBezTo>
                        <a:pt x="232236" y="661942"/>
                        <a:pt x="245835" y="664661"/>
                        <a:pt x="253994" y="659222"/>
                      </a:cubicBezTo>
                      <a:cubicBezTo>
                        <a:pt x="262153" y="653783"/>
                        <a:pt x="273031" y="645624"/>
                        <a:pt x="275751" y="637465"/>
                      </a:cubicBezTo>
                      <a:cubicBezTo>
                        <a:pt x="281190" y="629306"/>
                        <a:pt x="281190" y="621147"/>
                        <a:pt x="281190" y="615708"/>
                      </a:cubicBezTo>
                      <a:cubicBezTo>
                        <a:pt x="281190" y="610268"/>
                        <a:pt x="281190" y="607549"/>
                        <a:pt x="278471" y="602109"/>
                      </a:cubicBezTo>
                      <a:cubicBezTo>
                        <a:pt x="275751" y="591231"/>
                        <a:pt x="267592" y="583072"/>
                        <a:pt x="262153" y="572193"/>
                      </a:cubicBezTo>
                      <a:cubicBezTo>
                        <a:pt x="256713" y="561314"/>
                        <a:pt x="253994" y="547716"/>
                        <a:pt x="245835" y="536838"/>
                      </a:cubicBezTo>
                      <a:cubicBezTo>
                        <a:pt x="232236" y="515080"/>
                        <a:pt x="213199" y="498762"/>
                        <a:pt x="196881" y="477005"/>
                      </a:cubicBezTo>
                      <a:cubicBezTo>
                        <a:pt x="180563" y="457968"/>
                        <a:pt x="164245" y="438930"/>
                        <a:pt x="145207" y="419892"/>
                      </a:cubicBezTo>
                      <a:cubicBezTo>
                        <a:pt x="126170" y="400855"/>
                        <a:pt x="109852" y="379098"/>
                        <a:pt x="93534" y="357340"/>
                      </a:cubicBezTo>
                      <a:cubicBezTo>
                        <a:pt x="77216" y="335583"/>
                        <a:pt x="71777" y="308387"/>
                        <a:pt x="66337" y="283910"/>
                      </a:cubicBezTo>
                      <a:cubicBezTo>
                        <a:pt x="63618" y="267592"/>
                        <a:pt x="58178" y="245834"/>
                        <a:pt x="58178" y="224077"/>
                      </a:cubicBezTo>
                      <a:cubicBezTo>
                        <a:pt x="58178" y="194161"/>
                        <a:pt x="69057" y="175123"/>
                        <a:pt x="82655" y="150647"/>
                      </a:cubicBezTo>
                      <a:cubicBezTo>
                        <a:pt x="96253" y="128889"/>
                        <a:pt x="115291" y="109852"/>
                        <a:pt x="137048" y="96253"/>
                      </a:cubicBezTo>
                      <a:cubicBezTo>
                        <a:pt x="158806" y="82655"/>
                        <a:pt x="172404" y="79936"/>
                        <a:pt x="196881" y="77216"/>
                      </a:cubicBezTo>
                      <a:cubicBezTo>
                        <a:pt x="210479" y="77216"/>
                        <a:pt x="215918" y="69057"/>
                        <a:pt x="232236" y="69057"/>
                      </a:cubicBezTo>
                      <a:cubicBezTo>
                        <a:pt x="243115" y="69057"/>
                        <a:pt x="251274" y="71776"/>
                        <a:pt x="262153" y="74496"/>
                      </a:cubicBezTo>
                      <a:cubicBezTo>
                        <a:pt x="273031" y="77216"/>
                        <a:pt x="283910" y="82655"/>
                        <a:pt x="294789" y="85375"/>
                      </a:cubicBezTo>
                      <a:cubicBezTo>
                        <a:pt x="308387" y="90814"/>
                        <a:pt x="319265" y="96253"/>
                        <a:pt x="327424" y="104412"/>
                      </a:cubicBezTo>
                      <a:cubicBezTo>
                        <a:pt x="327424" y="90814"/>
                        <a:pt x="327424" y="79936"/>
                        <a:pt x="332864" y="74496"/>
                      </a:cubicBezTo>
                      <a:cubicBezTo>
                        <a:pt x="335583" y="71776"/>
                        <a:pt x="335583" y="69057"/>
                        <a:pt x="338303" y="63618"/>
                      </a:cubicBezTo>
                      <a:cubicBezTo>
                        <a:pt x="341023" y="60898"/>
                        <a:pt x="346462" y="58178"/>
                        <a:pt x="349182" y="58178"/>
                      </a:cubicBezTo>
                      <a:cubicBezTo>
                        <a:pt x="351901" y="58178"/>
                        <a:pt x="357341" y="60898"/>
                        <a:pt x="357341" y="63618"/>
                      </a:cubicBezTo>
                      <a:cubicBezTo>
                        <a:pt x="360060" y="69057"/>
                        <a:pt x="365500" y="77216"/>
                        <a:pt x="365500" y="82655"/>
                      </a:cubicBezTo>
                      <a:cubicBezTo>
                        <a:pt x="365500" y="90814"/>
                        <a:pt x="368219" y="123450"/>
                        <a:pt x="368219" y="142488"/>
                      </a:cubicBezTo>
                      <a:cubicBezTo>
                        <a:pt x="368219" y="158806"/>
                        <a:pt x="368219" y="177843"/>
                        <a:pt x="368219" y="188722"/>
                      </a:cubicBezTo>
                      <a:cubicBezTo>
                        <a:pt x="368219" y="213199"/>
                        <a:pt x="370939" y="224077"/>
                        <a:pt x="370939" y="245834"/>
                      </a:cubicBezTo>
                      <a:cubicBezTo>
                        <a:pt x="370939" y="256713"/>
                        <a:pt x="370939" y="286629"/>
                        <a:pt x="354621" y="286629"/>
                      </a:cubicBezTo>
                      <a:cubicBezTo>
                        <a:pt x="346462" y="286629"/>
                        <a:pt x="343742" y="283910"/>
                        <a:pt x="338303" y="281190"/>
                      </a:cubicBezTo>
                      <a:cubicBezTo>
                        <a:pt x="332864" y="278470"/>
                        <a:pt x="330144" y="270311"/>
                        <a:pt x="330144" y="264872"/>
                      </a:cubicBezTo>
                      <a:cubicBezTo>
                        <a:pt x="327424" y="256713"/>
                        <a:pt x="327424" y="251274"/>
                        <a:pt x="327424" y="248554"/>
                      </a:cubicBezTo>
                      <a:cubicBezTo>
                        <a:pt x="327424" y="240395"/>
                        <a:pt x="330144" y="234956"/>
                        <a:pt x="330144" y="221357"/>
                      </a:cubicBezTo>
                      <a:cubicBezTo>
                        <a:pt x="330144" y="213199"/>
                        <a:pt x="330144" y="202320"/>
                        <a:pt x="330144" y="188722"/>
                      </a:cubicBezTo>
                      <a:cubicBezTo>
                        <a:pt x="330144" y="180563"/>
                        <a:pt x="327424" y="172404"/>
                        <a:pt x="327424" y="164245"/>
                      </a:cubicBezTo>
                      <a:cubicBezTo>
                        <a:pt x="324705" y="153366"/>
                        <a:pt x="319265" y="142488"/>
                        <a:pt x="311107" y="134329"/>
                      </a:cubicBezTo>
                      <a:cubicBezTo>
                        <a:pt x="302948" y="126170"/>
                        <a:pt x="294789" y="120730"/>
                        <a:pt x="283910" y="118011"/>
                      </a:cubicBezTo>
                      <a:cubicBezTo>
                        <a:pt x="275751" y="115291"/>
                        <a:pt x="262153" y="112571"/>
                        <a:pt x="251274" y="112571"/>
                      </a:cubicBezTo>
                      <a:cubicBezTo>
                        <a:pt x="237676" y="112571"/>
                        <a:pt x="224077" y="115291"/>
                        <a:pt x="215918" y="123450"/>
                      </a:cubicBezTo>
                      <a:cubicBezTo>
                        <a:pt x="207759" y="128889"/>
                        <a:pt x="205040" y="139768"/>
                        <a:pt x="202320" y="147927"/>
                      </a:cubicBezTo>
                      <a:cubicBezTo>
                        <a:pt x="196881" y="158806"/>
                        <a:pt x="191442" y="166964"/>
                        <a:pt x="188722" y="180563"/>
                      </a:cubicBezTo>
                      <a:cubicBezTo>
                        <a:pt x="186002" y="191441"/>
                        <a:pt x="183283" y="199600"/>
                        <a:pt x="183283" y="210479"/>
                      </a:cubicBezTo>
                      <a:cubicBezTo>
                        <a:pt x="183283" y="215918"/>
                        <a:pt x="186002" y="221357"/>
                        <a:pt x="188722" y="226797"/>
                      </a:cubicBezTo>
                      <a:cubicBezTo>
                        <a:pt x="191442" y="234956"/>
                        <a:pt x="188722" y="243115"/>
                        <a:pt x="188722" y="248554"/>
                      </a:cubicBezTo>
                      <a:cubicBezTo>
                        <a:pt x="191442" y="259433"/>
                        <a:pt x="202320" y="264872"/>
                        <a:pt x="210479" y="273031"/>
                      </a:cubicBezTo>
                      <a:cubicBezTo>
                        <a:pt x="218638" y="281190"/>
                        <a:pt x="221358" y="292069"/>
                        <a:pt x="226797" y="300228"/>
                      </a:cubicBezTo>
                      <a:cubicBezTo>
                        <a:pt x="234956" y="311106"/>
                        <a:pt x="245835" y="321985"/>
                        <a:pt x="256713" y="332864"/>
                      </a:cubicBezTo>
                      <a:cubicBezTo>
                        <a:pt x="259433" y="338303"/>
                        <a:pt x="267592" y="343742"/>
                        <a:pt x="275751" y="351901"/>
                      </a:cubicBezTo>
                      <a:cubicBezTo>
                        <a:pt x="292069" y="368219"/>
                        <a:pt x="311107" y="384537"/>
                        <a:pt x="324705" y="400855"/>
                      </a:cubicBezTo>
                      <a:cubicBezTo>
                        <a:pt x="332864" y="409014"/>
                        <a:pt x="335583" y="419892"/>
                        <a:pt x="343742" y="428051"/>
                      </a:cubicBezTo>
                      <a:cubicBezTo>
                        <a:pt x="346462" y="430771"/>
                        <a:pt x="349182" y="430771"/>
                        <a:pt x="351901" y="433491"/>
                      </a:cubicBezTo>
                      <a:cubicBezTo>
                        <a:pt x="354621" y="436210"/>
                        <a:pt x="357341" y="441650"/>
                        <a:pt x="360060" y="447089"/>
                      </a:cubicBezTo>
                      <a:cubicBezTo>
                        <a:pt x="368219" y="455248"/>
                        <a:pt x="376378" y="463407"/>
                        <a:pt x="384537" y="474286"/>
                      </a:cubicBezTo>
                      <a:cubicBezTo>
                        <a:pt x="389977" y="482445"/>
                        <a:pt x="392696" y="496043"/>
                        <a:pt x="395416" y="506921"/>
                      </a:cubicBezTo>
                      <a:cubicBezTo>
                        <a:pt x="400855" y="517800"/>
                        <a:pt x="400855" y="528679"/>
                        <a:pt x="406295" y="536838"/>
                      </a:cubicBezTo>
                      <a:cubicBezTo>
                        <a:pt x="409014" y="539557"/>
                        <a:pt x="409014" y="544997"/>
                        <a:pt x="409014" y="547716"/>
                      </a:cubicBezTo>
                      <a:cubicBezTo>
                        <a:pt x="409014" y="555875"/>
                        <a:pt x="406295" y="561314"/>
                        <a:pt x="406295" y="569473"/>
                      </a:cubicBezTo>
                      <a:cubicBezTo>
                        <a:pt x="406295" y="574913"/>
                        <a:pt x="403575" y="577632"/>
                        <a:pt x="403575" y="583072"/>
                      </a:cubicBezTo>
                      <a:lnTo>
                        <a:pt x="403575" y="583072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43" name="Freeform: Shape 37">
                  <a:extLst>
                    <a:ext uri="{FF2B5EF4-FFF2-40B4-BE49-F238E27FC236}">
                      <a16:creationId xmlns:a16="http://schemas.microsoft.com/office/drawing/2014/main" id="{C9C12439-6E9C-D37A-8CA6-3ABEE2568F25}"/>
                    </a:ext>
                  </a:extLst>
                </p:cNvPr>
                <p:cNvSpPr/>
                <p:nvPr/>
              </p:nvSpPr>
              <p:spPr>
                <a:xfrm>
                  <a:off x="2456032" y="4192158"/>
                  <a:ext cx="571128" cy="761503"/>
                </a:xfrm>
                <a:custGeom>
                  <a:avLst/>
                  <a:gdLst>
                    <a:gd name="connsiteX0" fmla="*/ 512361 w 571128"/>
                    <a:gd name="connsiteY0" fmla="*/ 79936 h 761503"/>
                    <a:gd name="connsiteX1" fmla="*/ 539558 w 571128"/>
                    <a:gd name="connsiteY1" fmla="*/ 96253 h 761503"/>
                    <a:gd name="connsiteX2" fmla="*/ 534118 w 571128"/>
                    <a:gd name="connsiteY2" fmla="*/ 112571 h 761503"/>
                    <a:gd name="connsiteX3" fmla="*/ 523240 w 571128"/>
                    <a:gd name="connsiteY3" fmla="*/ 120730 h 761503"/>
                    <a:gd name="connsiteX4" fmla="*/ 506922 w 571128"/>
                    <a:gd name="connsiteY4" fmla="*/ 123450 h 761503"/>
                    <a:gd name="connsiteX5" fmla="*/ 477006 w 571128"/>
                    <a:gd name="connsiteY5" fmla="*/ 123450 h 761503"/>
                    <a:gd name="connsiteX6" fmla="*/ 479725 w 571128"/>
                    <a:gd name="connsiteY6" fmla="*/ 145207 h 761503"/>
                    <a:gd name="connsiteX7" fmla="*/ 477006 w 571128"/>
                    <a:gd name="connsiteY7" fmla="*/ 180563 h 761503"/>
                    <a:gd name="connsiteX8" fmla="*/ 482445 w 571128"/>
                    <a:gd name="connsiteY8" fmla="*/ 232236 h 761503"/>
                    <a:gd name="connsiteX9" fmla="*/ 485165 w 571128"/>
                    <a:gd name="connsiteY9" fmla="*/ 283910 h 761503"/>
                    <a:gd name="connsiteX10" fmla="*/ 485165 w 571128"/>
                    <a:gd name="connsiteY10" fmla="*/ 327424 h 761503"/>
                    <a:gd name="connsiteX11" fmla="*/ 487884 w 571128"/>
                    <a:gd name="connsiteY11" fmla="*/ 373658 h 761503"/>
                    <a:gd name="connsiteX12" fmla="*/ 485165 w 571128"/>
                    <a:gd name="connsiteY12" fmla="*/ 419892 h 761503"/>
                    <a:gd name="connsiteX13" fmla="*/ 485165 w 571128"/>
                    <a:gd name="connsiteY13" fmla="*/ 463407 h 761503"/>
                    <a:gd name="connsiteX14" fmla="*/ 482445 w 571128"/>
                    <a:gd name="connsiteY14" fmla="*/ 515080 h 761503"/>
                    <a:gd name="connsiteX15" fmla="*/ 482445 w 571128"/>
                    <a:gd name="connsiteY15" fmla="*/ 558595 h 761503"/>
                    <a:gd name="connsiteX16" fmla="*/ 479725 w 571128"/>
                    <a:gd name="connsiteY16" fmla="*/ 602109 h 761503"/>
                    <a:gd name="connsiteX17" fmla="*/ 485165 w 571128"/>
                    <a:gd name="connsiteY17" fmla="*/ 648343 h 761503"/>
                    <a:gd name="connsiteX18" fmla="*/ 474286 w 571128"/>
                    <a:gd name="connsiteY18" fmla="*/ 675540 h 761503"/>
                    <a:gd name="connsiteX19" fmla="*/ 428052 w 571128"/>
                    <a:gd name="connsiteY19" fmla="*/ 691858 h 761503"/>
                    <a:gd name="connsiteX20" fmla="*/ 387257 w 571128"/>
                    <a:gd name="connsiteY20" fmla="*/ 683699 h 761503"/>
                    <a:gd name="connsiteX21" fmla="*/ 351901 w 571128"/>
                    <a:gd name="connsiteY21" fmla="*/ 664661 h 761503"/>
                    <a:gd name="connsiteX22" fmla="*/ 305667 w 571128"/>
                    <a:gd name="connsiteY22" fmla="*/ 596670 h 761503"/>
                    <a:gd name="connsiteX23" fmla="*/ 270312 w 571128"/>
                    <a:gd name="connsiteY23" fmla="*/ 509641 h 761503"/>
                    <a:gd name="connsiteX24" fmla="*/ 251274 w 571128"/>
                    <a:gd name="connsiteY24" fmla="*/ 460687 h 761503"/>
                    <a:gd name="connsiteX25" fmla="*/ 224077 w 571128"/>
                    <a:gd name="connsiteY25" fmla="*/ 381817 h 761503"/>
                    <a:gd name="connsiteX26" fmla="*/ 207759 w 571128"/>
                    <a:gd name="connsiteY26" fmla="*/ 330144 h 761503"/>
                    <a:gd name="connsiteX27" fmla="*/ 191442 w 571128"/>
                    <a:gd name="connsiteY27" fmla="*/ 286629 h 761503"/>
                    <a:gd name="connsiteX28" fmla="*/ 183283 w 571128"/>
                    <a:gd name="connsiteY28" fmla="*/ 278470 h 761503"/>
                    <a:gd name="connsiteX29" fmla="*/ 180563 w 571128"/>
                    <a:gd name="connsiteY29" fmla="*/ 292069 h 761503"/>
                    <a:gd name="connsiteX30" fmla="*/ 180563 w 571128"/>
                    <a:gd name="connsiteY30" fmla="*/ 305667 h 761503"/>
                    <a:gd name="connsiteX31" fmla="*/ 183283 w 571128"/>
                    <a:gd name="connsiteY31" fmla="*/ 354621 h 761503"/>
                    <a:gd name="connsiteX32" fmla="*/ 188722 w 571128"/>
                    <a:gd name="connsiteY32" fmla="*/ 449809 h 761503"/>
                    <a:gd name="connsiteX33" fmla="*/ 188722 w 571128"/>
                    <a:gd name="connsiteY33" fmla="*/ 479725 h 761503"/>
                    <a:gd name="connsiteX34" fmla="*/ 188722 w 571128"/>
                    <a:gd name="connsiteY34" fmla="*/ 542277 h 761503"/>
                    <a:gd name="connsiteX35" fmla="*/ 186002 w 571128"/>
                    <a:gd name="connsiteY35" fmla="*/ 615708 h 761503"/>
                    <a:gd name="connsiteX36" fmla="*/ 186002 w 571128"/>
                    <a:gd name="connsiteY36" fmla="*/ 637465 h 761503"/>
                    <a:gd name="connsiteX37" fmla="*/ 183283 w 571128"/>
                    <a:gd name="connsiteY37" fmla="*/ 664661 h 761503"/>
                    <a:gd name="connsiteX38" fmla="*/ 226797 w 571128"/>
                    <a:gd name="connsiteY38" fmla="*/ 664661 h 761503"/>
                    <a:gd name="connsiteX39" fmla="*/ 253994 w 571128"/>
                    <a:gd name="connsiteY39" fmla="*/ 680979 h 761503"/>
                    <a:gd name="connsiteX40" fmla="*/ 248554 w 571128"/>
                    <a:gd name="connsiteY40" fmla="*/ 697297 h 761503"/>
                    <a:gd name="connsiteX41" fmla="*/ 234956 w 571128"/>
                    <a:gd name="connsiteY41" fmla="*/ 705456 h 761503"/>
                    <a:gd name="connsiteX42" fmla="*/ 218638 w 571128"/>
                    <a:gd name="connsiteY42" fmla="*/ 708176 h 761503"/>
                    <a:gd name="connsiteX43" fmla="*/ 183283 w 571128"/>
                    <a:gd name="connsiteY43" fmla="*/ 708176 h 761503"/>
                    <a:gd name="connsiteX44" fmla="*/ 150647 w 571128"/>
                    <a:gd name="connsiteY44" fmla="*/ 708176 h 761503"/>
                    <a:gd name="connsiteX45" fmla="*/ 107132 w 571128"/>
                    <a:gd name="connsiteY45" fmla="*/ 708176 h 761503"/>
                    <a:gd name="connsiteX46" fmla="*/ 88094 w 571128"/>
                    <a:gd name="connsiteY46" fmla="*/ 708176 h 761503"/>
                    <a:gd name="connsiteX47" fmla="*/ 69057 w 571128"/>
                    <a:gd name="connsiteY47" fmla="*/ 702737 h 761503"/>
                    <a:gd name="connsiteX48" fmla="*/ 58178 w 571128"/>
                    <a:gd name="connsiteY48" fmla="*/ 686419 h 761503"/>
                    <a:gd name="connsiteX49" fmla="*/ 60898 w 571128"/>
                    <a:gd name="connsiteY49" fmla="*/ 678260 h 761503"/>
                    <a:gd name="connsiteX50" fmla="*/ 77216 w 571128"/>
                    <a:gd name="connsiteY50" fmla="*/ 670101 h 761503"/>
                    <a:gd name="connsiteX51" fmla="*/ 120730 w 571128"/>
                    <a:gd name="connsiteY51" fmla="*/ 664661 h 761503"/>
                    <a:gd name="connsiteX52" fmla="*/ 131609 w 571128"/>
                    <a:gd name="connsiteY52" fmla="*/ 664661 h 761503"/>
                    <a:gd name="connsiteX53" fmla="*/ 134329 w 571128"/>
                    <a:gd name="connsiteY53" fmla="*/ 539557 h 761503"/>
                    <a:gd name="connsiteX54" fmla="*/ 134329 w 571128"/>
                    <a:gd name="connsiteY54" fmla="*/ 504202 h 761503"/>
                    <a:gd name="connsiteX55" fmla="*/ 131609 w 571128"/>
                    <a:gd name="connsiteY55" fmla="*/ 376378 h 761503"/>
                    <a:gd name="connsiteX56" fmla="*/ 131609 w 571128"/>
                    <a:gd name="connsiteY56" fmla="*/ 302947 h 761503"/>
                    <a:gd name="connsiteX57" fmla="*/ 134329 w 571128"/>
                    <a:gd name="connsiteY57" fmla="*/ 221357 h 761503"/>
                    <a:gd name="connsiteX58" fmla="*/ 137048 w 571128"/>
                    <a:gd name="connsiteY58" fmla="*/ 123450 h 761503"/>
                    <a:gd name="connsiteX59" fmla="*/ 107132 w 571128"/>
                    <a:gd name="connsiteY59" fmla="*/ 123450 h 761503"/>
                    <a:gd name="connsiteX60" fmla="*/ 88094 w 571128"/>
                    <a:gd name="connsiteY60" fmla="*/ 123450 h 761503"/>
                    <a:gd name="connsiteX61" fmla="*/ 69057 w 571128"/>
                    <a:gd name="connsiteY61" fmla="*/ 118011 h 761503"/>
                    <a:gd name="connsiteX62" fmla="*/ 58178 w 571128"/>
                    <a:gd name="connsiteY62" fmla="*/ 101693 h 761503"/>
                    <a:gd name="connsiteX63" fmla="*/ 60898 w 571128"/>
                    <a:gd name="connsiteY63" fmla="*/ 93534 h 761503"/>
                    <a:gd name="connsiteX64" fmla="*/ 77216 w 571128"/>
                    <a:gd name="connsiteY64" fmla="*/ 85375 h 761503"/>
                    <a:gd name="connsiteX65" fmla="*/ 131609 w 571128"/>
                    <a:gd name="connsiteY65" fmla="*/ 79936 h 761503"/>
                    <a:gd name="connsiteX66" fmla="*/ 161525 w 571128"/>
                    <a:gd name="connsiteY66" fmla="*/ 79936 h 761503"/>
                    <a:gd name="connsiteX67" fmla="*/ 177843 w 571128"/>
                    <a:gd name="connsiteY67" fmla="*/ 66337 h 761503"/>
                    <a:gd name="connsiteX68" fmla="*/ 202320 w 571128"/>
                    <a:gd name="connsiteY68" fmla="*/ 58178 h 761503"/>
                    <a:gd name="connsiteX69" fmla="*/ 234956 w 571128"/>
                    <a:gd name="connsiteY69" fmla="*/ 77216 h 761503"/>
                    <a:gd name="connsiteX70" fmla="*/ 251274 w 571128"/>
                    <a:gd name="connsiteY70" fmla="*/ 107132 h 761503"/>
                    <a:gd name="connsiteX71" fmla="*/ 267592 w 571128"/>
                    <a:gd name="connsiteY71" fmla="*/ 147927 h 761503"/>
                    <a:gd name="connsiteX72" fmla="*/ 281190 w 571128"/>
                    <a:gd name="connsiteY72" fmla="*/ 183282 h 761503"/>
                    <a:gd name="connsiteX73" fmla="*/ 297508 w 571128"/>
                    <a:gd name="connsiteY73" fmla="*/ 224077 h 761503"/>
                    <a:gd name="connsiteX74" fmla="*/ 308387 w 571128"/>
                    <a:gd name="connsiteY74" fmla="*/ 264872 h 761503"/>
                    <a:gd name="connsiteX75" fmla="*/ 319265 w 571128"/>
                    <a:gd name="connsiteY75" fmla="*/ 300228 h 761503"/>
                    <a:gd name="connsiteX76" fmla="*/ 351901 w 571128"/>
                    <a:gd name="connsiteY76" fmla="*/ 379098 h 761503"/>
                    <a:gd name="connsiteX77" fmla="*/ 365500 w 571128"/>
                    <a:gd name="connsiteY77" fmla="*/ 417173 h 761503"/>
                    <a:gd name="connsiteX78" fmla="*/ 379098 w 571128"/>
                    <a:gd name="connsiteY78" fmla="*/ 457968 h 761503"/>
                    <a:gd name="connsiteX79" fmla="*/ 395416 w 571128"/>
                    <a:gd name="connsiteY79" fmla="*/ 496043 h 761503"/>
                    <a:gd name="connsiteX80" fmla="*/ 406295 w 571128"/>
                    <a:gd name="connsiteY80" fmla="*/ 512361 h 761503"/>
                    <a:gd name="connsiteX81" fmla="*/ 411734 w 571128"/>
                    <a:gd name="connsiteY81" fmla="*/ 531398 h 761503"/>
                    <a:gd name="connsiteX82" fmla="*/ 419893 w 571128"/>
                    <a:gd name="connsiteY82" fmla="*/ 558595 h 761503"/>
                    <a:gd name="connsiteX83" fmla="*/ 425332 w 571128"/>
                    <a:gd name="connsiteY83" fmla="*/ 564034 h 761503"/>
                    <a:gd name="connsiteX84" fmla="*/ 430771 w 571128"/>
                    <a:gd name="connsiteY84" fmla="*/ 558595 h 761503"/>
                    <a:gd name="connsiteX85" fmla="*/ 430771 w 571128"/>
                    <a:gd name="connsiteY85" fmla="*/ 550436 h 761503"/>
                    <a:gd name="connsiteX86" fmla="*/ 430771 w 571128"/>
                    <a:gd name="connsiteY86" fmla="*/ 501482 h 761503"/>
                    <a:gd name="connsiteX87" fmla="*/ 430771 w 571128"/>
                    <a:gd name="connsiteY87" fmla="*/ 403575 h 761503"/>
                    <a:gd name="connsiteX88" fmla="*/ 425332 w 571128"/>
                    <a:gd name="connsiteY88" fmla="*/ 313826 h 761503"/>
                    <a:gd name="connsiteX89" fmla="*/ 425332 w 571128"/>
                    <a:gd name="connsiteY89" fmla="*/ 248554 h 761503"/>
                    <a:gd name="connsiteX90" fmla="*/ 425332 w 571128"/>
                    <a:gd name="connsiteY90" fmla="*/ 210479 h 761503"/>
                    <a:gd name="connsiteX91" fmla="*/ 422613 w 571128"/>
                    <a:gd name="connsiteY91" fmla="*/ 153366 h 761503"/>
                    <a:gd name="connsiteX92" fmla="*/ 425332 w 571128"/>
                    <a:gd name="connsiteY92" fmla="*/ 123450 h 761503"/>
                    <a:gd name="connsiteX93" fmla="*/ 398136 w 571128"/>
                    <a:gd name="connsiteY93" fmla="*/ 123450 h 761503"/>
                    <a:gd name="connsiteX94" fmla="*/ 379098 w 571128"/>
                    <a:gd name="connsiteY94" fmla="*/ 123450 h 761503"/>
                    <a:gd name="connsiteX95" fmla="*/ 360060 w 571128"/>
                    <a:gd name="connsiteY95" fmla="*/ 118011 h 761503"/>
                    <a:gd name="connsiteX96" fmla="*/ 349182 w 571128"/>
                    <a:gd name="connsiteY96" fmla="*/ 101693 h 761503"/>
                    <a:gd name="connsiteX97" fmla="*/ 351901 w 571128"/>
                    <a:gd name="connsiteY97" fmla="*/ 93534 h 761503"/>
                    <a:gd name="connsiteX98" fmla="*/ 368219 w 571128"/>
                    <a:gd name="connsiteY98" fmla="*/ 85375 h 761503"/>
                    <a:gd name="connsiteX99" fmla="*/ 422613 w 571128"/>
                    <a:gd name="connsiteY99" fmla="*/ 79936 h 761503"/>
                    <a:gd name="connsiteX100" fmla="*/ 444370 w 571128"/>
                    <a:gd name="connsiteY100" fmla="*/ 79936 h 761503"/>
                    <a:gd name="connsiteX101" fmla="*/ 463407 w 571128"/>
                    <a:gd name="connsiteY101" fmla="*/ 71776 h 761503"/>
                    <a:gd name="connsiteX102" fmla="*/ 477006 w 571128"/>
                    <a:gd name="connsiteY102" fmla="*/ 79936 h 761503"/>
                    <a:gd name="connsiteX103" fmla="*/ 512361 w 571128"/>
                    <a:gd name="connsiteY103" fmla="*/ 79936 h 761503"/>
                    <a:gd name="connsiteX104" fmla="*/ 512361 w 571128"/>
                    <a:gd name="connsiteY104" fmla="*/ 79936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</a:cxnLst>
                  <a:rect l="l" t="t" r="r" b="b"/>
                  <a:pathLst>
                    <a:path w="571128" h="761503">
                      <a:moveTo>
                        <a:pt x="512361" y="79936"/>
                      </a:moveTo>
                      <a:cubicBezTo>
                        <a:pt x="520520" y="79936"/>
                        <a:pt x="539558" y="79936"/>
                        <a:pt x="539558" y="96253"/>
                      </a:cubicBezTo>
                      <a:cubicBezTo>
                        <a:pt x="539558" y="104412"/>
                        <a:pt x="539558" y="107132"/>
                        <a:pt x="534118" y="112571"/>
                      </a:cubicBezTo>
                      <a:cubicBezTo>
                        <a:pt x="531399" y="118011"/>
                        <a:pt x="525960" y="120730"/>
                        <a:pt x="523240" y="120730"/>
                      </a:cubicBezTo>
                      <a:cubicBezTo>
                        <a:pt x="515081" y="123450"/>
                        <a:pt x="512361" y="123450"/>
                        <a:pt x="506922" y="123450"/>
                      </a:cubicBezTo>
                      <a:cubicBezTo>
                        <a:pt x="504202" y="123450"/>
                        <a:pt x="490604" y="123450"/>
                        <a:pt x="477006" y="123450"/>
                      </a:cubicBezTo>
                      <a:cubicBezTo>
                        <a:pt x="477006" y="131609"/>
                        <a:pt x="479725" y="137048"/>
                        <a:pt x="479725" y="145207"/>
                      </a:cubicBezTo>
                      <a:cubicBezTo>
                        <a:pt x="479725" y="156086"/>
                        <a:pt x="477006" y="166964"/>
                        <a:pt x="477006" y="180563"/>
                      </a:cubicBezTo>
                      <a:cubicBezTo>
                        <a:pt x="477006" y="196881"/>
                        <a:pt x="479725" y="215918"/>
                        <a:pt x="482445" y="232236"/>
                      </a:cubicBezTo>
                      <a:cubicBezTo>
                        <a:pt x="485165" y="248554"/>
                        <a:pt x="485165" y="267592"/>
                        <a:pt x="485165" y="283910"/>
                      </a:cubicBezTo>
                      <a:cubicBezTo>
                        <a:pt x="485165" y="297508"/>
                        <a:pt x="485165" y="313826"/>
                        <a:pt x="485165" y="327424"/>
                      </a:cubicBezTo>
                      <a:cubicBezTo>
                        <a:pt x="485165" y="343742"/>
                        <a:pt x="487884" y="357340"/>
                        <a:pt x="487884" y="373658"/>
                      </a:cubicBezTo>
                      <a:cubicBezTo>
                        <a:pt x="487884" y="389976"/>
                        <a:pt x="485165" y="403575"/>
                        <a:pt x="485165" y="419892"/>
                      </a:cubicBezTo>
                      <a:cubicBezTo>
                        <a:pt x="485165" y="436210"/>
                        <a:pt x="485165" y="449809"/>
                        <a:pt x="485165" y="463407"/>
                      </a:cubicBezTo>
                      <a:cubicBezTo>
                        <a:pt x="485165" y="479725"/>
                        <a:pt x="485165" y="498762"/>
                        <a:pt x="482445" y="515080"/>
                      </a:cubicBezTo>
                      <a:cubicBezTo>
                        <a:pt x="482445" y="528679"/>
                        <a:pt x="482445" y="542277"/>
                        <a:pt x="482445" y="558595"/>
                      </a:cubicBezTo>
                      <a:cubicBezTo>
                        <a:pt x="482445" y="572193"/>
                        <a:pt x="479725" y="588511"/>
                        <a:pt x="479725" y="602109"/>
                      </a:cubicBezTo>
                      <a:cubicBezTo>
                        <a:pt x="479725" y="615708"/>
                        <a:pt x="485165" y="632026"/>
                        <a:pt x="485165" y="648343"/>
                      </a:cubicBezTo>
                      <a:cubicBezTo>
                        <a:pt x="485165" y="659222"/>
                        <a:pt x="482445" y="670101"/>
                        <a:pt x="474286" y="675540"/>
                      </a:cubicBezTo>
                      <a:cubicBezTo>
                        <a:pt x="460688" y="686419"/>
                        <a:pt x="444370" y="691858"/>
                        <a:pt x="428052" y="691858"/>
                      </a:cubicBezTo>
                      <a:cubicBezTo>
                        <a:pt x="414454" y="691858"/>
                        <a:pt x="400855" y="689138"/>
                        <a:pt x="387257" y="683699"/>
                      </a:cubicBezTo>
                      <a:cubicBezTo>
                        <a:pt x="373659" y="678260"/>
                        <a:pt x="360060" y="672820"/>
                        <a:pt x="351901" y="664661"/>
                      </a:cubicBezTo>
                      <a:cubicBezTo>
                        <a:pt x="330144" y="645624"/>
                        <a:pt x="316546" y="621147"/>
                        <a:pt x="305667" y="596670"/>
                      </a:cubicBezTo>
                      <a:cubicBezTo>
                        <a:pt x="292069" y="569473"/>
                        <a:pt x="281190" y="539557"/>
                        <a:pt x="270312" y="509641"/>
                      </a:cubicBezTo>
                      <a:cubicBezTo>
                        <a:pt x="264872" y="493323"/>
                        <a:pt x="256713" y="477005"/>
                        <a:pt x="251274" y="460687"/>
                      </a:cubicBezTo>
                      <a:cubicBezTo>
                        <a:pt x="240395" y="433491"/>
                        <a:pt x="232236" y="409014"/>
                        <a:pt x="224077" y="381817"/>
                      </a:cubicBezTo>
                      <a:cubicBezTo>
                        <a:pt x="218638" y="365499"/>
                        <a:pt x="213199" y="346462"/>
                        <a:pt x="207759" y="330144"/>
                      </a:cubicBezTo>
                      <a:cubicBezTo>
                        <a:pt x="202320" y="316545"/>
                        <a:pt x="196881" y="300228"/>
                        <a:pt x="191442" y="286629"/>
                      </a:cubicBezTo>
                      <a:cubicBezTo>
                        <a:pt x="188722" y="281190"/>
                        <a:pt x="186002" y="278470"/>
                        <a:pt x="183283" y="278470"/>
                      </a:cubicBezTo>
                      <a:cubicBezTo>
                        <a:pt x="180563" y="278470"/>
                        <a:pt x="180563" y="286629"/>
                        <a:pt x="180563" y="292069"/>
                      </a:cubicBezTo>
                      <a:cubicBezTo>
                        <a:pt x="180563" y="297508"/>
                        <a:pt x="180563" y="302947"/>
                        <a:pt x="180563" y="305667"/>
                      </a:cubicBezTo>
                      <a:cubicBezTo>
                        <a:pt x="180563" y="321985"/>
                        <a:pt x="183283" y="338303"/>
                        <a:pt x="183283" y="354621"/>
                      </a:cubicBezTo>
                      <a:cubicBezTo>
                        <a:pt x="183283" y="387257"/>
                        <a:pt x="186002" y="417173"/>
                        <a:pt x="188722" y="449809"/>
                      </a:cubicBezTo>
                      <a:cubicBezTo>
                        <a:pt x="188722" y="460687"/>
                        <a:pt x="188722" y="468846"/>
                        <a:pt x="188722" y="479725"/>
                      </a:cubicBezTo>
                      <a:cubicBezTo>
                        <a:pt x="188722" y="501482"/>
                        <a:pt x="188722" y="523239"/>
                        <a:pt x="188722" y="542277"/>
                      </a:cubicBezTo>
                      <a:cubicBezTo>
                        <a:pt x="188722" y="566754"/>
                        <a:pt x="186002" y="591231"/>
                        <a:pt x="186002" y="615708"/>
                      </a:cubicBezTo>
                      <a:cubicBezTo>
                        <a:pt x="186002" y="623867"/>
                        <a:pt x="186002" y="632026"/>
                        <a:pt x="186002" y="637465"/>
                      </a:cubicBezTo>
                      <a:cubicBezTo>
                        <a:pt x="186002" y="645624"/>
                        <a:pt x="183283" y="656502"/>
                        <a:pt x="183283" y="664661"/>
                      </a:cubicBezTo>
                      <a:cubicBezTo>
                        <a:pt x="202320" y="664661"/>
                        <a:pt x="218638" y="664661"/>
                        <a:pt x="226797" y="664661"/>
                      </a:cubicBezTo>
                      <a:cubicBezTo>
                        <a:pt x="234956" y="664661"/>
                        <a:pt x="253994" y="664661"/>
                        <a:pt x="253994" y="680979"/>
                      </a:cubicBezTo>
                      <a:cubicBezTo>
                        <a:pt x="253994" y="689138"/>
                        <a:pt x="253994" y="691858"/>
                        <a:pt x="248554" y="697297"/>
                      </a:cubicBezTo>
                      <a:cubicBezTo>
                        <a:pt x="245835" y="702737"/>
                        <a:pt x="240395" y="705456"/>
                        <a:pt x="234956" y="705456"/>
                      </a:cubicBezTo>
                      <a:cubicBezTo>
                        <a:pt x="226797" y="708176"/>
                        <a:pt x="224077" y="708176"/>
                        <a:pt x="218638" y="708176"/>
                      </a:cubicBezTo>
                      <a:cubicBezTo>
                        <a:pt x="215918" y="708176"/>
                        <a:pt x="199600" y="708176"/>
                        <a:pt x="183283" y="708176"/>
                      </a:cubicBezTo>
                      <a:cubicBezTo>
                        <a:pt x="166965" y="708176"/>
                        <a:pt x="153366" y="708176"/>
                        <a:pt x="150647" y="708176"/>
                      </a:cubicBezTo>
                      <a:cubicBezTo>
                        <a:pt x="139768" y="708176"/>
                        <a:pt x="120730" y="708176"/>
                        <a:pt x="107132" y="708176"/>
                      </a:cubicBezTo>
                      <a:cubicBezTo>
                        <a:pt x="101693" y="708176"/>
                        <a:pt x="96253" y="708176"/>
                        <a:pt x="88094" y="708176"/>
                      </a:cubicBezTo>
                      <a:cubicBezTo>
                        <a:pt x="82655" y="708176"/>
                        <a:pt x="74496" y="708176"/>
                        <a:pt x="69057" y="702737"/>
                      </a:cubicBezTo>
                      <a:cubicBezTo>
                        <a:pt x="63618" y="700017"/>
                        <a:pt x="58178" y="691858"/>
                        <a:pt x="58178" y="686419"/>
                      </a:cubicBezTo>
                      <a:cubicBezTo>
                        <a:pt x="58178" y="683699"/>
                        <a:pt x="58178" y="680979"/>
                        <a:pt x="60898" y="678260"/>
                      </a:cubicBezTo>
                      <a:cubicBezTo>
                        <a:pt x="63618" y="675540"/>
                        <a:pt x="71777" y="672820"/>
                        <a:pt x="77216" y="670101"/>
                      </a:cubicBezTo>
                      <a:cubicBezTo>
                        <a:pt x="90814" y="667381"/>
                        <a:pt x="115291" y="664661"/>
                        <a:pt x="120730" y="664661"/>
                      </a:cubicBezTo>
                      <a:cubicBezTo>
                        <a:pt x="123450" y="664661"/>
                        <a:pt x="126170" y="664661"/>
                        <a:pt x="131609" y="664661"/>
                      </a:cubicBezTo>
                      <a:cubicBezTo>
                        <a:pt x="131609" y="623867"/>
                        <a:pt x="134329" y="583072"/>
                        <a:pt x="134329" y="539557"/>
                      </a:cubicBezTo>
                      <a:cubicBezTo>
                        <a:pt x="134329" y="528679"/>
                        <a:pt x="134329" y="515080"/>
                        <a:pt x="134329" y="504202"/>
                      </a:cubicBezTo>
                      <a:cubicBezTo>
                        <a:pt x="131609" y="460687"/>
                        <a:pt x="131609" y="417173"/>
                        <a:pt x="131609" y="376378"/>
                      </a:cubicBezTo>
                      <a:cubicBezTo>
                        <a:pt x="131609" y="351901"/>
                        <a:pt x="131609" y="327424"/>
                        <a:pt x="131609" y="302947"/>
                      </a:cubicBezTo>
                      <a:cubicBezTo>
                        <a:pt x="131609" y="275751"/>
                        <a:pt x="131609" y="248554"/>
                        <a:pt x="134329" y="221357"/>
                      </a:cubicBezTo>
                      <a:cubicBezTo>
                        <a:pt x="134329" y="188722"/>
                        <a:pt x="137048" y="156086"/>
                        <a:pt x="137048" y="123450"/>
                      </a:cubicBezTo>
                      <a:cubicBezTo>
                        <a:pt x="126170" y="123450"/>
                        <a:pt x="115291" y="123450"/>
                        <a:pt x="107132" y="123450"/>
                      </a:cubicBezTo>
                      <a:cubicBezTo>
                        <a:pt x="101693" y="123450"/>
                        <a:pt x="96253" y="123450"/>
                        <a:pt x="88094" y="123450"/>
                      </a:cubicBezTo>
                      <a:cubicBezTo>
                        <a:pt x="82655" y="123450"/>
                        <a:pt x="74496" y="120730"/>
                        <a:pt x="69057" y="118011"/>
                      </a:cubicBezTo>
                      <a:cubicBezTo>
                        <a:pt x="63618" y="115291"/>
                        <a:pt x="58178" y="107132"/>
                        <a:pt x="58178" y="101693"/>
                      </a:cubicBezTo>
                      <a:cubicBezTo>
                        <a:pt x="58178" y="98973"/>
                        <a:pt x="58178" y="96253"/>
                        <a:pt x="60898" y="93534"/>
                      </a:cubicBezTo>
                      <a:cubicBezTo>
                        <a:pt x="63618" y="90814"/>
                        <a:pt x="71777" y="88095"/>
                        <a:pt x="77216" y="85375"/>
                      </a:cubicBezTo>
                      <a:cubicBezTo>
                        <a:pt x="90814" y="82655"/>
                        <a:pt x="126170" y="79936"/>
                        <a:pt x="131609" y="79936"/>
                      </a:cubicBezTo>
                      <a:cubicBezTo>
                        <a:pt x="137048" y="79936"/>
                        <a:pt x="147927" y="79936"/>
                        <a:pt x="161525" y="79936"/>
                      </a:cubicBezTo>
                      <a:cubicBezTo>
                        <a:pt x="166965" y="74496"/>
                        <a:pt x="172404" y="71776"/>
                        <a:pt x="177843" y="66337"/>
                      </a:cubicBezTo>
                      <a:cubicBezTo>
                        <a:pt x="186002" y="60898"/>
                        <a:pt x="194161" y="58178"/>
                        <a:pt x="202320" y="58178"/>
                      </a:cubicBezTo>
                      <a:cubicBezTo>
                        <a:pt x="215918" y="58178"/>
                        <a:pt x="226797" y="63618"/>
                        <a:pt x="234956" y="77216"/>
                      </a:cubicBezTo>
                      <a:cubicBezTo>
                        <a:pt x="240395" y="88095"/>
                        <a:pt x="248554" y="96253"/>
                        <a:pt x="251274" y="107132"/>
                      </a:cubicBezTo>
                      <a:cubicBezTo>
                        <a:pt x="256713" y="120730"/>
                        <a:pt x="259433" y="134329"/>
                        <a:pt x="267592" y="147927"/>
                      </a:cubicBezTo>
                      <a:cubicBezTo>
                        <a:pt x="273031" y="158806"/>
                        <a:pt x="275751" y="172404"/>
                        <a:pt x="281190" y="183282"/>
                      </a:cubicBezTo>
                      <a:cubicBezTo>
                        <a:pt x="286630" y="196881"/>
                        <a:pt x="292069" y="210479"/>
                        <a:pt x="297508" y="224077"/>
                      </a:cubicBezTo>
                      <a:cubicBezTo>
                        <a:pt x="300228" y="237676"/>
                        <a:pt x="305667" y="251274"/>
                        <a:pt x="308387" y="264872"/>
                      </a:cubicBezTo>
                      <a:cubicBezTo>
                        <a:pt x="311107" y="278470"/>
                        <a:pt x="311107" y="289349"/>
                        <a:pt x="319265" y="300228"/>
                      </a:cubicBezTo>
                      <a:cubicBezTo>
                        <a:pt x="332864" y="324704"/>
                        <a:pt x="346462" y="351901"/>
                        <a:pt x="351901" y="379098"/>
                      </a:cubicBezTo>
                      <a:cubicBezTo>
                        <a:pt x="354621" y="392696"/>
                        <a:pt x="360060" y="403575"/>
                        <a:pt x="365500" y="417173"/>
                      </a:cubicBezTo>
                      <a:cubicBezTo>
                        <a:pt x="373659" y="430771"/>
                        <a:pt x="373659" y="444369"/>
                        <a:pt x="379098" y="457968"/>
                      </a:cubicBezTo>
                      <a:cubicBezTo>
                        <a:pt x="381818" y="471566"/>
                        <a:pt x="387257" y="482445"/>
                        <a:pt x="395416" y="496043"/>
                      </a:cubicBezTo>
                      <a:cubicBezTo>
                        <a:pt x="398136" y="501482"/>
                        <a:pt x="403575" y="506921"/>
                        <a:pt x="406295" y="512361"/>
                      </a:cubicBezTo>
                      <a:cubicBezTo>
                        <a:pt x="409014" y="517800"/>
                        <a:pt x="409014" y="525959"/>
                        <a:pt x="411734" y="531398"/>
                      </a:cubicBezTo>
                      <a:cubicBezTo>
                        <a:pt x="414454" y="539557"/>
                        <a:pt x="417173" y="550436"/>
                        <a:pt x="419893" y="558595"/>
                      </a:cubicBezTo>
                      <a:cubicBezTo>
                        <a:pt x="422613" y="561314"/>
                        <a:pt x="422613" y="564034"/>
                        <a:pt x="425332" y="564034"/>
                      </a:cubicBezTo>
                      <a:cubicBezTo>
                        <a:pt x="428052" y="564034"/>
                        <a:pt x="428052" y="561314"/>
                        <a:pt x="430771" y="558595"/>
                      </a:cubicBezTo>
                      <a:cubicBezTo>
                        <a:pt x="430771" y="555875"/>
                        <a:pt x="430771" y="553156"/>
                        <a:pt x="430771" y="550436"/>
                      </a:cubicBezTo>
                      <a:cubicBezTo>
                        <a:pt x="430771" y="534118"/>
                        <a:pt x="430771" y="517800"/>
                        <a:pt x="430771" y="501482"/>
                      </a:cubicBezTo>
                      <a:cubicBezTo>
                        <a:pt x="430771" y="468846"/>
                        <a:pt x="433491" y="436210"/>
                        <a:pt x="430771" y="403575"/>
                      </a:cubicBezTo>
                      <a:cubicBezTo>
                        <a:pt x="430771" y="373658"/>
                        <a:pt x="425332" y="343742"/>
                        <a:pt x="425332" y="313826"/>
                      </a:cubicBezTo>
                      <a:cubicBezTo>
                        <a:pt x="425332" y="292069"/>
                        <a:pt x="425332" y="270311"/>
                        <a:pt x="425332" y="248554"/>
                      </a:cubicBezTo>
                      <a:cubicBezTo>
                        <a:pt x="425332" y="234956"/>
                        <a:pt x="425332" y="224077"/>
                        <a:pt x="425332" y="210479"/>
                      </a:cubicBezTo>
                      <a:cubicBezTo>
                        <a:pt x="425332" y="191441"/>
                        <a:pt x="422613" y="172404"/>
                        <a:pt x="422613" y="153366"/>
                      </a:cubicBezTo>
                      <a:cubicBezTo>
                        <a:pt x="422613" y="142488"/>
                        <a:pt x="422613" y="134329"/>
                        <a:pt x="425332" y="123450"/>
                      </a:cubicBezTo>
                      <a:cubicBezTo>
                        <a:pt x="417173" y="123450"/>
                        <a:pt x="406295" y="123450"/>
                        <a:pt x="398136" y="123450"/>
                      </a:cubicBezTo>
                      <a:cubicBezTo>
                        <a:pt x="392696" y="123450"/>
                        <a:pt x="387257" y="123450"/>
                        <a:pt x="379098" y="123450"/>
                      </a:cubicBezTo>
                      <a:cubicBezTo>
                        <a:pt x="373659" y="123450"/>
                        <a:pt x="365500" y="120730"/>
                        <a:pt x="360060" y="118011"/>
                      </a:cubicBezTo>
                      <a:cubicBezTo>
                        <a:pt x="354621" y="115291"/>
                        <a:pt x="349182" y="107132"/>
                        <a:pt x="349182" y="101693"/>
                      </a:cubicBezTo>
                      <a:cubicBezTo>
                        <a:pt x="349182" y="98973"/>
                        <a:pt x="349182" y="96253"/>
                        <a:pt x="351901" y="93534"/>
                      </a:cubicBezTo>
                      <a:cubicBezTo>
                        <a:pt x="354621" y="90814"/>
                        <a:pt x="362780" y="88095"/>
                        <a:pt x="368219" y="85375"/>
                      </a:cubicBezTo>
                      <a:cubicBezTo>
                        <a:pt x="381818" y="82655"/>
                        <a:pt x="417173" y="79936"/>
                        <a:pt x="422613" y="79936"/>
                      </a:cubicBezTo>
                      <a:cubicBezTo>
                        <a:pt x="428052" y="79936"/>
                        <a:pt x="433491" y="79936"/>
                        <a:pt x="444370" y="79936"/>
                      </a:cubicBezTo>
                      <a:cubicBezTo>
                        <a:pt x="449809" y="74496"/>
                        <a:pt x="455248" y="71776"/>
                        <a:pt x="463407" y="71776"/>
                      </a:cubicBezTo>
                      <a:cubicBezTo>
                        <a:pt x="471566" y="71776"/>
                        <a:pt x="477006" y="74496"/>
                        <a:pt x="477006" y="79936"/>
                      </a:cubicBezTo>
                      <a:cubicBezTo>
                        <a:pt x="490604" y="82655"/>
                        <a:pt x="504202" y="79936"/>
                        <a:pt x="512361" y="79936"/>
                      </a:cubicBezTo>
                      <a:lnTo>
                        <a:pt x="512361" y="79936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44" name="Freeform: Shape 38">
                  <a:extLst>
                    <a:ext uri="{FF2B5EF4-FFF2-40B4-BE49-F238E27FC236}">
                      <a16:creationId xmlns:a16="http://schemas.microsoft.com/office/drawing/2014/main" id="{64FEF7C2-9089-1C6C-1862-D419FD9CFBF3}"/>
                    </a:ext>
                  </a:extLst>
                </p:cNvPr>
                <p:cNvSpPr/>
                <p:nvPr/>
              </p:nvSpPr>
              <p:spPr>
                <a:xfrm>
                  <a:off x="2987430" y="4242177"/>
                  <a:ext cx="494979" cy="674476"/>
                </a:xfrm>
                <a:custGeom>
                  <a:avLst/>
                  <a:gdLst>
                    <a:gd name="connsiteX0" fmla="*/ 228453 w 494979"/>
                    <a:gd name="connsiteY0" fmla="*/ 97907 h 674476"/>
                    <a:gd name="connsiteX1" fmla="*/ 212135 w 494979"/>
                    <a:gd name="connsiteY1" fmla="*/ 119665 h 674476"/>
                    <a:gd name="connsiteX2" fmla="*/ 203976 w 494979"/>
                    <a:gd name="connsiteY2" fmla="*/ 152300 h 674476"/>
                    <a:gd name="connsiteX3" fmla="*/ 201256 w 494979"/>
                    <a:gd name="connsiteY3" fmla="*/ 168618 h 674476"/>
                    <a:gd name="connsiteX4" fmla="*/ 198537 w 494979"/>
                    <a:gd name="connsiteY4" fmla="*/ 184936 h 674476"/>
                    <a:gd name="connsiteX5" fmla="*/ 190378 w 494979"/>
                    <a:gd name="connsiteY5" fmla="*/ 220292 h 674476"/>
                    <a:gd name="connsiteX6" fmla="*/ 171340 w 494979"/>
                    <a:gd name="connsiteY6" fmla="*/ 291003 h 674476"/>
                    <a:gd name="connsiteX7" fmla="*/ 163180 w 494979"/>
                    <a:gd name="connsiteY7" fmla="*/ 323639 h 674476"/>
                    <a:gd name="connsiteX8" fmla="*/ 152302 w 494979"/>
                    <a:gd name="connsiteY8" fmla="*/ 361714 h 674476"/>
                    <a:gd name="connsiteX9" fmla="*/ 146862 w 494979"/>
                    <a:gd name="connsiteY9" fmla="*/ 388910 h 674476"/>
                    <a:gd name="connsiteX10" fmla="*/ 152302 w 494979"/>
                    <a:gd name="connsiteY10" fmla="*/ 391630 h 674476"/>
                    <a:gd name="connsiteX11" fmla="*/ 174060 w 494979"/>
                    <a:gd name="connsiteY11" fmla="*/ 391630 h 674476"/>
                    <a:gd name="connsiteX12" fmla="*/ 195817 w 494979"/>
                    <a:gd name="connsiteY12" fmla="*/ 388910 h 674476"/>
                    <a:gd name="connsiteX13" fmla="*/ 214855 w 494979"/>
                    <a:gd name="connsiteY13" fmla="*/ 388910 h 674476"/>
                    <a:gd name="connsiteX14" fmla="*/ 239332 w 494979"/>
                    <a:gd name="connsiteY14" fmla="*/ 388910 h 674476"/>
                    <a:gd name="connsiteX15" fmla="*/ 252930 w 494979"/>
                    <a:gd name="connsiteY15" fmla="*/ 386191 h 674476"/>
                    <a:gd name="connsiteX16" fmla="*/ 261089 w 494979"/>
                    <a:gd name="connsiteY16" fmla="*/ 386191 h 674476"/>
                    <a:gd name="connsiteX17" fmla="*/ 258369 w 494979"/>
                    <a:gd name="connsiteY17" fmla="*/ 367153 h 674476"/>
                    <a:gd name="connsiteX18" fmla="*/ 252930 w 494979"/>
                    <a:gd name="connsiteY18" fmla="*/ 331797 h 674476"/>
                    <a:gd name="connsiteX19" fmla="*/ 250210 w 494979"/>
                    <a:gd name="connsiteY19" fmla="*/ 244769 h 674476"/>
                    <a:gd name="connsiteX20" fmla="*/ 244771 w 494979"/>
                    <a:gd name="connsiteY20" fmla="*/ 203974 h 674476"/>
                    <a:gd name="connsiteX21" fmla="*/ 239332 w 494979"/>
                    <a:gd name="connsiteY21" fmla="*/ 157740 h 674476"/>
                    <a:gd name="connsiteX22" fmla="*/ 236612 w 494979"/>
                    <a:gd name="connsiteY22" fmla="*/ 119665 h 674476"/>
                    <a:gd name="connsiteX23" fmla="*/ 228453 w 494979"/>
                    <a:gd name="connsiteY23" fmla="*/ 97907 h 674476"/>
                    <a:gd name="connsiteX24" fmla="*/ 274687 w 494979"/>
                    <a:gd name="connsiteY24" fmla="*/ 0 h 674476"/>
                    <a:gd name="connsiteX25" fmla="*/ 304603 w 494979"/>
                    <a:gd name="connsiteY25" fmla="*/ 5439 h 674476"/>
                    <a:gd name="connsiteX26" fmla="*/ 320921 w 494979"/>
                    <a:gd name="connsiteY26" fmla="*/ 24477 h 674476"/>
                    <a:gd name="connsiteX27" fmla="*/ 334519 w 494979"/>
                    <a:gd name="connsiteY27" fmla="*/ 43515 h 674476"/>
                    <a:gd name="connsiteX28" fmla="*/ 339959 w 494979"/>
                    <a:gd name="connsiteY28" fmla="*/ 65272 h 674476"/>
                    <a:gd name="connsiteX29" fmla="*/ 348118 w 494979"/>
                    <a:gd name="connsiteY29" fmla="*/ 114226 h 674476"/>
                    <a:gd name="connsiteX30" fmla="*/ 361716 w 494979"/>
                    <a:gd name="connsiteY30" fmla="*/ 163180 h 674476"/>
                    <a:gd name="connsiteX31" fmla="*/ 369875 w 494979"/>
                    <a:gd name="connsiteY31" fmla="*/ 220293 h 674476"/>
                    <a:gd name="connsiteX32" fmla="*/ 378034 w 494979"/>
                    <a:gd name="connsiteY32" fmla="*/ 274686 h 674476"/>
                    <a:gd name="connsiteX33" fmla="*/ 383473 w 494979"/>
                    <a:gd name="connsiteY33" fmla="*/ 301883 h 674476"/>
                    <a:gd name="connsiteX34" fmla="*/ 391632 w 494979"/>
                    <a:gd name="connsiteY34" fmla="*/ 337238 h 674476"/>
                    <a:gd name="connsiteX35" fmla="*/ 397071 w 494979"/>
                    <a:gd name="connsiteY35" fmla="*/ 364435 h 674476"/>
                    <a:gd name="connsiteX36" fmla="*/ 405230 w 494979"/>
                    <a:gd name="connsiteY36" fmla="*/ 383473 h 674476"/>
                    <a:gd name="connsiteX37" fmla="*/ 416109 w 494979"/>
                    <a:gd name="connsiteY37" fmla="*/ 386192 h 674476"/>
                    <a:gd name="connsiteX38" fmla="*/ 426988 w 494979"/>
                    <a:gd name="connsiteY38" fmla="*/ 386192 h 674476"/>
                    <a:gd name="connsiteX39" fmla="*/ 454184 w 494979"/>
                    <a:gd name="connsiteY39" fmla="*/ 397071 h 674476"/>
                    <a:gd name="connsiteX40" fmla="*/ 456904 w 494979"/>
                    <a:gd name="connsiteY40" fmla="*/ 405230 h 674476"/>
                    <a:gd name="connsiteX41" fmla="*/ 451465 w 494979"/>
                    <a:gd name="connsiteY41" fmla="*/ 416108 h 674476"/>
                    <a:gd name="connsiteX42" fmla="*/ 432427 w 494979"/>
                    <a:gd name="connsiteY42" fmla="*/ 429707 h 674476"/>
                    <a:gd name="connsiteX43" fmla="*/ 421548 w 494979"/>
                    <a:gd name="connsiteY43" fmla="*/ 432426 h 674476"/>
                    <a:gd name="connsiteX44" fmla="*/ 413389 w 494979"/>
                    <a:gd name="connsiteY44" fmla="*/ 435146 h 674476"/>
                    <a:gd name="connsiteX45" fmla="*/ 413389 w 494979"/>
                    <a:gd name="connsiteY45" fmla="*/ 440585 h 674476"/>
                    <a:gd name="connsiteX46" fmla="*/ 416109 w 494979"/>
                    <a:gd name="connsiteY46" fmla="*/ 451464 h 674476"/>
                    <a:gd name="connsiteX47" fmla="*/ 418829 w 494979"/>
                    <a:gd name="connsiteY47" fmla="*/ 465062 h 674476"/>
                    <a:gd name="connsiteX48" fmla="*/ 418829 w 494979"/>
                    <a:gd name="connsiteY48" fmla="*/ 475941 h 674476"/>
                    <a:gd name="connsiteX49" fmla="*/ 418829 w 494979"/>
                    <a:gd name="connsiteY49" fmla="*/ 486820 h 674476"/>
                    <a:gd name="connsiteX50" fmla="*/ 426988 w 494979"/>
                    <a:gd name="connsiteY50" fmla="*/ 516736 h 674476"/>
                    <a:gd name="connsiteX51" fmla="*/ 432427 w 494979"/>
                    <a:gd name="connsiteY51" fmla="*/ 543932 h 674476"/>
                    <a:gd name="connsiteX52" fmla="*/ 437866 w 494979"/>
                    <a:gd name="connsiteY52" fmla="*/ 573848 h 674476"/>
                    <a:gd name="connsiteX53" fmla="*/ 443306 w 494979"/>
                    <a:gd name="connsiteY53" fmla="*/ 606484 h 674476"/>
                    <a:gd name="connsiteX54" fmla="*/ 446025 w 494979"/>
                    <a:gd name="connsiteY54" fmla="*/ 617363 h 674476"/>
                    <a:gd name="connsiteX55" fmla="*/ 470502 w 494979"/>
                    <a:gd name="connsiteY55" fmla="*/ 617363 h 674476"/>
                    <a:gd name="connsiteX56" fmla="*/ 494979 w 494979"/>
                    <a:gd name="connsiteY56" fmla="*/ 641840 h 674476"/>
                    <a:gd name="connsiteX57" fmla="*/ 486820 w 494979"/>
                    <a:gd name="connsiteY57" fmla="*/ 655438 h 674476"/>
                    <a:gd name="connsiteX58" fmla="*/ 470502 w 494979"/>
                    <a:gd name="connsiteY58" fmla="*/ 663597 h 674476"/>
                    <a:gd name="connsiteX59" fmla="*/ 446025 w 494979"/>
                    <a:gd name="connsiteY59" fmla="*/ 666317 h 674476"/>
                    <a:gd name="connsiteX60" fmla="*/ 424268 w 494979"/>
                    <a:gd name="connsiteY60" fmla="*/ 666317 h 674476"/>
                    <a:gd name="connsiteX61" fmla="*/ 416109 w 494979"/>
                    <a:gd name="connsiteY61" fmla="*/ 666317 h 674476"/>
                    <a:gd name="connsiteX62" fmla="*/ 402511 w 494979"/>
                    <a:gd name="connsiteY62" fmla="*/ 671756 h 674476"/>
                    <a:gd name="connsiteX63" fmla="*/ 386193 w 494979"/>
                    <a:gd name="connsiteY63" fmla="*/ 674476 h 674476"/>
                    <a:gd name="connsiteX64" fmla="*/ 350837 w 494979"/>
                    <a:gd name="connsiteY64" fmla="*/ 669036 h 674476"/>
                    <a:gd name="connsiteX65" fmla="*/ 329080 w 494979"/>
                    <a:gd name="connsiteY65" fmla="*/ 669036 h 674476"/>
                    <a:gd name="connsiteX66" fmla="*/ 280126 w 494979"/>
                    <a:gd name="connsiteY66" fmla="*/ 669036 h 674476"/>
                    <a:gd name="connsiteX67" fmla="*/ 255649 w 494979"/>
                    <a:gd name="connsiteY67" fmla="*/ 663597 h 674476"/>
                    <a:gd name="connsiteX68" fmla="*/ 239331 w 494979"/>
                    <a:gd name="connsiteY68" fmla="*/ 647279 h 674476"/>
                    <a:gd name="connsiteX69" fmla="*/ 263808 w 494979"/>
                    <a:gd name="connsiteY69" fmla="*/ 630961 h 674476"/>
                    <a:gd name="connsiteX70" fmla="*/ 291005 w 494979"/>
                    <a:gd name="connsiteY70" fmla="*/ 628241 h 674476"/>
                    <a:gd name="connsiteX71" fmla="*/ 288285 w 494979"/>
                    <a:gd name="connsiteY71" fmla="*/ 609204 h 674476"/>
                    <a:gd name="connsiteX72" fmla="*/ 285565 w 494979"/>
                    <a:gd name="connsiteY72" fmla="*/ 582007 h 674476"/>
                    <a:gd name="connsiteX73" fmla="*/ 282846 w 494979"/>
                    <a:gd name="connsiteY73" fmla="*/ 568409 h 674476"/>
                    <a:gd name="connsiteX74" fmla="*/ 285565 w 494979"/>
                    <a:gd name="connsiteY74" fmla="*/ 554811 h 674476"/>
                    <a:gd name="connsiteX75" fmla="*/ 280126 w 494979"/>
                    <a:gd name="connsiteY75" fmla="*/ 538493 h 674476"/>
                    <a:gd name="connsiteX76" fmla="*/ 274687 w 494979"/>
                    <a:gd name="connsiteY76" fmla="*/ 505857 h 674476"/>
                    <a:gd name="connsiteX77" fmla="*/ 271967 w 494979"/>
                    <a:gd name="connsiteY77" fmla="*/ 478660 h 674476"/>
                    <a:gd name="connsiteX78" fmla="*/ 269247 w 494979"/>
                    <a:gd name="connsiteY78" fmla="*/ 446025 h 674476"/>
                    <a:gd name="connsiteX79" fmla="*/ 263808 w 494979"/>
                    <a:gd name="connsiteY79" fmla="*/ 437866 h 674476"/>
                    <a:gd name="connsiteX80" fmla="*/ 252929 w 494979"/>
                    <a:gd name="connsiteY80" fmla="*/ 437866 h 674476"/>
                    <a:gd name="connsiteX81" fmla="*/ 223013 w 494979"/>
                    <a:gd name="connsiteY81" fmla="*/ 440585 h 674476"/>
                    <a:gd name="connsiteX82" fmla="*/ 193097 w 494979"/>
                    <a:gd name="connsiteY82" fmla="*/ 443305 h 674476"/>
                    <a:gd name="connsiteX83" fmla="*/ 168620 w 494979"/>
                    <a:gd name="connsiteY83" fmla="*/ 443305 h 674476"/>
                    <a:gd name="connsiteX84" fmla="*/ 146862 w 494979"/>
                    <a:gd name="connsiteY84" fmla="*/ 440585 h 674476"/>
                    <a:gd name="connsiteX85" fmla="*/ 138703 w 494979"/>
                    <a:gd name="connsiteY85" fmla="*/ 454184 h 674476"/>
                    <a:gd name="connsiteX86" fmla="*/ 133263 w 494979"/>
                    <a:gd name="connsiteY86" fmla="*/ 486820 h 674476"/>
                    <a:gd name="connsiteX87" fmla="*/ 122385 w 494979"/>
                    <a:gd name="connsiteY87" fmla="*/ 541213 h 674476"/>
                    <a:gd name="connsiteX88" fmla="*/ 106067 w 494979"/>
                    <a:gd name="connsiteY88" fmla="*/ 614643 h 674476"/>
                    <a:gd name="connsiteX89" fmla="*/ 135983 w 494979"/>
                    <a:gd name="connsiteY89" fmla="*/ 614643 h 674476"/>
                    <a:gd name="connsiteX90" fmla="*/ 171340 w 494979"/>
                    <a:gd name="connsiteY90" fmla="*/ 630961 h 674476"/>
                    <a:gd name="connsiteX91" fmla="*/ 165900 w 494979"/>
                    <a:gd name="connsiteY91" fmla="*/ 647279 h 674476"/>
                    <a:gd name="connsiteX92" fmla="*/ 149581 w 494979"/>
                    <a:gd name="connsiteY92" fmla="*/ 655438 h 674476"/>
                    <a:gd name="connsiteX93" fmla="*/ 127824 w 494979"/>
                    <a:gd name="connsiteY93" fmla="*/ 658158 h 674476"/>
                    <a:gd name="connsiteX94" fmla="*/ 106067 w 494979"/>
                    <a:gd name="connsiteY94" fmla="*/ 658158 h 674476"/>
                    <a:gd name="connsiteX95" fmla="*/ 62552 w 494979"/>
                    <a:gd name="connsiteY95" fmla="*/ 658158 h 674476"/>
                    <a:gd name="connsiteX96" fmla="*/ 40795 w 494979"/>
                    <a:gd name="connsiteY96" fmla="*/ 658158 h 674476"/>
                    <a:gd name="connsiteX97" fmla="*/ 16318 w 494979"/>
                    <a:gd name="connsiteY97" fmla="*/ 652718 h 674476"/>
                    <a:gd name="connsiteX98" fmla="*/ 0 w 494979"/>
                    <a:gd name="connsiteY98" fmla="*/ 636401 h 674476"/>
                    <a:gd name="connsiteX99" fmla="*/ 2720 w 494979"/>
                    <a:gd name="connsiteY99" fmla="*/ 628241 h 674476"/>
                    <a:gd name="connsiteX100" fmla="*/ 24477 w 494979"/>
                    <a:gd name="connsiteY100" fmla="*/ 620082 h 674476"/>
                    <a:gd name="connsiteX101" fmla="*/ 62552 w 494979"/>
                    <a:gd name="connsiteY101" fmla="*/ 617363 h 674476"/>
                    <a:gd name="connsiteX102" fmla="*/ 62552 w 494979"/>
                    <a:gd name="connsiteY102" fmla="*/ 614643 h 674476"/>
                    <a:gd name="connsiteX103" fmla="*/ 65272 w 494979"/>
                    <a:gd name="connsiteY103" fmla="*/ 587447 h 674476"/>
                    <a:gd name="connsiteX104" fmla="*/ 76151 w 494979"/>
                    <a:gd name="connsiteY104" fmla="*/ 522175 h 674476"/>
                    <a:gd name="connsiteX105" fmla="*/ 87029 w 494979"/>
                    <a:gd name="connsiteY105" fmla="*/ 470501 h 674476"/>
                    <a:gd name="connsiteX106" fmla="*/ 92469 w 494979"/>
                    <a:gd name="connsiteY106" fmla="*/ 446025 h 674476"/>
                    <a:gd name="connsiteX107" fmla="*/ 65272 w 494979"/>
                    <a:gd name="connsiteY107" fmla="*/ 432426 h 674476"/>
                    <a:gd name="connsiteX108" fmla="*/ 54393 w 494979"/>
                    <a:gd name="connsiteY108" fmla="*/ 421548 h 674476"/>
                    <a:gd name="connsiteX109" fmla="*/ 73431 w 494979"/>
                    <a:gd name="connsiteY109" fmla="*/ 407949 h 674476"/>
                    <a:gd name="connsiteX110" fmla="*/ 100628 w 494979"/>
                    <a:gd name="connsiteY110" fmla="*/ 399790 h 674476"/>
                    <a:gd name="connsiteX111" fmla="*/ 108787 w 494979"/>
                    <a:gd name="connsiteY111" fmla="*/ 369874 h 674476"/>
                    <a:gd name="connsiteX112" fmla="*/ 125105 w 494979"/>
                    <a:gd name="connsiteY112" fmla="*/ 307322 h 674476"/>
                    <a:gd name="connsiteX113" fmla="*/ 141423 w 494979"/>
                    <a:gd name="connsiteY113" fmla="*/ 242051 h 674476"/>
                    <a:gd name="connsiteX114" fmla="*/ 155021 w 494979"/>
                    <a:gd name="connsiteY114" fmla="*/ 179498 h 674476"/>
                    <a:gd name="connsiteX115" fmla="*/ 168620 w 494979"/>
                    <a:gd name="connsiteY115" fmla="*/ 119665 h 674476"/>
                    <a:gd name="connsiteX116" fmla="*/ 193097 w 494979"/>
                    <a:gd name="connsiteY116" fmla="*/ 57113 h 674476"/>
                    <a:gd name="connsiteX117" fmla="*/ 201256 w 494979"/>
                    <a:gd name="connsiteY117" fmla="*/ 38075 h 674476"/>
                    <a:gd name="connsiteX118" fmla="*/ 217574 w 494979"/>
                    <a:gd name="connsiteY118" fmla="*/ 13598 h 674476"/>
                    <a:gd name="connsiteX119" fmla="*/ 274687 w 494979"/>
                    <a:gd name="connsiteY119" fmla="*/ 0 h 6744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</a:cxnLst>
                  <a:rect l="l" t="t" r="r" b="b"/>
                  <a:pathLst>
                    <a:path w="494979" h="674476">
                      <a:moveTo>
                        <a:pt x="228453" y="97907"/>
                      </a:moveTo>
                      <a:cubicBezTo>
                        <a:pt x="220294" y="97907"/>
                        <a:pt x="212135" y="114225"/>
                        <a:pt x="212135" y="119665"/>
                      </a:cubicBezTo>
                      <a:cubicBezTo>
                        <a:pt x="209415" y="130543"/>
                        <a:pt x="206696" y="144141"/>
                        <a:pt x="203976" y="152300"/>
                      </a:cubicBezTo>
                      <a:cubicBezTo>
                        <a:pt x="201256" y="157740"/>
                        <a:pt x="201256" y="163179"/>
                        <a:pt x="201256" y="168618"/>
                      </a:cubicBezTo>
                      <a:cubicBezTo>
                        <a:pt x="201256" y="174058"/>
                        <a:pt x="198537" y="179497"/>
                        <a:pt x="198537" y="184936"/>
                      </a:cubicBezTo>
                      <a:cubicBezTo>
                        <a:pt x="195817" y="195815"/>
                        <a:pt x="193097" y="209413"/>
                        <a:pt x="190378" y="220292"/>
                      </a:cubicBezTo>
                      <a:cubicBezTo>
                        <a:pt x="187658" y="244769"/>
                        <a:pt x="179499" y="269246"/>
                        <a:pt x="171340" y="291003"/>
                      </a:cubicBezTo>
                      <a:cubicBezTo>
                        <a:pt x="168620" y="301881"/>
                        <a:pt x="165900" y="312760"/>
                        <a:pt x="163180" y="323639"/>
                      </a:cubicBezTo>
                      <a:cubicBezTo>
                        <a:pt x="160461" y="337237"/>
                        <a:pt x="157741" y="348115"/>
                        <a:pt x="152302" y="361714"/>
                      </a:cubicBezTo>
                      <a:cubicBezTo>
                        <a:pt x="149582" y="367153"/>
                        <a:pt x="146862" y="383471"/>
                        <a:pt x="146862" y="388910"/>
                      </a:cubicBezTo>
                      <a:cubicBezTo>
                        <a:pt x="146862" y="391630"/>
                        <a:pt x="149582" y="391630"/>
                        <a:pt x="152302" y="391630"/>
                      </a:cubicBezTo>
                      <a:cubicBezTo>
                        <a:pt x="157741" y="391630"/>
                        <a:pt x="171340" y="391630"/>
                        <a:pt x="174060" y="391630"/>
                      </a:cubicBezTo>
                      <a:cubicBezTo>
                        <a:pt x="182219" y="391630"/>
                        <a:pt x="190378" y="391630"/>
                        <a:pt x="195817" y="388910"/>
                      </a:cubicBezTo>
                      <a:cubicBezTo>
                        <a:pt x="201256" y="388910"/>
                        <a:pt x="206696" y="388910"/>
                        <a:pt x="214855" y="388910"/>
                      </a:cubicBezTo>
                      <a:cubicBezTo>
                        <a:pt x="220294" y="388910"/>
                        <a:pt x="228453" y="388910"/>
                        <a:pt x="239332" y="388910"/>
                      </a:cubicBezTo>
                      <a:cubicBezTo>
                        <a:pt x="244771" y="388910"/>
                        <a:pt x="250210" y="388910"/>
                        <a:pt x="252930" y="386191"/>
                      </a:cubicBezTo>
                      <a:cubicBezTo>
                        <a:pt x="258369" y="391630"/>
                        <a:pt x="261089" y="388910"/>
                        <a:pt x="261089" y="386191"/>
                      </a:cubicBezTo>
                      <a:cubicBezTo>
                        <a:pt x="261089" y="380751"/>
                        <a:pt x="258369" y="372592"/>
                        <a:pt x="258369" y="367153"/>
                      </a:cubicBezTo>
                      <a:cubicBezTo>
                        <a:pt x="255650" y="353555"/>
                        <a:pt x="252930" y="342676"/>
                        <a:pt x="252930" y="331797"/>
                      </a:cubicBezTo>
                      <a:cubicBezTo>
                        <a:pt x="252930" y="301881"/>
                        <a:pt x="252930" y="274685"/>
                        <a:pt x="250210" y="244769"/>
                      </a:cubicBezTo>
                      <a:cubicBezTo>
                        <a:pt x="250210" y="231170"/>
                        <a:pt x="247491" y="217572"/>
                        <a:pt x="244771" y="203974"/>
                      </a:cubicBezTo>
                      <a:cubicBezTo>
                        <a:pt x="242051" y="187656"/>
                        <a:pt x="239332" y="174058"/>
                        <a:pt x="239332" y="157740"/>
                      </a:cubicBezTo>
                      <a:cubicBezTo>
                        <a:pt x="239332" y="152300"/>
                        <a:pt x="239332" y="133263"/>
                        <a:pt x="236612" y="119665"/>
                      </a:cubicBezTo>
                      <a:cubicBezTo>
                        <a:pt x="236612" y="106066"/>
                        <a:pt x="233892" y="97907"/>
                        <a:pt x="228453" y="97907"/>
                      </a:cubicBezTo>
                      <a:close/>
                      <a:moveTo>
                        <a:pt x="274687" y="0"/>
                      </a:moveTo>
                      <a:cubicBezTo>
                        <a:pt x="288285" y="0"/>
                        <a:pt x="293724" y="2720"/>
                        <a:pt x="304603" y="5439"/>
                      </a:cubicBezTo>
                      <a:cubicBezTo>
                        <a:pt x="315482" y="10879"/>
                        <a:pt x="315482" y="16318"/>
                        <a:pt x="320921" y="24477"/>
                      </a:cubicBezTo>
                      <a:cubicBezTo>
                        <a:pt x="326360" y="29916"/>
                        <a:pt x="331800" y="35356"/>
                        <a:pt x="334519" y="43515"/>
                      </a:cubicBezTo>
                      <a:cubicBezTo>
                        <a:pt x="337239" y="51674"/>
                        <a:pt x="337239" y="57113"/>
                        <a:pt x="339959" y="65272"/>
                      </a:cubicBezTo>
                      <a:cubicBezTo>
                        <a:pt x="345398" y="78870"/>
                        <a:pt x="342678" y="97908"/>
                        <a:pt x="348118" y="114226"/>
                      </a:cubicBezTo>
                      <a:cubicBezTo>
                        <a:pt x="350837" y="130544"/>
                        <a:pt x="358996" y="146863"/>
                        <a:pt x="361716" y="163180"/>
                      </a:cubicBezTo>
                      <a:cubicBezTo>
                        <a:pt x="364435" y="182218"/>
                        <a:pt x="364435" y="201256"/>
                        <a:pt x="369875" y="220293"/>
                      </a:cubicBezTo>
                      <a:cubicBezTo>
                        <a:pt x="375314" y="239331"/>
                        <a:pt x="378034" y="255649"/>
                        <a:pt x="378034" y="274686"/>
                      </a:cubicBezTo>
                      <a:cubicBezTo>
                        <a:pt x="378034" y="282845"/>
                        <a:pt x="380753" y="293724"/>
                        <a:pt x="383473" y="301883"/>
                      </a:cubicBezTo>
                      <a:cubicBezTo>
                        <a:pt x="386193" y="312762"/>
                        <a:pt x="388912" y="326360"/>
                        <a:pt x="391632" y="337238"/>
                      </a:cubicBezTo>
                      <a:cubicBezTo>
                        <a:pt x="391632" y="342678"/>
                        <a:pt x="394352" y="353556"/>
                        <a:pt x="397071" y="364435"/>
                      </a:cubicBezTo>
                      <a:cubicBezTo>
                        <a:pt x="399791" y="372594"/>
                        <a:pt x="402511" y="380753"/>
                        <a:pt x="405230" y="383473"/>
                      </a:cubicBezTo>
                      <a:cubicBezTo>
                        <a:pt x="407950" y="386192"/>
                        <a:pt x="413389" y="386192"/>
                        <a:pt x="416109" y="386192"/>
                      </a:cubicBezTo>
                      <a:cubicBezTo>
                        <a:pt x="418829" y="386192"/>
                        <a:pt x="424268" y="386192"/>
                        <a:pt x="426988" y="386192"/>
                      </a:cubicBezTo>
                      <a:cubicBezTo>
                        <a:pt x="437866" y="386192"/>
                        <a:pt x="448745" y="388912"/>
                        <a:pt x="454184" y="397071"/>
                      </a:cubicBezTo>
                      <a:cubicBezTo>
                        <a:pt x="456904" y="399790"/>
                        <a:pt x="456904" y="402510"/>
                        <a:pt x="456904" y="405230"/>
                      </a:cubicBezTo>
                      <a:cubicBezTo>
                        <a:pt x="456904" y="407949"/>
                        <a:pt x="454184" y="410669"/>
                        <a:pt x="451465" y="416108"/>
                      </a:cubicBezTo>
                      <a:cubicBezTo>
                        <a:pt x="446025" y="421548"/>
                        <a:pt x="440586" y="426987"/>
                        <a:pt x="432427" y="429707"/>
                      </a:cubicBezTo>
                      <a:cubicBezTo>
                        <a:pt x="429707" y="429707"/>
                        <a:pt x="426988" y="432426"/>
                        <a:pt x="421548" y="432426"/>
                      </a:cubicBezTo>
                      <a:cubicBezTo>
                        <a:pt x="418829" y="432426"/>
                        <a:pt x="416109" y="432426"/>
                        <a:pt x="413389" y="435146"/>
                      </a:cubicBezTo>
                      <a:cubicBezTo>
                        <a:pt x="413389" y="435146"/>
                        <a:pt x="413389" y="437866"/>
                        <a:pt x="413389" y="440585"/>
                      </a:cubicBezTo>
                      <a:cubicBezTo>
                        <a:pt x="413389" y="443305"/>
                        <a:pt x="413389" y="448744"/>
                        <a:pt x="416109" y="451464"/>
                      </a:cubicBezTo>
                      <a:cubicBezTo>
                        <a:pt x="416109" y="456903"/>
                        <a:pt x="418829" y="462343"/>
                        <a:pt x="418829" y="465062"/>
                      </a:cubicBezTo>
                      <a:lnTo>
                        <a:pt x="418829" y="475941"/>
                      </a:lnTo>
                      <a:cubicBezTo>
                        <a:pt x="418829" y="481380"/>
                        <a:pt x="418829" y="484100"/>
                        <a:pt x="418829" y="486820"/>
                      </a:cubicBezTo>
                      <a:cubicBezTo>
                        <a:pt x="421548" y="497698"/>
                        <a:pt x="424268" y="505857"/>
                        <a:pt x="426988" y="516736"/>
                      </a:cubicBezTo>
                      <a:cubicBezTo>
                        <a:pt x="426988" y="524895"/>
                        <a:pt x="429707" y="535773"/>
                        <a:pt x="432427" y="543932"/>
                      </a:cubicBezTo>
                      <a:cubicBezTo>
                        <a:pt x="435147" y="554811"/>
                        <a:pt x="437866" y="562970"/>
                        <a:pt x="437866" y="573848"/>
                      </a:cubicBezTo>
                      <a:cubicBezTo>
                        <a:pt x="437866" y="587447"/>
                        <a:pt x="440586" y="595606"/>
                        <a:pt x="443306" y="606484"/>
                      </a:cubicBezTo>
                      <a:cubicBezTo>
                        <a:pt x="443306" y="609204"/>
                        <a:pt x="446025" y="614643"/>
                        <a:pt x="446025" y="617363"/>
                      </a:cubicBezTo>
                      <a:cubicBezTo>
                        <a:pt x="454184" y="617363"/>
                        <a:pt x="462343" y="617363"/>
                        <a:pt x="470502" y="617363"/>
                      </a:cubicBezTo>
                      <a:cubicBezTo>
                        <a:pt x="478661" y="625522"/>
                        <a:pt x="492259" y="630961"/>
                        <a:pt x="494979" y="641840"/>
                      </a:cubicBezTo>
                      <a:cubicBezTo>
                        <a:pt x="494979" y="647279"/>
                        <a:pt x="489540" y="649999"/>
                        <a:pt x="486820" y="655438"/>
                      </a:cubicBezTo>
                      <a:cubicBezTo>
                        <a:pt x="484100" y="660877"/>
                        <a:pt x="475942" y="663597"/>
                        <a:pt x="470502" y="663597"/>
                      </a:cubicBezTo>
                      <a:cubicBezTo>
                        <a:pt x="459623" y="666317"/>
                        <a:pt x="454184" y="666317"/>
                        <a:pt x="446025" y="666317"/>
                      </a:cubicBezTo>
                      <a:cubicBezTo>
                        <a:pt x="440586" y="666317"/>
                        <a:pt x="432427" y="666317"/>
                        <a:pt x="424268" y="666317"/>
                      </a:cubicBezTo>
                      <a:cubicBezTo>
                        <a:pt x="421548" y="666317"/>
                        <a:pt x="418829" y="666317"/>
                        <a:pt x="416109" y="666317"/>
                      </a:cubicBezTo>
                      <a:cubicBezTo>
                        <a:pt x="410670" y="669036"/>
                        <a:pt x="407950" y="669036"/>
                        <a:pt x="402511" y="671756"/>
                      </a:cubicBezTo>
                      <a:cubicBezTo>
                        <a:pt x="397071" y="671756"/>
                        <a:pt x="391632" y="674476"/>
                        <a:pt x="386193" y="674476"/>
                      </a:cubicBezTo>
                      <a:cubicBezTo>
                        <a:pt x="375314" y="674476"/>
                        <a:pt x="361716" y="671756"/>
                        <a:pt x="350837" y="669036"/>
                      </a:cubicBezTo>
                      <a:cubicBezTo>
                        <a:pt x="342678" y="669036"/>
                        <a:pt x="334519" y="669036"/>
                        <a:pt x="329080" y="669036"/>
                      </a:cubicBezTo>
                      <a:cubicBezTo>
                        <a:pt x="307323" y="669036"/>
                        <a:pt x="288285" y="669036"/>
                        <a:pt x="280126" y="669036"/>
                      </a:cubicBezTo>
                      <a:cubicBezTo>
                        <a:pt x="271967" y="669036"/>
                        <a:pt x="261088" y="669036"/>
                        <a:pt x="255649" y="663597"/>
                      </a:cubicBezTo>
                      <a:cubicBezTo>
                        <a:pt x="250210" y="660877"/>
                        <a:pt x="239331" y="655438"/>
                        <a:pt x="239331" y="647279"/>
                      </a:cubicBezTo>
                      <a:cubicBezTo>
                        <a:pt x="239331" y="636401"/>
                        <a:pt x="255649" y="633681"/>
                        <a:pt x="263808" y="630961"/>
                      </a:cubicBezTo>
                      <a:cubicBezTo>
                        <a:pt x="269247" y="630961"/>
                        <a:pt x="277406" y="630961"/>
                        <a:pt x="291005" y="628241"/>
                      </a:cubicBezTo>
                      <a:cubicBezTo>
                        <a:pt x="291005" y="620082"/>
                        <a:pt x="291005" y="614643"/>
                        <a:pt x="288285" y="609204"/>
                      </a:cubicBezTo>
                      <a:cubicBezTo>
                        <a:pt x="288285" y="601045"/>
                        <a:pt x="285565" y="590166"/>
                        <a:pt x="285565" y="582007"/>
                      </a:cubicBezTo>
                      <a:cubicBezTo>
                        <a:pt x="285565" y="576568"/>
                        <a:pt x="282846" y="573848"/>
                        <a:pt x="282846" y="568409"/>
                      </a:cubicBezTo>
                      <a:cubicBezTo>
                        <a:pt x="282846" y="562970"/>
                        <a:pt x="285565" y="557531"/>
                        <a:pt x="285565" y="554811"/>
                      </a:cubicBezTo>
                      <a:cubicBezTo>
                        <a:pt x="285565" y="549371"/>
                        <a:pt x="282846" y="546652"/>
                        <a:pt x="280126" y="538493"/>
                      </a:cubicBezTo>
                      <a:cubicBezTo>
                        <a:pt x="280126" y="527614"/>
                        <a:pt x="274687" y="516736"/>
                        <a:pt x="274687" y="505857"/>
                      </a:cubicBezTo>
                      <a:cubicBezTo>
                        <a:pt x="274687" y="494978"/>
                        <a:pt x="274687" y="486820"/>
                        <a:pt x="271967" y="478660"/>
                      </a:cubicBezTo>
                      <a:cubicBezTo>
                        <a:pt x="269247" y="467782"/>
                        <a:pt x="269247" y="456903"/>
                        <a:pt x="269247" y="446025"/>
                      </a:cubicBezTo>
                      <a:cubicBezTo>
                        <a:pt x="269247" y="440585"/>
                        <a:pt x="266528" y="437866"/>
                        <a:pt x="263808" y="437866"/>
                      </a:cubicBezTo>
                      <a:cubicBezTo>
                        <a:pt x="261088" y="437866"/>
                        <a:pt x="258369" y="437866"/>
                        <a:pt x="252929" y="437866"/>
                      </a:cubicBezTo>
                      <a:cubicBezTo>
                        <a:pt x="242051" y="437866"/>
                        <a:pt x="231172" y="437866"/>
                        <a:pt x="223013" y="440585"/>
                      </a:cubicBezTo>
                      <a:cubicBezTo>
                        <a:pt x="212135" y="440585"/>
                        <a:pt x="203976" y="443305"/>
                        <a:pt x="193097" y="443305"/>
                      </a:cubicBezTo>
                      <a:cubicBezTo>
                        <a:pt x="184938" y="443305"/>
                        <a:pt x="176779" y="443305"/>
                        <a:pt x="168620" y="443305"/>
                      </a:cubicBezTo>
                      <a:cubicBezTo>
                        <a:pt x="165900" y="443305"/>
                        <a:pt x="155021" y="440585"/>
                        <a:pt x="146862" y="440585"/>
                      </a:cubicBezTo>
                      <a:cubicBezTo>
                        <a:pt x="138703" y="440585"/>
                        <a:pt x="138703" y="448744"/>
                        <a:pt x="138703" y="454184"/>
                      </a:cubicBezTo>
                      <a:cubicBezTo>
                        <a:pt x="138703" y="465062"/>
                        <a:pt x="135983" y="475941"/>
                        <a:pt x="133263" y="486820"/>
                      </a:cubicBezTo>
                      <a:cubicBezTo>
                        <a:pt x="130544" y="505857"/>
                        <a:pt x="125105" y="522175"/>
                        <a:pt x="122385" y="541213"/>
                      </a:cubicBezTo>
                      <a:cubicBezTo>
                        <a:pt x="119665" y="560250"/>
                        <a:pt x="111506" y="595606"/>
                        <a:pt x="106067" y="614643"/>
                      </a:cubicBezTo>
                      <a:cubicBezTo>
                        <a:pt x="114226" y="614643"/>
                        <a:pt x="125105" y="614643"/>
                        <a:pt x="135983" y="614643"/>
                      </a:cubicBezTo>
                      <a:cubicBezTo>
                        <a:pt x="149581" y="614643"/>
                        <a:pt x="171340" y="614643"/>
                        <a:pt x="171340" y="630961"/>
                      </a:cubicBezTo>
                      <a:cubicBezTo>
                        <a:pt x="171340" y="639120"/>
                        <a:pt x="168620" y="639120"/>
                        <a:pt x="165900" y="647279"/>
                      </a:cubicBezTo>
                      <a:cubicBezTo>
                        <a:pt x="163181" y="652718"/>
                        <a:pt x="155021" y="655438"/>
                        <a:pt x="149581" y="655438"/>
                      </a:cubicBezTo>
                      <a:cubicBezTo>
                        <a:pt x="141423" y="658158"/>
                        <a:pt x="135983" y="658158"/>
                        <a:pt x="127824" y="658158"/>
                      </a:cubicBezTo>
                      <a:cubicBezTo>
                        <a:pt x="122385" y="658158"/>
                        <a:pt x="116946" y="658158"/>
                        <a:pt x="106067" y="658158"/>
                      </a:cubicBezTo>
                      <a:cubicBezTo>
                        <a:pt x="92469" y="658158"/>
                        <a:pt x="78870" y="658158"/>
                        <a:pt x="62552" y="658158"/>
                      </a:cubicBezTo>
                      <a:cubicBezTo>
                        <a:pt x="54393" y="658158"/>
                        <a:pt x="46234" y="658158"/>
                        <a:pt x="40795" y="658158"/>
                      </a:cubicBezTo>
                      <a:cubicBezTo>
                        <a:pt x="32636" y="658158"/>
                        <a:pt x="21758" y="658158"/>
                        <a:pt x="16318" y="652718"/>
                      </a:cubicBezTo>
                      <a:cubicBezTo>
                        <a:pt x="8159" y="649999"/>
                        <a:pt x="0" y="641840"/>
                        <a:pt x="0" y="636401"/>
                      </a:cubicBezTo>
                      <a:cubicBezTo>
                        <a:pt x="0" y="633681"/>
                        <a:pt x="0" y="630961"/>
                        <a:pt x="2720" y="628241"/>
                      </a:cubicBezTo>
                      <a:cubicBezTo>
                        <a:pt x="8159" y="625522"/>
                        <a:pt x="16318" y="622802"/>
                        <a:pt x="24477" y="620082"/>
                      </a:cubicBezTo>
                      <a:cubicBezTo>
                        <a:pt x="38075" y="617363"/>
                        <a:pt x="48954" y="617363"/>
                        <a:pt x="62552" y="617363"/>
                      </a:cubicBezTo>
                      <a:cubicBezTo>
                        <a:pt x="62552" y="617363"/>
                        <a:pt x="62552" y="614643"/>
                        <a:pt x="62552" y="614643"/>
                      </a:cubicBezTo>
                      <a:cubicBezTo>
                        <a:pt x="62552" y="603765"/>
                        <a:pt x="65272" y="590166"/>
                        <a:pt x="65272" y="587447"/>
                      </a:cubicBezTo>
                      <a:cubicBezTo>
                        <a:pt x="67992" y="565689"/>
                        <a:pt x="73431" y="543932"/>
                        <a:pt x="76151" y="522175"/>
                      </a:cubicBezTo>
                      <a:cubicBezTo>
                        <a:pt x="78870" y="505857"/>
                        <a:pt x="81590" y="486820"/>
                        <a:pt x="87029" y="470501"/>
                      </a:cubicBezTo>
                      <a:cubicBezTo>
                        <a:pt x="87029" y="465062"/>
                        <a:pt x="92469" y="451464"/>
                        <a:pt x="92469" y="446025"/>
                      </a:cubicBezTo>
                      <a:cubicBezTo>
                        <a:pt x="92469" y="437866"/>
                        <a:pt x="73431" y="437866"/>
                        <a:pt x="65272" y="432426"/>
                      </a:cubicBezTo>
                      <a:cubicBezTo>
                        <a:pt x="59833" y="429707"/>
                        <a:pt x="54393" y="426987"/>
                        <a:pt x="54393" y="421548"/>
                      </a:cubicBezTo>
                      <a:cubicBezTo>
                        <a:pt x="54393" y="413389"/>
                        <a:pt x="62552" y="410669"/>
                        <a:pt x="73431" y="407949"/>
                      </a:cubicBezTo>
                      <a:cubicBezTo>
                        <a:pt x="78870" y="407949"/>
                        <a:pt x="92469" y="405230"/>
                        <a:pt x="100628" y="399790"/>
                      </a:cubicBezTo>
                      <a:cubicBezTo>
                        <a:pt x="106067" y="394351"/>
                        <a:pt x="106067" y="378033"/>
                        <a:pt x="108787" y="369874"/>
                      </a:cubicBezTo>
                      <a:cubicBezTo>
                        <a:pt x="114226" y="348117"/>
                        <a:pt x="119665" y="326360"/>
                        <a:pt x="125105" y="307322"/>
                      </a:cubicBezTo>
                      <a:cubicBezTo>
                        <a:pt x="130544" y="285565"/>
                        <a:pt x="135983" y="263808"/>
                        <a:pt x="141423" y="242051"/>
                      </a:cubicBezTo>
                      <a:cubicBezTo>
                        <a:pt x="146862" y="220293"/>
                        <a:pt x="152301" y="198536"/>
                        <a:pt x="155021" y="179498"/>
                      </a:cubicBezTo>
                      <a:cubicBezTo>
                        <a:pt x="157740" y="160461"/>
                        <a:pt x="163181" y="138703"/>
                        <a:pt x="168620" y="119665"/>
                      </a:cubicBezTo>
                      <a:cubicBezTo>
                        <a:pt x="176779" y="100627"/>
                        <a:pt x="182218" y="76150"/>
                        <a:pt x="193097" y="57113"/>
                      </a:cubicBezTo>
                      <a:lnTo>
                        <a:pt x="201256" y="38075"/>
                      </a:lnTo>
                      <a:cubicBezTo>
                        <a:pt x="206695" y="29916"/>
                        <a:pt x="209415" y="19038"/>
                        <a:pt x="217574" y="13598"/>
                      </a:cubicBezTo>
                      <a:cubicBezTo>
                        <a:pt x="231172" y="2720"/>
                        <a:pt x="255649" y="0"/>
                        <a:pt x="274687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45" name="Freeform: Shape 39">
                  <a:extLst>
                    <a:ext uri="{FF2B5EF4-FFF2-40B4-BE49-F238E27FC236}">
                      <a16:creationId xmlns:a16="http://schemas.microsoft.com/office/drawing/2014/main" id="{58B73DCE-EA65-42C3-1A9F-DF0EB97485B6}"/>
                    </a:ext>
                  </a:extLst>
                </p:cNvPr>
                <p:cNvSpPr/>
                <p:nvPr/>
              </p:nvSpPr>
              <p:spPr>
                <a:xfrm>
                  <a:off x="3443268" y="4186718"/>
                  <a:ext cx="435145" cy="761503"/>
                </a:xfrm>
                <a:custGeom>
                  <a:avLst/>
                  <a:gdLst>
                    <a:gd name="connsiteX0" fmla="*/ 400855 w 435145"/>
                    <a:gd name="connsiteY0" fmla="*/ 678260 h 761503"/>
                    <a:gd name="connsiteX1" fmla="*/ 384537 w 435145"/>
                    <a:gd name="connsiteY1" fmla="*/ 719054 h 761503"/>
                    <a:gd name="connsiteX2" fmla="*/ 368219 w 435145"/>
                    <a:gd name="connsiteY2" fmla="*/ 713615 h 761503"/>
                    <a:gd name="connsiteX3" fmla="*/ 360060 w 435145"/>
                    <a:gd name="connsiteY3" fmla="*/ 697297 h 761503"/>
                    <a:gd name="connsiteX4" fmla="*/ 360060 w 435145"/>
                    <a:gd name="connsiteY4" fmla="*/ 651063 h 761503"/>
                    <a:gd name="connsiteX5" fmla="*/ 332864 w 435145"/>
                    <a:gd name="connsiteY5" fmla="*/ 686418 h 761503"/>
                    <a:gd name="connsiteX6" fmla="*/ 251274 w 435145"/>
                    <a:gd name="connsiteY6" fmla="*/ 721774 h 761503"/>
                    <a:gd name="connsiteX7" fmla="*/ 229517 w 435145"/>
                    <a:gd name="connsiteY7" fmla="*/ 719054 h 761503"/>
                    <a:gd name="connsiteX8" fmla="*/ 158806 w 435145"/>
                    <a:gd name="connsiteY8" fmla="*/ 694578 h 761503"/>
                    <a:gd name="connsiteX9" fmla="*/ 112571 w 435145"/>
                    <a:gd name="connsiteY9" fmla="*/ 659222 h 761503"/>
                    <a:gd name="connsiteX10" fmla="*/ 79936 w 435145"/>
                    <a:gd name="connsiteY10" fmla="*/ 607548 h 761503"/>
                    <a:gd name="connsiteX11" fmla="*/ 63618 w 435145"/>
                    <a:gd name="connsiteY11" fmla="*/ 542277 h 761503"/>
                    <a:gd name="connsiteX12" fmla="*/ 58178 w 435145"/>
                    <a:gd name="connsiteY12" fmla="*/ 471566 h 761503"/>
                    <a:gd name="connsiteX13" fmla="*/ 60898 w 435145"/>
                    <a:gd name="connsiteY13" fmla="*/ 400855 h 761503"/>
                    <a:gd name="connsiteX14" fmla="*/ 66337 w 435145"/>
                    <a:gd name="connsiteY14" fmla="*/ 335583 h 761503"/>
                    <a:gd name="connsiteX15" fmla="*/ 85375 w 435145"/>
                    <a:gd name="connsiteY15" fmla="*/ 267592 h 761503"/>
                    <a:gd name="connsiteX16" fmla="*/ 109852 w 435145"/>
                    <a:gd name="connsiteY16" fmla="*/ 199600 h 761503"/>
                    <a:gd name="connsiteX17" fmla="*/ 145207 w 435145"/>
                    <a:gd name="connsiteY17" fmla="*/ 145207 h 761503"/>
                    <a:gd name="connsiteX18" fmla="*/ 188722 w 435145"/>
                    <a:gd name="connsiteY18" fmla="*/ 96253 h 761503"/>
                    <a:gd name="connsiteX19" fmla="*/ 243115 w 435145"/>
                    <a:gd name="connsiteY19" fmla="*/ 71776 h 761503"/>
                    <a:gd name="connsiteX20" fmla="*/ 286630 w 435145"/>
                    <a:gd name="connsiteY20" fmla="*/ 63617 h 761503"/>
                    <a:gd name="connsiteX21" fmla="*/ 305667 w 435145"/>
                    <a:gd name="connsiteY21" fmla="*/ 66337 h 761503"/>
                    <a:gd name="connsiteX22" fmla="*/ 324705 w 435145"/>
                    <a:gd name="connsiteY22" fmla="*/ 79936 h 761503"/>
                    <a:gd name="connsiteX23" fmla="*/ 341023 w 435145"/>
                    <a:gd name="connsiteY23" fmla="*/ 101693 h 761503"/>
                    <a:gd name="connsiteX24" fmla="*/ 354621 w 435145"/>
                    <a:gd name="connsiteY24" fmla="*/ 123450 h 761503"/>
                    <a:gd name="connsiteX25" fmla="*/ 354621 w 435145"/>
                    <a:gd name="connsiteY25" fmla="*/ 98973 h 761503"/>
                    <a:gd name="connsiteX26" fmla="*/ 360060 w 435145"/>
                    <a:gd name="connsiteY26" fmla="*/ 74496 h 761503"/>
                    <a:gd name="connsiteX27" fmla="*/ 365500 w 435145"/>
                    <a:gd name="connsiteY27" fmla="*/ 63617 h 761503"/>
                    <a:gd name="connsiteX28" fmla="*/ 373659 w 435145"/>
                    <a:gd name="connsiteY28" fmla="*/ 58178 h 761503"/>
                    <a:gd name="connsiteX29" fmla="*/ 381818 w 435145"/>
                    <a:gd name="connsiteY29" fmla="*/ 63617 h 761503"/>
                    <a:gd name="connsiteX30" fmla="*/ 389977 w 435145"/>
                    <a:gd name="connsiteY30" fmla="*/ 82655 h 761503"/>
                    <a:gd name="connsiteX31" fmla="*/ 392696 w 435145"/>
                    <a:gd name="connsiteY31" fmla="*/ 126170 h 761503"/>
                    <a:gd name="connsiteX32" fmla="*/ 395416 w 435145"/>
                    <a:gd name="connsiteY32" fmla="*/ 186002 h 761503"/>
                    <a:gd name="connsiteX33" fmla="*/ 398136 w 435145"/>
                    <a:gd name="connsiteY33" fmla="*/ 237675 h 761503"/>
                    <a:gd name="connsiteX34" fmla="*/ 398136 w 435145"/>
                    <a:gd name="connsiteY34" fmla="*/ 243115 h 761503"/>
                    <a:gd name="connsiteX35" fmla="*/ 395416 w 435145"/>
                    <a:gd name="connsiteY35" fmla="*/ 256713 h 761503"/>
                    <a:gd name="connsiteX36" fmla="*/ 379098 w 435145"/>
                    <a:gd name="connsiteY36" fmla="*/ 278470 h 761503"/>
                    <a:gd name="connsiteX37" fmla="*/ 362780 w 435145"/>
                    <a:gd name="connsiteY37" fmla="*/ 273031 h 761503"/>
                    <a:gd name="connsiteX38" fmla="*/ 354621 w 435145"/>
                    <a:gd name="connsiteY38" fmla="*/ 256713 h 761503"/>
                    <a:gd name="connsiteX39" fmla="*/ 354621 w 435145"/>
                    <a:gd name="connsiteY39" fmla="*/ 213198 h 761503"/>
                    <a:gd name="connsiteX40" fmla="*/ 354621 w 435145"/>
                    <a:gd name="connsiteY40" fmla="*/ 205040 h 761503"/>
                    <a:gd name="connsiteX41" fmla="*/ 338303 w 435145"/>
                    <a:gd name="connsiteY41" fmla="*/ 147927 h 761503"/>
                    <a:gd name="connsiteX42" fmla="*/ 292069 w 435145"/>
                    <a:gd name="connsiteY42" fmla="*/ 107132 h 761503"/>
                    <a:gd name="connsiteX43" fmla="*/ 262153 w 435145"/>
                    <a:gd name="connsiteY43" fmla="*/ 120730 h 761503"/>
                    <a:gd name="connsiteX44" fmla="*/ 251274 w 435145"/>
                    <a:gd name="connsiteY44" fmla="*/ 131609 h 761503"/>
                    <a:gd name="connsiteX45" fmla="*/ 240395 w 435145"/>
                    <a:gd name="connsiteY45" fmla="*/ 139768 h 761503"/>
                    <a:gd name="connsiteX46" fmla="*/ 237676 w 435145"/>
                    <a:gd name="connsiteY46" fmla="*/ 164245 h 761503"/>
                    <a:gd name="connsiteX47" fmla="*/ 226797 w 435145"/>
                    <a:gd name="connsiteY47" fmla="*/ 196881 h 761503"/>
                    <a:gd name="connsiteX48" fmla="*/ 213199 w 435145"/>
                    <a:gd name="connsiteY48" fmla="*/ 259433 h 761503"/>
                    <a:gd name="connsiteX49" fmla="*/ 207759 w 435145"/>
                    <a:gd name="connsiteY49" fmla="*/ 324704 h 761503"/>
                    <a:gd name="connsiteX50" fmla="*/ 207759 w 435145"/>
                    <a:gd name="connsiteY50" fmla="*/ 335583 h 761503"/>
                    <a:gd name="connsiteX51" fmla="*/ 205040 w 435145"/>
                    <a:gd name="connsiteY51" fmla="*/ 349181 h 761503"/>
                    <a:gd name="connsiteX52" fmla="*/ 207759 w 435145"/>
                    <a:gd name="connsiteY52" fmla="*/ 368219 h 761503"/>
                    <a:gd name="connsiteX53" fmla="*/ 207759 w 435145"/>
                    <a:gd name="connsiteY53" fmla="*/ 376378 h 761503"/>
                    <a:gd name="connsiteX54" fmla="*/ 205040 w 435145"/>
                    <a:gd name="connsiteY54" fmla="*/ 387256 h 761503"/>
                    <a:gd name="connsiteX55" fmla="*/ 205040 w 435145"/>
                    <a:gd name="connsiteY55" fmla="*/ 395415 h 761503"/>
                    <a:gd name="connsiteX56" fmla="*/ 205040 w 435145"/>
                    <a:gd name="connsiteY56" fmla="*/ 406294 h 761503"/>
                    <a:gd name="connsiteX57" fmla="*/ 205040 w 435145"/>
                    <a:gd name="connsiteY57" fmla="*/ 425332 h 761503"/>
                    <a:gd name="connsiteX58" fmla="*/ 213199 w 435145"/>
                    <a:gd name="connsiteY58" fmla="*/ 493323 h 761503"/>
                    <a:gd name="connsiteX59" fmla="*/ 221358 w 435145"/>
                    <a:gd name="connsiteY59" fmla="*/ 561314 h 761503"/>
                    <a:gd name="connsiteX60" fmla="*/ 226797 w 435145"/>
                    <a:gd name="connsiteY60" fmla="*/ 591231 h 761503"/>
                    <a:gd name="connsiteX61" fmla="*/ 240395 w 435145"/>
                    <a:gd name="connsiteY61" fmla="*/ 618427 h 761503"/>
                    <a:gd name="connsiteX62" fmla="*/ 283910 w 435145"/>
                    <a:gd name="connsiteY62" fmla="*/ 651063 h 761503"/>
                    <a:gd name="connsiteX63" fmla="*/ 338303 w 435145"/>
                    <a:gd name="connsiteY63" fmla="*/ 612988 h 761503"/>
                    <a:gd name="connsiteX64" fmla="*/ 354621 w 435145"/>
                    <a:gd name="connsiteY64" fmla="*/ 577632 h 761503"/>
                    <a:gd name="connsiteX65" fmla="*/ 357341 w 435145"/>
                    <a:gd name="connsiteY65" fmla="*/ 509641 h 761503"/>
                    <a:gd name="connsiteX66" fmla="*/ 362780 w 435145"/>
                    <a:gd name="connsiteY66" fmla="*/ 485164 h 761503"/>
                    <a:gd name="connsiteX67" fmla="*/ 368219 w 435145"/>
                    <a:gd name="connsiteY67" fmla="*/ 474286 h 761503"/>
                    <a:gd name="connsiteX68" fmla="*/ 376378 w 435145"/>
                    <a:gd name="connsiteY68" fmla="*/ 468846 h 761503"/>
                    <a:gd name="connsiteX69" fmla="*/ 384537 w 435145"/>
                    <a:gd name="connsiteY69" fmla="*/ 474286 h 761503"/>
                    <a:gd name="connsiteX70" fmla="*/ 392696 w 435145"/>
                    <a:gd name="connsiteY70" fmla="*/ 493323 h 761503"/>
                    <a:gd name="connsiteX71" fmla="*/ 395416 w 435145"/>
                    <a:gd name="connsiteY71" fmla="*/ 558595 h 761503"/>
                    <a:gd name="connsiteX72" fmla="*/ 398136 w 435145"/>
                    <a:gd name="connsiteY72" fmla="*/ 618427 h 761503"/>
                    <a:gd name="connsiteX73" fmla="*/ 400855 w 435145"/>
                    <a:gd name="connsiteY73" fmla="*/ 678260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</a:cxnLst>
                  <a:rect l="l" t="t" r="r" b="b"/>
                  <a:pathLst>
                    <a:path w="435145" h="761503">
                      <a:moveTo>
                        <a:pt x="400855" y="678260"/>
                      </a:moveTo>
                      <a:cubicBezTo>
                        <a:pt x="400855" y="689138"/>
                        <a:pt x="400855" y="719054"/>
                        <a:pt x="384537" y="719054"/>
                      </a:cubicBezTo>
                      <a:cubicBezTo>
                        <a:pt x="376378" y="719054"/>
                        <a:pt x="373659" y="716335"/>
                        <a:pt x="368219" y="713615"/>
                      </a:cubicBezTo>
                      <a:cubicBezTo>
                        <a:pt x="362780" y="710895"/>
                        <a:pt x="360060" y="702736"/>
                        <a:pt x="360060" y="697297"/>
                      </a:cubicBezTo>
                      <a:cubicBezTo>
                        <a:pt x="357341" y="680979"/>
                        <a:pt x="357341" y="664661"/>
                        <a:pt x="360060" y="651063"/>
                      </a:cubicBezTo>
                      <a:cubicBezTo>
                        <a:pt x="354621" y="659222"/>
                        <a:pt x="341023" y="678260"/>
                        <a:pt x="332864" y="686418"/>
                      </a:cubicBezTo>
                      <a:cubicBezTo>
                        <a:pt x="311107" y="708176"/>
                        <a:pt x="283910" y="721774"/>
                        <a:pt x="251274" y="721774"/>
                      </a:cubicBezTo>
                      <a:cubicBezTo>
                        <a:pt x="243115" y="721774"/>
                        <a:pt x="237676" y="721774"/>
                        <a:pt x="229517" y="719054"/>
                      </a:cubicBezTo>
                      <a:cubicBezTo>
                        <a:pt x="207759" y="716335"/>
                        <a:pt x="183283" y="708176"/>
                        <a:pt x="158806" y="694578"/>
                      </a:cubicBezTo>
                      <a:cubicBezTo>
                        <a:pt x="142488" y="686418"/>
                        <a:pt x="126170" y="672820"/>
                        <a:pt x="112571" y="659222"/>
                      </a:cubicBezTo>
                      <a:cubicBezTo>
                        <a:pt x="98973" y="642904"/>
                        <a:pt x="88095" y="626586"/>
                        <a:pt x="79936" y="607548"/>
                      </a:cubicBezTo>
                      <a:cubicBezTo>
                        <a:pt x="71777" y="585791"/>
                        <a:pt x="66337" y="566754"/>
                        <a:pt x="63618" y="542277"/>
                      </a:cubicBezTo>
                      <a:cubicBezTo>
                        <a:pt x="60898" y="517800"/>
                        <a:pt x="58178" y="493323"/>
                        <a:pt x="58178" y="471566"/>
                      </a:cubicBezTo>
                      <a:cubicBezTo>
                        <a:pt x="58178" y="447089"/>
                        <a:pt x="58178" y="425332"/>
                        <a:pt x="60898" y="400855"/>
                      </a:cubicBezTo>
                      <a:cubicBezTo>
                        <a:pt x="63618" y="379098"/>
                        <a:pt x="60898" y="357340"/>
                        <a:pt x="66337" y="335583"/>
                      </a:cubicBezTo>
                      <a:cubicBezTo>
                        <a:pt x="69057" y="313826"/>
                        <a:pt x="77216" y="289349"/>
                        <a:pt x="85375" y="267592"/>
                      </a:cubicBezTo>
                      <a:cubicBezTo>
                        <a:pt x="93534" y="243115"/>
                        <a:pt x="98973" y="221357"/>
                        <a:pt x="109852" y="199600"/>
                      </a:cubicBezTo>
                      <a:cubicBezTo>
                        <a:pt x="118011" y="177843"/>
                        <a:pt x="131609" y="161525"/>
                        <a:pt x="145207" y="145207"/>
                      </a:cubicBezTo>
                      <a:cubicBezTo>
                        <a:pt x="158806" y="128889"/>
                        <a:pt x="172404" y="109852"/>
                        <a:pt x="188722" y="96253"/>
                      </a:cubicBezTo>
                      <a:cubicBezTo>
                        <a:pt x="205040" y="82655"/>
                        <a:pt x="224077" y="77216"/>
                        <a:pt x="243115" y="71776"/>
                      </a:cubicBezTo>
                      <a:cubicBezTo>
                        <a:pt x="256713" y="69057"/>
                        <a:pt x="273031" y="63617"/>
                        <a:pt x="286630" y="63617"/>
                      </a:cubicBezTo>
                      <a:cubicBezTo>
                        <a:pt x="292069" y="63617"/>
                        <a:pt x="297508" y="63617"/>
                        <a:pt x="305667" y="66337"/>
                      </a:cubicBezTo>
                      <a:cubicBezTo>
                        <a:pt x="313826" y="69057"/>
                        <a:pt x="319266" y="74496"/>
                        <a:pt x="324705" y="79936"/>
                      </a:cubicBezTo>
                      <a:cubicBezTo>
                        <a:pt x="332864" y="85375"/>
                        <a:pt x="332864" y="93534"/>
                        <a:pt x="341023" y="101693"/>
                      </a:cubicBezTo>
                      <a:cubicBezTo>
                        <a:pt x="346462" y="107132"/>
                        <a:pt x="349182" y="118011"/>
                        <a:pt x="354621" y="123450"/>
                      </a:cubicBezTo>
                      <a:cubicBezTo>
                        <a:pt x="354621" y="115291"/>
                        <a:pt x="354621" y="101693"/>
                        <a:pt x="354621" y="98973"/>
                      </a:cubicBezTo>
                      <a:cubicBezTo>
                        <a:pt x="354621" y="90814"/>
                        <a:pt x="354621" y="79936"/>
                        <a:pt x="360060" y="74496"/>
                      </a:cubicBezTo>
                      <a:cubicBezTo>
                        <a:pt x="362780" y="71776"/>
                        <a:pt x="362780" y="69057"/>
                        <a:pt x="365500" y="63617"/>
                      </a:cubicBezTo>
                      <a:cubicBezTo>
                        <a:pt x="368219" y="60898"/>
                        <a:pt x="370939" y="58178"/>
                        <a:pt x="373659" y="58178"/>
                      </a:cubicBezTo>
                      <a:cubicBezTo>
                        <a:pt x="376378" y="58178"/>
                        <a:pt x="379098" y="60898"/>
                        <a:pt x="381818" y="63617"/>
                      </a:cubicBezTo>
                      <a:cubicBezTo>
                        <a:pt x="384537" y="69057"/>
                        <a:pt x="387257" y="77216"/>
                        <a:pt x="389977" y="82655"/>
                      </a:cubicBezTo>
                      <a:cubicBezTo>
                        <a:pt x="389977" y="90814"/>
                        <a:pt x="392696" y="107132"/>
                        <a:pt x="392696" y="126170"/>
                      </a:cubicBezTo>
                      <a:cubicBezTo>
                        <a:pt x="392696" y="150647"/>
                        <a:pt x="392696" y="177843"/>
                        <a:pt x="395416" y="186002"/>
                      </a:cubicBezTo>
                      <a:cubicBezTo>
                        <a:pt x="398136" y="205040"/>
                        <a:pt x="398136" y="215918"/>
                        <a:pt x="398136" y="237675"/>
                      </a:cubicBezTo>
                      <a:cubicBezTo>
                        <a:pt x="398136" y="240395"/>
                        <a:pt x="398136" y="243115"/>
                        <a:pt x="398136" y="243115"/>
                      </a:cubicBezTo>
                      <a:cubicBezTo>
                        <a:pt x="398136" y="248554"/>
                        <a:pt x="398136" y="251274"/>
                        <a:pt x="395416" y="256713"/>
                      </a:cubicBezTo>
                      <a:cubicBezTo>
                        <a:pt x="392696" y="267592"/>
                        <a:pt x="389977" y="278470"/>
                        <a:pt x="379098" y="278470"/>
                      </a:cubicBezTo>
                      <a:cubicBezTo>
                        <a:pt x="370939" y="278470"/>
                        <a:pt x="368219" y="275751"/>
                        <a:pt x="362780" y="273031"/>
                      </a:cubicBezTo>
                      <a:cubicBezTo>
                        <a:pt x="357341" y="270311"/>
                        <a:pt x="354621" y="262152"/>
                        <a:pt x="354621" y="256713"/>
                      </a:cubicBezTo>
                      <a:cubicBezTo>
                        <a:pt x="349182" y="237675"/>
                        <a:pt x="354621" y="232236"/>
                        <a:pt x="354621" y="213198"/>
                      </a:cubicBezTo>
                      <a:cubicBezTo>
                        <a:pt x="354621" y="210479"/>
                        <a:pt x="354621" y="207759"/>
                        <a:pt x="354621" y="205040"/>
                      </a:cubicBezTo>
                      <a:cubicBezTo>
                        <a:pt x="349182" y="186002"/>
                        <a:pt x="343742" y="169684"/>
                        <a:pt x="338303" y="147927"/>
                      </a:cubicBezTo>
                      <a:cubicBezTo>
                        <a:pt x="332864" y="131609"/>
                        <a:pt x="311107" y="107132"/>
                        <a:pt x="292069" y="107132"/>
                      </a:cubicBezTo>
                      <a:cubicBezTo>
                        <a:pt x="281190" y="107132"/>
                        <a:pt x="270312" y="115291"/>
                        <a:pt x="262153" y="120730"/>
                      </a:cubicBezTo>
                      <a:cubicBezTo>
                        <a:pt x="259433" y="123450"/>
                        <a:pt x="256713" y="126170"/>
                        <a:pt x="251274" y="131609"/>
                      </a:cubicBezTo>
                      <a:cubicBezTo>
                        <a:pt x="248554" y="134329"/>
                        <a:pt x="243115" y="137048"/>
                        <a:pt x="240395" y="139768"/>
                      </a:cubicBezTo>
                      <a:cubicBezTo>
                        <a:pt x="237676" y="145207"/>
                        <a:pt x="240395" y="156086"/>
                        <a:pt x="237676" y="164245"/>
                      </a:cubicBezTo>
                      <a:cubicBezTo>
                        <a:pt x="232236" y="175123"/>
                        <a:pt x="229517" y="186002"/>
                        <a:pt x="226797" y="196881"/>
                      </a:cubicBezTo>
                      <a:cubicBezTo>
                        <a:pt x="221358" y="218638"/>
                        <a:pt x="218638" y="237675"/>
                        <a:pt x="213199" y="259433"/>
                      </a:cubicBezTo>
                      <a:cubicBezTo>
                        <a:pt x="210479" y="281190"/>
                        <a:pt x="207759" y="302947"/>
                        <a:pt x="207759" y="324704"/>
                      </a:cubicBezTo>
                      <a:cubicBezTo>
                        <a:pt x="207759" y="327424"/>
                        <a:pt x="207759" y="332863"/>
                        <a:pt x="207759" y="335583"/>
                      </a:cubicBezTo>
                      <a:cubicBezTo>
                        <a:pt x="207759" y="341022"/>
                        <a:pt x="205040" y="343742"/>
                        <a:pt x="205040" y="349181"/>
                      </a:cubicBezTo>
                      <a:cubicBezTo>
                        <a:pt x="205040" y="354621"/>
                        <a:pt x="207759" y="362779"/>
                        <a:pt x="207759" y="368219"/>
                      </a:cubicBezTo>
                      <a:cubicBezTo>
                        <a:pt x="207759" y="370939"/>
                        <a:pt x="207759" y="373658"/>
                        <a:pt x="207759" y="376378"/>
                      </a:cubicBezTo>
                      <a:cubicBezTo>
                        <a:pt x="205040" y="381817"/>
                        <a:pt x="205040" y="384537"/>
                        <a:pt x="205040" y="387256"/>
                      </a:cubicBezTo>
                      <a:cubicBezTo>
                        <a:pt x="205040" y="389976"/>
                        <a:pt x="205040" y="392696"/>
                        <a:pt x="205040" y="395415"/>
                      </a:cubicBezTo>
                      <a:cubicBezTo>
                        <a:pt x="205040" y="398135"/>
                        <a:pt x="205040" y="403574"/>
                        <a:pt x="205040" y="406294"/>
                      </a:cubicBezTo>
                      <a:cubicBezTo>
                        <a:pt x="205040" y="411733"/>
                        <a:pt x="205040" y="417173"/>
                        <a:pt x="205040" y="425332"/>
                      </a:cubicBezTo>
                      <a:cubicBezTo>
                        <a:pt x="205040" y="449809"/>
                        <a:pt x="213199" y="471566"/>
                        <a:pt x="213199" y="493323"/>
                      </a:cubicBezTo>
                      <a:cubicBezTo>
                        <a:pt x="213199" y="517800"/>
                        <a:pt x="215919" y="539557"/>
                        <a:pt x="221358" y="561314"/>
                      </a:cubicBezTo>
                      <a:cubicBezTo>
                        <a:pt x="224077" y="572193"/>
                        <a:pt x="224077" y="580352"/>
                        <a:pt x="226797" y="591231"/>
                      </a:cubicBezTo>
                      <a:cubicBezTo>
                        <a:pt x="229517" y="599390"/>
                        <a:pt x="237676" y="607548"/>
                        <a:pt x="240395" y="618427"/>
                      </a:cubicBezTo>
                      <a:cubicBezTo>
                        <a:pt x="248554" y="637465"/>
                        <a:pt x="262153" y="651063"/>
                        <a:pt x="283910" y="651063"/>
                      </a:cubicBezTo>
                      <a:cubicBezTo>
                        <a:pt x="302948" y="651063"/>
                        <a:pt x="330144" y="629306"/>
                        <a:pt x="338303" y="612988"/>
                      </a:cubicBezTo>
                      <a:cubicBezTo>
                        <a:pt x="346462" y="599390"/>
                        <a:pt x="351901" y="591231"/>
                        <a:pt x="354621" y="577632"/>
                      </a:cubicBezTo>
                      <a:cubicBezTo>
                        <a:pt x="354621" y="550436"/>
                        <a:pt x="354621" y="517800"/>
                        <a:pt x="357341" y="509641"/>
                      </a:cubicBezTo>
                      <a:cubicBezTo>
                        <a:pt x="357341" y="501482"/>
                        <a:pt x="357341" y="490603"/>
                        <a:pt x="362780" y="485164"/>
                      </a:cubicBezTo>
                      <a:cubicBezTo>
                        <a:pt x="365500" y="482444"/>
                        <a:pt x="365500" y="479725"/>
                        <a:pt x="368219" y="474286"/>
                      </a:cubicBezTo>
                      <a:cubicBezTo>
                        <a:pt x="370939" y="471566"/>
                        <a:pt x="373659" y="468846"/>
                        <a:pt x="376378" y="468846"/>
                      </a:cubicBezTo>
                      <a:cubicBezTo>
                        <a:pt x="379098" y="468846"/>
                        <a:pt x="381818" y="471566"/>
                        <a:pt x="384537" y="474286"/>
                      </a:cubicBezTo>
                      <a:cubicBezTo>
                        <a:pt x="387257" y="479725"/>
                        <a:pt x="389977" y="487884"/>
                        <a:pt x="392696" y="493323"/>
                      </a:cubicBezTo>
                      <a:cubicBezTo>
                        <a:pt x="392696" y="501482"/>
                        <a:pt x="395416" y="539557"/>
                        <a:pt x="395416" y="558595"/>
                      </a:cubicBezTo>
                      <a:cubicBezTo>
                        <a:pt x="395416" y="583072"/>
                        <a:pt x="395416" y="610268"/>
                        <a:pt x="398136" y="618427"/>
                      </a:cubicBezTo>
                      <a:cubicBezTo>
                        <a:pt x="398136" y="648343"/>
                        <a:pt x="400855" y="659222"/>
                        <a:pt x="400855" y="678260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46" name="Freeform: Shape 40">
                  <a:extLst>
                    <a:ext uri="{FF2B5EF4-FFF2-40B4-BE49-F238E27FC236}">
                      <a16:creationId xmlns:a16="http://schemas.microsoft.com/office/drawing/2014/main" id="{CB7C4BA0-4A9F-B460-FD15-ADAE33E8C5C6}"/>
                    </a:ext>
                  </a:extLst>
                </p:cNvPr>
                <p:cNvSpPr/>
                <p:nvPr/>
              </p:nvSpPr>
              <p:spPr>
                <a:xfrm>
                  <a:off x="3829459" y="4200317"/>
                  <a:ext cx="598325" cy="761503"/>
                </a:xfrm>
                <a:custGeom>
                  <a:avLst/>
                  <a:gdLst>
                    <a:gd name="connsiteX0" fmla="*/ 360060 w 598324"/>
                    <a:gd name="connsiteY0" fmla="*/ 332863 h 761503"/>
                    <a:gd name="connsiteX1" fmla="*/ 341023 w 598324"/>
                    <a:gd name="connsiteY1" fmla="*/ 370939 h 761503"/>
                    <a:gd name="connsiteX2" fmla="*/ 376378 w 598324"/>
                    <a:gd name="connsiteY2" fmla="*/ 389976 h 761503"/>
                    <a:gd name="connsiteX3" fmla="*/ 425332 w 598324"/>
                    <a:gd name="connsiteY3" fmla="*/ 433491 h 761503"/>
                    <a:gd name="connsiteX4" fmla="*/ 438930 w 598324"/>
                    <a:gd name="connsiteY4" fmla="*/ 463407 h 761503"/>
                    <a:gd name="connsiteX5" fmla="*/ 449809 w 598324"/>
                    <a:gd name="connsiteY5" fmla="*/ 498762 h 761503"/>
                    <a:gd name="connsiteX6" fmla="*/ 457968 w 598324"/>
                    <a:gd name="connsiteY6" fmla="*/ 528679 h 761503"/>
                    <a:gd name="connsiteX7" fmla="*/ 466127 w 598324"/>
                    <a:gd name="connsiteY7" fmla="*/ 564034 h 761503"/>
                    <a:gd name="connsiteX8" fmla="*/ 471566 w 598324"/>
                    <a:gd name="connsiteY8" fmla="*/ 593950 h 761503"/>
                    <a:gd name="connsiteX9" fmla="*/ 479725 w 598324"/>
                    <a:gd name="connsiteY9" fmla="*/ 607548 h 761503"/>
                    <a:gd name="connsiteX10" fmla="*/ 487884 w 598324"/>
                    <a:gd name="connsiteY10" fmla="*/ 623867 h 761503"/>
                    <a:gd name="connsiteX11" fmla="*/ 501482 w 598324"/>
                    <a:gd name="connsiteY11" fmla="*/ 651063 h 761503"/>
                    <a:gd name="connsiteX12" fmla="*/ 523240 w 598324"/>
                    <a:gd name="connsiteY12" fmla="*/ 670101 h 761503"/>
                    <a:gd name="connsiteX13" fmla="*/ 534119 w 598324"/>
                    <a:gd name="connsiteY13" fmla="*/ 686418 h 761503"/>
                    <a:gd name="connsiteX14" fmla="*/ 531399 w 598324"/>
                    <a:gd name="connsiteY14" fmla="*/ 694578 h 761503"/>
                    <a:gd name="connsiteX15" fmla="*/ 498763 w 598324"/>
                    <a:gd name="connsiteY15" fmla="*/ 708176 h 761503"/>
                    <a:gd name="connsiteX16" fmla="*/ 449809 w 598324"/>
                    <a:gd name="connsiteY16" fmla="*/ 700017 h 761503"/>
                    <a:gd name="connsiteX17" fmla="*/ 400855 w 598324"/>
                    <a:gd name="connsiteY17" fmla="*/ 667381 h 761503"/>
                    <a:gd name="connsiteX18" fmla="*/ 381817 w 598324"/>
                    <a:gd name="connsiteY18" fmla="*/ 642904 h 761503"/>
                    <a:gd name="connsiteX19" fmla="*/ 368219 w 598324"/>
                    <a:gd name="connsiteY19" fmla="*/ 610268 h 761503"/>
                    <a:gd name="connsiteX20" fmla="*/ 349182 w 598324"/>
                    <a:gd name="connsiteY20" fmla="*/ 550436 h 761503"/>
                    <a:gd name="connsiteX21" fmla="*/ 338303 w 598324"/>
                    <a:gd name="connsiteY21" fmla="*/ 504202 h 761503"/>
                    <a:gd name="connsiteX22" fmla="*/ 330144 w 598324"/>
                    <a:gd name="connsiteY22" fmla="*/ 477005 h 761503"/>
                    <a:gd name="connsiteX23" fmla="*/ 321985 w 598324"/>
                    <a:gd name="connsiteY23" fmla="*/ 455248 h 761503"/>
                    <a:gd name="connsiteX24" fmla="*/ 305667 w 598324"/>
                    <a:gd name="connsiteY24" fmla="*/ 436210 h 761503"/>
                    <a:gd name="connsiteX25" fmla="*/ 294788 w 598324"/>
                    <a:gd name="connsiteY25" fmla="*/ 441650 h 761503"/>
                    <a:gd name="connsiteX26" fmla="*/ 278471 w 598324"/>
                    <a:gd name="connsiteY26" fmla="*/ 463407 h 761503"/>
                    <a:gd name="connsiteX27" fmla="*/ 264872 w 598324"/>
                    <a:gd name="connsiteY27" fmla="*/ 496043 h 761503"/>
                    <a:gd name="connsiteX28" fmla="*/ 262153 w 598324"/>
                    <a:gd name="connsiteY28" fmla="*/ 517800 h 761503"/>
                    <a:gd name="connsiteX29" fmla="*/ 262153 w 598324"/>
                    <a:gd name="connsiteY29" fmla="*/ 523239 h 761503"/>
                    <a:gd name="connsiteX30" fmla="*/ 262153 w 598324"/>
                    <a:gd name="connsiteY30" fmla="*/ 553155 h 761503"/>
                    <a:gd name="connsiteX31" fmla="*/ 262153 w 598324"/>
                    <a:gd name="connsiteY31" fmla="*/ 629306 h 761503"/>
                    <a:gd name="connsiteX32" fmla="*/ 259433 w 598324"/>
                    <a:gd name="connsiteY32" fmla="*/ 659222 h 761503"/>
                    <a:gd name="connsiteX33" fmla="*/ 283910 w 598324"/>
                    <a:gd name="connsiteY33" fmla="*/ 659222 h 761503"/>
                    <a:gd name="connsiteX34" fmla="*/ 321985 w 598324"/>
                    <a:gd name="connsiteY34" fmla="*/ 675540 h 761503"/>
                    <a:gd name="connsiteX35" fmla="*/ 316546 w 598324"/>
                    <a:gd name="connsiteY35" fmla="*/ 691858 h 761503"/>
                    <a:gd name="connsiteX36" fmla="*/ 300228 w 598324"/>
                    <a:gd name="connsiteY36" fmla="*/ 700017 h 761503"/>
                    <a:gd name="connsiteX37" fmla="*/ 278471 w 598324"/>
                    <a:gd name="connsiteY37" fmla="*/ 702736 h 761503"/>
                    <a:gd name="connsiteX38" fmla="*/ 243115 w 598324"/>
                    <a:gd name="connsiteY38" fmla="*/ 702736 h 761503"/>
                    <a:gd name="connsiteX39" fmla="*/ 221358 w 598324"/>
                    <a:gd name="connsiteY39" fmla="*/ 710895 h 761503"/>
                    <a:gd name="connsiteX40" fmla="*/ 194161 w 598324"/>
                    <a:gd name="connsiteY40" fmla="*/ 702736 h 761503"/>
                    <a:gd name="connsiteX41" fmla="*/ 177843 w 598324"/>
                    <a:gd name="connsiteY41" fmla="*/ 702736 h 761503"/>
                    <a:gd name="connsiteX42" fmla="*/ 126170 w 598324"/>
                    <a:gd name="connsiteY42" fmla="*/ 702736 h 761503"/>
                    <a:gd name="connsiteX43" fmla="*/ 101693 w 598324"/>
                    <a:gd name="connsiteY43" fmla="*/ 702736 h 761503"/>
                    <a:gd name="connsiteX44" fmla="*/ 74496 w 598324"/>
                    <a:gd name="connsiteY44" fmla="*/ 697297 h 761503"/>
                    <a:gd name="connsiteX45" fmla="*/ 58178 w 598324"/>
                    <a:gd name="connsiteY45" fmla="*/ 680979 h 761503"/>
                    <a:gd name="connsiteX46" fmla="*/ 63617 w 598324"/>
                    <a:gd name="connsiteY46" fmla="*/ 672820 h 761503"/>
                    <a:gd name="connsiteX47" fmla="*/ 85375 w 598324"/>
                    <a:gd name="connsiteY47" fmla="*/ 664661 h 761503"/>
                    <a:gd name="connsiteX48" fmla="*/ 128889 w 598324"/>
                    <a:gd name="connsiteY48" fmla="*/ 659222 h 761503"/>
                    <a:gd name="connsiteX49" fmla="*/ 147927 w 598324"/>
                    <a:gd name="connsiteY49" fmla="*/ 659222 h 761503"/>
                    <a:gd name="connsiteX50" fmla="*/ 145207 w 598324"/>
                    <a:gd name="connsiteY50" fmla="*/ 653783 h 761503"/>
                    <a:gd name="connsiteX51" fmla="*/ 131609 w 598324"/>
                    <a:gd name="connsiteY51" fmla="*/ 585791 h 761503"/>
                    <a:gd name="connsiteX52" fmla="*/ 134329 w 598324"/>
                    <a:gd name="connsiteY52" fmla="*/ 498762 h 761503"/>
                    <a:gd name="connsiteX53" fmla="*/ 137048 w 598324"/>
                    <a:gd name="connsiteY53" fmla="*/ 406294 h 761503"/>
                    <a:gd name="connsiteX54" fmla="*/ 134329 w 598324"/>
                    <a:gd name="connsiteY54" fmla="*/ 327424 h 761503"/>
                    <a:gd name="connsiteX55" fmla="*/ 137048 w 598324"/>
                    <a:gd name="connsiteY55" fmla="*/ 253993 h 761503"/>
                    <a:gd name="connsiteX56" fmla="*/ 139768 w 598324"/>
                    <a:gd name="connsiteY56" fmla="*/ 207759 h 761503"/>
                    <a:gd name="connsiteX57" fmla="*/ 137048 w 598324"/>
                    <a:gd name="connsiteY57" fmla="*/ 172404 h 761503"/>
                    <a:gd name="connsiteX58" fmla="*/ 137048 w 598324"/>
                    <a:gd name="connsiteY58" fmla="*/ 112571 h 761503"/>
                    <a:gd name="connsiteX59" fmla="*/ 126170 w 598324"/>
                    <a:gd name="connsiteY59" fmla="*/ 112571 h 761503"/>
                    <a:gd name="connsiteX60" fmla="*/ 101693 w 598324"/>
                    <a:gd name="connsiteY60" fmla="*/ 112571 h 761503"/>
                    <a:gd name="connsiteX61" fmla="*/ 74496 w 598324"/>
                    <a:gd name="connsiteY61" fmla="*/ 107132 h 761503"/>
                    <a:gd name="connsiteX62" fmla="*/ 58178 w 598324"/>
                    <a:gd name="connsiteY62" fmla="*/ 90814 h 761503"/>
                    <a:gd name="connsiteX63" fmla="*/ 63617 w 598324"/>
                    <a:gd name="connsiteY63" fmla="*/ 82655 h 761503"/>
                    <a:gd name="connsiteX64" fmla="*/ 85375 w 598324"/>
                    <a:gd name="connsiteY64" fmla="*/ 74496 h 761503"/>
                    <a:gd name="connsiteX65" fmla="*/ 137048 w 598324"/>
                    <a:gd name="connsiteY65" fmla="*/ 69057 h 761503"/>
                    <a:gd name="connsiteX66" fmla="*/ 145207 w 598324"/>
                    <a:gd name="connsiteY66" fmla="*/ 69057 h 761503"/>
                    <a:gd name="connsiteX67" fmla="*/ 169684 w 598324"/>
                    <a:gd name="connsiteY67" fmla="*/ 58178 h 761503"/>
                    <a:gd name="connsiteX68" fmla="*/ 177843 w 598324"/>
                    <a:gd name="connsiteY68" fmla="*/ 58178 h 761503"/>
                    <a:gd name="connsiteX69" fmla="*/ 205040 w 598324"/>
                    <a:gd name="connsiteY69" fmla="*/ 66337 h 761503"/>
                    <a:gd name="connsiteX70" fmla="*/ 286629 w 598324"/>
                    <a:gd name="connsiteY70" fmla="*/ 63617 h 761503"/>
                    <a:gd name="connsiteX71" fmla="*/ 324705 w 598324"/>
                    <a:gd name="connsiteY71" fmla="*/ 79936 h 761503"/>
                    <a:gd name="connsiteX72" fmla="*/ 319265 w 598324"/>
                    <a:gd name="connsiteY72" fmla="*/ 96253 h 761503"/>
                    <a:gd name="connsiteX73" fmla="*/ 302948 w 598324"/>
                    <a:gd name="connsiteY73" fmla="*/ 104412 h 761503"/>
                    <a:gd name="connsiteX74" fmla="*/ 278471 w 598324"/>
                    <a:gd name="connsiteY74" fmla="*/ 112571 h 761503"/>
                    <a:gd name="connsiteX75" fmla="*/ 232236 w 598324"/>
                    <a:gd name="connsiteY75" fmla="*/ 112571 h 761503"/>
                    <a:gd name="connsiteX76" fmla="*/ 240395 w 598324"/>
                    <a:gd name="connsiteY76" fmla="*/ 137048 h 761503"/>
                    <a:gd name="connsiteX77" fmla="*/ 240395 w 598324"/>
                    <a:gd name="connsiteY77" fmla="*/ 150647 h 761503"/>
                    <a:gd name="connsiteX78" fmla="*/ 243115 w 598324"/>
                    <a:gd name="connsiteY78" fmla="*/ 158805 h 761503"/>
                    <a:gd name="connsiteX79" fmla="*/ 248554 w 598324"/>
                    <a:gd name="connsiteY79" fmla="*/ 188722 h 761503"/>
                    <a:gd name="connsiteX80" fmla="*/ 248554 w 598324"/>
                    <a:gd name="connsiteY80" fmla="*/ 199600 h 761503"/>
                    <a:gd name="connsiteX81" fmla="*/ 248554 w 598324"/>
                    <a:gd name="connsiteY81" fmla="*/ 221357 h 761503"/>
                    <a:gd name="connsiteX82" fmla="*/ 253994 w 598324"/>
                    <a:gd name="connsiteY82" fmla="*/ 264872 h 761503"/>
                    <a:gd name="connsiteX83" fmla="*/ 262153 w 598324"/>
                    <a:gd name="connsiteY83" fmla="*/ 297508 h 761503"/>
                    <a:gd name="connsiteX84" fmla="*/ 264872 w 598324"/>
                    <a:gd name="connsiteY84" fmla="*/ 324704 h 761503"/>
                    <a:gd name="connsiteX85" fmla="*/ 264872 w 598324"/>
                    <a:gd name="connsiteY85" fmla="*/ 332863 h 761503"/>
                    <a:gd name="connsiteX86" fmla="*/ 264872 w 598324"/>
                    <a:gd name="connsiteY86" fmla="*/ 351901 h 761503"/>
                    <a:gd name="connsiteX87" fmla="*/ 262153 w 598324"/>
                    <a:gd name="connsiteY87" fmla="*/ 370939 h 761503"/>
                    <a:gd name="connsiteX88" fmla="*/ 267592 w 598324"/>
                    <a:gd name="connsiteY88" fmla="*/ 384537 h 761503"/>
                    <a:gd name="connsiteX89" fmla="*/ 278471 w 598324"/>
                    <a:gd name="connsiteY89" fmla="*/ 370939 h 761503"/>
                    <a:gd name="connsiteX90" fmla="*/ 297508 w 598324"/>
                    <a:gd name="connsiteY90" fmla="*/ 332863 h 761503"/>
                    <a:gd name="connsiteX91" fmla="*/ 311106 w 598324"/>
                    <a:gd name="connsiteY91" fmla="*/ 305667 h 761503"/>
                    <a:gd name="connsiteX92" fmla="*/ 335583 w 598324"/>
                    <a:gd name="connsiteY92" fmla="*/ 259433 h 761503"/>
                    <a:gd name="connsiteX93" fmla="*/ 354621 w 598324"/>
                    <a:gd name="connsiteY93" fmla="*/ 224077 h 761503"/>
                    <a:gd name="connsiteX94" fmla="*/ 381817 w 598324"/>
                    <a:gd name="connsiteY94" fmla="*/ 172404 h 761503"/>
                    <a:gd name="connsiteX95" fmla="*/ 409014 w 598324"/>
                    <a:gd name="connsiteY95" fmla="*/ 118011 h 761503"/>
                    <a:gd name="connsiteX96" fmla="*/ 411734 w 598324"/>
                    <a:gd name="connsiteY96" fmla="*/ 115291 h 761503"/>
                    <a:gd name="connsiteX97" fmla="*/ 398136 w 598324"/>
                    <a:gd name="connsiteY97" fmla="*/ 115291 h 761503"/>
                    <a:gd name="connsiteX98" fmla="*/ 379098 w 598324"/>
                    <a:gd name="connsiteY98" fmla="*/ 109852 h 761503"/>
                    <a:gd name="connsiteX99" fmla="*/ 368219 w 598324"/>
                    <a:gd name="connsiteY99" fmla="*/ 93534 h 761503"/>
                    <a:gd name="connsiteX100" fmla="*/ 370939 w 598324"/>
                    <a:gd name="connsiteY100" fmla="*/ 85375 h 761503"/>
                    <a:gd name="connsiteX101" fmla="*/ 387257 w 598324"/>
                    <a:gd name="connsiteY101" fmla="*/ 77216 h 761503"/>
                    <a:gd name="connsiteX102" fmla="*/ 422612 w 598324"/>
                    <a:gd name="connsiteY102" fmla="*/ 71776 h 761503"/>
                    <a:gd name="connsiteX103" fmla="*/ 436211 w 598324"/>
                    <a:gd name="connsiteY103" fmla="*/ 71776 h 761503"/>
                    <a:gd name="connsiteX104" fmla="*/ 438930 w 598324"/>
                    <a:gd name="connsiteY104" fmla="*/ 69057 h 761503"/>
                    <a:gd name="connsiteX105" fmla="*/ 452529 w 598324"/>
                    <a:gd name="connsiteY105" fmla="*/ 66337 h 761503"/>
                    <a:gd name="connsiteX106" fmla="*/ 466127 w 598324"/>
                    <a:gd name="connsiteY106" fmla="*/ 69057 h 761503"/>
                    <a:gd name="connsiteX107" fmla="*/ 471566 w 598324"/>
                    <a:gd name="connsiteY107" fmla="*/ 71776 h 761503"/>
                    <a:gd name="connsiteX108" fmla="*/ 515081 w 598324"/>
                    <a:gd name="connsiteY108" fmla="*/ 71776 h 761503"/>
                    <a:gd name="connsiteX109" fmla="*/ 542277 w 598324"/>
                    <a:gd name="connsiteY109" fmla="*/ 88094 h 761503"/>
                    <a:gd name="connsiteX110" fmla="*/ 536838 w 598324"/>
                    <a:gd name="connsiteY110" fmla="*/ 104412 h 761503"/>
                    <a:gd name="connsiteX111" fmla="*/ 525959 w 598324"/>
                    <a:gd name="connsiteY111" fmla="*/ 112571 h 761503"/>
                    <a:gd name="connsiteX112" fmla="*/ 509642 w 598324"/>
                    <a:gd name="connsiteY112" fmla="*/ 115291 h 761503"/>
                    <a:gd name="connsiteX113" fmla="*/ 468847 w 598324"/>
                    <a:gd name="connsiteY113" fmla="*/ 115291 h 761503"/>
                    <a:gd name="connsiteX114" fmla="*/ 457968 w 598324"/>
                    <a:gd name="connsiteY114" fmla="*/ 137048 h 761503"/>
                    <a:gd name="connsiteX115" fmla="*/ 430771 w 598324"/>
                    <a:gd name="connsiteY115" fmla="*/ 194161 h 761503"/>
                    <a:gd name="connsiteX116" fmla="*/ 400855 w 598324"/>
                    <a:gd name="connsiteY116" fmla="*/ 262152 h 761503"/>
                    <a:gd name="connsiteX117" fmla="*/ 360060 w 598324"/>
                    <a:gd name="connsiteY117" fmla="*/ 332863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</a:cxnLst>
                  <a:rect l="l" t="t" r="r" b="b"/>
                  <a:pathLst>
                    <a:path w="598324" h="761503">
                      <a:moveTo>
                        <a:pt x="360060" y="332863"/>
                      </a:moveTo>
                      <a:cubicBezTo>
                        <a:pt x="351901" y="343742"/>
                        <a:pt x="341023" y="357340"/>
                        <a:pt x="341023" y="370939"/>
                      </a:cubicBezTo>
                      <a:cubicBezTo>
                        <a:pt x="341023" y="379098"/>
                        <a:pt x="357341" y="381817"/>
                        <a:pt x="376378" y="389976"/>
                      </a:cubicBezTo>
                      <a:cubicBezTo>
                        <a:pt x="395416" y="398135"/>
                        <a:pt x="417173" y="417173"/>
                        <a:pt x="425332" y="433491"/>
                      </a:cubicBezTo>
                      <a:cubicBezTo>
                        <a:pt x="430771" y="444369"/>
                        <a:pt x="436211" y="452528"/>
                        <a:pt x="438930" y="463407"/>
                      </a:cubicBezTo>
                      <a:cubicBezTo>
                        <a:pt x="444370" y="474286"/>
                        <a:pt x="447089" y="487884"/>
                        <a:pt x="449809" y="498762"/>
                      </a:cubicBezTo>
                      <a:cubicBezTo>
                        <a:pt x="452529" y="512361"/>
                        <a:pt x="452529" y="517800"/>
                        <a:pt x="457968" y="528679"/>
                      </a:cubicBezTo>
                      <a:cubicBezTo>
                        <a:pt x="463407" y="539557"/>
                        <a:pt x="463407" y="553155"/>
                        <a:pt x="466127" y="564034"/>
                      </a:cubicBezTo>
                      <a:cubicBezTo>
                        <a:pt x="468847" y="572193"/>
                        <a:pt x="468847" y="585791"/>
                        <a:pt x="471566" y="593950"/>
                      </a:cubicBezTo>
                      <a:cubicBezTo>
                        <a:pt x="474286" y="599390"/>
                        <a:pt x="477006" y="602109"/>
                        <a:pt x="479725" y="607548"/>
                      </a:cubicBezTo>
                      <a:cubicBezTo>
                        <a:pt x="482445" y="612988"/>
                        <a:pt x="487884" y="618427"/>
                        <a:pt x="487884" y="623867"/>
                      </a:cubicBezTo>
                      <a:cubicBezTo>
                        <a:pt x="490604" y="634745"/>
                        <a:pt x="496043" y="642904"/>
                        <a:pt x="501482" y="651063"/>
                      </a:cubicBezTo>
                      <a:cubicBezTo>
                        <a:pt x="506922" y="661942"/>
                        <a:pt x="512361" y="664661"/>
                        <a:pt x="523240" y="670101"/>
                      </a:cubicBezTo>
                      <a:cubicBezTo>
                        <a:pt x="528679" y="672820"/>
                        <a:pt x="534119" y="680979"/>
                        <a:pt x="534119" y="686418"/>
                      </a:cubicBezTo>
                      <a:cubicBezTo>
                        <a:pt x="534119" y="689138"/>
                        <a:pt x="534119" y="691858"/>
                        <a:pt x="531399" y="694578"/>
                      </a:cubicBezTo>
                      <a:cubicBezTo>
                        <a:pt x="525959" y="702736"/>
                        <a:pt x="512361" y="708176"/>
                        <a:pt x="498763" y="708176"/>
                      </a:cubicBezTo>
                      <a:cubicBezTo>
                        <a:pt x="485165" y="708176"/>
                        <a:pt x="466127" y="705456"/>
                        <a:pt x="449809" y="700017"/>
                      </a:cubicBezTo>
                      <a:cubicBezTo>
                        <a:pt x="430771" y="694578"/>
                        <a:pt x="409014" y="675540"/>
                        <a:pt x="400855" y="667381"/>
                      </a:cubicBezTo>
                      <a:cubicBezTo>
                        <a:pt x="392696" y="659222"/>
                        <a:pt x="387257" y="651063"/>
                        <a:pt x="381817" y="642904"/>
                      </a:cubicBezTo>
                      <a:cubicBezTo>
                        <a:pt x="376378" y="632025"/>
                        <a:pt x="370939" y="623867"/>
                        <a:pt x="368219" y="610268"/>
                      </a:cubicBezTo>
                      <a:cubicBezTo>
                        <a:pt x="360060" y="588511"/>
                        <a:pt x="357341" y="574913"/>
                        <a:pt x="349182" y="550436"/>
                      </a:cubicBezTo>
                      <a:cubicBezTo>
                        <a:pt x="343742" y="534118"/>
                        <a:pt x="341023" y="520520"/>
                        <a:pt x="338303" y="504202"/>
                      </a:cubicBezTo>
                      <a:cubicBezTo>
                        <a:pt x="335583" y="493323"/>
                        <a:pt x="332864" y="485164"/>
                        <a:pt x="330144" y="477005"/>
                      </a:cubicBezTo>
                      <a:cubicBezTo>
                        <a:pt x="327424" y="471566"/>
                        <a:pt x="324705" y="463407"/>
                        <a:pt x="321985" y="455248"/>
                      </a:cubicBezTo>
                      <a:cubicBezTo>
                        <a:pt x="316546" y="444369"/>
                        <a:pt x="311106" y="436210"/>
                        <a:pt x="305667" y="436210"/>
                      </a:cubicBezTo>
                      <a:cubicBezTo>
                        <a:pt x="302948" y="436210"/>
                        <a:pt x="300228" y="438930"/>
                        <a:pt x="294788" y="441650"/>
                      </a:cubicBezTo>
                      <a:cubicBezTo>
                        <a:pt x="289349" y="447089"/>
                        <a:pt x="283910" y="455248"/>
                        <a:pt x="278471" y="463407"/>
                      </a:cubicBezTo>
                      <a:cubicBezTo>
                        <a:pt x="270312" y="474286"/>
                        <a:pt x="267592" y="485164"/>
                        <a:pt x="264872" y="496043"/>
                      </a:cubicBezTo>
                      <a:cubicBezTo>
                        <a:pt x="264872" y="504202"/>
                        <a:pt x="262153" y="512361"/>
                        <a:pt x="262153" y="517800"/>
                      </a:cubicBezTo>
                      <a:cubicBezTo>
                        <a:pt x="262153" y="520520"/>
                        <a:pt x="262153" y="520520"/>
                        <a:pt x="262153" y="523239"/>
                      </a:cubicBezTo>
                      <a:cubicBezTo>
                        <a:pt x="262153" y="528679"/>
                        <a:pt x="262153" y="544997"/>
                        <a:pt x="262153" y="553155"/>
                      </a:cubicBezTo>
                      <a:cubicBezTo>
                        <a:pt x="262153" y="583072"/>
                        <a:pt x="264872" y="599390"/>
                        <a:pt x="262153" y="629306"/>
                      </a:cubicBezTo>
                      <a:cubicBezTo>
                        <a:pt x="262153" y="640184"/>
                        <a:pt x="262153" y="648343"/>
                        <a:pt x="259433" y="659222"/>
                      </a:cubicBezTo>
                      <a:cubicBezTo>
                        <a:pt x="270312" y="659222"/>
                        <a:pt x="278471" y="659222"/>
                        <a:pt x="283910" y="659222"/>
                      </a:cubicBezTo>
                      <a:cubicBezTo>
                        <a:pt x="297508" y="659222"/>
                        <a:pt x="321985" y="659222"/>
                        <a:pt x="321985" y="675540"/>
                      </a:cubicBezTo>
                      <a:cubicBezTo>
                        <a:pt x="321985" y="683699"/>
                        <a:pt x="319265" y="686418"/>
                        <a:pt x="316546" y="691858"/>
                      </a:cubicBezTo>
                      <a:cubicBezTo>
                        <a:pt x="311106" y="697297"/>
                        <a:pt x="305667" y="700017"/>
                        <a:pt x="300228" y="700017"/>
                      </a:cubicBezTo>
                      <a:cubicBezTo>
                        <a:pt x="292069" y="702736"/>
                        <a:pt x="283910" y="702736"/>
                        <a:pt x="278471" y="702736"/>
                      </a:cubicBezTo>
                      <a:cubicBezTo>
                        <a:pt x="275751" y="702736"/>
                        <a:pt x="259433" y="702736"/>
                        <a:pt x="243115" y="702736"/>
                      </a:cubicBezTo>
                      <a:cubicBezTo>
                        <a:pt x="237676" y="708176"/>
                        <a:pt x="229517" y="710895"/>
                        <a:pt x="221358" y="710895"/>
                      </a:cubicBezTo>
                      <a:cubicBezTo>
                        <a:pt x="213199" y="710895"/>
                        <a:pt x="202320" y="708176"/>
                        <a:pt x="194161" y="702736"/>
                      </a:cubicBezTo>
                      <a:cubicBezTo>
                        <a:pt x="186002" y="702736"/>
                        <a:pt x="180563" y="702736"/>
                        <a:pt x="177843" y="702736"/>
                      </a:cubicBezTo>
                      <a:cubicBezTo>
                        <a:pt x="164245" y="702736"/>
                        <a:pt x="139768" y="702736"/>
                        <a:pt x="126170" y="702736"/>
                      </a:cubicBezTo>
                      <a:cubicBezTo>
                        <a:pt x="118011" y="702736"/>
                        <a:pt x="109852" y="702736"/>
                        <a:pt x="101693" y="702736"/>
                      </a:cubicBezTo>
                      <a:cubicBezTo>
                        <a:pt x="93534" y="702736"/>
                        <a:pt x="82655" y="702736"/>
                        <a:pt x="74496" y="697297"/>
                      </a:cubicBezTo>
                      <a:cubicBezTo>
                        <a:pt x="66337" y="694578"/>
                        <a:pt x="58178" y="686418"/>
                        <a:pt x="58178" y="680979"/>
                      </a:cubicBezTo>
                      <a:cubicBezTo>
                        <a:pt x="58178" y="678260"/>
                        <a:pt x="58178" y="675540"/>
                        <a:pt x="63617" y="672820"/>
                      </a:cubicBezTo>
                      <a:cubicBezTo>
                        <a:pt x="69057" y="670101"/>
                        <a:pt x="79935" y="667381"/>
                        <a:pt x="85375" y="664661"/>
                      </a:cubicBezTo>
                      <a:cubicBezTo>
                        <a:pt x="104412" y="661942"/>
                        <a:pt x="123450" y="659222"/>
                        <a:pt x="128889" y="659222"/>
                      </a:cubicBezTo>
                      <a:cubicBezTo>
                        <a:pt x="134329" y="659222"/>
                        <a:pt x="139768" y="659222"/>
                        <a:pt x="147927" y="659222"/>
                      </a:cubicBezTo>
                      <a:cubicBezTo>
                        <a:pt x="147927" y="656502"/>
                        <a:pt x="145207" y="653783"/>
                        <a:pt x="145207" y="653783"/>
                      </a:cubicBezTo>
                      <a:cubicBezTo>
                        <a:pt x="131609" y="632025"/>
                        <a:pt x="131609" y="610268"/>
                        <a:pt x="131609" y="585791"/>
                      </a:cubicBezTo>
                      <a:cubicBezTo>
                        <a:pt x="131609" y="555875"/>
                        <a:pt x="131609" y="528679"/>
                        <a:pt x="134329" y="498762"/>
                      </a:cubicBezTo>
                      <a:cubicBezTo>
                        <a:pt x="134329" y="468846"/>
                        <a:pt x="137048" y="436210"/>
                        <a:pt x="137048" y="406294"/>
                      </a:cubicBezTo>
                      <a:cubicBezTo>
                        <a:pt x="137048" y="379098"/>
                        <a:pt x="134329" y="354621"/>
                        <a:pt x="134329" y="327424"/>
                      </a:cubicBezTo>
                      <a:cubicBezTo>
                        <a:pt x="134329" y="302947"/>
                        <a:pt x="137048" y="278470"/>
                        <a:pt x="137048" y="253993"/>
                      </a:cubicBezTo>
                      <a:cubicBezTo>
                        <a:pt x="137048" y="237675"/>
                        <a:pt x="139768" y="224077"/>
                        <a:pt x="139768" y="207759"/>
                      </a:cubicBezTo>
                      <a:cubicBezTo>
                        <a:pt x="139768" y="196881"/>
                        <a:pt x="137048" y="183282"/>
                        <a:pt x="137048" y="172404"/>
                      </a:cubicBezTo>
                      <a:cubicBezTo>
                        <a:pt x="137048" y="150647"/>
                        <a:pt x="137048" y="131609"/>
                        <a:pt x="137048" y="112571"/>
                      </a:cubicBezTo>
                      <a:cubicBezTo>
                        <a:pt x="134329" y="112571"/>
                        <a:pt x="137048" y="112571"/>
                        <a:pt x="126170" y="112571"/>
                      </a:cubicBezTo>
                      <a:cubicBezTo>
                        <a:pt x="118011" y="112571"/>
                        <a:pt x="109852" y="112571"/>
                        <a:pt x="101693" y="112571"/>
                      </a:cubicBezTo>
                      <a:cubicBezTo>
                        <a:pt x="93534" y="112571"/>
                        <a:pt x="82655" y="109852"/>
                        <a:pt x="74496" y="107132"/>
                      </a:cubicBezTo>
                      <a:cubicBezTo>
                        <a:pt x="66337" y="104412"/>
                        <a:pt x="58178" y="96253"/>
                        <a:pt x="58178" y="90814"/>
                      </a:cubicBezTo>
                      <a:cubicBezTo>
                        <a:pt x="58178" y="88094"/>
                        <a:pt x="58178" y="85375"/>
                        <a:pt x="63617" y="82655"/>
                      </a:cubicBezTo>
                      <a:cubicBezTo>
                        <a:pt x="69057" y="79936"/>
                        <a:pt x="79935" y="77216"/>
                        <a:pt x="85375" y="74496"/>
                      </a:cubicBezTo>
                      <a:cubicBezTo>
                        <a:pt x="104412" y="71776"/>
                        <a:pt x="128889" y="69057"/>
                        <a:pt x="137048" y="69057"/>
                      </a:cubicBezTo>
                      <a:cubicBezTo>
                        <a:pt x="137048" y="69057"/>
                        <a:pt x="139768" y="69057"/>
                        <a:pt x="145207" y="69057"/>
                      </a:cubicBezTo>
                      <a:cubicBezTo>
                        <a:pt x="150646" y="60898"/>
                        <a:pt x="158806" y="58178"/>
                        <a:pt x="169684" y="58178"/>
                      </a:cubicBezTo>
                      <a:cubicBezTo>
                        <a:pt x="172404" y="58178"/>
                        <a:pt x="175123" y="58178"/>
                        <a:pt x="177843" y="58178"/>
                      </a:cubicBezTo>
                      <a:cubicBezTo>
                        <a:pt x="186002" y="58178"/>
                        <a:pt x="196881" y="63617"/>
                        <a:pt x="205040" y="66337"/>
                      </a:cubicBezTo>
                      <a:cubicBezTo>
                        <a:pt x="237676" y="66337"/>
                        <a:pt x="273031" y="63617"/>
                        <a:pt x="286629" y="63617"/>
                      </a:cubicBezTo>
                      <a:cubicBezTo>
                        <a:pt x="300228" y="63617"/>
                        <a:pt x="324705" y="63617"/>
                        <a:pt x="324705" y="79936"/>
                      </a:cubicBezTo>
                      <a:cubicBezTo>
                        <a:pt x="324705" y="88094"/>
                        <a:pt x="321985" y="90814"/>
                        <a:pt x="319265" y="96253"/>
                      </a:cubicBezTo>
                      <a:cubicBezTo>
                        <a:pt x="313826" y="101693"/>
                        <a:pt x="308387" y="104412"/>
                        <a:pt x="302948" y="104412"/>
                      </a:cubicBezTo>
                      <a:cubicBezTo>
                        <a:pt x="289349" y="112571"/>
                        <a:pt x="283910" y="112571"/>
                        <a:pt x="278471" y="112571"/>
                      </a:cubicBezTo>
                      <a:cubicBezTo>
                        <a:pt x="273031" y="112571"/>
                        <a:pt x="253994" y="112571"/>
                        <a:pt x="232236" y="112571"/>
                      </a:cubicBezTo>
                      <a:cubicBezTo>
                        <a:pt x="237676" y="120730"/>
                        <a:pt x="240395" y="128889"/>
                        <a:pt x="240395" y="137048"/>
                      </a:cubicBezTo>
                      <a:cubicBezTo>
                        <a:pt x="240395" y="142487"/>
                        <a:pt x="240395" y="145207"/>
                        <a:pt x="240395" y="150647"/>
                      </a:cubicBezTo>
                      <a:cubicBezTo>
                        <a:pt x="240395" y="153366"/>
                        <a:pt x="240395" y="156086"/>
                        <a:pt x="243115" y="158805"/>
                      </a:cubicBezTo>
                      <a:cubicBezTo>
                        <a:pt x="245835" y="169684"/>
                        <a:pt x="245835" y="180563"/>
                        <a:pt x="248554" y="188722"/>
                      </a:cubicBezTo>
                      <a:cubicBezTo>
                        <a:pt x="248554" y="191441"/>
                        <a:pt x="248554" y="194161"/>
                        <a:pt x="248554" y="199600"/>
                      </a:cubicBezTo>
                      <a:cubicBezTo>
                        <a:pt x="248554" y="207759"/>
                        <a:pt x="248554" y="213198"/>
                        <a:pt x="248554" y="221357"/>
                      </a:cubicBezTo>
                      <a:cubicBezTo>
                        <a:pt x="248554" y="234956"/>
                        <a:pt x="251274" y="248554"/>
                        <a:pt x="253994" y="264872"/>
                      </a:cubicBezTo>
                      <a:cubicBezTo>
                        <a:pt x="256713" y="275751"/>
                        <a:pt x="259433" y="286629"/>
                        <a:pt x="262153" y="297508"/>
                      </a:cubicBezTo>
                      <a:cubicBezTo>
                        <a:pt x="264872" y="305667"/>
                        <a:pt x="264872" y="313826"/>
                        <a:pt x="264872" y="324704"/>
                      </a:cubicBezTo>
                      <a:cubicBezTo>
                        <a:pt x="264872" y="327424"/>
                        <a:pt x="264872" y="330144"/>
                        <a:pt x="264872" y="332863"/>
                      </a:cubicBezTo>
                      <a:cubicBezTo>
                        <a:pt x="264872" y="338303"/>
                        <a:pt x="264872" y="346462"/>
                        <a:pt x="264872" y="351901"/>
                      </a:cubicBezTo>
                      <a:cubicBezTo>
                        <a:pt x="264872" y="357340"/>
                        <a:pt x="262153" y="365499"/>
                        <a:pt x="262153" y="370939"/>
                      </a:cubicBezTo>
                      <a:cubicBezTo>
                        <a:pt x="262153" y="376378"/>
                        <a:pt x="264872" y="384537"/>
                        <a:pt x="267592" y="384537"/>
                      </a:cubicBezTo>
                      <a:cubicBezTo>
                        <a:pt x="273031" y="384537"/>
                        <a:pt x="275751" y="376378"/>
                        <a:pt x="278471" y="370939"/>
                      </a:cubicBezTo>
                      <a:cubicBezTo>
                        <a:pt x="283910" y="360060"/>
                        <a:pt x="289349" y="346462"/>
                        <a:pt x="297508" y="332863"/>
                      </a:cubicBezTo>
                      <a:cubicBezTo>
                        <a:pt x="302948" y="324704"/>
                        <a:pt x="305667" y="313826"/>
                        <a:pt x="311106" y="305667"/>
                      </a:cubicBezTo>
                      <a:cubicBezTo>
                        <a:pt x="319265" y="289349"/>
                        <a:pt x="327424" y="275751"/>
                        <a:pt x="335583" y="259433"/>
                      </a:cubicBezTo>
                      <a:cubicBezTo>
                        <a:pt x="341023" y="248554"/>
                        <a:pt x="349182" y="234956"/>
                        <a:pt x="354621" y="224077"/>
                      </a:cubicBezTo>
                      <a:cubicBezTo>
                        <a:pt x="362780" y="207759"/>
                        <a:pt x="370939" y="191441"/>
                        <a:pt x="381817" y="172404"/>
                      </a:cubicBezTo>
                      <a:cubicBezTo>
                        <a:pt x="389977" y="153366"/>
                        <a:pt x="400855" y="134329"/>
                        <a:pt x="409014" y="118011"/>
                      </a:cubicBezTo>
                      <a:cubicBezTo>
                        <a:pt x="409014" y="115291"/>
                        <a:pt x="409014" y="115291"/>
                        <a:pt x="411734" y="115291"/>
                      </a:cubicBezTo>
                      <a:cubicBezTo>
                        <a:pt x="406294" y="115291"/>
                        <a:pt x="400855" y="115291"/>
                        <a:pt x="398136" y="115291"/>
                      </a:cubicBezTo>
                      <a:cubicBezTo>
                        <a:pt x="392696" y="115291"/>
                        <a:pt x="384537" y="115291"/>
                        <a:pt x="379098" y="109852"/>
                      </a:cubicBezTo>
                      <a:cubicBezTo>
                        <a:pt x="373659" y="107132"/>
                        <a:pt x="368219" y="98973"/>
                        <a:pt x="368219" y="93534"/>
                      </a:cubicBezTo>
                      <a:cubicBezTo>
                        <a:pt x="368219" y="90814"/>
                        <a:pt x="368219" y="88094"/>
                        <a:pt x="370939" y="85375"/>
                      </a:cubicBezTo>
                      <a:cubicBezTo>
                        <a:pt x="373659" y="82655"/>
                        <a:pt x="381817" y="79936"/>
                        <a:pt x="387257" y="77216"/>
                      </a:cubicBezTo>
                      <a:cubicBezTo>
                        <a:pt x="400855" y="74496"/>
                        <a:pt x="414453" y="71776"/>
                        <a:pt x="422612" y="71776"/>
                      </a:cubicBezTo>
                      <a:cubicBezTo>
                        <a:pt x="425332" y="71776"/>
                        <a:pt x="430771" y="71776"/>
                        <a:pt x="436211" y="71776"/>
                      </a:cubicBezTo>
                      <a:cubicBezTo>
                        <a:pt x="436211" y="71776"/>
                        <a:pt x="438930" y="69057"/>
                        <a:pt x="438930" y="69057"/>
                      </a:cubicBezTo>
                      <a:cubicBezTo>
                        <a:pt x="444370" y="66337"/>
                        <a:pt x="447089" y="66337"/>
                        <a:pt x="452529" y="66337"/>
                      </a:cubicBezTo>
                      <a:cubicBezTo>
                        <a:pt x="457968" y="66337"/>
                        <a:pt x="460688" y="66337"/>
                        <a:pt x="466127" y="69057"/>
                      </a:cubicBezTo>
                      <a:cubicBezTo>
                        <a:pt x="468847" y="69057"/>
                        <a:pt x="471566" y="71776"/>
                        <a:pt x="471566" y="71776"/>
                      </a:cubicBezTo>
                      <a:cubicBezTo>
                        <a:pt x="490604" y="71776"/>
                        <a:pt x="506922" y="71776"/>
                        <a:pt x="515081" y="71776"/>
                      </a:cubicBezTo>
                      <a:cubicBezTo>
                        <a:pt x="523240" y="71776"/>
                        <a:pt x="542277" y="71776"/>
                        <a:pt x="542277" y="88094"/>
                      </a:cubicBezTo>
                      <a:cubicBezTo>
                        <a:pt x="542277" y="96253"/>
                        <a:pt x="542277" y="98973"/>
                        <a:pt x="536838" y="104412"/>
                      </a:cubicBezTo>
                      <a:cubicBezTo>
                        <a:pt x="534119" y="109852"/>
                        <a:pt x="528679" y="112571"/>
                        <a:pt x="525959" y="112571"/>
                      </a:cubicBezTo>
                      <a:cubicBezTo>
                        <a:pt x="520520" y="115291"/>
                        <a:pt x="515081" y="115291"/>
                        <a:pt x="509642" y="115291"/>
                      </a:cubicBezTo>
                      <a:cubicBezTo>
                        <a:pt x="506922" y="115291"/>
                        <a:pt x="487884" y="115291"/>
                        <a:pt x="468847" y="115291"/>
                      </a:cubicBezTo>
                      <a:cubicBezTo>
                        <a:pt x="466127" y="123450"/>
                        <a:pt x="460688" y="128889"/>
                        <a:pt x="457968" y="137048"/>
                      </a:cubicBezTo>
                      <a:cubicBezTo>
                        <a:pt x="447089" y="156086"/>
                        <a:pt x="438930" y="175123"/>
                        <a:pt x="430771" y="194161"/>
                      </a:cubicBezTo>
                      <a:cubicBezTo>
                        <a:pt x="419893" y="215918"/>
                        <a:pt x="411734" y="240395"/>
                        <a:pt x="400855" y="262152"/>
                      </a:cubicBezTo>
                      <a:cubicBezTo>
                        <a:pt x="387257" y="289349"/>
                        <a:pt x="373659" y="311106"/>
                        <a:pt x="360060" y="332863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47" name="Freeform: Shape 41">
                  <a:extLst>
                    <a:ext uri="{FF2B5EF4-FFF2-40B4-BE49-F238E27FC236}">
                      <a16:creationId xmlns:a16="http://schemas.microsoft.com/office/drawing/2014/main" id="{C0D418AB-F559-50EC-A44B-1FC6D15E0A8F}"/>
                    </a:ext>
                  </a:extLst>
                </p:cNvPr>
                <p:cNvSpPr/>
                <p:nvPr/>
              </p:nvSpPr>
              <p:spPr>
                <a:xfrm>
                  <a:off x="4335316" y="4186718"/>
                  <a:ext cx="353556" cy="761503"/>
                </a:xfrm>
                <a:custGeom>
                  <a:avLst/>
                  <a:gdLst>
                    <a:gd name="connsiteX0" fmla="*/ 283910 w 353555"/>
                    <a:gd name="connsiteY0" fmla="*/ 672820 h 761503"/>
                    <a:gd name="connsiteX1" fmla="*/ 321985 w 353555"/>
                    <a:gd name="connsiteY1" fmla="*/ 689138 h 761503"/>
                    <a:gd name="connsiteX2" fmla="*/ 316546 w 353555"/>
                    <a:gd name="connsiteY2" fmla="*/ 705456 h 761503"/>
                    <a:gd name="connsiteX3" fmla="*/ 300228 w 353555"/>
                    <a:gd name="connsiteY3" fmla="*/ 713615 h 761503"/>
                    <a:gd name="connsiteX4" fmla="*/ 278471 w 353555"/>
                    <a:gd name="connsiteY4" fmla="*/ 716335 h 761503"/>
                    <a:gd name="connsiteX5" fmla="*/ 237676 w 353555"/>
                    <a:gd name="connsiteY5" fmla="*/ 716335 h 761503"/>
                    <a:gd name="connsiteX6" fmla="*/ 180563 w 353555"/>
                    <a:gd name="connsiteY6" fmla="*/ 719054 h 761503"/>
                    <a:gd name="connsiteX7" fmla="*/ 126170 w 353555"/>
                    <a:gd name="connsiteY7" fmla="*/ 719054 h 761503"/>
                    <a:gd name="connsiteX8" fmla="*/ 101693 w 353555"/>
                    <a:gd name="connsiteY8" fmla="*/ 719054 h 761503"/>
                    <a:gd name="connsiteX9" fmla="*/ 74496 w 353555"/>
                    <a:gd name="connsiteY9" fmla="*/ 713615 h 761503"/>
                    <a:gd name="connsiteX10" fmla="*/ 58178 w 353555"/>
                    <a:gd name="connsiteY10" fmla="*/ 697297 h 761503"/>
                    <a:gd name="connsiteX11" fmla="*/ 63617 w 353555"/>
                    <a:gd name="connsiteY11" fmla="*/ 689138 h 761503"/>
                    <a:gd name="connsiteX12" fmla="*/ 85375 w 353555"/>
                    <a:gd name="connsiteY12" fmla="*/ 680979 h 761503"/>
                    <a:gd name="connsiteX13" fmla="*/ 131609 w 353555"/>
                    <a:gd name="connsiteY13" fmla="*/ 675540 h 761503"/>
                    <a:gd name="connsiteX14" fmla="*/ 142488 w 353555"/>
                    <a:gd name="connsiteY14" fmla="*/ 675540 h 761503"/>
                    <a:gd name="connsiteX15" fmla="*/ 131609 w 353555"/>
                    <a:gd name="connsiteY15" fmla="*/ 653783 h 761503"/>
                    <a:gd name="connsiteX16" fmla="*/ 128889 w 353555"/>
                    <a:gd name="connsiteY16" fmla="*/ 640184 h 761503"/>
                    <a:gd name="connsiteX17" fmla="*/ 128889 w 353555"/>
                    <a:gd name="connsiteY17" fmla="*/ 629306 h 761503"/>
                    <a:gd name="connsiteX18" fmla="*/ 128889 w 353555"/>
                    <a:gd name="connsiteY18" fmla="*/ 621147 h 761503"/>
                    <a:gd name="connsiteX19" fmla="*/ 128889 w 353555"/>
                    <a:gd name="connsiteY19" fmla="*/ 593950 h 761503"/>
                    <a:gd name="connsiteX20" fmla="*/ 128889 w 353555"/>
                    <a:gd name="connsiteY20" fmla="*/ 583072 h 761503"/>
                    <a:gd name="connsiteX21" fmla="*/ 128889 w 353555"/>
                    <a:gd name="connsiteY21" fmla="*/ 436210 h 761503"/>
                    <a:gd name="connsiteX22" fmla="*/ 128889 w 353555"/>
                    <a:gd name="connsiteY22" fmla="*/ 357340 h 761503"/>
                    <a:gd name="connsiteX23" fmla="*/ 131609 w 353555"/>
                    <a:gd name="connsiteY23" fmla="*/ 289349 h 761503"/>
                    <a:gd name="connsiteX24" fmla="*/ 131609 w 353555"/>
                    <a:gd name="connsiteY24" fmla="*/ 251274 h 761503"/>
                    <a:gd name="connsiteX25" fmla="*/ 131609 w 353555"/>
                    <a:gd name="connsiteY25" fmla="*/ 205040 h 761503"/>
                    <a:gd name="connsiteX26" fmla="*/ 131609 w 353555"/>
                    <a:gd name="connsiteY26" fmla="*/ 139768 h 761503"/>
                    <a:gd name="connsiteX27" fmla="*/ 131609 w 353555"/>
                    <a:gd name="connsiteY27" fmla="*/ 128889 h 761503"/>
                    <a:gd name="connsiteX28" fmla="*/ 126170 w 353555"/>
                    <a:gd name="connsiteY28" fmla="*/ 128889 h 761503"/>
                    <a:gd name="connsiteX29" fmla="*/ 101693 w 353555"/>
                    <a:gd name="connsiteY29" fmla="*/ 128889 h 761503"/>
                    <a:gd name="connsiteX30" fmla="*/ 74496 w 353555"/>
                    <a:gd name="connsiteY30" fmla="*/ 123450 h 761503"/>
                    <a:gd name="connsiteX31" fmla="*/ 58178 w 353555"/>
                    <a:gd name="connsiteY31" fmla="*/ 107132 h 761503"/>
                    <a:gd name="connsiteX32" fmla="*/ 60898 w 353555"/>
                    <a:gd name="connsiteY32" fmla="*/ 98973 h 761503"/>
                    <a:gd name="connsiteX33" fmla="*/ 82655 w 353555"/>
                    <a:gd name="connsiteY33" fmla="*/ 93534 h 761503"/>
                    <a:gd name="connsiteX34" fmla="*/ 131609 w 353555"/>
                    <a:gd name="connsiteY34" fmla="*/ 88094 h 761503"/>
                    <a:gd name="connsiteX35" fmla="*/ 131609 w 353555"/>
                    <a:gd name="connsiteY35" fmla="*/ 82655 h 761503"/>
                    <a:gd name="connsiteX36" fmla="*/ 134329 w 353555"/>
                    <a:gd name="connsiteY36" fmla="*/ 71776 h 761503"/>
                    <a:gd name="connsiteX37" fmla="*/ 147927 w 353555"/>
                    <a:gd name="connsiteY37" fmla="*/ 63617 h 761503"/>
                    <a:gd name="connsiteX38" fmla="*/ 164245 w 353555"/>
                    <a:gd name="connsiteY38" fmla="*/ 58178 h 761503"/>
                    <a:gd name="connsiteX39" fmla="*/ 177843 w 353555"/>
                    <a:gd name="connsiteY39" fmla="*/ 58178 h 761503"/>
                    <a:gd name="connsiteX40" fmla="*/ 196881 w 353555"/>
                    <a:gd name="connsiteY40" fmla="*/ 60898 h 761503"/>
                    <a:gd name="connsiteX41" fmla="*/ 232236 w 353555"/>
                    <a:gd name="connsiteY41" fmla="*/ 88094 h 761503"/>
                    <a:gd name="connsiteX42" fmla="*/ 278471 w 353555"/>
                    <a:gd name="connsiteY42" fmla="*/ 88094 h 761503"/>
                    <a:gd name="connsiteX43" fmla="*/ 316546 w 353555"/>
                    <a:gd name="connsiteY43" fmla="*/ 104412 h 761503"/>
                    <a:gd name="connsiteX44" fmla="*/ 311106 w 353555"/>
                    <a:gd name="connsiteY44" fmla="*/ 120730 h 761503"/>
                    <a:gd name="connsiteX45" fmla="*/ 294788 w 353555"/>
                    <a:gd name="connsiteY45" fmla="*/ 128889 h 761503"/>
                    <a:gd name="connsiteX46" fmla="*/ 273031 w 353555"/>
                    <a:gd name="connsiteY46" fmla="*/ 131609 h 761503"/>
                    <a:gd name="connsiteX47" fmla="*/ 243115 w 353555"/>
                    <a:gd name="connsiteY47" fmla="*/ 131609 h 761503"/>
                    <a:gd name="connsiteX48" fmla="*/ 243115 w 353555"/>
                    <a:gd name="connsiteY48" fmla="*/ 134329 h 761503"/>
                    <a:gd name="connsiteX49" fmla="*/ 248554 w 353555"/>
                    <a:gd name="connsiteY49" fmla="*/ 169684 h 761503"/>
                    <a:gd name="connsiteX50" fmla="*/ 251274 w 353555"/>
                    <a:gd name="connsiteY50" fmla="*/ 205040 h 761503"/>
                    <a:gd name="connsiteX51" fmla="*/ 251274 w 353555"/>
                    <a:gd name="connsiteY51" fmla="*/ 240395 h 761503"/>
                    <a:gd name="connsiteX52" fmla="*/ 251274 w 353555"/>
                    <a:gd name="connsiteY52" fmla="*/ 256713 h 761503"/>
                    <a:gd name="connsiteX53" fmla="*/ 253994 w 353555"/>
                    <a:gd name="connsiteY53" fmla="*/ 270311 h 761503"/>
                    <a:gd name="connsiteX54" fmla="*/ 259433 w 353555"/>
                    <a:gd name="connsiteY54" fmla="*/ 343742 h 761503"/>
                    <a:gd name="connsiteX55" fmla="*/ 262153 w 353555"/>
                    <a:gd name="connsiteY55" fmla="*/ 425332 h 761503"/>
                    <a:gd name="connsiteX56" fmla="*/ 264872 w 353555"/>
                    <a:gd name="connsiteY56" fmla="*/ 490603 h 761503"/>
                    <a:gd name="connsiteX57" fmla="*/ 270312 w 353555"/>
                    <a:gd name="connsiteY57" fmla="*/ 564034 h 761503"/>
                    <a:gd name="connsiteX58" fmla="*/ 270312 w 353555"/>
                    <a:gd name="connsiteY58" fmla="*/ 599390 h 761503"/>
                    <a:gd name="connsiteX59" fmla="*/ 270312 w 353555"/>
                    <a:gd name="connsiteY59" fmla="*/ 637465 h 761503"/>
                    <a:gd name="connsiteX60" fmla="*/ 264872 w 353555"/>
                    <a:gd name="connsiteY60" fmla="*/ 670101 h 761503"/>
                    <a:gd name="connsiteX61" fmla="*/ 283910 w 353555"/>
                    <a:gd name="connsiteY61" fmla="*/ 672820 h 761503"/>
                    <a:gd name="connsiteX62" fmla="*/ 283910 w 353555"/>
                    <a:gd name="connsiteY62" fmla="*/ 672820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</a:cxnLst>
                  <a:rect l="l" t="t" r="r" b="b"/>
                  <a:pathLst>
                    <a:path w="353555" h="761503">
                      <a:moveTo>
                        <a:pt x="283910" y="672820"/>
                      </a:moveTo>
                      <a:cubicBezTo>
                        <a:pt x="297508" y="672820"/>
                        <a:pt x="321985" y="672820"/>
                        <a:pt x="321985" y="689138"/>
                      </a:cubicBezTo>
                      <a:cubicBezTo>
                        <a:pt x="321985" y="697297"/>
                        <a:pt x="319265" y="697297"/>
                        <a:pt x="316546" y="705456"/>
                      </a:cubicBezTo>
                      <a:cubicBezTo>
                        <a:pt x="311106" y="710895"/>
                        <a:pt x="305667" y="713615"/>
                        <a:pt x="300228" y="713615"/>
                      </a:cubicBezTo>
                      <a:cubicBezTo>
                        <a:pt x="292069" y="716335"/>
                        <a:pt x="283910" y="716335"/>
                        <a:pt x="278471" y="716335"/>
                      </a:cubicBezTo>
                      <a:cubicBezTo>
                        <a:pt x="275751" y="716335"/>
                        <a:pt x="256713" y="716335"/>
                        <a:pt x="237676" y="716335"/>
                      </a:cubicBezTo>
                      <a:cubicBezTo>
                        <a:pt x="213199" y="716335"/>
                        <a:pt x="186002" y="719054"/>
                        <a:pt x="180563" y="719054"/>
                      </a:cubicBezTo>
                      <a:cubicBezTo>
                        <a:pt x="166965" y="719054"/>
                        <a:pt x="142488" y="719054"/>
                        <a:pt x="126170" y="719054"/>
                      </a:cubicBezTo>
                      <a:cubicBezTo>
                        <a:pt x="118011" y="719054"/>
                        <a:pt x="109852" y="719054"/>
                        <a:pt x="101693" y="719054"/>
                      </a:cubicBezTo>
                      <a:cubicBezTo>
                        <a:pt x="93534" y="719054"/>
                        <a:pt x="82655" y="719054"/>
                        <a:pt x="74496" y="713615"/>
                      </a:cubicBezTo>
                      <a:cubicBezTo>
                        <a:pt x="66337" y="710895"/>
                        <a:pt x="58178" y="702736"/>
                        <a:pt x="58178" y="697297"/>
                      </a:cubicBezTo>
                      <a:cubicBezTo>
                        <a:pt x="58178" y="694578"/>
                        <a:pt x="58178" y="691858"/>
                        <a:pt x="63617" y="689138"/>
                      </a:cubicBezTo>
                      <a:cubicBezTo>
                        <a:pt x="69057" y="686418"/>
                        <a:pt x="79935" y="683699"/>
                        <a:pt x="85375" y="680979"/>
                      </a:cubicBezTo>
                      <a:cubicBezTo>
                        <a:pt x="104412" y="678260"/>
                        <a:pt x="123450" y="675540"/>
                        <a:pt x="131609" y="675540"/>
                      </a:cubicBezTo>
                      <a:cubicBezTo>
                        <a:pt x="134329" y="675540"/>
                        <a:pt x="137048" y="675540"/>
                        <a:pt x="142488" y="675540"/>
                      </a:cubicBezTo>
                      <a:cubicBezTo>
                        <a:pt x="134329" y="670101"/>
                        <a:pt x="131609" y="661942"/>
                        <a:pt x="131609" y="653783"/>
                      </a:cubicBezTo>
                      <a:cubicBezTo>
                        <a:pt x="131609" y="648343"/>
                        <a:pt x="131609" y="642904"/>
                        <a:pt x="128889" y="640184"/>
                      </a:cubicBezTo>
                      <a:cubicBezTo>
                        <a:pt x="128889" y="637465"/>
                        <a:pt x="128889" y="634745"/>
                        <a:pt x="128889" y="629306"/>
                      </a:cubicBezTo>
                      <a:cubicBezTo>
                        <a:pt x="128889" y="626586"/>
                        <a:pt x="128889" y="623867"/>
                        <a:pt x="128889" y="621147"/>
                      </a:cubicBezTo>
                      <a:cubicBezTo>
                        <a:pt x="128889" y="612988"/>
                        <a:pt x="128889" y="604829"/>
                        <a:pt x="128889" y="593950"/>
                      </a:cubicBezTo>
                      <a:cubicBezTo>
                        <a:pt x="128889" y="591231"/>
                        <a:pt x="128889" y="585791"/>
                        <a:pt x="128889" y="583072"/>
                      </a:cubicBezTo>
                      <a:cubicBezTo>
                        <a:pt x="128889" y="534118"/>
                        <a:pt x="131609" y="485164"/>
                        <a:pt x="128889" y="436210"/>
                      </a:cubicBezTo>
                      <a:cubicBezTo>
                        <a:pt x="128889" y="409014"/>
                        <a:pt x="128889" y="384537"/>
                        <a:pt x="128889" y="357340"/>
                      </a:cubicBezTo>
                      <a:cubicBezTo>
                        <a:pt x="128889" y="335583"/>
                        <a:pt x="131609" y="313826"/>
                        <a:pt x="131609" y="289349"/>
                      </a:cubicBezTo>
                      <a:cubicBezTo>
                        <a:pt x="131609" y="275751"/>
                        <a:pt x="131609" y="264872"/>
                        <a:pt x="131609" y="251274"/>
                      </a:cubicBezTo>
                      <a:cubicBezTo>
                        <a:pt x="131609" y="234956"/>
                        <a:pt x="131609" y="221357"/>
                        <a:pt x="131609" y="205040"/>
                      </a:cubicBezTo>
                      <a:cubicBezTo>
                        <a:pt x="131609" y="183282"/>
                        <a:pt x="131609" y="161525"/>
                        <a:pt x="131609" y="139768"/>
                      </a:cubicBezTo>
                      <a:cubicBezTo>
                        <a:pt x="131609" y="137048"/>
                        <a:pt x="131609" y="134329"/>
                        <a:pt x="131609" y="128889"/>
                      </a:cubicBezTo>
                      <a:cubicBezTo>
                        <a:pt x="128889" y="128889"/>
                        <a:pt x="126170" y="128889"/>
                        <a:pt x="126170" y="128889"/>
                      </a:cubicBezTo>
                      <a:cubicBezTo>
                        <a:pt x="118011" y="128889"/>
                        <a:pt x="109852" y="128889"/>
                        <a:pt x="101693" y="128889"/>
                      </a:cubicBezTo>
                      <a:cubicBezTo>
                        <a:pt x="93534" y="128889"/>
                        <a:pt x="82655" y="128889"/>
                        <a:pt x="74496" y="123450"/>
                      </a:cubicBezTo>
                      <a:cubicBezTo>
                        <a:pt x="66337" y="120730"/>
                        <a:pt x="58178" y="112571"/>
                        <a:pt x="58178" y="107132"/>
                      </a:cubicBezTo>
                      <a:cubicBezTo>
                        <a:pt x="58178" y="104412"/>
                        <a:pt x="58178" y="101693"/>
                        <a:pt x="60898" y="98973"/>
                      </a:cubicBezTo>
                      <a:cubicBezTo>
                        <a:pt x="63617" y="96253"/>
                        <a:pt x="77216" y="93534"/>
                        <a:pt x="82655" y="93534"/>
                      </a:cubicBezTo>
                      <a:cubicBezTo>
                        <a:pt x="98973" y="90814"/>
                        <a:pt x="123450" y="88094"/>
                        <a:pt x="131609" y="88094"/>
                      </a:cubicBezTo>
                      <a:cubicBezTo>
                        <a:pt x="131609" y="85375"/>
                        <a:pt x="131609" y="85375"/>
                        <a:pt x="131609" y="82655"/>
                      </a:cubicBezTo>
                      <a:cubicBezTo>
                        <a:pt x="131609" y="77216"/>
                        <a:pt x="131609" y="74496"/>
                        <a:pt x="134329" y="71776"/>
                      </a:cubicBezTo>
                      <a:cubicBezTo>
                        <a:pt x="137048" y="69057"/>
                        <a:pt x="145207" y="66337"/>
                        <a:pt x="147927" y="63617"/>
                      </a:cubicBezTo>
                      <a:cubicBezTo>
                        <a:pt x="153366" y="60898"/>
                        <a:pt x="158806" y="58178"/>
                        <a:pt x="164245" y="58178"/>
                      </a:cubicBezTo>
                      <a:cubicBezTo>
                        <a:pt x="169684" y="58178"/>
                        <a:pt x="175123" y="58178"/>
                        <a:pt x="177843" y="58178"/>
                      </a:cubicBezTo>
                      <a:cubicBezTo>
                        <a:pt x="183283" y="58178"/>
                        <a:pt x="191442" y="58178"/>
                        <a:pt x="196881" y="60898"/>
                      </a:cubicBezTo>
                      <a:cubicBezTo>
                        <a:pt x="213199" y="63617"/>
                        <a:pt x="224077" y="74496"/>
                        <a:pt x="232236" y="88094"/>
                      </a:cubicBezTo>
                      <a:cubicBezTo>
                        <a:pt x="253994" y="88094"/>
                        <a:pt x="270312" y="88094"/>
                        <a:pt x="278471" y="88094"/>
                      </a:cubicBezTo>
                      <a:cubicBezTo>
                        <a:pt x="292069" y="88094"/>
                        <a:pt x="316546" y="88094"/>
                        <a:pt x="316546" y="104412"/>
                      </a:cubicBezTo>
                      <a:cubicBezTo>
                        <a:pt x="316546" y="112571"/>
                        <a:pt x="313826" y="112571"/>
                        <a:pt x="311106" y="120730"/>
                      </a:cubicBezTo>
                      <a:cubicBezTo>
                        <a:pt x="305667" y="126170"/>
                        <a:pt x="300228" y="128889"/>
                        <a:pt x="294788" y="128889"/>
                      </a:cubicBezTo>
                      <a:cubicBezTo>
                        <a:pt x="286630" y="131609"/>
                        <a:pt x="278471" y="131609"/>
                        <a:pt x="273031" y="131609"/>
                      </a:cubicBezTo>
                      <a:cubicBezTo>
                        <a:pt x="270312" y="131609"/>
                        <a:pt x="259433" y="131609"/>
                        <a:pt x="243115" y="131609"/>
                      </a:cubicBezTo>
                      <a:lnTo>
                        <a:pt x="243115" y="134329"/>
                      </a:lnTo>
                      <a:cubicBezTo>
                        <a:pt x="245835" y="145207"/>
                        <a:pt x="245835" y="158805"/>
                        <a:pt x="248554" y="169684"/>
                      </a:cubicBezTo>
                      <a:cubicBezTo>
                        <a:pt x="251274" y="180563"/>
                        <a:pt x="251274" y="194161"/>
                        <a:pt x="251274" y="205040"/>
                      </a:cubicBezTo>
                      <a:cubicBezTo>
                        <a:pt x="251274" y="215918"/>
                        <a:pt x="251274" y="226797"/>
                        <a:pt x="251274" y="240395"/>
                      </a:cubicBezTo>
                      <a:cubicBezTo>
                        <a:pt x="251274" y="245834"/>
                        <a:pt x="251274" y="251274"/>
                        <a:pt x="251274" y="256713"/>
                      </a:cubicBezTo>
                      <a:cubicBezTo>
                        <a:pt x="251274" y="262152"/>
                        <a:pt x="251274" y="267592"/>
                        <a:pt x="253994" y="270311"/>
                      </a:cubicBezTo>
                      <a:cubicBezTo>
                        <a:pt x="256713" y="294788"/>
                        <a:pt x="256713" y="319265"/>
                        <a:pt x="259433" y="343742"/>
                      </a:cubicBezTo>
                      <a:cubicBezTo>
                        <a:pt x="259433" y="370939"/>
                        <a:pt x="262153" y="398135"/>
                        <a:pt x="262153" y="425332"/>
                      </a:cubicBezTo>
                      <a:cubicBezTo>
                        <a:pt x="262153" y="447089"/>
                        <a:pt x="262153" y="468846"/>
                        <a:pt x="264872" y="490603"/>
                      </a:cubicBezTo>
                      <a:cubicBezTo>
                        <a:pt x="264872" y="515080"/>
                        <a:pt x="270312" y="539557"/>
                        <a:pt x="270312" y="564034"/>
                      </a:cubicBezTo>
                      <a:cubicBezTo>
                        <a:pt x="270312" y="574913"/>
                        <a:pt x="270312" y="588511"/>
                        <a:pt x="270312" y="599390"/>
                      </a:cubicBezTo>
                      <a:cubicBezTo>
                        <a:pt x="270312" y="612988"/>
                        <a:pt x="270312" y="623867"/>
                        <a:pt x="270312" y="637465"/>
                      </a:cubicBezTo>
                      <a:cubicBezTo>
                        <a:pt x="270312" y="648343"/>
                        <a:pt x="270312" y="661942"/>
                        <a:pt x="264872" y="670101"/>
                      </a:cubicBezTo>
                      <a:cubicBezTo>
                        <a:pt x="273031" y="672820"/>
                        <a:pt x="278471" y="672820"/>
                        <a:pt x="283910" y="672820"/>
                      </a:cubicBezTo>
                      <a:lnTo>
                        <a:pt x="283910" y="672820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48" name="Freeform: Shape 42">
                  <a:extLst>
                    <a:ext uri="{FF2B5EF4-FFF2-40B4-BE49-F238E27FC236}">
                      <a16:creationId xmlns:a16="http://schemas.microsoft.com/office/drawing/2014/main" id="{F252B7BB-3386-26ED-6141-38E9AD8373AE}"/>
                    </a:ext>
                  </a:extLst>
                </p:cNvPr>
                <p:cNvSpPr/>
                <p:nvPr/>
              </p:nvSpPr>
              <p:spPr>
                <a:xfrm>
                  <a:off x="4620880" y="4194877"/>
                  <a:ext cx="598325" cy="761503"/>
                </a:xfrm>
                <a:custGeom>
                  <a:avLst/>
                  <a:gdLst>
                    <a:gd name="connsiteX0" fmla="*/ 515081 w 598324"/>
                    <a:gd name="connsiteY0" fmla="*/ 79935 h 761503"/>
                    <a:gd name="connsiteX1" fmla="*/ 542277 w 598324"/>
                    <a:gd name="connsiteY1" fmla="*/ 96253 h 761503"/>
                    <a:gd name="connsiteX2" fmla="*/ 536838 w 598324"/>
                    <a:gd name="connsiteY2" fmla="*/ 112571 h 761503"/>
                    <a:gd name="connsiteX3" fmla="*/ 523240 w 598324"/>
                    <a:gd name="connsiteY3" fmla="*/ 120730 h 761503"/>
                    <a:gd name="connsiteX4" fmla="*/ 506922 w 598324"/>
                    <a:gd name="connsiteY4" fmla="*/ 123450 h 761503"/>
                    <a:gd name="connsiteX5" fmla="*/ 477006 w 598324"/>
                    <a:gd name="connsiteY5" fmla="*/ 123450 h 761503"/>
                    <a:gd name="connsiteX6" fmla="*/ 479725 w 598324"/>
                    <a:gd name="connsiteY6" fmla="*/ 145207 h 761503"/>
                    <a:gd name="connsiteX7" fmla="*/ 477006 w 598324"/>
                    <a:gd name="connsiteY7" fmla="*/ 180563 h 761503"/>
                    <a:gd name="connsiteX8" fmla="*/ 482445 w 598324"/>
                    <a:gd name="connsiteY8" fmla="*/ 232236 h 761503"/>
                    <a:gd name="connsiteX9" fmla="*/ 485165 w 598324"/>
                    <a:gd name="connsiteY9" fmla="*/ 283909 h 761503"/>
                    <a:gd name="connsiteX10" fmla="*/ 485165 w 598324"/>
                    <a:gd name="connsiteY10" fmla="*/ 327424 h 761503"/>
                    <a:gd name="connsiteX11" fmla="*/ 487884 w 598324"/>
                    <a:gd name="connsiteY11" fmla="*/ 373658 h 761503"/>
                    <a:gd name="connsiteX12" fmla="*/ 485165 w 598324"/>
                    <a:gd name="connsiteY12" fmla="*/ 419892 h 761503"/>
                    <a:gd name="connsiteX13" fmla="*/ 485165 w 598324"/>
                    <a:gd name="connsiteY13" fmla="*/ 463407 h 761503"/>
                    <a:gd name="connsiteX14" fmla="*/ 482445 w 598324"/>
                    <a:gd name="connsiteY14" fmla="*/ 515080 h 761503"/>
                    <a:gd name="connsiteX15" fmla="*/ 482445 w 598324"/>
                    <a:gd name="connsiteY15" fmla="*/ 558595 h 761503"/>
                    <a:gd name="connsiteX16" fmla="*/ 479725 w 598324"/>
                    <a:gd name="connsiteY16" fmla="*/ 602109 h 761503"/>
                    <a:gd name="connsiteX17" fmla="*/ 485165 w 598324"/>
                    <a:gd name="connsiteY17" fmla="*/ 648343 h 761503"/>
                    <a:gd name="connsiteX18" fmla="*/ 474286 w 598324"/>
                    <a:gd name="connsiteY18" fmla="*/ 675540 h 761503"/>
                    <a:gd name="connsiteX19" fmla="*/ 428052 w 598324"/>
                    <a:gd name="connsiteY19" fmla="*/ 691858 h 761503"/>
                    <a:gd name="connsiteX20" fmla="*/ 387257 w 598324"/>
                    <a:gd name="connsiteY20" fmla="*/ 683699 h 761503"/>
                    <a:gd name="connsiteX21" fmla="*/ 351901 w 598324"/>
                    <a:gd name="connsiteY21" fmla="*/ 664661 h 761503"/>
                    <a:gd name="connsiteX22" fmla="*/ 305667 w 598324"/>
                    <a:gd name="connsiteY22" fmla="*/ 596670 h 761503"/>
                    <a:gd name="connsiteX23" fmla="*/ 270312 w 598324"/>
                    <a:gd name="connsiteY23" fmla="*/ 509641 h 761503"/>
                    <a:gd name="connsiteX24" fmla="*/ 251274 w 598324"/>
                    <a:gd name="connsiteY24" fmla="*/ 460687 h 761503"/>
                    <a:gd name="connsiteX25" fmla="*/ 224077 w 598324"/>
                    <a:gd name="connsiteY25" fmla="*/ 381817 h 761503"/>
                    <a:gd name="connsiteX26" fmla="*/ 207759 w 598324"/>
                    <a:gd name="connsiteY26" fmla="*/ 330144 h 761503"/>
                    <a:gd name="connsiteX27" fmla="*/ 191442 w 598324"/>
                    <a:gd name="connsiteY27" fmla="*/ 286629 h 761503"/>
                    <a:gd name="connsiteX28" fmla="*/ 183283 w 598324"/>
                    <a:gd name="connsiteY28" fmla="*/ 278470 h 761503"/>
                    <a:gd name="connsiteX29" fmla="*/ 180563 w 598324"/>
                    <a:gd name="connsiteY29" fmla="*/ 292068 h 761503"/>
                    <a:gd name="connsiteX30" fmla="*/ 180563 w 598324"/>
                    <a:gd name="connsiteY30" fmla="*/ 305667 h 761503"/>
                    <a:gd name="connsiteX31" fmla="*/ 183283 w 598324"/>
                    <a:gd name="connsiteY31" fmla="*/ 354620 h 761503"/>
                    <a:gd name="connsiteX32" fmla="*/ 188722 w 598324"/>
                    <a:gd name="connsiteY32" fmla="*/ 449808 h 761503"/>
                    <a:gd name="connsiteX33" fmla="*/ 188722 w 598324"/>
                    <a:gd name="connsiteY33" fmla="*/ 479725 h 761503"/>
                    <a:gd name="connsiteX34" fmla="*/ 188722 w 598324"/>
                    <a:gd name="connsiteY34" fmla="*/ 542277 h 761503"/>
                    <a:gd name="connsiteX35" fmla="*/ 186002 w 598324"/>
                    <a:gd name="connsiteY35" fmla="*/ 615708 h 761503"/>
                    <a:gd name="connsiteX36" fmla="*/ 186002 w 598324"/>
                    <a:gd name="connsiteY36" fmla="*/ 637465 h 761503"/>
                    <a:gd name="connsiteX37" fmla="*/ 183283 w 598324"/>
                    <a:gd name="connsiteY37" fmla="*/ 664661 h 761503"/>
                    <a:gd name="connsiteX38" fmla="*/ 226797 w 598324"/>
                    <a:gd name="connsiteY38" fmla="*/ 664661 h 761503"/>
                    <a:gd name="connsiteX39" fmla="*/ 253994 w 598324"/>
                    <a:gd name="connsiteY39" fmla="*/ 680979 h 761503"/>
                    <a:gd name="connsiteX40" fmla="*/ 248554 w 598324"/>
                    <a:gd name="connsiteY40" fmla="*/ 697297 h 761503"/>
                    <a:gd name="connsiteX41" fmla="*/ 234956 w 598324"/>
                    <a:gd name="connsiteY41" fmla="*/ 705456 h 761503"/>
                    <a:gd name="connsiteX42" fmla="*/ 218638 w 598324"/>
                    <a:gd name="connsiteY42" fmla="*/ 708176 h 761503"/>
                    <a:gd name="connsiteX43" fmla="*/ 183283 w 598324"/>
                    <a:gd name="connsiteY43" fmla="*/ 708176 h 761503"/>
                    <a:gd name="connsiteX44" fmla="*/ 150647 w 598324"/>
                    <a:gd name="connsiteY44" fmla="*/ 708176 h 761503"/>
                    <a:gd name="connsiteX45" fmla="*/ 107132 w 598324"/>
                    <a:gd name="connsiteY45" fmla="*/ 708176 h 761503"/>
                    <a:gd name="connsiteX46" fmla="*/ 88094 w 598324"/>
                    <a:gd name="connsiteY46" fmla="*/ 708176 h 761503"/>
                    <a:gd name="connsiteX47" fmla="*/ 69057 w 598324"/>
                    <a:gd name="connsiteY47" fmla="*/ 702736 h 761503"/>
                    <a:gd name="connsiteX48" fmla="*/ 58178 w 598324"/>
                    <a:gd name="connsiteY48" fmla="*/ 686418 h 761503"/>
                    <a:gd name="connsiteX49" fmla="*/ 60898 w 598324"/>
                    <a:gd name="connsiteY49" fmla="*/ 678259 h 761503"/>
                    <a:gd name="connsiteX50" fmla="*/ 77216 w 598324"/>
                    <a:gd name="connsiteY50" fmla="*/ 670101 h 761503"/>
                    <a:gd name="connsiteX51" fmla="*/ 120730 w 598324"/>
                    <a:gd name="connsiteY51" fmla="*/ 664661 h 761503"/>
                    <a:gd name="connsiteX52" fmla="*/ 131609 w 598324"/>
                    <a:gd name="connsiteY52" fmla="*/ 664661 h 761503"/>
                    <a:gd name="connsiteX53" fmla="*/ 134329 w 598324"/>
                    <a:gd name="connsiteY53" fmla="*/ 539557 h 761503"/>
                    <a:gd name="connsiteX54" fmla="*/ 134329 w 598324"/>
                    <a:gd name="connsiteY54" fmla="*/ 504201 h 761503"/>
                    <a:gd name="connsiteX55" fmla="*/ 131609 w 598324"/>
                    <a:gd name="connsiteY55" fmla="*/ 376378 h 761503"/>
                    <a:gd name="connsiteX56" fmla="*/ 131609 w 598324"/>
                    <a:gd name="connsiteY56" fmla="*/ 302947 h 761503"/>
                    <a:gd name="connsiteX57" fmla="*/ 134329 w 598324"/>
                    <a:gd name="connsiteY57" fmla="*/ 221357 h 761503"/>
                    <a:gd name="connsiteX58" fmla="*/ 137048 w 598324"/>
                    <a:gd name="connsiteY58" fmla="*/ 123450 h 761503"/>
                    <a:gd name="connsiteX59" fmla="*/ 107132 w 598324"/>
                    <a:gd name="connsiteY59" fmla="*/ 123450 h 761503"/>
                    <a:gd name="connsiteX60" fmla="*/ 88094 w 598324"/>
                    <a:gd name="connsiteY60" fmla="*/ 123450 h 761503"/>
                    <a:gd name="connsiteX61" fmla="*/ 69057 w 598324"/>
                    <a:gd name="connsiteY61" fmla="*/ 118011 h 761503"/>
                    <a:gd name="connsiteX62" fmla="*/ 58178 w 598324"/>
                    <a:gd name="connsiteY62" fmla="*/ 101693 h 761503"/>
                    <a:gd name="connsiteX63" fmla="*/ 60898 w 598324"/>
                    <a:gd name="connsiteY63" fmla="*/ 93534 h 761503"/>
                    <a:gd name="connsiteX64" fmla="*/ 77216 w 598324"/>
                    <a:gd name="connsiteY64" fmla="*/ 85375 h 761503"/>
                    <a:gd name="connsiteX65" fmla="*/ 131609 w 598324"/>
                    <a:gd name="connsiteY65" fmla="*/ 79935 h 761503"/>
                    <a:gd name="connsiteX66" fmla="*/ 161525 w 598324"/>
                    <a:gd name="connsiteY66" fmla="*/ 79935 h 761503"/>
                    <a:gd name="connsiteX67" fmla="*/ 177843 w 598324"/>
                    <a:gd name="connsiteY67" fmla="*/ 66337 h 761503"/>
                    <a:gd name="connsiteX68" fmla="*/ 202320 w 598324"/>
                    <a:gd name="connsiteY68" fmla="*/ 58178 h 761503"/>
                    <a:gd name="connsiteX69" fmla="*/ 234956 w 598324"/>
                    <a:gd name="connsiteY69" fmla="*/ 77216 h 761503"/>
                    <a:gd name="connsiteX70" fmla="*/ 251274 w 598324"/>
                    <a:gd name="connsiteY70" fmla="*/ 107132 h 761503"/>
                    <a:gd name="connsiteX71" fmla="*/ 267592 w 598324"/>
                    <a:gd name="connsiteY71" fmla="*/ 147927 h 761503"/>
                    <a:gd name="connsiteX72" fmla="*/ 281190 w 598324"/>
                    <a:gd name="connsiteY72" fmla="*/ 183282 h 761503"/>
                    <a:gd name="connsiteX73" fmla="*/ 297508 w 598324"/>
                    <a:gd name="connsiteY73" fmla="*/ 224077 h 761503"/>
                    <a:gd name="connsiteX74" fmla="*/ 308387 w 598324"/>
                    <a:gd name="connsiteY74" fmla="*/ 264872 h 761503"/>
                    <a:gd name="connsiteX75" fmla="*/ 319265 w 598324"/>
                    <a:gd name="connsiteY75" fmla="*/ 300227 h 761503"/>
                    <a:gd name="connsiteX76" fmla="*/ 351901 w 598324"/>
                    <a:gd name="connsiteY76" fmla="*/ 379097 h 761503"/>
                    <a:gd name="connsiteX77" fmla="*/ 365500 w 598324"/>
                    <a:gd name="connsiteY77" fmla="*/ 417173 h 761503"/>
                    <a:gd name="connsiteX78" fmla="*/ 379098 w 598324"/>
                    <a:gd name="connsiteY78" fmla="*/ 457967 h 761503"/>
                    <a:gd name="connsiteX79" fmla="*/ 395416 w 598324"/>
                    <a:gd name="connsiteY79" fmla="*/ 496043 h 761503"/>
                    <a:gd name="connsiteX80" fmla="*/ 406294 w 598324"/>
                    <a:gd name="connsiteY80" fmla="*/ 512361 h 761503"/>
                    <a:gd name="connsiteX81" fmla="*/ 411734 w 598324"/>
                    <a:gd name="connsiteY81" fmla="*/ 531398 h 761503"/>
                    <a:gd name="connsiteX82" fmla="*/ 419893 w 598324"/>
                    <a:gd name="connsiteY82" fmla="*/ 558595 h 761503"/>
                    <a:gd name="connsiteX83" fmla="*/ 425332 w 598324"/>
                    <a:gd name="connsiteY83" fmla="*/ 564034 h 761503"/>
                    <a:gd name="connsiteX84" fmla="*/ 430771 w 598324"/>
                    <a:gd name="connsiteY84" fmla="*/ 558595 h 761503"/>
                    <a:gd name="connsiteX85" fmla="*/ 430771 w 598324"/>
                    <a:gd name="connsiteY85" fmla="*/ 550436 h 761503"/>
                    <a:gd name="connsiteX86" fmla="*/ 430771 w 598324"/>
                    <a:gd name="connsiteY86" fmla="*/ 501482 h 761503"/>
                    <a:gd name="connsiteX87" fmla="*/ 430771 w 598324"/>
                    <a:gd name="connsiteY87" fmla="*/ 403574 h 761503"/>
                    <a:gd name="connsiteX88" fmla="*/ 425332 w 598324"/>
                    <a:gd name="connsiteY88" fmla="*/ 313826 h 761503"/>
                    <a:gd name="connsiteX89" fmla="*/ 425332 w 598324"/>
                    <a:gd name="connsiteY89" fmla="*/ 248554 h 761503"/>
                    <a:gd name="connsiteX90" fmla="*/ 425332 w 598324"/>
                    <a:gd name="connsiteY90" fmla="*/ 210479 h 761503"/>
                    <a:gd name="connsiteX91" fmla="*/ 422613 w 598324"/>
                    <a:gd name="connsiteY91" fmla="*/ 153366 h 761503"/>
                    <a:gd name="connsiteX92" fmla="*/ 425332 w 598324"/>
                    <a:gd name="connsiteY92" fmla="*/ 123450 h 761503"/>
                    <a:gd name="connsiteX93" fmla="*/ 398136 w 598324"/>
                    <a:gd name="connsiteY93" fmla="*/ 123450 h 761503"/>
                    <a:gd name="connsiteX94" fmla="*/ 379098 w 598324"/>
                    <a:gd name="connsiteY94" fmla="*/ 123450 h 761503"/>
                    <a:gd name="connsiteX95" fmla="*/ 360060 w 598324"/>
                    <a:gd name="connsiteY95" fmla="*/ 118011 h 761503"/>
                    <a:gd name="connsiteX96" fmla="*/ 349182 w 598324"/>
                    <a:gd name="connsiteY96" fmla="*/ 101693 h 761503"/>
                    <a:gd name="connsiteX97" fmla="*/ 351901 w 598324"/>
                    <a:gd name="connsiteY97" fmla="*/ 93534 h 761503"/>
                    <a:gd name="connsiteX98" fmla="*/ 368219 w 598324"/>
                    <a:gd name="connsiteY98" fmla="*/ 85375 h 761503"/>
                    <a:gd name="connsiteX99" fmla="*/ 422613 w 598324"/>
                    <a:gd name="connsiteY99" fmla="*/ 79935 h 761503"/>
                    <a:gd name="connsiteX100" fmla="*/ 444370 w 598324"/>
                    <a:gd name="connsiteY100" fmla="*/ 79935 h 761503"/>
                    <a:gd name="connsiteX101" fmla="*/ 463407 w 598324"/>
                    <a:gd name="connsiteY101" fmla="*/ 71776 h 761503"/>
                    <a:gd name="connsiteX102" fmla="*/ 477006 w 598324"/>
                    <a:gd name="connsiteY102" fmla="*/ 79935 h 761503"/>
                    <a:gd name="connsiteX103" fmla="*/ 515081 w 598324"/>
                    <a:gd name="connsiteY103" fmla="*/ 79935 h 761503"/>
                    <a:gd name="connsiteX104" fmla="*/ 515081 w 598324"/>
                    <a:gd name="connsiteY104" fmla="*/ 79935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</a:cxnLst>
                  <a:rect l="l" t="t" r="r" b="b"/>
                  <a:pathLst>
                    <a:path w="598324" h="761503">
                      <a:moveTo>
                        <a:pt x="515081" y="79935"/>
                      </a:moveTo>
                      <a:cubicBezTo>
                        <a:pt x="523240" y="79935"/>
                        <a:pt x="542277" y="79935"/>
                        <a:pt x="542277" y="96253"/>
                      </a:cubicBezTo>
                      <a:cubicBezTo>
                        <a:pt x="542277" y="104412"/>
                        <a:pt x="542277" y="107132"/>
                        <a:pt x="536838" y="112571"/>
                      </a:cubicBezTo>
                      <a:cubicBezTo>
                        <a:pt x="534119" y="118011"/>
                        <a:pt x="528679" y="120730"/>
                        <a:pt x="523240" y="120730"/>
                      </a:cubicBezTo>
                      <a:cubicBezTo>
                        <a:pt x="515081" y="123450"/>
                        <a:pt x="512361" y="123450"/>
                        <a:pt x="506922" y="123450"/>
                      </a:cubicBezTo>
                      <a:cubicBezTo>
                        <a:pt x="504202" y="123450"/>
                        <a:pt x="490604" y="123450"/>
                        <a:pt x="477006" y="123450"/>
                      </a:cubicBezTo>
                      <a:cubicBezTo>
                        <a:pt x="477006" y="131609"/>
                        <a:pt x="479725" y="137048"/>
                        <a:pt x="479725" y="145207"/>
                      </a:cubicBezTo>
                      <a:cubicBezTo>
                        <a:pt x="479725" y="156086"/>
                        <a:pt x="477006" y="166964"/>
                        <a:pt x="477006" y="180563"/>
                      </a:cubicBezTo>
                      <a:cubicBezTo>
                        <a:pt x="477006" y="196881"/>
                        <a:pt x="479725" y="215918"/>
                        <a:pt x="482445" y="232236"/>
                      </a:cubicBezTo>
                      <a:cubicBezTo>
                        <a:pt x="485165" y="248554"/>
                        <a:pt x="485165" y="267592"/>
                        <a:pt x="485165" y="283909"/>
                      </a:cubicBezTo>
                      <a:cubicBezTo>
                        <a:pt x="485165" y="297508"/>
                        <a:pt x="485165" y="313826"/>
                        <a:pt x="485165" y="327424"/>
                      </a:cubicBezTo>
                      <a:cubicBezTo>
                        <a:pt x="485165" y="343742"/>
                        <a:pt x="487884" y="357340"/>
                        <a:pt x="487884" y="373658"/>
                      </a:cubicBezTo>
                      <a:cubicBezTo>
                        <a:pt x="487884" y="389976"/>
                        <a:pt x="485165" y="403574"/>
                        <a:pt x="485165" y="419892"/>
                      </a:cubicBezTo>
                      <a:cubicBezTo>
                        <a:pt x="485165" y="436210"/>
                        <a:pt x="485165" y="449808"/>
                        <a:pt x="485165" y="463407"/>
                      </a:cubicBezTo>
                      <a:cubicBezTo>
                        <a:pt x="485165" y="479725"/>
                        <a:pt x="485165" y="498762"/>
                        <a:pt x="482445" y="515080"/>
                      </a:cubicBezTo>
                      <a:cubicBezTo>
                        <a:pt x="482445" y="528678"/>
                        <a:pt x="482445" y="542277"/>
                        <a:pt x="482445" y="558595"/>
                      </a:cubicBezTo>
                      <a:cubicBezTo>
                        <a:pt x="482445" y="572193"/>
                        <a:pt x="479725" y="588511"/>
                        <a:pt x="479725" y="602109"/>
                      </a:cubicBezTo>
                      <a:cubicBezTo>
                        <a:pt x="479725" y="615708"/>
                        <a:pt x="485165" y="632025"/>
                        <a:pt x="485165" y="648343"/>
                      </a:cubicBezTo>
                      <a:cubicBezTo>
                        <a:pt x="485165" y="659222"/>
                        <a:pt x="482445" y="670101"/>
                        <a:pt x="474286" y="675540"/>
                      </a:cubicBezTo>
                      <a:cubicBezTo>
                        <a:pt x="460688" y="686418"/>
                        <a:pt x="444370" y="691858"/>
                        <a:pt x="428052" y="691858"/>
                      </a:cubicBezTo>
                      <a:cubicBezTo>
                        <a:pt x="414453" y="691858"/>
                        <a:pt x="400855" y="689138"/>
                        <a:pt x="387257" y="683699"/>
                      </a:cubicBezTo>
                      <a:cubicBezTo>
                        <a:pt x="373659" y="678259"/>
                        <a:pt x="360060" y="672820"/>
                        <a:pt x="351901" y="664661"/>
                      </a:cubicBezTo>
                      <a:cubicBezTo>
                        <a:pt x="330144" y="645624"/>
                        <a:pt x="316546" y="621147"/>
                        <a:pt x="305667" y="596670"/>
                      </a:cubicBezTo>
                      <a:cubicBezTo>
                        <a:pt x="292069" y="569473"/>
                        <a:pt x="281190" y="539557"/>
                        <a:pt x="270312" y="509641"/>
                      </a:cubicBezTo>
                      <a:cubicBezTo>
                        <a:pt x="264872" y="493323"/>
                        <a:pt x="256713" y="477005"/>
                        <a:pt x="251274" y="460687"/>
                      </a:cubicBezTo>
                      <a:cubicBezTo>
                        <a:pt x="240395" y="433490"/>
                        <a:pt x="232236" y="409014"/>
                        <a:pt x="224077" y="381817"/>
                      </a:cubicBezTo>
                      <a:cubicBezTo>
                        <a:pt x="218638" y="365499"/>
                        <a:pt x="213199" y="346462"/>
                        <a:pt x="207759" y="330144"/>
                      </a:cubicBezTo>
                      <a:cubicBezTo>
                        <a:pt x="202320" y="316545"/>
                        <a:pt x="196881" y="300227"/>
                        <a:pt x="191442" y="286629"/>
                      </a:cubicBezTo>
                      <a:cubicBezTo>
                        <a:pt x="188722" y="281190"/>
                        <a:pt x="186002" y="278470"/>
                        <a:pt x="183283" y="278470"/>
                      </a:cubicBezTo>
                      <a:cubicBezTo>
                        <a:pt x="180563" y="278470"/>
                        <a:pt x="180563" y="286629"/>
                        <a:pt x="180563" y="292068"/>
                      </a:cubicBezTo>
                      <a:cubicBezTo>
                        <a:pt x="180563" y="297508"/>
                        <a:pt x="180563" y="302947"/>
                        <a:pt x="180563" y="305667"/>
                      </a:cubicBezTo>
                      <a:cubicBezTo>
                        <a:pt x="180563" y="321985"/>
                        <a:pt x="183283" y="338303"/>
                        <a:pt x="183283" y="354620"/>
                      </a:cubicBezTo>
                      <a:cubicBezTo>
                        <a:pt x="183283" y="387256"/>
                        <a:pt x="186002" y="417173"/>
                        <a:pt x="188722" y="449808"/>
                      </a:cubicBezTo>
                      <a:cubicBezTo>
                        <a:pt x="188722" y="460687"/>
                        <a:pt x="188722" y="468846"/>
                        <a:pt x="188722" y="479725"/>
                      </a:cubicBezTo>
                      <a:cubicBezTo>
                        <a:pt x="188722" y="501482"/>
                        <a:pt x="188722" y="523239"/>
                        <a:pt x="188722" y="542277"/>
                      </a:cubicBezTo>
                      <a:cubicBezTo>
                        <a:pt x="188722" y="566754"/>
                        <a:pt x="186002" y="591231"/>
                        <a:pt x="186002" y="615708"/>
                      </a:cubicBezTo>
                      <a:cubicBezTo>
                        <a:pt x="186002" y="623866"/>
                        <a:pt x="186002" y="632025"/>
                        <a:pt x="186002" y="637465"/>
                      </a:cubicBezTo>
                      <a:cubicBezTo>
                        <a:pt x="186002" y="645624"/>
                        <a:pt x="183283" y="656502"/>
                        <a:pt x="183283" y="664661"/>
                      </a:cubicBezTo>
                      <a:cubicBezTo>
                        <a:pt x="202320" y="664661"/>
                        <a:pt x="218638" y="664661"/>
                        <a:pt x="226797" y="664661"/>
                      </a:cubicBezTo>
                      <a:cubicBezTo>
                        <a:pt x="234956" y="664661"/>
                        <a:pt x="253994" y="664661"/>
                        <a:pt x="253994" y="680979"/>
                      </a:cubicBezTo>
                      <a:cubicBezTo>
                        <a:pt x="253994" y="689138"/>
                        <a:pt x="253994" y="691858"/>
                        <a:pt x="248554" y="697297"/>
                      </a:cubicBezTo>
                      <a:cubicBezTo>
                        <a:pt x="245835" y="702736"/>
                        <a:pt x="240395" y="705456"/>
                        <a:pt x="234956" y="705456"/>
                      </a:cubicBezTo>
                      <a:cubicBezTo>
                        <a:pt x="226797" y="708176"/>
                        <a:pt x="224077" y="708176"/>
                        <a:pt x="218638" y="708176"/>
                      </a:cubicBezTo>
                      <a:cubicBezTo>
                        <a:pt x="215918" y="708176"/>
                        <a:pt x="199600" y="708176"/>
                        <a:pt x="183283" y="708176"/>
                      </a:cubicBezTo>
                      <a:cubicBezTo>
                        <a:pt x="166965" y="708176"/>
                        <a:pt x="153366" y="708176"/>
                        <a:pt x="150647" y="708176"/>
                      </a:cubicBezTo>
                      <a:cubicBezTo>
                        <a:pt x="139768" y="708176"/>
                        <a:pt x="120730" y="708176"/>
                        <a:pt x="107132" y="708176"/>
                      </a:cubicBezTo>
                      <a:cubicBezTo>
                        <a:pt x="101693" y="708176"/>
                        <a:pt x="96254" y="708176"/>
                        <a:pt x="88094" y="708176"/>
                      </a:cubicBezTo>
                      <a:cubicBezTo>
                        <a:pt x="82655" y="708176"/>
                        <a:pt x="74496" y="708176"/>
                        <a:pt x="69057" y="702736"/>
                      </a:cubicBezTo>
                      <a:cubicBezTo>
                        <a:pt x="63617" y="700017"/>
                        <a:pt x="58178" y="691858"/>
                        <a:pt x="58178" y="686418"/>
                      </a:cubicBezTo>
                      <a:cubicBezTo>
                        <a:pt x="58178" y="683699"/>
                        <a:pt x="58178" y="680979"/>
                        <a:pt x="60898" y="678259"/>
                      </a:cubicBezTo>
                      <a:cubicBezTo>
                        <a:pt x="63617" y="675540"/>
                        <a:pt x="71777" y="672820"/>
                        <a:pt x="77216" y="670101"/>
                      </a:cubicBezTo>
                      <a:cubicBezTo>
                        <a:pt x="90814" y="667381"/>
                        <a:pt x="115291" y="664661"/>
                        <a:pt x="120730" y="664661"/>
                      </a:cubicBezTo>
                      <a:cubicBezTo>
                        <a:pt x="123450" y="664661"/>
                        <a:pt x="126170" y="664661"/>
                        <a:pt x="131609" y="664661"/>
                      </a:cubicBezTo>
                      <a:cubicBezTo>
                        <a:pt x="131609" y="623866"/>
                        <a:pt x="134329" y="583072"/>
                        <a:pt x="134329" y="539557"/>
                      </a:cubicBezTo>
                      <a:cubicBezTo>
                        <a:pt x="134329" y="528678"/>
                        <a:pt x="134329" y="515080"/>
                        <a:pt x="134329" y="504201"/>
                      </a:cubicBezTo>
                      <a:cubicBezTo>
                        <a:pt x="131609" y="460687"/>
                        <a:pt x="131609" y="417173"/>
                        <a:pt x="131609" y="376378"/>
                      </a:cubicBezTo>
                      <a:cubicBezTo>
                        <a:pt x="131609" y="351901"/>
                        <a:pt x="131609" y="327424"/>
                        <a:pt x="131609" y="302947"/>
                      </a:cubicBezTo>
                      <a:cubicBezTo>
                        <a:pt x="131609" y="275751"/>
                        <a:pt x="131609" y="248554"/>
                        <a:pt x="134329" y="221357"/>
                      </a:cubicBezTo>
                      <a:cubicBezTo>
                        <a:pt x="134329" y="188722"/>
                        <a:pt x="137048" y="156086"/>
                        <a:pt x="137048" y="123450"/>
                      </a:cubicBezTo>
                      <a:cubicBezTo>
                        <a:pt x="126170" y="123450"/>
                        <a:pt x="115291" y="123450"/>
                        <a:pt x="107132" y="123450"/>
                      </a:cubicBezTo>
                      <a:cubicBezTo>
                        <a:pt x="101693" y="123450"/>
                        <a:pt x="96254" y="123450"/>
                        <a:pt x="88094" y="123450"/>
                      </a:cubicBezTo>
                      <a:cubicBezTo>
                        <a:pt x="82655" y="123450"/>
                        <a:pt x="74496" y="120730"/>
                        <a:pt x="69057" y="118011"/>
                      </a:cubicBezTo>
                      <a:cubicBezTo>
                        <a:pt x="63617" y="115291"/>
                        <a:pt x="58178" y="107132"/>
                        <a:pt x="58178" y="101693"/>
                      </a:cubicBezTo>
                      <a:cubicBezTo>
                        <a:pt x="58178" y="98973"/>
                        <a:pt x="58178" y="96253"/>
                        <a:pt x="60898" y="93534"/>
                      </a:cubicBezTo>
                      <a:cubicBezTo>
                        <a:pt x="63617" y="90814"/>
                        <a:pt x="71777" y="88094"/>
                        <a:pt x="77216" y="85375"/>
                      </a:cubicBezTo>
                      <a:cubicBezTo>
                        <a:pt x="90814" y="82655"/>
                        <a:pt x="126170" y="79935"/>
                        <a:pt x="131609" y="79935"/>
                      </a:cubicBezTo>
                      <a:cubicBezTo>
                        <a:pt x="137048" y="79935"/>
                        <a:pt x="147927" y="79935"/>
                        <a:pt x="161525" y="79935"/>
                      </a:cubicBezTo>
                      <a:cubicBezTo>
                        <a:pt x="166965" y="74496"/>
                        <a:pt x="172404" y="71776"/>
                        <a:pt x="177843" y="66337"/>
                      </a:cubicBezTo>
                      <a:cubicBezTo>
                        <a:pt x="186002" y="60898"/>
                        <a:pt x="194161" y="58178"/>
                        <a:pt x="202320" y="58178"/>
                      </a:cubicBezTo>
                      <a:cubicBezTo>
                        <a:pt x="215918" y="58178"/>
                        <a:pt x="226797" y="63617"/>
                        <a:pt x="234956" y="77216"/>
                      </a:cubicBezTo>
                      <a:cubicBezTo>
                        <a:pt x="240395" y="88094"/>
                        <a:pt x="248554" y="96253"/>
                        <a:pt x="251274" y="107132"/>
                      </a:cubicBezTo>
                      <a:cubicBezTo>
                        <a:pt x="256713" y="120730"/>
                        <a:pt x="259433" y="134328"/>
                        <a:pt x="267592" y="147927"/>
                      </a:cubicBezTo>
                      <a:cubicBezTo>
                        <a:pt x="273031" y="158805"/>
                        <a:pt x="275751" y="172404"/>
                        <a:pt x="281190" y="183282"/>
                      </a:cubicBezTo>
                      <a:cubicBezTo>
                        <a:pt x="286630" y="196881"/>
                        <a:pt x="292069" y="210479"/>
                        <a:pt x="297508" y="224077"/>
                      </a:cubicBezTo>
                      <a:cubicBezTo>
                        <a:pt x="300228" y="237675"/>
                        <a:pt x="305667" y="251274"/>
                        <a:pt x="308387" y="264872"/>
                      </a:cubicBezTo>
                      <a:cubicBezTo>
                        <a:pt x="311106" y="278470"/>
                        <a:pt x="311106" y="289349"/>
                        <a:pt x="319265" y="300227"/>
                      </a:cubicBezTo>
                      <a:cubicBezTo>
                        <a:pt x="332864" y="324704"/>
                        <a:pt x="346462" y="351901"/>
                        <a:pt x="351901" y="379097"/>
                      </a:cubicBezTo>
                      <a:cubicBezTo>
                        <a:pt x="354621" y="392696"/>
                        <a:pt x="360060" y="403574"/>
                        <a:pt x="365500" y="417173"/>
                      </a:cubicBezTo>
                      <a:cubicBezTo>
                        <a:pt x="373659" y="430771"/>
                        <a:pt x="373659" y="444369"/>
                        <a:pt x="379098" y="457967"/>
                      </a:cubicBezTo>
                      <a:cubicBezTo>
                        <a:pt x="381818" y="471566"/>
                        <a:pt x="387257" y="482444"/>
                        <a:pt x="395416" y="496043"/>
                      </a:cubicBezTo>
                      <a:cubicBezTo>
                        <a:pt x="398136" y="501482"/>
                        <a:pt x="403575" y="506921"/>
                        <a:pt x="406294" y="512361"/>
                      </a:cubicBezTo>
                      <a:cubicBezTo>
                        <a:pt x="409014" y="517800"/>
                        <a:pt x="409014" y="525959"/>
                        <a:pt x="411734" y="531398"/>
                      </a:cubicBezTo>
                      <a:cubicBezTo>
                        <a:pt x="414453" y="539557"/>
                        <a:pt x="417173" y="550436"/>
                        <a:pt x="419893" y="558595"/>
                      </a:cubicBezTo>
                      <a:cubicBezTo>
                        <a:pt x="422613" y="561314"/>
                        <a:pt x="422613" y="564034"/>
                        <a:pt x="425332" y="564034"/>
                      </a:cubicBezTo>
                      <a:cubicBezTo>
                        <a:pt x="428052" y="564034"/>
                        <a:pt x="428052" y="561314"/>
                        <a:pt x="430771" y="558595"/>
                      </a:cubicBezTo>
                      <a:cubicBezTo>
                        <a:pt x="430771" y="555875"/>
                        <a:pt x="430771" y="553155"/>
                        <a:pt x="430771" y="550436"/>
                      </a:cubicBezTo>
                      <a:cubicBezTo>
                        <a:pt x="430771" y="534118"/>
                        <a:pt x="430771" y="517800"/>
                        <a:pt x="430771" y="501482"/>
                      </a:cubicBezTo>
                      <a:cubicBezTo>
                        <a:pt x="430771" y="468846"/>
                        <a:pt x="433491" y="436210"/>
                        <a:pt x="430771" y="403574"/>
                      </a:cubicBezTo>
                      <a:cubicBezTo>
                        <a:pt x="430771" y="373658"/>
                        <a:pt x="425332" y="343742"/>
                        <a:pt x="425332" y="313826"/>
                      </a:cubicBezTo>
                      <a:cubicBezTo>
                        <a:pt x="425332" y="292068"/>
                        <a:pt x="425332" y="270311"/>
                        <a:pt x="425332" y="248554"/>
                      </a:cubicBezTo>
                      <a:cubicBezTo>
                        <a:pt x="425332" y="234956"/>
                        <a:pt x="425332" y="224077"/>
                        <a:pt x="425332" y="210479"/>
                      </a:cubicBezTo>
                      <a:cubicBezTo>
                        <a:pt x="425332" y="191441"/>
                        <a:pt x="422613" y="172404"/>
                        <a:pt x="422613" y="153366"/>
                      </a:cubicBezTo>
                      <a:cubicBezTo>
                        <a:pt x="422613" y="142487"/>
                        <a:pt x="422613" y="134328"/>
                        <a:pt x="425332" y="123450"/>
                      </a:cubicBezTo>
                      <a:cubicBezTo>
                        <a:pt x="417173" y="123450"/>
                        <a:pt x="406294" y="123450"/>
                        <a:pt x="398136" y="123450"/>
                      </a:cubicBezTo>
                      <a:cubicBezTo>
                        <a:pt x="392696" y="123450"/>
                        <a:pt x="387257" y="123450"/>
                        <a:pt x="379098" y="123450"/>
                      </a:cubicBezTo>
                      <a:cubicBezTo>
                        <a:pt x="373659" y="123450"/>
                        <a:pt x="365500" y="120730"/>
                        <a:pt x="360060" y="118011"/>
                      </a:cubicBezTo>
                      <a:cubicBezTo>
                        <a:pt x="354621" y="115291"/>
                        <a:pt x="349182" y="107132"/>
                        <a:pt x="349182" y="101693"/>
                      </a:cubicBezTo>
                      <a:cubicBezTo>
                        <a:pt x="349182" y="98973"/>
                        <a:pt x="349182" y="96253"/>
                        <a:pt x="351901" y="93534"/>
                      </a:cubicBezTo>
                      <a:cubicBezTo>
                        <a:pt x="354621" y="90814"/>
                        <a:pt x="362780" y="88094"/>
                        <a:pt x="368219" y="85375"/>
                      </a:cubicBezTo>
                      <a:cubicBezTo>
                        <a:pt x="381818" y="82655"/>
                        <a:pt x="417173" y="79935"/>
                        <a:pt x="422613" y="79935"/>
                      </a:cubicBezTo>
                      <a:cubicBezTo>
                        <a:pt x="428052" y="79935"/>
                        <a:pt x="433491" y="79935"/>
                        <a:pt x="444370" y="79935"/>
                      </a:cubicBezTo>
                      <a:cubicBezTo>
                        <a:pt x="449809" y="74496"/>
                        <a:pt x="455248" y="71776"/>
                        <a:pt x="463407" y="71776"/>
                      </a:cubicBezTo>
                      <a:cubicBezTo>
                        <a:pt x="471566" y="71776"/>
                        <a:pt x="477006" y="74496"/>
                        <a:pt x="477006" y="79935"/>
                      </a:cubicBezTo>
                      <a:cubicBezTo>
                        <a:pt x="493324" y="79935"/>
                        <a:pt x="506922" y="79935"/>
                        <a:pt x="515081" y="79935"/>
                      </a:cubicBezTo>
                      <a:lnTo>
                        <a:pt x="515081" y="79935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49" name="Freeform: Shape 43">
                  <a:extLst>
                    <a:ext uri="{FF2B5EF4-FFF2-40B4-BE49-F238E27FC236}">
                      <a16:creationId xmlns:a16="http://schemas.microsoft.com/office/drawing/2014/main" id="{0F889352-C4B3-14E8-7D50-F1190B058027}"/>
                    </a:ext>
                  </a:extLst>
                </p:cNvPr>
                <p:cNvSpPr/>
                <p:nvPr/>
              </p:nvSpPr>
              <p:spPr>
                <a:xfrm>
                  <a:off x="5139126" y="4192158"/>
                  <a:ext cx="516735" cy="788700"/>
                </a:xfrm>
                <a:custGeom>
                  <a:avLst/>
                  <a:gdLst>
                    <a:gd name="connsiteX0" fmla="*/ 464616 w 516735"/>
                    <a:gd name="connsiteY0" fmla="*/ 436210 h 788699"/>
                    <a:gd name="connsiteX1" fmla="*/ 445578 w 516735"/>
                    <a:gd name="connsiteY1" fmla="*/ 455248 h 788699"/>
                    <a:gd name="connsiteX2" fmla="*/ 404784 w 516735"/>
                    <a:gd name="connsiteY2" fmla="*/ 466126 h 788699"/>
                    <a:gd name="connsiteX3" fmla="*/ 385746 w 516735"/>
                    <a:gd name="connsiteY3" fmla="*/ 479725 h 788699"/>
                    <a:gd name="connsiteX4" fmla="*/ 388466 w 516735"/>
                    <a:gd name="connsiteY4" fmla="*/ 512361 h 788699"/>
                    <a:gd name="connsiteX5" fmla="*/ 388466 w 516735"/>
                    <a:gd name="connsiteY5" fmla="*/ 544997 h 788699"/>
                    <a:gd name="connsiteX6" fmla="*/ 388466 w 516735"/>
                    <a:gd name="connsiteY6" fmla="*/ 566754 h 788699"/>
                    <a:gd name="connsiteX7" fmla="*/ 391185 w 516735"/>
                    <a:gd name="connsiteY7" fmla="*/ 632026 h 788699"/>
                    <a:gd name="connsiteX8" fmla="*/ 393905 w 516735"/>
                    <a:gd name="connsiteY8" fmla="*/ 683699 h 788699"/>
                    <a:gd name="connsiteX9" fmla="*/ 377587 w 516735"/>
                    <a:gd name="connsiteY9" fmla="*/ 724494 h 788699"/>
                    <a:gd name="connsiteX10" fmla="*/ 361269 w 516735"/>
                    <a:gd name="connsiteY10" fmla="*/ 719054 h 788699"/>
                    <a:gd name="connsiteX11" fmla="*/ 353110 w 516735"/>
                    <a:gd name="connsiteY11" fmla="*/ 702737 h 788699"/>
                    <a:gd name="connsiteX12" fmla="*/ 350390 w 516735"/>
                    <a:gd name="connsiteY12" fmla="*/ 686419 h 788699"/>
                    <a:gd name="connsiteX13" fmla="*/ 353110 w 516735"/>
                    <a:gd name="connsiteY13" fmla="*/ 659222 h 788699"/>
                    <a:gd name="connsiteX14" fmla="*/ 353110 w 516735"/>
                    <a:gd name="connsiteY14" fmla="*/ 656502 h 788699"/>
                    <a:gd name="connsiteX15" fmla="*/ 317755 w 516735"/>
                    <a:gd name="connsiteY15" fmla="*/ 708176 h 788699"/>
                    <a:gd name="connsiteX16" fmla="*/ 241604 w 516735"/>
                    <a:gd name="connsiteY16" fmla="*/ 735372 h 788699"/>
                    <a:gd name="connsiteX17" fmla="*/ 187211 w 516735"/>
                    <a:gd name="connsiteY17" fmla="*/ 727214 h 788699"/>
                    <a:gd name="connsiteX18" fmla="*/ 135538 w 516735"/>
                    <a:gd name="connsiteY18" fmla="*/ 694578 h 788699"/>
                    <a:gd name="connsiteX19" fmla="*/ 86584 w 516735"/>
                    <a:gd name="connsiteY19" fmla="*/ 621147 h 788699"/>
                    <a:gd name="connsiteX20" fmla="*/ 67546 w 516735"/>
                    <a:gd name="connsiteY20" fmla="*/ 555875 h 788699"/>
                    <a:gd name="connsiteX21" fmla="*/ 59387 w 516735"/>
                    <a:gd name="connsiteY21" fmla="*/ 509641 h 788699"/>
                    <a:gd name="connsiteX22" fmla="*/ 59387 w 516735"/>
                    <a:gd name="connsiteY22" fmla="*/ 468846 h 788699"/>
                    <a:gd name="connsiteX23" fmla="*/ 86584 w 516735"/>
                    <a:gd name="connsiteY23" fmla="*/ 302947 h 788699"/>
                    <a:gd name="connsiteX24" fmla="*/ 108341 w 516735"/>
                    <a:gd name="connsiteY24" fmla="*/ 224077 h 788699"/>
                    <a:gd name="connsiteX25" fmla="*/ 146416 w 516735"/>
                    <a:gd name="connsiteY25" fmla="*/ 145207 h 788699"/>
                    <a:gd name="connsiteX26" fmla="*/ 198090 w 516735"/>
                    <a:gd name="connsiteY26" fmla="*/ 85375 h 788699"/>
                    <a:gd name="connsiteX27" fmla="*/ 228006 w 516735"/>
                    <a:gd name="connsiteY27" fmla="*/ 69057 h 788699"/>
                    <a:gd name="connsiteX28" fmla="*/ 268801 w 516735"/>
                    <a:gd name="connsiteY28" fmla="*/ 58178 h 788699"/>
                    <a:gd name="connsiteX29" fmla="*/ 274240 w 516735"/>
                    <a:gd name="connsiteY29" fmla="*/ 58178 h 788699"/>
                    <a:gd name="connsiteX30" fmla="*/ 295997 w 516735"/>
                    <a:gd name="connsiteY30" fmla="*/ 60898 h 788699"/>
                    <a:gd name="connsiteX31" fmla="*/ 331353 w 516735"/>
                    <a:gd name="connsiteY31" fmla="*/ 71776 h 788699"/>
                    <a:gd name="connsiteX32" fmla="*/ 350390 w 516735"/>
                    <a:gd name="connsiteY32" fmla="*/ 93534 h 788699"/>
                    <a:gd name="connsiteX33" fmla="*/ 353110 w 516735"/>
                    <a:gd name="connsiteY33" fmla="*/ 74496 h 788699"/>
                    <a:gd name="connsiteX34" fmla="*/ 358549 w 516735"/>
                    <a:gd name="connsiteY34" fmla="*/ 63618 h 788699"/>
                    <a:gd name="connsiteX35" fmla="*/ 366708 w 516735"/>
                    <a:gd name="connsiteY35" fmla="*/ 58178 h 788699"/>
                    <a:gd name="connsiteX36" fmla="*/ 374867 w 516735"/>
                    <a:gd name="connsiteY36" fmla="*/ 63618 h 788699"/>
                    <a:gd name="connsiteX37" fmla="*/ 383026 w 516735"/>
                    <a:gd name="connsiteY37" fmla="*/ 82655 h 788699"/>
                    <a:gd name="connsiteX38" fmla="*/ 385746 w 516735"/>
                    <a:gd name="connsiteY38" fmla="*/ 126170 h 788699"/>
                    <a:gd name="connsiteX39" fmla="*/ 388466 w 516735"/>
                    <a:gd name="connsiteY39" fmla="*/ 186002 h 788699"/>
                    <a:gd name="connsiteX40" fmla="*/ 391185 w 516735"/>
                    <a:gd name="connsiteY40" fmla="*/ 237676 h 788699"/>
                    <a:gd name="connsiteX41" fmla="*/ 374867 w 516735"/>
                    <a:gd name="connsiteY41" fmla="*/ 278470 h 788699"/>
                    <a:gd name="connsiteX42" fmla="*/ 358549 w 516735"/>
                    <a:gd name="connsiteY42" fmla="*/ 273031 h 788699"/>
                    <a:gd name="connsiteX43" fmla="*/ 350390 w 516735"/>
                    <a:gd name="connsiteY43" fmla="*/ 256713 h 788699"/>
                    <a:gd name="connsiteX44" fmla="*/ 347671 w 516735"/>
                    <a:gd name="connsiteY44" fmla="*/ 240395 h 788699"/>
                    <a:gd name="connsiteX45" fmla="*/ 347671 w 516735"/>
                    <a:gd name="connsiteY45" fmla="*/ 213199 h 788699"/>
                    <a:gd name="connsiteX46" fmla="*/ 344951 w 516735"/>
                    <a:gd name="connsiteY46" fmla="*/ 194161 h 788699"/>
                    <a:gd name="connsiteX47" fmla="*/ 339512 w 516735"/>
                    <a:gd name="connsiteY47" fmla="*/ 150647 h 788699"/>
                    <a:gd name="connsiteX48" fmla="*/ 323194 w 516735"/>
                    <a:gd name="connsiteY48" fmla="*/ 112571 h 788699"/>
                    <a:gd name="connsiteX49" fmla="*/ 293278 w 516735"/>
                    <a:gd name="connsiteY49" fmla="*/ 101693 h 788699"/>
                    <a:gd name="connsiteX50" fmla="*/ 263361 w 516735"/>
                    <a:gd name="connsiteY50" fmla="*/ 120730 h 788699"/>
                    <a:gd name="connsiteX51" fmla="*/ 241604 w 516735"/>
                    <a:gd name="connsiteY51" fmla="*/ 153366 h 788699"/>
                    <a:gd name="connsiteX52" fmla="*/ 233445 w 516735"/>
                    <a:gd name="connsiteY52" fmla="*/ 194161 h 788699"/>
                    <a:gd name="connsiteX53" fmla="*/ 225286 w 516735"/>
                    <a:gd name="connsiteY53" fmla="*/ 232236 h 788699"/>
                    <a:gd name="connsiteX54" fmla="*/ 217127 w 516735"/>
                    <a:gd name="connsiteY54" fmla="*/ 275751 h 788699"/>
                    <a:gd name="connsiteX55" fmla="*/ 211688 w 516735"/>
                    <a:gd name="connsiteY55" fmla="*/ 316545 h 788699"/>
                    <a:gd name="connsiteX56" fmla="*/ 206249 w 516735"/>
                    <a:gd name="connsiteY56" fmla="*/ 354621 h 788699"/>
                    <a:gd name="connsiteX57" fmla="*/ 200809 w 516735"/>
                    <a:gd name="connsiteY57" fmla="*/ 398135 h 788699"/>
                    <a:gd name="connsiteX58" fmla="*/ 195370 w 516735"/>
                    <a:gd name="connsiteY58" fmla="*/ 438930 h 788699"/>
                    <a:gd name="connsiteX59" fmla="*/ 192650 w 516735"/>
                    <a:gd name="connsiteY59" fmla="*/ 474286 h 788699"/>
                    <a:gd name="connsiteX60" fmla="*/ 195370 w 516735"/>
                    <a:gd name="connsiteY60" fmla="*/ 525959 h 788699"/>
                    <a:gd name="connsiteX61" fmla="*/ 208968 w 516735"/>
                    <a:gd name="connsiteY61" fmla="*/ 596670 h 788699"/>
                    <a:gd name="connsiteX62" fmla="*/ 214407 w 516735"/>
                    <a:gd name="connsiteY62" fmla="*/ 623867 h 788699"/>
                    <a:gd name="connsiteX63" fmla="*/ 228006 w 516735"/>
                    <a:gd name="connsiteY63" fmla="*/ 656502 h 788699"/>
                    <a:gd name="connsiteX64" fmla="*/ 271520 w 516735"/>
                    <a:gd name="connsiteY64" fmla="*/ 689138 h 788699"/>
                    <a:gd name="connsiteX65" fmla="*/ 306876 w 516735"/>
                    <a:gd name="connsiteY65" fmla="*/ 664661 h 788699"/>
                    <a:gd name="connsiteX66" fmla="*/ 331353 w 516735"/>
                    <a:gd name="connsiteY66" fmla="*/ 602109 h 788699"/>
                    <a:gd name="connsiteX67" fmla="*/ 336792 w 516735"/>
                    <a:gd name="connsiteY67" fmla="*/ 544997 h 788699"/>
                    <a:gd name="connsiteX68" fmla="*/ 336792 w 516735"/>
                    <a:gd name="connsiteY68" fmla="*/ 498762 h 788699"/>
                    <a:gd name="connsiteX69" fmla="*/ 336792 w 516735"/>
                    <a:gd name="connsiteY69" fmla="*/ 490603 h 788699"/>
                    <a:gd name="connsiteX70" fmla="*/ 320474 w 516735"/>
                    <a:gd name="connsiteY70" fmla="*/ 477005 h 788699"/>
                    <a:gd name="connsiteX71" fmla="*/ 282399 w 516735"/>
                    <a:gd name="connsiteY71" fmla="*/ 479725 h 788699"/>
                    <a:gd name="connsiteX72" fmla="*/ 252483 w 516735"/>
                    <a:gd name="connsiteY72" fmla="*/ 474286 h 788699"/>
                    <a:gd name="connsiteX73" fmla="*/ 247043 w 516735"/>
                    <a:gd name="connsiteY73" fmla="*/ 466126 h 788699"/>
                    <a:gd name="connsiteX74" fmla="*/ 249763 w 516735"/>
                    <a:gd name="connsiteY74" fmla="*/ 457968 h 788699"/>
                    <a:gd name="connsiteX75" fmla="*/ 268801 w 516735"/>
                    <a:gd name="connsiteY75" fmla="*/ 447089 h 788699"/>
                    <a:gd name="connsiteX76" fmla="*/ 312315 w 516735"/>
                    <a:gd name="connsiteY76" fmla="*/ 436210 h 788699"/>
                    <a:gd name="connsiteX77" fmla="*/ 353110 w 516735"/>
                    <a:gd name="connsiteY77" fmla="*/ 430771 h 788699"/>
                    <a:gd name="connsiteX78" fmla="*/ 385746 w 516735"/>
                    <a:gd name="connsiteY78" fmla="*/ 430771 h 788699"/>
                    <a:gd name="connsiteX79" fmla="*/ 437420 w 516735"/>
                    <a:gd name="connsiteY79" fmla="*/ 428051 h 788699"/>
                    <a:gd name="connsiteX80" fmla="*/ 464616 w 516735"/>
                    <a:gd name="connsiteY80" fmla="*/ 436210 h 788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</a:cxnLst>
                  <a:rect l="l" t="t" r="r" b="b"/>
                  <a:pathLst>
                    <a:path w="516735" h="788699">
                      <a:moveTo>
                        <a:pt x="464616" y="436210"/>
                      </a:moveTo>
                      <a:cubicBezTo>
                        <a:pt x="464616" y="447089"/>
                        <a:pt x="453737" y="452528"/>
                        <a:pt x="445578" y="455248"/>
                      </a:cubicBezTo>
                      <a:cubicBezTo>
                        <a:pt x="434700" y="460687"/>
                        <a:pt x="415662" y="463407"/>
                        <a:pt x="404784" y="466126"/>
                      </a:cubicBezTo>
                      <a:cubicBezTo>
                        <a:pt x="393905" y="466126"/>
                        <a:pt x="385746" y="468846"/>
                        <a:pt x="385746" y="479725"/>
                      </a:cubicBezTo>
                      <a:cubicBezTo>
                        <a:pt x="385746" y="487884"/>
                        <a:pt x="388466" y="506921"/>
                        <a:pt x="388466" y="512361"/>
                      </a:cubicBezTo>
                      <a:cubicBezTo>
                        <a:pt x="388466" y="515080"/>
                        <a:pt x="388466" y="539557"/>
                        <a:pt x="388466" y="544997"/>
                      </a:cubicBezTo>
                      <a:cubicBezTo>
                        <a:pt x="388466" y="550436"/>
                        <a:pt x="388466" y="558595"/>
                        <a:pt x="388466" y="566754"/>
                      </a:cubicBezTo>
                      <a:cubicBezTo>
                        <a:pt x="388466" y="591231"/>
                        <a:pt x="388466" y="621147"/>
                        <a:pt x="391185" y="632026"/>
                      </a:cubicBezTo>
                      <a:cubicBezTo>
                        <a:pt x="393905" y="653783"/>
                        <a:pt x="393905" y="661942"/>
                        <a:pt x="393905" y="683699"/>
                      </a:cubicBezTo>
                      <a:cubicBezTo>
                        <a:pt x="393905" y="694578"/>
                        <a:pt x="393905" y="724494"/>
                        <a:pt x="377587" y="724494"/>
                      </a:cubicBezTo>
                      <a:cubicBezTo>
                        <a:pt x="369428" y="724494"/>
                        <a:pt x="366708" y="721774"/>
                        <a:pt x="361269" y="719054"/>
                      </a:cubicBezTo>
                      <a:cubicBezTo>
                        <a:pt x="355830" y="716335"/>
                        <a:pt x="353110" y="708176"/>
                        <a:pt x="353110" y="702737"/>
                      </a:cubicBezTo>
                      <a:cubicBezTo>
                        <a:pt x="350390" y="694578"/>
                        <a:pt x="350390" y="689138"/>
                        <a:pt x="350390" y="686419"/>
                      </a:cubicBezTo>
                      <a:cubicBezTo>
                        <a:pt x="350390" y="678260"/>
                        <a:pt x="353110" y="672820"/>
                        <a:pt x="353110" y="659222"/>
                      </a:cubicBezTo>
                      <a:lnTo>
                        <a:pt x="353110" y="656502"/>
                      </a:lnTo>
                      <a:cubicBezTo>
                        <a:pt x="347671" y="675540"/>
                        <a:pt x="334072" y="694578"/>
                        <a:pt x="317755" y="708176"/>
                      </a:cubicBezTo>
                      <a:cubicBezTo>
                        <a:pt x="293278" y="727214"/>
                        <a:pt x="274240" y="735372"/>
                        <a:pt x="241604" y="735372"/>
                      </a:cubicBezTo>
                      <a:cubicBezTo>
                        <a:pt x="222566" y="735372"/>
                        <a:pt x="203529" y="732653"/>
                        <a:pt x="187211" y="727214"/>
                      </a:cubicBezTo>
                      <a:cubicBezTo>
                        <a:pt x="165454" y="719054"/>
                        <a:pt x="149136" y="708176"/>
                        <a:pt x="135538" y="694578"/>
                      </a:cubicBezTo>
                      <a:cubicBezTo>
                        <a:pt x="113780" y="672820"/>
                        <a:pt x="100182" y="648343"/>
                        <a:pt x="86584" y="621147"/>
                      </a:cubicBezTo>
                      <a:cubicBezTo>
                        <a:pt x="75705" y="599390"/>
                        <a:pt x="70266" y="580352"/>
                        <a:pt x="67546" y="555875"/>
                      </a:cubicBezTo>
                      <a:cubicBezTo>
                        <a:pt x="64826" y="539557"/>
                        <a:pt x="62107" y="525959"/>
                        <a:pt x="59387" y="509641"/>
                      </a:cubicBezTo>
                      <a:cubicBezTo>
                        <a:pt x="56667" y="493323"/>
                        <a:pt x="59387" y="485164"/>
                        <a:pt x="59387" y="468846"/>
                      </a:cubicBezTo>
                      <a:cubicBezTo>
                        <a:pt x="59387" y="414453"/>
                        <a:pt x="72985" y="362780"/>
                        <a:pt x="86584" y="302947"/>
                      </a:cubicBezTo>
                      <a:cubicBezTo>
                        <a:pt x="92023" y="275751"/>
                        <a:pt x="100182" y="248554"/>
                        <a:pt x="108341" y="224077"/>
                      </a:cubicBezTo>
                      <a:cubicBezTo>
                        <a:pt x="116500" y="196881"/>
                        <a:pt x="130098" y="169684"/>
                        <a:pt x="146416" y="145207"/>
                      </a:cubicBezTo>
                      <a:cubicBezTo>
                        <a:pt x="160014" y="123450"/>
                        <a:pt x="176332" y="101693"/>
                        <a:pt x="198090" y="85375"/>
                      </a:cubicBezTo>
                      <a:cubicBezTo>
                        <a:pt x="206249" y="77216"/>
                        <a:pt x="217127" y="71776"/>
                        <a:pt x="228006" y="69057"/>
                      </a:cubicBezTo>
                      <a:cubicBezTo>
                        <a:pt x="241604" y="63618"/>
                        <a:pt x="255202" y="58178"/>
                        <a:pt x="268801" y="58178"/>
                      </a:cubicBezTo>
                      <a:cubicBezTo>
                        <a:pt x="271520" y="58178"/>
                        <a:pt x="274240" y="58178"/>
                        <a:pt x="274240" y="58178"/>
                      </a:cubicBezTo>
                      <a:cubicBezTo>
                        <a:pt x="279679" y="58178"/>
                        <a:pt x="285119" y="58178"/>
                        <a:pt x="295997" y="60898"/>
                      </a:cubicBezTo>
                      <a:cubicBezTo>
                        <a:pt x="309595" y="63618"/>
                        <a:pt x="320474" y="66337"/>
                        <a:pt x="331353" y="71776"/>
                      </a:cubicBezTo>
                      <a:cubicBezTo>
                        <a:pt x="339512" y="77216"/>
                        <a:pt x="347671" y="85375"/>
                        <a:pt x="350390" y="93534"/>
                      </a:cubicBezTo>
                      <a:cubicBezTo>
                        <a:pt x="350390" y="88095"/>
                        <a:pt x="353110" y="79936"/>
                        <a:pt x="353110" y="74496"/>
                      </a:cubicBezTo>
                      <a:cubicBezTo>
                        <a:pt x="355830" y="71776"/>
                        <a:pt x="355830" y="69057"/>
                        <a:pt x="358549" y="63618"/>
                      </a:cubicBezTo>
                      <a:cubicBezTo>
                        <a:pt x="361269" y="60898"/>
                        <a:pt x="363989" y="58178"/>
                        <a:pt x="366708" y="58178"/>
                      </a:cubicBezTo>
                      <a:cubicBezTo>
                        <a:pt x="369428" y="58178"/>
                        <a:pt x="372148" y="60898"/>
                        <a:pt x="374867" y="63618"/>
                      </a:cubicBezTo>
                      <a:cubicBezTo>
                        <a:pt x="377587" y="69057"/>
                        <a:pt x="380307" y="77216"/>
                        <a:pt x="383026" y="82655"/>
                      </a:cubicBezTo>
                      <a:cubicBezTo>
                        <a:pt x="383026" y="90814"/>
                        <a:pt x="385746" y="107132"/>
                        <a:pt x="385746" y="126170"/>
                      </a:cubicBezTo>
                      <a:cubicBezTo>
                        <a:pt x="385746" y="150647"/>
                        <a:pt x="385746" y="177843"/>
                        <a:pt x="388466" y="186002"/>
                      </a:cubicBezTo>
                      <a:cubicBezTo>
                        <a:pt x="391185" y="207759"/>
                        <a:pt x="391185" y="215918"/>
                        <a:pt x="391185" y="237676"/>
                      </a:cubicBezTo>
                      <a:cubicBezTo>
                        <a:pt x="391185" y="248554"/>
                        <a:pt x="391185" y="278470"/>
                        <a:pt x="374867" y="278470"/>
                      </a:cubicBezTo>
                      <a:cubicBezTo>
                        <a:pt x="366708" y="278470"/>
                        <a:pt x="363989" y="275751"/>
                        <a:pt x="358549" y="273031"/>
                      </a:cubicBezTo>
                      <a:cubicBezTo>
                        <a:pt x="353110" y="270311"/>
                        <a:pt x="350390" y="262152"/>
                        <a:pt x="350390" y="256713"/>
                      </a:cubicBezTo>
                      <a:cubicBezTo>
                        <a:pt x="350390" y="251274"/>
                        <a:pt x="347671" y="245834"/>
                        <a:pt x="347671" y="240395"/>
                      </a:cubicBezTo>
                      <a:cubicBezTo>
                        <a:pt x="347671" y="232236"/>
                        <a:pt x="347671" y="224077"/>
                        <a:pt x="347671" y="213199"/>
                      </a:cubicBezTo>
                      <a:cubicBezTo>
                        <a:pt x="347671" y="207759"/>
                        <a:pt x="347671" y="199600"/>
                        <a:pt x="344951" y="194161"/>
                      </a:cubicBezTo>
                      <a:cubicBezTo>
                        <a:pt x="342232" y="180563"/>
                        <a:pt x="342232" y="164245"/>
                        <a:pt x="339512" y="150647"/>
                      </a:cubicBezTo>
                      <a:cubicBezTo>
                        <a:pt x="336792" y="137048"/>
                        <a:pt x="331353" y="123450"/>
                        <a:pt x="323194" y="112571"/>
                      </a:cubicBezTo>
                      <a:cubicBezTo>
                        <a:pt x="317755" y="104412"/>
                        <a:pt x="304156" y="101693"/>
                        <a:pt x="293278" y="101693"/>
                      </a:cubicBezTo>
                      <a:cubicBezTo>
                        <a:pt x="279679" y="101693"/>
                        <a:pt x="271520" y="109852"/>
                        <a:pt x="263361" y="120730"/>
                      </a:cubicBezTo>
                      <a:cubicBezTo>
                        <a:pt x="257922" y="131609"/>
                        <a:pt x="247043" y="139768"/>
                        <a:pt x="241604" y="153366"/>
                      </a:cubicBezTo>
                      <a:cubicBezTo>
                        <a:pt x="236165" y="166964"/>
                        <a:pt x="233445" y="180563"/>
                        <a:pt x="233445" y="194161"/>
                      </a:cubicBezTo>
                      <a:cubicBezTo>
                        <a:pt x="233445" y="207759"/>
                        <a:pt x="230726" y="218638"/>
                        <a:pt x="225286" y="232236"/>
                      </a:cubicBezTo>
                      <a:cubicBezTo>
                        <a:pt x="219847" y="245834"/>
                        <a:pt x="219847" y="262152"/>
                        <a:pt x="217127" y="275751"/>
                      </a:cubicBezTo>
                      <a:cubicBezTo>
                        <a:pt x="214407" y="289349"/>
                        <a:pt x="214407" y="302947"/>
                        <a:pt x="211688" y="316545"/>
                      </a:cubicBezTo>
                      <a:cubicBezTo>
                        <a:pt x="211688" y="330144"/>
                        <a:pt x="206249" y="341022"/>
                        <a:pt x="206249" y="354621"/>
                      </a:cubicBezTo>
                      <a:cubicBezTo>
                        <a:pt x="203529" y="368219"/>
                        <a:pt x="203529" y="381817"/>
                        <a:pt x="200809" y="398135"/>
                      </a:cubicBezTo>
                      <a:cubicBezTo>
                        <a:pt x="198090" y="411733"/>
                        <a:pt x="198090" y="425332"/>
                        <a:pt x="195370" y="438930"/>
                      </a:cubicBezTo>
                      <a:cubicBezTo>
                        <a:pt x="195370" y="449809"/>
                        <a:pt x="192650" y="463407"/>
                        <a:pt x="192650" y="474286"/>
                      </a:cubicBezTo>
                      <a:cubicBezTo>
                        <a:pt x="192650" y="490603"/>
                        <a:pt x="195370" y="509641"/>
                        <a:pt x="195370" y="525959"/>
                      </a:cubicBezTo>
                      <a:cubicBezTo>
                        <a:pt x="195370" y="550436"/>
                        <a:pt x="203529" y="572193"/>
                        <a:pt x="208968" y="596670"/>
                      </a:cubicBezTo>
                      <a:cubicBezTo>
                        <a:pt x="211688" y="604829"/>
                        <a:pt x="211688" y="615708"/>
                        <a:pt x="214407" y="623867"/>
                      </a:cubicBezTo>
                      <a:cubicBezTo>
                        <a:pt x="217127" y="634745"/>
                        <a:pt x="222566" y="645624"/>
                        <a:pt x="228006" y="656502"/>
                      </a:cubicBezTo>
                      <a:cubicBezTo>
                        <a:pt x="236165" y="670101"/>
                        <a:pt x="252483" y="689138"/>
                        <a:pt x="271520" y="689138"/>
                      </a:cubicBezTo>
                      <a:cubicBezTo>
                        <a:pt x="287838" y="689138"/>
                        <a:pt x="298717" y="675540"/>
                        <a:pt x="306876" y="664661"/>
                      </a:cubicBezTo>
                      <a:cubicBezTo>
                        <a:pt x="320474" y="645624"/>
                        <a:pt x="325914" y="623867"/>
                        <a:pt x="331353" y="602109"/>
                      </a:cubicBezTo>
                      <a:cubicBezTo>
                        <a:pt x="334072" y="583072"/>
                        <a:pt x="336792" y="564034"/>
                        <a:pt x="336792" y="544997"/>
                      </a:cubicBezTo>
                      <a:cubicBezTo>
                        <a:pt x="336792" y="531398"/>
                        <a:pt x="336792" y="512361"/>
                        <a:pt x="336792" y="498762"/>
                      </a:cubicBezTo>
                      <a:cubicBezTo>
                        <a:pt x="336792" y="496043"/>
                        <a:pt x="336792" y="493323"/>
                        <a:pt x="336792" y="490603"/>
                      </a:cubicBezTo>
                      <a:cubicBezTo>
                        <a:pt x="336792" y="479725"/>
                        <a:pt x="336792" y="477005"/>
                        <a:pt x="320474" y="477005"/>
                      </a:cubicBezTo>
                      <a:cubicBezTo>
                        <a:pt x="309595" y="477005"/>
                        <a:pt x="295997" y="479725"/>
                        <a:pt x="282399" y="479725"/>
                      </a:cubicBezTo>
                      <a:cubicBezTo>
                        <a:pt x="271520" y="479725"/>
                        <a:pt x="260642" y="479725"/>
                        <a:pt x="252483" y="474286"/>
                      </a:cubicBezTo>
                      <a:cubicBezTo>
                        <a:pt x="249763" y="471566"/>
                        <a:pt x="247043" y="468846"/>
                        <a:pt x="247043" y="466126"/>
                      </a:cubicBezTo>
                      <a:cubicBezTo>
                        <a:pt x="247043" y="463407"/>
                        <a:pt x="247043" y="460687"/>
                        <a:pt x="249763" y="457968"/>
                      </a:cubicBezTo>
                      <a:cubicBezTo>
                        <a:pt x="255202" y="452528"/>
                        <a:pt x="260642" y="449809"/>
                        <a:pt x="268801" y="447089"/>
                      </a:cubicBezTo>
                      <a:cubicBezTo>
                        <a:pt x="282399" y="441650"/>
                        <a:pt x="295997" y="438930"/>
                        <a:pt x="312315" y="436210"/>
                      </a:cubicBezTo>
                      <a:cubicBezTo>
                        <a:pt x="325914" y="433491"/>
                        <a:pt x="339512" y="433491"/>
                        <a:pt x="353110" y="430771"/>
                      </a:cubicBezTo>
                      <a:cubicBezTo>
                        <a:pt x="363989" y="430771"/>
                        <a:pt x="374867" y="430771"/>
                        <a:pt x="385746" y="430771"/>
                      </a:cubicBezTo>
                      <a:cubicBezTo>
                        <a:pt x="402064" y="430771"/>
                        <a:pt x="426541" y="428051"/>
                        <a:pt x="437420" y="428051"/>
                      </a:cubicBezTo>
                      <a:cubicBezTo>
                        <a:pt x="451018" y="419892"/>
                        <a:pt x="464616" y="425332"/>
                        <a:pt x="464616" y="436210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50" name="Freeform: Shape 44">
                  <a:extLst>
                    <a:ext uri="{FF2B5EF4-FFF2-40B4-BE49-F238E27FC236}">
                      <a16:creationId xmlns:a16="http://schemas.microsoft.com/office/drawing/2014/main" id="{88BA62D1-213A-4330-D986-3CA41D1C0B19}"/>
                    </a:ext>
                  </a:extLst>
                </p:cNvPr>
                <p:cNvSpPr/>
                <p:nvPr/>
              </p:nvSpPr>
              <p:spPr>
                <a:xfrm>
                  <a:off x="5651630" y="4181279"/>
                  <a:ext cx="734308" cy="788700"/>
                </a:xfrm>
                <a:custGeom>
                  <a:avLst/>
                  <a:gdLst>
                    <a:gd name="connsiteX0" fmla="*/ 653783 w 734307"/>
                    <a:gd name="connsiteY0" fmla="*/ 678259 h 788699"/>
                    <a:gd name="connsiteX1" fmla="*/ 691859 w 734307"/>
                    <a:gd name="connsiteY1" fmla="*/ 694577 h 788699"/>
                    <a:gd name="connsiteX2" fmla="*/ 686419 w 734307"/>
                    <a:gd name="connsiteY2" fmla="*/ 710895 h 788699"/>
                    <a:gd name="connsiteX3" fmla="*/ 670101 w 734307"/>
                    <a:gd name="connsiteY3" fmla="*/ 719054 h 788699"/>
                    <a:gd name="connsiteX4" fmla="*/ 648344 w 734307"/>
                    <a:gd name="connsiteY4" fmla="*/ 721774 h 788699"/>
                    <a:gd name="connsiteX5" fmla="*/ 618428 w 734307"/>
                    <a:gd name="connsiteY5" fmla="*/ 721774 h 788699"/>
                    <a:gd name="connsiteX6" fmla="*/ 572194 w 734307"/>
                    <a:gd name="connsiteY6" fmla="*/ 735372 h 788699"/>
                    <a:gd name="connsiteX7" fmla="*/ 544997 w 734307"/>
                    <a:gd name="connsiteY7" fmla="*/ 729933 h 788699"/>
                    <a:gd name="connsiteX8" fmla="*/ 534119 w 734307"/>
                    <a:gd name="connsiteY8" fmla="*/ 721774 h 788699"/>
                    <a:gd name="connsiteX9" fmla="*/ 496043 w 734307"/>
                    <a:gd name="connsiteY9" fmla="*/ 721774 h 788699"/>
                    <a:gd name="connsiteX10" fmla="*/ 471566 w 734307"/>
                    <a:gd name="connsiteY10" fmla="*/ 721774 h 788699"/>
                    <a:gd name="connsiteX11" fmla="*/ 444370 w 734307"/>
                    <a:gd name="connsiteY11" fmla="*/ 716335 h 788699"/>
                    <a:gd name="connsiteX12" fmla="*/ 428052 w 734307"/>
                    <a:gd name="connsiteY12" fmla="*/ 700017 h 788699"/>
                    <a:gd name="connsiteX13" fmla="*/ 433491 w 734307"/>
                    <a:gd name="connsiteY13" fmla="*/ 691858 h 788699"/>
                    <a:gd name="connsiteX14" fmla="*/ 455248 w 734307"/>
                    <a:gd name="connsiteY14" fmla="*/ 683699 h 788699"/>
                    <a:gd name="connsiteX15" fmla="*/ 506922 w 734307"/>
                    <a:gd name="connsiteY15" fmla="*/ 678259 h 788699"/>
                    <a:gd name="connsiteX16" fmla="*/ 509641 w 734307"/>
                    <a:gd name="connsiteY16" fmla="*/ 678259 h 788699"/>
                    <a:gd name="connsiteX17" fmla="*/ 506922 w 734307"/>
                    <a:gd name="connsiteY17" fmla="*/ 664661 h 788699"/>
                    <a:gd name="connsiteX18" fmla="*/ 498763 w 734307"/>
                    <a:gd name="connsiteY18" fmla="*/ 580352 h 788699"/>
                    <a:gd name="connsiteX19" fmla="*/ 496043 w 734307"/>
                    <a:gd name="connsiteY19" fmla="*/ 479725 h 788699"/>
                    <a:gd name="connsiteX20" fmla="*/ 493324 w 734307"/>
                    <a:gd name="connsiteY20" fmla="*/ 389976 h 788699"/>
                    <a:gd name="connsiteX21" fmla="*/ 490604 w 734307"/>
                    <a:gd name="connsiteY21" fmla="*/ 302947 h 788699"/>
                    <a:gd name="connsiteX22" fmla="*/ 487884 w 734307"/>
                    <a:gd name="connsiteY22" fmla="*/ 229516 h 788699"/>
                    <a:gd name="connsiteX23" fmla="*/ 485165 w 734307"/>
                    <a:gd name="connsiteY23" fmla="*/ 221357 h 788699"/>
                    <a:gd name="connsiteX24" fmla="*/ 482445 w 734307"/>
                    <a:gd name="connsiteY24" fmla="*/ 226797 h 788699"/>
                    <a:gd name="connsiteX25" fmla="*/ 477006 w 734307"/>
                    <a:gd name="connsiteY25" fmla="*/ 262152 h 788699"/>
                    <a:gd name="connsiteX26" fmla="*/ 460688 w 734307"/>
                    <a:gd name="connsiteY26" fmla="*/ 341022 h 788699"/>
                    <a:gd name="connsiteX27" fmla="*/ 444370 w 734307"/>
                    <a:gd name="connsiteY27" fmla="*/ 417173 h 788699"/>
                    <a:gd name="connsiteX28" fmla="*/ 436211 w 734307"/>
                    <a:gd name="connsiteY28" fmla="*/ 455248 h 788699"/>
                    <a:gd name="connsiteX29" fmla="*/ 425332 w 734307"/>
                    <a:gd name="connsiteY29" fmla="*/ 493323 h 788699"/>
                    <a:gd name="connsiteX30" fmla="*/ 411734 w 734307"/>
                    <a:gd name="connsiteY30" fmla="*/ 531398 h 788699"/>
                    <a:gd name="connsiteX31" fmla="*/ 376378 w 734307"/>
                    <a:gd name="connsiteY31" fmla="*/ 547716 h 788699"/>
                    <a:gd name="connsiteX32" fmla="*/ 319265 w 734307"/>
                    <a:gd name="connsiteY32" fmla="*/ 525959 h 788699"/>
                    <a:gd name="connsiteX33" fmla="*/ 289349 w 734307"/>
                    <a:gd name="connsiteY33" fmla="*/ 455248 h 788699"/>
                    <a:gd name="connsiteX34" fmla="*/ 273031 w 734307"/>
                    <a:gd name="connsiteY34" fmla="*/ 373658 h 788699"/>
                    <a:gd name="connsiteX35" fmla="*/ 262153 w 734307"/>
                    <a:gd name="connsiteY35" fmla="*/ 316545 h 788699"/>
                    <a:gd name="connsiteX36" fmla="*/ 245835 w 734307"/>
                    <a:gd name="connsiteY36" fmla="*/ 237675 h 788699"/>
                    <a:gd name="connsiteX37" fmla="*/ 234956 w 734307"/>
                    <a:gd name="connsiteY37" fmla="*/ 196881 h 788699"/>
                    <a:gd name="connsiteX38" fmla="*/ 232236 w 734307"/>
                    <a:gd name="connsiteY38" fmla="*/ 191441 h 788699"/>
                    <a:gd name="connsiteX39" fmla="*/ 226797 w 734307"/>
                    <a:gd name="connsiteY39" fmla="*/ 207759 h 788699"/>
                    <a:gd name="connsiteX40" fmla="*/ 226797 w 734307"/>
                    <a:gd name="connsiteY40" fmla="*/ 232236 h 788699"/>
                    <a:gd name="connsiteX41" fmla="*/ 224077 w 734307"/>
                    <a:gd name="connsiteY41" fmla="*/ 267592 h 788699"/>
                    <a:gd name="connsiteX42" fmla="*/ 221358 w 734307"/>
                    <a:gd name="connsiteY42" fmla="*/ 311106 h 788699"/>
                    <a:gd name="connsiteX43" fmla="*/ 218638 w 734307"/>
                    <a:gd name="connsiteY43" fmla="*/ 360060 h 788699"/>
                    <a:gd name="connsiteX44" fmla="*/ 215919 w 734307"/>
                    <a:gd name="connsiteY44" fmla="*/ 398135 h 788699"/>
                    <a:gd name="connsiteX45" fmla="*/ 213199 w 734307"/>
                    <a:gd name="connsiteY45" fmla="*/ 430771 h 788699"/>
                    <a:gd name="connsiteX46" fmla="*/ 213199 w 734307"/>
                    <a:gd name="connsiteY46" fmla="*/ 455248 h 788699"/>
                    <a:gd name="connsiteX47" fmla="*/ 213199 w 734307"/>
                    <a:gd name="connsiteY47" fmla="*/ 477005 h 788699"/>
                    <a:gd name="connsiteX48" fmla="*/ 207759 w 734307"/>
                    <a:gd name="connsiteY48" fmla="*/ 520520 h 788699"/>
                    <a:gd name="connsiteX49" fmla="*/ 196881 w 734307"/>
                    <a:gd name="connsiteY49" fmla="*/ 610268 h 788699"/>
                    <a:gd name="connsiteX50" fmla="*/ 194161 w 734307"/>
                    <a:gd name="connsiteY50" fmla="*/ 653783 h 788699"/>
                    <a:gd name="connsiteX51" fmla="*/ 191441 w 734307"/>
                    <a:gd name="connsiteY51" fmla="*/ 667381 h 788699"/>
                    <a:gd name="connsiteX52" fmla="*/ 243115 w 734307"/>
                    <a:gd name="connsiteY52" fmla="*/ 667381 h 788699"/>
                    <a:gd name="connsiteX53" fmla="*/ 273031 w 734307"/>
                    <a:gd name="connsiteY53" fmla="*/ 683699 h 788699"/>
                    <a:gd name="connsiteX54" fmla="*/ 262153 w 734307"/>
                    <a:gd name="connsiteY54" fmla="*/ 697297 h 788699"/>
                    <a:gd name="connsiteX55" fmla="*/ 248554 w 734307"/>
                    <a:gd name="connsiteY55" fmla="*/ 705456 h 788699"/>
                    <a:gd name="connsiteX56" fmla="*/ 232236 w 734307"/>
                    <a:gd name="connsiteY56" fmla="*/ 708176 h 788699"/>
                    <a:gd name="connsiteX57" fmla="*/ 166965 w 734307"/>
                    <a:gd name="connsiteY57" fmla="*/ 708176 h 788699"/>
                    <a:gd name="connsiteX58" fmla="*/ 109852 w 734307"/>
                    <a:gd name="connsiteY58" fmla="*/ 708176 h 788699"/>
                    <a:gd name="connsiteX59" fmla="*/ 90814 w 734307"/>
                    <a:gd name="connsiteY59" fmla="*/ 708176 h 788699"/>
                    <a:gd name="connsiteX60" fmla="*/ 69057 w 734307"/>
                    <a:gd name="connsiteY60" fmla="*/ 702736 h 788699"/>
                    <a:gd name="connsiteX61" fmla="*/ 58178 w 734307"/>
                    <a:gd name="connsiteY61" fmla="*/ 686418 h 788699"/>
                    <a:gd name="connsiteX62" fmla="*/ 60898 w 734307"/>
                    <a:gd name="connsiteY62" fmla="*/ 678259 h 788699"/>
                    <a:gd name="connsiteX63" fmla="*/ 77216 w 734307"/>
                    <a:gd name="connsiteY63" fmla="*/ 670101 h 788699"/>
                    <a:gd name="connsiteX64" fmla="*/ 126170 w 734307"/>
                    <a:gd name="connsiteY64" fmla="*/ 664661 h 788699"/>
                    <a:gd name="connsiteX65" fmla="*/ 142487 w 734307"/>
                    <a:gd name="connsiteY65" fmla="*/ 664661 h 788699"/>
                    <a:gd name="connsiteX66" fmla="*/ 147927 w 734307"/>
                    <a:gd name="connsiteY66" fmla="*/ 588511 h 788699"/>
                    <a:gd name="connsiteX67" fmla="*/ 153366 w 734307"/>
                    <a:gd name="connsiteY67" fmla="*/ 493323 h 788699"/>
                    <a:gd name="connsiteX68" fmla="*/ 156086 w 734307"/>
                    <a:gd name="connsiteY68" fmla="*/ 411733 h 788699"/>
                    <a:gd name="connsiteX69" fmla="*/ 161525 w 734307"/>
                    <a:gd name="connsiteY69" fmla="*/ 297508 h 788699"/>
                    <a:gd name="connsiteX70" fmla="*/ 166965 w 734307"/>
                    <a:gd name="connsiteY70" fmla="*/ 240395 h 788699"/>
                    <a:gd name="connsiteX71" fmla="*/ 177843 w 734307"/>
                    <a:gd name="connsiteY71" fmla="*/ 161525 h 788699"/>
                    <a:gd name="connsiteX72" fmla="*/ 183282 w 734307"/>
                    <a:gd name="connsiteY72" fmla="*/ 118011 h 788699"/>
                    <a:gd name="connsiteX73" fmla="*/ 183282 w 734307"/>
                    <a:gd name="connsiteY73" fmla="*/ 115291 h 788699"/>
                    <a:gd name="connsiteX74" fmla="*/ 161525 w 734307"/>
                    <a:gd name="connsiteY74" fmla="*/ 115291 h 788699"/>
                    <a:gd name="connsiteX75" fmla="*/ 137048 w 734307"/>
                    <a:gd name="connsiteY75" fmla="*/ 115291 h 788699"/>
                    <a:gd name="connsiteX76" fmla="*/ 109852 w 734307"/>
                    <a:gd name="connsiteY76" fmla="*/ 109851 h 788699"/>
                    <a:gd name="connsiteX77" fmla="*/ 93534 w 734307"/>
                    <a:gd name="connsiteY77" fmla="*/ 93534 h 788699"/>
                    <a:gd name="connsiteX78" fmla="*/ 98973 w 734307"/>
                    <a:gd name="connsiteY78" fmla="*/ 85375 h 788699"/>
                    <a:gd name="connsiteX79" fmla="*/ 120730 w 734307"/>
                    <a:gd name="connsiteY79" fmla="*/ 77216 h 788699"/>
                    <a:gd name="connsiteX80" fmla="*/ 172404 w 734307"/>
                    <a:gd name="connsiteY80" fmla="*/ 71776 h 788699"/>
                    <a:gd name="connsiteX81" fmla="*/ 234956 w 734307"/>
                    <a:gd name="connsiteY81" fmla="*/ 69057 h 788699"/>
                    <a:gd name="connsiteX82" fmla="*/ 243115 w 734307"/>
                    <a:gd name="connsiteY82" fmla="*/ 69057 h 788699"/>
                    <a:gd name="connsiteX83" fmla="*/ 270312 w 734307"/>
                    <a:gd name="connsiteY83" fmla="*/ 74496 h 788699"/>
                    <a:gd name="connsiteX84" fmla="*/ 308387 w 734307"/>
                    <a:gd name="connsiteY84" fmla="*/ 123450 h 788699"/>
                    <a:gd name="connsiteX85" fmla="*/ 332864 w 734307"/>
                    <a:gd name="connsiteY85" fmla="*/ 202320 h 788699"/>
                    <a:gd name="connsiteX86" fmla="*/ 338303 w 734307"/>
                    <a:gd name="connsiteY86" fmla="*/ 237675 h 788699"/>
                    <a:gd name="connsiteX87" fmla="*/ 349182 w 734307"/>
                    <a:gd name="connsiteY87" fmla="*/ 281190 h 788699"/>
                    <a:gd name="connsiteX88" fmla="*/ 357341 w 734307"/>
                    <a:gd name="connsiteY88" fmla="*/ 316545 h 788699"/>
                    <a:gd name="connsiteX89" fmla="*/ 365500 w 734307"/>
                    <a:gd name="connsiteY89" fmla="*/ 351901 h 788699"/>
                    <a:gd name="connsiteX90" fmla="*/ 376378 w 734307"/>
                    <a:gd name="connsiteY90" fmla="*/ 389976 h 788699"/>
                    <a:gd name="connsiteX91" fmla="*/ 387257 w 734307"/>
                    <a:gd name="connsiteY91" fmla="*/ 414453 h 788699"/>
                    <a:gd name="connsiteX92" fmla="*/ 398136 w 734307"/>
                    <a:gd name="connsiteY92" fmla="*/ 376378 h 788699"/>
                    <a:gd name="connsiteX93" fmla="*/ 406295 w 734307"/>
                    <a:gd name="connsiteY93" fmla="*/ 332863 h 788699"/>
                    <a:gd name="connsiteX94" fmla="*/ 425332 w 734307"/>
                    <a:gd name="connsiteY94" fmla="*/ 243115 h 788699"/>
                    <a:gd name="connsiteX95" fmla="*/ 444370 w 734307"/>
                    <a:gd name="connsiteY95" fmla="*/ 150646 h 788699"/>
                    <a:gd name="connsiteX96" fmla="*/ 477006 w 734307"/>
                    <a:gd name="connsiteY96" fmla="*/ 79935 h 788699"/>
                    <a:gd name="connsiteX97" fmla="*/ 523240 w 734307"/>
                    <a:gd name="connsiteY97" fmla="*/ 58178 h 788699"/>
                    <a:gd name="connsiteX98" fmla="*/ 544997 w 734307"/>
                    <a:gd name="connsiteY98" fmla="*/ 63617 h 788699"/>
                    <a:gd name="connsiteX99" fmla="*/ 612988 w 734307"/>
                    <a:gd name="connsiteY99" fmla="*/ 63617 h 788699"/>
                    <a:gd name="connsiteX100" fmla="*/ 651064 w 734307"/>
                    <a:gd name="connsiteY100" fmla="*/ 79935 h 788699"/>
                    <a:gd name="connsiteX101" fmla="*/ 645624 w 734307"/>
                    <a:gd name="connsiteY101" fmla="*/ 96253 h 788699"/>
                    <a:gd name="connsiteX102" fmla="*/ 629307 w 734307"/>
                    <a:gd name="connsiteY102" fmla="*/ 104412 h 788699"/>
                    <a:gd name="connsiteX103" fmla="*/ 607549 w 734307"/>
                    <a:gd name="connsiteY103" fmla="*/ 107132 h 788699"/>
                    <a:gd name="connsiteX104" fmla="*/ 580353 w 734307"/>
                    <a:gd name="connsiteY104" fmla="*/ 107132 h 788699"/>
                    <a:gd name="connsiteX105" fmla="*/ 583072 w 734307"/>
                    <a:gd name="connsiteY105" fmla="*/ 115291 h 788699"/>
                    <a:gd name="connsiteX106" fmla="*/ 588512 w 734307"/>
                    <a:gd name="connsiteY106" fmla="*/ 156086 h 788699"/>
                    <a:gd name="connsiteX107" fmla="*/ 593951 w 734307"/>
                    <a:gd name="connsiteY107" fmla="*/ 196881 h 788699"/>
                    <a:gd name="connsiteX108" fmla="*/ 599390 w 734307"/>
                    <a:gd name="connsiteY108" fmla="*/ 226797 h 788699"/>
                    <a:gd name="connsiteX109" fmla="*/ 599390 w 734307"/>
                    <a:gd name="connsiteY109" fmla="*/ 232236 h 788699"/>
                    <a:gd name="connsiteX110" fmla="*/ 599390 w 734307"/>
                    <a:gd name="connsiteY110" fmla="*/ 240395 h 788699"/>
                    <a:gd name="connsiteX111" fmla="*/ 602110 w 734307"/>
                    <a:gd name="connsiteY111" fmla="*/ 270311 h 788699"/>
                    <a:gd name="connsiteX112" fmla="*/ 607549 w 734307"/>
                    <a:gd name="connsiteY112" fmla="*/ 308386 h 788699"/>
                    <a:gd name="connsiteX113" fmla="*/ 607549 w 734307"/>
                    <a:gd name="connsiteY113" fmla="*/ 319265 h 788699"/>
                    <a:gd name="connsiteX114" fmla="*/ 612988 w 734307"/>
                    <a:gd name="connsiteY114" fmla="*/ 335583 h 788699"/>
                    <a:gd name="connsiteX115" fmla="*/ 612988 w 734307"/>
                    <a:gd name="connsiteY115" fmla="*/ 346462 h 788699"/>
                    <a:gd name="connsiteX116" fmla="*/ 612988 w 734307"/>
                    <a:gd name="connsiteY116" fmla="*/ 370939 h 788699"/>
                    <a:gd name="connsiteX117" fmla="*/ 612988 w 734307"/>
                    <a:gd name="connsiteY117" fmla="*/ 395415 h 788699"/>
                    <a:gd name="connsiteX118" fmla="*/ 615708 w 734307"/>
                    <a:gd name="connsiteY118" fmla="*/ 422612 h 788699"/>
                    <a:gd name="connsiteX119" fmla="*/ 618428 w 734307"/>
                    <a:gd name="connsiteY119" fmla="*/ 441650 h 788699"/>
                    <a:gd name="connsiteX120" fmla="*/ 618428 w 734307"/>
                    <a:gd name="connsiteY120" fmla="*/ 455248 h 788699"/>
                    <a:gd name="connsiteX121" fmla="*/ 621147 w 734307"/>
                    <a:gd name="connsiteY121" fmla="*/ 463407 h 788699"/>
                    <a:gd name="connsiteX122" fmla="*/ 626587 w 734307"/>
                    <a:gd name="connsiteY122" fmla="*/ 482444 h 788699"/>
                    <a:gd name="connsiteX123" fmla="*/ 629307 w 734307"/>
                    <a:gd name="connsiteY123" fmla="*/ 517800 h 788699"/>
                    <a:gd name="connsiteX124" fmla="*/ 634746 w 734307"/>
                    <a:gd name="connsiteY124" fmla="*/ 561314 h 788699"/>
                    <a:gd name="connsiteX125" fmla="*/ 634746 w 734307"/>
                    <a:gd name="connsiteY125" fmla="*/ 566754 h 788699"/>
                    <a:gd name="connsiteX126" fmla="*/ 634746 w 734307"/>
                    <a:gd name="connsiteY126" fmla="*/ 583072 h 788699"/>
                    <a:gd name="connsiteX127" fmla="*/ 637466 w 734307"/>
                    <a:gd name="connsiteY127" fmla="*/ 607548 h 788699"/>
                    <a:gd name="connsiteX128" fmla="*/ 640185 w 734307"/>
                    <a:gd name="connsiteY128" fmla="*/ 618427 h 788699"/>
                    <a:gd name="connsiteX129" fmla="*/ 640185 w 734307"/>
                    <a:gd name="connsiteY129" fmla="*/ 632025 h 788699"/>
                    <a:gd name="connsiteX130" fmla="*/ 640185 w 734307"/>
                    <a:gd name="connsiteY130" fmla="*/ 640184 h 788699"/>
                    <a:gd name="connsiteX131" fmla="*/ 642905 w 734307"/>
                    <a:gd name="connsiteY131" fmla="*/ 659222 h 788699"/>
                    <a:gd name="connsiteX132" fmla="*/ 642905 w 734307"/>
                    <a:gd name="connsiteY132" fmla="*/ 664661 h 788699"/>
                    <a:gd name="connsiteX133" fmla="*/ 653783 w 734307"/>
                    <a:gd name="connsiteY133" fmla="*/ 678259 h 788699"/>
                    <a:gd name="connsiteX134" fmla="*/ 653783 w 734307"/>
                    <a:gd name="connsiteY134" fmla="*/ 678259 h 788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</a:cxnLst>
                  <a:rect l="l" t="t" r="r" b="b"/>
                  <a:pathLst>
                    <a:path w="734307" h="788699">
                      <a:moveTo>
                        <a:pt x="653783" y="678259"/>
                      </a:moveTo>
                      <a:cubicBezTo>
                        <a:pt x="667382" y="678259"/>
                        <a:pt x="691859" y="678259"/>
                        <a:pt x="691859" y="694577"/>
                      </a:cubicBezTo>
                      <a:cubicBezTo>
                        <a:pt x="691859" y="702736"/>
                        <a:pt x="689139" y="705456"/>
                        <a:pt x="686419" y="710895"/>
                      </a:cubicBezTo>
                      <a:cubicBezTo>
                        <a:pt x="683700" y="716335"/>
                        <a:pt x="675541" y="719054"/>
                        <a:pt x="670101" y="719054"/>
                      </a:cubicBezTo>
                      <a:cubicBezTo>
                        <a:pt x="661942" y="721774"/>
                        <a:pt x="653783" y="721774"/>
                        <a:pt x="648344" y="721774"/>
                      </a:cubicBezTo>
                      <a:cubicBezTo>
                        <a:pt x="645624" y="721774"/>
                        <a:pt x="634746" y="721774"/>
                        <a:pt x="618428" y="721774"/>
                      </a:cubicBezTo>
                      <a:cubicBezTo>
                        <a:pt x="604829" y="729933"/>
                        <a:pt x="588512" y="735372"/>
                        <a:pt x="572194" y="735372"/>
                      </a:cubicBezTo>
                      <a:cubicBezTo>
                        <a:pt x="564035" y="735372"/>
                        <a:pt x="553156" y="732653"/>
                        <a:pt x="544997" y="729933"/>
                      </a:cubicBezTo>
                      <a:cubicBezTo>
                        <a:pt x="539558" y="727213"/>
                        <a:pt x="536838" y="724494"/>
                        <a:pt x="534119" y="721774"/>
                      </a:cubicBezTo>
                      <a:cubicBezTo>
                        <a:pt x="520520" y="721774"/>
                        <a:pt x="509641" y="721774"/>
                        <a:pt x="496043" y="721774"/>
                      </a:cubicBezTo>
                      <a:cubicBezTo>
                        <a:pt x="487884" y="721774"/>
                        <a:pt x="479725" y="721774"/>
                        <a:pt x="471566" y="721774"/>
                      </a:cubicBezTo>
                      <a:cubicBezTo>
                        <a:pt x="463407" y="721774"/>
                        <a:pt x="452529" y="721774"/>
                        <a:pt x="444370" y="716335"/>
                      </a:cubicBezTo>
                      <a:cubicBezTo>
                        <a:pt x="436211" y="713615"/>
                        <a:pt x="428052" y="705456"/>
                        <a:pt x="428052" y="700017"/>
                      </a:cubicBezTo>
                      <a:cubicBezTo>
                        <a:pt x="428052" y="697297"/>
                        <a:pt x="428052" y="694577"/>
                        <a:pt x="433491" y="691858"/>
                      </a:cubicBezTo>
                      <a:cubicBezTo>
                        <a:pt x="438930" y="689138"/>
                        <a:pt x="449809" y="686418"/>
                        <a:pt x="455248" y="683699"/>
                      </a:cubicBezTo>
                      <a:cubicBezTo>
                        <a:pt x="474286" y="680979"/>
                        <a:pt x="498763" y="678259"/>
                        <a:pt x="506922" y="678259"/>
                      </a:cubicBezTo>
                      <a:cubicBezTo>
                        <a:pt x="506922" y="678259"/>
                        <a:pt x="509641" y="678259"/>
                        <a:pt x="509641" y="678259"/>
                      </a:cubicBezTo>
                      <a:cubicBezTo>
                        <a:pt x="509641" y="672820"/>
                        <a:pt x="506922" y="670101"/>
                        <a:pt x="506922" y="664661"/>
                      </a:cubicBezTo>
                      <a:cubicBezTo>
                        <a:pt x="501483" y="640184"/>
                        <a:pt x="501483" y="612988"/>
                        <a:pt x="498763" y="580352"/>
                      </a:cubicBezTo>
                      <a:cubicBezTo>
                        <a:pt x="496043" y="547716"/>
                        <a:pt x="498763" y="512361"/>
                        <a:pt x="496043" y="479725"/>
                      </a:cubicBezTo>
                      <a:cubicBezTo>
                        <a:pt x="493324" y="449808"/>
                        <a:pt x="493324" y="419892"/>
                        <a:pt x="493324" y="389976"/>
                      </a:cubicBezTo>
                      <a:cubicBezTo>
                        <a:pt x="493324" y="360060"/>
                        <a:pt x="490604" y="332863"/>
                        <a:pt x="490604" y="302947"/>
                      </a:cubicBezTo>
                      <a:cubicBezTo>
                        <a:pt x="487884" y="275751"/>
                        <a:pt x="487884" y="240395"/>
                        <a:pt x="487884" y="229516"/>
                      </a:cubicBezTo>
                      <a:cubicBezTo>
                        <a:pt x="487884" y="224077"/>
                        <a:pt x="487884" y="221357"/>
                        <a:pt x="485165" y="221357"/>
                      </a:cubicBezTo>
                      <a:cubicBezTo>
                        <a:pt x="485165" y="221357"/>
                        <a:pt x="482445" y="224077"/>
                        <a:pt x="482445" y="226797"/>
                      </a:cubicBezTo>
                      <a:cubicBezTo>
                        <a:pt x="479725" y="237675"/>
                        <a:pt x="479725" y="251274"/>
                        <a:pt x="477006" y="262152"/>
                      </a:cubicBezTo>
                      <a:cubicBezTo>
                        <a:pt x="471566" y="289349"/>
                        <a:pt x="466127" y="316545"/>
                        <a:pt x="460688" y="341022"/>
                      </a:cubicBezTo>
                      <a:cubicBezTo>
                        <a:pt x="455248" y="365499"/>
                        <a:pt x="447090" y="392696"/>
                        <a:pt x="444370" y="417173"/>
                      </a:cubicBezTo>
                      <a:cubicBezTo>
                        <a:pt x="441650" y="430771"/>
                        <a:pt x="438930" y="441650"/>
                        <a:pt x="436211" y="455248"/>
                      </a:cubicBezTo>
                      <a:cubicBezTo>
                        <a:pt x="433491" y="468846"/>
                        <a:pt x="428052" y="479725"/>
                        <a:pt x="425332" y="493323"/>
                      </a:cubicBezTo>
                      <a:cubicBezTo>
                        <a:pt x="422612" y="506921"/>
                        <a:pt x="419893" y="520520"/>
                        <a:pt x="411734" y="531398"/>
                      </a:cubicBezTo>
                      <a:cubicBezTo>
                        <a:pt x="406295" y="539557"/>
                        <a:pt x="395416" y="547716"/>
                        <a:pt x="376378" y="547716"/>
                      </a:cubicBezTo>
                      <a:cubicBezTo>
                        <a:pt x="357341" y="547716"/>
                        <a:pt x="335583" y="539557"/>
                        <a:pt x="319265" y="525959"/>
                      </a:cubicBezTo>
                      <a:cubicBezTo>
                        <a:pt x="300228" y="506921"/>
                        <a:pt x="294788" y="479725"/>
                        <a:pt x="289349" y="455248"/>
                      </a:cubicBezTo>
                      <a:cubicBezTo>
                        <a:pt x="283910" y="428051"/>
                        <a:pt x="278470" y="400855"/>
                        <a:pt x="273031" y="373658"/>
                      </a:cubicBezTo>
                      <a:cubicBezTo>
                        <a:pt x="273031" y="368219"/>
                        <a:pt x="267592" y="346462"/>
                        <a:pt x="262153" y="316545"/>
                      </a:cubicBezTo>
                      <a:cubicBezTo>
                        <a:pt x="256713" y="292068"/>
                        <a:pt x="251274" y="262152"/>
                        <a:pt x="245835" y="237675"/>
                      </a:cubicBezTo>
                      <a:cubicBezTo>
                        <a:pt x="240395" y="218638"/>
                        <a:pt x="237675" y="205039"/>
                        <a:pt x="234956" y="196881"/>
                      </a:cubicBezTo>
                      <a:cubicBezTo>
                        <a:pt x="232236" y="191441"/>
                        <a:pt x="232236" y="191441"/>
                        <a:pt x="232236" y="191441"/>
                      </a:cubicBezTo>
                      <a:cubicBezTo>
                        <a:pt x="229517" y="191441"/>
                        <a:pt x="229517" y="196881"/>
                        <a:pt x="226797" y="207759"/>
                      </a:cubicBezTo>
                      <a:cubicBezTo>
                        <a:pt x="226797" y="215918"/>
                        <a:pt x="226797" y="229516"/>
                        <a:pt x="226797" y="232236"/>
                      </a:cubicBezTo>
                      <a:cubicBezTo>
                        <a:pt x="226797" y="243115"/>
                        <a:pt x="224077" y="256713"/>
                        <a:pt x="224077" y="267592"/>
                      </a:cubicBezTo>
                      <a:cubicBezTo>
                        <a:pt x="224077" y="278470"/>
                        <a:pt x="224077" y="294788"/>
                        <a:pt x="221358" y="311106"/>
                      </a:cubicBezTo>
                      <a:cubicBezTo>
                        <a:pt x="221358" y="327424"/>
                        <a:pt x="218638" y="343742"/>
                        <a:pt x="218638" y="360060"/>
                      </a:cubicBezTo>
                      <a:cubicBezTo>
                        <a:pt x="218638" y="373658"/>
                        <a:pt x="215919" y="384537"/>
                        <a:pt x="215919" y="398135"/>
                      </a:cubicBezTo>
                      <a:cubicBezTo>
                        <a:pt x="215919" y="409014"/>
                        <a:pt x="213199" y="419892"/>
                        <a:pt x="213199" y="430771"/>
                      </a:cubicBezTo>
                      <a:cubicBezTo>
                        <a:pt x="213199" y="438930"/>
                        <a:pt x="213199" y="447089"/>
                        <a:pt x="213199" y="455248"/>
                      </a:cubicBezTo>
                      <a:cubicBezTo>
                        <a:pt x="213199" y="463407"/>
                        <a:pt x="213199" y="471566"/>
                        <a:pt x="213199" y="477005"/>
                      </a:cubicBezTo>
                      <a:cubicBezTo>
                        <a:pt x="210479" y="490603"/>
                        <a:pt x="207759" y="506921"/>
                        <a:pt x="207759" y="520520"/>
                      </a:cubicBezTo>
                      <a:cubicBezTo>
                        <a:pt x="202320" y="550436"/>
                        <a:pt x="199600" y="580352"/>
                        <a:pt x="196881" y="610268"/>
                      </a:cubicBezTo>
                      <a:cubicBezTo>
                        <a:pt x="196881" y="623866"/>
                        <a:pt x="196881" y="640184"/>
                        <a:pt x="194161" y="653783"/>
                      </a:cubicBezTo>
                      <a:cubicBezTo>
                        <a:pt x="194161" y="659222"/>
                        <a:pt x="194161" y="661942"/>
                        <a:pt x="191441" y="667381"/>
                      </a:cubicBezTo>
                      <a:cubicBezTo>
                        <a:pt x="213199" y="667381"/>
                        <a:pt x="232236" y="667381"/>
                        <a:pt x="243115" y="667381"/>
                      </a:cubicBezTo>
                      <a:cubicBezTo>
                        <a:pt x="253994" y="667381"/>
                        <a:pt x="273031" y="670101"/>
                        <a:pt x="273031" y="683699"/>
                      </a:cubicBezTo>
                      <a:cubicBezTo>
                        <a:pt x="273031" y="691858"/>
                        <a:pt x="267592" y="691858"/>
                        <a:pt x="262153" y="697297"/>
                      </a:cubicBezTo>
                      <a:cubicBezTo>
                        <a:pt x="259433" y="702736"/>
                        <a:pt x="253994" y="705456"/>
                        <a:pt x="248554" y="705456"/>
                      </a:cubicBezTo>
                      <a:cubicBezTo>
                        <a:pt x="240395" y="708176"/>
                        <a:pt x="234956" y="708176"/>
                        <a:pt x="232236" y="708176"/>
                      </a:cubicBezTo>
                      <a:cubicBezTo>
                        <a:pt x="226797" y="708176"/>
                        <a:pt x="175124" y="708176"/>
                        <a:pt x="166965" y="708176"/>
                      </a:cubicBezTo>
                      <a:cubicBezTo>
                        <a:pt x="156086" y="708176"/>
                        <a:pt x="120730" y="708176"/>
                        <a:pt x="109852" y="708176"/>
                      </a:cubicBezTo>
                      <a:cubicBezTo>
                        <a:pt x="104412" y="708176"/>
                        <a:pt x="96253" y="708176"/>
                        <a:pt x="90814" y="708176"/>
                      </a:cubicBezTo>
                      <a:cubicBezTo>
                        <a:pt x="85375" y="708176"/>
                        <a:pt x="77216" y="705456"/>
                        <a:pt x="69057" y="702736"/>
                      </a:cubicBezTo>
                      <a:cubicBezTo>
                        <a:pt x="63617" y="700017"/>
                        <a:pt x="58178" y="691858"/>
                        <a:pt x="58178" y="686418"/>
                      </a:cubicBezTo>
                      <a:cubicBezTo>
                        <a:pt x="58178" y="683699"/>
                        <a:pt x="58178" y="680979"/>
                        <a:pt x="60898" y="678259"/>
                      </a:cubicBezTo>
                      <a:cubicBezTo>
                        <a:pt x="63617" y="675540"/>
                        <a:pt x="71777" y="672820"/>
                        <a:pt x="77216" y="670101"/>
                      </a:cubicBezTo>
                      <a:cubicBezTo>
                        <a:pt x="90814" y="667381"/>
                        <a:pt x="120730" y="664661"/>
                        <a:pt x="126170" y="664661"/>
                      </a:cubicBezTo>
                      <a:cubicBezTo>
                        <a:pt x="128889" y="664661"/>
                        <a:pt x="134329" y="664661"/>
                        <a:pt x="142487" y="664661"/>
                      </a:cubicBezTo>
                      <a:cubicBezTo>
                        <a:pt x="142487" y="640184"/>
                        <a:pt x="147927" y="612988"/>
                        <a:pt x="147927" y="588511"/>
                      </a:cubicBezTo>
                      <a:cubicBezTo>
                        <a:pt x="150646" y="555875"/>
                        <a:pt x="153366" y="523239"/>
                        <a:pt x="153366" y="493323"/>
                      </a:cubicBezTo>
                      <a:cubicBezTo>
                        <a:pt x="153366" y="466126"/>
                        <a:pt x="156086" y="438930"/>
                        <a:pt x="156086" y="411733"/>
                      </a:cubicBezTo>
                      <a:cubicBezTo>
                        <a:pt x="158806" y="373658"/>
                        <a:pt x="158806" y="335583"/>
                        <a:pt x="161525" y="297508"/>
                      </a:cubicBezTo>
                      <a:cubicBezTo>
                        <a:pt x="161525" y="278470"/>
                        <a:pt x="164245" y="259433"/>
                        <a:pt x="166965" y="240395"/>
                      </a:cubicBezTo>
                      <a:cubicBezTo>
                        <a:pt x="169684" y="210479"/>
                        <a:pt x="172404" y="191441"/>
                        <a:pt x="177843" y="161525"/>
                      </a:cubicBezTo>
                      <a:cubicBezTo>
                        <a:pt x="180563" y="147927"/>
                        <a:pt x="180563" y="131609"/>
                        <a:pt x="183282" y="118011"/>
                      </a:cubicBezTo>
                      <a:cubicBezTo>
                        <a:pt x="183282" y="118011"/>
                        <a:pt x="183282" y="115291"/>
                        <a:pt x="183282" y="115291"/>
                      </a:cubicBezTo>
                      <a:cubicBezTo>
                        <a:pt x="177843" y="115291"/>
                        <a:pt x="172404" y="115291"/>
                        <a:pt x="161525" y="115291"/>
                      </a:cubicBezTo>
                      <a:cubicBezTo>
                        <a:pt x="153366" y="115291"/>
                        <a:pt x="145207" y="115291"/>
                        <a:pt x="137048" y="115291"/>
                      </a:cubicBezTo>
                      <a:cubicBezTo>
                        <a:pt x="128889" y="115291"/>
                        <a:pt x="118011" y="115291"/>
                        <a:pt x="109852" y="109851"/>
                      </a:cubicBezTo>
                      <a:cubicBezTo>
                        <a:pt x="101693" y="107132"/>
                        <a:pt x="93534" y="98973"/>
                        <a:pt x="93534" y="93534"/>
                      </a:cubicBezTo>
                      <a:cubicBezTo>
                        <a:pt x="93534" y="90814"/>
                        <a:pt x="93534" y="88094"/>
                        <a:pt x="98973" y="85375"/>
                      </a:cubicBezTo>
                      <a:cubicBezTo>
                        <a:pt x="104412" y="82655"/>
                        <a:pt x="115291" y="79935"/>
                        <a:pt x="120730" y="77216"/>
                      </a:cubicBezTo>
                      <a:cubicBezTo>
                        <a:pt x="139768" y="74496"/>
                        <a:pt x="164245" y="71776"/>
                        <a:pt x="172404" y="71776"/>
                      </a:cubicBezTo>
                      <a:cubicBezTo>
                        <a:pt x="194161" y="71776"/>
                        <a:pt x="210479" y="69057"/>
                        <a:pt x="234956" y="69057"/>
                      </a:cubicBezTo>
                      <a:cubicBezTo>
                        <a:pt x="237675" y="69057"/>
                        <a:pt x="240395" y="69057"/>
                        <a:pt x="243115" y="69057"/>
                      </a:cubicBezTo>
                      <a:cubicBezTo>
                        <a:pt x="251274" y="69057"/>
                        <a:pt x="262153" y="69057"/>
                        <a:pt x="270312" y="74496"/>
                      </a:cubicBezTo>
                      <a:cubicBezTo>
                        <a:pt x="283910" y="82655"/>
                        <a:pt x="300228" y="96253"/>
                        <a:pt x="308387" y="123450"/>
                      </a:cubicBezTo>
                      <a:cubicBezTo>
                        <a:pt x="316546" y="147927"/>
                        <a:pt x="327424" y="175123"/>
                        <a:pt x="332864" y="202320"/>
                      </a:cubicBezTo>
                      <a:cubicBezTo>
                        <a:pt x="335583" y="213198"/>
                        <a:pt x="335583" y="226797"/>
                        <a:pt x="338303" y="237675"/>
                      </a:cubicBezTo>
                      <a:cubicBezTo>
                        <a:pt x="343742" y="251274"/>
                        <a:pt x="346462" y="264872"/>
                        <a:pt x="349182" y="281190"/>
                      </a:cubicBezTo>
                      <a:cubicBezTo>
                        <a:pt x="351901" y="292068"/>
                        <a:pt x="351901" y="305667"/>
                        <a:pt x="357341" y="316545"/>
                      </a:cubicBezTo>
                      <a:cubicBezTo>
                        <a:pt x="362780" y="327424"/>
                        <a:pt x="362780" y="338303"/>
                        <a:pt x="365500" y="351901"/>
                      </a:cubicBezTo>
                      <a:cubicBezTo>
                        <a:pt x="365500" y="357340"/>
                        <a:pt x="373658" y="373658"/>
                        <a:pt x="376378" y="389976"/>
                      </a:cubicBezTo>
                      <a:cubicBezTo>
                        <a:pt x="381817" y="403574"/>
                        <a:pt x="384537" y="414453"/>
                        <a:pt x="387257" y="414453"/>
                      </a:cubicBezTo>
                      <a:cubicBezTo>
                        <a:pt x="392696" y="414453"/>
                        <a:pt x="395416" y="381817"/>
                        <a:pt x="398136" y="376378"/>
                      </a:cubicBezTo>
                      <a:cubicBezTo>
                        <a:pt x="400855" y="362779"/>
                        <a:pt x="403575" y="346462"/>
                        <a:pt x="406295" y="332863"/>
                      </a:cubicBezTo>
                      <a:cubicBezTo>
                        <a:pt x="411734" y="302947"/>
                        <a:pt x="417173" y="273031"/>
                        <a:pt x="425332" y="243115"/>
                      </a:cubicBezTo>
                      <a:cubicBezTo>
                        <a:pt x="430771" y="213198"/>
                        <a:pt x="436211" y="180563"/>
                        <a:pt x="444370" y="150646"/>
                      </a:cubicBezTo>
                      <a:cubicBezTo>
                        <a:pt x="449809" y="126170"/>
                        <a:pt x="460688" y="98973"/>
                        <a:pt x="477006" y="79935"/>
                      </a:cubicBezTo>
                      <a:cubicBezTo>
                        <a:pt x="487884" y="66337"/>
                        <a:pt x="506922" y="58178"/>
                        <a:pt x="523240" y="58178"/>
                      </a:cubicBezTo>
                      <a:cubicBezTo>
                        <a:pt x="528679" y="58178"/>
                        <a:pt x="539558" y="58178"/>
                        <a:pt x="544997" y="63617"/>
                      </a:cubicBezTo>
                      <a:lnTo>
                        <a:pt x="612988" y="63617"/>
                      </a:lnTo>
                      <a:cubicBezTo>
                        <a:pt x="626587" y="63617"/>
                        <a:pt x="651064" y="63617"/>
                        <a:pt x="651064" y="79935"/>
                      </a:cubicBezTo>
                      <a:cubicBezTo>
                        <a:pt x="651064" y="88094"/>
                        <a:pt x="648344" y="88094"/>
                        <a:pt x="645624" y="96253"/>
                      </a:cubicBezTo>
                      <a:cubicBezTo>
                        <a:pt x="640185" y="101693"/>
                        <a:pt x="634746" y="104412"/>
                        <a:pt x="629307" y="104412"/>
                      </a:cubicBezTo>
                      <a:cubicBezTo>
                        <a:pt x="621147" y="107132"/>
                        <a:pt x="612988" y="107132"/>
                        <a:pt x="607549" y="107132"/>
                      </a:cubicBezTo>
                      <a:cubicBezTo>
                        <a:pt x="604829" y="107132"/>
                        <a:pt x="591231" y="107132"/>
                        <a:pt x="580353" y="107132"/>
                      </a:cubicBezTo>
                      <a:cubicBezTo>
                        <a:pt x="580353" y="109851"/>
                        <a:pt x="583072" y="112571"/>
                        <a:pt x="583072" y="115291"/>
                      </a:cubicBezTo>
                      <a:cubicBezTo>
                        <a:pt x="585792" y="128889"/>
                        <a:pt x="585792" y="142487"/>
                        <a:pt x="588512" y="156086"/>
                      </a:cubicBezTo>
                      <a:cubicBezTo>
                        <a:pt x="591231" y="169684"/>
                        <a:pt x="591231" y="183282"/>
                        <a:pt x="593951" y="196881"/>
                      </a:cubicBezTo>
                      <a:cubicBezTo>
                        <a:pt x="593951" y="207759"/>
                        <a:pt x="599390" y="215918"/>
                        <a:pt x="599390" y="226797"/>
                      </a:cubicBezTo>
                      <a:cubicBezTo>
                        <a:pt x="599390" y="229516"/>
                        <a:pt x="599390" y="229516"/>
                        <a:pt x="599390" y="232236"/>
                      </a:cubicBezTo>
                      <a:cubicBezTo>
                        <a:pt x="599390" y="234956"/>
                        <a:pt x="599390" y="237675"/>
                        <a:pt x="599390" y="240395"/>
                      </a:cubicBezTo>
                      <a:cubicBezTo>
                        <a:pt x="599390" y="251274"/>
                        <a:pt x="599390" y="259433"/>
                        <a:pt x="602110" y="270311"/>
                      </a:cubicBezTo>
                      <a:cubicBezTo>
                        <a:pt x="604829" y="283909"/>
                        <a:pt x="607549" y="294788"/>
                        <a:pt x="607549" y="308386"/>
                      </a:cubicBezTo>
                      <a:cubicBezTo>
                        <a:pt x="607549" y="311106"/>
                        <a:pt x="607549" y="316545"/>
                        <a:pt x="607549" y="319265"/>
                      </a:cubicBezTo>
                      <a:cubicBezTo>
                        <a:pt x="607549" y="324704"/>
                        <a:pt x="610269" y="330144"/>
                        <a:pt x="612988" y="335583"/>
                      </a:cubicBezTo>
                      <a:cubicBezTo>
                        <a:pt x="612988" y="338303"/>
                        <a:pt x="612988" y="343742"/>
                        <a:pt x="612988" y="346462"/>
                      </a:cubicBezTo>
                      <a:cubicBezTo>
                        <a:pt x="612988" y="354620"/>
                        <a:pt x="612988" y="362779"/>
                        <a:pt x="612988" y="370939"/>
                      </a:cubicBezTo>
                      <a:cubicBezTo>
                        <a:pt x="612988" y="379097"/>
                        <a:pt x="612988" y="387256"/>
                        <a:pt x="612988" y="395415"/>
                      </a:cubicBezTo>
                      <a:cubicBezTo>
                        <a:pt x="612988" y="403574"/>
                        <a:pt x="615708" y="414453"/>
                        <a:pt x="615708" y="422612"/>
                      </a:cubicBezTo>
                      <a:cubicBezTo>
                        <a:pt x="618428" y="430771"/>
                        <a:pt x="618428" y="436210"/>
                        <a:pt x="618428" y="441650"/>
                      </a:cubicBezTo>
                      <a:cubicBezTo>
                        <a:pt x="618428" y="444369"/>
                        <a:pt x="618428" y="449808"/>
                        <a:pt x="618428" y="455248"/>
                      </a:cubicBezTo>
                      <a:cubicBezTo>
                        <a:pt x="618428" y="460687"/>
                        <a:pt x="618428" y="460687"/>
                        <a:pt x="621147" y="463407"/>
                      </a:cubicBezTo>
                      <a:cubicBezTo>
                        <a:pt x="623867" y="471566"/>
                        <a:pt x="623867" y="477005"/>
                        <a:pt x="626587" y="482444"/>
                      </a:cubicBezTo>
                      <a:cubicBezTo>
                        <a:pt x="629307" y="493323"/>
                        <a:pt x="629307" y="506921"/>
                        <a:pt x="629307" y="517800"/>
                      </a:cubicBezTo>
                      <a:cubicBezTo>
                        <a:pt x="632026" y="534118"/>
                        <a:pt x="632026" y="547716"/>
                        <a:pt x="634746" y="561314"/>
                      </a:cubicBezTo>
                      <a:cubicBezTo>
                        <a:pt x="634746" y="564034"/>
                        <a:pt x="634746" y="564034"/>
                        <a:pt x="634746" y="566754"/>
                      </a:cubicBezTo>
                      <a:cubicBezTo>
                        <a:pt x="634746" y="572193"/>
                        <a:pt x="634746" y="577632"/>
                        <a:pt x="634746" y="583072"/>
                      </a:cubicBezTo>
                      <a:cubicBezTo>
                        <a:pt x="634746" y="596670"/>
                        <a:pt x="637466" y="602109"/>
                        <a:pt x="637466" y="607548"/>
                      </a:cubicBezTo>
                      <a:cubicBezTo>
                        <a:pt x="637466" y="610268"/>
                        <a:pt x="640185" y="615708"/>
                        <a:pt x="640185" y="618427"/>
                      </a:cubicBezTo>
                      <a:cubicBezTo>
                        <a:pt x="640185" y="623866"/>
                        <a:pt x="640185" y="629306"/>
                        <a:pt x="640185" y="632025"/>
                      </a:cubicBezTo>
                      <a:cubicBezTo>
                        <a:pt x="640185" y="634745"/>
                        <a:pt x="640185" y="637465"/>
                        <a:pt x="640185" y="640184"/>
                      </a:cubicBezTo>
                      <a:cubicBezTo>
                        <a:pt x="640185" y="645624"/>
                        <a:pt x="642905" y="653783"/>
                        <a:pt x="642905" y="659222"/>
                      </a:cubicBezTo>
                      <a:cubicBezTo>
                        <a:pt x="642905" y="661942"/>
                        <a:pt x="642905" y="661942"/>
                        <a:pt x="642905" y="664661"/>
                      </a:cubicBezTo>
                      <a:cubicBezTo>
                        <a:pt x="645624" y="678259"/>
                        <a:pt x="651064" y="678259"/>
                        <a:pt x="653783" y="678259"/>
                      </a:cubicBezTo>
                      <a:lnTo>
                        <a:pt x="653783" y="678259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51" name="Freeform: Shape 45">
                  <a:extLst>
                    <a:ext uri="{FF2B5EF4-FFF2-40B4-BE49-F238E27FC236}">
                      <a16:creationId xmlns:a16="http://schemas.microsoft.com/office/drawing/2014/main" id="{D3802517-BB92-DB3A-D526-D5E586613D57}"/>
                    </a:ext>
                  </a:extLst>
                </p:cNvPr>
                <p:cNvSpPr/>
                <p:nvPr/>
              </p:nvSpPr>
              <p:spPr>
                <a:xfrm>
                  <a:off x="6362526" y="4242177"/>
                  <a:ext cx="492259" cy="674476"/>
                </a:xfrm>
                <a:custGeom>
                  <a:avLst/>
                  <a:gdLst>
                    <a:gd name="connsiteX0" fmla="*/ 225733 w 492259"/>
                    <a:gd name="connsiteY0" fmla="*/ 97907 h 674476"/>
                    <a:gd name="connsiteX1" fmla="*/ 209415 w 492259"/>
                    <a:gd name="connsiteY1" fmla="*/ 119665 h 674476"/>
                    <a:gd name="connsiteX2" fmla="*/ 201256 w 492259"/>
                    <a:gd name="connsiteY2" fmla="*/ 152300 h 674476"/>
                    <a:gd name="connsiteX3" fmla="*/ 198536 w 492259"/>
                    <a:gd name="connsiteY3" fmla="*/ 168618 h 674476"/>
                    <a:gd name="connsiteX4" fmla="*/ 195817 w 492259"/>
                    <a:gd name="connsiteY4" fmla="*/ 184936 h 674476"/>
                    <a:gd name="connsiteX5" fmla="*/ 187658 w 492259"/>
                    <a:gd name="connsiteY5" fmla="*/ 220292 h 674476"/>
                    <a:gd name="connsiteX6" fmla="*/ 168620 w 492259"/>
                    <a:gd name="connsiteY6" fmla="*/ 291003 h 674476"/>
                    <a:gd name="connsiteX7" fmla="*/ 160461 w 492259"/>
                    <a:gd name="connsiteY7" fmla="*/ 323639 h 674476"/>
                    <a:gd name="connsiteX8" fmla="*/ 149582 w 492259"/>
                    <a:gd name="connsiteY8" fmla="*/ 361714 h 674476"/>
                    <a:gd name="connsiteX9" fmla="*/ 144143 w 492259"/>
                    <a:gd name="connsiteY9" fmla="*/ 388910 h 674476"/>
                    <a:gd name="connsiteX10" fmla="*/ 149582 w 492259"/>
                    <a:gd name="connsiteY10" fmla="*/ 391630 h 674476"/>
                    <a:gd name="connsiteX11" fmla="*/ 171340 w 492259"/>
                    <a:gd name="connsiteY11" fmla="*/ 391630 h 674476"/>
                    <a:gd name="connsiteX12" fmla="*/ 193097 w 492259"/>
                    <a:gd name="connsiteY12" fmla="*/ 388910 h 674476"/>
                    <a:gd name="connsiteX13" fmla="*/ 212135 w 492259"/>
                    <a:gd name="connsiteY13" fmla="*/ 388910 h 674476"/>
                    <a:gd name="connsiteX14" fmla="*/ 236611 w 492259"/>
                    <a:gd name="connsiteY14" fmla="*/ 388910 h 674476"/>
                    <a:gd name="connsiteX15" fmla="*/ 250210 w 492259"/>
                    <a:gd name="connsiteY15" fmla="*/ 386191 h 674476"/>
                    <a:gd name="connsiteX16" fmla="*/ 258369 w 492259"/>
                    <a:gd name="connsiteY16" fmla="*/ 386191 h 674476"/>
                    <a:gd name="connsiteX17" fmla="*/ 255649 w 492259"/>
                    <a:gd name="connsiteY17" fmla="*/ 367153 h 674476"/>
                    <a:gd name="connsiteX18" fmla="*/ 250210 w 492259"/>
                    <a:gd name="connsiteY18" fmla="*/ 331797 h 674476"/>
                    <a:gd name="connsiteX19" fmla="*/ 247490 w 492259"/>
                    <a:gd name="connsiteY19" fmla="*/ 244769 h 674476"/>
                    <a:gd name="connsiteX20" fmla="*/ 242051 w 492259"/>
                    <a:gd name="connsiteY20" fmla="*/ 203974 h 674476"/>
                    <a:gd name="connsiteX21" fmla="*/ 236611 w 492259"/>
                    <a:gd name="connsiteY21" fmla="*/ 157740 h 674476"/>
                    <a:gd name="connsiteX22" fmla="*/ 233892 w 492259"/>
                    <a:gd name="connsiteY22" fmla="*/ 119665 h 674476"/>
                    <a:gd name="connsiteX23" fmla="*/ 225733 w 492259"/>
                    <a:gd name="connsiteY23" fmla="*/ 97907 h 674476"/>
                    <a:gd name="connsiteX24" fmla="*/ 274687 w 492259"/>
                    <a:gd name="connsiteY24" fmla="*/ 0 h 674476"/>
                    <a:gd name="connsiteX25" fmla="*/ 304603 w 492259"/>
                    <a:gd name="connsiteY25" fmla="*/ 5439 h 674476"/>
                    <a:gd name="connsiteX26" fmla="*/ 320921 w 492259"/>
                    <a:gd name="connsiteY26" fmla="*/ 24477 h 674476"/>
                    <a:gd name="connsiteX27" fmla="*/ 334519 w 492259"/>
                    <a:gd name="connsiteY27" fmla="*/ 43515 h 674476"/>
                    <a:gd name="connsiteX28" fmla="*/ 339959 w 492259"/>
                    <a:gd name="connsiteY28" fmla="*/ 65272 h 674476"/>
                    <a:gd name="connsiteX29" fmla="*/ 348118 w 492259"/>
                    <a:gd name="connsiteY29" fmla="*/ 114226 h 674476"/>
                    <a:gd name="connsiteX30" fmla="*/ 361716 w 492259"/>
                    <a:gd name="connsiteY30" fmla="*/ 163180 h 674476"/>
                    <a:gd name="connsiteX31" fmla="*/ 369875 w 492259"/>
                    <a:gd name="connsiteY31" fmla="*/ 220293 h 674476"/>
                    <a:gd name="connsiteX32" fmla="*/ 378034 w 492259"/>
                    <a:gd name="connsiteY32" fmla="*/ 274686 h 674476"/>
                    <a:gd name="connsiteX33" fmla="*/ 383473 w 492259"/>
                    <a:gd name="connsiteY33" fmla="*/ 301883 h 674476"/>
                    <a:gd name="connsiteX34" fmla="*/ 391632 w 492259"/>
                    <a:gd name="connsiteY34" fmla="*/ 337238 h 674476"/>
                    <a:gd name="connsiteX35" fmla="*/ 397071 w 492259"/>
                    <a:gd name="connsiteY35" fmla="*/ 364435 h 674476"/>
                    <a:gd name="connsiteX36" fmla="*/ 405230 w 492259"/>
                    <a:gd name="connsiteY36" fmla="*/ 383473 h 674476"/>
                    <a:gd name="connsiteX37" fmla="*/ 416109 w 492259"/>
                    <a:gd name="connsiteY37" fmla="*/ 386192 h 674476"/>
                    <a:gd name="connsiteX38" fmla="*/ 426988 w 492259"/>
                    <a:gd name="connsiteY38" fmla="*/ 386192 h 674476"/>
                    <a:gd name="connsiteX39" fmla="*/ 454184 w 492259"/>
                    <a:gd name="connsiteY39" fmla="*/ 397071 h 674476"/>
                    <a:gd name="connsiteX40" fmla="*/ 456904 w 492259"/>
                    <a:gd name="connsiteY40" fmla="*/ 405230 h 674476"/>
                    <a:gd name="connsiteX41" fmla="*/ 451464 w 492259"/>
                    <a:gd name="connsiteY41" fmla="*/ 416108 h 674476"/>
                    <a:gd name="connsiteX42" fmla="*/ 432427 w 492259"/>
                    <a:gd name="connsiteY42" fmla="*/ 429707 h 674476"/>
                    <a:gd name="connsiteX43" fmla="*/ 421548 w 492259"/>
                    <a:gd name="connsiteY43" fmla="*/ 432426 h 674476"/>
                    <a:gd name="connsiteX44" fmla="*/ 413389 w 492259"/>
                    <a:gd name="connsiteY44" fmla="*/ 435146 h 674476"/>
                    <a:gd name="connsiteX45" fmla="*/ 413389 w 492259"/>
                    <a:gd name="connsiteY45" fmla="*/ 440585 h 674476"/>
                    <a:gd name="connsiteX46" fmla="*/ 416109 w 492259"/>
                    <a:gd name="connsiteY46" fmla="*/ 451464 h 674476"/>
                    <a:gd name="connsiteX47" fmla="*/ 418829 w 492259"/>
                    <a:gd name="connsiteY47" fmla="*/ 465062 h 674476"/>
                    <a:gd name="connsiteX48" fmla="*/ 418829 w 492259"/>
                    <a:gd name="connsiteY48" fmla="*/ 475941 h 674476"/>
                    <a:gd name="connsiteX49" fmla="*/ 418829 w 492259"/>
                    <a:gd name="connsiteY49" fmla="*/ 486820 h 674476"/>
                    <a:gd name="connsiteX50" fmla="*/ 426988 w 492259"/>
                    <a:gd name="connsiteY50" fmla="*/ 516736 h 674476"/>
                    <a:gd name="connsiteX51" fmla="*/ 432427 w 492259"/>
                    <a:gd name="connsiteY51" fmla="*/ 543932 h 674476"/>
                    <a:gd name="connsiteX52" fmla="*/ 437866 w 492259"/>
                    <a:gd name="connsiteY52" fmla="*/ 573848 h 674476"/>
                    <a:gd name="connsiteX53" fmla="*/ 443306 w 492259"/>
                    <a:gd name="connsiteY53" fmla="*/ 606484 h 674476"/>
                    <a:gd name="connsiteX54" fmla="*/ 446025 w 492259"/>
                    <a:gd name="connsiteY54" fmla="*/ 617363 h 674476"/>
                    <a:gd name="connsiteX55" fmla="*/ 470502 w 492259"/>
                    <a:gd name="connsiteY55" fmla="*/ 617363 h 674476"/>
                    <a:gd name="connsiteX56" fmla="*/ 492259 w 492259"/>
                    <a:gd name="connsiteY56" fmla="*/ 641840 h 674476"/>
                    <a:gd name="connsiteX57" fmla="*/ 484101 w 492259"/>
                    <a:gd name="connsiteY57" fmla="*/ 655438 h 674476"/>
                    <a:gd name="connsiteX58" fmla="*/ 467782 w 492259"/>
                    <a:gd name="connsiteY58" fmla="*/ 663597 h 674476"/>
                    <a:gd name="connsiteX59" fmla="*/ 443306 w 492259"/>
                    <a:gd name="connsiteY59" fmla="*/ 666317 h 674476"/>
                    <a:gd name="connsiteX60" fmla="*/ 421548 w 492259"/>
                    <a:gd name="connsiteY60" fmla="*/ 666317 h 674476"/>
                    <a:gd name="connsiteX61" fmla="*/ 413389 w 492259"/>
                    <a:gd name="connsiteY61" fmla="*/ 666317 h 674476"/>
                    <a:gd name="connsiteX62" fmla="*/ 399791 w 492259"/>
                    <a:gd name="connsiteY62" fmla="*/ 671756 h 674476"/>
                    <a:gd name="connsiteX63" fmla="*/ 383473 w 492259"/>
                    <a:gd name="connsiteY63" fmla="*/ 674476 h 674476"/>
                    <a:gd name="connsiteX64" fmla="*/ 348118 w 492259"/>
                    <a:gd name="connsiteY64" fmla="*/ 669036 h 674476"/>
                    <a:gd name="connsiteX65" fmla="*/ 326360 w 492259"/>
                    <a:gd name="connsiteY65" fmla="*/ 669036 h 674476"/>
                    <a:gd name="connsiteX66" fmla="*/ 277406 w 492259"/>
                    <a:gd name="connsiteY66" fmla="*/ 669036 h 674476"/>
                    <a:gd name="connsiteX67" fmla="*/ 252930 w 492259"/>
                    <a:gd name="connsiteY67" fmla="*/ 663597 h 674476"/>
                    <a:gd name="connsiteX68" fmla="*/ 236611 w 492259"/>
                    <a:gd name="connsiteY68" fmla="*/ 647279 h 674476"/>
                    <a:gd name="connsiteX69" fmla="*/ 261088 w 492259"/>
                    <a:gd name="connsiteY69" fmla="*/ 630961 h 674476"/>
                    <a:gd name="connsiteX70" fmla="*/ 288285 w 492259"/>
                    <a:gd name="connsiteY70" fmla="*/ 628241 h 674476"/>
                    <a:gd name="connsiteX71" fmla="*/ 285565 w 492259"/>
                    <a:gd name="connsiteY71" fmla="*/ 609204 h 674476"/>
                    <a:gd name="connsiteX72" fmla="*/ 282846 w 492259"/>
                    <a:gd name="connsiteY72" fmla="*/ 582007 h 674476"/>
                    <a:gd name="connsiteX73" fmla="*/ 280126 w 492259"/>
                    <a:gd name="connsiteY73" fmla="*/ 568409 h 674476"/>
                    <a:gd name="connsiteX74" fmla="*/ 282846 w 492259"/>
                    <a:gd name="connsiteY74" fmla="*/ 554811 h 674476"/>
                    <a:gd name="connsiteX75" fmla="*/ 277406 w 492259"/>
                    <a:gd name="connsiteY75" fmla="*/ 538493 h 674476"/>
                    <a:gd name="connsiteX76" fmla="*/ 271967 w 492259"/>
                    <a:gd name="connsiteY76" fmla="*/ 505857 h 674476"/>
                    <a:gd name="connsiteX77" fmla="*/ 269247 w 492259"/>
                    <a:gd name="connsiteY77" fmla="*/ 478660 h 674476"/>
                    <a:gd name="connsiteX78" fmla="*/ 266528 w 492259"/>
                    <a:gd name="connsiteY78" fmla="*/ 446025 h 674476"/>
                    <a:gd name="connsiteX79" fmla="*/ 261088 w 492259"/>
                    <a:gd name="connsiteY79" fmla="*/ 437866 h 674476"/>
                    <a:gd name="connsiteX80" fmla="*/ 250210 w 492259"/>
                    <a:gd name="connsiteY80" fmla="*/ 437866 h 674476"/>
                    <a:gd name="connsiteX81" fmla="*/ 220293 w 492259"/>
                    <a:gd name="connsiteY81" fmla="*/ 440585 h 674476"/>
                    <a:gd name="connsiteX82" fmla="*/ 190377 w 492259"/>
                    <a:gd name="connsiteY82" fmla="*/ 443305 h 674476"/>
                    <a:gd name="connsiteX83" fmla="*/ 165900 w 492259"/>
                    <a:gd name="connsiteY83" fmla="*/ 443305 h 674476"/>
                    <a:gd name="connsiteX84" fmla="*/ 144143 w 492259"/>
                    <a:gd name="connsiteY84" fmla="*/ 440585 h 674476"/>
                    <a:gd name="connsiteX85" fmla="*/ 135984 w 492259"/>
                    <a:gd name="connsiteY85" fmla="*/ 454184 h 674476"/>
                    <a:gd name="connsiteX86" fmla="*/ 130545 w 492259"/>
                    <a:gd name="connsiteY86" fmla="*/ 486820 h 674476"/>
                    <a:gd name="connsiteX87" fmla="*/ 119666 w 492259"/>
                    <a:gd name="connsiteY87" fmla="*/ 541213 h 674476"/>
                    <a:gd name="connsiteX88" fmla="*/ 103348 w 492259"/>
                    <a:gd name="connsiteY88" fmla="*/ 614643 h 674476"/>
                    <a:gd name="connsiteX89" fmla="*/ 133264 w 492259"/>
                    <a:gd name="connsiteY89" fmla="*/ 614643 h 674476"/>
                    <a:gd name="connsiteX90" fmla="*/ 168620 w 492259"/>
                    <a:gd name="connsiteY90" fmla="*/ 630961 h 674476"/>
                    <a:gd name="connsiteX91" fmla="*/ 163181 w 492259"/>
                    <a:gd name="connsiteY91" fmla="*/ 647279 h 674476"/>
                    <a:gd name="connsiteX92" fmla="*/ 146863 w 492259"/>
                    <a:gd name="connsiteY92" fmla="*/ 655438 h 674476"/>
                    <a:gd name="connsiteX93" fmla="*/ 127825 w 492259"/>
                    <a:gd name="connsiteY93" fmla="*/ 658158 h 674476"/>
                    <a:gd name="connsiteX94" fmla="*/ 106068 w 492259"/>
                    <a:gd name="connsiteY94" fmla="*/ 658158 h 674476"/>
                    <a:gd name="connsiteX95" fmla="*/ 62552 w 492259"/>
                    <a:gd name="connsiteY95" fmla="*/ 658158 h 674476"/>
                    <a:gd name="connsiteX96" fmla="*/ 40795 w 492259"/>
                    <a:gd name="connsiteY96" fmla="*/ 658158 h 674476"/>
                    <a:gd name="connsiteX97" fmla="*/ 16318 w 492259"/>
                    <a:gd name="connsiteY97" fmla="*/ 652718 h 674476"/>
                    <a:gd name="connsiteX98" fmla="*/ 0 w 492259"/>
                    <a:gd name="connsiteY98" fmla="*/ 636401 h 674476"/>
                    <a:gd name="connsiteX99" fmla="*/ 2720 w 492259"/>
                    <a:gd name="connsiteY99" fmla="*/ 628241 h 674476"/>
                    <a:gd name="connsiteX100" fmla="*/ 24477 w 492259"/>
                    <a:gd name="connsiteY100" fmla="*/ 620082 h 674476"/>
                    <a:gd name="connsiteX101" fmla="*/ 62552 w 492259"/>
                    <a:gd name="connsiteY101" fmla="*/ 617363 h 674476"/>
                    <a:gd name="connsiteX102" fmla="*/ 62552 w 492259"/>
                    <a:gd name="connsiteY102" fmla="*/ 614643 h 674476"/>
                    <a:gd name="connsiteX103" fmla="*/ 65272 w 492259"/>
                    <a:gd name="connsiteY103" fmla="*/ 587447 h 674476"/>
                    <a:gd name="connsiteX104" fmla="*/ 76151 w 492259"/>
                    <a:gd name="connsiteY104" fmla="*/ 522175 h 674476"/>
                    <a:gd name="connsiteX105" fmla="*/ 87029 w 492259"/>
                    <a:gd name="connsiteY105" fmla="*/ 470501 h 674476"/>
                    <a:gd name="connsiteX106" fmla="*/ 92468 w 492259"/>
                    <a:gd name="connsiteY106" fmla="*/ 446025 h 674476"/>
                    <a:gd name="connsiteX107" fmla="*/ 65272 w 492259"/>
                    <a:gd name="connsiteY107" fmla="*/ 432426 h 674476"/>
                    <a:gd name="connsiteX108" fmla="*/ 54393 w 492259"/>
                    <a:gd name="connsiteY108" fmla="*/ 421548 h 674476"/>
                    <a:gd name="connsiteX109" fmla="*/ 73431 w 492259"/>
                    <a:gd name="connsiteY109" fmla="*/ 407949 h 674476"/>
                    <a:gd name="connsiteX110" fmla="*/ 100629 w 492259"/>
                    <a:gd name="connsiteY110" fmla="*/ 399790 h 674476"/>
                    <a:gd name="connsiteX111" fmla="*/ 108788 w 492259"/>
                    <a:gd name="connsiteY111" fmla="*/ 369874 h 674476"/>
                    <a:gd name="connsiteX112" fmla="*/ 125105 w 492259"/>
                    <a:gd name="connsiteY112" fmla="*/ 307322 h 674476"/>
                    <a:gd name="connsiteX113" fmla="*/ 141423 w 492259"/>
                    <a:gd name="connsiteY113" fmla="*/ 242051 h 674476"/>
                    <a:gd name="connsiteX114" fmla="*/ 155022 w 492259"/>
                    <a:gd name="connsiteY114" fmla="*/ 179498 h 674476"/>
                    <a:gd name="connsiteX115" fmla="*/ 168620 w 492259"/>
                    <a:gd name="connsiteY115" fmla="*/ 119665 h 674476"/>
                    <a:gd name="connsiteX116" fmla="*/ 193097 w 492259"/>
                    <a:gd name="connsiteY116" fmla="*/ 57113 h 674476"/>
                    <a:gd name="connsiteX117" fmla="*/ 201256 w 492259"/>
                    <a:gd name="connsiteY117" fmla="*/ 38075 h 674476"/>
                    <a:gd name="connsiteX118" fmla="*/ 217574 w 492259"/>
                    <a:gd name="connsiteY118" fmla="*/ 13598 h 674476"/>
                    <a:gd name="connsiteX119" fmla="*/ 274687 w 492259"/>
                    <a:gd name="connsiteY119" fmla="*/ 0 h 6744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</a:cxnLst>
                  <a:rect l="l" t="t" r="r" b="b"/>
                  <a:pathLst>
                    <a:path w="492259" h="674476">
                      <a:moveTo>
                        <a:pt x="225733" y="97907"/>
                      </a:moveTo>
                      <a:cubicBezTo>
                        <a:pt x="217574" y="97907"/>
                        <a:pt x="209415" y="114225"/>
                        <a:pt x="209415" y="119665"/>
                      </a:cubicBezTo>
                      <a:cubicBezTo>
                        <a:pt x="206695" y="130543"/>
                        <a:pt x="203976" y="144141"/>
                        <a:pt x="201256" y="152300"/>
                      </a:cubicBezTo>
                      <a:cubicBezTo>
                        <a:pt x="198536" y="157740"/>
                        <a:pt x="198536" y="163179"/>
                        <a:pt x="198536" y="168618"/>
                      </a:cubicBezTo>
                      <a:cubicBezTo>
                        <a:pt x="198536" y="174058"/>
                        <a:pt x="195817" y="179497"/>
                        <a:pt x="195817" y="184936"/>
                      </a:cubicBezTo>
                      <a:cubicBezTo>
                        <a:pt x="193097" y="195815"/>
                        <a:pt x="190377" y="209413"/>
                        <a:pt x="187658" y="220292"/>
                      </a:cubicBezTo>
                      <a:cubicBezTo>
                        <a:pt x="184938" y="244769"/>
                        <a:pt x="176779" y="269246"/>
                        <a:pt x="168620" y="291003"/>
                      </a:cubicBezTo>
                      <a:cubicBezTo>
                        <a:pt x="165900" y="301881"/>
                        <a:pt x="163181" y="312760"/>
                        <a:pt x="160461" y="323639"/>
                      </a:cubicBezTo>
                      <a:cubicBezTo>
                        <a:pt x="157742" y="337237"/>
                        <a:pt x="155022" y="348115"/>
                        <a:pt x="149582" y="361714"/>
                      </a:cubicBezTo>
                      <a:cubicBezTo>
                        <a:pt x="146863" y="367153"/>
                        <a:pt x="144143" y="383471"/>
                        <a:pt x="144143" y="388910"/>
                      </a:cubicBezTo>
                      <a:cubicBezTo>
                        <a:pt x="144143" y="391630"/>
                        <a:pt x="146863" y="391630"/>
                        <a:pt x="149582" y="391630"/>
                      </a:cubicBezTo>
                      <a:cubicBezTo>
                        <a:pt x="155022" y="391630"/>
                        <a:pt x="168620" y="391630"/>
                        <a:pt x="171340" y="391630"/>
                      </a:cubicBezTo>
                      <a:cubicBezTo>
                        <a:pt x="179498" y="391630"/>
                        <a:pt x="187658" y="391630"/>
                        <a:pt x="193097" y="388910"/>
                      </a:cubicBezTo>
                      <a:cubicBezTo>
                        <a:pt x="198536" y="388910"/>
                        <a:pt x="203976" y="388910"/>
                        <a:pt x="212135" y="388910"/>
                      </a:cubicBezTo>
                      <a:cubicBezTo>
                        <a:pt x="217574" y="388910"/>
                        <a:pt x="225733" y="388910"/>
                        <a:pt x="236611" y="388910"/>
                      </a:cubicBezTo>
                      <a:cubicBezTo>
                        <a:pt x="242051" y="388910"/>
                        <a:pt x="247490" y="388910"/>
                        <a:pt x="250210" y="386191"/>
                      </a:cubicBezTo>
                      <a:cubicBezTo>
                        <a:pt x="255649" y="391630"/>
                        <a:pt x="258369" y="388910"/>
                        <a:pt x="258369" y="386191"/>
                      </a:cubicBezTo>
                      <a:cubicBezTo>
                        <a:pt x="258369" y="380751"/>
                        <a:pt x="255649" y="372592"/>
                        <a:pt x="255649" y="367153"/>
                      </a:cubicBezTo>
                      <a:cubicBezTo>
                        <a:pt x="252930" y="353555"/>
                        <a:pt x="250210" y="342676"/>
                        <a:pt x="250210" y="331797"/>
                      </a:cubicBezTo>
                      <a:cubicBezTo>
                        <a:pt x="250210" y="301881"/>
                        <a:pt x="250210" y="274685"/>
                        <a:pt x="247490" y="244769"/>
                      </a:cubicBezTo>
                      <a:cubicBezTo>
                        <a:pt x="247490" y="231170"/>
                        <a:pt x="244771" y="217572"/>
                        <a:pt x="242051" y="203974"/>
                      </a:cubicBezTo>
                      <a:cubicBezTo>
                        <a:pt x="239331" y="187656"/>
                        <a:pt x="236611" y="174058"/>
                        <a:pt x="236611" y="157740"/>
                      </a:cubicBezTo>
                      <a:cubicBezTo>
                        <a:pt x="236611" y="152300"/>
                        <a:pt x="236611" y="133263"/>
                        <a:pt x="233892" y="119665"/>
                      </a:cubicBezTo>
                      <a:cubicBezTo>
                        <a:pt x="233892" y="106066"/>
                        <a:pt x="231172" y="97907"/>
                        <a:pt x="225733" y="97907"/>
                      </a:cubicBezTo>
                      <a:close/>
                      <a:moveTo>
                        <a:pt x="274687" y="0"/>
                      </a:moveTo>
                      <a:cubicBezTo>
                        <a:pt x="288285" y="0"/>
                        <a:pt x="293724" y="2720"/>
                        <a:pt x="304603" y="5439"/>
                      </a:cubicBezTo>
                      <a:cubicBezTo>
                        <a:pt x="315481" y="10879"/>
                        <a:pt x="315481" y="16318"/>
                        <a:pt x="320921" y="24477"/>
                      </a:cubicBezTo>
                      <a:cubicBezTo>
                        <a:pt x="326360" y="29916"/>
                        <a:pt x="331800" y="35356"/>
                        <a:pt x="334519" y="43515"/>
                      </a:cubicBezTo>
                      <a:cubicBezTo>
                        <a:pt x="337239" y="51674"/>
                        <a:pt x="337239" y="57113"/>
                        <a:pt x="339959" y="65272"/>
                      </a:cubicBezTo>
                      <a:cubicBezTo>
                        <a:pt x="345398" y="78870"/>
                        <a:pt x="342678" y="97908"/>
                        <a:pt x="348118" y="114226"/>
                      </a:cubicBezTo>
                      <a:cubicBezTo>
                        <a:pt x="350837" y="130544"/>
                        <a:pt x="358996" y="146863"/>
                        <a:pt x="361716" y="163180"/>
                      </a:cubicBezTo>
                      <a:cubicBezTo>
                        <a:pt x="364435" y="182218"/>
                        <a:pt x="364435" y="201256"/>
                        <a:pt x="369875" y="220293"/>
                      </a:cubicBezTo>
                      <a:cubicBezTo>
                        <a:pt x="375314" y="239331"/>
                        <a:pt x="378034" y="255649"/>
                        <a:pt x="378034" y="274686"/>
                      </a:cubicBezTo>
                      <a:cubicBezTo>
                        <a:pt x="378034" y="282845"/>
                        <a:pt x="380753" y="293724"/>
                        <a:pt x="383473" y="301883"/>
                      </a:cubicBezTo>
                      <a:cubicBezTo>
                        <a:pt x="386193" y="312762"/>
                        <a:pt x="388913" y="326360"/>
                        <a:pt x="391632" y="337238"/>
                      </a:cubicBezTo>
                      <a:cubicBezTo>
                        <a:pt x="391632" y="342678"/>
                        <a:pt x="394352" y="353556"/>
                        <a:pt x="397071" y="364435"/>
                      </a:cubicBezTo>
                      <a:cubicBezTo>
                        <a:pt x="399791" y="372594"/>
                        <a:pt x="402511" y="380753"/>
                        <a:pt x="405230" y="383473"/>
                      </a:cubicBezTo>
                      <a:cubicBezTo>
                        <a:pt x="407950" y="386192"/>
                        <a:pt x="413389" y="386192"/>
                        <a:pt x="416109" y="386192"/>
                      </a:cubicBezTo>
                      <a:cubicBezTo>
                        <a:pt x="418829" y="386192"/>
                        <a:pt x="424268" y="386192"/>
                        <a:pt x="426988" y="386192"/>
                      </a:cubicBezTo>
                      <a:cubicBezTo>
                        <a:pt x="437866" y="386192"/>
                        <a:pt x="448745" y="388912"/>
                        <a:pt x="454184" y="397071"/>
                      </a:cubicBezTo>
                      <a:cubicBezTo>
                        <a:pt x="456904" y="399790"/>
                        <a:pt x="456904" y="402510"/>
                        <a:pt x="456904" y="405230"/>
                      </a:cubicBezTo>
                      <a:cubicBezTo>
                        <a:pt x="456904" y="407949"/>
                        <a:pt x="454184" y="410669"/>
                        <a:pt x="451464" y="416108"/>
                      </a:cubicBezTo>
                      <a:cubicBezTo>
                        <a:pt x="446025" y="421548"/>
                        <a:pt x="440586" y="426987"/>
                        <a:pt x="432427" y="429707"/>
                      </a:cubicBezTo>
                      <a:cubicBezTo>
                        <a:pt x="429707" y="429707"/>
                        <a:pt x="426988" y="432426"/>
                        <a:pt x="421548" y="432426"/>
                      </a:cubicBezTo>
                      <a:cubicBezTo>
                        <a:pt x="418829" y="432426"/>
                        <a:pt x="416109" y="432426"/>
                        <a:pt x="413389" y="435146"/>
                      </a:cubicBezTo>
                      <a:cubicBezTo>
                        <a:pt x="413389" y="435146"/>
                        <a:pt x="413389" y="437866"/>
                        <a:pt x="413389" y="440585"/>
                      </a:cubicBezTo>
                      <a:cubicBezTo>
                        <a:pt x="413389" y="443305"/>
                        <a:pt x="413389" y="448744"/>
                        <a:pt x="416109" y="451464"/>
                      </a:cubicBezTo>
                      <a:cubicBezTo>
                        <a:pt x="416109" y="456903"/>
                        <a:pt x="418829" y="462343"/>
                        <a:pt x="418829" y="465062"/>
                      </a:cubicBezTo>
                      <a:lnTo>
                        <a:pt x="418829" y="475941"/>
                      </a:lnTo>
                      <a:cubicBezTo>
                        <a:pt x="418829" y="481380"/>
                        <a:pt x="418829" y="484100"/>
                        <a:pt x="418829" y="486820"/>
                      </a:cubicBezTo>
                      <a:cubicBezTo>
                        <a:pt x="421548" y="497698"/>
                        <a:pt x="424268" y="505857"/>
                        <a:pt x="426988" y="516736"/>
                      </a:cubicBezTo>
                      <a:cubicBezTo>
                        <a:pt x="426988" y="524895"/>
                        <a:pt x="429707" y="535773"/>
                        <a:pt x="432427" y="543932"/>
                      </a:cubicBezTo>
                      <a:cubicBezTo>
                        <a:pt x="435147" y="554811"/>
                        <a:pt x="437866" y="562970"/>
                        <a:pt x="437866" y="573848"/>
                      </a:cubicBezTo>
                      <a:cubicBezTo>
                        <a:pt x="437866" y="587447"/>
                        <a:pt x="440586" y="595606"/>
                        <a:pt x="443306" y="606484"/>
                      </a:cubicBezTo>
                      <a:cubicBezTo>
                        <a:pt x="443306" y="609204"/>
                        <a:pt x="446025" y="614643"/>
                        <a:pt x="446025" y="617363"/>
                      </a:cubicBezTo>
                      <a:cubicBezTo>
                        <a:pt x="454184" y="617363"/>
                        <a:pt x="462343" y="617363"/>
                        <a:pt x="470502" y="617363"/>
                      </a:cubicBezTo>
                      <a:cubicBezTo>
                        <a:pt x="475942" y="625522"/>
                        <a:pt x="492259" y="630961"/>
                        <a:pt x="492259" y="641840"/>
                      </a:cubicBezTo>
                      <a:cubicBezTo>
                        <a:pt x="492259" y="647279"/>
                        <a:pt x="486820" y="649999"/>
                        <a:pt x="484101" y="655438"/>
                      </a:cubicBezTo>
                      <a:cubicBezTo>
                        <a:pt x="481381" y="660877"/>
                        <a:pt x="473222" y="663597"/>
                        <a:pt x="467782" y="663597"/>
                      </a:cubicBezTo>
                      <a:cubicBezTo>
                        <a:pt x="456904" y="666317"/>
                        <a:pt x="451464" y="666317"/>
                        <a:pt x="443306" y="666317"/>
                      </a:cubicBezTo>
                      <a:cubicBezTo>
                        <a:pt x="437866" y="666317"/>
                        <a:pt x="429707" y="666317"/>
                        <a:pt x="421548" y="666317"/>
                      </a:cubicBezTo>
                      <a:cubicBezTo>
                        <a:pt x="418829" y="666317"/>
                        <a:pt x="416109" y="666317"/>
                        <a:pt x="413389" y="666317"/>
                      </a:cubicBezTo>
                      <a:cubicBezTo>
                        <a:pt x="407950" y="669036"/>
                        <a:pt x="405230" y="669036"/>
                        <a:pt x="399791" y="671756"/>
                      </a:cubicBezTo>
                      <a:cubicBezTo>
                        <a:pt x="394352" y="671756"/>
                        <a:pt x="388913" y="674476"/>
                        <a:pt x="383473" y="674476"/>
                      </a:cubicBezTo>
                      <a:cubicBezTo>
                        <a:pt x="372594" y="674476"/>
                        <a:pt x="358996" y="671756"/>
                        <a:pt x="348118" y="669036"/>
                      </a:cubicBezTo>
                      <a:cubicBezTo>
                        <a:pt x="339959" y="669036"/>
                        <a:pt x="331800" y="669036"/>
                        <a:pt x="326360" y="669036"/>
                      </a:cubicBezTo>
                      <a:cubicBezTo>
                        <a:pt x="304603" y="669036"/>
                        <a:pt x="285565" y="669036"/>
                        <a:pt x="277406" y="669036"/>
                      </a:cubicBezTo>
                      <a:cubicBezTo>
                        <a:pt x="269247" y="669036"/>
                        <a:pt x="258369" y="669036"/>
                        <a:pt x="252930" y="663597"/>
                      </a:cubicBezTo>
                      <a:cubicBezTo>
                        <a:pt x="247490" y="660877"/>
                        <a:pt x="236611" y="655438"/>
                        <a:pt x="236611" y="647279"/>
                      </a:cubicBezTo>
                      <a:cubicBezTo>
                        <a:pt x="236611" y="636401"/>
                        <a:pt x="252930" y="633681"/>
                        <a:pt x="261088" y="630961"/>
                      </a:cubicBezTo>
                      <a:cubicBezTo>
                        <a:pt x="266528" y="630961"/>
                        <a:pt x="274687" y="630961"/>
                        <a:pt x="288285" y="628241"/>
                      </a:cubicBezTo>
                      <a:cubicBezTo>
                        <a:pt x="288285" y="620082"/>
                        <a:pt x="288285" y="614643"/>
                        <a:pt x="285565" y="609204"/>
                      </a:cubicBezTo>
                      <a:cubicBezTo>
                        <a:pt x="285565" y="601045"/>
                        <a:pt x="282846" y="590166"/>
                        <a:pt x="282846" y="582007"/>
                      </a:cubicBezTo>
                      <a:cubicBezTo>
                        <a:pt x="282846" y="576568"/>
                        <a:pt x="280126" y="573848"/>
                        <a:pt x="280126" y="568409"/>
                      </a:cubicBezTo>
                      <a:cubicBezTo>
                        <a:pt x="280126" y="562970"/>
                        <a:pt x="282846" y="557531"/>
                        <a:pt x="282846" y="554811"/>
                      </a:cubicBezTo>
                      <a:cubicBezTo>
                        <a:pt x="282846" y="549371"/>
                        <a:pt x="280126" y="546652"/>
                        <a:pt x="277406" y="538493"/>
                      </a:cubicBezTo>
                      <a:cubicBezTo>
                        <a:pt x="277406" y="527614"/>
                        <a:pt x="271967" y="516736"/>
                        <a:pt x="271967" y="505857"/>
                      </a:cubicBezTo>
                      <a:cubicBezTo>
                        <a:pt x="271967" y="494978"/>
                        <a:pt x="271967" y="486820"/>
                        <a:pt x="269247" y="478660"/>
                      </a:cubicBezTo>
                      <a:cubicBezTo>
                        <a:pt x="266528" y="467782"/>
                        <a:pt x="266528" y="456903"/>
                        <a:pt x="266528" y="446025"/>
                      </a:cubicBezTo>
                      <a:cubicBezTo>
                        <a:pt x="266528" y="440585"/>
                        <a:pt x="263808" y="437866"/>
                        <a:pt x="261088" y="437866"/>
                      </a:cubicBezTo>
                      <a:cubicBezTo>
                        <a:pt x="258369" y="437866"/>
                        <a:pt x="255649" y="437866"/>
                        <a:pt x="250210" y="437866"/>
                      </a:cubicBezTo>
                      <a:cubicBezTo>
                        <a:pt x="239331" y="437866"/>
                        <a:pt x="228452" y="437866"/>
                        <a:pt x="220293" y="440585"/>
                      </a:cubicBezTo>
                      <a:cubicBezTo>
                        <a:pt x="209415" y="440585"/>
                        <a:pt x="201256" y="443305"/>
                        <a:pt x="190377" y="443305"/>
                      </a:cubicBezTo>
                      <a:cubicBezTo>
                        <a:pt x="182218" y="443305"/>
                        <a:pt x="174059" y="443305"/>
                        <a:pt x="165900" y="443305"/>
                      </a:cubicBezTo>
                      <a:cubicBezTo>
                        <a:pt x="163181" y="443305"/>
                        <a:pt x="152302" y="440585"/>
                        <a:pt x="144143" y="440585"/>
                      </a:cubicBezTo>
                      <a:cubicBezTo>
                        <a:pt x="135984" y="440585"/>
                        <a:pt x="135984" y="448744"/>
                        <a:pt x="135984" y="454184"/>
                      </a:cubicBezTo>
                      <a:cubicBezTo>
                        <a:pt x="135984" y="465062"/>
                        <a:pt x="133264" y="475941"/>
                        <a:pt x="130545" y="486820"/>
                      </a:cubicBezTo>
                      <a:cubicBezTo>
                        <a:pt x="127825" y="505857"/>
                        <a:pt x="122386" y="522175"/>
                        <a:pt x="119666" y="541213"/>
                      </a:cubicBezTo>
                      <a:cubicBezTo>
                        <a:pt x="116947" y="560250"/>
                        <a:pt x="108788" y="595606"/>
                        <a:pt x="103348" y="614643"/>
                      </a:cubicBezTo>
                      <a:cubicBezTo>
                        <a:pt x="111507" y="614643"/>
                        <a:pt x="122386" y="614643"/>
                        <a:pt x="133264" y="614643"/>
                      </a:cubicBezTo>
                      <a:cubicBezTo>
                        <a:pt x="146863" y="614643"/>
                        <a:pt x="168620" y="614643"/>
                        <a:pt x="168620" y="630961"/>
                      </a:cubicBezTo>
                      <a:cubicBezTo>
                        <a:pt x="168620" y="639120"/>
                        <a:pt x="165900" y="639120"/>
                        <a:pt x="163181" y="647279"/>
                      </a:cubicBezTo>
                      <a:cubicBezTo>
                        <a:pt x="160461" y="652718"/>
                        <a:pt x="152302" y="655438"/>
                        <a:pt x="146863" y="655438"/>
                      </a:cubicBezTo>
                      <a:cubicBezTo>
                        <a:pt x="138704" y="658158"/>
                        <a:pt x="133264" y="658158"/>
                        <a:pt x="127825" y="658158"/>
                      </a:cubicBezTo>
                      <a:cubicBezTo>
                        <a:pt x="122386" y="658158"/>
                        <a:pt x="116947" y="658158"/>
                        <a:pt x="106068" y="658158"/>
                      </a:cubicBezTo>
                      <a:cubicBezTo>
                        <a:pt x="92468" y="658158"/>
                        <a:pt x="78870" y="658158"/>
                        <a:pt x="62552" y="658158"/>
                      </a:cubicBezTo>
                      <a:cubicBezTo>
                        <a:pt x="54393" y="658158"/>
                        <a:pt x="46234" y="658158"/>
                        <a:pt x="40795" y="658158"/>
                      </a:cubicBezTo>
                      <a:cubicBezTo>
                        <a:pt x="32636" y="658158"/>
                        <a:pt x="21758" y="658158"/>
                        <a:pt x="16318" y="652718"/>
                      </a:cubicBezTo>
                      <a:cubicBezTo>
                        <a:pt x="8159" y="649999"/>
                        <a:pt x="0" y="641840"/>
                        <a:pt x="0" y="636401"/>
                      </a:cubicBezTo>
                      <a:cubicBezTo>
                        <a:pt x="0" y="633681"/>
                        <a:pt x="0" y="630961"/>
                        <a:pt x="2720" y="628241"/>
                      </a:cubicBezTo>
                      <a:cubicBezTo>
                        <a:pt x="8159" y="625522"/>
                        <a:pt x="16318" y="622802"/>
                        <a:pt x="24477" y="620082"/>
                      </a:cubicBezTo>
                      <a:cubicBezTo>
                        <a:pt x="38075" y="617363"/>
                        <a:pt x="48954" y="617363"/>
                        <a:pt x="62552" y="617363"/>
                      </a:cubicBezTo>
                      <a:cubicBezTo>
                        <a:pt x="62552" y="617363"/>
                        <a:pt x="62552" y="614643"/>
                        <a:pt x="62552" y="614643"/>
                      </a:cubicBezTo>
                      <a:cubicBezTo>
                        <a:pt x="62552" y="603765"/>
                        <a:pt x="65272" y="590166"/>
                        <a:pt x="65272" y="587447"/>
                      </a:cubicBezTo>
                      <a:cubicBezTo>
                        <a:pt x="67992" y="565689"/>
                        <a:pt x="73431" y="543932"/>
                        <a:pt x="76151" y="522175"/>
                      </a:cubicBezTo>
                      <a:cubicBezTo>
                        <a:pt x="78870" y="505857"/>
                        <a:pt x="81590" y="486820"/>
                        <a:pt x="87029" y="470501"/>
                      </a:cubicBezTo>
                      <a:cubicBezTo>
                        <a:pt x="87029" y="465062"/>
                        <a:pt x="92468" y="451464"/>
                        <a:pt x="92468" y="446025"/>
                      </a:cubicBezTo>
                      <a:cubicBezTo>
                        <a:pt x="92468" y="437866"/>
                        <a:pt x="73431" y="437866"/>
                        <a:pt x="65272" y="432426"/>
                      </a:cubicBezTo>
                      <a:cubicBezTo>
                        <a:pt x="59833" y="429707"/>
                        <a:pt x="54393" y="426987"/>
                        <a:pt x="54393" y="421548"/>
                      </a:cubicBezTo>
                      <a:cubicBezTo>
                        <a:pt x="54393" y="413389"/>
                        <a:pt x="62552" y="410669"/>
                        <a:pt x="73431" y="407949"/>
                      </a:cubicBezTo>
                      <a:cubicBezTo>
                        <a:pt x="78870" y="407949"/>
                        <a:pt x="92468" y="405230"/>
                        <a:pt x="100629" y="399790"/>
                      </a:cubicBezTo>
                      <a:cubicBezTo>
                        <a:pt x="106068" y="394351"/>
                        <a:pt x="106068" y="378033"/>
                        <a:pt x="108788" y="369874"/>
                      </a:cubicBezTo>
                      <a:cubicBezTo>
                        <a:pt x="114227" y="348117"/>
                        <a:pt x="119666" y="326360"/>
                        <a:pt x="125105" y="307322"/>
                      </a:cubicBezTo>
                      <a:cubicBezTo>
                        <a:pt x="130545" y="285565"/>
                        <a:pt x="135984" y="263808"/>
                        <a:pt x="141423" y="242051"/>
                      </a:cubicBezTo>
                      <a:cubicBezTo>
                        <a:pt x="146863" y="220293"/>
                        <a:pt x="152302" y="198536"/>
                        <a:pt x="155022" y="179498"/>
                      </a:cubicBezTo>
                      <a:cubicBezTo>
                        <a:pt x="157742" y="160461"/>
                        <a:pt x="163181" y="138703"/>
                        <a:pt x="168620" y="119665"/>
                      </a:cubicBezTo>
                      <a:cubicBezTo>
                        <a:pt x="176779" y="100627"/>
                        <a:pt x="182218" y="76150"/>
                        <a:pt x="193097" y="57113"/>
                      </a:cubicBezTo>
                      <a:lnTo>
                        <a:pt x="201256" y="38075"/>
                      </a:lnTo>
                      <a:cubicBezTo>
                        <a:pt x="206695" y="29916"/>
                        <a:pt x="209415" y="19038"/>
                        <a:pt x="217574" y="13598"/>
                      </a:cubicBezTo>
                      <a:cubicBezTo>
                        <a:pt x="231172" y="2720"/>
                        <a:pt x="255649" y="0"/>
                        <a:pt x="274687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52" name="Freeform: Shape 46">
                  <a:extLst>
                    <a:ext uri="{FF2B5EF4-FFF2-40B4-BE49-F238E27FC236}">
                      <a16:creationId xmlns:a16="http://schemas.microsoft.com/office/drawing/2014/main" id="{8B19410E-BC0A-235B-BD30-6A60FF7018EE}"/>
                    </a:ext>
                  </a:extLst>
                </p:cNvPr>
                <p:cNvSpPr/>
                <p:nvPr/>
              </p:nvSpPr>
              <p:spPr>
                <a:xfrm>
                  <a:off x="6876542" y="4244897"/>
                  <a:ext cx="462342" cy="677195"/>
                </a:xfrm>
                <a:custGeom>
                  <a:avLst/>
                  <a:gdLst>
                    <a:gd name="connsiteX0" fmla="*/ 214853 w 462342"/>
                    <a:gd name="connsiteY0" fmla="*/ 65272 h 677195"/>
                    <a:gd name="connsiteX1" fmla="*/ 195815 w 462342"/>
                    <a:gd name="connsiteY1" fmla="*/ 73431 h 677195"/>
                    <a:gd name="connsiteX2" fmla="*/ 193096 w 462342"/>
                    <a:gd name="connsiteY2" fmla="*/ 125105 h 677195"/>
                    <a:gd name="connsiteX3" fmla="*/ 190376 w 462342"/>
                    <a:gd name="connsiteY3" fmla="*/ 280125 h 677195"/>
                    <a:gd name="connsiteX4" fmla="*/ 190376 w 462342"/>
                    <a:gd name="connsiteY4" fmla="*/ 301882 h 677195"/>
                    <a:gd name="connsiteX5" fmla="*/ 193096 w 462342"/>
                    <a:gd name="connsiteY5" fmla="*/ 342677 h 677195"/>
                    <a:gd name="connsiteX6" fmla="*/ 195815 w 462342"/>
                    <a:gd name="connsiteY6" fmla="*/ 397070 h 677195"/>
                    <a:gd name="connsiteX7" fmla="*/ 195815 w 462342"/>
                    <a:gd name="connsiteY7" fmla="*/ 443304 h 677195"/>
                    <a:gd name="connsiteX8" fmla="*/ 195815 w 462342"/>
                    <a:gd name="connsiteY8" fmla="*/ 530333 h 677195"/>
                    <a:gd name="connsiteX9" fmla="*/ 193096 w 462342"/>
                    <a:gd name="connsiteY9" fmla="*/ 554810 h 677195"/>
                    <a:gd name="connsiteX10" fmla="*/ 190376 w 462342"/>
                    <a:gd name="connsiteY10" fmla="*/ 603764 h 677195"/>
                    <a:gd name="connsiteX11" fmla="*/ 198535 w 462342"/>
                    <a:gd name="connsiteY11" fmla="*/ 611923 h 677195"/>
                    <a:gd name="connsiteX12" fmla="*/ 214853 w 462342"/>
                    <a:gd name="connsiteY12" fmla="*/ 611923 h 677195"/>
                    <a:gd name="connsiteX13" fmla="*/ 236610 w 462342"/>
                    <a:gd name="connsiteY13" fmla="*/ 611923 h 677195"/>
                    <a:gd name="connsiteX14" fmla="*/ 263807 w 462342"/>
                    <a:gd name="connsiteY14" fmla="*/ 598325 h 677195"/>
                    <a:gd name="connsiteX15" fmla="*/ 277405 w 462342"/>
                    <a:gd name="connsiteY15" fmla="*/ 592885 h 677195"/>
                    <a:gd name="connsiteX16" fmla="*/ 291004 w 462342"/>
                    <a:gd name="connsiteY16" fmla="*/ 573848 h 677195"/>
                    <a:gd name="connsiteX17" fmla="*/ 307322 w 462342"/>
                    <a:gd name="connsiteY17" fmla="*/ 543931 h 677195"/>
                    <a:gd name="connsiteX18" fmla="*/ 326359 w 462342"/>
                    <a:gd name="connsiteY18" fmla="*/ 481379 h 677195"/>
                    <a:gd name="connsiteX19" fmla="*/ 337238 w 462342"/>
                    <a:gd name="connsiteY19" fmla="*/ 413388 h 677195"/>
                    <a:gd name="connsiteX20" fmla="*/ 337238 w 462342"/>
                    <a:gd name="connsiteY20" fmla="*/ 350836 h 677195"/>
                    <a:gd name="connsiteX21" fmla="*/ 334518 w 462342"/>
                    <a:gd name="connsiteY21" fmla="*/ 296443 h 677195"/>
                    <a:gd name="connsiteX22" fmla="*/ 329079 w 462342"/>
                    <a:gd name="connsiteY22" fmla="*/ 244769 h 677195"/>
                    <a:gd name="connsiteX23" fmla="*/ 307322 w 462342"/>
                    <a:gd name="connsiteY23" fmla="*/ 135983 h 677195"/>
                    <a:gd name="connsiteX24" fmla="*/ 271966 w 462342"/>
                    <a:gd name="connsiteY24" fmla="*/ 78870 h 677195"/>
                    <a:gd name="connsiteX25" fmla="*/ 214853 w 462342"/>
                    <a:gd name="connsiteY25" fmla="*/ 65272 h 677195"/>
                    <a:gd name="connsiteX26" fmla="*/ 114226 w 462342"/>
                    <a:gd name="connsiteY26" fmla="*/ 0 h 677195"/>
                    <a:gd name="connsiteX27" fmla="*/ 127824 w 462342"/>
                    <a:gd name="connsiteY27" fmla="*/ 0 h 677195"/>
                    <a:gd name="connsiteX28" fmla="*/ 146862 w 462342"/>
                    <a:gd name="connsiteY28" fmla="*/ 2720 h 677195"/>
                    <a:gd name="connsiteX29" fmla="*/ 174059 w 462342"/>
                    <a:gd name="connsiteY29" fmla="*/ 21758 h 677195"/>
                    <a:gd name="connsiteX30" fmla="*/ 193096 w 462342"/>
                    <a:gd name="connsiteY30" fmla="*/ 21758 h 677195"/>
                    <a:gd name="connsiteX31" fmla="*/ 261088 w 462342"/>
                    <a:gd name="connsiteY31" fmla="*/ 27197 h 677195"/>
                    <a:gd name="connsiteX32" fmla="*/ 310042 w 462342"/>
                    <a:gd name="connsiteY32" fmla="*/ 35356 h 677195"/>
                    <a:gd name="connsiteX33" fmla="*/ 334518 w 462342"/>
                    <a:gd name="connsiteY33" fmla="*/ 40795 h 677195"/>
                    <a:gd name="connsiteX34" fmla="*/ 356276 w 462342"/>
                    <a:gd name="connsiteY34" fmla="*/ 59833 h 677195"/>
                    <a:gd name="connsiteX35" fmla="*/ 372593 w 462342"/>
                    <a:gd name="connsiteY35" fmla="*/ 76151 h 677195"/>
                    <a:gd name="connsiteX36" fmla="*/ 380752 w 462342"/>
                    <a:gd name="connsiteY36" fmla="*/ 95188 h 677195"/>
                    <a:gd name="connsiteX37" fmla="*/ 405230 w 462342"/>
                    <a:gd name="connsiteY37" fmla="*/ 114226 h 677195"/>
                    <a:gd name="connsiteX38" fmla="*/ 416108 w 462342"/>
                    <a:gd name="connsiteY38" fmla="*/ 141422 h 677195"/>
                    <a:gd name="connsiteX39" fmla="*/ 451464 w 462342"/>
                    <a:gd name="connsiteY39" fmla="*/ 201256 h 677195"/>
                    <a:gd name="connsiteX40" fmla="*/ 456903 w 462342"/>
                    <a:gd name="connsiteY40" fmla="*/ 252929 h 677195"/>
                    <a:gd name="connsiteX41" fmla="*/ 456903 w 462342"/>
                    <a:gd name="connsiteY41" fmla="*/ 291004 h 677195"/>
                    <a:gd name="connsiteX42" fmla="*/ 459623 w 462342"/>
                    <a:gd name="connsiteY42" fmla="*/ 318201 h 677195"/>
                    <a:gd name="connsiteX43" fmla="*/ 459623 w 462342"/>
                    <a:gd name="connsiteY43" fmla="*/ 326360 h 677195"/>
                    <a:gd name="connsiteX44" fmla="*/ 459623 w 462342"/>
                    <a:gd name="connsiteY44" fmla="*/ 348117 h 677195"/>
                    <a:gd name="connsiteX45" fmla="*/ 462342 w 462342"/>
                    <a:gd name="connsiteY45" fmla="*/ 367155 h 677195"/>
                    <a:gd name="connsiteX46" fmla="*/ 456903 w 462342"/>
                    <a:gd name="connsiteY46" fmla="*/ 391632 h 677195"/>
                    <a:gd name="connsiteX47" fmla="*/ 456903 w 462342"/>
                    <a:gd name="connsiteY47" fmla="*/ 418828 h 677195"/>
                    <a:gd name="connsiteX48" fmla="*/ 451464 w 462342"/>
                    <a:gd name="connsiteY48" fmla="*/ 437866 h 677195"/>
                    <a:gd name="connsiteX49" fmla="*/ 446025 w 462342"/>
                    <a:gd name="connsiteY49" fmla="*/ 454184 h 677195"/>
                    <a:gd name="connsiteX50" fmla="*/ 440585 w 462342"/>
                    <a:gd name="connsiteY50" fmla="*/ 481380 h 677195"/>
                    <a:gd name="connsiteX51" fmla="*/ 432426 w 462342"/>
                    <a:gd name="connsiteY51" fmla="*/ 508577 h 677195"/>
                    <a:gd name="connsiteX52" fmla="*/ 418828 w 462342"/>
                    <a:gd name="connsiteY52" fmla="*/ 530334 h 677195"/>
                    <a:gd name="connsiteX53" fmla="*/ 410669 w 462342"/>
                    <a:gd name="connsiteY53" fmla="*/ 549371 h 677195"/>
                    <a:gd name="connsiteX54" fmla="*/ 391631 w 462342"/>
                    <a:gd name="connsiteY54" fmla="*/ 579288 h 677195"/>
                    <a:gd name="connsiteX55" fmla="*/ 337238 w 462342"/>
                    <a:gd name="connsiteY55" fmla="*/ 630961 h 677195"/>
                    <a:gd name="connsiteX56" fmla="*/ 301883 w 462342"/>
                    <a:gd name="connsiteY56" fmla="*/ 647279 h 677195"/>
                    <a:gd name="connsiteX57" fmla="*/ 263807 w 462342"/>
                    <a:gd name="connsiteY57" fmla="*/ 652718 h 677195"/>
                    <a:gd name="connsiteX58" fmla="*/ 233891 w 462342"/>
                    <a:gd name="connsiteY58" fmla="*/ 649999 h 677195"/>
                    <a:gd name="connsiteX59" fmla="*/ 187657 w 462342"/>
                    <a:gd name="connsiteY59" fmla="*/ 652718 h 677195"/>
                    <a:gd name="connsiteX60" fmla="*/ 171339 w 462342"/>
                    <a:gd name="connsiteY60" fmla="*/ 669036 h 677195"/>
                    <a:gd name="connsiteX61" fmla="*/ 155021 w 462342"/>
                    <a:gd name="connsiteY61" fmla="*/ 671756 h 677195"/>
                    <a:gd name="connsiteX62" fmla="*/ 138703 w 462342"/>
                    <a:gd name="connsiteY62" fmla="*/ 674476 h 677195"/>
                    <a:gd name="connsiteX63" fmla="*/ 125105 w 462342"/>
                    <a:gd name="connsiteY63" fmla="*/ 677195 h 677195"/>
                    <a:gd name="connsiteX64" fmla="*/ 106067 w 462342"/>
                    <a:gd name="connsiteY64" fmla="*/ 671756 h 677195"/>
                    <a:gd name="connsiteX65" fmla="*/ 87029 w 462342"/>
                    <a:gd name="connsiteY65" fmla="*/ 658158 h 677195"/>
                    <a:gd name="connsiteX66" fmla="*/ 81590 w 462342"/>
                    <a:gd name="connsiteY66" fmla="*/ 652718 h 677195"/>
                    <a:gd name="connsiteX67" fmla="*/ 67992 w 462342"/>
                    <a:gd name="connsiteY67" fmla="*/ 652718 h 677195"/>
                    <a:gd name="connsiteX68" fmla="*/ 43515 w 462342"/>
                    <a:gd name="connsiteY68" fmla="*/ 652718 h 677195"/>
                    <a:gd name="connsiteX69" fmla="*/ 16318 w 462342"/>
                    <a:gd name="connsiteY69" fmla="*/ 647279 h 677195"/>
                    <a:gd name="connsiteX70" fmla="*/ 0 w 462342"/>
                    <a:gd name="connsiteY70" fmla="*/ 630961 h 677195"/>
                    <a:gd name="connsiteX71" fmla="*/ 5439 w 462342"/>
                    <a:gd name="connsiteY71" fmla="*/ 620083 h 677195"/>
                    <a:gd name="connsiteX72" fmla="*/ 27197 w 462342"/>
                    <a:gd name="connsiteY72" fmla="*/ 611924 h 677195"/>
                    <a:gd name="connsiteX73" fmla="*/ 65272 w 462342"/>
                    <a:gd name="connsiteY73" fmla="*/ 609204 h 677195"/>
                    <a:gd name="connsiteX74" fmla="*/ 65272 w 462342"/>
                    <a:gd name="connsiteY74" fmla="*/ 584727 h 677195"/>
                    <a:gd name="connsiteX75" fmla="*/ 62552 w 462342"/>
                    <a:gd name="connsiteY75" fmla="*/ 456903 h 677195"/>
                    <a:gd name="connsiteX76" fmla="*/ 65272 w 462342"/>
                    <a:gd name="connsiteY76" fmla="*/ 337238 h 677195"/>
                    <a:gd name="connsiteX77" fmla="*/ 67992 w 462342"/>
                    <a:gd name="connsiteY77" fmla="*/ 203975 h 677195"/>
                    <a:gd name="connsiteX78" fmla="*/ 70712 w 462342"/>
                    <a:gd name="connsiteY78" fmla="*/ 119665 h 677195"/>
                    <a:gd name="connsiteX79" fmla="*/ 73431 w 462342"/>
                    <a:gd name="connsiteY79" fmla="*/ 67992 h 677195"/>
                    <a:gd name="connsiteX80" fmla="*/ 67992 w 462342"/>
                    <a:gd name="connsiteY80" fmla="*/ 67992 h 677195"/>
                    <a:gd name="connsiteX81" fmla="*/ 43515 w 462342"/>
                    <a:gd name="connsiteY81" fmla="*/ 67992 h 677195"/>
                    <a:gd name="connsiteX82" fmla="*/ 16318 w 462342"/>
                    <a:gd name="connsiteY82" fmla="*/ 62552 h 677195"/>
                    <a:gd name="connsiteX83" fmla="*/ 0 w 462342"/>
                    <a:gd name="connsiteY83" fmla="*/ 46234 h 677195"/>
                    <a:gd name="connsiteX84" fmla="*/ 5439 w 462342"/>
                    <a:gd name="connsiteY84" fmla="*/ 35356 h 677195"/>
                    <a:gd name="connsiteX85" fmla="*/ 27197 w 462342"/>
                    <a:gd name="connsiteY85" fmla="*/ 27197 h 677195"/>
                    <a:gd name="connsiteX86" fmla="*/ 76151 w 462342"/>
                    <a:gd name="connsiteY86" fmla="*/ 21758 h 677195"/>
                    <a:gd name="connsiteX87" fmla="*/ 81590 w 462342"/>
                    <a:gd name="connsiteY87" fmla="*/ 13598 h 677195"/>
                    <a:gd name="connsiteX88" fmla="*/ 97908 w 462342"/>
                    <a:gd name="connsiteY88" fmla="*/ 5439 h 677195"/>
                    <a:gd name="connsiteX89" fmla="*/ 114226 w 462342"/>
                    <a:gd name="connsiteY89" fmla="*/ 0 h 6771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</a:cxnLst>
                  <a:rect l="l" t="t" r="r" b="b"/>
                  <a:pathLst>
                    <a:path w="462342" h="677195">
                      <a:moveTo>
                        <a:pt x="214853" y="65272"/>
                      </a:moveTo>
                      <a:cubicBezTo>
                        <a:pt x="203975" y="65272"/>
                        <a:pt x="195815" y="67992"/>
                        <a:pt x="195815" y="73431"/>
                      </a:cubicBezTo>
                      <a:cubicBezTo>
                        <a:pt x="193096" y="78870"/>
                        <a:pt x="193096" y="100628"/>
                        <a:pt x="193096" y="125105"/>
                      </a:cubicBezTo>
                      <a:cubicBezTo>
                        <a:pt x="193096" y="182217"/>
                        <a:pt x="193096" y="266527"/>
                        <a:pt x="190376" y="280125"/>
                      </a:cubicBezTo>
                      <a:cubicBezTo>
                        <a:pt x="190376" y="288284"/>
                        <a:pt x="190376" y="293723"/>
                        <a:pt x="190376" y="301882"/>
                      </a:cubicBezTo>
                      <a:cubicBezTo>
                        <a:pt x="190376" y="315480"/>
                        <a:pt x="190376" y="329079"/>
                        <a:pt x="193096" y="342677"/>
                      </a:cubicBezTo>
                      <a:cubicBezTo>
                        <a:pt x="193096" y="361715"/>
                        <a:pt x="193096" y="378033"/>
                        <a:pt x="195815" y="397070"/>
                      </a:cubicBezTo>
                      <a:cubicBezTo>
                        <a:pt x="195815" y="413388"/>
                        <a:pt x="195815" y="426986"/>
                        <a:pt x="195815" y="443304"/>
                      </a:cubicBezTo>
                      <a:cubicBezTo>
                        <a:pt x="195815" y="465061"/>
                        <a:pt x="198535" y="508576"/>
                        <a:pt x="195815" y="530333"/>
                      </a:cubicBezTo>
                      <a:cubicBezTo>
                        <a:pt x="195815" y="538492"/>
                        <a:pt x="193096" y="546651"/>
                        <a:pt x="193096" y="554810"/>
                      </a:cubicBezTo>
                      <a:cubicBezTo>
                        <a:pt x="193096" y="560249"/>
                        <a:pt x="190376" y="590166"/>
                        <a:pt x="190376" y="603764"/>
                      </a:cubicBezTo>
                      <a:cubicBezTo>
                        <a:pt x="190376" y="609203"/>
                        <a:pt x="190376" y="611923"/>
                        <a:pt x="198535" y="611923"/>
                      </a:cubicBezTo>
                      <a:cubicBezTo>
                        <a:pt x="206694" y="611923"/>
                        <a:pt x="209414" y="611923"/>
                        <a:pt x="214853" y="611923"/>
                      </a:cubicBezTo>
                      <a:cubicBezTo>
                        <a:pt x="223012" y="611923"/>
                        <a:pt x="220293" y="611923"/>
                        <a:pt x="236610" y="611923"/>
                      </a:cubicBezTo>
                      <a:cubicBezTo>
                        <a:pt x="242050" y="611923"/>
                        <a:pt x="258368" y="601044"/>
                        <a:pt x="263807" y="598325"/>
                      </a:cubicBezTo>
                      <a:cubicBezTo>
                        <a:pt x="266527" y="598325"/>
                        <a:pt x="274686" y="592885"/>
                        <a:pt x="277405" y="592885"/>
                      </a:cubicBezTo>
                      <a:cubicBezTo>
                        <a:pt x="285564" y="587446"/>
                        <a:pt x="288284" y="579287"/>
                        <a:pt x="291004" y="573848"/>
                      </a:cubicBezTo>
                      <a:cubicBezTo>
                        <a:pt x="296443" y="562969"/>
                        <a:pt x="301882" y="554810"/>
                        <a:pt x="307322" y="543931"/>
                      </a:cubicBezTo>
                      <a:cubicBezTo>
                        <a:pt x="315481" y="524894"/>
                        <a:pt x="320920" y="524894"/>
                        <a:pt x="326359" y="481379"/>
                      </a:cubicBezTo>
                      <a:cubicBezTo>
                        <a:pt x="329079" y="456903"/>
                        <a:pt x="334518" y="435145"/>
                        <a:pt x="337238" y="413388"/>
                      </a:cubicBezTo>
                      <a:cubicBezTo>
                        <a:pt x="337238" y="391631"/>
                        <a:pt x="337238" y="369873"/>
                        <a:pt x="337238" y="350836"/>
                      </a:cubicBezTo>
                      <a:cubicBezTo>
                        <a:pt x="337238" y="339957"/>
                        <a:pt x="337238" y="320920"/>
                        <a:pt x="334518" y="296443"/>
                      </a:cubicBezTo>
                      <a:cubicBezTo>
                        <a:pt x="331798" y="269246"/>
                        <a:pt x="329079" y="250209"/>
                        <a:pt x="329079" y="244769"/>
                      </a:cubicBezTo>
                      <a:cubicBezTo>
                        <a:pt x="323640" y="206694"/>
                        <a:pt x="318200" y="174058"/>
                        <a:pt x="307322" y="135983"/>
                      </a:cubicBezTo>
                      <a:cubicBezTo>
                        <a:pt x="304602" y="125105"/>
                        <a:pt x="304602" y="108787"/>
                        <a:pt x="271966" y="78870"/>
                      </a:cubicBezTo>
                      <a:cubicBezTo>
                        <a:pt x="263807" y="73431"/>
                        <a:pt x="233891" y="65272"/>
                        <a:pt x="214853" y="65272"/>
                      </a:cubicBezTo>
                      <a:close/>
                      <a:moveTo>
                        <a:pt x="114226" y="0"/>
                      </a:moveTo>
                      <a:cubicBezTo>
                        <a:pt x="119665" y="0"/>
                        <a:pt x="125105" y="0"/>
                        <a:pt x="127824" y="0"/>
                      </a:cubicBezTo>
                      <a:cubicBezTo>
                        <a:pt x="133264" y="0"/>
                        <a:pt x="141422" y="0"/>
                        <a:pt x="146862" y="2720"/>
                      </a:cubicBezTo>
                      <a:cubicBezTo>
                        <a:pt x="157741" y="5439"/>
                        <a:pt x="165900" y="13598"/>
                        <a:pt x="174059" y="21758"/>
                      </a:cubicBezTo>
                      <a:cubicBezTo>
                        <a:pt x="179498" y="21758"/>
                        <a:pt x="187657" y="21758"/>
                        <a:pt x="193096" y="21758"/>
                      </a:cubicBezTo>
                      <a:cubicBezTo>
                        <a:pt x="212134" y="21758"/>
                        <a:pt x="228452" y="27197"/>
                        <a:pt x="261088" y="27197"/>
                      </a:cubicBezTo>
                      <a:cubicBezTo>
                        <a:pt x="277405" y="27197"/>
                        <a:pt x="293723" y="35356"/>
                        <a:pt x="310042" y="35356"/>
                      </a:cubicBezTo>
                      <a:cubicBezTo>
                        <a:pt x="318200" y="35356"/>
                        <a:pt x="329079" y="35356"/>
                        <a:pt x="334518" y="40795"/>
                      </a:cubicBezTo>
                      <a:cubicBezTo>
                        <a:pt x="342677" y="46234"/>
                        <a:pt x="348117" y="54393"/>
                        <a:pt x="356276" y="59833"/>
                      </a:cubicBezTo>
                      <a:cubicBezTo>
                        <a:pt x="361715" y="65272"/>
                        <a:pt x="369874" y="67992"/>
                        <a:pt x="372593" y="76151"/>
                      </a:cubicBezTo>
                      <a:cubicBezTo>
                        <a:pt x="375313" y="81590"/>
                        <a:pt x="378033" y="89749"/>
                        <a:pt x="380752" y="95188"/>
                      </a:cubicBezTo>
                      <a:cubicBezTo>
                        <a:pt x="386192" y="103347"/>
                        <a:pt x="391631" y="106067"/>
                        <a:pt x="405230" y="114226"/>
                      </a:cubicBezTo>
                      <a:cubicBezTo>
                        <a:pt x="413388" y="119665"/>
                        <a:pt x="410669" y="133263"/>
                        <a:pt x="416108" y="141422"/>
                      </a:cubicBezTo>
                      <a:cubicBezTo>
                        <a:pt x="426987" y="160461"/>
                        <a:pt x="446025" y="182218"/>
                        <a:pt x="451464" y="201256"/>
                      </a:cubicBezTo>
                      <a:cubicBezTo>
                        <a:pt x="456903" y="220293"/>
                        <a:pt x="456903" y="236611"/>
                        <a:pt x="456903" y="252929"/>
                      </a:cubicBezTo>
                      <a:cubicBezTo>
                        <a:pt x="456903" y="266527"/>
                        <a:pt x="456903" y="277406"/>
                        <a:pt x="456903" y="291004"/>
                      </a:cubicBezTo>
                      <a:cubicBezTo>
                        <a:pt x="456903" y="299163"/>
                        <a:pt x="456903" y="307322"/>
                        <a:pt x="459623" y="318201"/>
                      </a:cubicBezTo>
                      <a:cubicBezTo>
                        <a:pt x="459623" y="320921"/>
                        <a:pt x="459623" y="323640"/>
                        <a:pt x="459623" y="326360"/>
                      </a:cubicBezTo>
                      <a:cubicBezTo>
                        <a:pt x="462342" y="331799"/>
                        <a:pt x="459623" y="337238"/>
                        <a:pt x="459623" y="348117"/>
                      </a:cubicBezTo>
                      <a:cubicBezTo>
                        <a:pt x="459623" y="350837"/>
                        <a:pt x="462342" y="361715"/>
                        <a:pt x="462342" y="367155"/>
                      </a:cubicBezTo>
                      <a:cubicBezTo>
                        <a:pt x="462342" y="375314"/>
                        <a:pt x="456903" y="383473"/>
                        <a:pt x="456903" y="391632"/>
                      </a:cubicBezTo>
                      <a:cubicBezTo>
                        <a:pt x="456903" y="399790"/>
                        <a:pt x="456903" y="410669"/>
                        <a:pt x="456903" y="418828"/>
                      </a:cubicBezTo>
                      <a:cubicBezTo>
                        <a:pt x="456903" y="421548"/>
                        <a:pt x="454183" y="429707"/>
                        <a:pt x="451464" y="437866"/>
                      </a:cubicBezTo>
                      <a:cubicBezTo>
                        <a:pt x="448744" y="443305"/>
                        <a:pt x="448744" y="451464"/>
                        <a:pt x="446025" y="454184"/>
                      </a:cubicBezTo>
                      <a:cubicBezTo>
                        <a:pt x="443305" y="462343"/>
                        <a:pt x="440585" y="473221"/>
                        <a:pt x="440585" y="481380"/>
                      </a:cubicBezTo>
                      <a:cubicBezTo>
                        <a:pt x="437865" y="489539"/>
                        <a:pt x="437865" y="500418"/>
                        <a:pt x="432426" y="508577"/>
                      </a:cubicBezTo>
                      <a:cubicBezTo>
                        <a:pt x="429706" y="516736"/>
                        <a:pt x="424267" y="522175"/>
                        <a:pt x="418828" y="530334"/>
                      </a:cubicBezTo>
                      <a:cubicBezTo>
                        <a:pt x="416108" y="535773"/>
                        <a:pt x="413388" y="543932"/>
                        <a:pt x="410669" y="549371"/>
                      </a:cubicBezTo>
                      <a:cubicBezTo>
                        <a:pt x="405230" y="557531"/>
                        <a:pt x="397071" y="573848"/>
                        <a:pt x="391631" y="579288"/>
                      </a:cubicBezTo>
                      <a:cubicBezTo>
                        <a:pt x="369874" y="609204"/>
                        <a:pt x="350836" y="620083"/>
                        <a:pt x="337238" y="630961"/>
                      </a:cubicBezTo>
                      <a:cubicBezTo>
                        <a:pt x="326359" y="639120"/>
                        <a:pt x="315481" y="641840"/>
                        <a:pt x="301883" y="647279"/>
                      </a:cubicBezTo>
                      <a:cubicBezTo>
                        <a:pt x="291004" y="649999"/>
                        <a:pt x="277405" y="652718"/>
                        <a:pt x="263807" y="652718"/>
                      </a:cubicBezTo>
                      <a:cubicBezTo>
                        <a:pt x="252929" y="652718"/>
                        <a:pt x="244770" y="649999"/>
                        <a:pt x="233891" y="649999"/>
                      </a:cubicBezTo>
                      <a:cubicBezTo>
                        <a:pt x="206694" y="649999"/>
                        <a:pt x="217573" y="652718"/>
                        <a:pt x="187657" y="652718"/>
                      </a:cubicBezTo>
                      <a:cubicBezTo>
                        <a:pt x="184937" y="660877"/>
                        <a:pt x="179498" y="666317"/>
                        <a:pt x="171339" y="669036"/>
                      </a:cubicBezTo>
                      <a:cubicBezTo>
                        <a:pt x="165900" y="671756"/>
                        <a:pt x="160460" y="671756"/>
                        <a:pt x="155021" y="671756"/>
                      </a:cubicBezTo>
                      <a:cubicBezTo>
                        <a:pt x="149581" y="671756"/>
                        <a:pt x="144142" y="674476"/>
                        <a:pt x="138703" y="674476"/>
                      </a:cubicBezTo>
                      <a:cubicBezTo>
                        <a:pt x="135983" y="674476"/>
                        <a:pt x="127824" y="677195"/>
                        <a:pt x="125105" y="677195"/>
                      </a:cubicBezTo>
                      <a:cubicBezTo>
                        <a:pt x="116946" y="677195"/>
                        <a:pt x="108787" y="671756"/>
                        <a:pt x="106067" y="671756"/>
                      </a:cubicBezTo>
                      <a:cubicBezTo>
                        <a:pt x="100628" y="669036"/>
                        <a:pt x="95188" y="663597"/>
                        <a:pt x="87029" y="658158"/>
                      </a:cubicBezTo>
                      <a:cubicBezTo>
                        <a:pt x="84310" y="655438"/>
                        <a:pt x="81590" y="655438"/>
                        <a:pt x="81590" y="652718"/>
                      </a:cubicBezTo>
                      <a:cubicBezTo>
                        <a:pt x="73431" y="652718"/>
                        <a:pt x="81590" y="652718"/>
                        <a:pt x="67992" y="652718"/>
                      </a:cubicBezTo>
                      <a:cubicBezTo>
                        <a:pt x="59833" y="652718"/>
                        <a:pt x="51674" y="652718"/>
                        <a:pt x="43515" y="652718"/>
                      </a:cubicBezTo>
                      <a:cubicBezTo>
                        <a:pt x="35356" y="652718"/>
                        <a:pt x="24477" y="652718"/>
                        <a:pt x="16318" y="647279"/>
                      </a:cubicBezTo>
                      <a:cubicBezTo>
                        <a:pt x="8159" y="644559"/>
                        <a:pt x="0" y="636401"/>
                        <a:pt x="0" y="630961"/>
                      </a:cubicBezTo>
                      <a:cubicBezTo>
                        <a:pt x="0" y="625522"/>
                        <a:pt x="0" y="622802"/>
                        <a:pt x="5439" y="620083"/>
                      </a:cubicBezTo>
                      <a:cubicBezTo>
                        <a:pt x="10879" y="617363"/>
                        <a:pt x="21758" y="614643"/>
                        <a:pt x="27197" y="611924"/>
                      </a:cubicBezTo>
                      <a:cubicBezTo>
                        <a:pt x="38076" y="609204"/>
                        <a:pt x="54393" y="609204"/>
                        <a:pt x="65272" y="609204"/>
                      </a:cubicBezTo>
                      <a:cubicBezTo>
                        <a:pt x="65272" y="601045"/>
                        <a:pt x="65272" y="592886"/>
                        <a:pt x="65272" y="584727"/>
                      </a:cubicBezTo>
                      <a:cubicBezTo>
                        <a:pt x="65272" y="541213"/>
                        <a:pt x="62552" y="500418"/>
                        <a:pt x="62552" y="456903"/>
                      </a:cubicBezTo>
                      <a:cubicBezTo>
                        <a:pt x="62552" y="440585"/>
                        <a:pt x="65272" y="397071"/>
                        <a:pt x="65272" y="337238"/>
                      </a:cubicBezTo>
                      <a:cubicBezTo>
                        <a:pt x="65272" y="293724"/>
                        <a:pt x="67992" y="247490"/>
                        <a:pt x="67992" y="203975"/>
                      </a:cubicBezTo>
                      <a:cubicBezTo>
                        <a:pt x="67992" y="179498"/>
                        <a:pt x="67992" y="149582"/>
                        <a:pt x="70712" y="119665"/>
                      </a:cubicBezTo>
                      <a:cubicBezTo>
                        <a:pt x="70712" y="103347"/>
                        <a:pt x="73431" y="84309"/>
                        <a:pt x="73431" y="67992"/>
                      </a:cubicBezTo>
                      <a:cubicBezTo>
                        <a:pt x="73431" y="67992"/>
                        <a:pt x="70712" y="67992"/>
                        <a:pt x="67992" y="67992"/>
                      </a:cubicBezTo>
                      <a:cubicBezTo>
                        <a:pt x="59833" y="67992"/>
                        <a:pt x="51674" y="67992"/>
                        <a:pt x="43515" y="67992"/>
                      </a:cubicBezTo>
                      <a:cubicBezTo>
                        <a:pt x="35356" y="67992"/>
                        <a:pt x="24477" y="67992"/>
                        <a:pt x="16318" y="62552"/>
                      </a:cubicBezTo>
                      <a:cubicBezTo>
                        <a:pt x="8159" y="59833"/>
                        <a:pt x="0" y="51674"/>
                        <a:pt x="0" y="46234"/>
                      </a:cubicBezTo>
                      <a:cubicBezTo>
                        <a:pt x="0" y="43515"/>
                        <a:pt x="0" y="38075"/>
                        <a:pt x="5439" y="35356"/>
                      </a:cubicBezTo>
                      <a:cubicBezTo>
                        <a:pt x="10879" y="32636"/>
                        <a:pt x="21758" y="29916"/>
                        <a:pt x="27197" y="27197"/>
                      </a:cubicBezTo>
                      <a:cubicBezTo>
                        <a:pt x="46234" y="24477"/>
                        <a:pt x="65272" y="21758"/>
                        <a:pt x="76151" y="21758"/>
                      </a:cubicBezTo>
                      <a:cubicBezTo>
                        <a:pt x="76151" y="19038"/>
                        <a:pt x="78871" y="16318"/>
                        <a:pt x="81590" y="13598"/>
                      </a:cubicBezTo>
                      <a:cubicBezTo>
                        <a:pt x="84310" y="10879"/>
                        <a:pt x="92469" y="5439"/>
                        <a:pt x="97908" y="5439"/>
                      </a:cubicBezTo>
                      <a:cubicBezTo>
                        <a:pt x="103347" y="2720"/>
                        <a:pt x="108787" y="0"/>
                        <a:pt x="114226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53" name="Freeform: Shape 47">
                  <a:extLst>
                    <a:ext uri="{FF2B5EF4-FFF2-40B4-BE49-F238E27FC236}">
                      <a16:creationId xmlns:a16="http://schemas.microsoft.com/office/drawing/2014/main" id="{099C3EEA-86C9-F540-C74C-2F23BF6D7155}"/>
                    </a:ext>
                  </a:extLst>
                </p:cNvPr>
                <p:cNvSpPr/>
                <p:nvPr/>
              </p:nvSpPr>
              <p:spPr>
                <a:xfrm>
                  <a:off x="7310622" y="4197597"/>
                  <a:ext cx="489539" cy="761503"/>
                </a:xfrm>
                <a:custGeom>
                  <a:avLst/>
                  <a:gdLst>
                    <a:gd name="connsiteX0" fmla="*/ 433491 w 489538"/>
                    <a:gd name="connsiteY0" fmla="*/ 651063 h 761503"/>
                    <a:gd name="connsiteX1" fmla="*/ 438930 w 489538"/>
                    <a:gd name="connsiteY1" fmla="*/ 661942 h 761503"/>
                    <a:gd name="connsiteX2" fmla="*/ 425332 w 489538"/>
                    <a:gd name="connsiteY2" fmla="*/ 683699 h 761503"/>
                    <a:gd name="connsiteX3" fmla="*/ 400855 w 489538"/>
                    <a:gd name="connsiteY3" fmla="*/ 691858 h 761503"/>
                    <a:gd name="connsiteX4" fmla="*/ 343742 w 489538"/>
                    <a:gd name="connsiteY4" fmla="*/ 700017 h 761503"/>
                    <a:gd name="connsiteX5" fmla="*/ 316546 w 489538"/>
                    <a:gd name="connsiteY5" fmla="*/ 705456 h 761503"/>
                    <a:gd name="connsiteX6" fmla="*/ 275751 w 489538"/>
                    <a:gd name="connsiteY6" fmla="*/ 705456 h 761503"/>
                    <a:gd name="connsiteX7" fmla="*/ 264872 w 489538"/>
                    <a:gd name="connsiteY7" fmla="*/ 708176 h 761503"/>
                    <a:gd name="connsiteX8" fmla="*/ 253994 w 489538"/>
                    <a:gd name="connsiteY8" fmla="*/ 708176 h 761503"/>
                    <a:gd name="connsiteX9" fmla="*/ 240395 w 489538"/>
                    <a:gd name="connsiteY9" fmla="*/ 719054 h 761503"/>
                    <a:gd name="connsiteX10" fmla="*/ 224077 w 489538"/>
                    <a:gd name="connsiteY10" fmla="*/ 721774 h 761503"/>
                    <a:gd name="connsiteX11" fmla="*/ 205040 w 489538"/>
                    <a:gd name="connsiteY11" fmla="*/ 724494 h 761503"/>
                    <a:gd name="connsiteX12" fmla="*/ 191441 w 489538"/>
                    <a:gd name="connsiteY12" fmla="*/ 727213 h 761503"/>
                    <a:gd name="connsiteX13" fmla="*/ 169684 w 489538"/>
                    <a:gd name="connsiteY13" fmla="*/ 721774 h 761503"/>
                    <a:gd name="connsiteX14" fmla="*/ 150646 w 489538"/>
                    <a:gd name="connsiteY14" fmla="*/ 708176 h 761503"/>
                    <a:gd name="connsiteX15" fmla="*/ 139768 w 489538"/>
                    <a:gd name="connsiteY15" fmla="*/ 708176 h 761503"/>
                    <a:gd name="connsiteX16" fmla="*/ 120730 w 489538"/>
                    <a:gd name="connsiteY16" fmla="*/ 708176 h 761503"/>
                    <a:gd name="connsiteX17" fmla="*/ 98973 w 489538"/>
                    <a:gd name="connsiteY17" fmla="*/ 708176 h 761503"/>
                    <a:gd name="connsiteX18" fmla="*/ 74496 w 489538"/>
                    <a:gd name="connsiteY18" fmla="*/ 702736 h 761503"/>
                    <a:gd name="connsiteX19" fmla="*/ 58178 w 489538"/>
                    <a:gd name="connsiteY19" fmla="*/ 683699 h 761503"/>
                    <a:gd name="connsiteX20" fmla="*/ 63617 w 489538"/>
                    <a:gd name="connsiteY20" fmla="*/ 675540 h 761503"/>
                    <a:gd name="connsiteX21" fmla="*/ 85375 w 489538"/>
                    <a:gd name="connsiteY21" fmla="*/ 667381 h 761503"/>
                    <a:gd name="connsiteX22" fmla="*/ 128889 w 489538"/>
                    <a:gd name="connsiteY22" fmla="*/ 661942 h 761503"/>
                    <a:gd name="connsiteX23" fmla="*/ 128889 w 489538"/>
                    <a:gd name="connsiteY23" fmla="*/ 602109 h 761503"/>
                    <a:gd name="connsiteX24" fmla="*/ 126170 w 489538"/>
                    <a:gd name="connsiteY24" fmla="*/ 523239 h 761503"/>
                    <a:gd name="connsiteX25" fmla="*/ 126170 w 489538"/>
                    <a:gd name="connsiteY25" fmla="*/ 468846 h 761503"/>
                    <a:gd name="connsiteX26" fmla="*/ 123450 w 489538"/>
                    <a:gd name="connsiteY26" fmla="*/ 409014 h 761503"/>
                    <a:gd name="connsiteX27" fmla="*/ 123450 w 489538"/>
                    <a:gd name="connsiteY27" fmla="*/ 384537 h 761503"/>
                    <a:gd name="connsiteX28" fmla="*/ 126170 w 489538"/>
                    <a:gd name="connsiteY28" fmla="*/ 349181 h 761503"/>
                    <a:gd name="connsiteX29" fmla="*/ 126170 w 489538"/>
                    <a:gd name="connsiteY29" fmla="*/ 324704 h 761503"/>
                    <a:gd name="connsiteX30" fmla="*/ 128889 w 489538"/>
                    <a:gd name="connsiteY30" fmla="*/ 292068 h 761503"/>
                    <a:gd name="connsiteX31" fmla="*/ 134329 w 489538"/>
                    <a:gd name="connsiteY31" fmla="*/ 234956 h 761503"/>
                    <a:gd name="connsiteX32" fmla="*/ 134329 w 489538"/>
                    <a:gd name="connsiteY32" fmla="*/ 172404 h 761503"/>
                    <a:gd name="connsiteX33" fmla="*/ 137048 w 489538"/>
                    <a:gd name="connsiteY33" fmla="*/ 123450 h 761503"/>
                    <a:gd name="connsiteX34" fmla="*/ 123450 w 489538"/>
                    <a:gd name="connsiteY34" fmla="*/ 123450 h 761503"/>
                    <a:gd name="connsiteX35" fmla="*/ 101693 w 489538"/>
                    <a:gd name="connsiteY35" fmla="*/ 123450 h 761503"/>
                    <a:gd name="connsiteX36" fmla="*/ 77216 w 489538"/>
                    <a:gd name="connsiteY36" fmla="*/ 118011 h 761503"/>
                    <a:gd name="connsiteX37" fmla="*/ 60898 w 489538"/>
                    <a:gd name="connsiteY37" fmla="*/ 98973 h 761503"/>
                    <a:gd name="connsiteX38" fmla="*/ 66337 w 489538"/>
                    <a:gd name="connsiteY38" fmla="*/ 90814 h 761503"/>
                    <a:gd name="connsiteX39" fmla="*/ 88094 w 489538"/>
                    <a:gd name="connsiteY39" fmla="*/ 82655 h 761503"/>
                    <a:gd name="connsiteX40" fmla="*/ 145207 w 489538"/>
                    <a:gd name="connsiteY40" fmla="*/ 77216 h 761503"/>
                    <a:gd name="connsiteX41" fmla="*/ 145207 w 489538"/>
                    <a:gd name="connsiteY41" fmla="*/ 77216 h 761503"/>
                    <a:gd name="connsiteX42" fmla="*/ 153366 w 489538"/>
                    <a:gd name="connsiteY42" fmla="*/ 69057 h 761503"/>
                    <a:gd name="connsiteX43" fmla="*/ 177843 w 489538"/>
                    <a:gd name="connsiteY43" fmla="*/ 60898 h 761503"/>
                    <a:gd name="connsiteX44" fmla="*/ 196881 w 489538"/>
                    <a:gd name="connsiteY44" fmla="*/ 58178 h 761503"/>
                    <a:gd name="connsiteX45" fmla="*/ 205040 w 489538"/>
                    <a:gd name="connsiteY45" fmla="*/ 58178 h 761503"/>
                    <a:gd name="connsiteX46" fmla="*/ 215919 w 489538"/>
                    <a:gd name="connsiteY46" fmla="*/ 63617 h 761503"/>
                    <a:gd name="connsiteX47" fmla="*/ 229517 w 489538"/>
                    <a:gd name="connsiteY47" fmla="*/ 69057 h 761503"/>
                    <a:gd name="connsiteX48" fmla="*/ 256713 w 489538"/>
                    <a:gd name="connsiteY48" fmla="*/ 77216 h 761503"/>
                    <a:gd name="connsiteX49" fmla="*/ 264872 w 489538"/>
                    <a:gd name="connsiteY49" fmla="*/ 77216 h 761503"/>
                    <a:gd name="connsiteX50" fmla="*/ 281190 w 489538"/>
                    <a:gd name="connsiteY50" fmla="*/ 77216 h 761503"/>
                    <a:gd name="connsiteX51" fmla="*/ 330144 w 489538"/>
                    <a:gd name="connsiteY51" fmla="*/ 77216 h 761503"/>
                    <a:gd name="connsiteX52" fmla="*/ 357341 w 489538"/>
                    <a:gd name="connsiteY52" fmla="*/ 79935 h 761503"/>
                    <a:gd name="connsiteX53" fmla="*/ 387257 w 489538"/>
                    <a:gd name="connsiteY53" fmla="*/ 82655 h 761503"/>
                    <a:gd name="connsiteX54" fmla="*/ 406295 w 489538"/>
                    <a:gd name="connsiteY54" fmla="*/ 85375 h 761503"/>
                    <a:gd name="connsiteX55" fmla="*/ 417173 w 489538"/>
                    <a:gd name="connsiteY55" fmla="*/ 79935 h 761503"/>
                    <a:gd name="connsiteX56" fmla="*/ 425332 w 489538"/>
                    <a:gd name="connsiteY56" fmla="*/ 85375 h 761503"/>
                    <a:gd name="connsiteX57" fmla="*/ 433491 w 489538"/>
                    <a:gd name="connsiteY57" fmla="*/ 104412 h 761503"/>
                    <a:gd name="connsiteX58" fmla="*/ 436211 w 489538"/>
                    <a:gd name="connsiteY58" fmla="*/ 137048 h 761503"/>
                    <a:gd name="connsiteX59" fmla="*/ 438930 w 489538"/>
                    <a:gd name="connsiteY59" fmla="*/ 183282 h 761503"/>
                    <a:gd name="connsiteX60" fmla="*/ 422612 w 489538"/>
                    <a:gd name="connsiteY60" fmla="*/ 218638 h 761503"/>
                    <a:gd name="connsiteX61" fmla="*/ 406295 w 489538"/>
                    <a:gd name="connsiteY61" fmla="*/ 213198 h 761503"/>
                    <a:gd name="connsiteX62" fmla="*/ 398136 w 489538"/>
                    <a:gd name="connsiteY62" fmla="*/ 196881 h 761503"/>
                    <a:gd name="connsiteX63" fmla="*/ 395416 w 489538"/>
                    <a:gd name="connsiteY63" fmla="*/ 175123 h 761503"/>
                    <a:gd name="connsiteX64" fmla="*/ 395416 w 489538"/>
                    <a:gd name="connsiteY64" fmla="*/ 153366 h 761503"/>
                    <a:gd name="connsiteX65" fmla="*/ 395416 w 489538"/>
                    <a:gd name="connsiteY65" fmla="*/ 126170 h 761503"/>
                    <a:gd name="connsiteX66" fmla="*/ 370939 w 489538"/>
                    <a:gd name="connsiteY66" fmla="*/ 128889 h 761503"/>
                    <a:gd name="connsiteX67" fmla="*/ 338303 w 489538"/>
                    <a:gd name="connsiteY67" fmla="*/ 131609 h 761503"/>
                    <a:gd name="connsiteX68" fmla="*/ 286629 w 489538"/>
                    <a:gd name="connsiteY68" fmla="*/ 134328 h 761503"/>
                    <a:gd name="connsiteX69" fmla="*/ 273031 w 489538"/>
                    <a:gd name="connsiteY69" fmla="*/ 137048 h 761503"/>
                    <a:gd name="connsiteX70" fmla="*/ 262153 w 489538"/>
                    <a:gd name="connsiteY70" fmla="*/ 142487 h 761503"/>
                    <a:gd name="connsiteX71" fmla="*/ 259433 w 489538"/>
                    <a:gd name="connsiteY71" fmla="*/ 153366 h 761503"/>
                    <a:gd name="connsiteX72" fmla="*/ 262153 w 489538"/>
                    <a:gd name="connsiteY72" fmla="*/ 166964 h 761503"/>
                    <a:gd name="connsiteX73" fmla="*/ 262153 w 489538"/>
                    <a:gd name="connsiteY73" fmla="*/ 196881 h 761503"/>
                    <a:gd name="connsiteX74" fmla="*/ 262153 w 489538"/>
                    <a:gd name="connsiteY74" fmla="*/ 215918 h 761503"/>
                    <a:gd name="connsiteX75" fmla="*/ 262153 w 489538"/>
                    <a:gd name="connsiteY75" fmla="*/ 251274 h 761503"/>
                    <a:gd name="connsiteX76" fmla="*/ 259433 w 489538"/>
                    <a:gd name="connsiteY76" fmla="*/ 278470 h 761503"/>
                    <a:gd name="connsiteX77" fmla="*/ 259433 w 489538"/>
                    <a:gd name="connsiteY77" fmla="*/ 308386 h 761503"/>
                    <a:gd name="connsiteX78" fmla="*/ 259433 w 489538"/>
                    <a:gd name="connsiteY78" fmla="*/ 321985 h 761503"/>
                    <a:gd name="connsiteX79" fmla="*/ 259433 w 489538"/>
                    <a:gd name="connsiteY79" fmla="*/ 332863 h 761503"/>
                    <a:gd name="connsiteX80" fmla="*/ 267592 w 489538"/>
                    <a:gd name="connsiteY80" fmla="*/ 335583 h 761503"/>
                    <a:gd name="connsiteX81" fmla="*/ 281190 w 489538"/>
                    <a:gd name="connsiteY81" fmla="*/ 335583 h 761503"/>
                    <a:gd name="connsiteX82" fmla="*/ 327424 w 489538"/>
                    <a:gd name="connsiteY82" fmla="*/ 338303 h 761503"/>
                    <a:gd name="connsiteX83" fmla="*/ 351901 w 489538"/>
                    <a:gd name="connsiteY83" fmla="*/ 341022 h 761503"/>
                    <a:gd name="connsiteX84" fmla="*/ 351901 w 489538"/>
                    <a:gd name="connsiteY84" fmla="*/ 335583 h 761503"/>
                    <a:gd name="connsiteX85" fmla="*/ 351901 w 489538"/>
                    <a:gd name="connsiteY85" fmla="*/ 313826 h 761503"/>
                    <a:gd name="connsiteX86" fmla="*/ 357341 w 489538"/>
                    <a:gd name="connsiteY86" fmla="*/ 289349 h 761503"/>
                    <a:gd name="connsiteX87" fmla="*/ 373658 w 489538"/>
                    <a:gd name="connsiteY87" fmla="*/ 273031 h 761503"/>
                    <a:gd name="connsiteX88" fmla="*/ 381817 w 489538"/>
                    <a:gd name="connsiteY88" fmla="*/ 278470 h 761503"/>
                    <a:gd name="connsiteX89" fmla="*/ 389977 w 489538"/>
                    <a:gd name="connsiteY89" fmla="*/ 300228 h 761503"/>
                    <a:gd name="connsiteX90" fmla="*/ 395416 w 489538"/>
                    <a:gd name="connsiteY90" fmla="*/ 351901 h 761503"/>
                    <a:gd name="connsiteX91" fmla="*/ 398136 w 489538"/>
                    <a:gd name="connsiteY91" fmla="*/ 409014 h 761503"/>
                    <a:gd name="connsiteX92" fmla="*/ 381817 w 489538"/>
                    <a:gd name="connsiteY92" fmla="*/ 444369 h 761503"/>
                    <a:gd name="connsiteX93" fmla="*/ 365500 w 489538"/>
                    <a:gd name="connsiteY93" fmla="*/ 438930 h 761503"/>
                    <a:gd name="connsiteX94" fmla="*/ 357341 w 489538"/>
                    <a:gd name="connsiteY94" fmla="*/ 422612 h 761503"/>
                    <a:gd name="connsiteX95" fmla="*/ 354621 w 489538"/>
                    <a:gd name="connsiteY95" fmla="*/ 400855 h 761503"/>
                    <a:gd name="connsiteX96" fmla="*/ 354621 w 489538"/>
                    <a:gd name="connsiteY96" fmla="*/ 381817 h 761503"/>
                    <a:gd name="connsiteX97" fmla="*/ 270312 w 489538"/>
                    <a:gd name="connsiteY97" fmla="*/ 381817 h 761503"/>
                    <a:gd name="connsiteX98" fmla="*/ 256713 w 489538"/>
                    <a:gd name="connsiteY98" fmla="*/ 395415 h 761503"/>
                    <a:gd name="connsiteX99" fmla="*/ 253994 w 489538"/>
                    <a:gd name="connsiteY99" fmla="*/ 422612 h 761503"/>
                    <a:gd name="connsiteX100" fmla="*/ 253994 w 489538"/>
                    <a:gd name="connsiteY100" fmla="*/ 433490 h 761503"/>
                    <a:gd name="connsiteX101" fmla="*/ 253994 w 489538"/>
                    <a:gd name="connsiteY101" fmla="*/ 449809 h 761503"/>
                    <a:gd name="connsiteX102" fmla="*/ 256713 w 489538"/>
                    <a:gd name="connsiteY102" fmla="*/ 474285 h 761503"/>
                    <a:gd name="connsiteX103" fmla="*/ 256713 w 489538"/>
                    <a:gd name="connsiteY103" fmla="*/ 496043 h 761503"/>
                    <a:gd name="connsiteX104" fmla="*/ 259433 w 489538"/>
                    <a:gd name="connsiteY104" fmla="*/ 534118 h 761503"/>
                    <a:gd name="connsiteX105" fmla="*/ 259433 w 489538"/>
                    <a:gd name="connsiteY105" fmla="*/ 591231 h 761503"/>
                    <a:gd name="connsiteX106" fmla="*/ 262153 w 489538"/>
                    <a:gd name="connsiteY106" fmla="*/ 618427 h 761503"/>
                    <a:gd name="connsiteX107" fmla="*/ 267592 w 489538"/>
                    <a:gd name="connsiteY107" fmla="*/ 648343 h 761503"/>
                    <a:gd name="connsiteX108" fmla="*/ 292069 w 489538"/>
                    <a:gd name="connsiteY108" fmla="*/ 651063 h 761503"/>
                    <a:gd name="connsiteX109" fmla="*/ 327424 w 489538"/>
                    <a:gd name="connsiteY109" fmla="*/ 651063 h 761503"/>
                    <a:gd name="connsiteX110" fmla="*/ 362780 w 489538"/>
                    <a:gd name="connsiteY110" fmla="*/ 653783 h 761503"/>
                    <a:gd name="connsiteX111" fmla="*/ 395416 w 489538"/>
                    <a:gd name="connsiteY111" fmla="*/ 648343 h 761503"/>
                    <a:gd name="connsiteX112" fmla="*/ 395416 w 489538"/>
                    <a:gd name="connsiteY112" fmla="*/ 618427 h 761503"/>
                    <a:gd name="connsiteX113" fmla="*/ 395416 w 489538"/>
                    <a:gd name="connsiteY113" fmla="*/ 596670 h 761503"/>
                    <a:gd name="connsiteX114" fmla="*/ 398136 w 489538"/>
                    <a:gd name="connsiteY114" fmla="*/ 574913 h 761503"/>
                    <a:gd name="connsiteX115" fmla="*/ 406295 w 489538"/>
                    <a:gd name="connsiteY115" fmla="*/ 558595 h 761503"/>
                    <a:gd name="connsiteX116" fmla="*/ 422612 w 489538"/>
                    <a:gd name="connsiteY116" fmla="*/ 553155 h 761503"/>
                    <a:gd name="connsiteX117" fmla="*/ 438930 w 489538"/>
                    <a:gd name="connsiteY117" fmla="*/ 588511 h 761503"/>
                    <a:gd name="connsiteX118" fmla="*/ 436211 w 489538"/>
                    <a:gd name="connsiteY118" fmla="*/ 645624 h 761503"/>
                    <a:gd name="connsiteX119" fmla="*/ 433491 w 489538"/>
                    <a:gd name="connsiteY119" fmla="*/ 651063 h 761503"/>
                    <a:gd name="connsiteX120" fmla="*/ 433491 w 489538"/>
                    <a:gd name="connsiteY120" fmla="*/ 651063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</a:cxnLst>
                  <a:rect l="l" t="t" r="r" b="b"/>
                  <a:pathLst>
                    <a:path w="489538" h="761503">
                      <a:moveTo>
                        <a:pt x="433491" y="651063"/>
                      </a:moveTo>
                      <a:cubicBezTo>
                        <a:pt x="436211" y="653783"/>
                        <a:pt x="438930" y="656502"/>
                        <a:pt x="438930" y="661942"/>
                      </a:cubicBezTo>
                      <a:cubicBezTo>
                        <a:pt x="438930" y="670101"/>
                        <a:pt x="433491" y="678259"/>
                        <a:pt x="425332" y="683699"/>
                      </a:cubicBezTo>
                      <a:cubicBezTo>
                        <a:pt x="417173" y="689138"/>
                        <a:pt x="409014" y="689138"/>
                        <a:pt x="400855" y="691858"/>
                      </a:cubicBezTo>
                      <a:cubicBezTo>
                        <a:pt x="381817" y="694578"/>
                        <a:pt x="362780" y="694578"/>
                        <a:pt x="343742" y="700017"/>
                      </a:cubicBezTo>
                      <a:cubicBezTo>
                        <a:pt x="335583" y="702736"/>
                        <a:pt x="324705" y="702736"/>
                        <a:pt x="316546" y="705456"/>
                      </a:cubicBezTo>
                      <a:cubicBezTo>
                        <a:pt x="308387" y="705456"/>
                        <a:pt x="289349" y="705456"/>
                        <a:pt x="275751" y="705456"/>
                      </a:cubicBezTo>
                      <a:cubicBezTo>
                        <a:pt x="270312" y="705456"/>
                        <a:pt x="267592" y="708176"/>
                        <a:pt x="264872" y="708176"/>
                      </a:cubicBezTo>
                      <a:cubicBezTo>
                        <a:pt x="264872" y="708176"/>
                        <a:pt x="259433" y="708176"/>
                        <a:pt x="253994" y="708176"/>
                      </a:cubicBezTo>
                      <a:cubicBezTo>
                        <a:pt x="251274" y="713615"/>
                        <a:pt x="245835" y="716335"/>
                        <a:pt x="240395" y="719054"/>
                      </a:cubicBezTo>
                      <a:cubicBezTo>
                        <a:pt x="234956" y="721774"/>
                        <a:pt x="229517" y="721774"/>
                        <a:pt x="224077" y="721774"/>
                      </a:cubicBezTo>
                      <a:cubicBezTo>
                        <a:pt x="218638" y="721774"/>
                        <a:pt x="213199" y="724494"/>
                        <a:pt x="205040" y="724494"/>
                      </a:cubicBezTo>
                      <a:cubicBezTo>
                        <a:pt x="202320" y="724494"/>
                        <a:pt x="194161" y="727213"/>
                        <a:pt x="191441" y="727213"/>
                      </a:cubicBezTo>
                      <a:cubicBezTo>
                        <a:pt x="183282" y="727213"/>
                        <a:pt x="172404" y="721774"/>
                        <a:pt x="169684" y="721774"/>
                      </a:cubicBezTo>
                      <a:cubicBezTo>
                        <a:pt x="164245" y="719054"/>
                        <a:pt x="156086" y="713615"/>
                        <a:pt x="150646" y="708176"/>
                      </a:cubicBezTo>
                      <a:cubicBezTo>
                        <a:pt x="145207" y="708176"/>
                        <a:pt x="139768" y="708176"/>
                        <a:pt x="139768" y="708176"/>
                      </a:cubicBezTo>
                      <a:cubicBezTo>
                        <a:pt x="126170" y="708176"/>
                        <a:pt x="137048" y="708176"/>
                        <a:pt x="120730" y="708176"/>
                      </a:cubicBezTo>
                      <a:cubicBezTo>
                        <a:pt x="112571" y="708176"/>
                        <a:pt x="104412" y="708176"/>
                        <a:pt x="98973" y="708176"/>
                      </a:cubicBezTo>
                      <a:cubicBezTo>
                        <a:pt x="90814" y="708176"/>
                        <a:pt x="79936" y="708176"/>
                        <a:pt x="74496" y="702736"/>
                      </a:cubicBezTo>
                      <a:cubicBezTo>
                        <a:pt x="66337" y="700017"/>
                        <a:pt x="58178" y="689138"/>
                        <a:pt x="58178" y="683699"/>
                      </a:cubicBezTo>
                      <a:cubicBezTo>
                        <a:pt x="58178" y="680979"/>
                        <a:pt x="58178" y="678259"/>
                        <a:pt x="63617" y="675540"/>
                      </a:cubicBezTo>
                      <a:cubicBezTo>
                        <a:pt x="69057" y="672820"/>
                        <a:pt x="77216" y="670101"/>
                        <a:pt x="85375" y="667381"/>
                      </a:cubicBezTo>
                      <a:cubicBezTo>
                        <a:pt x="98973" y="664661"/>
                        <a:pt x="115291" y="664661"/>
                        <a:pt x="128889" y="661942"/>
                      </a:cubicBezTo>
                      <a:cubicBezTo>
                        <a:pt x="128889" y="645624"/>
                        <a:pt x="128889" y="623866"/>
                        <a:pt x="128889" y="602109"/>
                      </a:cubicBezTo>
                      <a:cubicBezTo>
                        <a:pt x="128889" y="566754"/>
                        <a:pt x="128889" y="531398"/>
                        <a:pt x="126170" y="523239"/>
                      </a:cubicBezTo>
                      <a:cubicBezTo>
                        <a:pt x="126170" y="517800"/>
                        <a:pt x="126170" y="487884"/>
                        <a:pt x="126170" y="468846"/>
                      </a:cubicBezTo>
                      <a:cubicBezTo>
                        <a:pt x="126170" y="449809"/>
                        <a:pt x="123450" y="430771"/>
                        <a:pt x="123450" y="409014"/>
                      </a:cubicBezTo>
                      <a:cubicBezTo>
                        <a:pt x="123450" y="400855"/>
                        <a:pt x="123450" y="392696"/>
                        <a:pt x="123450" y="384537"/>
                      </a:cubicBezTo>
                      <a:cubicBezTo>
                        <a:pt x="123450" y="373658"/>
                        <a:pt x="126170" y="360060"/>
                        <a:pt x="126170" y="349181"/>
                      </a:cubicBezTo>
                      <a:cubicBezTo>
                        <a:pt x="126170" y="341022"/>
                        <a:pt x="126170" y="332863"/>
                        <a:pt x="126170" y="324704"/>
                      </a:cubicBezTo>
                      <a:cubicBezTo>
                        <a:pt x="126170" y="313826"/>
                        <a:pt x="126170" y="302947"/>
                        <a:pt x="128889" y="292068"/>
                      </a:cubicBezTo>
                      <a:cubicBezTo>
                        <a:pt x="131609" y="273031"/>
                        <a:pt x="134329" y="253993"/>
                        <a:pt x="134329" y="234956"/>
                      </a:cubicBezTo>
                      <a:cubicBezTo>
                        <a:pt x="134329" y="213198"/>
                        <a:pt x="134329" y="191441"/>
                        <a:pt x="134329" y="172404"/>
                      </a:cubicBezTo>
                      <a:cubicBezTo>
                        <a:pt x="134329" y="156086"/>
                        <a:pt x="134329" y="139768"/>
                        <a:pt x="137048" y="123450"/>
                      </a:cubicBezTo>
                      <a:cubicBezTo>
                        <a:pt x="131609" y="123450"/>
                        <a:pt x="134329" y="123450"/>
                        <a:pt x="123450" y="123450"/>
                      </a:cubicBezTo>
                      <a:cubicBezTo>
                        <a:pt x="115291" y="123450"/>
                        <a:pt x="107132" y="123450"/>
                        <a:pt x="101693" y="123450"/>
                      </a:cubicBezTo>
                      <a:cubicBezTo>
                        <a:pt x="93534" y="123450"/>
                        <a:pt x="82655" y="123450"/>
                        <a:pt x="77216" y="118011"/>
                      </a:cubicBezTo>
                      <a:cubicBezTo>
                        <a:pt x="69057" y="115291"/>
                        <a:pt x="60898" y="101693"/>
                        <a:pt x="60898" y="98973"/>
                      </a:cubicBezTo>
                      <a:cubicBezTo>
                        <a:pt x="60898" y="96253"/>
                        <a:pt x="60898" y="93534"/>
                        <a:pt x="66337" y="90814"/>
                      </a:cubicBezTo>
                      <a:cubicBezTo>
                        <a:pt x="71777" y="88094"/>
                        <a:pt x="79936" y="85375"/>
                        <a:pt x="88094" y="82655"/>
                      </a:cubicBezTo>
                      <a:cubicBezTo>
                        <a:pt x="104412" y="79935"/>
                        <a:pt x="131609" y="77216"/>
                        <a:pt x="145207" y="77216"/>
                      </a:cubicBezTo>
                      <a:cubicBezTo>
                        <a:pt x="145207" y="77216"/>
                        <a:pt x="145207" y="77216"/>
                        <a:pt x="145207" y="77216"/>
                      </a:cubicBezTo>
                      <a:cubicBezTo>
                        <a:pt x="145207" y="74496"/>
                        <a:pt x="150646" y="71776"/>
                        <a:pt x="153366" y="69057"/>
                      </a:cubicBezTo>
                      <a:cubicBezTo>
                        <a:pt x="161525" y="63617"/>
                        <a:pt x="169684" y="63617"/>
                        <a:pt x="177843" y="60898"/>
                      </a:cubicBezTo>
                      <a:cubicBezTo>
                        <a:pt x="183282" y="58178"/>
                        <a:pt x="191441" y="58178"/>
                        <a:pt x="196881" y="58178"/>
                      </a:cubicBezTo>
                      <a:cubicBezTo>
                        <a:pt x="199600" y="58178"/>
                        <a:pt x="202320" y="58178"/>
                        <a:pt x="205040" y="58178"/>
                      </a:cubicBezTo>
                      <a:cubicBezTo>
                        <a:pt x="207759" y="58178"/>
                        <a:pt x="213199" y="60898"/>
                        <a:pt x="215919" y="63617"/>
                      </a:cubicBezTo>
                      <a:cubicBezTo>
                        <a:pt x="221358" y="66337"/>
                        <a:pt x="224077" y="66337"/>
                        <a:pt x="229517" y="69057"/>
                      </a:cubicBezTo>
                      <a:cubicBezTo>
                        <a:pt x="237675" y="71776"/>
                        <a:pt x="245835" y="77216"/>
                        <a:pt x="256713" y="77216"/>
                      </a:cubicBezTo>
                      <a:cubicBezTo>
                        <a:pt x="259433" y="77216"/>
                        <a:pt x="262153" y="77216"/>
                        <a:pt x="264872" y="77216"/>
                      </a:cubicBezTo>
                      <a:cubicBezTo>
                        <a:pt x="270312" y="77216"/>
                        <a:pt x="275751" y="77216"/>
                        <a:pt x="281190" y="77216"/>
                      </a:cubicBezTo>
                      <a:cubicBezTo>
                        <a:pt x="292069" y="77216"/>
                        <a:pt x="321985" y="77216"/>
                        <a:pt x="330144" y="77216"/>
                      </a:cubicBezTo>
                      <a:cubicBezTo>
                        <a:pt x="338303" y="77216"/>
                        <a:pt x="349182" y="77216"/>
                        <a:pt x="357341" y="79935"/>
                      </a:cubicBezTo>
                      <a:cubicBezTo>
                        <a:pt x="368219" y="79935"/>
                        <a:pt x="379098" y="82655"/>
                        <a:pt x="387257" y="82655"/>
                      </a:cubicBezTo>
                      <a:cubicBezTo>
                        <a:pt x="392696" y="82655"/>
                        <a:pt x="400855" y="85375"/>
                        <a:pt x="406295" y="85375"/>
                      </a:cubicBezTo>
                      <a:cubicBezTo>
                        <a:pt x="409014" y="82655"/>
                        <a:pt x="414453" y="79935"/>
                        <a:pt x="417173" y="79935"/>
                      </a:cubicBezTo>
                      <a:cubicBezTo>
                        <a:pt x="419893" y="79935"/>
                        <a:pt x="422612" y="79935"/>
                        <a:pt x="425332" y="85375"/>
                      </a:cubicBezTo>
                      <a:cubicBezTo>
                        <a:pt x="428052" y="90814"/>
                        <a:pt x="433491" y="98973"/>
                        <a:pt x="433491" y="104412"/>
                      </a:cubicBezTo>
                      <a:cubicBezTo>
                        <a:pt x="436211" y="131609"/>
                        <a:pt x="436211" y="120730"/>
                        <a:pt x="436211" y="137048"/>
                      </a:cubicBezTo>
                      <a:cubicBezTo>
                        <a:pt x="438930" y="158805"/>
                        <a:pt x="438930" y="158805"/>
                        <a:pt x="438930" y="183282"/>
                      </a:cubicBezTo>
                      <a:cubicBezTo>
                        <a:pt x="438930" y="194161"/>
                        <a:pt x="438930" y="218638"/>
                        <a:pt x="422612" y="218638"/>
                      </a:cubicBezTo>
                      <a:cubicBezTo>
                        <a:pt x="414453" y="218638"/>
                        <a:pt x="411734" y="215918"/>
                        <a:pt x="406295" y="213198"/>
                      </a:cubicBezTo>
                      <a:cubicBezTo>
                        <a:pt x="400855" y="210479"/>
                        <a:pt x="398136" y="202320"/>
                        <a:pt x="398136" y="196881"/>
                      </a:cubicBezTo>
                      <a:cubicBezTo>
                        <a:pt x="395416" y="188722"/>
                        <a:pt x="395416" y="183282"/>
                        <a:pt x="395416" y="175123"/>
                      </a:cubicBezTo>
                      <a:cubicBezTo>
                        <a:pt x="395416" y="169684"/>
                        <a:pt x="395416" y="164245"/>
                        <a:pt x="395416" y="153366"/>
                      </a:cubicBezTo>
                      <a:cubicBezTo>
                        <a:pt x="395416" y="145207"/>
                        <a:pt x="395416" y="134328"/>
                        <a:pt x="395416" y="126170"/>
                      </a:cubicBezTo>
                      <a:cubicBezTo>
                        <a:pt x="387257" y="128889"/>
                        <a:pt x="379098" y="128889"/>
                        <a:pt x="370939" y="128889"/>
                      </a:cubicBezTo>
                      <a:cubicBezTo>
                        <a:pt x="360060" y="128889"/>
                        <a:pt x="349182" y="128889"/>
                        <a:pt x="338303" y="131609"/>
                      </a:cubicBezTo>
                      <a:cubicBezTo>
                        <a:pt x="327424" y="131609"/>
                        <a:pt x="319265" y="134328"/>
                        <a:pt x="286629" y="134328"/>
                      </a:cubicBezTo>
                      <a:cubicBezTo>
                        <a:pt x="281190" y="134328"/>
                        <a:pt x="278470" y="134328"/>
                        <a:pt x="273031" y="137048"/>
                      </a:cubicBezTo>
                      <a:cubicBezTo>
                        <a:pt x="270312" y="137048"/>
                        <a:pt x="264872" y="137048"/>
                        <a:pt x="262153" y="142487"/>
                      </a:cubicBezTo>
                      <a:cubicBezTo>
                        <a:pt x="259433" y="145207"/>
                        <a:pt x="259433" y="150647"/>
                        <a:pt x="259433" y="153366"/>
                      </a:cubicBezTo>
                      <a:cubicBezTo>
                        <a:pt x="259433" y="158805"/>
                        <a:pt x="259433" y="164245"/>
                        <a:pt x="262153" y="166964"/>
                      </a:cubicBezTo>
                      <a:cubicBezTo>
                        <a:pt x="262153" y="177843"/>
                        <a:pt x="262153" y="186002"/>
                        <a:pt x="262153" y="196881"/>
                      </a:cubicBezTo>
                      <a:cubicBezTo>
                        <a:pt x="262153" y="202320"/>
                        <a:pt x="262153" y="210479"/>
                        <a:pt x="262153" y="215918"/>
                      </a:cubicBezTo>
                      <a:cubicBezTo>
                        <a:pt x="262153" y="229516"/>
                        <a:pt x="262153" y="240395"/>
                        <a:pt x="262153" y="251274"/>
                      </a:cubicBezTo>
                      <a:cubicBezTo>
                        <a:pt x="262153" y="259433"/>
                        <a:pt x="259433" y="270311"/>
                        <a:pt x="259433" y="278470"/>
                      </a:cubicBezTo>
                      <a:cubicBezTo>
                        <a:pt x="259433" y="289349"/>
                        <a:pt x="259433" y="297508"/>
                        <a:pt x="259433" y="308386"/>
                      </a:cubicBezTo>
                      <a:cubicBezTo>
                        <a:pt x="259433" y="313826"/>
                        <a:pt x="259433" y="319265"/>
                        <a:pt x="259433" y="321985"/>
                      </a:cubicBezTo>
                      <a:cubicBezTo>
                        <a:pt x="259433" y="324704"/>
                        <a:pt x="259433" y="330144"/>
                        <a:pt x="259433" y="332863"/>
                      </a:cubicBezTo>
                      <a:cubicBezTo>
                        <a:pt x="262153" y="335583"/>
                        <a:pt x="264872" y="335583"/>
                        <a:pt x="267592" y="335583"/>
                      </a:cubicBezTo>
                      <a:cubicBezTo>
                        <a:pt x="273031" y="335583"/>
                        <a:pt x="275751" y="335583"/>
                        <a:pt x="281190" y="335583"/>
                      </a:cubicBezTo>
                      <a:cubicBezTo>
                        <a:pt x="311107" y="335583"/>
                        <a:pt x="319265" y="335583"/>
                        <a:pt x="327424" y="338303"/>
                      </a:cubicBezTo>
                      <a:cubicBezTo>
                        <a:pt x="335583" y="341022"/>
                        <a:pt x="343742" y="341022"/>
                        <a:pt x="351901" y="341022"/>
                      </a:cubicBezTo>
                      <a:cubicBezTo>
                        <a:pt x="351901" y="338303"/>
                        <a:pt x="351901" y="338303"/>
                        <a:pt x="351901" y="335583"/>
                      </a:cubicBezTo>
                      <a:cubicBezTo>
                        <a:pt x="351901" y="327424"/>
                        <a:pt x="351901" y="319265"/>
                        <a:pt x="351901" y="313826"/>
                      </a:cubicBezTo>
                      <a:cubicBezTo>
                        <a:pt x="351901" y="305667"/>
                        <a:pt x="351901" y="294788"/>
                        <a:pt x="357341" y="289349"/>
                      </a:cubicBezTo>
                      <a:cubicBezTo>
                        <a:pt x="360060" y="281190"/>
                        <a:pt x="368219" y="273031"/>
                        <a:pt x="373658" y="273031"/>
                      </a:cubicBezTo>
                      <a:cubicBezTo>
                        <a:pt x="376378" y="273031"/>
                        <a:pt x="379098" y="273031"/>
                        <a:pt x="381817" y="278470"/>
                      </a:cubicBezTo>
                      <a:cubicBezTo>
                        <a:pt x="384537" y="283909"/>
                        <a:pt x="387257" y="292068"/>
                        <a:pt x="389977" y="300228"/>
                      </a:cubicBezTo>
                      <a:cubicBezTo>
                        <a:pt x="392696" y="316545"/>
                        <a:pt x="392696" y="335583"/>
                        <a:pt x="395416" y="351901"/>
                      </a:cubicBezTo>
                      <a:cubicBezTo>
                        <a:pt x="398136" y="373658"/>
                        <a:pt x="398136" y="384537"/>
                        <a:pt x="398136" y="409014"/>
                      </a:cubicBezTo>
                      <a:cubicBezTo>
                        <a:pt x="398136" y="422612"/>
                        <a:pt x="398136" y="444369"/>
                        <a:pt x="381817" y="444369"/>
                      </a:cubicBezTo>
                      <a:cubicBezTo>
                        <a:pt x="373658" y="444369"/>
                        <a:pt x="370939" y="441650"/>
                        <a:pt x="365500" y="438930"/>
                      </a:cubicBezTo>
                      <a:cubicBezTo>
                        <a:pt x="360060" y="436210"/>
                        <a:pt x="357341" y="428051"/>
                        <a:pt x="357341" y="422612"/>
                      </a:cubicBezTo>
                      <a:cubicBezTo>
                        <a:pt x="354621" y="414453"/>
                        <a:pt x="354621" y="409014"/>
                        <a:pt x="354621" y="400855"/>
                      </a:cubicBezTo>
                      <a:cubicBezTo>
                        <a:pt x="354621" y="395415"/>
                        <a:pt x="354621" y="389976"/>
                        <a:pt x="354621" y="381817"/>
                      </a:cubicBezTo>
                      <a:cubicBezTo>
                        <a:pt x="335583" y="381817"/>
                        <a:pt x="308387" y="384537"/>
                        <a:pt x="270312" y="381817"/>
                      </a:cubicBezTo>
                      <a:cubicBezTo>
                        <a:pt x="262153" y="381817"/>
                        <a:pt x="256713" y="387256"/>
                        <a:pt x="256713" y="395415"/>
                      </a:cubicBezTo>
                      <a:cubicBezTo>
                        <a:pt x="256713" y="403574"/>
                        <a:pt x="256713" y="414453"/>
                        <a:pt x="253994" y="422612"/>
                      </a:cubicBezTo>
                      <a:cubicBezTo>
                        <a:pt x="253994" y="425332"/>
                        <a:pt x="253994" y="430771"/>
                        <a:pt x="253994" y="433490"/>
                      </a:cubicBezTo>
                      <a:cubicBezTo>
                        <a:pt x="253994" y="438930"/>
                        <a:pt x="253994" y="444369"/>
                        <a:pt x="253994" y="449809"/>
                      </a:cubicBezTo>
                      <a:cubicBezTo>
                        <a:pt x="253994" y="457967"/>
                        <a:pt x="256713" y="466126"/>
                        <a:pt x="256713" y="474285"/>
                      </a:cubicBezTo>
                      <a:cubicBezTo>
                        <a:pt x="256713" y="482444"/>
                        <a:pt x="256713" y="490603"/>
                        <a:pt x="256713" y="496043"/>
                      </a:cubicBezTo>
                      <a:cubicBezTo>
                        <a:pt x="256713" y="509641"/>
                        <a:pt x="259433" y="520520"/>
                        <a:pt x="259433" y="534118"/>
                      </a:cubicBezTo>
                      <a:cubicBezTo>
                        <a:pt x="259433" y="553155"/>
                        <a:pt x="259433" y="572193"/>
                        <a:pt x="259433" y="591231"/>
                      </a:cubicBezTo>
                      <a:cubicBezTo>
                        <a:pt x="259433" y="602109"/>
                        <a:pt x="262153" y="610268"/>
                        <a:pt x="262153" y="618427"/>
                      </a:cubicBezTo>
                      <a:cubicBezTo>
                        <a:pt x="264872" y="626586"/>
                        <a:pt x="262153" y="642904"/>
                        <a:pt x="267592" y="648343"/>
                      </a:cubicBezTo>
                      <a:cubicBezTo>
                        <a:pt x="270312" y="651063"/>
                        <a:pt x="275751" y="651063"/>
                        <a:pt x="292069" y="651063"/>
                      </a:cubicBezTo>
                      <a:cubicBezTo>
                        <a:pt x="305667" y="651063"/>
                        <a:pt x="319265" y="651063"/>
                        <a:pt x="327424" y="651063"/>
                      </a:cubicBezTo>
                      <a:cubicBezTo>
                        <a:pt x="338303" y="651063"/>
                        <a:pt x="351901" y="653783"/>
                        <a:pt x="362780" y="653783"/>
                      </a:cubicBezTo>
                      <a:cubicBezTo>
                        <a:pt x="376378" y="653783"/>
                        <a:pt x="384537" y="651063"/>
                        <a:pt x="395416" y="648343"/>
                      </a:cubicBezTo>
                      <a:cubicBezTo>
                        <a:pt x="395416" y="637465"/>
                        <a:pt x="395416" y="629306"/>
                        <a:pt x="395416" y="618427"/>
                      </a:cubicBezTo>
                      <a:cubicBezTo>
                        <a:pt x="395416" y="610268"/>
                        <a:pt x="395416" y="602109"/>
                        <a:pt x="395416" y="596670"/>
                      </a:cubicBezTo>
                      <a:cubicBezTo>
                        <a:pt x="395416" y="591231"/>
                        <a:pt x="395416" y="585791"/>
                        <a:pt x="398136" y="574913"/>
                      </a:cubicBezTo>
                      <a:cubicBezTo>
                        <a:pt x="400855" y="569473"/>
                        <a:pt x="400855" y="564034"/>
                        <a:pt x="406295" y="558595"/>
                      </a:cubicBezTo>
                      <a:cubicBezTo>
                        <a:pt x="411734" y="553155"/>
                        <a:pt x="414453" y="553155"/>
                        <a:pt x="422612" y="553155"/>
                      </a:cubicBezTo>
                      <a:cubicBezTo>
                        <a:pt x="436211" y="553155"/>
                        <a:pt x="438930" y="577632"/>
                        <a:pt x="438930" y="588511"/>
                      </a:cubicBezTo>
                      <a:cubicBezTo>
                        <a:pt x="438930" y="612988"/>
                        <a:pt x="438930" y="623866"/>
                        <a:pt x="436211" y="645624"/>
                      </a:cubicBezTo>
                      <a:cubicBezTo>
                        <a:pt x="433491" y="648343"/>
                        <a:pt x="433491" y="648343"/>
                        <a:pt x="433491" y="651063"/>
                      </a:cubicBezTo>
                      <a:lnTo>
                        <a:pt x="433491" y="651063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54" name="Freeform: Shape 48">
                  <a:extLst>
                    <a:ext uri="{FF2B5EF4-FFF2-40B4-BE49-F238E27FC236}">
                      <a16:creationId xmlns:a16="http://schemas.microsoft.com/office/drawing/2014/main" id="{9EB0FA2D-E07F-CF5E-C513-012F740170BD}"/>
                    </a:ext>
                  </a:extLst>
                </p:cNvPr>
                <p:cNvSpPr/>
                <p:nvPr/>
              </p:nvSpPr>
              <p:spPr>
                <a:xfrm>
                  <a:off x="7912732" y="4250336"/>
                  <a:ext cx="465062" cy="658157"/>
                </a:xfrm>
                <a:custGeom>
                  <a:avLst/>
                  <a:gdLst>
                    <a:gd name="connsiteX0" fmla="*/ 193096 w 465062"/>
                    <a:gd name="connsiteY0" fmla="*/ 59832 h 658157"/>
                    <a:gd name="connsiteX1" fmla="*/ 193096 w 465062"/>
                    <a:gd name="connsiteY1" fmla="*/ 114226 h 658157"/>
                    <a:gd name="connsiteX2" fmla="*/ 198536 w 465062"/>
                    <a:gd name="connsiteY2" fmla="*/ 209414 h 658157"/>
                    <a:gd name="connsiteX3" fmla="*/ 201255 w 465062"/>
                    <a:gd name="connsiteY3" fmla="*/ 282845 h 658157"/>
                    <a:gd name="connsiteX4" fmla="*/ 203975 w 465062"/>
                    <a:gd name="connsiteY4" fmla="*/ 315481 h 658157"/>
                    <a:gd name="connsiteX5" fmla="*/ 203975 w 465062"/>
                    <a:gd name="connsiteY5" fmla="*/ 320920 h 658157"/>
                    <a:gd name="connsiteX6" fmla="*/ 212134 w 465062"/>
                    <a:gd name="connsiteY6" fmla="*/ 329079 h 658157"/>
                    <a:gd name="connsiteX7" fmla="*/ 223013 w 465062"/>
                    <a:gd name="connsiteY7" fmla="*/ 329079 h 658157"/>
                    <a:gd name="connsiteX8" fmla="*/ 239331 w 465062"/>
                    <a:gd name="connsiteY8" fmla="*/ 329079 h 658157"/>
                    <a:gd name="connsiteX9" fmla="*/ 280126 w 465062"/>
                    <a:gd name="connsiteY9" fmla="*/ 312761 h 658157"/>
                    <a:gd name="connsiteX10" fmla="*/ 296443 w 465062"/>
                    <a:gd name="connsiteY10" fmla="*/ 288284 h 658157"/>
                    <a:gd name="connsiteX11" fmla="*/ 304602 w 465062"/>
                    <a:gd name="connsiteY11" fmla="*/ 258368 h 658157"/>
                    <a:gd name="connsiteX12" fmla="*/ 312761 w 465062"/>
                    <a:gd name="connsiteY12" fmla="*/ 225732 h 658157"/>
                    <a:gd name="connsiteX13" fmla="*/ 315481 w 465062"/>
                    <a:gd name="connsiteY13" fmla="*/ 195816 h 658157"/>
                    <a:gd name="connsiteX14" fmla="*/ 318201 w 465062"/>
                    <a:gd name="connsiteY14" fmla="*/ 168619 h 658157"/>
                    <a:gd name="connsiteX15" fmla="*/ 312761 w 465062"/>
                    <a:gd name="connsiteY15" fmla="*/ 135983 h 658157"/>
                    <a:gd name="connsiteX16" fmla="*/ 312761 w 465062"/>
                    <a:gd name="connsiteY16" fmla="*/ 122385 h 658157"/>
                    <a:gd name="connsiteX17" fmla="*/ 293724 w 465062"/>
                    <a:gd name="connsiteY17" fmla="*/ 84309 h 658157"/>
                    <a:gd name="connsiteX18" fmla="*/ 280126 w 465062"/>
                    <a:gd name="connsiteY18" fmla="*/ 73430 h 658157"/>
                    <a:gd name="connsiteX19" fmla="*/ 258368 w 465062"/>
                    <a:gd name="connsiteY19" fmla="*/ 62552 h 658157"/>
                    <a:gd name="connsiteX20" fmla="*/ 217573 w 465062"/>
                    <a:gd name="connsiteY20" fmla="*/ 59832 h 658157"/>
                    <a:gd name="connsiteX21" fmla="*/ 111506 w 465062"/>
                    <a:gd name="connsiteY21" fmla="*/ 0 h 658157"/>
                    <a:gd name="connsiteX22" fmla="*/ 127824 w 465062"/>
                    <a:gd name="connsiteY22" fmla="*/ 0 h 658157"/>
                    <a:gd name="connsiteX23" fmla="*/ 157741 w 465062"/>
                    <a:gd name="connsiteY23" fmla="*/ 5440 h 658157"/>
                    <a:gd name="connsiteX24" fmla="*/ 179497 w 465062"/>
                    <a:gd name="connsiteY24" fmla="*/ 16318 h 658157"/>
                    <a:gd name="connsiteX25" fmla="*/ 209414 w 465062"/>
                    <a:gd name="connsiteY25" fmla="*/ 16318 h 658157"/>
                    <a:gd name="connsiteX26" fmla="*/ 247489 w 465062"/>
                    <a:gd name="connsiteY26" fmla="*/ 16318 h 658157"/>
                    <a:gd name="connsiteX27" fmla="*/ 266527 w 465062"/>
                    <a:gd name="connsiteY27" fmla="*/ 16318 h 658157"/>
                    <a:gd name="connsiteX28" fmla="*/ 312761 w 465062"/>
                    <a:gd name="connsiteY28" fmla="*/ 27197 h 658157"/>
                    <a:gd name="connsiteX29" fmla="*/ 337238 w 465062"/>
                    <a:gd name="connsiteY29" fmla="*/ 38075 h 658157"/>
                    <a:gd name="connsiteX30" fmla="*/ 364434 w 465062"/>
                    <a:gd name="connsiteY30" fmla="*/ 54393 h 658157"/>
                    <a:gd name="connsiteX31" fmla="*/ 386192 w 465062"/>
                    <a:gd name="connsiteY31" fmla="*/ 73431 h 658157"/>
                    <a:gd name="connsiteX32" fmla="*/ 407949 w 465062"/>
                    <a:gd name="connsiteY32" fmla="*/ 103347 h 658157"/>
                    <a:gd name="connsiteX33" fmla="*/ 416108 w 465062"/>
                    <a:gd name="connsiteY33" fmla="*/ 141422 h 658157"/>
                    <a:gd name="connsiteX34" fmla="*/ 418828 w 465062"/>
                    <a:gd name="connsiteY34" fmla="*/ 163179 h 658157"/>
                    <a:gd name="connsiteX35" fmla="*/ 418828 w 465062"/>
                    <a:gd name="connsiteY35" fmla="*/ 171339 h 658157"/>
                    <a:gd name="connsiteX36" fmla="*/ 421547 w 465062"/>
                    <a:gd name="connsiteY36" fmla="*/ 187656 h 658157"/>
                    <a:gd name="connsiteX37" fmla="*/ 418828 w 465062"/>
                    <a:gd name="connsiteY37" fmla="*/ 206694 h 658157"/>
                    <a:gd name="connsiteX38" fmla="*/ 416108 w 465062"/>
                    <a:gd name="connsiteY38" fmla="*/ 233891 h 658157"/>
                    <a:gd name="connsiteX39" fmla="*/ 405229 w 465062"/>
                    <a:gd name="connsiteY39" fmla="*/ 263807 h 658157"/>
                    <a:gd name="connsiteX40" fmla="*/ 394351 w 465062"/>
                    <a:gd name="connsiteY40" fmla="*/ 274686 h 658157"/>
                    <a:gd name="connsiteX41" fmla="*/ 388912 w 465062"/>
                    <a:gd name="connsiteY41" fmla="*/ 285564 h 658157"/>
                    <a:gd name="connsiteX42" fmla="*/ 369874 w 465062"/>
                    <a:gd name="connsiteY42" fmla="*/ 304602 h 658157"/>
                    <a:gd name="connsiteX43" fmla="*/ 358995 w 465062"/>
                    <a:gd name="connsiteY43" fmla="*/ 310041 h 658157"/>
                    <a:gd name="connsiteX44" fmla="*/ 348117 w 465062"/>
                    <a:gd name="connsiteY44" fmla="*/ 320920 h 658157"/>
                    <a:gd name="connsiteX45" fmla="*/ 326359 w 465062"/>
                    <a:gd name="connsiteY45" fmla="*/ 339957 h 658157"/>
                    <a:gd name="connsiteX46" fmla="*/ 312761 w 465062"/>
                    <a:gd name="connsiteY46" fmla="*/ 353555 h 658157"/>
                    <a:gd name="connsiteX47" fmla="*/ 337238 w 465062"/>
                    <a:gd name="connsiteY47" fmla="*/ 380752 h 658157"/>
                    <a:gd name="connsiteX48" fmla="*/ 358995 w 465062"/>
                    <a:gd name="connsiteY48" fmla="*/ 421547 h 658157"/>
                    <a:gd name="connsiteX49" fmla="*/ 372593 w 465062"/>
                    <a:gd name="connsiteY49" fmla="*/ 459622 h 658157"/>
                    <a:gd name="connsiteX50" fmla="*/ 386192 w 465062"/>
                    <a:gd name="connsiteY50" fmla="*/ 514015 h 658157"/>
                    <a:gd name="connsiteX51" fmla="*/ 407949 w 465062"/>
                    <a:gd name="connsiteY51" fmla="*/ 568408 h 658157"/>
                    <a:gd name="connsiteX52" fmla="*/ 421547 w 465062"/>
                    <a:gd name="connsiteY52" fmla="*/ 598324 h 658157"/>
                    <a:gd name="connsiteX53" fmla="*/ 451463 w 465062"/>
                    <a:gd name="connsiteY53" fmla="*/ 628241 h 658157"/>
                    <a:gd name="connsiteX54" fmla="*/ 465062 w 465062"/>
                    <a:gd name="connsiteY54" fmla="*/ 644559 h 658157"/>
                    <a:gd name="connsiteX55" fmla="*/ 462342 w 465062"/>
                    <a:gd name="connsiteY55" fmla="*/ 649998 h 658157"/>
                    <a:gd name="connsiteX56" fmla="*/ 437865 w 465062"/>
                    <a:gd name="connsiteY56" fmla="*/ 658157 h 658157"/>
                    <a:gd name="connsiteX57" fmla="*/ 361715 w 465062"/>
                    <a:gd name="connsiteY57" fmla="*/ 622801 h 658157"/>
                    <a:gd name="connsiteX58" fmla="*/ 320920 w 465062"/>
                    <a:gd name="connsiteY58" fmla="*/ 565689 h 658157"/>
                    <a:gd name="connsiteX59" fmla="*/ 304602 w 465062"/>
                    <a:gd name="connsiteY59" fmla="*/ 530333 h 658157"/>
                    <a:gd name="connsiteX60" fmla="*/ 293723 w 465062"/>
                    <a:gd name="connsiteY60" fmla="*/ 497697 h 658157"/>
                    <a:gd name="connsiteX61" fmla="*/ 282845 w 465062"/>
                    <a:gd name="connsiteY61" fmla="*/ 462342 h 658157"/>
                    <a:gd name="connsiteX62" fmla="*/ 269246 w 465062"/>
                    <a:gd name="connsiteY62" fmla="*/ 424267 h 658157"/>
                    <a:gd name="connsiteX63" fmla="*/ 255648 w 465062"/>
                    <a:gd name="connsiteY63" fmla="*/ 391631 h 658157"/>
                    <a:gd name="connsiteX64" fmla="*/ 236610 w 465062"/>
                    <a:gd name="connsiteY64" fmla="*/ 367154 h 658157"/>
                    <a:gd name="connsiteX65" fmla="*/ 217573 w 465062"/>
                    <a:gd name="connsiteY65" fmla="*/ 361714 h 658157"/>
                    <a:gd name="connsiteX66" fmla="*/ 201255 w 465062"/>
                    <a:gd name="connsiteY66" fmla="*/ 361714 h 658157"/>
                    <a:gd name="connsiteX67" fmla="*/ 198535 w 465062"/>
                    <a:gd name="connsiteY67" fmla="*/ 367154 h 658157"/>
                    <a:gd name="connsiteX68" fmla="*/ 201255 w 465062"/>
                    <a:gd name="connsiteY68" fmla="*/ 388911 h 658157"/>
                    <a:gd name="connsiteX69" fmla="*/ 198535 w 465062"/>
                    <a:gd name="connsiteY69" fmla="*/ 426986 h 658157"/>
                    <a:gd name="connsiteX70" fmla="*/ 203975 w 465062"/>
                    <a:gd name="connsiteY70" fmla="*/ 478660 h 658157"/>
                    <a:gd name="connsiteX71" fmla="*/ 198535 w 465062"/>
                    <a:gd name="connsiteY71" fmla="*/ 552090 h 658157"/>
                    <a:gd name="connsiteX72" fmla="*/ 195816 w 465062"/>
                    <a:gd name="connsiteY72" fmla="*/ 576567 h 658157"/>
                    <a:gd name="connsiteX73" fmla="*/ 198535 w 465062"/>
                    <a:gd name="connsiteY73" fmla="*/ 592885 h 658157"/>
                    <a:gd name="connsiteX74" fmla="*/ 233891 w 465062"/>
                    <a:gd name="connsiteY74" fmla="*/ 592885 h 658157"/>
                    <a:gd name="connsiteX75" fmla="*/ 271966 w 465062"/>
                    <a:gd name="connsiteY75" fmla="*/ 611923 h 658157"/>
                    <a:gd name="connsiteX76" fmla="*/ 266527 w 465062"/>
                    <a:gd name="connsiteY76" fmla="*/ 628241 h 658157"/>
                    <a:gd name="connsiteX77" fmla="*/ 250209 w 465062"/>
                    <a:gd name="connsiteY77" fmla="*/ 636400 h 658157"/>
                    <a:gd name="connsiteX78" fmla="*/ 228451 w 465062"/>
                    <a:gd name="connsiteY78" fmla="*/ 639119 h 658157"/>
                    <a:gd name="connsiteX79" fmla="*/ 187657 w 465062"/>
                    <a:gd name="connsiteY79" fmla="*/ 639119 h 658157"/>
                    <a:gd name="connsiteX80" fmla="*/ 152301 w 465062"/>
                    <a:gd name="connsiteY80" fmla="*/ 652717 h 658157"/>
                    <a:gd name="connsiteX81" fmla="*/ 133263 w 465062"/>
                    <a:gd name="connsiteY81" fmla="*/ 655437 h 658157"/>
                    <a:gd name="connsiteX82" fmla="*/ 122385 w 465062"/>
                    <a:gd name="connsiteY82" fmla="*/ 652717 h 658157"/>
                    <a:gd name="connsiteX83" fmla="*/ 97908 w 465062"/>
                    <a:gd name="connsiteY83" fmla="*/ 639119 h 658157"/>
                    <a:gd name="connsiteX84" fmla="*/ 70711 w 465062"/>
                    <a:gd name="connsiteY84" fmla="*/ 639119 h 658157"/>
                    <a:gd name="connsiteX85" fmla="*/ 46234 w 465062"/>
                    <a:gd name="connsiteY85" fmla="*/ 639119 h 658157"/>
                    <a:gd name="connsiteX86" fmla="*/ 19038 w 465062"/>
                    <a:gd name="connsiteY86" fmla="*/ 630960 h 658157"/>
                    <a:gd name="connsiteX87" fmla="*/ 2720 w 465062"/>
                    <a:gd name="connsiteY87" fmla="*/ 614642 h 658157"/>
                    <a:gd name="connsiteX88" fmla="*/ 8159 w 465062"/>
                    <a:gd name="connsiteY88" fmla="*/ 606483 h 658157"/>
                    <a:gd name="connsiteX89" fmla="*/ 29916 w 465062"/>
                    <a:gd name="connsiteY89" fmla="*/ 598324 h 658157"/>
                    <a:gd name="connsiteX90" fmla="*/ 76151 w 465062"/>
                    <a:gd name="connsiteY90" fmla="*/ 592885 h 658157"/>
                    <a:gd name="connsiteX91" fmla="*/ 73431 w 465062"/>
                    <a:gd name="connsiteY91" fmla="*/ 573848 h 658157"/>
                    <a:gd name="connsiteX92" fmla="*/ 70711 w 465062"/>
                    <a:gd name="connsiteY92" fmla="*/ 500417 h 658157"/>
                    <a:gd name="connsiteX93" fmla="*/ 73431 w 465062"/>
                    <a:gd name="connsiteY93" fmla="*/ 437865 h 658157"/>
                    <a:gd name="connsiteX94" fmla="*/ 70711 w 465062"/>
                    <a:gd name="connsiteY94" fmla="*/ 369873 h 658157"/>
                    <a:gd name="connsiteX95" fmla="*/ 70711 w 465062"/>
                    <a:gd name="connsiteY95" fmla="*/ 293723 h 658157"/>
                    <a:gd name="connsiteX96" fmla="*/ 73431 w 465062"/>
                    <a:gd name="connsiteY96" fmla="*/ 212133 h 658157"/>
                    <a:gd name="connsiteX97" fmla="*/ 76151 w 465062"/>
                    <a:gd name="connsiteY97" fmla="*/ 155021 h 658157"/>
                    <a:gd name="connsiteX98" fmla="*/ 76151 w 465062"/>
                    <a:gd name="connsiteY98" fmla="*/ 119665 h 658157"/>
                    <a:gd name="connsiteX99" fmla="*/ 78870 w 465062"/>
                    <a:gd name="connsiteY99" fmla="*/ 84310 h 658157"/>
                    <a:gd name="connsiteX100" fmla="*/ 76151 w 465062"/>
                    <a:gd name="connsiteY100" fmla="*/ 62552 h 658157"/>
                    <a:gd name="connsiteX101" fmla="*/ 67992 w 465062"/>
                    <a:gd name="connsiteY101" fmla="*/ 62552 h 658157"/>
                    <a:gd name="connsiteX102" fmla="*/ 43515 w 465062"/>
                    <a:gd name="connsiteY102" fmla="*/ 62552 h 658157"/>
                    <a:gd name="connsiteX103" fmla="*/ 16318 w 465062"/>
                    <a:gd name="connsiteY103" fmla="*/ 57113 h 658157"/>
                    <a:gd name="connsiteX104" fmla="*/ 0 w 465062"/>
                    <a:gd name="connsiteY104" fmla="*/ 40795 h 658157"/>
                    <a:gd name="connsiteX105" fmla="*/ 5439 w 465062"/>
                    <a:gd name="connsiteY105" fmla="*/ 32636 h 658157"/>
                    <a:gd name="connsiteX106" fmla="*/ 27197 w 465062"/>
                    <a:gd name="connsiteY106" fmla="*/ 24477 h 658157"/>
                    <a:gd name="connsiteX107" fmla="*/ 76151 w 465062"/>
                    <a:gd name="connsiteY107" fmla="*/ 19038 h 658157"/>
                    <a:gd name="connsiteX108" fmla="*/ 78870 w 465062"/>
                    <a:gd name="connsiteY108" fmla="*/ 13598 h 658157"/>
                    <a:gd name="connsiteX109" fmla="*/ 95188 w 465062"/>
                    <a:gd name="connsiteY109" fmla="*/ 5440 h 658157"/>
                    <a:gd name="connsiteX110" fmla="*/ 111506 w 465062"/>
                    <a:gd name="connsiteY110" fmla="*/ 0 h 6581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</a:cxnLst>
                  <a:rect l="l" t="t" r="r" b="b"/>
                  <a:pathLst>
                    <a:path w="465062" h="658157">
                      <a:moveTo>
                        <a:pt x="193096" y="59832"/>
                      </a:moveTo>
                      <a:cubicBezTo>
                        <a:pt x="193096" y="73430"/>
                        <a:pt x="193096" y="89748"/>
                        <a:pt x="193096" y="114226"/>
                      </a:cubicBezTo>
                      <a:cubicBezTo>
                        <a:pt x="193096" y="144142"/>
                        <a:pt x="195816" y="176778"/>
                        <a:pt x="198536" y="209414"/>
                      </a:cubicBezTo>
                      <a:cubicBezTo>
                        <a:pt x="198536" y="247489"/>
                        <a:pt x="201255" y="277406"/>
                        <a:pt x="201255" y="282845"/>
                      </a:cubicBezTo>
                      <a:cubicBezTo>
                        <a:pt x="201255" y="293723"/>
                        <a:pt x="203975" y="304602"/>
                        <a:pt x="203975" y="315481"/>
                      </a:cubicBezTo>
                      <a:cubicBezTo>
                        <a:pt x="203975" y="318200"/>
                        <a:pt x="203975" y="318200"/>
                        <a:pt x="203975" y="320920"/>
                      </a:cubicBezTo>
                      <a:cubicBezTo>
                        <a:pt x="203975" y="326359"/>
                        <a:pt x="206695" y="329079"/>
                        <a:pt x="212134" y="329079"/>
                      </a:cubicBezTo>
                      <a:cubicBezTo>
                        <a:pt x="214854" y="329079"/>
                        <a:pt x="220293" y="329079"/>
                        <a:pt x="223013" y="329079"/>
                      </a:cubicBezTo>
                      <a:cubicBezTo>
                        <a:pt x="228452" y="329079"/>
                        <a:pt x="233891" y="329079"/>
                        <a:pt x="239331" y="329079"/>
                      </a:cubicBezTo>
                      <a:cubicBezTo>
                        <a:pt x="252929" y="329079"/>
                        <a:pt x="271967" y="323640"/>
                        <a:pt x="280126" y="312761"/>
                      </a:cubicBezTo>
                      <a:cubicBezTo>
                        <a:pt x="288284" y="304602"/>
                        <a:pt x="291004" y="299163"/>
                        <a:pt x="296443" y="288284"/>
                      </a:cubicBezTo>
                      <a:cubicBezTo>
                        <a:pt x="299163" y="277406"/>
                        <a:pt x="301883" y="269247"/>
                        <a:pt x="304602" y="258368"/>
                      </a:cubicBezTo>
                      <a:cubicBezTo>
                        <a:pt x="307322" y="244770"/>
                        <a:pt x="310042" y="239330"/>
                        <a:pt x="312761" y="225732"/>
                      </a:cubicBezTo>
                      <a:cubicBezTo>
                        <a:pt x="315481" y="212134"/>
                        <a:pt x="315481" y="209414"/>
                        <a:pt x="315481" y="195816"/>
                      </a:cubicBezTo>
                      <a:cubicBezTo>
                        <a:pt x="315481" y="179498"/>
                        <a:pt x="315481" y="184937"/>
                        <a:pt x="318201" y="168619"/>
                      </a:cubicBezTo>
                      <a:cubicBezTo>
                        <a:pt x="312761" y="152302"/>
                        <a:pt x="312761" y="149582"/>
                        <a:pt x="312761" y="135983"/>
                      </a:cubicBezTo>
                      <a:cubicBezTo>
                        <a:pt x="312761" y="133264"/>
                        <a:pt x="312761" y="127825"/>
                        <a:pt x="312761" y="122385"/>
                      </a:cubicBezTo>
                      <a:cubicBezTo>
                        <a:pt x="312761" y="111507"/>
                        <a:pt x="301883" y="95188"/>
                        <a:pt x="293724" y="84309"/>
                      </a:cubicBezTo>
                      <a:cubicBezTo>
                        <a:pt x="288284" y="78870"/>
                        <a:pt x="285565" y="76150"/>
                        <a:pt x="280126" y="73430"/>
                      </a:cubicBezTo>
                      <a:cubicBezTo>
                        <a:pt x="271967" y="67991"/>
                        <a:pt x="266527" y="65271"/>
                        <a:pt x="258368" y="62552"/>
                      </a:cubicBezTo>
                      <a:cubicBezTo>
                        <a:pt x="244770" y="59832"/>
                        <a:pt x="228452" y="59832"/>
                        <a:pt x="217573" y="59832"/>
                      </a:cubicBezTo>
                      <a:close/>
                      <a:moveTo>
                        <a:pt x="111506" y="0"/>
                      </a:moveTo>
                      <a:cubicBezTo>
                        <a:pt x="114226" y="0"/>
                        <a:pt x="122385" y="0"/>
                        <a:pt x="127824" y="0"/>
                      </a:cubicBezTo>
                      <a:cubicBezTo>
                        <a:pt x="135983" y="0"/>
                        <a:pt x="146862" y="2720"/>
                        <a:pt x="157741" y="5440"/>
                      </a:cubicBezTo>
                      <a:cubicBezTo>
                        <a:pt x="168619" y="8159"/>
                        <a:pt x="176778" y="10879"/>
                        <a:pt x="179497" y="16318"/>
                      </a:cubicBezTo>
                      <a:cubicBezTo>
                        <a:pt x="193096" y="16318"/>
                        <a:pt x="201255" y="16318"/>
                        <a:pt x="209414" y="16318"/>
                      </a:cubicBezTo>
                      <a:cubicBezTo>
                        <a:pt x="220292" y="16318"/>
                        <a:pt x="231171" y="16318"/>
                        <a:pt x="247489" y="16318"/>
                      </a:cubicBezTo>
                      <a:cubicBezTo>
                        <a:pt x="250209" y="16318"/>
                        <a:pt x="258368" y="16318"/>
                        <a:pt x="266527" y="16318"/>
                      </a:cubicBezTo>
                      <a:cubicBezTo>
                        <a:pt x="277405" y="16318"/>
                        <a:pt x="291004" y="21758"/>
                        <a:pt x="312761" y="27197"/>
                      </a:cubicBezTo>
                      <a:cubicBezTo>
                        <a:pt x="320920" y="29917"/>
                        <a:pt x="329079" y="35356"/>
                        <a:pt x="337238" y="38075"/>
                      </a:cubicBezTo>
                      <a:cubicBezTo>
                        <a:pt x="342677" y="40795"/>
                        <a:pt x="353556" y="48954"/>
                        <a:pt x="364434" y="54393"/>
                      </a:cubicBezTo>
                      <a:cubicBezTo>
                        <a:pt x="375313" y="62552"/>
                        <a:pt x="386192" y="67992"/>
                        <a:pt x="386192" y="73431"/>
                      </a:cubicBezTo>
                      <a:cubicBezTo>
                        <a:pt x="391631" y="84310"/>
                        <a:pt x="402510" y="92469"/>
                        <a:pt x="407949" y="103347"/>
                      </a:cubicBezTo>
                      <a:cubicBezTo>
                        <a:pt x="413388" y="116945"/>
                        <a:pt x="416108" y="130544"/>
                        <a:pt x="416108" y="141422"/>
                      </a:cubicBezTo>
                      <a:cubicBezTo>
                        <a:pt x="416108" y="152301"/>
                        <a:pt x="418828" y="157740"/>
                        <a:pt x="418828" y="163179"/>
                      </a:cubicBezTo>
                      <a:cubicBezTo>
                        <a:pt x="418828" y="165899"/>
                        <a:pt x="418828" y="168619"/>
                        <a:pt x="418828" y="171339"/>
                      </a:cubicBezTo>
                      <a:cubicBezTo>
                        <a:pt x="418828" y="174058"/>
                        <a:pt x="421547" y="182217"/>
                        <a:pt x="421547" y="187656"/>
                      </a:cubicBezTo>
                      <a:cubicBezTo>
                        <a:pt x="421547" y="193096"/>
                        <a:pt x="418828" y="201255"/>
                        <a:pt x="418828" y="206694"/>
                      </a:cubicBezTo>
                      <a:cubicBezTo>
                        <a:pt x="418828" y="217573"/>
                        <a:pt x="418828" y="223012"/>
                        <a:pt x="416108" y="233891"/>
                      </a:cubicBezTo>
                      <a:cubicBezTo>
                        <a:pt x="413388" y="244769"/>
                        <a:pt x="410668" y="255648"/>
                        <a:pt x="405229" y="263807"/>
                      </a:cubicBezTo>
                      <a:cubicBezTo>
                        <a:pt x="402510" y="269246"/>
                        <a:pt x="397070" y="269246"/>
                        <a:pt x="394351" y="274686"/>
                      </a:cubicBezTo>
                      <a:cubicBezTo>
                        <a:pt x="391631" y="277405"/>
                        <a:pt x="391631" y="282844"/>
                        <a:pt x="388912" y="285564"/>
                      </a:cubicBezTo>
                      <a:cubicBezTo>
                        <a:pt x="383472" y="291003"/>
                        <a:pt x="375313" y="301882"/>
                        <a:pt x="369874" y="304602"/>
                      </a:cubicBezTo>
                      <a:cubicBezTo>
                        <a:pt x="367154" y="307321"/>
                        <a:pt x="361715" y="307321"/>
                        <a:pt x="358995" y="310041"/>
                      </a:cubicBezTo>
                      <a:cubicBezTo>
                        <a:pt x="356275" y="312761"/>
                        <a:pt x="350836" y="318200"/>
                        <a:pt x="348117" y="320920"/>
                      </a:cubicBezTo>
                      <a:cubicBezTo>
                        <a:pt x="339958" y="326359"/>
                        <a:pt x="334518" y="334518"/>
                        <a:pt x="326359" y="339957"/>
                      </a:cubicBezTo>
                      <a:cubicBezTo>
                        <a:pt x="320920" y="342677"/>
                        <a:pt x="312761" y="342677"/>
                        <a:pt x="312761" y="353555"/>
                      </a:cubicBezTo>
                      <a:cubicBezTo>
                        <a:pt x="312761" y="361714"/>
                        <a:pt x="334518" y="372593"/>
                        <a:pt x="337238" y="380752"/>
                      </a:cubicBezTo>
                      <a:cubicBezTo>
                        <a:pt x="345397" y="394350"/>
                        <a:pt x="353556" y="407948"/>
                        <a:pt x="358995" y="421547"/>
                      </a:cubicBezTo>
                      <a:cubicBezTo>
                        <a:pt x="364434" y="435145"/>
                        <a:pt x="367154" y="446024"/>
                        <a:pt x="372593" y="459622"/>
                      </a:cubicBezTo>
                      <a:cubicBezTo>
                        <a:pt x="378033" y="478660"/>
                        <a:pt x="383472" y="494978"/>
                        <a:pt x="386192" y="514015"/>
                      </a:cubicBezTo>
                      <a:cubicBezTo>
                        <a:pt x="391631" y="533053"/>
                        <a:pt x="402510" y="549371"/>
                        <a:pt x="407949" y="568408"/>
                      </a:cubicBezTo>
                      <a:cubicBezTo>
                        <a:pt x="410668" y="579287"/>
                        <a:pt x="416108" y="590165"/>
                        <a:pt x="421547" y="598324"/>
                      </a:cubicBezTo>
                      <a:cubicBezTo>
                        <a:pt x="435146" y="614642"/>
                        <a:pt x="443305" y="622801"/>
                        <a:pt x="451463" y="628241"/>
                      </a:cubicBezTo>
                      <a:cubicBezTo>
                        <a:pt x="456903" y="630960"/>
                        <a:pt x="465062" y="636400"/>
                        <a:pt x="465062" y="644559"/>
                      </a:cubicBezTo>
                      <a:cubicBezTo>
                        <a:pt x="465062" y="647278"/>
                        <a:pt x="465062" y="647278"/>
                        <a:pt x="462342" y="649998"/>
                      </a:cubicBezTo>
                      <a:cubicBezTo>
                        <a:pt x="456903" y="655437"/>
                        <a:pt x="446024" y="658157"/>
                        <a:pt x="437865" y="658157"/>
                      </a:cubicBezTo>
                      <a:cubicBezTo>
                        <a:pt x="413388" y="658157"/>
                        <a:pt x="378033" y="641839"/>
                        <a:pt x="361715" y="622801"/>
                      </a:cubicBezTo>
                      <a:cubicBezTo>
                        <a:pt x="345397" y="606483"/>
                        <a:pt x="334518" y="584726"/>
                        <a:pt x="320920" y="565689"/>
                      </a:cubicBezTo>
                      <a:cubicBezTo>
                        <a:pt x="315480" y="554810"/>
                        <a:pt x="310041" y="543931"/>
                        <a:pt x="304602" y="530333"/>
                      </a:cubicBezTo>
                      <a:cubicBezTo>
                        <a:pt x="299163" y="519454"/>
                        <a:pt x="296443" y="508576"/>
                        <a:pt x="293723" y="497697"/>
                      </a:cubicBezTo>
                      <a:cubicBezTo>
                        <a:pt x="291004" y="486819"/>
                        <a:pt x="288284" y="473220"/>
                        <a:pt x="282845" y="462342"/>
                      </a:cubicBezTo>
                      <a:cubicBezTo>
                        <a:pt x="280125" y="448743"/>
                        <a:pt x="274686" y="437865"/>
                        <a:pt x="269246" y="424267"/>
                      </a:cubicBezTo>
                      <a:cubicBezTo>
                        <a:pt x="266527" y="416108"/>
                        <a:pt x="261087" y="402509"/>
                        <a:pt x="255648" y="391631"/>
                      </a:cubicBezTo>
                      <a:cubicBezTo>
                        <a:pt x="250209" y="380752"/>
                        <a:pt x="244770" y="375313"/>
                        <a:pt x="236610" y="367154"/>
                      </a:cubicBezTo>
                      <a:cubicBezTo>
                        <a:pt x="231171" y="361714"/>
                        <a:pt x="223012" y="361714"/>
                        <a:pt x="217573" y="361714"/>
                      </a:cubicBezTo>
                      <a:cubicBezTo>
                        <a:pt x="212134" y="361714"/>
                        <a:pt x="206694" y="361714"/>
                        <a:pt x="201255" y="361714"/>
                      </a:cubicBezTo>
                      <a:cubicBezTo>
                        <a:pt x="198535" y="361714"/>
                        <a:pt x="198535" y="364434"/>
                        <a:pt x="198535" y="367154"/>
                      </a:cubicBezTo>
                      <a:cubicBezTo>
                        <a:pt x="198535" y="375313"/>
                        <a:pt x="201255" y="386191"/>
                        <a:pt x="201255" y="388911"/>
                      </a:cubicBezTo>
                      <a:cubicBezTo>
                        <a:pt x="201255" y="402509"/>
                        <a:pt x="198535" y="413388"/>
                        <a:pt x="198535" y="426986"/>
                      </a:cubicBezTo>
                      <a:cubicBezTo>
                        <a:pt x="198535" y="446024"/>
                        <a:pt x="203975" y="456902"/>
                        <a:pt x="203975" y="478660"/>
                      </a:cubicBezTo>
                      <a:cubicBezTo>
                        <a:pt x="203975" y="503136"/>
                        <a:pt x="201255" y="527613"/>
                        <a:pt x="198535" y="552090"/>
                      </a:cubicBezTo>
                      <a:cubicBezTo>
                        <a:pt x="198535" y="560249"/>
                        <a:pt x="195816" y="568408"/>
                        <a:pt x="195816" y="576567"/>
                      </a:cubicBezTo>
                      <a:cubicBezTo>
                        <a:pt x="195816" y="582006"/>
                        <a:pt x="195816" y="587446"/>
                        <a:pt x="198535" y="592885"/>
                      </a:cubicBezTo>
                      <a:cubicBezTo>
                        <a:pt x="212134" y="592885"/>
                        <a:pt x="225732" y="592885"/>
                        <a:pt x="233891" y="592885"/>
                      </a:cubicBezTo>
                      <a:cubicBezTo>
                        <a:pt x="247489" y="592885"/>
                        <a:pt x="271966" y="592885"/>
                        <a:pt x="271966" y="611923"/>
                      </a:cubicBezTo>
                      <a:cubicBezTo>
                        <a:pt x="271966" y="620082"/>
                        <a:pt x="269246" y="622801"/>
                        <a:pt x="266527" y="628241"/>
                      </a:cubicBezTo>
                      <a:cubicBezTo>
                        <a:pt x="261087" y="633680"/>
                        <a:pt x="255648" y="636400"/>
                        <a:pt x="250209" y="636400"/>
                      </a:cubicBezTo>
                      <a:cubicBezTo>
                        <a:pt x="239330" y="639119"/>
                        <a:pt x="233891" y="639119"/>
                        <a:pt x="228451" y="639119"/>
                      </a:cubicBezTo>
                      <a:cubicBezTo>
                        <a:pt x="223012" y="639119"/>
                        <a:pt x="206694" y="639119"/>
                        <a:pt x="187657" y="639119"/>
                      </a:cubicBezTo>
                      <a:cubicBezTo>
                        <a:pt x="176778" y="647278"/>
                        <a:pt x="163180" y="649998"/>
                        <a:pt x="152301" y="652717"/>
                      </a:cubicBezTo>
                      <a:cubicBezTo>
                        <a:pt x="146862" y="652717"/>
                        <a:pt x="138703" y="655437"/>
                        <a:pt x="133263" y="655437"/>
                      </a:cubicBezTo>
                      <a:cubicBezTo>
                        <a:pt x="130544" y="655437"/>
                        <a:pt x="125104" y="655437"/>
                        <a:pt x="122385" y="652717"/>
                      </a:cubicBezTo>
                      <a:cubicBezTo>
                        <a:pt x="114226" y="649998"/>
                        <a:pt x="103347" y="644559"/>
                        <a:pt x="97908" y="639119"/>
                      </a:cubicBezTo>
                      <a:cubicBezTo>
                        <a:pt x="87029" y="639119"/>
                        <a:pt x="78870" y="639119"/>
                        <a:pt x="70711" y="639119"/>
                      </a:cubicBezTo>
                      <a:cubicBezTo>
                        <a:pt x="62552" y="639119"/>
                        <a:pt x="54393" y="639119"/>
                        <a:pt x="46234" y="639119"/>
                      </a:cubicBezTo>
                      <a:cubicBezTo>
                        <a:pt x="38075" y="639119"/>
                        <a:pt x="27197" y="633680"/>
                        <a:pt x="19038" y="630960"/>
                      </a:cubicBezTo>
                      <a:cubicBezTo>
                        <a:pt x="10879" y="628241"/>
                        <a:pt x="2720" y="620082"/>
                        <a:pt x="2720" y="614642"/>
                      </a:cubicBezTo>
                      <a:cubicBezTo>
                        <a:pt x="2720" y="611923"/>
                        <a:pt x="2720" y="609203"/>
                        <a:pt x="8159" y="606483"/>
                      </a:cubicBezTo>
                      <a:cubicBezTo>
                        <a:pt x="13599" y="603764"/>
                        <a:pt x="24477" y="601044"/>
                        <a:pt x="29916" y="598324"/>
                      </a:cubicBezTo>
                      <a:cubicBezTo>
                        <a:pt x="43515" y="595605"/>
                        <a:pt x="62552" y="595605"/>
                        <a:pt x="76151" y="592885"/>
                      </a:cubicBezTo>
                      <a:cubicBezTo>
                        <a:pt x="76151" y="587446"/>
                        <a:pt x="73431" y="582006"/>
                        <a:pt x="73431" y="573848"/>
                      </a:cubicBezTo>
                      <a:cubicBezTo>
                        <a:pt x="73431" y="565689"/>
                        <a:pt x="70711" y="516735"/>
                        <a:pt x="70711" y="500417"/>
                      </a:cubicBezTo>
                      <a:cubicBezTo>
                        <a:pt x="70711" y="481379"/>
                        <a:pt x="73431" y="456902"/>
                        <a:pt x="73431" y="437865"/>
                      </a:cubicBezTo>
                      <a:cubicBezTo>
                        <a:pt x="73431" y="416108"/>
                        <a:pt x="70711" y="391631"/>
                        <a:pt x="70711" y="369873"/>
                      </a:cubicBezTo>
                      <a:cubicBezTo>
                        <a:pt x="70711" y="345397"/>
                        <a:pt x="70711" y="318200"/>
                        <a:pt x="70711" y="293723"/>
                      </a:cubicBezTo>
                      <a:cubicBezTo>
                        <a:pt x="70711" y="266526"/>
                        <a:pt x="73431" y="239330"/>
                        <a:pt x="73431" y="212133"/>
                      </a:cubicBezTo>
                      <a:cubicBezTo>
                        <a:pt x="73431" y="187656"/>
                        <a:pt x="76151" y="179498"/>
                        <a:pt x="76151" y="155021"/>
                      </a:cubicBezTo>
                      <a:cubicBezTo>
                        <a:pt x="76151" y="144142"/>
                        <a:pt x="76151" y="130544"/>
                        <a:pt x="76151" y="119665"/>
                      </a:cubicBezTo>
                      <a:cubicBezTo>
                        <a:pt x="76151" y="106067"/>
                        <a:pt x="78870" y="95188"/>
                        <a:pt x="78870" y="84310"/>
                      </a:cubicBezTo>
                      <a:cubicBezTo>
                        <a:pt x="78870" y="78870"/>
                        <a:pt x="78870" y="70711"/>
                        <a:pt x="76151" y="62552"/>
                      </a:cubicBezTo>
                      <a:cubicBezTo>
                        <a:pt x="76151" y="62552"/>
                        <a:pt x="73431" y="62552"/>
                        <a:pt x="67992" y="62552"/>
                      </a:cubicBezTo>
                      <a:cubicBezTo>
                        <a:pt x="59833" y="62552"/>
                        <a:pt x="51674" y="62552"/>
                        <a:pt x="43515" y="62552"/>
                      </a:cubicBezTo>
                      <a:cubicBezTo>
                        <a:pt x="35356" y="62552"/>
                        <a:pt x="24477" y="59833"/>
                        <a:pt x="16318" y="57113"/>
                      </a:cubicBezTo>
                      <a:cubicBezTo>
                        <a:pt x="8159" y="54393"/>
                        <a:pt x="0" y="43515"/>
                        <a:pt x="0" y="40795"/>
                      </a:cubicBezTo>
                      <a:cubicBezTo>
                        <a:pt x="0" y="38075"/>
                        <a:pt x="0" y="35356"/>
                        <a:pt x="5439" y="32636"/>
                      </a:cubicBezTo>
                      <a:cubicBezTo>
                        <a:pt x="10879" y="29917"/>
                        <a:pt x="21758" y="27197"/>
                        <a:pt x="27197" y="24477"/>
                      </a:cubicBezTo>
                      <a:cubicBezTo>
                        <a:pt x="46234" y="21758"/>
                        <a:pt x="62552" y="19038"/>
                        <a:pt x="76151" y="19038"/>
                      </a:cubicBezTo>
                      <a:cubicBezTo>
                        <a:pt x="76151" y="16318"/>
                        <a:pt x="78870" y="16318"/>
                        <a:pt x="78870" y="13598"/>
                      </a:cubicBezTo>
                      <a:cubicBezTo>
                        <a:pt x="84309" y="10879"/>
                        <a:pt x="89749" y="8159"/>
                        <a:pt x="95188" y="5440"/>
                      </a:cubicBezTo>
                      <a:cubicBezTo>
                        <a:pt x="100628" y="2720"/>
                        <a:pt x="106067" y="0"/>
                        <a:pt x="111506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55" name="Freeform: Shape 49">
                  <a:extLst>
                    <a:ext uri="{FF2B5EF4-FFF2-40B4-BE49-F238E27FC236}">
                      <a16:creationId xmlns:a16="http://schemas.microsoft.com/office/drawing/2014/main" id="{0C569905-EEF9-FB26-596F-8DCCAA1A5E6F}"/>
                    </a:ext>
                  </a:extLst>
                </p:cNvPr>
                <p:cNvSpPr/>
                <p:nvPr/>
              </p:nvSpPr>
              <p:spPr>
                <a:xfrm>
                  <a:off x="8346812" y="4186718"/>
                  <a:ext cx="353556" cy="761503"/>
                </a:xfrm>
                <a:custGeom>
                  <a:avLst/>
                  <a:gdLst>
                    <a:gd name="connsiteX0" fmla="*/ 283910 w 353555"/>
                    <a:gd name="connsiteY0" fmla="*/ 672820 h 761503"/>
                    <a:gd name="connsiteX1" fmla="*/ 321985 w 353555"/>
                    <a:gd name="connsiteY1" fmla="*/ 689138 h 761503"/>
                    <a:gd name="connsiteX2" fmla="*/ 316546 w 353555"/>
                    <a:gd name="connsiteY2" fmla="*/ 705456 h 761503"/>
                    <a:gd name="connsiteX3" fmla="*/ 300228 w 353555"/>
                    <a:gd name="connsiteY3" fmla="*/ 713615 h 761503"/>
                    <a:gd name="connsiteX4" fmla="*/ 278471 w 353555"/>
                    <a:gd name="connsiteY4" fmla="*/ 716335 h 761503"/>
                    <a:gd name="connsiteX5" fmla="*/ 237676 w 353555"/>
                    <a:gd name="connsiteY5" fmla="*/ 716335 h 761503"/>
                    <a:gd name="connsiteX6" fmla="*/ 180563 w 353555"/>
                    <a:gd name="connsiteY6" fmla="*/ 719054 h 761503"/>
                    <a:gd name="connsiteX7" fmla="*/ 126170 w 353555"/>
                    <a:gd name="connsiteY7" fmla="*/ 719054 h 761503"/>
                    <a:gd name="connsiteX8" fmla="*/ 101693 w 353555"/>
                    <a:gd name="connsiteY8" fmla="*/ 719054 h 761503"/>
                    <a:gd name="connsiteX9" fmla="*/ 74496 w 353555"/>
                    <a:gd name="connsiteY9" fmla="*/ 713615 h 761503"/>
                    <a:gd name="connsiteX10" fmla="*/ 58178 w 353555"/>
                    <a:gd name="connsiteY10" fmla="*/ 697297 h 761503"/>
                    <a:gd name="connsiteX11" fmla="*/ 63618 w 353555"/>
                    <a:gd name="connsiteY11" fmla="*/ 689138 h 761503"/>
                    <a:gd name="connsiteX12" fmla="*/ 85375 w 353555"/>
                    <a:gd name="connsiteY12" fmla="*/ 680979 h 761503"/>
                    <a:gd name="connsiteX13" fmla="*/ 131609 w 353555"/>
                    <a:gd name="connsiteY13" fmla="*/ 675540 h 761503"/>
                    <a:gd name="connsiteX14" fmla="*/ 142488 w 353555"/>
                    <a:gd name="connsiteY14" fmla="*/ 675540 h 761503"/>
                    <a:gd name="connsiteX15" fmla="*/ 131609 w 353555"/>
                    <a:gd name="connsiteY15" fmla="*/ 653783 h 761503"/>
                    <a:gd name="connsiteX16" fmla="*/ 128890 w 353555"/>
                    <a:gd name="connsiteY16" fmla="*/ 640184 h 761503"/>
                    <a:gd name="connsiteX17" fmla="*/ 128890 w 353555"/>
                    <a:gd name="connsiteY17" fmla="*/ 629306 h 761503"/>
                    <a:gd name="connsiteX18" fmla="*/ 128890 w 353555"/>
                    <a:gd name="connsiteY18" fmla="*/ 621147 h 761503"/>
                    <a:gd name="connsiteX19" fmla="*/ 128890 w 353555"/>
                    <a:gd name="connsiteY19" fmla="*/ 593950 h 761503"/>
                    <a:gd name="connsiteX20" fmla="*/ 128890 w 353555"/>
                    <a:gd name="connsiteY20" fmla="*/ 583072 h 761503"/>
                    <a:gd name="connsiteX21" fmla="*/ 128890 w 353555"/>
                    <a:gd name="connsiteY21" fmla="*/ 436210 h 761503"/>
                    <a:gd name="connsiteX22" fmla="*/ 128890 w 353555"/>
                    <a:gd name="connsiteY22" fmla="*/ 357340 h 761503"/>
                    <a:gd name="connsiteX23" fmla="*/ 131609 w 353555"/>
                    <a:gd name="connsiteY23" fmla="*/ 289349 h 761503"/>
                    <a:gd name="connsiteX24" fmla="*/ 131609 w 353555"/>
                    <a:gd name="connsiteY24" fmla="*/ 251274 h 761503"/>
                    <a:gd name="connsiteX25" fmla="*/ 131609 w 353555"/>
                    <a:gd name="connsiteY25" fmla="*/ 205040 h 761503"/>
                    <a:gd name="connsiteX26" fmla="*/ 131609 w 353555"/>
                    <a:gd name="connsiteY26" fmla="*/ 139768 h 761503"/>
                    <a:gd name="connsiteX27" fmla="*/ 131609 w 353555"/>
                    <a:gd name="connsiteY27" fmla="*/ 128889 h 761503"/>
                    <a:gd name="connsiteX28" fmla="*/ 126170 w 353555"/>
                    <a:gd name="connsiteY28" fmla="*/ 128889 h 761503"/>
                    <a:gd name="connsiteX29" fmla="*/ 101693 w 353555"/>
                    <a:gd name="connsiteY29" fmla="*/ 128889 h 761503"/>
                    <a:gd name="connsiteX30" fmla="*/ 74496 w 353555"/>
                    <a:gd name="connsiteY30" fmla="*/ 123450 h 761503"/>
                    <a:gd name="connsiteX31" fmla="*/ 58178 w 353555"/>
                    <a:gd name="connsiteY31" fmla="*/ 107132 h 761503"/>
                    <a:gd name="connsiteX32" fmla="*/ 60898 w 353555"/>
                    <a:gd name="connsiteY32" fmla="*/ 98973 h 761503"/>
                    <a:gd name="connsiteX33" fmla="*/ 82655 w 353555"/>
                    <a:gd name="connsiteY33" fmla="*/ 93534 h 761503"/>
                    <a:gd name="connsiteX34" fmla="*/ 131609 w 353555"/>
                    <a:gd name="connsiteY34" fmla="*/ 88094 h 761503"/>
                    <a:gd name="connsiteX35" fmla="*/ 131609 w 353555"/>
                    <a:gd name="connsiteY35" fmla="*/ 82655 h 761503"/>
                    <a:gd name="connsiteX36" fmla="*/ 134329 w 353555"/>
                    <a:gd name="connsiteY36" fmla="*/ 71776 h 761503"/>
                    <a:gd name="connsiteX37" fmla="*/ 147927 w 353555"/>
                    <a:gd name="connsiteY37" fmla="*/ 63617 h 761503"/>
                    <a:gd name="connsiteX38" fmla="*/ 164245 w 353555"/>
                    <a:gd name="connsiteY38" fmla="*/ 58178 h 761503"/>
                    <a:gd name="connsiteX39" fmla="*/ 177843 w 353555"/>
                    <a:gd name="connsiteY39" fmla="*/ 58178 h 761503"/>
                    <a:gd name="connsiteX40" fmla="*/ 196881 w 353555"/>
                    <a:gd name="connsiteY40" fmla="*/ 60898 h 761503"/>
                    <a:gd name="connsiteX41" fmla="*/ 232237 w 353555"/>
                    <a:gd name="connsiteY41" fmla="*/ 88094 h 761503"/>
                    <a:gd name="connsiteX42" fmla="*/ 278471 w 353555"/>
                    <a:gd name="connsiteY42" fmla="*/ 88094 h 761503"/>
                    <a:gd name="connsiteX43" fmla="*/ 316546 w 353555"/>
                    <a:gd name="connsiteY43" fmla="*/ 104412 h 761503"/>
                    <a:gd name="connsiteX44" fmla="*/ 311107 w 353555"/>
                    <a:gd name="connsiteY44" fmla="*/ 120730 h 761503"/>
                    <a:gd name="connsiteX45" fmla="*/ 294789 w 353555"/>
                    <a:gd name="connsiteY45" fmla="*/ 128889 h 761503"/>
                    <a:gd name="connsiteX46" fmla="*/ 273032 w 353555"/>
                    <a:gd name="connsiteY46" fmla="*/ 131609 h 761503"/>
                    <a:gd name="connsiteX47" fmla="*/ 243115 w 353555"/>
                    <a:gd name="connsiteY47" fmla="*/ 131609 h 761503"/>
                    <a:gd name="connsiteX48" fmla="*/ 243115 w 353555"/>
                    <a:gd name="connsiteY48" fmla="*/ 134329 h 761503"/>
                    <a:gd name="connsiteX49" fmla="*/ 248554 w 353555"/>
                    <a:gd name="connsiteY49" fmla="*/ 169684 h 761503"/>
                    <a:gd name="connsiteX50" fmla="*/ 251274 w 353555"/>
                    <a:gd name="connsiteY50" fmla="*/ 205040 h 761503"/>
                    <a:gd name="connsiteX51" fmla="*/ 251274 w 353555"/>
                    <a:gd name="connsiteY51" fmla="*/ 240395 h 761503"/>
                    <a:gd name="connsiteX52" fmla="*/ 251274 w 353555"/>
                    <a:gd name="connsiteY52" fmla="*/ 256713 h 761503"/>
                    <a:gd name="connsiteX53" fmla="*/ 253994 w 353555"/>
                    <a:gd name="connsiteY53" fmla="*/ 270311 h 761503"/>
                    <a:gd name="connsiteX54" fmla="*/ 259433 w 353555"/>
                    <a:gd name="connsiteY54" fmla="*/ 343742 h 761503"/>
                    <a:gd name="connsiteX55" fmla="*/ 262153 w 353555"/>
                    <a:gd name="connsiteY55" fmla="*/ 425332 h 761503"/>
                    <a:gd name="connsiteX56" fmla="*/ 264872 w 353555"/>
                    <a:gd name="connsiteY56" fmla="*/ 490603 h 761503"/>
                    <a:gd name="connsiteX57" fmla="*/ 270312 w 353555"/>
                    <a:gd name="connsiteY57" fmla="*/ 564034 h 761503"/>
                    <a:gd name="connsiteX58" fmla="*/ 270312 w 353555"/>
                    <a:gd name="connsiteY58" fmla="*/ 599390 h 761503"/>
                    <a:gd name="connsiteX59" fmla="*/ 270312 w 353555"/>
                    <a:gd name="connsiteY59" fmla="*/ 637465 h 761503"/>
                    <a:gd name="connsiteX60" fmla="*/ 264872 w 353555"/>
                    <a:gd name="connsiteY60" fmla="*/ 670101 h 761503"/>
                    <a:gd name="connsiteX61" fmla="*/ 283910 w 353555"/>
                    <a:gd name="connsiteY61" fmla="*/ 672820 h 761503"/>
                    <a:gd name="connsiteX62" fmla="*/ 283910 w 353555"/>
                    <a:gd name="connsiteY62" fmla="*/ 672820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</a:cxnLst>
                  <a:rect l="l" t="t" r="r" b="b"/>
                  <a:pathLst>
                    <a:path w="353555" h="761503">
                      <a:moveTo>
                        <a:pt x="283910" y="672820"/>
                      </a:moveTo>
                      <a:cubicBezTo>
                        <a:pt x="297508" y="672820"/>
                        <a:pt x="321985" y="672820"/>
                        <a:pt x="321985" y="689138"/>
                      </a:cubicBezTo>
                      <a:cubicBezTo>
                        <a:pt x="321985" y="697297"/>
                        <a:pt x="319266" y="697297"/>
                        <a:pt x="316546" y="705456"/>
                      </a:cubicBezTo>
                      <a:cubicBezTo>
                        <a:pt x="311107" y="710895"/>
                        <a:pt x="305667" y="713615"/>
                        <a:pt x="300228" y="713615"/>
                      </a:cubicBezTo>
                      <a:cubicBezTo>
                        <a:pt x="292069" y="716335"/>
                        <a:pt x="283910" y="716335"/>
                        <a:pt x="278471" y="716335"/>
                      </a:cubicBezTo>
                      <a:cubicBezTo>
                        <a:pt x="275751" y="716335"/>
                        <a:pt x="256713" y="716335"/>
                        <a:pt x="237676" y="716335"/>
                      </a:cubicBezTo>
                      <a:cubicBezTo>
                        <a:pt x="213199" y="716335"/>
                        <a:pt x="186003" y="719054"/>
                        <a:pt x="180563" y="719054"/>
                      </a:cubicBezTo>
                      <a:cubicBezTo>
                        <a:pt x="166965" y="719054"/>
                        <a:pt x="142488" y="719054"/>
                        <a:pt x="126170" y="719054"/>
                      </a:cubicBezTo>
                      <a:cubicBezTo>
                        <a:pt x="118011" y="719054"/>
                        <a:pt x="109852" y="719054"/>
                        <a:pt x="101693" y="719054"/>
                      </a:cubicBezTo>
                      <a:cubicBezTo>
                        <a:pt x="93534" y="719054"/>
                        <a:pt x="82655" y="719054"/>
                        <a:pt x="74496" y="713615"/>
                      </a:cubicBezTo>
                      <a:cubicBezTo>
                        <a:pt x="66337" y="710895"/>
                        <a:pt x="58178" y="702736"/>
                        <a:pt x="58178" y="697297"/>
                      </a:cubicBezTo>
                      <a:cubicBezTo>
                        <a:pt x="58178" y="694578"/>
                        <a:pt x="58178" y="691858"/>
                        <a:pt x="63618" y="689138"/>
                      </a:cubicBezTo>
                      <a:cubicBezTo>
                        <a:pt x="69057" y="686418"/>
                        <a:pt x="79936" y="683699"/>
                        <a:pt x="85375" y="680979"/>
                      </a:cubicBezTo>
                      <a:cubicBezTo>
                        <a:pt x="104413" y="678260"/>
                        <a:pt x="123450" y="675540"/>
                        <a:pt x="131609" y="675540"/>
                      </a:cubicBezTo>
                      <a:cubicBezTo>
                        <a:pt x="134329" y="675540"/>
                        <a:pt x="137049" y="675540"/>
                        <a:pt x="142488" y="675540"/>
                      </a:cubicBezTo>
                      <a:cubicBezTo>
                        <a:pt x="134329" y="670101"/>
                        <a:pt x="131609" y="661942"/>
                        <a:pt x="131609" y="653783"/>
                      </a:cubicBezTo>
                      <a:cubicBezTo>
                        <a:pt x="131609" y="648343"/>
                        <a:pt x="131609" y="642904"/>
                        <a:pt x="128890" y="640184"/>
                      </a:cubicBezTo>
                      <a:cubicBezTo>
                        <a:pt x="128890" y="637465"/>
                        <a:pt x="128890" y="634745"/>
                        <a:pt x="128890" y="629306"/>
                      </a:cubicBezTo>
                      <a:cubicBezTo>
                        <a:pt x="128890" y="626586"/>
                        <a:pt x="128890" y="623867"/>
                        <a:pt x="128890" y="621147"/>
                      </a:cubicBezTo>
                      <a:cubicBezTo>
                        <a:pt x="128890" y="612988"/>
                        <a:pt x="128890" y="604829"/>
                        <a:pt x="128890" y="593950"/>
                      </a:cubicBezTo>
                      <a:cubicBezTo>
                        <a:pt x="128890" y="591231"/>
                        <a:pt x="128890" y="585791"/>
                        <a:pt x="128890" y="583072"/>
                      </a:cubicBezTo>
                      <a:cubicBezTo>
                        <a:pt x="128890" y="534118"/>
                        <a:pt x="131609" y="485164"/>
                        <a:pt x="128890" y="436210"/>
                      </a:cubicBezTo>
                      <a:cubicBezTo>
                        <a:pt x="128890" y="409014"/>
                        <a:pt x="128890" y="384537"/>
                        <a:pt x="128890" y="357340"/>
                      </a:cubicBezTo>
                      <a:cubicBezTo>
                        <a:pt x="128890" y="335583"/>
                        <a:pt x="131609" y="313826"/>
                        <a:pt x="131609" y="289349"/>
                      </a:cubicBezTo>
                      <a:cubicBezTo>
                        <a:pt x="131609" y="275751"/>
                        <a:pt x="131609" y="264872"/>
                        <a:pt x="131609" y="251274"/>
                      </a:cubicBezTo>
                      <a:cubicBezTo>
                        <a:pt x="131609" y="234956"/>
                        <a:pt x="131609" y="221357"/>
                        <a:pt x="131609" y="205040"/>
                      </a:cubicBezTo>
                      <a:cubicBezTo>
                        <a:pt x="131609" y="183282"/>
                        <a:pt x="131609" y="161525"/>
                        <a:pt x="131609" y="139768"/>
                      </a:cubicBezTo>
                      <a:cubicBezTo>
                        <a:pt x="131609" y="137048"/>
                        <a:pt x="131609" y="134329"/>
                        <a:pt x="131609" y="128889"/>
                      </a:cubicBezTo>
                      <a:cubicBezTo>
                        <a:pt x="128890" y="128889"/>
                        <a:pt x="126170" y="128889"/>
                        <a:pt x="126170" y="128889"/>
                      </a:cubicBezTo>
                      <a:cubicBezTo>
                        <a:pt x="118011" y="128889"/>
                        <a:pt x="109852" y="128889"/>
                        <a:pt x="101693" y="128889"/>
                      </a:cubicBezTo>
                      <a:cubicBezTo>
                        <a:pt x="93534" y="128889"/>
                        <a:pt x="82655" y="128889"/>
                        <a:pt x="74496" y="123450"/>
                      </a:cubicBezTo>
                      <a:cubicBezTo>
                        <a:pt x="66337" y="120730"/>
                        <a:pt x="58178" y="112571"/>
                        <a:pt x="58178" y="107132"/>
                      </a:cubicBezTo>
                      <a:cubicBezTo>
                        <a:pt x="58178" y="104412"/>
                        <a:pt x="58178" y="101693"/>
                        <a:pt x="60898" y="98973"/>
                      </a:cubicBezTo>
                      <a:cubicBezTo>
                        <a:pt x="63618" y="96253"/>
                        <a:pt x="77216" y="93534"/>
                        <a:pt x="82655" y="93534"/>
                      </a:cubicBezTo>
                      <a:cubicBezTo>
                        <a:pt x="98973" y="90814"/>
                        <a:pt x="123450" y="88094"/>
                        <a:pt x="131609" y="88094"/>
                      </a:cubicBezTo>
                      <a:cubicBezTo>
                        <a:pt x="131609" y="85375"/>
                        <a:pt x="131609" y="85375"/>
                        <a:pt x="131609" y="82655"/>
                      </a:cubicBezTo>
                      <a:cubicBezTo>
                        <a:pt x="131609" y="77216"/>
                        <a:pt x="131609" y="74496"/>
                        <a:pt x="134329" y="71776"/>
                      </a:cubicBezTo>
                      <a:cubicBezTo>
                        <a:pt x="137049" y="69057"/>
                        <a:pt x="145208" y="66337"/>
                        <a:pt x="147927" y="63617"/>
                      </a:cubicBezTo>
                      <a:cubicBezTo>
                        <a:pt x="153366" y="60898"/>
                        <a:pt x="158806" y="58178"/>
                        <a:pt x="164245" y="58178"/>
                      </a:cubicBezTo>
                      <a:cubicBezTo>
                        <a:pt x="169684" y="58178"/>
                        <a:pt x="175124" y="58178"/>
                        <a:pt x="177843" y="58178"/>
                      </a:cubicBezTo>
                      <a:cubicBezTo>
                        <a:pt x="183283" y="58178"/>
                        <a:pt x="191442" y="58178"/>
                        <a:pt x="196881" y="60898"/>
                      </a:cubicBezTo>
                      <a:cubicBezTo>
                        <a:pt x="213199" y="63617"/>
                        <a:pt x="224078" y="74496"/>
                        <a:pt x="232237" y="88094"/>
                      </a:cubicBezTo>
                      <a:cubicBezTo>
                        <a:pt x="253994" y="88094"/>
                        <a:pt x="270312" y="88094"/>
                        <a:pt x="278471" y="88094"/>
                      </a:cubicBezTo>
                      <a:cubicBezTo>
                        <a:pt x="292069" y="88094"/>
                        <a:pt x="316546" y="88094"/>
                        <a:pt x="316546" y="104412"/>
                      </a:cubicBezTo>
                      <a:cubicBezTo>
                        <a:pt x="316546" y="112571"/>
                        <a:pt x="313826" y="112571"/>
                        <a:pt x="311107" y="120730"/>
                      </a:cubicBezTo>
                      <a:cubicBezTo>
                        <a:pt x="305667" y="126170"/>
                        <a:pt x="300228" y="128889"/>
                        <a:pt x="294789" y="128889"/>
                      </a:cubicBezTo>
                      <a:cubicBezTo>
                        <a:pt x="286630" y="131609"/>
                        <a:pt x="278471" y="131609"/>
                        <a:pt x="273032" y="131609"/>
                      </a:cubicBezTo>
                      <a:cubicBezTo>
                        <a:pt x="270312" y="131609"/>
                        <a:pt x="259433" y="131609"/>
                        <a:pt x="243115" y="131609"/>
                      </a:cubicBezTo>
                      <a:lnTo>
                        <a:pt x="243115" y="134329"/>
                      </a:lnTo>
                      <a:cubicBezTo>
                        <a:pt x="245835" y="145207"/>
                        <a:pt x="245835" y="158805"/>
                        <a:pt x="248554" y="169684"/>
                      </a:cubicBezTo>
                      <a:cubicBezTo>
                        <a:pt x="251274" y="180563"/>
                        <a:pt x="251274" y="194161"/>
                        <a:pt x="251274" y="205040"/>
                      </a:cubicBezTo>
                      <a:cubicBezTo>
                        <a:pt x="251274" y="215918"/>
                        <a:pt x="251274" y="226797"/>
                        <a:pt x="251274" y="240395"/>
                      </a:cubicBezTo>
                      <a:cubicBezTo>
                        <a:pt x="251274" y="245834"/>
                        <a:pt x="251274" y="251274"/>
                        <a:pt x="251274" y="256713"/>
                      </a:cubicBezTo>
                      <a:cubicBezTo>
                        <a:pt x="251274" y="262152"/>
                        <a:pt x="251274" y="267592"/>
                        <a:pt x="253994" y="270311"/>
                      </a:cubicBezTo>
                      <a:cubicBezTo>
                        <a:pt x="256713" y="294788"/>
                        <a:pt x="256713" y="319265"/>
                        <a:pt x="259433" y="343742"/>
                      </a:cubicBezTo>
                      <a:cubicBezTo>
                        <a:pt x="259433" y="370939"/>
                        <a:pt x="262153" y="398135"/>
                        <a:pt x="262153" y="425332"/>
                      </a:cubicBezTo>
                      <a:cubicBezTo>
                        <a:pt x="262153" y="447089"/>
                        <a:pt x="262153" y="468846"/>
                        <a:pt x="264872" y="490603"/>
                      </a:cubicBezTo>
                      <a:cubicBezTo>
                        <a:pt x="264872" y="515080"/>
                        <a:pt x="270312" y="539557"/>
                        <a:pt x="270312" y="564034"/>
                      </a:cubicBezTo>
                      <a:cubicBezTo>
                        <a:pt x="270312" y="574913"/>
                        <a:pt x="270312" y="588511"/>
                        <a:pt x="270312" y="599390"/>
                      </a:cubicBezTo>
                      <a:cubicBezTo>
                        <a:pt x="270312" y="612988"/>
                        <a:pt x="270312" y="623867"/>
                        <a:pt x="270312" y="637465"/>
                      </a:cubicBezTo>
                      <a:cubicBezTo>
                        <a:pt x="270312" y="648343"/>
                        <a:pt x="270312" y="661942"/>
                        <a:pt x="264872" y="670101"/>
                      </a:cubicBezTo>
                      <a:cubicBezTo>
                        <a:pt x="273032" y="672820"/>
                        <a:pt x="278471" y="672820"/>
                        <a:pt x="283910" y="672820"/>
                      </a:cubicBezTo>
                      <a:lnTo>
                        <a:pt x="283910" y="672820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56" name="Freeform: Shape 50">
                  <a:extLst>
                    <a:ext uri="{FF2B5EF4-FFF2-40B4-BE49-F238E27FC236}">
                      <a16:creationId xmlns:a16="http://schemas.microsoft.com/office/drawing/2014/main" id="{1BD2D5E4-4B9C-D986-8FFB-13B2FFB54A06}"/>
                    </a:ext>
                  </a:extLst>
                </p:cNvPr>
                <p:cNvSpPr/>
                <p:nvPr/>
              </p:nvSpPr>
              <p:spPr>
                <a:xfrm>
                  <a:off x="8652924" y="4192158"/>
                  <a:ext cx="516735" cy="788700"/>
                </a:xfrm>
                <a:custGeom>
                  <a:avLst/>
                  <a:gdLst>
                    <a:gd name="connsiteX0" fmla="*/ 464616 w 516735"/>
                    <a:gd name="connsiteY0" fmla="*/ 436210 h 788699"/>
                    <a:gd name="connsiteX1" fmla="*/ 445578 w 516735"/>
                    <a:gd name="connsiteY1" fmla="*/ 455248 h 788699"/>
                    <a:gd name="connsiteX2" fmla="*/ 404783 w 516735"/>
                    <a:gd name="connsiteY2" fmla="*/ 466126 h 788699"/>
                    <a:gd name="connsiteX3" fmla="*/ 385746 w 516735"/>
                    <a:gd name="connsiteY3" fmla="*/ 479725 h 788699"/>
                    <a:gd name="connsiteX4" fmla="*/ 388466 w 516735"/>
                    <a:gd name="connsiteY4" fmla="*/ 512361 h 788699"/>
                    <a:gd name="connsiteX5" fmla="*/ 388466 w 516735"/>
                    <a:gd name="connsiteY5" fmla="*/ 544997 h 788699"/>
                    <a:gd name="connsiteX6" fmla="*/ 388466 w 516735"/>
                    <a:gd name="connsiteY6" fmla="*/ 566754 h 788699"/>
                    <a:gd name="connsiteX7" fmla="*/ 391185 w 516735"/>
                    <a:gd name="connsiteY7" fmla="*/ 632026 h 788699"/>
                    <a:gd name="connsiteX8" fmla="*/ 393905 w 516735"/>
                    <a:gd name="connsiteY8" fmla="*/ 683699 h 788699"/>
                    <a:gd name="connsiteX9" fmla="*/ 377587 w 516735"/>
                    <a:gd name="connsiteY9" fmla="*/ 724494 h 788699"/>
                    <a:gd name="connsiteX10" fmla="*/ 361269 w 516735"/>
                    <a:gd name="connsiteY10" fmla="*/ 719054 h 788699"/>
                    <a:gd name="connsiteX11" fmla="*/ 353110 w 516735"/>
                    <a:gd name="connsiteY11" fmla="*/ 702737 h 788699"/>
                    <a:gd name="connsiteX12" fmla="*/ 350390 w 516735"/>
                    <a:gd name="connsiteY12" fmla="*/ 686419 h 788699"/>
                    <a:gd name="connsiteX13" fmla="*/ 353110 w 516735"/>
                    <a:gd name="connsiteY13" fmla="*/ 659222 h 788699"/>
                    <a:gd name="connsiteX14" fmla="*/ 353110 w 516735"/>
                    <a:gd name="connsiteY14" fmla="*/ 656502 h 788699"/>
                    <a:gd name="connsiteX15" fmla="*/ 317754 w 516735"/>
                    <a:gd name="connsiteY15" fmla="*/ 708176 h 788699"/>
                    <a:gd name="connsiteX16" fmla="*/ 241604 w 516735"/>
                    <a:gd name="connsiteY16" fmla="*/ 735372 h 788699"/>
                    <a:gd name="connsiteX17" fmla="*/ 187211 w 516735"/>
                    <a:gd name="connsiteY17" fmla="*/ 727214 h 788699"/>
                    <a:gd name="connsiteX18" fmla="*/ 135537 w 516735"/>
                    <a:gd name="connsiteY18" fmla="*/ 694578 h 788699"/>
                    <a:gd name="connsiteX19" fmla="*/ 86583 w 516735"/>
                    <a:gd name="connsiteY19" fmla="*/ 621147 h 788699"/>
                    <a:gd name="connsiteX20" fmla="*/ 67546 w 516735"/>
                    <a:gd name="connsiteY20" fmla="*/ 555875 h 788699"/>
                    <a:gd name="connsiteX21" fmla="*/ 59387 w 516735"/>
                    <a:gd name="connsiteY21" fmla="*/ 509641 h 788699"/>
                    <a:gd name="connsiteX22" fmla="*/ 59387 w 516735"/>
                    <a:gd name="connsiteY22" fmla="*/ 468846 h 788699"/>
                    <a:gd name="connsiteX23" fmla="*/ 86583 w 516735"/>
                    <a:gd name="connsiteY23" fmla="*/ 302947 h 788699"/>
                    <a:gd name="connsiteX24" fmla="*/ 108341 w 516735"/>
                    <a:gd name="connsiteY24" fmla="*/ 224077 h 788699"/>
                    <a:gd name="connsiteX25" fmla="*/ 146416 w 516735"/>
                    <a:gd name="connsiteY25" fmla="*/ 145207 h 788699"/>
                    <a:gd name="connsiteX26" fmla="*/ 198090 w 516735"/>
                    <a:gd name="connsiteY26" fmla="*/ 85375 h 788699"/>
                    <a:gd name="connsiteX27" fmla="*/ 228006 w 516735"/>
                    <a:gd name="connsiteY27" fmla="*/ 69057 h 788699"/>
                    <a:gd name="connsiteX28" fmla="*/ 268801 w 516735"/>
                    <a:gd name="connsiteY28" fmla="*/ 58178 h 788699"/>
                    <a:gd name="connsiteX29" fmla="*/ 274240 w 516735"/>
                    <a:gd name="connsiteY29" fmla="*/ 58178 h 788699"/>
                    <a:gd name="connsiteX30" fmla="*/ 295997 w 516735"/>
                    <a:gd name="connsiteY30" fmla="*/ 60898 h 788699"/>
                    <a:gd name="connsiteX31" fmla="*/ 331353 w 516735"/>
                    <a:gd name="connsiteY31" fmla="*/ 71776 h 788699"/>
                    <a:gd name="connsiteX32" fmla="*/ 350390 w 516735"/>
                    <a:gd name="connsiteY32" fmla="*/ 93534 h 788699"/>
                    <a:gd name="connsiteX33" fmla="*/ 353110 w 516735"/>
                    <a:gd name="connsiteY33" fmla="*/ 74496 h 788699"/>
                    <a:gd name="connsiteX34" fmla="*/ 358549 w 516735"/>
                    <a:gd name="connsiteY34" fmla="*/ 63618 h 788699"/>
                    <a:gd name="connsiteX35" fmla="*/ 366708 w 516735"/>
                    <a:gd name="connsiteY35" fmla="*/ 58178 h 788699"/>
                    <a:gd name="connsiteX36" fmla="*/ 374867 w 516735"/>
                    <a:gd name="connsiteY36" fmla="*/ 63618 h 788699"/>
                    <a:gd name="connsiteX37" fmla="*/ 383027 w 516735"/>
                    <a:gd name="connsiteY37" fmla="*/ 82655 h 788699"/>
                    <a:gd name="connsiteX38" fmla="*/ 385746 w 516735"/>
                    <a:gd name="connsiteY38" fmla="*/ 126170 h 788699"/>
                    <a:gd name="connsiteX39" fmla="*/ 388466 w 516735"/>
                    <a:gd name="connsiteY39" fmla="*/ 186002 h 788699"/>
                    <a:gd name="connsiteX40" fmla="*/ 391185 w 516735"/>
                    <a:gd name="connsiteY40" fmla="*/ 237676 h 788699"/>
                    <a:gd name="connsiteX41" fmla="*/ 374867 w 516735"/>
                    <a:gd name="connsiteY41" fmla="*/ 278470 h 788699"/>
                    <a:gd name="connsiteX42" fmla="*/ 358549 w 516735"/>
                    <a:gd name="connsiteY42" fmla="*/ 273031 h 788699"/>
                    <a:gd name="connsiteX43" fmla="*/ 350390 w 516735"/>
                    <a:gd name="connsiteY43" fmla="*/ 256713 h 788699"/>
                    <a:gd name="connsiteX44" fmla="*/ 347671 w 516735"/>
                    <a:gd name="connsiteY44" fmla="*/ 240395 h 788699"/>
                    <a:gd name="connsiteX45" fmla="*/ 347671 w 516735"/>
                    <a:gd name="connsiteY45" fmla="*/ 213199 h 788699"/>
                    <a:gd name="connsiteX46" fmla="*/ 344951 w 516735"/>
                    <a:gd name="connsiteY46" fmla="*/ 194161 h 788699"/>
                    <a:gd name="connsiteX47" fmla="*/ 339512 w 516735"/>
                    <a:gd name="connsiteY47" fmla="*/ 150647 h 788699"/>
                    <a:gd name="connsiteX48" fmla="*/ 323194 w 516735"/>
                    <a:gd name="connsiteY48" fmla="*/ 112571 h 788699"/>
                    <a:gd name="connsiteX49" fmla="*/ 293278 w 516735"/>
                    <a:gd name="connsiteY49" fmla="*/ 101693 h 788699"/>
                    <a:gd name="connsiteX50" fmla="*/ 263361 w 516735"/>
                    <a:gd name="connsiteY50" fmla="*/ 120730 h 788699"/>
                    <a:gd name="connsiteX51" fmla="*/ 241604 w 516735"/>
                    <a:gd name="connsiteY51" fmla="*/ 153366 h 788699"/>
                    <a:gd name="connsiteX52" fmla="*/ 233445 w 516735"/>
                    <a:gd name="connsiteY52" fmla="*/ 194161 h 788699"/>
                    <a:gd name="connsiteX53" fmla="*/ 225286 w 516735"/>
                    <a:gd name="connsiteY53" fmla="*/ 232236 h 788699"/>
                    <a:gd name="connsiteX54" fmla="*/ 217127 w 516735"/>
                    <a:gd name="connsiteY54" fmla="*/ 275751 h 788699"/>
                    <a:gd name="connsiteX55" fmla="*/ 211688 w 516735"/>
                    <a:gd name="connsiteY55" fmla="*/ 316545 h 788699"/>
                    <a:gd name="connsiteX56" fmla="*/ 206249 w 516735"/>
                    <a:gd name="connsiteY56" fmla="*/ 354621 h 788699"/>
                    <a:gd name="connsiteX57" fmla="*/ 200809 w 516735"/>
                    <a:gd name="connsiteY57" fmla="*/ 398135 h 788699"/>
                    <a:gd name="connsiteX58" fmla="*/ 195370 w 516735"/>
                    <a:gd name="connsiteY58" fmla="*/ 438930 h 788699"/>
                    <a:gd name="connsiteX59" fmla="*/ 192650 w 516735"/>
                    <a:gd name="connsiteY59" fmla="*/ 474286 h 788699"/>
                    <a:gd name="connsiteX60" fmla="*/ 195370 w 516735"/>
                    <a:gd name="connsiteY60" fmla="*/ 525959 h 788699"/>
                    <a:gd name="connsiteX61" fmla="*/ 208968 w 516735"/>
                    <a:gd name="connsiteY61" fmla="*/ 596670 h 788699"/>
                    <a:gd name="connsiteX62" fmla="*/ 214407 w 516735"/>
                    <a:gd name="connsiteY62" fmla="*/ 623867 h 788699"/>
                    <a:gd name="connsiteX63" fmla="*/ 228006 w 516735"/>
                    <a:gd name="connsiteY63" fmla="*/ 656502 h 788699"/>
                    <a:gd name="connsiteX64" fmla="*/ 271520 w 516735"/>
                    <a:gd name="connsiteY64" fmla="*/ 689138 h 788699"/>
                    <a:gd name="connsiteX65" fmla="*/ 306876 w 516735"/>
                    <a:gd name="connsiteY65" fmla="*/ 664661 h 788699"/>
                    <a:gd name="connsiteX66" fmla="*/ 331353 w 516735"/>
                    <a:gd name="connsiteY66" fmla="*/ 602109 h 788699"/>
                    <a:gd name="connsiteX67" fmla="*/ 336792 w 516735"/>
                    <a:gd name="connsiteY67" fmla="*/ 544997 h 788699"/>
                    <a:gd name="connsiteX68" fmla="*/ 336792 w 516735"/>
                    <a:gd name="connsiteY68" fmla="*/ 498762 h 788699"/>
                    <a:gd name="connsiteX69" fmla="*/ 336792 w 516735"/>
                    <a:gd name="connsiteY69" fmla="*/ 490603 h 788699"/>
                    <a:gd name="connsiteX70" fmla="*/ 320474 w 516735"/>
                    <a:gd name="connsiteY70" fmla="*/ 477005 h 788699"/>
                    <a:gd name="connsiteX71" fmla="*/ 282399 w 516735"/>
                    <a:gd name="connsiteY71" fmla="*/ 479725 h 788699"/>
                    <a:gd name="connsiteX72" fmla="*/ 252483 w 516735"/>
                    <a:gd name="connsiteY72" fmla="*/ 474286 h 788699"/>
                    <a:gd name="connsiteX73" fmla="*/ 247044 w 516735"/>
                    <a:gd name="connsiteY73" fmla="*/ 466126 h 788699"/>
                    <a:gd name="connsiteX74" fmla="*/ 249763 w 516735"/>
                    <a:gd name="connsiteY74" fmla="*/ 457968 h 788699"/>
                    <a:gd name="connsiteX75" fmla="*/ 268801 w 516735"/>
                    <a:gd name="connsiteY75" fmla="*/ 447089 h 788699"/>
                    <a:gd name="connsiteX76" fmla="*/ 312315 w 516735"/>
                    <a:gd name="connsiteY76" fmla="*/ 436210 h 788699"/>
                    <a:gd name="connsiteX77" fmla="*/ 353110 w 516735"/>
                    <a:gd name="connsiteY77" fmla="*/ 430771 h 788699"/>
                    <a:gd name="connsiteX78" fmla="*/ 385746 w 516735"/>
                    <a:gd name="connsiteY78" fmla="*/ 430771 h 788699"/>
                    <a:gd name="connsiteX79" fmla="*/ 437420 w 516735"/>
                    <a:gd name="connsiteY79" fmla="*/ 428051 h 788699"/>
                    <a:gd name="connsiteX80" fmla="*/ 464616 w 516735"/>
                    <a:gd name="connsiteY80" fmla="*/ 436210 h 788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</a:cxnLst>
                  <a:rect l="l" t="t" r="r" b="b"/>
                  <a:pathLst>
                    <a:path w="516735" h="788699">
                      <a:moveTo>
                        <a:pt x="464616" y="436210"/>
                      </a:moveTo>
                      <a:cubicBezTo>
                        <a:pt x="464616" y="447089"/>
                        <a:pt x="453738" y="452528"/>
                        <a:pt x="445578" y="455248"/>
                      </a:cubicBezTo>
                      <a:cubicBezTo>
                        <a:pt x="434700" y="460687"/>
                        <a:pt x="415662" y="463407"/>
                        <a:pt x="404783" y="466126"/>
                      </a:cubicBezTo>
                      <a:cubicBezTo>
                        <a:pt x="393905" y="466126"/>
                        <a:pt x="385746" y="468846"/>
                        <a:pt x="385746" y="479725"/>
                      </a:cubicBezTo>
                      <a:cubicBezTo>
                        <a:pt x="385746" y="487884"/>
                        <a:pt x="388466" y="506921"/>
                        <a:pt x="388466" y="512361"/>
                      </a:cubicBezTo>
                      <a:cubicBezTo>
                        <a:pt x="388466" y="515080"/>
                        <a:pt x="388466" y="539557"/>
                        <a:pt x="388466" y="544997"/>
                      </a:cubicBezTo>
                      <a:cubicBezTo>
                        <a:pt x="388466" y="550436"/>
                        <a:pt x="388466" y="558595"/>
                        <a:pt x="388466" y="566754"/>
                      </a:cubicBezTo>
                      <a:cubicBezTo>
                        <a:pt x="388466" y="591231"/>
                        <a:pt x="388466" y="621147"/>
                        <a:pt x="391185" y="632026"/>
                      </a:cubicBezTo>
                      <a:cubicBezTo>
                        <a:pt x="393905" y="653783"/>
                        <a:pt x="393905" y="661942"/>
                        <a:pt x="393905" y="683699"/>
                      </a:cubicBezTo>
                      <a:cubicBezTo>
                        <a:pt x="393905" y="694578"/>
                        <a:pt x="393905" y="724494"/>
                        <a:pt x="377587" y="724494"/>
                      </a:cubicBezTo>
                      <a:cubicBezTo>
                        <a:pt x="369428" y="724494"/>
                        <a:pt x="366708" y="721774"/>
                        <a:pt x="361269" y="719054"/>
                      </a:cubicBezTo>
                      <a:cubicBezTo>
                        <a:pt x="355830" y="716335"/>
                        <a:pt x="353110" y="708176"/>
                        <a:pt x="353110" y="702737"/>
                      </a:cubicBezTo>
                      <a:cubicBezTo>
                        <a:pt x="350390" y="694578"/>
                        <a:pt x="350390" y="689138"/>
                        <a:pt x="350390" y="686419"/>
                      </a:cubicBezTo>
                      <a:cubicBezTo>
                        <a:pt x="350390" y="678260"/>
                        <a:pt x="353110" y="672820"/>
                        <a:pt x="353110" y="659222"/>
                      </a:cubicBezTo>
                      <a:lnTo>
                        <a:pt x="353110" y="656502"/>
                      </a:lnTo>
                      <a:cubicBezTo>
                        <a:pt x="347671" y="675540"/>
                        <a:pt x="334073" y="694578"/>
                        <a:pt x="317754" y="708176"/>
                      </a:cubicBezTo>
                      <a:cubicBezTo>
                        <a:pt x="293278" y="727214"/>
                        <a:pt x="274240" y="735372"/>
                        <a:pt x="241604" y="735372"/>
                      </a:cubicBezTo>
                      <a:cubicBezTo>
                        <a:pt x="222566" y="735372"/>
                        <a:pt x="203529" y="732653"/>
                        <a:pt x="187211" y="727214"/>
                      </a:cubicBezTo>
                      <a:cubicBezTo>
                        <a:pt x="165454" y="719054"/>
                        <a:pt x="149136" y="708176"/>
                        <a:pt x="135537" y="694578"/>
                      </a:cubicBezTo>
                      <a:cubicBezTo>
                        <a:pt x="113780" y="672820"/>
                        <a:pt x="100182" y="648343"/>
                        <a:pt x="86583" y="621147"/>
                      </a:cubicBezTo>
                      <a:cubicBezTo>
                        <a:pt x="75705" y="599390"/>
                        <a:pt x="70266" y="580352"/>
                        <a:pt x="67546" y="555875"/>
                      </a:cubicBezTo>
                      <a:cubicBezTo>
                        <a:pt x="64826" y="539557"/>
                        <a:pt x="62107" y="525959"/>
                        <a:pt x="59387" y="509641"/>
                      </a:cubicBezTo>
                      <a:cubicBezTo>
                        <a:pt x="56667" y="493323"/>
                        <a:pt x="59387" y="485164"/>
                        <a:pt x="59387" y="468846"/>
                      </a:cubicBezTo>
                      <a:cubicBezTo>
                        <a:pt x="59387" y="414453"/>
                        <a:pt x="72985" y="362780"/>
                        <a:pt x="86583" y="302947"/>
                      </a:cubicBezTo>
                      <a:cubicBezTo>
                        <a:pt x="92023" y="275751"/>
                        <a:pt x="100182" y="248554"/>
                        <a:pt x="108341" y="224077"/>
                      </a:cubicBezTo>
                      <a:cubicBezTo>
                        <a:pt x="116500" y="196881"/>
                        <a:pt x="130098" y="169684"/>
                        <a:pt x="146416" y="145207"/>
                      </a:cubicBezTo>
                      <a:cubicBezTo>
                        <a:pt x="160014" y="123450"/>
                        <a:pt x="176332" y="101693"/>
                        <a:pt x="198090" y="85375"/>
                      </a:cubicBezTo>
                      <a:cubicBezTo>
                        <a:pt x="206249" y="77216"/>
                        <a:pt x="217127" y="71776"/>
                        <a:pt x="228006" y="69057"/>
                      </a:cubicBezTo>
                      <a:cubicBezTo>
                        <a:pt x="241604" y="63618"/>
                        <a:pt x="255202" y="58178"/>
                        <a:pt x="268801" y="58178"/>
                      </a:cubicBezTo>
                      <a:cubicBezTo>
                        <a:pt x="271520" y="58178"/>
                        <a:pt x="274240" y="58178"/>
                        <a:pt x="274240" y="58178"/>
                      </a:cubicBezTo>
                      <a:cubicBezTo>
                        <a:pt x="279679" y="58178"/>
                        <a:pt x="285119" y="58178"/>
                        <a:pt x="295997" y="60898"/>
                      </a:cubicBezTo>
                      <a:cubicBezTo>
                        <a:pt x="309595" y="63618"/>
                        <a:pt x="320474" y="66337"/>
                        <a:pt x="331353" y="71776"/>
                      </a:cubicBezTo>
                      <a:cubicBezTo>
                        <a:pt x="339512" y="77216"/>
                        <a:pt x="347671" y="85375"/>
                        <a:pt x="350390" y="93534"/>
                      </a:cubicBezTo>
                      <a:cubicBezTo>
                        <a:pt x="350390" y="88095"/>
                        <a:pt x="353110" y="79936"/>
                        <a:pt x="353110" y="74496"/>
                      </a:cubicBezTo>
                      <a:cubicBezTo>
                        <a:pt x="355830" y="71776"/>
                        <a:pt x="355830" y="69057"/>
                        <a:pt x="358549" y="63618"/>
                      </a:cubicBezTo>
                      <a:cubicBezTo>
                        <a:pt x="361269" y="60898"/>
                        <a:pt x="363989" y="58178"/>
                        <a:pt x="366708" y="58178"/>
                      </a:cubicBezTo>
                      <a:cubicBezTo>
                        <a:pt x="369428" y="58178"/>
                        <a:pt x="372148" y="60898"/>
                        <a:pt x="374867" y="63618"/>
                      </a:cubicBezTo>
                      <a:cubicBezTo>
                        <a:pt x="377587" y="69057"/>
                        <a:pt x="380307" y="77216"/>
                        <a:pt x="383027" y="82655"/>
                      </a:cubicBezTo>
                      <a:cubicBezTo>
                        <a:pt x="383027" y="90814"/>
                        <a:pt x="385746" y="107132"/>
                        <a:pt x="385746" y="126170"/>
                      </a:cubicBezTo>
                      <a:cubicBezTo>
                        <a:pt x="385746" y="150647"/>
                        <a:pt x="385746" y="177843"/>
                        <a:pt x="388466" y="186002"/>
                      </a:cubicBezTo>
                      <a:cubicBezTo>
                        <a:pt x="391185" y="207759"/>
                        <a:pt x="391185" y="215918"/>
                        <a:pt x="391185" y="237676"/>
                      </a:cubicBezTo>
                      <a:cubicBezTo>
                        <a:pt x="391185" y="248554"/>
                        <a:pt x="391185" y="278470"/>
                        <a:pt x="374867" y="278470"/>
                      </a:cubicBezTo>
                      <a:cubicBezTo>
                        <a:pt x="366708" y="278470"/>
                        <a:pt x="363989" y="275751"/>
                        <a:pt x="358549" y="273031"/>
                      </a:cubicBezTo>
                      <a:cubicBezTo>
                        <a:pt x="353110" y="270311"/>
                        <a:pt x="350390" y="262152"/>
                        <a:pt x="350390" y="256713"/>
                      </a:cubicBezTo>
                      <a:cubicBezTo>
                        <a:pt x="350390" y="251274"/>
                        <a:pt x="347671" y="245834"/>
                        <a:pt x="347671" y="240395"/>
                      </a:cubicBezTo>
                      <a:cubicBezTo>
                        <a:pt x="347671" y="232236"/>
                        <a:pt x="347671" y="224077"/>
                        <a:pt x="347671" y="213199"/>
                      </a:cubicBezTo>
                      <a:cubicBezTo>
                        <a:pt x="347671" y="207759"/>
                        <a:pt x="347671" y="199600"/>
                        <a:pt x="344951" y="194161"/>
                      </a:cubicBezTo>
                      <a:cubicBezTo>
                        <a:pt x="342232" y="180563"/>
                        <a:pt x="342232" y="164245"/>
                        <a:pt x="339512" y="150647"/>
                      </a:cubicBezTo>
                      <a:cubicBezTo>
                        <a:pt x="336792" y="137048"/>
                        <a:pt x="331353" y="123450"/>
                        <a:pt x="323194" y="112571"/>
                      </a:cubicBezTo>
                      <a:cubicBezTo>
                        <a:pt x="317754" y="104412"/>
                        <a:pt x="304156" y="101693"/>
                        <a:pt x="293278" y="101693"/>
                      </a:cubicBezTo>
                      <a:cubicBezTo>
                        <a:pt x="279679" y="101693"/>
                        <a:pt x="271520" y="109852"/>
                        <a:pt x="263361" y="120730"/>
                      </a:cubicBezTo>
                      <a:cubicBezTo>
                        <a:pt x="257922" y="131609"/>
                        <a:pt x="247044" y="139768"/>
                        <a:pt x="241604" y="153366"/>
                      </a:cubicBezTo>
                      <a:cubicBezTo>
                        <a:pt x="236165" y="166964"/>
                        <a:pt x="233445" y="180563"/>
                        <a:pt x="233445" y="194161"/>
                      </a:cubicBezTo>
                      <a:cubicBezTo>
                        <a:pt x="233445" y="207759"/>
                        <a:pt x="230725" y="218638"/>
                        <a:pt x="225286" y="232236"/>
                      </a:cubicBezTo>
                      <a:cubicBezTo>
                        <a:pt x="219847" y="245834"/>
                        <a:pt x="219847" y="262152"/>
                        <a:pt x="217127" y="275751"/>
                      </a:cubicBezTo>
                      <a:cubicBezTo>
                        <a:pt x="214407" y="289349"/>
                        <a:pt x="214407" y="302947"/>
                        <a:pt x="211688" y="316545"/>
                      </a:cubicBezTo>
                      <a:cubicBezTo>
                        <a:pt x="211688" y="330144"/>
                        <a:pt x="206249" y="341022"/>
                        <a:pt x="206249" y="354621"/>
                      </a:cubicBezTo>
                      <a:cubicBezTo>
                        <a:pt x="203529" y="368219"/>
                        <a:pt x="203529" y="381817"/>
                        <a:pt x="200809" y="398135"/>
                      </a:cubicBezTo>
                      <a:cubicBezTo>
                        <a:pt x="198090" y="411733"/>
                        <a:pt x="198090" y="425332"/>
                        <a:pt x="195370" y="438930"/>
                      </a:cubicBezTo>
                      <a:cubicBezTo>
                        <a:pt x="195370" y="449809"/>
                        <a:pt x="192650" y="463407"/>
                        <a:pt x="192650" y="474286"/>
                      </a:cubicBezTo>
                      <a:cubicBezTo>
                        <a:pt x="192650" y="490603"/>
                        <a:pt x="195370" y="509641"/>
                        <a:pt x="195370" y="525959"/>
                      </a:cubicBezTo>
                      <a:cubicBezTo>
                        <a:pt x="195370" y="550436"/>
                        <a:pt x="203529" y="572193"/>
                        <a:pt x="208968" y="596670"/>
                      </a:cubicBezTo>
                      <a:cubicBezTo>
                        <a:pt x="211688" y="604829"/>
                        <a:pt x="211688" y="615708"/>
                        <a:pt x="214407" y="623867"/>
                      </a:cubicBezTo>
                      <a:cubicBezTo>
                        <a:pt x="217127" y="634745"/>
                        <a:pt x="222566" y="645624"/>
                        <a:pt x="228006" y="656502"/>
                      </a:cubicBezTo>
                      <a:cubicBezTo>
                        <a:pt x="236165" y="670101"/>
                        <a:pt x="252483" y="689138"/>
                        <a:pt x="271520" y="689138"/>
                      </a:cubicBezTo>
                      <a:cubicBezTo>
                        <a:pt x="287838" y="689138"/>
                        <a:pt x="298717" y="675540"/>
                        <a:pt x="306876" y="664661"/>
                      </a:cubicBezTo>
                      <a:cubicBezTo>
                        <a:pt x="320474" y="645624"/>
                        <a:pt x="325914" y="623867"/>
                        <a:pt x="331353" y="602109"/>
                      </a:cubicBezTo>
                      <a:cubicBezTo>
                        <a:pt x="334073" y="583072"/>
                        <a:pt x="336792" y="564034"/>
                        <a:pt x="336792" y="544997"/>
                      </a:cubicBezTo>
                      <a:cubicBezTo>
                        <a:pt x="336792" y="531398"/>
                        <a:pt x="336792" y="512361"/>
                        <a:pt x="336792" y="498762"/>
                      </a:cubicBezTo>
                      <a:cubicBezTo>
                        <a:pt x="336792" y="496043"/>
                        <a:pt x="336792" y="493323"/>
                        <a:pt x="336792" y="490603"/>
                      </a:cubicBezTo>
                      <a:cubicBezTo>
                        <a:pt x="336792" y="479725"/>
                        <a:pt x="336792" y="477005"/>
                        <a:pt x="320474" y="477005"/>
                      </a:cubicBezTo>
                      <a:cubicBezTo>
                        <a:pt x="309595" y="477005"/>
                        <a:pt x="295997" y="479725"/>
                        <a:pt x="282399" y="479725"/>
                      </a:cubicBezTo>
                      <a:cubicBezTo>
                        <a:pt x="271520" y="479725"/>
                        <a:pt x="260642" y="479725"/>
                        <a:pt x="252483" y="474286"/>
                      </a:cubicBezTo>
                      <a:cubicBezTo>
                        <a:pt x="249763" y="471566"/>
                        <a:pt x="247044" y="468846"/>
                        <a:pt x="247044" y="466126"/>
                      </a:cubicBezTo>
                      <a:cubicBezTo>
                        <a:pt x="247044" y="463407"/>
                        <a:pt x="247044" y="460687"/>
                        <a:pt x="249763" y="457968"/>
                      </a:cubicBezTo>
                      <a:cubicBezTo>
                        <a:pt x="255202" y="452528"/>
                        <a:pt x="260642" y="449809"/>
                        <a:pt x="268801" y="447089"/>
                      </a:cubicBezTo>
                      <a:cubicBezTo>
                        <a:pt x="282399" y="441650"/>
                        <a:pt x="295997" y="438930"/>
                        <a:pt x="312315" y="436210"/>
                      </a:cubicBezTo>
                      <a:cubicBezTo>
                        <a:pt x="325914" y="433491"/>
                        <a:pt x="339512" y="433491"/>
                        <a:pt x="353110" y="430771"/>
                      </a:cubicBezTo>
                      <a:cubicBezTo>
                        <a:pt x="363989" y="430771"/>
                        <a:pt x="374867" y="430771"/>
                        <a:pt x="385746" y="430771"/>
                      </a:cubicBezTo>
                      <a:cubicBezTo>
                        <a:pt x="402064" y="430771"/>
                        <a:pt x="426541" y="428051"/>
                        <a:pt x="437420" y="428051"/>
                      </a:cubicBezTo>
                      <a:cubicBezTo>
                        <a:pt x="451018" y="422612"/>
                        <a:pt x="464616" y="425332"/>
                        <a:pt x="464616" y="436210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57" name="Freeform: Shape 51">
                  <a:extLst>
                    <a:ext uri="{FF2B5EF4-FFF2-40B4-BE49-F238E27FC236}">
                      <a16:creationId xmlns:a16="http://schemas.microsoft.com/office/drawing/2014/main" id="{35F03EE7-2D8A-4948-F122-0C0C0B30A68B}"/>
                    </a:ext>
                  </a:extLst>
                </p:cNvPr>
                <p:cNvSpPr/>
                <p:nvPr/>
              </p:nvSpPr>
              <p:spPr>
                <a:xfrm>
                  <a:off x="9053923" y="4178559"/>
                  <a:ext cx="625521" cy="788700"/>
                </a:xfrm>
                <a:custGeom>
                  <a:avLst/>
                  <a:gdLst>
                    <a:gd name="connsiteX0" fmla="*/ 536838 w 625521"/>
                    <a:gd name="connsiteY0" fmla="*/ 680979 h 788699"/>
                    <a:gd name="connsiteX1" fmla="*/ 574913 w 625521"/>
                    <a:gd name="connsiteY1" fmla="*/ 697297 h 788699"/>
                    <a:gd name="connsiteX2" fmla="*/ 566755 w 625521"/>
                    <a:gd name="connsiteY2" fmla="*/ 713615 h 788699"/>
                    <a:gd name="connsiteX3" fmla="*/ 550437 w 625521"/>
                    <a:gd name="connsiteY3" fmla="*/ 721774 h 788699"/>
                    <a:gd name="connsiteX4" fmla="*/ 528680 w 625521"/>
                    <a:gd name="connsiteY4" fmla="*/ 724494 h 788699"/>
                    <a:gd name="connsiteX5" fmla="*/ 417174 w 625521"/>
                    <a:gd name="connsiteY5" fmla="*/ 724494 h 788699"/>
                    <a:gd name="connsiteX6" fmla="*/ 398136 w 625521"/>
                    <a:gd name="connsiteY6" fmla="*/ 724494 h 788699"/>
                    <a:gd name="connsiteX7" fmla="*/ 373659 w 625521"/>
                    <a:gd name="connsiteY7" fmla="*/ 724494 h 788699"/>
                    <a:gd name="connsiteX8" fmla="*/ 346462 w 625521"/>
                    <a:gd name="connsiteY8" fmla="*/ 719054 h 788699"/>
                    <a:gd name="connsiteX9" fmla="*/ 330144 w 625521"/>
                    <a:gd name="connsiteY9" fmla="*/ 702737 h 788699"/>
                    <a:gd name="connsiteX10" fmla="*/ 335584 w 625521"/>
                    <a:gd name="connsiteY10" fmla="*/ 694578 h 788699"/>
                    <a:gd name="connsiteX11" fmla="*/ 357341 w 625521"/>
                    <a:gd name="connsiteY11" fmla="*/ 686419 h 788699"/>
                    <a:gd name="connsiteX12" fmla="*/ 395416 w 625521"/>
                    <a:gd name="connsiteY12" fmla="*/ 680979 h 788699"/>
                    <a:gd name="connsiteX13" fmla="*/ 381817 w 625521"/>
                    <a:gd name="connsiteY13" fmla="*/ 656502 h 788699"/>
                    <a:gd name="connsiteX14" fmla="*/ 379098 w 625521"/>
                    <a:gd name="connsiteY14" fmla="*/ 585791 h 788699"/>
                    <a:gd name="connsiteX15" fmla="*/ 379098 w 625521"/>
                    <a:gd name="connsiteY15" fmla="*/ 517800 h 788699"/>
                    <a:gd name="connsiteX16" fmla="*/ 379098 w 625521"/>
                    <a:gd name="connsiteY16" fmla="*/ 474286 h 788699"/>
                    <a:gd name="connsiteX17" fmla="*/ 379098 w 625521"/>
                    <a:gd name="connsiteY17" fmla="*/ 430771 h 788699"/>
                    <a:gd name="connsiteX18" fmla="*/ 381817 w 625521"/>
                    <a:gd name="connsiteY18" fmla="*/ 411733 h 788699"/>
                    <a:gd name="connsiteX19" fmla="*/ 379098 w 625521"/>
                    <a:gd name="connsiteY19" fmla="*/ 400855 h 788699"/>
                    <a:gd name="connsiteX20" fmla="*/ 370939 w 625521"/>
                    <a:gd name="connsiteY20" fmla="*/ 398135 h 788699"/>
                    <a:gd name="connsiteX21" fmla="*/ 338304 w 625521"/>
                    <a:gd name="connsiteY21" fmla="*/ 400855 h 788699"/>
                    <a:gd name="connsiteX22" fmla="*/ 289349 w 625521"/>
                    <a:gd name="connsiteY22" fmla="*/ 403575 h 788699"/>
                    <a:gd name="connsiteX23" fmla="*/ 264872 w 625521"/>
                    <a:gd name="connsiteY23" fmla="*/ 400855 h 788699"/>
                    <a:gd name="connsiteX24" fmla="*/ 259433 w 625521"/>
                    <a:gd name="connsiteY24" fmla="*/ 406294 h 788699"/>
                    <a:gd name="connsiteX25" fmla="*/ 259433 w 625521"/>
                    <a:gd name="connsiteY25" fmla="*/ 425332 h 788699"/>
                    <a:gd name="connsiteX26" fmla="*/ 259433 w 625521"/>
                    <a:gd name="connsiteY26" fmla="*/ 449809 h 788699"/>
                    <a:gd name="connsiteX27" fmla="*/ 259433 w 625521"/>
                    <a:gd name="connsiteY27" fmla="*/ 471566 h 788699"/>
                    <a:gd name="connsiteX28" fmla="*/ 259433 w 625521"/>
                    <a:gd name="connsiteY28" fmla="*/ 504202 h 788699"/>
                    <a:gd name="connsiteX29" fmla="*/ 259433 w 625521"/>
                    <a:gd name="connsiteY29" fmla="*/ 509641 h 788699"/>
                    <a:gd name="connsiteX30" fmla="*/ 256714 w 625521"/>
                    <a:gd name="connsiteY30" fmla="*/ 542277 h 788699"/>
                    <a:gd name="connsiteX31" fmla="*/ 256714 w 625521"/>
                    <a:gd name="connsiteY31" fmla="*/ 577632 h 788699"/>
                    <a:gd name="connsiteX32" fmla="*/ 256714 w 625521"/>
                    <a:gd name="connsiteY32" fmla="*/ 612988 h 788699"/>
                    <a:gd name="connsiteX33" fmla="*/ 253994 w 625521"/>
                    <a:gd name="connsiteY33" fmla="*/ 656502 h 788699"/>
                    <a:gd name="connsiteX34" fmla="*/ 256714 w 625521"/>
                    <a:gd name="connsiteY34" fmla="*/ 678260 h 788699"/>
                    <a:gd name="connsiteX35" fmla="*/ 286629 w 625521"/>
                    <a:gd name="connsiteY35" fmla="*/ 694578 h 788699"/>
                    <a:gd name="connsiteX36" fmla="*/ 281191 w 625521"/>
                    <a:gd name="connsiteY36" fmla="*/ 710895 h 788699"/>
                    <a:gd name="connsiteX37" fmla="*/ 264872 w 625521"/>
                    <a:gd name="connsiteY37" fmla="*/ 719054 h 788699"/>
                    <a:gd name="connsiteX38" fmla="*/ 243116 w 625521"/>
                    <a:gd name="connsiteY38" fmla="*/ 721774 h 788699"/>
                    <a:gd name="connsiteX39" fmla="*/ 243116 w 625521"/>
                    <a:gd name="connsiteY39" fmla="*/ 721774 h 788699"/>
                    <a:gd name="connsiteX40" fmla="*/ 232236 w 625521"/>
                    <a:gd name="connsiteY40" fmla="*/ 727214 h 788699"/>
                    <a:gd name="connsiteX41" fmla="*/ 224078 w 625521"/>
                    <a:gd name="connsiteY41" fmla="*/ 735372 h 788699"/>
                    <a:gd name="connsiteX42" fmla="*/ 213199 w 625521"/>
                    <a:gd name="connsiteY42" fmla="*/ 738092 h 788699"/>
                    <a:gd name="connsiteX43" fmla="*/ 183283 w 625521"/>
                    <a:gd name="connsiteY43" fmla="*/ 727214 h 788699"/>
                    <a:gd name="connsiteX44" fmla="*/ 175124 w 625521"/>
                    <a:gd name="connsiteY44" fmla="*/ 719054 h 788699"/>
                    <a:gd name="connsiteX45" fmla="*/ 145208 w 625521"/>
                    <a:gd name="connsiteY45" fmla="*/ 719054 h 788699"/>
                    <a:gd name="connsiteX46" fmla="*/ 126170 w 625521"/>
                    <a:gd name="connsiteY46" fmla="*/ 719054 h 788699"/>
                    <a:gd name="connsiteX47" fmla="*/ 101693 w 625521"/>
                    <a:gd name="connsiteY47" fmla="*/ 719054 h 788699"/>
                    <a:gd name="connsiteX48" fmla="*/ 74496 w 625521"/>
                    <a:gd name="connsiteY48" fmla="*/ 713615 h 788699"/>
                    <a:gd name="connsiteX49" fmla="*/ 58178 w 625521"/>
                    <a:gd name="connsiteY49" fmla="*/ 697297 h 788699"/>
                    <a:gd name="connsiteX50" fmla="*/ 63618 w 625521"/>
                    <a:gd name="connsiteY50" fmla="*/ 689138 h 788699"/>
                    <a:gd name="connsiteX51" fmla="*/ 85375 w 625521"/>
                    <a:gd name="connsiteY51" fmla="*/ 680979 h 788699"/>
                    <a:gd name="connsiteX52" fmla="*/ 131609 w 625521"/>
                    <a:gd name="connsiteY52" fmla="*/ 675540 h 788699"/>
                    <a:gd name="connsiteX53" fmla="*/ 131609 w 625521"/>
                    <a:gd name="connsiteY53" fmla="*/ 667381 h 788699"/>
                    <a:gd name="connsiteX54" fmla="*/ 131609 w 625521"/>
                    <a:gd name="connsiteY54" fmla="*/ 651063 h 788699"/>
                    <a:gd name="connsiteX55" fmla="*/ 131609 w 625521"/>
                    <a:gd name="connsiteY55" fmla="*/ 618427 h 788699"/>
                    <a:gd name="connsiteX56" fmla="*/ 131609 w 625521"/>
                    <a:gd name="connsiteY56" fmla="*/ 580352 h 788699"/>
                    <a:gd name="connsiteX57" fmla="*/ 131609 w 625521"/>
                    <a:gd name="connsiteY57" fmla="*/ 531398 h 788699"/>
                    <a:gd name="connsiteX58" fmla="*/ 131609 w 625521"/>
                    <a:gd name="connsiteY58" fmla="*/ 466126 h 788699"/>
                    <a:gd name="connsiteX59" fmla="*/ 131609 w 625521"/>
                    <a:gd name="connsiteY59" fmla="*/ 422612 h 788699"/>
                    <a:gd name="connsiteX60" fmla="*/ 131609 w 625521"/>
                    <a:gd name="connsiteY60" fmla="*/ 411733 h 788699"/>
                    <a:gd name="connsiteX61" fmla="*/ 131609 w 625521"/>
                    <a:gd name="connsiteY61" fmla="*/ 398135 h 788699"/>
                    <a:gd name="connsiteX62" fmla="*/ 126170 w 625521"/>
                    <a:gd name="connsiteY62" fmla="*/ 389976 h 788699"/>
                    <a:gd name="connsiteX63" fmla="*/ 101693 w 625521"/>
                    <a:gd name="connsiteY63" fmla="*/ 387257 h 788699"/>
                    <a:gd name="connsiteX64" fmla="*/ 77216 w 625521"/>
                    <a:gd name="connsiteY64" fmla="*/ 376378 h 788699"/>
                    <a:gd name="connsiteX65" fmla="*/ 82655 w 625521"/>
                    <a:gd name="connsiteY65" fmla="*/ 368219 h 788699"/>
                    <a:gd name="connsiteX66" fmla="*/ 98973 w 625521"/>
                    <a:gd name="connsiteY66" fmla="*/ 360060 h 788699"/>
                    <a:gd name="connsiteX67" fmla="*/ 118011 w 625521"/>
                    <a:gd name="connsiteY67" fmla="*/ 357340 h 788699"/>
                    <a:gd name="connsiteX68" fmla="*/ 131609 w 625521"/>
                    <a:gd name="connsiteY68" fmla="*/ 351901 h 788699"/>
                    <a:gd name="connsiteX69" fmla="*/ 131609 w 625521"/>
                    <a:gd name="connsiteY69" fmla="*/ 343742 h 788699"/>
                    <a:gd name="connsiteX70" fmla="*/ 131609 w 625521"/>
                    <a:gd name="connsiteY70" fmla="*/ 270311 h 788699"/>
                    <a:gd name="connsiteX71" fmla="*/ 137048 w 625521"/>
                    <a:gd name="connsiteY71" fmla="*/ 145207 h 788699"/>
                    <a:gd name="connsiteX72" fmla="*/ 139768 w 625521"/>
                    <a:gd name="connsiteY72" fmla="*/ 123450 h 788699"/>
                    <a:gd name="connsiteX73" fmla="*/ 123450 w 625521"/>
                    <a:gd name="connsiteY73" fmla="*/ 123450 h 788699"/>
                    <a:gd name="connsiteX74" fmla="*/ 118011 w 625521"/>
                    <a:gd name="connsiteY74" fmla="*/ 123450 h 788699"/>
                    <a:gd name="connsiteX75" fmla="*/ 101693 w 625521"/>
                    <a:gd name="connsiteY75" fmla="*/ 123450 h 788699"/>
                    <a:gd name="connsiteX76" fmla="*/ 74496 w 625521"/>
                    <a:gd name="connsiteY76" fmla="*/ 118011 h 788699"/>
                    <a:gd name="connsiteX77" fmla="*/ 58178 w 625521"/>
                    <a:gd name="connsiteY77" fmla="*/ 101693 h 788699"/>
                    <a:gd name="connsiteX78" fmla="*/ 63618 w 625521"/>
                    <a:gd name="connsiteY78" fmla="*/ 93534 h 788699"/>
                    <a:gd name="connsiteX79" fmla="*/ 85375 w 625521"/>
                    <a:gd name="connsiteY79" fmla="*/ 85375 h 788699"/>
                    <a:gd name="connsiteX80" fmla="*/ 137048 w 625521"/>
                    <a:gd name="connsiteY80" fmla="*/ 82655 h 788699"/>
                    <a:gd name="connsiteX81" fmla="*/ 147927 w 625521"/>
                    <a:gd name="connsiteY81" fmla="*/ 82655 h 788699"/>
                    <a:gd name="connsiteX82" fmla="*/ 186003 w 625521"/>
                    <a:gd name="connsiteY82" fmla="*/ 58178 h 788699"/>
                    <a:gd name="connsiteX83" fmla="*/ 226797 w 625521"/>
                    <a:gd name="connsiteY83" fmla="*/ 79936 h 788699"/>
                    <a:gd name="connsiteX84" fmla="*/ 253994 w 625521"/>
                    <a:gd name="connsiteY84" fmla="*/ 79936 h 788699"/>
                    <a:gd name="connsiteX85" fmla="*/ 294789 w 625521"/>
                    <a:gd name="connsiteY85" fmla="*/ 96253 h 788699"/>
                    <a:gd name="connsiteX86" fmla="*/ 283910 w 625521"/>
                    <a:gd name="connsiteY86" fmla="*/ 112571 h 788699"/>
                    <a:gd name="connsiteX87" fmla="*/ 267592 w 625521"/>
                    <a:gd name="connsiteY87" fmla="*/ 120730 h 788699"/>
                    <a:gd name="connsiteX88" fmla="*/ 245835 w 625521"/>
                    <a:gd name="connsiteY88" fmla="*/ 123450 h 788699"/>
                    <a:gd name="connsiteX89" fmla="*/ 237676 w 625521"/>
                    <a:gd name="connsiteY89" fmla="*/ 123450 h 788699"/>
                    <a:gd name="connsiteX90" fmla="*/ 240396 w 625521"/>
                    <a:gd name="connsiteY90" fmla="*/ 128889 h 788699"/>
                    <a:gd name="connsiteX91" fmla="*/ 251274 w 625521"/>
                    <a:gd name="connsiteY91" fmla="*/ 177843 h 788699"/>
                    <a:gd name="connsiteX92" fmla="*/ 256714 w 625521"/>
                    <a:gd name="connsiteY92" fmla="*/ 226797 h 788699"/>
                    <a:gd name="connsiteX93" fmla="*/ 262153 w 625521"/>
                    <a:gd name="connsiteY93" fmla="*/ 273031 h 788699"/>
                    <a:gd name="connsiteX94" fmla="*/ 262153 w 625521"/>
                    <a:gd name="connsiteY94" fmla="*/ 289349 h 788699"/>
                    <a:gd name="connsiteX95" fmla="*/ 262153 w 625521"/>
                    <a:gd name="connsiteY95" fmla="*/ 297508 h 788699"/>
                    <a:gd name="connsiteX96" fmla="*/ 264872 w 625521"/>
                    <a:gd name="connsiteY96" fmla="*/ 321985 h 788699"/>
                    <a:gd name="connsiteX97" fmla="*/ 270312 w 625521"/>
                    <a:gd name="connsiteY97" fmla="*/ 335583 h 788699"/>
                    <a:gd name="connsiteX98" fmla="*/ 270312 w 625521"/>
                    <a:gd name="connsiteY98" fmla="*/ 338303 h 788699"/>
                    <a:gd name="connsiteX99" fmla="*/ 270312 w 625521"/>
                    <a:gd name="connsiteY99" fmla="*/ 346462 h 788699"/>
                    <a:gd name="connsiteX100" fmla="*/ 278471 w 625521"/>
                    <a:gd name="connsiteY100" fmla="*/ 354621 h 788699"/>
                    <a:gd name="connsiteX101" fmla="*/ 338304 w 625521"/>
                    <a:gd name="connsiteY101" fmla="*/ 349181 h 788699"/>
                    <a:gd name="connsiteX102" fmla="*/ 365500 w 625521"/>
                    <a:gd name="connsiteY102" fmla="*/ 349181 h 788699"/>
                    <a:gd name="connsiteX103" fmla="*/ 381817 w 625521"/>
                    <a:gd name="connsiteY103" fmla="*/ 349181 h 788699"/>
                    <a:gd name="connsiteX104" fmla="*/ 392697 w 625521"/>
                    <a:gd name="connsiteY104" fmla="*/ 338303 h 788699"/>
                    <a:gd name="connsiteX105" fmla="*/ 389977 w 625521"/>
                    <a:gd name="connsiteY105" fmla="*/ 313826 h 788699"/>
                    <a:gd name="connsiteX106" fmla="*/ 392697 w 625521"/>
                    <a:gd name="connsiteY106" fmla="*/ 262152 h 788699"/>
                    <a:gd name="connsiteX107" fmla="*/ 395416 w 625521"/>
                    <a:gd name="connsiteY107" fmla="*/ 224077 h 788699"/>
                    <a:gd name="connsiteX108" fmla="*/ 398136 w 625521"/>
                    <a:gd name="connsiteY108" fmla="*/ 177843 h 788699"/>
                    <a:gd name="connsiteX109" fmla="*/ 395416 w 625521"/>
                    <a:gd name="connsiteY109" fmla="*/ 153366 h 788699"/>
                    <a:gd name="connsiteX110" fmla="*/ 395416 w 625521"/>
                    <a:gd name="connsiteY110" fmla="*/ 137048 h 788699"/>
                    <a:gd name="connsiteX111" fmla="*/ 379098 w 625521"/>
                    <a:gd name="connsiteY111" fmla="*/ 137048 h 788699"/>
                    <a:gd name="connsiteX112" fmla="*/ 351902 w 625521"/>
                    <a:gd name="connsiteY112" fmla="*/ 131609 h 788699"/>
                    <a:gd name="connsiteX113" fmla="*/ 338304 w 625521"/>
                    <a:gd name="connsiteY113" fmla="*/ 115291 h 788699"/>
                    <a:gd name="connsiteX114" fmla="*/ 343742 w 625521"/>
                    <a:gd name="connsiteY114" fmla="*/ 107132 h 788699"/>
                    <a:gd name="connsiteX115" fmla="*/ 362780 w 625521"/>
                    <a:gd name="connsiteY115" fmla="*/ 98973 h 788699"/>
                    <a:gd name="connsiteX116" fmla="*/ 395416 w 625521"/>
                    <a:gd name="connsiteY116" fmla="*/ 96253 h 788699"/>
                    <a:gd name="connsiteX117" fmla="*/ 403575 w 625521"/>
                    <a:gd name="connsiteY117" fmla="*/ 90814 h 788699"/>
                    <a:gd name="connsiteX118" fmla="*/ 422612 w 625521"/>
                    <a:gd name="connsiteY118" fmla="*/ 88095 h 788699"/>
                    <a:gd name="connsiteX119" fmla="*/ 428052 w 625521"/>
                    <a:gd name="connsiteY119" fmla="*/ 88095 h 788699"/>
                    <a:gd name="connsiteX120" fmla="*/ 447090 w 625521"/>
                    <a:gd name="connsiteY120" fmla="*/ 90814 h 788699"/>
                    <a:gd name="connsiteX121" fmla="*/ 455249 w 625521"/>
                    <a:gd name="connsiteY121" fmla="*/ 96253 h 788699"/>
                    <a:gd name="connsiteX122" fmla="*/ 525960 w 625521"/>
                    <a:gd name="connsiteY122" fmla="*/ 93534 h 788699"/>
                    <a:gd name="connsiteX123" fmla="*/ 561315 w 625521"/>
                    <a:gd name="connsiteY123" fmla="*/ 109852 h 788699"/>
                    <a:gd name="connsiteX124" fmla="*/ 555876 w 625521"/>
                    <a:gd name="connsiteY124" fmla="*/ 126170 h 788699"/>
                    <a:gd name="connsiteX125" fmla="*/ 539558 w 625521"/>
                    <a:gd name="connsiteY125" fmla="*/ 134329 h 788699"/>
                    <a:gd name="connsiteX126" fmla="*/ 517800 w 625521"/>
                    <a:gd name="connsiteY126" fmla="*/ 137048 h 788699"/>
                    <a:gd name="connsiteX127" fmla="*/ 477006 w 625521"/>
                    <a:gd name="connsiteY127" fmla="*/ 137048 h 788699"/>
                    <a:gd name="connsiteX128" fmla="*/ 485165 w 625521"/>
                    <a:gd name="connsiteY128" fmla="*/ 161525 h 788699"/>
                    <a:gd name="connsiteX129" fmla="*/ 496043 w 625521"/>
                    <a:gd name="connsiteY129" fmla="*/ 210479 h 788699"/>
                    <a:gd name="connsiteX130" fmla="*/ 501483 w 625521"/>
                    <a:gd name="connsiteY130" fmla="*/ 251274 h 788699"/>
                    <a:gd name="connsiteX131" fmla="*/ 506922 w 625521"/>
                    <a:gd name="connsiteY131" fmla="*/ 292069 h 788699"/>
                    <a:gd name="connsiteX132" fmla="*/ 506922 w 625521"/>
                    <a:gd name="connsiteY132" fmla="*/ 321985 h 788699"/>
                    <a:gd name="connsiteX133" fmla="*/ 509642 w 625521"/>
                    <a:gd name="connsiteY133" fmla="*/ 341022 h 788699"/>
                    <a:gd name="connsiteX134" fmla="*/ 509642 w 625521"/>
                    <a:gd name="connsiteY134" fmla="*/ 343742 h 788699"/>
                    <a:gd name="connsiteX135" fmla="*/ 517800 w 625521"/>
                    <a:gd name="connsiteY135" fmla="*/ 349181 h 788699"/>
                    <a:gd name="connsiteX136" fmla="*/ 528680 w 625521"/>
                    <a:gd name="connsiteY136" fmla="*/ 349181 h 788699"/>
                    <a:gd name="connsiteX137" fmla="*/ 550437 w 625521"/>
                    <a:gd name="connsiteY137" fmla="*/ 357340 h 788699"/>
                    <a:gd name="connsiteX138" fmla="*/ 550437 w 625521"/>
                    <a:gd name="connsiteY138" fmla="*/ 362780 h 788699"/>
                    <a:gd name="connsiteX139" fmla="*/ 534119 w 625521"/>
                    <a:gd name="connsiteY139" fmla="*/ 384537 h 788699"/>
                    <a:gd name="connsiteX140" fmla="*/ 520520 w 625521"/>
                    <a:gd name="connsiteY140" fmla="*/ 389976 h 788699"/>
                    <a:gd name="connsiteX141" fmla="*/ 512362 w 625521"/>
                    <a:gd name="connsiteY141" fmla="*/ 395415 h 788699"/>
                    <a:gd name="connsiteX142" fmla="*/ 512362 w 625521"/>
                    <a:gd name="connsiteY142" fmla="*/ 398135 h 788699"/>
                    <a:gd name="connsiteX143" fmla="*/ 512362 w 625521"/>
                    <a:gd name="connsiteY143" fmla="*/ 409014 h 788699"/>
                    <a:gd name="connsiteX144" fmla="*/ 512362 w 625521"/>
                    <a:gd name="connsiteY144" fmla="*/ 414453 h 788699"/>
                    <a:gd name="connsiteX145" fmla="*/ 512362 w 625521"/>
                    <a:gd name="connsiteY145" fmla="*/ 438930 h 788699"/>
                    <a:gd name="connsiteX146" fmla="*/ 515081 w 625521"/>
                    <a:gd name="connsiteY146" fmla="*/ 504202 h 788699"/>
                    <a:gd name="connsiteX147" fmla="*/ 520520 w 625521"/>
                    <a:gd name="connsiteY147" fmla="*/ 572193 h 788699"/>
                    <a:gd name="connsiteX148" fmla="*/ 517800 w 625521"/>
                    <a:gd name="connsiteY148" fmla="*/ 604829 h 788699"/>
                    <a:gd name="connsiteX149" fmla="*/ 512362 w 625521"/>
                    <a:gd name="connsiteY149" fmla="*/ 661942 h 788699"/>
                    <a:gd name="connsiteX150" fmla="*/ 509642 w 625521"/>
                    <a:gd name="connsiteY150" fmla="*/ 670101 h 788699"/>
                    <a:gd name="connsiteX151" fmla="*/ 512362 w 625521"/>
                    <a:gd name="connsiteY151" fmla="*/ 680979 h 788699"/>
                    <a:gd name="connsiteX152" fmla="*/ 512362 w 625521"/>
                    <a:gd name="connsiteY152" fmla="*/ 686419 h 788699"/>
                    <a:gd name="connsiteX153" fmla="*/ 536838 w 625521"/>
                    <a:gd name="connsiteY153" fmla="*/ 680979 h 788699"/>
                    <a:gd name="connsiteX154" fmla="*/ 536838 w 625521"/>
                    <a:gd name="connsiteY154" fmla="*/ 680979 h 788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</a:cxnLst>
                  <a:rect l="l" t="t" r="r" b="b"/>
                  <a:pathLst>
                    <a:path w="625521" h="788699">
                      <a:moveTo>
                        <a:pt x="536838" y="680979"/>
                      </a:moveTo>
                      <a:cubicBezTo>
                        <a:pt x="550437" y="680979"/>
                        <a:pt x="574913" y="680979"/>
                        <a:pt x="574913" y="697297"/>
                      </a:cubicBezTo>
                      <a:cubicBezTo>
                        <a:pt x="574913" y="705456"/>
                        <a:pt x="572194" y="708176"/>
                        <a:pt x="566755" y="713615"/>
                      </a:cubicBezTo>
                      <a:cubicBezTo>
                        <a:pt x="561315" y="719054"/>
                        <a:pt x="555876" y="721774"/>
                        <a:pt x="550437" y="721774"/>
                      </a:cubicBezTo>
                      <a:cubicBezTo>
                        <a:pt x="539558" y="724494"/>
                        <a:pt x="534119" y="724494"/>
                        <a:pt x="528680" y="724494"/>
                      </a:cubicBezTo>
                      <a:cubicBezTo>
                        <a:pt x="517800" y="724494"/>
                        <a:pt x="428052" y="724494"/>
                        <a:pt x="417174" y="724494"/>
                      </a:cubicBezTo>
                      <a:cubicBezTo>
                        <a:pt x="403575" y="724494"/>
                        <a:pt x="414454" y="724494"/>
                        <a:pt x="398136" y="724494"/>
                      </a:cubicBezTo>
                      <a:cubicBezTo>
                        <a:pt x="389977" y="724494"/>
                        <a:pt x="381817" y="724494"/>
                        <a:pt x="373659" y="724494"/>
                      </a:cubicBezTo>
                      <a:cubicBezTo>
                        <a:pt x="365500" y="724494"/>
                        <a:pt x="354621" y="721774"/>
                        <a:pt x="346462" y="719054"/>
                      </a:cubicBezTo>
                      <a:cubicBezTo>
                        <a:pt x="338304" y="716335"/>
                        <a:pt x="330144" y="708176"/>
                        <a:pt x="330144" y="702737"/>
                      </a:cubicBezTo>
                      <a:cubicBezTo>
                        <a:pt x="330144" y="700017"/>
                        <a:pt x="330144" y="697297"/>
                        <a:pt x="335584" y="694578"/>
                      </a:cubicBezTo>
                      <a:cubicBezTo>
                        <a:pt x="341023" y="691858"/>
                        <a:pt x="351902" y="689138"/>
                        <a:pt x="357341" y="686419"/>
                      </a:cubicBezTo>
                      <a:cubicBezTo>
                        <a:pt x="373659" y="683699"/>
                        <a:pt x="387257" y="680979"/>
                        <a:pt x="395416" y="680979"/>
                      </a:cubicBezTo>
                      <a:cubicBezTo>
                        <a:pt x="387257" y="675540"/>
                        <a:pt x="384537" y="670101"/>
                        <a:pt x="381817" y="656502"/>
                      </a:cubicBezTo>
                      <a:cubicBezTo>
                        <a:pt x="379098" y="632026"/>
                        <a:pt x="379098" y="610268"/>
                        <a:pt x="379098" y="585791"/>
                      </a:cubicBezTo>
                      <a:cubicBezTo>
                        <a:pt x="379098" y="564034"/>
                        <a:pt x="379098" y="542277"/>
                        <a:pt x="379098" y="517800"/>
                      </a:cubicBezTo>
                      <a:cubicBezTo>
                        <a:pt x="379098" y="504202"/>
                        <a:pt x="379098" y="487884"/>
                        <a:pt x="379098" y="474286"/>
                      </a:cubicBezTo>
                      <a:cubicBezTo>
                        <a:pt x="379098" y="457968"/>
                        <a:pt x="376379" y="444369"/>
                        <a:pt x="379098" y="430771"/>
                      </a:cubicBezTo>
                      <a:cubicBezTo>
                        <a:pt x="379098" y="425332"/>
                        <a:pt x="381817" y="417173"/>
                        <a:pt x="381817" y="411733"/>
                      </a:cubicBezTo>
                      <a:cubicBezTo>
                        <a:pt x="381817" y="406294"/>
                        <a:pt x="381817" y="403575"/>
                        <a:pt x="379098" y="400855"/>
                      </a:cubicBezTo>
                      <a:cubicBezTo>
                        <a:pt x="376379" y="400855"/>
                        <a:pt x="373659" y="398135"/>
                        <a:pt x="370939" y="398135"/>
                      </a:cubicBezTo>
                      <a:cubicBezTo>
                        <a:pt x="360061" y="398135"/>
                        <a:pt x="343742" y="400855"/>
                        <a:pt x="338304" y="400855"/>
                      </a:cubicBezTo>
                      <a:cubicBezTo>
                        <a:pt x="330144" y="400855"/>
                        <a:pt x="319266" y="403575"/>
                        <a:pt x="289349" y="403575"/>
                      </a:cubicBezTo>
                      <a:cubicBezTo>
                        <a:pt x="275751" y="403575"/>
                        <a:pt x="267592" y="400855"/>
                        <a:pt x="264872" y="400855"/>
                      </a:cubicBezTo>
                      <a:cubicBezTo>
                        <a:pt x="262153" y="400855"/>
                        <a:pt x="259433" y="400855"/>
                        <a:pt x="259433" y="406294"/>
                      </a:cubicBezTo>
                      <a:cubicBezTo>
                        <a:pt x="259433" y="414453"/>
                        <a:pt x="259433" y="419892"/>
                        <a:pt x="259433" y="425332"/>
                      </a:cubicBezTo>
                      <a:cubicBezTo>
                        <a:pt x="259433" y="433491"/>
                        <a:pt x="259433" y="441650"/>
                        <a:pt x="259433" y="449809"/>
                      </a:cubicBezTo>
                      <a:cubicBezTo>
                        <a:pt x="259433" y="457968"/>
                        <a:pt x="259433" y="463407"/>
                        <a:pt x="259433" y="471566"/>
                      </a:cubicBezTo>
                      <a:cubicBezTo>
                        <a:pt x="259433" y="482445"/>
                        <a:pt x="259433" y="493323"/>
                        <a:pt x="259433" y="504202"/>
                      </a:cubicBezTo>
                      <a:cubicBezTo>
                        <a:pt x="259433" y="506921"/>
                        <a:pt x="259433" y="506921"/>
                        <a:pt x="259433" y="509641"/>
                      </a:cubicBezTo>
                      <a:cubicBezTo>
                        <a:pt x="259433" y="520520"/>
                        <a:pt x="256714" y="531398"/>
                        <a:pt x="256714" y="542277"/>
                      </a:cubicBezTo>
                      <a:cubicBezTo>
                        <a:pt x="256714" y="553156"/>
                        <a:pt x="256714" y="566754"/>
                        <a:pt x="256714" y="577632"/>
                      </a:cubicBezTo>
                      <a:cubicBezTo>
                        <a:pt x="256714" y="588511"/>
                        <a:pt x="256714" y="599390"/>
                        <a:pt x="256714" y="612988"/>
                      </a:cubicBezTo>
                      <a:cubicBezTo>
                        <a:pt x="256714" y="629306"/>
                        <a:pt x="253994" y="642904"/>
                        <a:pt x="253994" y="656502"/>
                      </a:cubicBezTo>
                      <a:cubicBezTo>
                        <a:pt x="253994" y="664661"/>
                        <a:pt x="256714" y="672820"/>
                        <a:pt x="256714" y="678260"/>
                      </a:cubicBezTo>
                      <a:cubicBezTo>
                        <a:pt x="270312" y="678260"/>
                        <a:pt x="286629" y="680979"/>
                        <a:pt x="286629" y="694578"/>
                      </a:cubicBezTo>
                      <a:cubicBezTo>
                        <a:pt x="286629" y="702737"/>
                        <a:pt x="283910" y="705456"/>
                        <a:pt x="281191" y="710895"/>
                      </a:cubicBezTo>
                      <a:cubicBezTo>
                        <a:pt x="275751" y="716335"/>
                        <a:pt x="270312" y="719054"/>
                        <a:pt x="264872" y="719054"/>
                      </a:cubicBezTo>
                      <a:cubicBezTo>
                        <a:pt x="256714" y="721774"/>
                        <a:pt x="248554" y="721774"/>
                        <a:pt x="243116" y="721774"/>
                      </a:cubicBezTo>
                      <a:cubicBezTo>
                        <a:pt x="243116" y="721774"/>
                        <a:pt x="243116" y="721774"/>
                        <a:pt x="243116" y="721774"/>
                      </a:cubicBezTo>
                      <a:cubicBezTo>
                        <a:pt x="237676" y="724494"/>
                        <a:pt x="237676" y="724494"/>
                        <a:pt x="232236" y="727214"/>
                      </a:cubicBezTo>
                      <a:cubicBezTo>
                        <a:pt x="229517" y="729933"/>
                        <a:pt x="229517" y="732653"/>
                        <a:pt x="224078" y="735372"/>
                      </a:cubicBezTo>
                      <a:cubicBezTo>
                        <a:pt x="221358" y="738092"/>
                        <a:pt x="215919" y="738092"/>
                        <a:pt x="213199" y="738092"/>
                      </a:cubicBezTo>
                      <a:cubicBezTo>
                        <a:pt x="199601" y="738092"/>
                        <a:pt x="188722" y="735372"/>
                        <a:pt x="183283" y="727214"/>
                      </a:cubicBezTo>
                      <a:cubicBezTo>
                        <a:pt x="180563" y="724494"/>
                        <a:pt x="177843" y="721774"/>
                        <a:pt x="175124" y="719054"/>
                      </a:cubicBezTo>
                      <a:cubicBezTo>
                        <a:pt x="161526" y="719054"/>
                        <a:pt x="150646" y="719054"/>
                        <a:pt x="145208" y="719054"/>
                      </a:cubicBezTo>
                      <a:cubicBezTo>
                        <a:pt x="131609" y="719054"/>
                        <a:pt x="142488" y="719054"/>
                        <a:pt x="126170" y="719054"/>
                      </a:cubicBezTo>
                      <a:cubicBezTo>
                        <a:pt x="118011" y="719054"/>
                        <a:pt x="109852" y="719054"/>
                        <a:pt x="101693" y="719054"/>
                      </a:cubicBezTo>
                      <a:cubicBezTo>
                        <a:pt x="93534" y="719054"/>
                        <a:pt x="82655" y="719054"/>
                        <a:pt x="74496" y="713615"/>
                      </a:cubicBezTo>
                      <a:cubicBezTo>
                        <a:pt x="66338" y="710895"/>
                        <a:pt x="58178" y="702737"/>
                        <a:pt x="58178" y="697297"/>
                      </a:cubicBezTo>
                      <a:cubicBezTo>
                        <a:pt x="58178" y="694578"/>
                        <a:pt x="58178" y="691858"/>
                        <a:pt x="63618" y="689138"/>
                      </a:cubicBezTo>
                      <a:cubicBezTo>
                        <a:pt x="69057" y="686419"/>
                        <a:pt x="79936" y="683699"/>
                        <a:pt x="85375" y="680979"/>
                      </a:cubicBezTo>
                      <a:cubicBezTo>
                        <a:pt x="98973" y="678260"/>
                        <a:pt x="118011" y="678260"/>
                        <a:pt x="131609" y="675540"/>
                      </a:cubicBezTo>
                      <a:cubicBezTo>
                        <a:pt x="131609" y="672820"/>
                        <a:pt x="131609" y="670101"/>
                        <a:pt x="131609" y="667381"/>
                      </a:cubicBezTo>
                      <a:cubicBezTo>
                        <a:pt x="131609" y="661942"/>
                        <a:pt x="131609" y="656502"/>
                        <a:pt x="131609" y="651063"/>
                      </a:cubicBezTo>
                      <a:cubicBezTo>
                        <a:pt x="131609" y="640184"/>
                        <a:pt x="131609" y="629306"/>
                        <a:pt x="131609" y="618427"/>
                      </a:cubicBezTo>
                      <a:cubicBezTo>
                        <a:pt x="131609" y="604829"/>
                        <a:pt x="131609" y="593950"/>
                        <a:pt x="131609" y="580352"/>
                      </a:cubicBezTo>
                      <a:cubicBezTo>
                        <a:pt x="131609" y="564034"/>
                        <a:pt x="131609" y="547716"/>
                        <a:pt x="131609" y="531398"/>
                      </a:cubicBezTo>
                      <a:cubicBezTo>
                        <a:pt x="131609" y="509641"/>
                        <a:pt x="131609" y="487884"/>
                        <a:pt x="131609" y="466126"/>
                      </a:cubicBezTo>
                      <a:cubicBezTo>
                        <a:pt x="131609" y="452528"/>
                        <a:pt x="131609" y="436210"/>
                        <a:pt x="131609" y="422612"/>
                      </a:cubicBezTo>
                      <a:cubicBezTo>
                        <a:pt x="131609" y="419892"/>
                        <a:pt x="131609" y="414453"/>
                        <a:pt x="131609" y="411733"/>
                      </a:cubicBezTo>
                      <a:cubicBezTo>
                        <a:pt x="131609" y="409014"/>
                        <a:pt x="131609" y="400855"/>
                        <a:pt x="131609" y="398135"/>
                      </a:cubicBezTo>
                      <a:cubicBezTo>
                        <a:pt x="131609" y="392696"/>
                        <a:pt x="131609" y="392696"/>
                        <a:pt x="126170" y="389976"/>
                      </a:cubicBezTo>
                      <a:cubicBezTo>
                        <a:pt x="123450" y="389976"/>
                        <a:pt x="109852" y="387257"/>
                        <a:pt x="101693" y="387257"/>
                      </a:cubicBezTo>
                      <a:cubicBezTo>
                        <a:pt x="90814" y="384537"/>
                        <a:pt x="77216" y="381817"/>
                        <a:pt x="77216" y="376378"/>
                      </a:cubicBezTo>
                      <a:cubicBezTo>
                        <a:pt x="77216" y="373658"/>
                        <a:pt x="79936" y="370939"/>
                        <a:pt x="82655" y="368219"/>
                      </a:cubicBezTo>
                      <a:cubicBezTo>
                        <a:pt x="88095" y="365499"/>
                        <a:pt x="93534" y="362780"/>
                        <a:pt x="98973" y="360060"/>
                      </a:cubicBezTo>
                      <a:cubicBezTo>
                        <a:pt x="104413" y="360060"/>
                        <a:pt x="112571" y="357340"/>
                        <a:pt x="118011" y="357340"/>
                      </a:cubicBezTo>
                      <a:cubicBezTo>
                        <a:pt x="126170" y="354621"/>
                        <a:pt x="128890" y="357340"/>
                        <a:pt x="131609" y="351901"/>
                      </a:cubicBezTo>
                      <a:cubicBezTo>
                        <a:pt x="131609" y="349181"/>
                        <a:pt x="131609" y="346462"/>
                        <a:pt x="131609" y="343742"/>
                      </a:cubicBezTo>
                      <a:cubicBezTo>
                        <a:pt x="131609" y="319265"/>
                        <a:pt x="131609" y="294788"/>
                        <a:pt x="131609" y="270311"/>
                      </a:cubicBezTo>
                      <a:cubicBezTo>
                        <a:pt x="131609" y="226797"/>
                        <a:pt x="131609" y="186002"/>
                        <a:pt x="137048" y="145207"/>
                      </a:cubicBezTo>
                      <a:cubicBezTo>
                        <a:pt x="137048" y="139768"/>
                        <a:pt x="137048" y="131609"/>
                        <a:pt x="139768" y="123450"/>
                      </a:cubicBezTo>
                      <a:cubicBezTo>
                        <a:pt x="134329" y="123450"/>
                        <a:pt x="137048" y="123450"/>
                        <a:pt x="123450" y="123450"/>
                      </a:cubicBezTo>
                      <a:cubicBezTo>
                        <a:pt x="120731" y="123450"/>
                        <a:pt x="120731" y="123450"/>
                        <a:pt x="118011" y="123450"/>
                      </a:cubicBezTo>
                      <a:cubicBezTo>
                        <a:pt x="112571" y="123450"/>
                        <a:pt x="107133" y="123450"/>
                        <a:pt x="101693" y="123450"/>
                      </a:cubicBezTo>
                      <a:cubicBezTo>
                        <a:pt x="93534" y="123450"/>
                        <a:pt x="82655" y="120730"/>
                        <a:pt x="74496" y="118011"/>
                      </a:cubicBezTo>
                      <a:cubicBezTo>
                        <a:pt x="66338" y="115291"/>
                        <a:pt x="58178" y="107132"/>
                        <a:pt x="58178" y="101693"/>
                      </a:cubicBezTo>
                      <a:cubicBezTo>
                        <a:pt x="58178" y="98973"/>
                        <a:pt x="58178" y="96253"/>
                        <a:pt x="63618" y="93534"/>
                      </a:cubicBezTo>
                      <a:cubicBezTo>
                        <a:pt x="66338" y="90814"/>
                        <a:pt x="77216" y="88095"/>
                        <a:pt x="85375" y="85375"/>
                      </a:cubicBezTo>
                      <a:cubicBezTo>
                        <a:pt x="104413" y="82655"/>
                        <a:pt x="128890" y="82655"/>
                        <a:pt x="137048" y="82655"/>
                      </a:cubicBezTo>
                      <a:cubicBezTo>
                        <a:pt x="139768" y="82655"/>
                        <a:pt x="142488" y="82655"/>
                        <a:pt x="147927" y="82655"/>
                      </a:cubicBezTo>
                      <a:cubicBezTo>
                        <a:pt x="153366" y="69057"/>
                        <a:pt x="164245" y="58178"/>
                        <a:pt x="186003" y="58178"/>
                      </a:cubicBezTo>
                      <a:cubicBezTo>
                        <a:pt x="202321" y="58178"/>
                        <a:pt x="215919" y="66337"/>
                        <a:pt x="226797" y="79936"/>
                      </a:cubicBezTo>
                      <a:cubicBezTo>
                        <a:pt x="237676" y="79936"/>
                        <a:pt x="248554" y="79936"/>
                        <a:pt x="253994" y="79936"/>
                      </a:cubicBezTo>
                      <a:cubicBezTo>
                        <a:pt x="267592" y="79936"/>
                        <a:pt x="294789" y="79936"/>
                        <a:pt x="294789" y="96253"/>
                      </a:cubicBezTo>
                      <a:cubicBezTo>
                        <a:pt x="294789" y="104412"/>
                        <a:pt x="289349" y="107132"/>
                        <a:pt x="283910" y="112571"/>
                      </a:cubicBezTo>
                      <a:cubicBezTo>
                        <a:pt x="278471" y="118011"/>
                        <a:pt x="273031" y="120730"/>
                        <a:pt x="267592" y="120730"/>
                      </a:cubicBezTo>
                      <a:cubicBezTo>
                        <a:pt x="259433" y="123450"/>
                        <a:pt x="251274" y="123450"/>
                        <a:pt x="245835" y="123450"/>
                      </a:cubicBezTo>
                      <a:cubicBezTo>
                        <a:pt x="245835" y="123450"/>
                        <a:pt x="243116" y="123450"/>
                        <a:pt x="237676" y="123450"/>
                      </a:cubicBezTo>
                      <a:cubicBezTo>
                        <a:pt x="237676" y="126170"/>
                        <a:pt x="237676" y="126170"/>
                        <a:pt x="240396" y="128889"/>
                      </a:cubicBezTo>
                      <a:cubicBezTo>
                        <a:pt x="245835" y="145207"/>
                        <a:pt x="248554" y="161525"/>
                        <a:pt x="251274" y="177843"/>
                      </a:cubicBezTo>
                      <a:cubicBezTo>
                        <a:pt x="253994" y="194161"/>
                        <a:pt x="253994" y="210479"/>
                        <a:pt x="256714" y="226797"/>
                      </a:cubicBezTo>
                      <a:cubicBezTo>
                        <a:pt x="259433" y="243115"/>
                        <a:pt x="262153" y="256713"/>
                        <a:pt x="262153" y="273031"/>
                      </a:cubicBezTo>
                      <a:cubicBezTo>
                        <a:pt x="262153" y="278470"/>
                        <a:pt x="262153" y="283910"/>
                        <a:pt x="262153" y="289349"/>
                      </a:cubicBezTo>
                      <a:lnTo>
                        <a:pt x="262153" y="297508"/>
                      </a:lnTo>
                      <a:cubicBezTo>
                        <a:pt x="262153" y="305667"/>
                        <a:pt x="262153" y="313826"/>
                        <a:pt x="264872" y="321985"/>
                      </a:cubicBezTo>
                      <a:cubicBezTo>
                        <a:pt x="264872" y="327424"/>
                        <a:pt x="270312" y="330144"/>
                        <a:pt x="270312" y="335583"/>
                      </a:cubicBezTo>
                      <a:cubicBezTo>
                        <a:pt x="270312" y="335583"/>
                        <a:pt x="270312" y="338303"/>
                        <a:pt x="270312" y="338303"/>
                      </a:cubicBezTo>
                      <a:cubicBezTo>
                        <a:pt x="270312" y="341022"/>
                        <a:pt x="270312" y="343742"/>
                        <a:pt x="270312" y="346462"/>
                      </a:cubicBezTo>
                      <a:cubicBezTo>
                        <a:pt x="270312" y="351901"/>
                        <a:pt x="273031" y="354621"/>
                        <a:pt x="278471" y="354621"/>
                      </a:cubicBezTo>
                      <a:cubicBezTo>
                        <a:pt x="289349" y="354621"/>
                        <a:pt x="335584" y="351901"/>
                        <a:pt x="338304" y="349181"/>
                      </a:cubicBezTo>
                      <a:cubicBezTo>
                        <a:pt x="346462" y="349181"/>
                        <a:pt x="357341" y="349181"/>
                        <a:pt x="365500" y="349181"/>
                      </a:cubicBezTo>
                      <a:cubicBezTo>
                        <a:pt x="370939" y="349181"/>
                        <a:pt x="376379" y="349181"/>
                        <a:pt x="381817" y="349181"/>
                      </a:cubicBezTo>
                      <a:cubicBezTo>
                        <a:pt x="387257" y="349181"/>
                        <a:pt x="392697" y="346462"/>
                        <a:pt x="392697" y="338303"/>
                      </a:cubicBezTo>
                      <a:cubicBezTo>
                        <a:pt x="392697" y="330144"/>
                        <a:pt x="389977" y="316545"/>
                        <a:pt x="389977" y="313826"/>
                      </a:cubicBezTo>
                      <a:cubicBezTo>
                        <a:pt x="389977" y="294788"/>
                        <a:pt x="389977" y="278470"/>
                        <a:pt x="392697" y="262152"/>
                      </a:cubicBezTo>
                      <a:cubicBezTo>
                        <a:pt x="392697" y="259433"/>
                        <a:pt x="395416" y="243115"/>
                        <a:pt x="395416" y="224077"/>
                      </a:cubicBezTo>
                      <a:cubicBezTo>
                        <a:pt x="395416" y="207759"/>
                        <a:pt x="398136" y="188722"/>
                        <a:pt x="398136" y="177843"/>
                      </a:cubicBezTo>
                      <a:cubicBezTo>
                        <a:pt x="398136" y="169684"/>
                        <a:pt x="395416" y="158806"/>
                        <a:pt x="395416" y="153366"/>
                      </a:cubicBezTo>
                      <a:cubicBezTo>
                        <a:pt x="395416" y="145207"/>
                        <a:pt x="395416" y="142488"/>
                        <a:pt x="395416" y="137048"/>
                      </a:cubicBezTo>
                      <a:cubicBezTo>
                        <a:pt x="389977" y="137048"/>
                        <a:pt x="384537" y="137048"/>
                        <a:pt x="379098" y="137048"/>
                      </a:cubicBezTo>
                      <a:cubicBezTo>
                        <a:pt x="370939" y="137048"/>
                        <a:pt x="360061" y="134329"/>
                        <a:pt x="351902" y="131609"/>
                      </a:cubicBezTo>
                      <a:cubicBezTo>
                        <a:pt x="343742" y="128889"/>
                        <a:pt x="338304" y="120730"/>
                        <a:pt x="338304" y="115291"/>
                      </a:cubicBezTo>
                      <a:cubicBezTo>
                        <a:pt x="338304" y="112571"/>
                        <a:pt x="338304" y="109852"/>
                        <a:pt x="343742" y="107132"/>
                      </a:cubicBezTo>
                      <a:cubicBezTo>
                        <a:pt x="349182" y="104412"/>
                        <a:pt x="357341" y="101693"/>
                        <a:pt x="362780" y="98973"/>
                      </a:cubicBezTo>
                      <a:cubicBezTo>
                        <a:pt x="373659" y="96253"/>
                        <a:pt x="387257" y="96253"/>
                        <a:pt x="395416" y="96253"/>
                      </a:cubicBezTo>
                      <a:cubicBezTo>
                        <a:pt x="398136" y="93534"/>
                        <a:pt x="400855" y="90814"/>
                        <a:pt x="403575" y="90814"/>
                      </a:cubicBezTo>
                      <a:cubicBezTo>
                        <a:pt x="411734" y="90814"/>
                        <a:pt x="419893" y="88095"/>
                        <a:pt x="422612" y="88095"/>
                      </a:cubicBezTo>
                      <a:cubicBezTo>
                        <a:pt x="425332" y="88095"/>
                        <a:pt x="425332" y="88095"/>
                        <a:pt x="428052" y="88095"/>
                      </a:cubicBezTo>
                      <a:cubicBezTo>
                        <a:pt x="433492" y="88095"/>
                        <a:pt x="441650" y="88095"/>
                        <a:pt x="447090" y="90814"/>
                      </a:cubicBezTo>
                      <a:cubicBezTo>
                        <a:pt x="449809" y="90814"/>
                        <a:pt x="452529" y="93534"/>
                        <a:pt x="455249" y="96253"/>
                      </a:cubicBezTo>
                      <a:cubicBezTo>
                        <a:pt x="482445" y="96253"/>
                        <a:pt x="509642" y="93534"/>
                        <a:pt x="525960" y="93534"/>
                      </a:cubicBezTo>
                      <a:cubicBezTo>
                        <a:pt x="539558" y="93534"/>
                        <a:pt x="561315" y="93534"/>
                        <a:pt x="561315" y="109852"/>
                      </a:cubicBezTo>
                      <a:cubicBezTo>
                        <a:pt x="561315" y="118011"/>
                        <a:pt x="561315" y="120730"/>
                        <a:pt x="555876" y="126170"/>
                      </a:cubicBezTo>
                      <a:cubicBezTo>
                        <a:pt x="550437" y="131609"/>
                        <a:pt x="544997" y="134329"/>
                        <a:pt x="539558" y="134329"/>
                      </a:cubicBezTo>
                      <a:cubicBezTo>
                        <a:pt x="531399" y="137048"/>
                        <a:pt x="523240" y="137048"/>
                        <a:pt x="517800" y="137048"/>
                      </a:cubicBezTo>
                      <a:cubicBezTo>
                        <a:pt x="515081" y="137048"/>
                        <a:pt x="498763" y="137048"/>
                        <a:pt x="477006" y="137048"/>
                      </a:cubicBezTo>
                      <a:cubicBezTo>
                        <a:pt x="479725" y="145207"/>
                        <a:pt x="485165" y="153366"/>
                        <a:pt x="485165" y="161525"/>
                      </a:cubicBezTo>
                      <a:cubicBezTo>
                        <a:pt x="487885" y="177843"/>
                        <a:pt x="493324" y="194161"/>
                        <a:pt x="496043" y="210479"/>
                      </a:cubicBezTo>
                      <a:cubicBezTo>
                        <a:pt x="498763" y="224077"/>
                        <a:pt x="498763" y="237676"/>
                        <a:pt x="501483" y="251274"/>
                      </a:cubicBezTo>
                      <a:cubicBezTo>
                        <a:pt x="504202" y="264872"/>
                        <a:pt x="506922" y="275751"/>
                        <a:pt x="506922" y="292069"/>
                      </a:cubicBezTo>
                      <a:cubicBezTo>
                        <a:pt x="506922" y="302947"/>
                        <a:pt x="506922" y="311106"/>
                        <a:pt x="506922" y="321985"/>
                      </a:cubicBezTo>
                      <a:cubicBezTo>
                        <a:pt x="506922" y="327424"/>
                        <a:pt x="509642" y="335583"/>
                        <a:pt x="509642" y="341022"/>
                      </a:cubicBezTo>
                      <a:cubicBezTo>
                        <a:pt x="509642" y="343742"/>
                        <a:pt x="509642" y="343742"/>
                        <a:pt x="509642" y="343742"/>
                      </a:cubicBezTo>
                      <a:cubicBezTo>
                        <a:pt x="509642" y="349181"/>
                        <a:pt x="515081" y="349181"/>
                        <a:pt x="517800" y="349181"/>
                      </a:cubicBezTo>
                      <a:cubicBezTo>
                        <a:pt x="520520" y="349181"/>
                        <a:pt x="523240" y="349181"/>
                        <a:pt x="528680" y="349181"/>
                      </a:cubicBezTo>
                      <a:cubicBezTo>
                        <a:pt x="536838" y="349181"/>
                        <a:pt x="547717" y="349181"/>
                        <a:pt x="550437" y="357340"/>
                      </a:cubicBezTo>
                      <a:cubicBezTo>
                        <a:pt x="550437" y="360060"/>
                        <a:pt x="550437" y="360060"/>
                        <a:pt x="550437" y="362780"/>
                      </a:cubicBezTo>
                      <a:cubicBezTo>
                        <a:pt x="550437" y="370939"/>
                        <a:pt x="539558" y="381817"/>
                        <a:pt x="534119" y="384537"/>
                      </a:cubicBezTo>
                      <a:cubicBezTo>
                        <a:pt x="531399" y="387257"/>
                        <a:pt x="523240" y="387257"/>
                        <a:pt x="520520" y="389976"/>
                      </a:cubicBezTo>
                      <a:cubicBezTo>
                        <a:pt x="515081" y="389976"/>
                        <a:pt x="512362" y="392696"/>
                        <a:pt x="512362" y="395415"/>
                      </a:cubicBezTo>
                      <a:cubicBezTo>
                        <a:pt x="512362" y="395415"/>
                        <a:pt x="512362" y="398135"/>
                        <a:pt x="512362" y="398135"/>
                      </a:cubicBezTo>
                      <a:cubicBezTo>
                        <a:pt x="512362" y="400855"/>
                        <a:pt x="512362" y="406294"/>
                        <a:pt x="512362" y="409014"/>
                      </a:cubicBezTo>
                      <a:cubicBezTo>
                        <a:pt x="512362" y="411733"/>
                        <a:pt x="512362" y="411733"/>
                        <a:pt x="512362" y="414453"/>
                      </a:cubicBezTo>
                      <a:cubicBezTo>
                        <a:pt x="512362" y="422612"/>
                        <a:pt x="512362" y="430771"/>
                        <a:pt x="512362" y="438930"/>
                      </a:cubicBezTo>
                      <a:cubicBezTo>
                        <a:pt x="512362" y="460687"/>
                        <a:pt x="512362" y="482445"/>
                        <a:pt x="515081" y="504202"/>
                      </a:cubicBezTo>
                      <a:cubicBezTo>
                        <a:pt x="517800" y="525959"/>
                        <a:pt x="520520" y="550436"/>
                        <a:pt x="520520" y="572193"/>
                      </a:cubicBezTo>
                      <a:cubicBezTo>
                        <a:pt x="520520" y="583072"/>
                        <a:pt x="520520" y="593950"/>
                        <a:pt x="517800" y="604829"/>
                      </a:cubicBezTo>
                      <a:cubicBezTo>
                        <a:pt x="515081" y="623867"/>
                        <a:pt x="515081" y="642904"/>
                        <a:pt x="512362" y="661942"/>
                      </a:cubicBezTo>
                      <a:cubicBezTo>
                        <a:pt x="512362" y="664661"/>
                        <a:pt x="509642" y="667381"/>
                        <a:pt x="509642" y="670101"/>
                      </a:cubicBezTo>
                      <a:cubicBezTo>
                        <a:pt x="509642" y="672820"/>
                        <a:pt x="512362" y="678260"/>
                        <a:pt x="512362" y="680979"/>
                      </a:cubicBezTo>
                      <a:cubicBezTo>
                        <a:pt x="512362" y="683699"/>
                        <a:pt x="512362" y="686419"/>
                        <a:pt x="512362" y="686419"/>
                      </a:cubicBezTo>
                      <a:cubicBezTo>
                        <a:pt x="517800" y="680979"/>
                        <a:pt x="528680" y="680979"/>
                        <a:pt x="536838" y="680979"/>
                      </a:cubicBezTo>
                      <a:lnTo>
                        <a:pt x="536838" y="680979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58" name="Freeform: Shape 52">
                  <a:extLst>
                    <a:ext uri="{FF2B5EF4-FFF2-40B4-BE49-F238E27FC236}">
                      <a16:creationId xmlns:a16="http://schemas.microsoft.com/office/drawing/2014/main" id="{61A5D5CF-B0B6-F9FA-05D3-5380DF48D50F}"/>
                    </a:ext>
                  </a:extLst>
                </p:cNvPr>
                <p:cNvSpPr/>
                <p:nvPr/>
              </p:nvSpPr>
              <p:spPr>
                <a:xfrm>
                  <a:off x="9592416" y="4192158"/>
                  <a:ext cx="516735" cy="761503"/>
                </a:xfrm>
                <a:custGeom>
                  <a:avLst/>
                  <a:gdLst>
                    <a:gd name="connsiteX0" fmla="*/ 463407 w 516735"/>
                    <a:gd name="connsiteY0" fmla="*/ 194161 h 761503"/>
                    <a:gd name="connsiteX1" fmla="*/ 447089 w 516735"/>
                    <a:gd name="connsiteY1" fmla="*/ 226797 h 761503"/>
                    <a:gd name="connsiteX2" fmla="*/ 430771 w 516735"/>
                    <a:gd name="connsiteY2" fmla="*/ 221357 h 761503"/>
                    <a:gd name="connsiteX3" fmla="*/ 422612 w 516735"/>
                    <a:gd name="connsiteY3" fmla="*/ 207759 h 761503"/>
                    <a:gd name="connsiteX4" fmla="*/ 419893 w 516735"/>
                    <a:gd name="connsiteY4" fmla="*/ 188722 h 761503"/>
                    <a:gd name="connsiteX5" fmla="*/ 419893 w 516735"/>
                    <a:gd name="connsiteY5" fmla="*/ 139768 h 761503"/>
                    <a:gd name="connsiteX6" fmla="*/ 419893 w 516735"/>
                    <a:gd name="connsiteY6" fmla="*/ 120730 h 761503"/>
                    <a:gd name="connsiteX7" fmla="*/ 395416 w 516735"/>
                    <a:gd name="connsiteY7" fmla="*/ 120730 h 761503"/>
                    <a:gd name="connsiteX8" fmla="*/ 370939 w 516735"/>
                    <a:gd name="connsiteY8" fmla="*/ 120730 h 761503"/>
                    <a:gd name="connsiteX9" fmla="*/ 346461 w 516735"/>
                    <a:gd name="connsiteY9" fmla="*/ 123450 h 761503"/>
                    <a:gd name="connsiteX10" fmla="*/ 335583 w 516735"/>
                    <a:gd name="connsiteY10" fmla="*/ 123450 h 761503"/>
                    <a:gd name="connsiteX11" fmla="*/ 335583 w 516735"/>
                    <a:gd name="connsiteY11" fmla="*/ 123450 h 761503"/>
                    <a:gd name="connsiteX12" fmla="*/ 324704 w 516735"/>
                    <a:gd name="connsiteY12" fmla="*/ 128889 h 761503"/>
                    <a:gd name="connsiteX13" fmla="*/ 327424 w 516735"/>
                    <a:gd name="connsiteY13" fmla="*/ 139768 h 761503"/>
                    <a:gd name="connsiteX14" fmla="*/ 330144 w 516735"/>
                    <a:gd name="connsiteY14" fmla="*/ 175123 h 761503"/>
                    <a:gd name="connsiteX15" fmla="*/ 330144 w 516735"/>
                    <a:gd name="connsiteY15" fmla="*/ 199600 h 761503"/>
                    <a:gd name="connsiteX16" fmla="*/ 327424 w 516735"/>
                    <a:gd name="connsiteY16" fmla="*/ 224077 h 761503"/>
                    <a:gd name="connsiteX17" fmla="*/ 330144 w 516735"/>
                    <a:gd name="connsiteY17" fmla="*/ 251274 h 761503"/>
                    <a:gd name="connsiteX18" fmla="*/ 327424 w 516735"/>
                    <a:gd name="connsiteY18" fmla="*/ 278470 h 761503"/>
                    <a:gd name="connsiteX19" fmla="*/ 327424 w 516735"/>
                    <a:gd name="connsiteY19" fmla="*/ 332864 h 761503"/>
                    <a:gd name="connsiteX20" fmla="*/ 330144 w 516735"/>
                    <a:gd name="connsiteY20" fmla="*/ 357340 h 761503"/>
                    <a:gd name="connsiteX21" fmla="*/ 330144 w 516735"/>
                    <a:gd name="connsiteY21" fmla="*/ 368219 h 761503"/>
                    <a:gd name="connsiteX22" fmla="*/ 332863 w 516735"/>
                    <a:gd name="connsiteY22" fmla="*/ 387257 h 761503"/>
                    <a:gd name="connsiteX23" fmla="*/ 332863 w 516735"/>
                    <a:gd name="connsiteY23" fmla="*/ 433491 h 761503"/>
                    <a:gd name="connsiteX24" fmla="*/ 332863 w 516735"/>
                    <a:gd name="connsiteY24" fmla="*/ 487884 h 761503"/>
                    <a:gd name="connsiteX25" fmla="*/ 330144 w 516735"/>
                    <a:gd name="connsiteY25" fmla="*/ 512361 h 761503"/>
                    <a:gd name="connsiteX26" fmla="*/ 330144 w 516735"/>
                    <a:gd name="connsiteY26" fmla="*/ 539557 h 761503"/>
                    <a:gd name="connsiteX27" fmla="*/ 332863 w 516735"/>
                    <a:gd name="connsiteY27" fmla="*/ 593950 h 761503"/>
                    <a:gd name="connsiteX28" fmla="*/ 332863 w 516735"/>
                    <a:gd name="connsiteY28" fmla="*/ 648343 h 761503"/>
                    <a:gd name="connsiteX29" fmla="*/ 332863 w 516735"/>
                    <a:gd name="connsiteY29" fmla="*/ 656502 h 761503"/>
                    <a:gd name="connsiteX30" fmla="*/ 357341 w 516735"/>
                    <a:gd name="connsiteY30" fmla="*/ 656502 h 761503"/>
                    <a:gd name="connsiteX31" fmla="*/ 395416 w 516735"/>
                    <a:gd name="connsiteY31" fmla="*/ 675540 h 761503"/>
                    <a:gd name="connsiteX32" fmla="*/ 389976 w 516735"/>
                    <a:gd name="connsiteY32" fmla="*/ 691858 h 761503"/>
                    <a:gd name="connsiteX33" fmla="*/ 373658 w 516735"/>
                    <a:gd name="connsiteY33" fmla="*/ 700017 h 761503"/>
                    <a:gd name="connsiteX34" fmla="*/ 351901 w 516735"/>
                    <a:gd name="connsiteY34" fmla="*/ 702737 h 761503"/>
                    <a:gd name="connsiteX35" fmla="*/ 319265 w 516735"/>
                    <a:gd name="connsiteY35" fmla="*/ 702737 h 761503"/>
                    <a:gd name="connsiteX36" fmla="*/ 311106 w 516735"/>
                    <a:gd name="connsiteY36" fmla="*/ 708176 h 761503"/>
                    <a:gd name="connsiteX37" fmla="*/ 289349 w 516735"/>
                    <a:gd name="connsiteY37" fmla="*/ 713615 h 761503"/>
                    <a:gd name="connsiteX38" fmla="*/ 270311 w 516735"/>
                    <a:gd name="connsiteY38" fmla="*/ 713615 h 761503"/>
                    <a:gd name="connsiteX39" fmla="*/ 243115 w 516735"/>
                    <a:gd name="connsiteY39" fmla="*/ 705456 h 761503"/>
                    <a:gd name="connsiteX40" fmla="*/ 237675 w 516735"/>
                    <a:gd name="connsiteY40" fmla="*/ 702737 h 761503"/>
                    <a:gd name="connsiteX41" fmla="*/ 199600 w 516735"/>
                    <a:gd name="connsiteY41" fmla="*/ 702737 h 761503"/>
                    <a:gd name="connsiteX42" fmla="*/ 175123 w 516735"/>
                    <a:gd name="connsiteY42" fmla="*/ 702737 h 761503"/>
                    <a:gd name="connsiteX43" fmla="*/ 147927 w 516735"/>
                    <a:gd name="connsiteY43" fmla="*/ 697297 h 761503"/>
                    <a:gd name="connsiteX44" fmla="*/ 131609 w 516735"/>
                    <a:gd name="connsiteY44" fmla="*/ 678260 h 761503"/>
                    <a:gd name="connsiteX45" fmla="*/ 137048 w 516735"/>
                    <a:gd name="connsiteY45" fmla="*/ 670101 h 761503"/>
                    <a:gd name="connsiteX46" fmla="*/ 158805 w 516735"/>
                    <a:gd name="connsiteY46" fmla="*/ 661942 h 761503"/>
                    <a:gd name="connsiteX47" fmla="*/ 199600 w 516735"/>
                    <a:gd name="connsiteY47" fmla="*/ 659222 h 761503"/>
                    <a:gd name="connsiteX48" fmla="*/ 199600 w 516735"/>
                    <a:gd name="connsiteY48" fmla="*/ 659222 h 761503"/>
                    <a:gd name="connsiteX49" fmla="*/ 196880 w 516735"/>
                    <a:gd name="connsiteY49" fmla="*/ 629306 h 761503"/>
                    <a:gd name="connsiteX50" fmla="*/ 199600 w 516735"/>
                    <a:gd name="connsiteY50" fmla="*/ 574913 h 761503"/>
                    <a:gd name="connsiteX51" fmla="*/ 202320 w 516735"/>
                    <a:gd name="connsiteY51" fmla="*/ 523239 h 761503"/>
                    <a:gd name="connsiteX52" fmla="*/ 205040 w 516735"/>
                    <a:gd name="connsiteY52" fmla="*/ 460687 h 761503"/>
                    <a:gd name="connsiteX53" fmla="*/ 205040 w 516735"/>
                    <a:gd name="connsiteY53" fmla="*/ 417173 h 761503"/>
                    <a:gd name="connsiteX54" fmla="*/ 207759 w 516735"/>
                    <a:gd name="connsiteY54" fmla="*/ 392696 h 761503"/>
                    <a:gd name="connsiteX55" fmla="*/ 210478 w 516735"/>
                    <a:gd name="connsiteY55" fmla="*/ 368219 h 761503"/>
                    <a:gd name="connsiteX56" fmla="*/ 210478 w 516735"/>
                    <a:gd name="connsiteY56" fmla="*/ 313826 h 761503"/>
                    <a:gd name="connsiteX57" fmla="*/ 210478 w 516735"/>
                    <a:gd name="connsiteY57" fmla="*/ 259433 h 761503"/>
                    <a:gd name="connsiteX58" fmla="*/ 210478 w 516735"/>
                    <a:gd name="connsiteY58" fmla="*/ 213199 h 761503"/>
                    <a:gd name="connsiteX59" fmla="*/ 210478 w 516735"/>
                    <a:gd name="connsiteY59" fmla="*/ 145207 h 761503"/>
                    <a:gd name="connsiteX60" fmla="*/ 213198 w 516735"/>
                    <a:gd name="connsiteY60" fmla="*/ 131609 h 761503"/>
                    <a:gd name="connsiteX61" fmla="*/ 205040 w 516735"/>
                    <a:gd name="connsiteY61" fmla="*/ 123450 h 761503"/>
                    <a:gd name="connsiteX62" fmla="*/ 161525 w 516735"/>
                    <a:gd name="connsiteY62" fmla="*/ 123450 h 761503"/>
                    <a:gd name="connsiteX63" fmla="*/ 112571 w 516735"/>
                    <a:gd name="connsiteY63" fmla="*/ 120730 h 761503"/>
                    <a:gd name="connsiteX64" fmla="*/ 104412 w 516735"/>
                    <a:gd name="connsiteY64" fmla="*/ 118011 h 761503"/>
                    <a:gd name="connsiteX65" fmla="*/ 107132 w 516735"/>
                    <a:gd name="connsiteY65" fmla="*/ 191441 h 761503"/>
                    <a:gd name="connsiteX66" fmla="*/ 90814 w 516735"/>
                    <a:gd name="connsiteY66" fmla="*/ 224077 h 761503"/>
                    <a:gd name="connsiteX67" fmla="*/ 74496 w 516735"/>
                    <a:gd name="connsiteY67" fmla="*/ 218638 h 761503"/>
                    <a:gd name="connsiteX68" fmla="*/ 66337 w 516735"/>
                    <a:gd name="connsiteY68" fmla="*/ 205040 h 761503"/>
                    <a:gd name="connsiteX69" fmla="*/ 63617 w 516735"/>
                    <a:gd name="connsiteY69" fmla="*/ 186002 h 761503"/>
                    <a:gd name="connsiteX70" fmla="*/ 63617 w 516735"/>
                    <a:gd name="connsiteY70" fmla="*/ 145207 h 761503"/>
                    <a:gd name="connsiteX71" fmla="*/ 63617 w 516735"/>
                    <a:gd name="connsiteY71" fmla="*/ 109852 h 761503"/>
                    <a:gd name="connsiteX72" fmla="*/ 58178 w 516735"/>
                    <a:gd name="connsiteY72" fmla="*/ 96253 h 761503"/>
                    <a:gd name="connsiteX73" fmla="*/ 66337 w 516735"/>
                    <a:gd name="connsiteY73" fmla="*/ 85375 h 761503"/>
                    <a:gd name="connsiteX74" fmla="*/ 93533 w 516735"/>
                    <a:gd name="connsiteY74" fmla="*/ 77216 h 761503"/>
                    <a:gd name="connsiteX75" fmla="*/ 115290 w 516735"/>
                    <a:gd name="connsiteY75" fmla="*/ 77216 h 761503"/>
                    <a:gd name="connsiteX76" fmla="*/ 169684 w 516735"/>
                    <a:gd name="connsiteY76" fmla="*/ 74496 h 761503"/>
                    <a:gd name="connsiteX77" fmla="*/ 194161 w 516735"/>
                    <a:gd name="connsiteY77" fmla="*/ 71776 h 761503"/>
                    <a:gd name="connsiteX78" fmla="*/ 196880 w 516735"/>
                    <a:gd name="connsiteY78" fmla="*/ 71776 h 761503"/>
                    <a:gd name="connsiteX79" fmla="*/ 210478 w 516735"/>
                    <a:gd name="connsiteY79" fmla="*/ 71776 h 761503"/>
                    <a:gd name="connsiteX80" fmla="*/ 218638 w 516735"/>
                    <a:gd name="connsiteY80" fmla="*/ 71776 h 761503"/>
                    <a:gd name="connsiteX81" fmla="*/ 237675 w 516735"/>
                    <a:gd name="connsiteY81" fmla="*/ 60898 h 761503"/>
                    <a:gd name="connsiteX82" fmla="*/ 253993 w 516735"/>
                    <a:gd name="connsiteY82" fmla="*/ 58178 h 761503"/>
                    <a:gd name="connsiteX83" fmla="*/ 283910 w 516735"/>
                    <a:gd name="connsiteY83" fmla="*/ 60898 h 761503"/>
                    <a:gd name="connsiteX84" fmla="*/ 294788 w 516735"/>
                    <a:gd name="connsiteY84" fmla="*/ 66337 h 761503"/>
                    <a:gd name="connsiteX85" fmla="*/ 305667 w 516735"/>
                    <a:gd name="connsiteY85" fmla="*/ 74496 h 761503"/>
                    <a:gd name="connsiteX86" fmla="*/ 313826 w 516735"/>
                    <a:gd name="connsiteY86" fmla="*/ 74496 h 761503"/>
                    <a:gd name="connsiteX87" fmla="*/ 327424 w 516735"/>
                    <a:gd name="connsiteY87" fmla="*/ 74496 h 761503"/>
                    <a:gd name="connsiteX88" fmla="*/ 354621 w 516735"/>
                    <a:gd name="connsiteY88" fmla="*/ 74496 h 761503"/>
                    <a:gd name="connsiteX89" fmla="*/ 422612 w 516735"/>
                    <a:gd name="connsiteY89" fmla="*/ 74496 h 761503"/>
                    <a:gd name="connsiteX90" fmla="*/ 455248 w 516735"/>
                    <a:gd name="connsiteY90" fmla="*/ 79936 h 761503"/>
                    <a:gd name="connsiteX91" fmla="*/ 466127 w 516735"/>
                    <a:gd name="connsiteY91" fmla="*/ 98973 h 761503"/>
                    <a:gd name="connsiteX92" fmla="*/ 463407 w 516735"/>
                    <a:gd name="connsiteY92" fmla="*/ 109852 h 761503"/>
                    <a:gd name="connsiteX93" fmla="*/ 463407 w 516735"/>
                    <a:gd name="connsiteY93" fmla="*/ 120730 h 761503"/>
                    <a:gd name="connsiteX94" fmla="*/ 463407 w 516735"/>
                    <a:gd name="connsiteY94" fmla="*/ 194161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</a:cxnLst>
                  <a:rect l="l" t="t" r="r" b="b"/>
                  <a:pathLst>
                    <a:path w="516735" h="761503">
                      <a:moveTo>
                        <a:pt x="463407" y="194161"/>
                      </a:moveTo>
                      <a:cubicBezTo>
                        <a:pt x="463407" y="205040"/>
                        <a:pt x="463407" y="226797"/>
                        <a:pt x="447089" y="226797"/>
                      </a:cubicBezTo>
                      <a:cubicBezTo>
                        <a:pt x="438930" y="226797"/>
                        <a:pt x="436211" y="226797"/>
                        <a:pt x="430771" y="221357"/>
                      </a:cubicBezTo>
                      <a:cubicBezTo>
                        <a:pt x="425332" y="218638"/>
                        <a:pt x="422612" y="210479"/>
                        <a:pt x="422612" y="207759"/>
                      </a:cubicBezTo>
                      <a:cubicBezTo>
                        <a:pt x="419893" y="199600"/>
                        <a:pt x="419893" y="194161"/>
                        <a:pt x="419893" y="188722"/>
                      </a:cubicBezTo>
                      <a:cubicBezTo>
                        <a:pt x="419893" y="183282"/>
                        <a:pt x="419893" y="147927"/>
                        <a:pt x="419893" y="139768"/>
                      </a:cubicBezTo>
                      <a:cubicBezTo>
                        <a:pt x="419893" y="134329"/>
                        <a:pt x="419893" y="128889"/>
                        <a:pt x="419893" y="120730"/>
                      </a:cubicBezTo>
                      <a:cubicBezTo>
                        <a:pt x="411734" y="120730"/>
                        <a:pt x="403574" y="120730"/>
                        <a:pt x="395416" y="120730"/>
                      </a:cubicBezTo>
                      <a:cubicBezTo>
                        <a:pt x="387256" y="120730"/>
                        <a:pt x="379098" y="120730"/>
                        <a:pt x="370939" y="120730"/>
                      </a:cubicBezTo>
                      <a:cubicBezTo>
                        <a:pt x="362780" y="120730"/>
                        <a:pt x="354621" y="123450"/>
                        <a:pt x="346461" y="123450"/>
                      </a:cubicBezTo>
                      <a:cubicBezTo>
                        <a:pt x="343742" y="123450"/>
                        <a:pt x="341023" y="123450"/>
                        <a:pt x="335583" y="123450"/>
                      </a:cubicBezTo>
                      <a:cubicBezTo>
                        <a:pt x="335583" y="123450"/>
                        <a:pt x="335583" y="123450"/>
                        <a:pt x="335583" y="123450"/>
                      </a:cubicBezTo>
                      <a:cubicBezTo>
                        <a:pt x="327424" y="123450"/>
                        <a:pt x="324704" y="126170"/>
                        <a:pt x="324704" y="128889"/>
                      </a:cubicBezTo>
                      <a:cubicBezTo>
                        <a:pt x="324704" y="131609"/>
                        <a:pt x="324704" y="137048"/>
                        <a:pt x="327424" y="139768"/>
                      </a:cubicBezTo>
                      <a:cubicBezTo>
                        <a:pt x="330144" y="147927"/>
                        <a:pt x="330144" y="166964"/>
                        <a:pt x="330144" y="175123"/>
                      </a:cubicBezTo>
                      <a:cubicBezTo>
                        <a:pt x="330144" y="183282"/>
                        <a:pt x="330144" y="191441"/>
                        <a:pt x="330144" y="199600"/>
                      </a:cubicBezTo>
                      <a:cubicBezTo>
                        <a:pt x="330144" y="207759"/>
                        <a:pt x="327424" y="215918"/>
                        <a:pt x="327424" y="224077"/>
                      </a:cubicBezTo>
                      <a:cubicBezTo>
                        <a:pt x="327424" y="232236"/>
                        <a:pt x="330144" y="243115"/>
                        <a:pt x="330144" y="251274"/>
                      </a:cubicBezTo>
                      <a:cubicBezTo>
                        <a:pt x="330144" y="259433"/>
                        <a:pt x="330144" y="267592"/>
                        <a:pt x="327424" y="278470"/>
                      </a:cubicBezTo>
                      <a:cubicBezTo>
                        <a:pt x="327424" y="294788"/>
                        <a:pt x="327424" y="313826"/>
                        <a:pt x="327424" y="332864"/>
                      </a:cubicBezTo>
                      <a:cubicBezTo>
                        <a:pt x="327424" y="341022"/>
                        <a:pt x="327424" y="349181"/>
                        <a:pt x="330144" y="357340"/>
                      </a:cubicBezTo>
                      <a:cubicBezTo>
                        <a:pt x="330144" y="360060"/>
                        <a:pt x="330144" y="365499"/>
                        <a:pt x="330144" y="368219"/>
                      </a:cubicBezTo>
                      <a:cubicBezTo>
                        <a:pt x="330144" y="373658"/>
                        <a:pt x="332863" y="384537"/>
                        <a:pt x="332863" y="387257"/>
                      </a:cubicBezTo>
                      <a:cubicBezTo>
                        <a:pt x="332863" y="406294"/>
                        <a:pt x="332863" y="414453"/>
                        <a:pt x="332863" y="433491"/>
                      </a:cubicBezTo>
                      <a:cubicBezTo>
                        <a:pt x="332863" y="452528"/>
                        <a:pt x="335583" y="468846"/>
                        <a:pt x="332863" y="487884"/>
                      </a:cubicBezTo>
                      <a:cubicBezTo>
                        <a:pt x="332863" y="496043"/>
                        <a:pt x="330144" y="504202"/>
                        <a:pt x="330144" y="512361"/>
                      </a:cubicBezTo>
                      <a:cubicBezTo>
                        <a:pt x="330144" y="520520"/>
                        <a:pt x="330144" y="531398"/>
                        <a:pt x="330144" y="539557"/>
                      </a:cubicBezTo>
                      <a:cubicBezTo>
                        <a:pt x="330144" y="558595"/>
                        <a:pt x="330144" y="574913"/>
                        <a:pt x="332863" y="593950"/>
                      </a:cubicBezTo>
                      <a:cubicBezTo>
                        <a:pt x="332863" y="610268"/>
                        <a:pt x="332863" y="632026"/>
                        <a:pt x="332863" y="648343"/>
                      </a:cubicBezTo>
                      <a:cubicBezTo>
                        <a:pt x="332863" y="651063"/>
                        <a:pt x="332863" y="653783"/>
                        <a:pt x="332863" y="656502"/>
                      </a:cubicBezTo>
                      <a:cubicBezTo>
                        <a:pt x="343742" y="656502"/>
                        <a:pt x="351901" y="656502"/>
                        <a:pt x="357341" y="656502"/>
                      </a:cubicBezTo>
                      <a:cubicBezTo>
                        <a:pt x="370939" y="656502"/>
                        <a:pt x="395416" y="659222"/>
                        <a:pt x="395416" y="675540"/>
                      </a:cubicBezTo>
                      <a:cubicBezTo>
                        <a:pt x="395416" y="683699"/>
                        <a:pt x="392696" y="686419"/>
                        <a:pt x="389976" y="691858"/>
                      </a:cubicBezTo>
                      <a:cubicBezTo>
                        <a:pt x="384537" y="697297"/>
                        <a:pt x="379098" y="700017"/>
                        <a:pt x="373658" y="700017"/>
                      </a:cubicBezTo>
                      <a:cubicBezTo>
                        <a:pt x="365499" y="702737"/>
                        <a:pt x="357341" y="702737"/>
                        <a:pt x="351901" y="702737"/>
                      </a:cubicBezTo>
                      <a:cubicBezTo>
                        <a:pt x="349181" y="702737"/>
                        <a:pt x="335583" y="702737"/>
                        <a:pt x="319265" y="702737"/>
                      </a:cubicBezTo>
                      <a:cubicBezTo>
                        <a:pt x="316546" y="705456"/>
                        <a:pt x="313826" y="705456"/>
                        <a:pt x="311106" y="708176"/>
                      </a:cubicBezTo>
                      <a:cubicBezTo>
                        <a:pt x="302948" y="713615"/>
                        <a:pt x="297508" y="713615"/>
                        <a:pt x="289349" y="713615"/>
                      </a:cubicBezTo>
                      <a:cubicBezTo>
                        <a:pt x="283910" y="713615"/>
                        <a:pt x="278470" y="713615"/>
                        <a:pt x="270311" y="713615"/>
                      </a:cubicBezTo>
                      <a:cubicBezTo>
                        <a:pt x="259433" y="713615"/>
                        <a:pt x="251273" y="710895"/>
                        <a:pt x="243115" y="705456"/>
                      </a:cubicBezTo>
                      <a:cubicBezTo>
                        <a:pt x="240395" y="705456"/>
                        <a:pt x="237675" y="702737"/>
                        <a:pt x="237675" y="702737"/>
                      </a:cubicBezTo>
                      <a:cubicBezTo>
                        <a:pt x="224077" y="702737"/>
                        <a:pt x="213198" y="702737"/>
                        <a:pt x="199600" y="702737"/>
                      </a:cubicBezTo>
                      <a:cubicBezTo>
                        <a:pt x="191441" y="702737"/>
                        <a:pt x="183282" y="702737"/>
                        <a:pt x="175123" y="702737"/>
                      </a:cubicBezTo>
                      <a:cubicBezTo>
                        <a:pt x="166965" y="702737"/>
                        <a:pt x="156085" y="702737"/>
                        <a:pt x="147927" y="697297"/>
                      </a:cubicBezTo>
                      <a:cubicBezTo>
                        <a:pt x="139768" y="694578"/>
                        <a:pt x="131609" y="680979"/>
                        <a:pt x="131609" y="678260"/>
                      </a:cubicBezTo>
                      <a:cubicBezTo>
                        <a:pt x="131609" y="675540"/>
                        <a:pt x="131609" y="672820"/>
                        <a:pt x="137048" y="670101"/>
                      </a:cubicBezTo>
                      <a:cubicBezTo>
                        <a:pt x="142487" y="667381"/>
                        <a:pt x="153366" y="664661"/>
                        <a:pt x="158805" y="661942"/>
                      </a:cubicBezTo>
                      <a:cubicBezTo>
                        <a:pt x="175123" y="659222"/>
                        <a:pt x="191441" y="659222"/>
                        <a:pt x="199600" y="659222"/>
                      </a:cubicBezTo>
                      <a:lnTo>
                        <a:pt x="199600" y="659222"/>
                      </a:lnTo>
                      <a:cubicBezTo>
                        <a:pt x="199600" y="648343"/>
                        <a:pt x="196880" y="640184"/>
                        <a:pt x="196880" y="629306"/>
                      </a:cubicBezTo>
                      <a:cubicBezTo>
                        <a:pt x="196880" y="612988"/>
                        <a:pt x="196880" y="591231"/>
                        <a:pt x="199600" y="574913"/>
                      </a:cubicBezTo>
                      <a:cubicBezTo>
                        <a:pt x="199600" y="558595"/>
                        <a:pt x="199600" y="539557"/>
                        <a:pt x="202320" y="523239"/>
                      </a:cubicBezTo>
                      <a:cubicBezTo>
                        <a:pt x="202320" y="501482"/>
                        <a:pt x="205040" y="482445"/>
                        <a:pt x="205040" y="460687"/>
                      </a:cubicBezTo>
                      <a:cubicBezTo>
                        <a:pt x="205040" y="447089"/>
                        <a:pt x="205040" y="430771"/>
                        <a:pt x="205040" y="417173"/>
                      </a:cubicBezTo>
                      <a:cubicBezTo>
                        <a:pt x="205040" y="409014"/>
                        <a:pt x="207759" y="400855"/>
                        <a:pt x="207759" y="392696"/>
                      </a:cubicBezTo>
                      <a:cubicBezTo>
                        <a:pt x="207759" y="384537"/>
                        <a:pt x="210478" y="376378"/>
                        <a:pt x="210478" y="368219"/>
                      </a:cubicBezTo>
                      <a:cubicBezTo>
                        <a:pt x="210478" y="351901"/>
                        <a:pt x="210478" y="332864"/>
                        <a:pt x="210478" y="313826"/>
                      </a:cubicBezTo>
                      <a:cubicBezTo>
                        <a:pt x="210478" y="294788"/>
                        <a:pt x="210478" y="275751"/>
                        <a:pt x="210478" y="259433"/>
                      </a:cubicBezTo>
                      <a:cubicBezTo>
                        <a:pt x="210478" y="243115"/>
                        <a:pt x="210478" y="226797"/>
                        <a:pt x="210478" y="213199"/>
                      </a:cubicBezTo>
                      <a:cubicBezTo>
                        <a:pt x="210478" y="194161"/>
                        <a:pt x="210478" y="164245"/>
                        <a:pt x="210478" y="145207"/>
                      </a:cubicBezTo>
                      <a:cubicBezTo>
                        <a:pt x="210478" y="139768"/>
                        <a:pt x="213198" y="134329"/>
                        <a:pt x="213198" y="131609"/>
                      </a:cubicBezTo>
                      <a:cubicBezTo>
                        <a:pt x="213198" y="126170"/>
                        <a:pt x="207759" y="123450"/>
                        <a:pt x="205040" y="123450"/>
                      </a:cubicBezTo>
                      <a:cubicBezTo>
                        <a:pt x="199600" y="123450"/>
                        <a:pt x="166965" y="123450"/>
                        <a:pt x="161525" y="123450"/>
                      </a:cubicBezTo>
                      <a:cubicBezTo>
                        <a:pt x="145207" y="123450"/>
                        <a:pt x="128889" y="123450"/>
                        <a:pt x="112571" y="120730"/>
                      </a:cubicBezTo>
                      <a:cubicBezTo>
                        <a:pt x="109852" y="120730"/>
                        <a:pt x="107132" y="120730"/>
                        <a:pt x="104412" y="118011"/>
                      </a:cubicBezTo>
                      <a:cubicBezTo>
                        <a:pt x="107132" y="137048"/>
                        <a:pt x="107132" y="172404"/>
                        <a:pt x="107132" y="191441"/>
                      </a:cubicBezTo>
                      <a:cubicBezTo>
                        <a:pt x="107132" y="202320"/>
                        <a:pt x="107132" y="224077"/>
                        <a:pt x="90814" y="224077"/>
                      </a:cubicBezTo>
                      <a:cubicBezTo>
                        <a:pt x="82655" y="224077"/>
                        <a:pt x="79935" y="221357"/>
                        <a:pt x="74496" y="218638"/>
                      </a:cubicBezTo>
                      <a:cubicBezTo>
                        <a:pt x="69057" y="215918"/>
                        <a:pt x="66337" y="210479"/>
                        <a:pt x="66337" y="205040"/>
                      </a:cubicBezTo>
                      <a:cubicBezTo>
                        <a:pt x="63617" y="196881"/>
                        <a:pt x="63617" y="191441"/>
                        <a:pt x="63617" y="186002"/>
                      </a:cubicBezTo>
                      <a:cubicBezTo>
                        <a:pt x="63617" y="180563"/>
                        <a:pt x="63617" y="153366"/>
                        <a:pt x="63617" y="145207"/>
                      </a:cubicBezTo>
                      <a:cubicBezTo>
                        <a:pt x="63617" y="134329"/>
                        <a:pt x="63617" y="120730"/>
                        <a:pt x="63617" y="109852"/>
                      </a:cubicBezTo>
                      <a:cubicBezTo>
                        <a:pt x="60897" y="104412"/>
                        <a:pt x="58178" y="101693"/>
                        <a:pt x="58178" y="96253"/>
                      </a:cubicBezTo>
                      <a:cubicBezTo>
                        <a:pt x="58178" y="93534"/>
                        <a:pt x="60897" y="88095"/>
                        <a:pt x="66337" y="85375"/>
                      </a:cubicBezTo>
                      <a:cubicBezTo>
                        <a:pt x="74496" y="79936"/>
                        <a:pt x="77215" y="77216"/>
                        <a:pt x="93533" y="77216"/>
                      </a:cubicBezTo>
                      <a:cubicBezTo>
                        <a:pt x="101692" y="77216"/>
                        <a:pt x="109852" y="77216"/>
                        <a:pt x="115290" y="77216"/>
                      </a:cubicBezTo>
                      <a:cubicBezTo>
                        <a:pt x="134328" y="77216"/>
                        <a:pt x="150646" y="77216"/>
                        <a:pt x="169684" y="74496"/>
                      </a:cubicBezTo>
                      <a:cubicBezTo>
                        <a:pt x="177843" y="74496"/>
                        <a:pt x="186002" y="71776"/>
                        <a:pt x="194161" y="71776"/>
                      </a:cubicBezTo>
                      <a:cubicBezTo>
                        <a:pt x="194161" y="71776"/>
                        <a:pt x="196880" y="71776"/>
                        <a:pt x="196880" y="71776"/>
                      </a:cubicBezTo>
                      <a:cubicBezTo>
                        <a:pt x="199600" y="71776"/>
                        <a:pt x="205040" y="71776"/>
                        <a:pt x="210478" y="71776"/>
                      </a:cubicBezTo>
                      <a:cubicBezTo>
                        <a:pt x="213198" y="71776"/>
                        <a:pt x="215918" y="71776"/>
                        <a:pt x="218638" y="71776"/>
                      </a:cubicBezTo>
                      <a:cubicBezTo>
                        <a:pt x="224077" y="69057"/>
                        <a:pt x="229516" y="63618"/>
                        <a:pt x="237675" y="60898"/>
                      </a:cubicBezTo>
                      <a:cubicBezTo>
                        <a:pt x="243115" y="58178"/>
                        <a:pt x="248554" y="58178"/>
                        <a:pt x="253993" y="58178"/>
                      </a:cubicBezTo>
                      <a:cubicBezTo>
                        <a:pt x="264872" y="58178"/>
                        <a:pt x="273031" y="58178"/>
                        <a:pt x="283910" y="60898"/>
                      </a:cubicBezTo>
                      <a:cubicBezTo>
                        <a:pt x="286629" y="60898"/>
                        <a:pt x="292068" y="63618"/>
                        <a:pt x="294788" y="66337"/>
                      </a:cubicBezTo>
                      <a:cubicBezTo>
                        <a:pt x="297508" y="69057"/>
                        <a:pt x="302948" y="71776"/>
                        <a:pt x="305667" y="74496"/>
                      </a:cubicBezTo>
                      <a:cubicBezTo>
                        <a:pt x="308386" y="74496"/>
                        <a:pt x="311106" y="74496"/>
                        <a:pt x="313826" y="74496"/>
                      </a:cubicBezTo>
                      <a:cubicBezTo>
                        <a:pt x="319265" y="74496"/>
                        <a:pt x="321985" y="74496"/>
                        <a:pt x="327424" y="74496"/>
                      </a:cubicBezTo>
                      <a:cubicBezTo>
                        <a:pt x="335583" y="74496"/>
                        <a:pt x="346461" y="74496"/>
                        <a:pt x="354621" y="74496"/>
                      </a:cubicBezTo>
                      <a:cubicBezTo>
                        <a:pt x="376378" y="74496"/>
                        <a:pt x="400855" y="74496"/>
                        <a:pt x="422612" y="74496"/>
                      </a:cubicBezTo>
                      <a:cubicBezTo>
                        <a:pt x="433491" y="74496"/>
                        <a:pt x="447089" y="74496"/>
                        <a:pt x="455248" y="79936"/>
                      </a:cubicBezTo>
                      <a:cubicBezTo>
                        <a:pt x="460687" y="82655"/>
                        <a:pt x="466127" y="90814"/>
                        <a:pt x="466127" y="98973"/>
                      </a:cubicBezTo>
                      <a:cubicBezTo>
                        <a:pt x="466127" y="101693"/>
                        <a:pt x="466127" y="107132"/>
                        <a:pt x="463407" y="109852"/>
                      </a:cubicBezTo>
                      <a:cubicBezTo>
                        <a:pt x="463407" y="112571"/>
                        <a:pt x="463407" y="112571"/>
                        <a:pt x="463407" y="120730"/>
                      </a:cubicBezTo>
                      <a:cubicBezTo>
                        <a:pt x="463407" y="142488"/>
                        <a:pt x="463407" y="172404"/>
                        <a:pt x="463407" y="194161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</p:grpSp>
          <p:pic>
            <p:nvPicPr>
              <p:cNvPr id="16" name="Graphic 64">
                <a:extLst>
                  <a:ext uri="{FF2B5EF4-FFF2-40B4-BE49-F238E27FC236}">
                    <a16:creationId xmlns:a16="http://schemas.microsoft.com/office/drawing/2014/main" id="{D2B28542-80B4-A5A4-FC1C-56E22FD1A706}"/>
                  </a:ext>
                </a:extLst>
              </p:cNvPr>
              <p:cNvPicPr>
                <a:picLocks/>
              </p:cNvPicPr>
              <p:nvPr/>
            </p:nvPicPr>
            <p:blipFill>
              <a:blip r:embed="rId2"/>
              <a:stretch>
                <a:fillRect/>
              </a:stretch>
            </p:blipFill>
            <p:spPr>
              <a:xfrm rot="16200000">
                <a:off x="10574141" y="4536021"/>
                <a:ext cx="44157" cy="1413011"/>
              </a:xfrm>
              <a:prstGeom prst="rect">
                <a:avLst/>
              </a:prstGeom>
            </p:spPr>
          </p:pic>
        </p:grpSp>
        <p:pic>
          <p:nvPicPr>
            <p:cNvPr id="14" name="Picture 62" descr="Diagram&#10;&#10;Description automatically generated with medium confidence">
              <a:extLst>
                <a:ext uri="{FF2B5EF4-FFF2-40B4-BE49-F238E27FC236}">
                  <a16:creationId xmlns:a16="http://schemas.microsoft.com/office/drawing/2014/main" id="{F7444CBB-F1BF-8E11-F272-A924D4B2EB4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79701" y="5317790"/>
              <a:ext cx="2341873" cy="1339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096000" y="457200"/>
            <a:ext cx="5715000" cy="2565401"/>
          </a:xfrm>
        </p:spPr>
        <p:txBody>
          <a:bodyPr/>
          <a:lstStyle>
            <a:lvl1pPr algn="l">
              <a:lnSpc>
                <a:spcPct val="82000"/>
              </a:lnSpc>
              <a:defRPr sz="6600"/>
            </a:lvl1pPr>
          </a:lstStyle>
          <a:p>
            <a:r>
              <a:rPr lang="en-US">
                <a:solidFill/>
              </a:rPr>
              <a:t>Click to edit Master title style</a:t>
            </a:r>
            <a:endParaRPr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6096000" y="3306349"/>
            <a:ext cx="5715000" cy="731520"/>
          </a:xfrm>
        </p:spPr>
        <p:txBody>
          <a:bodyPr/>
          <a:lstStyle>
            <a:lvl1pPr marL="0" indent="0" algn="l">
              <a:spcBef>
                <a:spcPts val="0"/>
              </a:spcBef>
              <a:buNone/>
              <a:defRPr sz="20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>
                <a:solidFill/>
              </a:rPr>
              <a:t>Click to edit Master subtitle style</a:t>
            </a:r>
            <a:endParaRPr/>
          </a:p>
        </p:txBody>
      </p:sp>
      <p:pic>
        <p:nvPicPr>
          <p:cNvPr id="59" name="Picture 58" descr="A white text on a black background&#10;&#10;AI-generated content may be incorrect.">
            <a:extLst>
              <a:ext uri="{FF2B5EF4-FFF2-40B4-BE49-F238E27FC236}">
                <a16:creationId xmlns:a16="http://schemas.microsoft.com/office/drawing/2014/main" id="{0B171B26-34E0-399B-A084-20D77E286311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03558" y="5579652"/>
            <a:ext cx="2191400" cy="64685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6006647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>
  <p:cSld name="1_I_Title Slide Circle Picture">
    <p:bg>
      <p:bgPr>
        <a:solidFill>
          <a:srgbClr val="4F217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10"/>
          <p:cNvSpPr>
            <a:spLocks noGrp="1"/>
          </p:cNvSpPr>
          <p:nvPr>
            <p:ph type="pic" sz="quarter" idx="10"/>
          </p:nvPr>
        </p:nvSpPr>
        <p:spPr>
          <a:xfrm>
            <a:off x="0" y="2"/>
            <a:ext cx="5266036" cy="6857999"/>
          </a:xfrm>
          <a:custGeom>
            <a:avLst/>
            <a:gdLst>
              <a:gd name="connsiteX0" fmla="*/ 0 w 5266036"/>
              <a:gd name="connsiteY0" fmla="*/ 0 h 6857999"/>
              <a:gd name="connsiteX1" fmla="*/ 3014696 w 5266036"/>
              <a:gd name="connsiteY1" fmla="*/ 0 h 6857999"/>
              <a:gd name="connsiteX2" fmla="*/ 3040982 w 5266036"/>
              <a:gd name="connsiteY2" fmla="*/ 11408 h 6857999"/>
              <a:gd name="connsiteX3" fmla="*/ 5250901 w 5266036"/>
              <a:gd name="connsiteY3" fmla="*/ 4085922 h 6857999"/>
              <a:gd name="connsiteX4" fmla="*/ 3435696 w 5266036"/>
              <a:gd name="connsiteY4" fmla="*/ 6839477 h 6857999"/>
              <a:gd name="connsiteX5" fmla="*/ 3398838 w 5266036"/>
              <a:gd name="connsiteY5" fmla="*/ 6857999 h 6857999"/>
              <a:gd name="connsiteX6" fmla="*/ 0 w 5266036"/>
              <a:gd name="connsiteY6" fmla="*/ 6857999 h 6857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266036" h="6857999">
                <a:moveTo>
                  <a:pt x="0" y="0"/>
                </a:moveTo>
                <a:lnTo>
                  <a:pt x="3014696" y="0"/>
                </a:lnTo>
                <a:lnTo>
                  <a:pt x="3040982" y="11408"/>
                </a:lnTo>
                <a:cubicBezTo>
                  <a:pt x="4562919" y="717837"/>
                  <a:pt x="5390071" y="2397951"/>
                  <a:pt x="5250901" y="4085922"/>
                </a:cubicBezTo>
                <a:cubicBezTo>
                  <a:pt x="5138669" y="5484335"/>
                  <a:pt x="4361602" y="6343612"/>
                  <a:pt x="3435696" y="6839477"/>
                </a:cubicBezTo>
                <a:lnTo>
                  <a:pt x="3398838" y="6857999"/>
                </a:lnTo>
                <a:lnTo>
                  <a:pt x="0" y="6857999"/>
                </a:lnTo>
                <a:close/>
              </a:path>
            </a:pathLst>
          </a:custGeom>
          <a:solidFill>
            <a:srgbClr val="D9D9D9"/>
          </a:solidFill>
        </p:spPr>
        <p:txBody>
          <a:bodyPr tIns="3657600" rtlCol="0">
            <a:noAutofit/>
          </a:bodyPr>
          <a:lstStyle>
            <a:lvl1pPr marL="0" marR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tx1"/>
              </a:buClr>
              <a:buSzTx/>
              <a:buFont typeface="Arial" panose="020B0604020202020204" pitchFamily="34" charset="0"/>
              <a:buNone/>
              <a:tabLst/>
              <a:defRPr sz="16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>
                <a:solidFill/>
              </a:rPr>
              <a:t>Click icon to add picture</a:t>
            </a:r>
            <a:endParaRPr noProof="0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1"/>
          </p:nvPr>
        </p:nvSpPr>
        <p:spPr>
          <a:xfrm>
            <a:off x="6096000" y="3306349"/>
            <a:ext cx="5638800" cy="722086"/>
          </a:xfrm>
        </p:spPr>
        <p:txBody>
          <a:bodyPr/>
          <a:lstStyle>
            <a:lvl1pPr marL="0" indent="0">
              <a:spcBef>
                <a:spcPts val="0"/>
              </a:spcBef>
              <a:buFontTx/>
              <a:buNone/>
              <a:defRPr sz="2000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FontTx/>
              <a:buNone/>
              <a:defRPr sz="2000"/>
            </a:lvl2pPr>
            <a:lvl3pPr marL="0" indent="0">
              <a:spcBef>
                <a:spcPts val="0"/>
              </a:spcBef>
              <a:buFontTx/>
              <a:buNone/>
              <a:defRPr sz="2000"/>
            </a:lvl3pPr>
            <a:lvl4pPr marL="0" indent="0">
              <a:spcBef>
                <a:spcPts val="0"/>
              </a:spcBef>
              <a:buFontTx/>
              <a:buNone/>
              <a:defRPr sz="2000"/>
            </a:lvl4pPr>
            <a:lvl5pPr marL="0" indent="0">
              <a:spcBef>
                <a:spcPts val="0"/>
              </a:spcBef>
              <a:buFontTx/>
              <a:buNone/>
              <a:defRPr sz="2000"/>
            </a:lvl5pPr>
            <a:lvl6pPr marL="0" indent="0">
              <a:spcBef>
                <a:spcPts val="0"/>
              </a:spcBef>
              <a:buFontTx/>
              <a:buNone/>
              <a:defRPr sz="2000"/>
            </a:lvl6pPr>
            <a:lvl7pPr marL="0" indent="0">
              <a:spcBef>
                <a:spcPts val="0"/>
              </a:spcBef>
              <a:buFontTx/>
              <a:buNone/>
              <a:defRPr sz="2000"/>
            </a:lvl7pPr>
            <a:lvl8pPr marL="0" indent="0">
              <a:spcBef>
                <a:spcPts val="0"/>
              </a:spcBef>
              <a:buFontTx/>
              <a:buNone/>
              <a:defRPr sz="2000"/>
            </a:lvl8pPr>
            <a:lvl9pPr marL="0" indent="0">
              <a:spcBef>
                <a:spcPts val="0"/>
              </a:spcBef>
              <a:buFontTx/>
              <a:buNone/>
              <a:defRPr sz="2000"/>
            </a:lvl9pPr>
          </a:lstStyle>
          <a:p>
            <a:pPr lvl="0"/>
            <a:r>
              <a:rPr lang="en-US">
                <a:solidFill/>
              </a:rPr>
              <a:t>Click to edit Master text styles</a:t>
            </a:r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>
          <a:xfrm>
            <a:off x="6096000" y="457200"/>
            <a:ext cx="5715000" cy="2565401"/>
          </a:xfrm>
        </p:spPr>
        <p:txBody>
          <a:bodyPr/>
          <a:lstStyle>
            <a:lvl1pPr>
              <a:lnSpc>
                <a:spcPct val="82000"/>
              </a:lnSpc>
              <a:defRPr sz="6600" b="0">
                <a:solidFill>
                  <a:schemeClr val="bg1"/>
                </a:solidFill>
              </a:defRPr>
            </a:lvl1pPr>
          </a:lstStyle>
          <a:p>
            <a:r>
              <a:rPr lang="en-US">
                <a:solidFill/>
              </a:rPr>
              <a:t>Click to edit Master title style</a:t>
            </a:r>
            <a:endParaRPr/>
          </a:p>
        </p:txBody>
      </p:sp>
      <p:grpSp>
        <p:nvGrpSpPr>
          <p:cNvPr id="51" name="Group 50">
            <a:extLst>
              <a:ext uri="{FF2B5EF4-FFF2-40B4-BE49-F238E27FC236}">
                <a16:creationId xmlns:a16="http://schemas.microsoft.com/office/drawing/2014/main" id="{FD48F19F-48DD-BF92-A8CF-2C335651868B}"/>
              </a:ext>
            </a:extLst>
          </p:cNvPr>
          <p:cNvGrpSpPr/>
          <p:nvPr userDrawn="1"/>
        </p:nvGrpSpPr>
        <p:grpSpPr>
          <a:xfrm>
            <a:off x="6797041" y="5546185"/>
            <a:ext cx="4937759" cy="1175831"/>
            <a:chOff x="6403173" y="5505584"/>
            <a:chExt cx="5779301" cy="1376228"/>
          </a:xfrm>
        </p:grpSpPr>
        <p:sp>
          <p:nvSpPr>
            <p:cNvPr id="52" name="Graphic 11">
              <a:extLst>
                <a:ext uri="{FF2B5EF4-FFF2-40B4-BE49-F238E27FC236}">
                  <a16:creationId xmlns:a16="http://schemas.microsoft.com/office/drawing/2014/main" id="{05A84795-BED5-1F03-77A0-C85C64F3E687}"/>
                </a:ext>
              </a:extLst>
            </p:cNvPr>
            <p:cNvSpPr/>
            <p:nvPr userDrawn="1"/>
          </p:nvSpPr>
          <p:spPr>
            <a:xfrm rot="16200000">
              <a:off x="8294854" y="6187275"/>
              <a:ext cx="1352164" cy="36909"/>
            </a:xfrm>
            <a:custGeom>
              <a:avLst/>
              <a:gdLst>
                <a:gd name="connsiteX0" fmla="*/ 5634971 w 5634018"/>
                <a:gd name="connsiteY0" fmla="*/ 49074 h 147637"/>
                <a:gd name="connsiteX1" fmla="*/ 5600681 w 5634018"/>
                <a:gd name="connsiteY1" fmla="*/ 27167 h 147637"/>
                <a:gd name="connsiteX2" fmla="*/ 216693 w 5634018"/>
                <a:gd name="connsiteY2" fmla="*/ 12879 h 147637"/>
                <a:gd name="connsiteX3" fmla="*/ 0 w 5634018"/>
                <a:gd name="connsiteY3" fmla="*/ 85269 h 147637"/>
                <a:gd name="connsiteX4" fmla="*/ 812480 w 5634018"/>
                <a:gd name="connsiteY4" fmla="*/ 121464 h 147637"/>
                <a:gd name="connsiteX5" fmla="*/ 2112638 w 5634018"/>
                <a:gd name="connsiteY5" fmla="*/ 85269 h 147637"/>
                <a:gd name="connsiteX6" fmla="*/ 5472094 w 5634018"/>
                <a:gd name="connsiteY6" fmla="*/ 120988 h 147637"/>
                <a:gd name="connsiteX7" fmla="*/ 5634971 w 5634018"/>
                <a:gd name="connsiteY7" fmla="*/ 49074 h 147637"/>
                <a:gd name="connsiteX8" fmla="*/ 5634971 w 5634018"/>
                <a:gd name="connsiteY8" fmla="*/ 49074 h 147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634018" h="147637">
                  <a:moveTo>
                    <a:pt x="5634971" y="49074"/>
                  </a:moveTo>
                  <a:cubicBezTo>
                    <a:pt x="5634971" y="36692"/>
                    <a:pt x="5622588" y="27167"/>
                    <a:pt x="5600681" y="27167"/>
                  </a:cubicBezTo>
                  <a:cubicBezTo>
                    <a:pt x="3833323" y="25738"/>
                    <a:pt x="1982622" y="-22363"/>
                    <a:pt x="216693" y="12879"/>
                  </a:cubicBezTo>
                  <a:cubicBezTo>
                    <a:pt x="162401" y="12879"/>
                    <a:pt x="0" y="49074"/>
                    <a:pt x="0" y="85269"/>
                  </a:cubicBezTo>
                  <a:cubicBezTo>
                    <a:pt x="0" y="204331"/>
                    <a:pt x="541971" y="121464"/>
                    <a:pt x="812480" y="121464"/>
                  </a:cubicBezTo>
                  <a:cubicBezTo>
                    <a:pt x="1245866" y="85269"/>
                    <a:pt x="1679252" y="85269"/>
                    <a:pt x="2112638" y="85269"/>
                  </a:cubicBezTo>
                  <a:cubicBezTo>
                    <a:pt x="3250871" y="157183"/>
                    <a:pt x="4334336" y="120988"/>
                    <a:pt x="5472094" y="120988"/>
                  </a:cubicBezTo>
                  <a:cubicBezTo>
                    <a:pt x="5526386" y="120988"/>
                    <a:pt x="5634971" y="120988"/>
                    <a:pt x="5634971" y="49074"/>
                  </a:cubicBezTo>
                  <a:lnTo>
                    <a:pt x="5634971" y="49074"/>
                  </a:lnTo>
                  <a:close/>
                </a:path>
              </a:pathLst>
            </a:custGeom>
            <a:solidFill>
              <a:schemeClr val="tx1"/>
            </a:solidFill>
            <a:ln w="4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pic>
          <p:nvPicPr>
            <p:cNvPr id="53" name="Graphic 52">
              <a:extLst>
                <a:ext uri="{FF2B5EF4-FFF2-40B4-BE49-F238E27FC236}">
                  <a16:creationId xmlns:a16="http://schemas.microsoft.com/office/drawing/2014/main" id="{43F00327-D36D-6E44-BCAF-AB2D5F7EE056}"/>
                </a:ext>
              </a:extLst>
            </p:cNvPr>
            <p:cNvPicPr>
              <a:picLocks noChangeAspect="1"/>
            </p:cNvPicPr>
            <p:nvPr userDrawn="1"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rcRect/>
            <a:stretch/>
          </p:blipFill>
          <p:spPr>
            <a:xfrm>
              <a:off x="9363076" y="5784703"/>
              <a:ext cx="2819398" cy="842050"/>
            </a:xfrm>
            <a:prstGeom prst="rect">
              <a:avLst/>
            </a:prstGeom>
          </p:spPr>
        </p:pic>
        <p:pic>
          <p:nvPicPr>
            <p:cNvPr id="54" name="Picture 96" descr="Diagram&#10;&#10;Description automatically generated with medium confidence">
              <a:extLst>
                <a:ext uri="{FF2B5EF4-FFF2-40B4-BE49-F238E27FC236}">
                  <a16:creationId xmlns:a16="http://schemas.microsoft.com/office/drawing/2014/main" id="{3C4BF5A0-A384-D613-A955-F5625A9B2BA3}"/>
                </a:ext>
              </a:extLst>
            </p:cNvPr>
            <p:cNvPicPr>
              <a:picLocks noChangeAspect="1" noChangeArrowheads="1"/>
            </p:cNvPicPr>
            <p:nvPr userDrawn="1"/>
          </p:nvPicPr>
          <p:blipFill>
            <a:blip r:embed="rId3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03173" y="5505584"/>
              <a:ext cx="2155608" cy="1233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3318052574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>
  <p:cSld name="1_I_Title Slide Full PIcture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" name="Picture Placeholder 56"/>
          <p:cNvSpPr>
            <a:spLocks noGrp="1"/>
          </p:cNvSpPr>
          <p:nvPr>
            <p:ph type="pic" sz="quarter" idx="10"/>
          </p:nvPr>
        </p:nvSpPr>
        <p:spPr>
          <a:xfrm>
            <a:off x="3459602" y="0"/>
            <a:ext cx="8732399" cy="6858000"/>
          </a:xfrm>
          <a:custGeom>
            <a:avLst/>
            <a:gdLst>
              <a:gd name="connsiteX0" fmla="*/ 343919 w 8732399"/>
              <a:gd name="connsiteY0" fmla="*/ 0 h 6858000"/>
              <a:gd name="connsiteX1" fmla="*/ 8732399 w 8732399"/>
              <a:gd name="connsiteY1" fmla="*/ 0 h 6858000"/>
              <a:gd name="connsiteX2" fmla="*/ 8732399 w 8732399"/>
              <a:gd name="connsiteY2" fmla="*/ 6858000 h 6858000"/>
              <a:gd name="connsiteX3" fmla="*/ 0 w 8732399"/>
              <a:gd name="connsiteY3" fmla="*/ 6858000 h 6858000"/>
              <a:gd name="connsiteX4" fmla="*/ 177693 w 8732399"/>
              <a:gd name="connsiteY4" fmla="*/ 6768713 h 6858000"/>
              <a:gd name="connsiteX5" fmla="*/ 2063325 w 8732399"/>
              <a:gd name="connsiteY5" fmla="*/ 3899618 h 6858000"/>
              <a:gd name="connsiteX6" fmla="*/ 2077959 w 8732399"/>
              <a:gd name="connsiteY6" fmla="*/ 3618494 h 6858000"/>
              <a:gd name="connsiteX7" fmla="*/ 2077954 w 8732399"/>
              <a:gd name="connsiteY7" fmla="*/ 3617951 h 6858000"/>
              <a:gd name="connsiteX8" fmla="*/ 2077959 w 8732399"/>
              <a:gd name="connsiteY8" fmla="*/ 3617865 h 6858000"/>
              <a:gd name="connsiteX9" fmla="*/ 2076397 w 8732399"/>
              <a:gd name="connsiteY9" fmla="*/ 3429041 h 6858000"/>
              <a:gd name="connsiteX10" fmla="*/ 2075650 w 8732399"/>
              <a:gd name="connsiteY10" fmla="*/ 3338309 h 6858000"/>
              <a:gd name="connsiteX11" fmla="*/ 404439 w 8732399"/>
              <a:gd name="connsiteY11" fmla="*/ 39934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8732399" h="6858000">
                <a:moveTo>
                  <a:pt x="343919" y="0"/>
                </a:moveTo>
                <a:lnTo>
                  <a:pt x="8732399" y="0"/>
                </a:lnTo>
                <a:lnTo>
                  <a:pt x="8732399" y="6858000"/>
                </a:lnTo>
                <a:lnTo>
                  <a:pt x="0" y="6858000"/>
                </a:lnTo>
                <a:lnTo>
                  <a:pt x="177693" y="6768713"/>
                </a:lnTo>
                <a:cubicBezTo>
                  <a:pt x="1141742" y="6254472"/>
                  <a:pt x="1951349" y="5360222"/>
                  <a:pt x="2063325" y="3899618"/>
                </a:cubicBezTo>
                <a:cubicBezTo>
                  <a:pt x="2071055" y="3805858"/>
                  <a:pt x="2075919" y="3712098"/>
                  <a:pt x="2077959" y="3618494"/>
                </a:cubicBezTo>
                <a:lnTo>
                  <a:pt x="2077954" y="3617951"/>
                </a:lnTo>
                <a:lnTo>
                  <a:pt x="2077959" y="3617865"/>
                </a:lnTo>
                <a:lnTo>
                  <a:pt x="2076397" y="3429041"/>
                </a:lnTo>
                <a:lnTo>
                  <a:pt x="2075650" y="3338309"/>
                </a:lnTo>
                <a:cubicBezTo>
                  <a:pt x="2025731" y="2034428"/>
                  <a:pt x="1430533" y="791870"/>
                  <a:pt x="404439" y="39934"/>
                </a:cubicBezTo>
                <a:close/>
              </a:path>
            </a:pathLst>
          </a:custGeom>
          <a:solidFill>
            <a:srgbClr val="D9D9D9"/>
          </a:solidFill>
        </p:spPr>
        <p:txBody>
          <a:bodyPr lIns="4663440" rtlCol="0" anchor="ctr">
            <a:noAutofit/>
          </a:bodyPr>
          <a:lstStyle>
            <a:lvl1pPr marL="0" indent="0" algn="l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>
                <a:solidFill/>
              </a:rPr>
              <a:t>Click icon to add picture</a:t>
            </a:r>
            <a:endParaRPr noProof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600" y="1066800"/>
            <a:ext cx="4389120" cy="2391042"/>
          </a:xfrm>
        </p:spPr>
        <p:txBody>
          <a:bodyPr/>
          <a:lstStyle>
            <a:lvl1pPr>
              <a:defRPr sz="6000">
                <a:solidFill>
                  <a:schemeClr val="tx1"/>
                </a:solidFill>
              </a:defRPr>
            </a:lvl1pPr>
          </a:lstStyle>
          <a:p>
            <a:r>
              <a:rPr lang="en-US">
                <a:solidFill/>
              </a:rPr>
              <a:t>Click to edit Master title style</a:t>
            </a:r>
            <a:endParaRPr/>
          </a:p>
        </p:txBody>
      </p:sp>
      <p:sp>
        <p:nvSpPr>
          <p:cNvPr id="55" name="Text Placeholder 53"/>
          <p:cNvSpPr>
            <a:spLocks noGrp="1"/>
          </p:cNvSpPr>
          <p:nvPr>
            <p:ph type="body" sz="quarter" idx="12"/>
          </p:nvPr>
        </p:nvSpPr>
        <p:spPr>
          <a:xfrm>
            <a:off x="621333" y="3776801"/>
            <a:ext cx="4389120" cy="731520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000" i="0">
                <a:solidFill>
                  <a:schemeClr val="tx1"/>
                </a:solidFill>
              </a:defRPr>
            </a:lvl1pPr>
            <a:lvl2pPr marL="0" indent="0">
              <a:spcBef>
                <a:spcPts val="0"/>
              </a:spcBef>
              <a:buNone/>
              <a:defRPr sz="2000" i="0">
                <a:solidFill>
                  <a:schemeClr val="tx1"/>
                </a:solidFill>
              </a:defRPr>
            </a:lvl2pPr>
            <a:lvl3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3pPr>
            <a:lvl4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4pPr>
            <a:lvl5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5pPr>
            <a:lvl6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6pPr>
            <a:lvl7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7pPr>
            <a:lvl8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8pPr>
            <a:lvl9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9pPr>
          </a:lstStyle>
          <a:p>
            <a:pPr lvl="0"/>
            <a:r>
              <a:rPr lang="en-US">
                <a:solidFill/>
              </a:rPr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grpSp>
        <p:nvGrpSpPr>
          <p:cNvPr id="50" name="Group 49">
            <a:extLst>
              <a:ext uri="{FF2B5EF4-FFF2-40B4-BE49-F238E27FC236}">
                <a16:creationId xmlns:a16="http://schemas.microsoft.com/office/drawing/2014/main" id="{00A809FF-319D-90AD-D0D5-8AF2917FAA3F}"/>
              </a:ext>
            </a:extLst>
          </p:cNvPr>
          <p:cNvGrpSpPr/>
          <p:nvPr userDrawn="1"/>
        </p:nvGrpSpPr>
        <p:grpSpPr>
          <a:xfrm>
            <a:off x="612180" y="5410200"/>
            <a:ext cx="3715981" cy="885503"/>
            <a:chOff x="6407181" y="5505584"/>
            <a:chExt cx="5775293" cy="1376228"/>
          </a:xfrm>
        </p:grpSpPr>
        <p:sp>
          <p:nvSpPr>
            <p:cNvPr id="51" name="Graphic 11">
              <a:extLst>
                <a:ext uri="{FF2B5EF4-FFF2-40B4-BE49-F238E27FC236}">
                  <a16:creationId xmlns:a16="http://schemas.microsoft.com/office/drawing/2014/main" id="{521A9963-B7D6-2100-AC6C-81D6DC1CABA3}"/>
                </a:ext>
              </a:extLst>
            </p:cNvPr>
            <p:cNvSpPr/>
            <p:nvPr userDrawn="1"/>
          </p:nvSpPr>
          <p:spPr>
            <a:xfrm rot="16200000">
              <a:off x="8294854" y="6187275"/>
              <a:ext cx="1352164" cy="36909"/>
            </a:xfrm>
            <a:custGeom>
              <a:avLst/>
              <a:gdLst>
                <a:gd name="connsiteX0" fmla="*/ 5634971 w 5634018"/>
                <a:gd name="connsiteY0" fmla="*/ 49074 h 147637"/>
                <a:gd name="connsiteX1" fmla="*/ 5600681 w 5634018"/>
                <a:gd name="connsiteY1" fmla="*/ 27167 h 147637"/>
                <a:gd name="connsiteX2" fmla="*/ 216693 w 5634018"/>
                <a:gd name="connsiteY2" fmla="*/ 12879 h 147637"/>
                <a:gd name="connsiteX3" fmla="*/ 0 w 5634018"/>
                <a:gd name="connsiteY3" fmla="*/ 85269 h 147637"/>
                <a:gd name="connsiteX4" fmla="*/ 812480 w 5634018"/>
                <a:gd name="connsiteY4" fmla="*/ 121464 h 147637"/>
                <a:gd name="connsiteX5" fmla="*/ 2112638 w 5634018"/>
                <a:gd name="connsiteY5" fmla="*/ 85269 h 147637"/>
                <a:gd name="connsiteX6" fmla="*/ 5472094 w 5634018"/>
                <a:gd name="connsiteY6" fmla="*/ 120988 h 147637"/>
                <a:gd name="connsiteX7" fmla="*/ 5634971 w 5634018"/>
                <a:gd name="connsiteY7" fmla="*/ 49074 h 147637"/>
                <a:gd name="connsiteX8" fmla="*/ 5634971 w 5634018"/>
                <a:gd name="connsiteY8" fmla="*/ 49074 h 147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634018" h="147637">
                  <a:moveTo>
                    <a:pt x="5634971" y="49074"/>
                  </a:moveTo>
                  <a:cubicBezTo>
                    <a:pt x="5634971" y="36692"/>
                    <a:pt x="5622588" y="27167"/>
                    <a:pt x="5600681" y="27167"/>
                  </a:cubicBezTo>
                  <a:cubicBezTo>
                    <a:pt x="3833323" y="25738"/>
                    <a:pt x="1982622" y="-22363"/>
                    <a:pt x="216693" y="12879"/>
                  </a:cubicBezTo>
                  <a:cubicBezTo>
                    <a:pt x="162401" y="12879"/>
                    <a:pt x="0" y="49074"/>
                    <a:pt x="0" y="85269"/>
                  </a:cubicBezTo>
                  <a:cubicBezTo>
                    <a:pt x="0" y="204331"/>
                    <a:pt x="541971" y="121464"/>
                    <a:pt x="812480" y="121464"/>
                  </a:cubicBezTo>
                  <a:cubicBezTo>
                    <a:pt x="1245866" y="85269"/>
                    <a:pt x="1679252" y="85269"/>
                    <a:pt x="2112638" y="85269"/>
                  </a:cubicBezTo>
                  <a:cubicBezTo>
                    <a:pt x="3250871" y="157183"/>
                    <a:pt x="4334336" y="120988"/>
                    <a:pt x="5472094" y="120988"/>
                  </a:cubicBezTo>
                  <a:cubicBezTo>
                    <a:pt x="5526386" y="120988"/>
                    <a:pt x="5634971" y="120988"/>
                    <a:pt x="5634971" y="49074"/>
                  </a:cubicBezTo>
                  <a:lnTo>
                    <a:pt x="5634971" y="49074"/>
                  </a:lnTo>
                  <a:close/>
                </a:path>
              </a:pathLst>
            </a:custGeom>
            <a:solidFill>
              <a:schemeClr val="bg1"/>
            </a:solidFill>
            <a:ln w="4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pic>
          <p:nvPicPr>
            <p:cNvPr id="52" name="Graphic 51">
              <a:extLst>
                <a:ext uri="{FF2B5EF4-FFF2-40B4-BE49-F238E27FC236}">
                  <a16:creationId xmlns:a16="http://schemas.microsoft.com/office/drawing/2014/main" id="{5124EBAF-3B8A-4667-8F12-CC443C20AB4D}"/>
                </a:ext>
              </a:extLst>
            </p:cNvPr>
            <p:cNvPicPr>
              <a:picLocks noChangeAspect="1"/>
            </p:cNvPicPr>
            <p:nvPr userDrawn="1"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/>
          </p:blipFill>
          <p:spPr>
            <a:xfrm>
              <a:off x="9363076" y="5784703"/>
              <a:ext cx="2819398" cy="842050"/>
            </a:xfrm>
            <a:prstGeom prst="rect">
              <a:avLst/>
            </a:prstGeom>
          </p:spPr>
        </p:pic>
        <p:pic>
          <p:nvPicPr>
            <p:cNvPr id="53" name="Picture 96">
              <a:extLst>
                <a:ext uri="{FF2B5EF4-FFF2-40B4-BE49-F238E27FC236}">
                  <a16:creationId xmlns:a16="http://schemas.microsoft.com/office/drawing/2014/main" id="{A34FCDB5-C19C-3657-221B-04530D530F5E}"/>
                </a:ext>
              </a:extLst>
            </p:cNvPr>
            <p:cNvPicPr>
              <a:picLocks noChangeAspect="1" noChangeArrowheads="1"/>
            </p:cNvPicPr>
            <p:nvPr userDrawn="1"/>
          </p:nvPicPr>
          <p:blipFill>
            <a:blip r:embed="rId4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 bwMode="auto">
            <a:xfrm>
              <a:off x="6407181" y="5505584"/>
              <a:ext cx="2147590" cy="12334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1385790515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>
  <p:cSld name="1_I_Title Slide Circle Picture 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0" name="Picture 97" descr="Diagram&#10;&#10;Description automatically generated">
            <a:extLst>
              <a:ext uri="{FF2B5EF4-FFF2-40B4-BE49-F238E27FC236}">
                <a16:creationId xmlns:a16="http://schemas.microsoft.com/office/drawing/2014/main" id="{9672A9AF-A4AD-AD8B-B03E-3FB6BC44AAD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9669463" y="5359400"/>
            <a:ext cx="1854200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" name="Picture Placeholder 10"/>
          <p:cNvSpPr>
            <a:spLocks noGrp="1"/>
          </p:cNvSpPr>
          <p:nvPr>
            <p:ph type="pic" sz="quarter" idx="10"/>
          </p:nvPr>
        </p:nvSpPr>
        <p:spPr>
          <a:xfrm>
            <a:off x="0" y="2"/>
            <a:ext cx="5266036" cy="6857999"/>
          </a:xfrm>
          <a:custGeom>
            <a:avLst/>
            <a:gdLst>
              <a:gd name="connsiteX0" fmla="*/ 0 w 5266036"/>
              <a:gd name="connsiteY0" fmla="*/ 0 h 6857999"/>
              <a:gd name="connsiteX1" fmla="*/ 3014696 w 5266036"/>
              <a:gd name="connsiteY1" fmla="*/ 0 h 6857999"/>
              <a:gd name="connsiteX2" fmla="*/ 3040982 w 5266036"/>
              <a:gd name="connsiteY2" fmla="*/ 11408 h 6857999"/>
              <a:gd name="connsiteX3" fmla="*/ 5250901 w 5266036"/>
              <a:gd name="connsiteY3" fmla="*/ 4085922 h 6857999"/>
              <a:gd name="connsiteX4" fmla="*/ 3435696 w 5266036"/>
              <a:gd name="connsiteY4" fmla="*/ 6839477 h 6857999"/>
              <a:gd name="connsiteX5" fmla="*/ 3398838 w 5266036"/>
              <a:gd name="connsiteY5" fmla="*/ 6857999 h 6857999"/>
              <a:gd name="connsiteX6" fmla="*/ 0 w 5266036"/>
              <a:gd name="connsiteY6" fmla="*/ 6857999 h 6857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266036" h="6857999">
                <a:moveTo>
                  <a:pt x="0" y="0"/>
                </a:moveTo>
                <a:lnTo>
                  <a:pt x="3014696" y="0"/>
                </a:lnTo>
                <a:lnTo>
                  <a:pt x="3040982" y="11408"/>
                </a:lnTo>
                <a:cubicBezTo>
                  <a:pt x="4562919" y="717837"/>
                  <a:pt x="5390071" y="2397951"/>
                  <a:pt x="5250901" y="4085922"/>
                </a:cubicBezTo>
                <a:cubicBezTo>
                  <a:pt x="5138669" y="5484335"/>
                  <a:pt x="4361602" y="6343612"/>
                  <a:pt x="3435696" y="6839477"/>
                </a:cubicBezTo>
                <a:lnTo>
                  <a:pt x="3398838" y="6857999"/>
                </a:lnTo>
                <a:lnTo>
                  <a:pt x="0" y="6857999"/>
                </a:lnTo>
                <a:close/>
              </a:path>
            </a:pathLst>
          </a:custGeom>
          <a:solidFill>
            <a:srgbClr val="D9D9D9"/>
          </a:solidFill>
        </p:spPr>
        <p:txBody>
          <a:bodyPr tIns="3657600" rtlCol="0">
            <a:noAutofit/>
          </a:bodyPr>
          <a:lstStyle>
            <a:lvl1pPr marL="0" marR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tx1"/>
              </a:buClr>
              <a:buSzTx/>
              <a:buFont typeface="Arial" panose="020B0604020202020204" pitchFamily="34" charset="0"/>
              <a:buNone/>
              <a:tabLst/>
              <a:defRPr sz="1600"/>
            </a:lvl1pPr>
          </a:lstStyle>
          <a:p>
            <a:pPr lvl="0"/>
            <a:r>
              <a:rPr lang="en-US" noProof="0">
                <a:solidFill/>
              </a:rPr>
              <a:t>Click icon to add picture</a:t>
            </a:r>
            <a:endParaRPr noProof="0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1"/>
          </p:nvPr>
        </p:nvSpPr>
        <p:spPr>
          <a:xfrm>
            <a:off x="6096000" y="3306349"/>
            <a:ext cx="5715000" cy="731520"/>
          </a:xfrm>
        </p:spPr>
        <p:txBody>
          <a:bodyPr/>
          <a:lstStyle>
            <a:lvl1pPr marL="0" indent="0">
              <a:spcBef>
                <a:spcPts val="0"/>
              </a:spcBef>
              <a:buFontTx/>
              <a:buNone/>
              <a:defRPr sz="2000"/>
            </a:lvl1pPr>
            <a:lvl2pPr marL="0" indent="0">
              <a:spcBef>
                <a:spcPts val="0"/>
              </a:spcBef>
              <a:buFontTx/>
              <a:buNone/>
              <a:defRPr sz="2000"/>
            </a:lvl2pPr>
            <a:lvl3pPr marL="0" indent="0">
              <a:spcBef>
                <a:spcPts val="0"/>
              </a:spcBef>
              <a:buFontTx/>
              <a:buNone/>
              <a:defRPr sz="2000"/>
            </a:lvl3pPr>
            <a:lvl4pPr marL="0" indent="0">
              <a:spcBef>
                <a:spcPts val="0"/>
              </a:spcBef>
              <a:buFontTx/>
              <a:buNone/>
              <a:defRPr sz="2000"/>
            </a:lvl4pPr>
            <a:lvl5pPr marL="0" indent="0">
              <a:spcBef>
                <a:spcPts val="0"/>
              </a:spcBef>
              <a:buFontTx/>
              <a:buNone/>
              <a:defRPr sz="2000"/>
            </a:lvl5pPr>
            <a:lvl6pPr marL="0" indent="0">
              <a:spcBef>
                <a:spcPts val="0"/>
              </a:spcBef>
              <a:buFontTx/>
              <a:buNone/>
              <a:defRPr sz="2000"/>
            </a:lvl6pPr>
            <a:lvl7pPr marL="0" indent="0">
              <a:spcBef>
                <a:spcPts val="0"/>
              </a:spcBef>
              <a:buFontTx/>
              <a:buNone/>
              <a:defRPr sz="2000"/>
            </a:lvl7pPr>
            <a:lvl8pPr marL="0" indent="0">
              <a:spcBef>
                <a:spcPts val="0"/>
              </a:spcBef>
              <a:buFontTx/>
              <a:buNone/>
              <a:defRPr sz="2000"/>
            </a:lvl8pPr>
            <a:lvl9pPr marL="0" indent="0">
              <a:spcBef>
                <a:spcPts val="0"/>
              </a:spcBef>
              <a:buFontTx/>
              <a:buNone/>
              <a:defRPr sz="2000"/>
            </a:lvl9pPr>
          </a:lstStyle>
          <a:p>
            <a:pPr lvl="0"/>
            <a:r>
              <a:rPr lang="en-US">
                <a:solidFill/>
              </a:rPr>
              <a:t>Click to edit Master text styles</a:t>
            </a:r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>
          <a:xfrm>
            <a:off x="6096000" y="457200"/>
            <a:ext cx="5715000" cy="2565401"/>
          </a:xfrm>
        </p:spPr>
        <p:txBody>
          <a:bodyPr/>
          <a:lstStyle>
            <a:lvl1pPr>
              <a:lnSpc>
                <a:spcPct val="82000"/>
              </a:lnSpc>
              <a:defRPr sz="6600" b="0"/>
            </a:lvl1pPr>
          </a:lstStyle>
          <a:p>
            <a:r>
              <a:rPr lang="en-US">
                <a:solidFill/>
              </a:rPr>
              <a:t>Click to edit Master title style</a:t>
            </a:r>
            <a:endParaRPr/>
          </a:p>
        </p:txBody>
      </p:sp>
      <p:pic>
        <p:nvPicPr>
          <p:cNvPr id="51" name="Picture 50" descr="A purple text on a black background&#10;&#10;AI-generated content may be incorrect.">
            <a:extLst>
              <a:ext uri="{FF2B5EF4-FFF2-40B4-BE49-F238E27FC236}">
                <a16:creationId xmlns:a16="http://schemas.microsoft.com/office/drawing/2014/main" id="{48872143-E1A8-349B-7887-3F0190C724A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128923" y="5607300"/>
            <a:ext cx="2375755" cy="70127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77047175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>
  <p:cSld name="1_I_Title Slide Wor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52">
            <a:extLst>
              <a:ext uri="{FF2B5EF4-FFF2-40B4-BE49-F238E27FC236}">
                <a16:creationId xmlns:a16="http://schemas.microsoft.com/office/drawing/2014/main" id="{F90ED436-616C-8F8D-0375-112A23A6E3D1}"/>
              </a:ext>
            </a:extLst>
          </p:cNvPr>
          <p:cNvGrpSpPr>
            <a:grpSpLocks/>
          </p:cNvGrpSpPr>
          <p:nvPr/>
        </p:nvGrpSpPr>
        <p:grpSpPr bwMode="auto">
          <a:xfrm>
            <a:off x="0" y="0"/>
            <a:ext cx="5265738" cy="6858000"/>
            <a:chOff x="0" y="1"/>
            <a:chExt cx="5266036" cy="6858000"/>
          </a:xfrm>
        </p:grpSpPr>
        <p:sp>
          <p:nvSpPr>
            <p:cNvPr id="5" name="Freeform: Shape 53">
              <a:extLst>
                <a:ext uri="{FF2B5EF4-FFF2-40B4-BE49-F238E27FC236}">
                  <a16:creationId xmlns:a16="http://schemas.microsoft.com/office/drawing/2014/main" id="{A0BC447A-601D-F368-C610-93DAD4293950}"/>
                </a:ext>
              </a:extLst>
            </p:cNvPr>
            <p:cNvSpPr>
              <a:spLocks/>
            </p:cNvSpPr>
            <p:nvPr/>
          </p:nvSpPr>
          <p:spPr bwMode="ltGray">
            <a:xfrm>
              <a:off x="0" y="1"/>
              <a:ext cx="5266036" cy="6858000"/>
            </a:xfrm>
            <a:custGeom>
              <a:avLst/>
              <a:gdLst>
                <a:gd name="T0" fmla="*/ 0 w 5266036"/>
                <a:gd name="T1" fmla="*/ 0 h 6858000"/>
                <a:gd name="T2" fmla="*/ 3014696 w 5266036"/>
                <a:gd name="T3" fmla="*/ 0 h 6858000"/>
                <a:gd name="T4" fmla="*/ 3040982 w 5266036"/>
                <a:gd name="T5" fmla="*/ 11408 h 6858000"/>
                <a:gd name="T6" fmla="*/ 5250901 w 5266036"/>
                <a:gd name="T7" fmla="*/ 4085922 h 6858000"/>
                <a:gd name="T8" fmla="*/ 3435696 w 5266036"/>
                <a:gd name="T9" fmla="*/ 6839477 h 6858000"/>
                <a:gd name="T10" fmla="*/ 3398836 w 5266036"/>
                <a:gd name="T11" fmla="*/ 6858000 h 6858000"/>
                <a:gd name="T12" fmla="*/ 0 w 5266036"/>
                <a:gd name="T13" fmla="*/ 6858000 h 68580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66036" h="6858000">
                  <a:moveTo>
                    <a:pt x="0" y="0"/>
                  </a:moveTo>
                  <a:lnTo>
                    <a:pt x="3014696" y="0"/>
                  </a:lnTo>
                  <a:lnTo>
                    <a:pt x="3040982" y="11408"/>
                  </a:lnTo>
                  <a:cubicBezTo>
                    <a:pt x="4562919" y="717837"/>
                    <a:pt x="5390071" y="2397951"/>
                    <a:pt x="5250901" y="4085922"/>
                  </a:cubicBezTo>
                  <a:cubicBezTo>
                    <a:pt x="5138669" y="5484335"/>
                    <a:pt x="4361602" y="6343612"/>
                    <a:pt x="3435696" y="6839477"/>
                  </a:cubicBezTo>
                  <a:lnTo>
                    <a:pt x="3398836" y="6858000"/>
                  </a:lnTo>
                  <a:lnTo>
                    <a:pt x="0" y="68580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F21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6" name="Freeform: Shape 54">
              <a:extLst>
                <a:ext uri="{FF2B5EF4-FFF2-40B4-BE49-F238E27FC236}">
                  <a16:creationId xmlns:a16="http://schemas.microsoft.com/office/drawing/2014/main" id="{69D0033F-6B94-CDCD-B7C4-F159A1C1E4BD}"/>
                </a:ext>
              </a:extLst>
            </p:cNvPr>
            <p:cNvSpPr>
              <a:spLocks/>
            </p:cNvSpPr>
            <p:nvPr/>
          </p:nvSpPr>
          <p:spPr bwMode="ltGray">
            <a:xfrm>
              <a:off x="1" y="99439"/>
              <a:ext cx="287275" cy="1443098"/>
            </a:xfrm>
            <a:custGeom>
              <a:avLst/>
              <a:gdLst>
                <a:gd name="T0" fmla="*/ 94635 w 287275"/>
                <a:gd name="T1" fmla="*/ 646457 h 1443098"/>
                <a:gd name="T2" fmla="*/ 110030 w 287275"/>
                <a:gd name="T3" fmla="*/ 646457 h 1443098"/>
                <a:gd name="T4" fmla="*/ 176725 w 287275"/>
                <a:gd name="T5" fmla="*/ 1205691 h 1443098"/>
                <a:gd name="T6" fmla="*/ 17148 w 287275"/>
                <a:gd name="T7" fmla="*/ 1435626 h 1443098"/>
                <a:gd name="T8" fmla="*/ 0 w 287275"/>
                <a:gd name="T9" fmla="*/ 1443098 h 1443098"/>
                <a:gd name="T10" fmla="*/ 0 w 287275"/>
                <a:gd name="T11" fmla="*/ 675806 h 1443098"/>
                <a:gd name="T12" fmla="*/ 79246 w 287275"/>
                <a:gd name="T13" fmla="*/ 0 h 1443098"/>
                <a:gd name="T14" fmla="*/ 161336 w 287275"/>
                <a:gd name="T15" fmla="*/ 10261 h 1443098"/>
                <a:gd name="T16" fmla="*/ 145941 w 287275"/>
                <a:gd name="T17" fmla="*/ 287314 h 1443098"/>
                <a:gd name="T18" fmla="*/ 62169 w 287275"/>
                <a:gd name="T19" fmla="*/ 305030 h 1443098"/>
                <a:gd name="T20" fmla="*/ 0 w 287275"/>
                <a:gd name="T21" fmla="*/ 311825 h 1443098"/>
                <a:gd name="T22" fmla="*/ 0 w 287275"/>
                <a:gd name="T23" fmla="*/ 20391 h 144309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87275" h="1443098">
                  <a:moveTo>
                    <a:pt x="94635" y="646457"/>
                  </a:moveTo>
                  <a:cubicBezTo>
                    <a:pt x="99769" y="646457"/>
                    <a:pt x="104897" y="646457"/>
                    <a:pt x="110030" y="646457"/>
                  </a:cubicBezTo>
                  <a:cubicBezTo>
                    <a:pt x="438389" y="692630"/>
                    <a:pt x="217770" y="1000466"/>
                    <a:pt x="176725" y="1205691"/>
                  </a:cubicBezTo>
                  <a:cubicBezTo>
                    <a:pt x="145302" y="1376283"/>
                    <a:pt x="141374" y="1381895"/>
                    <a:pt x="17148" y="1435626"/>
                  </a:cubicBezTo>
                  <a:lnTo>
                    <a:pt x="0" y="1443098"/>
                  </a:lnTo>
                  <a:lnTo>
                    <a:pt x="0" y="675806"/>
                  </a:lnTo>
                  <a:lnTo>
                    <a:pt x="94635" y="646457"/>
                  </a:lnTo>
                  <a:close/>
                  <a:moveTo>
                    <a:pt x="79246" y="0"/>
                  </a:moveTo>
                  <a:cubicBezTo>
                    <a:pt x="99769" y="0"/>
                    <a:pt x="120291" y="5128"/>
                    <a:pt x="161336" y="10261"/>
                  </a:cubicBezTo>
                  <a:cubicBezTo>
                    <a:pt x="325515" y="92351"/>
                    <a:pt x="274209" y="246269"/>
                    <a:pt x="145941" y="287314"/>
                  </a:cubicBezTo>
                  <a:cubicBezTo>
                    <a:pt x="116441" y="296292"/>
                    <a:pt x="88864" y="301422"/>
                    <a:pt x="62169" y="305030"/>
                  </a:cubicBezTo>
                  <a:lnTo>
                    <a:pt x="0" y="311825"/>
                  </a:lnTo>
                  <a:lnTo>
                    <a:pt x="0" y="20391"/>
                  </a:lnTo>
                  <a:lnTo>
                    <a:pt x="79246" y="0"/>
                  </a:lnTo>
                  <a:close/>
                </a:path>
              </a:pathLst>
            </a:custGeom>
            <a:solidFill>
              <a:srgbClr val="724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7" name="Freeform: Shape 55">
              <a:extLst>
                <a:ext uri="{FF2B5EF4-FFF2-40B4-BE49-F238E27FC236}">
                  <a16:creationId xmlns:a16="http://schemas.microsoft.com/office/drawing/2014/main" id="{334BB765-32B4-09AF-C871-D95365356586}"/>
                </a:ext>
              </a:extLst>
            </p:cNvPr>
            <p:cNvSpPr>
              <a:spLocks/>
            </p:cNvSpPr>
            <p:nvPr/>
          </p:nvSpPr>
          <p:spPr bwMode="ltGray">
            <a:xfrm>
              <a:off x="0" y="3622695"/>
              <a:ext cx="911379" cy="2599608"/>
            </a:xfrm>
            <a:custGeom>
              <a:avLst/>
              <a:gdLst>
                <a:gd name="T0" fmla="*/ 0 w 911379"/>
                <a:gd name="T1" fmla="*/ 0 h 2599608"/>
                <a:gd name="T2" fmla="*/ 63852 w 911379"/>
                <a:gd name="T3" fmla="*/ 32258 h 2599608"/>
                <a:gd name="T4" fmla="*/ 253681 w 911379"/>
                <a:gd name="T5" fmla="*/ 140003 h 2599608"/>
                <a:gd name="T6" fmla="*/ 376816 w 911379"/>
                <a:gd name="T7" fmla="*/ 432445 h 2599608"/>
                <a:gd name="T8" fmla="*/ 587173 w 911379"/>
                <a:gd name="T9" fmla="*/ 545318 h 2599608"/>
                <a:gd name="T10" fmla="*/ 900137 w 911379"/>
                <a:gd name="T11" fmla="*/ 919855 h 2599608"/>
                <a:gd name="T12" fmla="*/ 664129 w 911379"/>
                <a:gd name="T13" fmla="*/ 1284126 h 2599608"/>
                <a:gd name="T14" fmla="*/ 566651 w 911379"/>
                <a:gd name="T15" fmla="*/ 1684313 h 2599608"/>
                <a:gd name="T16" fmla="*/ 304987 w 911379"/>
                <a:gd name="T17" fmla="*/ 2002411 h 2599608"/>
                <a:gd name="T18" fmla="*/ 63852 w 911379"/>
                <a:gd name="T19" fmla="*/ 2489821 h 2599608"/>
                <a:gd name="T20" fmla="*/ 0 w 911379"/>
                <a:gd name="T21" fmla="*/ 2599608 h 2599608"/>
                <a:gd name="T22" fmla="*/ 0 w 911379"/>
                <a:gd name="T23" fmla="*/ 0 h 259960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11379" h="2599608">
                  <a:moveTo>
                    <a:pt x="0" y="0"/>
                  </a:moveTo>
                  <a:lnTo>
                    <a:pt x="63852" y="32258"/>
                  </a:lnTo>
                  <a:cubicBezTo>
                    <a:pt x="140808" y="68175"/>
                    <a:pt x="192114" y="57913"/>
                    <a:pt x="253681" y="140003"/>
                  </a:cubicBezTo>
                  <a:cubicBezTo>
                    <a:pt x="320382" y="232354"/>
                    <a:pt x="289598" y="340094"/>
                    <a:pt x="376816" y="432445"/>
                  </a:cubicBezTo>
                  <a:cubicBezTo>
                    <a:pt x="433255" y="494012"/>
                    <a:pt x="520473" y="504273"/>
                    <a:pt x="587173" y="545318"/>
                  </a:cubicBezTo>
                  <a:cubicBezTo>
                    <a:pt x="720569" y="627408"/>
                    <a:pt x="966838" y="724892"/>
                    <a:pt x="900137" y="919855"/>
                  </a:cubicBezTo>
                  <a:cubicBezTo>
                    <a:pt x="843703" y="1089163"/>
                    <a:pt x="623085" y="1058379"/>
                    <a:pt x="664129" y="1284126"/>
                  </a:cubicBezTo>
                  <a:cubicBezTo>
                    <a:pt x="700046" y="1509872"/>
                    <a:pt x="828309" y="1550917"/>
                    <a:pt x="566651" y="1684313"/>
                  </a:cubicBezTo>
                  <a:cubicBezTo>
                    <a:pt x="366555" y="1786925"/>
                    <a:pt x="366555" y="1812581"/>
                    <a:pt x="304987" y="2002411"/>
                  </a:cubicBezTo>
                  <a:cubicBezTo>
                    <a:pt x="253681" y="2166590"/>
                    <a:pt x="156202" y="2341031"/>
                    <a:pt x="63852" y="2489821"/>
                  </a:cubicBezTo>
                  <a:lnTo>
                    <a:pt x="0" y="25996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24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8" name="Freeform: Shape 56">
              <a:extLst>
                <a:ext uri="{FF2B5EF4-FFF2-40B4-BE49-F238E27FC236}">
                  <a16:creationId xmlns:a16="http://schemas.microsoft.com/office/drawing/2014/main" id="{2CC72F86-D57B-E8A4-DDB9-2E66A0548627}"/>
                </a:ext>
              </a:extLst>
            </p:cNvPr>
            <p:cNvSpPr>
              <a:spLocks/>
            </p:cNvSpPr>
            <p:nvPr/>
          </p:nvSpPr>
          <p:spPr bwMode="ltGray">
            <a:xfrm>
              <a:off x="266515" y="81480"/>
              <a:ext cx="1128733" cy="1128733"/>
            </a:xfrm>
            <a:custGeom>
              <a:avLst/>
              <a:gdLst>
                <a:gd name="T0" fmla="*/ 500235 w 209550"/>
                <a:gd name="T1" fmla="*/ 38481 h 209550"/>
                <a:gd name="T2" fmla="*/ 500235 w 209550"/>
                <a:gd name="T3" fmla="*/ 38481 h 209550"/>
                <a:gd name="T4" fmla="*/ 38481 w 209550"/>
                <a:gd name="T5" fmla="*/ 156482 h 209550"/>
                <a:gd name="T6" fmla="*/ 38481 w 209550"/>
                <a:gd name="T7" fmla="*/ 161615 h 209550"/>
                <a:gd name="T8" fmla="*/ 89787 w 209550"/>
                <a:gd name="T9" fmla="*/ 228311 h 209550"/>
                <a:gd name="T10" fmla="*/ 135960 w 209550"/>
                <a:gd name="T11" fmla="*/ 223183 h 209550"/>
                <a:gd name="T12" fmla="*/ 341184 w 209550"/>
                <a:gd name="T13" fmla="*/ 890161 h 209550"/>
                <a:gd name="T14" fmla="*/ 474580 w 209550"/>
                <a:gd name="T15" fmla="*/ 1090252 h 209550"/>
                <a:gd name="T16" fmla="*/ 566930 w 209550"/>
                <a:gd name="T17" fmla="*/ 1044079 h 209550"/>
                <a:gd name="T18" fmla="*/ 690065 w 209550"/>
                <a:gd name="T19" fmla="*/ 802938 h 209550"/>
                <a:gd name="T20" fmla="*/ 890161 w 209550"/>
                <a:gd name="T21" fmla="*/ 649020 h 209550"/>
                <a:gd name="T22" fmla="*/ 500235 w 209550"/>
                <a:gd name="T23" fmla="*/ 38481 h 20955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9550" h="209550">
                  <a:moveTo>
                    <a:pt x="92869" y="7144"/>
                  </a:moveTo>
                  <a:cubicBezTo>
                    <a:pt x="91916" y="7144"/>
                    <a:pt x="91916" y="7144"/>
                    <a:pt x="92869" y="7144"/>
                  </a:cubicBezTo>
                  <a:cubicBezTo>
                    <a:pt x="63341" y="12859"/>
                    <a:pt x="34766" y="20479"/>
                    <a:pt x="7144" y="29051"/>
                  </a:cubicBezTo>
                  <a:cubicBezTo>
                    <a:pt x="7144" y="29051"/>
                    <a:pt x="7144" y="30004"/>
                    <a:pt x="7144" y="30004"/>
                  </a:cubicBezTo>
                  <a:lnTo>
                    <a:pt x="16669" y="42386"/>
                  </a:lnTo>
                  <a:cubicBezTo>
                    <a:pt x="19526" y="41434"/>
                    <a:pt x="22384" y="41434"/>
                    <a:pt x="25241" y="41434"/>
                  </a:cubicBezTo>
                  <a:cubicBezTo>
                    <a:pt x="74771" y="41434"/>
                    <a:pt x="57626" y="134779"/>
                    <a:pt x="63341" y="165259"/>
                  </a:cubicBezTo>
                  <a:cubicBezTo>
                    <a:pt x="67151" y="183356"/>
                    <a:pt x="74771" y="202406"/>
                    <a:pt x="88106" y="202406"/>
                  </a:cubicBezTo>
                  <a:cubicBezTo>
                    <a:pt x="92869" y="202406"/>
                    <a:pt x="98584" y="199549"/>
                    <a:pt x="105251" y="193834"/>
                  </a:cubicBezTo>
                  <a:cubicBezTo>
                    <a:pt x="115729" y="183356"/>
                    <a:pt x="116681" y="162401"/>
                    <a:pt x="128111" y="149066"/>
                  </a:cubicBezTo>
                  <a:cubicBezTo>
                    <a:pt x="138589" y="136684"/>
                    <a:pt x="152876" y="130969"/>
                    <a:pt x="165259" y="120491"/>
                  </a:cubicBezTo>
                  <a:cubicBezTo>
                    <a:pt x="265271" y="38576"/>
                    <a:pt x="172879" y="7144"/>
                    <a:pt x="92869" y="7144"/>
                  </a:cubicBezTo>
                </a:path>
              </a:pathLst>
            </a:custGeom>
            <a:solidFill>
              <a:srgbClr val="724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9" name="Freeform: Shape 57">
              <a:extLst>
                <a:ext uri="{FF2B5EF4-FFF2-40B4-BE49-F238E27FC236}">
                  <a16:creationId xmlns:a16="http://schemas.microsoft.com/office/drawing/2014/main" id="{642F7C37-CEF0-C26C-A0C9-817FF22553AA}"/>
                </a:ext>
              </a:extLst>
            </p:cNvPr>
            <p:cNvSpPr>
              <a:spLocks/>
            </p:cNvSpPr>
            <p:nvPr/>
          </p:nvSpPr>
          <p:spPr bwMode="ltGray">
            <a:xfrm>
              <a:off x="1807406" y="19914"/>
              <a:ext cx="3232281" cy="5848895"/>
            </a:xfrm>
            <a:custGeom>
              <a:avLst/>
              <a:gdLst>
                <a:gd name="T0" fmla="*/ 1227068 w 600075"/>
                <a:gd name="T1" fmla="*/ 38481 h 1085850"/>
                <a:gd name="T2" fmla="*/ 1180896 w 600075"/>
                <a:gd name="T3" fmla="*/ 100048 h 1085850"/>
                <a:gd name="T4" fmla="*/ 985933 w 600075"/>
                <a:gd name="T5" fmla="*/ 356579 h 1085850"/>
                <a:gd name="T6" fmla="*/ 867926 w 600075"/>
                <a:gd name="T7" fmla="*/ 397624 h 1085850"/>
                <a:gd name="T8" fmla="*/ 703747 w 600075"/>
                <a:gd name="T9" fmla="*/ 341184 h 1085850"/>
                <a:gd name="T10" fmla="*/ 570351 w 600075"/>
                <a:gd name="T11" fmla="*/ 310401 h 1085850"/>
                <a:gd name="T12" fmla="*/ 452350 w 600075"/>
                <a:gd name="T13" fmla="*/ 613109 h 1085850"/>
                <a:gd name="T14" fmla="*/ 565223 w 600075"/>
                <a:gd name="T15" fmla="*/ 936335 h 1085850"/>
                <a:gd name="T16" fmla="*/ 672963 w 600075"/>
                <a:gd name="T17" fmla="*/ 900423 h 1085850"/>
                <a:gd name="T18" fmla="*/ 842276 w 600075"/>
                <a:gd name="T19" fmla="*/ 731111 h 1085850"/>
                <a:gd name="T20" fmla="*/ 929493 w 600075"/>
                <a:gd name="T21" fmla="*/ 818334 h 1085850"/>
                <a:gd name="T22" fmla="*/ 847404 w 600075"/>
                <a:gd name="T23" fmla="*/ 1090253 h 1085850"/>
                <a:gd name="T24" fmla="*/ 385649 w 600075"/>
                <a:gd name="T25" fmla="*/ 1362178 h 1085850"/>
                <a:gd name="T26" fmla="*/ 370260 w 600075"/>
                <a:gd name="T27" fmla="*/ 1587925 h 1085850"/>
                <a:gd name="T28" fmla="*/ 231731 w 600075"/>
                <a:gd name="T29" fmla="*/ 1921412 h 1085850"/>
                <a:gd name="T30" fmla="*/ 334343 w 600075"/>
                <a:gd name="T31" fmla="*/ 1998374 h 1085850"/>
                <a:gd name="T32" fmla="*/ 708880 w 600075"/>
                <a:gd name="T33" fmla="*/ 1690537 h 1085850"/>
                <a:gd name="T34" fmla="*/ 903843 w 600075"/>
                <a:gd name="T35" fmla="*/ 1593053 h 1085850"/>
                <a:gd name="T36" fmla="*/ 1073150 w 600075"/>
                <a:gd name="T37" fmla="*/ 1659754 h 1085850"/>
                <a:gd name="T38" fmla="*/ 1278374 w 600075"/>
                <a:gd name="T39" fmla="*/ 1726449 h 1085850"/>
                <a:gd name="T40" fmla="*/ 1304030 w 600075"/>
                <a:gd name="T41" fmla="*/ 1726449 h 1085850"/>
                <a:gd name="T42" fmla="*/ 1457948 w 600075"/>
                <a:gd name="T43" fmla="*/ 1572531 h 1085850"/>
                <a:gd name="T44" fmla="*/ 1550299 w 600075"/>
                <a:gd name="T45" fmla="*/ 1454529 h 1085850"/>
                <a:gd name="T46" fmla="*/ 1565688 w 600075"/>
                <a:gd name="T47" fmla="*/ 1454529 h 1085850"/>
                <a:gd name="T48" fmla="*/ 1729868 w 600075"/>
                <a:gd name="T49" fmla="*/ 1639231 h 1085850"/>
                <a:gd name="T50" fmla="*/ 1575949 w 600075"/>
                <a:gd name="T51" fmla="*/ 1916284 h 1085850"/>
                <a:gd name="T52" fmla="*/ 1760651 w 600075"/>
                <a:gd name="T53" fmla="*/ 2244643 h 1085850"/>
                <a:gd name="T54" fmla="*/ 1570822 w 600075"/>
                <a:gd name="T55" fmla="*/ 2306210 h 1085850"/>
                <a:gd name="T56" fmla="*/ 1252724 w 600075"/>
                <a:gd name="T57" fmla="*/ 2254904 h 1085850"/>
                <a:gd name="T58" fmla="*/ 1216807 w 600075"/>
                <a:gd name="T59" fmla="*/ 2254904 h 1085850"/>
                <a:gd name="T60" fmla="*/ 1170634 w 600075"/>
                <a:gd name="T61" fmla="*/ 2254904 h 1085850"/>
                <a:gd name="T62" fmla="*/ 1124456 w 600075"/>
                <a:gd name="T63" fmla="*/ 2254904 h 1085850"/>
                <a:gd name="T64" fmla="*/ 1032105 w 600075"/>
                <a:gd name="T65" fmla="*/ 2239510 h 1085850"/>
                <a:gd name="T66" fmla="*/ 842276 w 600075"/>
                <a:gd name="T67" fmla="*/ 2100986 h 1085850"/>
                <a:gd name="T68" fmla="*/ 816620 w 600075"/>
                <a:gd name="T69" fmla="*/ 2100986 h 1085850"/>
                <a:gd name="T70" fmla="*/ 370260 w 600075"/>
                <a:gd name="T71" fmla="*/ 2336994 h 1085850"/>
                <a:gd name="T72" fmla="*/ 98335 w 600075"/>
                <a:gd name="T73" fmla="*/ 2701265 h 1085850"/>
                <a:gd name="T74" fmla="*/ 190686 w 600075"/>
                <a:gd name="T75" fmla="*/ 3599124 h 1085850"/>
                <a:gd name="T76" fmla="*/ 442088 w 600075"/>
                <a:gd name="T77" fmla="*/ 3681214 h 1085850"/>
                <a:gd name="T78" fmla="*/ 703747 w 600075"/>
                <a:gd name="T79" fmla="*/ 3655558 h 1085850"/>
                <a:gd name="T80" fmla="*/ 873059 w 600075"/>
                <a:gd name="T81" fmla="*/ 3645297 h 1085850"/>
                <a:gd name="T82" fmla="*/ 1119328 w 600075"/>
                <a:gd name="T83" fmla="*/ 3937744 h 1085850"/>
                <a:gd name="T84" fmla="*/ 1155240 w 600075"/>
                <a:gd name="T85" fmla="*/ 4373843 h 1085850"/>
                <a:gd name="T86" fmla="*/ 1257852 w 600075"/>
                <a:gd name="T87" fmla="*/ 4804815 h 1085850"/>
                <a:gd name="T88" fmla="*/ 1088545 w 600075"/>
                <a:gd name="T89" fmla="*/ 5635973 h 1085850"/>
                <a:gd name="T90" fmla="*/ 1201418 w 600075"/>
                <a:gd name="T91" fmla="*/ 5841198 h 1085850"/>
                <a:gd name="T92" fmla="*/ 1380986 w 600075"/>
                <a:gd name="T93" fmla="*/ 5712935 h 1085850"/>
                <a:gd name="T94" fmla="*/ 1806829 w 600075"/>
                <a:gd name="T95" fmla="*/ 5266569 h 1085850"/>
                <a:gd name="T96" fmla="*/ 2165972 w 600075"/>
                <a:gd name="T97" fmla="*/ 4435411 h 1085850"/>
                <a:gd name="T98" fmla="*/ 2181361 w 600075"/>
                <a:gd name="T99" fmla="*/ 4019834 h 1085850"/>
                <a:gd name="T100" fmla="*/ 2407107 w 600075"/>
                <a:gd name="T101" fmla="*/ 3475989 h 1085850"/>
                <a:gd name="T102" fmla="*/ 2340412 w 600075"/>
                <a:gd name="T103" fmla="*/ 3234848 h 1085850"/>
                <a:gd name="T104" fmla="*/ 2391718 w 600075"/>
                <a:gd name="T105" fmla="*/ 2957795 h 1085850"/>
                <a:gd name="T106" fmla="*/ 2514853 w 600075"/>
                <a:gd name="T107" fmla="*/ 2691003 h 1085850"/>
                <a:gd name="T108" fmla="*/ 2325018 w 600075"/>
                <a:gd name="T109" fmla="*/ 2388300 h 1085850"/>
                <a:gd name="T110" fmla="*/ 2407107 w 600075"/>
                <a:gd name="T111" fmla="*/ 2372906 h 1085850"/>
                <a:gd name="T112" fmla="*/ 2848339 w 600075"/>
                <a:gd name="T113" fmla="*/ 3188675 h 1085850"/>
                <a:gd name="T114" fmla="*/ 2971474 w 600075"/>
                <a:gd name="T115" fmla="*/ 3419550 h 1085850"/>
                <a:gd name="T116" fmla="*/ 3074086 w 600075"/>
                <a:gd name="T117" fmla="*/ 3245109 h 1085850"/>
                <a:gd name="T118" fmla="*/ 3192093 w 600075"/>
                <a:gd name="T119" fmla="*/ 2798749 h 1085850"/>
                <a:gd name="T120" fmla="*/ 3033041 w 600075"/>
                <a:gd name="T121" fmla="*/ 1921412 h 1085850"/>
                <a:gd name="T122" fmla="*/ 2427630 w 600075"/>
                <a:gd name="T123" fmla="*/ 869640 h 1085850"/>
                <a:gd name="T124" fmla="*/ 1227068 w 600075"/>
                <a:gd name="T125" fmla="*/ 38481 h 108585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600075" h="1085850">
                  <a:moveTo>
                    <a:pt x="227806" y="7144"/>
                  </a:moveTo>
                  <a:lnTo>
                    <a:pt x="219234" y="18574"/>
                  </a:lnTo>
                  <a:cubicBezTo>
                    <a:pt x="223044" y="42386"/>
                    <a:pt x="201136" y="56674"/>
                    <a:pt x="183039" y="66199"/>
                  </a:cubicBezTo>
                  <a:cubicBezTo>
                    <a:pt x="172561" y="70961"/>
                    <a:pt x="165894" y="73819"/>
                    <a:pt x="161131" y="73819"/>
                  </a:cubicBezTo>
                  <a:cubicBezTo>
                    <a:pt x="153511" y="73819"/>
                    <a:pt x="147796" y="69056"/>
                    <a:pt x="130651" y="63341"/>
                  </a:cubicBezTo>
                  <a:cubicBezTo>
                    <a:pt x="120174" y="59531"/>
                    <a:pt x="111601" y="57626"/>
                    <a:pt x="105886" y="57626"/>
                  </a:cubicBezTo>
                  <a:cubicBezTo>
                    <a:pt x="83026" y="57626"/>
                    <a:pt x="83979" y="81439"/>
                    <a:pt x="83979" y="113824"/>
                  </a:cubicBezTo>
                  <a:cubicBezTo>
                    <a:pt x="83979" y="136684"/>
                    <a:pt x="82074" y="173831"/>
                    <a:pt x="104934" y="173831"/>
                  </a:cubicBezTo>
                  <a:cubicBezTo>
                    <a:pt x="109696" y="173831"/>
                    <a:pt x="116364" y="171926"/>
                    <a:pt x="124936" y="167164"/>
                  </a:cubicBezTo>
                  <a:cubicBezTo>
                    <a:pt x="136366" y="160496"/>
                    <a:pt x="144939" y="135731"/>
                    <a:pt x="156369" y="135731"/>
                  </a:cubicBezTo>
                  <a:cubicBezTo>
                    <a:pt x="161131" y="135731"/>
                    <a:pt x="166846" y="140494"/>
                    <a:pt x="172561" y="151924"/>
                  </a:cubicBezTo>
                  <a:cubicBezTo>
                    <a:pt x="182086" y="169069"/>
                    <a:pt x="167799" y="191929"/>
                    <a:pt x="157321" y="202406"/>
                  </a:cubicBezTo>
                  <a:cubicBezTo>
                    <a:pt x="128746" y="229076"/>
                    <a:pt x="83979" y="207169"/>
                    <a:pt x="71596" y="252889"/>
                  </a:cubicBezTo>
                  <a:cubicBezTo>
                    <a:pt x="67786" y="266224"/>
                    <a:pt x="73501" y="281464"/>
                    <a:pt x="68739" y="294799"/>
                  </a:cubicBezTo>
                  <a:cubicBezTo>
                    <a:pt x="63024" y="310991"/>
                    <a:pt x="31591" y="335756"/>
                    <a:pt x="43021" y="356711"/>
                  </a:cubicBezTo>
                  <a:cubicBezTo>
                    <a:pt x="48736" y="367189"/>
                    <a:pt x="55404" y="370999"/>
                    <a:pt x="62071" y="370999"/>
                  </a:cubicBezTo>
                  <a:cubicBezTo>
                    <a:pt x="86836" y="370999"/>
                    <a:pt x="118269" y="325279"/>
                    <a:pt x="131604" y="313849"/>
                  </a:cubicBezTo>
                  <a:cubicBezTo>
                    <a:pt x="146844" y="300514"/>
                    <a:pt x="158274" y="295751"/>
                    <a:pt x="167799" y="295751"/>
                  </a:cubicBezTo>
                  <a:cubicBezTo>
                    <a:pt x="179229" y="295751"/>
                    <a:pt x="187801" y="301466"/>
                    <a:pt x="199231" y="308134"/>
                  </a:cubicBezTo>
                  <a:cubicBezTo>
                    <a:pt x="209709" y="313849"/>
                    <a:pt x="221139" y="320516"/>
                    <a:pt x="237331" y="320516"/>
                  </a:cubicBezTo>
                  <a:cubicBezTo>
                    <a:pt x="239236" y="320516"/>
                    <a:pt x="240189" y="320516"/>
                    <a:pt x="242094" y="320516"/>
                  </a:cubicBezTo>
                  <a:cubicBezTo>
                    <a:pt x="268764" y="318611"/>
                    <a:pt x="259239" y="310039"/>
                    <a:pt x="270669" y="291941"/>
                  </a:cubicBezTo>
                  <a:cubicBezTo>
                    <a:pt x="277336" y="280511"/>
                    <a:pt x="270669" y="270034"/>
                    <a:pt x="287814" y="270034"/>
                  </a:cubicBezTo>
                  <a:cubicBezTo>
                    <a:pt x="288766" y="270034"/>
                    <a:pt x="289719" y="270034"/>
                    <a:pt x="290671" y="270034"/>
                  </a:cubicBezTo>
                  <a:cubicBezTo>
                    <a:pt x="301149" y="270986"/>
                    <a:pt x="318294" y="294799"/>
                    <a:pt x="321151" y="304324"/>
                  </a:cubicBezTo>
                  <a:cubicBezTo>
                    <a:pt x="327819" y="333851"/>
                    <a:pt x="303054" y="334804"/>
                    <a:pt x="292576" y="355759"/>
                  </a:cubicBezTo>
                  <a:cubicBezTo>
                    <a:pt x="276384" y="391954"/>
                    <a:pt x="313531" y="391001"/>
                    <a:pt x="326866" y="416719"/>
                  </a:cubicBezTo>
                  <a:cubicBezTo>
                    <a:pt x="315436" y="425291"/>
                    <a:pt x="304006" y="428149"/>
                    <a:pt x="291624" y="428149"/>
                  </a:cubicBezTo>
                  <a:cubicBezTo>
                    <a:pt x="272574" y="428149"/>
                    <a:pt x="252571" y="420529"/>
                    <a:pt x="232569" y="418624"/>
                  </a:cubicBezTo>
                  <a:cubicBezTo>
                    <a:pt x="230664" y="418624"/>
                    <a:pt x="227806" y="418624"/>
                    <a:pt x="225901" y="418624"/>
                  </a:cubicBezTo>
                  <a:cubicBezTo>
                    <a:pt x="223044" y="418624"/>
                    <a:pt x="220186" y="418624"/>
                    <a:pt x="217329" y="418624"/>
                  </a:cubicBezTo>
                  <a:cubicBezTo>
                    <a:pt x="214471" y="418624"/>
                    <a:pt x="211614" y="418624"/>
                    <a:pt x="208756" y="418624"/>
                  </a:cubicBezTo>
                  <a:cubicBezTo>
                    <a:pt x="203041" y="418624"/>
                    <a:pt x="197326" y="417671"/>
                    <a:pt x="191611" y="415766"/>
                  </a:cubicBezTo>
                  <a:cubicBezTo>
                    <a:pt x="174466" y="408146"/>
                    <a:pt x="183039" y="392906"/>
                    <a:pt x="156369" y="390049"/>
                  </a:cubicBezTo>
                  <a:cubicBezTo>
                    <a:pt x="154464" y="390049"/>
                    <a:pt x="152559" y="390049"/>
                    <a:pt x="151606" y="390049"/>
                  </a:cubicBezTo>
                  <a:cubicBezTo>
                    <a:pt x="120174" y="390049"/>
                    <a:pt x="96361" y="420529"/>
                    <a:pt x="68739" y="433864"/>
                  </a:cubicBezTo>
                  <a:cubicBezTo>
                    <a:pt x="31591" y="451961"/>
                    <a:pt x="23019" y="463391"/>
                    <a:pt x="18256" y="501491"/>
                  </a:cubicBezTo>
                  <a:cubicBezTo>
                    <a:pt x="11589" y="551974"/>
                    <a:pt x="-10319" y="627221"/>
                    <a:pt x="35401" y="668179"/>
                  </a:cubicBezTo>
                  <a:cubicBezTo>
                    <a:pt x="48736" y="680561"/>
                    <a:pt x="64929" y="683419"/>
                    <a:pt x="82074" y="683419"/>
                  </a:cubicBezTo>
                  <a:cubicBezTo>
                    <a:pt x="98266" y="683419"/>
                    <a:pt x="114459" y="680561"/>
                    <a:pt x="130651" y="678656"/>
                  </a:cubicBezTo>
                  <a:cubicBezTo>
                    <a:pt x="142081" y="677704"/>
                    <a:pt x="152559" y="676751"/>
                    <a:pt x="162084" y="676751"/>
                  </a:cubicBezTo>
                  <a:cubicBezTo>
                    <a:pt x="193516" y="676751"/>
                    <a:pt x="208756" y="687229"/>
                    <a:pt x="207804" y="731044"/>
                  </a:cubicBezTo>
                  <a:cubicBezTo>
                    <a:pt x="207804" y="758666"/>
                    <a:pt x="204946" y="786289"/>
                    <a:pt x="214471" y="812006"/>
                  </a:cubicBezTo>
                  <a:cubicBezTo>
                    <a:pt x="223996" y="840581"/>
                    <a:pt x="236379" y="860584"/>
                    <a:pt x="233521" y="892016"/>
                  </a:cubicBezTo>
                  <a:cubicBezTo>
                    <a:pt x="228759" y="947261"/>
                    <a:pt x="196374" y="987266"/>
                    <a:pt x="202089" y="1046321"/>
                  </a:cubicBezTo>
                  <a:cubicBezTo>
                    <a:pt x="204946" y="1072039"/>
                    <a:pt x="211614" y="1084421"/>
                    <a:pt x="223044" y="1084421"/>
                  </a:cubicBezTo>
                  <a:cubicBezTo>
                    <a:pt x="231616" y="1084421"/>
                    <a:pt x="243046" y="1075849"/>
                    <a:pt x="256381" y="1060609"/>
                  </a:cubicBezTo>
                  <a:cubicBezTo>
                    <a:pt x="281146" y="1031081"/>
                    <a:pt x="309721" y="1006316"/>
                    <a:pt x="335439" y="977741"/>
                  </a:cubicBezTo>
                  <a:cubicBezTo>
                    <a:pt x="367824" y="942499"/>
                    <a:pt x="395446" y="870109"/>
                    <a:pt x="402114" y="823436"/>
                  </a:cubicBezTo>
                  <a:cubicBezTo>
                    <a:pt x="404971" y="797719"/>
                    <a:pt x="399256" y="771049"/>
                    <a:pt x="404971" y="746284"/>
                  </a:cubicBezTo>
                  <a:cubicBezTo>
                    <a:pt x="411639" y="709136"/>
                    <a:pt x="441166" y="680561"/>
                    <a:pt x="446881" y="645319"/>
                  </a:cubicBezTo>
                  <a:cubicBezTo>
                    <a:pt x="451644" y="617696"/>
                    <a:pt x="440214" y="623411"/>
                    <a:pt x="434499" y="600551"/>
                  </a:cubicBezTo>
                  <a:cubicBezTo>
                    <a:pt x="429736" y="583406"/>
                    <a:pt x="437356" y="563404"/>
                    <a:pt x="444024" y="549116"/>
                  </a:cubicBezTo>
                  <a:cubicBezTo>
                    <a:pt x="451644" y="532924"/>
                    <a:pt x="469741" y="519589"/>
                    <a:pt x="466884" y="499586"/>
                  </a:cubicBezTo>
                  <a:cubicBezTo>
                    <a:pt x="464026" y="477679"/>
                    <a:pt x="435451" y="464344"/>
                    <a:pt x="431641" y="443389"/>
                  </a:cubicBezTo>
                  <a:cubicBezTo>
                    <a:pt x="436404" y="441484"/>
                    <a:pt x="442119" y="440531"/>
                    <a:pt x="446881" y="440531"/>
                  </a:cubicBezTo>
                  <a:cubicBezTo>
                    <a:pt x="497364" y="440531"/>
                    <a:pt x="524034" y="557689"/>
                    <a:pt x="528796" y="591979"/>
                  </a:cubicBezTo>
                  <a:cubicBezTo>
                    <a:pt x="532606" y="618649"/>
                    <a:pt x="542131" y="634841"/>
                    <a:pt x="551656" y="634841"/>
                  </a:cubicBezTo>
                  <a:cubicBezTo>
                    <a:pt x="559276" y="634841"/>
                    <a:pt x="565944" y="625316"/>
                    <a:pt x="570706" y="602456"/>
                  </a:cubicBezTo>
                  <a:cubicBezTo>
                    <a:pt x="576421" y="572929"/>
                    <a:pt x="584994" y="546259"/>
                    <a:pt x="592614" y="519589"/>
                  </a:cubicBezTo>
                  <a:cubicBezTo>
                    <a:pt x="611664" y="448151"/>
                    <a:pt x="594519" y="416719"/>
                    <a:pt x="563086" y="356711"/>
                  </a:cubicBezTo>
                  <a:cubicBezTo>
                    <a:pt x="529749" y="293846"/>
                    <a:pt x="494506" y="219551"/>
                    <a:pt x="450691" y="161449"/>
                  </a:cubicBezTo>
                  <a:cubicBezTo>
                    <a:pt x="393541" y="91916"/>
                    <a:pt x="300196" y="51911"/>
                    <a:pt x="227806" y="7144"/>
                  </a:cubicBezTo>
                </a:path>
              </a:pathLst>
            </a:custGeom>
            <a:solidFill>
              <a:srgbClr val="724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10" name="Freeform: Shape 58">
              <a:extLst>
                <a:ext uri="{FF2B5EF4-FFF2-40B4-BE49-F238E27FC236}">
                  <a16:creationId xmlns:a16="http://schemas.microsoft.com/office/drawing/2014/main" id="{006B4B2C-3C9D-7744-5200-6DEE53E8C4D5}"/>
                </a:ext>
              </a:extLst>
            </p:cNvPr>
            <p:cNvSpPr>
              <a:spLocks/>
            </p:cNvSpPr>
            <p:nvPr/>
          </p:nvSpPr>
          <p:spPr bwMode="ltGray">
            <a:xfrm>
              <a:off x="3991507" y="4180841"/>
              <a:ext cx="1128733" cy="2206164"/>
            </a:xfrm>
            <a:custGeom>
              <a:avLst/>
              <a:gdLst>
                <a:gd name="T0" fmla="*/ 1038774 w 209550"/>
                <a:gd name="T1" fmla="*/ 38481 h 409575"/>
                <a:gd name="T2" fmla="*/ 869466 w 209550"/>
                <a:gd name="T3" fmla="*/ 243706 h 409575"/>
                <a:gd name="T4" fmla="*/ 833550 w 209550"/>
                <a:gd name="T5" fmla="*/ 536148 h 409575"/>
                <a:gd name="T6" fmla="*/ 648848 w 209550"/>
                <a:gd name="T7" fmla="*/ 926074 h 409575"/>
                <a:gd name="T8" fmla="*/ 402579 w 209550"/>
                <a:gd name="T9" fmla="*/ 1392963 h 409575"/>
                <a:gd name="T10" fmla="*/ 58826 w 209550"/>
                <a:gd name="T11" fmla="*/ 1772628 h 409575"/>
                <a:gd name="T12" fmla="*/ 53698 w 209550"/>
                <a:gd name="T13" fmla="*/ 2131771 h 409575"/>
                <a:gd name="T14" fmla="*/ 120393 w 209550"/>
                <a:gd name="T15" fmla="*/ 2193339 h 409575"/>
                <a:gd name="T16" fmla="*/ 151176 w 209550"/>
                <a:gd name="T17" fmla="*/ 2183078 h 409575"/>
                <a:gd name="T18" fmla="*/ 228138 w 209550"/>
                <a:gd name="T19" fmla="*/ 2111249 h 409575"/>
                <a:gd name="T20" fmla="*/ 376923 w 209550"/>
                <a:gd name="T21" fmla="*/ 1895763 h 409575"/>
                <a:gd name="T22" fmla="*/ 879722 w 209550"/>
                <a:gd name="T23" fmla="*/ 1023559 h 409575"/>
                <a:gd name="T24" fmla="*/ 1074691 w 209550"/>
                <a:gd name="T25" fmla="*/ 105176 h 409575"/>
                <a:gd name="T26" fmla="*/ 1038774 w 209550"/>
                <a:gd name="T27" fmla="*/ 38481 h 40957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09550" h="409575">
                  <a:moveTo>
                    <a:pt x="192849" y="7144"/>
                  </a:moveTo>
                  <a:cubicBezTo>
                    <a:pt x="187134" y="24289"/>
                    <a:pt x="168084" y="30004"/>
                    <a:pt x="161417" y="45244"/>
                  </a:cubicBezTo>
                  <a:cubicBezTo>
                    <a:pt x="156654" y="58579"/>
                    <a:pt x="157606" y="84296"/>
                    <a:pt x="154749" y="99536"/>
                  </a:cubicBezTo>
                  <a:cubicBezTo>
                    <a:pt x="149034" y="131921"/>
                    <a:pt x="137604" y="144304"/>
                    <a:pt x="120459" y="171926"/>
                  </a:cubicBezTo>
                  <a:cubicBezTo>
                    <a:pt x="102361" y="199549"/>
                    <a:pt x="96646" y="233839"/>
                    <a:pt x="74739" y="258604"/>
                  </a:cubicBezTo>
                  <a:cubicBezTo>
                    <a:pt x="53784" y="282416"/>
                    <a:pt x="19494" y="295751"/>
                    <a:pt x="10921" y="329089"/>
                  </a:cubicBezTo>
                  <a:cubicBezTo>
                    <a:pt x="7111" y="341471"/>
                    <a:pt x="5206" y="383381"/>
                    <a:pt x="9969" y="395764"/>
                  </a:cubicBezTo>
                  <a:cubicBezTo>
                    <a:pt x="13779" y="403384"/>
                    <a:pt x="17589" y="407194"/>
                    <a:pt x="22351" y="407194"/>
                  </a:cubicBezTo>
                  <a:cubicBezTo>
                    <a:pt x="24256" y="407194"/>
                    <a:pt x="26161" y="406241"/>
                    <a:pt x="28066" y="405289"/>
                  </a:cubicBezTo>
                  <a:cubicBezTo>
                    <a:pt x="32829" y="401479"/>
                    <a:pt x="37591" y="396716"/>
                    <a:pt x="42354" y="391954"/>
                  </a:cubicBezTo>
                  <a:cubicBezTo>
                    <a:pt x="52831" y="379571"/>
                    <a:pt x="62356" y="362426"/>
                    <a:pt x="69976" y="351949"/>
                  </a:cubicBezTo>
                  <a:cubicBezTo>
                    <a:pt x="106171" y="300514"/>
                    <a:pt x="131889" y="243364"/>
                    <a:pt x="163321" y="190024"/>
                  </a:cubicBezTo>
                  <a:cubicBezTo>
                    <a:pt x="195706" y="135731"/>
                    <a:pt x="218567" y="82391"/>
                    <a:pt x="199517" y="19526"/>
                  </a:cubicBezTo>
                  <a:lnTo>
                    <a:pt x="192849" y="7144"/>
                  </a:lnTo>
                  <a:close/>
                </a:path>
              </a:pathLst>
            </a:custGeom>
            <a:solidFill>
              <a:srgbClr val="724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11" name="Freeform: Shape 59">
              <a:extLst>
                <a:ext uri="{FF2B5EF4-FFF2-40B4-BE49-F238E27FC236}">
                  <a16:creationId xmlns:a16="http://schemas.microsoft.com/office/drawing/2014/main" id="{43611465-E664-9B56-8BA4-BB388B94DBE4}"/>
                </a:ext>
              </a:extLst>
            </p:cNvPr>
            <p:cNvSpPr>
              <a:spLocks/>
            </p:cNvSpPr>
            <p:nvPr/>
          </p:nvSpPr>
          <p:spPr bwMode="ltGray">
            <a:xfrm>
              <a:off x="3811259" y="4868343"/>
              <a:ext cx="359144" cy="718287"/>
            </a:xfrm>
            <a:custGeom>
              <a:avLst/>
              <a:gdLst>
                <a:gd name="T0" fmla="*/ 367342 w 66675"/>
                <a:gd name="T1" fmla="*/ 38481 h 133350"/>
                <a:gd name="T2" fmla="*/ 300641 w 66675"/>
                <a:gd name="T3" fmla="*/ 141093 h 133350"/>
                <a:gd name="T4" fmla="*/ 44110 w 66675"/>
                <a:gd name="T5" fmla="*/ 720851 h 133350"/>
                <a:gd name="T6" fmla="*/ 367342 w 66675"/>
                <a:gd name="T7" fmla="*/ 38481 h 1333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675" h="133350">
                  <a:moveTo>
                    <a:pt x="68197" y="7144"/>
                  </a:moveTo>
                  <a:lnTo>
                    <a:pt x="55814" y="26194"/>
                  </a:lnTo>
                  <a:cubicBezTo>
                    <a:pt x="46289" y="54769"/>
                    <a:pt x="-383" y="106204"/>
                    <a:pt x="8189" y="133826"/>
                  </a:cubicBezTo>
                  <a:cubicBezTo>
                    <a:pt x="66292" y="124301"/>
                    <a:pt x="68197" y="53816"/>
                    <a:pt x="68197" y="7144"/>
                  </a:cubicBezTo>
                </a:path>
              </a:pathLst>
            </a:custGeom>
            <a:solidFill>
              <a:srgbClr val="724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</p:grpSp>
      <p:grpSp>
        <p:nvGrpSpPr>
          <p:cNvPr id="12" name="Group 60">
            <a:extLst>
              <a:ext uri="{FF2B5EF4-FFF2-40B4-BE49-F238E27FC236}">
                <a16:creationId xmlns:a16="http://schemas.microsoft.com/office/drawing/2014/main" id="{C176B05B-4562-5A83-8B60-EFBE653A9B56}"/>
              </a:ext>
            </a:extLst>
          </p:cNvPr>
          <p:cNvGrpSpPr>
            <a:grpSpLocks/>
          </p:cNvGrpSpPr>
          <p:nvPr/>
        </p:nvGrpSpPr>
        <p:grpSpPr bwMode="auto">
          <a:xfrm>
            <a:off x="366326" y="2352523"/>
            <a:ext cx="2341563" cy="2874962"/>
            <a:chOff x="1079701" y="3783439"/>
            <a:chExt cx="2341873" cy="2873794"/>
          </a:xfrm>
        </p:grpSpPr>
        <p:grpSp>
          <p:nvGrpSpPr>
            <p:cNvPr id="13" name="Group 61">
              <a:extLst>
                <a:ext uri="{FF2B5EF4-FFF2-40B4-BE49-F238E27FC236}">
                  <a16:creationId xmlns:a16="http://schemas.microsoft.com/office/drawing/2014/main" id="{29A4DBED-F17B-A1E6-1D69-59FB4C3E153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80710" y="3783439"/>
              <a:ext cx="2339854" cy="1263353"/>
              <a:chOff x="9710941" y="4308631"/>
              <a:chExt cx="1770558" cy="955974"/>
            </a:xfrm>
          </p:grpSpPr>
          <p:grpSp>
            <p:nvGrpSpPr>
              <p:cNvPr id="15" name="Group 14">
                <a:extLst>
                  <a:ext uri="{FF2B5EF4-FFF2-40B4-BE49-F238E27FC236}">
                    <a16:creationId xmlns:a16="http://schemas.microsoft.com/office/drawing/2014/main" id="{35B8D296-113A-064E-4B30-366FA60C2046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9710941" y="4308631"/>
                <a:ext cx="1770558" cy="681805"/>
                <a:chOff x="2078951" y="1888610"/>
                <a:chExt cx="8030200" cy="3092248"/>
              </a:xfrm>
              <a:solidFill>
                <a:schemeClr val="bg1"/>
              </a:solidFill>
            </p:grpSpPr>
            <p:sp>
              <p:nvSpPr>
                <p:cNvPr id="17" name="Freeform: Shape 11">
                  <a:extLst>
                    <a:ext uri="{FF2B5EF4-FFF2-40B4-BE49-F238E27FC236}">
                      <a16:creationId xmlns:a16="http://schemas.microsoft.com/office/drawing/2014/main" id="{941642EC-1C1B-D370-D879-CE3C8DB8597C}"/>
                    </a:ext>
                  </a:extLst>
                </p:cNvPr>
                <p:cNvSpPr/>
                <p:nvPr/>
              </p:nvSpPr>
              <p:spPr>
                <a:xfrm>
                  <a:off x="2078951" y="2872694"/>
                  <a:ext cx="951880" cy="652717"/>
                </a:xfrm>
                <a:custGeom>
                  <a:avLst/>
                  <a:gdLst>
                    <a:gd name="connsiteX0" fmla="*/ 903041 w 951880"/>
                    <a:gd name="connsiteY0" fmla="*/ 330574 h 652717"/>
                    <a:gd name="connsiteX1" fmla="*/ 780656 w 951880"/>
                    <a:gd name="connsiteY1" fmla="*/ 379528 h 652717"/>
                    <a:gd name="connsiteX2" fmla="*/ 598439 w 951880"/>
                    <a:gd name="connsiteY2" fmla="*/ 311537 h 652717"/>
                    <a:gd name="connsiteX3" fmla="*/ 505970 w 951880"/>
                    <a:gd name="connsiteY3" fmla="*/ 164675 h 652717"/>
                    <a:gd name="connsiteX4" fmla="*/ 266640 w 951880"/>
                    <a:gd name="connsiteY4" fmla="*/ 61329 h 652717"/>
                    <a:gd name="connsiteX5" fmla="*/ 103461 w 951880"/>
                    <a:gd name="connsiteY5" fmla="*/ 458398 h 652717"/>
                    <a:gd name="connsiteX6" fmla="*/ 756179 w 951880"/>
                    <a:gd name="connsiteY6" fmla="*/ 485595 h 652717"/>
                    <a:gd name="connsiteX7" fmla="*/ 903041 w 951880"/>
                    <a:gd name="connsiteY7" fmla="*/ 330574 h 652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951880" h="652717">
                      <a:moveTo>
                        <a:pt x="903041" y="330574"/>
                      </a:moveTo>
                      <a:cubicBezTo>
                        <a:pt x="867685" y="363210"/>
                        <a:pt x="813292" y="374089"/>
                        <a:pt x="780656" y="379528"/>
                      </a:cubicBezTo>
                      <a:cubicBezTo>
                        <a:pt x="712664" y="387687"/>
                        <a:pt x="641953" y="365930"/>
                        <a:pt x="598439" y="311537"/>
                      </a:cubicBezTo>
                      <a:cubicBezTo>
                        <a:pt x="563083" y="268022"/>
                        <a:pt x="544046" y="210910"/>
                        <a:pt x="505970" y="164675"/>
                      </a:cubicBezTo>
                      <a:cubicBezTo>
                        <a:pt x="448858" y="93964"/>
                        <a:pt x="359109" y="45011"/>
                        <a:pt x="266640" y="61329"/>
                      </a:cubicBezTo>
                      <a:cubicBezTo>
                        <a:pt x="81704" y="93964"/>
                        <a:pt x="114" y="308817"/>
                        <a:pt x="103461" y="458398"/>
                      </a:cubicBezTo>
                      <a:cubicBezTo>
                        <a:pt x="253042" y="670531"/>
                        <a:pt x="584840" y="635176"/>
                        <a:pt x="756179" y="485595"/>
                      </a:cubicBezTo>
                      <a:cubicBezTo>
                        <a:pt x="813292" y="442080"/>
                        <a:pt x="862246" y="390407"/>
                        <a:pt x="903041" y="330574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18" name="Freeform: Shape 12">
                  <a:extLst>
                    <a:ext uri="{FF2B5EF4-FFF2-40B4-BE49-F238E27FC236}">
                      <a16:creationId xmlns:a16="http://schemas.microsoft.com/office/drawing/2014/main" id="{54246748-4F19-E66B-BDE0-BDE558E77C95}"/>
                    </a:ext>
                  </a:extLst>
                </p:cNvPr>
                <p:cNvSpPr/>
                <p:nvPr/>
              </p:nvSpPr>
              <p:spPr>
                <a:xfrm>
                  <a:off x="9151831" y="2872694"/>
                  <a:ext cx="951880" cy="652717"/>
                </a:xfrm>
                <a:custGeom>
                  <a:avLst/>
                  <a:gdLst>
                    <a:gd name="connsiteX0" fmla="*/ 58178 w 951880"/>
                    <a:gd name="connsiteY0" fmla="*/ 330574 h 652717"/>
                    <a:gd name="connsiteX1" fmla="*/ 180563 w 951880"/>
                    <a:gd name="connsiteY1" fmla="*/ 379528 h 652717"/>
                    <a:gd name="connsiteX2" fmla="*/ 362780 w 951880"/>
                    <a:gd name="connsiteY2" fmla="*/ 311537 h 652717"/>
                    <a:gd name="connsiteX3" fmla="*/ 455249 w 951880"/>
                    <a:gd name="connsiteY3" fmla="*/ 164675 h 652717"/>
                    <a:gd name="connsiteX4" fmla="*/ 694578 w 951880"/>
                    <a:gd name="connsiteY4" fmla="*/ 61329 h 652717"/>
                    <a:gd name="connsiteX5" fmla="*/ 857758 w 951880"/>
                    <a:gd name="connsiteY5" fmla="*/ 458398 h 652717"/>
                    <a:gd name="connsiteX6" fmla="*/ 205040 w 951880"/>
                    <a:gd name="connsiteY6" fmla="*/ 485595 h 652717"/>
                    <a:gd name="connsiteX7" fmla="*/ 58178 w 951880"/>
                    <a:gd name="connsiteY7" fmla="*/ 330574 h 652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951880" h="652717">
                      <a:moveTo>
                        <a:pt x="58178" y="330574"/>
                      </a:moveTo>
                      <a:cubicBezTo>
                        <a:pt x="96253" y="363210"/>
                        <a:pt x="147927" y="374089"/>
                        <a:pt x="180563" y="379528"/>
                      </a:cubicBezTo>
                      <a:cubicBezTo>
                        <a:pt x="248554" y="387687"/>
                        <a:pt x="319266" y="365930"/>
                        <a:pt x="362780" y="311537"/>
                      </a:cubicBezTo>
                      <a:cubicBezTo>
                        <a:pt x="398136" y="268022"/>
                        <a:pt x="417174" y="210910"/>
                        <a:pt x="455249" y="164675"/>
                      </a:cubicBezTo>
                      <a:cubicBezTo>
                        <a:pt x="512362" y="93964"/>
                        <a:pt x="602110" y="45011"/>
                        <a:pt x="694578" y="61329"/>
                      </a:cubicBezTo>
                      <a:cubicBezTo>
                        <a:pt x="879515" y="93964"/>
                        <a:pt x="961105" y="308817"/>
                        <a:pt x="857758" y="458398"/>
                      </a:cubicBezTo>
                      <a:cubicBezTo>
                        <a:pt x="708176" y="670531"/>
                        <a:pt x="376379" y="635176"/>
                        <a:pt x="205040" y="485595"/>
                      </a:cubicBezTo>
                      <a:cubicBezTo>
                        <a:pt x="150646" y="442080"/>
                        <a:pt x="101693" y="390407"/>
                        <a:pt x="58178" y="330574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19" name="Freeform: Shape 13">
                  <a:extLst>
                    <a:ext uri="{FF2B5EF4-FFF2-40B4-BE49-F238E27FC236}">
                      <a16:creationId xmlns:a16="http://schemas.microsoft.com/office/drawing/2014/main" id="{66BD1AA0-81AD-C363-4FDB-DE8283740B5A}"/>
                    </a:ext>
                  </a:extLst>
                </p:cNvPr>
                <p:cNvSpPr/>
                <p:nvPr/>
              </p:nvSpPr>
              <p:spPr>
                <a:xfrm>
                  <a:off x="8001294" y="2010994"/>
                  <a:ext cx="734308" cy="299162"/>
                </a:xfrm>
                <a:custGeom>
                  <a:avLst/>
                  <a:gdLst>
                    <a:gd name="connsiteX0" fmla="*/ 596792 w 734307"/>
                    <a:gd name="connsiteY0" fmla="*/ 58178 h 299162"/>
                    <a:gd name="connsiteX1" fmla="*/ 148048 w 734307"/>
                    <a:gd name="connsiteY1" fmla="*/ 58178 h 299162"/>
                    <a:gd name="connsiteX2" fmla="*/ 58299 w 734307"/>
                    <a:gd name="connsiteY2" fmla="*/ 150646 h 299162"/>
                    <a:gd name="connsiteX3" fmla="*/ 148048 w 734307"/>
                    <a:gd name="connsiteY3" fmla="*/ 251274 h 299162"/>
                    <a:gd name="connsiteX4" fmla="*/ 596792 w 734307"/>
                    <a:gd name="connsiteY4" fmla="*/ 251274 h 299162"/>
                    <a:gd name="connsiteX5" fmla="*/ 686541 w 734307"/>
                    <a:gd name="connsiteY5" fmla="*/ 158805 h 299162"/>
                    <a:gd name="connsiteX6" fmla="*/ 596792 w 734307"/>
                    <a:gd name="connsiteY6" fmla="*/ 58178 h 2991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34307" h="299162">
                      <a:moveTo>
                        <a:pt x="596792" y="58178"/>
                      </a:moveTo>
                      <a:cubicBezTo>
                        <a:pt x="591353" y="58178"/>
                        <a:pt x="153487" y="58178"/>
                        <a:pt x="148048" y="58178"/>
                      </a:cubicBezTo>
                      <a:cubicBezTo>
                        <a:pt x="99094" y="60898"/>
                        <a:pt x="61019" y="104412"/>
                        <a:pt x="58299" y="150646"/>
                      </a:cubicBezTo>
                      <a:cubicBezTo>
                        <a:pt x="55580" y="199600"/>
                        <a:pt x="99094" y="248554"/>
                        <a:pt x="148048" y="251274"/>
                      </a:cubicBezTo>
                      <a:cubicBezTo>
                        <a:pt x="153487" y="251274"/>
                        <a:pt x="591353" y="251274"/>
                        <a:pt x="596792" y="251274"/>
                      </a:cubicBezTo>
                      <a:cubicBezTo>
                        <a:pt x="645746" y="248554"/>
                        <a:pt x="683821" y="205040"/>
                        <a:pt x="686541" y="158805"/>
                      </a:cubicBezTo>
                      <a:cubicBezTo>
                        <a:pt x="689260" y="109852"/>
                        <a:pt x="648465" y="60898"/>
                        <a:pt x="596792" y="58178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20" name="Freeform: Shape 14">
                  <a:extLst>
                    <a:ext uri="{FF2B5EF4-FFF2-40B4-BE49-F238E27FC236}">
                      <a16:creationId xmlns:a16="http://schemas.microsoft.com/office/drawing/2014/main" id="{B0A56AA8-34C8-D3BC-ACE1-0C5440436072}"/>
                    </a:ext>
                  </a:extLst>
                </p:cNvPr>
                <p:cNvSpPr/>
                <p:nvPr/>
              </p:nvSpPr>
              <p:spPr>
                <a:xfrm>
                  <a:off x="4920042" y="2277520"/>
                  <a:ext cx="1006274" cy="951879"/>
                </a:xfrm>
                <a:custGeom>
                  <a:avLst/>
                  <a:gdLst>
                    <a:gd name="connsiteX0" fmla="*/ 884954 w 1006273"/>
                    <a:gd name="connsiteY0" fmla="*/ 746251 h 951879"/>
                    <a:gd name="connsiteX1" fmla="*/ 874076 w 1006273"/>
                    <a:gd name="connsiteY1" fmla="*/ 670101 h 951879"/>
                    <a:gd name="connsiteX2" fmla="*/ 874076 w 1006273"/>
                    <a:gd name="connsiteY2" fmla="*/ 536837 h 951879"/>
                    <a:gd name="connsiteX3" fmla="*/ 689139 w 1006273"/>
                    <a:gd name="connsiteY3" fmla="*/ 88094 h 951879"/>
                    <a:gd name="connsiteX4" fmla="*/ 428052 w 1006273"/>
                    <a:gd name="connsiteY4" fmla="*/ 253993 h 951879"/>
                    <a:gd name="connsiteX5" fmla="*/ 196881 w 1006273"/>
                    <a:gd name="connsiteY5" fmla="*/ 58178 h 951879"/>
                    <a:gd name="connsiteX6" fmla="*/ 58178 w 1006273"/>
                    <a:gd name="connsiteY6" fmla="*/ 128889 h 951879"/>
                    <a:gd name="connsiteX7" fmla="*/ 142488 w 1006273"/>
                    <a:gd name="connsiteY7" fmla="*/ 273031 h 951879"/>
                    <a:gd name="connsiteX8" fmla="*/ 142488 w 1006273"/>
                    <a:gd name="connsiteY8" fmla="*/ 757130 h 951879"/>
                    <a:gd name="connsiteX9" fmla="*/ 283910 w 1006273"/>
                    <a:gd name="connsiteY9" fmla="*/ 895832 h 951879"/>
                    <a:gd name="connsiteX10" fmla="*/ 428052 w 1006273"/>
                    <a:gd name="connsiteY10" fmla="*/ 757130 h 951879"/>
                    <a:gd name="connsiteX11" fmla="*/ 428052 w 1006273"/>
                    <a:gd name="connsiteY11" fmla="*/ 400855 h 951879"/>
                    <a:gd name="connsiteX12" fmla="*/ 523240 w 1006273"/>
                    <a:gd name="connsiteY12" fmla="*/ 283910 h 951879"/>
                    <a:gd name="connsiteX13" fmla="*/ 591231 w 1006273"/>
                    <a:gd name="connsiteY13" fmla="*/ 354621 h 951879"/>
                    <a:gd name="connsiteX14" fmla="*/ 591231 w 1006273"/>
                    <a:gd name="connsiteY14" fmla="*/ 697297 h 951879"/>
                    <a:gd name="connsiteX15" fmla="*/ 593951 w 1006273"/>
                    <a:gd name="connsiteY15" fmla="*/ 729933 h 951879"/>
                    <a:gd name="connsiteX16" fmla="*/ 610269 w 1006273"/>
                    <a:gd name="connsiteY16" fmla="*/ 778887 h 951879"/>
                    <a:gd name="connsiteX17" fmla="*/ 822402 w 1006273"/>
                    <a:gd name="connsiteY17" fmla="*/ 893112 h 951879"/>
                    <a:gd name="connsiteX18" fmla="*/ 961105 w 1006273"/>
                    <a:gd name="connsiteY18" fmla="*/ 822401 h 951879"/>
                    <a:gd name="connsiteX19" fmla="*/ 884954 w 1006273"/>
                    <a:gd name="connsiteY19" fmla="*/ 746251 h 9518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006273" h="951879">
                      <a:moveTo>
                        <a:pt x="884954" y="746251"/>
                      </a:moveTo>
                      <a:cubicBezTo>
                        <a:pt x="879515" y="721774"/>
                        <a:pt x="876795" y="694578"/>
                        <a:pt x="874076" y="670101"/>
                      </a:cubicBezTo>
                      <a:cubicBezTo>
                        <a:pt x="874076" y="634745"/>
                        <a:pt x="874076" y="583072"/>
                        <a:pt x="874076" y="536837"/>
                      </a:cubicBezTo>
                      <a:cubicBezTo>
                        <a:pt x="879515" y="373658"/>
                        <a:pt x="909431" y="88094"/>
                        <a:pt x="689139" y="88094"/>
                      </a:cubicBezTo>
                      <a:cubicBezTo>
                        <a:pt x="539558" y="88094"/>
                        <a:pt x="452529" y="213199"/>
                        <a:pt x="428052" y="253993"/>
                      </a:cubicBezTo>
                      <a:cubicBezTo>
                        <a:pt x="425332" y="139768"/>
                        <a:pt x="335583" y="58178"/>
                        <a:pt x="196881" y="58178"/>
                      </a:cubicBezTo>
                      <a:cubicBezTo>
                        <a:pt x="109852" y="58178"/>
                        <a:pt x="58178" y="128889"/>
                        <a:pt x="58178" y="128889"/>
                      </a:cubicBezTo>
                      <a:cubicBezTo>
                        <a:pt x="58178" y="128889"/>
                        <a:pt x="142488" y="158805"/>
                        <a:pt x="142488" y="273031"/>
                      </a:cubicBezTo>
                      <a:cubicBezTo>
                        <a:pt x="142488" y="354621"/>
                        <a:pt x="142488" y="757130"/>
                        <a:pt x="142488" y="757130"/>
                      </a:cubicBezTo>
                      <a:cubicBezTo>
                        <a:pt x="145207" y="827841"/>
                        <a:pt x="194161" y="895832"/>
                        <a:pt x="283910" y="895832"/>
                      </a:cubicBezTo>
                      <a:cubicBezTo>
                        <a:pt x="373659" y="895832"/>
                        <a:pt x="428052" y="827841"/>
                        <a:pt x="428052" y="757130"/>
                      </a:cubicBezTo>
                      <a:lnTo>
                        <a:pt x="428052" y="400855"/>
                      </a:lnTo>
                      <a:cubicBezTo>
                        <a:pt x="441650" y="343742"/>
                        <a:pt x="474286" y="283910"/>
                        <a:pt x="523240" y="283910"/>
                      </a:cubicBezTo>
                      <a:cubicBezTo>
                        <a:pt x="585792" y="283910"/>
                        <a:pt x="591231" y="354621"/>
                        <a:pt x="591231" y="354621"/>
                      </a:cubicBezTo>
                      <a:lnTo>
                        <a:pt x="591231" y="697297"/>
                      </a:lnTo>
                      <a:cubicBezTo>
                        <a:pt x="591231" y="708176"/>
                        <a:pt x="593951" y="719054"/>
                        <a:pt x="593951" y="729933"/>
                      </a:cubicBezTo>
                      <a:cubicBezTo>
                        <a:pt x="596671" y="748971"/>
                        <a:pt x="602110" y="765289"/>
                        <a:pt x="610269" y="778887"/>
                      </a:cubicBezTo>
                      <a:cubicBezTo>
                        <a:pt x="645624" y="846878"/>
                        <a:pt x="719055" y="893112"/>
                        <a:pt x="822402" y="893112"/>
                      </a:cubicBezTo>
                      <a:cubicBezTo>
                        <a:pt x="909431" y="893112"/>
                        <a:pt x="961105" y="822401"/>
                        <a:pt x="961105" y="822401"/>
                      </a:cubicBezTo>
                      <a:cubicBezTo>
                        <a:pt x="961105" y="822401"/>
                        <a:pt x="909431" y="808803"/>
                        <a:pt x="884954" y="746251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21" name="Freeform: Shape 15">
                  <a:extLst>
                    <a:ext uri="{FF2B5EF4-FFF2-40B4-BE49-F238E27FC236}">
                      <a16:creationId xmlns:a16="http://schemas.microsoft.com/office/drawing/2014/main" id="{A72781AD-20AC-A9A5-2168-B4684A67B9CD}"/>
                    </a:ext>
                  </a:extLst>
                </p:cNvPr>
                <p:cNvSpPr/>
                <p:nvPr/>
              </p:nvSpPr>
              <p:spPr>
                <a:xfrm>
                  <a:off x="7552331" y="1888610"/>
                  <a:ext cx="489539" cy="1332631"/>
                </a:xfrm>
                <a:custGeom>
                  <a:avLst/>
                  <a:gdLst>
                    <a:gd name="connsiteX0" fmla="*/ 368560 w 489538"/>
                    <a:gd name="connsiteY0" fmla="*/ 1135162 h 1332630"/>
                    <a:gd name="connsiteX1" fmla="*/ 357681 w 489538"/>
                    <a:gd name="connsiteY1" fmla="*/ 1059011 h 1332630"/>
                    <a:gd name="connsiteX2" fmla="*/ 357681 w 489538"/>
                    <a:gd name="connsiteY2" fmla="*/ 207759 h 1332630"/>
                    <a:gd name="connsiteX3" fmla="*/ 208099 w 489538"/>
                    <a:gd name="connsiteY3" fmla="*/ 58178 h 1332630"/>
                    <a:gd name="connsiteX4" fmla="*/ 58518 w 489538"/>
                    <a:gd name="connsiteY4" fmla="*/ 207759 h 1332630"/>
                    <a:gd name="connsiteX5" fmla="*/ 58518 w 489538"/>
                    <a:gd name="connsiteY5" fmla="*/ 961104 h 1332630"/>
                    <a:gd name="connsiteX6" fmla="*/ 85715 w 489538"/>
                    <a:gd name="connsiteY6" fmla="*/ 1159639 h 1332630"/>
                    <a:gd name="connsiteX7" fmla="*/ 306007 w 489538"/>
                    <a:gd name="connsiteY7" fmla="*/ 1282023 h 1332630"/>
                    <a:gd name="connsiteX8" fmla="*/ 444710 w 489538"/>
                    <a:gd name="connsiteY8" fmla="*/ 1211312 h 1332630"/>
                    <a:gd name="connsiteX9" fmla="*/ 368560 w 489538"/>
                    <a:gd name="connsiteY9" fmla="*/ 1135162 h 13326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89538" h="1332630">
                      <a:moveTo>
                        <a:pt x="368560" y="1135162"/>
                      </a:moveTo>
                      <a:cubicBezTo>
                        <a:pt x="363120" y="1110685"/>
                        <a:pt x="357681" y="1083488"/>
                        <a:pt x="357681" y="1059011"/>
                      </a:cubicBezTo>
                      <a:lnTo>
                        <a:pt x="357681" y="207759"/>
                      </a:lnTo>
                      <a:cubicBezTo>
                        <a:pt x="357681" y="126170"/>
                        <a:pt x="289689" y="58178"/>
                        <a:pt x="208099" y="58178"/>
                      </a:cubicBezTo>
                      <a:cubicBezTo>
                        <a:pt x="126510" y="58178"/>
                        <a:pt x="58518" y="126170"/>
                        <a:pt x="58518" y="207759"/>
                      </a:cubicBezTo>
                      <a:lnTo>
                        <a:pt x="58518" y="961104"/>
                      </a:lnTo>
                      <a:cubicBezTo>
                        <a:pt x="58518" y="1029095"/>
                        <a:pt x="53079" y="1097086"/>
                        <a:pt x="85715" y="1159639"/>
                      </a:cubicBezTo>
                      <a:cubicBezTo>
                        <a:pt x="118351" y="1227630"/>
                        <a:pt x="202660" y="1282023"/>
                        <a:pt x="306007" y="1282023"/>
                      </a:cubicBezTo>
                      <a:cubicBezTo>
                        <a:pt x="393036" y="1282023"/>
                        <a:pt x="444710" y="1211312"/>
                        <a:pt x="444710" y="1211312"/>
                      </a:cubicBezTo>
                      <a:cubicBezTo>
                        <a:pt x="444710" y="1211312"/>
                        <a:pt x="393036" y="1197714"/>
                        <a:pt x="368560" y="1135162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22" name="Freeform: Shape 16">
                  <a:extLst>
                    <a:ext uri="{FF2B5EF4-FFF2-40B4-BE49-F238E27FC236}">
                      <a16:creationId xmlns:a16="http://schemas.microsoft.com/office/drawing/2014/main" id="{42C30DC6-BDF6-7BE9-B098-0F13C05F7987}"/>
                    </a:ext>
                  </a:extLst>
                </p:cNvPr>
                <p:cNvSpPr/>
                <p:nvPr/>
              </p:nvSpPr>
              <p:spPr>
                <a:xfrm>
                  <a:off x="4162324" y="2357456"/>
                  <a:ext cx="815899" cy="815898"/>
                </a:xfrm>
                <a:custGeom>
                  <a:avLst/>
                  <a:gdLst>
                    <a:gd name="connsiteX0" fmla="*/ 407949 w 815899"/>
                    <a:gd name="connsiteY0" fmla="*/ 174058 h 815898"/>
                    <a:gd name="connsiteX1" fmla="*/ 293723 w 815899"/>
                    <a:gd name="connsiteY1" fmla="*/ 407950 h 815898"/>
                    <a:gd name="connsiteX2" fmla="*/ 410669 w 815899"/>
                    <a:gd name="connsiteY2" fmla="*/ 641840 h 815898"/>
                    <a:gd name="connsiteX3" fmla="*/ 522175 w 815899"/>
                    <a:gd name="connsiteY3" fmla="*/ 407950 h 815898"/>
                    <a:gd name="connsiteX4" fmla="*/ 407949 w 815899"/>
                    <a:gd name="connsiteY4" fmla="*/ 174058 h 815898"/>
                    <a:gd name="connsiteX5" fmla="*/ 407950 w 815899"/>
                    <a:gd name="connsiteY5" fmla="*/ 0 h 815898"/>
                    <a:gd name="connsiteX6" fmla="*/ 815899 w 815899"/>
                    <a:gd name="connsiteY6" fmla="*/ 407949 h 815898"/>
                    <a:gd name="connsiteX7" fmla="*/ 407950 w 815899"/>
                    <a:gd name="connsiteY7" fmla="*/ 815898 h 815898"/>
                    <a:gd name="connsiteX8" fmla="*/ 0 w 815899"/>
                    <a:gd name="connsiteY8" fmla="*/ 407949 h 815898"/>
                    <a:gd name="connsiteX9" fmla="*/ 407950 w 815899"/>
                    <a:gd name="connsiteY9" fmla="*/ 0 h 8158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15899" h="815898">
                      <a:moveTo>
                        <a:pt x="407949" y="174058"/>
                      </a:moveTo>
                      <a:cubicBezTo>
                        <a:pt x="342677" y="174058"/>
                        <a:pt x="293723" y="263807"/>
                        <a:pt x="293723" y="407950"/>
                      </a:cubicBezTo>
                      <a:cubicBezTo>
                        <a:pt x="293723" y="552091"/>
                        <a:pt x="331799" y="639120"/>
                        <a:pt x="410669" y="641840"/>
                      </a:cubicBezTo>
                      <a:cubicBezTo>
                        <a:pt x="489539" y="641840"/>
                        <a:pt x="527614" y="552091"/>
                        <a:pt x="522175" y="407950"/>
                      </a:cubicBezTo>
                      <a:cubicBezTo>
                        <a:pt x="522175" y="263807"/>
                        <a:pt x="473221" y="176778"/>
                        <a:pt x="407949" y="174058"/>
                      </a:cubicBezTo>
                      <a:close/>
                      <a:moveTo>
                        <a:pt x="407950" y="0"/>
                      </a:moveTo>
                      <a:cubicBezTo>
                        <a:pt x="633682" y="0"/>
                        <a:pt x="815899" y="182217"/>
                        <a:pt x="815899" y="407949"/>
                      </a:cubicBezTo>
                      <a:cubicBezTo>
                        <a:pt x="815899" y="633681"/>
                        <a:pt x="633682" y="815898"/>
                        <a:pt x="407950" y="815898"/>
                      </a:cubicBezTo>
                      <a:cubicBezTo>
                        <a:pt x="182218" y="815898"/>
                        <a:pt x="0" y="633681"/>
                        <a:pt x="0" y="407949"/>
                      </a:cubicBezTo>
                      <a:cubicBezTo>
                        <a:pt x="0" y="182217"/>
                        <a:pt x="182218" y="0"/>
                        <a:pt x="407950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23" name="Freeform: Shape 17">
                  <a:extLst>
                    <a:ext uri="{FF2B5EF4-FFF2-40B4-BE49-F238E27FC236}">
                      <a16:creationId xmlns:a16="http://schemas.microsoft.com/office/drawing/2014/main" id="{3A8EBCE6-B70F-B921-5445-8EAE067FDFFF}"/>
                    </a:ext>
                  </a:extLst>
                </p:cNvPr>
                <p:cNvSpPr/>
                <p:nvPr/>
              </p:nvSpPr>
              <p:spPr>
                <a:xfrm>
                  <a:off x="5884871" y="1946788"/>
                  <a:ext cx="912802" cy="1223846"/>
                </a:xfrm>
                <a:custGeom>
                  <a:avLst/>
                  <a:gdLst>
                    <a:gd name="connsiteX0" fmla="*/ 387907 w 912802"/>
                    <a:gd name="connsiteY0" fmla="*/ 620081 h 1223846"/>
                    <a:gd name="connsiteX1" fmla="*/ 273681 w 912802"/>
                    <a:gd name="connsiteY1" fmla="*/ 824055 h 1223846"/>
                    <a:gd name="connsiteX2" fmla="*/ 390627 w 912802"/>
                    <a:gd name="connsiteY2" fmla="*/ 1028029 h 1223846"/>
                    <a:gd name="connsiteX3" fmla="*/ 502132 w 912802"/>
                    <a:gd name="connsiteY3" fmla="*/ 824055 h 1223846"/>
                    <a:gd name="connsiteX4" fmla="*/ 387907 w 912802"/>
                    <a:gd name="connsiteY4" fmla="*/ 620081 h 1223846"/>
                    <a:gd name="connsiteX5" fmla="*/ 676192 w 912802"/>
                    <a:gd name="connsiteY5" fmla="*/ 0 h 1223846"/>
                    <a:gd name="connsiteX6" fmla="*/ 825773 w 912802"/>
                    <a:gd name="connsiteY6" fmla="*/ 149581 h 1223846"/>
                    <a:gd name="connsiteX7" fmla="*/ 825773 w 912802"/>
                    <a:gd name="connsiteY7" fmla="*/ 1000834 h 1223846"/>
                    <a:gd name="connsiteX8" fmla="*/ 836651 w 912802"/>
                    <a:gd name="connsiteY8" fmla="*/ 1076985 h 1223846"/>
                    <a:gd name="connsiteX9" fmla="*/ 912802 w 912802"/>
                    <a:gd name="connsiteY9" fmla="*/ 1150415 h 1223846"/>
                    <a:gd name="connsiteX10" fmla="*/ 774099 w 912802"/>
                    <a:gd name="connsiteY10" fmla="*/ 1221126 h 1223846"/>
                    <a:gd name="connsiteX11" fmla="*/ 553807 w 912802"/>
                    <a:gd name="connsiteY11" fmla="*/ 1098742 h 1223846"/>
                    <a:gd name="connsiteX12" fmla="*/ 548367 w 912802"/>
                    <a:gd name="connsiteY12" fmla="*/ 1085144 h 1223846"/>
                    <a:gd name="connsiteX13" fmla="*/ 398786 w 912802"/>
                    <a:gd name="connsiteY13" fmla="*/ 1212967 h 1223846"/>
                    <a:gd name="connsiteX14" fmla="*/ 156736 w 912802"/>
                    <a:gd name="connsiteY14" fmla="*/ 1180332 h 1223846"/>
                    <a:gd name="connsiteX15" fmla="*/ 287280 w 912802"/>
                    <a:gd name="connsiteY15" fmla="*/ 416107 h 1223846"/>
                    <a:gd name="connsiteX16" fmla="*/ 526611 w 912802"/>
                    <a:gd name="connsiteY16" fmla="*/ 552091 h 1223846"/>
                    <a:gd name="connsiteX17" fmla="*/ 526611 w 912802"/>
                    <a:gd name="connsiteY17" fmla="*/ 149581 h 1223846"/>
                    <a:gd name="connsiteX18" fmla="*/ 676192 w 912802"/>
                    <a:gd name="connsiteY18" fmla="*/ 0 h 12238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912802" h="1223846">
                      <a:moveTo>
                        <a:pt x="387907" y="620081"/>
                      </a:moveTo>
                      <a:cubicBezTo>
                        <a:pt x="322635" y="620081"/>
                        <a:pt x="273681" y="698951"/>
                        <a:pt x="273681" y="824055"/>
                      </a:cubicBezTo>
                      <a:cubicBezTo>
                        <a:pt x="273681" y="949160"/>
                        <a:pt x="311756" y="1028029"/>
                        <a:pt x="390627" y="1028029"/>
                      </a:cubicBezTo>
                      <a:cubicBezTo>
                        <a:pt x="466777" y="1025310"/>
                        <a:pt x="504852" y="949160"/>
                        <a:pt x="502132" y="824055"/>
                      </a:cubicBezTo>
                      <a:cubicBezTo>
                        <a:pt x="502132" y="698951"/>
                        <a:pt x="455898" y="622801"/>
                        <a:pt x="387907" y="620081"/>
                      </a:cubicBezTo>
                      <a:close/>
                      <a:moveTo>
                        <a:pt x="676192" y="0"/>
                      </a:moveTo>
                      <a:cubicBezTo>
                        <a:pt x="757781" y="0"/>
                        <a:pt x="825773" y="67992"/>
                        <a:pt x="825773" y="149581"/>
                      </a:cubicBezTo>
                      <a:lnTo>
                        <a:pt x="825773" y="1000834"/>
                      </a:lnTo>
                      <a:cubicBezTo>
                        <a:pt x="828492" y="1025311"/>
                        <a:pt x="831212" y="1052508"/>
                        <a:pt x="836651" y="1076985"/>
                      </a:cubicBezTo>
                      <a:cubicBezTo>
                        <a:pt x="861128" y="1139537"/>
                        <a:pt x="912802" y="1150415"/>
                        <a:pt x="912802" y="1150415"/>
                      </a:cubicBezTo>
                      <a:cubicBezTo>
                        <a:pt x="912802" y="1150415"/>
                        <a:pt x="861128" y="1221126"/>
                        <a:pt x="774099" y="1221126"/>
                      </a:cubicBezTo>
                      <a:cubicBezTo>
                        <a:pt x="670752" y="1221126"/>
                        <a:pt x="589162" y="1166733"/>
                        <a:pt x="553807" y="1098742"/>
                      </a:cubicBezTo>
                      <a:cubicBezTo>
                        <a:pt x="551087" y="1093303"/>
                        <a:pt x="551087" y="1090583"/>
                        <a:pt x="548367" y="1085144"/>
                      </a:cubicBezTo>
                      <a:cubicBezTo>
                        <a:pt x="534769" y="1147696"/>
                        <a:pt x="450460" y="1199369"/>
                        <a:pt x="398786" y="1212967"/>
                      </a:cubicBezTo>
                      <a:cubicBezTo>
                        <a:pt x="322636" y="1234725"/>
                        <a:pt x="222008" y="1223846"/>
                        <a:pt x="156736" y="1180332"/>
                      </a:cubicBezTo>
                      <a:cubicBezTo>
                        <a:pt x="-79874" y="1028031"/>
                        <a:pt x="-58117" y="416107"/>
                        <a:pt x="287280" y="416107"/>
                      </a:cubicBezTo>
                      <a:cubicBezTo>
                        <a:pt x="412385" y="416107"/>
                        <a:pt x="491255" y="503137"/>
                        <a:pt x="526611" y="552091"/>
                      </a:cubicBezTo>
                      <a:lnTo>
                        <a:pt x="526611" y="149581"/>
                      </a:lnTo>
                      <a:cubicBezTo>
                        <a:pt x="526611" y="67992"/>
                        <a:pt x="594602" y="0"/>
                        <a:pt x="676192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24" name="Freeform: Shape 18">
                  <a:extLst>
                    <a:ext uri="{FF2B5EF4-FFF2-40B4-BE49-F238E27FC236}">
                      <a16:creationId xmlns:a16="http://schemas.microsoft.com/office/drawing/2014/main" id="{4FA73972-DA7E-8E92-485A-65AF7EBC3179}"/>
                    </a:ext>
                  </a:extLst>
                </p:cNvPr>
                <p:cNvSpPr/>
                <p:nvPr/>
              </p:nvSpPr>
              <p:spPr>
                <a:xfrm>
                  <a:off x="6789513" y="2362895"/>
                  <a:ext cx="747906" cy="810458"/>
                </a:xfrm>
                <a:custGeom>
                  <a:avLst/>
                  <a:gdLst>
                    <a:gd name="connsiteX0" fmla="*/ 394818 w 747906"/>
                    <a:gd name="connsiteY0" fmla="*/ 163222 h 810458"/>
                    <a:gd name="connsiteX1" fmla="*/ 356275 w 747906"/>
                    <a:gd name="connsiteY1" fmla="*/ 174058 h 810458"/>
                    <a:gd name="connsiteX2" fmla="*/ 274685 w 747906"/>
                    <a:gd name="connsiteY2" fmla="*/ 356275 h 810458"/>
                    <a:gd name="connsiteX3" fmla="*/ 375313 w 747906"/>
                    <a:gd name="connsiteY3" fmla="*/ 358994 h 810458"/>
                    <a:gd name="connsiteX4" fmla="*/ 473220 w 747906"/>
                    <a:gd name="connsiteY4" fmla="*/ 239329 h 810458"/>
                    <a:gd name="connsiteX5" fmla="*/ 394818 w 747906"/>
                    <a:gd name="connsiteY5" fmla="*/ 163222 h 810458"/>
                    <a:gd name="connsiteX6" fmla="*/ 386192 w 747906"/>
                    <a:gd name="connsiteY6" fmla="*/ 0 h 810458"/>
                    <a:gd name="connsiteX7" fmla="*/ 747906 w 747906"/>
                    <a:gd name="connsiteY7" fmla="*/ 266526 h 810458"/>
                    <a:gd name="connsiteX8" fmla="*/ 291004 w 747906"/>
                    <a:gd name="connsiteY8" fmla="*/ 484100 h 810458"/>
                    <a:gd name="connsiteX9" fmla="*/ 497698 w 747906"/>
                    <a:gd name="connsiteY9" fmla="*/ 617363 h 810458"/>
                    <a:gd name="connsiteX10" fmla="*/ 712551 w 747906"/>
                    <a:gd name="connsiteY10" fmla="*/ 557530 h 810458"/>
                    <a:gd name="connsiteX11" fmla="*/ 388912 w 747906"/>
                    <a:gd name="connsiteY11" fmla="*/ 810458 h 810458"/>
                    <a:gd name="connsiteX12" fmla="*/ 0 w 747906"/>
                    <a:gd name="connsiteY12" fmla="*/ 413389 h 810458"/>
                    <a:gd name="connsiteX13" fmla="*/ 386192 w 747906"/>
                    <a:gd name="connsiteY13" fmla="*/ 0 h 8104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747906" h="810458">
                      <a:moveTo>
                        <a:pt x="394818" y="163222"/>
                      </a:moveTo>
                      <a:cubicBezTo>
                        <a:pt x="381772" y="163179"/>
                        <a:pt x="368514" y="166579"/>
                        <a:pt x="356275" y="174058"/>
                      </a:cubicBezTo>
                      <a:cubicBezTo>
                        <a:pt x="299162" y="212133"/>
                        <a:pt x="282844" y="291003"/>
                        <a:pt x="274685" y="356275"/>
                      </a:cubicBezTo>
                      <a:cubicBezTo>
                        <a:pt x="274685" y="364434"/>
                        <a:pt x="369873" y="358994"/>
                        <a:pt x="375313" y="358994"/>
                      </a:cubicBezTo>
                      <a:cubicBezTo>
                        <a:pt x="432425" y="345396"/>
                        <a:pt x="473220" y="301881"/>
                        <a:pt x="473220" y="239329"/>
                      </a:cubicBezTo>
                      <a:cubicBezTo>
                        <a:pt x="471181" y="194455"/>
                        <a:pt x="433956" y="163349"/>
                        <a:pt x="394818" y="163222"/>
                      </a:cubicBezTo>
                      <a:close/>
                      <a:moveTo>
                        <a:pt x="386192" y="0"/>
                      </a:moveTo>
                      <a:cubicBezTo>
                        <a:pt x="519455" y="0"/>
                        <a:pt x="747906" y="65272"/>
                        <a:pt x="747906" y="266526"/>
                      </a:cubicBezTo>
                      <a:cubicBezTo>
                        <a:pt x="747906" y="467782"/>
                        <a:pt x="538493" y="484100"/>
                        <a:pt x="291004" y="484100"/>
                      </a:cubicBezTo>
                      <a:cubicBezTo>
                        <a:pt x="291004" y="484100"/>
                        <a:pt x="326359" y="617363"/>
                        <a:pt x="497698" y="617363"/>
                      </a:cubicBezTo>
                      <a:cubicBezTo>
                        <a:pt x="669036" y="617363"/>
                        <a:pt x="712551" y="557530"/>
                        <a:pt x="712551" y="557530"/>
                      </a:cubicBezTo>
                      <a:cubicBezTo>
                        <a:pt x="712551" y="557530"/>
                        <a:pt x="696233" y="810458"/>
                        <a:pt x="388912" y="810458"/>
                      </a:cubicBezTo>
                      <a:cubicBezTo>
                        <a:pt x="212134" y="810458"/>
                        <a:pt x="0" y="677195"/>
                        <a:pt x="0" y="413389"/>
                      </a:cubicBezTo>
                      <a:cubicBezTo>
                        <a:pt x="0" y="176778"/>
                        <a:pt x="163180" y="0"/>
                        <a:pt x="386192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25" name="Freeform: Shape 19">
                  <a:extLst>
                    <a:ext uri="{FF2B5EF4-FFF2-40B4-BE49-F238E27FC236}">
                      <a16:creationId xmlns:a16="http://schemas.microsoft.com/office/drawing/2014/main" id="{06B9D2C6-2045-EBEC-1FED-85A1187C63FF}"/>
                    </a:ext>
                  </a:extLst>
                </p:cNvPr>
                <p:cNvSpPr/>
                <p:nvPr/>
              </p:nvSpPr>
              <p:spPr>
                <a:xfrm>
                  <a:off x="7988882" y="2362895"/>
                  <a:ext cx="747906" cy="810458"/>
                </a:xfrm>
                <a:custGeom>
                  <a:avLst/>
                  <a:gdLst>
                    <a:gd name="connsiteX0" fmla="*/ 394818 w 747906"/>
                    <a:gd name="connsiteY0" fmla="*/ 163222 h 810458"/>
                    <a:gd name="connsiteX1" fmla="*/ 356275 w 747906"/>
                    <a:gd name="connsiteY1" fmla="*/ 174058 h 810458"/>
                    <a:gd name="connsiteX2" fmla="*/ 274685 w 747906"/>
                    <a:gd name="connsiteY2" fmla="*/ 356275 h 810458"/>
                    <a:gd name="connsiteX3" fmla="*/ 375313 w 747906"/>
                    <a:gd name="connsiteY3" fmla="*/ 358994 h 810458"/>
                    <a:gd name="connsiteX4" fmla="*/ 473220 w 747906"/>
                    <a:gd name="connsiteY4" fmla="*/ 239329 h 810458"/>
                    <a:gd name="connsiteX5" fmla="*/ 394818 w 747906"/>
                    <a:gd name="connsiteY5" fmla="*/ 163222 h 810458"/>
                    <a:gd name="connsiteX6" fmla="*/ 386192 w 747906"/>
                    <a:gd name="connsiteY6" fmla="*/ 0 h 810458"/>
                    <a:gd name="connsiteX7" fmla="*/ 747906 w 747906"/>
                    <a:gd name="connsiteY7" fmla="*/ 266526 h 810458"/>
                    <a:gd name="connsiteX8" fmla="*/ 291004 w 747906"/>
                    <a:gd name="connsiteY8" fmla="*/ 484100 h 810458"/>
                    <a:gd name="connsiteX9" fmla="*/ 497697 w 747906"/>
                    <a:gd name="connsiteY9" fmla="*/ 617363 h 810458"/>
                    <a:gd name="connsiteX10" fmla="*/ 712551 w 747906"/>
                    <a:gd name="connsiteY10" fmla="*/ 557530 h 810458"/>
                    <a:gd name="connsiteX11" fmla="*/ 388911 w 747906"/>
                    <a:gd name="connsiteY11" fmla="*/ 810458 h 810458"/>
                    <a:gd name="connsiteX12" fmla="*/ 0 w 747906"/>
                    <a:gd name="connsiteY12" fmla="*/ 413389 h 810458"/>
                    <a:gd name="connsiteX13" fmla="*/ 386192 w 747906"/>
                    <a:gd name="connsiteY13" fmla="*/ 0 h 8104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747906" h="810458">
                      <a:moveTo>
                        <a:pt x="394818" y="163222"/>
                      </a:moveTo>
                      <a:cubicBezTo>
                        <a:pt x="381772" y="163179"/>
                        <a:pt x="368514" y="166579"/>
                        <a:pt x="356275" y="174058"/>
                      </a:cubicBezTo>
                      <a:cubicBezTo>
                        <a:pt x="299162" y="212133"/>
                        <a:pt x="282844" y="291003"/>
                        <a:pt x="274685" y="356275"/>
                      </a:cubicBezTo>
                      <a:cubicBezTo>
                        <a:pt x="274685" y="364434"/>
                        <a:pt x="369873" y="358994"/>
                        <a:pt x="375313" y="358994"/>
                      </a:cubicBezTo>
                      <a:cubicBezTo>
                        <a:pt x="432426" y="345396"/>
                        <a:pt x="473220" y="301881"/>
                        <a:pt x="473220" y="239329"/>
                      </a:cubicBezTo>
                      <a:cubicBezTo>
                        <a:pt x="471181" y="194455"/>
                        <a:pt x="433955" y="163349"/>
                        <a:pt x="394818" y="163222"/>
                      </a:cubicBezTo>
                      <a:close/>
                      <a:moveTo>
                        <a:pt x="386192" y="0"/>
                      </a:moveTo>
                      <a:cubicBezTo>
                        <a:pt x="519455" y="0"/>
                        <a:pt x="747906" y="65272"/>
                        <a:pt x="747906" y="266526"/>
                      </a:cubicBezTo>
                      <a:cubicBezTo>
                        <a:pt x="747906" y="467782"/>
                        <a:pt x="538492" y="484100"/>
                        <a:pt x="291004" y="484100"/>
                      </a:cubicBezTo>
                      <a:cubicBezTo>
                        <a:pt x="291004" y="484100"/>
                        <a:pt x="326359" y="617363"/>
                        <a:pt x="497697" y="617363"/>
                      </a:cubicBezTo>
                      <a:cubicBezTo>
                        <a:pt x="669036" y="617363"/>
                        <a:pt x="712551" y="557530"/>
                        <a:pt x="712551" y="557530"/>
                      </a:cubicBezTo>
                      <a:cubicBezTo>
                        <a:pt x="712551" y="557530"/>
                        <a:pt x="696233" y="810458"/>
                        <a:pt x="388911" y="810458"/>
                      </a:cubicBezTo>
                      <a:cubicBezTo>
                        <a:pt x="212133" y="810458"/>
                        <a:pt x="0" y="677195"/>
                        <a:pt x="0" y="413389"/>
                      </a:cubicBezTo>
                      <a:cubicBezTo>
                        <a:pt x="0" y="176778"/>
                        <a:pt x="163180" y="0"/>
                        <a:pt x="386192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26" name="Freeform: Shape 20">
                  <a:extLst>
                    <a:ext uri="{FF2B5EF4-FFF2-40B4-BE49-F238E27FC236}">
                      <a16:creationId xmlns:a16="http://schemas.microsoft.com/office/drawing/2014/main" id="{3FAFCB54-3AA0-293F-705C-3B7ECE4EC104}"/>
                    </a:ext>
                  </a:extLst>
                </p:cNvPr>
                <p:cNvSpPr/>
                <p:nvPr/>
              </p:nvSpPr>
              <p:spPr>
                <a:xfrm>
                  <a:off x="8683414" y="2274801"/>
                  <a:ext cx="897487" cy="951879"/>
                </a:xfrm>
                <a:custGeom>
                  <a:avLst/>
                  <a:gdLst>
                    <a:gd name="connsiteX0" fmla="*/ 580988 w 897487"/>
                    <a:gd name="connsiteY0" fmla="*/ 667381 h 951879"/>
                    <a:gd name="connsiteX1" fmla="*/ 409649 w 897487"/>
                    <a:gd name="connsiteY1" fmla="*/ 667381 h 951879"/>
                    <a:gd name="connsiteX2" fmla="*/ 591866 w 897487"/>
                    <a:gd name="connsiteY2" fmla="*/ 525959 h 951879"/>
                    <a:gd name="connsiteX3" fmla="*/ 842075 w 897487"/>
                    <a:gd name="connsiteY3" fmla="*/ 123450 h 951879"/>
                    <a:gd name="connsiteX4" fmla="*/ 842075 w 897487"/>
                    <a:gd name="connsiteY4" fmla="*/ 123450 h 951879"/>
                    <a:gd name="connsiteX5" fmla="*/ 798560 w 897487"/>
                    <a:gd name="connsiteY5" fmla="*/ 58178 h 951879"/>
                    <a:gd name="connsiteX6" fmla="*/ 746887 w 897487"/>
                    <a:gd name="connsiteY6" fmla="*/ 107132 h 951879"/>
                    <a:gd name="connsiteX7" fmla="*/ 697933 w 897487"/>
                    <a:gd name="connsiteY7" fmla="*/ 115291 h 951879"/>
                    <a:gd name="connsiteX8" fmla="*/ 219273 w 897487"/>
                    <a:gd name="connsiteY8" fmla="*/ 115291 h 951879"/>
                    <a:gd name="connsiteX9" fmla="*/ 102328 w 897487"/>
                    <a:gd name="connsiteY9" fmla="*/ 224077 h 951879"/>
                    <a:gd name="connsiteX10" fmla="*/ 213834 w 897487"/>
                    <a:gd name="connsiteY10" fmla="*/ 332863 h 951879"/>
                    <a:gd name="connsiteX11" fmla="*/ 485800 w 897487"/>
                    <a:gd name="connsiteY11" fmla="*/ 335583 h 951879"/>
                    <a:gd name="connsiteX12" fmla="*/ 134964 w 897487"/>
                    <a:gd name="connsiteY12" fmla="*/ 615708 h 951879"/>
                    <a:gd name="connsiteX13" fmla="*/ 61533 w 897487"/>
                    <a:gd name="connsiteY13" fmla="*/ 884953 h 951879"/>
                    <a:gd name="connsiteX14" fmla="*/ 398771 w 897487"/>
                    <a:gd name="connsiteY14" fmla="*/ 806083 h 951879"/>
                    <a:gd name="connsiteX15" fmla="*/ 529314 w 897487"/>
                    <a:gd name="connsiteY15" fmla="*/ 863196 h 951879"/>
                    <a:gd name="connsiteX16" fmla="*/ 782242 w 897487"/>
                    <a:gd name="connsiteY16" fmla="*/ 607549 h 951879"/>
                    <a:gd name="connsiteX17" fmla="*/ 580988 w 897487"/>
                    <a:gd name="connsiteY17" fmla="*/ 667381 h 9518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897487" h="951879">
                      <a:moveTo>
                        <a:pt x="580988" y="667381"/>
                      </a:moveTo>
                      <a:lnTo>
                        <a:pt x="409649" y="667381"/>
                      </a:lnTo>
                      <a:cubicBezTo>
                        <a:pt x="423248" y="667381"/>
                        <a:pt x="548352" y="561314"/>
                        <a:pt x="591866" y="525959"/>
                      </a:cubicBezTo>
                      <a:cubicBezTo>
                        <a:pt x="700653" y="433491"/>
                        <a:pt x="899188" y="297508"/>
                        <a:pt x="842075" y="123450"/>
                      </a:cubicBezTo>
                      <a:lnTo>
                        <a:pt x="842075" y="123450"/>
                      </a:lnTo>
                      <a:cubicBezTo>
                        <a:pt x="831197" y="82655"/>
                        <a:pt x="798560" y="58178"/>
                        <a:pt x="798560" y="58178"/>
                      </a:cubicBezTo>
                      <a:cubicBezTo>
                        <a:pt x="798560" y="58178"/>
                        <a:pt x="787682" y="90814"/>
                        <a:pt x="746887" y="107132"/>
                      </a:cubicBezTo>
                      <a:cubicBezTo>
                        <a:pt x="730569" y="109852"/>
                        <a:pt x="714251" y="115291"/>
                        <a:pt x="697933" y="115291"/>
                      </a:cubicBezTo>
                      <a:cubicBezTo>
                        <a:pt x="684334" y="115291"/>
                        <a:pt x="219273" y="115291"/>
                        <a:pt x="219273" y="115291"/>
                      </a:cubicBezTo>
                      <a:cubicBezTo>
                        <a:pt x="156721" y="115291"/>
                        <a:pt x="105048" y="166964"/>
                        <a:pt x="102328" y="224077"/>
                      </a:cubicBezTo>
                      <a:cubicBezTo>
                        <a:pt x="102328" y="283910"/>
                        <a:pt x="151282" y="332863"/>
                        <a:pt x="213834" y="332863"/>
                      </a:cubicBezTo>
                      <a:lnTo>
                        <a:pt x="485800" y="335583"/>
                      </a:lnTo>
                      <a:cubicBezTo>
                        <a:pt x="360695" y="406294"/>
                        <a:pt x="211114" y="487884"/>
                        <a:pt x="134964" y="615708"/>
                      </a:cubicBezTo>
                      <a:cubicBezTo>
                        <a:pt x="91449" y="689138"/>
                        <a:pt x="45215" y="800644"/>
                        <a:pt x="61533" y="884953"/>
                      </a:cubicBezTo>
                      <a:cubicBezTo>
                        <a:pt x="121366" y="830560"/>
                        <a:pt x="279106" y="778887"/>
                        <a:pt x="398771" y="806083"/>
                      </a:cubicBezTo>
                      <a:cubicBezTo>
                        <a:pt x="445005" y="814242"/>
                        <a:pt x="491239" y="838719"/>
                        <a:pt x="529314" y="863196"/>
                      </a:cubicBezTo>
                      <a:cubicBezTo>
                        <a:pt x="755046" y="1004618"/>
                        <a:pt x="891029" y="727213"/>
                        <a:pt x="782242" y="607549"/>
                      </a:cubicBezTo>
                      <a:cubicBezTo>
                        <a:pt x="784962" y="607549"/>
                        <a:pt x="722410" y="667381"/>
                        <a:pt x="580988" y="667381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27" name="Freeform: Shape 21">
                  <a:extLst>
                    <a:ext uri="{FF2B5EF4-FFF2-40B4-BE49-F238E27FC236}">
                      <a16:creationId xmlns:a16="http://schemas.microsoft.com/office/drawing/2014/main" id="{75997264-1073-8FF4-FD5C-633CAEEB076E}"/>
                    </a:ext>
                  </a:extLst>
                </p:cNvPr>
                <p:cNvSpPr/>
                <p:nvPr/>
              </p:nvSpPr>
              <p:spPr>
                <a:xfrm>
                  <a:off x="2624650" y="1948442"/>
                  <a:ext cx="1903761" cy="1577400"/>
                </a:xfrm>
                <a:custGeom>
                  <a:avLst/>
                  <a:gdLst>
                    <a:gd name="connsiteX0" fmla="*/ 1559430 w 1903760"/>
                    <a:gd name="connsiteY0" fmla="*/ 1165078 h 1577399"/>
                    <a:gd name="connsiteX1" fmla="*/ 1369054 w 1903760"/>
                    <a:gd name="connsiteY1" fmla="*/ 593950 h 1577399"/>
                    <a:gd name="connsiteX2" fmla="*/ 1483279 w 1903760"/>
                    <a:gd name="connsiteY2" fmla="*/ 126170 h 1577399"/>
                    <a:gd name="connsiteX3" fmla="*/ 1311941 w 1903760"/>
                    <a:gd name="connsiteY3" fmla="*/ 58178 h 1577399"/>
                    <a:gd name="connsiteX4" fmla="*/ 1078050 w 1903760"/>
                    <a:gd name="connsiteY4" fmla="*/ 205040 h 1577399"/>
                    <a:gd name="connsiteX5" fmla="*/ 846879 w 1903760"/>
                    <a:gd name="connsiteY5" fmla="*/ 523239 h 1577399"/>
                    <a:gd name="connsiteX6" fmla="*/ 645624 w 1903760"/>
                    <a:gd name="connsiteY6" fmla="*/ 210479 h 1577399"/>
                    <a:gd name="connsiteX7" fmla="*/ 455248 w 1903760"/>
                    <a:gd name="connsiteY7" fmla="*/ 63617 h 1577399"/>
                    <a:gd name="connsiteX8" fmla="*/ 234956 w 1903760"/>
                    <a:gd name="connsiteY8" fmla="*/ 137048 h 1577399"/>
                    <a:gd name="connsiteX9" fmla="*/ 316546 w 1903760"/>
                    <a:gd name="connsiteY9" fmla="*/ 588511 h 1577399"/>
                    <a:gd name="connsiteX10" fmla="*/ 58178 w 1903760"/>
                    <a:gd name="connsiteY10" fmla="*/ 1072610 h 1577399"/>
                    <a:gd name="connsiteX11" fmla="*/ 474286 w 1903760"/>
                    <a:gd name="connsiteY11" fmla="*/ 1020936 h 1577399"/>
                    <a:gd name="connsiteX12" fmla="*/ 555876 w 1903760"/>
                    <a:gd name="connsiteY12" fmla="*/ 572193 h 1577399"/>
                    <a:gd name="connsiteX13" fmla="*/ 830561 w 1903760"/>
                    <a:gd name="connsiteY13" fmla="*/ 993740 h 1577399"/>
                    <a:gd name="connsiteX14" fmla="*/ 1140602 w 1903760"/>
                    <a:gd name="connsiteY14" fmla="*/ 574913 h 1577399"/>
                    <a:gd name="connsiteX15" fmla="*/ 1567589 w 1903760"/>
                    <a:gd name="connsiteY15" fmla="*/ 1526792 h 1577399"/>
                    <a:gd name="connsiteX16" fmla="*/ 1866751 w 1903760"/>
                    <a:gd name="connsiteY16" fmla="*/ 1322818 h 1577399"/>
                    <a:gd name="connsiteX17" fmla="*/ 1559430 w 1903760"/>
                    <a:gd name="connsiteY17" fmla="*/ 1165078 h 1577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1903760" h="1577399">
                      <a:moveTo>
                        <a:pt x="1559430" y="1165078"/>
                      </a:moveTo>
                      <a:cubicBezTo>
                        <a:pt x="1420727" y="1012777"/>
                        <a:pt x="1377213" y="762569"/>
                        <a:pt x="1369054" y="593950"/>
                      </a:cubicBezTo>
                      <a:cubicBezTo>
                        <a:pt x="1360895" y="449809"/>
                        <a:pt x="1369054" y="199600"/>
                        <a:pt x="1483279" y="126170"/>
                      </a:cubicBezTo>
                      <a:cubicBezTo>
                        <a:pt x="1445204" y="77216"/>
                        <a:pt x="1369054" y="58178"/>
                        <a:pt x="1311941" y="58178"/>
                      </a:cubicBezTo>
                      <a:cubicBezTo>
                        <a:pt x="1184117" y="58178"/>
                        <a:pt x="1121565" y="142488"/>
                        <a:pt x="1078050" y="205040"/>
                      </a:cubicBezTo>
                      <a:cubicBezTo>
                        <a:pt x="1064452" y="224077"/>
                        <a:pt x="846879" y="523239"/>
                        <a:pt x="846879" y="523239"/>
                      </a:cubicBezTo>
                      <a:cubicBezTo>
                        <a:pt x="846879" y="523239"/>
                        <a:pt x="667382" y="243115"/>
                        <a:pt x="645624" y="210479"/>
                      </a:cubicBezTo>
                      <a:cubicBezTo>
                        <a:pt x="615708" y="164245"/>
                        <a:pt x="555876" y="77216"/>
                        <a:pt x="455248" y="63617"/>
                      </a:cubicBezTo>
                      <a:cubicBezTo>
                        <a:pt x="411734" y="58178"/>
                        <a:pt x="297508" y="52739"/>
                        <a:pt x="234956" y="137048"/>
                      </a:cubicBezTo>
                      <a:cubicBezTo>
                        <a:pt x="341023" y="221357"/>
                        <a:pt x="338303" y="438930"/>
                        <a:pt x="316546" y="588511"/>
                      </a:cubicBezTo>
                      <a:cubicBezTo>
                        <a:pt x="248554" y="1031815"/>
                        <a:pt x="58178" y="1072610"/>
                        <a:pt x="58178" y="1072610"/>
                      </a:cubicBezTo>
                      <a:cubicBezTo>
                        <a:pt x="156086" y="1333696"/>
                        <a:pt x="403575" y="1230350"/>
                        <a:pt x="474286" y="1020936"/>
                      </a:cubicBezTo>
                      <a:cubicBezTo>
                        <a:pt x="520520" y="884953"/>
                        <a:pt x="550436" y="713615"/>
                        <a:pt x="555876" y="572193"/>
                      </a:cubicBezTo>
                      <a:lnTo>
                        <a:pt x="830561" y="993740"/>
                      </a:lnTo>
                      <a:cubicBezTo>
                        <a:pt x="830561" y="993740"/>
                        <a:pt x="1140602" y="574913"/>
                        <a:pt x="1140602" y="574913"/>
                      </a:cubicBezTo>
                      <a:cubicBezTo>
                        <a:pt x="1088929" y="1314659"/>
                        <a:pt x="1344577" y="1526792"/>
                        <a:pt x="1567589" y="1526792"/>
                      </a:cubicBezTo>
                      <a:cubicBezTo>
                        <a:pt x="1790601" y="1526792"/>
                        <a:pt x="1866751" y="1322818"/>
                        <a:pt x="1866751" y="1322818"/>
                      </a:cubicBezTo>
                      <a:cubicBezTo>
                        <a:pt x="1744367" y="1314659"/>
                        <a:pt x="1641019" y="1252107"/>
                        <a:pt x="1559430" y="1165078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28" name="Freeform: Shape 22">
                  <a:extLst>
                    <a:ext uri="{FF2B5EF4-FFF2-40B4-BE49-F238E27FC236}">
                      <a16:creationId xmlns:a16="http://schemas.microsoft.com/office/drawing/2014/main" id="{A80FD0AC-D072-42B2-E07E-FC34BA244F26}"/>
                    </a:ext>
                  </a:extLst>
                </p:cNvPr>
                <p:cNvSpPr/>
                <p:nvPr/>
              </p:nvSpPr>
              <p:spPr>
                <a:xfrm>
                  <a:off x="4792218" y="3234839"/>
                  <a:ext cx="271966" cy="652717"/>
                </a:xfrm>
                <a:custGeom>
                  <a:avLst/>
                  <a:gdLst>
                    <a:gd name="connsiteX0" fmla="*/ 88095 w 271965"/>
                    <a:gd name="connsiteY0" fmla="*/ 120730 h 652717"/>
                    <a:gd name="connsiteX1" fmla="*/ 93534 w 271965"/>
                    <a:gd name="connsiteY1" fmla="*/ 153366 h 652717"/>
                    <a:gd name="connsiteX2" fmla="*/ 93534 w 271965"/>
                    <a:gd name="connsiteY2" fmla="*/ 544997 h 652717"/>
                    <a:gd name="connsiteX3" fmla="*/ 156086 w 271965"/>
                    <a:gd name="connsiteY3" fmla="*/ 604829 h 652717"/>
                    <a:gd name="connsiteX4" fmla="*/ 221358 w 271965"/>
                    <a:gd name="connsiteY4" fmla="*/ 544997 h 652717"/>
                    <a:gd name="connsiteX5" fmla="*/ 221358 w 271965"/>
                    <a:gd name="connsiteY5" fmla="*/ 194161 h 652717"/>
                    <a:gd name="connsiteX6" fmla="*/ 210479 w 271965"/>
                    <a:gd name="connsiteY6" fmla="*/ 109852 h 652717"/>
                    <a:gd name="connsiteX7" fmla="*/ 118011 w 271965"/>
                    <a:gd name="connsiteY7" fmla="*/ 58178 h 652717"/>
                    <a:gd name="connsiteX8" fmla="*/ 58178 w 271965"/>
                    <a:gd name="connsiteY8" fmla="*/ 88094 h 652717"/>
                    <a:gd name="connsiteX9" fmla="*/ 88095 w 271965"/>
                    <a:gd name="connsiteY9" fmla="*/ 120730 h 652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71965" h="652717">
                      <a:moveTo>
                        <a:pt x="88095" y="120730"/>
                      </a:moveTo>
                      <a:cubicBezTo>
                        <a:pt x="90814" y="131609"/>
                        <a:pt x="90814" y="142487"/>
                        <a:pt x="93534" y="153366"/>
                      </a:cubicBezTo>
                      <a:cubicBezTo>
                        <a:pt x="93534" y="156086"/>
                        <a:pt x="93534" y="542277"/>
                        <a:pt x="93534" y="544997"/>
                      </a:cubicBezTo>
                      <a:cubicBezTo>
                        <a:pt x="93534" y="577632"/>
                        <a:pt x="123450" y="604829"/>
                        <a:pt x="156086" y="604829"/>
                      </a:cubicBezTo>
                      <a:cubicBezTo>
                        <a:pt x="188722" y="607548"/>
                        <a:pt x="221358" y="577632"/>
                        <a:pt x="221358" y="544997"/>
                      </a:cubicBezTo>
                      <a:cubicBezTo>
                        <a:pt x="221358" y="539557"/>
                        <a:pt x="221358" y="194161"/>
                        <a:pt x="221358" y="194161"/>
                      </a:cubicBezTo>
                      <a:cubicBezTo>
                        <a:pt x="221358" y="164245"/>
                        <a:pt x="224078" y="134329"/>
                        <a:pt x="210479" y="109852"/>
                      </a:cubicBezTo>
                      <a:cubicBezTo>
                        <a:pt x="196881" y="79935"/>
                        <a:pt x="158806" y="58178"/>
                        <a:pt x="118011" y="58178"/>
                      </a:cubicBezTo>
                      <a:cubicBezTo>
                        <a:pt x="79936" y="58178"/>
                        <a:pt x="58178" y="88094"/>
                        <a:pt x="58178" y="88094"/>
                      </a:cubicBezTo>
                      <a:cubicBezTo>
                        <a:pt x="58178" y="88094"/>
                        <a:pt x="77216" y="93534"/>
                        <a:pt x="88095" y="120730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29" name="Freeform: Shape 23">
                  <a:extLst>
                    <a:ext uri="{FF2B5EF4-FFF2-40B4-BE49-F238E27FC236}">
                      <a16:creationId xmlns:a16="http://schemas.microsoft.com/office/drawing/2014/main" id="{31C6A853-5F00-A420-4E5C-02A80C1F1960}"/>
                    </a:ext>
                  </a:extLst>
                </p:cNvPr>
                <p:cNvSpPr/>
                <p:nvPr/>
              </p:nvSpPr>
              <p:spPr>
                <a:xfrm>
                  <a:off x="8751819" y="3234667"/>
                  <a:ext cx="271966" cy="652717"/>
                </a:xfrm>
                <a:custGeom>
                  <a:avLst/>
                  <a:gdLst>
                    <a:gd name="connsiteX0" fmla="*/ 191663 w 271965"/>
                    <a:gd name="connsiteY0" fmla="*/ 542449 h 652717"/>
                    <a:gd name="connsiteX1" fmla="*/ 186224 w 271965"/>
                    <a:gd name="connsiteY1" fmla="*/ 509813 h 652717"/>
                    <a:gd name="connsiteX2" fmla="*/ 186224 w 271965"/>
                    <a:gd name="connsiteY2" fmla="*/ 118183 h 652717"/>
                    <a:gd name="connsiteX3" fmla="*/ 123672 w 271965"/>
                    <a:gd name="connsiteY3" fmla="*/ 58350 h 652717"/>
                    <a:gd name="connsiteX4" fmla="*/ 58400 w 271965"/>
                    <a:gd name="connsiteY4" fmla="*/ 118183 h 652717"/>
                    <a:gd name="connsiteX5" fmla="*/ 58400 w 271965"/>
                    <a:gd name="connsiteY5" fmla="*/ 469018 h 652717"/>
                    <a:gd name="connsiteX6" fmla="*/ 69279 w 271965"/>
                    <a:gd name="connsiteY6" fmla="*/ 553328 h 652717"/>
                    <a:gd name="connsiteX7" fmla="*/ 161747 w 271965"/>
                    <a:gd name="connsiteY7" fmla="*/ 605001 h 652717"/>
                    <a:gd name="connsiteX8" fmla="*/ 221580 w 271965"/>
                    <a:gd name="connsiteY8" fmla="*/ 575085 h 652717"/>
                    <a:gd name="connsiteX9" fmla="*/ 191663 w 271965"/>
                    <a:gd name="connsiteY9" fmla="*/ 542449 h 652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71965" h="652717">
                      <a:moveTo>
                        <a:pt x="191663" y="542449"/>
                      </a:moveTo>
                      <a:cubicBezTo>
                        <a:pt x="188944" y="531570"/>
                        <a:pt x="186224" y="520692"/>
                        <a:pt x="186224" y="509813"/>
                      </a:cubicBezTo>
                      <a:cubicBezTo>
                        <a:pt x="186224" y="507093"/>
                        <a:pt x="186224" y="120902"/>
                        <a:pt x="186224" y="118183"/>
                      </a:cubicBezTo>
                      <a:cubicBezTo>
                        <a:pt x="186224" y="85547"/>
                        <a:pt x="156308" y="58350"/>
                        <a:pt x="123672" y="58350"/>
                      </a:cubicBezTo>
                      <a:cubicBezTo>
                        <a:pt x="91036" y="55631"/>
                        <a:pt x="58400" y="85547"/>
                        <a:pt x="58400" y="118183"/>
                      </a:cubicBezTo>
                      <a:cubicBezTo>
                        <a:pt x="58400" y="123622"/>
                        <a:pt x="58400" y="469018"/>
                        <a:pt x="58400" y="469018"/>
                      </a:cubicBezTo>
                      <a:cubicBezTo>
                        <a:pt x="58400" y="498934"/>
                        <a:pt x="55680" y="528851"/>
                        <a:pt x="69279" y="553328"/>
                      </a:cubicBezTo>
                      <a:cubicBezTo>
                        <a:pt x="82877" y="583244"/>
                        <a:pt x="120953" y="605001"/>
                        <a:pt x="161747" y="605001"/>
                      </a:cubicBezTo>
                      <a:cubicBezTo>
                        <a:pt x="199822" y="605001"/>
                        <a:pt x="221580" y="575085"/>
                        <a:pt x="221580" y="575085"/>
                      </a:cubicBezTo>
                      <a:cubicBezTo>
                        <a:pt x="221580" y="575085"/>
                        <a:pt x="202542" y="566926"/>
                        <a:pt x="191663" y="542449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30" name="Freeform: Shape 24">
                  <a:extLst>
                    <a:ext uri="{FF2B5EF4-FFF2-40B4-BE49-F238E27FC236}">
                      <a16:creationId xmlns:a16="http://schemas.microsoft.com/office/drawing/2014/main" id="{FF7EA8AF-A36E-AFF4-C8BE-7FAA27D8677A}"/>
                    </a:ext>
                  </a:extLst>
                </p:cNvPr>
                <p:cNvSpPr/>
                <p:nvPr/>
              </p:nvSpPr>
              <p:spPr>
                <a:xfrm>
                  <a:off x="6320666" y="3416868"/>
                  <a:ext cx="435145" cy="462341"/>
                </a:xfrm>
                <a:custGeom>
                  <a:avLst/>
                  <a:gdLst>
                    <a:gd name="connsiteX0" fmla="*/ 302948 w 435145"/>
                    <a:gd name="connsiteY0" fmla="*/ 74684 h 462341"/>
                    <a:gd name="connsiteX1" fmla="*/ 186003 w 435145"/>
                    <a:gd name="connsiteY1" fmla="*/ 148115 h 462341"/>
                    <a:gd name="connsiteX2" fmla="*/ 186003 w 435145"/>
                    <a:gd name="connsiteY2" fmla="*/ 148115 h 462341"/>
                    <a:gd name="connsiteX3" fmla="*/ 186003 w 435145"/>
                    <a:gd name="connsiteY3" fmla="*/ 115479 h 462341"/>
                    <a:gd name="connsiteX4" fmla="*/ 123450 w 435145"/>
                    <a:gd name="connsiteY4" fmla="*/ 58366 h 462341"/>
                    <a:gd name="connsiteX5" fmla="*/ 58178 w 435145"/>
                    <a:gd name="connsiteY5" fmla="*/ 115479 h 462341"/>
                    <a:gd name="connsiteX6" fmla="*/ 58178 w 435145"/>
                    <a:gd name="connsiteY6" fmla="*/ 362967 h 462341"/>
                    <a:gd name="connsiteX7" fmla="*/ 120730 w 435145"/>
                    <a:gd name="connsiteY7" fmla="*/ 422800 h 462341"/>
                    <a:gd name="connsiteX8" fmla="*/ 186003 w 435145"/>
                    <a:gd name="connsiteY8" fmla="*/ 362967 h 462341"/>
                    <a:gd name="connsiteX9" fmla="*/ 186003 w 435145"/>
                    <a:gd name="connsiteY9" fmla="*/ 213386 h 462341"/>
                    <a:gd name="connsiteX10" fmla="*/ 186003 w 435145"/>
                    <a:gd name="connsiteY10" fmla="*/ 213386 h 462341"/>
                    <a:gd name="connsiteX11" fmla="*/ 229517 w 435145"/>
                    <a:gd name="connsiteY11" fmla="*/ 161713 h 462341"/>
                    <a:gd name="connsiteX12" fmla="*/ 259433 w 435145"/>
                    <a:gd name="connsiteY12" fmla="*/ 194349 h 462341"/>
                    <a:gd name="connsiteX13" fmla="*/ 259433 w 435145"/>
                    <a:gd name="connsiteY13" fmla="*/ 362967 h 462341"/>
                    <a:gd name="connsiteX14" fmla="*/ 321985 w 435145"/>
                    <a:gd name="connsiteY14" fmla="*/ 422800 h 462341"/>
                    <a:gd name="connsiteX15" fmla="*/ 387257 w 435145"/>
                    <a:gd name="connsiteY15" fmla="*/ 362967 h 462341"/>
                    <a:gd name="connsiteX16" fmla="*/ 387257 w 435145"/>
                    <a:gd name="connsiteY16" fmla="*/ 273219 h 462341"/>
                    <a:gd name="connsiteX17" fmla="*/ 302948 w 435145"/>
                    <a:gd name="connsiteY17" fmla="*/ 74684 h 4623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435145" h="462341">
                      <a:moveTo>
                        <a:pt x="302948" y="74684"/>
                      </a:moveTo>
                      <a:cubicBezTo>
                        <a:pt x="234956" y="74684"/>
                        <a:pt x="196881" y="131797"/>
                        <a:pt x="186003" y="148115"/>
                      </a:cubicBezTo>
                      <a:lnTo>
                        <a:pt x="186003" y="148115"/>
                      </a:lnTo>
                      <a:cubicBezTo>
                        <a:pt x="186003" y="129077"/>
                        <a:pt x="186003" y="115479"/>
                        <a:pt x="186003" y="115479"/>
                      </a:cubicBezTo>
                      <a:cubicBezTo>
                        <a:pt x="186003" y="82843"/>
                        <a:pt x="156086" y="58366"/>
                        <a:pt x="123450" y="58366"/>
                      </a:cubicBezTo>
                      <a:cubicBezTo>
                        <a:pt x="90814" y="55646"/>
                        <a:pt x="58178" y="82843"/>
                        <a:pt x="58178" y="115479"/>
                      </a:cubicBezTo>
                      <a:cubicBezTo>
                        <a:pt x="58178" y="120918"/>
                        <a:pt x="58178" y="360248"/>
                        <a:pt x="58178" y="362967"/>
                      </a:cubicBezTo>
                      <a:cubicBezTo>
                        <a:pt x="58178" y="395603"/>
                        <a:pt x="88095" y="422800"/>
                        <a:pt x="120730" y="422800"/>
                      </a:cubicBezTo>
                      <a:cubicBezTo>
                        <a:pt x="153366" y="425519"/>
                        <a:pt x="186003" y="395603"/>
                        <a:pt x="186003" y="362967"/>
                      </a:cubicBezTo>
                      <a:cubicBezTo>
                        <a:pt x="186003" y="360248"/>
                        <a:pt x="186003" y="281378"/>
                        <a:pt x="186003" y="213386"/>
                      </a:cubicBezTo>
                      <a:lnTo>
                        <a:pt x="186003" y="213386"/>
                      </a:lnTo>
                      <a:cubicBezTo>
                        <a:pt x="191442" y="186190"/>
                        <a:pt x="205040" y="161713"/>
                        <a:pt x="229517" y="161713"/>
                      </a:cubicBezTo>
                      <a:cubicBezTo>
                        <a:pt x="259433" y="161713"/>
                        <a:pt x="259433" y="194349"/>
                        <a:pt x="259433" y="194349"/>
                      </a:cubicBezTo>
                      <a:lnTo>
                        <a:pt x="259433" y="362967"/>
                      </a:lnTo>
                      <a:cubicBezTo>
                        <a:pt x="259433" y="395603"/>
                        <a:pt x="289349" y="422800"/>
                        <a:pt x="321985" y="422800"/>
                      </a:cubicBezTo>
                      <a:cubicBezTo>
                        <a:pt x="354621" y="425519"/>
                        <a:pt x="387257" y="395603"/>
                        <a:pt x="387257" y="362967"/>
                      </a:cubicBezTo>
                      <a:lnTo>
                        <a:pt x="387257" y="273219"/>
                      </a:lnTo>
                      <a:cubicBezTo>
                        <a:pt x="387257" y="183470"/>
                        <a:pt x="395416" y="71964"/>
                        <a:pt x="302948" y="74684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31" name="Freeform: Shape 25">
                  <a:extLst>
                    <a:ext uri="{FF2B5EF4-FFF2-40B4-BE49-F238E27FC236}">
                      <a16:creationId xmlns:a16="http://schemas.microsoft.com/office/drawing/2014/main" id="{7B62C970-1A54-A7A5-BDCE-1E848FC6ABBC}"/>
                    </a:ext>
                  </a:extLst>
                </p:cNvPr>
                <p:cNvSpPr/>
                <p:nvPr/>
              </p:nvSpPr>
              <p:spPr>
                <a:xfrm>
                  <a:off x="7960620" y="3416868"/>
                  <a:ext cx="435145" cy="462341"/>
                </a:xfrm>
                <a:custGeom>
                  <a:avLst/>
                  <a:gdLst>
                    <a:gd name="connsiteX0" fmla="*/ 302948 w 435145"/>
                    <a:gd name="connsiteY0" fmla="*/ 74684 h 462341"/>
                    <a:gd name="connsiteX1" fmla="*/ 186002 w 435145"/>
                    <a:gd name="connsiteY1" fmla="*/ 148115 h 462341"/>
                    <a:gd name="connsiteX2" fmla="*/ 186002 w 435145"/>
                    <a:gd name="connsiteY2" fmla="*/ 148115 h 462341"/>
                    <a:gd name="connsiteX3" fmla="*/ 186002 w 435145"/>
                    <a:gd name="connsiteY3" fmla="*/ 115479 h 462341"/>
                    <a:gd name="connsiteX4" fmla="*/ 123450 w 435145"/>
                    <a:gd name="connsiteY4" fmla="*/ 58366 h 462341"/>
                    <a:gd name="connsiteX5" fmla="*/ 58178 w 435145"/>
                    <a:gd name="connsiteY5" fmla="*/ 115479 h 462341"/>
                    <a:gd name="connsiteX6" fmla="*/ 58178 w 435145"/>
                    <a:gd name="connsiteY6" fmla="*/ 362967 h 462341"/>
                    <a:gd name="connsiteX7" fmla="*/ 120730 w 435145"/>
                    <a:gd name="connsiteY7" fmla="*/ 422800 h 462341"/>
                    <a:gd name="connsiteX8" fmla="*/ 186002 w 435145"/>
                    <a:gd name="connsiteY8" fmla="*/ 362967 h 462341"/>
                    <a:gd name="connsiteX9" fmla="*/ 186002 w 435145"/>
                    <a:gd name="connsiteY9" fmla="*/ 213386 h 462341"/>
                    <a:gd name="connsiteX10" fmla="*/ 186002 w 435145"/>
                    <a:gd name="connsiteY10" fmla="*/ 213386 h 462341"/>
                    <a:gd name="connsiteX11" fmla="*/ 229517 w 435145"/>
                    <a:gd name="connsiteY11" fmla="*/ 161713 h 462341"/>
                    <a:gd name="connsiteX12" fmla="*/ 259433 w 435145"/>
                    <a:gd name="connsiteY12" fmla="*/ 194349 h 462341"/>
                    <a:gd name="connsiteX13" fmla="*/ 259433 w 435145"/>
                    <a:gd name="connsiteY13" fmla="*/ 362967 h 462341"/>
                    <a:gd name="connsiteX14" fmla="*/ 321985 w 435145"/>
                    <a:gd name="connsiteY14" fmla="*/ 422800 h 462341"/>
                    <a:gd name="connsiteX15" fmla="*/ 387257 w 435145"/>
                    <a:gd name="connsiteY15" fmla="*/ 362967 h 462341"/>
                    <a:gd name="connsiteX16" fmla="*/ 387257 w 435145"/>
                    <a:gd name="connsiteY16" fmla="*/ 273219 h 462341"/>
                    <a:gd name="connsiteX17" fmla="*/ 302948 w 435145"/>
                    <a:gd name="connsiteY17" fmla="*/ 74684 h 4623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435145" h="462341">
                      <a:moveTo>
                        <a:pt x="302948" y="74684"/>
                      </a:moveTo>
                      <a:cubicBezTo>
                        <a:pt x="234956" y="74684"/>
                        <a:pt x="196881" y="131797"/>
                        <a:pt x="186002" y="148115"/>
                      </a:cubicBezTo>
                      <a:lnTo>
                        <a:pt x="186002" y="148115"/>
                      </a:lnTo>
                      <a:cubicBezTo>
                        <a:pt x="186002" y="129077"/>
                        <a:pt x="186002" y="115479"/>
                        <a:pt x="186002" y="115479"/>
                      </a:cubicBezTo>
                      <a:cubicBezTo>
                        <a:pt x="186002" y="82843"/>
                        <a:pt x="156086" y="58366"/>
                        <a:pt x="123450" y="58366"/>
                      </a:cubicBezTo>
                      <a:cubicBezTo>
                        <a:pt x="90814" y="55646"/>
                        <a:pt x="58178" y="82843"/>
                        <a:pt x="58178" y="115479"/>
                      </a:cubicBezTo>
                      <a:cubicBezTo>
                        <a:pt x="58178" y="120918"/>
                        <a:pt x="58178" y="360248"/>
                        <a:pt x="58178" y="362967"/>
                      </a:cubicBezTo>
                      <a:cubicBezTo>
                        <a:pt x="58178" y="395603"/>
                        <a:pt x="88095" y="422800"/>
                        <a:pt x="120730" y="422800"/>
                      </a:cubicBezTo>
                      <a:cubicBezTo>
                        <a:pt x="153366" y="425519"/>
                        <a:pt x="186002" y="395603"/>
                        <a:pt x="186002" y="362967"/>
                      </a:cubicBezTo>
                      <a:cubicBezTo>
                        <a:pt x="186002" y="360248"/>
                        <a:pt x="186002" y="281378"/>
                        <a:pt x="186002" y="213386"/>
                      </a:cubicBezTo>
                      <a:lnTo>
                        <a:pt x="186002" y="213386"/>
                      </a:lnTo>
                      <a:cubicBezTo>
                        <a:pt x="191442" y="186190"/>
                        <a:pt x="205040" y="161713"/>
                        <a:pt x="229517" y="161713"/>
                      </a:cubicBezTo>
                      <a:cubicBezTo>
                        <a:pt x="259433" y="161713"/>
                        <a:pt x="259433" y="194349"/>
                        <a:pt x="259433" y="194349"/>
                      </a:cubicBezTo>
                      <a:lnTo>
                        <a:pt x="259433" y="362967"/>
                      </a:lnTo>
                      <a:cubicBezTo>
                        <a:pt x="259433" y="395603"/>
                        <a:pt x="289349" y="422800"/>
                        <a:pt x="321985" y="422800"/>
                      </a:cubicBezTo>
                      <a:cubicBezTo>
                        <a:pt x="354621" y="425519"/>
                        <a:pt x="387257" y="395603"/>
                        <a:pt x="387257" y="362967"/>
                      </a:cubicBezTo>
                      <a:lnTo>
                        <a:pt x="387257" y="273219"/>
                      </a:lnTo>
                      <a:cubicBezTo>
                        <a:pt x="384537" y="183470"/>
                        <a:pt x="395416" y="71964"/>
                        <a:pt x="302948" y="74684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32" name="Freeform: Shape 26">
                  <a:extLst>
                    <a:ext uri="{FF2B5EF4-FFF2-40B4-BE49-F238E27FC236}">
                      <a16:creationId xmlns:a16="http://schemas.microsoft.com/office/drawing/2014/main" id="{BDB3B898-2C51-861B-90A7-76ADF7553EA4}"/>
                    </a:ext>
                  </a:extLst>
                </p:cNvPr>
                <p:cNvSpPr/>
                <p:nvPr/>
              </p:nvSpPr>
              <p:spPr>
                <a:xfrm>
                  <a:off x="5020669" y="3416868"/>
                  <a:ext cx="435145" cy="462341"/>
                </a:xfrm>
                <a:custGeom>
                  <a:avLst/>
                  <a:gdLst>
                    <a:gd name="connsiteX0" fmla="*/ 302948 w 435145"/>
                    <a:gd name="connsiteY0" fmla="*/ 74684 h 462341"/>
                    <a:gd name="connsiteX1" fmla="*/ 186002 w 435145"/>
                    <a:gd name="connsiteY1" fmla="*/ 148115 h 462341"/>
                    <a:gd name="connsiteX2" fmla="*/ 186002 w 435145"/>
                    <a:gd name="connsiteY2" fmla="*/ 148115 h 462341"/>
                    <a:gd name="connsiteX3" fmla="*/ 186002 w 435145"/>
                    <a:gd name="connsiteY3" fmla="*/ 115479 h 462341"/>
                    <a:gd name="connsiteX4" fmla="*/ 123450 w 435145"/>
                    <a:gd name="connsiteY4" fmla="*/ 58366 h 462341"/>
                    <a:gd name="connsiteX5" fmla="*/ 58178 w 435145"/>
                    <a:gd name="connsiteY5" fmla="*/ 115479 h 462341"/>
                    <a:gd name="connsiteX6" fmla="*/ 58178 w 435145"/>
                    <a:gd name="connsiteY6" fmla="*/ 362967 h 462341"/>
                    <a:gd name="connsiteX7" fmla="*/ 120730 w 435145"/>
                    <a:gd name="connsiteY7" fmla="*/ 422800 h 462341"/>
                    <a:gd name="connsiteX8" fmla="*/ 186002 w 435145"/>
                    <a:gd name="connsiteY8" fmla="*/ 362967 h 462341"/>
                    <a:gd name="connsiteX9" fmla="*/ 186002 w 435145"/>
                    <a:gd name="connsiteY9" fmla="*/ 213386 h 462341"/>
                    <a:gd name="connsiteX10" fmla="*/ 186002 w 435145"/>
                    <a:gd name="connsiteY10" fmla="*/ 213386 h 462341"/>
                    <a:gd name="connsiteX11" fmla="*/ 229517 w 435145"/>
                    <a:gd name="connsiteY11" fmla="*/ 161713 h 462341"/>
                    <a:gd name="connsiteX12" fmla="*/ 259433 w 435145"/>
                    <a:gd name="connsiteY12" fmla="*/ 194349 h 462341"/>
                    <a:gd name="connsiteX13" fmla="*/ 259433 w 435145"/>
                    <a:gd name="connsiteY13" fmla="*/ 362967 h 462341"/>
                    <a:gd name="connsiteX14" fmla="*/ 321985 w 435145"/>
                    <a:gd name="connsiteY14" fmla="*/ 422800 h 462341"/>
                    <a:gd name="connsiteX15" fmla="*/ 387257 w 435145"/>
                    <a:gd name="connsiteY15" fmla="*/ 362967 h 462341"/>
                    <a:gd name="connsiteX16" fmla="*/ 387257 w 435145"/>
                    <a:gd name="connsiteY16" fmla="*/ 273219 h 462341"/>
                    <a:gd name="connsiteX17" fmla="*/ 302948 w 435145"/>
                    <a:gd name="connsiteY17" fmla="*/ 74684 h 4623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435145" h="462341">
                      <a:moveTo>
                        <a:pt x="302948" y="74684"/>
                      </a:moveTo>
                      <a:cubicBezTo>
                        <a:pt x="234956" y="74684"/>
                        <a:pt x="196881" y="131797"/>
                        <a:pt x="186002" y="148115"/>
                      </a:cubicBezTo>
                      <a:lnTo>
                        <a:pt x="186002" y="148115"/>
                      </a:lnTo>
                      <a:cubicBezTo>
                        <a:pt x="186002" y="129077"/>
                        <a:pt x="186002" y="115479"/>
                        <a:pt x="186002" y="115479"/>
                      </a:cubicBezTo>
                      <a:cubicBezTo>
                        <a:pt x="186002" y="82843"/>
                        <a:pt x="156086" y="58366"/>
                        <a:pt x="123450" y="58366"/>
                      </a:cubicBezTo>
                      <a:cubicBezTo>
                        <a:pt x="90814" y="55646"/>
                        <a:pt x="58178" y="82843"/>
                        <a:pt x="58178" y="115479"/>
                      </a:cubicBezTo>
                      <a:cubicBezTo>
                        <a:pt x="58178" y="120918"/>
                        <a:pt x="58178" y="360248"/>
                        <a:pt x="58178" y="362967"/>
                      </a:cubicBezTo>
                      <a:cubicBezTo>
                        <a:pt x="58178" y="395603"/>
                        <a:pt x="88094" y="422800"/>
                        <a:pt x="120730" y="422800"/>
                      </a:cubicBezTo>
                      <a:cubicBezTo>
                        <a:pt x="153366" y="425519"/>
                        <a:pt x="186002" y="395603"/>
                        <a:pt x="186002" y="362967"/>
                      </a:cubicBezTo>
                      <a:cubicBezTo>
                        <a:pt x="186002" y="360248"/>
                        <a:pt x="186002" y="281378"/>
                        <a:pt x="186002" y="213386"/>
                      </a:cubicBezTo>
                      <a:lnTo>
                        <a:pt x="186002" y="213386"/>
                      </a:lnTo>
                      <a:cubicBezTo>
                        <a:pt x="191442" y="186190"/>
                        <a:pt x="205040" y="161713"/>
                        <a:pt x="229517" y="161713"/>
                      </a:cubicBezTo>
                      <a:cubicBezTo>
                        <a:pt x="259433" y="161713"/>
                        <a:pt x="259433" y="194349"/>
                        <a:pt x="259433" y="194349"/>
                      </a:cubicBezTo>
                      <a:lnTo>
                        <a:pt x="259433" y="362967"/>
                      </a:lnTo>
                      <a:cubicBezTo>
                        <a:pt x="259433" y="395603"/>
                        <a:pt x="289349" y="422800"/>
                        <a:pt x="321985" y="422800"/>
                      </a:cubicBezTo>
                      <a:cubicBezTo>
                        <a:pt x="354621" y="425519"/>
                        <a:pt x="387257" y="395603"/>
                        <a:pt x="387257" y="362967"/>
                      </a:cubicBezTo>
                      <a:lnTo>
                        <a:pt x="387257" y="273219"/>
                      </a:lnTo>
                      <a:cubicBezTo>
                        <a:pt x="384537" y="183470"/>
                        <a:pt x="395416" y="71964"/>
                        <a:pt x="302948" y="74684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33" name="Freeform: Shape 27">
                  <a:extLst>
                    <a:ext uri="{FF2B5EF4-FFF2-40B4-BE49-F238E27FC236}">
                      <a16:creationId xmlns:a16="http://schemas.microsoft.com/office/drawing/2014/main" id="{CD7B9E5D-66A1-926A-59CB-F0AC61BE0E59}"/>
                    </a:ext>
                  </a:extLst>
                </p:cNvPr>
                <p:cNvSpPr/>
                <p:nvPr/>
              </p:nvSpPr>
              <p:spPr>
                <a:xfrm>
                  <a:off x="7616289" y="3475234"/>
                  <a:ext cx="364436" cy="364434"/>
                </a:xfrm>
                <a:custGeom>
                  <a:avLst/>
                  <a:gdLst>
                    <a:gd name="connsiteX0" fmla="*/ 182218 w 364436"/>
                    <a:gd name="connsiteY0" fmla="*/ 73431 h 364434"/>
                    <a:gd name="connsiteX1" fmla="*/ 130544 w 364436"/>
                    <a:gd name="connsiteY1" fmla="*/ 179499 h 364434"/>
                    <a:gd name="connsiteX2" fmla="*/ 182218 w 364436"/>
                    <a:gd name="connsiteY2" fmla="*/ 285565 h 364434"/>
                    <a:gd name="connsiteX3" fmla="*/ 233891 w 364436"/>
                    <a:gd name="connsiteY3" fmla="*/ 179499 h 364434"/>
                    <a:gd name="connsiteX4" fmla="*/ 182218 w 364436"/>
                    <a:gd name="connsiteY4" fmla="*/ 73431 h 364434"/>
                    <a:gd name="connsiteX5" fmla="*/ 182219 w 364436"/>
                    <a:gd name="connsiteY5" fmla="*/ 0 h 364434"/>
                    <a:gd name="connsiteX6" fmla="*/ 364436 w 364436"/>
                    <a:gd name="connsiteY6" fmla="*/ 182217 h 364434"/>
                    <a:gd name="connsiteX7" fmla="*/ 182219 w 364436"/>
                    <a:gd name="connsiteY7" fmla="*/ 364434 h 364434"/>
                    <a:gd name="connsiteX8" fmla="*/ 0 w 364436"/>
                    <a:gd name="connsiteY8" fmla="*/ 182217 h 364434"/>
                    <a:gd name="connsiteX9" fmla="*/ 182219 w 364436"/>
                    <a:gd name="connsiteY9" fmla="*/ 0 h 3644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64436" h="364434">
                      <a:moveTo>
                        <a:pt x="182218" y="73431"/>
                      </a:moveTo>
                      <a:cubicBezTo>
                        <a:pt x="152302" y="76151"/>
                        <a:pt x="130544" y="114226"/>
                        <a:pt x="130544" y="179499"/>
                      </a:cubicBezTo>
                      <a:cubicBezTo>
                        <a:pt x="130544" y="244770"/>
                        <a:pt x="146862" y="285565"/>
                        <a:pt x="182218" y="285565"/>
                      </a:cubicBezTo>
                      <a:cubicBezTo>
                        <a:pt x="217573" y="285565"/>
                        <a:pt x="233891" y="247490"/>
                        <a:pt x="233891" y="179499"/>
                      </a:cubicBezTo>
                      <a:cubicBezTo>
                        <a:pt x="233891" y="114226"/>
                        <a:pt x="212134" y="73431"/>
                        <a:pt x="182218" y="73431"/>
                      </a:cubicBezTo>
                      <a:close/>
                      <a:moveTo>
                        <a:pt x="182219" y="0"/>
                      </a:moveTo>
                      <a:cubicBezTo>
                        <a:pt x="282846" y="0"/>
                        <a:pt x="364436" y="81590"/>
                        <a:pt x="364436" y="182217"/>
                      </a:cubicBezTo>
                      <a:cubicBezTo>
                        <a:pt x="364436" y="282844"/>
                        <a:pt x="282846" y="364434"/>
                        <a:pt x="182219" y="364434"/>
                      </a:cubicBezTo>
                      <a:cubicBezTo>
                        <a:pt x="81591" y="364434"/>
                        <a:pt x="0" y="282844"/>
                        <a:pt x="0" y="182217"/>
                      </a:cubicBezTo>
                      <a:cubicBezTo>
                        <a:pt x="0" y="81590"/>
                        <a:pt x="81591" y="0"/>
                        <a:pt x="182219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34" name="Freeform: Shape 28">
                  <a:extLst>
                    <a:ext uri="{FF2B5EF4-FFF2-40B4-BE49-F238E27FC236}">
                      <a16:creationId xmlns:a16="http://schemas.microsoft.com/office/drawing/2014/main" id="{7D17CF51-7B55-C1C8-FA54-F0B1EBBDC5FE}"/>
                    </a:ext>
                  </a:extLst>
                </p:cNvPr>
                <p:cNvSpPr/>
                <p:nvPr/>
              </p:nvSpPr>
              <p:spPr>
                <a:xfrm>
                  <a:off x="6743101" y="3464184"/>
                  <a:ext cx="372773" cy="375657"/>
                </a:xfrm>
                <a:custGeom>
                  <a:avLst/>
                  <a:gdLst>
                    <a:gd name="connsiteX0" fmla="*/ 176958 w 372773"/>
                    <a:gd name="connsiteY0" fmla="*/ 98080 h 375657"/>
                    <a:gd name="connsiteX1" fmla="*/ 125284 w 372773"/>
                    <a:gd name="connsiteY1" fmla="*/ 190548 h 375657"/>
                    <a:gd name="connsiteX2" fmla="*/ 176958 w 372773"/>
                    <a:gd name="connsiteY2" fmla="*/ 283017 h 375657"/>
                    <a:gd name="connsiteX3" fmla="*/ 228631 w 372773"/>
                    <a:gd name="connsiteY3" fmla="*/ 190548 h 375657"/>
                    <a:gd name="connsiteX4" fmla="*/ 176958 w 372773"/>
                    <a:gd name="connsiteY4" fmla="*/ 98080 h 375657"/>
                    <a:gd name="connsiteX5" fmla="*/ 307501 w 372773"/>
                    <a:gd name="connsiteY5" fmla="*/ 172 h 375657"/>
                    <a:gd name="connsiteX6" fmla="*/ 372773 w 372773"/>
                    <a:gd name="connsiteY6" fmla="*/ 62724 h 375657"/>
                    <a:gd name="connsiteX7" fmla="*/ 372773 w 372773"/>
                    <a:gd name="connsiteY7" fmla="*/ 312934 h 375657"/>
                    <a:gd name="connsiteX8" fmla="*/ 302061 w 372773"/>
                    <a:gd name="connsiteY8" fmla="*/ 375486 h 375657"/>
                    <a:gd name="connsiteX9" fmla="*/ 239509 w 372773"/>
                    <a:gd name="connsiteY9" fmla="*/ 326532 h 375657"/>
                    <a:gd name="connsiteX10" fmla="*/ 179677 w 372773"/>
                    <a:gd name="connsiteY10" fmla="*/ 370046 h 375657"/>
                    <a:gd name="connsiteX11" fmla="*/ 70890 w 372773"/>
                    <a:gd name="connsiteY11" fmla="*/ 353728 h 375657"/>
                    <a:gd name="connsiteX12" fmla="*/ 128003 w 372773"/>
                    <a:gd name="connsiteY12" fmla="*/ 11051 h 375657"/>
                    <a:gd name="connsiteX13" fmla="*/ 236790 w 372773"/>
                    <a:gd name="connsiteY13" fmla="*/ 70883 h 375657"/>
                    <a:gd name="connsiteX14" fmla="*/ 236790 w 372773"/>
                    <a:gd name="connsiteY14" fmla="*/ 62724 h 375657"/>
                    <a:gd name="connsiteX15" fmla="*/ 307501 w 372773"/>
                    <a:gd name="connsiteY15" fmla="*/ 172 h 3756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773" h="375657">
                      <a:moveTo>
                        <a:pt x="176958" y="98080"/>
                      </a:moveTo>
                      <a:cubicBezTo>
                        <a:pt x="147042" y="100800"/>
                        <a:pt x="125284" y="133436"/>
                        <a:pt x="125284" y="190548"/>
                      </a:cubicBezTo>
                      <a:cubicBezTo>
                        <a:pt x="125284" y="247661"/>
                        <a:pt x="141602" y="283017"/>
                        <a:pt x="176958" y="283017"/>
                      </a:cubicBezTo>
                      <a:cubicBezTo>
                        <a:pt x="212314" y="283017"/>
                        <a:pt x="228631" y="247661"/>
                        <a:pt x="228631" y="190548"/>
                      </a:cubicBezTo>
                      <a:cubicBezTo>
                        <a:pt x="228631" y="133436"/>
                        <a:pt x="206874" y="98080"/>
                        <a:pt x="176958" y="98080"/>
                      </a:cubicBezTo>
                      <a:close/>
                      <a:moveTo>
                        <a:pt x="307501" y="172"/>
                      </a:moveTo>
                      <a:cubicBezTo>
                        <a:pt x="340137" y="172"/>
                        <a:pt x="372773" y="30088"/>
                        <a:pt x="372773" y="62724"/>
                      </a:cubicBezTo>
                      <a:cubicBezTo>
                        <a:pt x="372773" y="65444"/>
                        <a:pt x="372773" y="307494"/>
                        <a:pt x="372773" y="312934"/>
                      </a:cubicBezTo>
                      <a:cubicBezTo>
                        <a:pt x="370053" y="348289"/>
                        <a:pt x="337417" y="378205"/>
                        <a:pt x="302061" y="375486"/>
                      </a:cubicBezTo>
                      <a:cubicBezTo>
                        <a:pt x="274865" y="372766"/>
                        <a:pt x="247668" y="353728"/>
                        <a:pt x="239509" y="326532"/>
                      </a:cubicBezTo>
                      <a:cubicBezTo>
                        <a:pt x="225911" y="348289"/>
                        <a:pt x="198715" y="364607"/>
                        <a:pt x="179677" y="370046"/>
                      </a:cubicBezTo>
                      <a:cubicBezTo>
                        <a:pt x="147041" y="378205"/>
                        <a:pt x="100807" y="372766"/>
                        <a:pt x="70890" y="353728"/>
                      </a:cubicBezTo>
                      <a:cubicBezTo>
                        <a:pt x="-35177" y="285737"/>
                        <a:pt x="-27018" y="11051"/>
                        <a:pt x="128003" y="11051"/>
                      </a:cubicBezTo>
                      <a:cubicBezTo>
                        <a:pt x="185116" y="11051"/>
                        <a:pt x="220471" y="49126"/>
                        <a:pt x="236790" y="70883"/>
                      </a:cubicBezTo>
                      <a:cubicBezTo>
                        <a:pt x="236790" y="70883"/>
                        <a:pt x="236790" y="65444"/>
                        <a:pt x="236790" y="62724"/>
                      </a:cubicBezTo>
                      <a:cubicBezTo>
                        <a:pt x="239509" y="27369"/>
                        <a:pt x="272145" y="-2547"/>
                        <a:pt x="307501" y="172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35" name="Freeform: Shape 29">
                  <a:extLst>
                    <a:ext uri="{FF2B5EF4-FFF2-40B4-BE49-F238E27FC236}">
                      <a16:creationId xmlns:a16="http://schemas.microsoft.com/office/drawing/2014/main" id="{07711BD8-4407-59B9-1AEB-261C89BD0EBE}"/>
                    </a:ext>
                  </a:extLst>
                </p:cNvPr>
                <p:cNvSpPr/>
                <p:nvPr/>
              </p:nvSpPr>
              <p:spPr>
                <a:xfrm>
                  <a:off x="8380335" y="3464184"/>
                  <a:ext cx="372772" cy="375657"/>
                </a:xfrm>
                <a:custGeom>
                  <a:avLst/>
                  <a:gdLst>
                    <a:gd name="connsiteX0" fmla="*/ 176957 w 372772"/>
                    <a:gd name="connsiteY0" fmla="*/ 98080 h 375657"/>
                    <a:gd name="connsiteX1" fmla="*/ 125282 w 372772"/>
                    <a:gd name="connsiteY1" fmla="*/ 190548 h 375657"/>
                    <a:gd name="connsiteX2" fmla="*/ 176957 w 372772"/>
                    <a:gd name="connsiteY2" fmla="*/ 283017 h 375657"/>
                    <a:gd name="connsiteX3" fmla="*/ 228630 w 372772"/>
                    <a:gd name="connsiteY3" fmla="*/ 190548 h 375657"/>
                    <a:gd name="connsiteX4" fmla="*/ 176957 w 372772"/>
                    <a:gd name="connsiteY4" fmla="*/ 98080 h 375657"/>
                    <a:gd name="connsiteX5" fmla="*/ 307501 w 372772"/>
                    <a:gd name="connsiteY5" fmla="*/ 172 h 375657"/>
                    <a:gd name="connsiteX6" fmla="*/ 372772 w 372772"/>
                    <a:gd name="connsiteY6" fmla="*/ 62724 h 375657"/>
                    <a:gd name="connsiteX7" fmla="*/ 372772 w 372772"/>
                    <a:gd name="connsiteY7" fmla="*/ 312934 h 375657"/>
                    <a:gd name="connsiteX8" fmla="*/ 302062 w 372772"/>
                    <a:gd name="connsiteY8" fmla="*/ 375486 h 375657"/>
                    <a:gd name="connsiteX9" fmla="*/ 239509 w 372772"/>
                    <a:gd name="connsiteY9" fmla="*/ 326532 h 375657"/>
                    <a:gd name="connsiteX10" fmla="*/ 179677 w 372772"/>
                    <a:gd name="connsiteY10" fmla="*/ 370046 h 375657"/>
                    <a:gd name="connsiteX11" fmla="*/ 70890 w 372772"/>
                    <a:gd name="connsiteY11" fmla="*/ 353728 h 375657"/>
                    <a:gd name="connsiteX12" fmla="*/ 128002 w 372772"/>
                    <a:gd name="connsiteY12" fmla="*/ 11051 h 375657"/>
                    <a:gd name="connsiteX13" fmla="*/ 236790 w 372772"/>
                    <a:gd name="connsiteY13" fmla="*/ 70883 h 375657"/>
                    <a:gd name="connsiteX14" fmla="*/ 236790 w 372772"/>
                    <a:gd name="connsiteY14" fmla="*/ 62724 h 375657"/>
                    <a:gd name="connsiteX15" fmla="*/ 307501 w 372772"/>
                    <a:gd name="connsiteY15" fmla="*/ 172 h 3756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772" h="375657">
                      <a:moveTo>
                        <a:pt x="176957" y="98080"/>
                      </a:moveTo>
                      <a:cubicBezTo>
                        <a:pt x="147039" y="100800"/>
                        <a:pt x="125282" y="133436"/>
                        <a:pt x="125282" y="190548"/>
                      </a:cubicBezTo>
                      <a:cubicBezTo>
                        <a:pt x="125282" y="247661"/>
                        <a:pt x="141600" y="283017"/>
                        <a:pt x="176957" y="283017"/>
                      </a:cubicBezTo>
                      <a:cubicBezTo>
                        <a:pt x="212312" y="283017"/>
                        <a:pt x="228630" y="247661"/>
                        <a:pt x="228630" y="190548"/>
                      </a:cubicBezTo>
                      <a:cubicBezTo>
                        <a:pt x="228630" y="133436"/>
                        <a:pt x="206873" y="98080"/>
                        <a:pt x="176957" y="98080"/>
                      </a:cubicBezTo>
                      <a:close/>
                      <a:moveTo>
                        <a:pt x="307501" y="172"/>
                      </a:moveTo>
                      <a:cubicBezTo>
                        <a:pt x="340137" y="172"/>
                        <a:pt x="372772" y="30088"/>
                        <a:pt x="372772" y="62724"/>
                      </a:cubicBezTo>
                      <a:cubicBezTo>
                        <a:pt x="372772" y="65444"/>
                        <a:pt x="372772" y="307494"/>
                        <a:pt x="372772" y="312934"/>
                      </a:cubicBezTo>
                      <a:cubicBezTo>
                        <a:pt x="370053" y="348289"/>
                        <a:pt x="337417" y="378205"/>
                        <a:pt x="302062" y="375486"/>
                      </a:cubicBezTo>
                      <a:cubicBezTo>
                        <a:pt x="274865" y="372766"/>
                        <a:pt x="247668" y="353728"/>
                        <a:pt x="239509" y="326532"/>
                      </a:cubicBezTo>
                      <a:cubicBezTo>
                        <a:pt x="228630" y="348289"/>
                        <a:pt x="198714" y="364607"/>
                        <a:pt x="179677" y="370046"/>
                      </a:cubicBezTo>
                      <a:cubicBezTo>
                        <a:pt x="147040" y="378205"/>
                        <a:pt x="100806" y="372766"/>
                        <a:pt x="70890" y="353728"/>
                      </a:cubicBezTo>
                      <a:cubicBezTo>
                        <a:pt x="-35177" y="285737"/>
                        <a:pt x="-27018" y="11051"/>
                        <a:pt x="128002" y="11051"/>
                      </a:cubicBezTo>
                      <a:cubicBezTo>
                        <a:pt x="185116" y="11051"/>
                        <a:pt x="220472" y="49126"/>
                        <a:pt x="236790" y="70883"/>
                      </a:cubicBezTo>
                      <a:cubicBezTo>
                        <a:pt x="236790" y="70883"/>
                        <a:pt x="236790" y="65444"/>
                        <a:pt x="236790" y="62724"/>
                      </a:cubicBezTo>
                      <a:cubicBezTo>
                        <a:pt x="239509" y="27369"/>
                        <a:pt x="272145" y="-2547"/>
                        <a:pt x="307501" y="172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36" name="Freeform: Shape 30">
                  <a:extLst>
                    <a:ext uri="{FF2B5EF4-FFF2-40B4-BE49-F238E27FC236}">
                      <a16:creationId xmlns:a16="http://schemas.microsoft.com/office/drawing/2014/main" id="{221E2582-B903-9DD6-D9CC-1314899D3C01}"/>
                    </a:ext>
                  </a:extLst>
                </p:cNvPr>
                <p:cNvSpPr/>
                <p:nvPr/>
              </p:nvSpPr>
              <p:spPr>
                <a:xfrm>
                  <a:off x="7389492" y="3444253"/>
                  <a:ext cx="217573" cy="435145"/>
                </a:xfrm>
                <a:custGeom>
                  <a:avLst/>
                  <a:gdLst>
                    <a:gd name="connsiteX0" fmla="*/ 186002 w 217572"/>
                    <a:gd name="connsiteY0" fmla="*/ 118011 h 435144"/>
                    <a:gd name="connsiteX1" fmla="*/ 128890 w 217572"/>
                    <a:gd name="connsiteY1" fmla="*/ 58178 h 435144"/>
                    <a:gd name="connsiteX2" fmla="*/ 123450 w 217572"/>
                    <a:gd name="connsiteY2" fmla="*/ 58178 h 435144"/>
                    <a:gd name="connsiteX3" fmla="*/ 58178 w 217572"/>
                    <a:gd name="connsiteY3" fmla="*/ 115291 h 435144"/>
                    <a:gd name="connsiteX4" fmla="*/ 58178 w 217572"/>
                    <a:gd name="connsiteY4" fmla="*/ 232236 h 435144"/>
                    <a:gd name="connsiteX5" fmla="*/ 58178 w 217572"/>
                    <a:gd name="connsiteY5" fmla="*/ 232236 h 435144"/>
                    <a:gd name="connsiteX6" fmla="*/ 58178 w 217572"/>
                    <a:gd name="connsiteY6" fmla="*/ 335583 h 435144"/>
                    <a:gd name="connsiteX7" fmla="*/ 115291 w 217572"/>
                    <a:gd name="connsiteY7" fmla="*/ 395415 h 435144"/>
                    <a:gd name="connsiteX8" fmla="*/ 120730 w 217572"/>
                    <a:gd name="connsiteY8" fmla="*/ 395415 h 435144"/>
                    <a:gd name="connsiteX9" fmla="*/ 186002 w 217572"/>
                    <a:gd name="connsiteY9" fmla="*/ 338303 h 435144"/>
                    <a:gd name="connsiteX10" fmla="*/ 186002 w 217572"/>
                    <a:gd name="connsiteY10" fmla="*/ 240395 h 435144"/>
                    <a:gd name="connsiteX11" fmla="*/ 186002 w 217572"/>
                    <a:gd name="connsiteY11" fmla="*/ 240395 h 435144"/>
                    <a:gd name="connsiteX12" fmla="*/ 186002 w 217572"/>
                    <a:gd name="connsiteY12" fmla="*/ 118011 h 4351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17572" h="435144">
                      <a:moveTo>
                        <a:pt x="186002" y="118011"/>
                      </a:moveTo>
                      <a:cubicBezTo>
                        <a:pt x="183283" y="85375"/>
                        <a:pt x="158806" y="60898"/>
                        <a:pt x="128890" y="58178"/>
                      </a:cubicBezTo>
                      <a:cubicBezTo>
                        <a:pt x="126170" y="58178"/>
                        <a:pt x="126170" y="58178"/>
                        <a:pt x="123450" y="58178"/>
                      </a:cubicBezTo>
                      <a:cubicBezTo>
                        <a:pt x="96254" y="58178"/>
                        <a:pt x="58178" y="82655"/>
                        <a:pt x="58178" y="115291"/>
                      </a:cubicBezTo>
                      <a:lnTo>
                        <a:pt x="58178" y="232236"/>
                      </a:lnTo>
                      <a:lnTo>
                        <a:pt x="58178" y="232236"/>
                      </a:lnTo>
                      <a:cubicBezTo>
                        <a:pt x="58178" y="270311"/>
                        <a:pt x="58178" y="335583"/>
                        <a:pt x="58178" y="335583"/>
                      </a:cubicBezTo>
                      <a:cubicBezTo>
                        <a:pt x="60898" y="368219"/>
                        <a:pt x="85375" y="392696"/>
                        <a:pt x="115291" y="395415"/>
                      </a:cubicBezTo>
                      <a:cubicBezTo>
                        <a:pt x="118011" y="395415"/>
                        <a:pt x="118011" y="395415"/>
                        <a:pt x="120730" y="395415"/>
                      </a:cubicBezTo>
                      <a:cubicBezTo>
                        <a:pt x="147927" y="395415"/>
                        <a:pt x="186002" y="370938"/>
                        <a:pt x="186002" y="338303"/>
                      </a:cubicBezTo>
                      <a:lnTo>
                        <a:pt x="186002" y="240395"/>
                      </a:lnTo>
                      <a:lnTo>
                        <a:pt x="186002" y="240395"/>
                      </a:lnTo>
                      <a:cubicBezTo>
                        <a:pt x="186002" y="202320"/>
                        <a:pt x="186002" y="118011"/>
                        <a:pt x="186002" y="118011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37" name="Freeform: Shape 31">
                  <a:extLst>
                    <a:ext uri="{FF2B5EF4-FFF2-40B4-BE49-F238E27FC236}">
                      <a16:creationId xmlns:a16="http://schemas.microsoft.com/office/drawing/2014/main" id="{73A8626B-F869-C6E9-255C-56549E461D45}"/>
                    </a:ext>
                  </a:extLst>
                </p:cNvPr>
                <p:cNvSpPr/>
                <p:nvPr/>
              </p:nvSpPr>
              <p:spPr>
                <a:xfrm>
                  <a:off x="7392212" y="3280901"/>
                  <a:ext cx="217573" cy="217572"/>
                </a:xfrm>
                <a:custGeom>
                  <a:avLst/>
                  <a:gdLst>
                    <a:gd name="connsiteX0" fmla="*/ 183282 w 217572"/>
                    <a:gd name="connsiteY0" fmla="*/ 120902 h 217572"/>
                    <a:gd name="connsiteX1" fmla="*/ 120730 w 217572"/>
                    <a:gd name="connsiteY1" fmla="*/ 183454 h 217572"/>
                    <a:gd name="connsiteX2" fmla="*/ 58178 w 217572"/>
                    <a:gd name="connsiteY2" fmla="*/ 120902 h 217572"/>
                    <a:gd name="connsiteX3" fmla="*/ 120730 w 217572"/>
                    <a:gd name="connsiteY3" fmla="*/ 58350 h 217572"/>
                    <a:gd name="connsiteX4" fmla="*/ 183282 w 217572"/>
                    <a:gd name="connsiteY4" fmla="*/ 120902 h 2175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7572" h="217572">
                      <a:moveTo>
                        <a:pt x="183282" y="120902"/>
                      </a:moveTo>
                      <a:cubicBezTo>
                        <a:pt x="183282" y="156258"/>
                        <a:pt x="156086" y="183454"/>
                        <a:pt x="120730" y="183454"/>
                      </a:cubicBezTo>
                      <a:cubicBezTo>
                        <a:pt x="85375" y="183454"/>
                        <a:pt x="58178" y="156258"/>
                        <a:pt x="58178" y="120902"/>
                      </a:cubicBezTo>
                      <a:cubicBezTo>
                        <a:pt x="58178" y="85547"/>
                        <a:pt x="85375" y="58350"/>
                        <a:pt x="120730" y="58350"/>
                      </a:cubicBezTo>
                      <a:cubicBezTo>
                        <a:pt x="153366" y="55630"/>
                        <a:pt x="183282" y="85547"/>
                        <a:pt x="183282" y="120902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38" name="Freeform: Shape 32">
                  <a:extLst>
                    <a:ext uri="{FF2B5EF4-FFF2-40B4-BE49-F238E27FC236}">
                      <a16:creationId xmlns:a16="http://schemas.microsoft.com/office/drawing/2014/main" id="{C3D808FF-2E21-017A-27FB-864236E05D56}"/>
                    </a:ext>
                  </a:extLst>
                </p:cNvPr>
                <p:cNvSpPr/>
                <p:nvPr/>
              </p:nvSpPr>
              <p:spPr>
                <a:xfrm>
                  <a:off x="6005186" y="3416884"/>
                  <a:ext cx="380752" cy="462341"/>
                </a:xfrm>
                <a:custGeom>
                  <a:avLst/>
                  <a:gdLst>
                    <a:gd name="connsiteX0" fmla="*/ 270312 w 380752"/>
                    <a:gd name="connsiteY0" fmla="*/ 69229 h 462341"/>
                    <a:gd name="connsiteX1" fmla="*/ 188722 w 380752"/>
                    <a:gd name="connsiteY1" fmla="*/ 134501 h 462341"/>
                    <a:gd name="connsiteX2" fmla="*/ 188722 w 380752"/>
                    <a:gd name="connsiteY2" fmla="*/ 118183 h 462341"/>
                    <a:gd name="connsiteX3" fmla="*/ 126170 w 380752"/>
                    <a:gd name="connsiteY3" fmla="*/ 58350 h 462341"/>
                    <a:gd name="connsiteX4" fmla="*/ 58178 w 380752"/>
                    <a:gd name="connsiteY4" fmla="*/ 118183 h 462341"/>
                    <a:gd name="connsiteX5" fmla="*/ 58178 w 380752"/>
                    <a:gd name="connsiteY5" fmla="*/ 210651 h 462341"/>
                    <a:gd name="connsiteX6" fmla="*/ 58178 w 380752"/>
                    <a:gd name="connsiteY6" fmla="*/ 365671 h 462341"/>
                    <a:gd name="connsiteX7" fmla="*/ 58178 w 380752"/>
                    <a:gd name="connsiteY7" fmla="*/ 365671 h 462341"/>
                    <a:gd name="connsiteX8" fmla="*/ 120730 w 380752"/>
                    <a:gd name="connsiteY8" fmla="*/ 425504 h 462341"/>
                    <a:gd name="connsiteX9" fmla="*/ 186002 w 380752"/>
                    <a:gd name="connsiteY9" fmla="*/ 365671 h 462341"/>
                    <a:gd name="connsiteX10" fmla="*/ 186002 w 380752"/>
                    <a:gd name="connsiteY10" fmla="*/ 365671 h 462341"/>
                    <a:gd name="connsiteX11" fmla="*/ 186002 w 380752"/>
                    <a:gd name="connsiteY11" fmla="*/ 210651 h 462341"/>
                    <a:gd name="connsiteX12" fmla="*/ 215919 w 380752"/>
                    <a:gd name="connsiteY12" fmla="*/ 158978 h 462341"/>
                    <a:gd name="connsiteX13" fmla="*/ 275751 w 380752"/>
                    <a:gd name="connsiteY13" fmla="*/ 221530 h 462341"/>
                    <a:gd name="connsiteX14" fmla="*/ 270312 w 380752"/>
                    <a:gd name="connsiteY14" fmla="*/ 69229 h 4623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80752" h="462341">
                      <a:moveTo>
                        <a:pt x="270312" y="69229"/>
                      </a:moveTo>
                      <a:cubicBezTo>
                        <a:pt x="232236" y="71949"/>
                        <a:pt x="213199" y="99145"/>
                        <a:pt x="188722" y="134501"/>
                      </a:cubicBezTo>
                      <a:cubicBezTo>
                        <a:pt x="188722" y="134501"/>
                        <a:pt x="188722" y="118183"/>
                        <a:pt x="188722" y="118183"/>
                      </a:cubicBezTo>
                      <a:cubicBezTo>
                        <a:pt x="188722" y="85547"/>
                        <a:pt x="158806" y="58350"/>
                        <a:pt x="126170" y="58350"/>
                      </a:cubicBezTo>
                      <a:cubicBezTo>
                        <a:pt x="93534" y="55631"/>
                        <a:pt x="60898" y="85547"/>
                        <a:pt x="58178" y="118183"/>
                      </a:cubicBezTo>
                      <a:lnTo>
                        <a:pt x="58178" y="210651"/>
                      </a:lnTo>
                      <a:lnTo>
                        <a:pt x="58178" y="365671"/>
                      </a:lnTo>
                      <a:lnTo>
                        <a:pt x="58178" y="365671"/>
                      </a:lnTo>
                      <a:cubicBezTo>
                        <a:pt x="58178" y="398307"/>
                        <a:pt x="88094" y="425504"/>
                        <a:pt x="120730" y="425504"/>
                      </a:cubicBezTo>
                      <a:cubicBezTo>
                        <a:pt x="153366" y="428224"/>
                        <a:pt x="186002" y="398307"/>
                        <a:pt x="186002" y="365671"/>
                      </a:cubicBezTo>
                      <a:lnTo>
                        <a:pt x="186002" y="365671"/>
                      </a:lnTo>
                      <a:lnTo>
                        <a:pt x="186002" y="210651"/>
                      </a:lnTo>
                      <a:cubicBezTo>
                        <a:pt x="188722" y="188894"/>
                        <a:pt x="196881" y="158978"/>
                        <a:pt x="215919" y="158978"/>
                      </a:cubicBezTo>
                      <a:cubicBezTo>
                        <a:pt x="243115" y="158978"/>
                        <a:pt x="215919" y="221530"/>
                        <a:pt x="275751" y="221530"/>
                      </a:cubicBezTo>
                      <a:cubicBezTo>
                        <a:pt x="362780" y="221530"/>
                        <a:pt x="373658" y="63790"/>
                        <a:pt x="270312" y="69229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39" name="Freeform: Shape 33">
                  <a:extLst>
                    <a:ext uri="{FF2B5EF4-FFF2-40B4-BE49-F238E27FC236}">
                      <a16:creationId xmlns:a16="http://schemas.microsoft.com/office/drawing/2014/main" id="{39805562-CC41-6E06-48D1-3D029D63D0F2}"/>
                    </a:ext>
                  </a:extLst>
                </p:cNvPr>
                <p:cNvSpPr/>
                <p:nvPr/>
              </p:nvSpPr>
              <p:spPr>
                <a:xfrm>
                  <a:off x="5693490" y="3475234"/>
                  <a:ext cx="337238" cy="364434"/>
                </a:xfrm>
                <a:custGeom>
                  <a:avLst/>
                  <a:gdLst>
                    <a:gd name="connsiteX0" fmla="*/ 180433 w 337238"/>
                    <a:gd name="connsiteY0" fmla="*/ 73984 h 364434"/>
                    <a:gd name="connsiteX1" fmla="*/ 163180 w 337238"/>
                    <a:gd name="connsiteY1" fmla="*/ 78870 h 364434"/>
                    <a:gd name="connsiteX2" fmla="*/ 125105 w 337238"/>
                    <a:gd name="connsiteY2" fmla="*/ 160461 h 364434"/>
                    <a:gd name="connsiteX3" fmla="*/ 171339 w 337238"/>
                    <a:gd name="connsiteY3" fmla="*/ 163180 h 364434"/>
                    <a:gd name="connsiteX4" fmla="*/ 214854 w 337238"/>
                    <a:gd name="connsiteY4" fmla="*/ 108787 h 364434"/>
                    <a:gd name="connsiteX5" fmla="*/ 180433 w 337238"/>
                    <a:gd name="connsiteY5" fmla="*/ 73984 h 364434"/>
                    <a:gd name="connsiteX6" fmla="*/ 174059 w 337238"/>
                    <a:gd name="connsiteY6" fmla="*/ 0 h 364434"/>
                    <a:gd name="connsiteX7" fmla="*/ 337238 w 337238"/>
                    <a:gd name="connsiteY7" fmla="*/ 119665 h 364434"/>
                    <a:gd name="connsiteX8" fmla="*/ 133264 w 337238"/>
                    <a:gd name="connsiteY8" fmla="*/ 217573 h 364434"/>
                    <a:gd name="connsiteX9" fmla="*/ 225732 w 337238"/>
                    <a:gd name="connsiteY9" fmla="*/ 277405 h 364434"/>
                    <a:gd name="connsiteX10" fmla="*/ 320920 w 337238"/>
                    <a:gd name="connsiteY10" fmla="*/ 250208 h 364434"/>
                    <a:gd name="connsiteX11" fmla="*/ 174059 w 337238"/>
                    <a:gd name="connsiteY11" fmla="*/ 364434 h 364434"/>
                    <a:gd name="connsiteX12" fmla="*/ 0 w 337238"/>
                    <a:gd name="connsiteY12" fmla="*/ 184937 h 364434"/>
                    <a:gd name="connsiteX13" fmla="*/ 174059 w 337238"/>
                    <a:gd name="connsiteY13" fmla="*/ 0 h 3644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37238" h="364434">
                      <a:moveTo>
                        <a:pt x="180433" y="73984"/>
                      </a:moveTo>
                      <a:cubicBezTo>
                        <a:pt x="174569" y="73941"/>
                        <a:pt x="168620" y="75471"/>
                        <a:pt x="163180" y="78870"/>
                      </a:cubicBezTo>
                      <a:cubicBezTo>
                        <a:pt x="135984" y="95189"/>
                        <a:pt x="127825" y="130544"/>
                        <a:pt x="125105" y="160461"/>
                      </a:cubicBezTo>
                      <a:cubicBezTo>
                        <a:pt x="125105" y="163180"/>
                        <a:pt x="168620" y="160461"/>
                        <a:pt x="171339" y="163180"/>
                      </a:cubicBezTo>
                      <a:cubicBezTo>
                        <a:pt x="195816" y="157741"/>
                        <a:pt x="214854" y="135984"/>
                        <a:pt x="214854" y="108787"/>
                      </a:cubicBezTo>
                      <a:cubicBezTo>
                        <a:pt x="214854" y="88389"/>
                        <a:pt x="198026" y="74111"/>
                        <a:pt x="180433" y="73984"/>
                      </a:cubicBezTo>
                      <a:close/>
                      <a:moveTo>
                        <a:pt x="174059" y="0"/>
                      </a:moveTo>
                      <a:cubicBezTo>
                        <a:pt x="233891" y="0"/>
                        <a:pt x="337238" y="29916"/>
                        <a:pt x="337238" y="119665"/>
                      </a:cubicBezTo>
                      <a:cubicBezTo>
                        <a:pt x="337238" y="209414"/>
                        <a:pt x="244770" y="217573"/>
                        <a:pt x="133264" y="217573"/>
                      </a:cubicBezTo>
                      <a:cubicBezTo>
                        <a:pt x="133264" y="217573"/>
                        <a:pt x="149581" y="277405"/>
                        <a:pt x="225732" y="277405"/>
                      </a:cubicBezTo>
                      <a:cubicBezTo>
                        <a:pt x="301883" y="277405"/>
                        <a:pt x="320920" y="250208"/>
                        <a:pt x="320920" y="250208"/>
                      </a:cubicBezTo>
                      <a:cubicBezTo>
                        <a:pt x="320920" y="250208"/>
                        <a:pt x="315481" y="364434"/>
                        <a:pt x="174059" y="364434"/>
                      </a:cubicBezTo>
                      <a:cubicBezTo>
                        <a:pt x="95188" y="364434"/>
                        <a:pt x="0" y="304602"/>
                        <a:pt x="0" y="184937"/>
                      </a:cubicBezTo>
                      <a:cubicBezTo>
                        <a:pt x="0" y="78870"/>
                        <a:pt x="73431" y="0"/>
                        <a:pt x="174059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40" name="Freeform: Shape 34">
                  <a:extLst>
                    <a:ext uri="{FF2B5EF4-FFF2-40B4-BE49-F238E27FC236}">
                      <a16:creationId xmlns:a16="http://schemas.microsoft.com/office/drawing/2014/main" id="{F682F0EF-372F-6C5A-1587-7E7E6A75E7B1}"/>
                    </a:ext>
                  </a:extLst>
                </p:cNvPr>
                <p:cNvSpPr/>
                <p:nvPr/>
              </p:nvSpPr>
              <p:spPr>
                <a:xfrm>
                  <a:off x="5376945" y="3338014"/>
                  <a:ext cx="353556" cy="543931"/>
                </a:xfrm>
                <a:custGeom>
                  <a:avLst/>
                  <a:gdLst>
                    <a:gd name="connsiteX0" fmla="*/ 311107 w 353555"/>
                    <a:gd name="connsiteY0" fmla="*/ 433663 h 543931"/>
                    <a:gd name="connsiteX1" fmla="*/ 215919 w 353555"/>
                    <a:gd name="connsiteY1" fmla="*/ 501654 h 543931"/>
                    <a:gd name="connsiteX2" fmla="*/ 98973 w 353555"/>
                    <a:gd name="connsiteY2" fmla="*/ 392868 h 543931"/>
                    <a:gd name="connsiteX3" fmla="*/ 98973 w 353555"/>
                    <a:gd name="connsiteY3" fmla="*/ 221530 h 543931"/>
                    <a:gd name="connsiteX4" fmla="*/ 82655 w 353555"/>
                    <a:gd name="connsiteY4" fmla="*/ 221530 h 543931"/>
                    <a:gd name="connsiteX5" fmla="*/ 58178 w 353555"/>
                    <a:gd name="connsiteY5" fmla="*/ 191614 h 543931"/>
                    <a:gd name="connsiteX6" fmla="*/ 85375 w 353555"/>
                    <a:gd name="connsiteY6" fmla="*/ 164417 h 543931"/>
                    <a:gd name="connsiteX7" fmla="*/ 101693 w 353555"/>
                    <a:gd name="connsiteY7" fmla="*/ 164417 h 543931"/>
                    <a:gd name="connsiteX8" fmla="*/ 101693 w 353555"/>
                    <a:gd name="connsiteY8" fmla="*/ 118183 h 543931"/>
                    <a:gd name="connsiteX9" fmla="*/ 166965 w 353555"/>
                    <a:gd name="connsiteY9" fmla="*/ 58350 h 543931"/>
                    <a:gd name="connsiteX10" fmla="*/ 229517 w 353555"/>
                    <a:gd name="connsiteY10" fmla="*/ 118183 h 543931"/>
                    <a:gd name="connsiteX11" fmla="*/ 229517 w 353555"/>
                    <a:gd name="connsiteY11" fmla="*/ 118183 h 543931"/>
                    <a:gd name="connsiteX12" fmla="*/ 229517 w 353555"/>
                    <a:gd name="connsiteY12" fmla="*/ 164417 h 543931"/>
                    <a:gd name="connsiteX13" fmla="*/ 283910 w 353555"/>
                    <a:gd name="connsiteY13" fmla="*/ 164417 h 543931"/>
                    <a:gd name="connsiteX14" fmla="*/ 308387 w 353555"/>
                    <a:gd name="connsiteY14" fmla="*/ 194333 h 543931"/>
                    <a:gd name="connsiteX15" fmla="*/ 281190 w 353555"/>
                    <a:gd name="connsiteY15" fmla="*/ 221530 h 543931"/>
                    <a:gd name="connsiteX16" fmla="*/ 229517 w 353555"/>
                    <a:gd name="connsiteY16" fmla="*/ 221530 h 543931"/>
                    <a:gd name="connsiteX17" fmla="*/ 229517 w 353555"/>
                    <a:gd name="connsiteY17" fmla="*/ 365671 h 543931"/>
                    <a:gd name="connsiteX18" fmla="*/ 311107 w 353555"/>
                    <a:gd name="connsiteY18" fmla="*/ 433663 h 5439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353555" h="543931">
                      <a:moveTo>
                        <a:pt x="311107" y="433663"/>
                      </a:moveTo>
                      <a:cubicBezTo>
                        <a:pt x="311107" y="433663"/>
                        <a:pt x="278471" y="501654"/>
                        <a:pt x="215919" y="501654"/>
                      </a:cubicBezTo>
                      <a:cubicBezTo>
                        <a:pt x="164245" y="501654"/>
                        <a:pt x="101693" y="458140"/>
                        <a:pt x="98973" y="392868"/>
                      </a:cubicBezTo>
                      <a:cubicBezTo>
                        <a:pt x="98973" y="392868"/>
                        <a:pt x="98973" y="297680"/>
                        <a:pt x="98973" y="221530"/>
                      </a:cubicBezTo>
                      <a:lnTo>
                        <a:pt x="82655" y="221530"/>
                      </a:lnTo>
                      <a:cubicBezTo>
                        <a:pt x="74496" y="221530"/>
                        <a:pt x="58178" y="216090"/>
                        <a:pt x="58178" y="191614"/>
                      </a:cubicBezTo>
                      <a:cubicBezTo>
                        <a:pt x="58178" y="167137"/>
                        <a:pt x="77216" y="164417"/>
                        <a:pt x="85375" y="164417"/>
                      </a:cubicBezTo>
                      <a:lnTo>
                        <a:pt x="101693" y="164417"/>
                      </a:lnTo>
                      <a:cubicBezTo>
                        <a:pt x="101693" y="137220"/>
                        <a:pt x="101693" y="118183"/>
                        <a:pt x="101693" y="118183"/>
                      </a:cubicBezTo>
                      <a:cubicBezTo>
                        <a:pt x="104413" y="85547"/>
                        <a:pt x="134329" y="55631"/>
                        <a:pt x="166965" y="58350"/>
                      </a:cubicBezTo>
                      <a:cubicBezTo>
                        <a:pt x="196881" y="61070"/>
                        <a:pt x="229517" y="85547"/>
                        <a:pt x="229517" y="118183"/>
                      </a:cubicBezTo>
                      <a:lnTo>
                        <a:pt x="229517" y="118183"/>
                      </a:lnTo>
                      <a:lnTo>
                        <a:pt x="229517" y="164417"/>
                      </a:lnTo>
                      <a:lnTo>
                        <a:pt x="283910" y="164417"/>
                      </a:lnTo>
                      <a:cubicBezTo>
                        <a:pt x="292069" y="164417"/>
                        <a:pt x="308387" y="169856"/>
                        <a:pt x="308387" y="194333"/>
                      </a:cubicBezTo>
                      <a:cubicBezTo>
                        <a:pt x="308387" y="218810"/>
                        <a:pt x="292069" y="221530"/>
                        <a:pt x="281190" y="221530"/>
                      </a:cubicBezTo>
                      <a:lnTo>
                        <a:pt x="229517" y="221530"/>
                      </a:lnTo>
                      <a:lnTo>
                        <a:pt x="229517" y="365671"/>
                      </a:lnTo>
                      <a:cubicBezTo>
                        <a:pt x="226797" y="409186"/>
                        <a:pt x="267592" y="433663"/>
                        <a:pt x="311107" y="433663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41" name="Freeform: Shape 35">
                  <a:extLst>
                    <a:ext uri="{FF2B5EF4-FFF2-40B4-BE49-F238E27FC236}">
                      <a16:creationId xmlns:a16="http://schemas.microsoft.com/office/drawing/2014/main" id="{CA297EC4-6C51-F639-BE78-74FB8AFEC392}"/>
                    </a:ext>
                  </a:extLst>
                </p:cNvPr>
                <p:cNvSpPr/>
                <p:nvPr/>
              </p:nvSpPr>
              <p:spPr>
                <a:xfrm>
                  <a:off x="7090329" y="3338014"/>
                  <a:ext cx="353556" cy="543931"/>
                </a:xfrm>
                <a:custGeom>
                  <a:avLst/>
                  <a:gdLst>
                    <a:gd name="connsiteX0" fmla="*/ 311107 w 353555"/>
                    <a:gd name="connsiteY0" fmla="*/ 433663 h 543931"/>
                    <a:gd name="connsiteX1" fmla="*/ 215919 w 353555"/>
                    <a:gd name="connsiteY1" fmla="*/ 501654 h 543931"/>
                    <a:gd name="connsiteX2" fmla="*/ 98973 w 353555"/>
                    <a:gd name="connsiteY2" fmla="*/ 392868 h 543931"/>
                    <a:gd name="connsiteX3" fmla="*/ 98973 w 353555"/>
                    <a:gd name="connsiteY3" fmla="*/ 221530 h 543931"/>
                    <a:gd name="connsiteX4" fmla="*/ 82655 w 353555"/>
                    <a:gd name="connsiteY4" fmla="*/ 221530 h 543931"/>
                    <a:gd name="connsiteX5" fmla="*/ 58178 w 353555"/>
                    <a:gd name="connsiteY5" fmla="*/ 191614 h 543931"/>
                    <a:gd name="connsiteX6" fmla="*/ 85375 w 353555"/>
                    <a:gd name="connsiteY6" fmla="*/ 164417 h 543931"/>
                    <a:gd name="connsiteX7" fmla="*/ 101693 w 353555"/>
                    <a:gd name="connsiteY7" fmla="*/ 164417 h 543931"/>
                    <a:gd name="connsiteX8" fmla="*/ 101693 w 353555"/>
                    <a:gd name="connsiteY8" fmla="*/ 118183 h 543931"/>
                    <a:gd name="connsiteX9" fmla="*/ 166965 w 353555"/>
                    <a:gd name="connsiteY9" fmla="*/ 58350 h 543931"/>
                    <a:gd name="connsiteX10" fmla="*/ 229517 w 353555"/>
                    <a:gd name="connsiteY10" fmla="*/ 118183 h 543931"/>
                    <a:gd name="connsiteX11" fmla="*/ 229517 w 353555"/>
                    <a:gd name="connsiteY11" fmla="*/ 118183 h 543931"/>
                    <a:gd name="connsiteX12" fmla="*/ 229517 w 353555"/>
                    <a:gd name="connsiteY12" fmla="*/ 164417 h 543931"/>
                    <a:gd name="connsiteX13" fmla="*/ 283910 w 353555"/>
                    <a:gd name="connsiteY13" fmla="*/ 164417 h 543931"/>
                    <a:gd name="connsiteX14" fmla="*/ 308387 w 353555"/>
                    <a:gd name="connsiteY14" fmla="*/ 194333 h 543931"/>
                    <a:gd name="connsiteX15" fmla="*/ 281190 w 353555"/>
                    <a:gd name="connsiteY15" fmla="*/ 221530 h 543931"/>
                    <a:gd name="connsiteX16" fmla="*/ 229517 w 353555"/>
                    <a:gd name="connsiteY16" fmla="*/ 221530 h 543931"/>
                    <a:gd name="connsiteX17" fmla="*/ 229517 w 353555"/>
                    <a:gd name="connsiteY17" fmla="*/ 365671 h 543931"/>
                    <a:gd name="connsiteX18" fmla="*/ 311107 w 353555"/>
                    <a:gd name="connsiteY18" fmla="*/ 433663 h 5439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353555" h="543931">
                      <a:moveTo>
                        <a:pt x="311107" y="433663"/>
                      </a:moveTo>
                      <a:cubicBezTo>
                        <a:pt x="311107" y="433663"/>
                        <a:pt x="278471" y="501654"/>
                        <a:pt x="215919" y="501654"/>
                      </a:cubicBezTo>
                      <a:cubicBezTo>
                        <a:pt x="164245" y="501654"/>
                        <a:pt x="101693" y="458140"/>
                        <a:pt x="98973" y="392868"/>
                      </a:cubicBezTo>
                      <a:cubicBezTo>
                        <a:pt x="98973" y="392868"/>
                        <a:pt x="98973" y="297680"/>
                        <a:pt x="98973" y="221530"/>
                      </a:cubicBezTo>
                      <a:lnTo>
                        <a:pt x="82655" y="221530"/>
                      </a:lnTo>
                      <a:cubicBezTo>
                        <a:pt x="74496" y="221530"/>
                        <a:pt x="58178" y="216090"/>
                        <a:pt x="58178" y="191614"/>
                      </a:cubicBezTo>
                      <a:cubicBezTo>
                        <a:pt x="58178" y="167137"/>
                        <a:pt x="77216" y="164417"/>
                        <a:pt x="85375" y="164417"/>
                      </a:cubicBezTo>
                      <a:lnTo>
                        <a:pt x="101693" y="164417"/>
                      </a:lnTo>
                      <a:cubicBezTo>
                        <a:pt x="101693" y="137220"/>
                        <a:pt x="101693" y="118183"/>
                        <a:pt x="101693" y="118183"/>
                      </a:cubicBezTo>
                      <a:cubicBezTo>
                        <a:pt x="104412" y="85547"/>
                        <a:pt x="134329" y="55631"/>
                        <a:pt x="166965" y="58350"/>
                      </a:cubicBezTo>
                      <a:cubicBezTo>
                        <a:pt x="196881" y="61070"/>
                        <a:pt x="229517" y="85547"/>
                        <a:pt x="229517" y="118183"/>
                      </a:cubicBezTo>
                      <a:lnTo>
                        <a:pt x="229517" y="118183"/>
                      </a:lnTo>
                      <a:lnTo>
                        <a:pt x="229517" y="164417"/>
                      </a:lnTo>
                      <a:lnTo>
                        <a:pt x="283910" y="164417"/>
                      </a:lnTo>
                      <a:cubicBezTo>
                        <a:pt x="292069" y="164417"/>
                        <a:pt x="308387" y="169856"/>
                        <a:pt x="308387" y="194333"/>
                      </a:cubicBezTo>
                      <a:cubicBezTo>
                        <a:pt x="308387" y="218810"/>
                        <a:pt x="292069" y="221530"/>
                        <a:pt x="281190" y="221530"/>
                      </a:cubicBezTo>
                      <a:lnTo>
                        <a:pt x="229517" y="221530"/>
                      </a:lnTo>
                      <a:lnTo>
                        <a:pt x="229517" y="365671"/>
                      </a:lnTo>
                      <a:cubicBezTo>
                        <a:pt x="229517" y="409186"/>
                        <a:pt x="270312" y="433663"/>
                        <a:pt x="311107" y="433663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42" name="Freeform: Shape 36">
                  <a:extLst>
                    <a:ext uri="{FF2B5EF4-FFF2-40B4-BE49-F238E27FC236}">
                      <a16:creationId xmlns:a16="http://schemas.microsoft.com/office/drawing/2014/main" id="{AE36B7D4-A2E2-D383-28F5-8E1B6732B0FA}"/>
                    </a:ext>
                  </a:extLst>
                </p:cNvPr>
                <p:cNvSpPr/>
                <p:nvPr/>
              </p:nvSpPr>
              <p:spPr>
                <a:xfrm>
                  <a:off x="2080719" y="4178559"/>
                  <a:ext cx="462342" cy="788700"/>
                </a:xfrm>
                <a:custGeom>
                  <a:avLst/>
                  <a:gdLst>
                    <a:gd name="connsiteX0" fmla="*/ 403575 w 462341"/>
                    <a:gd name="connsiteY0" fmla="*/ 583072 h 788699"/>
                    <a:gd name="connsiteX1" fmla="*/ 406295 w 462341"/>
                    <a:gd name="connsiteY1" fmla="*/ 596670 h 788699"/>
                    <a:gd name="connsiteX2" fmla="*/ 400855 w 462341"/>
                    <a:gd name="connsiteY2" fmla="*/ 610268 h 788699"/>
                    <a:gd name="connsiteX3" fmla="*/ 389977 w 462341"/>
                    <a:gd name="connsiteY3" fmla="*/ 626586 h 788699"/>
                    <a:gd name="connsiteX4" fmla="*/ 354621 w 462341"/>
                    <a:gd name="connsiteY4" fmla="*/ 675540 h 788699"/>
                    <a:gd name="connsiteX5" fmla="*/ 327424 w 462341"/>
                    <a:gd name="connsiteY5" fmla="*/ 691858 h 788699"/>
                    <a:gd name="connsiteX6" fmla="*/ 292069 w 462341"/>
                    <a:gd name="connsiteY6" fmla="*/ 713615 h 788699"/>
                    <a:gd name="connsiteX7" fmla="*/ 251274 w 462341"/>
                    <a:gd name="connsiteY7" fmla="*/ 724494 h 788699"/>
                    <a:gd name="connsiteX8" fmla="*/ 221358 w 462341"/>
                    <a:gd name="connsiteY8" fmla="*/ 721774 h 788699"/>
                    <a:gd name="connsiteX9" fmla="*/ 191442 w 462341"/>
                    <a:gd name="connsiteY9" fmla="*/ 721774 h 788699"/>
                    <a:gd name="connsiteX10" fmla="*/ 153366 w 462341"/>
                    <a:gd name="connsiteY10" fmla="*/ 713615 h 788699"/>
                    <a:gd name="connsiteX11" fmla="*/ 104412 w 462341"/>
                    <a:gd name="connsiteY11" fmla="*/ 675540 h 788699"/>
                    <a:gd name="connsiteX12" fmla="*/ 104412 w 462341"/>
                    <a:gd name="connsiteY12" fmla="*/ 689138 h 788699"/>
                    <a:gd name="connsiteX13" fmla="*/ 101693 w 462341"/>
                    <a:gd name="connsiteY13" fmla="*/ 710895 h 788699"/>
                    <a:gd name="connsiteX14" fmla="*/ 85375 w 462341"/>
                    <a:gd name="connsiteY14" fmla="*/ 732653 h 788699"/>
                    <a:gd name="connsiteX15" fmla="*/ 69057 w 462341"/>
                    <a:gd name="connsiteY15" fmla="*/ 727214 h 788699"/>
                    <a:gd name="connsiteX16" fmla="*/ 60898 w 462341"/>
                    <a:gd name="connsiteY16" fmla="*/ 710895 h 788699"/>
                    <a:gd name="connsiteX17" fmla="*/ 58178 w 462341"/>
                    <a:gd name="connsiteY17" fmla="*/ 691858 h 788699"/>
                    <a:gd name="connsiteX18" fmla="*/ 60898 w 462341"/>
                    <a:gd name="connsiteY18" fmla="*/ 664661 h 788699"/>
                    <a:gd name="connsiteX19" fmla="*/ 60898 w 462341"/>
                    <a:gd name="connsiteY19" fmla="*/ 607549 h 788699"/>
                    <a:gd name="connsiteX20" fmla="*/ 63618 w 462341"/>
                    <a:gd name="connsiteY20" fmla="*/ 528679 h 788699"/>
                    <a:gd name="connsiteX21" fmla="*/ 69057 w 462341"/>
                    <a:gd name="connsiteY21" fmla="*/ 504202 h 788699"/>
                    <a:gd name="connsiteX22" fmla="*/ 74496 w 462341"/>
                    <a:gd name="connsiteY22" fmla="*/ 493323 h 788699"/>
                    <a:gd name="connsiteX23" fmla="*/ 82655 w 462341"/>
                    <a:gd name="connsiteY23" fmla="*/ 487884 h 788699"/>
                    <a:gd name="connsiteX24" fmla="*/ 90814 w 462341"/>
                    <a:gd name="connsiteY24" fmla="*/ 493323 h 788699"/>
                    <a:gd name="connsiteX25" fmla="*/ 98973 w 462341"/>
                    <a:gd name="connsiteY25" fmla="*/ 512361 h 788699"/>
                    <a:gd name="connsiteX26" fmla="*/ 101693 w 462341"/>
                    <a:gd name="connsiteY26" fmla="*/ 555875 h 788699"/>
                    <a:gd name="connsiteX27" fmla="*/ 101693 w 462341"/>
                    <a:gd name="connsiteY27" fmla="*/ 596670 h 788699"/>
                    <a:gd name="connsiteX28" fmla="*/ 109852 w 462341"/>
                    <a:gd name="connsiteY28" fmla="*/ 626586 h 788699"/>
                    <a:gd name="connsiteX29" fmla="*/ 128889 w 462341"/>
                    <a:gd name="connsiteY29" fmla="*/ 651063 h 788699"/>
                    <a:gd name="connsiteX30" fmla="*/ 153366 w 462341"/>
                    <a:gd name="connsiteY30" fmla="*/ 670101 h 788699"/>
                    <a:gd name="connsiteX31" fmla="*/ 196881 w 462341"/>
                    <a:gd name="connsiteY31" fmla="*/ 678260 h 788699"/>
                    <a:gd name="connsiteX32" fmla="*/ 221358 w 462341"/>
                    <a:gd name="connsiteY32" fmla="*/ 667381 h 788699"/>
                    <a:gd name="connsiteX33" fmla="*/ 253994 w 462341"/>
                    <a:gd name="connsiteY33" fmla="*/ 659222 h 788699"/>
                    <a:gd name="connsiteX34" fmla="*/ 275751 w 462341"/>
                    <a:gd name="connsiteY34" fmla="*/ 637465 h 788699"/>
                    <a:gd name="connsiteX35" fmla="*/ 281190 w 462341"/>
                    <a:gd name="connsiteY35" fmla="*/ 615708 h 788699"/>
                    <a:gd name="connsiteX36" fmla="*/ 278471 w 462341"/>
                    <a:gd name="connsiteY36" fmla="*/ 602109 h 788699"/>
                    <a:gd name="connsiteX37" fmla="*/ 262153 w 462341"/>
                    <a:gd name="connsiteY37" fmla="*/ 572193 h 788699"/>
                    <a:gd name="connsiteX38" fmla="*/ 245835 w 462341"/>
                    <a:gd name="connsiteY38" fmla="*/ 536838 h 788699"/>
                    <a:gd name="connsiteX39" fmla="*/ 196881 w 462341"/>
                    <a:gd name="connsiteY39" fmla="*/ 477005 h 788699"/>
                    <a:gd name="connsiteX40" fmla="*/ 145207 w 462341"/>
                    <a:gd name="connsiteY40" fmla="*/ 419892 h 788699"/>
                    <a:gd name="connsiteX41" fmla="*/ 93534 w 462341"/>
                    <a:gd name="connsiteY41" fmla="*/ 357340 h 788699"/>
                    <a:gd name="connsiteX42" fmla="*/ 66337 w 462341"/>
                    <a:gd name="connsiteY42" fmla="*/ 283910 h 788699"/>
                    <a:gd name="connsiteX43" fmla="*/ 58178 w 462341"/>
                    <a:gd name="connsiteY43" fmla="*/ 224077 h 788699"/>
                    <a:gd name="connsiteX44" fmla="*/ 82655 w 462341"/>
                    <a:gd name="connsiteY44" fmla="*/ 150647 h 788699"/>
                    <a:gd name="connsiteX45" fmla="*/ 137048 w 462341"/>
                    <a:gd name="connsiteY45" fmla="*/ 96253 h 788699"/>
                    <a:gd name="connsiteX46" fmla="*/ 196881 w 462341"/>
                    <a:gd name="connsiteY46" fmla="*/ 77216 h 788699"/>
                    <a:gd name="connsiteX47" fmla="*/ 232236 w 462341"/>
                    <a:gd name="connsiteY47" fmla="*/ 69057 h 788699"/>
                    <a:gd name="connsiteX48" fmla="*/ 262153 w 462341"/>
                    <a:gd name="connsiteY48" fmla="*/ 74496 h 788699"/>
                    <a:gd name="connsiteX49" fmla="*/ 294789 w 462341"/>
                    <a:gd name="connsiteY49" fmla="*/ 85375 h 788699"/>
                    <a:gd name="connsiteX50" fmla="*/ 327424 w 462341"/>
                    <a:gd name="connsiteY50" fmla="*/ 104412 h 788699"/>
                    <a:gd name="connsiteX51" fmla="*/ 332864 w 462341"/>
                    <a:gd name="connsiteY51" fmla="*/ 74496 h 788699"/>
                    <a:gd name="connsiteX52" fmla="*/ 338303 w 462341"/>
                    <a:gd name="connsiteY52" fmla="*/ 63618 h 788699"/>
                    <a:gd name="connsiteX53" fmla="*/ 349182 w 462341"/>
                    <a:gd name="connsiteY53" fmla="*/ 58178 h 788699"/>
                    <a:gd name="connsiteX54" fmla="*/ 357341 w 462341"/>
                    <a:gd name="connsiteY54" fmla="*/ 63618 h 788699"/>
                    <a:gd name="connsiteX55" fmla="*/ 365500 w 462341"/>
                    <a:gd name="connsiteY55" fmla="*/ 82655 h 788699"/>
                    <a:gd name="connsiteX56" fmla="*/ 368219 w 462341"/>
                    <a:gd name="connsiteY56" fmla="*/ 142488 h 788699"/>
                    <a:gd name="connsiteX57" fmla="*/ 368219 w 462341"/>
                    <a:gd name="connsiteY57" fmla="*/ 188722 h 788699"/>
                    <a:gd name="connsiteX58" fmla="*/ 370939 w 462341"/>
                    <a:gd name="connsiteY58" fmla="*/ 245834 h 788699"/>
                    <a:gd name="connsiteX59" fmla="*/ 354621 w 462341"/>
                    <a:gd name="connsiteY59" fmla="*/ 286629 h 788699"/>
                    <a:gd name="connsiteX60" fmla="*/ 338303 w 462341"/>
                    <a:gd name="connsiteY60" fmla="*/ 281190 h 788699"/>
                    <a:gd name="connsiteX61" fmla="*/ 330144 w 462341"/>
                    <a:gd name="connsiteY61" fmla="*/ 264872 h 788699"/>
                    <a:gd name="connsiteX62" fmla="*/ 327424 w 462341"/>
                    <a:gd name="connsiteY62" fmla="*/ 248554 h 788699"/>
                    <a:gd name="connsiteX63" fmla="*/ 330144 w 462341"/>
                    <a:gd name="connsiteY63" fmla="*/ 221357 h 788699"/>
                    <a:gd name="connsiteX64" fmla="*/ 330144 w 462341"/>
                    <a:gd name="connsiteY64" fmla="*/ 188722 h 788699"/>
                    <a:gd name="connsiteX65" fmla="*/ 327424 w 462341"/>
                    <a:gd name="connsiteY65" fmla="*/ 164245 h 788699"/>
                    <a:gd name="connsiteX66" fmla="*/ 311107 w 462341"/>
                    <a:gd name="connsiteY66" fmla="*/ 134329 h 788699"/>
                    <a:gd name="connsiteX67" fmla="*/ 283910 w 462341"/>
                    <a:gd name="connsiteY67" fmla="*/ 118011 h 788699"/>
                    <a:gd name="connsiteX68" fmla="*/ 251274 w 462341"/>
                    <a:gd name="connsiteY68" fmla="*/ 112571 h 788699"/>
                    <a:gd name="connsiteX69" fmla="*/ 215918 w 462341"/>
                    <a:gd name="connsiteY69" fmla="*/ 123450 h 788699"/>
                    <a:gd name="connsiteX70" fmla="*/ 202320 w 462341"/>
                    <a:gd name="connsiteY70" fmla="*/ 147927 h 788699"/>
                    <a:gd name="connsiteX71" fmla="*/ 188722 w 462341"/>
                    <a:gd name="connsiteY71" fmla="*/ 180563 h 788699"/>
                    <a:gd name="connsiteX72" fmla="*/ 183283 w 462341"/>
                    <a:gd name="connsiteY72" fmla="*/ 210479 h 788699"/>
                    <a:gd name="connsiteX73" fmla="*/ 188722 w 462341"/>
                    <a:gd name="connsiteY73" fmla="*/ 226797 h 788699"/>
                    <a:gd name="connsiteX74" fmla="*/ 188722 w 462341"/>
                    <a:gd name="connsiteY74" fmla="*/ 248554 h 788699"/>
                    <a:gd name="connsiteX75" fmla="*/ 210479 w 462341"/>
                    <a:gd name="connsiteY75" fmla="*/ 273031 h 788699"/>
                    <a:gd name="connsiteX76" fmla="*/ 226797 w 462341"/>
                    <a:gd name="connsiteY76" fmla="*/ 300228 h 788699"/>
                    <a:gd name="connsiteX77" fmla="*/ 256713 w 462341"/>
                    <a:gd name="connsiteY77" fmla="*/ 332864 h 788699"/>
                    <a:gd name="connsiteX78" fmla="*/ 275751 w 462341"/>
                    <a:gd name="connsiteY78" fmla="*/ 351901 h 788699"/>
                    <a:gd name="connsiteX79" fmla="*/ 324705 w 462341"/>
                    <a:gd name="connsiteY79" fmla="*/ 400855 h 788699"/>
                    <a:gd name="connsiteX80" fmla="*/ 343742 w 462341"/>
                    <a:gd name="connsiteY80" fmla="*/ 428051 h 788699"/>
                    <a:gd name="connsiteX81" fmla="*/ 351901 w 462341"/>
                    <a:gd name="connsiteY81" fmla="*/ 433491 h 788699"/>
                    <a:gd name="connsiteX82" fmla="*/ 360060 w 462341"/>
                    <a:gd name="connsiteY82" fmla="*/ 447089 h 788699"/>
                    <a:gd name="connsiteX83" fmla="*/ 384537 w 462341"/>
                    <a:gd name="connsiteY83" fmla="*/ 474286 h 788699"/>
                    <a:gd name="connsiteX84" fmla="*/ 395416 w 462341"/>
                    <a:gd name="connsiteY84" fmla="*/ 506921 h 788699"/>
                    <a:gd name="connsiteX85" fmla="*/ 406295 w 462341"/>
                    <a:gd name="connsiteY85" fmla="*/ 536838 h 788699"/>
                    <a:gd name="connsiteX86" fmla="*/ 409014 w 462341"/>
                    <a:gd name="connsiteY86" fmla="*/ 547716 h 788699"/>
                    <a:gd name="connsiteX87" fmla="*/ 406295 w 462341"/>
                    <a:gd name="connsiteY87" fmla="*/ 569473 h 788699"/>
                    <a:gd name="connsiteX88" fmla="*/ 403575 w 462341"/>
                    <a:gd name="connsiteY88" fmla="*/ 583072 h 788699"/>
                    <a:gd name="connsiteX89" fmla="*/ 403575 w 462341"/>
                    <a:gd name="connsiteY89" fmla="*/ 583072 h 788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</a:cxnLst>
                  <a:rect l="l" t="t" r="r" b="b"/>
                  <a:pathLst>
                    <a:path w="462341" h="788699">
                      <a:moveTo>
                        <a:pt x="403575" y="583072"/>
                      </a:moveTo>
                      <a:cubicBezTo>
                        <a:pt x="403575" y="588511"/>
                        <a:pt x="406295" y="591231"/>
                        <a:pt x="406295" y="596670"/>
                      </a:cubicBezTo>
                      <a:cubicBezTo>
                        <a:pt x="406295" y="602109"/>
                        <a:pt x="403575" y="604829"/>
                        <a:pt x="400855" y="610268"/>
                      </a:cubicBezTo>
                      <a:cubicBezTo>
                        <a:pt x="398136" y="615708"/>
                        <a:pt x="392696" y="621147"/>
                        <a:pt x="389977" y="626586"/>
                      </a:cubicBezTo>
                      <a:cubicBezTo>
                        <a:pt x="381818" y="645624"/>
                        <a:pt x="368219" y="661942"/>
                        <a:pt x="354621" y="675540"/>
                      </a:cubicBezTo>
                      <a:cubicBezTo>
                        <a:pt x="346462" y="683699"/>
                        <a:pt x="338303" y="686419"/>
                        <a:pt x="327424" y="691858"/>
                      </a:cubicBezTo>
                      <a:cubicBezTo>
                        <a:pt x="316546" y="700017"/>
                        <a:pt x="302948" y="708176"/>
                        <a:pt x="292069" y="713615"/>
                      </a:cubicBezTo>
                      <a:cubicBezTo>
                        <a:pt x="281190" y="719054"/>
                        <a:pt x="264872" y="724494"/>
                        <a:pt x="251274" y="724494"/>
                      </a:cubicBezTo>
                      <a:cubicBezTo>
                        <a:pt x="240395" y="724494"/>
                        <a:pt x="229517" y="721774"/>
                        <a:pt x="221358" y="721774"/>
                      </a:cubicBezTo>
                      <a:cubicBezTo>
                        <a:pt x="213199" y="721774"/>
                        <a:pt x="202320" y="721774"/>
                        <a:pt x="191442" y="721774"/>
                      </a:cubicBezTo>
                      <a:cubicBezTo>
                        <a:pt x="172404" y="721774"/>
                        <a:pt x="172404" y="721774"/>
                        <a:pt x="153366" y="713615"/>
                      </a:cubicBezTo>
                      <a:cubicBezTo>
                        <a:pt x="134329" y="708176"/>
                        <a:pt x="118011" y="691858"/>
                        <a:pt x="104412" y="675540"/>
                      </a:cubicBezTo>
                      <a:cubicBezTo>
                        <a:pt x="104412" y="678260"/>
                        <a:pt x="104412" y="680979"/>
                        <a:pt x="104412" y="689138"/>
                      </a:cubicBezTo>
                      <a:cubicBezTo>
                        <a:pt x="104412" y="694578"/>
                        <a:pt x="104412" y="702737"/>
                        <a:pt x="101693" y="710895"/>
                      </a:cubicBezTo>
                      <a:cubicBezTo>
                        <a:pt x="101693" y="721774"/>
                        <a:pt x="96253" y="732653"/>
                        <a:pt x="85375" y="732653"/>
                      </a:cubicBezTo>
                      <a:cubicBezTo>
                        <a:pt x="77216" y="732653"/>
                        <a:pt x="74496" y="729933"/>
                        <a:pt x="69057" y="727214"/>
                      </a:cubicBezTo>
                      <a:cubicBezTo>
                        <a:pt x="63618" y="724494"/>
                        <a:pt x="60898" y="716335"/>
                        <a:pt x="60898" y="710895"/>
                      </a:cubicBezTo>
                      <a:cubicBezTo>
                        <a:pt x="58178" y="702737"/>
                        <a:pt x="58178" y="697297"/>
                        <a:pt x="58178" y="691858"/>
                      </a:cubicBezTo>
                      <a:cubicBezTo>
                        <a:pt x="58178" y="683699"/>
                        <a:pt x="60898" y="678260"/>
                        <a:pt x="60898" y="664661"/>
                      </a:cubicBezTo>
                      <a:cubicBezTo>
                        <a:pt x="60898" y="656502"/>
                        <a:pt x="60898" y="632026"/>
                        <a:pt x="60898" y="607549"/>
                      </a:cubicBezTo>
                      <a:cubicBezTo>
                        <a:pt x="60898" y="574913"/>
                        <a:pt x="60898" y="542277"/>
                        <a:pt x="63618" y="528679"/>
                      </a:cubicBezTo>
                      <a:cubicBezTo>
                        <a:pt x="63618" y="520520"/>
                        <a:pt x="63618" y="509641"/>
                        <a:pt x="69057" y="504202"/>
                      </a:cubicBezTo>
                      <a:cubicBezTo>
                        <a:pt x="71777" y="501482"/>
                        <a:pt x="71777" y="498762"/>
                        <a:pt x="74496" y="493323"/>
                      </a:cubicBezTo>
                      <a:cubicBezTo>
                        <a:pt x="77216" y="490603"/>
                        <a:pt x="79936" y="487884"/>
                        <a:pt x="82655" y="487884"/>
                      </a:cubicBezTo>
                      <a:cubicBezTo>
                        <a:pt x="85375" y="487884"/>
                        <a:pt x="90814" y="490603"/>
                        <a:pt x="90814" y="493323"/>
                      </a:cubicBezTo>
                      <a:cubicBezTo>
                        <a:pt x="93534" y="498762"/>
                        <a:pt x="98973" y="506921"/>
                        <a:pt x="98973" y="512361"/>
                      </a:cubicBezTo>
                      <a:cubicBezTo>
                        <a:pt x="98973" y="520520"/>
                        <a:pt x="101693" y="536838"/>
                        <a:pt x="101693" y="555875"/>
                      </a:cubicBezTo>
                      <a:cubicBezTo>
                        <a:pt x="101693" y="569473"/>
                        <a:pt x="101693" y="583072"/>
                        <a:pt x="101693" y="596670"/>
                      </a:cubicBezTo>
                      <a:cubicBezTo>
                        <a:pt x="101693" y="607549"/>
                        <a:pt x="104412" y="618427"/>
                        <a:pt x="109852" y="626586"/>
                      </a:cubicBezTo>
                      <a:cubicBezTo>
                        <a:pt x="115291" y="637465"/>
                        <a:pt x="123450" y="642904"/>
                        <a:pt x="128889" y="651063"/>
                      </a:cubicBezTo>
                      <a:cubicBezTo>
                        <a:pt x="137048" y="661942"/>
                        <a:pt x="139768" y="667381"/>
                        <a:pt x="153366" y="670101"/>
                      </a:cubicBezTo>
                      <a:cubicBezTo>
                        <a:pt x="161525" y="670101"/>
                        <a:pt x="183283" y="678260"/>
                        <a:pt x="196881" y="678260"/>
                      </a:cubicBezTo>
                      <a:cubicBezTo>
                        <a:pt x="207759" y="678260"/>
                        <a:pt x="210479" y="672820"/>
                        <a:pt x="221358" y="667381"/>
                      </a:cubicBezTo>
                      <a:cubicBezTo>
                        <a:pt x="232236" y="661942"/>
                        <a:pt x="245835" y="664661"/>
                        <a:pt x="253994" y="659222"/>
                      </a:cubicBezTo>
                      <a:cubicBezTo>
                        <a:pt x="262153" y="653783"/>
                        <a:pt x="273031" y="645624"/>
                        <a:pt x="275751" y="637465"/>
                      </a:cubicBezTo>
                      <a:cubicBezTo>
                        <a:pt x="281190" y="629306"/>
                        <a:pt x="281190" y="621147"/>
                        <a:pt x="281190" y="615708"/>
                      </a:cubicBezTo>
                      <a:cubicBezTo>
                        <a:pt x="281190" y="610268"/>
                        <a:pt x="281190" y="607549"/>
                        <a:pt x="278471" y="602109"/>
                      </a:cubicBezTo>
                      <a:cubicBezTo>
                        <a:pt x="275751" y="591231"/>
                        <a:pt x="267592" y="583072"/>
                        <a:pt x="262153" y="572193"/>
                      </a:cubicBezTo>
                      <a:cubicBezTo>
                        <a:pt x="256713" y="561314"/>
                        <a:pt x="253994" y="547716"/>
                        <a:pt x="245835" y="536838"/>
                      </a:cubicBezTo>
                      <a:cubicBezTo>
                        <a:pt x="232236" y="515080"/>
                        <a:pt x="213199" y="498762"/>
                        <a:pt x="196881" y="477005"/>
                      </a:cubicBezTo>
                      <a:cubicBezTo>
                        <a:pt x="180563" y="457968"/>
                        <a:pt x="164245" y="438930"/>
                        <a:pt x="145207" y="419892"/>
                      </a:cubicBezTo>
                      <a:cubicBezTo>
                        <a:pt x="126170" y="400855"/>
                        <a:pt x="109852" y="379098"/>
                        <a:pt x="93534" y="357340"/>
                      </a:cubicBezTo>
                      <a:cubicBezTo>
                        <a:pt x="77216" y="335583"/>
                        <a:pt x="71777" y="308387"/>
                        <a:pt x="66337" y="283910"/>
                      </a:cubicBezTo>
                      <a:cubicBezTo>
                        <a:pt x="63618" y="267592"/>
                        <a:pt x="58178" y="245834"/>
                        <a:pt x="58178" y="224077"/>
                      </a:cubicBezTo>
                      <a:cubicBezTo>
                        <a:pt x="58178" y="194161"/>
                        <a:pt x="69057" y="175123"/>
                        <a:pt x="82655" y="150647"/>
                      </a:cubicBezTo>
                      <a:cubicBezTo>
                        <a:pt x="96253" y="128889"/>
                        <a:pt x="115291" y="109852"/>
                        <a:pt x="137048" y="96253"/>
                      </a:cubicBezTo>
                      <a:cubicBezTo>
                        <a:pt x="158806" y="82655"/>
                        <a:pt x="172404" y="79936"/>
                        <a:pt x="196881" y="77216"/>
                      </a:cubicBezTo>
                      <a:cubicBezTo>
                        <a:pt x="210479" y="77216"/>
                        <a:pt x="215918" y="69057"/>
                        <a:pt x="232236" y="69057"/>
                      </a:cubicBezTo>
                      <a:cubicBezTo>
                        <a:pt x="243115" y="69057"/>
                        <a:pt x="251274" y="71776"/>
                        <a:pt x="262153" y="74496"/>
                      </a:cubicBezTo>
                      <a:cubicBezTo>
                        <a:pt x="273031" y="77216"/>
                        <a:pt x="283910" y="82655"/>
                        <a:pt x="294789" y="85375"/>
                      </a:cubicBezTo>
                      <a:cubicBezTo>
                        <a:pt x="308387" y="90814"/>
                        <a:pt x="319265" y="96253"/>
                        <a:pt x="327424" y="104412"/>
                      </a:cubicBezTo>
                      <a:cubicBezTo>
                        <a:pt x="327424" y="90814"/>
                        <a:pt x="327424" y="79936"/>
                        <a:pt x="332864" y="74496"/>
                      </a:cubicBezTo>
                      <a:cubicBezTo>
                        <a:pt x="335583" y="71776"/>
                        <a:pt x="335583" y="69057"/>
                        <a:pt x="338303" y="63618"/>
                      </a:cubicBezTo>
                      <a:cubicBezTo>
                        <a:pt x="341023" y="60898"/>
                        <a:pt x="346462" y="58178"/>
                        <a:pt x="349182" y="58178"/>
                      </a:cubicBezTo>
                      <a:cubicBezTo>
                        <a:pt x="351901" y="58178"/>
                        <a:pt x="357341" y="60898"/>
                        <a:pt x="357341" y="63618"/>
                      </a:cubicBezTo>
                      <a:cubicBezTo>
                        <a:pt x="360060" y="69057"/>
                        <a:pt x="365500" y="77216"/>
                        <a:pt x="365500" y="82655"/>
                      </a:cubicBezTo>
                      <a:cubicBezTo>
                        <a:pt x="365500" y="90814"/>
                        <a:pt x="368219" y="123450"/>
                        <a:pt x="368219" y="142488"/>
                      </a:cubicBezTo>
                      <a:cubicBezTo>
                        <a:pt x="368219" y="158806"/>
                        <a:pt x="368219" y="177843"/>
                        <a:pt x="368219" y="188722"/>
                      </a:cubicBezTo>
                      <a:cubicBezTo>
                        <a:pt x="368219" y="213199"/>
                        <a:pt x="370939" y="224077"/>
                        <a:pt x="370939" y="245834"/>
                      </a:cubicBezTo>
                      <a:cubicBezTo>
                        <a:pt x="370939" y="256713"/>
                        <a:pt x="370939" y="286629"/>
                        <a:pt x="354621" y="286629"/>
                      </a:cubicBezTo>
                      <a:cubicBezTo>
                        <a:pt x="346462" y="286629"/>
                        <a:pt x="343742" y="283910"/>
                        <a:pt x="338303" y="281190"/>
                      </a:cubicBezTo>
                      <a:cubicBezTo>
                        <a:pt x="332864" y="278470"/>
                        <a:pt x="330144" y="270311"/>
                        <a:pt x="330144" y="264872"/>
                      </a:cubicBezTo>
                      <a:cubicBezTo>
                        <a:pt x="327424" y="256713"/>
                        <a:pt x="327424" y="251274"/>
                        <a:pt x="327424" y="248554"/>
                      </a:cubicBezTo>
                      <a:cubicBezTo>
                        <a:pt x="327424" y="240395"/>
                        <a:pt x="330144" y="234956"/>
                        <a:pt x="330144" y="221357"/>
                      </a:cubicBezTo>
                      <a:cubicBezTo>
                        <a:pt x="330144" y="213199"/>
                        <a:pt x="330144" y="202320"/>
                        <a:pt x="330144" y="188722"/>
                      </a:cubicBezTo>
                      <a:cubicBezTo>
                        <a:pt x="330144" y="180563"/>
                        <a:pt x="327424" y="172404"/>
                        <a:pt x="327424" y="164245"/>
                      </a:cubicBezTo>
                      <a:cubicBezTo>
                        <a:pt x="324705" y="153366"/>
                        <a:pt x="319265" y="142488"/>
                        <a:pt x="311107" y="134329"/>
                      </a:cubicBezTo>
                      <a:cubicBezTo>
                        <a:pt x="302948" y="126170"/>
                        <a:pt x="294789" y="120730"/>
                        <a:pt x="283910" y="118011"/>
                      </a:cubicBezTo>
                      <a:cubicBezTo>
                        <a:pt x="275751" y="115291"/>
                        <a:pt x="262153" y="112571"/>
                        <a:pt x="251274" y="112571"/>
                      </a:cubicBezTo>
                      <a:cubicBezTo>
                        <a:pt x="237676" y="112571"/>
                        <a:pt x="224077" y="115291"/>
                        <a:pt x="215918" y="123450"/>
                      </a:cubicBezTo>
                      <a:cubicBezTo>
                        <a:pt x="207759" y="128889"/>
                        <a:pt x="205040" y="139768"/>
                        <a:pt x="202320" y="147927"/>
                      </a:cubicBezTo>
                      <a:cubicBezTo>
                        <a:pt x="196881" y="158806"/>
                        <a:pt x="191442" y="166964"/>
                        <a:pt x="188722" y="180563"/>
                      </a:cubicBezTo>
                      <a:cubicBezTo>
                        <a:pt x="186002" y="191441"/>
                        <a:pt x="183283" y="199600"/>
                        <a:pt x="183283" y="210479"/>
                      </a:cubicBezTo>
                      <a:cubicBezTo>
                        <a:pt x="183283" y="215918"/>
                        <a:pt x="186002" y="221357"/>
                        <a:pt x="188722" y="226797"/>
                      </a:cubicBezTo>
                      <a:cubicBezTo>
                        <a:pt x="191442" y="234956"/>
                        <a:pt x="188722" y="243115"/>
                        <a:pt x="188722" y="248554"/>
                      </a:cubicBezTo>
                      <a:cubicBezTo>
                        <a:pt x="191442" y="259433"/>
                        <a:pt x="202320" y="264872"/>
                        <a:pt x="210479" y="273031"/>
                      </a:cubicBezTo>
                      <a:cubicBezTo>
                        <a:pt x="218638" y="281190"/>
                        <a:pt x="221358" y="292069"/>
                        <a:pt x="226797" y="300228"/>
                      </a:cubicBezTo>
                      <a:cubicBezTo>
                        <a:pt x="234956" y="311106"/>
                        <a:pt x="245835" y="321985"/>
                        <a:pt x="256713" y="332864"/>
                      </a:cubicBezTo>
                      <a:cubicBezTo>
                        <a:pt x="259433" y="338303"/>
                        <a:pt x="267592" y="343742"/>
                        <a:pt x="275751" y="351901"/>
                      </a:cubicBezTo>
                      <a:cubicBezTo>
                        <a:pt x="292069" y="368219"/>
                        <a:pt x="311107" y="384537"/>
                        <a:pt x="324705" y="400855"/>
                      </a:cubicBezTo>
                      <a:cubicBezTo>
                        <a:pt x="332864" y="409014"/>
                        <a:pt x="335583" y="419892"/>
                        <a:pt x="343742" y="428051"/>
                      </a:cubicBezTo>
                      <a:cubicBezTo>
                        <a:pt x="346462" y="430771"/>
                        <a:pt x="349182" y="430771"/>
                        <a:pt x="351901" y="433491"/>
                      </a:cubicBezTo>
                      <a:cubicBezTo>
                        <a:pt x="354621" y="436210"/>
                        <a:pt x="357341" y="441650"/>
                        <a:pt x="360060" y="447089"/>
                      </a:cubicBezTo>
                      <a:cubicBezTo>
                        <a:pt x="368219" y="455248"/>
                        <a:pt x="376378" y="463407"/>
                        <a:pt x="384537" y="474286"/>
                      </a:cubicBezTo>
                      <a:cubicBezTo>
                        <a:pt x="389977" y="482445"/>
                        <a:pt x="392696" y="496043"/>
                        <a:pt x="395416" y="506921"/>
                      </a:cubicBezTo>
                      <a:cubicBezTo>
                        <a:pt x="400855" y="517800"/>
                        <a:pt x="400855" y="528679"/>
                        <a:pt x="406295" y="536838"/>
                      </a:cubicBezTo>
                      <a:cubicBezTo>
                        <a:pt x="409014" y="539557"/>
                        <a:pt x="409014" y="544997"/>
                        <a:pt x="409014" y="547716"/>
                      </a:cubicBezTo>
                      <a:cubicBezTo>
                        <a:pt x="409014" y="555875"/>
                        <a:pt x="406295" y="561314"/>
                        <a:pt x="406295" y="569473"/>
                      </a:cubicBezTo>
                      <a:cubicBezTo>
                        <a:pt x="406295" y="574913"/>
                        <a:pt x="403575" y="577632"/>
                        <a:pt x="403575" y="583072"/>
                      </a:cubicBezTo>
                      <a:lnTo>
                        <a:pt x="403575" y="583072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43" name="Freeform: Shape 37">
                  <a:extLst>
                    <a:ext uri="{FF2B5EF4-FFF2-40B4-BE49-F238E27FC236}">
                      <a16:creationId xmlns:a16="http://schemas.microsoft.com/office/drawing/2014/main" id="{C9C12439-6E9C-D37A-8CA6-3ABEE2568F25}"/>
                    </a:ext>
                  </a:extLst>
                </p:cNvPr>
                <p:cNvSpPr/>
                <p:nvPr/>
              </p:nvSpPr>
              <p:spPr>
                <a:xfrm>
                  <a:off x="2456032" y="4192158"/>
                  <a:ext cx="571128" cy="761503"/>
                </a:xfrm>
                <a:custGeom>
                  <a:avLst/>
                  <a:gdLst>
                    <a:gd name="connsiteX0" fmla="*/ 512361 w 571128"/>
                    <a:gd name="connsiteY0" fmla="*/ 79936 h 761503"/>
                    <a:gd name="connsiteX1" fmla="*/ 539558 w 571128"/>
                    <a:gd name="connsiteY1" fmla="*/ 96253 h 761503"/>
                    <a:gd name="connsiteX2" fmla="*/ 534118 w 571128"/>
                    <a:gd name="connsiteY2" fmla="*/ 112571 h 761503"/>
                    <a:gd name="connsiteX3" fmla="*/ 523240 w 571128"/>
                    <a:gd name="connsiteY3" fmla="*/ 120730 h 761503"/>
                    <a:gd name="connsiteX4" fmla="*/ 506922 w 571128"/>
                    <a:gd name="connsiteY4" fmla="*/ 123450 h 761503"/>
                    <a:gd name="connsiteX5" fmla="*/ 477006 w 571128"/>
                    <a:gd name="connsiteY5" fmla="*/ 123450 h 761503"/>
                    <a:gd name="connsiteX6" fmla="*/ 479725 w 571128"/>
                    <a:gd name="connsiteY6" fmla="*/ 145207 h 761503"/>
                    <a:gd name="connsiteX7" fmla="*/ 477006 w 571128"/>
                    <a:gd name="connsiteY7" fmla="*/ 180563 h 761503"/>
                    <a:gd name="connsiteX8" fmla="*/ 482445 w 571128"/>
                    <a:gd name="connsiteY8" fmla="*/ 232236 h 761503"/>
                    <a:gd name="connsiteX9" fmla="*/ 485165 w 571128"/>
                    <a:gd name="connsiteY9" fmla="*/ 283910 h 761503"/>
                    <a:gd name="connsiteX10" fmla="*/ 485165 w 571128"/>
                    <a:gd name="connsiteY10" fmla="*/ 327424 h 761503"/>
                    <a:gd name="connsiteX11" fmla="*/ 487884 w 571128"/>
                    <a:gd name="connsiteY11" fmla="*/ 373658 h 761503"/>
                    <a:gd name="connsiteX12" fmla="*/ 485165 w 571128"/>
                    <a:gd name="connsiteY12" fmla="*/ 419892 h 761503"/>
                    <a:gd name="connsiteX13" fmla="*/ 485165 w 571128"/>
                    <a:gd name="connsiteY13" fmla="*/ 463407 h 761503"/>
                    <a:gd name="connsiteX14" fmla="*/ 482445 w 571128"/>
                    <a:gd name="connsiteY14" fmla="*/ 515080 h 761503"/>
                    <a:gd name="connsiteX15" fmla="*/ 482445 w 571128"/>
                    <a:gd name="connsiteY15" fmla="*/ 558595 h 761503"/>
                    <a:gd name="connsiteX16" fmla="*/ 479725 w 571128"/>
                    <a:gd name="connsiteY16" fmla="*/ 602109 h 761503"/>
                    <a:gd name="connsiteX17" fmla="*/ 485165 w 571128"/>
                    <a:gd name="connsiteY17" fmla="*/ 648343 h 761503"/>
                    <a:gd name="connsiteX18" fmla="*/ 474286 w 571128"/>
                    <a:gd name="connsiteY18" fmla="*/ 675540 h 761503"/>
                    <a:gd name="connsiteX19" fmla="*/ 428052 w 571128"/>
                    <a:gd name="connsiteY19" fmla="*/ 691858 h 761503"/>
                    <a:gd name="connsiteX20" fmla="*/ 387257 w 571128"/>
                    <a:gd name="connsiteY20" fmla="*/ 683699 h 761503"/>
                    <a:gd name="connsiteX21" fmla="*/ 351901 w 571128"/>
                    <a:gd name="connsiteY21" fmla="*/ 664661 h 761503"/>
                    <a:gd name="connsiteX22" fmla="*/ 305667 w 571128"/>
                    <a:gd name="connsiteY22" fmla="*/ 596670 h 761503"/>
                    <a:gd name="connsiteX23" fmla="*/ 270312 w 571128"/>
                    <a:gd name="connsiteY23" fmla="*/ 509641 h 761503"/>
                    <a:gd name="connsiteX24" fmla="*/ 251274 w 571128"/>
                    <a:gd name="connsiteY24" fmla="*/ 460687 h 761503"/>
                    <a:gd name="connsiteX25" fmla="*/ 224077 w 571128"/>
                    <a:gd name="connsiteY25" fmla="*/ 381817 h 761503"/>
                    <a:gd name="connsiteX26" fmla="*/ 207759 w 571128"/>
                    <a:gd name="connsiteY26" fmla="*/ 330144 h 761503"/>
                    <a:gd name="connsiteX27" fmla="*/ 191442 w 571128"/>
                    <a:gd name="connsiteY27" fmla="*/ 286629 h 761503"/>
                    <a:gd name="connsiteX28" fmla="*/ 183283 w 571128"/>
                    <a:gd name="connsiteY28" fmla="*/ 278470 h 761503"/>
                    <a:gd name="connsiteX29" fmla="*/ 180563 w 571128"/>
                    <a:gd name="connsiteY29" fmla="*/ 292069 h 761503"/>
                    <a:gd name="connsiteX30" fmla="*/ 180563 w 571128"/>
                    <a:gd name="connsiteY30" fmla="*/ 305667 h 761503"/>
                    <a:gd name="connsiteX31" fmla="*/ 183283 w 571128"/>
                    <a:gd name="connsiteY31" fmla="*/ 354621 h 761503"/>
                    <a:gd name="connsiteX32" fmla="*/ 188722 w 571128"/>
                    <a:gd name="connsiteY32" fmla="*/ 449809 h 761503"/>
                    <a:gd name="connsiteX33" fmla="*/ 188722 w 571128"/>
                    <a:gd name="connsiteY33" fmla="*/ 479725 h 761503"/>
                    <a:gd name="connsiteX34" fmla="*/ 188722 w 571128"/>
                    <a:gd name="connsiteY34" fmla="*/ 542277 h 761503"/>
                    <a:gd name="connsiteX35" fmla="*/ 186002 w 571128"/>
                    <a:gd name="connsiteY35" fmla="*/ 615708 h 761503"/>
                    <a:gd name="connsiteX36" fmla="*/ 186002 w 571128"/>
                    <a:gd name="connsiteY36" fmla="*/ 637465 h 761503"/>
                    <a:gd name="connsiteX37" fmla="*/ 183283 w 571128"/>
                    <a:gd name="connsiteY37" fmla="*/ 664661 h 761503"/>
                    <a:gd name="connsiteX38" fmla="*/ 226797 w 571128"/>
                    <a:gd name="connsiteY38" fmla="*/ 664661 h 761503"/>
                    <a:gd name="connsiteX39" fmla="*/ 253994 w 571128"/>
                    <a:gd name="connsiteY39" fmla="*/ 680979 h 761503"/>
                    <a:gd name="connsiteX40" fmla="*/ 248554 w 571128"/>
                    <a:gd name="connsiteY40" fmla="*/ 697297 h 761503"/>
                    <a:gd name="connsiteX41" fmla="*/ 234956 w 571128"/>
                    <a:gd name="connsiteY41" fmla="*/ 705456 h 761503"/>
                    <a:gd name="connsiteX42" fmla="*/ 218638 w 571128"/>
                    <a:gd name="connsiteY42" fmla="*/ 708176 h 761503"/>
                    <a:gd name="connsiteX43" fmla="*/ 183283 w 571128"/>
                    <a:gd name="connsiteY43" fmla="*/ 708176 h 761503"/>
                    <a:gd name="connsiteX44" fmla="*/ 150647 w 571128"/>
                    <a:gd name="connsiteY44" fmla="*/ 708176 h 761503"/>
                    <a:gd name="connsiteX45" fmla="*/ 107132 w 571128"/>
                    <a:gd name="connsiteY45" fmla="*/ 708176 h 761503"/>
                    <a:gd name="connsiteX46" fmla="*/ 88094 w 571128"/>
                    <a:gd name="connsiteY46" fmla="*/ 708176 h 761503"/>
                    <a:gd name="connsiteX47" fmla="*/ 69057 w 571128"/>
                    <a:gd name="connsiteY47" fmla="*/ 702737 h 761503"/>
                    <a:gd name="connsiteX48" fmla="*/ 58178 w 571128"/>
                    <a:gd name="connsiteY48" fmla="*/ 686419 h 761503"/>
                    <a:gd name="connsiteX49" fmla="*/ 60898 w 571128"/>
                    <a:gd name="connsiteY49" fmla="*/ 678260 h 761503"/>
                    <a:gd name="connsiteX50" fmla="*/ 77216 w 571128"/>
                    <a:gd name="connsiteY50" fmla="*/ 670101 h 761503"/>
                    <a:gd name="connsiteX51" fmla="*/ 120730 w 571128"/>
                    <a:gd name="connsiteY51" fmla="*/ 664661 h 761503"/>
                    <a:gd name="connsiteX52" fmla="*/ 131609 w 571128"/>
                    <a:gd name="connsiteY52" fmla="*/ 664661 h 761503"/>
                    <a:gd name="connsiteX53" fmla="*/ 134329 w 571128"/>
                    <a:gd name="connsiteY53" fmla="*/ 539557 h 761503"/>
                    <a:gd name="connsiteX54" fmla="*/ 134329 w 571128"/>
                    <a:gd name="connsiteY54" fmla="*/ 504202 h 761503"/>
                    <a:gd name="connsiteX55" fmla="*/ 131609 w 571128"/>
                    <a:gd name="connsiteY55" fmla="*/ 376378 h 761503"/>
                    <a:gd name="connsiteX56" fmla="*/ 131609 w 571128"/>
                    <a:gd name="connsiteY56" fmla="*/ 302947 h 761503"/>
                    <a:gd name="connsiteX57" fmla="*/ 134329 w 571128"/>
                    <a:gd name="connsiteY57" fmla="*/ 221357 h 761503"/>
                    <a:gd name="connsiteX58" fmla="*/ 137048 w 571128"/>
                    <a:gd name="connsiteY58" fmla="*/ 123450 h 761503"/>
                    <a:gd name="connsiteX59" fmla="*/ 107132 w 571128"/>
                    <a:gd name="connsiteY59" fmla="*/ 123450 h 761503"/>
                    <a:gd name="connsiteX60" fmla="*/ 88094 w 571128"/>
                    <a:gd name="connsiteY60" fmla="*/ 123450 h 761503"/>
                    <a:gd name="connsiteX61" fmla="*/ 69057 w 571128"/>
                    <a:gd name="connsiteY61" fmla="*/ 118011 h 761503"/>
                    <a:gd name="connsiteX62" fmla="*/ 58178 w 571128"/>
                    <a:gd name="connsiteY62" fmla="*/ 101693 h 761503"/>
                    <a:gd name="connsiteX63" fmla="*/ 60898 w 571128"/>
                    <a:gd name="connsiteY63" fmla="*/ 93534 h 761503"/>
                    <a:gd name="connsiteX64" fmla="*/ 77216 w 571128"/>
                    <a:gd name="connsiteY64" fmla="*/ 85375 h 761503"/>
                    <a:gd name="connsiteX65" fmla="*/ 131609 w 571128"/>
                    <a:gd name="connsiteY65" fmla="*/ 79936 h 761503"/>
                    <a:gd name="connsiteX66" fmla="*/ 161525 w 571128"/>
                    <a:gd name="connsiteY66" fmla="*/ 79936 h 761503"/>
                    <a:gd name="connsiteX67" fmla="*/ 177843 w 571128"/>
                    <a:gd name="connsiteY67" fmla="*/ 66337 h 761503"/>
                    <a:gd name="connsiteX68" fmla="*/ 202320 w 571128"/>
                    <a:gd name="connsiteY68" fmla="*/ 58178 h 761503"/>
                    <a:gd name="connsiteX69" fmla="*/ 234956 w 571128"/>
                    <a:gd name="connsiteY69" fmla="*/ 77216 h 761503"/>
                    <a:gd name="connsiteX70" fmla="*/ 251274 w 571128"/>
                    <a:gd name="connsiteY70" fmla="*/ 107132 h 761503"/>
                    <a:gd name="connsiteX71" fmla="*/ 267592 w 571128"/>
                    <a:gd name="connsiteY71" fmla="*/ 147927 h 761503"/>
                    <a:gd name="connsiteX72" fmla="*/ 281190 w 571128"/>
                    <a:gd name="connsiteY72" fmla="*/ 183282 h 761503"/>
                    <a:gd name="connsiteX73" fmla="*/ 297508 w 571128"/>
                    <a:gd name="connsiteY73" fmla="*/ 224077 h 761503"/>
                    <a:gd name="connsiteX74" fmla="*/ 308387 w 571128"/>
                    <a:gd name="connsiteY74" fmla="*/ 264872 h 761503"/>
                    <a:gd name="connsiteX75" fmla="*/ 319265 w 571128"/>
                    <a:gd name="connsiteY75" fmla="*/ 300228 h 761503"/>
                    <a:gd name="connsiteX76" fmla="*/ 351901 w 571128"/>
                    <a:gd name="connsiteY76" fmla="*/ 379098 h 761503"/>
                    <a:gd name="connsiteX77" fmla="*/ 365500 w 571128"/>
                    <a:gd name="connsiteY77" fmla="*/ 417173 h 761503"/>
                    <a:gd name="connsiteX78" fmla="*/ 379098 w 571128"/>
                    <a:gd name="connsiteY78" fmla="*/ 457968 h 761503"/>
                    <a:gd name="connsiteX79" fmla="*/ 395416 w 571128"/>
                    <a:gd name="connsiteY79" fmla="*/ 496043 h 761503"/>
                    <a:gd name="connsiteX80" fmla="*/ 406295 w 571128"/>
                    <a:gd name="connsiteY80" fmla="*/ 512361 h 761503"/>
                    <a:gd name="connsiteX81" fmla="*/ 411734 w 571128"/>
                    <a:gd name="connsiteY81" fmla="*/ 531398 h 761503"/>
                    <a:gd name="connsiteX82" fmla="*/ 419893 w 571128"/>
                    <a:gd name="connsiteY82" fmla="*/ 558595 h 761503"/>
                    <a:gd name="connsiteX83" fmla="*/ 425332 w 571128"/>
                    <a:gd name="connsiteY83" fmla="*/ 564034 h 761503"/>
                    <a:gd name="connsiteX84" fmla="*/ 430771 w 571128"/>
                    <a:gd name="connsiteY84" fmla="*/ 558595 h 761503"/>
                    <a:gd name="connsiteX85" fmla="*/ 430771 w 571128"/>
                    <a:gd name="connsiteY85" fmla="*/ 550436 h 761503"/>
                    <a:gd name="connsiteX86" fmla="*/ 430771 w 571128"/>
                    <a:gd name="connsiteY86" fmla="*/ 501482 h 761503"/>
                    <a:gd name="connsiteX87" fmla="*/ 430771 w 571128"/>
                    <a:gd name="connsiteY87" fmla="*/ 403575 h 761503"/>
                    <a:gd name="connsiteX88" fmla="*/ 425332 w 571128"/>
                    <a:gd name="connsiteY88" fmla="*/ 313826 h 761503"/>
                    <a:gd name="connsiteX89" fmla="*/ 425332 w 571128"/>
                    <a:gd name="connsiteY89" fmla="*/ 248554 h 761503"/>
                    <a:gd name="connsiteX90" fmla="*/ 425332 w 571128"/>
                    <a:gd name="connsiteY90" fmla="*/ 210479 h 761503"/>
                    <a:gd name="connsiteX91" fmla="*/ 422613 w 571128"/>
                    <a:gd name="connsiteY91" fmla="*/ 153366 h 761503"/>
                    <a:gd name="connsiteX92" fmla="*/ 425332 w 571128"/>
                    <a:gd name="connsiteY92" fmla="*/ 123450 h 761503"/>
                    <a:gd name="connsiteX93" fmla="*/ 398136 w 571128"/>
                    <a:gd name="connsiteY93" fmla="*/ 123450 h 761503"/>
                    <a:gd name="connsiteX94" fmla="*/ 379098 w 571128"/>
                    <a:gd name="connsiteY94" fmla="*/ 123450 h 761503"/>
                    <a:gd name="connsiteX95" fmla="*/ 360060 w 571128"/>
                    <a:gd name="connsiteY95" fmla="*/ 118011 h 761503"/>
                    <a:gd name="connsiteX96" fmla="*/ 349182 w 571128"/>
                    <a:gd name="connsiteY96" fmla="*/ 101693 h 761503"/>
                    <a:gd name="connsiteX97" fmla="*/ 351901 w 571128"/>
                    <a:gd name="connsiteY97" fmla="*/ 93534 h 761503"/>
                    <a:gd name="connsiteX98" fmla="*/ 368219 w 571128"/>
                    <a:gd name="connsiteY98" fmla="*/ 85375 h 761503"/>
                    <a:gd name="connsiteX99" fmla="*/ 422613 w 571128"/>
                    <a:gd name="connsiteY99" fmla="*/ 79936 h 761503"/>
                    <a:gd name="connsiteX100" fmla="*/ 444370 w 571128"/>
                    <a:gd name="connsiteY100" fmla="*/ 79936 h 761503"/>
                    <a:gd name="connsiteX101" fmla="*/ 463407 w 571128"/>
                    <a:gd name="connsiteY101" fmla="*/ 71776 h 761503"/>
                    <a:gd name="connsiteX102" fmla="*/ 477006 w 571128"/>
                    <a:gd name="connsiteY102" fmla="*/ 79936 h 761503"/>
                    <a:gd name="connsiteX103" fmla="*/ 512361 w 571128"/>
                    <a:gd name="connsiteY103" fmla="*/ 79936 h 761503"/>
                    <a:gd name="connsiteX104" fmla="*/ 512361 w 571128"/>
                    <a:gd name="connsiteY104" fmla="*/ 79936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</a:cxnLst>
                  <a:rect l="l" t="t" r="r" b="b"/>
                  <a:pathLst>
                    <a:path w="571128" h="761503">
                      <a:moveTo>
                        <a:pt x="512361" y="79936"/>
                      </a:moveTo>
                      <a:cubicBezTo>
                        <a:pt x="520520" y="79936"/>
                        <a:pt x="539558" y="79936"/>
                        <a:pt x="539558" y="96253"/>
                      </a:cubicBezTo>
                      <a:cubicBezTo>
                        <a:pt x="539558" y="104412"/>
                        <a:pt x="539558" y="107132"/>
                        <a:pt x="534118" y="112571"/>
                      </a:cubicBezTo>
                      <a:cubicBezTo>
                        <a:pt x="531399" y="118011"/>
                        <a:pt x="525960" y="120730"/>
                        <a:pt x="523240" y="120730"/>
                      </a:cubicBezTo>
                      <a:cubicBezTo>
                        <a:pt x="515081" y="123450"/>
                        <a:pt x="512361" y="123450"/>
                        <a:pt x="506922" y="123450"/>
                      </a:cubicBezTo>
                      <a:cubicBezTo>
                        <a:pt x="504202" y="123450"/>
                        <a:pt x="490604" y="123450"/>
                        <a:pt x="477006" y="123450"/>
                      </a:cubicBezTo>
                      <a:cubicBezTo>
                        <a:pt x="477006" y="131609"/>
                        <a:pt x="479725" y="137048"/>
                        <a:pt x="479725" y="145207"/>
                      </a:cubicBezTo>
                      <a:cubicBezTo>
                        <a:pt x="479725" y="156086"/>
                        <a:pt x="477006" y="166964"/>
                        <a:pt x="477006" y="180563"/>
                      </a:cubicBezTo>
                      <a:cubicBezTo>
                        <a:pt x="477006" y="196881"/>
                        <a:pt x="479725" y="215918"/>
                        <a:pt x="482445" y="232236"/>
                      </a:cubicBezTo>
                      <a:cubicBezTo>
                        <a:pt x="485165" y="248554"/>
                        <a:pt x="485165" y="267592"/>
                        <a:pt x="485165" y="283910"/>
                      </a:cubicBezTo>
                      <a:cubicBezTo>
                        <a:pt x="485165" y="297508"/>
                        <a:pt x="485165" y="313826"/>
                        <a:pt x="485165" y="327424"/>
                      </a:cubicBezTo>
                      <a:cubicBezTo>
                        <a:pt x="485165" y="343742"/>
                        <a:pt x="487884" y="357340"/>
                        <a:pt x="487884" y="373658"/>
                      </a:cubicBezTo>
                      <a:cubicBezTo>
                        <a:pt x="487884" y="389976"/>
                        <a:pt x="485165" y="403575"/>
                        <a:pt x="485165" y="419892"/>
                      </a:cubicBezTo>
                      <a:cubicBezTo>
                        <a:pt x="485165" y="436210"/>
                        <a:pt x="485165" y="449809"/>
                        <a:pt x="485165" y="463407"/>
                      </a:cubicBezTo>
                      <a:cubicBezTo>
                        <a:pt x="485165" y="479725"/>
                        <a:pt x="485165" y="498762"/>
                        <a:pt x="482445" y="515080"/>
                      </a:cubicBezTo>
                      <a:cubicBezTo>
                        <a:pt x="482445" y="528679"/>
                        <a:pt x="482445" y="542277"/>
                        <a:pt x="482445" y="558595"/>
                      </a:cubicBezTo>
                      <a:cubicBezTo>
                        <a:pt x="482445" y="572193"/>
                        <a:pt x="479725" y="588511"/>
                        <a:pt x="479725" y="602109"/>
                      </a:cubicBezTo>
                      <a:cubicBezTo>
                        <a:pt x="479725" y="615708"/>
                        <a:pt x="485165" y="632026"/>
                        <a:pt x="485165" y="648343"/>
                      </a:cubicBezTo>
                      <a:cubicBezTo>
                        <a:pt x="485165" y="659222"/>
                        <a:pt x="482445" y="670101"/>
                        <a:pt x="474286" y="675540"/>
                      </a:cubicBezTo>
                      <a:cubicBezTo>
                        <a:pt x="460688" y="686419"/>
                        <a:pt x="444370" y="691858"/>
                        <a:pt x="428052" y="691858"/>
                      </a:cubicBezTo>
                      <a:cubicBezTo>
                        <a:pt x="414454" y="691858"/>
                        <a:pt x="400855" y="689138"/>
                        <a:pt x="387257" y="683699"/>
                      </a:cubicBezTo>
                      <a:cubicBezTo>
                        <a:pt x="373659" y="678260"/>
                        <a:pt x="360060" y="672820"/>
                        <a:pt x="351901" y="664661"/>
                      </a:cubicBezTo>
                      <a:cubicBezTo>
                        <a:pt x="330144" y="645624"/>
                        <a:pt x="316546" y="621147"/>
                        <a:pt x="305667" y="596670"/>
                      </a:cubicBezTo>
                      <a:cubicBezTo>
                        <a:pt x="292069" y="569473"/>
                        <a:pt x="281190" y="539557"/>
                        <a:pt x="270312" y="509641"/>
                      </a:cubicBezTo>
                      <a:cubicBezTo>
                        <a:pt x="264872" y="493323"/>
                        <a:pt x="256713" y="477005"/>
                        <a:pt x="251274" y="460687"/>
                      </a:cubicBezTo>
                      <a:cubicBezTo>
                        <a:pt x="240395" y="433491"/>
                        <a:pt x="232236" y="409014"/>
                        <a:pt x="224077" y="381817"/>
                      </a:cubicBezTo>
                      <a:cubicBezTo>
                        <a:pt x="218638" y="365499"/>
                        <a:pt x="213199" y="346462"/>
                        <a:pt x="207759" y="330144"/>
                      </a:cubicBezTo>
                      <a:cubicBezTo>
                        <a:pt x="202320" y="316545"/>
                        <a:pt x="196881" y="300228"/>
                        <a:pt x="191442" y="286629"/>
                      </a:cubicBezTo>
                      <a:cubicBezTo>
                        <a:pt x="188722" y="281190"/>
                        <a:pt x="186002" y="278470"/>
                        <a:pt x="183283" y="278470"/>
                      </a:cubicBezTo>
                      <a:cubicBezTo>
                        <a:pt x="180563" y="278470"/>
                        <a:pt x="180563" y="286629"/>
                        <a:pt x="180563" y="292069"/>
                      </a:cubicBezTo>
                      <a:cubicBezTo>
                        <a:pt x="180563" y="297508"/>
                        <a:pt x="180563" y="302947"/>
                        <a:pt x="180563" y="305667"/>
                      </a:cubicBezTo>
                      <a:cubicBezTo>
                        <a:pt x="180563" y="321985"/>
                        <a:pt x="183283" y="338303"/>
                        <a:pt x="183283" y="354621"/>
                      </a:cubicBezTo>
                      <a:cubicBezTo>
                        <a:pt x="183283" y="387257"/>
                        <a:pt x="186002" y="417173"/>
                        <a:pt x="188722" y="449809"/>
                      </a:cubicBezTo>
                      <a:cubicBezTo>
                        <a:pt x="188722" y="460687"/>
                        <a:pt x="188722" y="468846"/>
                        <a:pt x="188722" y="479725"/>
                      </a:cubicBezTo>
                      <a:cubicBezTo>
                        <a:pt x="188722" y="501482"/>
                        <a:pt x="188722" y="523239"/>
                        <a:pt x="188722" y="542277"/>
                      </a:cubicBezTo>
                      <a:cubicBezTo>
                        <a:pt x="188722" y="566754"/>
                        <a:pt x="186002" y="591231"/>
                        <a:pt x="186002" y="615708"/>
                      </a:cubicBezTo>
                      <a:cubicBezTo>
                        <a:pt x="186002" y="623867"/>
                        <a:pt x="186002" y="632026"/>
                        <a:pt x="186002" y="637465"/>
                      </a:cubicBezTo>
                      <a:cubicBezTo>
                        <a:pt x="186002" y="645624"/>
                        <a:pt x="183283" y="656502"/>
                        <a:pt x="183283" y="664661"/>
                      </a:cubicBezTo>
                      <a:cubicBezTo>
                        <a:pt x="202320" y="664661"/>
                        <a:pt x="218638" y="664661"/>
                        <a:pt x="226797" y="664661"/>
                      </a:cubicBezTo>
                      <a:cubicBezTo>
                        <a:pt x="234956" y="664661"/>
                        <a:pt x="253994" y="664661"/>
                        <a:pt x="253994" y="680979"/>
                      </a:cubicBezTo>
                      <a:cubicBezTo>
                        <a:pt x="253994" y="689138"/>
                        <a:pt x="253994" y="691858"/>
                        <a:pt x="248554" y="697297"/>
                      </a:cubicBezTo>
                      <a:cubicBezTo>
                        <a:pt x="245835" y="702737"/>
                        <a:pt x="240395" y="705456"/>
                        <a:pt x="234956" y="705456"/>
                      </a:cubicBezTo>
                      <a:cubicBezTo>
                        <a:pt x="226797" y="708176"/>
                        <a:pt x="224077" y="708176"/>
                        <a:pt x="218638" y="708176"/>
                      </a:cubicBezTo>
                      <a:cubicBezTo>
                        <a:pt x="215918" y="708176"/>
                        <a:pt x="199600" y="708176"/>
                        <a:pt x="183283" y="708176"/>
                      </a:cubicBezTo>
                      <a:cubicBezTo>
                        <a:pt x="166965" y="708176"/>
                        <a:pt x="153366" y="708176"/>
                        <a:pt x="150647" y="708176"/>
                      </a:cubicBezTo>
                      <a:cubicBezTo>
                        <a:pt x="139768" y="708176"/>
                        <a:pt x="120730" y="708176"/>
                        <a:pt x="107132" y="708176"/>
                      </a:cubicBezTo>
                      <a:cubicBezTo>
                        <a:pt x="101693" y="708176"/>
                        <a:pt x="96253" y="708176"/>
                        <a:pt x="88094" y="708176"/>
                      </a:cubicBezTo>
                      <a:cubicBezTo>
                        <a:pt x="82655" y="708176"/>
                        <a:pt x="74496" y="708176"/>
                        <a:pt x="69057" y="702737"/>
                      </a:cubicBezTo>
                      <a:cubicBezTo>
                        <a:pt x="63618" y="700017"/>
                        <a:pt x="58178" y="691858"/>
                        <a:pt x="58178" y="686419"/>
                      </a:cubicBezTo>
                      <a:cubicBezTo>
                        <a:pt x="58178" y="683699"/>
                        <a:pt x="58178" y="680979"/>
                        <a:pt x="60898" y="678260"/>
                      </a:cubicBezTo>
                      <a:cubicBezTo>
                        <a:pt x="63618" y="675540"/>
                        <a:pt x="71777" y="672820"/>
                        <a:pt x="77216" y="670101"/>
                      </a:cubicBezTo>
                      <a:cubicBezTo>
                        <a:pt x="90814" y="667381"/>
                        <a:pt x="115291" y="664661"/>
                        <a:pt x="120730" y="664661"/>
                      </a:cubicBezTo>
                      <a:cubicBezTo>
                        <a:pt x="123450" y="664661"/>
                        <a:pt x="126170" y="664661"/>
                        <a:pt x="131609" y="664661"/>
                      </a:cubicBezTo>
                      <a:cubicBezTo>
                        <a:pt x="131609" y="623867"/>
                        <a:pt x="134329" y="583072"/>
                        <a:pt x="134329" y="539557"/>
                      </a:cubicBezTo>
                      <a:cubicBezTo>
                        <a:pt x="134329" y="528679"/>
                        <a:pt x="134329" y="515080"/>
                        <a:pt x="134329" y="504202"/>
                      </a:cubicBezTo>
                      <a:cubicBezTo>
                        <a:pt x="131609" y="460687"/>
                        <a:pt x="131609" y="417173"/>
                        <a:pt x="131609" y="376378"/>
                      </a:cubicBezTo>
                      <a:cubicBezTo>
                        <a:pt x="131609" y="351901"/>
                        <a:pt x="131609" y="327424"/>
                        <a:pt x="131609" y="302947"/>
                      </a:cubicBezTo>
                      <a:cubicBezTo>
                        <a:pt x="131609" y="275751"/>
                        <a:pt x="131609" y="248554"/>
                        <a:pt x="134329" y="221357"/>
                      </a:cubicBezTo>
                      <a:cubicBezTo>
                        <a:pt x="134329" y="188722"/>
                        <a:pt x="137048" y="156086"/>
                        <a:pt x="137048" y="123450"/>
                      </a:cubicBezTo>
                      <a:cubicBezTo>
                        <a:pt x="126170" y="123450"/>
                        <a:pt x="115291" y="123450"/>
                        <a:pt x="107132" y="123450"/>
                      </a:cubicBezTo>
                      <a:cubicBezTo>
                        <a:pt x="101693" y="123450"/>
                        <a:pt x="96253" y="123450"/>
                        <a:pt x="88094" y="123450"/>
                      </a:cubicBezTo>
                      <a:cubicBezTo>
                        <a:pt x="82655" y="123450"/>
                        <a:pt x="74496" y="120730"/>
                        <a:pt x="69057" y="118011"/>
                      </a:cubicBezTo>
                      <a:cubicBezTo>
                        <a:pt x="63618" y="115291"/>
                        <a:pt x="58178" y="107132"/>
                        <a:pt x="58178" y="101693"/>
                      </a:cubicBezTo>
                      <a:cubicBezTo>
                        <a:pt x="58178" y="98973"/>
                        <a:pt x="58178" y="96253"/>
                        <a:pt x="60898" y="93534"/>
                      </a:cubicBezTo>
                      <a:cubicBezTo>
                        <a:pt x="63618" y="90814"/>
                        <a:pt x="71777" y="88095"/>
                        <a:pt x="77216" y="85375"/>
                      </a:cubicBezTo>
                      <a:cubicBezTo>
                        <a:pt x="90814" y="82655"/>
                        <a:pt x="126170" y="79936"/>
                        <a:pt x="131609" y="79936"/>
                      </a:cubicBezTo>
                      <a:cubicBezTo>
                        <a:pt x="137048" y="79936"/>
                        <a:pt x="147927" y="79936"/>
                        <a:pt x="161525" y="79936"/>
                      </a:cubicBezTo>
                      <a:cubicBezTo>
                        <a:pt x="166965" y="74496"/>
                        <a:pt x="172404" y="71776"/>
                        <a:pt x="177843" y="66337"/>
                      </a:cubicBezTo>
                      <a:cubicBezTo>
                        <a:pt x="186002" y="60898"/>
                        <a:pt x="194161" y="58178"/>
                        <a:pt x="202320" y="58178"/>
                      </a:cubicBezTo>
                      <a:cubicBezTo>
                        <a:pt x="215918" y="58178"/>
                        <a:pt x="226797" y="63618"/>
                        <a:pt x="234956" y="77216"/>
                      </a:cubicBezTo>
                      <a:cubicBezTo>
                        <a:pt x="240395" y="88095"/>
                        <a:pt x="248554" y="96253"/>
                        <a:pt x="251274" y="107132"/>
                      </a:cubicBezTo>
                      <a:cubicBezTo>
                        <a:pt x="256713" y="120730"/>
                        <a:pt x="259433" y="134329"/>
                        <a:pt x="267592" y="147927"/>
                      </a:cubicBezTo>
                      <a:cubicBezTo>
                        <a:pt x="273031" y="158806"/>
                        <a:pt x="275751" y="172404"/>
                        <a:pt x="281190" y="183282"/>
                      </a:cubicBezTo>
                      <a:cubicBezTo>
                        <a:pt x="286630" y="196881"/>
                        <a:pt x="292069" y="210479"/>
                        <a:pt x="297508" y="224077"/>
                      </a:cubicBezTo>
                      <a:cubicBezTo>
                        <a:pt x="300228" y="237676"/>
                        <a:pt x="305667" y="251274"/>
                        <a:pt x="308387" y="264872"/>
                      </a:cubicBezTo>
                      <a:cubicBezTo>
                        <a:pt x="311107" y="278470"/>
                        <a:pt x="311107" y="289349"/>
                        <a:pt x="319265" y="300228"/>
                      </a:cubicBezTo>
                      <a:cubicBezTo>
                        <a:pt x="332864" y="324704"/>
                        <a:pt x="346462" y="351901"/>
                        <a:pt x="351901" y="379098"/>
                      </a:cubicBezTo>
                      <a:cubicBezTo>
                        <a:pt x="354621" y="392696"/>
                        <a:pt x="360060" y="403575"/>
                        <a:pt x="365500" y="417173"/>
                      </a:cubicBezTo>
                      <a:cubicBezTo>
                        <a:pt x="373659" y="430771"/>
                        <a:pt x="373659" y="444369"/>
                        <a:pt x="379098" y="457968"/>
                      </a:cubicBezTo>
                      <a:cubicBezTo>
                        <a:pt x="381818" y="471566"/>
                        <a:pt x="387257" y="482445"/>
                        <a:pt x="395416" y="496043"/>
                      </a:cubicBezTo>
                      <a:cubicBezTo>
                        <a:pt x="398136" y="501482"/>
                        <a:pt x="403575" y="506921"/>
                        <a:pt x="406295" y="512361"/>
                      </a:cubicBezTo>
                      <a:cubicBezTo>
                        <a:pt x="409014" y="517800"/>
                        <a:pt x="409014" y="525959"/>
                        <a:pt x="411734" y="531398"/>
                      </a:cubicBezTo>
                      <a:cubicBezTo>
                        <a:pt x="414454" y="539557"/>
                        <a:pt x="417173" y="550436"/>
                        <a:pt x="419893" y="558595"/>
                      </a:cubicBezTo>
                      <a:cubicBezTo>
                        <a:pt x="422613" y="561314"/>
                        <a:pt x="422613" y="564034"/>
                        <a:pt x="425332" y="564034"/>
                      </a:cubicBezTo>
                      <a:cubicBezTo>
                        <a:pt x="428052" y="564034"/>
                        <a:pt x="428052" y="561314"/>
                        <a:pt x="430771" y="558595"/>
                      </a:cubicBezTo>
                      <a:cubicBezTo>
                        <a:pt x="430771" y="555875"/>
                        <a:pt x="430771" y="553156"/>
                        <a:pt x="430771" y="550436"/>
                      </a:cubicBezTo>
                      <a:cubicBezTo>
                        <a:pt x="430771" y="534118"/>
                        <a:pt x="430771" y="517800"/>
                        <a:pt x="430771" y="501482"/>
                      </a:cubicBezTo>
                      <a:cubicBezTo>
                        <a:pt x="430771" y="468846"/>
                        <a:pt x="433491" y="436210"/>
                        <a:pt x="430771" y="403575"/>
                      </a:cubicBezTo>
                      <a:cubicBezTo>
                        <a:pt x="430771" y="373658"/>
                        <a:pt x="425332" y="343742"/>
                        <a:pt x="425332" y="313826"/>
                      </a:cubicBezTo>
                      <a:cubicBezTo>
                        <a:pt x="425332" y="292069"/>
                        <a:pt x="425332" y="270311"/>
                        <a:pt x="425332" y="248554"/>
                      </a:cubicBezTo>
                      <a:cubicBezTo>
                        <a:pt x="425332" y="234956"/>
                        <a:pt x="425332" y="224077"/>
                        <a:pt x="425332" y="210479"/>
                      </a:cubicBezTo>
                      <a:cubicBezTo>
                        <a:pt x="425332" y="191441"/>
                        <a:pt x="422613" y="172404"/>
                        <a:pt x="422613" y="153366"/>
                      </a:cubicBezTo>
                      <a:cubicBezTo>
                        <a:pt x="422613" y="142488"/>
                        <a:pt x="422613" y="134329"/>
                        <a:pt x="425332" y="123450"/>
                      </a:cubicBezTo>
                      <a:cubicBezTo>
                        <a:pt x="417173" y="123450"/>
                        <a:pt x="406295" y="123450"/>
                        <a:pt x="398136" y="123450"/>
                      </a:cubicBezTo>
                      <a:cubicBezTo>
                        <a:pt x="392696" y="123450"/>
                        <a:pt x="387257" y="123450"/>
                        <a:pt x="379098" y="123450"/>
                      </a:cubicBezTo>
                      <a:cubicBezTo>
                        <a:pt x="373659" y="123450"/>
                        <a:pt x="365500" y="120730"/>
                        <a:pt x="360060" y="118011"/>
                      </a:cubicBezTo>
                      <a:cubicBezTo>
                        <a:pt x="354621" y="115291"/>
                        <a:pt x="349182" y="107132"/>
                        <a:pt x="349182" y="101693"/>
                      </a:cubicBezTo>
                      <a:cubicBezTo>
                        <a:pt x="349182" y="98973"/>
                        <a:pt x="349182" y="96253"/>
                        <a:pt x="351901" y="93534"/>
                      </a:cubicBezTo>
                      <a:cubicBezTo>
                        <a:pt x="354621" y="90814"/>
                        <a:pt x="362780" y="88095"/>
                        <a:pt x="368219" y="85375"/>
                      </a:cubicBezTo>
                      <a:cubicBezTo>
                        <a:pt x="381818" y="82655"/>
                        <a:pt x="417173" y="79936"/>
                        <a:pt x="422613" y="79936"/>
                      </a:cubicBezTo>
                      <a:cubicBezTo>
                        <a:pt x="428052" y="79936"/>
                        <a:pt x="433491" y="79936"/>
                        <a:pt x="444370" y="79936"/>
                      </a:cubicBezTo>
                      <a:cubicBezTo>
                        <a:pt x="449809" y="74496"/>
                        <a:pt x="455248" y="71776"/>
                        <a:pt x="463407" y="71776"/>
                      </a:cubicBezTo>
                      <a:cubicBezTo>
                        <a:pt x="471566" y="71776"/>
                        <a:pt x="477006" y="74496"/>
                        <a:pt x="477006" y="79936"/>
                      </a:cubicBezTo>
                      <a:cubicBezTo>
                        <a:pt x="490604" y="82655"/>
                        <a:pt x="504202" y="79936"/>
                        <a:pt x="512361" y="79936"/>
                      </a:cubicBezTo>
                      <a:lnTo>
                        <a:pt x="512361" y="79936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44" name="Freeform: Shape 38">
                  <a:extLst>
                    <a:ext uri="{FF2B5EF4-FFF2-40B4-BE49-F238E27FC236}">
                      <a16:creationId xmlns:a16="http://schemas.microsoft.com/office/drawing/2014/main" id="{64FEF7C2-9089-1C6C-1862-D419FD9CFBF3}"/>
                    </a:ext>
                  </a:extLst>
                </p:cNvPr>
                <p:cNvSpPr/>
                <p:nvPr/>
              </p:nvSpPr>
              <p:spPr>
                <a:xfrm>
                  <a:off x="2987430" y="4242177"/>
                  <a:ext cx="494979" cy="674476"/>
                </a:xfrm>
                <a:custGeom>
                  <a:avLst/>
                  <a:gdLst>
                    <a:gd name="connsiteX0" fmla="*/ 228453 w 494979"/>
                    <a:gd name="connsiteY0" fmla="*/ 97907 h 674476"/>
                    <a:gd name="connsiteX1" fmla="*/ 212135 w 494979"/>
                    <a:gd name="connsiteY1" fmla="*/ 119665 h 674476"/>
                    <a:gd name="connsiteX2" fmla="*/ 203976 w 494979"/>
                    <a:gd name="connsiteY2" fmla="*/ 152300 h 674476"/>
                    <a:gd name="connsiteX3" fmla="*/ 201256 w 494979"/>
                    <a:gd name="connsiteY3" fmla="*/ 168618 h 674476"/>
                    <a:gd name="connsiteX4" fmla="*/ 198537 w 494979"/>
                    <a:gd name="connsiteY4" fmla="*/ 184936 h 674476"/>
                    <a:gd name="connsiteX5" fmla="*/ 190378 w 494979"/>
                    <a:gd name="connsiteY5" fmla="*/ 220292 h 674476"/>
                    <a:gd name="connsiteX6" fmla="*/ 171340 w 494979"/>
                    <a:gd name="connsiteY6" fmla="*/ 291003 h 674476"/>
                    <a:gd name="connsiteX7" fmla="*/ 163180 w 494979"/>
                    <a:gd name="connsiteY7" fmla="*/ 323639 h 674476"/>
                    <a:gd name="connsiteX8" fmla="*/ 152302 w 494979"/>
                    <a:gd name="connsiteY8" fmla="*/ 361714 h 674476"/>
                    <a:gd name="connsiteX9" fmla="*/ 146862 w 494979"/>
                    <a:gd name="connsiteY9" fmla="*/ 388910 h 674476"/>
                    <a:gd name="connsiteX10" fmla="*/ 152302 w 494979"/>
                    <a:gd name="connsiteY10" fmla="*/ 391630 h 674476"/>
                    <a:gd name="connsiteX11" fmla="*/ 174060 w 494979"/>
                    <a:gd name="connsiteY11" fmla="*/ 391630 h 674476"/>
                    <a:gd name="connsiteX12" fmla="*/ 195817 w 494979"/>
                    <a:gd name="connsiteY12" fmla="*/ 388910 h 674476"/>
                    <a:gd name="connsiteX13" fmla="*/ 214855 w 494979"/>
                    <a:gd name="connsiteY13" fmla="*/ 388910 h 674476"/>
                    <a:gd name="connsiteX14" fmla="*/ 239332 w 494979"/>
                    <a:gd name="connsiteY14" fmla="*/ 388910 h 674476"/>
                    <a:gd name="connsiteX15" fmla="*/ 252930 w 494979"/>
                    <a:gd name="connsiteY15" fmla="*/ 386191 h 674476"/>
                    <a:gd name="connsiteX16" fmla="*/ 261089 w 494979"/>
                    <a:gd name="connsiteY16" fmla="*/ 386191 h 674476"/>
                    <a:gd name="connsiteX17" fmla="*/ 258369 w 494979"/>
                    <a:gd name="connsiteY17" fmla="*/ 367153 h 674476"/>
                    <a:gd name="connsiteX18" fmla="*/ 252930 w 494979"/>
                    <a:gd name="connsiteY18" fmla="*/ 331797 h 674476"/>
                    <a:gd name="connsiteX19" fmla="*/ 250210 w 494979"/>
                    <a:gd name="connsiteY19" fmla="*/ 244769 h 674476"/>
                    <a:gd name="connsiteX20" fmla="*/ 244771 w 494979"/>
                    <a:gd name="connsiteY20" fmla="*/ 203974 h 674476"/>
                    <a:gd name="connsiteX21" fmla="*/ 239332 w 494979"/>
                    <a:gd name="connsiteY21" fmla="*/ 157740 h 674476"/>
                    <a:gd name="connsiteX22" fmla="*/ 236612 w 494979"/>
                    <a:gd name="connsiteY22" fmla="*/ 119665 h 674476"/>
                    <a:gd name="connsiteX23" fmla="*/ 228453 w 494979"/>
                    <a:gd name="connsiteY23" fmla="*/ 97907 h 674476"/>
                    <a:gd name="connsiteX24" fmla="*/ 274687 w 494979"/>
                    <a:gd name="connsiteY24" fmla="*/ 0 h 674476"/>
                    <a:gd name="connsiteX25" fmla="*/ 304603 w 494979"/>
                    <a:gd name="connsiteY25" fmla="*/ 5439 h 674476"/>
                    <a:gd name="connsiteX26" fmla="*/ 320921 w 494979"/>
                    <a:gd name="connsiteY26" fmla="*/ 24477 h 674476"/>
                    <a:gd name="connsiteX27" fmla="*/ 334519 w 494979"/>
                    <a:gd name="connsiteY27" fmla="*/ 43515 h 674476"/>
                    <a:gd name="connsiteX28" fmla="*/ 339959 w 494979"/>
                    <a:gd name="connsiteY28" fmla="*/ 65272 h 674476"/>
                    <a:gd name="connsiteX29" fmla="*/ 348118 w 494979"/>
                    <a:gd name="connsiteY29" fmla="*/ 114226 h 674476"/>
                    <a:gd name="connsiteX30" fmla="*/ 361716 w 494979"/>
                    <a:gd name="connsiteY30" fmla="*/ 163180 h 674476"/>
                    <a:gd name="connsiteX31" fmla="*/ 369875 w 494979"/>
                    <a:gd name="connsiteY31" fmla="*/ 220293 h 674476"/>
                    <a:gd name="connsiteX32" fmla="*/ 378034 w 494979"/>
                    <a:gd name="connsiteY32" fmla="*/ 274686 h 674476"/>
                    <a:gd name="connsiteX33" fmla="*/ 383473 w 494979"/>
                    <a:gd name="connsiteY33" fmla="*/ 301883 h 674476"/>
                    <a:gd name="connsiteX34" fmla="*/ 391632 w 494979"/>
                    <a:gd name="connsiteY34" fmla="*/ 337238 h 674476"/>
                    <a:gd name="connsiteX35" fmla="*/ 397071 w 494979"/>
                    <a:gd name="connsiteY35" fmla="*/ 364435 h 674476"/>
                    <a:gd name="connsiteX36" fmla="*/ 405230 w 494979"/>
                    <a:gd name="connsiteY36" fmla="*/ 383473 h 674476"/>
                    <a:gd name="connsiteX37" fmla="*/ 416109 w 494979"/>
                    <a:gd name="connsiteY37" fmla="*/ 386192 h 674476"/>
                    <a:gd name="connsiteX38" fmla="*/ 426988 w 494979"/>
                    <a:gd name="connsiteY38" fmla="*/ 386192 h 674476"/>
                    <a:gd name="connsiteX39" fmla="*/ 454184 w 494979"/>
                    <a:gd name="connsiteY39" fmla="*/ 397071 h 674476"/>
                    <a:gd name="connsiteX40" fmla="*/ 456904 w 494979"/>
                    <a:gd name="connsiteY40" fmla="*/ 405230 h 674476"/>
                    <a:gd name="connsiteX41" fmla="*/ 451465 w 494979"/>
                    <a:gd name="connsiteY41" fmla="*/ 416108 h 674476"/>
                    <a:gd name="connsiteX42" fmla="*/ 432427 w 494979"/>
                    <a:gd name="connsiteY42" fmla="*/ 429707 h 674476"/>
                    <a:gd name="connsiteX43" fmla="*/ 421548 w 494979"/>
                    <a:gd name="connsiteY43" fmla="*/ 432426 h 674476"/>
                    <a:gd name="connsiteX44" fmla="*/ 413389 w 494979"/>
                    <a:gd name="connsiteY44" fmla="*/ 435146 h 674476"/>
                    <a:gd name="connsiteX45" fmla="*/ 413389 w 494979"/>
                    <a:gd name="connsiteY45" fmla="*/ 440585 h 674476"/>
                    <a:gd name="connsiteX46" fmla="*/ 416109 w 494979"/>
                    <a:gd name="connsiteY46" fmla="*/ 451464 h 674476"/>
                    <a:gd name="connsiteX47" fmla="*/ 418829 w 494979"/>
                    <a:gd name="connsiteY47" fmla="*/ 465062 h 674476"/>
                    <a:gd name="connsiteX48" fmla="*/ 418829 w 494979"/>
                    <a:gd name="connsiteY48" fmla="*/ 475941 h 674476"/>
                    <a:gd name="connsiteX49" fmla="*/ 418829 w 494979"/>
                    <a:gd name="connsiteY49" fmla="*/ 486820 h 674476"/>
                    <a:gd name="connsiteX50" fmla="*/ 426988 w 494979"/>
                    <a:gd name="connsiteY50" fmla="*/ 516736 h 674476"/>
                    <a:gd name="connsiteX51" fmla="*/ 432427 w 494979"/>
                    <a:gd name="connsiteY51" fmla="*/ 543932 h 674476"/>
                    <a:gd name="connsiteX52" fmla="*/ 437866 w 494979"/>
                    <a:gd name="connsiteY52" fmla="*/ 573848 h 674476"/>
                    <a:gd name="connsiteX53" fmla="*/ 443306 w 494979"/>
                    <a:gd name="connsiteY53" fmla="*/ 606484 h 674476"/>
                    <a:gd name="connsiteX54" fmla="*/ 446025 w 494979"/>
                    <a:gd name="connsiteY54" fmla="*/ 617363 h 674476"/>
                    <a:gd name="connsiteX55" fmla="*/ 470502 w 494979"/>
                    <a:gd name="connsiteY55" fmla="*/ 617363 h 674476"/>
                    <a:gd name="connsiteX56" fmla="*/ 494979 w 494979"/>
                    <a:gd name="connsiteY56" fmla="*/ 641840 h 674476"/>
                    <a:gd name="connsiteX57" fmla="*/ 486820 w 494979"/>
                    <a:gd name="connsiteY57" fmla="*/ 655438 h 674476"/>
                    <a:gd name="connsiteX58" fmla="*/ 470502 w 494979"/>
                    <a:gd name="connsiteY58" fmla="*/ 663597 h 674476"/>
                    <a:gd name="connsiteX59" fmla="*/ 446025 w 494979"/>
                    <a:gd name="connsiteY59" fmla="*/ 666317 h 674476"/>
                    <a:gd name="connsiteX60" fmla="*/ 424268 w 494979"/>
                    <a:gd name="connsiteY60" fmla="*/ 666317 h 674476"/>
                    <a:gd name="connsiteX61" fmla="*/ 416109 w 494979"/>
                    <a:gd name="connsiteY61" fmla="*/ 666317 h 674476"/>
                    <a:gd name="connsiteX62" fmla="*/ 402511 w 494979"/>
                    <a:gd name="connsiteY62" fmla="*/ 671756 h 674476"/>
                    <a:gd name="connsiteX63" fmla="*/ 386193 w 494979"/>
                    <a:gd name="connsiteY63" fmla="*/ 674476 h 674476"/>
                    <a:gd name="connsiteX64" fmla="*/ 350837 w 494979"/>
                    <a:gd name="connsiteY64" fmla="*/ 669036 h 674476"/>
                    <a:gd name="connsiteX65" fmla="*/ 329080 w 494979"/>
                    <a:gd name="connsiteY65" fmla="*/ 669036 h 674476"/>
                    <a:gd name="connsiteX66" fmla="*/ 280126 w 494979"/>
                    <a:gd name="connsiteY66" fmla="*/ 669036 h 674476"/>
                    <a:gd name="connsiteX67" fmla="*/ 255649 w 494979"/>
                    <a:gd name="connsiteY67" fmla="*/ 663597 h 674476"/>
                    <a:gd name="connsiteX68" fmla="*/ 239331 w 494979"/>
                    <a:gd name="connsiteY68" fmla="*/ 647279 h 674476"/>
                    <a:gd name="connsiteX69" fmla="*/ 263808 w 494979"/>
                    <a:gd name="connsiteY69" fmla="*/ 630961 h 674476"/>
                    <a:gd name="connsiteX70" fmla="*/ 291005 w 494979"/>
                    <a:gd name="connsiteY70" fmla="*/ 628241 h 674476"/>
                    <a:gd name="connsiteX71" fmla="*/ 288285 w 494979"/>
                    <a:gd name="connsiteY71" fmla="*/ 609204 h 674476"/>
                    <a:gd name="connsiteX72" fmla="*/ 285565 w 494979"/>
                    <a:gd name="connsiteY72" fmla="*/ 582007 h 674476"/>
                    <a:gd name="connsiteX73" fmla="*/ 282846 w 494979"/>
                    <a:gd name="connsiteY73" fmla="*/ 568409 h 674476"/>
                    <a:gd name="connsiteX74" fmla="*/ 285565 w 494979"/>
                    <a:gd name="connsiteY74" fmla="*/ 554811 h 674476"/>
                    <a:gd name="connsiteX75" fmla="*/ 280126 w 494979"/>
                    <a:gd name="connsiteY75" fmla="*/ 538493 h 674476"/>
                    <a:gd name="connsiteX76" fmla="*/ 274687 w 494979"/>
                    <a:gd name="connsiteY76" fmla="*/ 505857 h 674476"/>
                    <a:gd name="connsiteX77" fmla="*/ 271967 w 494979"/>
                    <a:gd name="connsiteY77" fmla="*/ 478660 h 674476"/>
                    <a:gd name="connsiteX78" fmla="*/ 269247 w 494979"/>
                    <a:gd name="connsiteY78" fmla="*/ 446025 h 674476"/>
                    <a:gd name="connsiteX79" fmla="*/ 263808 w 494979"/>
                    <a:gd name="connsiteY79" fmla="*/ 437866 h 674476"/>
                    <a:gd name="connsiteX80" fmla="*/ 252929 w 494979"/>
                    <a:gd name="connsiteY80" fmla="*/ 437866 h 674476"/>
                    <a:gd name="connsiteX81" fmla="*/ 223013 w 494979"/>
                    <a:gd name="connsiteY81" fmla="*/ 440585 h 674476"/>
                    <a:gd name="connsiteX82" fmla="*/ 193097 w 494979"/>
                    <a:gd name="connsiteY82" fmla="*/ 443305 h 674476"/>
                    <a:gd name="connsiteX83" fmla="*/ 168620 w 494979"/>
                    <a:gd name="connsiteY83" fmla="*/ 443305 h 674476"/>
                    <a:gd name="connsiteX84" fmla="*/ 146862 w 494979"/>
                    <a:gd name="connsiteY84" fmla="*/ 440585 h 674476"/>
                    <a:gd name="connsiteX85" fmla="*/ 138703 w 494979"/>
                    <a:gd name="connsiteY85" fmla="*/ 454184 h 674476"/>
                    <a:gd name="connsiteX86" fmla="*/ 133263 w 494979"/>
                    <a:gd name="connsiteY86" fmla="*/ 486820 h 674476"/>
                    <a:gd name="connsiteX87" fmla="*/ 122385 w 494979"/>
                    <a:gd name="connsiteY87" fmla="*/ 541213 h 674476"/>
                    <a:gd name="connsiteX88" fmla="*/ 106067 w 494979"/>
                    <a:gd name="connsiteY88" fmla="*/ 614643 h 674476"/>
                    <a:gd name="connsiteX89" fmla="*/ 135983 w 494979"/>
                    <a:gd name="connsiteY89" fmla="*/ 614643 h 674476"/>
                    <a:gd name="connsiteX90" fmla="*/ 171340 w 494979"/>
                    <a:gd name="connsiteY90" fmla="*/ 630961 h 674476"/>
                    <a:gd name="connsiteX91" fmla="*/ 165900 w 494979"/>
                    <a:gd name="connsiteY91" fmla="*/ 647279 h 674476"/>
                    <a:gd name="connsiteX92" fmla="*/ 149581 w 494979"/>
                    <a:gd name="connsiteY92" fmla="*/ 655438 h 674476"/>
                    <a:gd name="connsiteX93" fmla="*/ 127824 w 494979"/>
                    <a:gd name="connsiteY93" fmla="*/ 658158 h 674476"/>
                    <a:gd name="connsiteX94" fmla="*/ 106067 w 494979"/>
                    <a:gd name="connsiteY94" fmla="*/ 658158 h 674476"/>
                    <a:gd name="connsiteX95" fmla="*/ 62552 w 494979"/>
                    <a:gd name="connsiteY95" fmla="*/ 658158 h 674476"/>
                    <a:gd name="connsiteX96" fmla="*/ 40795 w 494979"/>
                    <a:gd name="connsiteY96" fmla="*/ 658158 h 674476"/>
                    <a:gd name="connsiteX97" fmla="*/ 16318 w 494979"/>
                    <a:gd name="connsiteY97" fmla="*/ 652718 h 674476"/>
                    <a:gd name="connsiteX98" fmla="*/ 0 w 494979"/>
                    <a:gd name="connsiteY98" fmla="*/ 636401 h 674476"/>
                    <a:gd name="connsiteX99" fmla="*/ 2720 w 494979"/>
                    <a:gd name="connsiteY99" fmla="*/ 628241 h 674476"/>
                    <a:gd name="connsiteX100" fmla="*/ 24477 w 494979"/>
                    <a:gd name="connsiteY100" fmla="*/ 620082 h 674476"/>
                    <a:gd name="connsiteX101" fmla="*/ 62552 w 494979"/>
                    <a:gd name="connsiteY101" fmla="*/ 617363 h 674476"/>
                    <a:gd name="connsiteX102" fmla="*/ 62552 w 494979"/>
                    <a:gd name="connsiteY102" fmla="*/ 614643 h 674476"/>
                    <a:gd name="connsiteX103" fmla="*/ 65272 w 494979"/>
                    <a:gd name="connsiteY103" fmla="*/ 587447 h 674476"/>
                    <a:gd name="connsiteX104" fmla="*/ 76151 w 494979"/>
                    <a:gd name="connsiteY104" fmla="*/ 522175 h 674476"/>
                    <a:gd name="connsiteX105" fmla="*/ 87029 w 494979"/>
                    <a:gd name="connsiteY105" fmla="*/ 470501 h 674476"/>
                    <a:gd name="connsiteX106" fmla="*/ 92469 w 494979"/>
                    <a:gd name="connsiteY106" fmla="*/ 446025 h 674476"/>
                    <a:gd name="connsiteX107" fmla="*/ 65272 w 494979"/>
                    <a:gd name="connsiteY107" fmla="*/ 432426 h 674476"/>
                    <a:gd name="connsiteX108" fmla="*/ 54393 w 494979"/>
                    <a:gd name="connsiteY108" fmla="*/ 421548 h 674476"/>
                    <a:gd name="connsiteX109" fmla="*/ 73431 w 494979"/>
                    <a:gd name="connsiteY109" fmla="*/ 407949 h 674476"/>
                    <a:gd name="connsiteX110" fmla="*/ 100628 w 494979"/>
                    <a:gd name="connsiteY110" fmla="*/ 399790 h 674476"/>
                    <a:gd name="connsiteX111" fmla="*/ 108787 w 494979"/>
                    <a:gd name="connsiteY111" fmla="*/ 369874 h 674476"/>
                    <a:gd name="connsiteX112" fmla="*/ 125105 w 494979"/>
                    <a:gd name="connsiteY112" fmla="*/ 307322 h 674476"/>
                    <a:gd name="connsiteX113" fmla="*/ 141423 w 494979"/>
                    <a:gd name="connsiteY113" fmla="*/ 242051 h 674476"/>
                    <a:gd name="connsiteX114" fmla="*/ 155021 w 494979"/>
                    <a:gd name="connsiteY114" fmla="*/ 179498 h 674476"/>
                    <a:gd name="connsiteX115" fmla="*/ 168620 w 494979"/>
                    <a:gd name="connsiteY115" fmla="*/ 119665 h 674476"/>
                    <a:gd name="connsiteX116" fmla="*/ 193097 w 494979"/>
                    <a:gd name="connsiteY116" fmla="*/ 57113 h 674476"/>
                    <a:gd name="connsiteX117" fmla="*/ 201256 w 494979"/>
                    <a:gd name="connsiteY117" fmla="*/ 38075 h 674476"/>
                    <a:gd name="connsiteX118" fmla="*/ 217574 w 494979"/>
                    <a:gd name="connsiteY118" fmla="*/ 13598 h 674476"/>
                    <a:gd name="connsiteX119" fmla="*/ 274687 w 494979"/>
                    <a:gd name="connsiteY119" fmla="*/ 0 h 6744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</a:cxnLst>
                  <a:rect l="l" t="t" r="r" b="b"/>
                  <a:pathLst>
                    <a:path w="494979" h="674476">
                      <a:moveTo>
                        <a:pt x="228453" y="97907"/>
                      </a:moveTo>
                      <a:cubicBezTo>
                        <a:pt x="220294" y="97907"/>
                        <a:pt x="212135" y="114225"/>
                        <a:pt x="212135" y="119665"/>
                      </a:cubicBezTo>
                      <a:cubicBezTo>
                        <a:pt x="209415" y="130543"/>
                        <a:pt x="206696" y="144141"/>
                        <a:pt x="203976" y="152300"/>
                      </a:cubicBezTo>
                      <a:cubicBezTo>
                        <a:pt x="201256" y="157740"/>
                        <a:pt x="201256" y="163179"/>
                        <a:pt x="201256" y="168618"/>
                      </a:cubicBezTo>
                      <a:cubicBezTo>
                        <a:pt x="201256" y="174058"/>
                        <a:pt x="198537" y="179497"/>
                        <a:pt x="198537" y="184936"/>
                      </a:cubicBezTo>
                      <a:cubicBezTo>
                        <a:pt x="195817" y="195815"/>
                        <a:pt x="193097" y="209413"/>
                        <a:pt x="190378" y="220292"/>
                      </a:cubicBezTo>
                      <a:cubicBezTo>
                        <a:pt x="187658" y="244769"/>
                        <a:pt x="179499" y="269246"/>
                        <a:pt x="171340" y="291003"/>
                      </a:cubicBezTo>
                      <a:cubicBezTo>
                        <a:pt x="168620" y="301881"/>
                        <a:pt x="165900" y="312760"/>
                        <a:pt x="163180" y="323639"/>
                      </a:cubicBezTo>
                      <a:cubicBezTo>
                        <a:pt x="160461" y="337237"/>
                        <a:pt x="157741" y="348115"/>
                        <a:pt x="152302" y="361714"/>
                      </a:cubicBezTo>
                      <a:cubicBezTo>
                        <a:pt x="149582" y="367153"/>
                        <a:pt x="146862" y="383471"/>
                        <a:pt x="146862" y="388910"/>
                      </a:cubicBezTo>
                      <a:cubicBezTo>
                        <a:pt x="146862" y="391630"/>
                        <a:pt x="149582" y="391630"/>
                        <a:pt x="152302" y="391630"/>
                      </a:cubicBezTo>
                      <a:cubicBezTo>
                        <a:pt x="157741" y="391630"/>
                        <a:pt x="171340" y="391630"/>
                        <a:pt x="174060" y="391630"/>
                      </a:cubicBezTo>
                      <a:cubicBezTo>
                        <a:pt x="182219" y="391630"/>
                        <a:pt x="190378" y="391630"/>
                        <a:pt x="195817" y="388910"/>
                      </a:cubicBezTo>
                      <a:cubicBezTo>
                        <a:pt x="201256" y="388910"/>
                        <a:pt x="206696" y="388910"/>
                        <a:pt x="214855" y="388910"/>
                      </a:cubicBezTo>
                      <a:cubicBezTo>
                        <a:pt x="220294" y="388910"/>
                        <a:pt x="228453" y="388910"/>
                        <a:pt x="239332" y="388910"/>
                      </a:cubicBezTo>
                      <a:cubicBezTo>
                        <a:pt x="244771" y="388910"/>
                        <a:pt x="250210" y="388910"/>
                        <a:pt x="252930" y="386191"/>
                      </a:cubicBezTo>
                      <a:cubicBezTo>
                        <a:pt x="258369" y="391630"/>
                        <a:pt x="261089" y="388910"/>
                        <a:pt x="261089" y="386191"/>
                      </a:cubicBezTo>
                      <a:cubicBezTo>
                        <a:pt x="261089" y="380751"/>
                        <a:pt x="258369" y="372592"/>
                        <a:pt x="258369" y="367153"/>
                      </a:cubicBezTo>
                      <a:cubicBezTo>
                        <a:pt x="255650" y="353555"/>
                        <a:pt x="252930" y="342676"/>
                        <a:pt x="252930" y="331797"/>
                      </a:cubicBezTo>
                      <a:cubicBezTo>
                        <a:pt x="252930" y="301881"/>
                        <a:pt x="252930" y="274685"/>
                        <a:pt x="250210" y="244769"/>
                      </a:cubicBezTo>
                      <a:cubicBezTo>
                        <a:pt x="250210" y="231170"/>
                        <a:pt x="247491" y="217572"/>
                        <a:pt x="244771" y="203974"/>
                      </a:cubicBezTo>
                      <a:cubicBezTo>
                        <a:pt x="242051" y="187656"/>
                        <a:pt x="239332" y="174058"/>
                        <a:pt x="239332" y="157740"/>
                      </a:cubicBezTo>
                      <a:cubicBezTo>
                        <a:pt x="239332" y="152300"/>
                        <a:pt x="239332" y="133263"/>
                        <a:pt x="236612" y="119665"/>
                      </a:cubicBezTo>
                      <a:cubicBezTo>
                        <a:pt x="236612" y="106066"/>
                        <a:pt x="233892" y="97907"/>
                        <a:pt x="228453" y="97907"/>
                      </a:cubicBezTo>
                      <a:close/>
                      <a:moveTo>
                        <a:pt x="274687" y="0"/>
                      </a:moveTo>
                      <a:cubicBezTo>
                        <a:pt x="288285" y="0"/>
                        <a:pt x="293724" y="2720"/>
                        <a:pt x="304603" y="5439"/>
                      </a:cubicBezTo>
                      <a:cubicBezTo>
                        <a:pt x="315482" y="10879"/>
                        <a:pt x="315482" y="16318"/>
                        <a:pt x="320921" y="24477"/>
                      </a:cubicBezTo>
                      <a:cubicBezTo>
                        <a:pt x="326360" y="29916"/>
                        <a:pt x="331800" y="35356"/>
                        <a:pt x="334519" y="43515"/>
                      </a:cubicBezTo>
                      <a:cubicBezTo>
                        <a:pt x="337239" y="51674"/>
                        <a:pt x="337239" y="57113"/>
                        <a:pt x="339959" y="65272"/>
                      </a:cubicBezTo>
                      <a:cubicBezTo>
                        <a:pt x="345398" y="78870"/>
                        <a:pt x="342678" y="97908"/>
                        <a:pt x="348118" y="114226"/>
                      </a:cubicBezTo>
                      <a:cubicBezTo>
                        <a:pt x="350837" y="130544"/>
                        <a:pt x="358996" y="146863"/>
                        <a:pt x="361716" y="163180"/>
                      </a:cubicBezTo>
                      <a:cubicBezTo>
                        <a:pt x="364435" y="182218"/>
                        <a:pt x="364435" y="201256"/>
                        <a:pt x="369875" y="220293"/>
                      </a:cubicBezTo>
                      <a:cubicBezTo>
                        <a:pt x="375314" y="239331"/>
                        <a:pt x="378034" y="255649"/>
                        <a:pt x="378034" y="274686"/>
                      </a:cubicBezTo>
                      <a:cubicBezTo>
                        <a:pt x="378034" y="282845"/>
                        <a:pt x="380753" y="293724"/>
                        <a:pt x="383473" y="301883"/>
                      </a:cubicBezTo>
                      <a:cubicBezTo>
                        <a:pt x="386193" y="312762"/>
                        <a:pt x="388912" y="326360"/>
                        <a:pt x="391632" y="337238"/>
                      </a:cubicBezTo>
                      <a:cubicBezTo>
                        <a:pt x="391632" y="342678"/>
                        <a:pt x="394352" y="353556"/>
                        <a:pt x="397071" y="364435"/>
                      </a:cubicBezTo>
                      <a:cubicBezTo>
                        <a:pt x="399791" y="372594"/>
                        <a:pt x="402511" y="380753"/>
                        <a:pt x="405230" y="383473"/>
                      </a:cubicBezTo>
                      <a:cubicBezTo>
                        <a:pt x="407950" y="386192"/>
                        <a:pt x="413389" y="386192"/>
                        <a:pt x="416109" y="386192"/>
                      </a:cubicBezTo>
                      <a:cubicBezTo>
                        <a:pt x="418829" y="386192"/>
                        <a:pt x="424268" y="386192"/>
                        <a:pt x="426988" y="386192"/>
                      </a:cubicBezTo>
                      <a:cubicBezTo>
                        <a:pt x="437866" y="386192"/>
                        <a:pt x="448745" y="388912"/>
                        <a:pt x="454184" y="397071"/>
                      </a:cubicBezTo>
                      <a:cubicBezTo>
                        <a:pt x="456904" y="399790"/>
                        <a:pt x="456904" y="402510"/>
                        <a:pt x="456904" y="405230"/>
                      </a:cubicBezTo>
                      <a:cubicBezTo>
                        <a:pt x="456904" y="407949"/>
                        <a:pt x="454184" y="410669"/>
                        <a:pt x="451465" y="416108"/>
                      </a:cubicBezTo>
                      <a:cubicBezTo>
                        <a:pt x="446025" y="421548"/>
                        <a:pt x="440586" y="426987"/>
                        <a:pt x="432427" y="429707"/>
                      </a:cubicBezTo>
                      <a:cubicBezTo>
                        <a:pt x="429707" y="429707"/>
                        <a:pt x="426988" y="432426"/>
                        <a:pt x="421548" y="432426"/>
                      </a:cubicBezTo>
                      <a:cubicBezTo>
                        <a:pt x="418829" y="432426"/>
                        <a:pt x="416109" y="432426"/>
                        <a:pt x="413389" y="435146"/>
                      </a:cubicBezTo>
                      <a:cubicBezTo>
                        <a:pt x="413389" y="435146"/>
                        <a:pt x="413389" y="437866"/>
                        <a:pt x="413389" y="440585"/>
                      </a:cubicBezTo>
                      <a:cubicBezTo>
                        <a:pt x="413389" y="443305"/>
                        <a:pt x="413389" y="448744"/>
                        <a:pt x="416109" y="451464"/>
                      </a:cubicBezTo>
                      <a:cubicBezTo>
                        <a:pt x="416109" y="456903"/>
                        <a:pt x="418829" y="462343"/>
                        <a:pt x="418829" y="465062"/>
                      </a:cubicBezTo>
                      <a:lnTo>
                        <a:pt x="418829" y="475941"/>
                      </a:lnTo>
                      <a:cubicBezTo>
                        <a:pt x="418829" y="481380"/>
                        <a:pt x="418829" y="484100"/>
                        <a:pt x="418829" y="486820"/>
                      </a:cubicBezTo>
                      <a:cubicBezTo>
                        <a:pt x="421548" y="497698"/>
                        <a:pt x="424268" y="505857"/>
                        <a:pt x="426988" y="516736"/>
                      </a:cubicBezTo>
                      <a:cubicBezTo>
                        <a:pt x="426988" y="524895"/>
                        <a:pt x="429707" y="535773"/>
                        <a:pt x="432427" y="543932"/>
                      </a:cubicBezTo>
                      <a:cubicBezTo>
                        <a:pt x="435147" y="554811"/>
                        <a:pt x="437866" y="562970"/>
                        <a:pt x="437866" y="573848"/>
                      </a:cubicBezTo>
                      <a:cubicBezTo>
                        <a:pt x="437866" y="587447"/>
                        <a:pt x="440586" y="595606"/>
                        <a:pt x="443306" y="606484"/>
                      </a:cubicBezTo>
                      <a:cubicBezTo>
                        <a:pt x="443306" y="609204"/>
                        <a:pt x="446025" y="614643"/>
                        <a:pt x="446025" y="617363"/>
                      </a:cubicBezTo>
                      <a:cubicBezTo>
                        <a:pt x="454184" y="617363"/>
                        <a:pt x="462343" y="617363"/>
                        <a:pt x="470502" y="617363"/>
                      </a:cubicBezTo>
                      <a:cubicBezTo>
                        <a:pt x="478661" y="625522"/>
                        <a:pt x="492259" y="630961"/>
                        <a:pt x="494979" y="641840"/>
                      </a:cubicBezTo>
                      <a:cubicBezTo>
                        <a:pt x="494979" y="647279"/>
                        <a:pt x="489540" y="649999"/>
                        <a:pt x="486820" y="655438"/>
                      </a:cubicBezTo>
                      <a:cubicBezTo>
                        <a:pt x="484100" y="660877"/>
                        <a:pt x="475942" y="663597"/>
                        <a:pt x="470502" y="663597"/>
                      </a:cubicBezTo>
                      <a:cubicBezTo>
                        <a:pt x="459623" y="666317"/>
                        <a:pt x="454184" y="666317"/>
                        <a:pt x="446025" y="666317"/>
                      </a:cubicBezTo>
                      <a:cubicBezTo>
                        <a:pt x="440586" y="666317"/>
                        <a:pt x="432427" y="666317"/>
                        <a:pt x="424268" y="666317"/>
                      </a:cubicBezTo>
                      <a:cubicBezTo>
                        <a:pt x="421548" y="666317"/>
                        <a:pt x="418829" y="666317"/>
                        <a:pt x="416109" y="666317"/>
                      </a:cubicBezTo>
                      <a:cubicBezTo>
                        <a:pt x="410670" y="669036"/>
                        <a:pt x="407950" y="669036"/>
                        <a:pt x="402511" y="671756"/>
                      </a:cubicBezTo>
                      <a:cubicBezTo>
                        <a:pt x="397071" y="671756"/>
                        <a:pt x="391632" y="674476"/>
                        <a:pt x="386193" y="674476"/>
                      </a:cubicBezTo>
                      <a:cubicBezTo>
                        <a:pt x="375314" y="674476"/>
                        <a:pt x="361716" y="671756"/>
                        <a:pt x="350837" y="669036"/>
                      </a:cubicBezTo>
                      <a:cubicBezTo>
                        <a:pt x="342678" y="669036"/>
                        <a:pt x="334519" y="669036"/>
                        <a:pt x="329080" y="669036"/>
                      </a:cubicBezTo>
                      <a:cubicBezTo>
                        <a:pt x="307323" y="669036"/>
                        <a:pt x="288285" y="669036"/>
                        <a:pt x="280126" y="669036"/>
                      </a:cubicBezTo>
                      <a:cubicBezTo>
                        <a:pt x="271967" y="669036"/>
                        <a:pt x="261088" y="669036"/>
                        <a:pt x="255649" y="663597"/>
                      </a:cubicBezTo>
                      <a:cubicBezTo>
                        <a:pt x="250210" y="660877"/>
                        <a:pt x="239331" y="655438"/>
                        <a:pt x="239331" y="647279"/>
                      </a:cubicBezTo>
                      <a:cubicBezTo>
                        <a:pt x="239331" y="636401"/>
                        <a:pt x="255649" y="633681"/>
                        <a:pt x="263808" y="630961"/>
                      </a:cubicBezTo>
                      <a:cubicBezTo>
                        <a:pt x="269247" y="630961"/>
                        <a:pt x="277406" y="630961"/>
                        <a:pt x="291005" y="628241"/>
                      </a:cubicBezTo>
                      <a:cubicBezTo>
                        <a:pt x="291005" y="620082"/>
                        <a:pt x="291005" y="614643"/>
                        <a:pt x="288285" y="609204"/>
                      </a:cubicBezTo>
                      <a:cubicBezTo>
                        <a:pt x="288285" y="601045"/>
                        <a:pt x="285565" y="590166"/>
                        <a:pt x="285565" y="582007"/>
                      </a:cubicBezTo>
                      <a:cubicBezTo>
                        <a:pt x="285565" y="576568"/>
                        <a:pt x="282846" y="573848"/>
                        <a:pt x="282846" y="568409"/>
                      </a:cubicBezTo>
                      <a:cubicBezTo>
                        <a:pt x="282846" y="562970"/>
                        <a:pt x="285565" y="557531"/>
                        <a:pt x="285565" y="554811"/>
                      </a:cubicBezTo>
                      <a:cubicBezTo>
                        <a:pt x="285565" y="549371"/>
                        <a:pt x="282846" y="546652"/>
                        <a:pt x="280126" y="538493"/>
                      </a:cubicBezTo>
                      <a:cubicBezTo>
                        <a:pt x="280126" y="527614"/>
                        <a:pt x="274687" y="516736"/>
                        <a:pt x="274687" y="505857"/>
                      </a:cubicBezTo>
                      <a:cubicBezTo>
                        <a:pt x="274687" y="494978"/>
                        <a:pt x="274687" y="486820"/>
                        <a:pt x="271967" y="478660"/>
                      </a:cubicBezTo>
                      <a:cubicBezTo>
                        <a:pt x="269247" y="467782"/>
                        <a:pt x="269247" y="456903"/>
                        <a:pt x="269247" y="446025"/>
                      </a:cubicBezTo>
                      <a:cubicBezTo>
                        <a:pt x="269247" y="440585"/>
                        <a:pt x="266528" y="437866"/>
                        <a:pt x="263808" y="437866"/>
                      </a:cubicBezTo>
                      <a:cubicBezTo>
                        <a:pt x="261088" y="437866"/>
                        <a:pt x="258369" y="437866"/>
                        <a:pt x="252929" y="437866"/>
                      </a:cubicBezTo>
                      <a:cubicBezTo>
                        <a:pt x="242051" y="437866"/>
                        <a:pt x="231172" y="437866"/>
                        <a:pt x="223013" y="440585"/>
                      </a:cubicBezTo>
                      <a:cubicBezTo>
                        <a:pt x="212135" y="440585"/>
                        <a:pt x="203976" y="443305"/>
                        <a:pt x="193097" y="443305"/>
                      </a:cubicBezTo>
                      <a:cubicBezTo>
                        <a:pt x="184938" y="443305"/>
                        <a:pt x="176779" y="443305"/>
                        <a:pt x="168620" y="443305"/>
                      </a:cubicBezTo>
                      <a:cubicBezTo>
                        <a:pt x="165900" y="443305"/>
                        <a:pt x="155021" y="440585"/>
                        <a:pt x="146862" y="440585"/>
                      </a:cubicBezTo>
                      <a:cubicBezTo>
                        <a:pt x="138703" y="440585"/>
                        <a:pt x="138703" y="448744"/>
                        <a:pt x="138703" y="454184"/>
                      </a:cubicBezTo>
                      <a:cubicBezTo>
                        <a:pt x="138703" y="465062"/>
                        <a:pt x="135983" y="475941"/>
                        <a:pt x="133263" y="486820"/>
                      </a:cubicBezTo>
                      <a:cubicBezTo>
                        <a:pt x="130544" y="505857"/>
                        <a:pt x="125105" y="522175"/>
                        <a:pt x="122385" y="541213"/>
                      </a:cubicBezTo>
                      <a:cubicBezTo>
                        <a:pt x="119665" y="560250"/>
                        <a:pt x="111506" y="595606"/>
                        <a:pt x="106067" y="614643"/>
                      </a:cubicBezTo>
                      <a:cubicBezTo>
                        <a:pt x="114226" y="614643"/>
                        <a:pt x="125105" y="614643"/>
                        <a:pt x="135983" y="614643"/>
                      </a:cubicBezTo>
                      <a:cubicBezTo>
                        <a:pt x="149581" y="614643"/>
                        <a:pt x="171340" y="614643"/>
                        <a:pt x="171340" y="630961"/>
                      </a:cubicBezTo>
                      <a:cubicBezTo>
                        <a:pt x="171340" y="639120"/>
                        <a:pt x="168620" y="639120"/>
                        <a:pt x="165900" y="647279"/>
                      </a:cubicBezTo>
                      <a:cubicBezTo>
                        <a:pt x="163181" y="652718"/>
                        <a:pt x="155021" y="655438"/>
                        <a:pt x="149581" y="655438"/>
                      </a:cubicBezTo>
                      <a:cubicBezTo>
                        <a:pt x="141423" y="658158"/>
                        <a:pt x="135983" y="658158"/>
                        <a:pt x="127824" y="658158"/>
                      </a:cubicBezTo>
                      <a:cubicBezTo>
                        <a:pt x="122385" y="658158"/>
                        <a:pt x="116946" y="658158"/>
                        <a:pt x="106067" y="658158"/>
                      </a:cubicBezTo>
                      <a:cubicBezTo>
                        <a:pt x="92469" y="658158"/>
                        <a:pt x="78870" y="658158"/>
                        <a:pt x="62552" y="658158"/>
                      </a:cubicBezTo>
                      <a:cubicBezTo>
                        <a:pt x="54393" y="658158"/>
                        <a:pt x="46234" y="658158"/>
                        <a:pt x="40795" y="658158"/>
                      </a:cubicBezTo>
                      <a:cubicBezTo>
                        <a:pt x="32636" y="658158"/>
                        <a:pt x="21758" y="658158"/>
                        <a:pt x="16318" y="652718"/>
                      </a:cubicBezTo>
                      <a:cubicBezTo>
                        <a:pt x="8159" y="649999"/>
                        <a:pt x="0" y="641840"/>
                        <a:pt x="0" y="636401"/>
                      </a:cubicBezTo>
                      <a:cubicBezTo>
                        <a:pt x="0" y="633681"/>
                        <a:pt x="0" y="630961"/>
                        <a:pt x="2720" y="628241"/>
                      </a:cubicBezTo>
                      <a:cubicBezTo>
                        <a:pt x="8159" y="625522"/>
                        <a:pt x="16318" y="622802"/>
                        <a:pt x="24477" y="620082"/>
                      </a:cubicBezTo>
                      <a:cubicBezTo>
                        <a:pt x="38075" y="617363"/>
                        <a:pt x="48954" y="617363"/>
                        <a:pt x="62552" y="617363"/>
                      </a:cubicBezTo>
                      <a:cubicBezTo>
                        <a:pt x="62552" y="617363"/>
                        <a:pt x="62552" y="614643"/>
                        <a:pt x="62552" y="614643"/>
                      </a:cubicBezTo>
                      <a:cubicBezTo>
                        <a:pt x="62552" y="603765"/>
                        <a:pt x="65272" y="590166"/>
                        <a:pt x="65272" y="587447"/>
                      </a:cubicBezTo>
                      <a:cubicBezTo>
                        <a:pt x="67992" y="565689"/>
                        <a:pt x="73431" y="543932"/>
                        <a:pt x="76151" y="522175"/>
                      </a:cubicBezTo>
                      <a:cubicBezTo>
                        <a:pt x="78870" y="505857"/>
                        <a:pt x="81590" y="486820"/>
                        <a:pt x="87029" y="470501"/>
                      </a:cubicBezTo>
                      <a:cubicBezTo>
                        <a:pt x="87029" y="465062"/>
                        <a:pt x="92469" y="451464"/>
                        <a:pt x="92469" y="446025"/>
                      </a:cubicBezTo>
                      <a:cubicBezTo>
                        <a:pt x="92469" y="437866"/>
                        <a:pt x="73431" y="437866"/>
                        <a:pt x="65272" y="432426"/>
                      </a:cubicBezTo>
                      <a:cubicBezTo>
                        <a:pt x="59833" y="429707"/>
                        <a:pt x="54393" y="426987"/>
                        <a:pt x="54393" y="421548"/>
                      </a:cubicBezTo>
                      <a:cubicBezTo>
                        <a:pt x="54393" y="413389"/>
                        <a:pt x="62552" y="410669"/>
                        <a:pt x="73431" y="407949"/>
                      </a:cubicBezTo>
                      <a:cubicBezTo>
                        <a:pt x="78870" y="407949"/>
                        <a:pt x="92469" y="405230"/>
                        <a:pt x="100628" y="399790"/>
                      </a:cubicBezTo>
                      <a:cubicBezTo>
                        <a:pt x="106067" y="394351"/>
                        <a:pt x="106067" y="378033"/>
                        <a:pt x="108787" y="369874"/>
                      </a:cubicBezTo>
                      <a:cubicBezTo>
                        <a:pt x="114226" y="348117"/>
                        <a:pt x="119665" y="326360"/>
                        <a:pt x="125105" y="307322"/>
                      </a:cubicBezTo>
                      <a:cubicBezTo>
                        <a:pt x="130544" y="285565"/>
                        <a:pt x="135983" y="263808"/>
                        <a:pt x="141423" y="242051"/>
                      </a:cubicBezTo>
                      <a:cubicBezTo>
                        <a:pt x="146862" y="220293"/>
                        <a:pt x="152301" y="198536"/>
                        <a:pt x="155021" y="179498"/>
                      </a:cubicBezTo>
                      <a:cubicBezTo>
                        <a:pt x="157740" y="160461"/>
                        <a:pt x="163181" y="138703"/>
                        <a:pt x="168620" y="119665"/>
                      </a:cubicBezTo>
                      <a:cubicBezTo>
                        <a:pt x="176779" y="100627"/>
                        <a:pt x="182218" y="76150"/>
                        <a:pt x="193097" y="57113"/>
                      </a:cubicBezTo>
                      <a:lnTo>
                        <a:pt x="201256" y="38075"/>
                      </a:lnTo>
                      <a:cubicBezTo>
                        <a:pt x="206695" y="29916"/>
                        <a:pt x="209415" y="19038"/>
                        <a:pt x="217574" y="13598"/>
                      </a:cubicBezTo>
                      <a:cubicBezTo>
                        <a:pt x="231172" y="2720"/>
                        <a:pt x="255649" y="0"/>
                        <a:pt x="274687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45" name="Freeform: Shape 39">
                  <a:extLst>
                    <a:ext uri="{FF2B5EF4-FFF2-40B4-BE49-F238E27FC236}">
                      <a16:creationId xmlns:a16="http://schemas.microsoft.com/office/drawing/2014/main" id="{58B73DCE-EA65-42C3-1A9F-DF0EB97485B6}"/>
                    </a:ext>
                  </a:extLst>
                </p:cNvPr>
                <p:cNvSpPr/>
                <p:nvPr/>
              </p:nvSpPr>
              <p:spPr>
                <a:xfrm>
                  <a:off x="3443268" y="4186718"/>
                  <a:ext cx="435145" cy="761503"/>
                </a:xfrm>
                <a:custGeom>
                  <a:avLst/>
                  <a:gdLst>
                    <a:gd name="connsiteX0" fmla="*/ 400855 w 435145"/>
                    <a:gd name="connsiteY0" fmla="*/ 678260 h 761503"/>
                    <a:gd name="connsiteX1" fmla="*/ 384537 w 435145"/>
                    <a:gd name="connsiteY1" fmla="*/ 719054 h 761503"/>
                    <a:gd name="connsiteX2" fmla="*/ 368219 w 435145"/>
                    <a:gd name="connsiteY2" fmla="*/ 713615 h 761503"/>
                    <a:gd name="connsiteX3" fmla="*/ 360060 w 435145"/>
                    <a:gd name="connsiteY3" fmla="*/ 697297 h 761503"/>
                    <a:gd name="connsiteX4" fmla="*/ 360060 w 435145"/>
                    <a:gd name="connsiteY4" fmla="*/ 651063 h 761503"/>
                    <a:gd name="connsiteX5" fmla="*/ 332864 w 435145"/>
                    <a:gd name="connsiteY5" fmla="*/ 686418 h 761503"/>
                    <a:gd name="connsiteX6" fmla="*/ 251274 w 435145"/>
                    <a:gd name="connsiteY6" fmla="*/ 721774 h 761503"/>
                    <a:gd name="connsiteX7" fmla="*/ 229517 w 435145"/>
                    <a:gd name="connsiteY7" fmla="*/ 719054 h 761503"/>
                    <a:gd name="connsiteX8" fmla="*/ 158806 w 435145"/>
                    <a:gd name="connsiteY8" fmla="*/ 694578 h 761503"/>
                    <a:gd name="connsiteX9" fmla="*/ 112571 w 435145"/>
                    <a:gd name="connsiteY9" fmla="*/ 659222 h 761503"/>
                    <a:gd name="connsiteX10" fmla="*/ 79936 w 435145"/>
                    <a:gd name="connsiteY10" fmla="*/ 607548 h 761503"/>
                    <a:gd name="connsiteX11" fmla="*/ 63618 w 435145"/>
                    <a:gd name="connsiteY11" fmla="*/ 542277 h 761503"/>
                    <a:gd name="connsiteX12" fmla="*/ 58178 w 435145"/>
                    <a:gd name="connsiteY12" fmla="*/ 471566 h 761503"/>
                    <a:gd name="connsiteX13" fmla="*/ 60898 w 435145"/>
                    <a:gd name="connsiteY13" fmla="*/ 400855 h 761503"/>
                    <a:gd name="connsiteX14" fmla="*/ 66337 w 435145"/>
                    <a:gd name="connsiteY14" fmla="*/ 335583 h 761503"/>
                    <a:gd name="connsiteX15" fmla="*/ 85375 w 435145"/>
                    <a:gd name="connsiteY15" fmla="*/ 267592 h 761503"/>
                    <a:gd name="connsiteX16" fmla="*/ 109852 w 435145"/>
                    <a:gd name="connsiteY16" fmla="*/ 199600 h 761503"/>
                    <a:gd name="connsiteX17" fmla="*/ 145207 w 435145"/>
                    <a:gd name="connsiteY17" fmla="*/ 145207 h 761503"/>
                    <a:gd name="connsiteX18" fmla="*/ 188722 w 435145"/>
                    <a:gd name="connsiteY18" fmla="*/ 96253 h 761503"/>
                    <a:gd name="connsiteX19" fmla="*/ 243115 w 435145"/>
                    <a:gd name="connsiteY19" fmla="*/ 71776 h 761503"/>
                    <a:gd name="connsiteX20" fmla="*/ 286630 w 435145"/>
                    <a:gd name="connsiteY20" fmla="*/ 63617 h 761503"/>
                    <a:gd name="connsiteX21" fmla="*/ 305667 w 435145"/>
                    <a:gd name="connsiteY21" fmla="*/ 66337 h 761503"/>
                    <a:gd name="connsiteX22" fmla="*/ 324705 w 435145"/>
                    <a:gd name="connsiteY22" fmla="*/ 79936 h 761503"/>
                    <a:gd name="connsiteX23" fmla="*/ 341023 w 435145"/>
                    <a:gd name="connsiteY23" fmla="*/ 101693 h 761503"/>
                    <a:gd name="connsiteX24" fmla="*/ 354621 w 435145"/>
                    <a:gd name="connsiteY24" fmla="*/ 123450 h 761503"/>
                    <a:gd name="connsiteX25" fmla="*/ 354621 w 435145"/>
                    <a:gd name="connsiteY25" fmla="*/ 98973 h 761503"/>
                    <a:gd name="connsiteX26" fmla="*/ 360060 w 435145"/>
                    <a:gd name="connsiteY26" fmla="*/ 74496 h 761503"/>
                    <a:gd name="connsiteX27" fmla="*/ 365500 w 435145"/>
                    <a:gd name="connsiteY27" fmla="*/ 63617 h 761503"/>
                    <a:gd name="connsiteX28" fmla="*/ 373659 w 435145"/>
                    <a:gd name="connsiteY28" fmla="*/ 58178 h 761503"/>
                    <a:gd name="connsiteX29" fmla="*/ 381818 w 435145"/>
                    <a:gd name="connsiteY29" fmla="*/ 63617 h 761503"/>
                    <a:gd name="connsiteX30" fmla="*/ 389977 w 435145"/>
                    <a:gd name="connsiteY30" fmla="*/ 82655 h 761503"/>
                    <a:gd name="connsiteX31" fmla="*/ 392696 w 435145"/>
                    <a:gd name="connsiteY31" fmla="*/ 126170 h 761503"/>
                    <a:gd name="connsiteX32" fmla="*/ 395416 w 435145"/>
                    <a:gd name="connsiteY32" fmla="*/ 186002 h 761503"/>
                    <a:gd name="connsiteX33" fmla="*/ 398136 w 435145"/>
                    <a:gd name="connsiteY33" fmla="*/ 237675 h 761503"/>
                    <a:gd name="connsiteX34" fmla="*/ 398136 w 435145"/>
                    <a:gd name="connsiteY34" fmla="*/ 243115 h 761503"/>
                    <a:gd name="connsiteX35" fmla="*/ 395416 w 435145"/>
                    <a:gd name="connsiteY35" fmla="*/ 256713 h 761503"/>
                    <a:gd name="connsiteX36" fmla="*/ 379098 w 435145"/>
                    <a:gd name="connsiteY36" fmla="*/ 278470 h 761503"/>
                    <a:gd name="connsiteX37" fmla="*/ 362780 w 435145"/>
                    <a:gd name="connsiteY37" fmla="*/ 273031 h 761503"/>
                    <a:gd name="connsiteX38" fmla="*/ 354621 w 435145"/>
                    <a:gd name="connsiteY38" fmla="*/ 256713 h 761503"/>
                    <a:gd name="connsiteX39" fmla="*/ 354621 w 435145"/>
                    <a:gd name="connsiteY39" fmla="*/ 213198 h 761503"/>
                    <a:gd name="connsiteX40" fmla="*/ 354621 w 435145"/>
                    <a:gd name="connsiteY40" fmla="*/ 205040 h 761503"/>
                    <a:gd name="connsiteX41" fmla="*/ 338303 w 435145"/>
                    <a:gd name="connsiteY41" fmla="*/ 147927 h 761503"/>
                    <a:gd name="connsiteX42" fmla="*/ 292069 w 435145"/>
                    <a:gd name="connsiteY42" fmla="*/ 107132 h 761503"/>
                    <a:gd name="connsiteX43" fmla="*/ 262153 w 435145"/>
                    <a:gd name="connsiteY43" fmla="*/ 120730 h 761503"/>
                    <a:gd name="connsiteX44" fmla="*/ 251274 w 435145"/>
                    <a:gd name="connsiteY44" fmla="*/ 131609 h 761503"/>
                    <a:gd name="connsiteX45" fmla="*/ 240395 w 435145"/>
                    <a:gd name="connsiteY45" fmla="*/ 139768 h 761503"/>
                    <a:gd name="connsiteX46" fmla="*/ 237676 w 435145"/>
                    <a:gd name="connsiteY46" fmla="*/ 164245 h 761503"/>
                    <a:gd name="connsiteX47" fmla="*/ 226797 w 435145"/>
                    <a:gd name="connsiteY47" fmla="*/ 196881 h 761503"/>
                    <a:gd name="connsiteX48" fmla="*/ 213199 w 435145"/>
                    <a:gd name="connsiteY48" fmla="*/ 259433 h 761503"/>
                    <a:gd name="connsiteX49" fmla="*/ 207759 w 435145"/>
                    <a:gd name="connsiteY49" fmla="*/ 324704 h 761503"/>
                    <a:gd name="connsiteX50" fmla="*/ 207759 w 435145"/>
                    <a:gd name="connsiteY50" fmla="*/ 335583 h 761503"/>
                    <a:gd name="connsiteX51" fmla="*/ 205040 w 435145"/>
                    <a:gd name="connsiteY51" fmla="*/ 349181 h 761503"/>
                    <a:gd name="connsiteX52" fmla="*/ 207759 w 435145"/>
                    <a:gd name="connsiteY52" fmla="*/ 368219 h 761503"/>
                    <a:gd name="connsiteX53" fmla="*/ 207759 w 435145"/>
                    <a:gd name="connsiteY53" fmla="*/ 376378 h 761503"/>
                    <a:gd name="connsiteX54" fmla="*/ 205040 w 435145"/>
                    <a:gd name="connsiteY54" fmla="*/ 387256 h 761503"/>
                    <a:gd name="connsiteX55" fmla="*/ 205040 w 435145"/>
                    <a:gd name="connsiteY55" fmla="*/ 395415 h 761503"/>
                    <a:gd name="connsiteX56" fmla="*/ 205040 w 435145"/>
                    <a:gd name="connsiteY56" fmla="*/ 406294 h 761503"/>
                    <a:gd name="connsiteX57" fmla="*/ 205040 w 435145"/>
                    <a:gd name="connsiteY57" fmla="*/ 425332 h 761503"/>
                    <a:gd name="connsiteX58" fmla="*/ 213199 w 435145"/>
                    <a:gd name="connsiteY58" fmla="*/ 493323 h 761503"/>
                    <a:gd name="connsiteX59" fmla="*/ 221358 w 435145"/>
                    <a:gd name="connsiteY59" fmla="*/ 561314 h 761503"/>
                    <a:gd name="connsiteX60" fmla="*/ 226797 w 435145"/>
                    <a:gd name="connsiteY60" fmla="*/ 591231 h 761503"/>
                    <a:gd name="connsiteX61" fmla="*/ 240395 w 435145"/>
                    <a:gd name="connsiteY61" fmla="*/ 618427 h 761503"/>
                    <a:gd name="connsiteX62" fmla="*/ 283910 w 435145"/>
                    <a:gd name="connsiteY62" fmla="*/ 651063 h 761503"/>
                    <a:gd name="connsiteX63" fmla="*/ 338303 w 435145"/>
                    <a:gd name="connsiteY63" fmla="*/ 612988 h 761503"/>
                    <a:gd name="connsiteX64" fmla="*/ 354621 w 435145"/>
                    <a:gd name="connsiteY64" fmla="*/ 577632 h 761503"/>
                    <a:gd name="connsiteX65" fmla="*/ 357341 w 435145"/>
                    <a:gd name="connsiteY65" fmla="*/ 509641 h 761503"/>
                    <a:gd name="connsiteX66" fmla="*/ 362780 w 435145"/>
                    <a:gd name="connsiteY66" fmla="*/ 485164 h 761503"/>
                    <a:gd name="connsiteX67" fmla="*/ 368219 w 435145"/>
                    <a:gd name="connsiteY67" fmla="*/ 474286 h 761503"/>
                    <a:gd name="connsiteX68" fmla="*/ 376378 w 435145"/>
                    <a:gd name="connsiteY68" fmla="*/ 468846 h 761503"/>
                    <a:gd name="connsiteX69" fmla="*/ 384537 w 435145"/>
                    <a:gd name="connsiteY69" fmla="*/ 474286 h 761503"/>
                    <a:gd name="connsiteX70" fmla="*/ 392696 w 435145"/>
                    <a:gd name="connsiteY70" fmla="*/ 493323 h 761503"/>
                    <a:gd name="connsiteX71" fmla="*/ 395416 w 435145"/>
                    <a:gd name="connsiteY71" fmla="*/ 558595 h 761503"/>
                    <a:gd name="connsiteX72" fmla="*/ 398136 w 435145"/>
                    <a:gd name="connsiteY72" fmla="*/ 618427 h 761503"/>
                    <a:gd name="connsiteX73" fmla="*/ 400855 w 435145"/>
                    <a:gd name="connsiteY73" fmla="*/ 678260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</a:cxnLst>
                  <a:rect l="l" t="t" r="r" b="b"/>
                  <a:pathLst>
                    <a:path w="435145" h="761503">
                      <a:moveTo>
                        <a:pt x="400855" y="678260"/>
                      </a:moveTo>
                      <a:cubicBezTo>
                        <a:pt x="400855" y="689138"/>
                        <a:pt x="400855" y="719054"/>
                        <a:pt x="384537" y="719054"/>
                      </a:cubicBezTo>
                      <a:cubicBezTo>
                        <a:pt x="376378" y="719054"/>
                        <a:pt x="373659" y="716335"/>
                        <a:pt x="368219" y="713615"/>
                      </a:cubicBezTo>
                      <a:cubicBezTo>
                        <a:pt x="362780" y="710895"/>
                        <a:pt x="360060" y="702736"/>
                        <a:pt x="360060" y="697297"/>
                      </a:cubicBezTo>
                      <a:cubicBezTo>
                        <a:pt x="357341" y="680979"/>
                        <a:pt x="357341" y="664661"/>
                        <a:pt x="360060" y="651063"/>
                      </a:cubicBezTo>
                      <a:cubicBezTo>
                        <a:pt x="354621" y="659222"/>
                        <a:pt x="341023" y="678260"/>
                        <a:pt x="332864" y="686418"/>
                      </a:cubicBezTo>
                      <a:cubicBezTo>
                        <a:pt x="311107" y="708176"/>
                        <a:pt x="283910" y="721774"/>
                        <a:pt x="251274" y="721774"/>
                      </a:cubicBezTo>
                      <a:cubicBezTo>
                        <a:pt x="243115" y="721774"/>
                        <a:pt x="237676" y="721774"/>
                        <a:pt x="229517" y="719054"/>
                      </a:cubicBezTo>
                      <a:cubicBezTo>
                        <a:pt x="207759" y="716335"/>
                        <a:pt x="183283" y="708176"/>
                        <a:pt x="158806" y="694578"/>
                      </a:cubicBezTo>
                      <a:cubicBezTo>
                        <a:pt x="142488" y="686418"/>
                        <a:pt x="126170" y="672820"/>
                        <a:pt x="112571" y="659222"/>
                      </a:cubicBezTo>
                      <a:cubicBezTo>
                        <a:pt x="98973" y="642904"/>
                        <a:pt x="88095" y="626586"/>
                        <a:pt x="79936" y="607548"/>
                      </a:cubicBezTo>
                      <a:cubicBezTo>
                        <a:pt x="71777" y="585791"/>
                        <a:pt x="66337" y="566754"/>
                        <a:pt x="63618" y="542277"/>
                      </a:cubicBezTo>
                      <a:cubicBezTo>
                        <a:pt x="60898" y="517800"/>
                        <a:pt x="58178" y="493323"/>
                        <a:pt x="58178" y="471566"/>
                      </a:cubicBezTo>
                      <a:cubicBezTo>
                        <a:pt x="58178" y="447089"/>
                        <a:pt x="58178" y="425332"/>
                        <a:pt x="60898" y="400855"/>
                      </a:cubicBezTo>
                      <a:cubicBezTo>
                        <a:pt x="63618" y="379098"/>
                        <a:pt x="60898" y="357340"/>
                        <a:pt x="66337" y="335583"/>
                      </a:cubicBezTo>
                      <a:cubicBezTo>
                        <a:pt x="69057" y="313826"/>
                        <a:pt x="77216" y="289349"/>
                        <a:pt x="85375" y="267592"/>
                      </a:cubicBezTo>
                      <a:cubicBezTo>
                        <a:pt x="93534" y="243115"/>
                        <a:pt x="98973" y="221357"/>
                        <a:pt x="109852" y="199600"/>
                      </a:cubicBezTo>
                      <a:cubicBezTo>
                        <a:pt x="118011" y="177843"/>
                        <a:pt x="131609" y="161525"/>
                        <a:pt x="145207" y="145207"/>
                      </a:cubicBezTo>
                      <a:cubicBezTo>
                        <a:pt x="158806" y="128889"/>
                        <a:pt x="172404" y="109852"/>
                        <a:pt x="188722" y="96253"/>
                      </a:cubicBezTo>
                      <a:cubicBezTo>
                        <a:pt x="205040" y="82655"/>
                        <a:pt x="224077" y="77216"/>
                        <a:pt x="243115" y="71776"/>
                      </a:cubicBezTo>
                      <a:cubicBezTo>
                        <a:pt x="256713" y="69057"/>
                        <a:pt x="273031" y="63617"/>
                        <a:pt x="286630" y="63617"/>
                      </a:cubicBezTo>
                      <a:cubicBezTo>
                        <a:pt x="292069" y="63617"/>
                        <a:pt x="297508" y="63617"/>
                        <a:pt x="305667" y="66337"/>
                      </a:cubicBezTo>
                      <a:cubicBezTo>
                        <a:pt x="313826" y="69057"/>
                        <a:pt x="319266" y="74496"/>
                        <a:pt x="324705" y="79936"/>
                      </a:cubicBezTo>
                      <a:cubicBezTo>
                        <a:pt x="332864" y="85375"/>
                        <a:pt x="332864" y="93534"/>
                        <a:pt x="341023" y="101693"/>
                      </a:cubicBezTo>
                      <a:cubicBezTo>
                        <a:pt x="346462" y="107132"/>
                        <a:pt x="349182" y="118011"/>
                        <a:pt x="354621" y="123450"/>
                      </a:cubicBezTo>
                      <a:cubicBezTo>
                        <a:pt x="354621" y="115291"/>
                        <a:pt x="354621" y="101693"/>
                        <a:pt x="354621" y="98973"/>
                      </a:cubicBezTo>
                      <a:cubicBezTo>
                        <a:pt x="354621" y="90814"/>
                        <a:pt x="354621" y="79936"/>
                        <a:pt x="360060" y="74496"/>
                      </a:cubicBezTo>
                      <a:cubicBezTo>
                        <a:pt x="362780" y="71776"/>
                        <a:pt x="362780" y="69057"/>
                        <a:pt x="365500" y="63617"/>
                      </a:cubicBezTo>
                      <a:cubicBezTo>
                        <a:pt x="368219" y="60898"/>
                        <a:pt x="370939" y="58178"/>
                        <a:pt x="373659" y="58178"/>
                      </a:cubicBezTo>
                      <a:cubicBezTo>
                        <a:pt x="376378" y="58178"/>
                        <a:pt x="379098" y="60898"/>
                        <a:pt x="381818" y="63617"/>
                      </a:cubicBezTo>
                      <a:cubicBezTo>
                        <a:pt x="384537" y="69057"/>
                        <a:pt x="387257" y="77216"/>
                        <a:pt x="389977" y="82655"/>
                      </a:cubicBezTo>
                      <a:cubicBezTo>
                        <a:pt x="389977" y="90814"/>
                        <a:pt x="392696" y="107132"/>
                        <a:pt x="392696" y="126170"/>
                      </a:cubicBezTo>
                      <a:cubicBezTo>
                        <a:pt x="392696" y="150647"/>
                        <a:pt x="392696" y="177843"/>
                        <a:pt x="395416" y="186002"/>
                      </a:cubicBezTo>
                      <a:cubicBezTo>
                        <a:pt x="398136" y="205040"/>
                        <a:pt x="398136" y="215918"/>
                        <a:pt x="398136" y="237675"/>
                      </a:cubicBezTo>
                      <a:cubicBezTo>
                        <a:pt x="398136" y="240395"/>
                        <a:pt x="398136" y="243115"/>
                        <a:pt x="398136" y="243115"/>
                      </a:cubicBezTo>
                      <a:cubicBezTo>
                        <a:pt x="398136" y="248554"/>
                        <a:pt x="398136" y="251274"/>
                        <a:pt x="395416" y="256713"/>
                      </a:cubicBezTo>
                      <a:cubicBezTo>
                        <a:pt x="392696" y="267592"/>
                        <a:pt x="389977" y="278470"/>
                        <a:pt x="379098" y="278470"/>
                      </a:cubicBezTo>
                      <a:cubicBezTo>
                        <a:pt x="370939" y="278470"/>
                        <a:pt x="368219" y="275751"/>
                        <a:pt x="362780" y="273031"/>
                      </a:cubicBezTo>
                      <a:cubicBezTo>
                        <a:pt x="357341" y="270311"/>
                        <a:pt x="354621" y="262152"/>
                        <a:pt x="354621" y="256713"/>
                      </a:cubicBezTo>
                      <a:cubicBezTo>
                        <a:pt x="349182" y="237675"/>
                        <a:pt x="354621" y="232236"/>
                        <a:pt x="354621" y="213198"/>
                      </a:cubicBezTo>
                      <a:cubicBezTo>
                        <a:pt x="354621" y="210479"/>
                        <a:pt x="354621" y="207759"/>
                        <a:pt x="354621" y="205040"/>
                      </a:cubicBezTo>
                      <a:cubicBezTo>
                        <a:pt x="349182" y="186002"/>
                        <a:pt x="343742" y="169684"/>
                        <a:pt x="338303" y="147927"/>
                      </a:cubicBezTo>
                      <a:cubicBezTo>
                        <a:pt x="332864" y="131609"/>
                        <a:pt x="311107" y="107132"/>
                        <a:pt x="292069" y="107132"/>
                      </a:cubicBezTo>
                      <a:cubicBezTo>
                        <a:pt x="281190" y="107132"/>
                        <a:pt x="270312" y="115291"/>
                        <a:pt x="262153" y="120730"/>
                      </a:cubicBezTo>
                      <a:cubicBezTo>
                        <a:pt x="259433" y="123450"/>
                        <a:pt x="256713" y="126170"/>
                        <a:pt x="251274" y="131609"/>
                      </a:cubicBezTo>
                      <a:cubicBezTo>
                        <a:pt x="248554" y="134329"/>
                        <a:pt x="243115" y="137048"/>
                        <a:pt x="240395" y="139768"/>
                      </a:cubicBezTo>
                      <a:cubicBezTo>
                        <a:pt x="237676" y="145207"/>
                        <a:pt x="240395" y="156086"/>
                        <a:pt x="237676" y="164245"/>
                      </a:cubicBezTo>
                      <a:cubicBezTo>
                        <a:pt x="232236" y="175123"/>
                        <a:pt x="229517" y="186002"/>
                        <a:pt x="226797" y="196881"/>
                      </a:cubicBezTo>
                      <a:cubicBezTo>
                        <a:pt x="221358" y="218638"/>
                        <a:pt x="218638" y="237675"/>
                        <a:pt x="213199" y="259433"/>
                      </a:cubicBezTo>
                      <a:cubicBezTo>
                        <a:pt x="210479" y="281190"/>
                        <a:pt x="207759" y="302947"/>
                        <a:pt x="207759" y="324704"/>
                      </a:cubicBezTo>
                      <a:cubicBezTo>
                        <a:pt x="207759" y="327424"/>
                        <a:pt x="207759" y="332863"/>
                        <a:pt x="207759" y="335583"/>
                      </a:cubicBezTo>
                      <a:cubicBezTo>
                        <a:pt x="207759" y="341022"/>
                        <a:pt x="205040" y="343742"/>
                        <a:pt x="205040" y="349181"/>
                      </a:cubicBezTo>
                      <a:cubicBezTo>
                        <a:pt x="205040" y="354621"/>
                        <a:pt x="207759" y="362779"/>
                        <a:pt x="207759" y="368219"/>
                      </a:cubicBezTo>
                      <a:cubicBezTo>
                        <a:pt x="207759" y="370939"/>
                        <a:pt x="207759" y="373658"/>
                        <a:pt x="207759" y="376378"/>
                      </a:cubicBezTo>
                      <a:cubicBezTo>
                        <a:pt x="205040" y="381817"/>
                        <a:pt x="205040" y="384537"/>
                        <a:pt x="205040" y="387256"/>
                      </a:cubicBezTo>
                      <a:cubicBezTo>
                        <a:pt x="205040" y="389976"/>
                        <a:pt x="205040" y="392696"/>
                        <a:pt x="205040" y="395415"/>
                      </a:cubicBezTo>
                      <a:cubicBezTo>
                        <a:pt x="205040" y="398135"/>
                        <a:pt x="205040" y="403574"/>
                        <a:pt x="205040" y="406294"/>
                      </a:cubicBezTo>
                      <a:cubicBezTo>
                        <a:pt x="205040" y="411733"/>
                        <a:pt x="205040" y="417173"/>
                        <a:pt x="205040" y="425332"/>
                      </a:cubicBezTo>
                      <a:cubicBezTo>
                        <a:pt x="205040" y="449809"/>
                        <a:pt x="213199" y="471566"/>
                        <a:pt x="213199" y="493323"/>
                      </a:cubicBezTo>
                      <a:cubicBezTo>
                        <a:pt x="213199" y="517800"/>
                        <a:pt x="215919" y="539557"/>
                        <a:pt x="221358" y="561314"/>
                      </a:cubicBezTo>
                      <a:cubicBezTo>
                        <a:pt x="224077" y="572193"/>
                        <a:pt x="224077" y="580352"/>
                        <a:pt x="226797" y="591231"/>
                      </a:cubicBezTo>
                      <a:cubicBezTo>
                        <a:pt x="229517" y="599390"/>
                        <a:pt x="237676" y="607548"/>
                        <a:pt x="240395" y="618427"/>
                      </a:cubicBezTo>
                      <a:cubicBezTo>
                        <a:pt x="248554" y="637465"/>
                        <a:pt x="262153" y="651063"/>
                        <a:pt x="283910" y="651063"/>
                      </a:cubicBezTo>
                      <a:cubicBezTo>
                        <a:pt x="302948" y="651063"/>
                        <a:pt x="330144" y="629306"/>
                        <a:pt x="338303" y="612988"/>
                      </a:cubicBezTo>
                      <a:cubicBezTo>
                        <a:pt x="346462" y="599390"/>
                        <a:pt x="351901" y="591231"/>
                        <a:pt x="354621" y="577632"/>
                      </a:cubicBezTo>
                      <a:cubicBezTo>
                        <a:pt x="354621" y="550436"/>
                        <a:pt x="354621" y="517800"/>
                        <a:pt x="357341" y="509641"/>
                      </a:cubicBezTo>
                      <a:cubicBezTo>
                        <a:pt x="357341" y="501482"/>
                        <a:pt x="357341" y="490603"/>
                        <a:pt x="362780" y="485164"/>
                      </a:cubicBezTo>
                      <a:cubicBezTo>
                        <a:pt x="365500" y="482444"/>
                        <a:pt x="365500" y="479725"/>
                        <a:pt x="368219" y="474286"/>
                      </a:cubicBezTo>
                      <a:cubicBezTo>
                        <a:pt x="370939" y="471566"/>
                        <a:pt x="373659" y="468846"/>
                        <a:pt x="376378" y="468846"/>
                      </a:cubicBezTo>
                      <a:cubicBezTo>
                        <a:pt x="379098" y="468846"/>
                        <a:pt x="381818" y="471566"/>
                        <a:pt x="384537" y="474286"/>
                      </a:cubicBezTo>
                      <a:cubicBezTo>
                        <a:pt x="387257" y="479725"/>
                        <a:pt x="389977" y="487884"/>
                        <a:pt x="392696" y="493323"/>
                      </a:cubicBezTo>
                      <a:cubicBezTo>
                        <a:pt x="392696" y="501482"/>
                        <a:pt x="395416" y="539557"/>
                        <a:pt x="395416" y="558595"/>
                      </a:cubicBezTo>
                      <a:cubicBezTo>
                        <a:pt x="395416" y="583072"/>
                        <a:pt x="395416" y="610268"/>
                        <a:pt x="398136" y="618427"/>
                      </a:cubicBezTo>
                      <a:cubicBezTo>
                        <a:pt x="398136" y="648343"/>
                        <a:pt x="400855" y="659222"/>
                        <a:pt x="400855" y="678260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46" name="Freeform: Shape 40">
                  <a:extLst>
                    <a:ext uri="{FF2B5EF4-FFF2-40B4-BE49-F238E27FC236}">
                      <a16:creationId xmlns:a16="http://schemas.microsoft.com/office/drawing/2014/main" id="{CB7C4BA0-4A9F-B460-FD15-ADAE33E8C5C6}"/>
                    </a:ext>
                  </a:extLst>
                </p:cNvPr>
                <p:cNvSpPr/>
                <p:nvPr/>
              </p:nvSpPr>
              <p:spPr>
                <a:xfrm>
                  <a:off x="3829459" y="4200317"/>
                  <a:ext cx="598325" cy="761503"/>
                </a:xfrm>
                <a:custGeom>
                  <a:avLst/>
                  <a:gdLst>
                    <a:gd name="connsiteX0" fmla="*/ 360060 w 598324"/>
                    <a:gd name="connsiteY0" fmla="*/ 332863 h 761503"/>
                    <a:gd name="connsiteX1" fmla="*/ 341023 w 598324"/>
                    <a:gd name="connsiteY1" fmla="*/ 370939 h 761503"/>
                    <a:gd name="connsiteX2" fmla="*/ 376378 w 598324"/>
                    <a:gd name="connsiteY2" fmla="*/ 389976 h 761503"/>
                    <a:gd name="connsiteX3" fmla="*/ 425332 w 598324"/>
                    <a:gd name="connsiteY3" fmla="*/ 433491 h 761503"/>
                    <a:gd name="connsiteX4" fmla="*/ 438930 w 598324"/>
                    <a:gd name="connsiteY4" fmla="*/ 463407 h 761503"/>
                    <a:gd name="connsiteX5" fmla="*/ 449809 w 598324"/>
                    <a:gd name="connsiteY5" fmla="*/ 498762 h 761503"/>
                    <a:gd name="connsiteX6" fmla="*/ 457968 w 598324"/>
                    <a:gd name="connsiteY6" fmla="*/ 528679 h 761503"/>
                    <a:gd name="connsiteX7" fmla="*/ 466127 w 598324"/>
                    <a:gd name="connsiteY7" fmla="*/ 564034 h 761503"/>
                    <a:gd name="connsiteX8" fmla="*/ 471566 w 598324"/>
                    <a:gd name="connsiteY8" fmla="*/ 593950 h 761503"/>
                    <a:gd name="connsiteX9" fmla="*/ 479725 w 598324"/>
                    <a:gd name="connsiteY9" fmla="*/ 607548 h 761503"/>
                    <a:gd name="connsiteX10" fmla="*/ 487884 w 598324"/>
                    <a:gd name="connsiteY10" fmla="*/ 623867 h 761503"/>
                    <a:gd name="connsiteX11" fmla="*/ 501482 w 598324"/>
                    <a:gd name="connsiteY11" fmla="*/ 651063 h 761503"/>
                    <a:gd name="connsiteX12" fmla="*/ 523240 w 598324"/>
                    <a:gd name="connsiteY12" fmla="*/ 670101 h 761503"/>
                    <a:gd name="connsiteX13" fmla="*/ 534119 w 598324"/>
                    <a:gd name="connsiteY13" fmla="*/ 686418 h 761503"/>
                    <a:gd name="connsiteX14" fmla="*/ 531399 w 598324"/>
                    <a:gd name="connsiteY14" fmla="*/ 694578 h 761503"/>
                    <a:gd name="connsiteX15" fmla="*/ 498763 w 598324"/>
                    <a:gd name="connsiteY15" fmla="*/ 708176 h 761503"/>
                    <a:gd name="connsiteX16" fmla="*/ 449809 w 598324"/>
                    <a:gd name="connsiteY16" fmla="*/ 700017 h 761503"/>
                    <a:gd name="connsiteX17" fmla="*/ 400855 w 598324"/>
                    <a:gd name="connsiteY17" fmla="*/ 667381 h 761503"/>
                    <a:gd name="connsiteX18" fmla="*/ 381817 w 598324"/>
                    <a:gd name="connsiteY18" fmla="*/ 642904 h 761503"/>
                    <a:gd name="connsiteX19" fmla="*/ 368219 w 598324"/>
                    <a:gd name="connsiteY19" fmla="*/ 610268 h 761503"/>
                    <a:gd name="connsiteX20" fmla="*/ 349182 w 598324"/>
                    <a:gd name="connsiteY20" fmla="*/ 550436 h 761503"/>
                    <a:gd name="connsiteX21" fmla="*/ 338303 w 598324"/>
                    <a:gd name="connsiteY21" fmla="*/ 504202 h 761503"/>
                    <a:gd name="connsiteX22" fmla="*/ 330144 w 598324"/>
                    <a:gd name="connsiteY22" fmla="*/ 477005 h 761503"/>
                    <a:gd name="connsiteX23" fmla="*/ 321985 w 598324"/>
                    <a:gd name="connsiteY23" fmla="*/ 455248 h 761503"/>
                    <a:gd name="connsiteX24" fmla="*/ 305667 w 598324"/>
                    <a:gd name="connsiteY24" fmla="*/ 436210 h 761503"/>
                    <a:gd name="connsiteX25" fmla="*/ 294788 w 598324"/>
                    <a:gd name="connsiteY25" fmla="*/ 441650 h 761503"/>
                    <a:gd name="connsiteX26" fmla="*/ 278471 w 598324"/>
                    <a:gd name="connsiteY26" fmla="*/ 463407 h 761503"/>
                    <a:gd name="connsiteX27" fmla="*/ 264872 w 598324"/>
                    <a:gd name="connsiteY27" fmla="*/ 496043 h 761503"/>
                    <a:gd name="connsiteX28" fmla="*/ 262153 w 598324"/>
                    <a:gd name="connsiteY28" fmla="*/ 517800 h 761503"/>
                    <a:gd name="connsiteX29" fmla="*/ 262153 w 598324"/>
                    <a:gd name="connsiteY29" fmla="*/ 523239 h 761503"/>
                    <a:gd name="connsiteX30" fmla="*/ 262153 w 598324"/>
                    <a:gd name="connsiteY30" fmla="*/ 553155 h 761503"/>
                    <a:gd name="connsiteX31" fmla="*/ 262153 w 598324"/>
                    <a:gd name="connsiteY31" fmla="*/ 629306 h 761503"/>
                    <a:gd name="connsiteX32" fmla="*/ 259433 w 598324"/>
                    <a:gd name="connsiteY32" fmla="*/ 659222 h 761503"/>
                    <a:gd name="connsiteX33" fmla="*/ 283910 w 598324"/>
                    <a:gd name="connsiteY33" fmla="*/ 659222 h 761503"/>
                    <a:gd name="connsiteX34" fmla="*/ 321985 w 598324"/>
                    <a:gd name="connsiteY34" fmla="*/ 675540 h 761503"/>
                    <a:gd name="connsiteX35" fmla="*/ 316546 w 598324"/>
                    <a:gd name="connsiteY35" fmla="*/ 691858 h 761503"/>
                    <a:gd name="connsiteX36" fmla="*/ 300228 w 598324"/>
                    <a:gd name="connsiteY36" fmla="*/ 700017 h 761503"/>
                    <a:gd name="connsiteX37" fmla="*/ 278471 w 598324"/>
                    <a:gd name="connsiteY37" fmla="*/ 702736 h 761503"/>
                    <a:gd name="connsiteX38" fmla="*/ 243115 w 598324"/>
                    <a:gd name="connsiteY38" fmla="*/ 702736 h 761503"/>
                    <a:gd name="connsiteX39" fmla="*/ 221358 w 598324"/>
                    <a:gd name="connsiteY39" fmla="*/ 710895 h 761503"/>
                    <a:gd name="connsiteX40" fmla="*/ 194161 w 598324"/>
                    <a:gd name="connsiteY40" fmla="*/ 702736 h 761503"/>
                    <a:gd name="connsiteX41" fmla="*/ 177843 w 598324"/>
                    <a:gd name="connsiteY41" fmla="*/ 702736 h 761503"/>
                    <a:gd name="connsiteX42" fmla="*/ 126170 w 598324"/>
                    <a:gd name="connsiteY42" fmla="*/ 702736 h 761503"/>
                    <a:gd name="connsiteX43" fmla="*/ 101693 w 598324"/>
                    <a:gd name="connsiteY43" fmla="*/ 702736 h 761503"/>
                    <a:gd name="connsiteX44" fmla="*/ 74496 w 598324"/>
                    <a:gd name="connsiteY44" fmla="*/ 697297 h 761503"/>
                    <a:gd name="connsiteX45" fmla="*/ 58178 w 598324"/>
                    <a:gd name="connsiteY45" fmla="*/ 680979 h 761503"/>
                    <a:gd name="connsiteX46" fmla="*/ 63617 w 598324"/>
                    <a:gd name="connsiteY46" fmla="*/ 672820 h 761503"/>
                    <a:gd name="connsiteX47" fmla="*/ 85375 w 598324"/>
                    <a:gd name="connsiteY47" fmla="*/ 664661 h 761503"/>
                    <a:gd name="connsiteX48" fmla="*/ 128889 w 598324"/>
                    <a:gd name="connsiteY48" fmla="*/ 659222 h 761503"/>
                    <a:gd name="connsiteX49" fmla="*/ 147927 w 598324"/>
                    <a:gd name="connsiteY49" fmla="*/ 659222 h 761503"/>
                    <a:gd name="connsiteX50" fmla="*/ 145207 w 598324"/>
                    <a:gd name="connsiteY50" fmla="*/ 653783 h 761503"/>
                    <a:gd name="connsiteX51" fmla="*/ 131609 w 598324"/>
                    <a:gd name="connsiteY51" fmla="*/ 585791 h 761503"/>
                    <a:gd name="connsiteX52" fmla="*/ 134329 w 598324"/>
                    <a:gd name="connsiteY52" fmla="*/ 498762 h 761503"/>
                    <a:gd name="connsiteX53" fmla="*/ 137048 w 598324"/>
                    <a:gd name="connsiteY53" fmla="*/ 406294 h 761503"/>
                    <a:gd name="connsiteX54" fmla="*/ 134329 w 598324"/>
                    <a:gd name="connsiteY54" fmla="*/ 327424 h 761503"/>
                    <a:gd name="connsiteX55" fmla="*/ 137048 w 598324"/>
                    <a:gd name="connsiteY55" fmla="*/ 253993 h 761503"/>
                    <a:gd name="connsiteX56" fmla="*/ 139768 w 598324"/>
                    <a:gd name="connsiteY56" fmla="*/ 207759 h 761503"/>
                    <a:gd name="connsiteX57" fmla="*/ 137048 w 598324"/>
                    <a:gd name="connsiteY57" fmla="*/ 172404 h 761503"/>
                    <a:gd name="connsiteX58" fmla="*/ 137048 w 598324"/>
                    <a:gd name="connsiteY58" fmla="*/ 112571 h 761503"/>
                    <a:gd name="connsiteX59" fmla="*/ 126170 w 598324"/>
                    <a:gd name="connsiteY59" fmla="*/ 112571 h 761503"/>
                    <a:gd name="connsiteX60" fmla="*/ 101693 w 598324"/>
                    <a:gd name="connsiteY60" fmla="*/ 112571 h 761503"/>
                    <a:gd name="connsiteX61" fmla="*/ 74496 w 598324"/>
                    <a:gd name="connsiteY61" fmla="*/ 107132 h 761503"/>
                    <a:gd name="connsiteX62" fmla="*/ 58178 w 598324"/>
                    <a:gd name="connsiteY62" fmla="*/ 90814 h 761503"/>
                    <a:gd name="connsiteX63" fmla="*/ 63617 w 598324"/>
                    <a:gd name="connsiteY63" fmla="*/ 82655 h 761503"/>
                    <a:gd name="connsiteX64" fmla="*/ 85375 w 598324"/>
                    <a:gd name="connsiteY64" fmla="*/ 74496 h 761503"/>
                    <a:gd name="connsiteX65" fmla="*/ 137048 w 598324"/>
                    <a:gd name="connsiteY65" fmla="*/ 69057 h 761503"/>
                    <a:gd name="connsiteX66" fmla="*/ 145207 w 598324"/>
                    <a:gd name="connsiteY66" fmla="*/ 69057 h 761503"/>
                    <a:gd name="connsiteX67" fmla="*/ 169684 w 598324"/>
                    <a:gd name="connsiteY67" fmla="*/ 58178 h 761503"/>
                    <a:gd name="connsiteX68" fmla="*/ 177843 w 598324"/>
                    <a:gd name="connsiteY68" fmla="*/ 58178 h 761503"/>
                    <a:gd name="connsiteX69" fmla="*/ 205040 w 598324"/>
                    <a:gd name="connsiteY69" fmla="*/ 66337 h 761503"/>
                    <a:gd name="connsiteX70" fmla="*/ 286629 w 598324"/>
                    <a:gd name="connsiteY70" fmla="*/ 63617 h 761503"/>
                    <a:gd name="connsiteX71" fmla="*/ 324705 w 598324"/>
                    <a:gd name="connsiteY71" fmla="*/ 79936 h 761503"/>
                    <a:gd name="connsiteX72" fmla="*/ 319265 w 598324"/>
                    <a:gd name="connsiteY72" fmla="*/ 96253 h 761503"/>
                    <a:gd name="connsiteX73" fmla="*/ 302948 w 598324"/>
                    <a:gd name="connsiteY73" fmla="*/ 104412 h 761503"/>
                    <a:gd name="connsiteX74" fmla="*/ 278471 w 598324"/>
                    <a:gd name="connsiteY74" fmla="*/ 112571 h 761503"/>
                    <a:gd name="connsiteX75" fmla="*/ 232236 w 598324"/>
                    <a:gd name="connsiteY75" fmla="*/ 112571 h 761503"/>
                    <a:gd name="connsiteX76" fmla="*/ 240395 w 598324"/>
                    <a:gd name="connsiteY76" fmla="*/ 137048 h 761503"/>
                    <a:gd name="connsiteX77" fmla="*/ 240395 w 598324"/>
                    <a:gd name="connsiteY77" fmla="*/ 150647 h 761503"/>
                    <a:gd name="connsiteX78" fmla="*/ 243115 w 598324"/>
                    <a:gd name="connsiteY78" fmla="*/ 158805 h 761503"/>
                    <a:gd name="connsiteX79" fmla="*/ 248554 w 598324"/>
                    <a:gd name="connsiteY79" fmla="*/ 188722 h 761503"/>
                    <a:gd name="connsiteX80" fmla="*/ 248554 w 598324"/>
                    <a:gd name="connsiteY80" fmla="*/ 199600 h 761503"/>
                    <a:gd name="connsiteX81" fmla="*/ 248554 w 598324"/>
                    <a:gd name="connsiteY81" fmla="*/ 221357 h 761503"/>
                    <a:gd name="connsiteX82" fmla="*/ 253994 w 598324"/>
                    <a:gd name="connsiteY82" fmla="*/ 264872 h 761503"/>
                    <a:gd name="connsiteX83" fmla="*/ 262153 w 598324"/>
                    <a:gd name="connsiteY83" fmla="*/ 297508 h 761503"/>
                    <a:gd name="connsiteX84" fmla="*/ 264872 w 598324"/>
                    <a:gd name="connsiteY84" fmla="*/ 324704 h 761503"/>
                    <a:gd name="connsiteX85" fmla="*/ 264872 w 598324"/>
                    <a:gd name="connsiteY85" fmla="*/ 332863 h 761503"/>
                    <a:gd name="connsiteX86" fmla="*/ 264872 w 598324"/>
                    <a:gd name="connsiteY86" fmla="*/ 351901 h 761503"/>
                    <a:gd name="connsiteX87" fmla="*/ 262153 w 598324"/>
                    <a:gd name="connsiteY87" fmla="*/ 370939 h 761503"/>
                    <a:gd name="connsiteX88" fmla="*/ 267592 w 598324"/>
                    <a:gd name="connsiteY88" fmla="*/ 384537 h 761503"/>
                    <a:gd name="connsiteX89" fmla="*/ 278471 w 598324"/>
                    <a:gd name="connsiteY89" fmla="*/ 370939 h 761503"/>
                    <a:gd name="connsiteX90" fmla="*/ 297508 w 598324"/>
                    <a:gd name="connsiteY90" fmla="*/ 332863 h 761503"/>
                    <a:gd name="connsiteX91" fmla="*/ 311106 w 598324"/>
                    <a:gd name="connsiteY91" fmla="*/ 305667 h 761503"/>
                    <a:gd name="connsiteX92" fmla="*/ 335583 w 598324"/>
                    <a:gd name="connsiteY92" fmla="*/ 259433 h 761503"/>
                    <a:gd name="connsiteX93" fmla="*/ 354621 w 598324"/>
                    <a:gd name="connsiteY93" fmla="*/ 224077 h 761503"/>
                    <a:gd name="connsiteX94" fmla="*/ 381817 w 598324"/>
                    <a:gd name="connsiteY94" fmla="*/ 172404 h 761503"/>
                    <a:gd name="connsiteX95" fmla="*/ 409014 w 598324"/>
                    <a:gd name="connsiteY95" fmla="*/ 118011 h 761503"/>
                    <a:gd name="connsiteX96" fmla="*/ 411734 w 598324"/>
                    <a:gd name="connsiteY96" fmla="*/ 115291 h 761503"/>
                    <a:gd name="connsiteX97" fmla="*/ 398136 w 598324"/>
                    <a:gd name="connsiteY97" fmla="*/ 115291 h 761503"/>
                    <a:gd name="connsiteX98" fmla="*/ 379098 w 598324"/>
                    <a:gd name="connsiteY98" fmla="*/ 109852 h 761503"/>
                    <a:gd name="connsiteX99" fmla="*/ 368219 w 598324"/>
                    <a:gd name="connsiteY99" fmla="*/ 93534 h 761503"/>
                    <a:gd name="connsiteX100" fmla="*/ 370939 w 598324"/>
                    <a:gd name="connsiteY100" fmla="*/ 85375 h 761503"/>
                    <a:gd name="connsiteX101" fmla="*/ 387257 w 598324"/>
                    <a:gd name="connsiteY101" fmla="*/ 77216 h 761503"/>
                    <a:gd name="connsiteX102" fmla="*/ 422612 w 598324"/>
                    <a:gd name="connsiteY102" fmla="*/ 71776 h 761503"/>
                    <a:gd name="connsiteX103" fmla="*/ 436211 w 598324"/>
                    <a:gd name="connsiteY103" fmla="*/ 71776 h 761503"/>
                    <a:gd name="connsiteX104" fmla="*/ 438930 w 598324"/>
                    <a:gd name="connsiteY104" fmla="*/ 69057 h 761503"/>
                    <a:gd name="connsiteX105" fmla="*/ 452529 w 598324"/>
                    <a:gd name="connsiteY105" fmla="*/ 66337 h 761503"/>
                    <a:gd name="connsiteX106" fmla="*/ 466127 w 598324"/>
                    <a:gd name="connsiteY106" fmla="*/ 69057 h 761503"/>
                    <a:gd name="connsiteX107" fmla="*/ 471566 w 598324"/>
                    <a:gd name="connsiteY107" fmla="*/ 71776 h 761503"/>
                    <a:gd name="connsiteX108" fmla="*/ 515081 w 598324"/>
                    <a:gd name="connsiteY108" fmla="*/ 71776 h 761503"/>
                    <a:gd name="connsiteX109" fmla="*/ 542277 w 598324"/>
                    <a:gd name="connsiteY109" fmla="*/ 88094 h 761503"/>
                    <a:gd name="connsiteX110" fmla="*/ 536838 w 598324"/>
                    <a:gd name="connsiteY110" fmla="*/ 104412 h 761503"/>
                    <a:gd name="connsiteX111" fmla="*/ 525959 w 598324"/>
                    <a:gd name="connsiteY111" fmla="*/ 112571 h 761503"/>
                    <a:gd name="connsiteX112" fmla="*/ 509642 w 598324"/>
                    <a:gd name="connsiteY112" fmla="*/ 115291 h 761503"/>
                    <a:gd name="connsiteX113" fmla="*/ 468847 w 598324"/>
                    <a:gd name="connsiteY113" fmla="*/ 115291 h 761503"/>
                    <a:gd name="connsiteX114" fmla="*/ 457968 w 598324"/>
                    <a:gd name="connsiteY114" fmla="*/ 137048 h 761503"/>
                    <a:gd name="connsiteX115" fmla="*/ 430771 w 598324"/>
                    <a:gd name="connsiteY115" fmla="*/ 194161 h 761503"/>
                    <a:gd name="connsiteX116" fmla="*/ 400855 w 598324"/>
                    <a:gd name="connsiteY116" fmla="*/ 262152 h 761503"/>
                    <a:gd name="connsiteX117" fmla="*/ 360060 w 598324"/>
                    <a:gd name="connsiteY117" fmla="*/ 332863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</a:cxnLst>
                  <a:rect l="l" t="t" r="r" b="b"/>
                  <a:pathLst>
                    <a:path w="598324" h="761503">
                      <a:moveTo>
                        <a:pt x="360060" y="332863"/>
                      </a:moveTo>
                      <a:cubicBezTo>
                        <a:pt x="351901" y="343742"/>
                        <a:pt x="341023" y="357340"/>
                        <a:pt x="341023" y="370939"/>
                      </a:cubicBezTo>
                      <a:cubicBezTo>
                        <a:pt x="341023" y="379098"/>
                        <a:pt x="357341" y="381817"/>
                        <a:pt x="376378" y="389976"/>
                      </a:cubicBezTo>
                      <a:cubicBezTo>
                        <a:pt x="395416" y="398135"/>
                        <a:pt x="417173" y="417173"/>
                        <a:pt x="425332" y="433491"/>
                      </a:cubicBezTo>
                      <a:cubicBezTo>
                        <a:pt x="430771" y="444369"/>
                        <a:pt x="436211" y="452528"/>
                        <a:pt x="438930" y="463407"/>
                      </a:cubicBezTo>
                      <a:cubicBezTo>
                        <a:pt x="444370" y="474286"/>
                        <a:pt x="447089" y="487884"/>
                        <a:pt x="449809" y="498762"/>
                      </a:cubicBezTo>
                      <a:cubicBezTo>
                        <a:pt x="452529" y="512361"/>
                        <a:pt x="452529" y="517800"/>
                        <a:pt x="457968" y="528679"/>
                      </a:cubicBezTo>
                      <a:cubicBezTo>
                        <a:pt x="463407" y="539557"/>
                        <a:pt x="463407" y="553155"/>
                        <a:pt x="466127" y="564034"/>
                      </a:cubicBezTo>
                      <a:cubicBezTo>
                        <a:pt x="468847" y="572193"/>
                        <a:pt x="468847" y="585791"/>
                        <a:pt x="471566" y="593950"/>
                      </a:cubicBezTo>
                      <a:cubicBezTo>
                        <a:pt x="474286" y="599390"/>
                        <a:pt x="477006" y="602109"/>
                        <a:pt x="479725" y="607548"/>
                      </a:cubicBezTo>
                      <a:cubicBezTo>
                        <a:pt x="482445" y="612988"/>
                        <a:pt x="487884" y="618427"/>
                        <a:pt x="487884" y="623867"/>
                      </a:cubicBezTo>
                      <a:cubicBezTo>
                        <a:pt x="490604" y="634745"/>
                        <a:pt x="496043" y="642904"/>
                        <a:pt x="501482" y="651063"/>
                      </a:cubicBezTo>
                      <a:cubicBezTo>
                        <a:pt x="506922" y="661942"/>
                        <a:pt x="512361" y="664661"/>
                        <a:pt x="523240" y="670101"/>
                      </a:cubicBezTo>
                      <a:cubicBezTo>
                        <a:pt x="528679" y="672820"/>
                        <a:pt x="534119" y="680979"/>
                        <a:pt x="534119" y="686418"/>
                      </a:cubicBezTo>
                      <a:cubicBezTo>
                        <a:pt x="534119" y="689138"/>
                        <a:pt x="534119" y="691858"/>
                        <a:pt x="531399" y="694578"/>
                      </a:cubicBezTo>
                      <a:cubicBezTo>
                        <a:pt x="525959" y="702736"/>
                        <a:pt x="512361" y="708176"/>
                        <a:pt x="498763" y="708176"/>
                      </a:cubicBezTo>
                      <a:cubicBezTo>
                        <a:pt x="485165" y="708176"/>
                        <a:pt x="466127" y="705456"/>
                        <a:pt x="449809" y="700017"/>
                      </a:cubicBezTo>
                      <a:cubicBezTo>
                        <a:pt x="430771" y="694578"/>
                        <a:pt x="409014" y="675540"/>
                        <a:pt x="400855" y="667381"/>
                      </a:cubicBezTo>
                      <a:cubicBezTo>
                        <a:pt x="392696" y="659222"/>
                        <a:pt x="387257" y="651063"/>
                        <a:pt x="381817" y="642904"/>
                      </a:cubicBezTo>
                      <a:cubicBezTo>
                        <a:pt x="376378" y="632025"/>
                        <a:pt x="370939" y="623867"/>
                        <a:pt x="368219" y="610268"/>
                      </a:cubicBezTo>
                      <a:cubicBezTo>
                        <a:pt x="360060" y="588511"/>
                        <a:pt x="357341" y="574913"/>
                        <a:pt x="349182" y="550436"/>
                      </a:cubicBezTo>
                      <a:cubicBezTo>
                        <a:pt x="343742" y="534118"/>
                        <a:pt x="341023" y="520520"/>
                        <a:pt x="338303" y="504202"/>
                      </a:cubicBezTo>
                      <a:cubicBezTo>
                        <a:pt x="335583" y="493323"/>
                        <a:pt x="332864" y="485164"/>
                        <a:pt x="330144" y="477005"/>
                      </a:cubicBezTo>
                      <a:cubicBezTo>
                        <a:pt x="327424" y="471566"/>
                        <a:pt x="324705" y="463407"/>
                        <a:pt x="321985" y="455248"/>
                      </a:cubicBezTo>
                      <a:cubicBezTo>
                        <a:pt x="316546" y="444369"/>
                        <a:pt x="311106" y="436210"/>
                        <a:pt x="305667" y="436210"/>
                      </a:cubicBezTo>
                      <a:cubicBezTo>
                        <a:pt x="302948" y="436210"/>
                        <a:pt x="300228" y="438930"/>
                        <a:pt x="294788" y="441650"/>
                      </a:cubicBezTo>
                      <a:cubicBezTo>
                        <a:pt x="289349" y="447089"/>
                        <a:pt x="283910" y="455248"/>
                        <a:pt x="278471" y="463407"/>
                      </a:cubicBezTo>
                      <a:cubicBezTo>
                        <a:pt x="270312" y="474286"/>
                        <a:pt x="267592" y="485164"/>
                        <a:pt x="264872" y="496043"/>
                      </a:cubicBezTo>
                      <a:cubicBezTo>
                        <a:pt x="264872" y="504202"/>
                        <a:pt x="262153" y="512361"/>
                        <a:pt x="262153" y="517800"/>
                      </a:cubicBezTo>
                      <a:cubicBezTo>
                        <a:pt x="262153" y="520520"/>
                        <a:pt x="262153" y="520520"/>
                        <a:pt x="262153" y="523239"/>
                      </a:cubicBezTo>
                      <a:cubicBezTo>
                        <a:pt x="262153" y="528679"/>
                        <a:pt x="262153" y="544997"/>
                        <a:pt x="262153" y="553155"/>
                      </a:cubicBezTo>
                      <a:cubicBezTo>
                        <a:pt x="262153" y="583072"/>
                        <a:pt x="264872" y="599390"/>
                        <a:pt x="262153" y="629306"/>
                      </a:cubicBezTo>
                      <a:cubicBezTo>
                        <a:pt x="262153" y="640184"/>
                        <a:pt x="262153" y="648343"/>
                        <a:pt x="259433" y="659222"/>
                      </a:cubicBezTo>
                      <a:cubicBezTo>
                        <a:pt x="270312" y="659222"/>
                        <a:pt x="278471" y="659222"/>
                        <a:pt x="283910" y="659222"/>
                      </a:cubicBezTo>
                      <a:cubicBezTo>
                        <a:pt x="297508" y="659222"/>
                        <a:pt x="321985" y="659222"/>
                        <a:pt x="321985" y="675540"/>
                      </a:cubicBezTo>
                      <a:cubicBezTo>
                        <a:pt x="321985" y="683699"/>
                        <a:pt x="319265" y="686418"/>
                        <a:pt x="316546" y="691858"/>
                      </a:cubicBezTo>
                      <a:cubicBezTo>
                        <a:pt x="311106" y="697297"/>
                        <a:pt x="305667" y="700017"/>
                        <a:pt x="300228" y="700017"/>
                      </a:cubicBezTo>
                      <a:cubicBezTo>
                        <a:pt x="292069" y="702736"/>
                        <a:pt x="283910" y="702736"/>
                        <a:pt x="278471" y="702736"/>
                      </a:cubicBezTo>
                      <a:cubicBezTo>
                        <a:pt x="275751" y="702736"/>
                        <a:pt x="259433" y="702736"/>
                        <a:pt x="243115" y="702736"/>
                      </a:cubicBezTo>
                      <a:cubicBezTo>
                        <a:pt x="237676" y="708176"/>
                        <a:pt x="229517" y="710895"/>
                        <a:pt x="221358" y="710895"/>
                      </a:cubicBezTo>
                      <a:cubicBezTo>
                        <a:pt x="213199" y="710895"/>
                        <a:pt x="202320" y="708176"/>
                        <a:pt x="194161" y="702736"/>
                      </a:cubicBezTo>
                      <a:cubicBezTo>
                        <a:pt x="186002" y="702736"/>
                        <a:pt x="180563" y="702736"/>
                        <a:pt x="177843" y="702736"/>
                      </a:cubicBezTo>
                      <a:cubicBezTo>
                        <a:pt x="164245" y="702736"/>
                        <a:pt x="139768" y="702736"/>
                        <a:pt x="126170" y="702736"/>
                      </a:cubicBezTo>
                      <a:cubicBezTo>
                        <a:pt x="118011" y="702736"/>
                        <a:pt x="109852" y="702736"/>
                        <a:pt x="101693" y="702736"/>
                      </a:cubicBezTo>
                      <a:cubicBezTo>
                        <a:pt x="93534" y="702736"/>
                        <a:pt x="82655" y="702736"/>
                        <a:pt x="74496" y="697297"/>
                      </a:cubicBezTo>
                      <a:cubicBezTo>
                        <a:pt x="66337" y="694578"/>
                        <a:pt x="58178" y="686418"/>
                        <a:pt x="58178" y="680979"/>
                      </a:cubicBezTo>
                      <a:cubicBezTo>
                        <a:pt x="58178" y="678260"/>
                        <a:pt x="58178" y="675540"/>
                        <a:pt x="63617" y="672820"/>
                      </a:cubicBezTo>
                      <a:cubicBezTo>
                        <a:pt x="69057" y="670101"/>
                        <a:pt x="79935" y="667381"/>
                        <a:pt x="85375" y="664661"/>
                      </a:cubicBezTo>
                      <a:cubicBezTo>
                        <a:pt x="104412" y="661942"/>
                        <a:pt x="123450" y="659222"/>
                        <a:pt x="128889" y="659222"/>
                      </a:cubicBezTo>
                      <a:cubicBezTo>
                        <a:pt x="134329" y="659222"/>
                        <a:pt x="139768" y="659222"/>
                        <a:pt x="147927" y="659222"/>
                      </a:cubicBezTo>
                      <a:cubicBezTo>
                        <a:pt x="147927" y="656502"/>
                        <a:pt x="145207" y="653783"/>
                        <a:pt x="145207" y="653783"/>
                      </a:cubicBezTo>
                      <a:cubicBezTo>
                        <a:pt x="131609" y="632025"/>
                        <a:pt x="131609" y="610268"/>
                        <a:pt x="131609" y="585791"/>
                      </a:cubicBezTo>
                      <a:cubicBezTo>
                        <a:pt x="131609" y="555875"/>
                        <a:pt x="131609" y="528679"/>
                        <a:pt x="134329" y="498762"/>
                      </a:cubicBezTo>
                      <a:cubicBezTo>
                        <a:pt x="134329" y="468846"/>
                        <a:pt x="137048" y="436210"/>
                        <a:pt x="137048" y="406294"/>
                      </a:cubicBezTo>
                      <a:cubicBezTo>
                        <a:pt x="137048" y="379098"/>
                        <a:pt x="134329" y="354621"/>
                        <a:pt x="134329" y="327424"/>
                      </a:cubicBezTo>
                      <a:cubicBezTo>
                        <a:pt x="134329" y="302947"/>
                        <a:pt x="137048" y="278470"/>
                        <a:pt x="137048" y="253993"/>
                      </a:cubicBezTo>
                      <a:cubicBezTo>
                        <a:pt x="137048" y="237675"/>
                        <a:pt x="139768" y="224077"/>
                        <a:pt x="139768" y="207759"/>
                      </a:cubicBezTo>
                      <a:cubicBezTo>
                        <a:pt x="139768" y="196881"/>
                        <a:pt x="137048" y="183282"/>
                        <a:pt x="137048" y="172404"/>
                      </a:cubicBezTo>
                      <a:cubicBezTo>
                        <a:pt x="137048" y="150647"/>
                        <a:pt x="137048" y="131609"/>
                        <a:pt x="137048" y="112571"/>
                      </a:cubicBezTo>
                      <a:cubicBezTo>
                        <a:pt x="134329" y="112571"/>
                        <a:pt x="137048" y="112571"/>
                        <a:pt x="126170" y="112571"/>
                      </a:cubicBezTo>
                      <a:cubicBezTo>
                        <a:pt x="118011" y="112571"/>
                        <a:pt x="109852" y="112571"/>
                        <a:pt x="101693" y="112571"/>
                      </a:cubicBezTo>
                      <a:cubicBezTo>
                        <a:pt x="93534" y="112571"/>
                        <a:pt x="82655" y="109852"/>
                        <a:pt x="74496" y="107132"/>
                      </a:cubicBezTo>
                      <a:cubicBezTo>
                        <a:pt x="66337" y="104412"/>
                        <a:pt x="58178" y="96253"/>
                        <a:pt x="58178" y="90814"/>
                      </a:cubicBezTo>
                      <a:cubicBezTo>
                        <a:pt x="58178" y="88094"/>
                        <a:pt x="58178" y="85375"/>
                        <a:pt x="63617" y="82655"/>
                      </a:cubicBezTo>
                      <a:cubicBezTo>
                        <a:pt x="69057" y="79936"/>
                        <a:pt x="79935" y="77216"/>
                        <a:pt x="85375" y="74496"/>
                      </a:cubicBezTo>
                      <a:cubicBezTo>
                        <a:pt x="104412" y="71776"/>
                        <a:pt x="128889" y="69057"/>
                        <a:pt x="137048" y="69057"/>
                      </a:cubicBezTo>
                      <a:cubicBezTo>
                        <a:pt x="137048" y="69057"/>
                        <a:pt x="139768" y="69057"/>
                        <a:pt x="145207" y="69057"/>
                      </a:cubicBezTo>
                      <a:cubicBezTo>
                        <a:pt x="150646" y="60898"/>
                        <a:pt x="158806" y="58178"/>
                        <a:pt x="169684" y="58178"/>
                      </a:cubicBezTo>
                      <a:cubicBezTo>
                        <a:pt x="172404" y="58178"/>
                        <a:pt x="175123" y="58178"/>
                        <a:pt x="177843" y="58178"/>
                      </a:cubicBezTo>
                      <a:cubicBezTo>
                        <a:pt x="186002" y="58178"/>
                        <a:pt x="196881" y="63617"/>
                        <a:pt x="205040" y="66337"/>
                      </a:cubicBezTo>
                      <a:cubicBezTo>
                        <a:pt x="237676" y="66337"/>
                        <a:pt x="273031" y="63617"/>
                        <a:pt x="286629" y="63617"/>
                      </a:cubicBezTo>
                      <a:cubicBezTo>
                        <a:pt x="300228" y="63617"/>
                        <a:pt x="324705" y="63617"/>
                        <a:pt x="324705" y="79936"/>
                      </a:cubicBezTo>
                      <a:cubicBezTo>
                        <a:pt x="324705" y="88094"/>
                        <a:pt x="321985" y="90814"/>
                        <a:pt x="319265" y="96253"/>
                      </a:cubicBezTo>
                      <a:cubicBezTo>
                        <a:pt x="313826" y="101693"/>
                        <a:pt x="308387" y="104412"/>
                        <a:pt x="302948" y="104412"/>
                      </a:cubicBezTo>
                      <a:cubicBezTo>
                        <a:pt x="289349" y="112571"/>
                        <a:pt x="283910" y="112571"/>
                        <a:pt x="278471" y="112571"/>
                      </a:cubicBezTo>
                      <a:cubicBezTo>
                        <a:pt x="273031" y="112571"/>
                        <a:pt x="253994" y="112571"/>
                        <a:pt x="232236" y="112571"/>
                      </a:cubicBezTo>
                      <a:cubicBezTo>
                        <a:pt x="237676" y="120730"/>
                        <a:pt x="240395" y="128889"/>
                        <a:pt x="240395" y="137048"/>
                      </a:cubicBezTo>
                      <a:cubicBezTo>
                        <a:pt x="240395" y="142487"/>
                        <a:pt x="240395" y="145207"/>
                        <a:pt x="240395" y="150647"/>
                      </a:cubicBezTo>
                      <a:cubicBezTo>
                        <a:pt x="240395" y="153366"/>
                        <a:pt x="240395" y="156086"/>
                        <a:pt x="243115" y="158805"/>
                      </a:cubicBezTo>
                      <a:cubicBezTo>
                        <a:pt x="245835" y="169684"/>
                        <a:pt x="245835" y="180563"/>
                        <a:pt x="248554" y="188722"/>
                      </a:cubicBezTo>
                      <a:cubicBezTo>
                        <a:pt x="248554" y="191441"/>
                        <a:pt x="248554" y="194161"/>
                        <a:pt x="248554" y="199600"/>
                      </a:cubicBezTo>
                      <a:cubicBezTo>
                        <a:pt x="248554" y="207759"/>
                        <a:pt x="248554" y="213198"/>
                        <a:pt x="248554" y="221357"/>
                      </a:cubicBezTo>
                      <a:cubicBezTo>
                        <a:pt x="248554" y="234956"/>
                        <a:pt x="251274" y="248554"/>
                        <a:pt x="253994" y="264872"/>
                      </a:cubicBezTo>
                      <a:cubicBezTo>
                        <a:pt x="256713" y="275751"/>
                        <a:pt x="259433" y="286629"/>
                        <a:pt x="262153" y="297508"/>
                      </a:cubicBezTo>
                      <a:cubicBezTo>
                        <a:pt x="264872" y="305667"/>
                        <a:pt x="264872" y="313826"/>
                        <a:pt x="264872" y="324704"/>
                      </a:cubicBezTo>
                      <a:cubicBezTo>
                        <a:pt x="264872" y="327424"/>
                        <a:pt x="264872" y="330144"/>
                        <a:pt x="264872" y="332863"/>
                      </a:cubicBezTo>
                      <a:cubicBezTo>
                        <a:pt x="264872" y="338303"/>
                        <a:pt x="264872" y="346462"/>
                        <a:pt x="264872" y="351901"/>
                      </a:cubicBezTo>
                      <a:cubicBezTo>
                        <a:pt x="264872" y="357340"/>
                        <a:pt x="262153" y="365499"/>
                        <a:pt x="262153" y="370939"/>
                      </a:cubicBezTo>
                      <a:cubicBezTo>
                        <a:pt x="262153" y="376378"/>
                        <a:pt x="264872" y="384537"/>
                        <a:pt x="267592" y="384537"/>
                      </a:cubicBezTo>
                      <a:cubicBezTo>
                        <a:pt x="273031" y="384537"/>
                        <a:pt x="275751" y="376378"/>
                        <a:pt x="278471" y="370939"/>
                      </a:cubicBezTo>
                      <a:cubicBezTo>
                        <a:pt x="283910" y="360060"/>
                        <a:pt x="289349" y="346462"/>
                        <a:pt x="297508" y="332863"/>
                      </a:cubicBezTo>
                      <a:cubicBezTo>
                        <a:pt x="302948" y="324704"/>
                        <a:pt x="305667" y="313826"/>
                        <a:pt x="311106" y="305667"/>
                      </a:cubicBezTo>
                      <a:cubicBezTo>
                        <a:pt x="319265" y="289349"/>
                        <a:pt x="327424" y="275751"/>
                        <a:pt x="335583" y="259433"/>
                      </a:cubicBezTo>
                      <a:cubicBezTo>
                        <a:pt x="341023" y="248554"/>
                        <a:pt x="349182" y="234956"/>
                        <a:pt x="354621" y="224077"/>
                      </a:cubicBezTo>
                      <a:cubicBezTo>
                        <a:pt x="362780" y="207759"/>
                        <a:pt x="370939" y="191441"/>
                        <a:pt x="381817" y="172404"/>
                      </a:cubicBezTo>
                      <a:cubicBezTo>
                        <a:pt x="389977" y="153366"/>
                        <a:pt x="400855" y="134329"/>
                        <a:pt x="409014" y="118011"/>
                      </a:cubicBezTo>
                      <a:cubicBezTo>
                        <a:pt x="409014" y="115291"/>
                        <a:pt x="409014" y="115291"/>
                        <a:pt x="411734" y="115291"/>
                      </a:cubicBezTo>
                      <a:cubicBezTo>
                        <a:pt x="406294" y="115291"/>
                        <a:pt x="400855" y="115291"/>
                        <a:pt x="398136" y="115291"/>
                      </a:cubicBezTo>
                      <a:cubicBezTo>
                        <a:pt x="392696" y="115291"/>
                        <a:pt x="384537" y="115291"/>
                        <a:pt x="379098" y="109852"/>
                      </a:cubicBezTo>
                      <a:cubicBezTo>
                        <a:pt x="373659" y="107132"/>
                        <a:pt x="368219" y="98973"/>
                        <a:pt x="368219" y="93534"/>
                      </a:cubicBezTo>
                      <a:cubicBezTo>
                        <a:pt x="368219" y="90814"/>
                        <a:pt x="368219" y="88094"/>
                        <a:pt x="370939" y="85375"/>
                      </a:cubicBezTo>
                      <a:cubicBezTo>
                        <a:pt x="373659" y="82655"/>
                        <a:pt x="381817" y="79936"/>
                        <a:pt x="387257" y="77216"/>
                      </a:cubicBezTo>
                      <a:cubicBezTo>
                        <a:pt x="400855" y="74496"/>
                        <a:pt x="414453" y="71776"/>
                        <a:pt x="422612" y="71776"/>
                      </a:cubicBezTo>
                      <a:cubicBezTo>
                        <a:pt x="425332" y="71776"/>
                        <a:pt x="430771" y="71776"/>
                        <a:pt x="436211" y="71776"/>
                      </a:cubicBezTo>
                      <a:cubicBezTo>
                        <a:pt x="436211" y="71776"/>
                        <a:pt x="438930" y="69057"/>
                        <a:pt x="438930" y="69057"/>
                      </a:cubicBezTo>
                      <a:cubicBezTo>
                        <a:pt x="444370" y="66337"/>
                        <a:pt x="447089" y="66337"/>
                        <a:pt x="452529" y="66337"/>
                      </a:cubicBezTo>
                      <a:cubicBezTo>
                        <a:pt x="457968" y="66337"/>
                        <a:pt x="460688" y="66337"/>
                        <a:pt x="466127" y="69057"/>
                      </a:cubicBezTo>
                      <a:cubicBezTo>
                        <a:pt x="468847" y="69057"/>
                        <a:pt x="471566" y="71776"/>
                        <a:pt x="471566" y="71776"/>
                      </a:cubicBezTo>
                      <a:cubicBezTo>
                        <a:pt x="490604" y="71776"/>
                        <a:pt x="506922" y="71776"/>
                        <a:pt x="515081" y="71776"/>
                      </a:cubicBezTo>
                      <a:cubicBezTo>
                        <a:pt x="523240" y="71776"/>
                        <a:pt x="542277" y="71776"/>
                        <a:pt x="542277" y="88094"/>
                      </a:cubicBezTo>
                      <a:cubicBezTo>
                        <a:pt x="542277" y="96253"/>
                        <a:pt x="542277" y="98973"/>
                        <a:pt x="536838" y="104412"/>
                      </a:cubicBezTo>
                      <a:cubicBezTo>
                        <a:pt x="534119" y="109852"/>
                        <a:pt x="528679" y="112571"/>
                        <a:pt x="525959" y="112571"/>
                      </a:cubicBezTo>
                      <a:cubicBezTo>
                        <a:pt x="520520" y="115291"/>
                        <a:pt x="515081" y="115291"/>
                        <a:pt x="509642" y="115291"/>
                      </a:cubicBezTo>
                      <a:cubicBezTo>
                        <a:pt x="506922" y="115291"/>
                        <a:pt x="487884" y="115291"/>
                        <a:pt x="468847" y="115291"/>
                      </a:cubicBezTo>
                      <a:cubicBezTo>
                        <a:pt x="466127" y="123450"/>
                        <a:pt x="460688" y="128889"/>
                        <a:pt x="457968" y="137048"/>
                      </a:cubicBezTo>
                      <a:cubicBezTo>
                        <a:pt x="447089" y="156086"/>
                        <a:pt x="438930" y="175123"/>
                        <a:pt x="430771" y="194161"/>
                      </a:cubicBezTo>
                      <a:cubicBezTo>
                        <a:pt x="419893" y="215918"/>
                        <a:pt x="411734" y="240395"/>
                        <a:pt x="400855" y="262152"/>
                      </a:cubicBezTo>
                      <a:cubicBezTo>
                        <a:pt x="387257" y="289349"/>
                        <a:pt x="373659" y="311106"/>
                        <a:pt x="360060" y="332863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47" name="Freeform: Shape 41">
                  <a:extLst>
                    <a:ext uri="{FF2B5EF4-FFF2-40B4-BE49-F238E27FC236}">
                      <a16:creationId xmlns:a16="http://schemas.microsoft.com/office/drawing/2014/main" id="{C0D418AB-F559-50EC-A44B-1FC6D15E0A8F}"/>
                    </a:ext>
                  </a:extLst>
                </p:cNvPr>
                <p:cNvSpPr/>
                <p:nvPr/>
              </p:nvSpPr>
              <p:spPr>
                <a:xfrm>
                  <a:off x="4335316" y="4186718"/>
                  <a:ext cx="353556" cy="761503"/>
                </a:xfrm>
                <a:custGeom>
                  <a:avLst/>
                  <a:gdLst>
                    <a:gd name="connsiteX0" fmla="*/ 283910 w 353555"/>
                    <a:gd name="connsiteY0" fmla="*/ 672820 h 761503"/>
                    <a:gd name="connsiteX1" fmla="*/ 321985 w 353555"/>
                    <a:gd name="connsiteY1" fmla="*/ 689138 h 761503"/>
                    <a:gd name="connsiteX2" fmla="*/ 316546 w 353555"/>
                    <a:gd name="connsiteY2" fmla="*/ 705456 h 761503"/>
                    <a:gd name="connsiteX3" fmla="*/ 300228 w 353555"/>
                    <a:gd name="connsiteY3" fmla="*/ 713615 h 761503"/>
                    <a:gd name="connsiteX4" fmla="*/ 278471 w 353555"/>
                    <a:gd name="connsiteY4" fmla="*/ 716335 h 761503"/>
                    <a:gd name="connsiteX5" fmla="*/ 237676 w 353555"/>
                    <a:gd name="connsiteY5" fmla="*/ 716335 h 761503"/>
                    <a:gd name="connsiteX6" fmla="*/ 180563 w 353555"/>
                    <a:gd name="connsiteY6" fmla="*/ 719054 h 761503"/>
                    <a:gd name="connsiteX7" fmla="*/ 126170 w 353555"/>
                    <a:gd name="connsiteY7" fmla="*/ 719054 h 761503"/>
                    <a:gd name="connsiteX8" fmla="*/ 101693 w 353555"/>
                    <a:gd name="connsiteY8" fmla="*/ 719054 h 761503"/>
                    <a:gd name="connsiteX9" fmla="*/ 74496 w 353555"/>
                    <a:gd name="connsiteY9" fmla="*/ 713615 h 761503"/>
                    <a:gd name="connsiteX10" fmla="*/ 58178 w 353555"/>
                    <a:gd name="connsiteY10" fmla="*/ 697297 h 761503"/>
                    <a:gd name="connsiteX11" fmla="*/ 63617 w 353555"/>
                    <a:gd name="connsiteY11" fmla="*/ 689138 h 761503"/>
                    <a:gd name="connsiteX12" fmla="*/ 85375 w 353555"/>
                    <a:gd name="connsiteY12" fmla="*/ 680979 h 761503"/>
                    <a:gd name="connsiteX13" fmla="*/ 131609 w 353555"/>
                    <a:gd name="connsiteY13" fmla="*/ 675540 h 761503"/>
                    <a:gd name="connsiteX14" fmla="*/ 142488 w 353555"/>
                    <a:gd name="connsiteY14" fmla="*/ 675540 h 761503"/>
                    <a:gd name="connsiteX15" fmla="*/ 131609 w 353555"/>
                    <a:gd name="connsiteY15" fmla="*/ 653783 h 761503"/>
                    <a:gd name="connsiteX16" fmla="*/ 128889 w 353555"/>
                    <a:gd name="connsiteY16" fmla="*/ 640184 h 761503"/>
                    <a:gd name="connsiteX17" fmla="*/ 128889 w 353555"/>
                    <a:gd name="connsiteY17" fmla="*/ 629306 h 761503"/>
                    <a:gd name="connsiteX18" fmla="*/ 128889 w 353555"/>
                    <a:gd name="connsiteY18" fmla="*/ 621147 h 761503"/>
                    <a:gd name="connsiteX19" fmla="*/ 128889 w 353555"/>
                    <a:gd name="connsiteY19" fmla="*/ 593950 h 761503"/>
                    <a:gd name="connsiteX20" fmla="*/ 128889 w 353555"/>
                    <a:gd name="connsiteY20" fmla="*/ 583072 h 761503"/>
                    <a:gd name="connsiteX21" fmla="*/ 128889 w 353555"/>
                    <a:gd name="connsiteY21" fmla="*/ 436210 h 761503"/>
                    <a:gd name="connsiteX22" fmla="*/ 128889 w 353555"/>
                    <a:gd name="connsiteY22" fmla="*/ 357340 h 761503"/>
                    <a:gd name="connsiteX23" fmla="*/ 131609 w 353555"/>
                    <a:gd name="connsiteY23" fmla="*/ 289349 h 761503"/>
                    <a:gd name="connsiteX24" fmla="*/ 131609 w 353555"/>
                    <a:gd name="connsiteY24" fmla="*/ 251274 h 761503"/>
                    <a:gd name="connsiteX25" fmla="*/ 131609 w 353555"/>
                    <a:gd name="connsiteY25" fmla="*/ 205040 h 761503"/>
                    <a:gd name="connsiteX26" fmla="*/ 131609 w 353555"/>
                    <a:gd name="connsiteY26" fmla="*/ 139768 h 761503"/>
                    <a:gd name="connsiteX27" fmla="*/ 131609 w 353555"/>
                    <a:gd name="connsiteY27" fmla="*/ 128889 h 761503"/>
                    <a:gd name="connsiteX28" fmla="*/ 126170 w 353555"/>
                    <a:gd name="connsiteY28" fmla="*/ 128889 h 761503"/>
                    <a:gd name="connsiteX29" fmla="*/ 101693 w 353555"/>
                    <a:gd name="connsiteY29" fmla="*/ 128889 h 761503"/>
                    <a:gd name="connsiteX30" fmla="*/ 74496 w 353555"/>
                    <a:gd name="connsiteY30" fmla="*/ 123450 h 761503"/>
                    <a:gd name="connsiteX31" fmla="*/ 58178 w 353555"/>
                    <a:gd name="connsiteY31" fmla="*/ 107132 h 761503"/>
                    <a:gd name="connsiteX32" fmla="*/ 60898 w 353555"/>
                    <a:gd name="connsiteY32" fmla="*/ 98973 h 761503"/>
                    <a:gd name="connsiteX33" fmla="*/ 82655 w 353555"/>
                    <a:gd name="connsiteY33" fmla="*/ 93534 h 761503"/>
                    <a:gd name="connsiteX34" fmla="*/ 131609 w 353555"/>
                    <a:gd name="connsiteY34" fmla="*/ 88094 h 761503"/>
                    <a:gd name="connsiteX35" fmla="*/ 131609 w 353555"/>
                    <a:gd name="connsiteY35" fmla="*/ 82655 h 761503"/>
                    <a:gd name="connsiteX36" fmla="*/ 134329 w 353555"/>
                    <a:gd name="connsiteY36" fmla="*/ 71776 h 761503"/>
                    <a:gd name="connsiteX37" fmla="*/ 147927 w 353555"/>
                    <a:gd name="connsiteY37" fmla="*/ 63617 h 761503"/>
                    <a:gd name="connsiteX38" fmla="*/ 164245 w 353555"/>
                    <a:gd name="connsiteY38" fmla="*/ 58178 h 761503"/>
                    <a:gd name="connsiteX39" fmla="*/ 177843 w 353555"/>
                    <a:gd name="connsiteY39" fmla="*/ 58178 h 761503"/>
                    <a:gd name="connsiteX40" fmla="*/ 196881 w 353555"/>
                    <a:gd name="connsiteY40" fmla="*/ 60898 h 761503"/>
                    <a:gd name="connsiteX41" fmla="*/ 232236 w 353555"/>
                    <a:gd name="connsiteY41" fmla="*/ 88094 h 761503"/>
                    <a:gd name="connsiteX42" fmla="*/ 278471 w 353555"/>
                    <a:gd name="connsiteY42" fmla="*/ 88094 h 761503"/>
                    <a:gd name="connsiteX43" fmla="*/ 316546 w 353555"/>
                    <a:gd name="connsiteY43" fmla="*/ 104412 h 761503"/>
                    <a:gd name="connsiteX44" fmla="*/ 311106 w 353555"/>
                    <a:gd name="connsiteY44" fmla="*/ 120730 h 761503"/>
                    <a:gd name="connsiteX45" fmla="*/ 294788 w 353555"/>
                    <a:gd name="connsiteY45" fmla="*/ 128889 h 761503"/>
                    <a:gd name="connsiteX46" fmla="*/ 273031 w 353555"/>
                    <a:gd name="connsiteY46" fmla="*/ 131609 h 761503"/>
                    <a:gd name="connsiteX47" fmla="*/ 243115 w 353555"/>
                    <a:gd name="connsiteY47" fmla="*/ 131609 h 761503"/>
                    <a:gd name="connsiteX48" fmla="*/ 243115 w 353555"/>
                    <a:gd name="connsiteY48" fmla="*/ 134329 h 761503"/>
                    <a:gd name="connsiteX49" fmla="*/ 248554 w 353555"/>
                    <a:gd name="connsiteY49" fmla="*/ 169684 h 761503"/>
                    <a:gd name="connsiteX50" fmla="*/ 251274 w 353555"/>
                    <a:gd name="connsiteY50" fmla="*/ 205040 h 761503"/>
                    <a:gd name="connsiteX51" fmla="*/ 251274 w 353555"/>
                    <a:gd name="connsiteY51" fmla="*/ 240395 h 761503"/>
                    <a:gd name="connsiteX52" fmla="*/ 251274 w 353555"/>
                    <a:gd name="connsiteY52" fmla="*/ 256713 h 761503"/>
                    <a:gd name="connsiteX53" fmla="*/ 253994 w 353555"/>
                    <a:gd name="connsiteY53" fmla="*/ 270311 h 761503"/>
                    <a:gd name="connsiteX54" fmla="*/ 259433 w 353555"/>
                    <a:gd name="connsiteY54" fmla="*/ 343742 h 761503"/>
                    <a:gd name="connsiteX55" fmla="*/ 262153 w 353555"/>
                    <a:gd name="connsiteY55" fmla="*/ 425332 h 761503"/>
                    <a:gd name="connsiteX56" fmla="*/ 264872 w 353555"/>
                    <a:gd name="connsiteY56" fmla="*/ 490603 h 761503"/>
                    <a:gd name="connsiteX57" fmla="*/ 270312 w 353555"/>
                    <a:gd name="connsiteY57" fmla="*/ 564034 h 761503"/>
                    <a:gd name="connsiteX58" fmla="*/ 270312 w 353555"/>
                    <a:gd name="connsiteY58" fmla="*/ 599390 h 761503"/>
                    <a:gd name="connsiteX59" fmla="*/ 270312 w 353555"/>
                    <a:gd name="connsiteY59" fmla="*/ 637465 h 761503"/>
                    <a:gd name="connsiteX60" fmla="*/ 264872 w 353555"/>
                    <a:gd name="connsiteY60" fmla="*/ 670101 h 761503"/>
                    <a:gd name="connsiteX61" fmla="*/ 283910 w 353555"/>
                    <a:gd name="connsiteY61" fmla="*/ 672820 h 761503"/>
                    <a:gd name="connsiteX62" fmla="*/ 283910 w 353555"/>
                    <a:gd name="connsiteY62" fmla="*/ 672820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</a:cxnLst>
                  <a:rect l="l" t="t" r="r" b="b"/>
                  <a:pathLst>
                    <a:path w="353555" h="761503">
                      <a:moveTo>
                        <a:pt x="283910" y="672820"/>
                      </a:moveTo>
                      <a:cubicBezTo>
                        <a:pt x="297508" y="672820"/>
                        <a:pt x="321985" y="672820"/>
                        <a:pt x="321985" y="689138"/>
                      </a:cubicBezTo>
                      <a:cubicBezTo>
                        <a:pt x="321985" y="697297"/>
                        <a:pt x="319265" y="697297"/>
                        <a:pt x="316546" y="705456"/>
                      </a:cubicBezTo>
                      <a:cubicBezTo>
                        <a:pt x="311106" y="710895"/>
                        <a:pt x="305667" y="713615"/>
                        <a:pt x="300228" y="713615"/>
                      </a:cubicBezTo>
                      <a:cubicBezTo>
                        <a:pt x="292069" y="716335"/>
                        <a:pt x="283910" y="716335"/>
                        <a:pt x="278471" y="716335"/>
                      </a:cubicBezTo>
                      <a:cubicBezTo>
                        <a:pt x="275751" y="716335"/>
                        <a:pt x="256713" y="716335"/>
                        <a:pt x="237676" y="716335"/>
                      </a:cubicBezTo>
                      <a:cubicBezTo>
                        <a:pt x="213199" y="716335"/>
                        <a:pt x="186002" y="719054"/>
                        <a:pt x="180563" y="719054"/>
                      </a:cubicBezTo>
                      <a:cubicBezTo>
                        <a:pt x="166965" y="719054"/>
                        <a:pt x="142488" y="719054"/>
                        <a:pt x="126170" y="719054"/>
                      </a:cubicBezTo>
                      <a:cubicBezTo>
                        <a:pt x="118011" y="719054"/>
                        <a:pt x="109852" y="719054"/>
                        <a:pt x="101693" y="719054"/>
                      </a:cubicBezTo>
                      <a:cubicBezTo>
                        <a:pt x="93534" y="719054"/>
                        <a:pt x="82655" y="719054"/>
                        <a:pt x="74496" y="713615"/>
                      </a:cubicBezTo>
                      <a:cubicBezTo>
                        <a:pt x="66337" y="710895"/>
                        <a:pt x="58178" y="702736"/>
                        <a:pt x="58178" y="697297"/>
                      </a:cubicBezTo>
                      <a:cubicBezTo>
                        <a:pt x="58178" y="694578"/>
                        <a:pt x="58178" y="691858"/>
                        <a:pt x="63617" y="689138"/>
                      </a:cubicBezTo>
                      <a:cubicBezTo>
                        <a:pt x="69057" y="686418"/>
                        <a:pt x="79935" y="683699"/>
                        <a:pt x="85375" y="680979"/>
                      </a:cubicBezTo>
                      <a:cubicBezTo>
                        <a:pt x="104412" y="678260"/>
                        <a:pt x="123450" y="675540"/>
                        <a:pt x="131609" y="675540"/>
                      </a:cubicBezTo>
                      <a:cubicBezTo>
                        <a:pt x="134329" y="675540"/>
                        <a:pt x="137048" y="675540"/>
                        <a:pt x="142488" y="675540"/>
                      </a:cubicBezTo>
                      <a:cubicBezTo>
                        <a:pt x="134329" y="670101"/>
                        <a:pt x="131609" y="661942"/>
                        <a:pt x="131609" y="653783"/>
                      </a:cubicBezTo>
                      <a:cubicBezTo>
                        <a:pt x="131609" y="648343"/>
                        <a:pt x="131609" y="642904"/>
                        <a:pt x="128889" y="640184"/>
                      </a:cubicBezTo>
                      <a:cubicBezTo>
                        <a:pt x="128889" y="637465"/>
                        <a:pt x="128889" y="634745"/>
                        <a:pt x="128889" y="629306"/>
                      </a:cubicBezTo>
                      <a:cubicBezTo>
                        <a:pt x="128889" y="626586"/>
                        <a:pt x="128889" y="623867"/>
                        <a:pt x="128889" y="621147"/>
                      </a:cubicBezTo>
                      <a:cubicBezTo>
                        <a:pt x="128889" y="612988"/>
                        <a:pt x="128889" y="604829"/>
                        <a:pt x="128889" y="593950"/>
                      </a:cubicBezTo>
                      <a:cubicBezTo>
                        <a:pt x="128889" y="591231"/>
                        <a:pt x="128889" y="585791"/>
                        <a:pt x="128889" y="583072"/>
                      </a:cubicBezTo>
                      <a:cubicBezTo>
                        <a:pt x="128889" y="534118"/>
                        <a:pt x="131609" y="485164"/>
                        <a:pt x="128889" y="436210"/>
                      </a:cubicBezTo>
                      <a:cubicBezTo>
                        <a:pt x="128889" y="409014"/>
                        <a:pt x="128889" y="384537"/>
                        <a:pt x="128889" y="357340"/>
                      </a:cubicBezTo>
                      <a:cubicBezTo>
                        <a:pt x="128889" y="335583"/>
                        <a:pt x="131609" y="313826"/>
                        <a:pt x="131609" y="289349"/>
                      </a:cubicBezTo>
                      <a:cubicBezTo>
                        <a:pt x="131609" y="275751"/>
                        <a:pt x="131609" y="264872"/>
                        <a:pt x="131609" y="251274"/>
                      </a:cubicBezTo>
                      <a:cubicBezTo>
                        <a:pt x="131609" y="234956"/>
                        <a:pt x="131609" y="221357"/>
                        <a:pt x="131609" y="205040"/>
                      </a:cubicBezTo>
                      <a:cubicBezTo>
                        <a:pt x="131609" y="183282"/>
                        <a:pt x="131609" y="161525"/>
                        <a:pt x="131609" y="139768"/>
                      </a:cubicBezTo>
                      <a:cubicBezTo>
                        <a:pt x="131609" y="137048"/>
                        <a:pt x="131609" y="134329"/>
                        <a:pt x="131609" y="128889"/>
                      </a:cubicBezTo>
                      <a:cubicBezTo>
                        <a:pt x="128889" y="128889"/>
                        <a:pt x="126170" y="128889"/>
                        <a:pt x="126170" y="128889"/>
                      </a:cubicBezTo>
                      <a:cubicBezTo>
                        <a:pt x="118011" y="128889"/>
                        <a:pt x="109852" y="128889"/>
                        <a:pt x="101693" y="128889"/>
                      </a:cubicBezTo>
                      <a:cubicBezTo>
                        <a:pt x="93534" y="128889"/>
                        <a:pt x="82655" y="128889"/>
                        <a:pt x="74496" y="123450"/>
                      </a:cubicBezTo>
                      <a:cubicBezTo>
                        <a:pt x="66337" y="120730"/>
                        <a:pt x="58178" y="112571"/>
                        <a:pt x="58178" y="107132"/>
                      </a:cubicBezTo>
                      <a:cubicBezTo>
                        <a:pt x="58178" y="104412"/>
                        <a:pt x="58178" y="101693"/>
                        <a:pt x="60898" y="98973"/>
                      </a:cubicBezTo>
                      <a:cubicBezTo>
                        <a:pt x="63617" y="96253"/>
                        <a:pt x="77216" y="93534"/>
                        <a:pt x="82655" y="93534"/>
                      </a:cubicBezTo>
                      <a:cubicBezTo>
                        <a:pt x="98973" y="90814"/>
                        <a:pt x="123450" y="88094"/>
                        <a:pt x="131609" y="88094"/>
                      </a:cubicBezTo>
                      <a:cubicBezTo>
                        <a:pt x="131609" y="85375"/>
                        <a:pt x="131609" y="85375"/>
                        <a:pt x="131609" y="82655"/>
                      </a:cubicBezTo>
                      <a:cubicBezTo>
                        <a:pt x="131609" y="77216"/>
                        <a:pt x="131609" y="74496"/>
                        <a:pt x="134329" y="71776"/>
                      </a:cubicBezTo>
                      <a:cubicBezTo>
                        <a:pt x="137048" y="69057"/>
                        <a:pt x="145207" y="66337"/>
                        <a:pt x="147927" y="63617"/>
                      </a:cubicBezTo>
                      <a:cubicBezTo>
                        <a:pt x="153366" y="60898"/>
                        <a:pt x="158806" y="58178"/>
                        <a:pt x="164245" y="58178"/>
                      </a:cubicBezTo>
                      <a:cubicBezTo>
                        <a:pt x="169684" y="58178"/>
                        <a:pt x="175123" y="58178"/>
                        <a:pt x="177843" y="58178"/>
                      </a:cubicBezTo>
                      <a:cubicBezTo>
                        <a:pt x="183283" y="58178"/>
                        <a:pt x="191442" y="58178"/>
                        <a:pt x="196881" y="60898"/>
                      </a:cubicBezTo>
                      <a:cubicBezTo>
                        <a:pt x="213199" y="63617"/>
                        <a:pt x="224077" y="74496"/>
                        <a:pt x="232236" y="88094"/>
                      </a:cubicBezTo>
                      <a:cubicBezTo>
                        <a:pt x="253994" y="88094"/>
                        <a:pt x="270312" y="88094"/>
                        <a:pt x="278471" y="88094"/>
                      </a:cubicBezTo>
                      <a:cubicBezTo>
                        <a:pt x="292069" y="88094"/>
                        <a:pt x="316546" y="88094"/>
                        <a:pt x="316546" y="104412"/>
                      </a:cubicBezTo>
                      <a:cubicBezTo>
                        <a:pt x="316546" y="112571"/>
                        <a:pt x="313826" y="112571"/>
                        <a:pt x="311106" y="120730"/>
                      </a:cubicBezTo>
                      <a:cubicBezTo>
                        <a:pt x="305667" y="126170"/>
                        <a:pt x="300228" y="128889"/>
                        <a:pt x="294788" y="128889"/>
                      </a:cubicBezTo>
                      <a:cubicBezTo>
                        <a:pt x="286630" y="131609"/>
                        <a:pt x="278471" y="131609"/>
                        <a:pt x="273031" y="131609"/>
                      </a:cubicBezTo>
                      <a:cubicBezTo>
                        <a:pt x="270312" y="131609"/>
                        <a:pt x="259433" y="131609"/>
                        <a:pt x="243115" y="131609"/>
                      </a:cubicBezTo>
                      <a:lnTo>
                        <a:pt x="243115" y="134329"/>
                      </a:lnTo>
                      <a:cubicBezTo>
                        <a:pt x="245835" y="145207"/>
                        <a:pt x="245835" y="158805"/>
                        <a:pt x="248554" y="169684"/>
                      </a:cubicBezTo>
                      <a:cubicBezTo>
                        <a:pt x="251274" y="180563"/>
                        <a:pt x="251274" y="194161"/>
                        <a:pt x="251274" y="205040"/>
                      </a:cubicBezTo>
                      <a:cubicBezTo>
                        <a:pt x="251274" y="215918"/>
                        <a:pt x="251274" y="226797"/>
                        <a:pt x="251274" y="240395"/>
                      </a:cubicBezTo>
                      <a:cubicBezTo>
                        <a:pt x="251274" y="245834"/>
                        <a:pt x="251274" y="251274"/>
                        <a:pt x="251274" y="256713"/>
                      </a:cubicBezTo>
                      <a:cubicBezTo>
                        <a:pt x="251274" y="262152"/>
                        <a:pt x="251274" y="267592"/>
                        <a:pt x="253994" y="270311"/>
                      </a:cubicBezTo>
                      <a:cubicBezTo>
                        <a:pt x="256713" y="294788"/>
                        <a:pt x="256713" y="319265"/>
                        <a:pt x="259433" y="343742"/>
                      </a:cubicBezTo>
                      <a:cubicBezTo>
                        <a:pt x="259433" y="370939"/>
                        <a:pt x="262153" y="398135"/>
                        <a:pt x="262153" y="425332"/>
                      </a:cubicBezTo>
                      <a:cubicBezTo>
                        <a:pt x="262153" y="447089"/>
                        <a:pt x="262153" y="468846"/>
                        <a:pt x="264872" y="490603"/>
                      </a:cubicBezTo>
                      <a:cubicBezTo>
                        <a:pt x="264872" y="515080"/>
                        <a:pt x="270312" y="539557"/>
                        <a:pt x="270312" y="564034"/>
                      </a:cubicBezTo>
                      <a:cubicBezTo>
                        <a:pt x="270312" y="574913"/>
                        <a:pt x="270312" y="588511"/>
                        <a:pt x="270312" y="599390"/>
                      </a:cubicBezTo>
                      <a:cubicBezTo>
                        <a:pt x="270312" y="612988"/>
                        <a:pt x="270312" y="623867"/>
                        <a:pt x="270312" y="637465"/>
                      </a:cubicBezTo>
                      <a:cubicBezTo>
                        <a:pt x="270312" y="648343"/>
                        <a:pt x="270312" y="661942"/>
                        <a:pt x="264872" y="670101"/>
                      </a:cubicBezTo>
                      <a:cubicBezTo>
                        <a:pt x="273031" y="672820"/>
                        <a:pt x="278471" y="672820"/>
                        <a:pt x="283910" y="672820"/>
                      </a:cubicBezTo>
                      <a:lnTo>
                        <a:pt x="283910" y="672820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48" name="Freeform: Shape 42">
                  <a:extLst>
                    <a:ext uri="{FF2B5EF4-FFF2-40B4-BE49-F238E27FC236}">
                      <a16:creationId xmlns:a16="http://schemas.microsoft.com/office/drawing/2014/main" id="{F252B7BB-3386-26ED-6141-38E9AD8373AE}"/>
                    </a:ext>
                  </a:extLst>
                </p:cNvPr>
                <p:cNvSpPr/>
                <p:nvPr/>
              </p:nvSpPr>
              <p:spPr>
                <a:xfrm>
                  <a:off x="4620880" y="4194877"/>
                  <a:ext cx="598325" cy="761503"/>
                </a:xfrm>
                <a:custGeom>
                  <a:avLst/>
                  <a:gdLst>
                    <a:gd name="connsiteX0" fmla="*/ 515081 w 598324"/>
                    <a:gd name="connsiteY0" fmla="*/ 79935 h 761503"/>
                    <a:gd name="connsiteX1" fmla="*/ 542277 w 598324"/>
                    <a:gd name="connsiteY1" fmla="*/ 96253 h 761503"/>
                    <a:gd name="connsiteX2" fmla="*/ 536838 w 598324"/>
                    <a:gd name="connsiteY2" fmla="*/ 112571 h 761503"/>
                    <a:gd name="connsiteX3" fmla="*/ 523240 w 598324"/>
                    <a:gd name="connsiteY3" fmla="*/ 120730 h 761503"/>
                    <a:gd name="connsiteX4" fmla="*/ 506922 w 598324"/>
                    <a:gd name="connsiteY4" fmla="*/ 123450 h 761503"/>
                    <a:gd name="connsiteX5" fmla="*/ 477006 w 598324"/>
                    <a:gd name="connsiteY5" fmla="*/ 123450 h 761503"/>
                    <a:gd name="connsiteX6" fmla="*/ 479725 w 598324"/>
                    <a:gd name="connsiteY6" fmla="*/ 145207 h 761503"/>
                    <a:gd name="connsiteX7" fmla="*/ 477006 w 598324"/>
                    <a:gd name="connsiteY7" fmla="*/ 180563 h 761503"/>
                    <a:gd name="connsiteX8" fmla="*/ 482445 w 598324"/>
                    <a:gd name="connsiteY8" fmla="*/ 232236 h 761503"/>
                    <a:gd name="connsiteX9" fmla="*/ 485165 w 598324"/>
                    <a:gd name="connsiteY9" fmla="*/ 283909 h 761503"/>
                    <a:gd name="connsiteX10" fmla="*/ 485165 w 598324"/>
                    <a:gd name="connsiteY10" fmla="*/ 327424 h 761503"/>
                    <a:gd name="connsiteX11" fmla="*/ 487884 w 598324"/>
                    <a:gd name="connsiteY11" fmla="*/ 373658 h 761503"/>
                    <a:gd name="connsiteX12" fmla="*/ 485165 w 598324"/>
                    <a:gd name="connsiteY12" fmla="*/ 419892 h 761503"/>
                    <a:gd name="connsiteX13" fmla="*/ 485165 w 598324"/>
                    <a:gd name="connsiteY13" fmla="*/ 463407 h 761503"/>
                    <a:gd name="connsiteX14" fmla="*/ 482445 w 598324"/>
                    <a:gd name="connsiteY14" fmla="*/ 515080 h 761503"/>
                    <a:gd name="connsiteX15" fmla="*/ 482445 w 598324"/>
                    <a:gd name="connsiteY15" fmla="*/ 558595 h 761503"/>
                    <a:gd name="connsiteX16" fmla="*/ 479725 w 598324"/>
                    <a:gd name="connsiteY16" fmla="*/ 602109 h 761503"/>
                    <a:gd name="connsiteX17" fmla="*/ 485165 w 598324"/>
                    <a:gd name="connsiteY17" fmla="*/ 648343 h 761503"/>
                    <a:gd name="connsiteX18" fmla="*/ 474286 w 598324"/>
                    <a:gd name="connsiteY18" fmla="*/ 675540 h 761503"/>
                    <a:gd name="connsiteX19" fmla="*/ 428052 w 598324"/>
                    <a:gd name="connsiteY19" fmla="*/ 691858 h 761503"/>
                    <a:gd name="connsiteX20" fmla="*/ 387257 w 598324"/>
                    <a:gd name="connsiteY20" fmla="*/ 683699 h 761503"/>
                    <a:gd name="connsiteX21" fmla="*/ 351901 w 598324"/>
                    <a:gd name="connsiteY21" fmla="*/ 664661 h 761503"/>
                    <a:gd name="connsiteX22" fmla="*/ 305667 w 598324"/>
                    <a:gd name="connsiteY22" fmla="*/ 596670 h 761503"/>
                    <a:gd name="connsiteX23" fmla="*/ 270312 w 598324"/>
                    <a:gd name="connsiteY23" fmla="*/ 509641 h 761503"/>
                    <a:gd name="connsiteX24" fmla="*/ 251274 w 598324"/>
                    <a:gd name="connsiteY24" fmla="*/ 460687 h 761503"/>
                    <a:gd name="connsiteX25" fmla="*/ 224077 w 598324"/>
                    <a:gd name="connsiteY25" fmla="*/ 381817 h 761503"/>
                    <a:gd name="connsiteX26" fmla="*/ 207759 w 598324"/>
                    <a:gd name="connsiteY26" fmla="*/ 330144 h 761503"/>
                    <a:gd name="connsiteX27" fmla="*/ 191442 w 598324"/>
                    <a:gd name="connsiteY27" fmla="*/ 286629 h 761503"/>
                    <a:gd name="connsiteX28" fmla="*/ 183283 w 598324"/>
                    <a:gd name="connsiteY28" fmla="*/ 278470 h 761503"/>
                    <a:gd name="connsiteX29" fmla="*/ 180563 w 598324"/>
                    <a:gd name="connsiteY29" fmla="*/ 292068 h 761503"/>
                    <a:gd name="connsiteX30" fmla="*/ 180563 w 598324"/>
                    <a:gd name="connsiteY30" fmla="*/ 305667 h 761503"/>
                    <a:gd name="connsiteX31" fmla="*/ 183283 w 598324"/>
                    <a:gd name="connsiteY31" fmla="*/ 354620 h 761503"/>
                    <a:gd name="connsiteX32" fmla="*/ 188722 w 598324"/>
                    <a:gd name="connsiteY32" fmla="*/ 449808 h 761503"/>
                    <a:gd name="connsiteX33" fmla="*/ 188722 w 598324"/>
                    <a:gd name="connsiteY33" fmla="*/ 479725 h 761503"/>
                    <a:gd name="connsiteX34" fmla="*/ 188722 w 598324"/>
                    <a:gd name="connsiteY34" fmla="*/ 542277 h 761503"/>
                    <a:gd name="connsiteX35" fmla="*/ 186002 w 598324"/>
                    <a:gd name="connsiteY35" fmla="*/ 615708 h 761503"/>
                    <a:gd name="connsiteX36" fmla="*/ 186002 w 598324"/>
                    <a:gd name="connsiteY36" fmla="*/ 637465 h 761503"/>
                    <a:gd name="connsiteX37" fmla="*/ 183283 w 598324"/>
                    <a:gd name="connsiteY37" fmla="*/ 664661 h 761503"/>
                    <a:gd name="connsiteX38" fmla="*/ 226797 w 598324"/>
                    <a:gd name="connsiteY38" fmla="*/ 664661 h 761503"/>
                    <a:gd name="connsiteX39" fmla="*/ 253994 w 598324"/>
                    <a:gd name="connsiteY39" fmla="*/ 680979 h 761503"/>
                    <a:gd name="connsiteX40" fmla="*/ 248554 w 598324"/>
                    <a:gd name="connsiteY40" fmla="*/ 697297 h 761503"/>
                    <a:gd name="connsiteX41" fmla="*/ 234956 w 598324"/>
                    <a:gd name="connsiteY41" fmla="*/ 705456 h 761503"/>
                    <a:gd name="connsiteX42" fmla="*/ 218638 w 598324"/>
                    <a:gd name="connsiteY42" fmla="*/ 708176 h 761503"/>
                    <a:gd name="connsiteX43" fmla="*/ 183283 w 598324"/>
                    <a:gd name="connsiteY43" fmla="*/ 708176 h 761503"/>
                    <a:gd name="connsiteX44" fmla="*/ 150647 w 598324"/>
                    <a:gd name="connsiteY44" fmla="*/ 708176 h 761503"/>
                    <a:gd name="connsiteX45" fmla="*/ 107132 w 598324"/>
                    <a:gd name="connsiteY45" fmla="*/ 708176 h 761503"/>
                    <a:gd name="connsiteX46" fmla="*/ 88094 w 598324"/>
                    <a:gd name="connsiteY46" fmla="*/ 708176 h 761503"/>
                    <a:gd name="connsiteX47" fmla="*/ 69057 w 598324"/>
                    <a:gd name="connsiteY47" fmla="*/ 702736 h 761503"/>
                    <a:gd name="connsiteX48" fmla="*/ 58178 w 598324"/>
                    <a:gd name="connsiteY48" fmla="*/ 686418 h 761503"/>
                    <a:gd name="connsiteX49" fmla="*/ 60898 w 598324"/>
                    <a:gd name="connsiteY49" fmla="*/ 678259 h 761503"/>
                    <a:gd name="connsiteX50" fmla="*/ 77216 w 598324"/>
                    <a:gd name="connsiteY50" fmla="*/ 670101 h 761503"/>
                    <a:gd name="connsiteX51" fmla="*/ 120730 w 598324"/>
                    <a:gd name="connsiteY51" fmla="*/ 664661 h 761503"/>
                    <a:gd name="connsiteX52" fmla="*/ 131609 w 598324"/>
                    <a:gd name="connsiteY52" fmla="*/ 664661 h 761503"/>
                    <a:gd name="connsiteX53" fmla="*/ 134329 w 598324"/>
                    <a:gd name="connsiteY53" fmla="*/ 539557 h 761503"/>
                    <a:gd name="connsiteX54" fmla="*/ 134329 w 598324"/>
                    <a:gd name="connsiteY54" fmla="*/ 504201 h 761503"/>
                    <a:gd name="connsiteX55" fmla="*/ 131609 w 598324"/>
                    <a:gd name="connsiteY55" fmla="*/ 376378 h 761503"/>
                    <a:gd name="connsiteX56" fmla="*/ 131609 w 598324"/>
                    <a:gd name="connsiteY56" fmla="*/ 302947 h 761503"/>
                    <a:gd name="connsiteX57" fmla="*/ 134329 w 598324"/>
                    <a:gd name="connsiteY57" fmla="*/ 221357 h 761503"/>
                    <a:gd name="connsiteX58" fmla="*/ 137048 w 598324"/>
                    <a:gd name="connsiteY58" fmla="*/ 123450 h 761503"/>
                    <a:gd name="connsiteX59" fmla="*/ 107132 w 598324"/>
                    <a:gd name="connsiteY59" fmla="*/ 123450 h 761503"/>
                    <a:gd name="connsiteX60" fmla="*/ 88094 w 598324"/>
                    <a:gd name="connsiteY60" fmla="*/ 123450 h 761503"/>
                    <a:gd name="connsiteX61" fmla="*/ 69057 w 598324"/>
                    <a:gd name="connsiteY61" fmla="*/ 118011 h 761503"/>
                    <a:gd name="connsiteX62" fmla="*/ 58178 w 598324"/>
                    <a:gd name="connsiteY62" fmla="*/ 101693 h 761503"/>
                    <a:gd name="connsiteX63" fmla="*/ 60898 w 598324"/>
                    <a:gd name="connsiteY63" fmla="*/ 93534 h 761503"/>
                    <a:gd name="connsiteX64" fmla="*/ 77216 w 598324"/>
                    <a:gd name="connsiteY64" fmla="*/ 85375 h 761503"/>
                    <a:gd name="connsiteX65" fmla="*/ 131609 w 598324"/>
                    <a:gd name="connsiteY65" fmla="*/ 79935 h 761503"/>
                    <a:gd name="connsiteX66" fmla="*/ 161525 w 598324"/>
                    <a:gd name="connsiteY66" fmla="*/ 79935 h 761503"/>
                    <a:gd name="connsiteX67" fmla="*/ 177843 w 598324"/>
                    <a:gd name="connsiteY67" fmla="*/ 66337 h 761503"/>
                    <a:gd name="connsiteX68" fmla="*/ 202320 w 598324"/>
                    <a:gd name="connsiteY68" fmla="*/ 58178 h 761503"/>
                    <a:gd name="connsiteX69" fmla="*/ 234956 w 598324"/>
                    <a:gd name="connsiteY69" fmla="*/ 77216 h 761503"/>
                    <a:gd name="connsiteX70" fmla="*/ 251274 w 598324"/>
                    <a:gd name="connsiteY70" fmla="*/ 107132 h 761503"/>
                    <a:gd name="connsiteX71" fmla="*/ 267592 w 598324"/>
                    <a:gd name="connsiteY71" fmla="*/ 147927 h 761503"/>
                    <a:gd name="connsiteX72" fmla="*/ 281190 w 598324"/>
                    <a:gd name="connsiteY72" fmla="*/ 183282 h 761503"/>
                    <a:gd name="connsiteX73" fmla="*/ 297508 w 598324"/>
                    <a:gd name="connsiteY73" fmla="*/ 224077 h 761503"/>
                    <a:gd name="connsiteX74" fmla="*/ 308387 w 598324"/>
                    <a:gd name="connsiteY74" fmla="*/ 264872 h 761503"/>
                    <a:gd name="connsiteX75" fmla="*/ 319265 w 598324"/>
                    <a:gd name="connsiteY75" fmla="*/ 300227 h 761503"/>
                    <a:gd name="connsiteX76" fmla="*/ 351901 w 598324"/>
                    <a:gd name="connsiteY76" fmla="*/ 379097 h 761503"/>
                    <a:gd name="connsiteX77" fmla="*/ 365500 w 598324"/>
                    <a:gd name="connsiteY77" fmla="*/ 417173 h 761503"/>
                    <a:gd name="connsiteX78" fmla="*/ 379098 w 598324"/>
                    <a:gd name="connsiteY78" fmla="*/ 457967 h 761503"/>
                    <a:gd name="connsiteX79" fmla="*/ 395416 w 598324"/>
                    <a:gd name="connsiteY79" fmla="*/ 496043 h 761503"/>
                    <a:gd name="connsiteX80" fmla="*/ 406294 w 598324"/>
                    <a:gd name="connsiteY80" fmla="*/ 512361 h 761503"/>
                    <a:gd name="connsiteX81" fmla="*/ 411734 w 598324"/>
                    <a:gd name="connsiteY81" fmla="*/ 531398 h 761503"/>
                    <a:gd name="connsiteX82" fmla="*/ 419893 w 598324"/>
                    <a:gd name="connsiteY82" fmla="*/ 558595 h 761503"/>
                    <a:gd name="connsiteX83" fmla="*/ 425332 w 598324"/>
                    <a:gd name="connsiteY83" fmla="*/ 564034 h 761503"/>
                    <a:gd name="connsiteX84" fmla="*/ 430771 w 598324"/>
                    <a:gd name="connsiteY84" fmla="*/ 558595 h 761503"/>
                    <a:gd name="connsiteX85" fmla="*/ 430771 w 598324"/>
                    <a:gd name="connsiteY85" fmla="*/ 550436 h 761503"/>
                    <a:gd name="connsiteX86" fmla="*/ 430771 w 598324"/>
                    <a:gd name="connsiteY86" fmla="*/ 501482 h 761503"/>
                    <a:gd name="connsiteX87" fmla="*/ 430771 w 598324"/>
                    <a:gd name="connsiteY87" fmla="*/ 403574 h 761503"/>
                    <a:gd name="connsiteX88" fmla="*/ 425332 w 598324"/>
                    <a:gd name="connsiteY88" fmla="*/ 313826 h 761503"/>
                    <a:gd name="connsiteX89" fmla="*/ 425332 w 598324"/>
                    <a:gd name="connsiteY89" fmla="*/ 248554 h 761503"/>
                    <a:gd name="connsiteX90" fmla="*/ 425332 w 598324"/>
                    <a:gd name="connsiteY90" fmla="*/ 210479 h 761503"/>
                    <a:gd name="connsiteX91" fmla="*/ 422613 w 598324"/>
                    <a:gd name="connsiteY91" fmla="*/ 153366 h 761503"/>
                    <a:gd name="connsiteX92" fmla="*/ 425332 w 598324"/>
                    <a:gd name="connsiteY92" fmla="*/ 123450 h 761503"/>
                    <a:gd name="connsiteX93" fmla="*/ 398136 w 598324"/>
                    <a:gd name="connsiteY93" fmla="*/ 123450 h 761503"/>
                    <a:gd name="connsiteX94" fmla="*/ 379098 w 598324"/>
                    <a:gd name="connsiteY94" fmla="*/ 123450 h 761503"/>
                    <a:gd name="connsiteX95" fmla="*/ 360060 w 598324"/>
                    <a:gd name="connsiteY95" fmla="*/ 118011 h 761503"/>
                    <a:gd name="connsiteX96" fmla="*/ 349182 w 598324"/>
                    <a:gd name="connsiteY96" fmla="*/ 101693 h 761503"/>
                    <a:gd name="connsiteX97" fmla="*/ 351901 w 598324"/>
                    <a:gd name="connsiteY97" fmla="*/ 93534 h 761503"/>
                    <a:gd name="connsiteX98" fmla="*/ 368219 w 598324"/>
                    <a:gd name="connsiteY98" fmla="*/ 85375 h 761503"/>
                    <a:gd name="connsiteX99" fmla="*/ 422613 w 598324"/>
                    <a:gd name="connsiteY99" fmla="*/ 79935 h 761503"/>
                    <a:gd name="connsiteX100" fmla="*/ 444370 w 598324"/>
                    <a:gd name="connsiteY100" fmla="*/ 79935 h 761503"/>
                    <a:gd name="connsiteX101" fmla="*/ 463407 w 598324"/>
                    <a:gd name="connsiteY101" fmla="*/ 71776 h 761503"/>
                    <a:gd name="connsiteX102" fmla="*/ 477006 w 598324"/>
                    <a:gd name="connsiteY102" fmla="*/ 79935 h 761503"/>
                    <a:gd name="connsiteX103" fmla="*/ 515081 w 598324"/>
                    <a:gd name="connsiteY103" fmla="*/ 79935 h 761503"/>
                    <a:gd name="connsiteX104" fmla="*/ 515081 w 598324"/>
                    <a:gd name="connsiteY104" fmla="*/ 79935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</a:cxnLst>
                  <a:rect l="l" t="t" r="r" b="b"/>
                  <a:pathLst>
                    <a:path w="598324" h="761503">
                      <a:moveTo>
                        <a:pt x="515081" y="79935"/>
                      </a:moveTo>
                      <a:cubicBezTo>
                        <a:pt x="523240" y="79935"/>
                        <a:pt x="542277" y="79935"/>
                        <a:pt x="542277" y="96253"/>
                      </a:cubicBezTo>
                      <a:cubicBezTo>
                        <a:pt x="542277" y="104412"/>
                        <a:pt x="542277" y="107132"/>
                        <a:pt x="536838" y="112571"/>
                      </a:cubicBezTo>
                      <a:cubicBezTo>
                        <a:pt x="534119" y="118011"/>
                        <a:pt x="528679" y="120730"/>
                        <a:pt x="523240" y="120730"/>
                      </a:cubicBezTo>
                      <a:cubicBezTo>
                        <a:pt x="515081" y="123450"/>
                        <a:pt x="512361" y="123450"/>
                        <a:pt x="506922" y="123450"/>
                      </a:cubicBezTo>
                      <a:cubicBezTo>
                        <a:pt x="504202" y="123450"/>
                        <a:pt x="490604" y="123450"/>
                        <a:pt x="477006" y="123450"/>
                      </a:cubicBezTo>
                      <a:cubicBezTo>
                        <a:pt x="477006" y="131609"/>
                        <a:pt x="479725" y="137048"/>
                        <a:pt x="479725" y="145207"/>
                      </a:cubicBezTo>
                      <a:cubicBezTo>
                        <a:pt x="479725" y="156086"/>
                        <a:pt x="477006" y="166964"/>
                        <a:pt x="477006" y="180563"/>
                      </a:cubicBezTo>
                      <a:cubicBezTo>
                        <a:pt x="477006" y="196881"/>
                        <a:pt x="479725" y="215918"/>
                        <a:pt x="482445" y="232236"/>
                      </a:cubicBezTo>
                      <a:cubicBezTo>
                        <a:pt x="485165" y="248554"/>
                        <a:pt x="485165" y="267592"/>
                        <a:pt x="485165" y="283909"/>
                      </a:cubicBezTo>
                      <a:cubicBezTo>
                        <a:pt x="485165" y="297508"/>
                        <a:pt x="485165" y="313826"/>
                        <a:pt x="485165" y="327424"/>
                      </a:cubicBezTo>
                      <a:cubicBezTo>
                        <a:pt x="485165" y="343742"/>
                        <a:pt x="487884" y="357340"/>
                        <a:pt x="487884" y="373658"/>
                      </a:cubicBezTo>
                      <a:cubicBezTo>
                        <a:pt x="487884" y="389976"/>
                        <a:pt x="485165" y="403574"/>
                        <a:pt x="485165" y="419892"/>
                      </a:cubicBezTo>
                      <a:cubicBezTo>
                        <a:pt x="485165" y="436210"/>
                        <a:pt x="485165" y="449808"/>
                        <a:pt x="485165" y="463407"/>
                      </a:cubicBezTo>
                      <a:cubicBezTo>
                        <a:pt x="485165" y="479725"/>
                        <a:pt x="485165" y="498762"/>
                        <a:pt x="482445" y="515080"/>
                      </a:cubicBezTo>
                      <a:cubicBezTo>
                        <a:pt x="482445" y="528678"/>
                        <a:pt x="482445" y="542277"/>
                        <a:pt x="482445" y="558595"/>
                      </a:cubicBezTo>
                      <a:cubicBezTo>
                        <a:pt x="482445" y="572193"/>
                        <a:pt x="479725" y="588511"/>
                        <a:pt x="479725" y="602109"/>
                      </a:cubicBezTo>
                      <a:cubicBezTo>
                        <a:pt x="479725" y="615708"/>
                        <a:pt x="485165" y="632025"/>
                        <a:pt x="485165" y="648343"/>
                      </a:cubicBezTo>
                      <a:cubicBezTo>
                        <a:pt x="485165" y="659222"/>
                        <a:pt x="482445" y="670101"/>
                        <a:pt x="474286" y="675540"/>
                      </a:cubicBezTo>
                      <a:cubicBezTo>
                        <a:pt x="460688" y="686418"/>
                        <a:pt x="444370" y="691858"/>
                        <a:pt x="428052" y="691858"/>
                      </a:cubicBezTo>
                      <a:cubicBezTo>
                        <a:pt x="414453" y="691858"/>
                        <a:pt x="400855" y="689138"/>
                        <a:pt x="387257" y="683699"/>
                      </a:cubicBezTo>
                      <a:cubicBezTo>
                        <a:pt x="373659" y="678259"/>
                        <a:pt x="360060" y="672820"/>
                        <a:pt x="351901" y="664661"/>
                      </a:cubicBezTo>
                      <a:cubicBezTo>
                        <a:pt x="330144" y="645624"/>
                        <a:pt x="316546" y="621147"/>
                        <a:pt x="305667" y="596670"/>
                      </a:cubicBezTo>
                      <a:cubicBezTo>
                        <a:pt x="292069" y="569473"/>
                        <a:pt x="281190" y="539557"/>
                        <a:pt x="270312" y="509641"/>
                      </a:cubicBezTo>
                      <a:cubicBezTo>
                        <a:pt x="264872" y="493323"/>
                        <a:pt x="256713" y="477005"/>
                        <a:pt x="251274" y="460687"/>
                      </a:cubicBezTo>
                      <a:cubicBezTo>
                        <a:pt x="240395" y="433490"/>
                        <a:pt x="232236" y="409014"/>
                        <a:pt x="224077" y="381817"/>
                      </a:cubicBezTo>
                      <a:cubicBezTo>
                        <a:pt x="218638" y="365499"/>
                        <a:pt x="213199" y="346462"/>
                        <a:pt x="207759" y="330144"/>
                      </a:cubicBezTo>
                      <a:cubicBezTo>
                        <a:pt x="202320" y="316545"/>
                        <a:pt x="196881" y="300227"/>
                        <a:pt x="191442" y="286629"/>
                      </a:cubicBezTo>
                      <a:cubicBezTo>
                        <a:pt x="188722" y="281190"/>
                        <a:pt x="186002" y="278470"/>
                        <a:pt x="183283" y="278470"/>
                      </a:cubicBezTo>
                      <a:cubicBezTo>
                        <a:pt x="180563" y="278470"/>
                        <a:pt x="180563" y="286629"/>
                        <a:pt x="180563" y="292068"/>
                      </a:cubicBezTo>
                      <a:cubicBezTo>
                        <a:pt x="180563" y="297508"/>
                        <a:pt x="180563" y="302947"/>
                        <a:pt x="180563" y="305667"/>
                      </a:cubicBezTo>
                      <a:cubicBezTo>
                        <a:pt x="180563" y="321985"/>
                        <a:pt x="183283" y="338303"/>
                        <a:pt x="183283" y="354620"/>
                      </a:cubicBezTo>
                      <a:cubicBezTo>
                        <a:pt x="183283" y="387256"/>
                        <a:pt x="186002" y="417173"/>
                        <a:pt x="188722" y="449808"/>
                      </a:cubicBezTo>
                      <a:cubicBezTo>
                        <a:pt x="188722" y="460687"/>
                        <a:pt x="188722" y="468846"/>
                        <a:pt x="188722" y="479725"/>
                      </a:cubicBezTo>
                      <a:cubicBezTo>
                        <a:pt x="188722" y="501482"/>
                        <a:pt x="188722" y="523239"/>
                        <a:pt x="188722" y="542277"/>
                      </a:cubicBezTo>
                      <a:cubicBezTo>
                        <a:pt x="188722" y="566754"/>
                        <a:pt x="186002" y="591231"/>
                        <a:pt x="186002" y="615708"/>
                      </a:cubicBezTo>
                      <a:cubicBezTo>
                        <a:pt x="186002" y="623866"/>
                        <a:pt x="186002" y="632025"/>
                        <a:pt x="186002" y="637465"/>
                      </a:cubicBezTo>
                      <a:cubicBezTo>
                        <a:pt x="186002" y="645624"/>
                        <a:pt x="183283" y="656502"/>
                        <a:pt x="183283" y="664661"/>
                      </a:cubicBezTo>
                      <a:cubicBezTo>
                        <a:pt x="202320" y="664661"/>
                        <a:pt x="218638" y="664661"/>
                        <a:pt x="226797" y="664661"/>
                      </a:cubicBezTo>
                      <a:cubicBezTo>
                        <a:pt x="234956" y="664661"/>
                        <a:pt x="253994" y="664661"/>
                        <a:pt x="253994" y="680979"/>
                      </a:cubicBezTo>
                      <a:cubicBezTo>
                        <a:pt x="253994" y="689138"/>
                        <a:pt x="253994" y="691858"/>
                        <a:pt x="248554" y="697297"/>
                      </a:cubicBezTo>
                      <a:cubicBezTo>
                        <a:pt x="245835" y="702736"/>
                        <a:pt x="240395" y="705456"/>
                        <a:pt x="234956" y="705456"/>
                      </a:cubicBezTo>
                      <a:cubicBezTo>
                        <a:pt x="226797" y="708176"/>
                        <a:pt x="224077" y="708176"/>
                        <a:pt x="218638" y="708176"/>
                      </a:cubicBezTo>
                      <a:cubicBezTo>
                        <a:pt x="215918" y="708176"/>
                        <a:pt x="199600" y="708176"/>
                        <a:pt x="183283" y="708176"/>
                      </a:cubicBezTo>
                      <a:cubicBezTo>
                        <a:pt x="166965" y="708176"/>
                        <a:pt x="153366" y="708176"/>
                        <a:pt x="150647" y="708176"/>
                      </a:cubicBezTo>
                      <a:cubicBezTo>
                        <a:pt x="139768" y="708176"/>
                        <a:pt x="120730" y="708176"/>
                        <a:pt x="107132" y="708176"/>
                      </a:cubicBezTo>
                      <a:cubicBezTo>
                        <a:pt x="101693" y="708176"/>
                        <a:pt x="96254" y="708176"/>
                        <a:pt x="88094" y="708176"/>
                      </a:cubicBezTo>
                      <a:cubicBezTo>
                        <a:pt x="82655" y="708176"/>
                        <a:pt x="74496" y="708176"/>
                        <a:pt x="69057" y="702736"/>
                      </a:cubicBezTo>
                      <a:cubicBezTo>
                        <a:pt x="63617" y="700017"/>
                        <a:pt x="58178" y="691858"/>
                        <a:pt x="58178" y="686418"/>
                      </a:cubicBezTo>
                      <a:cubicBezTo>
                        <a:pt x="58178" y="683699"/>
                        <a:pt x="58178" y="680979"/>
                        <a:pt x="60898" y="678259"/>
                      </a:cubicBezTo>
                      <a:cubicBezTo>
                        <a:pt x="63617" y="675540"/>
                        <a:pt x="71777" y="672820"/>
                        <a:pt x="77216" y="670101"/>
                      </a:cubicBezTo>
                      <a:cubicBezTo>
                        <a:pt x="90814" y="667381"/>
                        <a:pt x="115291" y="664661"/>
                        <a:pt x="120730" y="664661"/>
                      </a:cubicBezTo>
                      <a:cubicBezTo>
                        <a:pt x="123450" y="664661"/>
                        <a:pt x="126170" y="664661"/>
                        <a:pt x="131609" y="664661"/>
                      </a:cubicBezTo>
                      <a:cubicBezTo>
                        <a:pt x="131609" y="623866"/>
                        <a:pt x="134329" y="583072"/>
                        <a:pt x="134329" y="539557"/>
                      </a:cubicBezTo>
                      <a:cubicBezTo>
                        <a:pt x="134329" y="528678"/>
                        <a:pt x="134329" y="515080"/>
                        <a:pt x="134329" y="504201"/>
                      </a:cubicBezTo>
                      <a:cubicBezTo>
                        <a:pt x="131609" y="460687"/>
                        <a:pt x="131609" y="417173"/>
                        <a:pt x="131609" y="376378"/>
                      </a:cubicBezTo>
                      <a:cubicBezTo>
                        <a:pt x="131609" y="351901"/>
                        <a:pt x="131609" y="327424"/>
                        <a:pt x="131609" y="302947"/>
                      </a:cubicBezTo>
                      <a:cubicBezTo>
                        <a:pt x="131609" y="275751"/>
                        <a:pt x="131609" y="248554"/>
                        <a:pt x="134329" y="221357"/>
                      </a:cubicBezTo>
                      <a:cubicBezTo>
                        <a:pt x="134329" y="188722"/>
                        <a:pt x="137048" y="156086"/>
                        <a:pt x="137048" y="123450"/>
                      </a:cubicBezTo>
                      <a:cubicBezTo>
                        <a:pt x="126170" y="123450"/>
                        <a:pt x="115291" y="123450"/>
                        <a:pt x="107132" y="123450"/>
                      </a:cubicBezTo>
                      <a:cubicBezTo>
                        <a:pt x="101693" y="123450"/>
                        <a:pt x="96254" y="123450"/>
                        <a:pt x="88094" y="123450"/>
                      </a:cubicBezTo>
                      <a:cubicBezTo>
                        <a:pt x="82655" y="123450"/>
                        <a:pt x="74496" y="120730"/>
                        <a:pt x="69057" y="118011"/>
                      </a:cubicBezTo>
                      <a:cubicBezTo>
                        <a:pt x="63617" y="115291"/>
                        <a:pt x="58178" y="107132"/>
                        <a:pt x="58178" y="101693"/>
                      </a:cubicBezTo>
                      <a:cubicBezTo>
                        <a:pt x="58178" y="98973"/>
                        <a:pt x="58178" y="96253"/>
                        <a:pt x="60898" y="93534"/>
                      </a:cubicBezTo>
                      <a:cubicBezTo>
                        <a:pt x="63617" y="90814"/>
                        <a:pt x="71777" y="88094"/>
                        <a:pt x="77216" y="85375"/>
                      </a:cubicBezTo>
                      <a:cubicBezTo>
                        <a:pt x="90814" y="82655"/>
                        <a:pt x="126170" y="79935"/>
                        <a:pt x="131609" y="79935"/>
                      </a:cubicBezTo>
                      <a:cubicBezTo>
                        <a:pt x="137048" y="79935"/>
                        <a:pt x="147927" y="79935"/>
                        <a:pt x="161525" y="79935"/>
                      </a:cubicBezTo>
                      <a:cubicBezTo>
                        <a:pt x="166965" y="74496"/>
                        <a:pt x="172404" y="71776"/>
                        <a:pt x="177843" y="66337"/>
                      </a:cubicBezTo>
                      <a:cubicBezTo>
                        <a:pt x="186002" y="60898"/>
                        <a:pt x="194161" y="58178"/>
                        <a:pt x="202320" y="58178"/>
                      </a:cubicBezTo>
                      <a:cubicBezTo>
                        <a:pt x="215918" y="58178"/>
                        <a:pt x="226797" y="63617"/>
                        <a:pt x="234956" y="77216"/>
                      </a:cubicBezTo>
                      <a:cubicBezTo>
                        <a:pt x="240395" y="88094"/>
                        <a:pt x="248554" y="96253"/>
                        <a:pt x="251274" y="107132"/>
                      </a:cubicBezTo>
                      <a:cubicBezTo>
                        <a:pt x="256713" y="120730"/>
                        <a:pt x="259433" y="134328"/>
                        <a:pt x="267592" y="147927"/>
                      </a:cubicBezTo>
                      <a:cubicBezTo>
                        <a:pt x="273031" y="158805"/>
                        <a:pt x="275751" y="172404"/>
                        <a:pt x="281190" y="183282"/>
                      </a:cubicBezTo>
                      <a:cubicBezTo>
                        <a:pt x="286630" y="196881"/>
                        <a:pt x="292069" y="210479"/>
                        <a:pt x="297508" y="224077"/>
                      </a:cubicBezTo>
                      <a:cubicBezTo>
                        <a:pt x="300228" y="237675"/>
                        <a:pt x="305667" y="251274"/>
                        <a:pt x="308387" y="264872"/>
                      </a:cubicBezTo>
                      <a:cubicBezTo>
                        <a:pt x="311106" y="278470"/>
                        <a:pt x="311106" y="289349"/>
                        <a:pt x="319265" y="300227"/>
                      </a:cubicBezTo>
                      <a:cubicBezTo>
                        <a:pt x="332864" y="324704"/>
                        <a:pt x="346462" y="351901"/>
                        <a:pt x="351901" y="379097"/>
                      </a:cubicBezTo>
                      <a:cubicBezTo>
                        <a:pt x="354621" y="392696"/>
                        <a:pt x="360060" y="403574"/>
                        <a:pt x="365500" y="417173"/>
                      </a:cubicBezTo>
                      <a:cubicBezTo>
                        <a:pt x="373659" y="430771"/>
                        <a:pt x="373659" y="444369"/>
                        <a:pt x="379098" y="457967"/>
                      </a:cubicBezTo>
                      <a:cubicBezTo>
                        <a:pt x="381818" y="471566"/>
                        <a:pt x="387257" y="482444"/>
                        <a:pt x="395416" y="496043"/>
                      </a:cubicBezTo>
                      <a:cubicBezTo>
                        <a:pt x="398136" y="501482"/>
                        <a:pt x="403575" y="506921"/>
                        <a:pt x="406294" y="512361"/>
                      </a:cubicBezTo>
                      <a:cubicBezTo>
                        <a:pt x="409014" y="517800"/>
                        <a:pt x="409014" y="525959"/>
                        <a:pt x="411734" y="531398"/>
                      </a:cubicBezTo>
                      <a:cubicBezTo>
                        <a:pt x="414453" y="539557"/>
                        <a:pt x="417173" y="550436"/>
                        <a:pt x="419893" y="558595"/>
                      </a:cubicBezTo>
                      <a:cubicBezTo>
                        <a:pt x="422613" y="561314"/>
                        <a:pt x="422613" y="564034"/>
                        <a:pt x="425332" y="564034"/>
                      </a:cubicBezTo>
                      <a:cubicBezTo>
                        <a:pt x="428052" y="564034"/>
                        <a:pt x="428052" y="561314"/>
                        <a:pt x="430771" y="558595"/>
                      </a:cubicBezTo>
                      <a:cubicBezTo>
                        <a:pt x="430771" y="555875"/>
                        <a:pt x="430771" y="553155"/>
                        <a:pt x="430771" y="550436"/>
                      </a:cubicBezTo>
                      <a:cubicBezTo>
                        <a:pt x="430771" y="534118"/>
                        <a:pt x="430771" y="517800"/>
                        <a:pt x="430771" y="501482"/>
                      </a:cubicBezTo>
                      <a:cubicBezTo>
                        <a:pt x="430771" y="468846"/>
                        <a:pt x="433491" y="436210"/>
                        <a:pt x="430771" y="403574"/>
                      </a:cubicBezTo>
                      <a:cubicBezTo>
                        <a:pt x="430771" y="373658"/>
                        <a:pt x="425332" y="343742"/>
                        <a:pt x="425332" y="313826"/>
                      </a:cubicBezTo>
                      <a:cubicBezTo>
                        <a:pt x="425332" y="292068"/>
                        <a:pt x="425332" y="270311"/>
                        <a:pt x="425332" y="248554"/>
                      </a:cubicBezTo>
                      <a:cubicBezTo>
                        <a:pt x="425332" y="234956"/>
                        <a:pt x="425332" y="224077"/>
                        <a:pt x="425332" y="210479"/>
                      </a:cubicBezTo>
                      <a:cubicBezTo>
                        <a:pt x="425332" y="191441"/>
                        <a:pt x="422613" y="172404"/>
                        <a:pt x="422613" y="153366"/>
                      </a:cubicBezTo>
                      <a:cubicBezTo>
                        <a:pt x="422613" y="142487"/>
                        <a:pt x="422613" y="134328"/>
                        <a:pt x="425332" y="123450"/>
                      </a:cubicBezTo>
                      <a:cubicBezTo>
                        <a:pt x="417173" y="123450"/>
                        <a:pt x="406294" y="123450"/>
                        <a:pt x="398136" y="123450"/>
                      </a:cubicBezTo>
                      <a:cubicBezTo>
                        <a:pt x="392696" y="123450"/>
                        <a:pt x="387257" y="123450"/>
                        <a:pt x="379098" y="123450"/>
                      </a:cubicBezTo>
                      <a:cubicBezTo>
                        <a:pt x="373659" y="123450"/>
                        <a:pt x="365500" y="120730"/>
                        <a:pt x="360060" y="118011"/>
                      </a:cubicBezTo>
                      <a:cubicBezTo>
                        <a:pt x="354621" y="115291"/>
                        <a:pt x="349182" y="107132"/>
                        <a:pt x="349182" y="101693"/>
                      </a:cubicBezTo>
                      <a:cubicBezTo>
                        <a:pt x="349182" y="98973"/>
                        <a:pt x="349182" y="96253"/>
                        <a:pt x="351901" y="93534"/>
                      </a:cubicBezTo>
                      <a:cubicBezTo>
                        <a:pt x="354621" y="90814"/>
                        <a:pt x="362780" y="88094"/>
                        <a:pt x="368219" y="85375"/>
                      </a:cubicBezTo>
                      <a:cubicBezTo>
                        <a:pt x="381818" y="82655"/>
                        <a:pt x="417173" y="79935"/>
                        <a:pt x="422613" y="79935"/>
                      </a:cubicBezTo>
                      <a:cubicBezTo>
                        <a:pt x="428052" y="79935"/>
                        <a:pt x="433491" y="79935"/>
                        <a:pt x="444370" y="79935"/>
                      </a:cubicBezTo>
                      <a:cubicBezTo>
                        <a:pt x="449809" y="74496"/>
                        <a:pt x="455248" y="71776"/>
                        <a:pt x="463407" y="71776"/>
                      </a:cubicBezTo>
                      <a:cubicBezTo>
                        <a:pt x="471566" y="71776"/>
                        <a:pt x="477006" y="74496"/>
                        <a:pt x="477006" y="79935"/>
                      </a:cubicBezTo>
                      <a:cubicBezTo>
                        <a:pt x="493324" y="79935"/>
                        <a:pt x="506922" y="79935"/>
                        <a:pt x="515081" y="79935"/>
                      </a:cubicBezTo>
                      <a:lnTo>
                        <a:pt x="515081" y="79935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49" name="Freeform: Shape 43">
                  <a:extLst>
                    <a:ext uri="{FF2B5EF4-FFF2-40B4-BE49-F238E27FC236}">
                      <a16:creationId xmlns:a16="http://schemas.microsoft.com/office/drawing/2014/main" id="{0F889352-C4B3-14E8-7D50-F1190B058027}"/>
                    </a:ext>
                  </a:extLst>
                </p:cNvPr>
                <p:cNvSpPr/>
                <p:nvPr/>
              </p:nvSpPr>
              <p:spPr>
                <a:xfrm>
                  <a:off x="5139126" y="4192158"/>
                  <a:ext cx="516735" cy="788700"/>
                </a:xfrm>
                <a:custGeom>
                  <a:avLst/>
                  <a:gdLst>
                    <a:gd name="connsiteX0" fmla="*/ 464616 w 516735"/>
                    <a:gd name="connsiteY0" fmla="*/ 436210 h 788699"/>
                    <a:gd name="connsiteX1" fmla="*/ 445578 w 516735"/>
                    <a:gd name="connsiteY1" fmla="*/ 455248 h 788699"/>
                    <a:gd name="connsiteX2" fmla="*/ 404784 w 516735"/>
                    <a:gd name="connsiteY2" fmla="*/ 466126 h 788699"/>
                    <a:gd name="connsiteX3" fmla="*/ 385746 w 516735"/>
                    <a:gd name="connsiteY3" fmla="*/ 479725 h 788699"/>
                    <a:gd name="connsiteX4" fmla="*/ 388466 w 516735"/>
                    <a:gd name="connsiteY4" fmla="*/ 512361 h 788699"/>
                    <a:gd name="connsiteX5" fmla="*/ 388466 w 516735"/>
                    <a:gd name="connsiteY5" fmla="*/ 544997 h 788699"/>
                    <a:gd name="connsiteX6" fmla="*/ 388466 w 516735"/>
                    <a:gd name="connsiteY6" fmla="*/ 566754 h 788699"/>
                    <a:gd name="connsiteX7" fmla="*/ 391185 w 516735"/>
                    <a:gd name="connsiteY7" fmla="*/ 632026 h 788699"/>
                    <a:gd name="connsiteX8" fmla="*/ 393905 w 516735"/>
                    <a:gd name="connsiteY8" fmla="*/ 683699 h 788699"/>
                    <a:gd name="connsiteX9" fmla="*/ 377587 w 516735"/>
                    <a:gd name="connsiteY9" fmla="*/ 724494 h 788699"/>
                    <a:gd name="connsiteX10" fmla="*/ 361269 w 516735"/>
                    <a:gd name="connsiteY10" fmla="*/ 719054 h 788699"/>
                    <a:gd name="connsiteX11" fmla="*/ 353110 w 516735"/>
                    <a:gd name="connsiteY11" fmla="*/ 702737 h 788699"/>
                    <a:gd name="connsiteX12" fmla="*/ 350390 w 516735"/>
                    <a:gd name="connsiteY12" fmla="*/ 686419 h 788699"/>
                    <a:gd name="connsiteX13" fmla="*/ 353110 w 516735"/>
                    <a:gd name="connsiteY13" fmla="*/ 659222 h 788699"/>
                    <a:gd name="connsiteX14" fmla="*/ 353110 w 516735"/>
                    <a:gd name="connsiteY14" fmla="*/ 656502 h 788699"/>
                    <a:gd name="connsiteX15" fmla="*/ 317755 w 516735"/>
                    <a:gd name="connsiteY15" fmla="*/ 708176 h 788699"/>
                    <a:gd name="connsiteX16" fmla="*/ 241604 w 516735"/>
                    <a:gd name="connsiteY16" fmla="*/ 735372 h 788699"/>
                    <a:gd name="connsiteX17" fmla="*/ 187211 w 516735"/>
                    <a:gd name="connsiteY17" fmla="*/ 727214 h 788699"/>
                    <a:gd name="connsiteX18" fmla="*/ 135538 w 516735"/>
                    <a:gd name="connsiteY18" fmla="*/ 694578 h 788699"/>
                    <a:gd name="connsiteX19" fmla="*/ 86584 w 516735"/>
                    <a:gd name="connsiteY19" fmla="*/ 621147 h 788699"/>
                    <a:gd name="connsiteX20" fmla="*/ 67546 w 516735"/>
                    <a:gd name="connsiteY20" fmla="*/ 555875 h 788699"/>
                    <a:gd name="connsiteX21" fmla="*/ 59387 w 516735"/>
                    <a:gd name="connsiteY21" fmla="*/ 509641 h 788699"/>
                    <a:gd name="connsiteX22" fmla="*/ 59387 w 516735"/>
                    <a:gd name="connsiteY22" fmla="*/ 468846 h 788699"/>
                    <a:gd name="connsiteX23" fmla="*/ 86584 w 516735"/>
                    <a:gd name="connsiteY23" fmla="*/ 302947 h 788699"/>
                    <a:gd name="connsiteX24" fmla="*/ 108341 w 516735"/>
                    <a:gd name="connsiteY24" fmla="*/ 224077 h 788699"/>
                    <a:gd name="connsiteX25" fmla="*/ 146416 w 516735"/>
                    <a:gd name="connsiteY25" fmla="*/ 145207 h 788699"/>
                    <a:gd name="connsiteX26" fmla="*/ 198090 w 516735"/>
                    <a:gd name="connsiteY26" fmla="*/ 85375 h 788699"/>
                    <a:gd name="connsiteX27" fmla="*/ 228006 w 516735"/>
                    <a:gd name="connsiteY27" fmla="*/ 69057 h 788699"/>
                    <a:gd name="connsiteX28" fmla="*/ 268801 w 516735"/>
                    <a:gd name="connsiteY28" fmla="*/ 58178 h 788699"/>
                    <a:gd name="connsiteX29" fmla="*/ 274240 w 516735"/>
                    <a:gd name="connsiteY29" fmla="*/ 58178 h 788699"/>
                    <a:gd name="connsiteX30" fmla="*/ 295997 w 516735"/>
                    <a:gd name="connsiteY30" fmla="*/ 60898 h 788699"/>
                    <a:gd name="connsiteX31" fmla="*/ 331353 w 516735"/>
                    <a:gd name="connsiteY31" fmla="*/ 71776 h 788699"/>
                    <a:gd name="connsiteX32" fmla="*/ 350390 w 516735"/>
                    <a:gd name="connsiteY32" fmla="*/ 93534 h 788699"/>
                    <a:gd name="connsiteX33" fmla="*/ 353110 w 516735"/>
                    <a:gd name="connsiteY33" fmla="*/ 74496 h 788699"/>
                    <a:gd name="connsiteX34" fmla="*/ 358549 w 516735"/>
                    <a:gd name="connsiteY34" fmla="*/ 63618 h 788699"/>
                    <a:gd name="connsiteX35" fmla="*/ 366708 w 516735"/>
                    <a:gd name="connsiteY35" fmla="*/ 58178 h 788699"/>
                    <a:gd name="connsiteX36" fmla="*/ 374867 w 516735"/>
                    <a:gd name="connsiteY36" fmla="*/ 63618 h 788699"/>
                    <a:gd name="connsiteX37" fmla="*/ 383026 w 516735"/>
                    <a:gd name="connsiteY37" fmla="*/ 82655 h 788699"/>
                    <a:gd name="connsiteX38" fmla="*/ 385746 w 516735"/>
                    <a:gd name="connsiteY38" fmla="*/ 126170 h 788699"/>
                    <a:gd name="connsiteX39" fmla="*/ 388466 w 516735"/>
                    <a:gd name="connsiteY39" fmla="*/ 186002 h 788699"/>
                    <a:gd name="connsiteX40" fmla="*/ 391185 w 516735"/>
                    <a:gd name="connsiteY40" fmla="*/ 237676 h 788699"/>
                    <a:gd name="connsiteX41" fmla="*/ 374867 w 516735"/>
                    <a:gd name="connsiteY41" fmla="*/ 278470 h 788699"/>
                    <a:gd name="connsiteX42" fmla="*/ 358549 w 516735"/>
                    <a:gd name="connsiteY42" fmla="*/ 273031 h 788699"/>
                    <a:gd name="connsiteX43" fmla="*/ 350390 w 516735"/>
                    <a:gd name="connsiteY43" fmla="*/ 256713 h 788699"/>
                    <a:gd name="connsiteX44" fmla="*/ 347671 w 516735"/>
                    <a:gd name="connsiteY44" fmla="*/ 240395 h 788699"/>
                    <a:gd name="connsiteX45" fmla="*/ 347671 w 516735"/>
                    <a:gd name="connsiteY45" fmla="*/ 213199 h 788699"/>
                    <a:gd name="connsiteX46" fmla="*/ 344951 w 516735"/>
                    <a:gd name="connsiteY46" fmla="*/ 194161 h 788699"/>
                    <a:gd name="connsiteX47" fmla="*/ 339512 w 516735"/>
                    <a:gd name="connsiteY47" fmla="*/ 150647 h 788699"/>
                    <a:gd name="connsiteX48" fmla="*/ 323194 w 516735"/>
                    <a:gd name="connsiteY48" fmla="*/ 112571 h 788699"/>
                    <a:gd name="connsiteX49" fmla="*/ 293278 w 516735"/>
                    <a:gd name="connsiteY49" fmla="*/ 101693 h 788699"/>
                    <a:gd name="connsiteX50" fmla="*/ 263361 w 516735"/>
                    <a:gd name="connsiteY50" fmla="*/ 120730 h 788699"/>
                    <a:gd name="connsiteX51" fmla="*/ 241604 w 516735"/>
                    <a:gd name="connsiteY51" fmla="*/ 153366 h 788699"/>
                    <a:gd name="connsiteX52" fmla="*/ 233445 w 516735"/>
                    <a:gd name="connsiteY52" fmla="*/ 194161 h 788699"/>
                    <a:gd name="connsiteX53" fmla="*/ 225286 w 516735"/>
                    <a:gd name="connsiteY53" fmla="*/ 232236 h 788699"/>
                    <a:gd name="connsiteX54" fmla="*/ 217127 w 516735"/>
                    <a:gd name="connsiteY54" fmla="*/ 275751 h 788699"/>
                    <a:gd name="connsiteX55" fmla="*/ 211688 w 516735"/>
                    <a:gd name="connsiteY55" fmla="*/ 316545 h 788699"/>
                    <a:gd name="connsiteX56" fmla="*/ 206249 w 516735"/>
                    <a:gd name="connsiteY56" fmla="*/ 354621 h 788699"/>
                    <a:gd name="connsiteX57" fmla="*/ 200809 w 516735"/>
                    <a:gd name="connsiteY57" fmla="*/ 398135 h 788699"/>
                    <a:gd name="connsiteX58" fmla="*/ 195370 w 516735"/>
                    <a:gd name="connsiteY58" fmla="*/ 438930 h 788699"/>
                    <a:gd name="connsiteX59" fmla="*/ 192650 w 516735"/>
                    <a:gd name="connsiteY59" fmla="*/ 474286 h 788699"/>
                    <a:gd name="connsiteX60" fmla="*/ 195370 w 516735"/>
                    <a:gd name="connsiteY60" fmla="*/ 525959 h 788699"/>
                    <a:gd name="connsiteX61" fmla="*/ 208968 w 516735"/>
                    <a:gd name="connsiteY61" fmla="*/ 596670 h 788699"/>
                    <a:gd name="connsiteX62" fmla="*/ 214407 w 516735"/>
                    <a:gd name="connsiteY62" fmla="*/ 623867 h 788699"/>
                    <a:gd name="connsiteX63" fmla="*/ 228006 w 516735"/>
                    <a:gd name="connsiteY63" fmla="*/ 656502 h 788699"/>
                    <a:gd name="connsiteX64" fmla="*/ 271520 w 516735"/>
                    <a:gd name="connsiteY64" fmla="*/ 689138 h 788699"/>
                    <a:gd name="connsiteX65" fmla="*/ 306876 w 516735"/>
                    <a:gd name="connsiteY65" fmla="*/ 664661 h 788699"/>
                    <a:gd name="connsiteX66" fmla="*/ 331353 w 516735"/>
                    <a:gd name="connsiteY66" fmla="*/ 602109 h 788699"/>
                    <a:gd name="connsiteX67" fmla="*/ 336792 w 516735"/>
                    <a:gd name="connsiteY67" fmla="*/ 544997 h 788699"/>
                    <a:gd name="connsiteX68" fmla="*/ 336792 w 516735"/>
                    <a:gd name="connsiteY68" fmla="*/ 498762 h 788699"/>
                    <a:gd name="connsiteX69" fmla="*/ 336792 w 516735"/>
                    <a:gd name="connsiteY69" fmla="*/ 490603 h 788699"/>
                    <a:gd name="connsiteX70" fmla="*/ 320474 w 516735"/>
                    <a:gd name="connsiteY70" fmla="*/ 477005 h 788699"/>
                    <a:gd name="connsiteX71" fmla="*/ 282399 w 516735"/>
                    <a:gd name="connsiteY71" fmla="*/ 479725 h 788699"/>
                    <a:gd name="connsiteX72" fmla="*/ 252483 w 516735"/>
                    <a:gd name="connsiteY72" fmla="*/ 474286 h 788699"/>
                    <a:gd name="connsiteX73" fmla="*/ 247043 w 516735"/>
                    <a:gd name="connsiteY73" fmla="*/ 466126 h 788699"/>
                    <a:gd name="connsiteX74" fmla="*/ 249763 w 516735"/>
                    <a:gd name="connsiteY74" fmla="*/ 457968 h 788699"/>
                    <a:gd name="connsiteX75" fmla="*/ 268801 w 516735"/>
                    <a:gd name="connsiteY75" fmla="*/ 447089 h 788699"/>
                    <a:gd name="connsiteX76" fmla="*/ 312315 w 516735"/>
                    <a:gd name="connsiteY76" fmla="*/ 436210 h 788699"/>
                    <a:gd name="connsiteX77" fmla="*/ 353110 w 516735"/>
                    <a:gd name="connsiteY77" fmla="*/ 430771 h 788699"/>
                    <a:gd name="connsiteX78" fmla="*/ 385746 w 516735"/>
                    <a:gd name="connsiteY78" fmla="*/ 430771 h 788699"/>
                    <a:gd name="connsiteX79" fmla="*/ 437420 w 516735"/>
                    <a:gd name="connsiteY79" fmla="*/ 428051 h 788699"/>
                    <a:gd name="connsiteX80" fmla="*/ 464616 w 516735"/>
                    <a:gd name="connsiteY80" fmla="*/ 436210 h 788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</a:cxnLst>
                  <a:rect l="l" t="t" r="r" b="b"/>
                  <a:pathLst>
                    <a:path w="516735" h="788699">
                      <a:moveTo>
                        <a:pt x="464616" y="436210"/>
                      </a:moveTo>
                      <a:cubicBezTo>
                        <a:pt x="464616" y="447089"/>
                        <a:pt x="453737" y="452528"/>
                        <a:pt x="445578" y="455248"/>
                      </a:cubicBezTo>
                      <a:cubicBezTo>
                        <a:pt x="434700" y="460687"/>
                        <a:pt x="415662" y="463407"/>
                        <a:pt x="404784" y="466126"/>
                      </a:cubicBezTo>
                      <a:cubicBezTo>
                        <a:pt x="393905" y="466126"/>
                        <a:pt x="385746" y="468846"/>
                        <a:pt x="385746" y="479725"/>
                      </a:cubicBezTo>
                      <a:cubicBezTo>
                        <a:pt x="385746" y="487884"/>
                        <a:pt x="388466" y="506921"/>
                        <a:pt x="388466" y="512361"/>
                      </a:cubicBezTo>
                      <a:cubicBezTo>
                        <a:pt x="388466" y="515080"/>
                        <a:pt x="388466" y="539557"/>
                        <a:pt x="388466" y="544997"/>
                      </a:cubicBezTo>
                      <a:cubicBezTo>
                        <a:pt x="388466" y="550436"/>
                        <a:pt x="388466" y="558595"/>
                        <a:pt x="388466" y="566754"/>
                      </a:cubicBezTo>
                      <a:cubicBezTo>
                        <a:pt x="388466" y="591231"/>
                        <a:pt x="388466" y="621147"/>
                        <a:pt x="391185" y="632026"/>
                      </a:cubicBezTo>
                      <a:cubicBezTo>
                        <a:pt x="393905" y="653783"/>
                        <a:pt x="393905" y="661942"/>
                        <a:pt x="393905" y="683699"/>
                      </a:cubicBezTo>
                      <a:cubicBezTo>
                        <a:pt x="393905" y="694578"/>
                        <a:pt x="393905" y="724494"/>
                        <a:pt x="377587" y="724494"/>
                      </a:cubicBezTo>
                      <a:cubicBezTo>
                        <a:pt x="369428" y="724494"/>
                        <a:pt x="366708" y="721774"/>
                        <a:pt x="361269" y="719054"/>
                      </a:cubicBezTo>
                      <a:cubicBezTo>
                        <a:pt x="355830" y="716335"/>
                        <a:pt x="353110" y="708176"/>
                        <a:pt x="353110" y="702737"/>
                      </a:cubicBezTo>
                      <a:cubicBezTo>
                        <a:pt x="350390" y="694578"/>
                        <a:pt x="350390" y="689138"/>
                        <a:pt x="350390" y="686419"/>
                      </a:cubicBezTo>
                      <a:cubicBezTo>
                        <a:pt x="350390" y="678260"/>
                        <a:pt x="353110" y="672820"/>
                        <a:pt x="353110" y="659222"/>
                      </a:cubicBezTo>
                      <a:lnTo>
                        <a:pt x="353110" y="656502"/>
                      </a:lnTo>
                      <a:cubicBezTo>
                        <a:pt x="347671" y="675540"/>
                        <a:pt x="334072" y="694578"/>
                        <a:pt x="317755" y="708176"/>
                      </a:cubicBezTo>
                      <a:cubicBezTo>
                        <a:pt x="293278" y="727214"/>
                        <a:pt x="274240" y="735372"/>
                        <a:pt x="241604" y="735372"/>
                      </a:cubicBezTo>
                      <a:cubicBezTo>
                        <a:pt x="222566" y="735372"/>
                        <a:pt x="203529" y="732653"/>
                        <a:pt x="187211" y="727214"/>
                      </a:cubicBezTo>
                      <a:cubicBezTo>
                        <a:pt x="165454" y="719054"/>
                        <a:pt x="149136" y="708176"/>
                        <a:pt x="135538" y="694578"/>
                      </a:cubicBezTo>
                      <a:cubicBezTo>
                        <a:pt x="113780" y="672820"/>
                        <a:pt x="100182" y="648343"/>
                        <a:pt x="86584" y="621147"/>
                      </a:cubicBezTo>
                      <a:cubicBezTo>
                        <a:pt x="75705" y="599390"/>
                        <a:pt x="70266" y="580352"/>
                        <a:pt x="67546" y="555875"/>
                      </a:cubicBezTo>
                      <a:cubicBezTo>
                        <a:pt x="64826" y="539557"/>
                        <a:pt x="62107" y="525959"/>
                        <a:pt x="59387" y="509641"/>
                      </a:cubicBezTo>
                      <a:cubicBezTo>
                        <a:pt x="56667" y="493323"/>
                        <a:pt x="59387" y="485164"/>
                        <a:pt x="59387" y="468846"/>
                      </a:cubicBezTo>
                      <a:cubicBezTo>
                        <a:pt x="59387" y="414453"/>
                        <a:pt x="72985" y="362780"/>
                        <a:pt x="86584" y="302947"/>
                      </a:cubicBezTo>
                      <a:cubicBezTo>
                        <a:pt x="92023" y="275751"/>
                        <a:pt x="100182" y="248554"/>
                        <a:pt x="108341" y="224077"/>
                      </a:cubicBezTo>
                      <a:cubicBezTo>
                        <a:pt x="116500" y="196881"/>
                        <a:pt x="130098" y="169684"/>
                        <a:pt x="146416" y="145207"/>
                      </a:cubicBezTo>
                      <a:cubicBezTo>
                        <a:pt x="160014" y="123450"/>
                        <a:pt x="176332" y="101693"/>
                        <a:pt x="198090" y="85375"/>
                      </a:cubicBezTo>
                      <a:cubicBezTo>
                        <a:pt x="206249" y="77216"/>
                        <a:pt x="217127" y="71776"/>
                        <a:pt x="228006" y="69057"/>
                      </a:cubicBezTo>
                      <a:cubicBezTo>
                        <a:pt x="241604" y="63618"/>
                        <a:pt x="255202" y="58178"/>
                        <a:pt x="268801" y="58178"/>
                      </a:cubicBezTo>
                      <a:cubicBezTo>
                        <a:pt x="271520" y="58178"/>
                        <a:pt x="274240" y="58178"/>
                        <a:pt x="274240" y="58178"/>
                      </a:cubicBezTo>
                      <a:cubicBezTo>
                        <a:pt x="279679" y="58178"/>
                        <a:pt x="285119" y="58178"/>
                        <a:pt x="295997" y="60898"/>
                      </a:cubicBezTo>
                      <a:cubicBezTo>
                        <a:pt x="309595" y="63618"/>
                        <a:pt x="320474" y="66337"/>
                        <a:pt x="331353" y="71776"/>
                      </a:cubicBezTo>
                      <a:cubicBezTo>
                        <a:pt x="339512" y="77216"/>
                        <a:pt x="347671" y="85375"/>
                        <a:pt x="350390" y="93534"/>
                      </a:cubicBezTo>
                      <a:cubicBezTo>
                        <a:pt x="350390" y="88095"/>
                        <a:pt x="353110" y="79936"/>
                        <a:pt x="353110" y="74496"/>
                      </a:cubicBezTo>
                      <a:cubicBezTo>
                        <a:pt x="355830" y="71776"/>
                        <a:pt x="355830" y="69057"/>
                        <a:pt x="358549" y="63618"/>
                      </a:cubicBezTo>
                      <a:cubicBezTo>
                        <a:pt x="361269" y="60898"/>
                        <a:pt x="363989" y="58178"/>
                        <a:pt x="366708" y="58178"/>
                      </a:cubicBezTo>
                      <a:cubicBezTo>
                        <a:pt x="369428" y="58178"/>
                        <a:pt x="372148" y="60898"/>
                        <a:pt x="374867" y="63618"/>
                      </a:cubicBezTo>
                      <a:cubicBezTo>
                        <a:pt x="377587" y="69057"/>
                        <a:pt x="380307" y="77216"/>
                        <a:pt x="383026" y="82655"/>
                      </a:cubicBezTo>
                      <a:cubicBezTo>
                        <a:pt x="383026" y="90814"/>
                        <a:pt x="385746" y="107132"/>
                        <a:pt x="385746" y="126170"/>
                      </a:cubicBezTo>
                      <a:cubicBezTo>
                        <a:pt x="385746" y="150647"/>
                        <a:pt x="385746" y="177843"/>
                        <a:pt x="388466" y="186002"/>
                      </a:cubicBezTo>
                      <a:cubicBezTo>
                        <a:pt x="391185" y="207759"/>
                        <a:pt x="391185" y="215918"/>
                        <a:pt x="391185" y="237676"/>
                      </a:cubicBezTo>
                      <a:cubicBezTo>
                        <a:pt x="391185" y="248554"/>
                        <a:pt x="391185" y="278470"/>
                        <a:pt x="374867" y="278470"/>
                      </a:cubicBezTo>
                      <a:cubicBezTo>
                        <a:pt x="366708" y="278470"/>
                        <a:pt x="363989" y="275751"/>
                        <a:pt x="358549" y="273031"/>
                      </a:cubicBezTo>
                      <a:cubicBezTo>
                        <a:pt x="353110" y="270311"/>
                        <a:pt x="350390" y="262152"/>
                        <a:pt x="350390" y="256713"/>
                      </a:cubicBezTo>
                      <a:cubicBezTo>
                        <a:pt x="350390" y="251274"/>
                        <a:pt x="347671" y="245834"/>
                        <a:pt x="347671" y="240395"/>
                      </a:cubicBezTo>
                      <a:cubicBezTo>
                        <a:pt x="347671" y="232236"/>
                        <a:pt x="347671" y="224077"/>
                        <a:pt x="347671" y="213199"/>
                      </a:cubicBezTo>
                      <a:cubicBezTo>
                        <a:pt x="347671" y="207759"/>
                        <a:pt x="347671" y="199600"/>
                        <a:pt x="344951" y="194161"/>
                      </a:cubicBezTo>
                      <a:cubicBezTo>
                        <a:pt x="342232" y="180563"/>
                        <a:pt x="342232" y="164245"/>
                        <a:pt x="339512" y="150647"/>
                      </a:cubicBezTo>
                      <a:cubicBezTo>
                        <a:pt x="336792" y="137048"/>
                        <a:pt x="331353" y="123450"/>
                        <a:pt x="323194" y="112571"/>
                      </a:cubicBezTo>
                      <a:cubicBezTo>
                        <a:pt x="317755" y="104412"/>
                        <a:pt x="304156" y="101693"/>
                        <a:pt x="293278" y="101693"/>
                      </a:cubicBezTo>
                      <a:cubicBezTo>
                        <a:pt x="279679" y="101693"/>
                        <a:pt x="271520" y="109852"/>
                        <a:pt x="263361" y="120730"/>
                      </a:cubicBezTo>
                      <a:cubicBezTo>
                        <a:pt x="257922" y="131609"/>
                        <a:pt x="247043" y="139768"/>
                        <a:pt x="241604" y="153366"/>
                      </a:cubicBezTo>
                      <a:cubicBezTo>
                        <a:pt x="236165" y="166964"/>
                        <a:pt x="233445" y="180563"/>
                        <a:pt x="233445" y="194161"/>
                      </a:cubicBezTo>
                      <a:cubicBezTo>
                        <a:pt x="233445" y="207759"/>
                        <a:pt x="230726" y="218638"/>
                        <a:pt x="225286" y="232236"/>
                      </a:cubicBezTo>
                      <a:cubicBezTo>
                        <a:pt x="219847" y="245834"/>
                        <a:pt x="219847" y="262152"/>
                        <a:pt x="217127" y="275751"/>
                      </a:cubicBezTo>
                      <a:cubicBezTo>
                        <a:pt x="214407" y="289349"/>
                        <a:pt x="214407" y="302947"/>
                        <a:pt x="211688" y="316545"/>
                      </a:cubicBezTo>
                      <a:cubicBezTo>
                        <a:pt x="211688" y="330144"/>
                        <a:pt x="206249" y="341022"/>
                        <a:pt x="206249" y="354621"/>
                      </a:cubicBezTo>
                      <a:cubicBezTo>
                        <a:pt x="203529" y="368219"/>
                        <a:pt x="203529" y="381817"/>
                        <a:pt x="200809" y="398135"/>
                      </a:cubicBezTo>
                      <a:cubicBezTo>
                        <a:pt x="198090" y="411733"/>
                        <a:pt x="198090" y="425332"/>
                        <a:pt x="195370" y="438930"/>
                      </a:cubicBezTo>
                      <a:cubicBezTo>
                        <a:pt x="195370" y="449809"/>
                        <a:pt x="192650" y="463407"/>
                        <a:pt x="192650" y="474286"/>
                      </a:cubicBezTo>
                      <a:cubicBezTo>
                        <a:pt x="192650" y="490603"/>
                        <a:pt x="195370" y="509641"/>
                        <a:pt x="195370" y="525959"/>
                      </a:cubicBezTo>
                      <a:cubicBezTo>
                        <a:pt x="195370" y="550436"/>
                        <a:pt x="203529" y="572193"/>
                        <a:pt x="208968" y="596670"/>
                      </a:cubicBezTo>
                      <a:cubicBezTo>
                        <a:pt x="211688" y="604829"/>
                        <a:pt x="211688" y="615708"/>
                        <a:pt x="214407" y="623867"/>
                      </a:cubicBezTo>
                      <a:cubicBezTo>
                        <a:pt x="217127" y="634745"/>
                        <a:pt x="222566" y="645624"/>
                        <a:pt x="228006" y="656502"/>
                      </a:cubicBezTo>
                      <a:cubicBezTo>
                        <a:pt x="236165" y="670101"/>
                        <a:pt x="252483" y="689138"/>
                        <a:pt x="271520" y="689138"/>
                      </a:cubicBezTo>
                      <a:cubicBezTo>
                        <a:pt x="287838" y="689138"/>
                        <a:pt x="298717" y="675540"/>
                        <a:pt x="306876" y="664661"/>
                      </a:cubicBezTo>
                      <a:cubicBezTo>
                        <a:pt x="320474" y="645624"/>
                        <a:pt x="325914" y="623867"/>
                        <a:pt x="331353" y="602109"/>
                      </a:cubicBezTo>
                      <a:cubicBezTo>
                        <a:pt x="334072" y="583072"/>
                        <a:pt x="336792" y="564034"/>
                        <a:pt x="336792" y="544997"/>
                      </a:cubicBezTo>
                      <a:cubicBezTo>
                        <a:pt x="336792" y="531398"/>
                        <a:pt x="336792" y="512361"/>
                        <a:pt x="336792" y="498762"/>
                      </a:cubicBezTo>
                      <a:cubicBezTo>
                        <a:pt x="336792" y="496043"/>
                        <a:pt x="336792" y="493323"/>
                        <a:pt x="336792" y="490603"/>
                      </a:cubicBezTo>
                      <a:cubicBezTo>
                        <a:pt x="336792" y="479725"/>
                        <a:pt x="336792" y="477005"/>
                        <a:pt x="320474" y="477005"/>
                      </a:cubicBezTo>
                      <a:cubicBezTo>
                        <a:pt x="309595" y="477005"/>
                        <a:pt x="295997" y="479725"/>
                        <a:pt x="282399" y="479725"/>
                      </a:cubicBezTo>
                      <a:cubicBezTo>
                        <a:pt x="271520" y="479725"/>
                        <a:pt x="260642" y="479725"/>
                        <a:pt x="252483" y="474286"/>
                      </a:cubicBezTo>
                      <a:cubicBezTo>
                        <a:pt x="249763" y="471566"/>
                        <a:pt x="247043" y="468846"/>
                        <a:pt x="247043" y="466126"/>
                      </a:cubicBezTo>
                      <a:cubicBezTo>
                        <a:pt x="247043" y="463407"/>
                        <a:pt x="247043" y="460687"/>
                        <a:pt x="249763" y="457968"/>
                      </a:cubicBezTo>
                      <a:cubicBezTo>
                        <a:pt x="255202" y="452528"/>
                        <a:pt x="260642" y="449809"/>
                        <a:pt x="268801" y="447089"/>
                      </a:cubicBezTo>
                      <a:cubicBezTo>
                        <a:pt x="282399" y="441650"/>
                        <a:pt x="295997" y="438930"/>
                        <a:pt x="312315" y="436210"/>
                      </a:cubicBezTo>
                      <a:cubicBezTo>
                        <a:pt x="325914" y="433491"/>
                        <a:pt x="339512" y="433491"/>
                        <a:pt x="353110" y="430771"/>
                      </a:cubicBezTo>
                      <a:cubicBezTo>
                        <a:pt x="363989" y="430771"/>
                        <a:pt x="374867" y="430771"/>
                        <a:pt x="385746" y="430771"/>
                      </a:cubicBezTo>
                      <a:cubicBezTo>
                        <a:pt x="402064" y="430771"/>
                        <a:pt x="426541" y="428051"/>
                        <a:pt x="437420" y="428051"/>
                      </a:cubicBezTo>
                      <a:cubicBezTo>
                        <a:pt x="451018" y="419892"/>
                        <a:pt x="464616" y="425332"/>
                        <a:pt x="464616" y="436210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50" name="Freeform: Shape 44">
                  <a:extLst>
                    <a:ext uri="{FF2B5EF4-FFF2-40B4-BE49-F238E27FC236}">
                      <a16:creationId xmlns:a16="http://schemas.microsoft.com/office/drawing/2014/main" id="{88BA62D1-213A-4330-D986-3CA41D1C0B19}"/>
                    </a:ext>
                  </a:extLst>
                </p:cNvPr>
                <p:cNvSpPr/>
                <p:nvPr/>
              </p:nvSpPr>
              <p:spPr>
                <a:xfrm>
                  <a:off x="5651630" y="4181279"/>
                  <a:ext cx="734308" cy="788700"/>
                </a:xfrm>
                <a:custGeom>
                  <a:avLst/>
                  <a:gdLst>
                    <a:gd name="connsiteX0" fmla="*/ 653783 w 734307"/>
                    <a:gd name="connsiteY0" fmla="*/ 678259 h 788699"/>
                    <a:gd name="connsiteX1" fmla="*/ 691859 w 734307"/>
                    <a:gd name="connsiteY1" fmla="*/ 694577 h 788699"/>
                    <a:gd name="connsiteX2" fmla="*/ 686419 w 734307"/>
                    <a:gd name="connsiteY2" fmla="*/ 710895 h 788699"/>
                    <a:gd name="connsiteX3" fmla="*/ 670101 w 734307"/>
                    <a:gd name="connsiteY3" fmla="*/ 719054 h 788699"/>
                    <a:gd name="connsiteX4" fmla="*/ 648344 w 734307"/>
                    <a:gd name="connsiteY4" fmla="*/ 721774 h 788699"/>
                    <a:gd name="connsiteX5" fmla="*/ 618428 w 734307"/>
                    <a:gd name="connsiteY5" fmla="*/ 721774 h 788699"/>
                    <a:gd name="connsiteX6" fmla="*/ 572194 w 734307"/>
                    <a:gd name="connsiteY6" fmla="*/ 735372 h 788699"/>
                    <a:gd name="connsiteX7" fmla="*/ 544997 w 734307"/>
                    <a:gd name="connsiteY7" fmla="*/ 729933 h 788699"/>
                    <a:gd name="connsiteX8" fmla="*/ 534119 w 734307"/>
                    <a:gd name="connsiteY8" fmla="*/ 721774 h 788699"/>
                    <a:gd name="connsiteX9" fmla="*/ 496043 w 734307"/>
                    <a:gd name="connsiteY9" fmla="*/ 721774 h 788699"/>
                    <a:gd name="connsiteX10" fmla="*/ 471566 w 734307"/>
                    <a:gd name="connsiteY10" fmla="*/ 721774 h 788699"/>
                    <a:gd name="connsiteX11" fmla="*/ 444370 w 734307"/>
                    <a:gd name="connsiteY11" fmla="*/ 716335 h 788699"/>
                    <a:gd name="connsiteX12" fmla="*/ 428052 w 734307"/>
                    <a:gd name="connsiteY12" fmla="*/ 700017 h 788699"/>
                    <a:gd name="connsiteX13" fmla="*/ 433491 w 734307"/>
                    <a:gd name="connsiteY13" fmla="*/ 691858 h 788699"/>
                    <a:gd name="connsiteX14" fmla="*/ 455248 w 734307"/>
                    <a:gd name="connsiteY14" fmla="*/ 683699 h 788699"/>
                    <a:gd name="connsiteX15" fmla="*/ 506922 w 734307"/>
                    <a:gd name="connsiteY15" fmla="*/ 678259 h 788699"/>
                    <a:gd name="connsiteX16" fmla="*/ 509641 w 734307"/>
                    <a:gd name="connsiteY16" fmla="*/ 678259 h 788699"/>
                    <a:gd name="connsiteX17" fmla="*/ 506922 w 734307"/>
                    <a:gd name="connsiteY17" fmla="*/ 664661 h 788699"/>
                    <a:gd name="connsiteX18" fmla="*/ 498763 w 734307"/>
                    <a:gd name="connsiteY18" fmla="*/ 580352 h 788699"/>
                    <a:gd name="connsiteX19" fmla="*/ 496043 w 734307"/>
                    <a:gd name="connsiteY19" fmla="*/ 479725 h 788699"/>
                    <a:gd name="connsiteX20" fmla="*/ 493324 w 734307"/>
                    <a:gd name="connsiteY20" fmla="*/ 389976 h 788699"/>
                    <a:gd name="connsiteX21" fmla="*/ 490604 w 734307"/>
                    <a:gd name="connsiteY21" fmla="*/ 302947 h 788699"/>
                    <a:gd name="connsiteX22" fmla="*/ 487884 w 734307"/>
                    <a:gd name="connsiteY22" fmla="*/ 229516 h 788699"/>
                    <a:gd name="connsiteX23" fmla="*/ 485165 w 734307"/>
                    <a:gd name="connsiteY23" fmla="*/ 221357 h 788699"/>
                    <a:gd name="connsiteX24" fmla="*/ 482445 w 734307"/>
                    <a:gd name="connsiteY24" fmla="*/ 226797 h 788699"/>
                    <a:gd name="connsiteX25" fmla="*/ 477006 w 734307"/>
                    <a:gd name="connsiteY25" fmla="*/ 262152 h 788699"/>
                    <a:gd name="connsiteX26" fmla="*/ 460688 w 734307"/>
                    <a:gd name="connsiteY26" fmla="*/ 341022 h 788699"/>
                    <a:gd name="connsiteX27" fmla="*/ 444370 w 734307"/>
                    <a:gd name="connsiteY27" fmla="*/ 417173 h 788699"/>
                    <a:gd name="connsiteX28" fmla="*/ 436211 w 734307"/>
                    <a:gd name="connsiteY28" fmla="*/ 455248 h 788699"/>
                    <a:gd name="connsiteX29" fmla="*/ 425332 w 734307"/>
                    <a:gd name="connsiteY29" fmla="*/ 493323 h 788699"/>
                    <a:gd name="connsiteX30" fmla="*/ 411734 w 734307"/>
                    <a:gd name="connsiteY30" fmla="*/ 531398 h 788699"/>
                    <a:gd name="connsiteX31" fmla="*/ 376378 w 734307"/>
                    <a:gd name="connsiteY31" fmla="*/ 547716 h 788699"/>
                    <a:gd name="connsiteX32" fmla="*/ 319265 w 734307"/>
                    <a:gd name="connsiteY32" fmla="*/ 525959 h 788699"/>
                    <a:gd name="connsiteX33" fmla="*/ 289349 w 734307"/>
                    <a:gd name="connsiteY33" fmla="*/ 455248 h 788699"/>
                    <a:gd name="connsiteX34" fmla="*/ 273031 w 734307"/>
                    <a:gd name="connsiteY34" fmla="*/ 373658 h 788699"/>
                    <a:gd name="connsiteX35" fmla="*/ 262153 w 734307"/>
                    <a:gd name="connsiteY35" fmla="*/ 316545 h 788699"/>
                    <a:gd name="connsiteX36" fmla="*/ 245835 w 734307"/>
                    <a:gd name="connsiteY36" fmla="*/ 237675 h 788699"/>
                    <a:gd name="connsiteX37" fmla="*/ 234956 w 734307"/>
                    <a:gd name="connsiteY37" fmla="*/ 196881 h 788699"/>
                    <a:gd name="connsiteX38" fmla="*/ 232236 w 734307"/>
                    <a:gd name="connsiteY38" fmla="*/ 191441 h 788699"/>
                    <a:gd name="connsiteX39" fmla="*/ 226797 w 734307"/>
                    <a:gd name="connsiteY39" fmla="*/ 207759 h 788699"/>
                    <a:gd name="connsiteX40" fmla="*/ 226797 w 734307"/>
                    <a:gd name="connsiteY40" fmla="*/ 232236 h 788699"/>
                    <a:gd name="connsiteX41" fmla="*/ 224077 w 734307"/>
                    <a:gd name="connsiteY41" fmla="*/ 267592 h 788699"/>
                    <a:gd name="connsiteX42" fmla="*/ 221358 w 734307"/>
                    <a:gd name="connsiteY42" fmla="*/ 311106 h 788699"/>
                    <a:gd name="connsiteX43" fmla="*/ 218638 w 734307"/>
                    <a:gd name="connsiteY43" fmla="*/ 360060 h 788699"/>
                    <a:gd name="connsiteX44" fmla="*/ 215919 w 734307"/>
                    <a:gd name="connsiteY44" fmla="*/ 398135 h 788699"/>
                    <a:gd name="connsiteX45" fmla="*/ 213199 w 734307"/>
                    <a:gd name="connsiteY45" fmla="*/ 430771 h 788699"/>
                    <a:gd name="connsiteX46" fmla="*/ 213199 w 734307"/>
                    <a:gd name="connsiteY46" fmla="*/ 455248 h 788699"/>
                    <a:gd name="connsiteX47" fmla="*/ 213199 w 734307"/>
                    <a:gd name="connsiteY47" fmla="*/ 477005 h 788699"/>
                    <a:gd name="connsiteX48" fmla="*/ 207759 w 734307"/>
                    <a:gd name="connsiteY48" fmla="*/ 520520 h 788699"/>
                    <a:gd name="connsiteX49" fmla="*/ 196881 w 734307"/>
                    <a:gd name="connsiteY49" fmla="*/ 610268 h 788699"/>
                    <a:gd name="connsiteX50" fmla="*/ 194161 w 734307"/>
                    <a:gd name="connsiteY50" fmla="*/ 653783 h 788699"/>
                    <a:gd name="connsiteX51" fmla="*/ 191441 w 734307"/>
                    <a:gd name="connsiteY51" fmla="*/ 667381 h 788699"/>
                    <a:gd name="connsiteX52" fmla="*/ 243115 w 734307"/>
                    <a:gd name="connsiteY52" fmla="*/ 667381 h 788699"/>
                    <a:gd name="connsiteX53" fmla="*/ 273031 w 734307"/>
                    <a:gd name="connsiteY53" fmla="*/ 683699 h 788699"/>
                    <a:gd name="connsiteX54" fmla="*/ 262153 w 734307"/>
                    <a:gd name="connsiteY54" fmla="*/ 697297 h 788699"/>
                    <a:gd name="connsiteX55" fmla="*/ 248554 w 734307"/>
                    <a:gd name="connsiteY55" fmla="*/ 705456 h 788699"/>
                    <a:gd name="connsiteX56" fmla="*/ 232236 w 734307"/>
                    <a:gd name="connsiteY56" fmla="*/ 708176 h 788699"/>
                    <a:gd name="connsiteX57" fmla="*/ 166965 w 734307"/>
                    <a:gd name="connsiteY57" fmla="*/ 708176 h 788699"/>
                    <a:gd name="connsiteX58" fmla="*/ 109852 w 734307"/>
                    <a:gd name="connsiteY58" fmla="*/ 708176 h 788699"/>
                    <a:gd name="connsiteX59" fmla="*/ 90814 w 734307"/>
                    <a:gd name="connsiteY59" fmla="*/ 708176 h 788699"/>
                    <a:gd name="connsiteX60" fmla="*/ 69057 w 734307"/>
                    <a:gd name="connsiteY60" fmla="*/ 702736 h 788699"/>
                    <a:gd name="connsiteX61" fmla="*/ 58178 w 734307"/>
                    <a:gd name="connsiteY61" fmla="*/ 686418 h 788699"/>
                    <a:gd name="connsiteX62" fmla="*/ 60898 w 734307"/>
                    <a:gd name="connsiteY62" fmla="*/ 678259 h 788699"/>
                    <a:gd name="connsiteX63" fmla="*/ 77216 w 734307"/>
                    <a:gd name="connsiteY63" fmla="*/ 670101 h 788699"/>
                    <a:gd name="connsiteX64" fmla="*/ 126170 w 734307"/>
                    <a:gd name="connsiteY64" fmla="*/ 664661 h 788699"/>
                    <a:gd name="connsiteX65" fmla="*/ 142487 w 734307"/>
                    <a:gd name="connsiteY65" fmla="*/ 664661 h 788699"/>
                    <a:gd name="connsiteX66" fmla="*/ 147927 w 734307"/>
                    <a:gd name="connsiteY66" fmla="*/ 588511 h 788699"/>
                    <a:gd name="connsiteX67" fmla="*/ 153366 w 734307"/>
                    <a:gd name="connsiteY67" fmla="*/ 493323 h 788699"/>
                    <a:gd name="connsiteX68" fmla="*/ 156086 w 734307"/>
                    <a:gd name="connsiteY68" fmla="*/ 411733 h 788699"/>
                    <a:gd name="connsiteX69" fmla="*/ 161525 w 734307"/>
                    <a:gd name="connsiteY69" fmla="*/ 297508 h 788699"/>
                    <a:gd name="connsiteX70" fmla="*/ 166965 w 734307"/>
                    <a:gd name="connsiteY70" fmla="*/ 240395 h 788699"/>
                    <a:gd name="connsiteX71" fmla="*/ 177843 w 734307"/>
                    <a:gd name="connsiteY71" fmla="*/ 161525 h 788699"/>
                    <a:gd name="connsiteX72" fmla="*/ 183282 w 734307"/>
                    <a:gd name="connsiteY72" fmla="*/ 118011 h 788699"/>
                    <a:gd name="connsiteX73" fmla="*/ 183282 w 734307"/>
                    <a:gd name="connsiteY73" fmla="*/ 115291 h 788699"/>
                    <a:gd name="connsiteX74" fmla="*/ 161525 w 734307"/>
                    <a:gd name="connsiteY74" fmla="*/ 115291 h 788699"/>
                    <a:gd name="connsiteX75" fmla="*/ 137048 w 734307"/>
                    <a:gd name="connsiteY75" fmla="*/ 115291 h 788699"/>
                    <a:gd name="connsiteX76" fmla="*/ 109852 w 734307"/>
                    <a:gd name="connsiteY76" fmla="*/ 109851 h 788699"/>
                    <a:gd name="connsiteX77" fmla="*/ 93534 w 734307"/>
                    <a:gd name="connsiteY77" fmla="*/ 93534 h 788699"/>
                    <a:gd name="connsiteX78" fmla="*/ 98973 w 734307"/>
                    <a:gd name="connsiteY78" fmla="*/ 85375 h 788699"/>
                    <a:gd name="connsiteX79" fmla="*/ 120730 w 734307"/>
                    <a:gd name="connsiteY79" fmla="*/ 77216 h 788699"/>
                    <a:gd name="connsiteX80" fmla="*/ 172404 w 734307"/>
                    <a:gd name="connsiteY80" fmla="*/ 71776 h 788699"/>
                    <a:gd name="connsiteX81" fmla="*/ 234956 w 734307"/>
                    <a:gd name="connsiteY81" fmla="*/ 69057 h 788699"/>
                    <a:gd name="connsiteX82" fmla="*/ 243115 w 734307"/>
                    <a:gd name="connsiteY82" fmla="*/ 69057 h 788699"/>
                    <a:gd name="connsiteX83" fmla="*/ 270312 w 734307"/>
                    <a:gd name="connsiteY83" fmla="*/ 74496 h 788699"/>
                    <a:gd name="connsiteX84" fmla="*/ 308387 w 734307"/>
                    <a:gd name="connsiteY84" fmla="*/ 123450 h 788699"/>
                    <a:gd name="connsiteX85" fmla="*/ 332864 w 734307"/>
                    <a:gd name="connsiteY85" fmla="*/ 202320 h 788699"/>
                    <a:gd name="connsiteX86" fmla="*/ 338303 w 734307"/>
                    <a:gd name="connsiteY86" fmla="*/ 237675 h 788699"/>
                    <a:gd name="connsiteX87" fmla="*/ 349182 w 734307"/>
                    <a:gd name="connsiteY87" fmla="*/ 281190 h 788699"/>
                    <a:gd name="connsiteX88" fmla="*/ 357341 w 734307"/>
                    <a:gd name="connsiteY88" fmla="*/ 316545 h 788699"/>
                    <a:gd name="connsiteX89" fmla="*/ 365500 w 734307"/>
                    <a:gd name="connsiteY89" fmla="*/ 351901 h 788699"/>
                    <a:gd name="connsiteX90" fmla="*/ 376378 w 734307"/>
                    <a:gd name="connsiteY90" fmla="*/ 389976 h 788699"/>
                    <a:gd name="connsiteX91" fmla="*/ 387257 w 734307"/>
                    <a:gd name="connsiteY91" fmla="*/ 414453 h 788699"/>
                    <a:gd name="connsiteX92" fmla="*/ 398136 w 734307"/>
                    <a:gd name="connsiteY92" fmla="*/ 376378 h 788699"/>
                    <a:gd name="connsiteX93" fmla="*/ 406295 w 734307"/>
                    <a:gd name="connsiteY93" fmla="*/ 332863 h 788699"/>
                    <a:gd name="connsiteX94" fmla="*/ 425332 w 734307"/>
                    <a:gd name="connsiteY94" fmla="*/ 243115 h 788699"/>
                    <a:gd name="connsiteX95" fmla="*/ 444370 w 734307"/>
                    <a:gd name="connsiteY95" fmla="*/ 150646 h 788699"/>
                    <a:gd name="connsiteX96" fmla="*/ 477006 w 734307"/>
                    <a:gd name="connsiteY96" fmla="*/ 79935 h 788699"/>
                    <a:gd name="connsiteX97" fmla="*/ 523240 w 734307"/>
                    <a:gd name="connsiteY97" fmla="*/ 58178 h 788699"/>
                    <a:gd name="connsiteX98" fmla="*/ 544997 w 734307"/>
                    <a:gd name="connsiteY98" fmla="*/ 63617 h 788699"/>
                    <a:gd name="connsiteX99" fmla="*/ 612988 w 734307"/>
                    <a:gd name="connsiteY99" fmla="*/ 63617 h 788699"/>
                    <a:gd name="connsiteX100" fmla="*/ 651064 w 734307"/>
                    <a:gd name="connsiteY100" fmla="*/ 79935 h 788699"/>
                    <a:gd name="connsiteX101" fmla="*/ 645624 w 734307"/>
                    <a:gd name="connsiteY101" fmla="*/ 96253 h 788699"/>
                    <a:gd name="connsiteX102" fmla="*/ 629307 w 734307"/>
                    <a:gd name="connsiteY102" fmla="*/ 104412 h 788699"/>
                    <a:gd name="connsiteX103" fmla="*/ 607549 w 734307"/>
                    <a:gd name="connsiteY103" fmla="*/ 107132 h 788699"/>
                    <a:gd name="connsiteX104" fmla="*/ 580353 w 734307"/>
                    <a:gd name="connsiteY104" fmla="*/ 107132 h 788699"/>
                    <a:gd name="connsiteX105" fmla="*/ 583072 w 734307"/>
                    <a:gd name="connsiteY105" fmla="*/ 115291 h 788699"/>
                    <a:gd name="connsiteX106" fmla="*/ 588512 w 734307"/>
                    <a:gd name="connsiteY106" fmla="*/ 156086 h 788699"/>
                    <a:gd name="connsiteX107" fmla="*/ 593951 w 734307"/>
                    <a:gd name="connsiteY107" fmla="*/ 196881 h 788699"/>
                    <a:gd name="connsiteX108" fmla="*/ 599390 w 734307"/>
                    <a:gd name="connsiteY108" fmla="*/ 226797 h 788699"/>
                    <a:gd name="connsiteX109" fmla="*/ 599390 w 734307"/>
                    <a:gd name="connsiteY109" fmla="*/ 232236 h 788699"/>
                    <a:gd name="connsiteX110" fmla="*/ 599390 w 734307"/>
                    <a:gd name="connsiteY110" fmla="*/ 240395 h 788699"/>
                    <a:gd name="connsiteX111" fmla="*/ 602110 w 734307"/>
                    <a:gd name="connsiteY111" fmla="*/ 270311 h 788699"/>
                    <a:gd name="connsiteX112" fmla="*/ 607549 w 734307"/>
                    <a:gd name="connsiteY112" fmla="*/ 308386 h 788699"/>
                    <a:gd name="connsiteX113" fmla="*/ 607549 w 734307"/>
                    <a:gd name="connsiteY113" fmla="*/ 319265 h 788699"/>
                    <a:gd name="connsiteX114" fmla="*/ 612988 w 734307"/>
                    <a:gd name="connsiteY114" fmla="*/ 335583 h 788699"/>
                    <a:gd name="connsiteX115" fmla="*/ 612988 w 734307"/>
                    <a:gd name="connsiteY115" fmla="*/ 346462 h 788699"/>
                    <a:gd name="connsiteX116" fmla="*/ 612988 w 734307"/>
                    <a:gd name="connsiteY116" fmla="*/ 370939 h 788699"/>
                    <a:gd name="connsiteX117" fmla="*/ 612988 w 734307"/>
                    <a:gd name="connsiteY117" fmla="*/ 395415 h 788699"/>
                    <a:gd name="connsiteX118" fmla="*/ 615708 w 734307"/>
                    <a:gd name="connsiteY118" fmla="*/ 422612 h 788699"/>
                    <a:gd name="connsiteX119" fmla="*/ 618428 w 734307"/>
                    <a:gd name="connsiteY119" fmla="*/ 441650 h 788699"/>
                    <a:gd name="connsiteX120" fmla="*/ 618428 w 734307"/>
                    <a:gd name="connsiteY120" fmla="*/ 455248 h 788699"/>
                    <a:gd name="connsiteX121" fmla="*/ 621147 w 734307"/>
                    <a:gd name="connsiteY121" fmla="*/ 463407 h 788699"/>
                    <a:gd name="connsiteX122" fmla="*/ 626587 w 734307"/>
                    <a:gd name="connsiteY122" fmla="*/ 482444 h 788699"/>
                    <a:gd name="connsiteX123" fmla="*/ 629307 w 734307"/>
                    <a:gd name="connsiteY123" fmla="*/ 517800 h 788699"/>
                    <a:gd name="connsiteX124" fmla="*/ 634746 w 734307"/>
                    <a:gd name="connsiteY124" fmla="*/ 561314 h 788699"/>
                    <a:gd name="connsiteX125" fmla="*/ 634746 w 734307"/>
                    <a:gd name="connsiteY125" fmla="*/ 566754 h 788699"/>
                    <a:gd name="connsiteX126" fmla="*/ 634746 w 734307"/>
                    <a:gd name="connsiteY126" fmla="*/ 583072 h 788699"/>
                    <a:gd name="connsiteX127" fmla="*/ 637466 w 734307"/>
                    <a:gd name="connsiteY127" fmla="*/ 607548 h 788699"/>
                    <a:gd name="connsiteX128" fmla="*/ 640185 w 734307"/>
                    <a:gd name="connsiteY128" fmla="*/ 618427 h 788699"/>
                    <a:gd name="connsiteX129" fmla="*/ 640185 w 734307"/>
                    <a:gd name="connsiteY129" fmla="*/ 632025 h 788699"/>
                    <a:gd name="connsiteX130" fmla="*/ 640185 w 734307"/>
                    <a:gd name="connsiteY130" fmla="*/ 640184 h 788699"/>
                    <a:gd name="connsiteX131" fmla="*/ 642905 w 734307"/>
                    <a:gd name="connsiteY131" fmla="*/ 659222 h 788699"/>
                    <a:gd name="connsiteX132" fmla="*/ 642905 w 734307"/>
                    <a:gd name="connsiteY132" fmla="*/ 664661 h 788699"/>
                    <a:gd name="connsiteX133" fmla="*/ 653783 w 734307"/>
                    <a:gd name="connsiteY133" fmla="*/ 678259 h 788699"/>
                    <a:gd name="connsiteX134" fmla="*/ 653783 w 734307"/>
                    <a:gd name="connsiteY134" fmla="*/ 678259 h 788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</a:cxnLst>
                  <a:rect l="l" t="t" r="r" b="b"/>
                  <a:pathLst>
                    <a:path w="734307" h="788699">
                      <a:moveTo>
                        <a:pt x="653783" y="678259"/>
                      </a:moveTo>
                      <a:cubicBezTo>
                        <a:pt x="667382" y="678259"/>
                        <a:pt x="691859" y="678259"/>
                        <a:pt x="691859" y="694577"/>
                      </a:cubicBezTo>
                      <a:cubicBezTo>
                        <a:pt x="691859" y="702736"/>
                        <a:pt x="689139" y="705456"/>
                        <a:pt x="686419" y="710895"/>
                      </a:cubicBezTo>
                      <a:cubicBezTo>
                        <a:pt x="683700" y="716335"/>
                        <a:pt x="675541" y="719054"/>
                        <a:pt x="670101" y="719054"/>
                      </a:cubicBezTo>
                      <a:cubicBezTo>
                        <a:pt x="661942" y="721774"/>
                        <a:pt x="653783" y="721774"/>
                        <a:pt x="648344" y="721774"/>
                      </a:cubicBezTo>
                      <a:cubicBezTo>
                        <a:pt x="645624" y="721774"/>
                        <a:pt x="634746" y="721774"/>
                        <a:pt x="618428" y="721774"/>
                      </a:cubicBezTo>
                      <a:cubicBezTo>
                        <a:pt x="604829" y="729933"/>
                        <a:pt x="588512" y="735372"/>
                        <a:pt x="572194" y="735372"/>
                      </a:cubicBezTo>
                      <a:cubicBezTo>
                        <a:pt x="564035" y="735372"/>
                        <a:pt x="553156" y="732653"/>
                        <a:pt x="544997" y="729933"/>
                      </a:cubicBezTo>
                      <a:cubicBezTo>
                        <a:pt x="539558" y="727213"/>
                        <a:pt x="536838" y="724494"/>
                        <a:pt x="534119" y="721774"/>
                      </a:cubicBezTo>
                      <a:cubicBezTo>
                        <a:pt x="520520" y="721774"/>
                        <a:pt x="509641" y="721774"/>
                        <a:pt x="496043" y="721774"/>
                      </a:cubicBezTo>
                      <a:cubicBezTo>
                        <a:pt x="487884" y="721774"/>
                        <a:pt x="479725" y="721774"/>
                        <a:pt x="471566" y="721774"/>
                      </a:cubicBezTo>
                      <a:cubicBezTo>
                        <a:pt x="463407" y="721774"/>
                        <a:pt x="452529" y="721774"/>
                        <a:pt x="444370" y="716335"/>
                      </a:cubicBezTo>
                      <a:cubicBezTo>
                        <a:pt x="436211" y="713615"/>
                        <a:pt x="428052" y="705456"/>
                        <a:pt x="428052" y="700017"/>
                      </a:cubicBezTo>
                      <a:cubicBezTo>
                        <a:pt x="428052" y="697297"/>
                        <a:pt x="428052" y="694577"/>
                        <a:pt x="433491" y="691858"/>
                      </a:cubicBezTo>
                      <a:cubicBezTo>
                        <a:pt x="438930" y="689138"/>
                        <a:pt x="449809" y="686418"/>
                        <a:pt x="455248" y="683699"/>
                      </a:cubicBezTo>
                      <a:cubicBezTo>
                        <a:pt x="474286" y="680979"/>
                        <a:pt x="498763" y="678259"/>
                        <a:pt x="506922" y="678259"/>
                      </a:cubicBezTo>
                      <a:cubicBezTo>
                        <a:pt x="506922" y="678259"/>
                        <a:pt x="509641" y="678259"/>
                        <a:pt x="509641" y="678259"/>
                      </a:cubicBezTo>
                      <a:cubicBezTo>
                        <a:pt x="509641" y="672820"/>
                        <a:pt x="506922" y="670101"/>
                        <a:pt x="506922" y="664661"/>
                      </a:cubicBezTo>
                      <a:cubicBezTo>
                        <a:pt x="501483" y="640184"/>
                        <a:pt x="501483" y="612988"/>
                        <a:pt x="498763" y="580352"/>
                      </a:cubicBezTo>
                      <a:cubicBezTo>
                        <a:pt x="496043" y="547716"/>
                        <a:pt x="498763" y="512361"/>
                        <a:pt x="496043" y="479725"/>
                      </a:cubicBezTo>
                      <a:cubicBezTo>
                        <a:pt x="493324" y="449808"/>
                        <a:pt x="493324" y="419892"/>
                        <a:pt x="493324" y="389976"/>
                      </a:cubicBezTo>
                      <a:cubicBezTo>
                        <a:pt x="493324" y="360060"/>
                        <a:pt x="490604" y="332863"/>
                        <a:pt x="490604" y="302947"/>
                      </a:cubicBezTo>
                      <a:cubicBezTo>
                        <a:pt x="487884" y="275751"/>
                        <a:pt x="487884" y="240395"/>
                        <a:pt x="487884" y="229516"/>
                      </a:cubicBezTo>
                      <a:cubicBezTo>
                        <a:pt x="487884" y="224077"/>
                        <a:pt x="487884" y="221357"/>
                        <a:pt x="485165" y="221357"/>
                      </a:cubicBezTo>
                      <a:cubicBezTo>
                        <a:pt x="485165" y="221357"/>
                        <a:pt x="482445" y="224077"/>
                        <a:pt x="482445" y="226797"/>
                      </a:cubicBezTo>
                      <a:cubicBezTo>
                        <a:pt x="479725" y="237675"/>
                        <a:pt x="479725" y="251274"/>
                        <a:pt x="477006" y="262152"/>
                      </a:cubicBezTo>
                      <a:cubicBezTo>
                        <a:pt x="471566" y="289349"/>
                        <a:pt x="466127" y="316545"/>
                        <a:pt x="460688" y="341022"/>
                      </a:cubicBezTo>
                      <a:cubicBezTo>
                        <a:pt x="455248" y="365499"/>
                        <a:pt x="447090" y="392696"/>
                        <a:pt x="444370" y="417173"/>
                      </a:cubicBezTo>
                      <a:cubicBezTo>
                        <a:pt x="441650" y="430771"/>
                        <a:pt x="438930" y="441650"/>
                        <a:pt x="436211" y="455248"/>
                      </a:cubicBezTo>
                      <a:cubicBezTo>
                        <a:pt x="433491" y="468846"/>
                        <a:pt x="428052" y="479725"/>
                        <a:pt x="425332" y="493323"/>
                      </a:cubicBezTo>
                      <a:cubicBezTo>
                        <a:pt x="422612" y="506921"/>
                        <a:pt x="419893" y="520520"/>
                        <a:pt x="411734" y="531398"/>
                      </a:cubicBezTo>
                      <a:cubicBezTo>
                        <a:pt x="406295" y="539557"/>
                        <a:pt x="395416" y="547716"/>
                        <a:pt x="376378" y="547716"/>
                      </a:cubicBezTo>
                      <a:cubicBezTo>
                        <a:pt x="357341" y="547716"/>
                        <a:pt x="335583" y="539557"/>
                        <a:pt x="319265" y="525959"/>
                      </a:cubicBezTo>
                      <a:cubicBezTo>
                        <a:pt x="300228" y="506921"/>
                        <a:pt x="294788" y="479725"/>
                        <a:pt x="289349" y="455248"/>
                      </a:cubicBezTo>
                      <a:cubicBezTo>
                        <a:pt x="283910" y="428051"/>
                        <a:pt x="278470" y="400855"/>
                        <a:pt x="273031" y="373658"/>
                      </a:cubicBezTo>
                      <a:cubicBezTo>
                        <a:pt x="273031" y="368219"/>
                        <a:pt x="267592" y="346462"/>
                        <a:pt x="262153" y="316545"/>
                      </a:cubicBezTo>
                      <a:cubicBezTo>
                        <a:pt x="256713" y="292068"/>
                        <a:pt x="251274" y="262152"/>
                        <a:pt x="245835" y="237675"/>
                      </a:cubicBezTo>
                      <a:cubicBezTo>
                        <a:pt x="240395" y="218638"/>
                        <a:pt x="237675" y="205039"/>
                        <a:pt x="234956" y="196881"/>
                      </a:cubicBezTo>
                      <a:cubicBezTo>
                        <a:pt x="232236" y="191441"/>
                        <a:pt x="232236" y="191441"/>
                        <a:pt x="232236" y="191441"/>
                      </a:cubicBezTo>
                      <a:cubicBezTo>
                        <a:pt x="229517" y="191441"/>
                        <a:pt x="229517" y="196881"/>
                        <a:pt x="226797" y="207759"/>
                      </a:cubicBezTo>
                      <a:cubicBezTo>
                        <a:pt x="226797" y="215918"/>
                        <a:pt x="226797" y="229516"/>
                        <a:pt x="226797" y="232236"/>
                      </a:cubicBezTo>
                      <a:cubicBezTo>
                        <a:pt x="226797" y="243115"/>
                        <a:pt x="224077" y="256713"/>
                        <a:pt x="224077" y="267592"/>
                      </a:cubicBezTo>
                      <a:cubicBezTo>
                        <a:pt x="224077" y="278470"/>
                        <a:pt x="224077" y="294788"/>
                        <a:pt x="221358" y="311106"/>
                      </a:cubicBezTo>
                      <a:cubicBezTo>
                        <a:pt x="221358" y="327424"/>
                        <a:pt x="218638" y="343742"/>
                        <a:pt x="218638" y="360060"/>
                      </a:cubicBezTo>
                      <a:cubicBezTo>
                        <a:pt x="218638" y="373658"/>
                        <a:pt x="215919" y="384537"/>
                        <a:pt x="215919" y="398135"/>
                      </a:cubicBezTo>
                      <a:cubicBezTo>
                        <a:pt x="215919" y="409014"/>
                        <a:pt x="213199" y="419892"/>
                        <a:pt x="213199" y="430771"/>
                      </a:cubicBezTo>
                      <a:cubicBezTo>
                        <a:pt x="213199" y="438930"/>
                        <a:pt x="213199" y="447089"/>
                        <a:pt x="213199" y="455248"/>
                      </a:cubicBezTo>
                      <a:cubicBezTo>
                        <a:pt x="213199" y="463407"/>
                        <a:pt x="213199" y="471566"/>
                        <a:pt x="213199" y="477005"/>
                      </a:cubicBezTo>
                      <a:cubicBezTo>
                        <a:pt x="210479" y="490603"/>
                        <a:pt x="207759" y="506921"/>
                        <a:pt x="207759" y="520520"/>
                      </a:cubicBezTo>
                      <a:cubicBezTo>
                        <a:pt x="202320" y="550436"/>
                        <a:pt x="199600" y="580352"/>
                        <a:pt x="196881" y="610268"/>
                      </a:cubicBezTo>
                      <a:cubicBezTo>
                        <a:pt x="196881" y="623866"/>
                        <a:pt x="196881" y="640184"/>
                        <a:pt x="194161" y="653783"/>
                      </a:cubicBezTo>
                      <a:cubicBezTo>
                        <a:pt x="194161" y="659222"/>
                        <a:pt x="194161" y="661942"/>
                        <a:pt x="191441" y="667381"/>
                      </a:cubicBezTo>
                      <a:cubicBezTo>
                        <a:pt x="213199" y="667381"/>
                        <a:pt x="232236" y="667381"/>
                        <a:pt x="243115" y="667381"/>
                      </a:cubicBezTo>
                      <a:cubicBezTo>
                        <a:pt x="253994" y="667381"/>
                        <a:pt x="273031" y="670101"/>
                        <a:pt x="273031" y="683699"/>
                      </a:cubicBezTo>
                      <a:cubicBezTo>
                        <a:pt x="273031" y="691858"/>
                        <a:pt x="267592" y="691858"/>
                        <a:pt x="262153" y="697297"/>
                      </a:cubicBezTo>
                      <a:cubicBezTo>
                        <a:pt x="259433" y="702736"/>
                        <a:pt x="253994" y="705456"/>
                        <a:pt x="248554" y="705456"/>
                      </a:cubicBezTo>
                      <a:cubicBezTo>
                        <a:pt x="240395" y="708176"/>
                        <a:pt x="234956" y="708176"/>
                        <a:pt x="232236" y="708176"/>
                      </a:cubicBezTo>
                      <a:cubicBezTo>
                        <a:pt x="226797" y="708176"/>
                        <a:pt x="175124" y="708176"/>
                        <a:pt x="166965" y="708176"/>
                      </a:cubicBezTo>
                      <a:cubicBezTo>
                        <a:pt x="156086" y="708176"/>
                        <a:pt x="120730" y="708176"/>
                        <a:pt x="109852" y="708176"/>
                      </a:cubicBezTo>
                      <a:cubicBezTo>
                        <a:pt x="104412" y="708176"/>
                        <a:pt x="96253" y="708176"/>
                        <a:pt x="90814" y="708176"/>
                      </a:cubicBezTo>
                      <a:cubicBezTo>
                        <a:pt x="85375" y="708176"/>
                        <a:pt x="77216" y="705456"/>
                        <a:pt x="69057" y="702736"/>
                      </a:cubicBezTo>
                      <a:cubicBezTo>
                        <a:pt x="63617" y="700017"/>
                        <a:pt x="58178" y="691858"/>
                        <a:pt x="58178" y="686418"/>
                      </a:cubicBezTo>
                      <a:cubicBezTo>
                        <a:pt x="58178" y="683699"/>
                        <a:pt x="58178" y="680979"/>
                        <a:pt x="60898" y="678259"/>
                      </a:cubicBezTo>
                      <a:cubicBezTo>
                        <a:pt x="63617" y="675540"/>
                        <a:pt x="71777" y="672820"/>
                        <a:pt x="77216" y="670101"/>
                      </a:cubicBezTo>
                      <a:cubicBezTo>
                        <a:pt x="90814" y="667381"/>
                        <a:pt x="120730" y="664661"/>
                        <a:pt x="126170" y="664661"/>
                      </a:cubicBezTo>
                      <a:cubicBezTo>
                        <a:pt x="128889" y="664661"/>
                        <a:pt x="134329" y="664661"/>
                        <a:pt x="142487" y="664661"/>
                      </a:cubicBezTo>
                      <a:cubicBezTo>
                        <a:pt x="142487" y="640184"/>
                        <a:pt x="147927" y="612988"/>
                        <a:pt x="147927" y="588511"/>
                      </a:cubicBezTo>
                      <a:cubicBezTo>
                        <a:pt x="150646" y="555875"/>
                        <a:pt x="153366" y="523239"/>
                        <a:pt x="153366" y="493323"/>
                      </a:cubicBezTo>
                      <a:cubicBezTo>
                        <a:pt x="153366" y="466126"/>
                        <a:pt x="156086" y="438930"/>
                        <a:pt x="156086" y="411733"/>
                      </a:cubicBezTo>
                      <a:cubicBezTo>
                        <a:pt x="158806" y="373658"/>
                        <a:pt x="158806" y="335583"/>
                        <a:pt x="161525" y="297508"/>
                      </a:cubicBezTo>
                      <a:cubicBezTo>
                        <a:pt x="161525" y="278470"/>
                        <a:pt x="164245" y="259433"/>
                        <a:pt x="166965" y="240395"/>
                      </a:cubicBezTo>
                      <a:cubicBezTo>
                        <a:pt x="169684" y="210479"/>
                        <a:pt x="172404" y="191441"/>
                        <a:pt x="177843" y="161525"/>
                      </a:cubicBezTo>
                      <a:cubicBezTo>
                        <a:pt x="180563" y="147927"/>
                        <a:pt x="180563" y="131609"/>
                        <a:pt x="183282" y="118011"/>
                      </a:cubicBezTo>
                      <a:cubicBezTo>
                        <a:pt x="183282" y="118011"/>
                        <a:pt x="183282" y="115291"/>
                        <a:pt x="183282" y="115291"/>
                      </a:cubicBezTo>
                      <a:cubicBezTo>
                        <a:pt x="177843" y="115291"/>
                        <a:pt x="172404" y="115291"/>
                        <a:pt x="161525" y="115291"/>
                      </a:cubicBezTo>
                      <a:cubicBezTo>
                        <a:pt x="153366" y="115291"/>
                        <a:pt x="145207" y="115291"/>
                        <a:pt x="137048" y="115291"/>
                      </a:cubicBezTo>
                      <a:cubicBezTo>
                        <a:pt x="128889" y="115291"/>
                        <a:pt x="118011" y="115291"/>
                        <a:pt x="109852" y="109851"/>
                      </a:cubicBezTo>
                      <a:cubicBezTo>
                        <a:pt x="101693" y="107132"/>
                        <a:pt x="93534" y="98973"/>
                        <a:pt x="93534" y="93534"/>
                      </a:cubicBezTo>
                      <a:cubicBezTo>
                        <a:pt x="93534" y="90814"/>
                        <a:pt x="93534" y="88094"/>
                        <a:pt x="98973" y="85375"/>
                      </a:cubicBezTo>
                      <a:cubicBezTo>
                        <a:pt x="104412" y="82655"/>
                        <a:pt x="115291" y="79935"/>
                        <a:pt x="120730" y="77216"/>
                      </a:cubicBezTo>
                      <a:cubicBezTo>
                        <a:pt x="139768" y="74496"/>
                        <a:pt x="164245" y="71776"/>
                        <a:pt x="172404" y="71776"/>
                      </a:cubicBezTo>
                      <a:cubicBezTo>
                        <a:pt x="194161" y="71776"/>
                        <a:pt x="210479" y="69057"/>
                        <a:pt x="234956" y="69057"/>
                      </a:cubicBezTo>
                      <a:cubicBezTo>
                        <a:pt x="237675" y="69057"/>
                        <a:pt x="240395" y="69057"/>
                        <a:pt x="243115" y="69057"/>
                      </a:cubicBezTo>
                      <a:cubicBezTo>
                        <a:pt x="251274" y="69057"/>
                        <a:pt x="262153" y="69057"/>
                        <a:pt x="270312" y="74496"/>
                      </a:cubicBezTo>
                      <a:cubicBezTo>
                        <a:pt x="283910" y="82655"/>
                        <a:pt x="300228" y="96253"/>
                        <a:pt x="308387" y="123450"/>
                      </a:cubicBezTo>
                      <a:cubicBezTo>
                        <a:pt x="316546" y="147927"/>
                        <a:pt x="327424" y="175123"/>
                        <a:pt x="332864" y="202320"/>
                      </a:cubicBezTo>
                      <a:cubicBezTo>
                        <a:pt x="335583" y="213198"/>
                        <a:pt x="335583" y="226797"/>
                        <a:pt x="338303" y="237675"/>
                      </a:cubicBezTo>
                      <a:cubicBezTo>
                        <a:pt x="343742" y="251274"/>
                        <a:pt x="346462" y="264872"/>
                        <a:pt x="349182" y="281190"/>
                      </a:cubicBezTo>
                      <a:cubicBezTo>
                        <a:pt x="351901" y="292068"/>
                        <a:pt x="351901" y="305667"/>
                        <a:pt x="357341" y="316545"/>
                      </a:cubicBezTo>
                      <a:cubicBezTo>
                        <a:pt x="362780" y="327424"/>
                        <a:pt x="362780" y="338303"/>
                        <a:pt x="365500" y="351901"/>
                      </a:cubicBezTo>
                      <a:cubicBezTo>
                        <a:pt x="365500" y="357340"/>
                        <a:pt x="373658" y="373658"/>
                        <a:pt x="376378" y="389976"/>
                      </a:cubicBezTo>
                      <a:cubicBezTo>
                        <a:pt x="381817" y="403574"/>
                        <a:pt x="384537" y="414453"/>
                        <a:pt x="387257" y="414453"/>
                      </a:cubicBezTo>
                      <a:cubicBezTo>
                        <a:pt x="392696" y="414453"/>
                        <a:pt x="395416" y="381817"/>
                        <a:pt x="398136" y="376378"/>
                      </a:cubicBezTo>
                      <a:cubicBezTo>
                        <a:pt x="400855" y="362779"/>
                        <a:pt x="403575" y="346462"/>
                        <a:pt x="406295" y="332863"/>
                      </a:cubicBezTo>
                      <a:cubicBezTo>
                        <a:pt x="411734" y="302947"/>
                        <a:pt x="417173" y="273031"/>
                        <a:pt x="425332" y="243115"/>
                      </a:cubicBezTo>
                      <a:cubicBezTo>
                        <a:pt x="430771" y="213198"/>
                        <a:pt x="436211" y="180563"/>
                        <a:pt x="444370" y="150646"/>
                      </a:cubicBezTo>
                      <a:cubicBezTo>
                        <a:pt x="449809" y="126170"/>
                        <a:pt x="460688" y="98973"/>
                        <a:pt x="477006" y="79935"/>
                      </a:cubicBezTo>
                      <a:cubicBezTo>
                        <a:pt x="487884" y="66337"/>
                        <a:pt x="506922" y="58178"/>
                        <a:pt x="523240" y="58178"/>
                      </a:cubicBezTo>
                      <a:cubicBezTo>
                        <a:pt x="528679" y="58178"/>
                        <a:pt x="539558" y="58178"/>
                        <a:pt x="544997" y="63617"/>
                      </a:cubicBezTo>
                      <a:lnTo>
                        <a:pt x="612988" y="63617"/>
                      </a:lnTo>
                      <a:cubicBezTo>
                        <a:pt x="626587" y="63617"/>
                        <a:pt x="651064" y="63617"/>
                        <a:pt x="651064" y="79935"/>
                      </a:cubicBezTo>
                      <a:cubicBezTo>
                        <a:pt x="651064" y="88094"/>
                        <a:pt x="648344" y="88094"/>
                        <a:pt x="645624" y="96253"/>
                      </a:cubicBezTo>
                      <a:cubicBezTo>
                        <a:pt x="640185" y="101693"/>
                        <a:pt x="634746" y="104412"/>
                        <a:pt x="629307" y="104412"/>
                      </a:cubicBezTo>
                      <a:cubicBezTo>
                        <a:pt x="621147" y="107132"/>
                        <a:pt x="612988" y="107132"/>
                        <a:pt x="607549" y="107132"/>
                      </a:cubicBezTo>
                      <a:cubicBezTo>
                        <a:pt x="604829" y="107132"/>
                        <a:pt x="591231" y="107132"/>
                        <a:pt x="580353" y="107132"/>
                      </a:cubicBezTo>
                      <a:cubicBezTo>
                        <a:pt x="580353" y="109851"/>
                        <a:pt x="583072" y="112571"/>
                        <a:pt x="583072" y="115291"/>
                      </a:cubicBezTo>
                      <a:cubicBezTo>
                        <a:pt x="585792" y="128889"/>
                        <a:pt x="585792" y="142487"/>
                        <a:pt x="588512" y="156086"/>
                      </a:cubicBezTo>
                      <a:cubicBezTo>
                        <a:pt x="591231" y="169684"/>
                        <a:pt x="591231" y="183282"/>
                        <a:pt x="593951" y="196881"/>
                      </a:cubicBezTo>
                      <a:cubicBezTo>
                        <a:pt x="593951" y="207759"/>
                        <a:pt x="599390" y="215918"/>
                        <a:pt x="599390" y="226797"/>
                      </a:cubicBezTo>
                      <a:cubicBezTo>
                        <a:pt x="599390" y="229516"/>
                        <a:pt x="599390" y="229516"/>
                        <a:pt x="599390" y="232236"/>
                      </a:cubicBezTo>
                      <a:cubicBezTo>
                        <a:pt x="599390" y="234956"/>
                        <a:pt x="599390" y="237675"/>
                        <a:pt x="599390" y="240395"/>
                      </a:cubicBezTo>
                      <a:cubicBezTo>
                        <a:pt x="599390" y="251274"/>
                        <a:pt x="599390" y="259433"/>
                        <a:pt x="602110" y="270311"/>
                      </a:cubicBezTo>
                      <a:cubicBezTo>
                        <a:pt x="604829" y="283909"/>
                        <a:pt x="607549" y="294788"/>
                        <a:pt x="607549" y="308386"/>
                      </a:cubicBezTo>
                      <a:cubicBezTo>
                        <a:pt x="607549" y="311106"/>
                        <a:pt x="607549" y="316545"/>
                        <a:pt x="607549" y="319265"/>
                      </a:cubicBezTo>
                      <a:cubicBezTo>
                        <a:pt x="607549" y="324704"/>
                        <a:pt x="610269" y="330144"/>
                        <a:pt x="612988" y="335583"/>
                      </a:cubicBezTo>
                      <a:cubicBezTo>
                        <a:pt x="612988" y="338303"/>
                        <a:pt x="612988" y="343742"/>
                        <a:pt x="612988" y="346462"/>
                      </a:cubicBezTo>
                      <a:cubicBezTo>
                        <a:pt x="612988" y="354620"/>
                        <a:pt x="612988" y="362779"/>
                        <a:pt x="612988" y="370939"/>
                      </a:cubicBezTo>
                      <a:cubicBezTo>
                        <a:pt x="612988" y="379097"/>
                        <a:pt x="612988" y="387256"/>
                        <a:pt x="612988" y="395415"/>
                      </a:cubicBezTo>
                      <a:cubicBezTo>
                        <a:pt x="612988" y="403574"/>
                        <a:pt x="615708" y="414453"/>
                        <a:pt x="615708" y="422612"/>
                      </a:cubicBezTo>
                      <a:cubicBezTo>
                        <a:pt x="618428" y="430771"/>
                        <a:pt x="618428" y="436210"/>
                        <a:pt x="618428" y="441650"/>
                      </a:cubicBezTo>
                      <a:cubicBezTo>
                        <a:pt x="618428" y="444369"/>
                        <a:pt x="618428" y="449808"/>
                        <a:pt x="618428" y="455248"/>
                      </a:cubicBezTo>
                      <a:cubicBezTo>
                        <a:pt x="618428" y="460687"/>
                        <a:pt x="618428" y="460687"/>
                        <a:pt x="621147" y="463407"/>
                      </a:cubicBezTo>
                      <a:cubicBezTo>
                        <a:pt x="623867" y="471566"/>
                        <a:pt x="623867" y="477005"/>
                        <a:pt x="626587" y="482444"/>
                      </a:cubicBezTo>
                      <a:cubicBezTo>
                        <a:pt x="629307" y="493323"/>
                        <a:pt x="629307" y="506921"/>
                        <a:pt x="629307" y="517800"/>
                      </a:cubicBezTo>
                      <a:cubicBezTo>
                        <a:pt x="632026" y="534118"/>
                        <a:pt x="632026" y="547716"/>
                        <a:pt x="634746" y="561314"/>
                      </a:cubicBezTo>
                      <a:cubicBezTo>
                        <a:pt x="634746" y="564034"/>
                        <a:pt x="634746" y="564034"/>
                        <a:pt x="634746" y="566754"/>
                      </a:cubicBezTo>
                      <a:cubicBezTo>
                        <a:pt x="634746" y="572193"/>
                        <a:pt x="634746" y="577632"/>
                        <a:pt x="634746" y="583072"/>
                      </a:cubicBezTo>
                      <a:cubicBezTo>
                        <a:pt x="634746" y="596670"/>
                        <a:pt x="637466" y="602109"/>
                        <a:pt x="637466" y="607548"/>
                      </a:cubicBezTo>
                      <a:cubicBezTo>
                        <a:pt x="637466" y="610268"/>
                        <a:pt x="640185" y="615708"/>
                        <a:pt x="640185" y="618427"/>
                      </a:cubicBezTo>
                      <a:cubicBezTo>
                        <a:pt x="640185" y="623866"/>
                        <a:pt x="640185" y="629306"/>
                        <a:pt x="640185" y="632025"/>
                      </a:cubicBezTo>
                      <a:cubicBezTo>
                        <a:pt x="640185" y="634745"/>
                        <a:pt x="640185" y="637465"/>
                        <a:pt x="640185" y="640184"/>
                      </a:cubicBezTo>
                      <a:cubicBezTo>
                        <a:pt x="640185" y="645624"/>
                        <a:pt x="642905" y="653783"/>
                        <a:pt x="642905" y="659222"/>
                      </a:cubicBezTo>
                      <a:cubicBezTo>
                        <a:pt x="642905" y="661942"/>
                        <a:pt x="642905" y="661942"/>
                        <a:pt x="642905" y="664661"/>
                      </a:cubicBezTo>
                      <a:cubicBezTo>
                        <a:pt x="645624" y="678259"/>
                        <a:pt x="651064" y="678259"/>
                        <a:pt x="653783" y="678259"/>
                      </a:cubicBezTo>
                      <a:lnTo>
                        <a:pt x="653783" y="678259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51" name="Freeform: Shape 45">
                  <a:extLst>
                    <a:ext uri="{FF2B5EF4-FFF2-40B4-BE49-F238E27FC236}">
                      <a16:creationId xmlns:a16="http://schemas.microsoft.com/office/drawing/2014/main" id="{D3802517-BB92-DB3A-D526-D5E586613D57}"/>
                    </a:ext>
                  </a:extLst>
                </p:cNvPr>
                <p:cNvSpPr/>
                <p:nvPr/>
              </p:nvSpPr>
              <p:spPr>
                <a:xfrm>
                  <a:off x="6362526" y="4242177"/>
                  <a:ext cx="492259" cy="674476"/>
                </a:xfrm>
                <a:custGeom>
                  <a:avLst/>
                  <a:gdLst>
                    <a:gd name="connsiteX0" fmla="*/ 225733 w 492259"/>
                    <a:gd name="connsiteY0" fmla="*/ 97907 h 674476"/>
                    <a:gd name="connsiteX1" fmla="*/ 209415 w 492259"/>
                    <a:gd name="connsiteY1" fmla="*/ 119665 h 674476"/>
                    <a:gd name="connsiteX2" fmla="*/ 201256 w 492259"/>
                    <a:gd name="connsiteY2" fmla="*/ 152300 h 674476"/>
                    <a:gd name="connsiteX3" fmla="*/ 198536 w 492259"/>
                    <a:gd name="connsiteY3" fmla="*/ 168618 h 674476"/>
                    <a:gd name="connsiteX4" fmla="*/ 195817 w 492259"/>
                    <a:gd name="connsiteY4" fmla="*/ 184936 h 674476"/>
                    <a:gd name="connsiteX5" fmla="*/ 187658 w 492259"/>
                    <a:gd name="connsiteY5" fmla="*/ 220292 h 674476"/>
                    <a:gd name="connsiteX6" fmla="*/ 168620 w 492259"/>
                    <a:gd name="connsiteY6" fmla="*/ 291003 h 674476"/>
                    <a:gd name="connsiteX7" fmla="*/ 160461 w 492259"/>
                    <a:gd name="connsiteY7" fmla="*/ 323639 h 674476"/>
                    <a:gd name="connsiteX8" fmla="*/ 149582 w 492259"/>
                    <a:gd name="connsiteY8" fmla="*/ 361714 h 674476"/>
                    <a:gd name="connsiteX9" fmla="*/ 144143 w 492259"/>
                    <a:gd name="connsiteY9" fmla="*/ 388910 h 674476"/>
                    <a:gd name="connsiteX10" fmla="*/ 149582 w 492259"/>
                    <a:gd name="connsiteY10" fmla="*/ 391630 h 674476"/>
                    <a:gd name="connsiteX11" fmla="*/ 171340 w 492259"/>
                    <a:gd name="connsiteY11" fmla="*/ 391630 h 674476"/>
                    <a:gd name="connsiteX12" fmla="*/ 193097 w 492259"/>
                    <a:gd name="connsiteY12" fmla="*/ 388910 h 674476"/>
                    <a:gd name="connsiteX13" fmla="*/ 212135 w 492259"/>
                    <a:gd name="connsiteY13" fmla="*/ 388910 h 674476"/>
                    <a:gd name="connsiteX14" fmla="*/ 236611 w 492259"/>
                    <a:gd name="connsiteY14" fmla="*/ 388910 h 674476"/>
                    <a:gd name="connsiteX15" fmla="*/ 250210 w 492259"/>
                    <a:gd name="connsiteY15" fmla="*/ 386191 h 674476"/>
                    <a:gd name="connsiteX16" fmla="*/ 258369 w 492259"/>
                    <a:gd name="connsiteY16" fmla="*/ 386191 h 674476"/>
                    <a:gd name="connsiteX17" fmla="*/ 255649 w 492259"/>
                    <a:gd name="connsiteY17" fmla="*/ 367153 h 674476"/>
                    <a:gd name="connsiteX18" fmla="*/ 250210 w 492259"/>
                    <a:gd name="connsiteY18" fmla="*/ 331797 h 674476"/>
                    <a:gd name="connsiteX19" fmla="*/ 247490 w 492259"/>
                    <a:gd name="connsiteY19" fmla="*/ 244769 h 674476"/>
                    <a:gd name="connsiteX20" fmla="*/ 242051 w 492259"/>
                    <a:gd name="connsiteY20" fmla="*/ 203974 h 674476"/>
                    <a:gd name="connsiteX21" fmla="*/ 236611 w 492259"/>
                    <a:gd name="connsiteY21" fmla="*/ 157740 h 674476"/>
                    <a:gd name="connsiteX22" fmla="*/ 233892 w 492259"/>
                    <a:gd name="connsiteY22" fmla="*/ 119665 h 674476"/>
                    <a:gd name="connsiteX23" fmla="*/ 225733 w 492259"/>
                    <a:gd name="connsiteY23" fmla="*/ 97907 h 674476"/>
                    <a:gd name="connsiteX24" fmla="*/ 274687 w 492259"/>
                    <a:gd name="connsiteY24" fmla="*/ 0 h 674476"/>
                    <a:gd name="connsiteX25" fmla="*/ 304603 w 492259"/>
                    <a:gd name="connsiteY25" fmla="*/ 5439 h 674476"/>
                    <a:gd name="connsiteX26" fmla="*/ 320921 w 492259"/>
                    <a:gd name="connsiteY26" fmla="*/ 24477 h 674476"/>
                    <a:gd name="connsiteX27" fmla="*/ 334519 w 492259"/>
                    <a:gd name="connsiteY27" fmla="*/ 43515 h 674476"/>
                    <a:gd name="connsiteX28" fmla="*/ 339959 w 492259"/>
                    <a:gd name="connsiteY28" fmla="*/ 65272 h 674476"/>
                    <a:gd name="connsiteX29" fmla="*/ 348118 w 492259"/>
                    <a:gd name="connsiteY29" fmla="*/ 114226 h 674476"/>
                    <a:gd name="connsiteX30" fmla="*/ 361716 w 492259"/>
                    <a:gd name="connsiteY30" fmla="*/ 163180 h 674476"/>
                    <a:gd name="connsiteX31" fmla="*/ 369875 w 492259"/>
                    <a:gd name="connsiteY31" fmla="*/ 220293 h 674476"/>
                    <a:gd name="connsiteX32" fmla="*/ 378034 w 492259"/>
                    <a:gd name="connsiteY32" fmla="*/ 274686 h 674476"/>
                    <a:gd name="connsiteX33" fmla="*/ 383473 w 492259"/>
                    <a:gd name="connsiteY33" fmla="*/ 301883 h 674476"/>
                    <a:gd name="connsiteX34" fmla="*/ 391632 w 492259"/>
                    <a:gd name="connsiteY34" fmla="*/ 337238 h 674476"/>
                    <a:gd name="connsiteX35" fmla="*/ 397071 w 492259"/>
                    <a:gd name="connsiteY35" fmla="*/ 364435 h 674476"/>
                    <a:gd name="connsiteX36" fmla="*/ 405230 w 492259"/>
                    <a:gd name="connsiteY36" fmla="*/ 383473 h 674476"/>
                    <a:gd name="connsiteX37" fmla="*/ 416109 w 492259"/>
                    <a:gd name="connsiteY37" fmla="*/ 386192 h 674476"/>
                    <a:gd name="connsiteX38" fmla="*/ 426988 w 492259"/>
                    <a:gd name="connsiteY38" fmla="*/ 386192 h 674476"/>
                    <a:gd name="connsiteX39" fmla="*/ 454184 w 492259"/>
                    <a:gd name="connsiteY39" fmla="*/ 397071 h 674476"/>
                    <a:gd name="connsiteX40" fmla="*/ 456904 w 492259"/>
                    <a:gd name="connsiteY40" fmla="*/ 405230 h 674476"/>
                    <a:gd name="connsiteX41" fmla="*/ 451464 w 492259"/>
                    <a:gd name="connsiteY41" fmla="*/ 416108 h 674476"/>
                    <a:gd name="connsiteX42" fmla="*/ 432427 w 492259"/>
                    <a:gd name="connsiteY42" fmla="*/ 429707 h 674476"/>
                    <a:gd name="connsiteX43" fmla="*/ 421548 w 492259"/>
                    <a:gd name="connsiteY43" fmla="*/ 432426 h 674476"/>
                    <a:gd name="connsiteX44" fmla="*/ 413389 w 492259"/>
                    <a:gd name="connsiteY44" fmla="*/ 435146 h 674476"/>
                    <a:gd name="connsiteX45" fmla="*/ 413389 w 492259"/>
                    <a:gd name="connsiteY45" fmla="*/ 440585 h 674476"/>
                    <a:gd name="connsiteX46" fmla="*/ 416109 w 492259"/>
                    <a:gd name="connsiteY46" fmla="*/ 451464 h 674476"/>
                    <a:gd name="connsiteX47" fmla="*/ 418829 w 492259"/>
                    <a:gd name="connsiteY47" fmla="*/ 465062 h 674476"/>
                    <a:gd name="connsiteX48" fmla="*/ 418829 w 492259"/>
                    <a:gd name="connsiteY48" fmla="*/ 475941 h 674476"/>
                    <a:gd name="connsiteX49" fmla="*/ 418829 w 492259"/>
                    <a:gd name="connsiteY49" fmla="*/ 486820 h 674476"/>
                    <a:gd name="connsiteX50" fmla="*/ 426988 w 492259"/>
                    <a:gd name="connsiteY50" fmla="*/ 516736 h 674476"/>
                    <a:gd name="connsiteX51" fmla="*/ 432427 w 492259"/>
                    <a:gd name="connsiteY51" fmla="*/ 543932 h 674476"/>
                    <a:gd name="connsiteX52" fmla="*/ 437866 w 492259"/>
                    <a:gd name="connsiteY52" fmla="*/ 573848 h 674476"/>
                    <a:gd name="connsiteX53" fmla="*/ 443306 w 492259"/>
                    <a:gd name="connsiteY53" fmla="*/ 606484 h 674476"/>
                    <a:gd name="connsiteX54" fmla="*/ 446025 w 492259"/>
                    <a:gd name="connsiteY54" fmla="*/ 617363 h 674476"/>
                    <a:gd name="connsiteX55" fmla="*/ 470502 w 492259"/>
                    <a:gd name="connsiteY55" fmla="*/ 617363 h 674476"/>
                    <a:gd name="connsiteX56" fmla="*/ 492259 w 492259"/>
                    <a:gd name="connsiteY56" fmla="*/ 641840 h 674476"/>
                    <a:gd name="connsiteX57" fmla="*/ 484101 w 492259"/>
                    <a:gd name="connsiteY57" fmla="*/ 655438 h 674476"/>
                    <a:gd name="connsiteX58" fmla="*/ 467782 w 492259"/>
                    <a:gd name="connsiteY58" fmla="*/ 663597 h 674476"/>
                    <a:gd name="connsiteX59" fmla="*/ 443306 w 492259"/>
                    <a:gd name="connsiteY59" fmla="*/ 666317 h 674476"/>
                    <a:gd name="connsiteX60" fmla="*/ 421548 w 492259"/>
                    <a:gd name="connsiteY60" fmla="*/ 666317 h 674476"/>
                    <a:gd name="connsiteX61" fmla="*/ 413389 w 492259"/>
                    <a:gd name="connsiteY61" fmla="*/ 666317 h 674476"/>
                    <a:gd name="connsiteX62" fmla="*/ 399791 w 492259"/>
                    <a:gd name="connsiteY62" fmla="*/ 671756 h 674476"/>
                    <a:gd name="connsiteX63" fmla="*/ 383473 w 492259"/>
                    <a:gd name="connsiteY63" fmla="*/ 674476 h 674476"/>
                    <a:gd name="connsiteX64" fmla="*/ 348118 w 492259"/>
                    <a:gd name="connsiteY64" fmla="*/ 669036 h 674476"/>
                    <a:gd name="connsiteX65" fmla="*/ 326360 w 492259"/>
                    <a:gd name="connsiteY65" fmla="*/ 669036 h 674476"/>
                    <a:gd name="connsiteX66" fmla="*/ 277406 w 492259"/>
                    <a:gd name="connsiteY66" fmla="*/ 669036 h 674476"/>
                    <a:gd name="connsiteX67" fmla="*/ 252930 w 492259"/>
                    <a:gd name="connsiteY67" fmla="*/ 663597 h 674476"/>
                    <a:gd name="connsiteX68" fmla="*/ 236611 w 492259"/>
                    <a:gd name="connsiteY68" fmla="*/ 647279 h 674476"/>
                    <a:gd name="connsiteX69" fmla="*/ 261088 w 492259"/>
                    <a:gd name="connsiteY69" fmla="*/ 630961 h 674476"/>
                    <a:gd name="connsiteX70" fmla="*/ 288285 w 492259"/>
                    <a:gd name="connsiteY70" fmla="*/ 628241 h 674476"/>
                    <a:gd name="connsiteX71" fmla="*/ 285565 w 492259"/>
                    <a:gd name="connsiteY71" fmla="*/ 609204 h 674476"/>
                    <a:gd name="connsiteX72" fmla="*/ 282846 w 492259"/>
                    <a:gd name="connsiteY72" fmla="*/ 582007 h 674476"/>
                    <a:gd name="connsiteX73" fmla="*/ 280126 w 492259"/>
                    <a:gd name="connsiteY73" fmla="*/ 568409 h 674476"/>
                    <a:gd name="connsiteX74" fmla="*/ 282846 w 492259"/>
                    <a:gd name="connsiteY74" fmla="*/ 554811 h 674476"/>
                    <a:gd name="connsiteX75" fmla="*/ 277406 w 492259"/>
                    <a:gd name="connsiteY75" fmla="*/ 538493 h 674476"/>
                    <a:gd name="connsiteX76" fmla="*/ 271967 w 492259"/>
                    <a:gd name="connsiteY76" fmla="*/ 505857 h 674476"/>
                    <a:gd name="connsiteX77" fmla="*/ 269247 w 492259"/>
                    <a:gd name="connsiteY77" fmla="*/ 478660 h 674476"/>
                    <a:gd name="connsiteX78" fmla="*/ 266528 w 492259"/>
                    <a:gd name="connsiteY78" fmla="*/ 446025 h 674476"/>
                    <a:gd name="connsiteX79" fmla="*/ 261088 w 492259"/>
                    <a:gd name="connsiteY79" fmla="*/ 437866 h 674476"/>
                    <a:gd name="connsiteX80" fmla="*/ 250210 w 492259"/>
                    <a:gd name="connsiteY80" fmla="*/ 437866 h 674476"/>
                    <a:gd name="connsiteX81" fmla="*/ 220293 w 492259"/>
                    <a:gd name="connsiteY81" fmla="*/ 440585 h 674476"/>
                    <a:gd name="connsiteX82" fmla="*/ 190377 w 492259"/>
                    <a:gd name="connsiteY82" fmla="*/ 443305 h 674476"/>
                    <a:gd name="connsiteX83" fmla="*/ 165900 w 492259"/>
                    <a:gd name="connsiteY83" fmla="*/ 443305 h 674476"/>
                    <a:gd name="connsiteX84" fmla="*/ 144143 w 492259"/>
                    <a:gd name="connsiteY84" fmla="*/ 440585 h 674476"/>
                    <a:gd name="connsiteX85" fmla="*/ 135984 w 492259"/>
                    <a:gd name="connsiteY85" fmla="*/ 454184 h 674476"/>
                    <a:gd name="connsiteX86" fmla="*/ 130545 w 492259"/>
                    <a:gd name="connsiteY86" fmla="*/ 486820 h 674476"/>
                    <a:gd name="connsiteX87" fmla="*/ 119666 w 492259"/>
                    <a:gd name="connsiteY87" fmla="*/ 541213 h 674476"/>
                    <a:gd name="connsiteX88" fmla="*/ 103348 w 492259"/>
                    <a:gd name="connsiteY88" fmla="*/ 614643 h 674476"/>
                    <a:gd name="connsiteX89" fmla="*/ 133264 w 492259"/>
                    <a:gd name="connsiteY89" fmla="*/ 614643 h 674476"/>
                    <a:gd name="connsiteX90" fmla="*/ 168620 w 492259"/>
                    <a:gd name="connsiteY90" fmla="*/ 630961 h 674476"/>
                    <a:gd name="connsiteX91" fmla="*/ 163181 w 492259"/>
                    <a:gd name="connsiteY91" fmla="*/ 647279 h 674476"/>
                    <a:gd name="connsiteX92" fmla="*/ 146863 w 492259"/>
                    <a:gd name="connsiteY92" fmla="*/ 655438 h 674476"/>
                    <a:gd name="connsiteX93" fmla="*/ 127825 w 492259"/>
                    <a:gd name="connsiteY93" fmla="*/ 658158 h 674476"/>
                    <a:gd name="connsiteX94" fmla="*/ 106068 w 492259"/>
                    <a:gd name="connsiteY94" fmla="*/ 658158 h 674476"/>
                    <a:gd name="connsiteX95" fmla="*/ 62552 w 492259"/>
                    <a:gd name="connsiteY95" fmla="*/ 658158 h 674476"/>
                    <a:gd name="connsiteX96" fmla="*/ 40795 w 492259"/>
                    <a:gd name="connsiteY96" fmla="*/ 658158 h 674476"/>
                    <a:gd name="connsiteX97" fmla="*/ 16318 w 492259"/>
                    <a:gd name="connsiteY97" fmla="*/ 652718 h 674476"/>
                    <a:gd name="connsiteX98" fmla="*/ 0 w 492259"/>
                    <a:gd name="connsiteY98" fmla="*/ 636401 h 674476"/>
                    <a:gd name="connsiteX99" fmla="*/ 2720 w 492259"/>
                    <a:gd name="connsiteY99" fmla="*/ 628241 h 674476"/>
                    <a:gd name="connsiteX100" fmla="*/ 24477 w 492259"/>
                    <a:gd name="connsiteY100" fmla="*/ 620082 h 674476"/>
                    <a:gd name="connsiteX101" fmla="*/ 62552 w 492259"/>
                    <a:gd name="connsiteY101" fmla="*/ 617363 h 674476"/>
                    <a:gd name="connsiteX102" fmla="*/ 62552 w 492259"/>
                    <a:gd name="connsiteY102" fmla="*/ 614643 h 674476"/>
                    <a:gd name="connsiteX103" fmla="*/ 65272 w 492259"/>
                    <a:gd name="connsiteY103" fmla="*/ 587447 h 674476"/>
                    <a:gd name="connsiteX104" fmla="*/ 76151 w 492259"/>
                    <a:gd name="connsiteY104" fmla="*/ 522175 h 674476"/>
                    <a:gd name="connsiteX105" fmla="*/ 87029 w 492259"/>
                    <a:gd name="connsiteY105" fmla="*/ 470501 h 674476"/>
                    <a:gd name="connsiteX106" fmla="*/ 92468 w 492259"/>
                    <a:gd name="connsiteY106" fmla="*/ 446025 h 674476"/>
                    <a:gd name="connsiteX107" fmla="*/ 65272 w 492259"/>
                    <a:gd name="connsiteY107" fmla="*/ 432426 h 674476"/>
                    <a:gd name="connsiteX108" fmla="*/ 54393 w 492259"/>
                    <a:gd name="connsiteY108" fmla="*/ 421548 h 674476"/>
                    <a:gd name="connsiteX109" fmla="*/ 73431 w 492259"/>
                    <a:gd name="connsiteY109" fmla="*/ 407949 h 674476"/>
                    <a:gd name="connsiteX110" fmla="*/ 100629 w 492259"/>
                    <a:gd name="connsiteY110" fmla="*/ 399790 h 674476"/>
                    <a:gd name="connsiteX111" fmla="*/ 108788 w 492259"/>
                    <a:gd name="connsiteY111" fmla="*/ 369874 h 674476"/>
                    <a:gd name="connsiteX112" fmla="*/ 125105 w 492259"/>
                    <a:gd name="connsiteY112" fmla="*/ 307322 h 674476"/>
                    <a:gd name="connsiteX113" fmla="*/ 141423 w 492259"/>
                    <a:gd name="connsiteY113" fmla="*/ 242051 h 674476"/>
                    <a:gd name="connsiteX114" fmla="*/ 155022 w 492259"/>
                    <a:gd name="connsiteY114" fmla="*/ 179498 h 674476"/>
                    <a:gd name="connsiteX115" fmla="*/ 168620 w 492259"/>
                    <a:gd name="connsiteY115" fmla="*/ 119665 h 674476"/>
                    <a:gd name="connsiteX116" fmla="*/ 193097 w 492259"/>
                    <a:gd name="connsiteY116" fmla="*/ 57113 h 674476"/>
                    <a:gd name="connsiteX117" fmla="*/ 201256 w 492259"/>
                    <a:gd name="connsiteY117" fmla="*/ 38075 h 674476"/>
                    <a:gd name="connsiteX118" fmla="*/ 217574 w 492259"/>
                    <a:gd name="connsiteY118" fmla="*/ 13598 h 674476"/>
                    <a:gd name="connsiteX119" fmla="*/ 274687 w 492259"/>
                    <a:gd name="connsiteY119" fmla="*/ 0 h 6744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</a:cxnLst>
                  <a:rect l="l" t="t" r="r" b="b"/>
                  <a:pathLst>
                    <a:path w="492259" h="674476">
                      <a:moveTo>
                        <a:pt x="225733" y="97907"/>
                      </a:moveTo>
                      <a:cubicBezTo>
                        <a:pt x="217574" y="97907"/>
                        <a:pt x="209415" y="114225"/>
                        <a:pt x="209415" y="119665"/>
                      </a:cubicBezTo>
                      <a:cubicBezTo>
                        <a:pt x="206695" y="130543"/>
                        <a:pt x="203976" y="144141"/>
                        <a:pt x="201256" y="152300"/>
                      </a:cubicBezTo>
                      <a:cubicBezTo>
                        <a:pt x="198536" y="157740"/>
                        <a:pt x="198536" y="163179"/>
                        <a:pt x="198536" y="168618"/>
                      </a:cubicBezTo>
                      <a:cubicBezTo>
                        <a:pt x="198536" y="174058"/>
                        <a:pt x="195817" y="179497"/>
                        <a:pt x="195817" y="184936"/>
                      </a:cubicBezTo>
                      <a:cubicBezTo>
                        <a:pt x="193097" y="195815"/>
                        <a:pt x="190377" y="209413"/>
                        <a:pt x="187658" y="220292"/>
                      </a:cubicBezTo>
                      <a:cubicBezTo>
                        <a:pt x="184938" y="244769"/>
                        <a:pt x="176779" y="269246"/>
                        <a:pt x="168620" y="291003"/>
                      </a:cubicBezTo>
                      <a:cubicBezTo>
                        <a:pt x="165900" y="301881"/>
                        <a:pt x="163181" y="312760"/>
                        <a:pt x="160461" y="323639"/>
                      </a:cubicBezTo>
                      <a:cubicBezTo>
                        <a:pt x="157742" y="337237"/>
                        <a:pt x="155022" y="348115"/>
                        <a:pt x="149582" y="361714"/>
                      </a:cubicBezTo>
                      <a:cubicBezTo>
                        <a:pt x="146863" y="367153"/>
                        <a:pt x="144143" y="383471"/>
                        <a:pt x="144143" y="388910"/>
                      </a:cubicBezTo>
                      <a:cubicBezTo>
                        <a:pt x="144143" y="391630"/>
                        <a:pt x="146863" y="391630"/>
                        <a:pt x="149582" y="391630"/>
                      </a:cubicBezTo>
                      <a:cubicBezTo>
                        <a:pt x="155022" y="391630"/>
                        <a:pt x="168620" y="391630"/>
                        <a:pt x="171340" y="391630"/>
                      </a:cubicBezTo>
                      <a:cubicBezTo>
                        <a:pt x="179498" y="391630"/>
                        <a:pt x="187658" y="391630"/>
                        <a:pt x="193097" y="388910"/>
                      </a:cubicBezTo>
                      <a:cubicBezTo>
                        <a:pt x="198536" y="388910"/>
                        <a:pt x="203976" y="388910"/>
                        <a:pt x="212135" y="388910"/>
                      </a:cubicBezTo>
                      <a:cubicBezTo>
                        <a:pt x="217574" y="388910"/>
                        <a:pt x="225733" y="388910"/>
                        <a:pt x="236611" y="388910"/>
                      </a:cubicBezTo>
                      <a:cubicBezTo>
                        <a:pt x="242051" y="388910"/>
                        <a:pt x="247490" y="388910"/>
                        <a:pt x="250210" y="386191"/>
                      </a:cubicBezTo>
                      <a:cubicBezTo>
                        <a:pt x="255649" y="391630"/>
                        <a:pt x="258369" y="388910"/>
                        <a:pt x="258369" y="386191"/>
                      </a:cubicBezTo>
                      <a:cubicBezTo>
                        <a:pt x="258369" y="380751"/>
                        <a:pt x="255649" y="372592"/>
                        <a:pt x="255649" y="367153"/>
                      </a:cubicBezTo>
                      <a:cubicBezTo>
                        <a:pt x="252930" y="353555"/>
                        <a:pt x="250210" y="342676"/>
                        <a:pt x="250210" y="331797"/>
                      </a:cubicBezTo>
                      <a:cubicBezTo>
                        <a:pt x="250210" y="301881"/>
                        <a:pt x="250210" y="274685"/>
                        <a:pt x="247490" y="244769"/>
                      </a:cubicBezTo>
                      <a:cubicBezTo>
                        <a:pt x="247490" y="231170"/>
                        <a:pt x="244771" y="217572"/>
                        <a:pt x="242051" y="203974"/>
                      </a:cubicBezTo>
                      <a:cubicBezTo>
                        <a:pt x="239331" y="187656"/>
                        <a:pt x="236611" y="174058"/>
                        <a:pt x="236611" y="157740"/>
                      </a:cubicBezTo>
                      <a:cubicBezTo>
                        <a:pt x="236611" y="152300"/>
                        <a:pt x="236611" y="133263"/>
                        <a:pt x="233892" y="119665"/>
                      </a:cubicBezTo>
                      <a:cubicBezTo>
                        <a:pt x="233892" y="106066"/>
                        <a:pt x="231172" y="97907"/>
                        <a:pt x="225733" y="97907"/>
                      </a:cubicBezTo>
                      <a:close/>
                      <a:moveTo>
                        <a:pt x="274687" y="0"/>
                      </a:moveTo>
                      <a:cubicBezTo>
                        <a:pt x="288285" y="0"/>
                        <a:pt x="293724" y="2720"/>
                        <a:pt x="304603" y="5439"/>
                      </a:cubicBezTo>
                      <a:cubicBezTo>
                        <a:pt x="315481" y="10879"/>
                        <a:pt x="315481" y="16318"/>
                        <a:pt x="320921" y="24477"/>
                      </a:cubicBezTo>
                      <a:cubicBezTo>
                        <a:pt x="326360" y="29916"/>
                        <a:pt x="331800" y="35356"/>
                        <a:pt x="334519" y="43515"/>
                      </a:cubicBezTo>
                      <a:cubicBezTo>
                        <a:pt x="337239" y="51674"/>
                        <a:pt x="337239" y="57113"/>
                        <a:pt x="339959" y="65272"/>
                      </a:cubicBezTo>
                      <a:cubicBezTo>
                        <a:pt x="345398" y="78870"/>
                        <a:pt x="342678" y="97908"/>
                        <a:pt x="348118" y="114226"/>
                      </a:cubicBezTo>
                      <a:cubicBezTo>
                        <a:pt x="350837" y="130544"/>
                        <a:pt x="358996" y="146863"/>
                        <a:pt x="361716" y="163180"/>
                      </a:cubicBezTo>
                      <a:cubicBezTo>
                        <a:pt x="364435" y="182218"/>
                        <a:pt x="364435" y="201256"/>
                        <a:pt x="369875" y="220293"/>
                      </a:cubicBezTo>
                      <a:cubicBezTo>
                        <a:pt x="375314" y="239331"/>
                        <a:pt x="378034" y="255649"/>
                        <a:pt x="378034" y="274686"/>
                      </a:cubicBezTo>
                      <a:cubicBezTo>
                        <a:pt x="378034" y="282845"/>
                        <a:pt x="380753" y="293724"/>
                        <a:pt x="383473" y="301883"/>
                      </a:cubicBezTo>
                      <a:cubicBezTo>
                        <a:pt x="386193" y="312762"/>
                        <a:pt x="388913" y="326360"/>
                        <a:pt x="391632" y="337238"/>
                      </a:cubicBezTo>
                      <a:cubicBezTo>
                        <a:pt x="391632" y="342678"/>
                        <a:pt x="394352" y="353556"/>
                        <a:pt x="397071" y="364435"/>
                      </a:cubicBezTo>
                      <a:cubicBezTo>
                        <a:pt x="399791" y="372594"/>
                        <a:pt x="402511" y="380753"/>
                        <a:pt x="405230" y="383473"/>
                      </a:cubicBezTo>
                      <a:cubicBezTo>
                        <a:pt x="407950" y="386192"/>
                        <a:pt x="413389" y="386192"/>
                        <a:pt x="416109" y="386192"/>
                      </a:cubicBezTo>
                      <a:cubicBezTo>
                        <a:pt x="418829" y="386192"/>
                        <a:pt x="424268" y="386192"/>
                        <a:pt x="426988" y="386192"/>
                      </a:cubicBezTo>
                      <a:cubicBezTo>
                        <a:pt x="437866" y="386192"/>
                        <a:pt x="448745" y="388912"/>
                        <a:pt x="454184" y="397071"/>
                      </a:cubicBezTo>
                      <a:cubicBezTo>
                        <a:pt x="456904" y="399790"/>
                        <a:pt x="456904" y="402510"/>
                        <a:pt x="456904" y="405230"/>
                      </a:cubicBezTo>
                      <a:cubicBezTo>
                        <a:pt x="456904" y="407949"/>
                        <a:pt x="454184" y="410669"/>
                        <a:pt x="451464" y="416108"/>
                      </a:cubicBezTo>
                      <a:cubicBezTo>
                        <a:pt x="446025" y="421548"/>
                        <a:pt x="440586" y="426987"/>
                        <a:pt x="432427" y="429707"/>
                      </a:cubicBezTo>
                      <a:cubicBezTo>
                        <a:pt x="429707" y="429707"/>
                        <a:pt x="426988" y="432426"/>
                        <a:pt x="421548" y="432426"/>
                      </a:cubicBezTo>
                      <a:cubicBezTo>
                        <a:pt x="418829" y="432426"/>
                        <a:pt x="416109" y="432426"/>
                        <a:pt x="413389" y="435146"/>
                      </a:cubicBezTo>
                      <a:cubicBezTo>
                        <a:pt x="413389" y="435146"/>
                        <a:pt x="413389" y="437866"/>
                        <a:pt x="413389" y="440585"/>
                      </a:cubicBezTo>
                      <a:cubicBezTo>
                        <a:pt x="413389" y="443305"/>
                        <a:pt x="413389" y="448744"/>
                        <a:pt x="416109" y="451464"/>
                      </a:cubicBezTo>
                      <a:cubicBezTo>
                        <a:pt x="416109" y="456903"/>
                        <a:pt x="418829" y="462343"/>
                        <a:pt x="418829" y="465062"/>
                      </a:cubicBezTo>
                      <a:lnTo>
                        <a:pt x="418829" y="475941"/>
                      </a:lnTo>
                      <a:cubicBezTo>
                        <a:pt x="418829" y="481380"/>
                        <a:pt x="418829" y="484100"/>
                        <a:pt x="418829" y="486820"/>
                      </a:cubicBezTo>
                      <a:cubicBezTo>
                        <a:pt x="421548" y="497698"/>
                        <a:pt x="424268" y="505857"/>
                        <a:pt x="426988" y="516736"/>
                      </a:cubicBezTo>
                      <a:cubicBezTo>
                        <a:pt x="426988" y="524895"/>
                        <a:pt x="429707" y="535773"/>
                        <a:pt x="432427" y="543932"/>
                      </a:cubicBezTo>
                      <a:cubicBezTo>
                        <a:pt x="435147" y="554811"/>
                        <a:pt x="437866" y="562970"/>
                        <a:pt x="437866" y="573848"/>
                      </a:cubicBezTo>
                      <a:cubicBezTo>
                        <a:pt x="437866" y="587447"/>
                        <a:pt x="440586" y="595606"/>
                        <a:pt x="443306" y="606484"/>
                      </a:cubicBezTo>
                      <a:cubicBezTo>
                        <a:pt x="443306" y="609204"/>
                        <a:pt x="446025" y="614643"/>
                        <a:pt x="446025" y="617363"/>
                      </a:cubicBezTo>
                      <a:cubicBezTo>
                        <a:pt x="454184" y="617363"/>
                        <a:pt x="462343" y="617363"/>
                        <a:pt x="470502" y="617363"/>
                      </a:cubicBezTo>
                      <a:cubicBezTo>
                        <a:pt x="475942" y="625522"/>
                        <a:pt x="492259" y="630961"/>
                        <a:pt x="492259" y="641840"/>
                      </a:cubicBezTo>
                      <a:cubicBezTo>
                        <a:pt x="492259" y="647279"/>
                        <a:pt x="486820" y="649999"/>
                        <a:pt x="484101" y="655438"/>
                      </a:cubicBezTo>
                      <a:cubicBezTo>
                        <a:pt x="481381" y="660877"/>
                        <a:pt x="473222" y="663597"/>
                        <a:pt x="467782" y="663597"/>
                      </a:cubicBezTo>
                      <a:cubicBezTo>
                        <a:pt x="456904" y="666317"/>
                        <a:pt x="451464" y="666317"/>
                        <a:pt x="443306" y="666317"/>
                      </a:cubicBezTo>
                      <a:cubicBezTo>
                        <a:pt x="437866" y="666317"/>
                        <a:pt x="429707" y="666317"/>
                        <a:pt x="421548" y="666317"/>
                      </a:cubicBezTo>
                      <a:cubicBezTo>
                        <a:pt x="418829" y="666317"/>
                        <a:pt x="416109" y="666317"/>
                        <a:pt x="413389" y="666317"/>
                      </a:cubicBezTo>
                      <a:cubicBezTo>
                        <a:pt x="407950" y="669036"/>
                        <a:pt x="405230" y="669036"/>
                        <a:pt x="399791" y="671756"/>
                      </a:cubicBezTo>
                      <a:cubicBezTo>
                        <a:pt x="394352" y="671756"/>
                        <a:pt x="388913" y="674476"/>
                        <a:pt x="383473" y="674476"/>
                      </a:cubicBezTo>
                      <a:cubicBezTo>
                        <a:pt x="372594" y="674476"/>
                        <a:pt x="358996" y="671756"/>
                        <a:pt x="348118" y="669036"/>
                      </a:cubicBezTo>
                      <a:cubicBezTo>
                        <a:pt x="339959" y="669036"/>
                        <a:pt x="331800" y="669036"/>
                        <a:pt x="326360" y="669036"/>
                      </a:cubicBezTo>
                      <a:cubicBezTo>
                        <a:pt x="304603" y="669036"/>
                        <a:pt x="285565" y="669036"/>
                        <a:pt x="277406" y="669036"/>
                      </a:cubicBezTo>
                      <a:cubicBezTo>
                        <a:pt x="269247" y="669036"/>
                        <a:pt x="258369" y="669036"/>
                        <a:pt x="252930" y="663597"/>
                      </a:cubicBezTo>
                      <a:cubicBezTo>
                        <a:pt x="247490" y="660877"/>
                        <a:pt x="236611" y="655438"/>
                        <a:pt x="236611" y="647279"/>
                      </a:cubicBezTo>
                      <a:cubicBezTo>
                        <a:pt x="236611" y="636401"/>
                        <a:pt x="252930" y="633681"/>
                        <a:pt x="261088" y="630961"/>
                      </a:cubicBezTo>
                      <a:cubicBezTo>
                        <a:pt x="266528" y="630961"/>
                        <a:pt x="274687" y="630961"/>
                        <a:pt x="288285" y="628241"/>
                      </a:cubicBezTo>
                      <a:cubicBezTo>
                        <a:pt x="288285" y="620082"/>
                        <a:pt x="288285" y="614643"/>
                        <a:pt x="285565" y="609204"/>
                      </a:cubicBezTo>
                      <a:cubicBezTo>
                        <a:pt x="285565" y="601045"/>
                        <a:pt x="282846" y="590166"/>
                        <a:pt x="282846" y="582007"/>
                      </a:cubicBezTo>
                      <a:cubicBezTo>
                        <a:pt x="282846" y="576568"/>
                        <a:pt x="280126" y="573848"/>
                        <a:pt x="280126" y="568409"/>
                      </a:cubicBezTo>
                      <a:cubicBezTo>
                        <a:pt x="280126" y="562970"/>
                        <a:pt x="282846" y="557531"/>
                        <a:pt x="282846" y="554811"/>
                      </a:cubicBezTo>
                      <a:cubicBezTo>
                        <a:pt x="282846" y="549371"/>
                        <a:pt x="280126" y="546652"/>
                        <a:pt x="277406" y="538493"/>
                      </a:cubicBezTo>
                      <a:cubicBezTo>
                        <a:pt x="277406" y="527614"/>
                        <a:pt x="271967" y="516736"/>
                        <a:pt x="271967" y="505857"/>
                      </a:cubicBezTo>
                      <a:cubicBezTo>
                        <a:pt x="271967" y="494978"/>
                        <a:pt x="271967" y="486820"/>
                        <a:pt x="269247" y="478660"/>
                      </a:cubicBezTo>
                      <a:cubicBezTo>
                        <a:pt x="266528" y="467782"/>
                        <a:pt x="266528" y="456903"/>
                        <a:pt x="266528" y="446025"/>
                      </a:cubicBezTo>
                      <a:cubicBezTo>
                        <a:pt x="266528" y="440585"/>
                        <a:pt x="263808" y="437866"/>
                        <a:pt x="261088" y="437866"/>
                      </a:cubicBezTo>
                      <a:cubicBezTo>
                        <a:pt x="258369" y="437866"/>
                        <a:pt x="255649" y="437866"/>
                        <a:pt x="250210" y="437866"/>
                      </a:cubicBezTo>
                      <a:cubicBezTo>
                        <a:pt x="239331" y="437866"/>
                        <a:pt x="228452" y="437866"/>
                        <a:pt x="220293" y="440585"/>
                      </a:cubicBezTo>
                      <a:cubicBezTo>
                        <a:pt x="209415" y="440585"/>
                        <a:pt x="201256" y="443305"/>
                        <a:pt x="190377" y="443305"/>
                      </a:cubicBezTo>
                      <a:cubicBezTo>
                        <a:pt x="182218" y="443305"/>
                        <a:pt x="174059" y="443305"/>
                        <a:pt x="165900" y="443305"/>
                      </a:cubicBezTo>
                      <a:cubicBezTo>
                        <a:pt x="163181" y="443305"/>
                        <a:pt x="152302" y="440585"/>
                        <a:pt x="144143" y="440585"/>
                      </a:cubicBezTo>
                      <a:cubicBezTo>
                        <a:pt x="135984" y="440585"/>
                        <a:pt x="135984" y="448744"/>
                        <a:pt x="135984" y="454184"/>
                      </a:cubicBezTo>
                      <a:cubicBezTo>
                        <a:pt x="135984" y="465062"/>
                        <a:pt x="133264" y="475941"/>
                        <a:pt x="130545" y="486820"/>
                      </a:cubicBezTo>
                      <a:cubicBezTo>
                        <a:pt x="127825" y="505857"/>
                        <a:pt x="122386" y="522175"/>
                        <a:pt x="119666" y="541213"/>
                      </a:cubicBezTo>
                      <a:cubicBezTo>
                        <a:pt x="116947" y="560250"/>
                        <a:pt x="108788" y="595606"/>
                        <a:pt x="103348" y="614643"/>
                      </a:cubicBezTo>
                      <a:cubicBezTo>
                        <a:pt x="111507" y="614643"/>
                        <a:pt x="122386" y="614643"/>
                        <a:pt x="133264" y="614643"/>
                      </a:cubicBezTo>
                      <a:cubicBezTo>
                        <a:pt x="146863" y="614643"/>
                        <a:pt x="168620" y="614643"/>
                        <a:pt x="168620" y="630961"/>
                      </a:cubicBezTo>
                      <a:cubicBezTo>
                        <a:pt x="168620" y="639120"/>
                        <a:pt x="165900" y="639120"/>
                        <a:pt x="163181" y="647279"/>
                      </a:cubicBezTo>
                      <a:cubicBezTo>
                        <a:pt x="160461" y="652718"/>
                        <a:pt x="152302" y="655438"/>
                        <a:pt x="146863" y="655438"/>
                      </a:cubicBezTo>
                      <a:cubicBezTo>
                        <a:pt x="138704" y="658158"/>
                        <a:pt x="133264" y="658158"/>
                        <a:pt x="127825" y="658158"/>
                      </a:cubicBezTo>
                      <a:cubicBezTo>
                        <a:pt x="122386" y="658158"/>
                        <a:pt x="116947" y="658158"/>
                        <a:pt x="106068" y="658158"/>
                      </a:cubicBezTo>
                      <a:cubicBezTo>
                        <a:pt x="92468" y="658158"/>
                        <a:pt x="78870" y="658158"/>
                        <a:pt x="62552" y="658158"/>
                      </a:cubicBezTo>
                      <a:cubicBezTo>
                        <a:pt x="54393" y="658158"/>
                        <a:pt x="46234" y="658158"/>
                        <a:pt x="40795" y="658158"/>
                      </a:cubicBezTo>
                      <a:cubicBezTo>
                        <a:pt x="32636" y="658158"/>
                        <a:pt x="21758" y="658158"/>
                        <a:pt x="16318" y="652718"/>
                      </a:cubicBezTo>
                      <a:cubicBezTo>
                        <a:pt x="8159" y="649999"/>
                        <a:pt x="0" y="641840"/>
                        <a:pt x="0" y="636401"/>
                      </a:cubicBezTo>
                      <a:cubicBezTo>
                        <a:pt x="0" y="633681"/>
                        <a:pt x="0" y="630961"/>
                        <a:pt x="2720" y="628241"/>
                      </a:cubicBezTo>
                      <a:cubicBezTo>
                        <a:pt x="8159" y="625522"/>
                        <a:pt x="16318" y="622802"/>
                        <a:pt x="24477" y="620082"/>
                      </a:cubicBezTo>
                      <a:cubicBezTo>
                        <a:pt x="38075" y="617363"/>
                        <a:pt x="48954" y="617363"/>
                        <a:pt x="62552" y="617363"/>
                      </a:cubicBezTo>
                      <a:cubicBezTo>
                        <a:pt x="62552" y="617363"/>
                        <a:pt x="62552" y="614643"/>
                        <a:pt x="62552" y="614643"/>
                      </a:cubicBezTo>
                      <a:cubicBezTo>
                        <a:pt x="62552" y="603765"/>
                        <a:pt x="65272" y="590166"/>
                        <a:pt x="65272" y="587447"/>
                      </a:cubicBezTo>
                      <a:cubicBezTo>
                        <a:pt x="67992" y="565689"/>
                        <a:pt x="73431" y="543932"/>
                        <a:pt x="76151" y="522175"/>
                      </a:cubicBezTo>
                      <a:cubicBezTo>
                        <a:pt x="78870" y="505857"/>
                        <a:pt x="81590" y="486820"/>
                        <a:pt x="87029" y="470501"/>
                      </a:cubicBezTo>
                      <a:cubicBezTo>
                        <a:pt x="87029" y="465062"/>
                        <a:pt x="92468" y="451464"/>
                        <a:pt x="92468" y="446025"/>
                      </a:cubicBezTo>
                      <a:cubicBezTo>
                        <a:pt x="92468" y="437866"/>
                        <a:pt x="73431" y="437866"/>
                        <a:pt x="65272" y="432426"/>
                      </a:cubicBezTo>
                      <a:cubicBezTo>
                        <a:pt x="59833" y="429707"/>
                        <a:pt x="54393" y="426987"/>
                        <a:pt x="54393" y="421548"/>
                      </a:cubicBezTo>
                      <a:cubicBezTo>
                        <a:pt x="54393" y="413389"/>
                        <a:pt x="62552" y="410669"/>
                        <a:pt x="73431" y="407949"/>
                      </a:cubicBezTo>
                      <a:cubicBezTo>
                        <a:pt x="78870" y="407949"/>
                        <a:pt x="92468" y="405230"/>
                        <a:pt x="100629" y="399790"/>
                      </a:cubicBezTo>
                      <a:cubicBezTo>
                        <a:pt x="106068" y="394351"/>
                        <a:pt x="106068" y="378033"/>
                        <a:pt x="108788" y="369874"/>
                      </a:cubicBezTo>
                      <a:cubicBezTo>
                        <a:pt x="114227" y="348117"/>
                        <a:pt x="119666" y="326360"/>
                        <a:pt x="125105" y="307322"/>
                      </a:cubicBezTo>
                      <a:cubicBezTo>
                        <a:pt x="130545" y="285565"/>
                        <a:pt x="135984" y="263808"/>
                        <a:pt x="141423" y="242051"/>
                      </a:cubicBezTo>
                      <a:cubicBezTo>
                        <a:pt x="146863" y="220293"/>
                        <a:pt x="152302" y="198536"/>
                        <a:pt x="155022" y="179498"/>
                      </a:cubicBezTo>
                      <a:cubicBezTo>
                        <a:pt x="157742" y="160461"/>
                        <a:pt x="163181" y="138703"/>
                        <a:pt x="168620" y="119665"/>
                      </a:cubicBezTo>
                      <a:cubicBezTo>
                        <a:pt x="176779" y="100627"/>
                        <a:pt x="182218" y="76150"/>
                        <a:pt x="193097" y="57113"/>
                      </a:cubicBezTo>
                      <a:lnTo>
                        <a:pt x="201256" y="38075"/>
                      </a:lnTo>
                      <a:cubicBezTo>
                        <a:pt x="206695" y="29916"/>
                        <a:pt x="209415" y="19038"/>
                        <a:pt x="217574" y="13598"/>
                      </a:cubicBezTo>
                      <a:cubicBezTo>
                        <a:pt x="231172" y="2720"/>
                        <a:pt x="255649" y="0"/>
                        <a:pt x="274687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52" name="Freeform: Shape 46">
                  <a:extLst>
                    <a:ext uri="{FF2B5EF4-FFF2-40B4-BE49-F238E27FC236}">
                      <a16:creationId xmlns:a16="http://schemas.microsoft.com/office/drawing/2014/main" id="{8B19410E-BC0A-235B-BD30-6A60FF7018EE}"/>
                    </a:ext>
                  </a:extLst>
                </p:cNvPr>
                <p:cNvSpPr/>
                <p:nvPr/>
              </p:nvSpPr>
              <p:spPr>
                <a:xfrm>
                  <a:off x="6876542" y="4244897"/>
                  <a:ext cx="462342" cy="677195"/>
                </a:xfrm>
                <a:custGeom>
                  <a:avLst/>
                  <a:gdLst>
                    <a:gd name="connsiteX0" fmla="*/ 214853 w 462342"/>
                    <a:gd name="connsiteY0" fmla="*/ 65272 h 677195"/>
                    <a:gd name="connsiteX1" fmla="*/ 195815 w 462342"/>
                    <a:gd name="connsiteY1" fmla="*/ 73431 h 677195"/>
                    <a:gd name="connsiteX2" fmla="*/ 193096 w 462342"/>
                    <a:gd name="connsiteY2" fmla="*/ 125105 h 677195"/>
                    <a:gd name="connsiteX3" fmla="*/ 190376 w 462342"/>
                    <a:gd name="connsiteY3" fmla="*/ 280125 h 677195"/>
                    <a:gd name="connsiteX4" fmla="*/ 190376 w 462342"/>
                    <a:gd name="connsiteY4" fmla="*/ 301882 h 677195"/>
                    <a:gd name="connsiteX5" fmla="*/ 193096 w 462342"/>
                    <a:gd name="connsiteY5" fmla="*/ 342677 h 677195"/>
                    <a:gd name="connsiteX6" fmla="*/ 195815 w 462342"/>
                    <a:gd name="connsiteY6" fmla="*/ 397070 h 677195"/>
                    <a:gd name="connsiteX7" fmla="*/ 195815 w 462342"/>
                    <a:gd name="connsiteY7" fmla="*/ 443304 h 677195"/>
                    <a:gd name="connsiteX8" fmla="*/ 195815 w 462342"/>
                    <a:gd name="connsiteY8" fmla="*/ 530333 h 677195"/>
                    <a:gd name="connsiteX9" fmla="*/ 193096 w 462342"/>
                    <a:gd name="connsiteY9" fmla="*/ 554810 h 677195"/>
                    <a:gd name="connsiteX10" fmla="*/ 190376 w 462342"/>
                    <a:gd name="connsiteY10" fmla="*/ 603764 h 677195"/>
                    <a:gd name="connsiteX11" fmla="*/ 198535 w 462342"/>
                    <a:gd name="connsiteY11" fmla="*/ 611923 h 677195"/>
                    <a:gd name="connsiteX12" fmla="*/ 214853 w 462342"/>
                    <a:gd name="connsiteY12" fmla="*/ 611923 h 677195"/>
                    <a:gd name="connsiteX13" fmla="*/ 236610 w 462342"/>
                    <a:gd name="connsiteY13" fmla="*/ 611923 h 677195"/>
                    <a:gd name="connsiteX14" fmla="*/ 263807 w 462342"/>
                    <a:gd name="connsiteY14" fmla="*/ 598325 h 677195"/>
                    <a:gd name="connsiteX15" fmla="*/ 277405 w 462342"/>
                    <a:gd name="connsiteY15" fmla="*/ 592885 h 677195"/>
                    <a:gd name="connsiteX16" fmla="*/ 291004 w 462342"/>
                    <a:gd name="connsiteY16" fmla="*/ 573848 h 677195"/>
                    <a:gd name="connsiteX17" fmla="*/ 307322 w 462342"/>
                    <a:gd name="connsiteY17" fmla="*/ 543931 h 677195"/>
                    <a:gd name="connsiteX18" fmla="*/ 326359 w 462342"/>
                    <a:gd name="connsiteY18" fmla="*/ 481379 h 677195"/>
                    <a:gd name="connsiteX19" fmla="*/ 337238 w 462342"/>
                    <a:gd name="connsiteY19" fmla="*/ 413388 h 677195"/>
                    <a:gd name="connsiteX20" fmla="*/ 337238 w 462342"/>
                    <a:gd name="connsiteY20" fmla="*/ 350836 h 677195"/>
                    <a:gd name="connsiteX21" fmla="*/ 334518 w 462342"/>
                    <a:gd name="connsiteY21" fmla="*/ 296443 h 677195"/>
                    <a:gd name="connsiteX22" fmla="*/ 329079 w 462342"/>
                    <a:gd name="connsiteY22" fmla="*/ 244769 h 677195"/>
                    <a:gd name="connsiteX23" fmla="*/ 307322 w 462342"/>
                    <a:gd name="connsiteY23" fmla="*/ 135983 h 677195"/>
                    <a:gd name="connsiteX24" fmla="*/ 271966 w 462342"/>
                    <a:gd name="connsiteY24" fmla="*/ 78870 h 677195"/>
                    <a:gd name="connsiteX25" fmla="*/ 214853 w 462342"/>
                    <a:gd name="connsiteY25" fmla="*/ 65272 h 677195"/>
                    <a:gd name="connsiteX26" fmla="*/ 114226 w 462342"/>
                    <a:gd name="connsiteY26" fmla="*/ 0 h 677195"/>
                    <a:gd name="connsiteX27" fmla="*/ 127824 w 462342"/>
                    <a:gd name="connsiteY27" fmla="*/ 0 h 677195"/>
                    <a:gd name="connsiteX28" fmla="*/ 146862 w 462342"/>
                    <a:gd name="connsiteY28" fmla="*/ 2720 h 677195"/>
                    <a:gd name="connsiteX29" fmla="*/ 174059 w 462342"/>
                    <a:gd name="connsiteY29" fmla="*/ 21758 h 677195"/>
                    <a:gd name="connsiteX30" fmla="*/ 193096 w 462342"/>
                    <a:gd name="connsiteY30" fmla="*/ 21758 h 677195"/>
                    <a:gd name="connsiteX31" fmla="*/ 261088 w 462342"/>
                    <a:gd name="connsiteY31" fmla="*/ 27197 h 677195"/>
                    <a:gd name="connsiteX32" fmla="*/ 310042 w 462342"/>
                    <a:gd name="connsiteY32" fmla="*/ 35356 h 677195"/>
                    <a:gd name="connsiteX33" fmla="*/ 334518 w 462342"/>
                    <a:gd name="connsiteY33" fmla="*/ 40795 h 677195"/>
                    <a:gd name="connsiteX34" fmla="*/ 356276 w 462342"/>
                    <a:gd name="connsiteY34" fmla="*/ 59833 h 677195"/>
                    <a:gd name="connsiteX35" fmla="*/ 372593 w 462342"/>
                    <a:gd name="connsiteY35" fmla="*/ 76151 h 677195"/>
                    <a:gd name="connsiteX36" fmla="*/ 380752 w 462342"/>
                    <a:gd name="connsiteY36" fmla="*/ 95188 h 677195"/>
                    <a:gd name="connsiteX37" fmla="*/ 405230 w 462342"/>
                    <a:gd name="connsiteY37" fmla="*/ 114226 h 677195"/>
                    <a:gd name="connsiteX38" fmla="*/ 416108 w 462342"/>
                    <a:gd name="connsiteY38" fmla="*/ 141422 h 677195"/>
                    <a:gd name="connsiteX39" fmla="*/ 451464 w 462342"/>
                    <a:gd name="connsiteY39" fmla="*/ 201256 h 677195"/>
                    <a:gd name="connsiteX40" fmla="*/ 456903 w 462342"/>
                    <a:gd name="connsiteY40" fmla="*/ 252929 h 677195"/>
                    <a:gd name="connsiteX41" fmla="*/ 456903 w 462342"/>
                    <a:gd name="connsiteY41" fmla="*/ 291004 h 677195"/>
                    <a:gd name="connsiteX42" fmla="*/ 459623 w 462342"/>
                    <a:gd name="connsiteY42" fmla="*/ 318201 h 677195"/>
                    <a:gd name="connsiteX43" fmla="*/ 459623 w 462342"/>
                    <a:gd name="connsiteY43" fmla="*/ 326360 h 677195"/>
                    <a:gd name="connsiteX44" fmla="*/ 459623 w 462342"/>
                    <a:gd name="connsiteY44" fmla="*/ 348117 h 677195"/>
                    <a:gd name="connsiteX45" fmla="*/ 462342 w 462342"/>
                    <a:gd name="connsiteY45" fmla="*/ 367155 h 677195"/>
                    <a:gd name="connsiteX46" fmla="*/ 456903 w 462342"/>
                    <a:gd name="connsiteY46" fmla="*/ 391632 h 677195"/>
                    <a:gd name="connsiteX47" fmla="*/ 456903 w 462342"/>
                    <a:gd name="connsiteY47" fmla="*/ 418828 h 677195"/>
                    <a:gd name="connsiteX48" fmla="*/ 451464 w 462342"/>
                    <a:gd name="connsiteY48" fmla="*/ 437866 h 677195"/>
                    <a:gd name="connsiteX49" fmla="*/ 446025 w 462342"/>
                    <a:gd name="connsiteY49" fmla="*/ 454184 h 677195"/>
                    <a:gd name="connsiteX50" fmla="*/ 440585 w 462342"/>
                    <a:gd name="connsiteY50" fmla="*/ 481380 h 677195"/>
                    <a:gd name="connsiteX51" fmla="*/ 432426 w 462342"/>
                    <a:gd name="connsiteY51" fmla="*/ 508577 h 677195"/>
                    <a:gd name="connsiteX52" fmla="*/ 418828 w 462342"/>
                    <a:gd name="connsiteY52" fmla="*/ 530334 h 677195"/>
                    <a:gd name="connsiteX53" fmla="*/ 410669 w 462342"/>
                    <a:gd name="connsiteY53" fmla="*/ 549371 h 677195"/>
                    <a:gd name="connsiteX54" fmla="*/ 391631 w 462342"/>
                    <a:gd name="connsiteY54" fmla="*/ 579288 h 677195"/>
                    <a:gd name="connsiteX55" fmla="*/ 337238 w 462342"/>
                    <a:gd name="connsiteY55" fmla="*/ 630961 h 677195"/>
                    <a:gd name="connsiteX56" fmla="*/ 301883 w 462342"/>
                    <a:gd name="connsiteY56" fmla="*/ 647279 h 677195"/>
                    <a:gd name="connsiteX57" fmla="*/ 263807 w 462342"/>
                    <a:gd name="connsiteY57" fmla="*/ 652718 h 677195"/>
                    <a:gd name="connsiteX58" fmla="*/ 233891 w 462342"/>
                    <a:gd name="connsiteY58" fmla="*/ 649999 h 677195"/>
                    <a:gd name="connsiteX59" fmla="*/ 187657 w 462342"/>
                    <a:gd name="connsiteY59" fmla="*/ 652718 h 677195"/>
                    <a:gd name="connsiteX60" fmla="*/ 171339 w 462342"/>
                    <a:gd name="connsiteY60" fmla="*/ 669036 h 677195"/>
                    <a:gd name="connsiteX61" fmla="*/ 155021 w 462342"/>
                    <a:gd name="connsiteY61" fmla="*/ 671756 h 677195"/>
                    <a:gd name="connsiteX62" fmla="*/ 138703 w 462342"/>
                    <a:gd name="connsiteY62" fmla="*/ 674476 h 677195"/>
                    <a:gd name="connsiteX63" fmla="*/ 125105 w 462342"/>
                    <a:gd name="connsiteY63" fmla="*/ 677195 h 677195"/>
                    <a:gd name="connsiteX64" fmla="*/ 106067 w 462342"/>
                    <a:gd name="connsiteY64" fmla="*/ 671756 h 677195"/>
                    <a:gd name="connsiteX65" fmla="*/ 87029 w 462342"/>
                    <a:gd name="connsiteY65" fmla="*/ 658158 h 677195"/>
                    <a:gd name="connsiteX66" fmla="*/ 81590 w 462342"/>
                    <a:gd name="connsiteY66" fmla="*/ 652718 h 677195"/>
                    <a:gd name="connsiteX67" fmla="*/ 67992 w 462342"/>
                    <a:gd name="connsiteY67" fmla="*/ 652718 h 677195"/>
                    <a:gd name="connsiteX68" fmla="*/ 43515 w 462342"/>
                    <a:gd name="connsiteY68" fmla="*/ 652718 h 677195"/>
                    <a:gd name="connsiteX69" fmla="*/ 16318 w 462342"/>
                    <a:gd name="connsiteY69" fmla="*/ 647279 h 677195"/>
                    <a:gd name="connsiteX70" fmla="*/ 0 w 462342"/>
                    <a:gd name="connsiteY70" fmla="*/ 630961 h 677195"/>
                    <a:gd name="connsiteX71" fmla="*/ 5439 w 462342"/>
                    <a:gd name="connsiteY71" fmla="*/ 620083 h 677195"/>
                    <a:gd name="connsiteX72" fmla="*/ 27197 w 462342"/>
                    <a:gd name="connsiteY72" fmla="*/ 611924 h 677195"/>
                    <a:gd name="connsiteX73" fmla="*/ 65272 w 462342"/>
                    <a:gd name="connsiteY73" fmla="*/ 609204 h 677195"/>
                    <a:gd name="connsiteX74" fmla="*/ 65272 w 462342"/>
                    <a:gd name="connsiteY74" fmla="*/ 584727 h 677195"/>
                    <a:gd name="connsiteX75" fmla="*/ 62552 w 462342"/>
                    <a:gd name="connsiteY75" fmla="*/ 456903 h 677195"/>
                    <a:gd name="connsiteX76" fmla="*/ 65272 w 462342"/>
                    <a:gd name="connsiteY76" fmla="*/ 337238 h 677195"/>
                    <a:gd name="connsiteX77" fmla="*/ 67992 w 462342"/>
                    <a:gd name="connsiteY77" fmla="*/ 203975 h 677195"/>
                    <a:gd name="connsiteX78" fmla="*/ 70712 w 462342"/>
                    <a:gd name="connsiteY78" fmla="*/ 119665 h 677195"/>
                    <a:gd name="connsiteX79" fmla="*/ 73431 w 462342"/>
                    <a:gd name="connsiteY79" fmla="*/ 67992 h 677195"/>
                    <a:gd name="connsiteX80" fmla="*/ 67992 w 462342"/>
                    <a:gd name="connsiteY80" fmla="*/ 67992 h 677195"/>
                    <a:gd name="connsiteX81" fmla="*/ 43515 w 462342"/>
                    <a:gd name="connsiteY81" fmla="*/ 67992 h 677195"/>
                    <a:gd name="connsiteX82" fmla="*/ 16318 w 462342"/>
                    <a:gd name="connsiteY82" fmla="*/ 62552 h 677195"/>
                    <a:gd name="connsiteX83" fmla="*/ 0 w 462342"/>
                    <a:gd name="connsiteY83" fmla="*/ 46234 h 677195"/>
                    <a:gd name="connsiteX84" fmla="*/ 5439 w 462342"/>
                    <a:gd name="connsiteY84" fmla="*/ 35356 h 677195"/>
                    <a:gd name="connsiteX85" fmla="*/ 27197 w 462342"/>
                    <a:gd name="connsiteY85" fmla="*/ 27197 h 677195"/>
                    <a:gd name="connsiteX86" fmla="*/ 76151 w 462342"/>
                    <a:gd name="connsiteY86" fmla="*/ 21758 h 677195"/>
                    <a:gd name="connsiteX87" fmla="*/ 81590 w 462342"/>
                    <a:gd name="connsiteY87" fmla="*/ 13598 h 677195"/>
                    <a:gd name="connsiteX88" fmla="*/ 97908 w 462342"/>
                    <a:gd name="connsiteY88" fmla="*/ 5439 h 677195"/>
                    <a:gd name="connsiteX89" fmla="*/ 114226 w 462342"/>
                    <a:gd name="connsiteY89" fmla="*/ 0 h 6771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</a:cxnLst>
                  <a:rect l="l" t="t" r="r" b="b"/>
                  <a:pathLst>
                    <a:path w="462342" h="677195">
                      <a:moveTo>
                        <a:pt x="214853" y="65272"/>
                      </a:moveTo>
                      <a:cubicBezTo>
                        <a:pt x="203975" y="65272"/>
                        <a:pt x="195815" y="67992"/>
                        <a:pt x="195815" y="73431"/>
                      </a:cubicBezTo>
                      <a:cubicBezTo>
                        <a:pt x="193096" y="78870"/>
                        <a:pt x="193096" y="100628"/>
                        <a:pt x="193096" y="125105"/>
                      </a:cubicBezTo>
                      <a:cubicBezTo>
                        <a:pt x="193096" y="182217"/>
                        <a:pt x="193096" y="266527"/>
                        <a:pt x="190376" y="280125"/>
                      </a:cubicBezTo>
                      <a:cubicBezTo>
                        <a:pt x="190376" y="288284"/>
                        <a:pt x="190376" y="293723"/>
                        <a:pt x="190376" y="301882"/>
                      </a:cubicBezTo>
                      <a:cubicBezTo>
                        <a:pt x="190376" y="315480"/>
                        <a:pt x="190376" y="329079"/>
                        <a:pt x="193096" y="342677"/>
                      </a:cubicBezTo>
                      <a:cubicBezTo>
                        <a:pt x="193096" y="361715"/>
                        <a:pt x="193096" y="378033"/>
                        <a:pt x="195815" y="397070"/>
                      </a:cubicBezTo>
                      <a:cubicBezTo>
                        <a:pt x="195815" y="413388"/>
                        <a:pt x="195815" y="426986"/>
                        <a:pt x="195815" y="443304"/>
                      </a:cubicBezTo>
                      <a:cubicBezTo>
                        <a:pt x="195815" y="465061"/>
                        <a:pt x="198535" y="508576"/>
                        <a:pt x="195815" y="530333"/>
                      </a:cubicBezTo>
                      <a:cubicBezTo>
                        <a:pt x="195815" y="538492"/>
                        <a:pt x="193096" y="546651"/>
                        <a:pt x="193096" y="554810"/>
                      </a:cubicBezTo>
                      <a:cubicBezTo>
                        <a:pt x="193096" y="560249"/>
                        <a:pt x="190376" y="590166"/>
                        <a:pt x="190376" y="603764"/>
                      </a:cubicBezTo>
                      <a:cubicBezTo>
                        <a:pt x="190376" y="609203"/>
                        <a:pt x="190376" y="611923"/>
                        <a:pt x="198535" y="611923"/>
                      </a:cubicBezTo>
                      <a:cubicBezTo>
                        <a:pt x="206694" y="611923"/>
                        <a:pt x="209414" y="611923"/>
                        <a:pt x="214853" y="611923"/>
                      </a:cubicBezTo>
                      <a:cubicBezTo>
                        <a:pt x="223012" y="611923"/>
                        <a:pt x="220293" y="611923"/>
                        <a:pt x="236610" y="611923"/>
                      </a:cubicBezTo>
                      <a:cubicBezTo>
                        <a:pt x="242050" y="611923"/>
                        <a:pt x="258368" y="601044"/>
                        <a:pt x="263807" y="598325"/>
                      </a:cubicBezTo>
                      <a:cubicBezTo>
                        <a:pt x="266527" y="598325"/>
                        <a:pt x="274686" y="592885"/>
                        <a:pt x="277405" y="592885"/>
                      </a:cubicBezTo>
                      <a:cubicBezTo>
                        <a:pt x="285564" y="587446"/>
                        <a:pt x="288284" y="579287"/>
                        <a:pt x="291004" y="573848"/>
                      </a:cubicBezTo>
                      <a:cubicBezTo>
                        <a:pt x="296443" y="562969"/>
                        <a:pt x="301882" y="554810"/>
                        <a:pt x="307322" y="543931"/>
                      </a:cubicBezTo>
                      <a:cubicBezTo>
                        <a:pt x="315481" y="524894"/>
                        <a:pt x="320920" y="524894"/>
                        <a:pt x="326359" y="481379"/>
                      </a:cubicBezTo>
                      <a:cubicBezTo>
                        <a:pt x="329079" y="456903"/>
                        <a:pt x="334518" y="435145"/>
                        <a:pt x="337238" y="413388"/>
                      </a:cubicBezTo>
                      <a:cubicBezTo>
                        <a:pt x="337238" y="391631"/>
                        <a:pt x="337238" y="369873"/>
                        <a:pt x="337238" y="350836"/>
                      </a:cubicBezTo>
                      <a:cubicBezTo>
                        <a:pt x="337238" y="339957"/>
                        <a:pt x="337238" y="320920"/>
                        <a:pt x="334518" y="296443"/>
                      </a:cubicBezTo>
                      <a:cubicBezTo>
                        <a:pt x="331798" y="269246"/>
                        <a:pt x="329079" y="250209"/>
                        <a:pt x="329079" y="244769"/>
                      </a:cubicBezTo>
                      <a:cubicBezTo>
                        <a:pt x="323640" y="206694"/>
                        <a:pt x="318200" y="174058"/>
                        <a:pt x="307322" y="135983"/>
                      </a:cubicBezTo>
                      <a:cubicBezTo>
                        <a:pt x="304602" y="125105"/>
                        <a:pt x="304602" y="108787"/>
                        <a:pt x="271966" y="78870"/>
                      </a:cubicBezTo>
                      <a:cubicBezTo>
                        <a:pt x="263807" y="73431"/>
                        <a:pt x="233891" y="65272"/>
                        <a:pt x="214853" y="65272"/>
                      </a:cubicBezTo>
                      <a:close/>
                      <a:moveTo>
                        <a:pt x="114226" y="0"/>
                      </a:moveTo>
                      <a:cubicBezTo>
                        <a:pt x="119665" y="0"/>
                        <a:pt x="125105" y="0"/>
                        <a:pt x="127824" y="0"/>
                      </a:cubicBezTo>
                      <a:cubicBezTo>
                        <a:pt x="133264" y="0"/>
                        <a:pt x="141422" y="0"/>
                        <a:pt x="146862" y="2720"/>
                      </a:cubicBezTo>
                      <a:cubicBezTo>
                        <a:pt x="157741" y="5439"/>
                        <a:pt x="165900" y="13598"/>
                        <a:pt x="174059" y="21758"/>
                      </a:cubicBezTo>
                      <a:cubicBezTo>
                        <a:pt x="179498" y="21758"/>
                        <a:pt x="187657" y="21758"/>
                        <a:pt x="193096" y="21758"/>
                      </a:cubicBezTo>
                      <a:cubicBezTo>
                        <a:pt x="212134" y="21758"/>
                        <a:pt x="228452" y="27197"/>
                        <a:pt x="261088" y="27197"/>
                      </a:cubicBezTo>
                      <a:cubicBezTo>
                        <a:pt x="277405" y="27197"/>
                        <a:pt x="293723" y="35356"/>
                        <a:pt x="310042" y="35356"/>
                      </a:cubicBezTo>
                      <a:cubicBezTo>
                        <a:pt x="318200" y="35356"/>
                        <a:pt x="329079" y="35356"/>
                        <a:pt x="334518" y="40795"/>
                      </a:cubicBezTo>
                      <a:cubicBezTo>
                        <a:pt x="342677" y="46234"/>
                        <a:pt x="348117" y="54393"/>
                        <a:pt x="356276" y="59833"/>
                      </a:cubicBezTo>
                      <a:cubicBezTo>
                        <a:pt x="361715" y="65272"/>
                        <a:pt x="369874" y="67992"/>
                        <a:pt x="372593" y="76151"/>
                      </a:cubicBezTo>
                      <a:cubicBezTo>
                        <a:pt x="375313" y="81590"/>
                        <a:pt x="378033" y="89749"/>
                        <a:pt x="380752" y="95188"/>
                      </a:cubicBezTo>
                      <a:cubicBezTo>
                        <a:pt x="386192" y="103347"/>
                        <a:pt x="391631" y="106067"/>
                        <a:pt x="405230" y="114226"/>
                      </a:cubicBezTo>
                      <a:cubicBezTo>
                        <a:pt x="413388" y="119665"/>
                        <a:pt x="410669" y="133263"/>
                        <a:pt x="416108" y="141422"/>
                      </a:cubicBezTo>
                      <a:cubicBezTo>
                        <a:pt x="426987" y="160461"/>
                        <a:pt x="446025" y="182218"/>
                        <a:pt x="451464" y="201256"/>
                      </a:cubicBezTo>
                      <a:cubicBezTo>
                        <a:pt x="456903" y="220293"/>
                        <a:pt x="456903" y="236611"/>
                        <a:pt x="456903" y="252929"/>
                      </a:cubicBezTo>
                      <a:cubicBezTo>
                        <a:pt x="456903" y="266527"/>
                        <a:pt x="456903" y="277406"/>
                        <a:pt x="456903" y="291004"/>
                      </a:cubicBezTo>
                      <a:cubicBezTo>
                        <a:pt x="456903" y="299163"/>
                        <a:pt x="456903" y="307322"/>
                        <a:pt x="459623" y="318201"/>
                      </a:cubicBezTo>
                      <a:cubicBezTo>
                        <a:pt x="459623" y="320921"/>
                        <a:pt x="459623" y="323640"/>
                        <a:pt x="459623" y="326360"/>
                      </a:cubicBezTo>
                      <a:cubicBezTo>
                        <a:pt x="462342" y="331799"/>
                        <a:pt x="459623" y="337238"/>
                        <a:pt x="459623" y="348117"/>
                      </a:cubicBezTo>
                      <a:cubicBezTo>
                        <a:pt x="459623" y="350837"/>
                        <a:pt x="462342" y="361715"/>
                        <a:pt x="462342" y="367155"/>
                      </a:cubicBezTo>
                      <a:cubicBezTo>
                        <a:pt x="462342" y="375314"/>
                        <a:pt x="456903" y="383473"/>
                        <a:pt x="456903" y="391632"/>
                      </a:cubicBezTo>
                      <a:cubicBezTo>
                        <a:pt x="456903" y="399790"/>
                        <a:pt x="456903" y="410669"/>
                        <a:pt x="456903" y="418828"/>
                      </a:cubicBezTo>
                      <a:cubicBezTo>
                        <a:pt x="456903" y="421548"/>
                        <a:pt x="454183" y="429707"/>
                        <a:pt x="451464" y="437866"/>
                      </a:cubicBezTo>
                      <a:cubicBezTo>
                        <a:pt x="448744" y="443305"/>
                        <a:pt x="448744" y="451464"/>
                        <a:pt x="446025" y="454184"/>
                      </a:cubicBezTo>
                      <a:cubicBezTo>
                        <a:pt x="443305" y="462343"/>
                        <a:pt x="440585" y="473221"/>
                        <a:pt x="440585" y="481380"/>
                      </a:cubicBezTo>
                      <a:cubicBezTo>
                        <a:pt x="437865" y="489539"/>
                        <a:pt x="437865" y="500418"/>
                        <a:pt x="432426" y="508577"/>
                      </a:cubicBezTo>
                      <a:cubicBezTo>
                        <a:pt x="429706" y="516736"/>
                        <a:pt x="424267" y="522175"/>
                        <a:pt x="418828" y="530334"/>
                      </a:cubicBezTo>
                      <a:cubicBezTo>
                        <a:pt x="416108" y="535773"/>
                        <a:pt x="413388" y="543932"/>
                        <a:pt x="410669" y="549371"/>
                      </a:cubicBezTo>
                      <a:cubicBezTo>
                        <a:pt x="405230" y="557531"/>
                        <a:pt x="397071" y="573848"/>
                        <a:pt x="391631" y="579288"/>
                      </a:cubicBezTo>
                      <a:cubicBezTo>
                        <a:pt x="369874" y="609204"/>
                        <a:pt x="350836" y="620083"/>
                        <a:pt x="337238" y="630961"/>
                      </a:cubicBezTo>
                      <a:cubicBezTo>
                        <a:pt x="326359" y="639120"/>
                        <a:pt x="315481" y="641840"/>
                        <a:pt x="301883" y="647279"/>
                      </a:cubicBezTo>
                      <a:cubicBezTo>
                        <a:pt x="291004" y="649999"/>
                        <a:pt x="277405" y="652718"/>
                        <a:pt x="263807" y="652718"/>
                      </a:cubicBezTo>
                      <a:cubicBezTo>
                        <a:pt x="252929" y="652718"/>
                        <a:pt x="244770" y="649999"/>
                        <a:pt x="233891" y="649999"/>
                      </a:cubicBezTo>
                      <a:cubicBezTo>
                        <a:pt x="206694" y="649999"/>
                        <a:pt x="217573" y="652718"/>
                        <a:pt x="187657" y="652718"/>
                      </a:cubicBezTo>
                      <a:cubicBezTo>
                        <a:pt x="184937" y="660877"/>
                        <a:pt x="179498" y="666317"/>
                        <a:pt x="171339" y="669036"/>
                      </a:cubicBezTo>
                      <a:cubicBezTo>
                        <a:pt x="165900" y="671756"/>
                        <a:pt x="160460" y="671756"/>
                        <a:pt x="155021" y="671756"/>
                      </a:cubicBezTo>
                      <a:cubicBezTo>
                        <a:pt x="149581" y="671756"/>
                        <a:pt x="144142" y="674476"/>
                        <a:pt x="138703" y="674476"/>
                      </a:cubicBezTo>
                      <a:cubicBezTo>
                        <a:pt x="135983" y="674476"/>
                        <a:pt x="127824" y="677195"/>
                        <a:pt x="125105" y="677195"/>
                      </a:cubicBezTo>
                      <a:cubicBezTo>
                        <a:pt x="116946" y="677195"/>
                        <a:pt x="108787" y="671756"/>
                        <a:pt x="106067" y="671756"/>
                      </a:cubicBezTo>
                      <a:cubicBezTo>
                        <a:pt x="100628" y="669036"/>
                        <a:pt x="95188" y="663597"/>
                        <a:pt x="87029" y="658158"/>
                      </a:cubicBezTo>
                      <a:cubicBezTo>
                        <a:pt x="84310" y="655438"/>
                        <a:pt x="81590" y="655438"/>
                        <a:pt x="81590" y="652718"/>
                      </a:cubicBezTo>
                      <a:cubicBezTo>
                        <a:pt x="73431" y="652718"/>
                        <a:pt x="81590" y="652718"/>
                        <a:pt x="67992" y="652718"/>
                      </a:cubicBezTo>
                      <a:cubicBezTo>
                        <a:pt x="59833" y="652718"/>
                        <a:pt x="51674" y="652718"/>
                        <a:pt x="43515" y="652718"/>
                      </a:cubicBezTo>
                      <a:cubicBezTo>
                        <a:pt x="35356" y="652718"/>
                        <a:pt x="24477" y="652718"/>
                        <a:pt x="16318" y="647279"/>
                      </a:cubicBezTo>
                      <a:cubicBezTo>
                        <a:pt x="8159" y="644559"/>
                        <a:pt x="0" y="636401"/>
                        <a:pt x="0" y="630961"/>
                      </a:cubicBezTo>
                      <a:cubicBezTo>
                        <a:pt x="0" y="625522"/>
                        <a:pt x="0" y="622802"/>
                        <a:pt x="5439" y="620083"/>
                      </a:cubicBezTo>
                      <a:cubicBezTo>
                        <a:pt x="10879" y="617363"/>
                        <a:pt x="21758" y="614643"/>
                        <a:pt x="27197" y="611924"/>
                      </a:cubicBezTo>
                      <a:cubicBezTo>
                        <a:pt x="38076" y="609204"/>
                        <a:pt x="54393" y="609204"/>
                        <a:pt x="65272" y="609204"/>
                      </a:cubicBezTo>
                      <a:cubicBezTo>
                        <a:pt x="65272" y="601045"/>
                        <a:pt x="65272" y="592886"/>
                        <a:pt x="65272" y="584727"/>
                      </a:cubicBezTo>
                      <a:cubicBezTo>
                        <a:pt x="65272" y="541213"/>
                        <a:pt x="62552" y="500418"/>
                        <a:pt x="62552" y="456903"/>
                      </a:cubicBezTo>
                      <a:cubicBezTo>
                        <a:pt x="62552" y="440585"/>
                        <a:pt x="65272" y="397071"/>
                        <a:pt x="65272" y="337238"/>
                      </a:cubicBezTo>
                      <a:cubicBezTo>
                        <a:pt x="65272" y="293724"/>
                        <a:pt x="67992" y="247490"/>
                        <a:pt x="67992" y="203975"/>
                      </a:cubicBezTo>
                      <a:cubicBezTo>
                        <a:pt x="67992" y="179498"/>
                        <a:pt x="67992" y="149582"/>
                        <a:pt x="70712" y="119665"/>
                      </a:cubicBezTo>
                      <a:cubicBezTo>
                        <a:pt x="70712" y="103347"/>
                        <a:pt x="73431" y="84309"/>
                        <a:pt x="73431" y="67992"/>
                      </a:cubicBezTo>
                      <a:cubicBezTo>
                        <a:pt x="73431" y="67992"/>
                        <a:pt x="70712" y="67992"/>
                        <a:pt x="67992" y="67992"/>
                      </a:cubicBezTo>
                      <a:cubicBezTo>
                        <a:pt x="59833" y="67992"/>
                        <a:pt x="51674" y="67992"/>
                        <a:pt x="43515" y="67992"/>
                      </a:cubicBezTo>
                      <a:cubicBezTo>
                        <a:pt x="35356" y="67992"/>
                        <a:pt x="24477" y="67992"/>
                        <a:pt x="16318" y="62552"/>
                      </a:cubicBezTo>
                      <a:cubicBezTo>
                        <a:pt x="8159" y="59833"/>
                        <a:pt x="0" y="51674"/>
                        <a:pt x="0" y="46234"/>
                      </a:cubicBezTo>
                      <a:cubicBezTo>
                        <a:pt x="0" y="43515"/>
                        <a:pt x="0" y="38075"/>
                        <a:pt x="5439" y="35356"/>
                      </a:cubicBezTo>
                      <a:cubicBezTo>
                        <a:pt x="10879" y="32636"/>
                        <a:pt x="21758" y="29916"/>
                        <a:pt x="27197" y="27197"/>
                      </a:cubicBezTo>
                      <a:cubicBezTo>
                        <a:pt x="46234" y="24477"/>
                        <a:pt x="65272" y="21758"/>
                        <a:pt x="76151" y="21758"/>
                      </a:cubicBezTo>
                      <a:cubicBezTo>
                        <a:pt x="76151" y="19038"/>
                        <a:pt x="78871" y="16318"/>
                        <a:pt x="81590" y="13598"/>
                      </a:cubicBezTo>
                      <a:cubicBezTo>
                        <a:pt x="84310" y="10879"/>
                        <a:pt x="92469" y="5439"/>
                        <a:pt x="97908" y="5439"/>
                      </a:cubicBezTo>
                      <a:cubicBezTo>
                        <a:pt x="103347" y="2720"/>
                        <a:pt x="108787" y="0"/>
                        <a:pt x="114226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53" name="Freeform: Shape 47">
                  <a:extLst>
                    <a:ext uri="{FF2B5EF4-FFF2-40B4-BE49-F238E27FC236}">
                      <a16:creationId xmlns:a16="http://schemas.microsoft.com/office/drawing/2014/main" id="{099C3EEA-86C9-F540-C74C-2F23BF6D7155}"/>
                    </a:ext>
                  </a:extLst>
                </p:cNvPr>
                <p:cNvSpPr/>
                <p:nvPr/>
              </p:nvSpPr>
              <p:spPr>
                <a:xfrm>
                  <a:off x="7310622" y="4197597"/>
                  <a:ext cx="489539" cy="761503"/>
                </a:xfrm>
                <a:custGeom>
                  <a:avLst/>
                  <a:gdLst>
                    <a:gd name="connsiteX0" fmla="*/ 433491 w 489538"/>
                    <a:gd name="connsiteY0" fmla="*/ 651063 h 761503"/>
                    <a:gd name="connsiteX1" fmla="*/ 438930 w 489538"/>
                    <a:gd name="connsiteY1" fmla="*/ 661942 h 761503"/>
                    <a:gd name="connsiteX2" fmla="*/ 425332 w 489538"/>
                    <a:gd name="connsiteY2" fmla="*/ 683699 h 761503"/>
                    <a:gd name="connsiteX3" fmla="*/ 400855 w 489538"/>
                    <a:gd name="connsiteY3" fmla="*/ 691858 h 761503"/>
                    <a:gd name="connsiteX4" fmla="*/ 343742 w 489538"/>
                    <a:gd name="connsiteY4" fmla="*/ 700017 h 761503"/>
                    <a:gd name="connsiteX5" fmla="*/ 316546 w 489538"/>
                    <a:gd name="connsiteY5" fmla="*/ 705456 h 761503"/>
                    <a:gd name="connsiteX6" fmla="*/ 275751 w 489538"/>
                    <a:gd name="connsiteY6" fmla="*/ 705456 h 761503"/>
                    <a:gd name="connsiteX7" fmla="*/ 264872 w 489538"/>
                    <a:gd name="connsiteY7" fmla="*/ 708176 h 761503"/>
                    <a:gd name="connsiteX8" fmla="*/ 253994 w 489538"/>
                    <a:gd name="connsiteY8" fmla="*/ 708176 h 761503"/>
                    <a:gd name="connsiteX9" fmla="*/ 240395 w 489538"/>
                    <a:gd name="connsiteY9" fmla="*/ 719054 h 761503"/>
                    <a:gd name="connsiteX10" fmla="*/ 224077 w 489538"/>
                    <a:gd name="connsiteY10" fmla="*/ 721774 h 761503"/>
                    <a:gd name="connsiteX11" fmla="*/ 205040 w 489538"/>
                    <a:gd name="connsiteY11" fmla="*/ 724494 h 761503"/>
                    <a:gd name="connsiteX12" fmla="*/ 191441 w 489538"/>
                    <a:gd name="connsiteY12" fmla="*/ 727213 h 761503"/>
                    <a:gd name="connsiteX13" fmla="*/ 169684 w 489538"/>
                    <a:gd name="connsiteY13" fmla="*/ 721774 h 761503"/>
                    <a:gd name="connsiteX14" fmla="*/ 150646 w 489538"/>
                    <a:gd name="connsiteY14" fmla="*/ 708176 h 761503"/>
                    <a:gd name="connsiteX15" fmla="*/ 139768 w 489538"/>
                    <a:gd name="connsiteY15" fmla="*/ 708176 h 761503"/>
                    <a:gd name="connsiteX16" fmla="*/ 120730 w 489538"/>
                    <a:gd name="connsiteY16" fmla="*/ 708176 h 761503"/>
                    <a:gd name="connsiteX17" fmla="*/ 98973 w 489538"/>
                    <a:gd name="connsiteY17" fmla="*/ 708176 h 761503"/>
                    <a:gd name="connsiteX18" fmla="*/ 74496 w 489538"/>
                    <a:gd name="connsiteY18" fmla="*/ 702736 h 761503"/>
                    <a:gd name="connsiteX19" fmla="*/ 58178 w 489538"/>
                    <a:gd name="connsiteY19" fmla="*/ 683699 h 761503"/>
                    <a:gd name="connsiteX20" fmla="*/ 63617 w 489538"/>
                    <a:gd name="connsiteY20" fmla="*/ 675540 h 761503"/>
                    <a:gd name="connsiteX21" fmla="*/ 85375 w 489538"/>
                    <a:gd name="connsiteY21" fmla="*/ 667381 h 761503"/>
                    <a:gd name="connsiteX22" fmla="*/ 128889 w 489538"/>
                    <a:gd name="connsiteY22" fmla="*/ 661942 h 761503"/>
                    <a:gd name="connsiteX23" fmla="*/ 128889 w 489538"/>
                    <a:gd name="connsiteY23" fmla="*/ 602109 h 761503"/>
                    <a:gd name="connsiteX24" fmla="*/ 126170 w 489538"/>
                    <a:gd name="connsiteY24" fmla="*/ 523239 h 761503"/>
                    <a:gd name="connsiteX25" fmla="*/ 126170 w 489538"/>
                    <a:gd name="connsiteY25" fmla="*/ 468846 h 761503"/>
                    <a:gd name="connsiteX26" fmla="*/ 123450 w 489538"/>
                    <a:gd name="connsiteY26" fmla="*/ 409014 h 761503"/>
                    <a:gd name="connsiteX27" fmla="*/ 123450 w 489538"/>
                    <a:gd name="connsiteY27" fmla="*/ 384537 h 761503"/>
                    <a:gd name="connsiteX28" fmla="*/ 126170 w 489538"/>
                    <a:gd name="connsiteY28" fmla="*/ 349181 h 761503"/>
                    <a:gd name="connsiteX29" fmla="*/ 126170 w 489538"/>
                    <a:gd name="connsiteY29" fmla="*/ 324704 h 761503"/>
                    <a:gd name="connsiteX30" fmla="*/ 128889 w 489538"/>
                    <a:gd name="connsiteY30" fmla="*/ 292068 h 761503"/>
                    <a:gd name="connsiteX31" fmla="*/ 134329 w 489538"/>
                    <a:gd name="connsiteY31" fmla="*/ 234956 h 761503"/>
                    <a:gd name="connsiteX32" fmla="*/ 134329 w 489538"/>
                    <a:gd name="connsiteY32" fmla="*/ 172404 h 761503"/>
                    <a:gd name="connsiteX33" fmla="*/ 137048 w 489538"/>
                    <a:gd name="connsiteY33" fmla="*/ 123450 h 761503"/>
                    <a:gd name="connsiteX34" fmla="*/ 123450 w 489538"/>
                    <a:gd name="connsiteY34" fmla="*/ 123450 h 761503"/>
                    <a:gd name="connsiteX35" fmla="*/ 101693 w 489538"/>
                    <a:gd name="connsiteY35" fmla="*/ 123450 h 761503"/>
                    <a:gd name="connsiteX36" fmla="*/ 77216 w 489538"/>
                    <a:gd name="connsiteY36" fmla="*/ 118011 h 761503"/>
                    <a:gd name="connsiteX37" fmla="*/ 60898 w 489538"/>
                    <a:gd name="connsiteY37" fmla="*/ 98973 h 761503"/>
                    <a:gd name="connsiteX38" fmla="*/ 66337 w 489538"/>
                    <a:gd name="connsiteY38" fmla="*/ 90814 h 761503"/>
                    <a:gd name="connsiteX39" fmla="*/ 88094 w 489538"/>
                    <a:gd name="connsiteY39" fmla="*/ 82655 h 761503"/>
                    <a:gd name="connsiteX40" fmla="*/ 145207 w 489538"/>
                    <a:gd name="connsiteY40" fmla="*/ 77216 h 761503"/>
                    <a:gd name="connsiteX41" fmla="*/ 145207 w 489538"/>
                    <a:gd name="connsiteY41" fmla="*/ 77216 h 761503"/>
                    <a:gd name="connsiteX42" fmla="*/ 153366 w 489538"/>
                    <a:gd name="connsiteY42" fmla="*/ 69057 h 761503"/>
                    <a:gd name="connsiteX43" fmla="*/ 177843 w 489538"/>
                    <a:gd name="connsiteY43" fmla="*/ 60898 h 761503"/>
                    <a:gd name="connsiteX44" fmla="*/ 196881 w 489538"/>
                    <a:gd name="connsiteY44" fmla="*/ 58178 h 761503"/>
                    <a:gd name="connsiteX45" fmla="*/ 205040 w 489538"/>
                    <a:gd name="connsiteY45" fmla="*/ 58178 h 761503"/>
                    <a:gd name="connsiteX46" fmla="*/ 215919 w 489538"/>
                    <a:gd name="connsiteY46" fmla="*/ 63617 h 761503"/>
                    <a:gd name="connsiteX47" fmla="*/ 229517 w 489538"/>
                    <a:gd name="connsiteY47" fmla="*/ 69057 h 761503"/>
                    <a:gd name="connsiteX48" fmla="*/ 256713 w 489538"/>
                    <a:gd name="connsiteY48" fmla="*/ 77216 h 761503"/>
                    <a:gd name="connsiteX49" fmla="*/ 264872 w 489538"/>
                    <a:gd name="connsiteY49" fmla="*/ 77216 h 761503"/>
                    <a:gd name="connsiteX50" fmla="*/ 281190 w 489538"/>
                    <a:gd name="connsiteY50" fmla="*/ 77216 h 761503"/>
                    <a:gd name="connsiteX51" fmla="*/ 330144 w 489538"/>
                    <a:gd name="connsiteY51" fmla="*/ 77216 h 761503"/>
                    <a:gd name="connsiteX52" fmla="*/ 357341 w 489538"/>
                    <a:gd name="connsiteY52" fmla="*/ 79935 h 761503"/>
                    <a:gd name="connsiteX53" fmla="*/ 387257 w 489538"/>
                    <a:gd name="connsiteY53" fmla="*/ 82655 h 761503"/>
                    <a:gd name="connsiteX54" fmla="*/ 406295 w 489538"/>
                    <a:gd name="connsiteY54" fmla="*/ 85375 h 761503"/>
                    <a:gd name="connsiteX55" fmla="*/ 417173 w 489538"/>
                    <a:gd name="connsiteY55" fmla="*/ 79935 h 761503"/>
                    <a:gd name="connsiteX56" fmla="*/ 425332 w 489538"/>
                    <a:gd name="connsiteY56" fmla="*/ 85375 h 761503"/>
                    <a:gd name="connsiteX57" fmla="*/ 433491 w 489538"/>
                    <a:gd name="connsiteY57" fmla="*/ 104412 h 761503"/>
                    <a:gd name="connsiteX58" fmla="*/ 436211 w 489538"/>
                    <a:gd name="connsiteY58" fmla="*/ 137048 h 761503"/>
                    <a:gd name="connsiteX59" fmla="*/ 438930 w 489538"/>
                    <a:gd name="connsiteY59" fmla="*/ 183282 h 761503"/>
                    <a:gd name="connsiteX60" fmla="*/ 422612 w 489538"/>
                    <a:gd name="connsiteY60" fmla="*/ 218638 h 761503"/>
                    <a:gd name="connsiteX61" fmla="*/ 406295 w 489538"/>
                    <a:gd name="connsiteY61" fmla="*/ 213198 h 761503"/>
                    <a:gd name="connsiteX62" fmla="*/ 398136 w 489538"/>
                    <a:gd name="connsiteY62" fmla="*/ 196881 h 761503"/>
                    <a:gd name="connsiteX63" fmla="*/ 395416 w 489538"/>
                    <a:gd name="connsiteY63" fmla="*/ 175123 h 761503"/>
                    <a:gd name="connsiteX64" fmla="*/ 395416 w 489538"/>
                    <a:gd name="connsiteY64" fmla="*/ 153366 h 761503"/>
                    <a:gd name="connsiteX65" fmla="*/ 395416 w 489538"/>
                    <a:gd name="connsiteY65" fmla="*/ 126170 h 761503"/>
                    <a:gd name="connsiteX66" fmla="*/ 370939 w 489538"/>
                    <a:gd name="connsiteY66" fmla="*/ 128889 h 761503"/>
                    <a:gd name="connsiteX67" fmla="*/ 338303 w 489538"/>
                    <a:gd name="connsiteY67" fmla="*/ 131609 h 761503"/>
                    <a:gd name="connsiteX68" fmla="*/ 286629 w 489538"/>
                    <a:gd name="connsiteY68" fmla="*/ 134328 h 761503"/>
                    <a:gd name="connsiteX69" fmla="*/ 273031 w 489538"/>
                    <a:gd name="connsiteY69" fmla="*/ 137048 h 761503"/>
                    <a:gd name="connsiteX70" fmla="*/ 262153 w 489538"/>
                    <a:gd name="connsiteY70" fmla="*/ 142487 h 761503"/>
                    <a:gd name="connsiteX71" fmla="*/ 259433 w 489538"/>
                    <a:gd name="connsiteY71" fmla="*/ 153366 h 761503"/>
                    <a:gd name="connsiteX72" fmla="*/ 262153 w 489538"/>
                    <a:gd name="connsiteY72" fmla="*/ 166964 h 761503"/>
                    <a:gd name="connsiteX73" fmla="*/ 262153 w 489538"/>
                    <a:gd name="connsiteY73" fmla="*/ 196881 h 761503"/>
                    <a:gd name="connsiteX74" fmla="*/ 262153 w 489538"/>
                    <a:gd name="connsiteY74" fmla="*/ 215918 h 761503"/>
                    <a:gd name="connsiteX75" fmla="*/ 262153 w 489538"/>
                    <a:gd name="connsiteY75" fmla="*/ 251274 h 761503"/>
                    <a:gd name="connsiteX76" fmla="*/ 259433 w 489538"/>
                    <a:gd name="connsiteY76" fmla="*/ 278470 h 761503"/>
                    <a:gd name="connsiteX77" fmla="*/ 259433 w 489538"/>
                    <a:gd name="connsiteY77" fmla="*/ 308386 h 761503"/>
                    <a:gd name="connsiteX78" fmla="*/ 259433 w 489538"/>
                    <a:gd name="connsiteY78" fmla="*/ 321985 h 761503"/>
                    <a:gd name="connsiteX79" fmla="*/ 259433 w 489538"/>
                    <a:gd name="connsiteY79" fmla="*/ 332863 h 761503"/>
                    <a:gd name="connsiteX80" fmla="*/ 267592 w 489538"/>
                    <a:gd name="connsiteY80" fmla="*/ 335583 h 761503"/>
                    <a:gd name="connsiteX81" fmla="*/ 281190 w 489538"/>
                    <a:gd name="connsiteY81" fmla="*/ 335583 h 761503"/>
                    <a:gd name="connsiteX82" fmla="*/ 327424 w 489538"/>
                    <a:gd name="connsiteY82" fmla="*/ 338303 h 761503"/>
                    <a:gd name="connsiteX83" fmla="*/ 351901 w 489538"/>
                    <a:gd name="connsiteY83" fmla="*/ 341022 h 761503"/>
                    <a:gd name="connsiteX84" fmla="*/ 351901 w 489538"/>
                    <a:gd name="connsiteY84" fmla="*/ 335583 h 761503"/>
                    <a:gd name="connsiteX85" fmla="*/ 351901 w 489538"/>
                    <a:gd name="connsiteY85" fmla="*/ 313826 h 761503"/>
                    <a:gd name="connsiteX86" fmla="*/ 357341 w 489538"/>
                    <a:gd name="connsiteY86" fmla="*/ 289349 h 761503"/>
                    <a:gd name="connsiteX87" fmla="*/ 373658 w 489538"/>
                    <a:gd name="connsiteY87" fmla="*/ 273031 h 761503"/>
                    <a:gd name="connsiteX88" fmla="*/ 381817 w 489538"/>
                    <a:gd name="connsiteY88" fmla="*/ 278470 h 761503"/>
                    <a:gd name="connsiteX89" fmla="*/ 389977 w 489538"/>
                    <a:gd name="connsiteY89" fmla="*/ 300228 h 761503"/>
                    <a:gd name="connsiteX90" fmla="*/ 395416 w 489538"/>
                    <a:gd name="connsiteY90" fmla="*/ 351901 h 761503"/>
                    <a:gd name="connsiteX91" fmla="*/ 398136 w 489538"/>
                    <a:gd name="connsiteY91" fmla="*/ 409014 h 761503"/>
                    <a:gd name="connsiteX92" fmla="*/ 381817 w 489538"/>
                    <a:gd name="connsiteY92" fmla="*/ 444369 h 761503"/>
                    <a:gd name="connsiteX93" fmla="*/ 365500 w 489538"/>
                    <a:gd name="connsiteY93" fmla="*/ 438930 h 761503"/>
                    <a:gd name="connsiteX94" fmla="*/ 357341 w 489538"/>
                    <a:gd name="connsiteY94" fmla="*/ 422612 h 761503"/>
                    <a:gd name="connsiteX95" fmla="*/ 354621 w 489538"/>
                    <a:gd name="connsiteY95" fmla="*/ 400855 h 761503"/>
                    <a:gd name="connsiteX96" fmla="*/ 354621 w 489538"/>
                    <a:gd name="connsiteY96" fmla="*/ 381817 h 761503"/>
                    <a:gd name="connsiteX97" fmla="*/ 270312 w 489538"/>
                    <a:gd name="connsiteY97" fmla="*/ 381817 h 761503"/>
                    <a:gd name="connsiteX98" fmla="*/ 256713 w 489538"/>
                    <a:gd name="connsiteY98" fmla="*/ 395415 h 761503"/>
                    <a:gd name="connsiteX99" fmla="*/ 253994 w 489538"/>
                    <a:gd name="connsiteY99" fmla="*/ 422612 h 761503"/>
                    <a:gd name="connsiteX100" fmla="*/ 253994 w 489538"/>
                    <a:gd name="connsiteY100" fmla="*/ 433490 h 761503"/>
                    <a:gd name="connsiteX101" fmla="*/ 253994 w 489538"/>
                    <a:gd name="connsiteY101" fmla="*/ 449809 h 761503"/>
                    <a:gd name="connsiteX102" fmla="*/ 256713 w 489538"/>
                    <a:gd name="connsiteY102" fmla="*/ 474285 h 761503"/>
                    <a:gd name="connsiteX103" fmla="*/ 256713 w 489538"/>
                    <a:gd name="connsiteY103" fmla="*/ 496043 h 761503"/>
                    <a:gd name="connsiteX104" fmla="*/ 259433 w 489538"/>
                    <a:gd name="connsiteY104" fmla="*/ 534118 h 761503"/>
                    <a:gd name="connsiteX105" fmla="*/ 259433 w 489538"/>
                    <a:gd name="connsiteY105" fmla="*/ 591231 h 761503"/>
                    <a:gd name="connsiteX106" fmla="*/ 262153 w 489538"/>
                    <a:gd name="connsiteY106" fmla="*/ 618427 h 761503"/>
                    <a:gd name="connsiteX107" fmla="*/ 267592 w 489538"/>
                    <a:gd name="connsiteY107" fmla="*/ 648343 h 761503"/>
                    <a:gd name="connsiteX108" fmla="*/ 292069 w 489538"/>
                    <a:gd name="connsiteY108" fmla="*/ 651063 h 761503"/>
                    <a:gd name="connsiteX109" fmla="*/ 327424 w 489538"/>
                    <a:gd name="connsiteY109" fmla="*/ 651063 h 761503"/>
                    <a:gd name="connsiteX110" fmla="*/ 362780 w 489538"/>
                    <a:gd name="connsiteY110" fmla="*/ 653783 h 761503"/>
                    <a:gd name="connsiteX111" fmla="*/ 395416 w 489538"/>
                    <a:gd name="connsiteY111" fmla="*/ 648343 h 761503"/>
                    <a:gd name="connsiteX112" fmla="*/ 395416 w 489538"/>
                    <a:gd name="connsiteY112" fmla="*/ 618427 h 761503"/>
                    <a:gd name="connsiteX113" fmla="*/ 395416 w 489538"/>
                    <a:gd name="connsiteY113" fmla="*/ 596670 h 761503"/>
                    <a:gd name="connsiteX114" fmla="*/ 398136 w 489538"/>
                    <a:gd name="connsiteY114" fmla="*/ 574913 h 761503"/>
                    <a:gd name="connsiteX115" fmla="*/ 406295 w 489538"/>
                    <a:gd name="connsiteY115" fmla="*/ 558595 h 761503"/>
                    <a:gd name="connsiteX116" fmla="*/ 422612 w 489538"/>
                    <a:gd name="connsiteY116" fmla="*/ 553155 h 761503"/>
                    <a:gd name="connsiteX117" fmla="*/ 438930 w 489538"/>
                    <a:gd name="connsiteY117" fmla="*/ 588511 h 761503"/>
                    <a:gd name="connsiteX118" fmla="*/ 436211 w 489538"/>
                    <a:gd name="connsiteY118" fmla="*/ 645624 h 761503"/>
                    <a:gd name="connsiteX119" fmla="*/ 433491 w 489538"/>
                    <a:gd name="connsiteY119" fmla="*/ 651063 h 761503"/>
                    <a:gd name="connsiteX120" fmla="*/ 433491 w 489538"/>
                    <a:gd name="connsiteY120" fmla="*/ 651063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</a:cxnLst>
                  <a:rect l="l" t="t" r="r" b="b"/>
                  <a:pathLst>
                    <a:path w="489538" h="761503">
                      <a:moveTo>
                        <a:pt x="433491" y="651063"/>
                      </a:moveTo>
                      <a:cubicBezTo>
                        <a:pt x="436211" y="653783"/>
                        <a:pt x="438930" y="656502"/>
                        <a:pt x="438930" y="661942"/>
                      </a:cubicBezTo>
                      <a:cubicBezTo>
                        <a:pt x="438930" y="670101"/>
                        <a:pt x="433491" y="678259"/>
                        <a:pt x="425332" y="683699"/>
                      </a:cubicBezTo>
                      <a:cubicBezTo>
                        <a:pt x="417173" y="689138"/>
                        <a:pt x="409014" y="689138"/>
                        <a:pt x="400855" y="691858"/>
                      </a:cubicBezTo>
                      <a:cubicBezTo>
                        <a:pt x="381817" y="694578"/>
                        <a:pt x="362780" y="694578"/>
                        <a:pt x="343742" y="700017"/>
                      </a:cubicBezTo>
                      <a:cubicBezTo>
                        <a:pt x="335583" y="702736"/>
                        <a:pt x="324705" y="702736"/>
                        <a:pt x="316546" y="705456"/>
                      </a:cubicBezTo>
                      <a:cubicBezTo>
                        <a:pt x="308387" y="705456"/>
                        <a:pt x="289349" y="705456"/>
                        <a:pt x="275751" y="705456"/>
                      </a:cubicBezTo>
                      <a:cubicBezTo>
                        <a:pt x="270312" y="705456"/>
                        <a:pt x="267592" y="708176"/>
                        <a:pt x="264872" y="708176"/>
                      </a:cubicBezTo>
                      <a:cubicBezTo>
                        <a:pt x="264872" y="708176"/>
                        <a:pt x="259433" y="708176"/>
                        <a:pt x="253994" y="708176"/>
                      </a:cubicBezTo>
                      <a:cubicBezTo>
                        <a:pt x="251274" y="713615"/>
                        <a:pt x="245835" y="716335"/>
                        <a:pt x="240395" y="719054"/>
                      </a:cubicBezTo>
                      <a:cubicBezTo>
                        <a:pt x="234956" y="721774"/>
                        <a:pt x="229517" y="721774"/>
                        <a:pt x="224077" y="721774"/>
                      </a:cubicBezTo>
                      <a:cubicBezTo>
                        <a:pt x="218638" y="721774"/>
                        <a:pt x="213199" y="724494"/>
                        <a:pt x="205040" y="724494"/>
                      </a:cubicBezTo>
                      <a:cubicBezTo>
                        <a:pt x="202320" y="724494"/>
                        <a:pt x="194161" y="727213"/>
                        <a:pt x="191441" y="727213"/>
                      </a:cubicBezTo>
                      <a:cubicBezTo>
                        <a:pt x="183282" y="727213"/>
                        <a:pt x="172404" y="721774"/>
                        <a:pt x="169684" y="721774"/>
                      </a:cubicBezTo>
                      <a:cubicBezTo>
                        <a:pt x="164245" y="719054"/>
                        <a:pt x="156086" y="713615"/>
                        <a:pt x="150646" y="708176"/>
                      </a:cubicBezTo>
                      <a:cubicBezTo>
                        <a:pt x="145207" y="708176"/>
                        <a:pt x="139768" y="708176"/>
                        <a:pt x="139768" y="708176"/>
                      </a:cubicBezTo>
                      <a:cubicBezTo>
                        <a:pt x="126170" y="708176"/>
                        <a:pt x="137048" y="708176"/>
                        <a:pt x="120730" y="708176"/>
                      </a:cubicBezTo>
                      <a:cubicBezTo>
                        <a:pt x="112571" y="708176"/>
                        <a:pt x="104412" y="708176"/>
                        <a:pt x="98973" y="708176"/>
                      </a:cubicBezTo>
                      <a:cubicBezTo>
                        <a:pt x="90814" y="708176"/>
                        <a:pt x="79936" y="708176"/>
                        <a:pt x="74496" y="702736"/>
                      </a:cubicBezTo>
                      <a:cubicBezTo>
                        <a:pt x="66337" y="700017"/>
                        <a:pt x="58178" y="689138"/>
                        <a:pt x="58178" y="683699"/>
                      </a:cubicBezTo>
                      <a:cubicBezTo>
                        <a:pt x="58178" y="680979"/>
                        <a:pt x="58178" y="678259"/>
                        <a:pt x="63617" y="675540"/>
                      </a:cubicBezTo>
                      <a:cubicBezTo>
                        <a:pt x="69057" y="672820"/>
                        <a:pt x="77216" y="670101"/>
                        <a:pt x="85375" y="667381"/>
                      </a:cubicBezTo>
                      <a:cubicBezTo>
                        <a:pt x="98973" y="664661"/>
                        <a:pt x="115291" y="664661"/>
                        <a:pt x="128889" y="661942"/>
                      </a:cubicBezTo>
                      <a:cubicBezTo>
                        <a:pt x="128889" y="645624"/>
                        <a:pt x="128889" y="623866"/>
                        <a:pt x="128889" y="602109"/>
                      </a:cubicBezTo>
                      <a:cubicBezTo>
                        <a:pt x="128889" y="566754"/>
                        <a:pt x="128889" y="531398"/>
                        <a:pt x="126170" y="523239"/>
                      </a:cubicBezTo>
                      <a:cubicBezTo>
                        <a:pt x="126170" y="517800"/>
                        <a:pt x="126170" y="487884"/>
                        <a:pt x="126170" y="468846"/>
                      </a:cubicBezTo>
                      <a:cubicBezTo>
                        <a:pt x="126170" y="449809"/>
                        <a:pt x="123450" y="430771"/>
                        <a:pt x="123450" y="409014"/>
                      </a:cubicBezTo>
                      <a:cubicBezTo>
                        <a:pt x="123450" y="400855"/>
                        <a:pt x="123450" y="392696"/>
                        <a:pt x="123450" y="384537"/>
                      </a:cubicBezTo>
                      <a:cubicBezTo>
                        <a:pt x="123450" y="373658"/>
                        <a:pt x="126170" y="360060"/>
                        <a:pt x="126170" y="349181"/>
                      </a:cubicBezTo>
                      <a:cubicBezTo>
                        <a:pt x="126170" y="341022"/>
                        <a:pt x="126170" y="332863"/>
                        <a:pt x="126170" y="324704"/>
                      </a:cubicBezTo>
                      <a:cubicBezTo>
                        <a:pt x="126170" y="313826"/>
                        <a:pt x="126170" y="302947"/>
                        <a:pt x="128889" y="292068"/>
                      </a:cubicBezTo>
                      <a:cubicBezTo>
                        <a:pt x="131609" y="273031"/>
                        <a:pt x="134329" y="253993"/>
                        <a:pt x="134329" y="234956"/>
                      </a:cubicBezTo>
                      <a:cubicBezTo>
                        <a:pt x="134329" y="213198"/>
                        <a:pt x="134329" y="191441"/>
                        <a:pt x="134329" y="172404"/>
                      </a:cubicBezTo>
                      <a:cubicBezTo>
                        <a:pt x="134329" y="156086"/>
                        <a:pt x="134329" y="139768"/>
                        <a:pt x="137048" y="123450"/>
                      </a:cubicBezTo>
                      <a:cubicBezTo>
                        <a:pt x="131609" y="123450"/>
                        <a:pt x="134329" y="123450"/>
                        <a:pt x="123450" y="123450"/>
                      </a:cubicBezTo>
                      <a:cubicBezTo>
                        <a:pt x="115291" y="123450"/>
                        <a:pt x="107132" y="123450"/>
                        <a:pt x="101693" y="123450"/>
                      </a:cubicBezTo>
                      <a:cubicBezTo>
                        <a:pt x="93534" y="123450"/>
                        <a:pt x="82655" y="123450"/>
                        <a:pt x="77216" y="118011"/>
                      </a:cubicBezTo>
                      <a:cubicBezTo>
                        <a:pt x="69057" y="115291"/>
                        <a:pt x="60898" y="101693"/>
                        <a:pt x="60898" y="98973"/>
                      </a:cubicBezTo>
                      <a:cubicBezTo>
                        <a:pt x="60898" y="96253"/>
                        <a:pt x="60898" y="93534"/>
                        <a:pt x="66337" y="90814"/>
                      </a:cubicBezTo>
                      <a:cubicBezTo>
                        <a:pt x="71777" y="88094"/>
                        <a:pt x="79936" y="85375"/>
                        <a:pt x="88094" y="82655"/>
                      </a:cubicBezTo>
                      <a:cubicBezTo>
                        <a:pt x="104412" y="79935"/>
                        <a:pt x="131609" y="77216"/>
                        <a:pt x="145207" y="77216"/>
                      </a:cubicBezTo>
                      <a:cubicBezTo>
                        <a:pt x="145207" y="77216"/>
                        <a:pt x="145207" y="77216"/>
                        <a:pt x="145207" y="77216"/>
                      </a:cubicBezTo>
                      <a:cubicBezTo>
                        <a:pt x="145207" y="74496"/>
                        <a:pt x="150646" y="71776"/>
                        <a:pt x="153366" y="69057"/>
                      </a:cubicBezTo>
                      <a:cubicBezTo>
                        <a:pt x="161525" y="63617"/>
                        <a:pt x="169684" y="63617"/>
                        <a:pt x="177843" y="60898"/>
                      </a:cubicBezTo>
                      <a:cubicBezTo>
                        <a:pt x="183282" y="58178"/>
                        <a:pt x="191441" y="58178"/>
                        <a:pt x="196881" y="58178"/>
                      </a:cubicBezTo>
                      <a:cubicBezTo>
                        <a:pt x="199600" y="58178"/>
                        <a:pt x="202320" y="58178"/>
                        <a:pt x="205040" y="58178"/>
                      </a:cubicBezTo>
                      <a:cubicBezTo>
                        <a:pt x="207759" y="58178"/>
                        <a:pt x="213199" y="60898"/>
                        <a:pt x="215919" y="63617"/>
                      </a:cubicBezTo>
                      <a:cubicBezTo>
                        <a:pt x="221358" y="66337"/>
                        <a:pt x="224077" y="66337"/>
                        <a:pt x="229517" y="69057"/>
                      </a:cubicBezTo>
                      <a:cubicBezTo>
                        <a:pt x="237675" y="71776"/>
                        <a:pt x="245835" y="77216"/>
                        <a:pt x="256713" y="77216"/>
                      </a:cubicBezTo>
                      <a:cubicBezTo>
                        <a:pt x="259433" y="77216"/>
                        <a:pt x="262153" y="77216"/>
                        <a:pt x="264872" y="77216"/>
                      </a:cubicBezTo>
                      <a:cubicBezTo>
                        <a:pt x="270312" y="77216"/>
                        <a:pt x="275751" y="77216"/>
                        <a:pt x="281190" y="77216"/>
                      </a:cubicBezTo>
                      <a:cubicBezTo>
                        <a:pt x="292069" y="77216"/>
                        <a:pt x="321985" y="77216"/>
                        <a:pt x="330144" y="77216"/>
                      </a:cubicBezTo>
                      <a:cubicBezTo>
                        <a:pt x="338303" y="77216"/>
                        <a:pt x="349182" y="77216"/>
                        <a:pt x="357341" y="79935"/>
                      </a:cubicBezTo>
                      <a:cubicBezTo>
                        <a:pt x="368219" y="79935"/>
                        <a:pt x="379098" y="82655"/>
                        <a:pt x="387257" y="82655"/>
                      </a:cubicBezTo>
                      <a:cubicBezTo>
                        <a:pt x="392696" y="82655"/>
                        <a:pt x="400855" y="85375"/>
                        <a:pt x="406295" y="85375"/>
                      </a:cubicBezTo>
                      <a:cubicBezTo>
                        <a:pt x="409014" y="82655"/>
                        <a:pt x="414453" y="79935"/>
                        <a:pt x="417173" y="79935"/>
                      </a:cubicBezTo>
                      <a:cubicBezTo>
                        <a:pt x="419893" y="79935"/>
                        <a:pt x="422612" y="79935"/>
                        <a:pt x="425332" y="85375"/>
                      </a:cubicBezTo>
                      <a:cubicBezTo>
                        <a:pt x="428052" y="90814"/>
                        <a:pt x="433491" y="98973"/>
                        <a:pt x="433491" y="104412"/>
                      </a:cubicBezTo>
                      <a:cubicBezTo>
                        <a:pt x="436211" y="131609"/>
                        <a:pt x="436211" y="120730"/>
                        <a:pt x="436211" y="137048"/>
                      </a:cubicBezTo>
                      <a:cubicBezTo>
                        <a:pt x="438930" y="158805"/>
                        <a:pt x="438930" y="158805"/>
                        <a:pt x="438930" y="183282"/>
                      </a:cubicBezTo>
                      <a:cubicBezTo>
                        <a:pt x="438930" y="194161"/>
                        <a:pt x="438930" y="218638"/>
                        <a:pt x="422612" y="218638"/>
                      </a:cubicBezTo>
                      <a:cubicBezTo>
                        <a:pt x="414453" y="218638"/>
                        <a:pt x="411734" y="215918"/>
                        <a:pt x="406295" y="213198"/>
                      </a:cubicBezTo>
                      <a:cubicBezTo>
                        <a:pt x="400855" y="210479"/>
                        <a:pt x="398136" y="202320"/>
                        <a:pt x="398136" y="196881"/>
                      </a:cubicBezTo>
                      <a:cubicBezTo>
                        <a:pt x="395416" y="188722"/>
                        <a:pt x="395416" y="183282"/>
                        <a:pt x="395416" y="175123"/>
                      </a:cubicBezTo>
                      <a:cubicBezTo>
                        <a:pt x="395416" y="169684"/>
                        <a:pt x="395416" y="164245"/>
                        <a:pt x="395416" y="153366"/>
                      </a:cubicBezTo>
                      <a:cubicBezTo>
                        <a:pt x="395416" y="145207"/>
                        <a:pt x="395416" y="134328"/>
                        <a:pt x="395416" y="126170"/>
                      </a:cubicBezTo>
                      <a:cubicBezTo>
                        <a:pt x="387257" y="128889"/>
                        <a:pt x="379098" y="128889"/>
                        <a:pt x="370939" y="128889"/>
                      </a:cubicBezTo>
                      <a:cubicBezTo>
                        <a:pt x="360060" y="128889"/>
                        <a:pt x="349182" y="128889"/>
                        <a:pt x="338303" y="131609"/>
                      </a:cubicBezTo>
                      <a:cubicBezTo>
                        <a:pt x="327424" y="131609"/>
                        <a:pt x="319265" y="134328"/>
                        <a:pt x="286629" y="134328"/>
                      </a:cubicBezTo>
                      <a:cubicBezTo>
                        <a:pt x="281190" y="134328"/>
                        <a:pt x="278470" y="134328"/>
                        <a:pt x="273031" y="137048"/>
                      </a:cubicBezTo>
                      <a:cubicBezTo>
                        <a:pt x="270312" y="137048"/>
                        <a:pt x="264872" y="137048"/>
                        <a:pt x="262153" y="142487"/>
                      </a:cubicBezTo>
                      <a:cubicBezTo>
                        <a:pt x="259433" y="145207"/>
                        <a:pt x="259433" y="150647"/>
                        <a:pt x="259433" y="153366"/>
                      </a:cubicBezTo>
                      <a:cubicBezTo>
                        <a:pt x="259433" y="158805"/>
                        <a:pt x="259433" y="164245"/>
                        <a:pt x="262153" y="166964"/>
                      </a:cubicBezTo>
                      <a:cubicBezTo>
                        <a:pt x="262153" y="177843"/>
                        <a:pt x="262153" y="186002"/>
                        <a:pt x="262153" y="196881"/>
                      </a:cubicBezTo>
                      <a:cubicBezTo>
                        <a:pt x="262153" y="202320"/>
                        <a:pt x="262153" y="210479"/>
                        <a:pt x="262153" y="215918"/>
                      </a:cubicBezTo>
                      <a:cubicBezTo>
                        <a:pt x="262153" y="229516"/>
                        <a:pt x="262153" y="240395"/>
                        <a:pt x="262153" y="251274"/>
                      </a:cubicBezTo>
                      <a:cubicBezTo>
                        <a:pt x="262153" y="259433"/>
                        <a:pt x="259433" y="270311"/>
                        <a:pt x="259433" y="278470"/>
                      </a:cubicBezTo>
                      <a:cubicBezTo>
                        <a:pt x="259433" y="289349"/>
                        <a:pt x="259433" y="297508"/>
                        <a:pt x="259433" y="308386"/>
                      </a:cubicBezTo>
                      <a:cubicBezTo>
                        <a:pt x="259433" y="313826"/>
                        <a:pt x="259433" y="319265"/>
                        <a:pt x="259433" y="321985"/>
                      </a:cubicBezTo>
                      <a:cubicBezTo>
                        <a:pt x="259433" y="324704"/>
                        <a:pt x="259433" y="330144"/>
                        <a:pt x="259433" y="332863"/>
                      </a:cubicBezTo>
                      <a:cubicBezTo>
                        <a:pt x="262153" y="335583"/>
                        <a:pt x="264872" y="335583"/>
                        <a:pt x="267592" y="335583"/>
                      </a:cubicBezTo>
                      <a:cubicBezTo>
                        <a:pt x="273031" y="335583"/>
                        <a:pt x="275751" y="335583"/>
                        <a:pt x="281190" y="335583"/>
                      </a:cubicBezTo>
                      <a:cubicBezTo>
                        <a:pt x="311107" y="335583"/>
                        <a:pt x="319265" y="335583"/>
                        <a:pt x="327424" y="338303"/>
                      </a:cubicBezTo>
                      <a:cubicBezTo>
                        <a:pt x="335583" y="341022"/>
                        <a:pt x="343742" y="341022"/>
                        <a:pt x="351901" y="341022"/>
                      </a:cubicBezTo>
                      <a:cubicBezTo>
                        <a:pt x="351901" y="338303"/>
                        <a:pt x="351901" y="338303"/>
                        <a:pt x="351901" y="335583"/>
                      </a:cubicBezTo>
                      <a:cubicBezTo>
                        <a:pt x="351901" y="327424"/>
                        <a:pt x="351901" y="319265"/>
                        <a:pt x="351901" y="313826"/>
                      </a:cubicBezTo>
                      <a:cubicBezTo>
                        <a:pt x="351901" y="305667"/>
                        <a:pt x="351901" y="294788"/>
                        <a:pt x="357341" y="289349"/>
                      </a:cubicBezTo>
                      <a:cubicBezTo>
                        <a:pt x="360060" y="281190"/>
                        <a:pt x="368219" y="273031"/>
                        <a:pt x="373658" y="273031"/>
                      </a:cubicBezTo>
                      <a:cubicBezTo>
                        <a:pt x="376378" y="273031"/>
                        <a:pt x="379098" y="273031"/>
                        <a:pt x="381817" y="278470"/>
                      </a:cubicBezTo>
                      <a:cubicBezTo>
                        <a:pt x="384537" y="283909"/>
                        <a:pt x="387257" y="292068"/>
                        <a:pt x="389977" y="300228"/>
                      </a:cubicBezTo>
                      <a:cubicBezTo>
                        <a:pt x="392696" y="316545"/>
                        <a:pt x="392696" y="335583"/>
                        <a:pt x="395416" y="351901"/>
                      </a:cubicBezTo>
                      <a:cubicBezTo>
                        <a:pt x="398136" y="373658"/>
                        <a:pt x="398136" y="384537"/>
                        <a:pt x="398136" y="409014"/>
                      </a:cubicBezTo>
                      <a:cubicBezTo>
                        <a:pt x="398136" y="422612"/>
                        <a:pt x="398136" y="444369"/>
                        <a:pt x="381817" y="444369"/>
                      </a:cubicBezTo>
                      <a:cubicBezTo>
                        <a:pt x="373658" y="444369"/>
                        <a:pt x="370939" y="441650"/>
                        <a:pt x="365500" y="438930"/>
                      </a:cubicBezTo>
                      <a:cubicBezTo>
                        <a:pt x="360060" y="436210"/>
                        <a:pt x="357341" y="428051"/>
                        <a:pt x="357341" y="422612"/>
                      </a:cubicBezTo>
                      <a:cubicBezTo>
                        <a:pt x="354621" y="414453"/>
                        <a:pt x="354621" y="409014"/>
                        <a:pt x="354621" y="400855"/>
                      </a:cubicBezTo>
                      <a:cubicBezTo>
                        <a:pt x="354621" y="395415"/>
                        <a:pt x="354621" y="389976"/>
                        <a:pt x="354621" y="381817"/>
                      </a:cubicBezTo>
                      <a:cubicBezTo>
                        <a:pt x="335583" y="381817"/>
                        <a:pt x="308387" y="384537"/>
                        <a:pt x="270312" y="381817"/>
                      </a:cubicBezTo>
                      <a:cubicBezTo>
                        <a:pt x="262153" y="381817"/>
                        <a:pt x="256713" y="387256"/>
                        <a:pt x="256713" y="395415"/>
                      </a:cubicBezTo>
                      <a:cubicBezTo>
                        <a:pt x="256713" y="403574"/>
                        <a:pt x="256713" y="414453"/>
                        <a:pt x="253994" y="422612"/>
                      </a:cubicBezTo>
                      <a:cubicBezTo>
                        <a:pt x="253994" y="425332"/>
                        <a:pt x="253994" y="430771"/>
                        <a:pt x="253994" y="433490"/>
                      </a:cubicBezTo>
                      <a:cubicBezTo>
                        <a:pt x="253994" y="438930"/>
                        <a:pt x="253994" y="444369"/>
                        <a:pt x="253994" y="449809"/>
                      </a:cubicBezTo>
                      <a:cubicBezTo>
                        <a:pt x="253994" y="457967"/>
                        <a:pt x="256713" y="466126"/>
                        <a:pt x="256713" y="474285"/>
                      </a:cubicBezTo>
                      <a:cubicBezTo>
                        <a:pt x="256713" y="482444"/>
                        <a:pt x="256713" y="490603"/>
                        <a:pt x="256713" y="496043"/>
                      </a:cubicBezTo>
                      <a:cubicBezTo>
                        <a:pt x="256713" y="509641"/>
                        <a:pt x="259433" y="520520"/>
                        <a:pt x="259433" y="534118"/>
                      </a:cubicBezTo>
                      <a:cubicBezTo>
                        <a:pt x="259433" y="553155"/>
                        <a:pt x="259433" y="572193"/>
                        <a:pt x="259433" y="591231"/>
                      </a:cubicBezTo>
                      <a:cubicBezTo>
                        <a:pt x="259433" y="602109"/>
                        <a:pt x="262153" y="610268"/>
                        <a:pt x="262153" y="618427"/>
                      </a:cubicBezTo>
                      <a:cubicBezTo>
                        <a:pt x="264872" y="626586"/>
                        <a:pt x="262153" y="642904"/>
                        <a:pt x="267592" y="648343"/>
                      </a:cubicBezTo>
                      <a:cubicBezTo>
                        <a:pt x="270312" y="651063"/>
                        <a:pt x="275751" y="651063"/>
                        <a:pt x="292069" y="651063"/>
                      </a:cubicBezTo>
                      <a:cubicBezTo>
                        <a:pt x="305667" y="651063"/>
                        <a:pt x="319265" y="651063"/>
                        <a:pt x="327424" y="651063"/>
                      </a:cubicBezTo>
                      <a:cubicBezTo>
                        <a:pt x="338303" y="651063"/>
                        <a:pt x="351901" y="653783"/>
                        <a:pt x="362780" y="653783"/>
                      </a:cubicBezTo>
                      <a:cubicBezTo>
                        <a:pt x="376378" y="653783"/>
                        <a:pt x="384537" y="651063"/>
                        <a:pt x="395416" y="648343"/>
                      </a:cubicBezTo>
                      <a:cubicBezTo>
                        <a:pt x="395416" y="637465"/>
                        <a:pt x="395416" y="629306"/>
                        <a:pt x="395416" y="618427"/>
                      </a:cubicBezTo>
                      <a:cubicBezTo>
                        <a:pt x="395416" y="610268"/>
                        <a:pt x="395416" y="602109"/>
                        <a:pt x="395416" y="596670"/>
                      </a:cubicBezTo>
                      <a:cubicBezTo>
                        <a:pt x="395416" y="591231"/>
                        <a:pt x="395416" y="585791"/>
                        <a:pt x="398136" y="574913"/>
                      </a:cubicBezTo>
                      <a:cubicBezTo>
                        <a:pt x="400855" y="569473"/>
                        <a:pt x="400855" y="564034"/>
                        <a:pt x="406295" y="558595"/>
                      </a:cubicBezTo>
                      <a:cubicBezTo>
                        <a:pt x="411734" y="553155"/>
                        <a:pt x="414453" y="553155"/>
                        <a:pt x="422612" y="553155"/>
                      </a:cubicBezTo>
                      <a:cubicBezTo>
                        <a:pt x="436211" y="553155"/>
                        <a:pt x="438930" y="577632"/>
                        <a:pt x="438930" y="588511"/>
                      </a:cubicBezTo>
                      <a:cubicBezTo>
                        <a:pt x="438930" y="612988"/>
                        <a:pt x="438930" y="623866"/>
                        <a:pt x="436211" y="645624"/>
                      </a:cubicBezTo>
                      <a:cubicBezTo>
                        <a:pt x="433491" y="648343"/>
                        <a:pt x="433491" y="648343"/>
                        <a:pt x="433491" y="651063"/>
                      </a:cubicBezTo>
                      <a:lnTo>
                        <a:pt x="433491" y="651063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54" name="Freeform: Shape 48">
                  <a:extLst>
                    <a:ext uri="{FF2B5EF4-FFF2-40B4-BE49-F238E27FC236}">
                      <a16:creationId xmlns:a16="http://schemas.microsoft.com/office/drawing/2014/main" id="{9EB0FA2D-E07F-CF5E-C513-012F740170BD}"/>
                    </a:ext>
                  </a:extLst>
                </p:cNvPr>
                <p:cNvSpPr/>
                <p:nvPr/>
              </p:nvSpPr>
              <p:spPr>
                <a:xfrm>
                  <a:off x="7912732" y="4250336"/>
                  <a:ext cx="465062" cy="658157"/>
                </a:xfrm>
                <a:custGeom>
                  <a:avLst/>
                  <a:gdLst>
                    <a:gd name="connsiteX0" fmla="*/ 193096 w 465062"/>
                    <a:gd name="connsiteY0" fmla="*/ 59832 h 658157"/>
                    <a:gd name="connsiteX1" fmla="*/ 193096 w 465062"/>
                    <a:gd name="connsiteY1" fmla="*/ 114226 h 658157"/>
                    <a:gd name="connsiteX2" fmla="*/ 198536 w 465062"/>
                    <a:gd name="connsiteY2" fmla="*/ 209414 h 658157"/>
                    <a:gd name="connsiteX3" fmla="*/ 201255 w 465062"/>
                    <a:gd name="connsiteY3" fmla="*/ 282845 h 658157"/>
                    <a:gd name="connsiteX4" fmla="*/ 203975 w 465062"/>
                    <a:gd name="connsiteY4" fmla="*/ 315481 h 658157"/>
                    <a:gd name="connsiteX5" fmla="*/ 203975 w 465062"/>
                    <a:gd name="connsiteY5" fmla="*/ 320920 h 658157"/>
                    <a:gd name="connsiteX6" fmla="*/ 212134 w 465062"/>
                    <a:gd name="connsiteY6" fmla="*/ 329079 h 658157"/>
                    <a:gd name="connsiteX7" fmla="*/ 223013 w 465062"/>
                    <a:gd name="connsiteY7" fmla="*/ 329079 h 658157"/>
                    <a:gd name="connsiteX8" fmla="*/ 239331 w 465062"/>
                    <a:gd name="connsiteY8" fmla="*/ 329079 h 658157"/>
                    <a:gd name="connsiteX9" fmla="*/ 280126 w 465062"/>
                    <a:gd name="connsiteY9" fmla="*/ 312761 h 658157"/>
                    <a:gd name="connsiteX10" fmla="*/ 296443 w 465062"/>
                    <a:gd name="connsiteY10" fmla="*/ 288284 h 658157"/>
                    <a:gd name="connsiteX11" fmla="*/ 304602 w 465062"/>
                    <a:gd name="connsiteY11" fmla="*/ 258368 h 658157"/>
                    <a:gd name="connsiteX12" fmla="*/ 312761 w 465062"/>
                    <a:gd name="connsiteY12" fmla="*/ 225732 h 658157"/>
                    <a:gd name="connsiteX13" fmla="*/ 315481 w 465062"/>
                    <a:gd name="connsiteY13" fmla="*/ 195816 h 658157"/>
                    <a:gd name="connsiteX14" fmla="*/ 318201 w 465062"/>
                    <a:gd name="connsiteY14" fmla="*/ 168619 h 658157"/>
                    <a:gd name="connsiteX15" fmla="*/ 312761 w 465062"/>
                    <a:gd name="connsiteY15" fmla="*/ 135983 h 658157"/>
                    <a:gd name="connsiteX16" fmla="*/ 312761 w 465062"/>
                    <a:gd name="connsiteY16" fmla="*/ 122385 h 658157"/>
                    <a:gd name="connsiteX17" fmla="*/ 293724 w 465062"/>
                    <a:gd name="connsiteY17" fmla="*/ 84309 h 658157"/>
                    <a:gd name="connsiteX18" fmla="*/ 280126 w 465062"/>
                    <a:gd name="connsiteY18" fmla="*/ 73430 h 658157"/>
                    <a:gd name="connsiteX19" fmla="*/ 258368 w 465062"/>
                    <a:gd name="connsiteY19" fmla="*/ 62552 h 658157"/>
                    <a:gd name="connsiteX20" fmla="*/ 217573 w 465062"/>
                    <a:gd name="connsiteY20" fmla="*/ 59832 h 658157"/>
                    <a:gd name="connsiteX21" fmla="*/ 111506 w 465062"/>
                    <a:gd name="connsiteY21" fmla="*/ 0 h 658157"/>
                    <a:gd name="connsiteX22" fmla="*/ 127824 w 465062"/>
                    <a:gd name="connsiteY22" fmla="*/ 0 h 658157"/>
                    <a:gd name="connsiteX23" fmla="*/ 157741 w 465062"/>
                    <a:gd name="connsiteY23" fmla="*/ 5440 h 658157"/>
                    <a:gd name="connsiteX24" fmla="*/ 179497 w 465062"/>
                    <a:gd name="connsiteY24" fmla="*/ 16318 h 658157"/>
                    <a:gd name="connsiteX25" fmla="*/ 209414 w 465062"/>
                    <a:gd name="connsiteY25" fmla="*/ 16318 h 658157"/>
                    <a:gd name="connsiteX26" fmla="*/ 247489 w 465062"/>
                    <a:gd name="connsiteY26" fmla="*/ 16318 h 658157"/>
                    <a:gd name="connsiteX27" fmla="*/ 266527 w 465062"/>
                    <a:gd name="connsiteY27" fmla="*/ 16318 h 658157"/>
                    <a:gd name="connsiteX28" fmla="*/ 312761 w 465062"/>
                    <a:gd name="connsiteY28" fmla="*/ 27197 h 658157"/>
                    <a:gd name="connsiteX29" fmla="*/ 337238 w 465062"/>
                    <a:gd name="connsiteY29" fmla="*/ 38075 h 658157"/>
                    <a:gd name="connsiteX30" fmla="*/ 364434 w 465062"/>
                    <a:gd name="connsiteY30" fmla="*/ 54393 h 658157"/>
                    <a:gd name="connsiteX31" fmla="*/ 386192 w 465062"/>
                    <a:gd name="connsiteY31" fmla="*/ 73431 h 658157"/>
                    <a:gd name="connsiteX32" fmla="*/ 407949 w 465062"/>
                    <a:gd name="connsiteY32" fmla="*/ 103347 h 658157"/>
                    <a:gd name="connsiteX33" fmla="*/ 416108 w 465062"/>
                    <a:gd name="connsiteY33" fmla="*/ 141422 h 658157"/>
                    <a:gd name="connsiteX34" fmla="*/ 418828 w 465062"/>
                    <a:gd name="connsiteY34" fmla="*/ 163179 h 658157"/>
                    <a:gd name="connsiteX35" fmla="*/ 418828 w 465062"/>
                    <a:gd name="connsiteY35" fmla="*/ 171339 h 658157"/>
                    <a:gd name="connsiteX36" fmla="*/ 421547 w 465062"/>
                    <a:gd name="connsiteY36" fmla="*/ 187656 h 658157"/>
                    <a:gd name="connsiteX37" fmla="*/ 418828 w 465062"/>
                    <a:gd name="connsiteY37" fmla="*/ 206694 h 658157"/>
                    <a:gd name="connsiteX38" fmla="*/ 416108 w 465062"/>
                    <a:gd name="connsiteY38" fmla="*/ 233891 h 658157"/>
                    <a:gd name="connsiteX39" fmla="*/ 405229 w 465062"/>
                    <a:gd name="connsiteY39" fmla="*/ 263807 h 658157"/>
                    <a:gd name="connsiteX40" fmla="*/ 394351 w 465062"/>
                    <a:gd name="connsiteY40" fmla="*/ 274686 h 658157"/>
                    <a:gd name="connsiteX41" fmla="*/ 388912 w 465062"/>
                    <a:gd name="connsiteY41" fmla="*/ 285564 h 658157"/>
                    <a:gd name="connsiteX42" fmla="*/ 369874 w 465062"/>
                    <a:gd name="connsiteY42" fmla="*/ 304602 h 658157"/>
                    <a:gd name="connsiteX43" fmla="*/ 358995 w 465062"/>
                    <a:gd name="connsiteY43" fmla="*/ 310041 h 658157"/>
                    <a:gd name="connsiteX44" fmla="*/ 348117 w 465062"/>
                    <a:gd name="connsiteY44" fmla="*/ 320920 h 658157"/>
                    <a:gd name="connsiteX45" fmla="*/ 326359 w 465062"/>
                    <a:gd name="connsiteY45" fmla="*/ 339957 h 658157"/>
                    <a:gd name="connsiteX46" fmla="*/ 312761 w 465062"/>
                    <a:gd name="connsiteY46" fmla="*/ 353555 h 658157"/>
                    <a:gd name="connsiteX47" fmla="*/ 337238 w 465062"/>
                    <a:gd name="connsiteY47" fmla="*/ 380752 h 658157"/>
                    <a:gd name="connsiteX48" fmla="*/ 358995 w 465062"/>
                    <a:gd name="connsiteY48" fmla="*/ 421547 h 658157"/>
                    <a:gd name="connsiteX49" fmla="*/ 372593 w 465062"/>
                    <a:gd name="connsiteY49" fmla="*/ 459622 h 658157"/>
                    <a:gd name="connsiteX50" fmla="*/ 386192 w 465062"/>
                    <a:gd name="connsiteY50" fmla="*/ 514015 h 658157"/>
                    <a:gd name="connsiteX51" fmla="*/ 407949 w 465062"/>
                    <a:gd name="connsiteY51" fmla="*/ 568408 h 658157"/>
                    <a:gd name="connsiteX52" fmla="*/ 421547 w 465062"/>
                    <a:gd name="connsiteY52" fmla="*/ 598324 h 658157"/>
                    <a:gd name="connsiteX53" fmla="*/ 451463 w 465062"/>
                    <a:gd name="connsiteY53" fmla="*/ 628241 h 658157"/>
                    <a:gd name="connsiteX54" fmla="*/ 465062 w 465062"/>
                    <a:gd name="connsiteY54" fmla="*/ 644559 h 658157"/>
                    <a:gd name="connsiteX55" fmla="*/ 462342 w 465062"/>
                    <a:gd name="connsiteY55" fmla="*/ 649998 h 658157"/>
                    <a:gd name="connsiteX56" fmla="*/ 437865 w 465062"/>
                    <a:gd name="connsiteY56" fmla="*/ 658157 h 658157"/>
                    <a:gd name="connsiteX57" fmla="*/ 361715 w 465062"/>
                    <a:gd name="connsiteY57" fmla="*/ 622801 h 658157"/>
                    <a:gd name="connsiteX58" fmla="*/ 320920 w 465062"/>
                    <a:gd name="connsiteY58" fmla="*/ 565689 h 658157"/>
                    <a:gd name="connsiteX59" fmla="*/ 304602 w 465062"/>
                    <a:gd name="connsiteY59" fmla="*/ 530333 h 658157"/>
                    <a:gd name="connsiteX60" fmla="*/ 293723 w 465062"/>
                    <a:gd name="connsiteY60" fmla="*/ 497697 h 658157"/>
                    <a:gd name="connsiteX61" fmla="*/ 282845 w 465062"/>
                    <a:gd name="connsiteY61" fmla="*/ 462342 h 658157"/>
                    <a:gd name="connsiteX62" fmla="*/ 269246 w 465062"/>
                    <a:gd name="connsiteY62" fmla="*/ 424267 h 658157"/>
                    <a:gd name="connsiteX63" fmla="*/ 255648 w 465062"/>
                    <a:gd name="connsiteY63" fmla="*/ 391631 h 658157"/>
                    <a:gd name="connsiteX64" fmla="*/ 236610 w 465062"/>
                    <a:gd name="connsiteY64" fmla="*/ 367154 h 658157"/>
                    <a:gd name="connsiteX65" fmla="*/ 217573 w 465062"/>
                    <a:gd name="connsiteY65" fmla="*/ 361714 h 658157"/>
                    <a:gd name="connsiteX66" fmla="*/ 201255 w 465062"/>
                    <a:gd name="connsiteY66" fmla="*/ 361714 h 658157"/>
                    <a:gd name="connsiteX67" fmla="*/ 198535 w 465062"/>
                    <a:gd name="connsiteY67" fmla="*/ 367154 h 658157"/>
                    <a:gd name="connsiteX68" fmla="*/ 201255 w 465062"/>
                    <a:gd name="connsiteY68" fmla="*/ 388911 h 658157"/>
                    <a:gd name="connsiteX69" fmla="*/ 198535 w 465062"/>
                    <a:gd name="connsiteY69" fmla="*/ 426986 h 658157"/>
                    <a:gd name="connsiteX70" fmla="*/ 203975 w 465062"/>
                    <a:gd name="connsiteY70" fmla="*/ 478660 h 658157"/>
                    <a:gd name="connsiteX71" fmla="*/ 198535 w 465062"/>
                    <a:gd name="connsiteY71" fmla="*/ 552090 h 658157"/>
                    <a:gd name="connsiteX72" fmla="*/ 195816 w 465062"/>
                    <a:gd name="connsiteY72" fmla="*/ 576567 h 658157"/>
                    <a:gd name="connsiteX73" fmla="*/ 198535 w 465062"/>
                    <a:gd name="connsiteY73" fmla="*/ 592885 h 658157"/>
                    <a:gd name="connsiteX74" fmla="*/ 233891 w 465062"/>
                    <a:gd name="connsiteY74" fmla="*/ 592885 h 658157"/>
                    <a:gd name="connsiteX75" fmla="*/ 271966 w 465062"/>
                    <a:gd name="connsiteY75" fmla="*/ 611923 h 658157"/>
                    <a:gd name="connsiteX76" fmla="*/ 266527 w 465062"/>
                    <a:gd name="connsiteY76" fmla="*/ 628241 h 658157"/>
                    <a:gd name="connsiteX77" fmla="*/ 250209 w 465062"/>
                    <a:gd name="connsiteY77" fmla="*/ 636400 h 658157"/>
                    <a:gd name="connsiteX78" fmla="*/ 228451 w 465062"/>
                    <a:gd name="connsiteY78" fmla="*/ 639119 h 658157"/>
                    <a:gd name="connsiteX79" fmla="*/ 187657 w 465062"/>
                    <a:gd name="connsiteY79" fmla="*/ 639119 h 658157"/>
                    <a:gd name="connsiteX80" fmla="*/ 152301 w 465062"/>
                    <a:gd name="connsiteY80" fmla="*/ 652717 h 658157"/>
                    <a:gd name="connsiteX81" fmla="*/ 133263 w 465062"/>
                    <a:gd name="connsiteY81" fmla="*/ 655437 h 658157"/>
                    <a:gd name="connsiteX82" fmla="*/ 122385 w 465062"/>
                    <a:gd name="connsiteY82" fmla="*/ 652717 h 658157"/>
                    <a:gd name="connsiteX83" fmla="*/ 97908 w 465062"/>
                    <a:gd name="connsiteY83" fmla="*/ 639119 h 658157"/>
                    <a:gd name="connsiteX84" fmla="*/ 70711 w 465062"/>
                    <a:gd name="connsiteY84" fmla="*/ 639119 h 658157"/>
                    <a:gd name="connsiteX85" fmla="*/ 46234 w 465062"/>
                    <a:gd name="connsiteY85" fmla="*/ 639119 h 658157"/>
                    <a:gd name="connsiteX86" fmla="*/ 19038 w 465062"/>
                    <a:gd name="connsiteY86" fmla="*/ 630960 h 658157"/>
                    <a:gd name="connsiteX87" fmla="*/ 2720 w 465062"/>
                    <a:gd name="connsiteY87" fmla="*/ 614642 h 658157"/>
                    <a:gd name="connsiteX88" fmla="*/ 8159 w 465062"/>
                    <a:gd name="connsiteY88" fmla="*/ 606483 h 658157"/>
                    <a:gd name="connsiteX89" fmla="*/ 29916 w 465062"/>
                    <a:gd name="connsiteY89" fmla="*/ 598324 h 658157"/>
                    <a:gd name="connsiteX90" fmla="*/ 76151 w 465062"/>
                    <a:gd name="connsiteY90" fmla="*/ 592885 h 658157"/>
                    <a:gd name="connsiteX91" fmla="*/ 73431 w 465062"/>
                    <a:gd name="connsiteY91" fmla="*/ 573848 h 658157"/>
                    <a:gd name="connsiteX92" fmla="*/ 70711 w 465062"/>
                    <a:gd name="connsiteY92" fmla="*/ 500417 h 658157"/>
                    <a:gd name="connsiteX93" fmla="*/ 73431 w 465062"/>
                    <a:gd name="connsiteY93" fmla="*/ 437865 h 658157"/>
                    <a:gd name="connsiteX94" fmla="*/ 70711 w 465062"/>
                    <a:gd name="connsiteY94" fmla="*/ 369873 h 658157"/>
                    <a:gd name="connsiteX95" fmla="*/ 70711 w 465062"/>
                    <a:gd name="connsiteY95" fmla="*/ 293723 h 658157"/>
                    <a:gd name="connsiteX96" fmla="*/ 73431 w 465062"/>
                    <a:gd name="connsiteY96" fmla="*/ 212133 h 658157"/>
                    <a:gd name="connsiteX97" fmla="*/ 76151 w 465062"/>
                    <a:gd name="connsiteY97" fmla="*/ 155021 h 658157"/>
                    <a:gd name="connsiteX98" fmla="*/ 76151 w 465062"/>
                    <a:gd name="connsiteY98" fmla="*/ 119665 h 658157"/>
                    <a:gd name="connsiteX99" fmla="*/ 78870 w 465062"/>
                    <a:gd name="connsiteY99" fmla="*/ 84310 h 658157"/>
                    <a:gd name="connsiteX100" fmla="*/ 76151 w 465062"/>
                    <a:gd name="connsiteY100" fmla="*/ 62552 h 658157"/>
                    <a:gd name="connsiteX101" fmla="*/ 67992 w 465062"/>
                    <a:gd name="connsiteY101" fmla="*/ 62552 h 658157"/>
                    <a:gd name="connsiteX102" fmla="*/ 43515 w 465062"/>
                    <a:gd name="connsiteY102" fmla="*/ 62552 h 658157"/>
                    <a:gd name="connsiteX103" fmla="*/ 16318 w 465062"/>
                    <a:gd name="connsiteY103" fmla="*/ 57113 h 658157"/>
                    <a:gd name="connsiteX104" fmla="*/ 0 w 465062"/>
                    <a:gd name="connsiteY104" fmla="*/ 40795 h 658157"/>
                    <a:gd name="connsiteX105" fmla="*/ 5439 w 465062"/>
                    <a:gd name="connsiteY105" fmla="*/ 32636 h 658157"/>
                    <a:gd name="connsiteX106" fmla="*/ 27197 w 465062"/>
                    <a:gd name="connsiteY106" fmla="*/ 24477 h 658157"/>
                    <a:gd name="connsiteX107" fmla="*/ 76151 w 465062"/>
                    <a:gd name="connsiteY107" fmla="*/ 19038 h 658157"/>
                    <a:gd name="connsiteX108" fmla="*/ 78870 w 465062"/>
                    <a:gd name="connsiteY108" fmla="*/ 13598 h 658157"/>
                    <a:gd name="connsiteX109" fmla="*/ 95188 w 465062"/>
                    <a:gd name="connsiteY109" fmla="*/ 5440 h 658157"/>
                    <a:gd name="connsiteX110" fmla="*/ 111506 w 465062"/>
                    <a:gd name="connsiteY110" fmla="*/ 0 h 6581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</a:cxnLst>
                  <a:rect l="l" t="t" r="r" b="b"/>
                  <a:pathLst>
                    <a:path w="465062" h="658157">
                      <a:moveTo>
                        <a:pt x="193096" y="59832"/>
                      </a:moveTo>
                      <a:cubicBezTo>
                        <a:pt x="193096" y="73430"/>
                        <a:pt x="193096" y="89748"/>
                        <a:pt x="193096" y="114226"/>
                      </a:cubicBezTo>
                      <a:cubicBezTo>
                        <a:pt x="193096" y="144142"/>
                        <a:pt x="195816" y="176778"/>
                        <a:pt x="198536" y="209414"/>
                      </a:cubicBezTo>
                      <a:cubicBezTo>
                        <a:pt x="198536" y="247489"/>
                        <a:pt x="201255" y="277406"/>
                        <a:pt x="201255" y="282845"/>
                      </a:cubicBezTo>
                      <a:cubicBezTo>
                        <a:pt x="201255" y="293723"/>
                        <a:pt x="203975" y="304602"/>
                        <a:pt x="203975" y="315481"/>
                      </a:cubicBezTo>
                      <a:cubicBezTo>
                        <a:pt x="203975" y="318200"/>
                        <a:pt x="203975" y="318200"/>
                        <a:pt x="203975" y="320920"/>
                      </a:cubicBezTo>
                      <a:cubicBezTo>
                        <a:pt x="203975" y="326359"/>
                        <a:pt x="206695" y="329079"/>
                        <a:pt x="212134" y="329079"/>
                      </a:cubicBezTo>
                      <a:cubicBezTo>
                        <a:pt x="214854" y="329079"/>
                        <a:pt x="220293" y="329079"/>
                        <a:pt x="223013" y="329079"/>
                      </a:cubicBezTo>
                      <a:cubicBezTo>
                        <a:pt x="228452" y="329079"/>
                        <a:pt x="233891" y="329079"/>
                        <a:pt x="239331" y="329079"/>
                      </a:cubicBezTo>
                      <a:cubicBezTo>
                        <a:pt x="252929" y="329079"/>
                        <a:pt x="271967" y="323640"/>
                        <a:pt x="280126" y="312761"/>
                      </a:cubicBezTo>
                      <a:cubicBezTo>
                        <a:pt x="288284" y="304602"/>
                        <a:pt x="291004" y="299163"/>
                        <a:pt x="296443" y="288284"/>
                      </a:cubicBezTo>
                      <a:cubicBezTo>
                        <a:pt x="299163" y="277406"/>
                        <a:pt x="301883" y="269247"/>
                        <a:pt x="304602" y="258368"/>
                      </a:cubicBezTo>
                      <a:cubicBezTo>
                        <a:pt x="307322" y="244770"/>
                        <a:pt x="310042" y="239330"/>
                        <a:pt x="312761" y="225732"/>
                      </a:cubicBezTo>
                      <a:cubicBezTo>
                        <a:pt x="315481" y="212134"/>
                        <a:pt x="315481" y="209414"/>
                        <a:pt x="315481" y="195816"/>
                      </a:cubicBezTo>
                      <a:cubicBezTo>
                        <a:pt x="315481" y="179498"/>
                        <a:pt x="315481" y="184937"/>
                        <a:pt x="318201" y="168619"/>
                      </a:cubicBezTo>
                      <a:cubicBezTo>
                        <a:pt x="312761" y="152302"/>
                        <a:pt x="312761" y="149582"/>
                        <a:pt x="312761" y="135983"/>
                      </a:cubicBezTo>
                      <a:cubicBezTo>
                        <a:pt x="312761" y="133264"/>
                        <a:pt x="312761" y="127825"/>
                        <a:pt x="312761" y="122385"/>
                      </a:cubicBezTo>
                      <a:cubicBezTo>
                        <a:pt x="312761" y="111507"/>
                        <a:pt x="301883" y="95188"/>
                        <a:pt x="293724" y="84309"/>
                      </a:cubicBezTo>
                      <a:cubicBezTo>
                        <a:pt x="288284" y="78870"/>
                        <a:pt x="285565" y="76150"/>
                        <a:pt x="280126" y="73430"/>
                      </a:cubicBezTo>
                      <a:cubicBezTo>
                        <a:pt x="271967" y="67991"/>
                        <a:pt x="266527" y="65271"/>
                        <a:pt x="258368" y="62552"/>
                      </a:cubicBezTo>
                      <a:cubicBezTo>
                        <a:pt x="244770" y="59832"/>
                        <a:pt x="228452" y="59832"/>
                        <a:pt x="217573" y="59832"/>
                      </a:cubicBezTo>
                      <a:close/>
                      <a:moveTo>
                        <a:pt x="111506" y="0"/>
                      </a:moveTo>
                      <a:cubicBezTo>
                        <a:pt x="114226" y="0"/>
                        <a:pt x="122385" y="0"/>
                        <a:pt x="127824" y="0"/>
                      </a:cubicBezTo>
                      <a:cubicBezTo>
                        <a:pt x="135983" y="0"/>
                        <a:pt x="146862" y="2720"/>
                        <a:pt x="157741" y="5440"/>
                      </a:cubicBezTo>
                      <a:cubicBezTo>
                        <a:pt x="168619" y="8159"/>
                        <a:pt x="176778" y="10879"/>
                        <a:pt x="179497" y="16318"/>
                      </a:cubicBezTo>
                      <a:cubicBezTo>
                        <a:pt x="193096" y="16318"/>
                        <a:pt x="201255" y="16318"/>
                        <a:pt x="209414" y="16318"/>
                      </a:cubicBezTo>
                      <a:cubicBezTo>
                        <a:pt x="220292" y="16318"/>
                        <a:pt x="231171" y="16318"/>
                        <a:pt x="247489" y="16318"/>
                      </a:cubicBezTo>
                      <a:cubicBezTo>
                        <a:pt x="250209" y="16318"/>
                        <a:pt x="258368" y="16318"/>
                        <a:pt x="266527" y="16318"/>
                      </a:cubicBezTo>
                      <a:cubicBezTo>
                        <a:pt x="277405" y="16318"/>
                        <a:pt x="291004" y="21758"/>
                        <a:pt x="312761" y="27197"/>
                      </a:cubicBezTo>
                      <a:cubicBezTo>
                        <a:pt x="320920" y="29917"/>
                        <a:pt x="329079" y="35356"/>
                        <a:pt x="337238" y="38075"/>
                      </a:cubicBezTo>
                      <a:cubicBezTo>
                        <a:pt x="342677" y="40795"/>
                        <a:pt x="353556" y="48954"/>
                        <a:pt x="364434" y="54393"/>
                      </a:cubicBezTo>
                      <a:cubicBezTo>
                        <a:pt x="375313" y="62552"/>
                        <a:pt x="386192" y="67992"/>
                        <a:pt x="386192" y="73431"/>
                      </a:cubicBezTo>
                      <a:cubicBezTo>
                        <a:pt x="391631" y="84310"/>
                        <a:pt x="402510" y="92469"/>
                        <a:pt x="407949" y="103347"/>
                      </a:cubicBezTo>
                      <a:cubicBezTo>
                        <a:pt x="413388" y="116945"/>
                        <a:pt x="416108" y="130544"/>
                        <a:pt x="416108" y="141422"/>
                      </a:cubicBezTo>
                      <a:cubicBezTo>
                        <a:pt x="416108" y="152301"/>
                        <a:pt x="418828" y="157740"/>
                        <a:pt x="418828" y="163179"/>
                      </a:cubicBezTo>
                      <a:cubicBezTo>
                        <a:pt x="418828" y="165899"/>
                        <a:pt x="418828" y="168619"/>
                        <a:pt x="418828" y="171339"/>
                      </a:cubicBezTo>
                      <a:cubicBezTo>
                        <a:pt x="418828" y="174058"/>
                        <a:pt x="421547" y="182217"/>
                        <a:pt x="421547" y="187656"/>
                      </a:cubicBezTo>
                      <a:cubicBezTo>
                        <a:pt x="421547" y="193096"/>
                        <a:pt x="418828" y="201255"/>
                        <a:pt x="418828" y="206694"/>
                      </a:cubicBezTo>
                      <a:cubicBezTo>
                        <a:pt x="418828" y="217573"/>
                        <a:pt x="418828" y="223012"/>
                        <a:pt x="416108" y="233891"/>
                      </a:cubicBezTo>
                      <a:cubicBezTo>
                        <a:pt x="413388" y="244769"/>
                        <a:pt x="410668" y="255648"/>
                        <a:pt x="405229" y="263807"/>
                      </a:cubicBezTo>
                      <a:cubicBezTo>
                        <a:pt x="402510" y="269246"/>
                        <a:pt x="397070" y="269246"/>
                        <a:pt x="394351" y="274686"/>
                      </a:cubicBezTo>
                      <a:cubicBezTo>
                        <a:pt x="391631" y="277405"/>
                        <a:pt x="391631" y="282844"/>
                        <a:pt x="388912" y="285564"/>
                      </a:cubicBezTo>
                      <a:cubicBezTo>
                        <a:pt x="383472" y="291003"/>
                        <a:pt x="375313" y="301882"/>
                        <a:pt x="369874" y="304602"/>
                      </a:cubicBezTo>
                      <a:cubicBezTo>
                        <a:pt x="367154" y="307321"/>
                        <a:pt x="361715" y="307321"/>
                        <a:pt x="358995" y="310041"/>
                      </a:cubicBezTo>
                      <a:cubicBezTo>
                        <a:pt x="356275" y="312761"/>
                        <a:pt x="350836" y="318200"/>
                        <a:pt x="348117" y="320920"/>
                      </a:cubicBezTo>
                      <a:cubicBezTo>
                        <a:pt x="339958" y="326359"/>
                        <a:pt x="334518" y="334518"/>
                        <a:pt x="326359" y="339957"/>
                      </a:cubicBezTo>
                      <a:cubicBezTo>
                        <a:pt x="320920" y="342677"/>
                        <a:pt x="312761" y="342677"/>
                        <a:pt x="312761" y="353555"/>
                      </a:cubicBezTo>
                      <a:cubicBezTo>
                        <a:pt x="312761" y="361714"/>
                        <a:pt x="334518" y="372593"/>
                        <a:pt x="337238" y="380752"/>
                      </a:cubicBezTo>
                      <a:cubicBezTo>
                        <a:pt x="345397" y="394350"/>
                        <a:pt x="353556" y="407948"/>
                        <a:pt x="358995" y="421547"/>
                      </a:cubicBezTo>
                      <a:cubicBezTo>
                        <a:pt x="364434" y="435145"/>
                        <a:pt x="367154" y="446024"/>
                        <a:pt x="372593" y="459622"/>
                      </a:cubicBezTo>
                      <a:cubicBezTo>
                        <a:pt x="378033" y="478660"/>
                        <a:pt x="383472" y="494978"/>
                        <a:pt x="386192" y="514015"/>
                      </a:cubicBezTo>
                      <a:cubicBezTo>
                        <a:pt x="391631" y="533053"/>
                        <a:pt x="402510" y="549371"/>
                        <a:pt x="407949" y="568408"/>
                      </a:cubicBezTo>
                      <a:cubicBezTo>
                        <a:pt x="410668" y="579287"/>
                        <a:pt x="416108" y="590165"/>
                        <a:pt x="421547" y="598324"/>
                      </a:cubicBezTo>
                      <a:cubicBezTo>
                        <a:pt x="435146" y="614642"/>
                        <a:pt x="443305" y="622801"/>
                        <a:pt x="451463" y="628241"/>
                      </a:cubicBezTo>
                      <a:cubicBezTo>
                        <a:pt x="456903" y="630960"/>
                        <a:pt x="465062" y="636400"/>
                        <a:pt x="465062" y="644559"/>
                      </a:cubicBezTo>
                      <a:cubicBezTo>
                        <a:pt x="465062" y="647278"/>
                        <a:pt x="465062" y="647278"/>
                        <a:pt x="462342" y="649998"/>
                      </a:cubicBezTo>
                      <a:cubicBezTo>
                        <a:pt x="456903" y="655437"/>
                        <a:pt x="446024" y="658157"/>
                        <a:pt x="437865" y="658157"/>
                      </a:cubicBezTo>
                      <a:cubicBezTo>
                        <a:pt x="413388" y="658157"/>
                        <a:pt x="378033" y="641839"/>
                        <a:pt x="361715" y="622801"/>
                      </a:cubicBezTo>
                      <a:cubicBezTo>
                        <a:pt x="345397" y="606483"/>
                        <a:pt x="334518" y="584726"/>
                        <a:pt x="320920" y="565689"/>
                      </a:cubicBezTo>
                      <a:cubicBezTo>
                        <a:pt x="315480" y="554810"/>
                        <a:pt x="310041" y="543931"/>
                        <a:pt x="304602" y="530333"/>
                      </a:cubicBezTo>
                      <a:cubicBezTo>
                        <a:pt x="299163" y="519454"/>
                        <a:pt x="296443" y="508576"/>
                        <a:pt x="293723" y="497697"/>
                      </a:cubicBezTo>
                      <a:cubicBezTo>
                        <a:pt x="291004" y="486819"/>
                        <a:pt x="288284" y="473220"/>
                        <a:pt x="282845" y="462342"/>
                      </a:cubicBezTo>
                      <a:cubicBezTo>
                        <a:pt x="280125" y="448743"/>
                        <a:pt x="274686" y="437865"/>
                        <a:pt x="269246" y="424267"/>
                      </a:cubicBezTo>
                      <a:cubicBezTo>
                        <a:pt x="266527" y="416108"/>
                        <a:pt x="261087" y="402509"/>
                        <a:pt x="255648" y="391631"/>
                      </a:cubicBezTo>
                      <a:cubicBezTo>
                        <a:pt x="250209" y="380752"/>
                        <a:pt x="244770" y="375313"/>
                        <a:pt x="236610" y="367154"/>
                      </a:cubicBezTo>
                      <a:cubicBezTo>
                        <a:pt x="231171" y="361714"/>
                        <a:pt x="223012" y="361714"/>
                        <a:pt x="217573" y="361714"/>
                      </a:cubicBezTo>
                      <a:cubicBezTo>
                        <a:pt x="212134" y="361714"/>
                        <a:pt x="206694" y="361714"/>
                        <a:pt x="201255" y="361714"/>
                      </a:cubicBezTo>
                      <a:cubicBezTo>
                        <a:pt x="198535" y="361714"/>
                        <a:pt x="198535" y="364434"/>
                        <a:pt x="198535" y="367154"/>
                      </a:cubicBezTo>
                      <a:cubicBezTo>
                        <a:pt x="198535" y="375313"/>
                        <a:pt x="201255" y="386191"/>
                        <a:pt x="201255" y="388911"/>
                      </a:cubicBezTo>
                      <a:cubicBezTo>
                        <a:pt x="201255" y="402509"/>
                        <a:pt x="198535" y="413388"/>
                        <a:pt x="198535" y="426986"/>
                      </a:cubicBezTo>
                      <a:cubicBezTo>
                        <a:pt x="198535" y="446024"/>
                        <a:pt x="203975" y="456902"/>
                        <a:pt x="203975" y="478660"/>
                      </a:cubicBezTo>
                      <a:cubicBezTo>
                        <a:pt x="203975" y="503136"/>
                        <a:pt x="201255" y="527613"/>
                        <a:pt x="198535" y="552090"/>
                      </a:cubicBezTo>
                      <a:cubicBezTo>
                        <a:pt x="198535" y="560249"/>
                        <a:pt x="195816" y="568408"/>
                        <a:pt x="195816" y="576567"/>
                      </a:cubicBezTo>
                      <a:cubicBezTo>
                        <a:pt x="195816" y="582006"/>
                        <a:pt x="195816" y="587446"/>
                        <a:pt x="198535" y="592885"/>
                      </a:cubicBezTo>
                      <a:cubicBezTo>
                        <a:pt x="212134" y="592885"/>
                        <a:pt x="225732" y="592885"/>
                        <a:pt x="233891" y="592885"/>
                      </a:cubicBezTo>
                      <a:cubicBezTo>
                        <a:pt x="247489" y="592885"/>
                        <a:pt x="271966" y="592885"/>
                        <a:pt x="271966" y="611923"/>
                      </a:cubicBezTo>
                      <a:cubicBezTo>
                        <a:pt x="271966" y="620082"/>
                        <a:pt x="269246" y="622801"/>
                        <a:pt x="266527" y="628241"/>
                      </a:cubicBezTo>
                      <a:cubicBezTo>
                        <a:pt x="261087" y="633680"/>
                        <a:pt x="255648" y="636400"/>
                        <a:pt x="250209" y="636400"/>
                      </a:cubicBezTo>
                      <a:cubicBezTo>
                        <a:pt x="239330" y="639119"/>
                        <a:pt x="233891" y="639119"/>
                        <a:pt x="228451" y="639119"/>
                      </a:cubicBezTo>
                      <a:cubicBezTo>
                        <a:pt x="223012" y="639119"/>
                        <a:pt x="206694" y="639119"/>
                        <a:pt x="187657" y="639119"/>
                      </a:cubicBezTo>
                      <a:cubicBezTo>
                        <a:pt x="176778" y="647278"/>
                        <a:pt x="163180" y="649998"/>
                        <a:pt x="152301" y="652717"/>
                      </a:cubicBezTo>
                      <a:cubicBezTo>
                        <a:pt x="146862" y="652717"/>
                        <a:pt x="138703" y="655437"/>
                        <a:pt x="133263" y="655437"/>
                      </a:cubicBezTo>
                      <a:cubicBezTo>
                        <a:pt x="130544" y="655437"/>
                        <a:pt x="125104" y="655437"/>
                        <a:pt x="122385" y="652717"/>
                      </a:cubicBezTo>
                      <a:cubicBezTo>
                        <a:pt x="114226" y="649998"/>
                        <a:pt x="103347" y="644559"/>
                        <a:pt x="97908" y="639119"/>
                      </a:cubicBezTo>
                      <a:cubicBezTo>
                        <a:pt x="87029" y="639119"/>
                        <a:pt x="78870" y="639119"/>
                        <a:pt x="70711" y="639119"/>
                      </a:cubicBezTo>
                      <a:cubicBezTo>
                        <a:pt x="62552" y="639119"/>
                        <a:pt x="54393" y="639119"/>
                        <a:pt x="46234" y="639119"/>
                      </a:cubicBezTo>
                      <a:cubicBezTo>
                        <a:pt x="38075" y="639119"/>
                        <a:pt x="27197" y="633680"/>
                        <a:pt x="19038" y="630960"/>
                      </a:cubicBezTo>
                      <a:cubicBezTo>
                        <a:pt x="10879" y="628241"/>
                        <a:pt x="2720" y="620082"/>
                        <a:pt x="2720" y="614642"/>
                      </a:cubicBezTo>
                      <a:cubicBezTo>
                        <a:pt x="2720" y="611923"/>
                        <a:pt x="2720" y="609203"/>
                        <a:pt x="8159" y="606483"/>
                      </a:cubicBezTo>
                      <a:cubicBezTo>
                        <a:pt x="13599" y="603764"/>
                        <a:pt x="24477" y="601044"/>
                        <a:pt x="29916" y="598324"/>
                      </a:cubicBezTo>
                      <a:cubicBezTo>
                        <a:pt x="43515" y="595605"/>
                        <a:pt x="62552" y="595605"/>
                        <a:pt x="76151" y="592885"/>
                      </a:cubicBezTo>
                      <a:cubicBezTo>
                        <a:pt x="76151" y="587446"/>
                        <a:pt x="73431" y="582006"/>
                        <a:pt x="73431" y="573848"/>
                      </a:cubicBezTo>
                      <a:cubicBezTo>
                        <a:pt x="73431" y="565689"/>
                        <a:pt x="70711" y="516735"/>
                        <a:pt x="70711" y="500417"/>
                      </a:cubicBezTo>
                      <a:cubicBezTo>
                        <a:pt x="70711" y="481379"/>
                        <a:pt x="73431" y="456902"/>
                        <a:pt x="73431" y="437865"/>
                      </a:cubicBezTo>
                      <a:cubicBezTo>
                        <a:pt x="73431" y="416108"/>
                        <a:pt x="70711" y="391631"/>
                        <a:pt x="70711" y="369873"/>
                      </a:cubicBezTo>
                      <a:cubicBezTo>
                        <a:pt x="70711" y="345397"/>
                        <a:pt x="70711" y="318200"/>
                        <a:pt x="70711" y="293723"/>
                      </a:cubicBezTo>
                      <a:cubicBezTo>
                        <a:pt x="70711" y="266526"/>
                        <a:pt x="73431" y="239330"/>
                        <a:pt x="73431" y="212133"/>
                      </a:cubicBezTo>
                      <a:cubicBezTo>
                        <a:pt x="73431" y="187656"/>
                        <a:pt x="76151" y="179498"/>
                        <a:pt x="76151" y="155021"/>
                      </a:cubicBezTo>
                      <a:cubicBezTo>
                        <a:pt x="76151" y="144142"/>
                        <a:pt x="76151" y="130544"/>
                        <a:pt x="76151" y="119665"/>
                      </a:cubicBezTo>
                      <a:cubicBezTo>
                        <a:pt x="76151" y="106067"/>
                        <a:pt x="78870" y="95188"/>
                        <a:pt x="78870" y="84310"/>
                      </a:cubicBezTo>
                      <a:cubicBezTo>
                        <a:pt x="78870" y="78870"/>
                        <a:pt x="78870" y="70711"/>
                        <a:pt x="76151" y="62552"/>
                      </a:cubicBezTo>
                      <a:cubicBezTo>
                        <a:pt x="76151" y="62552"/>
                        <a:pt x="73431" y="62552"/>
                        <a:pt x="67992" y="62552"/>
                      </a:cubicBezTo>
                      <a:cubicBezTo>
                        <a:pt x="59833" y="62552"/>
                        <a:pt x="51674" y="62552"/>
                        <a:pt x="43515" y="62552"/>
                      </a:cubicBezTo>
                      <a:cubicBezTo>
                        <a:pt x="35356" y="62552"/>
                        <a:pt x="24477" y="59833"/>
                        <a:pt x="16318" y="57113"/>
                      </a:cubicBezTo>
                      <a:cubicBezTo>
                        <a:pt x="8159" y="54393"/>
                        <a:pt x="0" y="43515"/>
                        <a:pt x="0" y="40795"/>
                      </a:cubicBezTo>
                      <a:cubicBezTo>
                        <a:pt x="0" y="38075"/>
                        <a:pt x="0" y="35356"/>
                        <a:pt x="5439" y="32636"/>
                      </a:cubicBezTo>
                      <a:cubicBezTo>
                        <a:pt x="10879" y="29917"/>
                        <a:pt x="21758" y="27197"/>
                        <a:pt x="27197" y="24477"/>
                      </a:cubicBezTo>
                      <a:cubicBezTo>
                        <a:pt x="46234" y="21758"/>
                        <a:pt x="62552" y="19038"/>
                        <a:pt x="76151" y="19038"/>
                      </a:cubicBezTo>
                      <a:cubicBezTo>
                        <a:pt x="76151" y="16318"/>
                        <a:pt x="78870" y="16318"/>
                        <a:pt x="78870" y="13598"/>
                      </a:cubicBezTo>
                      <a:cubicBezTo>
                        <a:pt x="84309" y="10879"/>
                        <a:pt x="89749" y="8159"/>
                        <a:pt x="95188" y="5440"/>
                      </a:cubicBezTo>
                      <a:cubicBezTo>
                        <a:pt x="100628" y="2720"/>
                        <a:pt x="106067" y="0"/>
                        <a:pt x="111506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55" name="Freeform: Shape 49">
                  <a:extLst>
                    <a:ext uri="{FF2B5EF4-FFF2-40B4-BE49-F238E27FC236}">
                      <a16:creationId xmlns:a16="http://schemas.microsoft.com/office/drawing/2014/main" id="{0C569905-EEF9-FB26-596F-8DCCAA1A5E6F}"/>
                    </a:ext>
                  </a:extLst>
                </p:cNvPr>
                <p:cNvSpPr/>
                <p:nvPr/>
              </p:nvSpPr>
              <p:spPr>
                <a:xfrm>
                  <a:off x="8346812" y="4186718"/>
                  <a:ext cx="353556" cy="761503"/>
                </a:xfrm>
                <a:custGeom>
                  <a:avLst/>
                  <a:gdLst>
                    <a:gd name="connsiteX0" fmla="*/ 283910 w 353555"/>
                    <a:gd name="connsiteY0" fmla="*/ 672820 h 761503"/>
                    <a:gd name="connsiteX1" fmla="*/ 321985 w 353555"/>
                    <a:gd name="connsiteY1" fmla="*/ 689138 h 761503"/>
                    <a:gd name="connsiteX2" fmla="*/ 316546 w 353555"/>
                    <a:gd name="connsiteY2" fmla="*/ 705456 h 761503"/>
                    <a:gd name="connsiteX3" fmla="*/ 300228 w 353555"/>
                    <a:gd name="connsiteY3" fmla="*/ 713615 h 761503"/>
                    <a:gd name="connsiteX4" fmla="*/ 278471 w 353555"/>
                    <a:gd name="connsiteY4" fmla="*/ 716335 h 761503"/>
                    <a:gd name="connsiteX5" fmla="*/ 237676 w 353555"/>
                    <a:gd name="connsiteY5" fmla="*/ 716335 h 761503"/>
                    <a:gd name="connsiteX6" fmla="*/ 180563 w 353555"/>
                    <a:gd name="connsiteY6" fmla="*/ 719054 h 761503"/>
                    <a:gd name="connsiteX7" fmla="*/ 126170 w 353555"/>
                    <a:gd name="connsiteY7" fmla="*/ 719054 h 761503"/>
                    <a:gd name="connsiteX8" fmla="*/ 101693 w 353555"/>
                    <a:gd name="connsiteY8" fmla="*/ 719054 h 761503"/>
                    <a:gd name="connsiteX9" fmla="*/ 74496 w 353555"/>
                    <a:gd name="connsiteY9" fmla="*/ 713615 h 761503"/>
                    <a:gd name="connsiteX10" fmla="*/ 58178 w 353555"/>
                    <a:gd name="connsiteY10" fmla="*/ 697297 h 761503"/>
                    <a:gd name="connsiteX11" fmla="*/ 63618 w 353555"/>
                    <a:gd name="connsiteY11" fmla="*/ 689138 h 761503"/>
                    <a:gd name="connsiteX12" fmla="*/ 85375 w 353555"/>
                    <a:gd name="connsiteY12" fmla="*/ 680979 h 761503"/>
                    <a:gd name="connsiteX13" fmla="*/ 131609 w 353555"/>
                    <a:gd name="connsiteY13" fmla="*/ 675540 h 761503"/>
                    <a:gd name="connsiteX14" fmla="*/ 142488 w 353555"/>
                    <a:gd name="connsiteY14" fmla="*/ 675540 h 761503"/>
                    <a:gd name="connsiteX15" fmla="*/ 131609 w 353555"/>
                    <a:gd name="connsiteY15" fmla="*/ 653783 h 761503"/>
                    <a:gd name="connsiteX16" fmla="*/ 128890 w 353555"/>
                    <a:gd name="connsiteY16" fmla="*/ 640184 h 761503"/>
                    <a:gd name="connsiteX17" fmla="*/ 128890 w 353555"/>
                    <a:gd name="connsiteY17" fmla="*/ 629306 h 761503"/>
                    <a:gd name="connsiteX18" fmla="*/ 128890 w 353555"/>
                    <a:gd name="connsiteY18" fmla="*/ 621147 h 761503"/>
                    <a:gd name="connsiteX19" fmla="*/ 128890 w 353555"/>
                    <a:gd name="connsiteY19" fmla="*/ 593950 h 761503"/>
                    <a:gd name="connsiteX20" fmla="*/ 128890 w 353555"/>
                    <a:gd name="connsiteY20" fmla="*/ 583072 h 761503"/>
                    <a:gd name="connsiteX21" fmla="*/ 128890 w 353555"/>
                    <a:gd name="connsiteY21" fmla="*/ 436210 h 761503"/>
                    <a:gd name="connsiteX22" fmla="*/ 128890 w 353555"/>
                    <a:gd name="connsiteY22" fmla="*/ 357340 h 761503"/>
                    <a:gd name="connsiteX23" fmla="*/ 131609 w 353555"/>
                    <a:gd name="connsiteY23" fmla="*/ 289349 h 761503"/>
                    <a:gd name="connsiteX24" fmla="*/ 131609 w 353555"/>
                    <a:gd name="connsiteY24" fmla="*/ 251274 h 761503"/>
                    <a:gd name="connsiteX25" fmla="*/ 131609 w 353555"/>
                    <a:gd name="connsiteY25" fmla="*/ 205040 h 761503"/>
                    <a:gd name="connsiteX26" fmla="*/ 131609 w 353555"/>
                    <a:gd name="connsiteY26" fmla="*/ 139768 h 761503"/>
                    <a:gd name="connsiteX27" fmla="*/ 131609 w 353555"/>
                    <a:gd name="connsiteY27" fmla="*/ 128889 h 761503"/>
                    <a:gd name="connsiteX28" fmla="*/ 126170 w 353555"/>
                    <a:gd name="connsiteY28" fmla="*/ 128889 h 761503"/>
                    <a:gd name="connsiteX29" fmla="*/ 101693 w 353555"/>
                    <a:gd name="connsiteY29" fmla="*/ 128889 h 761503"/>
                    <a:gd name="connsiteX30" fmla="*/ 74496 w 353555"/>
                    <a:gd name="connsiteY30" fmla="*/ 123450 h 761503"/>
                    <a:gd name="connsiteX31" fmla="*/ 58178 w 353555"/>
                    <a:gd name="connsiteY31" fmla="*/ 107132 h 761503"/>
                    <a:gd name="connsiteX32" fmla="*/ 60898 w 353555"/>
                    <a:gd name="connsiteY32" fmla="*/ 98973 h 761503"/>
                    <a:gd name="connsiteX33" fmla="*/ 82655 w 353555"/>
                    <a:gd name="connsiteY33" fmla="*/ 93534 h 761503"/>
                    <a:gd name="connsiteX34" fmla="*/ 131609 w 353555"/>
                    <a:gd name="connsiteY34" fmla="*/ 88094 h 761503"/>
                    <a:gd name="connsiteX35" fmla="*/ 131609 w 353555"/>
                    <a:gd name="connsiteY35" fmla="*/ 82655 h 761503"/>
                    <a:gd name="connsiteX36" fmla="*/ 134329 w 353555"/>
                    <a:gd name="connsiteY36" fmla="*/ 71776 h 761503"/>
                    <a:gd name="connsiteX37" fmla="*/ 147927 w 353555"/>
                    <a:gd name="connsiteY37" fmla="*/ 63617 h 761503"/>
                    <a:gd name="connsiteX38" fmla="*/ 164245 w 353555"/>
                    <a:gd name="connsiteY38" fmla="*/ 58178 h 761503"/>
                    <a:gd name="connsiteX39" fmla="*/ 177843 w 353555"/>
                    <a:gd name="connsiteY39" fmla="*/ 58178 h 761503"/>
                    <a:gd name="connsiteX40" fmla="*/ 196881 w 353555"/>
                    <a:gd name="connsiteY40" fmla="*/ 60898 h 761503"/>
                    <a:gd name="connsiteX41" fmla="*/ 232237 w 353555"/>
                    <a:gd name="connsiteY41" fmla="*/ 88094 h 761503"/>
                    <a:gd name="connsiteX42" fmla="*/ 278471 w 353555"/>
                    <a:gd name="connsiteY42" fmla="*/ 88094 h 761503"/>
                    <a:gd name="connsiteX43" fmla="*/ 316546 w 353555"/>
                    <a:gd name="connsiteY43" fmla="*/ 104412 h 761503"/>
                    <a:gd name="connsiteX44" fmla="*/ 311107 w 353555"/>
                    <a:gd name="connsiteY44" fmla="*/ 120730 h 761503"/>
                    <a:gd name="connsiteX45" fmla="*/ 294789 w 353555"/>
                    <a:gd name="connsiteY45" fmla="*/ 128889 h 761503"/>
                    <a:gd name="connsiteX46" fmla="*/ 273032 w 353555"/>
                    <a:gd name="connsiteY46" fmla="*/ 131609 h 761503"/>
                    <a:gd name="connsiteX47" fmla="*/ 243115 w 353555"/>
                    <a:gd name="connsiteY47" fmla="*/ 131609 h 761503"/>
                    <a:gd name="connsiteX48" fmla="*/ 243115 w 353555"/>
                    <a:gd name="connsiteY48" fmla="*/ 134329 h 761503"/>
                    <a:gd name="connsiteX49" fmla="*/ 248554 w 353555"/>
                    <a:gd name="connsiteY49" fmla="*/ 169684 h 761503"/>
                    <a:gd name="connsiteX50" fmla="*/ 251274 w 353555"/>
                    <a:gd name="connsiteY50" fmla="*/ 205040 h 761503"/>
                    <a:gd name="connsiteX51" fmla="*/ 251274 w 353555"/>
                    <a:gd name="connsiteY51" fmla="*/ 240395 h 761503"/>
                    <a:gd name="connsiteX52" fmla="*/ 251274 w 353555"/>
                    <a:gd name="connsiteY52" fmla="*/ 256713 h 761503"/>
                    <a:gd name="connsiteX53" fmla="*/ 253994 w 353555"/>
                    <a:gd name="connsiteY53" fmla="*/ 270311 h 761503"/>
                    <a:gd name="connsiteX54" fmla="*/ 259433 w 353555"/>
                    <a:gd name="connsiteY54" fmla="*/ 343742 h 761503"/>
                    <a:gd name="connsiteX55" fmla="*/ 262153 w 353555"/>
                    <a:gd name="connsiteY55" fmla="*/ 425332 h 761503"/>
                    <a:gd name="connsiteX56" fmla="*/ 264872 w 353555"/>
                    <a:gd name="connsiteY56" fmla="*/ 490603 h 761503"/>
                    <a:gd name="connsiteX57" fmla="*/ 270312 w 353555"/>
                    <a:gd name="connsiteY57" fmla="*/ 564034 h 761503"/>
                    <a:gd name="connsiteX58" fmla="*/ 270312 w 353555"/>
                    <a:gd name="connsiteY58" fmla="*/ 599390 h 761503"/>
                    <a:gd name="connsiteX59" fmla="*/ 270312 w 353555"/>
                    <a:gd name="connsiteY59" fmla="*/ 637465 h 761503"/>
                    <a:gd name="connsiteX60" fmla="*/ 264872 w 353555"/>
                    <a:gd name="connsiteY60" fmla="*/ 670101 h 761503"/>
                    <a:gd name="connsiteX61" fmla="*/ 283910 w 353555"/>
                    <a:gd name="connsiteY61" fmla="*/ 672820 h 761503"/>
                    <a:gd name="connsiteX62" fmla="*/ 283910 w 353555"/>
                    <a:gd name="connsiteY62" fmla="*/ 672820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</a:cxnLst>
                  <a:rect l="l" t="t" r="r" b="b"/>
                  <a:pathLst>
                    <a:path w="353555" h="761503">
                      <a:moveTo>
                        <a:pt x="283910" y="672820"/>
                      </a:moveTo>
                      <a:cubicBezTo>
                        <a:pt x="297508" y="672820"/>
                        <a:pt x="321985" y="672820"/>
                        <a:pt x="321985" y="689138"/>
                      </a:cubicBezTo>
                      <a:cubicBezTo>
                        <a:pt x="321985" y="697297"/>
                        <a:pt x="319266" y="697297"/>
                        <a:pt x="316546" y="705456"/>
                      </a:cubicBezTo>
                      <a:cubicBezTo>
                        <a:pt x="311107" y="710895"/>
                        <a:pt x="305667" y="713615"/>
                        <a:pt x="300228" y="713615"/>
                      </a:cubicBezTo>
                      <a:cubicBezTo>
                        <a:pt x="292069" y="716335"/>
                        <a:pt x="283910" y="716335"/>
                        <a:pt x="278471" y="716335"/>
                      </a:cubicBezTo>
                      <a:cubicBezTo>
                        <a:pt x="275751" y="716335"/>
                        <a:pt x="256713" y="716335"/>
                        <a:pt x="237676" y="716335"/>
                      </a:cubicBezTo>
                      <a:cubicBezTo>
                        <a:pt x="213199" y="716335"/>
                        <a:pt x="186003" y="719054"/>
                        <a:pt x="180563" y="719054"/>
                      </a:cubicBezTo>
                      <a:cubicBezTo>
                        <a:pt x="166965" y="719054"/>
                        <a:pt x="142488" y="719054"/>
                        <a:pt x="126170" y="719054"/>
                      </a:cubicBezTo>
                      <a:cubicBezTo>
                        <a:pt x="118011" y="719054"/>
                        <a:pt x="109852" y="719054"/>
                        <a:pt x="101693" y="719054"/>
                      </a:cubicBezTo>
                      <a:cubicBezTo>
                        <a:pt x="93534" y="719054"/>
                        <a:pt x="82655" y="719054"/>
                        <a:pt x="74496" y="713615"/>
                      </a:cubicBezTo>
                      <a:cubicBezTo>
                        <a:pt x="66337" y="710895"/>
                        <a:pt x="58178" y="702736"/>
                        <a:pt x="58178" y="697297"/>
                      </a:cubicBezTo>
                      <a:cubicBezTo>
                        <a:pt x="58178" y="694578"/>
                        <a:pt x="58178" y="691858"/>
                        <a:pt x="63618" y="689138"/>
                      </a:cubicBezTo>
                      <a:cubicBezTo>
                        <a:pt x="69057" y="686418"/>
                        <a:pt x="79936" y="683699"/>
                        <a:pt x="85375" y="680979"/>
                      </a:cubicBezTo>
                      <a:cubicBezTo>
                        <a:pt x="104413" y="678260"/>
                        <a:pt x="123450" y="675540"/>
                        <a:pt x="131609" y="675540"/>
                      </a:cubicBezTo>
                      <a:cubicBezTo>
                        <a:pt x="134329" y="675540"/>
                        <a:pt x="137049" y="675540"/>
                        <a:pt x="142488" y="675540"/>
                      </a:cubicBezTo>
                      <a:cubicBezTo>
                        <a:pt x="134329" y="670101"/>
                        <a:pt x="131609" y="661942"/>
                        <a:pt x="131609" y="653783"/>
                      </a:cubicBezTo>
                      <a:cubicBezTo>
                        <a:pt x="131609" y="648343"/>
                        <a:pt x="131609" y="642904"/>
                        <a:pt x="128890" y="640184"/>
                      </a:cubicBezTo>
                      <a:cubicBezTo>
                        <a:pt x="128890" y="637465"/>
                        <a:pt x="128890" y="634745"/>
                        <a:pt x="128890" y="629306"/>
                      </a:cubicBezTo>
                      <a:cubicBezTo>
                        <a:pt x="128890" y="626586"/>
                        <a:pt x="128890" y="623867"/>
                        <a:pt x="128890" y="621147"/>
                      </a:cubicBezTo>
                      <a:cubicBezTo>
                        <a:pt x="128890" y="612988"/>
                        <a:pt x="128890" y="604829"/>
                        <a:pt x="128890" y="593950"/>
                      </a:cubicBezTo>
                      <a:cubicBezTo>
                        <a:pt x="128890" y="591231"/>
                        <a:pt x="128890" y="585791"/>
                        <a:pt x="128890" y="583072"/>
                      </a:cubicBezTo>
                      <a:cubicBezTo>
                        <a:pt x="128890" y="534118"/>
                        <a:pt x="131609" y="485164"/>
                        <a:pt x="128890" y="436210"/>
                      </a:cubicBezTo>
                      <a:cubicBezTo>
                        <a:pt x="128890" y="409014"/>
                        <a:pt x="128890" y="384537"/>
                        <a:pt x="128890" y="357340"/>
                      </a:cubicBezTo>
                      <a:cubicBezTo>
                        <a:pt x="128890" y="335583"/>
                        <a:pt x="131609" y="313826"/>
                        <a:pt x="131609" y="289349"/>
                      </a:cubicBezTo>
                      <a:cubicBezTo>
                        <a:pt x="131609" y="275751"/>
                        <a:pt x="131609" y="264872"/>
                        <a:pt x="131609" y="251274"/>
                      </a:cubicBezTo>
                      <a:cubicBezTo>
                        <a:pt x="131609" y="234956"/>
                        <a:pt x="131609" y="221357"/>
                        <a:pt x="131609" y="205040"/>
                      </a:cubicBezTo>
                      <a:cubicBezTo>
                        <a:pt x="131609" y="183282"/>
                        <a:pt x="131609" y="161525"/>
                        <a:pt x="131609" y="139768"/>
                      </a:cubicBezTo>
                      <a:cubicBezTo>
                        <a:pt x="131609" y="137048"/>
                        <a:pt x="131609" y="134329"/>
                        <a:pt x="131609" y="128889"/>
                      </a:cubicBezTo>
                      <a:cubicBezTo>
                        <a:pt x="128890" y="128889"/>
                        <a:pt x="126170" y="128889"/>
                        <a:pt x="126170" y="128889"/>
                      </a:cubicBezTo>
                      <a:cubicBezTo>
                        <a:pt x="118011" y="128889"/>
                        <a:pt x="109852" y="128889"/>
                        <a:pt x="101693" y="128889"/>
                      </a:cubicBezTo>
                      <a:cubicBezTo>
                        <a:pt x="93534" y="128889"/>
                        <a:pt x="82655" y="128889"/>
                        <a:pt x="74496" y="123450"/>
                      </a:cubicBezTo>
                      <a:cubicBezTo>
                        <a:pt x="66337" y="120730"/>
                        <a:pt x="58178" y="112571"/>
                        <a:pt x="58178" y="107132"/>
                      </a:cubicBezTo>
                      <a:cubicBezTo>
                        <a:pt x="58178" y="104412"/>
                        <a:pt x="58178" y="101693"/>
                        <a:pt x="60898" y="98973"/>
                      </a:cubicBezTo>
                      <a:cubicBezTo>
                        <a:pt x="63618" y="96253"/>
                        <a:pt x="77216" y="93534"/>
                        <a:pt x="82655" y="93534"/>
                      </a:cubicBezTo>
                      <a:cubicBezTo>
                        <a:pt x="98973" y="90814"/>
                        <a:pt x="123450" y="88094"/>
                        <a:pt x="131609" y="88094"/>
                      </a:cubicBezTo>
                      <a:cubicBezTo>
                        <a:pt x="131609" y="85375"/>
                        <a:pt x="131609" y="85375"/>
                        <a:pt x="131609" y="82655"/>
                      </a:cubicBezTo>
                      <a:cubicBezTo>
                        <a:pt x="131609" y="77216"/>
                        <a:pt x="131609" y="74496"/>
                        <a:pt x="134329" y="71776"/>
                      </a:cubicBezTo>
                      <a:cubicBezTo>
                        <a:pt x="137049" y="69057"/>
                        <a:pt x="145208" y="66337"/>
                        <a:pt x="147927" y="63617"/>
                      </a:cubicBezTo>
                      <a:cubicBezTo>
                        <a:pt x="153366" y="60898"/>
                        <a:pt x="158806" y="58178"/>
                        <a:pt x="164245" y="58178"/>
                      </a:cubicBezTo>
                      <a:cubicBezTo>
                        <a:pt x="169684" y="58178"/>
                        <a:pt x="175124" y="58178"/>
                        <a:pt x="177843" y="58178"/>
                      </a:cubicBezTo>
                      <a:cubicBezTo>
                        <a:pt x="183283" y="58178"/>
                        <a:pt x="191442" y="58178"/>
                        <a:pt x="196881" y="60898"/>
                      </a:cubicBezTo>
                      <a:cubicBezTo>
                        <a:pt x="213199" y="63617"/>
                        <a:pt x="224078" y="74496"/>
                        <a:pt x="232237" y="88094"/>
                      </a:cubicBezTo>
                      <a:cubicBezTo>
                        <a:pt x="253994" y="88094"/>
                        <a:pt x="270312" y="88094"/>
                        <a:pt x="278471" y="88094"/>
                      </a:cubicBezTo>
                      <a:cubicBezTo>
                        <a:pt x="292069" y="88094"/>
                        <a:pt x="316546" y="88094"/>
                        <a:pt x="316546" y="104412"/>
                      </a:cubicBezTo>
                      <a:cubicBezTo>
                        <a:pt x="316546" y="112571"/>
                        <a:pt x="313826" y="112571"/>
                        <a:pt x="311107" y="120730"/>
                      </a:cubicBezTo>
                      <a:cubicBezTo>
                        <a:pt x="305667" y="126170"/>
                        <a:pt x="300228" y="128889"/>
                        <a:pt x="294789" y="128889"/>
                      </a:cubicBezTo>
                      <a:cubicBezTo>
                        <a:pt x="286630" y="131609"/>
                        <a:pt x="278471" y="131609"/>
                        <a:pt x="273032" y="131609"/>
                      </a:cubicBezTo>
                      <a:cubicBezTo>
                        <a:pt x="270312" y="131609"/>
                        <a:pt x="259433" y="131609"/>
                        <a:pt x="243115" y="131609"/>
                      </a:cubicBezTo>
                      <a:lnTo>
                        <a:pt x="243115" y="134329"/>
                      </a:lnTo>
                      <a:cubicBezTo>
                        <a:pt x="245835" y="145207"/>
                        <a:pt x="245835" y="158805"/>
                        <a:pt x="248554" y="169684"/>
                      </a:cubicBezTo>
                      <a:cubicBezTo>
                        <a:pt x="251274" y="180563"/>
                        <a:pt x="251274" y="194161"/>
                        <a:pt x="251274" y="205040"/>
                      </a:cubicBezTo>
                      <a:cubicBezTo>
                        <a:pt x="251274" y="215918"/>
                        <a:pt x="251274" y="226797"/>
                        <a:pt x="251274" y="240395"/>
                      </a:cubicBezTo>
                      <a:cubicBezTo>
                        <a:pt x="251274" y="245834"/>
                        <a:pt x="251274" y="251274"/>
                        <a:pt x="251274" y="256713"/>
                      </a:cubicBezTo>
                      <a:cubicBezTo>
                        <a:pt x="251274" y="262152"/>
                        <a:pt x="251274" y="267592"/>
                        <a:pt x="253994" y="270311"/>
                      </a:cubicBezTo>
                      <a:cubicBezTo>
                        <a:pt x="256713" y="294788"/>
                        <a:pt x="256713" y="319265"/>
                        <a:pt x="259433" y="343742"/>
                      </a:cubicBezTo>
                      <a:cubicBezTo>
                        <a:pt x="259433" y="370939"/>
                        <a:pt x="262153" y="398135"/>
                        <a:pt x="262153" y="425332"/>
                      </a:cubicBezTo>
                      <a:cubicBezTo>
                        <a:pt x="262153" y="447089"/>
                        <a:pt x="262153" y="468846"/>
                        <a:pt x="264872" y="490603"/>
                      </a:cubicBezTo>
                      <a:cubicBezTo>
                        <a:pt x="264872" y="515080"/>
                        <a:pt x="270312" y="539557"/>
                        <a:pt x="270312" y="564034"/>
                      </a:cubicBezTo>
                      <a:cubicBezTo>
                        <a:pt x="270312" y="574913"/>
                        <a:pt x="270312" y="588511"/>
                        <a:pt x="270312" y="599390"/>
                      </a:cubicBezTo>
                      <a:cubicBezTo>
                        <a:pt x="270312" y="612988"/>
                        <a:pt x="270312" y="623867"/>
                        <a:pt x="270312" y="637465"/>
                      </a:cubicBezTo>
                      <a:cubicBezTo>
                        <a:pt x="270312" y="648343"/>
                        <a:pt x="270312" y="661942"/>
                        <a:pt x="264872" y="670101"/>
                      </a:cubicBezTo>
                      <a:cubicBezTo>
                        <a:pt x="273032" y="672820"/>
                        <a:pt x="278471" y="672820"/>
                        <a:pt x="283910" y="672820"/>
                      </a:cubicBezTo>
                      <a:lnTo>
                        <a:pt x="283910" y="672820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56" name="Freeform: Shape 50">
                  <a:extLst>
                    <a:ext uri="{FF2B5EF4-FFF2-40B4-BE49-F238E27FC236}">
                      <a16:creationId xmlns:a16="http://schemas.microsoft.com/office/drawing/2014/main" id="{1BD2D5E4-4B9C-D986-8FFB-13B2FFB54A06}"/>
                    </a:ext>
                  </a:extLst>
                </p:cNvPr>
                <p:cNvSpPr/>
                <p:nvPr/>
              </p:nvSpPr>
              <p:spPr>
                <a:xfrm>
                  <a:off x="8652924" y="4192158"/>
                  <a:ext cx="516735" cy="788700"/>
                </a:xfrm>
                <a:custGeom>
                  <a:avLst/>
                  <a:gdLst>
                    <a:gd name="connsiteX0" fmla="*/ 464616 w 516735"/>
                    <a:gd name="connsiteY0" fmla="*/ 436210 h 788699"/>
                    <a:gd name="connsiteX1" fmla="*/ 445578 w 516735"/>
                    <a:gd name="connsiteY1" fmla="*/ 455248 h 788699"/>
                    <a:gd name="connsiteX2" fmla="*/ 404783 w 516735"/>
                    <a:gd name="connsiteY2" fmla="*/ 466126 h 788699"/>
                    <a:gd name="connsiteX3" fmla="*/ 385746 w 516735"/>
                    <a:gd name="connsiteY3" fmla="*/ 479725 h 788699"/>
                    <a:gd name="connsiteX4" fmla="*/ 388466 w 516735"/>
                    <a:gd name="connsiteY4" fmla="*/ 512361 h 788699"/>
                    <a:gd name="connsiteX5" fmla="*/ 388466 w 516735"/>
                    <a:gd name="connsiteY5" fmla="*/ 544997 h 788699"/>
                    <a:gd name="connsiteX6" fmla="*/ 388466 w 516735"/>
                    <a:gd name="connsiteY6" fmla="*/ 566754 h 788699"/>
                    <a:gd name="connsiteX7" fmla="*/ 391185 w 516735"/>
                    <a:gd name="connsiteY7" fmla="*/ 632026 h 788699"/>
                    <a:gd name="connsiteX8" fmla="*/ 393905 w 516735"/>
                    <a:gd name="connsiteY8" fmla="*/ 683699 h 788699"/>
                    <a:gd name="connsiteX9" fmla="*/ 377587 w 516735"/>
                    <a:gd name="connsiteY9" fmla="*/ 724494 h 788699"/>
                    <a:gd name="connsiteX10" fmla="*/ 361269 w 516735"/>
                    <a:gd name="connsiteY10" fmla="*/ 719054 h 788699"/>
                    <a:gd name="connsiteX11" fmla="*/ 353110 w 516735"/>
                    <a:gd name="connsiteY11" fmla="*/ 702737 h 788699"/>
                    <a:gd name="connsiteX12" fmla="*/ 350390 w 516735"/>
                    <a:gd name="connsiteY12" fmla="*/ 686419 h 788699"/>
                    <a:gd name="connsiteX13" fmla="*/ 353110 w 516735"/>
                    <a:gd name="connsiteY13" fmla="*/ 659222 h 788699"/>
                    <a:gd name="connsiteX14" fmla="*/ 353110 w 516735"/>
                    <a:gd name="connsiteY14" fmla="*/ 656502 h 788699"/>
                    <a:gd name="connsiteX15" fmla="*/ 317754 w 516735"/>
                    <a:gd name="connsiteY15" fmla="*/ 708176 h 788699"/>
                    <a:gd name="connsiteX16" fmla="*/ 241604 w 516735"/>
                    <a:gd name="connsiteY16" fmla="*/ 735372 h 788699"/>
                    <a:gd name="connsiteX17" fmla="*/ 187211 w 516735"/>
                    <a:gd name="connsiteY17" fmla="*/ 727214 h 788699"/>
                    <a:gd name="connsiteX18" fmla="*/ 135537 w 516735"/>
                    <a:gd name="connsiteY18" fmla="*/ 694578 h 788699"/>
                    <a:gd name="connsiteX19" fmla="*/ 86583 w 516735"/>
                    <a:gd name="connsiteY19" fmla="*/ 621147 h 788699"/>
                    <a:gd name="connsiteX20" fmla="*/ 67546 w 516735"/>
                    <a:gd name="connsiteY20" fmla="*/ 555875 h 788699"/>
                    <a:gd name="connsiteX21" fmla="*/ 59387 w 516735"/>
                    <a:gd name="connsiteY21" fmla="*/ 509641 h 788699"/>
                    <a:gd name="connsiteX22" fmla="*/ 59387 w 516735"/>
                    <a:gd name="connsiteY22" fmla="*/ 468846 h 788699"/>
                    <a:gd name="connsiteX23" fmla="*/ 86583 w 516735"/>
                    <a:gd name="connsiteY23" fmla="*/ 302947 h 788699"/>
                    <a:gd name="connsiteX24" fmla="*/ 108341 w 516735"/>
                    <a:gd name="connsiteY24" fmla="*/ 224077 h 788699"/>
                    <a:gd name="connsiteX25" fmla="*/ 146416 w 516735"/>
                    <a:gd name="connsiteY25" fmla="*/ 145207 h 788699"/>
                    <a:gd name="connsiteX26" fmla="*/ 198090 w 516735"/>
                    <a:gd name="connsiteY26" fmla="*/ 85375 h 788699"/>
                    <a:gd name="connsiteX27" fmla="*/ 228006 w 516735"/>
                    <a:gd name="connsiteY27" fmla="*/ 69057 h 788699"/>
                    <a:gd name="connsiteX28" fmla="*/ 268801 w 516735"/>
                    <a:gd name="connsiteY28" fmla="*/ 58178 h 788699"/>
                    <a:gd name="connsiteX29" fmla="*/ 274240 w 516735"/>
                    <a:gd name="connsiteY29" fmla="*/ 58178 h 788699"/>
                    <a:gd name="connsiteX30" fmla="*/ 295997 w 516735"/>
                    <a:gd name="connsiteY30" fmla="*/ 60898 h 788699"/>
                    <a:gd name="connsiteX31" fmla="*/ 331353 w 516735"/>
                    <a:gd name="connsiteY31" fmla="*/ 71776 h 788699"/>
                    <a:gd name="connsiteX32" fmla="*/ 350390 w 516735"/>
                    <a:gd name="connsiteY32" fmla="*/ 93534 h 788699"/>
                    <a:gd name="connsiteX33" fmla="*/ 353110 w 516735"/>
                    <a:gd name="connsiteY33" fmla="*/ 74496 h 788699"/>
                    <a:gd name="connsiteX34" fmla="*/ 358549 w 516735"/>
                    <a:gd name="connsiteY34" fmla="*/ 63618 h 788699"/>
                    <a:gd name="connsiteX35" fmla="*/ 366708 w 516735"/>
                    <a:gd name="connsiteY35" fmla="*/ 58178 h 788699"/>
                    <a:gd name="connsiteX36" fmla="*/ 374867 w 516735"/>
                    <a:gd name="connsiteY36" fmla="*/ 63618 h 788699"/>
                    <a:gd name="connsiteX37" fmla="*/ 383027 w 516735"/>
                    <a:gd name="connsiteY37" fmla="*/ 82655 h 788699"/>
                    <a:gd name="connsiteX38" fmla="*/ 385746 w 516735"/>
                    <a:gd name="connsiteY38" fmla="*/ 126170 h 788699"/>
                    <a:gd name="connsiteX39" fmla="*/ 388466 w 516735"/>
                    <a:gd name="connsiteY39" fmla="*/ 186002 h 788699"/>
                    <a:gd name="connsiteX40" fmla="*/ 391185 w 516735"/>
                    <a:gd name="connsiteY40" fmla="*/ 237676 h 788699"/>
                    <a:gd name="connsiteX41" fmla="*/ 374867 w 516735"/>
                    <a:gd name="connsiteY41" fmla="*/ 278470 h 788699"/>
                    <a:gd name="connsiteX42" fmla="*/ 358549 w 516735"/>
                    <a:gd name="connsiteY42" fmla="*/ 273031 h 788699"/>
                    <a:gd name="connsiteX43" fmla="*/ 350390 w 516735"/>
                    <a:gd name="connsiteY43" fmla="*/ 256713 h 788699"/>
                    <a:gd name="connsiteX44" fmla="*/ 347671 w 516735"/>
                    <a:gd name="connsiteY44" fmla="*/ 240395 h 788699"/>
                    <a:gd name="connsiteX45" fmla="*/ 347671 w 516735"/>
                    <a:gd name="connsiteY45" fmla="*/ 213199 h 788699"/>
                    <a:gd name="connsiteX46" fmla="*/ 344951 w 516735"/>
                    <a:gd name="connsiteY46" fmla="*/ 194161 h 788699"/>
                    <a:gd name="connsiteX47" fmla="*/ 339512 w 516735"/>
                    <a:gd name="connsiteY47" fmla="*/ 150647 h 788699"/>
                    <a:gd name="connsiteX48" fmla="*/ 323194 w 516735"/>
                    <a:gd name="connsiteY48" fmla="*/ 112571 h 788699"/>
                    <a:gd name="connsiteX49" fmla="*/ 293278 w 516735"/>
                    <a:gd name="connsiteY49" fmla="*/ 101693 h 788699"/>
                    <a:gd name="connsiteX50" fmla="*/ 263361 w 516735"/>
                    <a:gd name="connsiteY50" fmla="*/ 120730 h 788699"/>
                    <a:gd name="connsiteX51" fmla="*/ 241604 w 516735"/>
                    <a:gd name="connsiteY51" fmla="*/ 153366 h 788699"/>
                    <a:gd name="connsiteX52" fmla="*/ 233445 w 516735"/>
                    <a:gd name="connsiteY52" fmla="*/ 194161 h 788699"/>
                    <a:gd name="connsiteX53" fmla="*/ 225286 w 516735"/>
                    <a:gd name="connsiteY53" fmla="*/ 232236 h 788699"/>
                    <a:gd name="connsiteX54" fmla="*/ 217127 w 516735"/>
                    <a:gd name="connsiteY54" fmla="*/ 275751 h 788699"/>
                    <a:gd name="connsiteX55" fmla="*/ 211688 w 516735"/>
                    <a:gd name="connsiteY55" fmla="*/ 316545 h 788699"/>
                    <a:gd name="connsiteX56" fmla="*/ 206249 w 516735"/>
                    <a:gd name="connsiteY56" fmla="*/ 354621 h 788699"/>
                    <a:gd name="connsiteX57" fmla="*/ 200809 w 516735"/>
                    <a:gd name="connsiteY57" fmla="*/ 398135 h 788699"/>
                    <a:gd name="connsiteX58" fmla="*/ 195370 w 516735"/>
                    <a:gd name="connsiteY58" fmla="*/ 438930 h 788699"/>
                    <a:gd name="connsiteX59" fmla="*/ 192650 w 516735"/>
                    <a:gd name="connsiteY59" fmla="*/ 474286 h 788699"/>
                    <a:gd name="connsiteX60" fmla="*/ 195370 w 516735"/>
                    <a:gd name="connsiteY60" fmla="*/ 525959 h 788699"/>
                    <a:gd name="connsiteX61" fmla="*/ 208968 w 516735"/>
                    <a:gd name="connsiteY61" fmla="*/ 596670 h 788699"/>
                    <a:gd name="connsiteX62" fmla="*/ 214407 w 516735"/>
                    <a:gd name="connsiteY62" fmla="*/ 623867 h 788699"/>
                    <a:gd name="connsiteX63" fmla="*/ 228006 w 516735"/>
                    <a:gd name="connsiteY63" fmla="*/ 656502 h 788699"/>
                    <a:gd name="connsiteX64" fmla="*/ 271520 w 516735"/>
                    <a:gd name="connsiteY64" fmla="*/ 689138 h 788699"/>
                    <a:gd name="connsiteX65" fmla="*/ 306876 w 516735"/>
                    <a:gd name="connsiteY65" fmla="*/ 664661 h 788699"/>
                    <a:gd name="connsiteX66" fmla="*/ 331353 w 516735"/>
                    <a:gd name="connsiteY66" fmla="*/ 602109 h 788699"/>
                    <a:gd name="connsiteX67" fmla="*/ 336792 w 516735"/>
                    <a:gd name="connsiteY67" fmla="*/ 544997 h 788699"/>
                    <a:gd name="connsiteX68" fmla="*/ 336792 w 516735"/>
                    <a:gd name="connsiteY68" fmla="*/ 498762 h 788699"/>
                    <a:gd name="connsiteX69" fmla="*/ 336792 w 516735"/>
                    <a:gd name="connsiteY69" fmla="*/ 490603 h 788699"/>
                    <a:gd name="connsiteX70" fmla="*/ 320474 w 516735"/>
                    <a:gd name="connsiteY70" fmla="*/ 477005 h 788699"/>
                    <a:gd name="connsiteX71" fmla="*/ 282399 w 516735"/>
                    <a:gd name="connsiteY71" fmla="*/ 479725 h 788699"/>
                    <a:gd name="connsiteX72" fmla="*/ 252483 w 516735"/>
                    <a:gd name="connsiteY72" fmla="*/ 474286 h 788699"/>
                    <a:gd name="connsiteX73" fmla="*/ 247044 w 516735"/>
                    <a:gd name="connsiteY73" fmla="*/ 466126 h 788699"/>
                    <a:gd name="connsiteX74" fmla="*/ 249763 w 516735"/>
                    <a:gd name="connsiteY74" fmla="*/ 457968 h 788699"/>
                    <a:gd name="connsiteX75" fmla="*/ 268801 w 516735"/>
                    <a:gd name="connsiteY75" fmla="*/ 447089 h 788699"/>
                    <a:gd name="connsiteX76" fmla="*/ 312315 w 516735"/>
                    <a:gd name="connsiteY76" fmla="*/ 436210 h 788699"/>
                    <a:gd name="connsiteX77" fmla="*/ 353110 w 516735"/>
                    <a:gd name="connsiteY77" fmla="*/ 430771 h 788699"/>
                    <a:gd name="connsiteX78" fmla="*/ 385746 w 516735"/>
                    <a:gd name="connsiteY78" fmla="*/ 430771 h 788699"/>
                    <a:gd name="connsiteX79" fmla="*/ 437420 w 516735"/>
                    <a:gd name="connsiteY79" fmla="*/ 428051 h 788699"/>
                    <a:gd name="connsiteX80" fmla="*/ 464616 w 516735"/>
                    <a:gd name="connsiteY80" fmla="*/ 436210 h 788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</a:cxnLst>
                  <a:rect l="l" t="t" r="r" b="b"/>
                  <a:pathLst>
                    <a:path w="516735" h="788699">
                      <a:moveTo>
                        <a:pt x="464616" y="436210"/>
                      </a:moveTo>
                      <a:cubicBezTo>
                        <a:pt x="464616" y="447089"/>
                        <a:pt x="453738" y="452528"/>
                        <a:pt x="445578" y="455248"/>
                      </a:cubicBezTo>
                      <a:cubicBezTo>
                        <a:pt x="434700" y="460687"/>
                        <a:pt x="415662" y="463407"/>
                        <a:pt x="404783" y="466126"/>
                      </a:cubicBezTo>
                      <a:cubicBezTo>
                        <a:pt x="393905" y="466126"/>
                        <a:pt x="385746" y="468846"/>
                        <a:pt x="385746" y="479725"/>
                      </a:cubicBezTo>
                      <a:cubicBezTo>
                        <a:pt x="385746" y="487884"/>
                        <a:pt x="388466" y="506921"/>
                        <a:pt x="388466" y="512361"/>
                      </a:cubicBezTo>
                      <a:cubicBezTo>
                        <a:pt x="388466" y="515080"/>
                        <a:pt x="388466" y="539557"/>
                        <a:pt x="388466" y="544997"/>
                      </a:cubicBezTo>
                      <a:cubicBezTo>
                        <a:pt x="388466" y="550436"/>
                        <a:pt x="388466" y="558595"/>
                        <a:pt x="388466" y="566754"/>
                      </a:cubicBezTo>
                      <a:cubicBezTo>
                        <a:pt x="388466" y="591231"/>
                        <a:pt x="388466" y="621147"/>
                        <a:pt x="391185" y="632026"/>
                      </a:cubicBezTo>
                      <a:cubicBezTo>
                        <a:pt x="393905" y="653783"/>
                        <a:pt x="393905" y="661942"/>
                        <a:pt x="393905" y="683699"/>
                      </a:cubicBezTo>
                      <a:cubicBezTo>
                        <a:pt x="393905" y="694578"/>
                        <a:pt x="393905" y="724494"/>
                        <a:pt x="377587" y="724494"/>
                      </a:cubicBezTo>
                      <a:cubicBezTo>
                        <a:pt x="369428" y="724494"/>
                        <a:pt x="366708" y="721774"/>
                        <a:pt x="361269" y="719054"/>
                      </a:cubicBezTo>
                      <a:cubicBezTo>
                        <a:pt x="355830" y="716335"/>
                        <a:pt x="353110" y="708176"/>
                        <a:pt x="353110" y="702737"/>
                      </a:cubicBezTo>
                      <a:cubicBezTo>
                        <a:pt x="350390" y="694578"/>
                        <a:pt x="350390" y="689138"/>
                        <a:pt x="350390" y="686419"/>
                      </a:cubicBezTo>
                      <a:cubicBezTo>
                        <a:pt x="350390" y="678260"/>
                        <a:pt x="353110" y="672820"/>
                        <a:pt x="353110" y="659222"/>
                      </a:cubicBezTo>
                      <a:lnTo>
                        <a:pt x="353110" y="656502"/>
                      </a:lnTo>
                      <a:cubicBezTo>
                        <a:pt x="347671" y="675540"/>
                        <a:pt x="334073" y="694578"/>
                        <a:pt x="317754" y="708176"/>
                      </a:cubicBezTo>
                      <a:cubicBezTo>
                        <a:pt x="293278" y="727214"/>
                        <a:pt x="274240" y="735372"/>
                        <a:pt x="241604" y="735372"/>
                      </a:cubicBezTo>
                      <a:cubicBezTo>
                        <a:pt x="222566" y="735372"/>
                        <a:pt x="203529" y="732653"/>
                        <a:pt x="187211" y="727214"/>
                      </a:cubicBezTo>
                      <a:cubicBezTo>
                        <a:pt x="165454" y="719054"/>
                        <a:pt x="149136" y="708176"/>
                        <a:pt x="135537" y="694578"/>
                      </a:cubicBezTo>
                      <a:cubicBezTo>
                        <a:pt x="113780" y="672820"/>
                        <a:pt x="100182" y="648343"/>
                        <a:pt x="86583" y="621147"/>
                      </a:cubicBezTo>
                      <a:cubicBezTo>
                        <a:pt x="75705" y="599390"/>
                        <a:pt x="70266" y="580352"/>
                        <a:pt x="67546" y="555875"/>
                      </a:cubicBezTo>
                      <a:cubicBezTo>
                        <a:pt x="64826" y="539557"/>
                        <a:pt x="62107" y="525959"/>
                        <a:pt x="59387" y="509641"/>
                      </a:cubicBezTo>
                      <a:cubicBezTo>
                        <a:pt x="56667" y="493323"/>
                        <a:pt x="59387" y="485164"/>
                        <a:pt x="59387" y="468846"/>
                      </a:cubicBezTo>
                      <a:cubicBezTo>
                        <a:pt x="59387" y="414453"/>
                        <a:pt x="72985" y="362780"/>
                        <a:pt x="86583" y="302947"/>
                      </a:cubicBezTo>
                      <a:cubicBezTo>
                        <a:pt x="92023" y="275751"/>
                        <a:pt x="100182" y="248554"/>
                        <a:pt x="108341" y="224077"/>
                      </a:cubicBezTo>
                      <a:cubicBezTo>
                        <a:pt x="116500" y="196881"/>
                        <a:pt x="130098" y="169684"/>
                        <a:pt x="146416" y="145207"/>
                      </a:cubicBezTo>
                      <a:cubicBezTo>
                        <a:pt x="160014" y="123450"/>
                        <a:pt x="176332" y="101693"/>
                        <a:pt x="198090" y="85375"/>
                      </a:cubicBezTo>
                      <a:cubicBezTo>
                        <a:pt x="206249" y="77216"/>
                        <a:pt x="217127" y="71776"/>
                        <a:pt x="228006" y="69057"/>
                      </a:cubicBezTo>
                      <a:cubicBezTo>
                        <a:pt x="241604" y="63618"/>
                        <a:pt x="255202" y="58178"/>
                        <a:pt x="268801" y="58178"/>
                      </a:cubicBezTo>
                      <a:cubicBezTo>
                        <a:pt x="271520" y="58178"/>
                        <a:pt x="274240" y="58178"/>
                        <a:pt x="274240" y="58178"/>
                      </a:cubicBezTo>
                      <a:cubicBezTo>
                        <a:pt x="279679" y="58178"/>
                        <a:pt x="285119" y="58178"/>
                        <a:pt x="295997" y="60898"/>
                      </a:cubicBezTo>
                      <a:cubicBezTo>
                        <a:pt x="309595" y="63618"/>
                        <a:pt x="320474" y="66337"/>
                        <a:pt x="331353" y="71776"/>
                      </a:cubicBezTo>
                      <a:cubicBezTo>
                        <a:pt x="339512" y="77216"/>
                        <a:pt x="347671" y="85375"/>
                        <a:pt x="350390" y="93534"/>
                      </a:cubicBezTo>
                      <a:cubicBezTo>
                        <a:pt x="350390" y="88095"/>
                        <a:pt x="353110" y="79936"/>
                        <a:pt x="353110" y="74496"/>
                      </a:cubicBezTo>
                      <a:cubicBezTo>
                        <a:pt x="355830" y="71776"/>
                        <a:pt x="355830" y="69057"/>
                        <a:pt x="358549" y="63618"/>
                      </a:cubicBezTo>
                      <a:cubicBezTo>
                        <a:pt x="361269" y="60898"/>
                        <a:pt x="363989" y="58178"/>
                        <a:pt x="366708" y="58178"/>
                      </a:cubicBezTo>
                      <a:cubicBezTo>
                        <a:pt x="369428" y="58178"/>
                        <a:pt x="372148" y="60898"/>
                        <a:pt x="374867" y="63618"/>
                      </a:cubicBezTo>
                      <a:cubicBezTo>
                        <a:pt x="377587" y="69057"/>
                        <a:pt x="380307" y="77216"/>
                        <a:pt x="383027" y="82655"/>
                      </a:cubicBezTo>
                      <a:cubicBezTo>
                        <a:pt x="383027" y="90814"/>
                        <a:pt x="385746" y="107132"/>
                        <a:pt x="385746" y="126170"/>
                      </a:cubicBezTo>
                      <a:cubicBezTo>
                        <a:pt x="385746" y="150647"/>
                        <a:pt x="385746" y="177843"/>
                        <a:pt x="388466" y="186002"/>
                      </a:cubicBezTo>
                      <a:cubicBezTo>
                        <a:pt x="391185" y="207759"/>
                        <a:pt x="391185" y="215918"/>
                        <a:pt x="391185" y="237676"/>
                      </a:cubicBezTo>
                      <a:cubicBezTo>
                        <a:pt x="391185" y="248554"/>
                        <a:pt x="391185" y="278470"/>
                        <a:pt x="374867" y="278470"/>
                      </a:cubicBezTo>
                      <a:cubicBezTo>
                        <a:pt x="366708" y="278470"/>
                        <a:pt x="363989" y="275751"/>
                        <a:pt x="358549" y="273031"/>
                      </a:cubicBezTo>
                      <a:cubicBezTo>
                        <a:pt x="353110" y="270311"/>
                        <a:pt x="350390" y="262152"/>
                        <a:pt x="350390" y="256713"/>
                      </a:cubicBezTo>
                      <a:cubicBezTo>
                        <a:pt x="350390" y="251274"/>
                        <a:pt x="347671" y="245834"/>
                        <a:pt x="347671" y="240395"/>
                      </a:cubicBezTo>
                      <a:cubicBezTo>
                        <a:pt x="347671" y="232236"/>
                        <a:pt x="347671" y="224077"/>
                        <a:pt x="347671" y="213199"/>
                      </a:cubicBezTo>
                      <a:cubicBezTo>
                        <a:pt x="347671" y="207759"/>
                        <a:pt x="347671" y="199600"/>
                        <a:pt x="344951" y="194161"/>
                      </a:cubicBezTo>
                      <a:cubicBezTo>
                        <a:pt x="342232" y="180563"/>
                        <a:pt x="342232" y="164245"/>
                        <a:pt x="339512" y="150647"/>
                      </a:cubicBezTo>
                      <a:cubicBezTo>
                        <a:pt x="336792" y="137048"/>
                        <a:pt x="331353" y="123450"/>
                        <a:pt x="323194" y="112571"/>
                      </a:cubicBezTo>
                      <a:cubicBezTo>
                        <a:pt x="317754" y="104412"/>
                        <a:pt x="304156" y="101693"/>
                        <a:pt x="293278" y="101693"/>
                      </a:cubicBezTo>
                      <a:cubicBezTo>
                        <a:pt x="279679" y="101693"/>
                        <a:pt x="271520" y="109852"/>
                        <a:pt x="263361" y="120730"/>
                      </a:cubicBezTo>
                      <a:cubicBezTo>
                        <a:pt x="257922" y="131609"/>
                        <a:pt x="247044" y="139768"/>
                        <a:pt x="241604" y="153366"/>
                      </a:cubicBezTo>
                      <a:cubicBezTo>
                        <a:pt x="236165" y="166964"/>
                        <a:pt x="233445" y="180563"/>
                        <a:pt x="233445" y="194161"/>
                      </a:cubicBezTo>
                      <a:cubicBezTo>
                        <a:pt x="233445" y="207759"/>
                        <a:pt x="230725" y="218638"/>
                        <a:pt x="225286" y="232236"/>
                      </a:cubicBezTo>
                      <a:cubicBezTo>
                        <a:pt x="219847" y="245834"/>
                        <a:pt x="219847" y="262152"/>
                        <a:pt x="217127" y="275751"/>
                      </a:cubicBezTo>
                      <a:cubicBezTo>
                        <a:pt x="214407" y="289349"/>
                        <a:pt x="214407" y="302947"/>
                        <a:pt x="211688" y="316545"/>
                      </a:cubicBezTo>
                      <a:cubicBezTo>
                        <a:pt x="211688" y="330144"/>
                        <a:pt x="206249" y="341022"/>
                        <a:pt x="206249" y="354621"/>
                      </a:cubicBezTo>
                      <a:cubicBezTo>
                        <a:pt x="203529" y="368219"/>
                        <a:pt x="203529" y="381817"/>
                        <a:pt x="200809" y="398135"/>
                      </a:cubicBezTo>
                      <a:cubicBezTo>
                        <a:pt x="198090" y="411733"/>
                        <a:pt x="198090" y="425332"/>
                        <a:pt x="195370" y="438930"/>
                      </a:cubicBezTo>
                      <a:cubicBezTo>
                        <a:pt x="195370" y="449809"/>
                        <a:pt x="192650" y="463407"/>
                        <a:pt x="192650" y="474286"/>
                      </a:cubicBezTo>
                      <a:cubicBezTo>
                        <a:pt x="192650" y="490603"/>
                        <a:pt x="195370" y="509641"/>
                        <a:pt x="195370" y="525959"/>
                      </a:cubicBezTo>
                      <a:cubicBezTo>
                        <a:pt x="195370" y="550436"/>
                        <a:pt x="203529" y="572193"/>
                        <a:pt x="208968" y="596670"/>
                      </a:cubicBezTo>
                      <a:cubicBezTo>
                        <a:pt x="211688" y="604829"/>
                        <a:pt x="211688" y="615708"/>
                        <a:pt x="214407" y="623867"/>
                      </a:cubicBezTo>
                      <a:cubicBezTo>
                        <a:pt x="217127" y="634745"/>
                        <a:pt x="222566" y="645624"/>
                        <a:pt x="228006" y="656502"/>
                      </a:cubicBezTo>
                      <a:cubicBezTo>
                        <a:pt x="236165" y="670101"/>
                        <a:pt x="252483" y="689138"/>
                        <a:pt x="271520" y="689138"/>
                      </a:cubicBezTo>
                      <a:cubicBezTo>
                        <a:pt x="287838" y="689138"/>
                        <a:pt x="298717" y="675540"/>
                        <a:pt x="306876" y="664661"/>
                      </a:cubicBezTo>
                      <a:cubicBezTo>
                        <a:pt x="320474" y="645624"/>
                        <a:pt x="325914" y="623867"/>
                        <a:pt x="331353" y="602109"/>
                      </a:cubicBezTo>
                      <a:cubicBezTo>
                        <a:pt x="334073" y="583072"/>
                        <a:pt x="336792" y="564034"/>
                        <a:pt x="336792" y="544997"/>
                      </a:cubicBezTo>
                      <a:cubicBezTo>
                        <a:pt x="336792" y="531398"/>
                        <a:pt x="336792" y="512361"/>
                        <a:pt x="336792" y="498762"/>
                      </a:cubicBezTo>
                      <a:cubicBezTo>
                        <a:pt x="336792" y="496043"/>
                        <a:pt x="336792" y="493323"/>
                        <a:pt x="336792" y="490603"/>
                      </a:cubicBezTo>
                      <a:cubicBezTo>
                        <a:pt x="336792" y="479725"/>
                        <a:pt x="336792" y="477005"/>
                        <a:pt x="320474" y="477005"/>
                      </a:cubicBezTo>
                      <a:cubicBezTo>
                        <a:pt x="309595" y="477005"/>
                        <a:pt x="295997" y="479725"/>
                        <a:pt x="282399" y="479725"/>
                      </a:cubicBezTo>
                      <a:cubicBezTo>
                        <a:pt x="271520" y="479725"/>
                        <a:pt x="260642" y="479725"/>
                        <a:pt x="252483" y="474286"/>
                      </a:cubicBezTo>
                      <a:cubicBezTo>
                        <a:pt x="249763" y="471566"/>
                        <a:pt x="247044" y="468846"/>
                        <a:pt x="247044" y="466126"/>
                      </a:cubicBezTo>
                      <a:cubicBezTo>
                        <a:pt x="247044" y="463407"/>
                        <a:pt x="247044" y="460687"/>
                        <a:pt x="249763" y="457968"/>
                      </a:cubicBezTo>
                      <a:cubicBezTo>
                        <a:pt x="255202" y="452528"/>
                        <a:pt x="260642" y="449809"/>
                        <a:pt x="268801" y="447089"/>
                      </a:cubicBezTo>
                      <a:cubicBezTo>
                        <a:pt x="282399" y="441650"/>
                        <a:pt x="295997" y="438930"/>
                        <a:pt x="312315" y="436210"/>
                      </a:cubicBezTo>
                      <a:cubicBezTo>
                        <a:pt x="325914" y="433491"/>
                        <a:pt x="339512" y="433491"/>
                        <a:pt x="353110" y="430771"/>
                      </a:cubicBezTo>
                      <a:cubicBezTo>
                        <a:pt x="363989" y="430771"/>
                        <a:pt x="374867" y="430771"/>
                        <a:pt x="385746" y="430771"/>
                      </a:cubicBezTo>
                      <a:cubicBezTo>
                        <a:pt x="402064" y="430771"/>
                        <a:pt x="426541" y="428051"/>
                        <a:pt x="437420" y="428051"/>
                      </a:cubicBezTo>
                      <a:cubicBezTo>
                        <a:pt x="451018" y="422612"/>
                        <a:pt x="464616" y="425332"/>
                        <a:pt x="464616" y="436210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57" name="Freeform: Shape 51">
                  <a:extLst>
                    <a:ext uri="{FF2B5EF4-FFF2-40B4-BE49-F238E27FC236}">
                      <a16:creationId xmlns:a16="http://schemas.microsoft.com/office/drawing/2014/main" id="{35F03EE7-2D8A-4948-F122-0C0C0B30A68B}"/>
                    </a:ext>
                  </a:extLst>
                </p:cNvPr>
                <p:cNvSpPr/>
                <p:nvPr/>
              </p:nvSpPr>
              <p:spPr>
                <a:xfrm>
                  <a:off x="9053923" y="4178559"/>
                  <a:ext cx="625521" cy="788700"/>
                </a:xfrm>
                <a:custGeom>
                  <a:avLst/>
                  <a:gdLst>
                    <a:gd name="connsiteX0" fmla="*/ 536838 w 625521"/>
                    <a:gd name="connsiteY0" fmla="*/ 680979 h 788699"/>
                    <a:gd name="connsiteX1" fmla="*/ 574913 w 625521"/>
                    <a:gd name="connsiteY1" fmla="*/ 697297 h 788699"/>
                    <a:gd name="connsiteX2" fmla="*/ 566755 w 625521"/>
                    <a:gd name="connsiteY2" fmla="*/ 713615 h 788699"/>
                    <a:gd name="connsiteX3" fmla="*/ 550437 w 625521"/>
                    <a:gd name="connsiteY3" fmla="*/ 721774 h 788699"/>
                    <a:gd name="connsiteX4" fmla="*/ 528680 w 625521"/>
                    <a:gd name="connsiteY4" fmla="*/ 724494 h 788699"/>
                    <a:gd name="connsiteX5" fmla="*/ 417174 w 625521"/>
                    <a:gd name="connsiteY5" fmla="*/ 724494 h 788699"/>
                    <a:gd name="connsiteX6" fmla="*/ 398136 w 625521"/>
                    <a:gd name="connsiteY6" fmla="*/ 724494 h 788699"/>
                    <a:gd name="connsiteX7" fmla="*/ 373659 w 625521"/>
                    <a:gd name="connsiteY7" fmla="*/ 724494 h 788699"/>
                    <a:gd name="connsiteX8" fmla="*/ 346462 w 625521"/>
                    <a:gd name="connsiteY8" fmla="*/ 719054 h 788699"/>
                    <a:gd name="connsiteX9" fmla="*/ 330144 w 625521"/>
                    <a:gd name="connsiteY9" fmla="*/ 702737 h 788699"/>
                    <a:gd name="connsiteX10" fmla="*/ 335584 w 625521"/>
                    <a:gd name="connsiteY10" fmla="*/ 694578 h 788699"/>
                    <a:gd name="connsiteX11" fmla="*/ 357341 w 625521"/>
                    <a:gd name="connsiteY11" fmla="*/ 686419 h 788699"/>
                    <a:gd name="connsiteX12" fmla="*/ 395416 w 625521"/>
                    <a:gd name="connsiteY12" fmla="*/ 680979 h 788699"/>
                    <a:gd name="connsiteX13" fmla="*/ 381817 w 625521"/>
                    <a:gd name="connsiteY13" fmla="*/ 656502 h 788699"/>
                    <a:gd name="connsiteX14" fmla="*/ 379098 w 625521"/>
                    <a:gd name="connsiteY14" fmla="*/ 585791 h 788699"/>
                    <a:gd name="connsiteX15" fmla="*/ 379098 w 625521"/>
                    <a:gd name="connsiteY15" fmla="*/ 517800 h 788699"/>
                    <a:gd name="connsiteX16" fmla="*/ 379098 w 625521"/>
                    <a:gd name="connsiteY16" fmla="*/ 474286 h 788699"/>
                    <a:gd name="connsiteX17" fmla="*/ 379098 w 625521"/>
                    <a:gd name="connsiteY17" fmla="*/ 430771 h 788699"/>
                    <a:gd name="connsiteX18" fmla="*/ 381817 w 625521"/>
                    <a:gd name="connsiteY18" fmla="*/ 411733 h 788699"/>
                    <a:gd name="connsiteX19" fmla="*/ 379098 w 625521"/>
                    <a:gd name="connsiteY19" fmla="*/ 400855 h 788699"/>
                    <a:gd name="connsiteX20" fmla="*/ 370939 w 625521"/>
                    <a:gd name="connsiteY20" fmla="*/ 398135 h 788699"/>
                    <a:gd name="connsiteX21" fmla="*/ 338304 w 625521"/>
                    <a:gd name="connsiteY21" fmla="*/ 400855 h 788699"/>
                    <a:gd name="connsiteX22" fmla="*/ 289349 w 625521"/>
                    <a:gd name="connsiteY22" fmla="*/ 403575 h 788699"/>
                    <a:gd name="connsiteX23" fmla="*/ 264872 w 625521"/>
                    <a:gd name="connsiteY23" fmla="*/ 400855 h 788699"/>
                    <a:gd name="connsiteX24" fmla="*/ 259433 w 625521"/>
                    <a:gd name="connsiteY24" fmla="*/ 406294 h 788699"/>
                    <a:gd name="connsiteX25" fmla="*/ 259433 w 625521"/>
                    <a:gd name="connsiteY25" fmla="*/ 425332 h 788699"/>
                    <a:gd name="connsiteX26" fmla="*/ 259433 w 625521"/>
                    <a:gd name="connsiteY26" fmla="*/ 449809 h 788699"/>
                    <a:gd name="connsiteX27" fmla="*/ 259433 w 625521"/>
                    <a:gd name="connsiteY27" fmla="*/ 471566 h 788699"/>
                    <a:gd name="connsiteX28" fmla="*/ 259433 w 625521"/>
                    <a:gd name="connsiteY28" fmla="*/ 504202 h 788699"/>
                    <a:gd name="connsiteX29" fmla="*/ 259433 w 625521"/>
                    <a:gd name="connsiteY29" fmla="*/ 509641 h 788699"/>
                    <a:gd name="connsiteX30" fmla="*/ 256714 w 625521"/>
                    <a:gd name="connsiteY30" fmla="*/ 542277 h 788699"/>
                    <a:gd name="connsiteX31" fmla="*/ 256714 w 625521"/>
                    <a:gd name="connsiteY31" fmla="*/ 577632 h 788699"/>
                    <a:gd name="connsiteX32" fmla="*/ 256714 w 625521"/>
                    <a:gd name="connsiteY32" fmla="*/ 612988 h 788699"/>
                    <a:gd name="connsiteX33" fmla="*/ 253994 w 625521"/>
                    <a:gd name="connsiteY33" fmla="*/ 656502 h 788699"/>
                    <a:gd name="connsiteX34" fmla="*/ 256714 w 625521"/>
                    <a:gd name="connsiteY34" fmla="*/ 678260 h 788699"/>
                    <a:gd name="connsiteX35" fmla="*/ 286629 w 625521"/>
                    <a:gd name="connsiteY35" fmla="*/ 694578 h 788699"/>
                    <a:gd name="connsiteX36" fmla="*/ 281191 w 625521"/>
                    <a:gd name="connsiteY36" fmla="*/ 710895 h 788699"/>
                    <a:gd name="connsiteX37" fmla="*/ 264872 w 625521"/>
                    <a:gd name="connsiteY37" fmla="*/ 719054 h 788699"/>
                    <a:gd name="connsiteX38" fmla="*/ 243116 w 625521"/>
                    <a:gd name="connsiteY38" fmla="*/ 721774 h 788699"/>
                    <a:gd name="connsiteX39" fmla="*/ 243116 w 625521"/>
                    <a:gd name="connsiteY39" fmla="*/ 721774 h 788699"/>
                    <a:gd name="connsiteX40" fmla="*/ 232236 w 625521"/>
                    <a:gd name="connsiteY40" fmla="*/ 727214 h 788699"/>
                    <a:gd name="connsiteX41" fmla="*/ 224078 w 625521"/>
                    <a:gd name="connsiteY41" fmla="*/ 735372 h 788699"/>
                    <a:gd name="connsiteX42" fmla="*/ 213199 w 625521"/>
                    <a:gd name="connsiteY42" fmla="*/ 738092 h 788699"/>
                    <a:gd name="connsiteX43" fmla="*/ 183283 w 625521"/>
                    <a:gd name="connsiteY43" fmla="*/ 727214 h 788699"/>
                    <a:gd name="connsiteX44" fmla="*/ 175124 w 625521"/>
                    <a:gd name="connsiteY44" fmla="*/ 719054 h 788699"/>
                    <a:gd name="connsiteX45" fmla="*/ 145208 w 625521"/>
                    <a:gd name="connsiteY45" fmla="*/ 719054 h 788699"/>
                    <a:gd name="connsiteX46" fmla="*/ 126170 w 625521"/>
                    <a:gd name="connsiteY46" fmla="*/ 719054 h 788699"/>
                    <a:gd name="connsiteX47" fmla="*/ 101693 w 625521"/>
                    <a:gd name="connsiteY47" fmla="*/ 719054 h 788699"/>
                    <a:gd name="connsiteX48" fmla="*/ 74496 w 625521"/>
                    <a:gd name="connsiteY48" fmla="*/ 713615 h 788699"/>
                    <a:gd name="connsiteX49" fmla="*/ 58178 w 625521"/>
                    <a:gd name="connsiteY49" fmla="*/ 697297 h 788699"/>
                    <a:gd name="connsiteX50" fmla="*/ 63618 w 625521"/>
                    <a:gd name="connsiteY50" fmla="*/ 689138 h 788699"/>
                    <a:gd name="connsiteX51" fmla="*/ 85375 w 625521"/>
                    <a:gd name="connsiteY51" fmla="*/ 680979 h 788699"/>
                    <a:gd name="connsiteX52" fmla="*/ 131609 w 625521"/>
                    <a:gd name="connsiteY52" fmla="*/ 675540 h 788699"/>
                    <a:gd name="connsiteX53" fmla="*/ 131609 w 625521"/>
                    <a:gd name="connsiteY53" fmla="*/ 667381 h 788699"/>
                    <a:gd name="connsiteX54" fmla="*/ 131609 w 625521"/>
                    <a:gd name="connsiteY54" fmla="*/ 651063 h 788699"/>
                    <a:gd name="connsiteX55" fmla="*/ 131609 w 625521"/>
                    <a:gd name="connsiteY55" fmla="*/ 618427 h 788699"/>
                    <a:gd name="connsiteX56" fmla="*/ 131609 w 625521"/>
                    <a:gd name="connsiteY56" fmla="*/ 580352 h 788699"/>
                    <a:gd name="connsiteX57" fmla="*/ 131609 w 625521"/>
                    <a:gd name="connsiteY57" fmla="*/ 531398 h 788699"/>
                    <a:gd name="connsiteX58" fmla="*/ 131609 w 625521"/>
                    <a:gd name="connsiteY58" fmla="*/ 466126 h 788699"/>
                    <a:gd name="connsiteX59" fmla="*/ 131609 w 625521"/>
                    <a:gd name="connsiteY59" fmla="*/ 422612 h 788699"/>
                    <a:gd name="connsiteX60" fmla="*/ 131609 w 625521"/>
                    <a:gd name="connsiteY60" fmla="*/ 411733 h 788699"/>
                    <a:gd name="connsiteX61" fmla="*/ 131609 w 625521"/>
                    <a:gd name="connsiteY61" fmla="*/ 398135 h 788699"/>
                    <a:gd name="connsiteX62" fmla="*/ 126170 w 625521"/>
                    <a:gd name="connsiteY62" fmla="*/ 389976 h 788699"/>
                    <a:gd name="connsiteX63" fmla="*/ 101693 w 625521"/>
                    <a:gd name="connsiteY63" fmla="*/ 387257 h 788699"/>
                    <a:gd name="connsiteX64" fmla="*/ 77216 w 625521"/>
                    <a:gd name="connsiteY64" fmla="*/ 376378 h 788699"/>
                    <a:gd name="connsiteX65" fmla="*/ 82655 w 625521"/>
                    <a:gd name="connsiteY65" fmla="*/ 368219 h 788699"/>
                    <a:gd name="connsiteX66" fmla="*/ 98973 w 625521"/>
                    <a:gd name="connsiteY66" fmla="*/ 360060 h 788699"/>
                    <a:gd name="connsiteX67" fmla="*/ 118011 w 625521"/>
                    <a:gd name="connsiteY67" fmla="*/ 357340 h 788699"/>
                    <a:gd name="connsiteX68" fmla="*/ 131609 w 625521"/>
                    <a:gd name="connsiteY68" fmla="*/ 351901 h 788699"/>
                    <a:gd name="connsiteX69" fmla="*/ 131609 w 625521"/>
                    <a:gd name="connsiteY69" fmla="*/ 343742 h 788699"/>
                    <a:gd name="connsiteX70" fmla="*/ 131609 w 625521"/>
                    <a:gd name="connsiteY70" fmla="*/ 270311 h 788699"/>
                    <a:gd name="connsiteX71" fmla="*/ 137048 w 625521"/>
                    <a:gd name="connsiteY71" fmla="*/ 145207 h 788699"/>
                    <a:gd name="connsiteX72" fmla="*/ 139768 w 625521"/>
                    <a:gd name="connsiteY72" fmla="*/ 123450 h 788699"/>
                    <a:gd name="connsiteX73" fmla="*/ 123450 w 625521"/>
                    <a:gd name="connsiteY73" fmla="*/ 123450 h 788699"/>
                    <a:gd name="connsiteX74" fmla="*/ 118011 w 625521"/>
                    <a:gd name="connsiteY74" fmla="*/ 123450 h 788699"/>
                    <a:gd name="connsiteX75" fmla="*/ 101693 w 625521"/>
                    <a:gd name="connsiteY75" fmla="*/ 123450 h 788699"/>
                    <a:gd name="connsiteX76" fmla="*/ 74496 w 625521"/>
                    <a:gd name="connsiteY76" fmla="*/ 118011 h 788699"/>
                    <a:gd name="connsiteX77" fmla="*/ 58178 w 625521"/>
                    <a:gd name="connsiteY77" fmla="*/ 101693 h 788699"/>
                    <a:gd name="connsiteX78" fmla="*/ 63618 w 625521"/>
                    <a:gd name="connsiteY78" fmla="*/ 93534 h 788699"/>
                    <a:gd name="connsiteX79" fmla="*/ 85375 w 625521"/>
                    <a:gd name="connsiteY79" fmla="*/ 85375 h 788699"/>
                    <a:gd name="connsiteX80" fmla="*/ 137048 w 625521"/>
                    <a:gd name="connsiteY80" fmla="*/ 82655 h 788699"/>
                    <a:gd name="connsiteX81" fmla="*/ 147927 w 625521"/>
                    <a:gd name="connsiteY81" fmla="*/ 82655 h 788699"/>
                    <a:gd name="connsiteX82" fmla="*/ 186003 w 625521"/>
                    <a:gd name="connsiteY82" fmla="*/ 58178 h 788699"/>
                    <a:gd name="connsiteX83" fmla="*/ 226797 w 625521"/>
                    <a:gd name="connsiteY83" fmla="*/ 79936 h 788699"/>
                    <a:gd name="connsiteX84" fmla="*/ 253994 w 625521"/>
                    <a:gd name="connsiteY84" fmla="*/ 79936 h 788699"/>
                    <a:gd name="connsiteX85" fmla="*/ 294789 w 625521"/>
                    <a:gd name="connsiteY85" fmla="*/ 96253 h 788699"/>
                    <a:gd name="connsiteX86" fmla="*/ 283910 w 625521"/>
                    <a:gd name="connsiteY86" fmla="*/ 112571 h 788699"/>
                    <a:gd name="connsiteX87" fmla="*/ 267592 w 625521"/>
                    <a:gd name="connsiteY87" fmla="*/ 120730 h 788699"/>
                    <a:gd name="connsiteX88" fmla="*/ 245835 w 625521"/>
                    <a:gd name="connsiteY88" fmla="*/ 123450 h 788699"/>
                    <a:gd name="connsiteX89" fmla="*/ 237676 w 625521"/>
                    <a:gd name="connsiteY89" fmla="*/ 123450 h 788699"/>
                    <a:gd name="connsiteX90" fmla="*/ 240396 w 625521"/>
                    <a:gd name="connsiteY90" fmla="*/ 128889 h 788699"/>
                    <a:gd name="connsiteX91" fmla="*/ 251274 w 625521"/>
                    <a:gd name="connsiteY91" fmla="*/ 177843 h 788699"/>
                    <a:gd name="connsiteX92" fmla="*/ 256714 w 625521"/>
                    <a:gd name="connsiteY92" fmla="*/ 226797 h 788699"/>
                    <a:gd name="connsiteX93" fmla="*/ 262153 w 625521"/>
                    <a:gd name="connsiteY93" fmla="*/ 273031 h 788699"/>
                    <a:gd name="connsiteX94" fmla="*/ 262153 w 625521"/>
                    <a:gd name="connsiteY94" fmla="*/ 289349 h 788699"/>
                    <a:gd name="connsiteX95" fmla="*/ 262153 w 625521"/>
                    <a:gd name="connsiteY95" fmla="*/ 297508 h 788699"/>
                    <a:gd name="connsiteX96" fmla="*/ 264872 w 625521"/>
                    <a:gd name="connsiteY96" fmla="*/ 321985 h 788699"/>
                    <a:gd name="connsiteX97" fmla="*/ 270312 w 625521"/>
                    <a:gd name="connsiteY97" fmla="*/ 335583 h 788699"/>
                    <a:gd name="connsiteX98" fmla="*/ 270312 w 625521"/>
                    <a:gd name="connsiteY98" fmla="*/ 338303 h 788699"/>
                    <a:gd name="connsiteX99" fmla="*/ 270312 w 625521"/>
                    <a:gd name="connsiteY99" fmla="*/ 346462 h 788699"/>
                    <a:gd name="connsiteX100" fmla="*/ 278471 w 625521"/>
                    <a:gd name="connsiteY100" fmla="*/ 354621 h 788699"/>
                    <a:gd name="connsiteX101" fmla="*/ 338304 w 625521"/>
                    <a:gd name="connsiteY101" fmla="*/ 349181 h 788699"/>
                    <a:gd name="connsiteX102" fmla="*/ 365500 w 625521"/>
                    <a:gd name="connsiteY102" fmla="*/ 349181 h 788699"/>
                    <a:gd name="connsiteX103" fmla="*/ 381817 w 625521"/>
                    <a:gd name="connsiteY103" fmla="*/ 349181 h 788699"/>
                    <a:gd name="connsiteX104" fmla="*/ 392697 w 625521"/>
                    <a:gd name="connsiteY104" fmla="*/ 338303 h 788699"/>
                    <a:gd name="connsiteX105" fmla="*/ 389977 w 625521"/>
                    <a:gd name="connsiteY105" fmla="*/ 313826 h 788699"/>
                    <a:gd name="connsiteX106" fmla="*/ 392697 w 625521"/>
                    <a:gd name="connsiteY106" fmla="*/ 262152 h 788699"/>
                    <a:gd name="connsiteX107" fmla="*/ 395416 w 625521"/>
                    <a:gd name="connsiteY107" fmla="*/ 224077 h 788699"/>
                    <a:gd name="connsiteX108" fmla="*/ 398136 w 625521"/>
                    <a:gd name="connsiteY108" fmla="*/ 177843 h 788699"/>
                    <a:gd name="connsiteX109" fmla="*/ 395416 w 625521"/>
                    <a:gd name="connsiteY109" fmla="*/ 153366 h 788699"/>
                    <a:gd name="connsiteX110" fmla="*/ 395416 w 625521"/>
                    <a:gd name="connsiteY110" fmla="*/ 137048 h 788699"/>
                    <a:gd name="connsiteX111" fmla="*/ 379098 w 625521"/>
                    <a:gd name="connsiteY111" fmla="*/ 137048 h 788699"/>
                    <a:gd name="connsiteX112" fmla="*/ 351902 w 625521"/>
                    <a:gd name="connsiteY112" fmla="*/ 131609 h 788699"/>
                    <a:gd name="connsiteX113" fmla="*/ 338304 w 625521"/>
                    <a:gd name="connsiteY113" fmla="*/ 115291 h 788699"/>
                    <a:gd name="connsiteX114" fmla="*/ 343742 w 625521"/>
                    <a:gd name="connsiteY114" fmla="*/ 107132 h 788699"/>
                    <a:gd name="connsiteX115" fmla="*/ 362780 w 625521"/>
                    <a:gd name="connsiteY115" fmla="*/ 98973 h 788699"/>
                    <a:gd name="connsiteX116" fmla="*/ 395416 w 625521"/>
                    <a:gd name="connsiteY116" fmla="*/ 96253 h 788699"/>
                    <a:gd name="connsiteX117" fmla="*/ 403575 w 625521"/>
                    <a:gd name="connsiteY117" fmla="*/ 90814 h 788699"/>
                    <a:gd name="connsiteX118" fmla="*/ 422612 w 625521"/>
                    <a:gd name="connsiteY118" fmla="*/ 88095 h 788699"/>
                    <a:gd name="connsiteX119" fmla="*/ 428052 w 625521"/>
                    <a:gd name="connsiteY119" fmla="*/ 88095 h 788699"/>
                    <a:gd name="connsiteX120" fmla="*/ 447090 w 625521"/>
                    <a:gd name="connsiteY120" fmla="*/ 90814 h 788699"/>
                    <a:gd name="connsiteX121" fmla="*/ 455249 w 625521"/>
                    <a:gd name="connsiteY121" fmla="*/ 96253 h 788699"/>
                    <a:gd name="connsiteX122" fmla="*/ 525960 w 625521"/>
                    <a:gd name="connsiteY122" fmla="*/ 93534 h 788699"/>
                    <a:gd name="connsiteX123" fmla="*/ 561315 w 625521"/>
                    <a:gd name="connsiteY123" fmla="*/ 109852 h 788699"/>
                    <a:gd name="connsiteX124" fmla="*/ 555876 w 625521"/>
                    <a:gd name="connsiteY124" fmla="*/ 126170 h 788699"/>
                    <a:gd name="connsiteX125" fmla="*/ 539558 w 625521"/>
                    <a:gd name="connsiteY125" fmla="*/ 134329 h 788699"/>
                    <a:gd name="connsiteX126" fmla="*/ 517800 w 625521"/>
                    <a:gd name="connsiteY126" fmla="*/ 137048 h 788699"/>
                    <a:gd name="connsiteX127" fmla="*/ 477006 w 625521"/>
                    <a:gd name="connsiteY127" fmla="*/ 137048 h 788699"/>
                    <a:gd name="connsiteX128" fmla="*/ 485165 w 625521"/>
                    <a:gd name="connsiteY128" fmla="*/ 161525 h 788699"/>
                    <a:gd name="connsiteX129" fmla="*/ 496043 w 625521"/>
                    <a:gd name="connsiteY129" fmla="*/ 210479 h 788699"/>
                    <a:gd name="connsiteX130" fmla="*/ 501483 w 625521"/>
                    <a:gd name="connsiteY130" fmla="*/ 251274 h 788699"/>
                    <a:gd name="connsiteX131" fmla="*/ 506922 w 625521"/>
                    <a:gd name="connsiteY131" fmla="*/ 292069 h 788699"/>
                    <a:gd name="connsiteX132" fmla="*/ 506922 w 625521"/>
                    <a:gd name="connsiteY132" fmla="*/ 321985 h 788699"/>
                    <a:gd name="connsiteX133" fmla="*/ 509642 w 625521"/>
                    <a:gd name="connsiteY133" fmla="*/ 341022 h 788699"/>
                    <a:gd name="connsiteX134" fmla="*/ 509642 w 625521"/>
                    <a:gd name="connsiteY134" fmla="*/ 343742 h 788699"/>
                    <a:gd name="connsiteX135" fmla="*/ 517800 w 625521"/>
                    <a:gd name="connsiteY135" fmla="*/ 349181 h 788699"/>
                    <a:gd name="connsiteX136" fmla="*/ 528680 w 625521"/>
                    <a:gd name="connsiteY136" fmla="*/ 349181 h 788699"/>
                    <a:gd name="connsiteX137" fmla="*/ 550437 w 625521"/>
                    <a:gd name="connsiteY137" fmla="*/ 357340 h 788699"/>
                    <a:gd name="connsiteX138" fmla="*/ 550437 w 625521"/>
                    <a:gd name="connsiteY138" fmla="*/ 362780 h 788699"/>
                    <a:gd name="connsiteX139" fmla="*/ 534119 w 625521"/>
                    <a:gd name="connsiteY139" fmla="*/ 384537 h 788699"/>
                    <a:gd name="connsiteX140" fmla="*/ 520520 w 625521"/>
                    <a:gd name="connsiteY140" fmla="*/ 389976 h 788699"/>
                    <a:gd name="connsiteX141" fmla="*/ 512362 w 625521"/>
                    <a:gd name="connsiteY141" fmla="*/ 395415 h 788699"/>
                    <a:gd name="connsiteX142" fmla="*/ 512362 w 625521"/>
                    <a:gd name="connsiteY142" fmla="*/ 398135 h 788699"/>
                    <a:gd name="connsiteX143" fmla="*/ 512362 w 625521"/>
                    <a:gd name="connsiteY143" fmla="*/ 409014 h 788699"/>
                    <a:gd name="connsiteX144" fmla="*/ 512362 w 625521"/>
                    <a:gd name="connsiteY144" fmla="*/ 414453 h 788699"/>
                    <a:gd name="connsiteX145" fmla="*/ 512362 w 625521"/>
                    <a:gd name="connsiteY145" fmla="*/ 438930 h 788699"/>
                    <a:gd name="connsiteX146" fmla="*/ 515081 w 625521"/>
                    <a:gd name="connsiteY146" fmla="*/ 504202 h 788699"/>
                    <a:gd name="connsiteX147" fmla="*/ 520520 w 625521"/>
                    <a:gd name="connsiteY147" fmla="*/ 572193 h 788699"/>
                    <a:gd name="connsiteX148" fmla="*/ 517800 w 625521"/>
                    <a:gd name="connsiteY148" fmla="*/ 604829 h 788699"/>
                    <a:gd name="connsiteX149" fmla="*/ 512362 w 625521"/>
                    <a:gd name="connsiteY149" fmla="*/ 661942 h 788699"/>
                    <a:gd name="connsiteX150" fmla="*/ 509642 w 625521"/>
                    <a:gd name="connsiteY150" fmla="*/ 670101 h 788699"/>
                    <a:gd name="connsiteX151" fmla="*/ 512362 w 625521"/>
                    <a:gd name="connsiteY151" fmla="*/ 680979 h 788699"/>
                    <a:gd name="connsiteX152" fmla="*/ 512362 w 625521"/>
                    <a:gd name="connsiteY152" fmla="*/ 686419 h 788699"/>
                    <a:gd name="connsiteX153" fmla="*/ 536838 w 625521"/>
                    <a:gd name="connsiteY153" fmla="*/ 680979 h 788699"/>
                    <a:gd name="connsiteX154" fmla="*/ 536838 w 625521"/>
                    <a:gd name="connsiteY154" fmla="*/ 680979 h 788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</a:cxnLst>
                  <a:rect l="l" t="t" r="r" b="b"/>
                  <a:pathLst>
                    <a:path w="625521" h="788699">
                      <a:moveTo>
                        <a:pt x="536838" y="680979"/>
                      </a:moveTo>
                      <a:cubicBezTo>
                        <a:pt x="550437" y="680979"/>
                        <a:pt x="574913" y="680979"/>
                        <a:pt x="574913" y="697297"/>
                      </a:cubicBezTo>
                      <a:cubicBezTo>
                        <a:pt x="574913" y="705456"/>
                        <a:pt x="572194" y="708176"/>
                        <a:pt x="566755" y="713615"/>
                      </a:cubicBezTo>
                      <a:cubicBezTo>
                        <a:pt x="561315" y="719054"/>
                        <a:pt x="555876" y="721774"/>
                        <a:pt x="550437" y="721774"/>
                      </a:cubicBezTo>
                      <a:cubicBezTo>
                        <a:pt x="539558" y="724494"/>
                        <a:pt x="534119" y="724494"/>
                        <a:pt x="528680" y="724494"/>
                      </a:cubicBezTo>
                      <a:cubicBezTo>
                        <a:pt x="517800" y="724494"/>
                        <a:pt x="428052" y="724494"/>
                        <a:pt x="417174" y="724494"/>
                      </a:cubicBezTo>
                      <a:cubicBezTo>
                        <a:pt x="403575" y="724494"/>
                        <a:pt x="414454" y="724494"/>
                        <a:pt x="398136" y="724494"/>
                      </a:cubicBezTo>
                      <a:cubicBezTo>
                        <a:pt x="389977" y="724494"/>
                        <a:pt x="381817" y="724494"/>
                        <a:pt x="373659" y="724494"/>
                      </a:cubicBezTo>
                      <a:cubicBezTo>
                        <a:pt x="365500" y="724494"/>
                        <a:pt x="354621" y="721774"/>
                        <a:pt x="346462" y="719054"/>
                      </a:cubicBezTo>
                      <a:cubicBezTo>
                        <a:pt x="338304" y="716335"/>
                        <a:pt x="330144" y="708176"/>
                        <a:pt x="330144" y="702737"/>
                      </a:cubicBezTo>
                      <a:cubicBezTo>
                        <a:pt x="330144" y="700017"/>
                        <a:pt x="330144" y="697297"/>
                        <a:pt x="335584" y="694578"/>
                      </a:cubicBezTo>
                      <a:cubicBezTo>
                        <a:pt x="341023" y="691858"/>
                        <a:pt x="351902" y="689138"/>
                        <a:pt x="357341" y="686419"/>
                      </a:cubicBezTo>
                      <a:cubicBezTo>
                        <a:pt x="373659" y="683699"/>
                        <a:pt x="387257" y="680979"/>
                        <a:pt x="395416" y="680979"/>
                      </a:cubicBezTo>
                      <a:cubicBezTo>
                        <a:pt x="387257" y="675540"/>
                        <a:pt x="384537" y="670101"/>
                        <a:pt x="381817" y="656502"/>
                      </a:cubicBezTo>
                      <a:cubicBezTo>
                        <a:pt x="379098" y="632026"/>
                        <a:pt x="379098" y="610268"/>
                        <a:pt x="379098" y="585791"/>
                      </a:cubicBezTo>
                      <a:cubicBezTo>
                        <a:pt x="379098" y="564034"/>
                        <a:pt x="379098" y="542277"/>
                        <a:pt x="379098" y="517800"/>
                      </a:cubicBezTo>
                      <a:cubicBezTo>
                        <a:pt x="379098" y="504202"/>
                        <a:pt x="379098" y="487884"/>
                        <a:pt x="379098" y="474286"/>
                      </a:cubicBezTo>
                      <a:cubicBezTo>
                        <a:pt x="379098" y="457968"/>
                        <a:pt x="376379" y="444369"/>
                        <a:pt x="379098" y="430771"/>
                      </a:cubicBezTo>
                      <a:cubicBezTo>
                        <a:pt x="379098" y="425332"/>
                        <a:pt x="381817" y="417173"/>
                        <a:pt x="381817" y="411733"/>
                      </a:cubicBezTo>
                      <a:cubicBezTo>
                        <a:pt x="381817" y="406294"/>
                        <a:pt x="381817" y="403575"/>
                        <a:pt x="379098" y="400855"/>
                      </a:cubicBezTo>
                      <a:cubicBezTo>
                        <a:pt x="376379" y="400855"/>
                        <a:pt x="373659" y="398135"/>
                        <a:pt x="370939" y="398135"/>
                      </a:cubicBezTo>
                      <a:cubicBezTo>
                        <a:pt x="360061" y="398135"/>
                        <a:pt x="343742" y="400855"/>
                        <a:pt x="338304" y="400855"/>
                      </a:cubicBezTo>
                      <a:cubicBezTo>
                        <a:pt x="330144" y="400855"/>
                        <a:pt x="319266" y="403575"/>
                        <a:pt x="289349" y="403575"/>
                      </a:cubicBezTo>
                      <a:cubicBezTo>
                        <a:pt x="275751" y="403575"/>
                        <a:pt x="267592" y="400855"/>
                        <a:pt x="264872" y="400855"/>
                      </a:cubicBezTo>
                      <a:cubicBezTo>
                        <a:pt x="262153" y="400855"/>
                        <a:pt x="259433" y="400855"/>
                        <a:pt x="259433" y="406294"/>
                      </a:cubicBezTo>
                      <a:cubicBezTo>
                        <a:pt x="259433" y="414453"/>
                        <a:pt x="259433" y="419892"/>
                        <a:pt x="259433" y="425332"/>
                      </a:cubicBezTo>
                      <a:cubicBezTo>
                        <a:pt x="259433" y="433491"/>
                        <a:pt x="259433" y="441650"/>
                        <a:pt x="259433" y="449809"/>
                      </a:cubicBezTo>
                      <a:cubicBezTo>
                        <a:pt x="259433" y="457968"/>
                        <a:pt x="259433" y="463407"/>
                        <a:pt x="259433" y="471566"/>
                      </a:cubicBezTo>
                      <a:cubicBezTo>
                        <a:pt x="259433" y="482445"/>
                        <a:pt x="259433" y="493323"/>
                        <a:pt x="259433" y="504202"/>
                      </a:cubicBezTo>
                      <a:cubicBezTo>
                        <a:pt x="259433" y="506921"/>
                        <a:pt x="259433" y="506921"/>
                        <a:pt x="259433" y="509641"/>
                      </a:cubicBezTo>
                      <a:cubicBezTo>
                        <a:pt x="259433" y="520520"/>
                        <a:pt x="256714" y="531398"/>
                        <a:pt x="256714" y="542277"/>
                      </a:cubicBezTo>
                      <a:cubicBezTo>
                        <a:pt x="256714" y="553156"/>
                        <a:pt x="256714" y="566754"/>
                        <a:pt x="256714" y="577632"/>
                      </a:cubicBezTo>
                      <a:cubicBezTo>
                        <a:pt x="256714" y="588511"/>
                        <a:pt x="256714" y="599390"/>
                        <a:pt x="256714" y="612988"/>
                      </a:cubicBezTo>
                      <a:cubicBezTo>
                        <a:pt x="256714" y="629306"/>
                        <a:pt x="253994" y="642904"/>
                        <a:pt x="253994" y="656502"/>
                      </a:cubicBezTo>
                      <a:cubicBezTo>
                        <a:pt x="253994" y="664661"/>
                        <a:pt x="256714" y="672820"/>
                        <a:pt x="256714" y="678260"/>
                      </a:cubicBezTo>
                      <a:cubicBezTo>
                        <a:pt x="270312" y="678260"/>
                        <a:pt x="286629" y="680979"/>
                        <a:pt x="286629" y="694578"/>
                      </a:cubicBezTo>
                      <a:cubicBezTo>
                        <a:pt x="286629" y="702737"/>
                        <a:pt x="283910" y="705456"/>
                        <a:pt x="281191" y="710895"/>
                      </a:cubicBezTo>
                      <a:cubicBezTo>
                        <a:pt x="275751" y="716335"/>
                        <a:pt x="270312" y="719054"/>
                        <a:pt x="264872" y="719054"/>
                      </a:cubicBezTo>
                      <a:cubicBezTo>
                        <a:pt x="256714" y="721774"/>
                        <a:pt x="248554" y="721774"/>
                        <a:pt x="243116" y="721774"/>
                      </a:cubicBezTo>
                      <a:cubicBezTo>
                        <a:pt x="243116" y="721774"/>
                        <a:pt x="243116" y="721774"/>
                        <a:pt x="243116" y="721774"/>
                      </a:cubicBezTo>
                      <a:cubicBezTo>
                        <a:pt x="237676" y="724494"/>
                        <a:pt x="237676" y="724494"/>
                        <a:pt x="232236" y="727214"/>
                      </a:cubicBezTo>
                      <a:cubicBezTo>
                        <a:pt x="229517" y="729933"/>
                        <a:pt x="229517" y="732653"/>
                        <a:pt x="224078" y="735372"/>
                      </a:cubicBezTo>
                      <a:cubicBezTo>
                        <a:pt x="221358" y="738092"/>
                        <a:pt x="215919" y="738092"/>
                        <a:pt x="213199" y="738092"/>
                      </a:cubicBezTo>
                      <a:cubicBezTo>
                        <a:pt x="199601" y="738092"/>
                        <a:pt x="188722" y="735372"/>
                        <a:pt x="183283" y="727214"/>
                      </a:cubicBezTo>
                      <a:cubicBezTo>
                        <a:pt x="180563" y="724494"/>
                        <a:pt x="177843" y="721774"/>
                        <a:pt x="175124" y="719054"/>
                      </a:cubicBezTo>
                      <a:cubicBezTo>
                        <a:pt x="161526" y="719054"/>
                        <a:pt x="150646" y="719054"/>
                        <a:pt x="145208" y="719054"/>
                      </a:cubicBezTo>
                      <a:cubicBezTo>
                        <a:pt x="131609" y="719054"/>
                        <a:pt x="142488" y="719054"/>
                        <a:pt x="126170" y="719054"/>
                      </a:cubicBezTo>
                      <a:cubicBezTo>
                        <a:pt x="118011" y="719054"/>
                        <a:pt x="109852" y="719054"/>
                        <a:pt x="101693" y="719054"/>
                      </a:cubicBezTo>
                      <a:cubicBezTo>
                        <a:pt x="93534" y="719054"/>
                        <a:pt x="82655" y="719054"/>
                        <a:pt x="74496" y="713615"/>
                      </a:cubicBezTo>
                      <a:cubicBezTo>
                        <a:pt x="66338" y="710895"/>
                        <a:pt x="58178" y="702737"/>
                        <a:pt x="58178" y="697297"/>
                      </a:cubicBezTo>
                      <a:cubicBezTo>
                        <a:pt x="58178" y="694578"/>
                        <a:pt x="58178" y="691858"/>
                        <a:pt x="63618" y="689138"/>
                      </a:cubicBezTo>
                      <a:cubicBezTo>
                        <a:pt x="69057" y="686419"/>
                        <a:pt x="79936" y="683699"/>
                        <a:pt x="85375" y="680979"/>
                      </a:cubicBezTo>
                      <a:cubicBezTo>
                        <a:pt x="98973" y="678260"/>
                        <a:pt x="118011" y="678260"/>
                        <a:pt x="131609" y="675540"/>
                      </a:cubicBezTo>
                      <a:cubicBezTo>
                        <a:pt x="131609" y="672820"/>
                        <a:pt x="131609" y="670101"/>
                        <a:pt x="131609" y="667381"/>
                      </a:cubicBezTo>
                      <a:cubicBezTo>
                        <a:pt x="131609" y="661942"/>
                        <a:pt x="131609" y="656502"/>
                        <a:pt x="131609" y="651063"/>
                      </a:cubicBezTo>
                      <a:cubicBezTo>
                        <a:pt x="131609" y="640184"/>
                        <a:pt x="131609" y="629306"/>
                        <a:pt x="131609" y="618427"/>
                      </a:cubicBezTo>
                      <a:cubicBezTo>
                        <a:pt x="131609" y="604829"/>
                        <a:pt x="131609" y="593950"/>
                        <a:pt x="131609" y="580352"/>
                      </a:cubicBezTo>
                      <a:cubicBezTo>
                        <a:pt x="131609" y="564034"/>
                        <a:pt x="131609" y="547716"/>
                        <a:pt x="131609" y="531398"/>
                      </a:cubicBezTo>
                      <a:cubicBezTo>
                        <a:pt x="131609" y="509641"/>
                        <a:pt x="131609" y="487884"/>
                        <a:pt x="131609" y="466126"/>
                      </a:cubicBezTo>
                      <a:cubicBezTo>
                        <a:pt x="131609" y="452528"/>
                        <a:pt x="131609" y="436210"/>
                        <a:pt x="131609" y="422612"/>
                      </a:cubicBezTo>
                      <a:cubicBezTo>
                        <a:pt x="131609" y="419892"/>
                        <a:pt x="131609" y="414453"/>
                        <a:pt x="131609" y="411733"/>
                      </a:cubicBezTo>
                      <a:cubicBezTo>
                        <a:pt x="131609" y="409014"/>
                        <a:pt x="131609" y="400855"/>
                        <a:pt x="131609" y="398135"/>
                      </a:cubicBezTo>
                      <a:cubicBezTo>
                        <a:pt x="131609" y="392696"/>
                        <a:pt x="131609" y="392696"/>
                        <a:pt x="126170" y="389976"/>
                      </a:cubicBezTo>
                      <a:cubicBezTo>
                        <a:pt x="123450" y="389976"/>
                        <a:pt x="109852" y="387257"/>
                        <a:pt x="101693" y="387257"/>
                      </a:cubicBezTo>
                      <a:cubicBezTo>
                        <a:pt x="90814" y="384537"/>
                        <a:pt x="77216" y="381817"/>
                        <a:pt x="77216" y="376378"/>
                      </a:cubicBezTo>
                      <a:cubicBezTo>
                        <a:pt x="77216" y="373658"/>
                        <a:pt x="79936" y="370939"/>
                        <a:pt x="82655" y="368219"/>
                      </a:cubicBezTo>
                      <a:cubicBezTo>
                        <a:pt x="88095" y="365499"/>
                        <a:pt x="93534" y="362780"/>
                        <a:pt x="98973" y="360060"/>
                      </a:cubicBezTo>
                      <a:cubicBezTo>
                        <a:pt x="104413" y="360060"/>
                        <a:pt x="112571" y="357340"/>
                        <a:pt x="118011" y="357340"/>
                      </a:cubicBezTo>
                      <a:cubicBezTo>
                        <a:pt x="126170" y="354621"/>
                        <a:pt x="128890" y="357340"/>
                        <a:pt x="131609" y="351901"/>
                      </a:cubicBezTo>
                      <a:cubicBezTo>
                        <a:pt x="131609" y="349181"/>
                        <a:pt x="131609" y="346462"/>
                        <a:pt x="131609" y="343742"/>
                      </a:cubicBezTo>
                      <a:cubicBezTo>
                        <a:pt x="131609" y="319265"/>
                        <a:pt x="131609" y="294788"/>
                        <a:pt x="131609" y="270311"/>
                      </a:cubicBezTo>
                      <a:cubicBezTo>
                        <a:pt x="131609" y="226797"/>
                        <a:pt x="131609" y="186002"/>
                        <a:pt x="137048" y="145207"/>
                      </a:cubicBezTo>
                      <a:cubicBezTo>
                        <a:pt x="137048" y="139768"/>
                        <a:pt x="137048" y="131609"/>
                        <a:pt x="139768" y="123450"/>
                      </a:cubicBezTo>
                      <a:cubicBezTo>
                        <a:pt x="134329" y="123450"/>
                        <a:pt x="137048" y="123450"/>
                        <a:pt x="123450" y="123450"/>
                      </a:cubicBezTo>
                      <a:cubicBezTo>
                        <a:pt x="120731" y="123450"/>
                        <a:pt x="120731" y="123450"/>
                        <a:pt x="118011" y="123450"/>
                      </a:cubicBezTo>
                      <a:cubicBezTo>
                        <a:pt x="112571" y="123450"/>
                        <a:pt x="107133" y="123450"/>
                        <a:pt x="101693" y="123450"/>
                      </a:cubicBezTo>
                      <a:cubicBezTo>
                        <a:pt x="93534" y="123450"/>
                        <a:pt x="82655" y="120730"/>
                        <a:pt x="74496" y="118011"/>
                      </a:cubicBezTo>
                      <a:cubicBezTo>
                        <a:pt x="66338" y="115291"/>
                        <a:pt x="58178" y="107132"/>
                        <a:pt x="58178" y="101693"/>
                      </a:cubicBezTo>
                      <a:cubicBezTo>
                        <a:pt x="58178" y="98973"/>
                        <a:pt x="58178" y="96253"/>
                        <a:pt x="63618" y="93534"/>
                      </a:cubicBezTo>
                      <a:cubicBezTo>
                        <a:pt x="66338" y="90814"/>
                        <a:pt x="77216" y="88095"/>
                        <a:pt x="85375" y="85375"/>
                      </a:cubicBezTo>
                      <a:cubicBezTo>
                        <a:pt x="104413" y="82655"/>
                        <a:pt x="128890" y="82655"/>
                        <a:pt x="137048" y="82655"/>
                      </a:cubicBezTo>
                      <a:cubicBezTo>
                        <a:pt x="139768" y="82655"/>
                        <a:pt x="142488" y="82655"/>
                        <a:pt x="147927" y="82655"/>
                      </a:cubicBezTo>
                      <a:cubicBezTo>
                        <a:pt x="153366" y="69057"/>
                        <a:pt x="164245" y="58178"/>
                        <a:pt x="186003" y="58178"/>
                      </a:cubicBezTo>
                      <a:cubicBezTo>
                        <a:pt x="202321" y="58178"/>
                        <a:pt x="215919" y="66337"/>
                        <a:pt x="226797" y="79936"/>
                      </a:cubicBezTo>
                      <a:cubicBezTo>
                        <a:pt x="237676" y="79936"/>
                        <a:pt x="248554" y="79936"/>
                        <a:pt x="253994" y="79936"/>
                      </a:cubicBezTo>
                      <a:cubicBezTo>
                        <a:pt x="267592" y="79936"/>
                        <a:pt x="294789" y="79936"/>
                        <a:pt x="294789" y="96253"/>
                      </a:cubicBezTo>
                      <a:cubicBezTo>
                        <a:pt x="294789" y="104412"/>
                        <a:pt x="289349" y="107132"/>
                        <a:pt x="283910" y="112571"/>
                      </a:cubicBezTo>
                      <a:cubicBezTo>
                        <a:pt x="278471" y="118011"/>
                        <a:pt x="273031" y="120730"/>
                        <a:pt x="267592" y="120730"/>
                      </a:cubicBezTo>
                      <a:cubicBezTo>
                        <a:pt x="259433" y="123450"/>
                        <a:pt x="251274" y="123450"/>
                        <a:pt x="245835" y="123450"/>
                      </a:cubicBezTo>
                      <a:cubicBezTo>
                        <a:pt x="245835" y="123450"/>
                        <a:pt x="243116" y="123450"/>
                        <a:pt x="237676" y="123450"/>
                      </a:cubicBezTo>
                      <a:cubicBezTo>
                        <a:pt x="237676" y="126170"/>
                        <a:pt x="237676" y="126170"/>
                        <a:pt x="240396" y="128889"/>
                      </a:cubicBezTo>
                      <a:cubicBezTo>
                        <a:pt x="245835" y="145207"/>
                        <a:pt x="248554" y="161525"/>
                        <a:pt x="251274" y="177843"/>
                      </a:cubicBezTo>
                      <a:cubicBezTo>
                        <a:pt x="253994" y="194161"/>
                        <a:pt x="253994" y="210479"/>
                        <a:pt x="256714" y="226797"/>
                      </a:cubicBezTo>
                      <a:cubicBezTo>
                        <a:pt x="259433" y="243115"/>
                        <a:pt x="262153" y="256713"/>
                        <a:pt x="262153" y="273031"/>
                      </a:cubicBezTo>
                      <a:cubicBezTo>
                        <a:pt x="262153" y="278470"/>
                        <a:pt x="262153" y="283910"/>
                        <a:pt x="262153" y="289349"/>
                      </a:cubicBezTo>
                      <a:lnTo>
                        <a:pt x="262153" y="297508"/>
                      </a:lnTo>
                      <a:cubicBezTo>
                        <a:pt x="262153" y="305667"/>
                        <a:pt x="262153" y="313826"/>
                        <a:pt x="264872" y="321985"/>
                      </a:cubicBezTo>
                      <a:cubicBezTo>
                        <a:pt x="264872" y="327424"/>
                        <a:pt x="270312" y="330144"/>
                        <a:pt x="270312" y="335583"/>
                      </a:cubicBezTo>
                      <a:cubicBezTo>
                        <a:pt x="270312" y="335583"/>
                        <a:pt x="270312" y="338303"/>
                        <a:pt x="270312" y="338303"/>
                      </a:cubicBezTo>
                      <a:cubicBezTo>
                        <a:pt x="270312" y="341022"/>
                        <a:pt x="270312" y="343742"/>
                        <a:pt x="270312" y="346462"/>
                      </a:cubicBezTo>
                      <a:cubicBezTo>
                        <a:pt x="270312" y="351901"/>
                        <a:pt x="273031" y="354621"/>
                        <a:pt x="278471" y="354621"/>
                      </a:cubicBezTo>
                      <a:cubicBezTo>
                        <a:pt x="289349" y="354621"/>
                        <a:pt x="335584" y="351901"/>
                        <a:pt x="338304" y="349181"/>
                      </a:cubicBezTo>
                      <a:cubicBezTo>
                        <a:pt x="346462" y="349181"/>
                        <a:pt x="357341" y="349181"/>
                        <a:pt x="365500" y="349181"/>
                      </a:cubicBezTo>
                      <a:cubicBezTo>
                        <a:pt x="370939" y="349181"/>
                        <a:pt x="376379" y="349181"/>
                        <a:pt x="381817" y="349181"/>
                      </a:cubicBezTo>
                      <a:cubicBezTo>
                        <a:pt x="387257" y="349181"/>
                        <a:pt x="392697" y="346462"/>
                        <a:pt x="392697" y="338303"/>
                      </a:cubicBezTo>
                      <a:cubicBezTo>
                        <a:pt x="392697" y="330144"/>
                        <a:pt x="389977" y="316545"/>
                        <a:pt x="389977" y="313826"/>
                      </a:cubicBezTo>
                      <a:cubicBezTo>
                        <a:pt x="389977" y="294788"/>
                        <a:pt x="389977" y="278470"/>
                        <a:pt x="392697" y="262152"/>
                      </a:cubicBezTo>
                      <a:cubicBezTo>
                        <a:pt x="392697" y="259433"/>
                        <a:pt x="395416" y="243115"/>
                        <a:pt x="395416" y="224077"/>
                      </a:cubicBezTo>
                      <a:cubicBezTo>
                        <a:pt x="395416" y="207759"/>
                        <a:pt x="398136" y="188722"/>
                        <a:pt x="398136" y="177843"/>
                      </a:cubicBezTo>
                      <a:cubicBezTo>
                        <a:pt x="398136" y="169684"/>
                        <a:pt x="395416" y="158806"/>
                        <a:pt x="395416" y="153366"/>
                      </a:cubicBezTo>
                      <a:cubicBezTo>
                        <a:pt x="395416" y="145207"/>
                        <a:pt x="395416" y="142488"/>
                        <a:pt x="395416" y="137048"/>
                      </a:cubicBezTo>
                      <a:cubicBezTo>
                        <a:pt x="389977" y="137048"/>
                        <a:pt x="384537" y="137048"/>
                        <a:pt x="379098" y="137048"/>
                      </a:cubicBezTo>
                      <a:cubicBezTo>
                        <a:pt x="370939" y="137048"/>
                        <a:pt x="360061" y="134329"/>
                        <a:pt x="351902" y="131609"/>
                      </a:cubicBezTo>
                      <a:cubicBezTo>
                        <a:pt x="343742" y="128889"/>
                        <a:pt x="338304" y="120730"/>
                        <a:pt x="338304" y="115291"/>
                      </a:cubicBezTo>
                      <a:cubicBezTo>
                        <a:pt x="338304" y="112571"/>
                        <a:pt x="338304" y="109852"/>
                        <a:pt x="343742" y="107132"/>
                      </a:cubicBezTo>
                      <a:cubicBezTo>
                        <a:pt x="349182" y="104412"/>
                        <a:pt x="357341" y="101693"/>
                        <a:pt x="362780" y="98973"/>
                      </a:cubicBezTo>
                      <a:cubicBezTo>
                        <a:pt x="373659" y="96253"/>
                        <a:pt x="387257" y="96253"/>
                        <a:pt x="395416" y="96253"/>
                      </a:cubicBezTo>
                      <a:cubicBezTo>
                        <a:pt x="398136" y="93534"/>
                        <a:pt x="400855" y="90814"/>
                        <a:pt x="403575" y="90814"/>
                      </a:cubicBezTo>
                      <a:cubicBezTo>
                        <a:pt x="411734" y="90814"/>
                        <a:pt x="419893" y="88095"/>
                        <a:pt x="422612" y="88095"/>
                      </a:cubicBezTo>
                      <a:cubicBezTo>
                        <a:pt x="425332" y="88095"/>
                        <a:pt x="425332" y="88095"/>
                        <a:pt x="428052" y="88095"/>
                      </a:cubicBezTo>
                      <a:cubicBezTo>
                        <a:pt x="433492" y="88095"/>
                        <a:pt x="441650" y="88095"/>
                        <a:pt x="447090" y="90814"/>
                      </a:cubicBezTo>
                      <a:cubicBezTo>
                        <a:pt x="449809" y="90814"/>
                        <a:pt x="452529" y="93534"/>
                        <a:pt x="455249" y="96253"/>
                      </a:cubicBezTo>
                      <a:cubicBezTo>
                        <a:pt x="482445" y="96253"/>
                        <a:pt x="509642" y="93534"/>
                        <a:pt x="525960" y="93534"/>
                      </a:cubicBezTo>
                      <a:cubicBezTo>
                        <a:pt x="539558" y="93534"/>
                        <a:pt x="561315" y="93534"/>
                        <a:pt x="561315" y="109852"/>
                      </a:cubicBezTo>
                      <a:cubicBezTo>
                        <a:pt x="561315" y="118011"/>
                        <a:pt x="561315" y="120730"/>
                        <a:pt x="555876" y="126170"/>
                      </a:cubicBezTo>
                      <a:cubicBezTo>
                        <a:pt x="550437" y="131609"/>
                        <a:pt x="544997" y="134329"/>
                        <a:pt x="539558" y="134329"/>
                      </a:cubicBezTo>
                      <a:cubicBezTo>
                        <a:pt x="531399" y="137048"/>
                        <a:pt x="523240" y="137048"/>
                        <a:pt x="517800" y="137048"/>
                      </a:cubicBezTo>
                      <a:cubicBezTo>
                        <a:pt x="515081" y="137048"/>
                        <a:pt x="498763" y="137048"/>
                        <a:pt x="477006" y="137048"/>
                      </a:cubicBezTo>
                      <a:cubicBezTo>
                        <a:pt x="479725" y="145207"/>
                        <a:pt x="485165" y="153366"/>
                        <a:pt x="485165" y="161525"/>
                      </a:cubicBezTo>
                      <a:cubicBezTo>
                        <a:pt x="487885" y="177843"/>
                        <a:pt x="493324" y="194161"/>
                        <a:pt x="496043" y="210479"/>
                      </a:cubicBezTo>
                      <a:cubicBezTo>
                        <a:pt x="498763" y="224077"/>
                        <a:pt x="498763" y="237676"/>
                        <a:pt x="501483" y="251274"/>
                      </a:cubicBezTo>
                      <a:cubicBezTo>
                        <a:pt x="504202" y="264872"/>
                        <a:pt x="506922" y="275751"/>
                        <a:pt x="506922" y="292069"/>
                      </a:cubicBezTo>
                      <a:cubicBezTo>
                        <a:pt x="506922" y="302947"/>
                        <a:pt x="506922" y="311106"/>
                        <a:pt x="506922" y="321985"/>
                      </a:cubicBezTo>
                      <a:cubicBezTo>
                        <a:pt x="506922" y="327424"/>
                        <a:pt x="509642" y="335583"/>
                        <a:pt x="509642" y="341022"/>
                      </a:cubicBezTo>
                      <a:cubicBezTo>
                        <a:pt x="509642" y="343742"/>
                        <a:pt x="509642" y="343742"/>
                        <a:pt x="509642" y="343742"/>
                      </a:cubicBezTo>
                      <a:cubicBezTo>
                        <a:pt x="509642" y="349181"/>
                        <a:pt x="515081" y="349181"/>
                        <a:pt x="517800" y="349181"/>
                      </a:cubicBezTo>
                      <a:cubicBezTo>
                        <a:pt x="520520" y="349181"/>
                        <a:pt x="523240" y="349181"/>
                        <a:pt x="528680" y="349181"/>
                      </a:cubicBezTo>
                      <a:cubicBezTo>
                        <a:pt x="536838" y="349181"/>
                        <a:pt x="547717" y="349181"/>
                        <a:pt x="550437" y="357340"/>
                      </a:cubicBezTo>
                      <a:cubicBezTo>
                        <a:pt x="550437" y="360060"/>
                        <a:pt x="550437" y="360060"/>
                        <a:pt x="550437" y="362780"/>
                      </a:cubicBezTo>
                      <a:cubicBezTo>
                        <a:pt x="550437" y="370939"/>
                        <a:pt x="539558" y="381817"/>
                        <a:pt x="534119" y="384537"/>
                      </a:cubicBezTo>
                      <a:cubicBezTo>
                        <a:pt x="531399" y="387257"/>
                        <a:pt x="523240" y="387257"/>
                        <a:pt x="520520" y="389976"/>
                      </a:cubicBezTo>
                      <a:cubicBezTo>
                        <a:pt x="515081" y="389976"/>
                        <a:pt x="512362" y="392696"/>
                        <a:pt x="512362" y="395415"/>
                      </a:cubicBezTo>
                      <a:cubicBezTo>
                        <a:pt x="512362" y="395415"/>
                        <a:pt x="512362" y="398135"/>
                        <a:pt x="512362" y="398135"/>
                      </a:cubicBezTo>
                      <a:cubicBezTo>
                        <a:pt x="512362" y="400855"/>
                        <a:pt x="512362" y="406294"/>
                        <a:pt x="512362" y="409014"/>
                      </a:cubicBezTo>
                      <a:cubicBezTo>
                        <a:pt x="512362" y="411733"/>
                        <a:pt x="512362" y="411733"/>
                        <a:pt x="512362" y="414453"/>
                      </a:cubicBezTo>
                      <a:cubicBezTo>
                        <a:pt x="512362" y="422612"/>
                        <a:pt x="512362" y="430771"/>
                        <a:pt x="512362" y="438930"/>
                      </a:cubicBezTo>
                      <a:cubicBezTo>
                        <a:pt x="512362" y="460687"/>
                        <a:pt x="512362" y="482445"/>
                        <a:pt x="515081" y="504202"/>
                      </a:cubicBezTo>
                      <a:cubicBezTo>
                        <a:pt x="517800" y="525959"/>
                        <a:pt x="520520" y="550436"/>
                        <a:pt x="520520" y="572193"/>
                      </a:cubicBezTo>
                      <a:cubicBezTo>
                        <a:pt x="520520" y="583072"/>
                        <a:pt x="520520" y="593950"/>
                        <a:pt x="517800" y="604829"/>
                      </a:cubicBezTo>
                      <a:cubicBezTo>
                        <a:pt x="515081" y="623867"/>
                        <a:pt x="515081" y="642904"/>
                        <a:pt x="512362" y="661942"/>
                      </a:cubicBezTo>
                      <a:cubicBezTo>
                        <a:pt x="512362" y="664661"/>
                        <a:pt x="509642" y="667381"/>
                        <a:pt x="509642" y="670101"/>
                      </a:cubicBezTo>
                      <a:cubicBezTo>
                        <a:pt x="509642" y="672820"/>
                        <a:pt x="512362" y="678260"/>
                        <a:pt x="512362" y="680979"/>
                      </a:cubicBezTo>
                      <a:cubicBezTo>
                        <a:pt x="512362" y="683699"/>
                        <a:pt x="512362" y="686419"/>
                        <a:pt x="512362" y="686419"/>
                      </a:cubicBezTo>
                      <a:cubicBezTo>
                        <a:pt x="517800" y="680979"/>
                        <a:pt x="528680" y="680979"/>
                        <a:pt x="536838" y="680979"/>
                      </a:cubicBezTo>
                      <a:lnTo>
                        <a:pt x="536838" y="680979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  <p:sp>
              <p:nvSpPr>
                <p:cNvPr id="58" name="Freeform: Shape 52">
                  <a:extLst>
                    <a:ext uri="{FF2B5EF4-FFF2-40B4-BE49-F238E27FC236}">
                      <a16:creationId xmlns:a16="http://schemas.microsoft.com/office/drawing/2014/main" id="{61A5D5CF-B0B6-F9FA-05D3-5380DF48D50F}"/>
                    </a:ext>
                  </a:extLst>
                </p:cNvPr>
                <p:cNvSpPr/>
                <p:nvPr/>
              </p:nvSpPr>
              <p:spPr>
                <a:xfrm>
                  <a:off x="9592416" y="4192158"/>
                  <a:ext cx="516735" cy="761503"/>
                </a:xfrm>
                <a:custGeom>
                  <a:avLst/>
                  <a:gdLst>
                    <a:gd name="connsiteX0" fmla="*/ 463407 w 516735"/>
                    <a:gd name="connsiteY0" fmla="*/ 194161 h 761503"/>
                    <a:gd name="connsiteX1" fmla="*/ 447089 w 516735"/>
                    <a:gd name="connsiteY1" fmla="*/ 226797 h 761503"/>
                    <a:gd name="connsiteX2" fmla="*/ 430771 w 516735"/>
                    <a:gd name="connsiteY2" fmla="*/ 221357 h 761503"/>
                    <a:gd name="connsiteX3" fmla="*/ 422612 w 516735"/>
                    <a:gd name="connsiteY3" fmla="*/ 207759 h 761503"/>
                    <a:gd name="connsiteX4" fmla="*/ 419893 w 516735"/>
                    <a:gd name="connsiteY4" fmla="*/ 188722 h 761503"/>
                    <a:gd name="connsiteX5" fmla="*/ 419893 w 516735"/>
                    <a:gd name="connsiteY5" fmla="*/ 139768 h 761503"/>
                    <a:gd name="connsiteX6" fmla="*/ 419893 w 516735"/>
                    <a:gd name="connsiteY6" fmla="*/ 120730 h 761503"/>
                    <a:gd name="connsiteX7" fmla="*/ 395416 w 516735"/>
                    <a:gd name="connsiteY7" fmla="*/ 120730 h 761503"/>
                    <a:gd name="connsiteX8" fmla="*/ 370939 w 516735"/>
                    <a:gd name="connsiteY8" fmla="*/ 120730 h 761503"/>
                    <a:gd name="connsiteX9" fmla="*/ 346461 w 516735"/>
                    <a:gd name="connsiteY9" fmla="*/ 123450 h 761503"/>
                    <a:gd name="connsiteX10" fmla="*/ 335583 w 516735"/>
                    <a:gd name="connsiteY10" fmla="*/ 123450 h 761503"/>
                    <a:gd name="connsiteX11" fmla="*/ 335583 w 516735"/>
                    <a:gd name="connsiteY11" fmla="*/ 123450 h 761503"/>
                    <a:gd name="connsiteX12" fmla="*/ 324704 w 516735"/>
                    <a:gd name="connsiteY12" fmla="*/ 128889 h 761503"/>
                    <a:gd name="connsiteX13" fmla="*/ 327424 w 516735"/>
                    <a:gd name="connsiteY13" fmla="*/ 139768 h 761503"/>
                    <a:gd name="connsiteX14" fmla="*/ 330144 w 516735"/>
                    <a:gd name="connsiteY14" fmla="*/ 175123 h 761503"/>
                    <a:gd name="connsiteX15" fmla="*/ 330144 w 516735"/>
                    <a:gd name="connsiteY15" fmla="*/ 199600 h 761503"/>
                    <a:gd name="connsiteX16" fmla="*/ 327424 w 516735"/>
                    <a:gd name="connsiteY16" fmla="*/ 224077 h 761503"/>
                    <a:gd name="connsiteX17" fmla="*/ 330144 w 516735"/>
                    <a:gd name="connsiteY17" fmla="*/ 251274 h 761503"/>
                    <a:gd name="connsiteX18" fmla="*/ 327424 w 516735"/>
                    <a:gd name="connsiteY18" fmla="*/ 278470 h 761503"/>
                    <a:gd name="connsiteX19" fmla="*/ 327424 w 516735"/>
                    <a:gd name="connsiteY19" fmla="*/ 332864 h 761503"/>
                    <a:gd name="connsiteX20" fmla="*/ 330144 w 516735"/>
                    <a:gd name="connsiteY20" fmla="*/ 357340 h 761503"/>
                    <a:gd name="connsiteX21" fmla="*/ 330144 w 516735"/>
                    <a:gd name="connsiteY21" fmla="*/ 368219 h 761503"/>
                    <a:gd name="connsiteX22" fmla="*/ 332863 w 516735"/>
                    <a:gd name="connsiteY22" fmla="*/ 387257 h 761503"/>
                    <a:gd name="connsiteX23" fmla="*/ 332863 w 516735"/>
                    <a:gd name="connsiteY23" fmla="*/ 433491 h 761503"/>
                    <a:gd name="connsiteX24" fmla="*/ 332863 w 516735"/>
                    <a:gd name="connsiteY24" fmla="*/ 487884 h 761503"/>
                    <a:gd name="connsiteX25" fmla="*/ 330144 w 516735"/>
                    <a:gd name="connsiteY25" fmla="*/ 512361 h 761503"/>
                    <a:gd name="connsiteX26" fmla="*/ 330144 w 516735"/>
                    <a:gd name="connsiteY26" fmla="*/ 539557 h 761503"/>
                    <a:gd name="connsiteX27" fmla="*/ 332863 w 516735"/>
                    <a:gd name="connsiteY27" fmla="*/ 593950 h 761503"/>
                    <a:gd name="connsiteX28" fmla="*/ 332863 w 516735"/>
                    <a:gd name="connsiteY28" fmla="*/ 648343 h 761503"/>
                    <a:gd name="connsiteX29" fmla="*/ 332863 w 516735"/>
                    <a:gd name="connsiteY29" fmla="*/ 656502 h 761503"/>
                    <a:gd name="connsiteX30" fmla="*/ 357341 w 516735"/>
                    <a:gd name="connsiteY30" fmla="*/ 656502 h 761503"/>
                    <a:gd name="connsiteX31" fmla="*/ 395416 w 516735"/>
                    <a:gd name="connsiteY31" fmla="*/ 675540 h 761503"/>
                    <a:gd name="connsiteX32" fmla="*/ 389976 w 516735"/>
                    <a:gd name="connsiteY32" fmla="*/ 691858 h 761503"/>
                    <a:gd name="connsiteX33" fmla="*/ 373658 w 516735"/>
                    <a:gd name="connsiteY33" fmla="*/ 700017 h 761503"/>
                    <a:gd name="connsiteX34" fmla="*/ 351901 w 516735"/>
                    <a:gd name="connsiteY34" fmla="*/ 702737 h 761503"/>
                    <a:gd name="connsiteX35" fmla="*/ 319265 w 516735"/>
                    <a:gd name="connsiteY35" fmla="*/ 702737 h 761503"/>
                    <a:gd name="connsiteX36" fmla="*/ 311106 w 516735"/>
                    <a:gd name="connsiteY36" fmla="*/ 708176 h 761503"/>
                    <a:gd name="connsiteX37" fmla="*/ 289349 w 516735"/>
                    <a:gd name="connsiteY37" fmla="*/ 713615 h 761503"/>
                    <a:gd name="connsiteX38" fmla="*/ 270311 w 516735"/>
                    <a:gd name="connsiteY38" fmla="*/ 713615 h 761503"/>
                    <a:gd name="connsiteX39" fmla="*/ 243115 w 516735"/>
                    <a:gd name="connsiteY39" fmla="*/ 705456 h 761503"/>
                    <a:gd name="connsiteX40" fmla="*/ 237675 w 516735"/>
                    <a:gd name="connsiteY40" fmla="*/ 702737 h 761503"/>
                    <a:gd name="connsiteX41" fmla="*/ 199600 w 516735"/>
                    <a:gd name="connsiteY41" fmla="*/ 702737 h 761503"/>
                    <a:gd name="connsiteX42" fmla="*/ 175123 w 516735"/>
                    <a:gd name="connsiteY42" fmla="*/ 702737 h 761503"/>
                    <a:gd name="connsiteX43" fmla="*/ 147927 w 516735"/>
                    <a:gd name="connsiteY43" fmla="*/ 697297 h 761503"/>
                    <a:gd name="connsiteX44" fmla="*/ 131609 w 516735"/>
                    <a:gd name="connsiteY44" fmla="*/ 678260 h 761503"/>
                    <a:gd name="connsiteX45" fmla="*/ 137048 w 516735"/>
                    <a:gd name="connsiteY45" fmla="*/ 670101 h 761503"/>
                    <a:gd name="connsiteX46" fmla="*/ 158805 w 516735"/>
                    <a:gd name="connsiteY46" fmla="*/ 661942 h 761503"/>
                    <a:gd name="connsiteX47" fmla="*/ 199600 w 516735"/>
                    <a:gd name="connsiteY47" fmla="*/ 659222 h 761503"/>
                    <a:gd name="connsiteX48" fmla="*/ 199600 w 516735"/>
                    <a:gd name="connsiteY48" fmla="*/ 659222 h 761503"/>
                    <a:gd name="connsiteX49" fmla="*/ 196880 w 516735"/>
                    <a:gd name="connsiteY49" fmla="*/ 629306 h 761503"/>
                    <a:gd name="connsiteX50" fmla="*/ 199600 w 516735"/>
                    <a:gd name="connsiteY50" fmla="*/ 574913 h 761503"/>
                    <a:gd name="connsiteX51" fmla="*/ 202320 w 516735"/>
                    <a:gd name="connsiteY51" fmla="*/ 523239 h 761503"/>
                    <a:gd name="connsiteX52" fmla="*/ 205040 w 516735"/>
                    <a:gd name="connsiteY52" fmla="*/ 460687 h 761503"/>
                    <a:gd name="connsiteX53" fmla="*/ 205040 w 516735"/>
                    <a:gd name="connsiteY53" fmla="*/ 417173 h 761503"/>
                    <a:gd name="connsiteX54" fmla="*/ 207759 w 516735"/>
                    <a:gd name="connsiteY54" fmla="*/ 392696 h 761503"/>
                    <a:gd name="connsiteX55" fmla="*/ 210478 w 516735"/>
                    <a:gd name="connsiteY55" fmla="*/ 368219 h 761503"/>
                    <a:gd name="connsiteX56" fmla="*/ 210478 w 516735"/>
                    <a:gd name="connsiteY56" fmla="*/ 313826 h 761503"/>
                    <a:gd name="connsiteX57" fmla="*/ 210478 w 516735"/>
                    <a:gd name="connsiteY57" fmla="*/ 259433 h 761503"/>
                    <a:gd name="connsiteX58" fmla="*/ 210478 w 516735"/>
                    <a:gd name="connsiteY58" fmla="*/ 213199 h 761503"/>
                    <a:gd name="connsiteX59" fmla="*/ 210478 w 516735"/>
                    <a:gd name="connsiteY59" fmla="*/ 145207 h 761503"/>
                    <a:gd name="connsiteX60" fmla="*/ 213198 w 516735"/>
                    <a:gd name="connsiteY60" fmla="*/ 131609 h 761503"/>
                    <a:gd name="connsiteX61" fmla="*/ 205040 w 516735"/>
                    <a:gd name="connsiteY61" fmla="*/ 123450 h 761503"/>
                    <a:gd name="connsiteX62" fmla="*/ 161525 w 516735"/>
                    <a:gd name="connsiteY62" fmla="*/ 123450 h 761503"/>
                    <a:gd name="connsiteX63" fmla="*/ 112571 w 516735"/>
                    <a:gd name="connsiteY63" fmla="*/ 120730 h 761503"/>
                    <a:gd name="connsiteX64" fmla="*/ 104412 w 516735"/>
                    <a:gd name="connsiteY64" fmla="*/ 118011 h 761503"/>
                    <a:gd name="connsiteX65" fmla="*/ 107132 w 516735"/>
                    <a:gd name="connsiteY65" fmla="*/ 191441 h 761503"/>
                    <a:gd name="connsiteX66" fmla="*/ 90814 w 516735"/>
                    <a:gd name="connsiteY66" fmla="*/ 224077 h 761503"/>
                    <a:gd name="connsiteX67" fmla="*/ 74496 w 516735"/>
                    <a:gd name="connsiteY67" fmla="*/ 218638 h 761503"/>
                    <a:gd name="connsiteX68" fmla="*/ 66337 w 516735"/>
                    <a:gd name="connsiteY68" fmla="*/ 205040 h 761503"/>
                    <a:gd name="connsiteX69" fmla="*/ 63617 w 516735"/>
                    <a:gd name="connsiteY69" fmla="*/ 186002 h 761503"/>
                    <a:gd name="connsiteX70" fmla="*/ 63617 w 516735"/>
                    <a:gd name="connsiteY70" fmla="*/ 145207 h 761503"/>
                    <a:gd name="connsiteX71" fmla="*/ 63617 w 516735"/>
                    <a:gd name="connsiteY71" fmla="*/ 109852 h 761503"/>
                    <a:gd name="connsiteX72" fmla="*/ 58178 w 516735"/>
                    <a:gd name="connsiteY72" fmla="*/ 96253 h 761503"/>
                    <a:gd name="connsiteX73" fmla="*/ 66337 w 516735"/>
                    <a:gd name="connsiteY73" fmla="*/ 85375 h 761503"/>
                    <a:gd name="connsiteX74" fmla="*/ 93533 w 516735"/>
                    <a:gd name="connsiteY74" fmla="*/ 77216 h 761503"/>
                    <a:gd name="connsiteX75" fmla="*/ 115290 w 516735"/>
                    <a:gd name="connsiteY75" fmla="*/ 77216 h 761503"/>
                    <a:gd name="connsiteX76" fmla="*/ 169684 w 516735"/>
                    <a:gd name="connsiteY76" fmla="*/ 74496 h 761503"/>
                    <a:gd name="connsiteX77" fmla="*/ 194161 w 516735"/>
                    <a:gd name="connsiteY77" fmla="*/ 71776 h 761503"/>
                    <a:gd name="connsiteX78" fmla="*/ 196880 w 516735"/>
                    <a:gd name="connsiteY78" fmla="*/ 71776 h 761503"/>
                    <a:gd name="connsiteX79" fmla="*/ 210478 w 516735"/>
                    <a:gd name="connsiteY79" fmla="*/ 71776 h 761503"/>
                    <a:gd name="connsiteX80" fmla="*/ 218638 w 516735"/>
                    <a:gd name="connsiteY80" fmla="*/ 71776 h 761503"/>
                    <a:gd name="connsiteX81" fmla="*/ 237675 w 516735"/>
                    <a:gd name="connsiteY81" fmla="*/ 60898 h 761503"/>
                    <a:gd name="connsiteX82" fmla="*/ 253993 w 516735"/>
                    <a:gd name="connsiteY82" fmla="*/ 58178 h 761503"/>
                    <a:gd name="connsiteX83" fmla="*/ 283910 w 516735"/>
                    <a:gd name="connsiteY83" fmla="*/ 60898 h 761503"/>
                    <a:gd name="connsiteX84" fmla="*/ 294788 w 516735"/>
                    <a:gd name="connsiteY84" fmla="*/ 66337 h 761503"/>
                    <a:gd name="connsiteX85" fmla="*/ 305667 w 516735"/>
                    <a:gd name="connsiteY85" fmla="*/ 74496 h 761503"/>
                    <a:gd name="connsiteX86" fmla="*/ 313826 w 516735"/>
                    <a:gd name="connsiteY86" fmla="*/ 74496 h 761503"/>
                    <a:gd name="connsiteX87" fmla="*/ 327424 w 516735"/>
                    <a:gd name="connsiteY87" fmla="*/ 74496 h 761503"/>
                    <a:gd name="connsiteX88" fmla="*/ 354621 w 516735"/>
                    <a:gd name="connsiteY88" fmla="*/ 74496 h 761503"/>
                    <a:gd name="connsiteX89" fmla="*/ 422612 w 516735"/>
                    <a:gd name="connsiteY89" fmla="*/ 74496 h 761503"/>
                    <a:gd name="connsiteX90" fmla="*/ 455248 w 516735"/>
                    <a:gd name="connsiteY90" fmla="*/ 79936 h 761503"/>
                    <a:gd name="connsiteX91" fmla="*/ 466127 w 516735"/>
                    <a:gd name="connsiteY91" fmla="*/ 98973 h 761503"/>
                    <a:gd name="connsiteX92" fmla="*/ 463407 w 516735"/>
                    <a:gd name="connsiteY92" fmla="*/ 109852 h 761503"/>
                    <a:gd name="connsiteX93" fmla="*/ 463407 w 516735"/>
                    <a:gd name="connsiteY93" fmla="*/ 120730 h 761503"/>
                    <a:gd name="connsiteX94" fmla="*/ 463407 w 516735"/>
                    <a:gd name="connsiteY94" fmla="*/ 194161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</a:cxnLst>
                  <a:rect l="l" t="t" r="r" b="b"/>
                  <a:pathLst>
                    <a:path w="516735" h="761503">
                      <a:moveTo>
                        <a:pt x="463407" y="194161"/>
                      </a:moveTo>
                      <a:cubicBezTo>
                        <a:pt x="463407" y="205040"/>
                        <a:pt x="463407" y="226797"/>
                        <a:pt x="447089" y="226797"/>
                      </a:cubicBezTo>
                      <a:cubicBezTo>
                        <a:pt x="438930" y="226797"/>
                        <a:pt x="436211" y="226797"/>
                        <a:pt x="430771" y="221357"/>
                      </a:cubicBezTo>
                      <a:cubicBezTo>
                        <a:pt x="425332" y="218638"/>
                        <a:pt x="422612" y="210479"/>
                        <a:pt x="422612" y="207759"/>
                      </a:cubicBezTo>
                      <a:cubicBezTo>
                        <a:pt x="419893" y="199600"/>
                        <a:pt x="419893" y="194161"/>
                        <a:pt x="419893" y="188722"/>
                      </a:cubicBezTo>
                      <a:cubicBezTo>
                        <a:pt x="419893" y="183282"/>
                        <a:pt x="419893" y="147927"/>
                        <a:pt x="419893" y="139768"/>
                      </a:cubicBezTo>
                      <a:cubicBezTo>
                        <a:pt x="419893" y="134329"/>
                        <a:pt x="419893" y="128889"/>
                        <a:pt x="419893" y="120730"/>
                      </a:cubicBezTo>
                      <a:cubicBezTo>
                        <a:pt x="411734" y="120730"/>
                        <a:pt x="403574" y="120730"/>
                        <a:pt x="395416" y="120730"/>
                      </a:cubicBezTo>
                      <a:cubicBezTo>
                        <a:pt x="387256" y="120730"/>
                        <a:pt x="379098" y="120730"/>
                        <a:pt x="370939" y="120730"/>
                      </a:cubicBezTo>
                      <a:cubicBezTo>
                        <a:pt x="362780" y="120730"/>
                        <a:pt x="354621" y="123450"/>
                        <a:pt x="346461" y="123450"/>
                      </a:cubicBezTo>
                      <a:cubicBezTo>
                        <a:pt x="343742" y="123450"/>
                        <a:pt x="341023" y="123450"/>
                        <a:pt x="335583" y="123450"/>
                      </a:cubicBezTo>
                      <a:cubicBezTo>
                        <a:pt x="335583" y="123450"/>
                        <a:pt x="335583" y="123450"/>
                        <a:pt x="335583" y="123450"/>
                      </a:cubicBezTo>
                      <a:cubicBezTo>
                        <a:pt x="327424" y="123450"/>
                        <a:pt x="324704" y="126170"/>
                        <a:pt x="324704" y="128889"/>
                      </a:cubicBezTo>
                      <a:cubicBezTo>
                        <a:pt x="324704" y="131609"/>
                        <a:pt x="324704" y="137048"/>
                        <a:pt x="327424" y="139768"/>
                      </a:cubicBezTo>
                      <a:cubicBezTo>
                        <a:pt x="330144" y="147927"/>
                        <a:pt x="330144" y="166964"/>
                        <a:pt x="330144" y="175123"/>
                      </a:cubicBezTo>
                      <a:cubicBezTo>
                        <a:pt x="330144" y="183282"/>
                        <a:pt x="330144" y="191441"/>
                        <a:pt x="330144" y="199600"/>
                      </a:cubicBezTo>
                      <a:cubicBezTo>
                        <a:pt x="330144" y="207759"/>
                        <a:pt x="327424" y="215918"/>
                        <a:pt x="327424" y="224077"/>
                      </a:cubicBezTo>
                      <a:cubicBezTo>
                        <a:pt x="327424" y="232236"/>
                        <a:pt x="330144" y="243115"/>
                        <a:pt x="330144" y="251274"/>
                      </a:cubicBezTo>
                      <a:cubicBezTo>
                        <a:pt x="330144" y="259433"/>
                        <a:pt x="330144" y="267592"/>
                        <a:pt x="327424" y="278470"/>
                      </a:cubicBezTo>
                      <a:cubicBezTo>
                        <a:pt x="327424" y="294788"/>
                        <a:pt x="327424" y="313826"/>
                        <a:pt x="327424" y="332864"/>
                      </a:cubicBezTo>
                      <a:cubicBezTo>
                        <a:pt x="327424" y="341022"/>
                        <a:pt x="327424" y="349181"/>
                        <a:pt x="330144" y="357340"/>
                      </a:cubicBezTo>
                      <a:cubicBezTo>
                        <a:pt x="330144" y="360060"/>
                        <a:pt x="330144" y="365499"/>
                        <a:pt x="330144" y="368219"/>
                      </a:cubicBezTo>
                      <a:cubicBezTo>
                        <a:pt x="330144" y="373658"/>
                        <a:pt x="332863" y="384537"/>
                        <a:pt x="332863" y="387257"/>
                      </a:cubicBezTo>
                      <a:cubicBezTo>
                        <a:pt x="332863" y="406294"/>
                        <a:pt x="332863" y="414453"/>
                        <a:pt x="332863" y="433491"/>
                      </a:cubicBezTo>
                      <a:cubicBezTo>
                        <a:pt x="332863" y="452528"/>
                        <a:pt x="335583" y="468846"/>
                        <a:pt x="332863" y="487884"/>
                      </a:cubicBezTo>
                      <a:cubicBezTo>
                        <a:pt x="332863" y="496043"/>
                        <a:pt x="330144" y="504202"/>
                        <a:pt x="330144" y="512361"/>
                      </a:cubicBezTo>
                      <a:cubicBezTo>
                        <a:pt x="330144" y="520520"/>
                        <a:pt x="330144" y="531398"/>
                        <a:pt x="330144" y="539557"/>
                      </a:cubicBezTo>
                      <a:cubicBezTo>
                        <a:pt x="330144" y="558595"/>
                        <a:pt x="330144" y="574913"/>
                        <a:pt x="332863" y="593950"/>
                      </a:cubicBezTo>
                      <a:cubicBezTo>
                        <a:pt x="332863" y="610268"/>
                        <a:pt x="332863" y="632026"/>
                        <a:pt x="332863" y="648343"/>
                      </a:cubicBezTo>
                      <a:cubicBezTo>
                        <a:pt x="332863" y="651063"/>
                        <a:pt x="332863" y="653783"/>
                        <a:pt x="332863" y="656502"/>
                      </a:cubicBezTo>
                      <a:cubicBezTo>
                        <a:pt x="343742" y="656502"/>
                        <a:pt x="351901" y="656502"/>
                        <a:pt x="357341" y="656502"/>
                      </a:cubicBezTo>
                      <a:cubicBezTo>
                        <a:pt x="370939" y="656502"/>
                        <a:pt x="395416" y="659222"/>
                        <a:pt x="395416" y="675540"/>
                      </a:cubicBezTo>
                      <a:cubicBezTo>
                        <a:pt x="395416" y="683699"/>
                        <a:pt x="392696" y="686419"/>
                        <a:pt x="389976" y="691858"/>
                      </a:cubicBezTo>
                      <a:cubicBezTo>
                        <a:pt x="384537" y="697297"/>
                        <a:pt x="379098" y="700017"/>
                        <a:pt x="373658" y="700017"/>
                      </a:cubicBezTo>
                      <a:cubicBezTo>
                        <a:pt x="365499" y="702737"/>
                        <a:pt x="357341" y="702737"/>
                        <a:pt x="351901" y="702737"/>
                      </a:cubicBezTo>
                      <a:cubicBezTo>
                        <a:pt x="349181" y="702737"/>
                        <a:pt x="335583" y="702737"/>
                        <a:pt x="319265" y="702737"/>
                      </a:cubicBezTo>
                      <a:cubicBezTo>
                        <a:pt x="316546" y="705456"/>
                        <a:pt x="313826" y="705456"/>
                        <a:pt x="311106" y="708176"/>
                      </a:cubicBezTo>
                      <a:cubicBezTo>
                        <a:pt x="302948" y="713615"/>
                        <a:pt x="297508" y="713615"/>
                        <a:pt x="289349" y="713615"/>
                      </a:cubicBezTo>
                      <a:cubicBezTo>
                        <a:pt x="283910" y="713615"/>
                        <a:pt x="278470" y="713615"/>
                        <a:pt x="270311" y="713615"/>
                      </a:cubicBezTo>
                      <a:cubicBezTo>
                        <a:pt x="259433" y="713615"/>
                        <a:pt x="251273" y="710895"/>
                        <a:pt x="243115" y="705456"/>
                      </a:cubicBezTo>
                      <a:cubicBezTo>
                        <a:pt x="240395" y="705456"/>
                        <a:pt x="237675" y="702737"/>
                        <a:pt x="237675" y="702737"/>
                      </a:cubicBezTo>
                      <a:cubicBezTo>
                        <a:pt x="224077" y="702737"/>
                        <a:pt x="213198" y="702737"/>
                        <a:pt x="199600" y="702737"/>
                      </a:cubicBezTo>
                      <a:cubicBezTo>
                        <a:pt x="191441" y="702737"/>
                        <a:pt x="183282" y="702737"/>
                        <a:pt x="175123" y="702737"/>
                      </a:cubicBezTo>
                      <a:cubicBezTo>
                        <a:pt x="166965" y="702737"/>
                        <a:pt x="156085" y="702737"/>
                        <a:pt x="147927" y="697297"/>
                      </a:cubicBezTo>
                      <a:cubicBezTo>
                        <a:pt x="139768" y="694578"/>
                        <a:pt x="131609" y="680979"/>
                        <a:pt x="131609" y="678260"/>
                      </a:cubicBezTo>
                      <a:cubicBezTo>
                        <a:pt x="131609" y="675540"/>
                        <a:pt x="131609" y="672820"/>
                        <a:pt x="137048" y="670101"/>
                      </a:cubicBezTo>
                      <a:cubicBezTo>
                        <a:pt x="142487" y="667381"/>
                        <a:pt x="153366" y="664661"/>
                        <a:pt x="158805" y="661942"/>
                      </a:cubicBezTo>
                      <a:cubicBezTo>
                        <a:pt x="175123" y="659222"/>
                        <a:pt x="191441" y="659222"/>
                        <a:pt x="199600" y="659222"/>
                      </a:cubicBezTo>
                      <a:lnTo>
                        <a:pt x="199600" y="659222"/>
                      </a:lnTo>
                      <a:cubicBezTo>
                        <a:pt x="199600" y="648343"/>
                        <a:pt x="196880" y="640184"/>
                        <a:pt x="196880" y="629306"/>
                      </a:cubicBezTo>
                      <a:cubicBezTo>
                        <a:pt x="196880" y="612988"/>
                        <a:pt x="196880" y="591231"/>
                        <a:pt x="199600" y="574913"/>
                      </a:cubicBezTo>
                      <a:cubicBezTo>
                        <a:pt x="199600" y="558595"/>
                        <a:pt x="199600" y="539557"/>
                        <a:pt x="202320" y="523239"/>
                      </a:cubicBezTo>
                      <a:cubicBezTo>
                        <a:pt x="202320" y="501482"/>
                        <a:pt x="205040" y="482445"/>
                        <a:pt x="205040" y="460687"/>
                      </a:cubicBezTo>
                      <a:cubicBezTo>
                        <a:pt x="205040" y="447089"/>
                        <a:pt x="205040" y="430771"/>
                        <a:pt x="205040" y="417173"/>
                      </a:cubicBezTo>
                      <a:cubicBezTo>
                        <a:pt x="205040" y="409014"/>
                        <a:pt x="207759" y="400855"/>
                        <a:pt x="207759" y="392696"/>
                      </a:cubicBezTo>
                      <a:cubicBezTo>
                        <a:pt x="207759" y="384537"/>
                        <a:pt x="210478" y="376378"/>
                        <a:pt x="210478" y="368219"/>
                      </a:cubicBezTo>
                      <a:cubicBezTo>
                        <a:pt x="210478" y="351901"/>
                        <a:pt x="210478" y="332864"/>
                        <a:pt x="210478" y="313826"/>
                      </a:cubicBezTo>
                      <a:cubicBezTo>
                        <a:pt x="210478" y="294788"/>
                        <a:pt x="210478" y="275751"/>
                        <a:pt x="210478" y="259433"/>
                      </a:cubicBezTo>
                      <a:cubicBezTo>
                        <a:pt x="210478" y="243115"/>
                        <a:pt x="210478" y="226797"/>
                        <a:pt x="210478" y="213199"/>
                      </a:cubicBezTo>
                      <a:cubicBezTo>
                        <a:pt x="210478" y="194161"/>
                        <a:pt x="210478" y="164245"/>
                        <a:pt x="210478" y="145207"/>
                      </a:cubicBezTo>
                      <a:cubicBezTo>
                        <a:pt x="210478" y="139768"/>
                        <a:pt x="213198" y="134329"/>
                        <a:pt x="213198" y="131609"/>
                      </a:cubicBezTo>
                      <a:cubicBezTo>
                        <a:pt x="213198" y="126170"/>
                        <a:pt x="207759" y="123450"/>
                        <a:pt x="205040" y="123450"/>
                      </a:cubicBezTo>
                      <a:cubicBezTo>
                        <a:pt x="199600" y="123450"/>
                        <a:pt x="166965" y="123450"/>
                        <a:pt x="161525" y="123450"/>
                      </a:cubicBezTo>
                      <a:cubicBezTo>
                        <a:pt x="145207" y="123450"/>
                        <a:pt x="128889" y="123450"/>
                        <a:pt x="112571" y="120730"/>
                      </a:cubicBezTo>
                      <a:cubicBezTo>
                        <a:pt x="109852" y="120730"/>
                        <a:pt x="107132" y="120730"/>
                        <a:pt x="104412" y="118011"/>
                      </a:cubicBezTo>
                      <a:cubicBezTo>
                        <a:pt x="107132" y="137048"/>
                        <a:pt x="107132" y="172404"/>
                        <a:pt x="107132" y="191441"/>
                      </a:cubicBezTo>
                      <a:cubicBezTo>
                        <a:pt x="107132" y="202320"/>
                        <a:pt x="107132" y="224077"/>
                        <a:pt x="90814" y="224077"/>
                      </a:cubicBezTo>
                      <a:cubicBezTo>
                        <a:pt x="82655" y="224077"/>
                        <a:pt x="79935" y="221357"/>
                        <a:pt x="74496" y="218638"/>
                      </a:cubicBezTo>
                      <a:cubicBezTo>
                        <a:pt x="69057" y="215918"/>
                        <a:pt x="66337" y="210479"/>
                        <a:pt x="66337" y="205040"/>
                      </a:cubicBezTo>
                      <a:cubicBezTo>
                        <a:pt x="63617" y="196881"/>
                        <a:pt x="63617" y="191441"/>
                        <a:pt x="63617" y="186002"/>
                      </a:cubicBezTo>
                      <a:cubicBezTo>
                        <a:pt x="63617" y="180563"/>
                        <a:pt x="63617" y="153366"/>
                        <a:pt x="63617" y="145207"/>
                      </a:cubicBezTo>
                      <a:cubicBezTo>
                        <a:pt x="63617" y="134329"/>
                        <a:pt x="63617" y="120730"/>
                        <a:pt x="63617" y="109852"/>
                      </a:cubicBezTo>
                      <a:cubicBezTo>
                        <a:pt x="60897" y="104412"/>
                        <a:pt x="58178" y="101693"/>
                        <a:pt x="58178" y="96253"/>
                      </a:cubicBezTo>
                      <a:cubicBezTo>
                        <a:pt x="58178" y="93534"/>
                        <a:pt x="60897" y="88095"/>
                        <a:pt x="66337" y="85375"/>
                      </a:cubicBezTo>
                      <a:cubicBezTo>
                        <a:pt x="74496" y="79936"/>
                        <a:pt x="77215" y="77216"/>
                        <a:pt x="93533" y="77216"/>
                      </a:cubicBezTo>
                      <a:cubicBezTo>
                        <a:pt x="101692" y="77216"/>
                        <a:pt x="109852" y="77216"/>
                        <a:pt x="115290" y="77216"/>
                      </a:cubicBezTo>
                      <a:cubicBezTo>
                        <a:pt x="134328" y="77216"/>
                        <a:pt x="150646" y="77216"/>
                        <a:pt x="169684" y="74496"/>
                      </a:cubicBezTo>
                      <a:cubicBezTo>
                        <a:pt x="177843" y="74496"/>
                        <a:pt x="186002" y="71776"/>
                        <a:pt x="194161" y="71776"/>
                      </a:cubicBezTo>
                      <a:cubicBezTo>
                        <a:pt x="194161" y="71776"/>
                        <a:pt x="196880" y="71776"/>
                        <a:pt x="196880" y="71776"/>
                      </a:cubicBezTo>
                      <a:cubicBezTo>
                        <a:pt x="199600" y="71776"/>
                        <a:pt x="205040" y="71776"/>
                        <a:pt x="210478" y="71776"/>
                      </a:cubicBezTo>
                      <a:cubicBezTo>
                        <a:pt x="213198" y="71776"/>
                        <a:pt x="215918" y="71776"/>
                        <a:pt x="218638" y="71776"/>
                      </a:cubicBezTo>
                      <a:cubicBezTo>
                        <a:pt x="224077" y="69057"/>
                        <a:pt x="229516" y="63618"/>
                        <a:pt x="237675" y="60898"/>
                      </a:cubicBezTo>
                      <a:cubicBezTo>
                        <a:pt x="243115" y="58178"/>
                        <a:pt x="248554" y="58178"/>
                        <a:pt x="253993" y="58178"/>
                      </a:cubicBezTo>
                      <a:cubicBezTo>
                        <a:pt x="264872" y="58178"/>
                        <a:pt x="273031" y="58178"/>
                        <a:pt x="283910" y="60898"/>
                      </a:cubicBezTo>
                      <a:cubicBezTo>
                        <a:pt x="286629" y="60898"/>
                        <a:pt x="292068" y="63618"/>
                        <a:pt x="294788" y="66337"/>
                      </a:cubicBezTo>
                      <a:cubicBezTo>
                        <a:pt x="297508" y="69057"/>
                        <a:pt x="302948" y="71776"/>
                        <a:pt x="305667" y="74496"/>
                      </a:cubicBezTo>
                      <a:cubicBezTo>
                        <a:pt x="308386" y="74496"/>
                        <a:pt x="311106" y="74496"/>
                        <a:pt x="313826" y="74496"/>
                      </a:cubicBezTo>
                      <a:cubicBezTo>
                        <a:pt x="319265" y="74496"/>
                        <a:pt x="321985" y="74496"/>
                        <a:pt x="327424" y="74496"/>
                      </a:cubicBezTo>
                      <a:cubicBezTo>
                        <a:pt x="335583" y="74496"/>
                        <a:pt x="346461" y="74496"/>
                        <a:pt x="354621" y="74496"/>
                      </a:cubicBezTo>
                      <a:cubicBezTo>
                        <a:pt x="376378" y="74496"/>
                        <a:pt x="400855" y="74496"/>
                        <a:pt x="422612" y="74496"/>
                      </a:cubicBezTo>
                      <a:cubicBezTo>
                        <a:pt x="433491" y="74496"/>
                        <a:pt x="447089" y="74496"/>
                        <a:pt x="455248" y="79936"/>
                      </a:cubicBezTo>
                      <a:cubicBezTo>
                        <a:pt x="460687" y="82655"/>
                        <a:pt x="466127" y="90814"/>
                        <a:pt x="466127" y="98973"/>
                      </a:cubicBezTo>
                      <a:cubicBezTo>
                        <a:pt x="466127" y="101693"/>
                        <a:pt x="466127" y="107132"/>
                        <a:pt x="463407" y="109852"/>
                      </a:cubicBezTo>
                      <a:cubicBezTo>
                        <a:pt x="463407" y="112571"/>
                        <a:pt x="463407" y="112571"/>
                        <a:pt x="463407" y="120730"/>
                      </a:cubicBezTo>
                      <a:cubicBezTo>
                        <a:pt x="463407" y="142488"/>
                        <a:pt x="463407" y="172404"/>
                        <a:pt x="463407" y="194161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anchor="ctr"/>
                <a:lstStyle/>
                <a:p>
                  <a:pPr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>
                    <a:solidFill>
                      <a:srgbClr val="666666"/>
                    </a:solidFill>
                    <a:latin typeface="Calibri"/>
                  </a:endParaRPr>
                </a:p>
              </p:txBody>
            </p:sp>
          </p:grpSp>
          <p:pic>
            <p:nvPicPr>
              <p:cNvPr id="16" name="Graphic 64">
                <a:extLst>
                  <a:ext uri="{FF2B5EF4-FFF2-40B4-BE49-F238E27FC236}">
                    <a16:creationId xmlns:a16="http://schemas.microsoft.com/office/drawing/2014/main" id="{D2B28542-80B4-A5A4-FC1C-56E22FD1A706}"/>
                  </a:ext>
                </a:extLst>
              </p:cNvPr>
              <p:cNvPicPr>
                <a:picLocks/>
              </p:cNvPicPr>
              <p:nvPr/>
            </p:nvPicPr>
            <p:blipFill>
              <a:blip r:embed="rId2" cstate="email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tretch>
                <a:fillRect/>
              </a:stretch>
            </p:blipFill>
            <p:spPr>
              <a:xfrm rot="16200000">
                <a:off x="10574141" y="4536021"/>
                <a:ext cx="44157" cy="1413011"/>
              </a:xfrm>
              <a:prstGeom prst="rect">
                <a:avLst/>
              </a:prstGeom>
            </p:spPr>
          </p:pic>
        </p:grpSp>
        <p:pic>
          <p:nvPicPr>
            <p:cNvPr id="14" name="Picture 62" descr="Diagram&#10;&#10;Description automatically generated with medium confidence">
              <a:extLst>
                <a:ext uri="{FF2B5EF4-FFF2-40B4-BE49-F238E27FC236}">
                  <a16:creationId xmlns:a16="http://schemas.microsoft.com/office/drawing/2014/main" id="{F7444CBB-F1BF-8E11-F272-A924D4B2EB4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79701" y="5317790"/>
              <a:ext cx="2341873" cy="1339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096000" y="457200"/>
            <a:ext cx="5715000" cy="2565401"/>
          </a:xfrm>
        </p:spPr>
        <p:txBody>
          <a:bodyPr/>
          <a:lstStyle>
            <a:lvl1pPr algn="l">
              <a:lnSpc>
                <a:spcPct val="82000"/>
              </a:lnSpc>
              <a:defRPr sz="6600"/>
            </a:lvl1pPr>
          </a:lstStyle>
          <a:p>
            <a:r>
              <a:rPr lang="en-US">
                <a:solidFill/>
              </a:rPr>
              <a:t>Click to edit Master title style</a:t>
            </a:r>
            <a:endParaRPr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6096000" y="3306349"/>
            <a:ext cx="5715000" cy="731520"/>
          </a:xfrm>
        </p:spPr>
        <p:txBody>
          <a:bodyPr/>
          <a:lstStyle>
            <a:lvl1pPr marL="0" indent="0" algn="l">
              <a:spcBef>
                <a:spcPts val="0"/>
              </a:spcBef>
              <a:buNone/>
              <a:defRPr sz="20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>
                <a:solidFill/>
              </a:rPr>
              <a:t>Click to edit Master subtitle style</a:t>
            </a:r>
            <a:endParaRPr/>
          </a:p>
        </p:txBody>
      </p:sp>
      <p:pic>
        <p:nvPicPr>
          <p:cNvPr id="59" name="Picture 58" descr="A white text on a black background&#10;&#10;AI-generated content may be incorrect.">
            <a:extLst>
              <a:ext uri="{FF2B5EF4-FFF2-40B4-BE49-F238E27FC236}">
                <a16:creationId xmlns:a16="http://schemas.microsoft.com/office/drawing/2014/main" id="{0B171B26-34E0-399B-A084-20D77E286311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03558" y="5579652"/>
            <a:ext cx="2191400" cy="64685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21804211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1_Section Header Circle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: Shape 52">
            <a:extLst>
              <a:ext uri="{FF2B5EF4-FFF2-40B4-BE49-F238E27FC236}">
                <a16:creationId xmlns:a16="http://schemas.microsoft.com/office/drawing/2014/main" id="{895E56E1-5F48-FAA2-A127-9F3060B7E835}"/>
              </a:ext>
            </a:extLst>
          </p:cNvPr>
          <p:cNvSpPr>
            <a:spLocks/>
          </p:cNvSpPr>
          <p:nvPr/>
        </p:nvSpPr>
        <p:spPr bwMode="white">
          <a:xfrm>
            <a:off x="0" y="0"/>
            <a:ext cx="5538788" cy="6858000"/>
          </a:xfrm>
          <a:custGeom>
            <a:avLst/>
            <a:gdLst>
              <a:gd name="T0" fmla="*/ 0 w 5538665"/>
              <a:gd name="T1" fmla="*/ 0 h 6853445"/>
              <a:gd name="T2" fmla="*/ 3789661 w 5538665"/>
              <a:gd name="T3" fmla="*/ 0 h 6853445"/>
              <a:gd name="T4" fmla="*/ 3864039 w 5538665"/>
              <a:gd name="T5" fmla="*/ 48948 h 6853445"/>
              <a:gd name="T6" fmla="*/ 5522925 w 5538665"/>
              <a:gd name="T7" fmla="*/ 3898366 h 6853445"/>
              <a:gd name="T8" fmla="*/ 3442584 w 5538665"/>
              <a:gd name="T9" fmla="*/ 6857408 h 6853445"/>
              <a:gd name="T10" fmla="*/ 3441243 w 5538665"/>
              <a:gd name="T11" fmla="*/ 6858000 h 6853445"/>
              <a:gd name="T12" fmla="*/ 0 w 5538665"/>
              <a:gd name="T13" fmla="*/ 6858000 h 6853445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5538665" h="6853445">
                <a:moveTo>
                  <a:pt x="0" y="0"/>
                </a:moveTo>
                <a:lnTo>
                  <a:pt x="3789661" y="0"/>
                </a:lnTo>
                <a:lnTo>
                  <a:pt x="3864039" y="48915"/>
                </a:lnTo>
                <a:cubicBezTo>
                  <a:pt x="5036717" y="905415"/>
                  <a:pt x="5646593" y="2400600"/>
                  <a:pt x="5522925" y="3895777"/>
                </a:cubicBezTo>
                <a:cubicBezTo>
                  <a:pt x="5403483" y="5448579"/>
                  <a:pt x="4490294" y="6359136"/>
                  <a:pt x="3442584" y="6852853"/>
                </a:cubicBezTo>
                <a:lnTo>
                  <a:pt x="3441243" y="6853445"/>
                </a:lnTo>
                <a:lnTo>
                  <a:pt x="0" y="6853445"/>
                </a:lnTo>
                <a:lnTo>
                  <a:pt x="0" y="0"/>
                </a:lnTo>
                <a:close/>
              </a:path>
            </a:pathLst>
          </a:custGeom>
          <a:solidFill>
            <a:srgbClr val="2D6EAA"/>
          </a:solidFill>
          <a:ln>
            <a:noFill/>
          </a:ln>
          <a:extLst>
            <a:ext uri="{91240B29-F687-4F45-9708-019B960494DF}">
              <a14:hiddenLine xmlns:a14="http://schemas.microsoft.com/office/drawing/2010/main" w="9525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endParaRPr lang="en-US"/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3459602" y="0"/>
            <a:ext cx="8732399" cy="6858000"/>
          </a:xfrm>
          <a:custGeom>
            <a:avLst/>
            <a:gdLst>
              <a:gd name="connsiteX0" fmla="*/ 343919 w 8732399"/>
              <a:gd name="connsiteY0" fmla="*/ 0 h 6858000"/>
              <a:gd name="connsiteX1" fmla="*/ 8732399 w 8732399"/>
              <a:gd name="connsiteY1" fmla="*/ 0 h 6858000"/>
              <a:gd name="connsiteX2" fmla="*/ 8732399 w 8732399"/>
              <a:gd name="connsiteY2" fmla="*/ 6858000 h 6858000"/>
              <a:gd name="connsiteX3" fmla="*/ 0 w 8732399"/>
              <a:gd name="connsiteY3" fmla="*/ 6858000 h 6858000"/>
              <a:gd name="connsiteX4" fmla="*/ 177693 w 8732399"/>
              <a:gd name="connsiteY4" fmla="*/ 6768713 h 6858000"/>
              <a:gd name="connsiteX5" fmla="*/ 2063325 w 8732399"/>
              <a:gd name="connsiteY5" fmla="*/ 3899618 h 6858000"/>
              <a:gd name="connsiteX6" fmla="*/ 2077959 w 8732399"/>
              <a:gd name="connsiteY6" fmla="*/ 3618494 h 6858000"/>
              <a:gd name="connsiteX7" fmla="*/ 2077954 w 8732399"/>
              <a:gd name="connsiteY7" fmla="*/ 3617951 h 6858000"/>
              <a:gd name="connsiteX8" fmla="*/ 2077959 w 8732399"/>
              <a:gd name="connsiteY8" fmla="*/ 3617865 h 6858000"/>
              <a:gd name="connsiteX9" fmla="*/ 2076397 w 8732399"/>
              <a:gd name="connsiteY9" fmla="*/ 3429041 h 6858000"/>
              <a:gd name="connsiteX10" fmla="*/ 2075650 w 8732399"/>
              <a:gd name="connsiteY10" fmla="*/ 3338309 h 6858000"/>
              <a:gd name="connsiteX11" fmla="*/ 404439 w 8732399"/>
              <a:gd name="connsiteY11" fmla="*/ 39934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8732399" h="6858000">
                <a:moveTo>
                  <a:pt x="343919" y="0"/>
                </a:moveTo>
                <a:lnTo>
                  <a:pt x="8732399" y="0"/>
                </a:lnTo>
                <a:lnTo>
                  <a:pt x="8732399" y="6858000"/>
                </a:lnTo>
                <a:lnTo>
                  <a:pt x="0" y="6858000"/>
                </a:lnTo>
                <a:lnTo>
                  <a:pt x="177693" y="6768713"/>
                </a:lnTo>
                <a:cubicBezTo>
                  <a:pt x="1141742" y="6254472"/>
                  <a:pt x="1951349" y="5360222"/>
                  <a:pt x="2063325" y="3899618"/>
                </a:cubicBezTo>
                <a:cubicBezTo>
                  <a:pt x="2071055" y="3805858"/>
                  <a:pt x="2075919" y="3712098"/>
                  <a:pt x="2077959" y="3618494"/>
                </a:cubicBezTo>
                <a:lnTo>
                  <a:pt x="2077954" y="3617951"/>
                </a:lnTo>
                <a:lnTo>
                  <a:pt x="2077959" y="3617865"/>
                </a:lnTo>
                <a:lnTo>
                  <a:pt x="2076397" y="3429041"/>
                </a:lnTo>
                <a:lnTo>
                  <a:pt x="2075650" y="3338309"/>
                </a:lnTo>
                <a:cubicBezTo>
                  <a:pt x="2025731" y="2034428"/>
                  <a:pt x="1430533" y="791870"/>
                  <a:pt x="404439" y="39934"/>
                </a:cubicBezTo>
                <a:close/>
              </a:path>
            </a:pathLst>
          </a:custGeom>
          <a:solidFill>
            <a:srgbClr val="D9D9D9"/>
          </a:solidFill>
        </p:spPr>
        <p:txBody>
          <a:bodyPr lIns="4663440" rtlCol="0" anchor="ctr">
            <a:noAutofit/>
          </a:bodyPr>
          <a:lstStyle>
            <a:lvl1pPr marL="0" indent="0" algn="l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>
                <a:solidFill/>
              </a:rPr>
              <a:t>Click icon to add picture</a:t>
            </a:r>
            <a:endParaRPr noProof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600" y="914400"/>
            <a:ext cx="4389120" cy="2476500"/>
          </a:xfrm>
        </p:spPr>
        <p:txBody>
          <a:bodyPr/>
          <a:lstStyle>
            <a:lvl1pPr>
              <a:defRPr sz="6000">
                <a:solidFill>
                  <a:schemeClr val="tx1"/>
                </a:solidFill>
              </a:defRPr>
            </a:lvl1pPr>
          </a:lstStyle>
          <a:p>
            <a:r>
              <a:rPr lang="en-US">
                <a:solidFill/>
              </a:rPr>
              <a:t>Click to edit Master title style</a:t>
            </a:r>
            <a:endParaRPr/>
          </a:p>
        </p:txBody>
      </p:sp>
      <p:sp>
        <p:nvSpPr>
          <p:cNvPr id="9" name="Text Placeholder 53"/>
          <p:cNvSpPr>
            <a:spLocks noGrp="1"/>
          </p:cNvSpPr>
          <p:nvPr>
            <p:ph type="body" sz="quarter" idx="11"/>
          </p:nvPr>
        </p:nvSpPr>
        <p:spPr>
          <a:xfrm>
            <a:off x="621333" y="3714750"/>
            <a:ext cx="4389120" cy="781050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1pPr>
            <a:lvl2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2pPr>
            <a:lvl3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3pPr>
            <a:lvl4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4pPr>
            <a:lvl5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5pPr>
            <a:lvl6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6pPr>
            <a:lvl7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7pPr>
            <a:lvl8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8pPr>
            <a:lvl9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9pPr>
          </a:lstStyle>
          <a:p>
            <a:pPr lvl="0"/>
            <a:r>
              <a:rPr lang="en-US">
                <a:solidFill/>
              </a:rPr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01840769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>
  <p:cSld name="1_Section Header Arrow">
    <p:bg>
      <p:bgPr>
        <a:solidFill>
          <a:srgbClr val="287819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: Shape 2">
            <a:extLst>
              <a:ext uri="{FF2B5EF4-FFF2-40B4-BE49-F238E27FC236}">
                <a16:creationId xmlns:a16="http://schemas.microsoft.com/office/drawing/2014/main" id="{3277D97E-34C6-5DEB-5EFA-B181F618A705}"/>
              </a:ext>
            </a:extLst>
          </p:cNvPr>
          <p:cNvSpPr/>
          <p:nvPr/>
        </p:nvSpPr>
        <p:spPr bwMode="white">
          <a:xfrm>
            <a:off x="0" y="271463"/>
            <a:ext cx="5589588" cy="6586537"/>
          </a:xfrm>
          <a:custGeom>
            <a:avLst/>
            <a:gdLst>
              <a:gd name="connsiteX0" fmla="*/ 2744145 w 5590219"/>
              <a:gd name="connsiteY0" fmla="*/ 2926 h 6586542"/>
              <a:gd name="connsiteX1" fmla="*/ 3035619 w 5590219"/>
              <a:gd name="connsiteY1" fmla="*/ 174376 h 6586542"/>
              <a:gd name="connsiteX2" fmla="*/ 4835835 w 5590219"/>
              <a:gd name="connsiteY2" fmla="*/ 1820293 h 6586542"/>
              <a:gd name="connsiteX3" fmla="*/ 5487345 w 5590219"/>
              <a:gd name="connsiteY3" fmla="*/ 2591825 h 6586542"/>
              <a:gd name="connsiteX4" fmla="*/ 5555925 w 5590219"/>
              <a:gd name="connsiteY4" fmla="*/ 2900435 h 6586542"/>
              <a:gd name="connsiteX5" fmla="*/ 5573079 w 5590219"/>
              <a:gd name="connsiteY5" fmla="*/ 3929133 h 6586542"/>
              <a:gd name="connsiteX6" fmla="*/ 5573079 w 5590219"/>
              <a:gd name="connsiteY6" fmla="*/ 4649221 h 6586542"/>
              <a:gd name="connsiteX7" fmla="*/ 5573079 w 5590219"/>
              <a:gd name="connsiteY7" fmla="*/ 6295138 h 6586542"/>
              <a:gd name="connsiteX8" fmla="*/ 5558606 w 5590219"/>
              <a:gd name="connsiteY8" fmla="*/ 6557937 h 6586542"/>
              <a:gd name="connsiteX9" fmla="*/ 5548028 w 5590219"/>
              <a:gd name="connsiteY9" fmla="*/ 6586542 h 6586542"/>
              <a:gd name="connsiteX10" fmla="*/ 0 w 5590219"/>
              <a:gd name="connsiteY10" fmla="*/ 6586542 h 6586542"/>
              <a:gd name="connsiteX11" fmla="*/ 0 w 5590219"/>
              <a:gd name="connsiteY11" fmla="*/ 2276131 h 6586542"/>
              <a:gd name="connsiteX12" fmla="*/ 37381 w 5590219"/>
              <a:gd name="connsiteY12" fmla="*/ 2238202 h 6586542"/>
              <a:gd name="connsiteX13" fmla="*/ 343844 w 5590219"/>
              <a:gd name="connsiteY13" fmla="*/ 1991742 h 6586542"/>
              <a:gd name="connsiteX14" fmla="*/ 1972629 w 5590219"/>
              <a:gd name="connsiteY14" fmla="*/ 448695 h 6586542"/>
              <a:gd name="connsiteX15" fmla="*/ 2744145 w 5590219"/>
              <a:gd name="connsiteY15" fmla="*/ 2926 h 65865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5590219" h="6586542">
                <a:moveTo>
                  <a:pt x="2744145" y="2926"/>
                </a:moveTo>
                <a:cubicBezTo>
                  <a:pt x="2847015" y="20080"/>
                  <a:pt x="2967039" y="105796"/>
                  <a:pt x="3035619" y="174376"/>
                </a:cubicBezTo>
                <a:cubicBezTo>
                  <a:pt x="3841425" y="808749"/>
                  <a:pt x="4287195" y="1254518"/>
                  <a:pt x="4835835" y="1820293"/>
                </a:cubicBezTo>
                <a:cubicBezTo>
                  <a:pt x="5024439" y="2008896"/>
                  <a:pt x="5384475" y="2351796"/>
                  <a:pt x="5487345" y="2591825"/>
                </a:cubicBezTo>
                <a:cubicBezTo>
                  <a:pt x="5521635" y="2694695"/>
                  <a:pt x="5538789" y="2797565"/>
                  <a:pt x="5555925" y="2900435"/>
                </a:cubicBezTo>
                <a:cubicBezTo>
                  <a:pt x="5607369" y="3260470"/>
                  <a:pt x="5590215" y="3551944"/>
                  <a:pt x="5573079" y="3929133"/>
                </a:cubicBezTo>
                <a:cubicBezTo>
                  <a:pt x="5573079" y="4134872"/>
                  <a:pt x="5573079" y="4443482"/>
                  <a:pt x="5573079" y="4649221"/>
                </a:cubicBezTo>
                <a:cubicBezTo>
                  <a:pt x="5555925" y="5283576"/>
                  <a:pt x="5573079" y="5626476"/>
                  <a:pt x="5573079" y="6295138"/>
                </a:cubicBezTo>
                <a:cubicBezTo>
                  <a:pt x="5573079" y="6385143"/>
                  <a:pt x="5582718" y="6475157"/>
                  <a:pt x="5558606" y="6557937"/>
                </a:cubicBezTo>
                <a:lnTo>
                  <a:pt x="5548028" y="6586542"/>
                </a:lnTo>
                <a:lnTo>
                  <a:pt x="0" y="6586542"/>
                </a:lnTo>
                <a:lnTo>
                  <a:pt x="0" y="2276131"/>
                </a:lnTo>
                <a:lnTo>
                  <a:pt x="37381" y="2238202"/>
                </a:lnTo>
                <a:cubicBezTo>
                  <a:pt x="138109" y="2146047"/>
                  <a:pt x="249551" y="2077467"/>
                  <a:pt x="343844" y="1991742"/>
                </a:cubicBezTo>
                <a:cubicBezTo>
                  <a:pt x="858194" y="1443103"/>
                  <a:pt x="1406835" y="945908"/>
                  <a:pt x="1972629" y="448695"/>
                </a:cubicBezTo>
                <a:cubicBezTo>
                  <a:pt x="2195505" y="242956"/>
                  <a:pt x="2452689" y="-31364"/>
                  <a:pt x="2744145" y="2926"/>
                </a:cubicBezTo>
                <a:close/>
              </a:path>
            </a:pathLst>
          </a:custGeom>
          <a:solidFill>
            <a:schemeClr val="accent3"/>
          </a:solidFill>
          <a:ln w="9525" cap="flat">
            <a:noFill/>
            <a:prstDash val="solid"/>
            <a:miter/>
          </a:ln>
        </p:spPr>
        <p:txBody>
          <a:bodyPr anchor="ctr"/>
          <a:lstStyle/>
          <a:p>
            <a:pPr eaLnBrk="1" fontAlgn="auto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defRPr/>
            </a:pPr>
            <a:endParaRPr>
              <a:solidFill>
                <a:schemeClr val="bg1"/>
              </a:solidFill>
              <a:latin typeface="+mn-lt"/>
            </a:endParaRP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12192001" cy="6858000"/>
          </a:xfrm>
          <a:custGeom>
            <a:avLst/>
            <a:gdLst>
              <a:gd name="connsiteX0" fmla="*/ 0 w 12192001"/>
              <a:gd name="connsiteY0" fmla="*/ 0 h 6858000"/>
              <a:gd name="connsiteX1" fmla="*/ 12192001 w 12192001"/>
              <a:gd name="connsiteY1" fmla="*/ 0 h 6858000"/>
              <a:gd name="connsiteX2" fmla="*/ 12192001 w 12192001"/>
              <a:gd name="connsiteY2" fmla="*/ 6858000 h 6858000"/>
              <a:gd name="connsiteX3" fmla="*/ 5548029 w 12192001"/>
              <a:gd name="connsiteY3" fmla="*/ 6858000 h 6858000"/>
              <a:gd name="connsiteX4" fmla="*/ 5558606 w 12192001"/>
              <a:gd name="connsiteY4" fmla="*/ 6829395 h 6858000"/>
              <a:gd name="connsiteX5" fmla="*/ 5573080 w 12192001"/>
              <a:gd name="connsiteY5" fmla="*/ 6566596 h 6858000"/>
              <a:gd name="connsiteX6" fmla="*/ 5573080 w 12192001"/>
              <a:gd name="connsiteY6" fmla="*/ 4920679 h 6858000"/>
              <a:gd name="connsiteX7" fmla="*/ 5573080 w 12192001"/>
              <a:gd name="connsiteY7" fmla="*/ 4200591 h 6858000"/>
              <a:gd name="connsiteX8" fmla="*/ 5555925 w 12192001"/>
              <a:gd name="connsiteY8" fmla="*/ 3171893 h 6858000"/>
              <a:gd name="connsiteX9" fmla="*/ 5487345 w 12192001"/>
              <a:gd name="connsiteY9" fmla="*/ 2863283 h 6858000"/>
              <a:gd name="connsiteX10" fmla="*/ 4835835 w 12192001"/>
              <a:gd name="connsiteY10" fmla="*/ 2091751 h 6858000"/>
              <a:gd name="connsiteX11" fmla="*/ 3035619 w 12192001"/>
              <a:gd name="connsiteY11" fmla="*/ 445834 h 6858000"/>
              <a:gd name="connsiteX12" fmla="*/ 2744145 w 12192001"/>
              <a:gd name="connsiteY12" fmla="*/ 274384 h 6858000"/>
              <a:gd name="connsiteX13" fmla="*/ 1972629 w 12192001"/>
              <a:gd name="connsiteY13" fmla="*/ 720153 h 6858000"/>
              <a:gd name="connsiteX14" fmla="*/ 343844 w 12192001"/>
              <a:gd name="connsiteY14" fmla="*/ 2263200 h 6858000"/>
              <a:gd name="connsiteX15" fmla="*/ 37381 w 12192001"/>
              <a:gd name="connsiteY15" fmla="*/ 2509660 h 6858000"/>
              <a:gd name="connsiteX16" fmla="*/ 0 w 12192001"/>
              <a:gd name="connsiteY16" fmla="*/ 2547589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2192001" h="6858000">
                <a:moveTo>
                  <a:pt x="0" y="0"/>
                </a:moveTo>
                <a:lnTo>
                  <a:pt x="12192001" y="0"/>
                </a:lnTo>
                <a:lnTo>
                  <a:pt x="12192001" y="6858000"/>
                </a:lnTo>
                <a:lnTo>
                  <a:pt x="5548029" y="6858000"/>
                </a:lnTo>
                <a:lnTo>
                  <a:pt x="5558606" y="6829395"/>
                </a:lnTo>
                <a:cubicBezTo>
                  <a:pt x="5582718" y="6746615"/>
                  <a:pt x="5573080" y="6656601"/>
                  <a:pt x="5573080" y="6566596"/>
                </a:cubicBezTo>
                <a:cubicBezTo>
                  <a:pt x="5573080" y="5897934"/>
                  <a:pt x="5555925" y="5555034"/>
                  <a:pt x="5573080" y="4920679"/>
                </a:cubicBezTo>
                <a:cubicBezTo>
                  <a:pt x="5573080" y="4714940"/>
                  <a:pt x="5573080" y="4406330"/>
                  <a:pt x="5573080" y="4200591"/>
                </a:cubicBezTo>
                <a:cubicBezTo>
                  <a:pt x="5590215" y="3823402"/>
                  <a:pt x="5607369" y="3531928"/>
                  <a:pt x="5555925" y="3171893"/>
                </a:cubicBezTo>
                <a:cubicBezTo>
                  <a:pt x="5538789" y="3069023"/>
                  <a:pt x="5521636" y="2966153"/>
                  <a:pt x="5487345" y="2863283"/>
                </a:cubicBezTo>
                <a:cubicBezTo>
                  <a:pt x="5384475" y="2623254"/>
                  <a:pt x="5024439" y="2280354"/>
                  <a:pt x="4835835" y="2091751"/>
                </a:cubicBezTo>
                <a:cubicBezTo>
                  <a:pt x="4287195" y="1525976"/>
                  <a:pt x="3841425" y="1080207"/>
                  <a:pt x="3035619" y="445834"/>
                </a:cubicBezTo>
                <a:cubicBezTo>
                  <a:pt x="2967039" y="377254"/>
                  <a:pt x="2847015" y="291538"/>
                  <a:pt x="2744145" y="274384"/>
                </a:cubicBezTo>
                <a:cubicBezTo>
                  <a:pt x="2452689" y="240094"/>
                  <a:pt x="2195505" y="514414"/>
                  <a:pt x="1972629" y="720153"/>
                </a:cubicBezTo>
                <a:cubicBezTo>
                  <a:pt x="1406835" y="1217366"/>
                  <a:pt x="858194" y="1714561"/>
                  <a:pt x="343844" y="2263200"/>
                </a:cubicBezTo>
                <a:cubicBezTo>
                  <a:pt x="249551" y="2348925"/>
                  <a:pt x="138109" y="2417505"/>
                  <a:pt x="37381" y="2509660"/>
                </a:cubicBezTo>
                <a:lnTo>
                  <a:pt x="0" y="2547589"/>
                </a:lnTo>
                <a:close/>
              </a:path>
            </a:pathLst>
          </a:custGeom>
          <a:solidFill>
            <a:srgbClr val="D9D9D9"/>
          </a:solidFill>
        </p:spPr>
        <p:txBody>
          <a:bodyPr lIns="6400800" rtlCol="0" anchor="ctr">
            <a:noAutofit/>
          </a:bodyPr>
          <a:lstStyle>
            <a:lvl1pPr marL="0" indent="0" algn="l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>
                <a:solidFill/>
              </a:rPr>
              <a:t>Click icon to add picture</a:t>
            </a:r>
            <a:endParaRPr noProof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599" y="2476500"/>
            <a:ext cx="4695825" cy="2463800"/>
          </a:xfrm>
        </p:spPr>
        <p:txBody>
          <a:bodyPr/>
          <a:lstStyle>
            <a:lvl1pPr>
              <a:defRPr sz="6000">
                <a:solidFill>
                  <a:schemeClr val="tx1"/>
                </a:solidFill>
              </a:defRPr>
            </a:lvl1pPr>
          </a:lstStyle>
          <a:p>
            <a:r>
              <a:rPr lang="en-US">
                <a:solidFill/>
              </a:rPr>
              <a:t>Click to edit Master title style</a:t>
            </a:r>
            <a:endParaRPr/>
          </a:p>
        </p:txBody>
      </p:sp>
      <p:sp>
        <p:nvSpPr>
          <p:cNvPr id="9" name="Text Placeholder 53"/>
          <p:cNvSpPr>
            <a:spLocks noGrp="1"/>
          </p:cNvSpPr>
          <p:nvPr>
            <p:ph type="body" sz="quarter" idx="11"/>
          </p:nvPr>
        </p:nvSpPr>
        <p:spPr>
          <a:xfrm>
            <a:off x="621332" y="5297713"/>
            <a:ext cx="4684090" cy="731520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1pPr>
            <a:lvl2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2pPr>
            <a:lvl3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3pPr>
            <a:lvl4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4pPr>
            <a:lvl5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5pPr>
            <a:lvl6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6pPr>
            <a:lvl7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7pPr>
            <a:lvl8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8pPr>
            <a:lvl9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9pPr>
          </a:lstStyle>
          <a:p>
            <a:pPr lvl="0"/>
            <a:r>
              <a:rPr lang="en-US">
                <a:solidFill/>
              </a:rPr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153647159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>
  <p:cSld name="1_Section Header Hexagon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: Shape 52">
            <a:extLst>
              <a:ext uri="{FF2B5EF4-FFF2-40B4-BE49-F238E27FC236}">
                <a16:creationId xmlns:a16="http://schemas.microsoft.com/office/drawing/2014/main" id="{D8B28828-A2AB-B55F-AB32-C88686F279EF}"/>
              </a:ext>
            </a:extLst>
          </p:cNvPr>
          <p:cNvSpPr>
            <a:spLocks/>
          </p:cNvSpPr>
          <p:nvPr/>
        </p:nvSpPr>
        <p:spPr bwMode="white">
          <a:xfrm>
            <a:off x="0" y="0"/>
            <a:ext cx="6003925" cy="6105525"/>
          </a:xfrm>
          <a:custGeom>
            <a:avLst/>
            <a:gdLst>
              <a:gd name="T0" fmla="*/ 0 w 6003366"/>
              <a:gd name="T1" fmla="*/ 0 h 6105046"/>
              <a:gd name="T2" fmla="*/ 4639238 w 6003366"/>
              <a:gd name="T3" fmla="*/ 0 h 6105046"/>
              <a:gd name="T4" fmla="*/ 4663657 w 6003366"/>
              <a:gd name="T5" fmla="*/ 38495 h 6105046"/>
              <a:gd name="T6" fmla="*/ 5718321 w 6003366"/>
              <a:gd name="T7" fmla="*/ 1734501 h 6105046"/>
              <a:gd name="T8" fmla="*/ 6003366 w 6003366"/>
              <a:gd name="T9" fmla="*/ 2432867 h 6105046"/>
              <a:gd name="T10" fmla="*/ 5775330 w 6003366"/>
              <a:gd name="T11" fmla="*/ 3131218 h 6105046"/>
              <a:gd name="T12" fmla="*/ 4449866 w 6003366"/>
              <a:gd name="T13" fmla="*/ 5696617 h 6105046"/>
              <a:gd name="T14" fmla="*/ 4250335 w 6003366"/>
              <a:gd name="T15" fmla="*/ 5981661 h 6105046"/>
              <a:gd name="T16" fmla="*/ 3780019 w 6003366"/>
              <a:gd name="T17" fmla="*/ 6095679 h 6105046"/>
              <a:gd name="T18" fmla="*/ 1171855 w 6003366"/>
              <a:gd name="T19" fmla="*/ 6081434 h 6105046"/>
              <a:gd name="T20" fmla="*/ 459244 w 6003366"/>
              <a:gd name="T21" fmla="*/ 5967416 h 6105046"/>
              <a:gd name="T22" fmla="*/ 58904 w 6003366"/>
              <a:gd name="T23" fmla="*/ 5687075 h 6105046"/>
              <a:gd name="T24" fmla="*/ 0 w 6003366"/>
              <a:gd name="T25" fmla="*/ 5620135 h 610504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6003366" h="6105046">
                <a:moveTo>
                  <a:pt x="0" y="0"/>
                </a:moveTo>
                <a:lnTo>
                  <a:pt x="4639238" y="0"/>
                </a:lnTo>
                <a:lnTo>
                  <a:pt x="4663657" y="38495"/>
                </a:lnTo>
                <a:cubicBezTo>
                  <a:pt x="5019955" y="608583"/>
                  <a:pt x="5362008" y="1164412"/>
                  <a:pt x="5718321" y="1734501"/>
                </a:cubicBezTo>
                <a:cubicBezTo>
                  <a:pt x="5860843" y="1948291"/>
                  <a:pt x="5989106" y="2176327"/>
                  <a:pt x="6003366" y="2432867"/>
                </a:cubicBezTo>
                <a:cubicBezTo>
                  <a:pt x="6003366" y="2675147"/>
                  <a:pt x="5889348" y="2917442"/>
                  <a:pt x="5775330" y="3131218"/>
                </a:cubicBezTo>
                <a:cubicBezTo>
                  <a:pt x="5333504" y="3986351"/>
                  <a:pt x="4891692" y="4841484"/>
                  <a:pt x="4449866" y="5696617"/>
                </a:cubicBezTo>
                <a:cubicBezTo>
                  <a:pt x="4392857" y="5810634"/>
                  <a:pt x="4335848" y="5910407"/>
                  <a:pt x="4250335" y="5981661"/>
                </a:cubicBezTo>
                <a:cubicBezTo>
                  <a:pt x="4122072" y="6081434"/>
                  <a:pt x="3951046" y="6095679"/>
                  <a:pt x="3780019" y="6095679"/>
                </a:cubicBezTo>
                <a:cubicBezTo>
                  <a:pt x="2910626" y="6109938"/>
                  <a:pt x="2041248" y="6109938"/>
                  <a:pt x="1171855" y="6081434"/>
                </a:cubicBezTo>
                <a:cubicBezTo>
                  <a:pt x="929574" y="6067174"/>
                  <a:pt x="687279" y="6067174"/>
                  <a:pt x="459244" y="5967416"/>
                </a:cubicBezTo>
                <a:cubicBezTo>
                  <a:pt x="304254" y="5903281"/>
                  <a:pt x="173312" y="5805074"/>
                  <a:pt x="58904" y="5687075"/>
                </a:cubicBezTo>
                <a:lnTo>
                  <a:pt x="0" y="5620135"/>
                </a:lnTo>
                <a:lnTo>
                  <a:pt x="0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w="9525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endParaRPr lang="en-US"/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12192001" cy="6858000"/>
          </a:xfrm>
          <a:custGeom>
            <a:avLst/>
            <a:gdLst>
              <a:gd name="connsiteX0" fmla="*/ 4639238 w 12192001"/>
              <a:gd name="connsiteY0" fmla="*/ 0 h 6858000"/>
              <a:gd name="connsiteX1" fmla="*/ 12192001 w 12192001"/>
              <a:gd name="connsiteY1" fmla="*/ 0 h 6858000"/>
              <a:gd name="connsiteX2" fmla="*/ 12192001 w 12192001"/>
              <a:gd name="connsiteY2" fmla="*/ 6858000 h 6858000"/>
              <a:gd name="connsiteX3" fmla="*/ 0 w 12192001"/>
              <a:gd name="connsiteY3" fmla="*/ 6858000 h 6858000"/>
              <a:gd name="connsiteX4" fmla="*/ 0 w 12192001"/>
              <a:gd name="connsiteY4" fmla="*/ 5620135 h 6858000"/>
              <a:gd name="connsiteX5" fmla="*/ 58904 w 12192001"/>
              <a:gd name="connsiteY5" fmla="*/ 5687075 h 6858000"/>
              <a:gd name="connsiteX6" fmla="*/ 459244 w 12192001"/>
              <a:gd name="connsiteY6" fmla="*/ 5967416 h 6858000"/>
              <a:gd name="connsiteX7" fmla="*/ 1171855 w 12192001"/>
              <a:gd name="connsiteY7" fmla="*/ 6081434 h 6858000"/>
              <a:gd name="connsiteX8" fmla="*/ 3780019 w 12192001"/>
              <a:gd name="connsiteY8" fmla="*/ 6095679 h 6858000"/>
              <a:gd name="connsiteX9" fmla="*/ 4250335 w 12192001"/>
              <a:gd name="connsiteY9" fmla="*/ 5981661 h 6858000"/>
              <a:gd name="connsiteX10" fmla="*/ 4449866 w 12192001"/>
              <a:gd name="connsiteY10" fmla="*/ 5696617 h 6858000"/>
              <a:gd name="connsiteX11" fmla="*/ 5775330 w 12192001"/>
              <a:gd name="connsiteY11" fmla="*/ 3131218 h 6858000"/>
              <a:gd name="connsiteX12" fmla="*/ 6003366 w 12192001"/>
              <a:gd name="connsiteY12" fmla="*/ 2432867 h 6858000"/>
              <a:gd name="connsiteX13" fmla="*/ 5718321 w 12192001"/>
              <a:gd name="connsiteY13" fmla="*/ 1734501 h 6858000"/>
              <a:gd name="connsiteX14" fmla="*/ 4663657 w 12192001"/>
              <a:gd name="connsiteY14" fmla="*/ 38495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2192001" h="6858000">
                <a:moveTo>
                  <a:pt x="4639238" y="0"/>
                </a:moveTo>
                <a:lnTo>
                  <a:pt x="12192001" y="0"/>
                </a:lnTo>
                <a:lnTo>
                  <a:pt x="12192001" y="6858000"/>
                </a:lnTo>
                <a:lnTo>
                  <a:pt x="0" y="6858000"/>
                </a:lnTo>
                <a:lnTo>
                  <a:pt x="0" y="5620135"/>
                </a:lnTo>
                <a:lnTo>
                  <a:pt x="58904" y="5687075"/>
                </a:lnTo>
                <a:cubicBezTo>
                  <a:pt x="173312" y="5805074"/>
                  <a:pt x="304254" y="5903281"/>
                  <a:pt x="459244" y="5967416"/>
                </a:cubicBezTo>
                <a:cubicBezTo>
                  <a:pt x="687279" y="6067174"/>
                  <a:pt x="929574" y="6067174"/>
                  <a:pt x="1171855" y="6081434"/>
                </a:cubicBezTo>
                <a:cubicBezTo>
                  <a:pt x="2041248" y="6109938"/>
                  <a:pt x="2910626" y="6109938"/>
                  <a:pt x="3780019" y="6095679"/>
                </a:cubicBezTo>
                <a:cubicBezTo>
                  <a:pt x="3951046" y="6095679"/>
                  <a:pt x="4122072" y="6081434"/>
                  <a:pt x="4250335" y="5981661"/>
                </a:cubicBezTo>
                <a:cubicBezTo>
                  <a:pt x="4335848" y="5910407"/>
                  <a:pt x="4392857" y="5810634"/>
                  <a:pt x="4449866" y="5696617"/>
                </a:cubicBezTo>
                <a:cubicBezTo>
                  <a:pt x="4891692" y="4841484"/>
                  <a:pt x="5333504" y="3986351"/>
                  <a:pt x="5775330" y="3131218"/>
                </a:cubicBezTo>
                <a:cubicBezTo>
                  <a:pt x="5889348" y="2917442"/>
                  <a:pt x="6003366" y="2675147"/>
                  <a:pt x="6003366" y="2432867"/>
                </a:cubicBezTo>
                <a:cubicBezTo>
                  <a:pt x="5989106" y="2176327"/>
                  <a:pt x="5860843" y="1948291"/>
                  <a:pt x="5718321" y="1734501"/>
                </a:cubicBezTo>
                <a:cubicBezTo>
                  <a:pt x="5362008" y="1164412"/>
                  <a:pt x="5019956" y="608583"/>
                  <a:pt x="4663657" y="38495"/>
                </a:cubicBezTo>
                <a:close/>
              </a:path>
            </a:pathLst>
          </a:custGeom>
          <a:solidFill>
            <a:srgbClr val="D9D9D9"/>
          </a:solidFill>
        </p:spPr>
        <p:txBody>
          <a:bodyPr lIns="6400800" rtlCol="0" anchor="ctr">
            <a:noAutofit/>
          </a:bodyPr>
          <a:lstStyle>
            <a:lvl1pPr marL="0" indent="0" algn="l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>
                <a:solidFill/>
              </a:rPr>
              <a:t>Click icon to add picture</a:t>
            </a:r>
            <a:endParaRPr noProof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600" y="914400"/>
            <a:ext cx="4670401" cy="2400300"/>
          </a:xfrm>
        </p:spPr>
        <p:txBody>
          <a:bodyPr/>
          <a:lstStyle>
            <a:lvl1pPr>
              <a:defRPr sz="6000">
                <a:solidFill>
                  <a:schemeClr val="tx1"/>
                </a:solidFill>
              </a:defRPr>
            </a:lvl1pPr>
          </a:lstStyle>
          <a:p>
            <a:r>
              <a:rPr lang="en-US">
                <a:solidFill/>
              </a:rPr>
              <a:t>Click to edit Master title style</a:t>
            </a:r>
            <a:endParaRPr/>
          </a:p>
        </p:txBody>
      </p:sp>
      <p:sp>
        <p:nvSpPr>
          <p:cNvPr id="9" name="Text Placeholder 53"/>
          <p:cNvSpPr>
            <a:spLocks noGrp="1"/>
          </p:cNvSpPr>
          <p:nvPr>
            <p:ph type="body" sz="quarter" idx="11"/>
          </p:nvPr>
        </p:nvSpPr>
        <p:spPr>
          <a:xfrm>
            <a:off x="619672" y="3659413"/>
            <a:ext cx="4365357" cy="731520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1pPr>
            <a:lvl2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2pPr>
            <a:lvl3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3pPr>
            <a:lvl4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4pPr>
            <a:lvl5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5pPr>
            <a:lvl6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6pPr>
            <a:lvl7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7pPr>
            <a:lvl8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8pPr>
            <a:lvl9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9pPr>
          </a:lstStyle>
          <a:p>
            <a:pPr lvl="0"/>
            <a:r>
              <a:rPr lang="en-US">
                <a:solidFill/>
              </a:rPr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90654329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secHead">
  <p:cSld name="1_Section Header">
    <p:bg>
      <p:bgPr>
        <a:solidFill>
          <a:srgbClr val="2D6EAA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600" y="914400"/>
            <a:ext cx="7353300" cy="3467100"/>
          </a:xfrm>
        </p:spPr>
        <p:txBody>
          <a:bodyPr/>
          <a:lstStyle>
            <a:lvl1pPr>
              <a:lnSpc>
                <a:spcPct val="82000"/>
              </a:lnSpc>
              <a:defRPr sz="6600">
                <a:solidFill>
                  <a:schemeClr val="tx1"/>
                </a:solidFill>
              </a:defRPr>
            </a:lvl1pPr>
          </a:lstStyle>
          <a:p>
            <a:r>
              <a:rPr lang="en-US">
                <a:solidFill/>
              </a:rPr>
              <a:t>Click to edit Master title style</a:t>
            </a:r>
            <a:endParaRPr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09601" y="4726213"/>
            <a:ext cx="7353300" cy="731520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>
                <a:solidFill/>
              </a:rPr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531035700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_Section Header Text Right D&amp;A_orange">
    <p:bg>
      <p:bgPr>
        <a:blipFill dpi="0" rotWithShape="1">
          <a:blip r:embed="rId2">
            <a:lum/>
          </a:blip>
          <a:srcRect/>
          <a:stretch>
            <a:fillRect l="-14000" r="-14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>
            <a:extLst>
              <a:ext uri="{FF2B5EF4-FFF2-40B4-BE49-F238E27FC236}">
                <a16:creationId xmlns:a16="http://schemas.microsoft.com/office/drawing/2014/main" id="{EBACD614-85B3-0763-3544-873E5E0A0B19}"/>
              </a:ext>
            </a:extLst>
          </p:cNvPr>
          <p:cNvGrpSpPr/>
          <p:nvPr userDrawn="1"/>
        </p:nvGrpSpPr>
        <p:grpSpPr>
          <a:xfrm>
            <a:off x="6606591" y="5863111"/>
            <a:ext cx="3731986" cy="889317"/>
            <a:chOff x="6407183" y="5505584"/>
            <a:chExt cx="5775291" cy="1376228"/>
          </a:xfrm>
        </p:grpSpPr>
        <p:sp>
          <p:nvSpPr>
            <p:cNvPr id="4" name="Graphic 11">
              <a:extLst>
                <a:ext uri="{FF2B5EF4-FFF2-40B4-BE49-F238E27FC236}">
                  <a16:creationId xmlns:a16="http://schemas.microsoft.com/office/drawing/2014/main" id="{B4BEA685-C672-484A-9DA9-45B01D40FC97}"/>
                </a:ext>
              </a:extLst>
            </p:cNvPr>
            <p:cNvSpPr/>
            <p:nvPr userDrawn="1"/>
          </p:nvSpPr>
          <p:spPr>
            <a:xfrm rot="16200000">
              <a:off x="8294854" y="6187275"/>
              <a:ext cx="1352164" cy="36909"/>
            </a:xfrm>
            <a:custGeom>
              <a:avLst/>
              <a:gdLst>
                <a:gd name="connsiteX0" fmla="*/ 5634971 w 5634018"/>
                <a:gd name="connsiteY0" fmla="*/ 49074 h 147637"/>
                <a:gd name="connsiteX1" fmla="*/ 5600681 w 5634018"/>
                <a:gd name="connsiteY1" fmla="*/ 27167 h 147637"/>
                <a:gd name="connsiteX2" fmla="*/ 216693 w 5634018"/>
                <a:gd name="connsiteY2" fmla="*/ 12879 h 147637"/>
                <a:gd name="connsiteX3" fmla="*/ 0 w 5634018"/>
                <a:gd name="connsiteY3" fmla="*/ 85269 h 147637"/>
                <a:gd name="connsiteX4" fmla="*/ 812480 w 5634018"/>
                <a:gd name="connsiteY4" fmla="*/ 121464 h 147637"/>
                <a:gd name="connsiteX5" fmla="*/ 2112638 w 5634018"/>
                <a:gd name="connsiteY5" fmla="*/ 85269 h 147637"/>
                <a:gd name="connsiteX6" fmla="*/ 5472094 w 5634018"/>
                <a:gd name="connsiteY6" fmla="*/ 120988 h 147637"/>
                <a:gd name="connsiteX7" fmla="*/ 5634971 w 5634018"/>
                <a:gd name="connsiteY7" fmla="*/ 49074 h 147637"/>
                <a:gd name="connsiteX8" fmla="*/ 5634971 w 5634018"/>
                <a:gd name="connsiteY8" fmla="*/ 49074 h 147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634018" h="147637">
                  <a:moveTo>
                    <a:pt x="5634971" y="49074"/>
                  </a:moveTo>
                  <a:cubicBezTo>
                    <a:pt x="5634971" y="36692"/>
                    <a:pt x="5622588" y="27167"/>
                    <a:pt x="5600681" y="27167"/>
                  </a:cubicBezTo>
                  <a:cubicBezTo>
                    <a:pt x="3833323" y="25738"/>
                    <a:pt x="1982622" y="-22363"/>
                    <a:pt x="216693" y="12879"/>
                  </a:cubicBezTo>
                  <a:cubicBezTo>
                    <a:pt x="162401" y="12879"/>
                    <a:pt x="0" y="49074"/>
                    <a:pt x="0" y="85269"/>
                  </a:cubicBezTo>
                  <a:cubicBezTo>
                    <a:pt x="0" y="204331"/>
                    <a:pt x="541971" y="121464"/>
                    <a:pt x="812480" y="121464"/>
                  </a:cubicBezTo>
                  <a:cubicBezTo>
                    <a:pt x="1245866" y="85269"/>
                    <a:pt x="1679252" y="85269"/>
                    <a:pt x="2112638" y="85269"/>
                  </a:cubicBezTo>
                  <a:cubicBezTo>
                    <a:pt x="3250871" y="157183"/>
                    <a:pt x="4334336" y="120988"/>
                    <a:pt x="5472094" y="120988"/>
                  </a:cubicBezTo>
                  <a:cubicBezTo>
                    <a:pt x="5526386" y="120988"/>
                    <a:pt x="5634971" y="120988"/>
                    <a:pt x="5634971" y="49074"/>
                  </a:cubicBezTo>
                  <a:lnTo>
                    <a:pt x="5634971" y="49074"/>
                  </a:lnTo>
                  <a:close/>
                </a:path>
              </a:pathLst>
            </a:custGeom>
            <a:solidFill>
              <a:schemeClr val="bg1"/>
            </a:solidFill>
            <a:ln w="4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pic>
          <p:nvPicPr>
            <p:cNvPr id="5" name="Graphic 4">
              <a:extLst>
                <a:ext uri="{FF2B5EF4-FFF2-40B4-BE49-F238E27FC236}">
                  <a16:creationId xmlns:a16="http://schemas.microsoft.com/office/drawing/2014/main" id="{22D3B8BF-672F-C3AA-5D74-DA070EAEABB4}"/>
                </a:ext>
              </a:extLst>
            </p:cNvPr>
            <p:cNvPicPr>
              <a:picLocks noChangeAspect="1"/>
            </p:cNvPicPr>
            <p:nvPr userDrawn="1"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/>
          </p:blipFill>
          <p:spPr>
            <a:xfrm>
              <a:off x="9363077" y="5784704"/>
              <a:ext cx="2819397" cy="842047"/>
            </a:xfrm>
            <a:prstGeom prst="rect">
              <a:avLst/>
            </a:prstGeom>
          </p:spPr>
        </p:pic>
        <p:pic>
          <p:nvPicPr>
            <p:cNvPr id="7" name="Picture 96">
              <a:extLst>
                <a:ext uri="{FF2B5EF4-FFF2-40B4-BE49-F238E27FC236}">
                  <a16:creationId xmlns:a16="http://schemas.microsoft.com/office/drawing/2014/main" id="{BA77EE15-59A7-E81B-5E6F-1411E95E4589}"/>
                </a:ext>
              </a:extLst>
            </p:cNvPr>
            <p:cNvPicPr>
              <a:picLocks noChangeAspect="1" noChangeArrowheads="1"/>
            </p:cNvPicPr>
            <p:nvPr userDrawn="1"/>
          </p:nvPicPr>
          <p:blipFill>
            <a:blip r:embed="rId4"/>
            <a:srcRect/>
            <a:stretch/>
          </p:blipFill>
          <p:spPr bwMode="auto">
            <a:xfrm>
              <a:off x="6407183" y="5505584"/>
              <a:ext cx="2147589" cy="1233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1FB096D5-7185-EE1A-FB99-36B978D550A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781800" y="422792"/>
            <a:ext cx="4937760" cy="3467100"/>
          </a:xfrm>
        </p:spPr>
        <p:txBody>
          <a:bodyPr/>
          <a:lstStyle>
            <a:lvl1pPr>
              <a:defRPr sz="6600">
                <a:solidFill>
                  <a:schemeClr val="tx1"/>
                </a:solidFill>
              </a:defRPr>
            </a:lvl1pPr>
          </a:lstStyle>
          <a:p>
            <a:r>
              <a:rPr lang="en-US">
                <a:solidFill/>
              </a:rPr>
              <a:t>Click to edit Master title style</a:t>
            </a:r>
            <a:endParaRPr/>
          </a:p>
        </p:txBody>
      </p:sp>
      <p:sp>
        <p:nvSpPr>
          <p:cNvPr id="6" name="Text Placeholder 53">
            <a:extLst>
              <a:ext uri="{FF2B5EF4-FFF2-40B4-BE49-F238E27FC236}">
                <a16:creationId xmlns:a16="http://schemas.microsoft.com/office/drawing/2014/main" id="{A0BF803E-2D26-1EF9-6A1F-C700A15178B3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781799" y="4156592"/>
            <a:ext cx="4937760" cy="731520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1pPr>
            <a:lvl2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2pPr>
            <a:lvl3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3pPr>
            <a:lvl4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4pPr>
            <a:lvl5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5pPr>
            <a:lvl6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6pPr>
            <a:lvl7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7pPr>
            <a:lvl8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8pPr>
            <a:lvl9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9pPr>
          </a:lstStyle>
          <a:p>
            <a:pPr lvl="0"/>
            <a:r>
              <a:rPr lang="en-US">
                <a:solidFill/>
              </a:rPr>
              <a:t>Click to add name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3520518202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_Section Header Text Right D&amp;A_blue">
    <p:bg>
      <p:bgPr>
        <a:blipFill dpi="0" rotWithShape="1">
          <a:blip r:embed="rId2">
            <a:lum/>
          </a:blip>
          <a:srcRect/>
          <a:stretch>
            <a:fillRect l="-14000" r="-14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1">
            <a:extLst>
              <a:ext uri="{FF2B5EF4-FFF2-40B4-BE49-F238E27FC236}">
                <a16:creationId xmlns:a16="http://schemas.microsoft.com/office/drawing/2014/main" id="{244592FB-1198-504D-0CD9-67A4DC6D18A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629400" y="270392"/>
            <a:ext cx="4937760" cy="3467100"/>
          </a:xfrm>
        </p:spPr>
        <p:txBody>
          <a:bodyPr/>
          <a:lstStyle>
            <a:lvl1pPr>
              <a:defRPr sz="6600">
                <a:solidFill>
                  <a:schemeClr val="tx1"/>
                </a:solidFill>
              </a:defRPr>
            </a:lvl1pPr>
          </a:lstStyle>
          <a:p>
            <a:r>
              <a:rPr lang="en-US">
                <a:solidFill/>
              </a:rPr>
              <a:t>Click to edit Master title style</a:t>
            </a:r>
            <a:endParaRPr/>
          </a:p>
        </p:txBody>
      </p:sp>
      <p:sp>
        <p:nvSpPr>
          <p:cNvPr id="9" name="Text Placeholder 53">
            <a:extLst>
              <a:ext uri="{FF2B5EF4-FFF2-40B4-BE49-F238E27FC236}">
                <a16:creationId xmlns:a16="http://schemas.microsoft.com/office/drawing/2014/main" id="{1AFEE586-8DE4-AFA4-9863-5CD5E28FE1C4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629399" y="4004192"/>
            <a:ext cx="4937760" cy="731520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1pPr>
            <a:lvl2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2pPr>
            <a:lvl3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3pPr>
            <a:lvl4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4pPr>
            <a:lvl5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5pPr>
            <a:lvl6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6pPr>
            <a:lvl7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7pPr>
            <a:lvl8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8pPr>
            <a:lvl9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9pPr>
          </a:lstStyle>
          <a:p>
            <a:pPr lvl="0"/>
            <a:r>
              <a:rPr lang="en-US">
                <a:solidFill/>
              </a:rPr>
              <a:t>Click to add name</a:t>
            </a:r>
            <a:endParaRPr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AFEBFB50-683E-6982-20C9-BDD22843BF8D}"/>
              </a:ext>
            </a:extLst>
          </p:cNvPr>
          <p:cNvGrpSpPr/>
          <p:nvPr userDrawn="1"/>
        </p:nvGrpSpPr>
        <p:grpSpPr>
          <a:xfrm>
            <a:off x="6603999" y="5863110"/>
            <a:ext cx="3734577" cy="889316"/>
            <a:chOff x="6403173" y="5505584"/>
            <a:chExt cx="5779301" cy="1376227"/>
          </a:xfrm>
        </p:grpSpPr>
        <p:sp>
          <p:nvSpPr>
            <p:cNvPr id="11" name="Graphic 11">
              <a:extLst>
                <a:ext uri="{FF2B5EF4-FFF2-40B4-BE49-F238E27FC236}">
                  <a16:creationId xmlns:a16="http://schemas.microsoft.com/office/drawing/2014/main" id="{9873DF9F-93A8-E8F9-0D6E-0610BEFA98DA}"/>
                </a:ext>
              </a:extLst>
            </p:cNvPr>
            <p:cNvSpPr/>
            <p:nvPr userDrawn="1"/>
          </p:nvSpPr>
          <p:spPr>
            <a:xfrm rot="16200000">
              <a:off x="8304700" y="6177428"/>
              <a:ext cx="1352164" cy="56602"/>
            </a:xfrm>
            <a:custGeom>
              <a:avLst/>
              <a:gdLst>
                <a:gd name="connsiteX0" fmla="*/ 5634971 w 5634018"/>
                <a:gd name="connsiteY0" fmla="*/ 49074 h 147637"/>
                <a:gd name="connsiteX1" fmla="*/ 5600681 w 5634018"/>
                <a:gd name="connsiteY1" fmla="*/ 27167 h 147637"/>
                <a:gd name="connsiteX2" fmla="*/ 216693 w 5634018"/>
                <a:gd name="connsiteY2" fmla="*/ 12879 h 147637"/>
                <a:gd name="connsiteX3" fmla="*/ 0 w 5634018"/>
                <a:gd name="connsiteY3" fmla="*/ 85269 h 147637"/>
                <a:gd name="connsiteX4" fmla="*/ 812480 w 5634018"/>
                <a:gd name="connsiteY4" fmla="*/ 121464 h 147637"/>
                <a:gd name="connsiteX5" fmla="*/ 2112638 w 5634018"/>
                <a:gd name="connsiteY5" fmla="*/ 85269 h 147637"/>
                <a:gd name="connsiteX6" fmla="*/ 5472094 w 5634018"/>
                <a:gd name="connsiteY6" fmla="*/ 120988 h 147637"/>
                <a:gd name="connsiteX7" fmla="*/ 5634971 w 5634018"/>
                <a:gd name="connsiteY7" fmla="*/ 49074 h 147637"/>
                <a:gd name="connsiteX8" fmla="*/ 5634971 w 5634018"/>
                <a:gd name="connsiteY8" fmla="*/ 49074 h 147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634018" h="147637">
                  <a:moveTo>
                    <a:pt x="5634971" y="49074"/>
                  </a:moveTo>
                  <a:cubicBezTo>
                    <a:pt x="5634971" y="36692"/>
                    <a:pt x="5622588" y="27167"/>
                    <a:pt x="5600681" y="27167"/>
                  </a:cubicBezTo>
                  <a:cubicBezTo>
                    <a:pt x="3833323" y="25738"/>
                    <a:pt x="1982622" y="-22363"/>
                    <a:pt x="216693" y="12879"/>
                  </a:cubicBezTo>
                  <a:cubicBezTo>
                    <a:pt x="162401" y="12879"/>
                    <a:pt x="0" y="49074"/>
                    <a:pt x="0" y="85269"/>
                  </a:cubicBezTo>
                  <a:cubicBezTo>
                    <a:pt x="0" y="204331"/>
                    <a:pt x="541971" y="121464"/>
                    <a:pt x="812480" y="121464"/>
                  </a:cubicBezTo>
                  <a:cubicBezTo>
                    <a:pt x="1245866" y="85269"/>
                    <a:pt x="1679252" y="85269"/>
                    <a:pt x="2112638" y="85269"/>
                  </a:cubicBezTo>
                  <a:cubicBezTo>
                    <a:pt x="3250871" y="157183"/>
                    <a:pt x="4334336" y="120988"/>
                    <a:pt x="5472094" y="120988"/>
                  </a:cubicBezTo>
                  <a:cubicBezTo>
                    <a:pt x="5526386" y="120988"/>
                    <a:pt x="5634971" y="120988"/>
                    <a:pt x="5634971" y="49074"/>
                  </a:cubicBezTo>
                  <a:lnTo>
                    <a:pt x="5634971" y="49074"/>
                  </a:lnTo>
                  <a:close/>
                </a:path>
              </a:pathLst>
            </a:custGeom>
            <a:solidFill>
              <a:schemeClr val="tx1"/>
            </a:solidFill>
            <a:ln w="4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pic>
          <p:nvPicPr>
            <p:cNvPr id="12" name="Graphic 11">
              <a:extLst>
                <a:ext uri="{FF2B5EF4-FFF2-40B4-BE49-F238E27FC236}">
                  <a16:creationId xmlns:a16="http://schemas.microsoft.com/office/drawing/2014/main" id="{B25598D9-9FCB-918B-A994-4933B9DBABBA}"/>
                </a:ext>
              </a:extLst>
            </p:cNvPr>
            <p:cNvPicPr>
              <a:picLocks noChangeAspect="1"/>
            </p:cNvPicPr>
            <p:nvPr userDrawn="1"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/>
          </p:blipFill>
          <p:spPr>
            <a:xfrm>
              <a:off x="9363076" y="5784703"/>
              <a:ext cx="2819398" cy="842050"/>
            </a:xfrm>
            <a:prstGeom prst="rect">
              <a:avLst/>
            </a:prstGeom>
          </p:spPr>
        </p:pic>
        <p:pic>
          <p:nvPicPr>
            <p:cNvPr id="13" name="Picture 96" descr="Diagram&#10;&#10;Description automatically generated with medium confidence">
              <a:extLst>
                <a:ext uri="{FF2B5EF4-FFF2-40B4-BE49-F238E27FC236}">
                  <a16:creationId xmlns:a16="http://schemas.microsoft.com/office/drawing/2014/main" id="{3D863E2A-5DA0-8784-8062-879823E580B3}"/>
                </a:ext>
              </a:extLst>
            </p:cNvPr>
            <p:cNvPicPr>
              <a:picLocks noChangeAspect="1" noChangeArrowheads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03173" y="5505584"/>
              <a:ext cx="2155608" cy="1233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4097758109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>
  <p:cSld name="1_D&amp;A Content Slide with Footer - ORAN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51722536-B3BA-A417-DAC3-1E2C9AF40534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rcRect/>
          <a:stretch/>
        </p:blipFill>
        <p:spPr>
          <a:xfrm>
            <a:off x="7" y="5857292"/>
            <a:ext cx="12211743" cy="1008075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>
                <a:solidFill/>
              </a:rPr>
              <a:t>Click to edit Master title style</a:t>
            </a:r>
            <a:endParaRPr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D3F92921-666C-B85C-73F6-68C5804513EA}"/>
              </a:ext>
            </a:extLst>
          </p:cNvPr>
          <p:cNvGrpSpPr/>
          <p:nvPr userDrawn="1"/>
        </p:nvGrpSpPr>
        <p:grpSpPr>
          <a:xfrm>
            <a:off x="8871800" y="6035040"/>
            <a:ext cx="3055432" cy="728097"/>
            <a:chOff x="6407180" y="5505584"/>
            <a:chExt cx="5775294" cy="1376228"/>
          </a:xfrm>
        </p:grpSpPr>
        <p:sp>
          <p:nvSpPr>
            <p:cNvPr id="8" name="Graphic 11">
              <a:extLst>
                <a:ext uri="{FF2B5EF4-FFF2-40B4-BE49-F238E27FC236}">
                  <a16:creationId xmlns:a16="http://schemas.microsoft.com/office/drawing/2014/main" id="{32504BB1-792C-6AF9-42D0-683BE0CD1790}"/>
                </a:ext>
              </a:extLst>
            </p:cNvPr>
            <p:cNvSpPr/>
            <p:nvPr userDrawn="1"/>
          </p:nvSpPr>
          <p:spPr>
            <a:xfrm rot="16200000">
              <a:off x="8294854" y="6187275"/>
              <a:ext cx="1352164" cy="36909"/>
            </a:xfrm>
            <a:custGeom>
              <a:avLst/>
              <a:gdLst>
                <a:gd name="connsiteX0" fmla="*/ 5634971 w 5634018"/>
                <a:gd name="connsiteY0" fmla="*/ 49074 h 147637"/>
                <a:gd name="connsiteX1" fmla="*/ 5600681 w 5634018"/>
                <a:gd name="connsiteY1" fmla="*/ 27167 h 147637"/>
                <a:gd name="connsiteX2" fmla="*/ 216693 w 5634018"/>
                <a:gd name="connsiteY2" fmla="*/ 12879 h 147637"/>
                <a:gd name="connsiteX3" fmla="*/ 0 w 5634018"/>
                <a:gd name="connsiteY3" fmla="*/ 85269 h 147637"/>
                <a:gd name="connsiteX4" fmla="*/ 812480 w 5634018"/>
                <a:gd name="connsiteY4" fmla="*/ 121464 h 147637"/>
                <a:gd name="connsiteX5" fmla="*/ 2112638 w 5634018"/>
                <a:gd name="connsiteY5" fmla="*/ 85269 h 147637"/>
                <a:gd name="connsiteX6" fmla="*/ 5472094 w 5634018"/>
                <a:gd name="connsiteY6" fmla="*/ 120988 h 147637"/>
                <a:gd name="connsiteX7" fmla="*/ 5634971 w 5634018"/>
                <a:gd name="connsiteY7" fmla="*/ 49074 h 147637"/>
                <a:gd name="connsiteX8" fmla="*/ 5634971 w 5634018"/>
                <a:gd name="connsiteY8" fmla="*/ 49074 h 147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634018" h="147637">
                  <a:moveTo>
                    <a:pt x="5634971" y="49074"/>
                  </a:moveTo>
                  <a:cubicBezTo>
                    <a:pt x="5634971" y="36692"/>
                    <a:pt x="5622588" y="27167"/>
                    <a:pt x="5600681" y="27167"/>
                  </a:cubicBezTo>
                  <a:cubicBezTo>
                    <a:pt x="3833323" y="25738"/>
                    <a:pt x="1982622" y="-22363"/>
                    <a:pt x="216693" y="12879"/>
                  </a:cubicBezTo>
                  <a:cubicBezTo>
                    <a:pt x="162401" y="12879"/>
                    <a:pt x="0" y="49074"/>
                    <a:pt x="0" y="85269"/>
                  </a:cubicBezTo>
                  <a:cubicBezTo>
                    <a:pt x="0" y="204331"/>
                    <a:pt x="541971" y="121464"/>
                    <a:pt x="812480" y="121464"/>
                  </a:cubicBezTo>
                  <a:cubicBezTo>
                    <a:pt x="1245866" y="85269"/>
                    <a:pt x="1679252" y="85269"/>
                    <a:pt x="2112638" y="85269"/>
                  </a:cubicBezTo>
                  <a:cubicBezTo>
                    <a:pt x="3250871" y="157183"/>
                    <a:pt x="4334336" y="120988"/>
                    <a:pt x="5472094" y="120988"/>
                  </a:cubicBezTo>
                  <a:cubicBezTo>
                    <a:pt x="5526386" y="120988"/>
                    <a:pt x="5634971" y="120988"/>
                    <a:pt x="5634971" y="49074"/>
                  </a:cubicBezTo>
                  <a:lnTo>
                    <a:pt x="5634971" y="49074"/>
                  </a:lnTo>
                  <a:close/>
                </a:path>
              </a:pathLst>
            </a:custGeom>
            <a:solidFill>
              <a:schemeClr val="bg1"/>
            </a:solidFill>
            <a:ln w="4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pic>
          <p:nvPicPr>
            <p:cNvPr id="9" name="Graphic 8">
              <a:extLst>
                <a:ext uri="{FF2B5EF4-FFF2-40B4-BE49-F238E27FC236}">
                  <a16:creationId xmlns:a16="http://schemas.microsoft.com/office/drawing/2014/main" id="{51EBF3B2-8723-E25A-DFAE-0818747C624D}"/>
                </a:ext>
              </a:extLst>
            </p:cNvPr>
            <p:cNvPicPr>
              <a:picLocks noChangeAspect="1"/>
            </p:cNvPicPr>
            <p:nvPr userDrawn="1"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/>
          </p:blipFill>
          <p:spPr>
            <a:xfrm>
              <a:off x="9363075" y="5784706"/>
              <a:ext cx="2819399" cy="842047"/>
            </a:xfrm>
            <a:prstGeom prst="rect">
              <a:avLst/>
            </a:prstGeom>
          </p:spPr>
        </p:pic>
        <p:pic>
          <p:nvPicPr>
            <p:cNvPr id="10" name="Picture 96">
              <a:extLst>
                <a:ext uri="{FF2B5EF4-FFF2-40B4-BE49-F238E27FC236}">
                  <a16:creationId xmlns:a16="http://schemas.microsoft.com/office/drawing/2014/main" id="{E2AF423B-165F-D723-7F43-1715524854B9}"/>
                </a:ext>
              </a:extLst>
            </p:cNvPr>
            <p:cNvPicPr>
              <a:picLocks noChangeAspect="1" noChangeArrowheads="1"/>
            </p:cNvPicPr>
            <p:nvPr userDrawn="1"/>
          </p:nvPicPr>
          <p:blipFill>
            <a:blip r:embed="rId4"/>
            <a:srcRect/>
            <a:stretch/>
          </p:blipFill>
          <p:spPr bwMode="auto">
            <a:xfrm>
              <a:off x="6407180" y="5505584"/>
              <a:ext cx="2147591" cy="12334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2668405386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>
  <p:cSld name="1_D&amp;A Content Slide with Footer - PURP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51722536-B3BA-A417-DAC3-1E2C9AF4053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-1" y="5857292"/>
            <a:ext cx="12211759" cy="1008075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>
                <a:solidFill/>
              </a:rPr>
              <a:t>Click to edit Master title style</a:t>
            </a:r>
            <a:endParaRPr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D3F92921-666C-B85C-73F6-68C5804513EA}"/>
              </a:ext>
            </a:extLst>
          </p:cNvPr>
          <p:cNvGrpSpPr/>
          <p:nvPr userDrawn="1"/>
        </p:nvGrpSpPr>
        <p:grpSpPr>
          <a:xfrm>
            <a:off x="8871800" y="6035040"/>
            <a:ext cx="3055432" cy="728097"/>
            <a:chOff x="6407180" y="5505584"/>
            <a:chExt cx="5775294" cy="1376228"/>
          </a:xfrm>
        </p:grpSpPr>
        <p:sp>
          <p:nvSpPr>
            <p:cNvPr id="8" name="Graphic 11">
              <a:extLst>
                <a:ext uri="{FF2B5EF4-FFF2-40B4-BE49-F238E27FC236}">
                  <a16:creationId xmlns:a16="http://schemas.microsoft.com/office/drawing/2014/main" id="{32504BB1-792C-6AF9-42D0-683BE0CD1790}"/>
                </a:ext>
              </a:extLst>
            </p:cNvPr>
            <p:cNvSpPr/>
            <p:nvPr userDrawn="1"/>
          </p:nvSpPr>
          <p:spPr>
            <a:xfrm rot="16200000">
              <a:off x="8294854" y="6187275"/>
              <a:ext cx="1352164" cy="36909"/>
            </a:xfrm>
            <a:custGeom>
              <a:avLst/>
              <a:gdLst>
                <a:gd name="connsiteX0" fmla="*/ 5634971 w 5634018"/>
                <a:gd name="connsiteY0" fmla="*/ 49074 h 147637"/>
                <a:gd name="connsiteX1" fmla="*/ 5600681 w 5634018"/>
                <a:gd name="connsiteY1" fmla="*/ 27167 h 147637"/>
                <a:gd name="connsiteX2" fmla="*/ 216693 w 5634018"/>
                <a:gd name="connsiteY2" fmla="*/ 12879 h 147637"/>
                <a:gd name="connsiteX3" fmla="*/ 0 w 5634018"/>
                <a:gd name="connsiteY3" fmla="*/ 85269 h 147637"/>
                <a:gd name="connsiteX4" fmla="*/ 812480 w 5634018"/>
                <a:gd name="connsiteY4" fmla="*/ 121464 h 147637"/>
                <a:gd name="connsiteX5" fmla="*/ 2112638 w 5634018"/>
                <a:gd name="connsiteY5" fmla="*/ 85269 h 147637"/>
                <a:gd name="connsiteX6" fmla="*/ 5472094 w 5634018"/>
                <a:gd name="connsiteY6" fmla="*/ 120988 h 147637"/>
                <a:gd name="connsiteX7" fmla="*/ 5634971 w 5634018"/>
                <a:gd name="connsiteY7" fmla="*/ 49074 h 147637"/>
                <a:gd name="connsiteX8" fmla="*/ 5634971 w 5634018"/>
                <a:gd name="connsiteY8" fmla="*/ 49074 h 147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634018" h="147637">
                  <a:moveTo>
                    <a:pt x="5634971" y="49074"/>
                  </a:moveTo>
                  <a:cubicBezTo>
                    <a:pt x="5634971" y="36692"/>
                    <a:pt x="5622588" y="27167"/>
                    <a:pt x="5600681" y="27167"/>
                  </a:cubicBezTo>
                  <a:cubicBezTo>
                    <a:pt x="3833323" y="25738"/>
                    <a:pt x="1982622" y="-22363"/>
                    <a:pt x="216693" y="12879"/>
                  </a:cubicBezTo>
                  <a:cubicBezTo>
                    <a:pt x="162401" y="12879"/>
                    <a:pt x="0" y="49074"/>
                    <a:pt x="0" y="85269"/>
                  </a:cubicBezTo>
                  <a:cubicBezTo>
                    <a:pt x="0" y="204331"/>
                    <a:pt x="541971" y="121464"/>
                    <a:pt x="812480" y="121464"/>
                  </a:cubicBezTo>
                  <a:cubicBezTo>
                    <a:pt x="1245866" y="85269"/>
                    <a:pt x="1679252" y="85269"/>
                    <a:pt x="2112638" y="85269"/>
                  </a:cubicBezTo>
                  <a:cubicBezTo>
                    <a:pt x="3250871" y="157183"/>
                    <a:pt x="4334336" y="120988"/>
                    <a:pt x="5472094" y="120988"/>
                  </a:cubicBezTo>
                  <a:cubicBezTo>
                    <a:pt x="5526386" y="120988"/>
                    <a:pt x="5634971" y="120988"/>
                    <a:pt x="5634971" y="49074"/>
                  </a:cubicBezTo>
                  <a:lnTo>
                    <a:pt x="5634971" y="49074"/>
                  </a:lnTo>
                  <a:close/>
                </a:path>
              </a:pathLst>
            </a:custGeom>
            <a:solidFill>
              <a:schemeClr val="bg1"/>
            </a:solidFill>
            <a:ln w="4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pic>
          <p:nvPicPr>
            <p:cNvPr id="9" name="Graphic 8">
              <a:extLst>
                <a:ext uri="{FF2B5EF4-FFF2-40B4-BE49-F238E27FC236}">
                  <a16:creationId xmlns:a16="http://schemas.microsoft.com/office/drawing/2014/main" id="{51EBF3B2-8723-E25A-DFAE-0818747C624D}"/>
                </a:ext>
              </a:extLst>
            </p:cNvPr>
            <p:cNvPicPr>
              <a:picLocks noChangeAspect="1"/>
            </p:cNvPicPr>
            <p:nvPr userDrawn="1"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/>
          </p:blipFill>
          <p:spPr>
            <a:xfrm>
              <a:off x="9363076" y="5784703"/>
              <a:ext cx="2819398" cy="842050"/>
            </a:xfrm>
            <a:prstGeom prst="rect">
              <a:avLst/>
            </a:prstGeom>
          </p:spPr>
        </p:pic>
        <p:pic>
          <p:nvPicPr>
            <p:cNvPr id="10" name="Picture 96">
              <a:extLst>
                <a:ext uri="{FF2B5EF4-FFF2-40B4-BE49-F238E27FC236}">
                  <a16:creationId xmlns:a16="http://schemas.microsoft.com/office/drawing/2014/main" id="{E2AF423B-165F-D723-7F43-1715524854B9}"/>
                </a:ext>
              </a:extLst>
            </p:cNvPr>
            <p:cNvPicPr>
              <a:picLocks noChangeAspect="1" noChangeArrowheads="1"/>
            </p:cNvPicPr>
            <p:nvPr userDrawn="1"/>
          </p:nvPicPr>
          <p:blipFill>
            <a:blip r:embed="rId4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 bwMode="auto">
            <a:xfrm>
              <a:off x="6407180" y="5505584"/>
              <a:ext cx="2147591" cy="12334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1384417924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>
  <p:cSld name="2_D&amp;A Content Slide with Footer - PURP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51722536-B3BA-A417-DAC3-1E2C9AF4053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-1" y="5857292"/>
            <a:ext cx="12211759" cy="1008075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>
                <a:solidFill/>
              </a:rPr>
              <a:t>Click to edit Master title style</a:t>
            </a:r>
            <a:endParaRPr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D3F92921-666C-B85C-73F6-68C5804513EA}"/>
              </a:ext>
            </a:extLst>
          </p:cNvPr>
          <p:cNvGrpSpPr/>
          <p:nvPr userDrawn="1"/>
        </p:nvGrpSpPr>
        <p:grpSpPr>
          <a:xfrm>
            <a:off x="8871800" y="6035040"/>
            <a:ext cx="3055432" cy="728097"/>
            <a:chOff x="6407180" y="5505584"/>
            <a:chExt cx="5775294" cy="1376228"/>
          </a:xfrm>
        </p:grpSpPr>
        <p:sp>
          <p:nvSpPr>
            <p:cNvPr id="8" name="Graphic 11">
              <a:extLst>
                <a:ext uri="{FF2B5EF4-FFF2-40B4-BE49-F238E27FC236}">
                  <a16:creationId xmlns:a16="http://schemas.microsoft.com/office/drawing/2014/main" id="{32504BB1-792C-6AF9-42D0-683BE0CD1790}"/>
                </a:ext>
              </a:extLst>
            </p:cNvPr>
            <p:cNvSpPr/>
            <p:nvPr userDrawn="1"/>
          </p:nvSpPr>
          <p:spPr>
            <a:xfrm rot="16200000">
              <a:off x="8294854" y="6187275"/>
              <a:ext cx="1352164" cy="36909"/>
            </a:xfrm>
            <a:custGeom>
              <a:avLst/>
              <a:gdLst>
                <a:gd name="connsiteX0" fmla="*/ 5634971 w 5634018"/>
                <a:gd name="connsiteY0" fmla="*/ 49074 h 147637"/>
                <a:gd name="connsiteX1" fmla="*/ 5600681 w 5634018"/>
                <a:gd name="connsiteY1" fmla="*/ 27167 h 147637"/>
                <a:gd name="connsiteX2" fmla="*/ 216693 w 5634018"/>
                <a:gd name="connsiteY2" fmla="*/ 12879 h 147637"/>
                <a:gd name="connsiteX3" fmla="*/ 0 w 5634018"/>
                <a:gd name="connsiteY3" fmla="*/ 85269 h 147637"/>
                <a:gd name="connsiteX4" fmla="*/ 812480 w 5634018"/>
                <a:gd name="connsiteY4" fmla="*/ 121464 h 147637"/>
                <a:gd name="connsiteX5" fmla="*/ 2112638 w 5634018"/>
                <a:gd name="connsiteY5" fmla="*/ 85269 h 147637"/>
                <a:gd name="connsiteX6" fmla="*/ 5472094 w 5634018"/>
                <a:gd name="connsiteY6" fmla="*/ 120988 h 147637"/>
                <a:gd name="connsiteX7" fmla="*/ 5634971 w 5634018"/>
                <a:gd name="connsiteY7" fmla="*/ 49074 h 147637"/>
                <a:gd name="connsiteX8" fmla="*/ 5634971 w 5634018"/>
                <a:gd name="connsiteY8" fmla="*/ 49074 h 147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634018" h="147637">
                  <a:moveTo>
                    <a:pt x="5634971" y="49074"/>
                  </a:moveTo>
                  <a:cubicBezTo>
                    <a:pt x="5634971" y="36692"/>
                    <a:pt x="5622588" y="27167"/>
                    <a:pt x="5600681" y="27167"/>
                  </a:cubicBezTo>
                  <a:cubicBezTo>
                    <a:pt x="3833323" y="25738"/>
                    <a:pt x="1982622" y="-22363"/>
                    <a:pt x="216693" y="12879"/>
                  </a:cubicBezTo>
                  <a:cubicBezTo>
                    <a:pt x="162401" y="12879"/>
                    <a:pt x="0" y="49074"/>
                    <a:pt x="0" y="85269"/>
                  </a:cubicBezTo>
                  <a:cubicBezTo>
                    <a:pt x="0" y="204331"/>
                    <a:pt x="541971" y="121464"/>
                    <a:pt x="812480" y="121464"/>
                  </a:cubicBezTo>
                  <a:cubicBezTo>
                    <a:pt x="1245866" y="85269"/>
                    <a:pt x="1679252" y="85269"/>
                    <a:pt x="2112638" y="85269"/>
                  </a:cubicBezTo>
                  <a:cubicBezTo>
                    <a:pt x="3250871" y="157183"/>
                    <a:pt x="4334336" y="120988"/>
                    <a:pt x="5472094" y="120988"/>
                  </a:cubicBezTo>
                  <a:cubicBezTo>
                    <a:pt x="5526386" y="120988"/>
                    <a:pt x="5634971" y="120988"/>
                    <a:pt x="5634971" y="49074"/>
                  </a:cubicBezTo>
                  <a:lnTo>
                    <a:pt x="5634971" y="49074"/>
                  </a:lnTo>
                  <a:close/>
                </a:path>
              </a:pathLst>
            </a:custGeom>
            <a:solidFill>
              <a:schemeClr val="bg1"/>
            </a:solidFill>
            <a:ln w="4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pic>
          <p:nvPicPr>
            <p:cNvPr id="9" name="Graphic 8">
              <a:extLst>
                <a:ext uri="{FF2B5EF4-FFF2-40B4-BE49-F238E27FC236}">
                  <a16:creationId xmlns:a16="http://schemas.microsoft.com/office/drawing/2014/main" id="{51EBF3B2-8723-E25A-DFAE-0818747C624D}"/>
                </a:ext>
              </a:extLst>
            </p:cNvPr>
            <p:cNvPicPr>
              <a:picLocks noChangeAspect="1"/>
            </p:cNvPicPr>
            <p:nvPr userDrawn="1"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/>
          </p:blipFill>
          <p:spPr>
            <a:xfrm>
              <a:off x="9363076" y="5784703"/>
              <a:ext cx="2819398" cy="842050"/>
            </a:xfrm>
            <a:prstGeom prst="rect">
              <a:avLst/>
            </a:prstGeom>
          </p:spPr>
        </p:pic>
        <p:pic>
          <p:nvPicPr>
            <p:cNvPr id="10" name="Picture 96">
              <a:extLst>
                <a:ext uri="{FF2B5EF4-FFF2-40B4-BE49-F238E27FC236}">
                  <a16:creationId xmlns:a16="http://schemas.microsoft.com/office/drawing/2014/main" id="{E2AF423B-165F-D723-7F43-1715524854B9}"/>
                </a:ext>
              </a:extLst>
            </p:cNvPr>
            <p:cNvPicPr>
              <a:picLocks noChangeAspect="1" noChangeArrowheads="1"/>
            </p:cNvPicPr>
            <p:nvPr userDrawn="1"/>
          </p:nvPicPr>
          <p:blipFill>
            <a:blip r:embed="rId4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 bwMode="auto">
            <a:xfrm>
              <a:off x="6407180" y="5505584"/>
              <a:ext cx="2147591" cy="12334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2534077562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>
  <p:cSld name="2_D&amp;A Content Slide with Footer - PURP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51722536-B3BA-A417-DAC3-1E2C9AF4053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-1" y="5857292"/>
            <a:ext cx="12211759" cy="1008075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>
                <a:solidFill/>
              </a:rPr>
              <a:t>Click to edit Master title style</a:t>
            </a:r>
            <a:endParaRPr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D3F92921-666C-B85C-73F6-68C5804513EA}"/>
              </a:ext>
            </a:extLst>
          </p:cNvPr>
          <p:cNvGrpSpPr/>
          <p:nvPr userDrawn="1"/>
        </p:nvGrpSpPr>
        <p:grpSpPr>
          <a:xfrm>
            <a:off x="8871800" y="6035040"/>
            <a:ext cx="3055432" cy="728097"/>
            <a:chOff x="6407180" y="5505584"/>
            <a:chExt cx="5775294" cy="1376228"/>
          </a:xfrm>
        </p:grpSpPr>
        <p:sp>
          <p:nvSpPr>
            <p:cNvPr id="8" name="Graphic 11">
              <a:extLst>
                <a:ext uri="{FF2B5EF4-FFF2-40B4-BE49-F238E27FC236}">
                  <a16:creationId xmlns:a16="http://schemas.microsoft.com/office/drawing/2014/main" id="{32504BB1-792C-6AF9-42D0-683BE0CD1790}"/>
                </a:ext>
              </a:extLst>
            </p:cNvPr>
            <p:cNvSpPr/>
            <p:nvPr userDrawn="1"/>
          </p:nvSpPr>
          <p:spPr>
            <a:xfrm rot="16200000">
              <a:off x="8294854" y="6187275"/>
              <a:ext cx="1352164" cy="36909"/>
            </a:xfrm>
            <a:custGeom>
              <a:avLst/>
              <a:gdLst>
                <a:gd name="connsiteX0" fmla="*/ 5634971 w 5634018"/>
                <a:gd name="connsiteY0" fmla="*/ 49074 h 147637"/>
                <a:gd name="connsiteX1" fmla="*/ 5600681 w 5634018"/>
                <a:gd name="connsiteY1" fmla="*/ 27167 h 147637"/>
                <a:gd name="connsiteX2" fmla="*/ 216693 w 5634018"/>
                <a:gd name="connsiteY2" fmla="*/ 12879 h 147637"/>
                <a:gd name="connsiteX3" fmla="*/ 0 w 5634018"/>
                <a:gd name="connsiteY3" fmla="*/ 85269 h 147637"/>
                <a:gd name="connsiteX4" fmla="*/ 812480 w 5634018"/>
                <a:gd name="connsiteY4" fmla="*/ 121464 h 147637"/>
                <a:gd name="connsiteX5" fmla="*/ 2112638 w 5634018"/>
                <a:gd name="connsiteY5" fmla="*/ 85269 h 147637"/>
                <a:gd name="connsiteX6" fmla="*/ 5472094 w 5634018"/>
                <a:gd name="connsiteY6" fmla="*/ 120988 h 147637"/>
                <a:gd name="connsiteX7" fmla="*/ 5634971 w 5634018"/>
                <a:gd name="connsiteY7" fmla="*/ 49074 h 147637"/>
                <a:gd name="connsiteX8" fmla="*/ 5634971 w 5634018"/>
                <a:gd name="connsiteY8" fmla="*/ 49074 h 147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634018" h="147637">
                  <a:moveTo>
                    <a:pt x="5634971" y="49074"/>
                  </a:moveTo>
                  <a:cubicBezTo>
                    <a:pt x="5634971" y="36692"/>
                    <a:pt x="5622588" y="27167"/>
                    <a:pt x="5600681" y="27167"/>
                  </a:cubicBezTo>
                  <a:cubicBezTo>
                    <a:pt x="3833323" y="25738"/>
                    <a:pt x="1982622" y="-22363"/>
                    <a:pt x="216693" y="12879"/>
                  </a:cubicBezTo>
                  <a:cubicBezTo>
                    <a:pt x="162401" y="12879"/>
                    <a:pt x="0" y="49074"/>
                    <a:pt x="0" y="85269"/>
                  </a:cubicBezTo>
                  <a:cubicBezTo>
                    <a:pt x="0" y="204331"/>
                    <a:pt x="541971" y="121464"/>
                    <a:pt x="812480" y="121464"/>
                  </a:cubicBezTo>
                  <a:cubicBezTo>
                    <a:pt x="1245866" y="85269"/>
                    <a:pt x="1679252" y="85269"/>
                    <a:pt x="2112638" y="85269"/>
                  </a:cubicBezTo>
                  <a:cubicBezTo>
                    <a:pt x="3250871" y="157183"/>
                    <a:pt x="4334336" y="120988"/>
                    <a:pt x="5472094" y="120988"/>
                  </a:cubicBezTo>
                  <a:cubicBezTo>
                    <a:pt x="5526386" y="120988"/>
                    <a:pt x="5634971" y="120988"/>
                    <a:pt x="5634971" y="49074"/>
                  </a:cubicBezTo>
                  <a:lnTo>
                    <a:pt x="5634971" y="49074"/>
                  </a:lnTo>
                  <a:close/>
                </a:path>
              </a:pathLst>
            </a:custGeom>
            <a:solidFill>
              <a:schemeClr val="bg1"/>
            </a:solidFill>
            <a:ln w="4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pic>
          <p:nvPicPr>
            <p:cNvPr id="9" name="Graphic 8">
              <a:extLst>
                <a:ext uri="{FF2B5EF4-FFF2-40B4-BE49-F238E27FC236}">
                  <a16:creationId xmlns:a16="http://schemas.microsoft.com/office/drawing/2014/main" id="{51EBF3B2-8723-E25A-DFAE-0818747C624D}"/>
                </a:ext>
              </a:extLst>
            </p:cNvPr>
            <p:cNvPicPr>
              <a:picLocks noChangeAspect="1"/>
            </p:cNvPicPr>
            <p:nvPr userDrawn="1"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/>
          </p:blipFill>
          <p:spPr>
            <a:xfrm>
              <a:off x="9363076" y="5784703"/>
              <a:ext cx="2819398" cy="842050"/>
            </a:xfrm>
            <a:prstGeom prst="rect">
              <a:avLst/>
            </a:prstGeom>
          </p:spPr>
        </p:pic>
        <p:pic>
          <p:nvPicPr>
            <p:cNvPr id="10" name="Picture 96">
              <a:extLst>
                <a:ext uri="{FF2B5EF4-FFF2-40B4-BE49-F238E27FC236}">
                  <a16:creationId xmlns:a16="http://schemas.microsoft.com/office/drawing/2014/main" id="{E2AF423B-165F-D723-7F43-1715524854B9}"/>
                </a:ext>
              </a:extLst>
            </p:cNvPr>
            <p:cNvPicPr>
              <a:picLocks noChangeAspect="1" noChangeArrowheads="1"/>
            </p:cNvPicPr>
            <p:nvPr userDrawn="1"/>
          </p:nvPicPr>
          <p:blipFill>
            <a:blip r:embed="rId4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 bwMode="auto">
            <a:xfrm>
              <a:off x="6407180" y="5505584"/>
              <a:ext cx="2147591" cy="12334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2534077562"/>
      </p:ext>
    </p:extLst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le Slide Circle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10">
            <a:extLst>
              <a:ext uri="{FF2B5EF4-FFF2-40B4-BE49-F238E27FC236}">
                <a16:creationId xmlns:a16="http://schemas.microsoft.com/office/drawing/2014/main" id="{655B1FCA-4D49-4122-B6E9-D550AA0C5E76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0" y="2"/>
            <a:ext cx="5266036" cy="6857999"/>
          </a:xfrm>
          <a:custGeom>
            <a:avLst/>
            <a:gdLst>
              <a:gd name="connsiteX0" fmla="*/ 0 w 5266036"/>
              <a:gd name="connsiteY0" fmla="*/ 0 h 6857999"/>
              <a:gd name="connsiteX1" fmla="*/ 3014696 w 5266036"/>
              <a:gd name="connsiteY1" fmla="*/ 0 h 6857999"/>
              <a:gd name="connsiteX2" fmla="*/ 3040982 w 5266036"/>
              <a:gd name="connsiteY2" fmla="*/ 11408 h 6857999"/>
              <a:gd name="connsiteX3" fmla="*/ 5250901 w 5266036"/>
              <a:gd name="connsiteY3" fmla="*/ 4085922 h 6857999"/>
              <a:gd name="connsiteX4" fmla="*/ 3435696 w 5266036"/>
              <a:gd name="connsiteY4" fmla="*/ 6839477 h 6857999"/>
              <a:gd name="connsiteX5" fmla="*/ 3398838 w 5266036"/>
              <a:gd name="connsiteY5" fmla="*/ 6857999 h 6857999"/>
              <a:gd name="connsiteX6" fmla="*/ 0 w 5266036"/>
              <a:gd name="connsiteY6" fmla="*/ 6857999 h 6857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266036" h="6857999">
                <a:moveTo>
                  <a:pt x="0" y="0"/>
                </a:moveTo>
                <a:lnTo>
                  <a:pt x="3014696" y="0"/>
                </a:lnTo>
                <a:lnTo>
                  <a:pt x="3040982" y="11408"/>
                </a:lnTo>
                <a:cubicBezTo>
                  <a:pt x="4562919" y="717837"/>
                  <a:pt x="5390071" y="2397951"/>
                  <a:pt x="5250901" y="4085922"/>
                </a:cubicBezTo>
                <a:cubicBezTo>
                  <a:pt x="5138669" y="5484335"/>
                  <a:pt x="4361602" y="6343612"/>
                  <a:pt x="3435696" y="6839477"/>
                </a:cubicBezTo>
                <a:lnTo>
                  <a:pt x="3398838" y="6857999"/>
                </a:lnTo>
                <a:lnTo>
                  <a:pt x="0" y="6857999"/>
                </a:lnTo>
                <a:close/>
              </a:path>
            </a:pathLst>
          </a:custGeom>
          <a:solidFill>
            <a:srgbClr val="D9D9D9"/>
          </a:solidFill>
        </p:spPr>
        <p:txBody>
          <a:bodyPr wrap="square" tIns="3657600">
            <a:noAutofit/>
          </a:bodyPr>
          <a:lstStyle>
            <a:lvl1pPr marL="0" marR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tx1"/>
              </a:buClr>
              <a:buSzTx/>
              <a:buFont typeface="Arial" panose="020B0604020202020204" pitchFamily="34" charset="0"/>
              <a:buNone/>
              <a:tabLst/>
              <a:defRPr sz="1600">
                <a:solidFill>
                  <a:schemeClr val="bg1"/>
                </a:solidFill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1200"/>
              </a:spcBef>
              <a:spcAft>
                <a:spcPts val="0"/>
              </a:spcAft>
              <a:buClr>
                <a:schemeClr val="tx1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Click icon to insert picture</a:t>
            </a:r>
            <a:br>
              <a:rPr lang="en-US"/>
            </a:br>
            <a:r>
              <a:rPr lang="en-US"/>
              <a:t>(minimum recommended size for </a:t>
            </a:r>
            <a:br>
              <a:rPr lang="en-US"/>
            </a:br>
            <a:r>
              <a:rPr lang="en-US"/>
              <a:t>half slide image is 640 x 720 pixels)</a:t>
            </a:r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76608E2E-E744-4878-A234-60F6B6711C89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6096000" y="3306349"/>
            <a:ext cx="5638800" cy="722086"/>
          </a:xfrm>
        </p:spPr>
        <p:txBody>
          <a:bodyPr/>
          <a:lstStyle>
            <a:lvl1pPr marL="0" indent="0">
              <a:spcBef>
                <a:spcPts val="0"/>
              </a:spcBef>
              <a:buFontTx/>
              <a:buNone/>
              <a:defRPr sz="2000"/>
            </a:lvl1pPr>
            <a:lvl2pPr marL="0" indent="0">
              <a:spcBef>
                <a:spcPts val="0"/>
              </a:spcBef>
              <a:buFontTx/>
              <a:buNone/>
              <a:defRPr sz="2000"/>
            </a:lvl2pPr>
            <a:lvl3pPr marL="0" indent="0">
              <a:spcBef>
                <a:spcPts val="0"/>
              </a:spcBef>
              <a:buFontTx/>
              <a:buNone/>
              <a:defRPr sz="2000"/>
            </a:lvl3pPr>
            <a:lvl4pPr marL="0" indent="0">
              <a:spcBef>
                <a:spcPts val="0"/>
              </a:spcBef>
              <a:buFontTx/>
              <a:buNone/>
              <a:defRPr sz="2000"/>
            </a:lvl4pPr>
            <a:lvl5pPr marL="0" indent="0">
              <a:spcBef>
                <a:spcPts val="0"/>
              </a:spcBef>
              <a:buFontTx/>
              <a:buNone/>
              <a:defRPr sz="2000"/>
            </a:lvl5pPr>
            <a:lvl6pPr marL="0" indent="0">
              <a:spcBef>
                <a:spcPts val="0"/>
              </a:spcBef>
              <a:buFontTx/>
              <a:buNone/>
              <a:defRPr sz="2000"/>
            </a:lvl6pPr>
            <a:lvl7pPr marL="0" indent="0">
              <a:spcBef>
                <a:spcPts val="0"/>
              </a:spcBef>
              <a:buFontTx/>
              <a:buNone/>
              <a:defRPr sz="2000"/>
            </a:lvl7pPr>
            <a:lvl8pPr marL="0" indent="0">
              <a:spcBef>
                <a:spcPts val="0"/>
              </a:spcBef>
              <a:buFontTx/>
              <a:buNone/>
              <a:defRPr sz="2000"/>
            </a:lvl8pPr>
            <a:lvl9pPr marL="0" indent="0">
              <a:spcBef>
                <a:spcPts val="0"/>
              </a:spcBef>
              <a:buFontTx/>
              <a:buNone/>
              <a:defRPr sz="2000"/>
            </a:lvl9pPr>
          </a:lstStyle>
          <a:p>
            <a:pPr lvl="0"/>
            <a:r>
              <a:rPr lang="en-US"/>
              <a:t>Subtitle or Presenter Name</a:t>
            </a:r>
          </a:p>
        </p:txBody>
      </p:sp>
      <p:sp>
        <p:nvSpPr>
          <p:cNvPr id="10" name="Title 9">
            <a:extLst>
              <a:ext uri="{FF2B5EF4-FFF2-40B4-BE49-F238E27FC236}">
                <a16:creationId xmlns:a16="http://schemas.microsoft.com/office/drawing/2014/main" id="{3534CB02-81D9-4803-9899-8E6A2EABA97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0" y="457200"/>
            <a:ext cx="5715000" cy="2565401"/>
          </a:xfrm>
        </p:spPr>
        <p:txBody>
          <a:bodyPr/>
          <a:lstStyle>
            <a:lvl1pPr>
              <a:lnSpc>
                <a:spcPct val="82000"/>
              </a:lnSpc>
              <a:defRPr sz="6600" b="0">
                <a:solidFill>
                  <a:schemeClr val="tx1"/>
                </a:solidFill>
              </a:defRPr>
            </a:lvl1pPr>
          </a:lstStyle>
          <a:p>
            <a:r>
              <a:rPr lang="en-US" altLang="zh-CN"/>
              <a:t>Click to edit Master title style</a:t>
            </a:r>
            <a:endParaRPr lang="en-US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8A3D9FA7-D2DB-46FB-BE00-B926A730276E}"/>
              </a:ext>
            </a:extLst>
          </p:cNvPr>
          <p:cNvGrpSpPr>
            <a:grpSpLocks noChangeAspect="1"/>
          </p:cNvGrpSpPr>
          <p:nvPr/>
        </p:nvGrpSpPr>
        <p:grpSpPr>
          <a:xfrm>
            <a:off x="9544152" y="5543531"/>
            <a:ext cx="2286000" cy="880288"/>
            <a:chOff x="2078951" y="1888610"/>
            <a:chExt cx="8030200" cy="3092248"/>
          </a:xfrm>
          <a:solidFill>
            <a:srgbClr val="FFFFFF"/>
          </a:solidFill>
        </p:grpSpPr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958E2998-F3DA-4CEC-9A7D-6C088E1B4977}"/>
                </a:ext>
              </a:extLst>
            </p:cNvPr>
            <p:cNvSpPr/>
            <p:nvPr/>
          </p:nvSpPr>
          <p:spPr>
            <a:xfrm>
              <a:off x="2078951" y="2872694"/>
              <a:ext cx="951880" cy="652717"/>
            </a:xfrm>
            <a:custGeom>
              <a:avLst/>
              <a:gdLst>
                <a:gd name="connsiteX0" fmla="*/ 903041 w 951880"/>
                <a:gd name="connsiteY0" fmla="*/ 330574 h 652717"/>
                <a:gd name="connsiteX1" fmla="*/ 780656 w 951880"/>
                <a:gd name="connsiteY1" fmla="*/ 379528 h 652717"/>
                <a:gd name="connsiteX2" fmla="*/ 598439 w 951880"/>
                <a:gd name="connsiteY2" fmla="*/ 311537 h 652717"/>
                <a:gd name="connsiteX3" fmla="*/ 505970 w 951880"/>
                <a:gd name="connsiteY3" fmla="*/ 164675 h 652717"/>
                <a:gd name="connsiteX4" fmla="*/ 266640 w 951880"/>
                <a:gd name="connsiteY4" fmla="*/ 61329 h 652717"/>
                <a:gd name="connsiteX5" fmla="*/ 103461 w 951880"/>
                <a:gd name="connsiteY5" fmla="*/ 458398 h 652717"/>
                <a:gd name="connsiteX6" fmla="*/ 756179 w 951880"/>
                <a:gd name="connsiteY6" fmla="*/ 485595 h 652717"/>
                <a:gd name="connsiteX7" fmla="*/ 903041 w 951880"/>
                <a:gd name="connsiteY7" fmla="*/ 330574 h 65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51880" h="652717">
                  <a:moveTo>
                    <a:pt x="903041" y="330574"/>
                  </a:moveTo>
                  <a:cubicBezTo>
                    <a:pt x="867685" y="363210"/>
                    <a:pt x="813292" y="374089"/>
                    <a:pt x="780656" y="379528"/>
                  </a:cubicBezTo>
                  <a:cubicBezTo>
                    <a:pt x="712664" y="387687"/>
                    <a:pt x="641953" y="365930"/>
                    <a:pt x="598439" y="311537"/>
                  </a:cubicBezTo>
                  <a:cubicBezTo>
                    <a:pt x="563083" y="268022"/>
                    <a:pt x="544046" y="210910"/>
                    <a:pt x="505970" y="164675"/>
                  </a:cubicBezTo>
                  <a:cubicBezTo>
                    <a:pt x="448858" y="93964"/>
                    <a:pt x="359109" y="45011"/>
                    <a:pt x="266640" y="61329"/>
                  </a:cubicBezTo>
                  <a:cubicBezTo>
                    <a:pt x="81704" y="93964"/>
                    <a:pt x="114" y="308817"/>
                    <a:pt x="103461" y="458398"/>
                  </a:cubicBezTo>
                  <a:cubicBezTo>
                    <a:pt x="253042" y="670531"/>
                    <a:pt x="584840" y="635176"/>
                    <a:pt x="756179" y="485595"/>
                  </a:cubicBezTo>
                  <a:cubicBezTo>
                    <a:pt x="813292" y="442080"/>
                    <a:pt x="862246" y="390407"/>
                    <a:pt x="903041" y="33057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994CA604-4385-462E-97F5-497C4C504015}"/>
                </a:ext>
              </a:extLst>
            </p:cNvPr>
            <p:cNvSpPr/>
            <p:nvPr/>
          </p:nvSpPr>
          <p:spPr>
            <a:xfrm>
              <a:off x="9151831" y="2872694"/>
              <a:ext cx="951880" cy="652717"/>
            </a:xfrm>
            <a:custGeom>
              <a:avLst/>
              <a:gdLst>
                <a:gd name="connsiteX0" fmla="*/ 58178 w 951880"/>
                <a:gd name="connsiteY0" fmla="*/ 330574 h 652717"/>
                <a:gd name="connsiteX1" fmla="*/ 180563 w 951880"/>
                <a:gd name="connsiteY1" fmla="*/ 379528 h 652717"/>
                <a:gd name="connsiteX2" fmla="*/ 362780 w 951880"/>
                <a:gd name="connsiteY2" fmla="*/ 311537 h 652717"/>
                <a:gd name="connsiteX3" fmla="*/ 455249 w 951880"/>
                <a:gd name="connsiteY3" fmla="*/ 164675 h 652717"/>
                <a:gd name="connsiteX4" fmla="*/ 694578 w 951880"/>
                <a:gd name="connsiteY4" fmla="*/ 61329 h 652717"/>
                <a:gd name="connsiteX5" fmla="*/ 857758 w 951880"/>
                <a:gd name="connsiteY5" fmla="*/ 458398 h 652717"/>
                <a:gd name="connsiteX6" fmla="*/ 205040 w 951880"/>
                <a:gd name="connsiteY6" fmla="*/ 485595 h 652717"/>
                <a:gd name="connsiteX7" fmla="*/ 58178 w 951880"/>
                <a:gd name="connsiteY7" fmla="*/ 330574 h 65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51880" h="652717">
                  <a:moveTo>
                    <a:pt x="58178" y="330574"/>
                  </a:moveTo>
                  <a:cubicBezTo>
                    <a:pt x="96253" y="363210"/>
                    <a:pt x="147927" y="374089"/>
                    <a:pt x="180563" y="379528"/>
                  </a:cubicBezTo>
                  <a:cubicBezTo>
                    <a:pt x="248554" y="387687"/>
                    <a:pt x="319266" y="365930"/>
                    <a:pt x="362780" y="311537"/>
                  </a:cubicBezTo>
                  <a:cubicBezTo>
                    <a:pt x="398136" y="268022"/>
                    <a:pt x="417174" y="210910"/>
                    <a:pt x="455249" y="164675"/>
                  </a:cubicBezTo>
                  <a:cubicBezTo>
                    <a:pt x="512362" y="93964"/>
                    <a:pt x="602110" y="45011"/>
                    <a:pt x="694578" y="61329"/>
                  </a:cubicBezTo>
                  <a:cubicBezTo>
                    <a:pt x="879515" y="93964"/>
                    <a:pt x="961105" y="308817"/>
                    <a:pt x="857758" y="458398"/>
                  </a:cubicBezTo>
                  <a:cubicBezTo>
                    <a:pt x="708176" y="670531"/>
                    <a:pt x="376379" y="635176"/>
                    <a:pt x="205040" y="485595"/>
                  </a:cubicBezTo>
                  <a:cubicBezTo>
                    <a:pt x="150646" y="442080"/>
                    <a:pt x="101693" y="390407"/>
                    <a:pt x="58178" y="33057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0115F7ED-889E-4F9E-A1EC-B09712AAF8F4}"/>
                </a:ext>
              </a:extLst>
            </p:cNvPr>
            <p:cNvSpPr/>
            <p:nvPr/>
          </p:nvSpPr>
          <p:spPr>
            <a:xfrm>
              <a:off x="8001294" y="2010994"/>
              <a:ext cx="734308" cy="299162"/>
            </a:xfrm>
            <a:custGeom>
              <a:avLst/>
              <a:gdLst>
                <a:gd name="connsiteX0" fmla="*/ 596792 w 734307"/>
                <a:gd name="connsiteY0" fmla="*/ 58178 h 299162"/>
                <a:gd name="connsiteX1" fmla="*/ 148048 w 734307"/>
                <a:gd name="connsiteY1" fmla="*/ 58178 h 299162"/>
                <a:gd name="connsiteX2" fmla="*/ 58299 w 734307"/>
                <a:gd name="connsiteY2" fmla="*/ 150646 h 299162"/>
                <a:gd name="connsiteX3" fmla="*/ 148048 w 734307"/>
                <a:gd name="connsiteY3" fmla="*/ 251274 h 299162"/>
                <a:gd name="connsiteX4" fmla="*/ 596792 w 734307"/>
                <a:gd name="connsiteY4" fmla="*/ 251274 h 299162"/>
                <a:gd name="connsiteX5" fmla="*/ 686541 w 734307"/>
                <a:gd name="connsiteY5" fmla="*/ 158805 h 299162"/>
                <a:gd name="connsiteX6" fmla="*/ 596792 w 734307"/>
                <a:gd name="connsiteY6" fmla="*/ 58178 h 299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4307" h="299162">
                  <a:moveTo>
                    <a:pt x="596792" y="58178"/>
                  </a:moveTo>
                  <a:cubicBezTo>
                    <a:pt x="591353" y="58178"/>
                    <a:pt x="153487" y="58178"/>
                    <a:pt x="148048" y="58178"/>
                  </a:cubicBezTo>
                  <a:cubicBezTo>
                    <a:pt x="99094" y="60898"/>
                    <a:pt x="61019" y="104412"/>
                    <a:pt x="58299" y="150646"/>
                  </a:cubicBezTo>
                  <a:cubicBezTo>
                    <a:pt x="55580" y="199600"/>
                    <a:pt x="99094" y="248554"/>
                    <a:pt x="148048" y="251274"/>
                  </a:cubicBezTo>
                  <a:cubicBezTo>
                    <a:pt x="153487" y="251274"/>
                    <a:pt x="591353" y="251274"/>
                    <a:pt x="596792" y="251274"/>
                  </a:cubicBezTo>
                  <a:cubicBezTo>
                    <a:pt x="645746" y="248554"/>
                    <a:pt x="683821" y="205040"/>
                    <a:pt x="686541" y="158805"/>
                  </a:cubicBezTo>
                  <a:cubicBezTo>
                    <a:pt x="689260" y="109852"/>
                    <a:pt x="648465" y="60898"/>
                    <a:pt x="596792" y="58178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DF6E4E17-2397-4CA3-ABA9-61E3BD559404}"/>
                </a:ext>
              </a:extLst>
            </p:cNvPr>
            <p:cNvSpPr/>
            <p:nvPr/>
          </p:nvSpPr>
          <p:spPr>
            <a:xfrm>
              <a:off x="4920042" y="2277520"/>
              <a:ext cx="1006274" cy="951879"/>
            </a:xfrm>
            <a:custGeom>
              <a:avLst/>
              <a:gdLst>
                <a:gd name="connsiteX0" fmla="*/ 884954 w 1006273"/>
                <a:gd name="connsiteY0" fmla="*/ 746251 h 951879"/>
                <a:gd name="connsiteX1" fmla="*/ 874076 w 1006273"/>
                <a:gd name="connsiteY1" fmla="*/ 670101 h 951879"/>
                <a:gd name="connsiteX2" fmla="*/ 874076 w 1006273"/>
                <a:gd name="connsiteY2" fmla="*/ 536837 h 951879"/>
                <a:gd name="connsiteX3" fmla="*/ 689139 w 1006273"/>
                <a:gd name="connsiteY3" fmla="*/ 88094 h 951879"/>
                <a:gd name="connsiteX4" fmla="*/ 428052 w 1006273"/>
                <a:gd name="connsiteY4" fmla="*/ 253993 h 951879"/>
                <a:gd name="connsiteX5" fmla="*/ 196881 w 1006273"/>
                <a:gd name="connsiteY5" fmla="*/ 58178 h 951879"/>
                <a:gd name="connsiteX6" fmla="*/ 58178 w 1006273"/>
                <a:gd name="connsiteY6" fmla="*/ 128889 h 951879"/>
                <a:gd name="connsiteX7" fmla="*/ 142488 w 1006273"/>
                <a:gd name="connsiteY7" fmla="*/ 273031 h 951879"/>
                <a:gd name="connsiteX8" fmla="*/ 142488 w 1006273"/>
                <a:gd name="connsiteY8" fmla="*/ 757130 h 951879"/>
                <a:gd name="connsiteX9" fmla="*/ 283910 w 1006273"/>
                <a:gd name="connsiteY9" fmla="*/ 895832 h 951879"/>
                <a:gd name="connsiteX10" fmla="*/ 428052 w 1006273"/>
                <a:gd name="connsiteY10" fmla="*/ 757130 h 951879"/>
                <a:gd name="connsiteX11" fmla="*/ 428052 w 1006273"/>
                <a:gd name="connsiteY11" fmla="*/ 400855 h 951879"/>
                <a:gd name="connsiteX12" fmla="*/ 523240 w 1006273"/>
                <a:gd name="connsiteY12" fmla="*/ 283910 h 951879"/>
                <a:gd name="connsiteX13" fmla="*/ 591231 w 1006273"/>
                <a:gd name="connsiteY13" fmla="*/ 354621 h 951879"/>
                <a:gd name="connsiteX14" fmla="*/ 591231 w 1006273"/>
                <a:gd name="connsiteY14" fmla="*/ 697297 h 951879"/>
                <a:gd name="connsiteX15" fmla="*/ 593951 w 1006273"/>
                <a:gd name="connsiteY15" fmla="*/ 729933 h 951879"/>
                <a:gd name="connsiteX16" fmla="*/ 610269 w 1006273"/>
                <a:gd name="connsiteY16" fmla="*/ 778887 h 951879"/>
                <a:gd name="connsiteX17" fmla="*/ 822402 w 1006273"/>
                <a:gd name="connsiteY17" fmla="*/ 893112 h 951879"/>
                <a:gd name="connsiteX18" fmla="*/ 961105 w 1006273"/>
                <a:gd name="connsiteY18" fmla="*/ 822401 h 951879"/>
                <a:gd name="connsiteX19" fmla="*/ 884954 w 1006273"/>
                <a:gd name="connsiteY19" fmla="*/ 746251 h 951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006273" h="951879">
                  <a:moveTo>
                    <a:pt x="884954" y="746251"/>
                  </a:moveTo>
                  <a:cubicBezTo>
                    <a:pt x="879515" y="721774"/>
                    <a:pt x="876795" y="694578"/>
                    <a:pt x="874076" y="670101"/>
                  </a:cubicBezTo>
                  <a:cubicBezTo>
                    <a:pt x="874076" y="634745"/>
                    <a:pt x="874076" y="583072"/>
                    <a:pt x="874076" y="536837"/>
                  </a:cubicBezTo>
                  <a:cubicBezTo>
                    <a:pt x="879515" y="373658"/>
                    <a:pt x="909431" y="88094"/>
                    <a:pt x="689139" y="88094"/>
                  </a:cubicBezTo>
                  <a:cubicBezTo>
                    <a:pt x="539558" y="88094"/>
                    <a:pt x="452529" y="213199"/>
                    <a:pt x="428052" y="253993"/>
                  </a:cubicBezTo>
                  <a:cubicBezTo>
                    <a:pt x="425332" y="139768"/>
                    <a:pt x="335583" y="58178"/>
                    <a:pt x="196881" y="58178"/>
                  </a:cubicBezTo>
                  <a:cubicBezTo>
                    <a:pt x="109852" y="58178"/>
                    <a:pt x="58178" y="128889"/>
                    <a:pt x="58178" y="128889"/>
                  </a:cubicBezTo>
                  <a:cubicBezTo>
                    <a:pt x="58178" y="128889"/>
                    <a:pt x="142488" y="158805"/>
                    <a:pt x="142488" y="273031"/>
                  </a:cubicBezTo>
                  <a:cubicBezTo>
                    <a:pt x="142488" y="354621"/>
                    <a:pt x="142488" y="757130"/>
                    <a:pt x="142488" y="757130"/>
                  </a:cubicBezTo>
                  <a:cubicBezTo>
                    <a:pt x="145207" y="827841"/>
                    <a:pt x="194161" y="895832"/>
                    <a:pt x="283910" y="895832"/>
                  </a:cubicBezTo>
                  <a:cubicBezTo>
                    <a:pt x="373659" y="895832"/>
                    <a:pt x="428052" y="827841"/>
                    <a:pt x="428052" y="757130"/>
                  </a:cubicBezTo>
                  <a:lnTo>
                    <a:pt x="428052" y="400855"/>
                  </a:lnTo>
                  <a:cubicBezTo>
                    <a:pt x="441650" y="343742"/>
                    <a:pt x="474286" y="283910"/>
                    <a:pt x="523240" y="283910"/>
                  </a:cubicBezTo>
                  <a:cubicBezTo>
                    <a:pt x="585792" y="283910"/>
                    <a:pt x="591231" y="354621"/>
                    <a:pt x="591231" y="354621"/>
                  </a:cubicBezTo>
                  <a:lnTo>
                    <a:pt x="591231" y="697297"/>
                  </a:lnTo>
                  <a:cubicBezTo>
                    <a:pt x="591231" y="708176"/>
                    <a:pt x="593951" y="719054"/>
                    <a:pt x="593951" y="729933"/>
                  </a:cubicBezTo>
                  <a:cubicBezTo>
                    <a:pt x="596671" y="748971"/>
                    <a:pt x="602110" y="765289"/>
                    <a:pt x="610269" y="778887"/>
                  </a:cubicBezTo>
                  <a:cubicBezTo>
                    <a:pt x="645624" y="846878"/>
                    <a:pt x="719055" y="893112"/>
                    <a:pt x="822402" y="893112"/>
                  </a:cubicBezTo>
                  <a:cubicBezTo>
                    <a:pt x="909431" y="893112"/>
                    <a:pt x="961105" y="822401"/>
                    <a:pt x="961105" y="822401"/>
                  </a:cubicBezTo>
                  <a:cubicBezTo>
                    <a:pt x="961105" y="822401"/>
                    <a:pt x="909431" y="808803"/>
                    <a:pt x="884954" y="746251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F13A5CD1-6182-4595-B8A8-D785063BF716}"/>
                </a:ext>
              </a:extLst>
            </p:cNvPr>
            <p:cNvSpPr/>
            <p:nvPr/>
          </p:nvSpPr>
          <p:spPr>
            <a:xfrm>
              <a:off x="7552331" y="1888610"/>
              <a:ext cx="489539" cy="1332631"/>
            </a:xfrm>
            <a:custGeom>
              <a:avLst/>
              <a:gdLst>
                <a:gd name="connsiteX0" fmla="*/ 368560 w 489538"/>
                <a:gd name="connsiteY0" fmla="*/ 1135162 h 1332630"/>
                <a:gd name="connsiteX1" fmla="*/ 357681 w 489538"/>
                <a:gd name="connsiteY1" fmla="*/ 1059011 h 1332630"/>
                <a:gd name="connsiteX2" fmla="*/ 357681 w 489538"/>
                <a:gd name="connsiteY2" fmla="*/ 207759 h 1332630"/>
                <a:gd name="connsiteX3" fmla="*/ 208099 w 489538"/>
                <a:gd name="connsiteY3" fmla="*/ 58178 h 1332630"/>
                <a:gd name="connsiteX4" fmla="*/ 58518 w 489538"/>
                <a:gd name="connsiteY4" fmla="*/ 207759 h 1332630"/>
                <a:gd name="connsiteX5" fmla="*/ 58518 w 489538"/>
                <a:gd name="connsiteY5" fmla="*/ 961104 h 1332630"/>
                <a:gd name="connsiteX6" fmla="*/ 85715 w 489538"/>
                <a:gd name="connsiteY6" fmla="*/ 1159639 h 1332630"/>
                <a:gd name="connsiteX7" fmla="*/ 306007 w 489538"/>
                <a:gd name="connsiteY7" fmla="*/ 1282023 h 1332630"/>
                <a:gd name="connsiteX8" fmla="*/ 444710 w 489538"/>
                <a:gd name="connsiteY8" fmla="*/ 1211312 h 1332630"/>
                <a:gd name="connsiteX9" fmla="*/ 368560 w 489538"/>
                <a:gd name="connsiteY9" fmla="*/ 1135162 h 1332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89538" h="1332630">
                  <a:moveTo>
                    <a:pt x="368560" y="1135162"/>
                  </a:moveTo>
                  <a:cubicBezTo>
                    <a:pt x="363120" y="1110685"/>
                    <a:pt x="357681" y="1083488"/>
                    <a:pt x="357681" y="1059011"/>
                  </a:cubicBezTo>
                  <a:lnTo>
                    <a:pt x="357681" y="207759"/>
                  </a:lnTo>
                  <a:cubicBezTo>
                    <a:pt x="357681" y="126170"/>
                    <a:pt x="289689" y="58178"/>
                    <a:pt x="208099" y="58178"/>
                  </a:cubicBezTo>
                  <a:cubicBezTo>
                    <a:pt x="126510" y="58178"/>
                    <a:pt x="58518" y="126170"/>
                    <a:pt x="58518" y="207759"/>
                  </a:cubicBezTo>
                  <a:lnTo>
                    <a:pt x="58518" y="961104"/>
                  </a:lnTo>
                  <a:cubicBezTo>
                    <a:pt x="58518" y="1029095"/>
                    <a:pt x="53079" y="1097086"/>
                    <a:pt x="85715" y="1159639"/>
                  </a:cubicBezTo>
                  <a:cubicBezTo>
                    <a:pt x="118351" y="1227630"/>
                    <a:pt x="202660" y="1282023"/>
                    <a:pt x="306007" y="1282023"/>
                  </a:cubicBezTo>
                  <a:cubicBezTo>
                    <a:pt x="393036" y="1282023"/>
                    <a:pt x="444710" y="1211312"/>
                    <a:pt x="444710" y="1211312"/>
                  </a:cubicBezTo>
                  <a:cubicBezTo>
                    <a:pt x="444710" y="1211312"/>
                    <a:pt x="393036" y="1197714"/>
                    <a:pt x="368560" y="1135162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5D0FE459-FDBA-4224-BF8C-7FB56F088B01}"/>
                </a:ext>
              </a:extLst>
            </p:cNvPr>
            <p:cNvSpPr/>
            <p:nvPr/>
          </p:nvSpPr>
          <p:spPr>
            <a:xfrm>
              <a:off x="4162324" y="2357456"/>
              <a:ext cx="815899" cy="815898"/>
            </a:xfrm>
            <a:custGeom>
              <a:avLst/>
              <a:gdLst>
                <a:gd name="connsiteX0" fmla="*/ 407949 w 815899"/>
                <a:gd name="connsiteY0" fmla="*/ 174058 h 815898"/>
                <a:gd name="connsiteX1" fmla="*/ 293723 w 815899"/>
                <a:gd name="connsiteY1" fmla="*/ 407950 h 815898"/>
                <a:gd name="connsiteX2" fmla="*/ 410669 w 815899"/>
                <a:gd name="connsiteY2" fmla="*/ 641840 h 815898"/>
                <a:gd name="connsiteX3" fmla="*/ 522175 w 815899"/>
                <a:gd name="connsiteY3" fmla="*/ 407950 h 815898"/>
                <a:gd name="connsiteX4" fmla="*/ 407949 w 815899"/>
                <a:gd name="connsiteY4" fmla="*/ 174058 h 815898"/>
                <a:gd name="connsiteX5" fmla="*/ 407950 w 815899"/>
                <a:gd name="connsiteY5" fmla="*/ 0 h 815898"/>
                <a:gd name="connsiteX6" fmla="*/ 815899 w 815899"/>
                <a:gd name="connsiteY6" fmla="*/ 407949 h 815898"/>
                <a:gd name="connsiteX7" fmla="*/ 407950 w 815899"/>
                <a:gd name="connsiteY7" fmla="*/ 815898 h 815898"/>
                <a:gd name="connsiteX8" fmla="*/ 0 w 815899"/>
                <a:gd name="connsiteY8" fmla="*/ 407949 h 815898"/>
                <a:gd name="connsiteX9" fmla="*/ 407950 w 815899"/>
                <a:gd name="connsiteY9" fmla="*/ 0 h 815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5899" h="815898">
                  <a:moveTo>
                    <a:pt x="407949" y="174058"/>
                  </a:moveTo>
                  <a:cubicBezTo>
                    <a:pt x="342677" y="174058"/>
                    <a:pt x="293723" y="263807"/>
                    <a:pt x="293723" y="407950"/>
                  </a:cubicBezTo>
                  <a:cubicBezTo>
                    <a:pt x="293723" y="552091"/>
                    <a:pt x="331799" y="639120"/>
                    <a:pt x="410669" y="641840"/>
                  </a:cubicBezTo>
                  <a:cubicBezTo>
                    <a:pt x="489539" y="641840"/>
                    <a:pt x="527614" y="552091"/>
                    <a:pt x="522175" y="407950"/>
                  </a:cubicBezTo>
                  <a:cubicBezTo>
                    <a:pt x="522175" y="263807"/>
                    <a:pt x="473221" y="176778"/>
                    <a:pt x="407949" y="174058"/>
                  </a:cubicBezTo>
                  <a:close/>
                  <a:moveTo>
                    <a:pt x="407950" y="0"/>
                  </a:moveTo>
                  <a:cubicBezTo>
                    <a:pt x="633682" y="0"/>
                    <a:pt x="815899" y="182217"/>
                    <a:pt x="815899" y="407949"/>
                  </a:cubicBezTo>
                  <a:cubicBezTo>
                    <a:pt x="815899" y="633681"/>
                    <a:pt x="633682" y="815898"/>
                    <a:pt x="407950" y="815898"/>
                  </a:cubicBezTo>
                  <a:cubicBezTo>
                    <a:pt x="182218" y="815898"/>
                    <a:pt x="0" y="633681"/>
                    <a:pt x="0" y="407949"/>
                  </a:cubicBezTo>
                  <a:cubicBezTo>
                    <a:pt x="0" y="182217"/>
                    <a:pt x="182218" y="0"/>
                    <a:pt x="407950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6792F31E-ABF9-488A-BA83-294468B5A968}"/>
                </a:ext>
              </a:extLst>
            </p:cNvPr>
            <p:cNvSpPr/>
            <p:nvPr/>
          </p:nvSpPr>
          <p:spPr>
            <a:xfrm>
              <a:off x="5884871" y="1946788"/>
              <a:ext cx="912802" cy="1223846"/>
            </a:xfrm>
            <a:custGeom>
              <a:avLst/>
              <a:gdLst>
                <a:gd name="connsiteX0" fmla="*/ 387907 w 912802"/>
                <a:gd name="connsiteY0" fmla="*/ 620081 h 1223846"/>
                <a:gd name="connsiteX1" fmla="*/ 273681 w 912802"/>
                <a:gd name="connsiteY1" fmla="*/ 824055 h 1223846"/>
                <a:gd name="connsiteX2" fmla="*/ 390627 w 912802"/>
                <a:gd name="connsiteY2" fmla="*/ 1028029 h 1223846"/>
                <a:gd name="connsiteX3" fmla="*/ 502132 w 912802"/>
                <a:gd name="connsiteY3" fmla="*/ 824055 h 1223846"/>
                <a:gd name="connsiteX4" fmla="*/ 387907 w 912802"/>
                <a:gd name="connsiteY4" fmla="*/ 620081 h 1223846"/>
                <a:gd name="connsiteX5" fmla="*/ 676192 w 912802"/>
                <a:gd name="connsiteY5" fmla="*/ 0 h 1223846"/>
                <a:gd name="connsiteX6" fmla="*/ 825773 w 912802"/>
                <a:gd name="connsiteY6" fmla="*/ 149581 h 1223846"/>
                <a:gd name="connsiteX7" fmla="*/ 825773 w 912802"/>
                <a:gd name="connsiteY7" fmla="*/ 1000834 h 1223846"/>
                <a:gd name="connsiteX8" fmla="*/ 836651 w 912802"/>
                <a:gd name="connsiteY8" fmla="*/ 1076985 h 1223846"/>
                <a:gd name="connsiteX9" fmla="*/ 912802 w 912802"/>
                <a:gd name="connsiteY9" fmla="*/ 1150415 h 1223846"/>
                <a:gd name="connsiteX10" fmla="*/ 774099 w 912802"/>
                <a:gd name="connsiteY10" fmla="*/ 1221126 h 1223846"/>
                <a:gd name="connsiteX11" fmla="*/ 553807 w 912802"/>
                <a:gd name="connsiteY11" fmla="*/ 1098742 h 1223846"/>
                <a:gd name="connsiteX12" fmla="*/ 548367 w 912802"/>
                <a:gd name="connsiteY12" fmla="*/ 1085144 h 1223846"/>
                <a:gd name="connsiteX13" fmla="*/ 398786 w 912802"/>
                <a:gd name="connsiteY13" fmla="*/ 1212967 h 1223846"/>
                <a:gd name="connsiteX14" fmla="*/ 156736 w 912802"/>
                <a:gd name="connsiteY14" fmla="*/ 1180332 h 1223846"/>
                <a:gd name="connsiteX15" fmla="*/ 287280 w 912802"/>
                <a:gd name="connsiteY15" fmla="*/ 416107 h 1223846"/>
                <a:gd name="connsiteX16" fmla="*/ 526611 w 912802"/>
                <a:gd name="connsiteY16" fmla="*/ 552091 h 1223846"/>
                <a:gd name="connsiteX17" fmla="*/ 526611 w 912802"/>
                <a:gd name="connsiteY17" fmla="*/ 149581 h 1223846"/>
                <a:gd name="connsiteX18" fmla="*/ 676192 w 912802"/>
                <a:gd name="connsiteY18" fmla="*/ 0 h 1223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12802" h="1223846">
                  <a:moveTo>
                    <a:pt x="387907" y="620081"/>
                  </a:moveTo>
                  <a:cubicBezTo>
                    <a:pt x="322635" y="620081"/>
                    <a:pt x="273681" y="698951"/>
                    <a:pt x="273681" y="824055"/>
                  </a:cubicBezTo>
                  <a:cubicBezTo>
                    <a:pt x="273681" y="949160"/>
                    <a:pt x="311756" y="1028029"/>
                    <a:pt x="390627" y="1028029"/>
                  </a:cubicBezTo>
                  <a:cubicBezTo>
                    <a:pt x="466777" y="1025310"/>
                    <a:pt x="504852" y="949160"/>
                    <a:pt x="502132" y="824055"/>
                  </a:cubicBezTo>
                  <a:cubicBezTo>
                    <a:pt x="502132" y="698951"/>
                    <a:pt x="455898" y="622801"/>
                    <a:pt x="387907" y="620081"/>
                  </a:cubicBezTo>
                  <a:close/>
                  <a:moveTo>
                    <a:pt x="676192" y="0"/>
                  </a:moveTo>
                  <a:cubicBezTo>
                    <a:pt x="757781" y="0"/>
                    <a:pt x="825773" y="67992"/>
                    <a:pt x="825773" y="149581"/>
                  </a:cubicBezTo>
                  <a:lnTo>
                    <a:pt x="825773" y="1000834"/>
                  </a:lnTo>
                  <a:cubicBezTo>
                    <a:pt x="828492" y="1025311"/>
                    <a:pt x="831212" y="1052508"/>
                    <a:pt x="836651" y="1076985"/>
                  </a:cubicBezTo>
                  <a:cubicBezTo>
                    <a:pt x="861128" y="1139537"/>
                    <a:pt x="912802" y="1150415"/>
                    <a:pt x="912802" y="1150415"/>
                  </a:cubicBezTo>
                  <a:cubicBezTo>
                    <a:pt x="912802" y="1150415"/>
                    <a:pt x="861128" y="1221126"/>
                    <a:pt x="774099" y="1221126"/>
                  </a:cubicBezTo>
                  <a:cubicBezTo>
                    <a:pt x="670752" y="1221126"/>
                    <a:pt x="589162" y="1166733"/>
                    <a:pt x="553807" y="1098742"/>
                  </a:cubicBezTo>
                  <a:cubicBezTo>
                    <a:pt x="551087" y="1093303"/>
                    <a:pt x="551087" y="1090583"/>
                    <a:pt x="548367" y="1085144"/>
                  </a:cubicBezTo>
                  <a:cubicBezTo>
                    <a:pt x="534769" y="1147696"/>
                    <a:pt x="450460" y="1199369"/>
                    <a:pt x="398786" y="1212967"/>
                  </a:cubicBezTo>
                  <a:cubicBezTo>
                    <a:pt x="322636" y="1234725"/>
                    <a:pt x="222008" y="1223846"/>
                    <a:pt x="156736" y="1180332"/>
                  </a:cubicBezTo>
                  <a:cubicBezTo>
                    <a:pt x="-79874" y="1028031"/>
                    <a:pt x="-58117" y="416107"/>
                    <a:pt x="287280" y="416107"/>
                  </a:cubicBezTo>
                  <a:cubicBezTo>
                    <a:pt x="412385" y="416107"/>
                    <a:pt x="491255" y="503137"/>
                    <a:pt x="526611" y="552091"/>
                  </a:cubicBezTo>
                  <a:lnTo>
                    <a:pt x="526611" y="149581"/>
                  </a:lnTo>
                  <a:cubicBezTo>
                    <a:pt x="526611" y="67992"/>
                    <a:pt x="594602" y="0"/>
                    <a:pt x="676192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C33162D5-7247-412F-A7EA-E2527FDDE86B}"/>
                </a:ext>
              </a:extLst>
            </p:cNvPr>
            <p:cNvSpPr/>
            <p:nvPr/>
          </p:nvSpPr>
          <p:spPr>
            <a:xfrm>
              <a:off x="6789513" y="2362895"/>
              <a:ext cx="747906" cy="810458"/>
            </a:xfrm>
            <a:custGeom>
              <a:avLst/>
              <a:gdLst>
                <a:gd name="connsiteX0" fmla="*/ 394818 w 747906"/>
                <a:gd name="connsiteY0" fmla="*/ 163222 h 810458"/>
                <a:gd name="connsiteX1" fmla="*/ 356275 w 747906"/>
                <a:gd name="connsiteY1" fmla="*/ 174058 h 810458"/>
                <a:gd name="connsiteX2" fmla="*/ 274685 w 747906"/>
                <a:gd name="connsiteY2" fmla="*/ 356275 h 810458"/>
                <a:gd name="connsiteX3" fmla="*/ 375313 w 747906"/>
                <a:gd name="connsiteY3" fmla="*/ 358994 h 810458"/>
                <a:gd name="connsiteX4" fmla="*/ 473220 w 747906"/>
                <a:gd name="connsiteY4" fmla="*/ 239329 h 810458"/>
                <a:gd name="connsiteX5" fmla="*/ 394818 w 747906"/>
                <a:gd name="connsiteY5" fmla="*/ 163222 h 810458"/>
                <a:gd name="connsiteX6" fmla="*/ 386192 w 747906"/>
                <a:gd name="connsiteY6" fmla="*/ 0 h 810458"/>
                <a:gd name="connsiteX7" fmla="*/ 747906 w 747906"/>
                <a:gd name="connsiteY7" fmla="*/ 266526 h 810458"/>
                <a:gd name="connsiteX8" fmla="*/ 291004 w 747906"/>
                <a:gd name="connsiteY8" fmla="*/ 484100 h 810458"/>
                <a:gd name="connsiteX9" fmla="*/ 497698 w 747906"/>
                <a:gd name="connsiteY9" fmla="*/ 617363 h 810458"/>
                <a:gd name="connsiteX10" fmla="*/ 712551 w 747906"/>
                <a:gd name="connsiteY10" fmla="*/ 557530 h 810458"/>
                <a:gd name="connsiteX11" fmla="*/ 388912 w 747906"/>
                <a:gd name="connsiteY11" fmla="*/ 810458 h 810458"/>
                <a:gd name="connsiteX12" fmla="*/ 0 w 747906"/>
                <a:gd name="connsiteY12" fmla="*/ 413389 h 810458"/>
                <a:gd name="connsiteX13" fmla="*/ 386192 w 747906"/>
                <a:gd name="connsiteY13" fmla="*/ 0 h 810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47906" h="810458">
                  <a:moveTo>
                    <a:pt x="394818" y="163222"/>
                  </a:moveTo>
                  <a:cubicBezTo>
                    <a:pt x="381772" y="163179"/>
                    <a:pt x="368514" y="166579"/>
                    <a:pt x="356275" y="174058"/>
                  </a:cubicBezTo>
                  <a:cubicBezTo>
                    <a:pt x="299162" y="212133"/>
                    <a:pt x="282844" y="291003"/>
                    <a:pt x="274685" y="356275"/>
                  </a:cubicBezTo>
                  <a:cubicBezTo>
                    <a:pt x="274685" y="364434"/>
                    <a:pt x="369873" y="358994"/>
                    <a:pt x="375313" y="358994"/>
                  </a:cubicBezTo>
                  <a:cubicBezTo>
                    <a:pt x="432425" y="345396"/>
                    <a:pt x="473220" y="301881"/>
                    <a:pt x="473220" y="239329"/>
                  </a:cubicBezTo>
                  <a:cubicBezTo>
                    <a:pt x="471181" y="194455"/>
                    <a:pt x="433956" y="163349"/>
                    <a:pt x="394818" y="163222"/>
                  </a:cubicBezTo>
                  <a:close/>
                  <a:moveTo>
                    <a:pt x="386192" y="0"/>
                  </a:moveTo>
                  <a:cubicBezTo>
                    <a:pt x="519455" y="0"/>
                    <a:pt x="747906" y="65272"/>
                    <a:pt x="747906" y="266526"/>
                  </a:cubicBezTo>
                  <a:cubicBezTo>
                    <a:pt x="747906" y="467782"/>
                    <a:pt x="538493" y="484100"/>
                    <a:pt x="291004" y="484100"/>
                  </a:cubicBezTo>
                  <a:cubicBezTo>
                    <a:pt x="291004" y="484100"/>
                    <a:pt x="326359" y="617363"/>
                    <a:pt x="497698" y="617363"/>
                  </a:cubicBezTo>
                  <a:cubicBezTo>
                    <a:pt x="669036" y="617363"/>
                    <a:pt x="712551" y="557530"/>
                    <a:pt x="712551" y="557530"/>
                  </a:cubicBezTo>
                  <a:cubicBezTo>
                    <a:pt x="712551" y="557530"/>
                    <a:pt x="696233" y="810458"/>
                    <a:pt x="388912" y="810458"/>
                  </a:cubicBezTo>
                  <a:cubicBezTo>
                    <a:pt x="212134" y="810458"/>
                    <a:pt x="0" y="677195"/>
                    <a:pt x="0" y="413389"/>
                  </a:cubicBezTo>
                  <a:cubicBezTo>
                    <a:pt x="0" y="176778"/>
                    <a:pt x="163180" y="0"/>
                    <a:pt x="386192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C2A5EB49-78D9-47C5-8F4C-92D82FF96117}"/>
                </a:ext>
              </a:extLst>
            </p:cNvPr>
            <p:cNvSpPr/>
            <p:nvPr/>
          </p:nvSpPr>
          <p:spPr>
            <a:xfrm>
              <a:off x="7988882" y="2362895"/>
              <a:ext cx="747906" cy="810458"/>
            </a:xfrm>
            <a:custGeom>
              <a:avLst/>
              <a:gdLst>
                <a:gd name="connsiteX0" fmla="*/ 394818 w 747906"/>
                <a:gd name="connsiteY0" fmla="*/ 163222 h 810458"/>
                <a:gd name="connsiteX1" fmla="*/ 356275 w 747906"/>
                <a:gd name="connsiteY1" fmla="*/ 174058 h 810458"/>
                <a:gd name="connsiteX2" fmla="*/ 274685 w 747906"/>
                <a:gd name="connsiteY2" fmla="*/ 356275 h 810458"/>
                <a:gd name="connsiteX3" fmla="*/ 375313 w 747906"/>
                <a:gd name="connsiteY3" fmla="*/ 358994 h 810458"/>
                <a:gd name="connsiteX4" fmla="*/ 473220 w 747906"/>
                <a:gd name="connsiteY4" fmla="*/ 239329 h 810458"/>
                <a:gd name="connsiteX5" fmla="*/ 394818 w 747906"/>
                <a:gd name="connsiteY5" fmla="*/ 163222 h 810458"/>
                <a:gd name="connsiteX6" fmla="*/ 386192 w 747906"/>
                <a:gd name="connsiteY6" fmla="*/ 0 h 810458"/>
                <a:gd name="connsiteX7" fmla="*/ 747906 w 747906"/>
                <a:gd name="connsiteY7" fmla="*/ 266526 h 810458"/>
                <a:gd name="connsiteX8" fmla="*/ 291004 w 747906"/>
                <a:gd name="connsiteY8" fmla="*/ 484100 h 810458"/>
                <a:gd name="connsiteX9" fmla="*/ 497697 w 747906"/>
                <a:gd name="connsiteY9" fmla="*/ 617363 h 810458"/>
                <a:gd name="connsiteX10" fmla="*/ 712551 w 747906"/>
                <a:gd name="connsiteY10" fmla="*/ 557530 h 810458"/>
                <a:gd name="connsiteX11" fmla="*/ 388911 w 747906"/>
                <a:gd name="connsiteY11" fmla="*/ 810458 h 810458"/>
                <a:gd name="connsiteX12" fmla="*/ 0 w 747906"/>
                <a:gd name="connsiteY12" fmla="*/ 413389 h 810458"/>
                <a:gd name="connsiteX13" fmla="*/ 386192 w 747906"/>
                <a:gd name="connsiteY13" fmla="*/ 0 h 810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47906" h="810458">
                  <a:moveTo>
                    <a:pt x="394818" y="163222"/>
                  </a:moveTo>
                  <a:cubicBezTo>
                    <a:pt x="381772" y="163179"/>
                    <a:pt x="368514" y="166579"/>
                    <a:pt x="356275" y="174058"/>
                  </a:cubicBezTo>
                  <a:cubicBezTo>
                    <a:pt x="299162" y="212133"/>
                    <a:pt x="282844" y="291003"/>
                    <a:pt x="274685" y="356275"/>
                  </a:cubicBezTo>
                  <a:cubicBezTo>
                    <a:pt x="274685" y="364434"/>
                    <a:pt x="369873" y="358994"/>
                    <a:pt x="375313" y="358994"/>
                  </a:cubicBezTo>
                  <a:cubicBezTo>
                    <a:pt x="432426" y="345396"/>
                    <a:pt x="473220" y="301881"/>
                    <a:pt x="473220" y="239329"/>
                  </a:cubicBezTo>
                  <a:cubicBezTo>
                    <a:pt x="471181" y="194455"/>
                    <a:pt x="433955" y="163349"/>
                    <a:pt x="394818" y="163222"/>
                  </a:cubicBezTo>
                  <a:close/>
                  <a:moveTo>
                    <a:pt x="386192" y="0"/>
                  </a:moveTo>
                  <a:cubicBezTo>
                    <a:pt x="519455" y="0"/>
                    <a:pt x="747906" y="65272"/>
                    <a:pt x="747906" y="266526"/>
                  </a:cubicBezTo>
                  <a:cubicBezTo>
                    <a:pt x="747906" y="467782"/>
                    <a:pt x="538492" y="484100"/>
                    <a:pt x="291004" y="484100"/>
                  </a:cubicBezTo>
                  <a:cubicBezTo>
                    <a:pt x="291004" y="484100"/>
                    <a:pt x="326359" y="617363"/>
                    <a:pt x="497697" y="617363"/>
                  </a:cubicBezTo>
                  <a:cubicBezTo>
                    <a:pt x="669036" y="617363"/>
                    <a:pt x="712551" y="557530"/>
                    <a:pt x="712551" y="557530"/>
                  </a:cubicBezTo>
                  <a:cubicBezTo>
                    <a:pt x="712551" y="557530"/>
                    <a:pt x="696233" y="810458"/>
                    <a:pt x="388911" y="810458"/>
                  </a:cubicBezTo>
                  <a:cubicBezTo>
                    <a:pt x="212133" y="810458"/>
                    <a:pt x="0" y="677195"/>
                    <a:pt x="0" y="413389"/>
                  </a:cubicBezTo>
                  <a:cubicBezTo>
                    <a:pt x="0" y="176778"/>
                    <a:pt x="163180" y="0"/>
                    <a:pt x="386192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3153BD94-FC6C-491C-87CC-FE707C871FD4}"/>
                </a:ext>
              </a:extLst>
            </p:cNvPr>
            <p:cNvSpPr/>
            <p:nvPr/>
          </p:nvSpPr>
          <p:spPr>
            <a:xfrm>
              <a:off x="8683414" y="2274801"/>
              <a:ext cx="897487" cy="951879"/>
            </a:xfrm>
            <a:custGeom>
              <a:avLst/>
              <a:gdLst>
                <a:gd name="connsiteX0" fmla="*/ 580988 w 897487"/>
                <a:gd name="connsiteY0" fmla="*/ 667381 h 951879"/>
                <a:gd name="connsiteX1" fmla="*/ 409649 w 897487"/>
                <a:gd name="connsiteY1" fmla="*/ 667381 h 951879"/>
                <a:gd name="connsiteX2" fmla="*/ 591866 w 897487"/>
                <a:gd name="connsiteY2" fmla="*/ 525959 h 951879"/>
                <a:gd name="connsiteX3" fmla="*/ 842075 w 897487"/>
                <a:gd name="connsiteY3" fmla="*/ 123450 h 951879"/>
                <a:gd name="connsiteX4" fmla="*/ 842075 w 897487"/>
                <a:gd name="connsiteY4" fmla="*/ 123450 h 951879"/>
                <a:gd name="connsiteX5" fmla="*/ 798560 w 897487"/>
                <a:gd name="connsiteY5" fmla="*/ 58178 h 951879"/>
                <a:gd name="connsiteX6" fmla="*/ 746887 w 897487"/>
                <a:gd name="connsiteY6" fmla="*/ 107132 h 951879"/>
                <a:gd name="connsiteX7" fmla="*/ 697933 w 897487"/>
                <a:gd name="connsiteY7" fmla="*/ 115291 h 951879"/>
                <a:gd name="connsiteX8" fmla="*/ 219273 w 897487"/>
                <a:gd name="connsiteY8" fmla="*/ 115291 h 951879"/>
                <a:gd name="connsiteX9" fmla="*/ 102328 w 897487"/>
                <a:gd name="connsiteY9" fmla="*/ 224077 h 951879"/>
                <a:gd name="connsiteX10" fmla="*/ 213834 w 897487"/>
                <a:gd name="connsiteY10" fmla="*/ 332863 h 951879"/>
                <a:gd name="connsiteX11" fmla="*/ 485800 w 897487"/>
                <a:gd name="connsiteY11" fmla="*/ 335583 h 951879"/>
                <a:gd name="connsiteX12" fmla="*/ 134964 w 897487"/>
                <a:gd name="connsiteY12" fmla="*/ 615708 h 951879"/>
                <a:gd name="connsiteX13" fmla="*/ 61533 w 897487"/>
                <a:gd name="connsiteY13" fmla="*/ 884953 h 951879"/>
                <a:gd name="connsiteX14" fmla="*/ 398771 w 897487"/>
                <a:gd name="connsiteY14" fmla="*/ 806083 h 951879"/>
                <a:gd name="connsiteX15" fmla="*/ 529314 w 897487"/>
                <a:gd name="connsiteY15" fmla="*/ 863196 h 951879"/>
                <a:gd name="connsiteX16" fmla="*/ 782242 w 897487"/>
                <a:gd name="connsiteY16" fmla="*/ 607549 h 951879"/>
                <a:gd name="connsiteX17" fmla="*/ 580988 w 897487"/>
                <a:gd name="connsiteY17" fmla="*/ 667381 h 951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97487" h="951879">
                  <a:moveTo>
                    <a:pt x="580988" y="667381"/>
                  </a:moveTo>
                  <a:lnTo>
                    <a:pt x="409649" y="667381"/>
                  </a:lnTo>
                  <a:cubicBezTo>
                    <a:pt x="423248" y="667381"/>
                    <a:pt x="548352" y="561314"/>
                    <a:pt x="591866" y="525959"/>
                  </a:cubicBezTo>
                  <a:cubicBezTo>
                    <a:pt x="700653" y="433491"/>
                    <a:pt x="899188" y="297508"/>
                    <a:pt x="842075" y="123450"/>
                  </a:cubicBezTo>
                  <a:lnTo>
                    <a:pt x="842075" y="123450"/>
                  </a:lnTo>
                  <a:cubicBezTo>
                    <a:pt x="831197" y="82655"/>
                    <a:pt x="798560" y="58178"/>
                    <a:pt x="798560" y="58178"/>
                  </a:cubicBezTo>
                  <a:cubicBezTo>
                    <a:pt x="798560" y="58178"/>
                    <a:pt x="787682" y="90814"/>
                    <a:pt x="746887" y="107132"/>
                  </a:cubicBezTo>
                  <a:cubicBezTo>
                    <a:pt x="730569" y="109852"/>
                    <a:pt x="714251" y="115291"/>
                    <a:pt x="697933" y="115291"/>
                  </a:cubicBezTo>
                  <a:cubicBezTo>
                    <a:pt x="684334" y="115291"/>
                    <a:pt x="219273" y="115291"/>
                    <a:pt x="219273" y="115291"/>
                  </a:cubicBezTo>
                  <a:cubicBezTo>
                    <a:pt x="156721" y="115291"/>
                    <a:pt x="105048" y="166964"/>
                    <a:pt x="102328" y="224077"/>
                  </a:cubicBezTo>
                  <a:cubicBezTo>
                    <a:pt x="102328" y="283910"/>
                    <a:pt x="151282" y="332863"/>
                    <a:pt x="213834" y="332863"/>
                  </a:cubicBezTo>
                  <a:lnTo>
                    <a:pt x="485800" y="335583"/>
                  </a:lnTo>
                  <a:cubicBezTo>
                    <a:pt x="360695" y="406294"/>
                    <a:pt x="211114" y="487884"/>
                    <a:pt x="134964" y="615708"/>
                  </a:cubicBezTo>
                  <a:cubicBezTo>
                    <a:pt x="91449" y="689138"/>
                    <a:pt x="45215" y="800644"/>
                    <a:pt x="61533" y="884953"/>
                  </a:cubicBezTo>
                  <a:cubicBezTo>
                    <a:pt x="121366" y="830560"/>
                    <a:pt x="279106" y="778887"/>
                    <a:pt x="398771" y="806083"/>
                  </a:cubicBezTo>
                  <a:cubicBezTo>
                    <a:pt x="445005" y="814242"/>
                    <a:pt x="491239" y="838719"/>
                    <a:pt x="529314" y="863196"/>
                  </a:cubicBezTo>
                  <a:cubicBezTo>
                    <a:pt x="755046" y="1004618"/>
                    <a:pt x="891029" y="727213"/>
                    <a:pt x="782242" y="607549"/>
                  </a:cubicBezTo>
                  <a:cubicBezTo>
                    <a:pt x="784962" y="607549"/>
                    <a:pt x="722410" y="667381"/>
                    <a:pt x="580988" y="667381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3BC82946-E68D-4E5D-A508-7F6DEA272480}"/>
                </a:ext>
              </a:extLst>
            </p:cNvPr>
            <p:cNvSpPr/>
            <p:nvPr/>
          </p:nvSpPr>
          <p:spPr>
            <a:xfrm>
              <a:off x="2624650" y="1948442"/>
              <a:ext cx="1903761" cy="1577400"/>
            </a:xfrm>
            <a:custGeom>
              <a:avLst/>
              <a:gdLst>
                <a:gd name="connsiteX0" fmla="*/ 1559430 w 1903760"/>
                <a:gd name="connsiteY0" fmla="*/ 1165078 h 1577399"/>
                <a:gd name="connsiteX1" fmla="*/ 1369054 w 1903760"/>
                <a:gd name="connsiteY1" fmla="*/ 593950 h 1577399"/>
                <a:gd name="connsiteX2" fmla="*/ 1483279 w 1903760"/>
                <a:gd name="connsiteY2" fmla="*/ 126170 h 1577399"/>
                <a:gd name="connsiteX3" fmla="*/ 1311941 w 1903760"/>
                <a:gd name="connsiteY3" fmla="*/ 58178 h 1577399"/>
                <a:gd name="connsiteX4" fmla="*/ 1078050 w 1903760"/>
                <a:gd name="connsiteY4" fmla="*/ 205040 h 1577399"/>
                <a:gd name="connsiteX5" fmla="*/ 846879 w 1903760"/>
                <a:gd name="connsiteY5" fmla="*/ 523239 h 1577399"/>
                <a:gd name="connsiteX6" fmla="*/ 645624 w 1903760"/>
                <a:gd name="connsiteY6" fmla="*/ 210479 h 1577399"/>
                <a:gd name="connsiteX7" fmla="*/ 455248 w 1903760"/>
                <a:gd name="connsiteY7" fmla="*/ 63617 h 1577399"/>
                <a:gd name="connsiteX8" fmla="*/ 234956 w 1903760"/>
                <a:gd name="connsiteY8" fmla="*/ 137048 h 1577399"/>
                <a:gd name="connsiteX9" fmla="*/ 316546 w 1903760"/>
                <a:gd name="connsiteY9" fmla="*/ 588511 h 1577399"/>
                <a:gd name="connsiteX10" fmla="*/ 58178 w 1903760"/>
                <a:gd name="connsiteY10" fmla="*/ 1072610 h 1577399"/>
                <a:gd name="connsiteX11" fmla="*/ 474286 w 1903760"/>
                <a:gd name="connsiteY11" fmla="*/ 1020936 h 1577399"/>
                <a:gd name="connsiteX12" fmla="*/ 555876 w 1903760"/>
                <a:gd name="connsiteY12" fmla="*/ 572193 h 1577399"/>
                <a:gd name="connsiteX13" fmla="*/ 830561 w 1903760"/>
                <a:gd name="connsiteY13" fmla="*/ 993740 h 1577399"/>
                <a:gd name="connsiteX14" fmla="*/ 1140602 w 1903760"/>
                <a:gd name="connsiteY14" fmla="*/ 574913 h 1577399"/>
                <a:gd name="connsiteX15" fmla="*/ 1567589 w 1903760"/>
                <a:gd name="connsiteY15" fmla="*/ 1526792 h 1577399"/>
                <a:gd name="connsiteX16" fmla="*/ 1866751 w 1903760"/>
                <a:gd name="connsiteY16" fmla="*/ 1322818 h 1577399"/>
                <a:gd name="connsiteX17" fmla="*/ 1559430 w 1903760"/>
                <a:gd name="connsiteY17" fmla="*/ 1165078 h 1577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903760" h="1577399">
                  <a:moveTo>
                    <a:pt x="1559430" y="1165078"/>
                  </a:moveTo>
                  <a:cubicBezTo>
                    <a:pt x="1420727" y="1012777"/>
                    <a:pt x="1377213" y="762569"/>
                    <a:pt x="1369054" y="593950"/>
                  </a:cubicBezTo>
                  <a:cubicBezTo>
                    <a:pt x="1360895" y="449809"/>
                    <a:pt x="1369054" y="199600"/>
                    <a:pt x="1483279" y="126170"/>
                  </a:cubicBezTo>
                  <a:cubicBezTo>
                    <a:pt x="1445204" y="77216"/>
                    <a:pt x="1369054" y="58178"/>
                    <a:pt x="1311941" y="58178"/>
                  </a:cubicBezTo>
                  <a:cubicBezTo>
                    <a:pt x="1184117" y="58178"/>
                    <a:pt x="1121565" y="142488"/>
                    <a:pt x="1078050" y="205040"/>
                  </a:cubicBezTo>
                  <a:cubicBezTo>
                    <a:pt x="1064452" y="224077"/>
                    <a:pt x="846879" y="523239"/>
                    <a:pt x="846879" y="523239"/>
                  </a:cubicBezTo>
                  <a:cubicBezTo>
                    <a:pt x="846879" y="523239"/>
                    <a:pt x="667382" y="243115"/>
                    <a:pt x="645624" y="210479"/>
                  </a:cubicBezTo>
                  <a:cubicBezTo>
                    <a:pt x="615708" y="164245"/>
                    <a:pt x="555876" y="77216"/>
                    <a:pt x="455248" y="63617"/>
                  </a:cubicBezTo>
                  <a:cubicBezTo>
                    <a:pt x="411734" y="58178"/>
                    <a:pt x="297508" y="52739"/>
                    <a:pt x="234956" y="137048"/>
                  </a:cubicBezTo>
                  <a:cubicBezTo>
                    <a:pt x="341023" y="221357"/>
                    <a:pt x="338303" y="438930"/>
                    <a:pt x="316546" y="588511"/>
                  </a:cubicBezTo>
                  <a:cubicBezTo>
                    <a:pt x="248554" y="1031815"/>
                    <a:pt x="58178" y="1072610"/>
                    <a:pt x="58178" y="1072610"/>
                  </a:cubicBezTo>
                  <a:cubicBezTo>
                    <a:pt x="156086" y="1333696"/>
                    <a:pt x="403575" y="1230350"/>
                    <a:pt x="474286" y="1020936"/>
                  </a:cubicBezTo>
                  <a:cubicBezTo>
                    <a:pt x="520520" y="884953"/>
                    <a:pt x="550436" y="713615"/>
                    <a:pt x="555876" y="572193"/>
                  </a:cubicBezTo>
                  <a:lnTo>
                    <a:pt x="830561" y="993740"/>
                  </a:lnTo>
                  <a:cubicBezTo>
                    <a:pt x="830561" y="993740"/>
                    <a:pt x="1140602" y="574913"/>
                    <a:pt x="1140602" y="574913"/>
                  </a:cubicBezTo>
                  <a:cubicBezTo>
                    <a:pt x="1088929" y="1314659"/>
                    <a:pt x="1344577" y="1526792"/>
                    <a:pt x="1567589" y="1526792"/>
                  </a:cubicBezTo>
                  <a:cubicBezTo>
                    <a:pt x="1790601" y="1526792"/>
                    <a:pt x="1866751" y="1322818"/>
                    <a:pt x="1866751" y="1322818"/>
                  </a:cubicBezTo>
                  <a:cubicBezTo>
                    <a:pt x="1744367" y="1314659"/>
                    <a:pt x="1641019" y="1252107"/>
                    <a:pt x="1559430" y="1165078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91FFC926-DCB2-4DFD-8921-31D3740A1576}"/>
                </a:ext>
              </a:extLst>
            </p:cNvPr>
            <p:cNvSpPr/>
            <p:nvPr/>
          </p:nvSpPr>
          <p:spPr>
            <a:xfrm>
              <a:off x="4792218" y="3234839"/>
              <a:ext cx="271966" cy="652717"/>
            </a:xfrm>
            <a:custGeom>
              <a:avLst/>
              <a:gdLst>
                <a:gd name="connsiteX0" fmla="*/ 88095 w 271965"/>
                <a:gd name="connsiteY0" fmla="*/ 120730 h 652717"/>
                <a:gd name="connsiteX1" fmla="*/ 93534 w 271965"/>
                <a:gd name="connsiteY1" fmla="*/ 153366 h 652717"/>
                <a:gd name="connsiteX2" fmla="*/ 93534 w 271965"/>
                <a:gd name="connsiteY2" fmla="*/ 544997 h 652717"/>
                <a:gd name="connsiteX3" fmla="*/ 156086 w 271965"/>
                <a:gd name="connsiteY3" fmla="*/ 604829 h 652717"/>
                <a:gd name="connsiteX4" fmla="*/ 221358 w 271965"/>
                <a:gd name="connsiteY4" fmla="*/ 544997 h 652717"/>
                <a:gd name="connsiteX5" fmla="*/ 221358 w 271965"/>
                <a:gd name="connsiteY5" fmla="*/ 194161 h 652717"/>
                <a:gd name="connsiteX6" fmla="*/ 210479 w 271965"/>
                <a:gd name="connsiteY6" fmla="*/ 109852 h 652717"/>
                <a:gd name="connsiteX7" fmla="*/ 118011 w 271965"/>
                <a:gd name="connsiteY7" fmla="*/ 58178 h 652717"/>
                <a:gd name="connsiteX8" fmla="*/ 58178 w 271965"/>
                <a:gd name="connsiteY8" fmla="*/ 88094 h 652717"/>
                <a:gd name="connsiteX9" fmla="*/ 88095 w 271965"/>
                <a:gd name="connsiteY9" fmla="*/ 120730 h 65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1965" h="652717">
                  <a:moveTo>
                    <a:pt x="88095" y="120730"/>
                  </a:moveTo>
                  <a:cubicBezTo>
                    <a:pt x="90814" y="131609"/>
                    <a:pt x="90814" y="142487"/>
                    <a:pt x="93534" y="153366"/>
                  </a:cubicBezTo>
                  <a:cubicBezTo>
                    <a:pt x="93534" y="156086"/>
                    <a:pt x="93534" y="542277"/>
                    <a:pt x="93534" y="544997"/>
                  </a:cubicBezTo>
                  <a:cubicBezTo>
                    <a:pt x="93534" y="577632"/>
                    <a:pt x="123450" y="604829"/>
                    <a:pt x="156086" y="604829"/>
                  </a:cubicBezTo>
                  <a:cubicBezTo>
                    <a:pt x="188722" y="607548"/>
                    <a:pt x="221358" y="577632"/>
                    <a:pt x="221358" y="544997"/>
                  </a:cubicBezTo>
                  <a:cubicBezTo>
                    <a:pt x="221358" y="539557"/>
                    <a:pt x="221358" y="194161"/>
                    <a:pt x="221358" y="194161"/>
                  </a:cubicBezTo>
                  <a:cubicBezTo>
                    <a:pt x="221358" y="164245"/>
                    <a:pt x="224078" y="134329"/>
                    <a:pt x="210479" y="109852"/>
                  </a:cubicBezTo>
                  <a:cubicBezTo>
                    <a:pt x="196881" y="79935"/>
                    <a:pt x="158806" y="58178"/>
                    <a:pt x="118011" y="58178"/>
                  </a:cubicBezTo>
                  <a:cubicBezTo>
                    <a:pt x="79936" y="58178"/>
                    <a:pt x="58178" y="88094"/>
                    <a:pt x="58178" y="88094"/>
                  </a:cubicBezTo>
                  <a:cubicBezTo>
                    <a:pt x="58178" y="88094"/>
                    <a:pt x="77216" y="93534"/>
                    <a:pt x="88095" y="120730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B7D561CC-A307-418B-BB5B-2E9F6029C1FE}"/>
                </a:ext>
              </a:extLst>
            </p:cNvPr>
            <p:cNvSpPr/>
            <p:nvPr/>
          </p:nvSpPr>
          <p:spPr>
            <a:xfrm>
              <a:off x="8751819" y="3234667"/>
              <a:ext cx="271966" cy="652717"/>
            </a:xfrm>
            <a:custGeom>
              <a:avLst/>
              <a:gdLst>
                <a:gd name="connsiteX0" fmla="*/ 191663 w 271965"/>
                <a:gd name="connsiteY0" fmla="*/ 542449 h 652717"/>
                <a:gd name="connsiteX1" fmla="*/ 186224 w 271965"/>
                <a:gd name="connsiteY1" fmla="*/ 509813 h 652717"/>
                <a:gd name="connsiteX2" fmla="*/ 186224 w 271965"/>
                <a:gd name="connsiteY2" fmla="*/ 118183 h 652717"/>
                <a:gd name="connsiteX3" fmla="*/ 123672 w 271965"/>
                <a:gd name="connsiteY3" fmla="*/ 58350 h 652717"/>
                <a:gd name="connsiteX4" fmla="*/ 58400 w 271965"/>
                <a:gd name="connsiteY4" fmla="*/ 118183 h 652717"/>
                <a:gd name="connsiteX5" fmla="*/ 58400 w 271965"/>
                <a:gd name="connsiteY5" fmla="*/ 469018 h 652717"/>
                <a:gd name="connsiteX6" fmla="*/ 69279 w 271965"/>
                <a:gd name="connsiteY6" fmla="*/ 553328 h 652717"/>
                <a:gd name="connsiteX7" fmla="*/ 161747 w 271965"/>
                <a:gd name="connsiteY7" fmla="*/ 605001 h 652717"/>
                <a:gd name="connsiteX8" fmla="*/ 221580 w 271965"/>
                <a:gd name="connsiteY8" fmla="*/ 575085 h 652717"/>
                <a:gd name="connsiteX9" fmla="*/ 191663 w 271965"/>
                <a:gd name="connsiteY9" fmla="*/ 542449 h 65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1965" h="652717">
                  <a:moveTo>
                    <a:pt x="191663" y="542449"/>
                  </a:moveTo>
                  <a:cubicBezTo>
                    <a:pt x="188944" y="531570"/>
                    <a:pt x="186224" y="520692"/>
                    <a:pt x="186224" y="509813"/>
                  </a:cubicBezTo>
                  <a:cubicBezTo>
                    <a:pt x="186224" y="507093"/>
                    <a:pt x="186224" y="120902"/>
                    <a:pt x="186224" y="118183"/>
                  </a:cubicBezTo>
                  <a:cubicBezTo>
                    <a:pt x="186224" y="85547"/>
                    <a:pt x="156308" y="58350"/>
                    <a:pt x="123672" y="58350"/>
                  </a:cubicBezTo>
                  <a:cubicBezTo>
                    <a:pt x="91036" y="55631"/>
                    <a:pt x="58400" y="85547"/>
                    <a:pt x="58400" y="118183"/>
                  </a:cubicBezTo>
                  <a:cubicBezTo>
                    <a:pt x="58400" y="123622"/>
                    <a:pt x="58400" y="469018"/>
                    <a:pt x="58400" y="469018"/>
                  </a:cubicBezTo>
                  <a:cubicBezTo>
                    <a:pt x="58400" y="498934"/>
                    <a:pt x="55680" y="528851"/>
                    <a:pt x="69279" y="553328"/>
                  </a:cubicBezTo>
                  <a:cubicBezTo>
                    <a:pt x="82877" y="583244"/>
                    <a:pt x="120953" y="605001"/>
                    <a:pt x="161747" y="605001"/>
                  </a:cubicBezTo>
                  <a:cubicBezTo>
                    <a:pt x="199822" y="605001"/>
                    <a:pt x="221580" y="575085"/>
                    <a:pt x="221580" y="575085"/>
                  </a:cubicBezTo>
                  <a:cubicBezTo>
                    <a:pt x="221580" y="575085"/>
                    <a:pt x="202542" y="566926"/>
                    <a:pt x="191663" y="542449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3B41DF09-4DE2-4BA3-8850-42F1FE05A316}"/>
                </a:ext>
              </a:extLst>
            </p:cNvPr>
            <p:cNvSpPr/>
            <p:nvPr/>
          </p:nvSpPr>
          <p:spPr>
            <a:xfrm>
              <a:off x="6320666" y="3416868"/>
              <a:ext cx="435145" cy="462341"/>
            </a:xfrm>
            <a:custGeom>
              <a:avLst/>
              <a:gdLst>
                <a:gd name="connsiteX0" fmla="*/ 302948 w 435145"/>
                <a:gd name="connsiteY0" fmla="*/ 74684 h 462341"/>
                <a:gd name="connsiteX1" fmla="*/ 186003 w 435145"/>
                <a:gd name="connsiteY1" fmla="*/ 148115 h 462341"/>
                <a:gd name="connsiteX2" fmla="*/ 186003 w 435145"/>
                <a:gd name="connsiteY2" fmla="*/ 148115 h 462341"/>
                <a:gd name="connsiteX3" fmla="*/ 186003 w 435145"/>
                <a:gd name="connsiteY3" fmla="*/ 115479 h 462341"/>
                <a:gd name="connsiteX4" fmla="*/ 123450 w 435145"/>
                <a:gd name="connsiteY4" fmla="*/ 58366 h 462341"/>
                <a:gd name="connsiteX5" fmla="*/ 58178 w 435145"/>
                <a:gd name="connsiteY5" fmla="*/ 115479 h 462341"/>
                <a:gd name="connsiteX6" fmla="*/ 58178 w 435145"/>
                <a:gd name="connsiteY6" fmla="*/ 362967 h 462341"/>
                <a:gd name="connsiteX7" fmla="*/ 120730 w 435145"/>
                <a:gd name="connsiteY7" fmla="*/ 422800 h 462341"/>
                <a:gd name="connsiteX8" fmla="*/ 186003 w 435145"/>
                <a:gd name="connsiteY8" fmla="*/ 362967 h 462341"/>
                <a:gd name="connsiteX9" fmla="*/ 186003 w 435145"/>
                <a:gd name="connsiteY9" fmla="*/ 213386 h 462341"/>
                <a:gd name="connsiteX10" fmla="*/ 186003 w 435145"/>
                <a:gd name="connsiteY10" fmla="*/ 213386 h 462341"/>
                <a:gd name="connsiteX11" fmla="*/ 229517 w 435145"/>
                <a:gd name="connsiteY11" fmla="*/ 161713 h 462341"/>
                <a:gd name="connsiteX12" fmla="*/ 259433 w 435145"/>
                <a:gd name="connsiteY12" fmla="*/ 194349 h 462341"/>
                <a:gd name="connsiteX13" fmla="*/ 259433 w 435145"/>
                <a:gd name="connsiteY13" fmla="*/ 362967 h 462341"/>
                <a:gd name="connsiteX14" fmla="*/ 321985 w 435145"/>
                <a:gd name="connsiteY14" fmla="*/ 422800 h 462341"/>
                <a:gd name="connsiteX15" fmla="*/ 387257 w 435145"/>
                <a:gd name="connsiteY15" fmla="*/ 362967 h 462341"/>
                <a:gd name="connsiteX16" fmla="*/ 387257 w 435145"/>
                <a:gd name="connsiteY16" fmla="*/ 273219 h 462341"/>
                <a:gd name="connsiteX17" fmla="*/ 302948 w 435145"/>
                <a:gd name="connsiteY17" fmla="*/ 74684 h 46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5145" h="462341">
                  <a:moveTo>
                    <a:pt x="302948" y="74684"/>
                  </a:moveTo>
                  <a:cubicBezTo>
                    <a:pt x="234956" y="74684"/>
                    <a:pt x="196881" y="131797"/>
                    <a:pt x="186003" y="148115"/>
                  </a:cubicBezTo>
                  <a:lnTo>
                    <a:pt x="186003" y="148115"/>
                  </a:lnTo>
                  <a:cubicBezTo>
                    <a:pt x="186003" y="129077"/>
                    <a:pt x="186003" y="115479"/>
                    <a:pt x="186003" y="115479"/>
                  </a:cubicBezTo>
                  <a:cubicBezTo>
                    <a:pt x="186003" y="82843"/>
                    <a:pt x="156086" y="58366"/>
                    <a:pt x="123450" y="58366"/>
                  </a:cubicBezTo>
                  <a:cubicBezTo>
                    <a:pt x="90814" y="55646"/>
                    <a:pt x="58178" y="82843"/>
                    <a:pt x="58178" y="115479"/>
                  </a:cubicBezTo>
                  <a:cubicBezTo>
                    <a:pt x="58178" y="120918"/>
                    <a:pt x="58178" y="360248"/>
                    <a:pt x="58178" y="362967"/>
                  </a:cubicBezTo>
                  <a:cubicBezTo>
                    <a:pt x="58178" y="395603"/>
                    <a:pt x="88095" y="422800"/>
                    <a:pt x="120730" y="422800"/>
                  </a:cubicBezTo>
                  <a:cubicBezTo>
                    <a:pt x="153366" y="425519"/>
                    <a:pt x="186003" y="395603"/>
                    <a:pt x="186003" y="362967"/>
                  </a:cubicBezTo>
                  <a:cubicBezTo>
                    <a:pt x="186003" y="360248"/>
                    <a:pt x="186003" y="281378"/>
                    <a:pt x="186003" y="213386"/>
                  </a:cubicBezTo>
                  <a:lnTo>
                    <a:pt x="186003" y="213386"/>
                  </a:lnTo>
                  <a:cubicBezTo>
                    <a:pt x="191442" y="186190"/>
                    <a:pt x="205040" y="161713"/>
                    <a:pt x="229517" y="161713"/>
                  </a:cubicBezTo>
                  <a:cubicBezTo>
                    <a:pt x="259433" y="161713"/>
                    <a:pt x="259433" y="194349"/>
                    <a:pt x="259433" y="194349"/>
                  </a:cubicBezTo>
                  <a:lnTo>
                    <a:pt x="259433" y="362967"/>
                  </a:lnTo>
                  <a:cubicBezTo>
                    <a:pt x="259433" y="395603"/>
                    <a:pt x="289349" y="422800"/>
                    <a:pt x="321985" y="422800"/>
                  </a:cubicBezTo>
                  <a:cubicBezTo>
                    <a:pt x="354621" y="425519"/>
                    <a:pt x="387257" y="395603"/>
                    <a:pt x="387257" y="362967"/>
                  </a:cubicBezTo>
                  <a:lnTo>
                    <a:pt x="387257" y="273219"/>
                  </a:lnTo>
                  <a:cubicBezTo>
                    <a:pt x="387257" y="183470"/>
                    <a:pt x="395416" y="71964"/>
                    <a:pt x="302948" y="7468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2F743D14-4DD4-4BBF-9C77-D2CF60D0443C}"/>
                </a:ext>
              </a:extLst>
            </p:cNvPr>
            <p:cNvSpPr/>
            <p:nvPr/>
          </p:nvSpPr>
          <p:spPr>
            <a:xfrm>
              <a:off x="7960620" y="3416868"/>
              <a:ext cx="435145" cy="462341"/>
            </a:xfrm>
            <a:custGeom>
              <a:avLst/>
              <a:gdLst>
                <a:gd name="connsiteX0" fmla="*/ 302948 w 435145"/>
                <a:gd name="connsiteY0" fmla="*/ 74684 h 462341"/>
                <a:gd name="connsiteX1" fmla="*/ 186002 w 435145"/>
                <a:gd name="connsiteY1" fmla="*/ 148115 h 462341"/>
                <a:gd name="connsiteX2" fmla="*/ 186002 w 435145"/>
                <a:gd name="connsiteY2" fmla="*/ 148115 h 462341"/>
                <a:gd name="connsiteX3" fmla="*/ 186002 w 435145"/>
                <a:gd name="connsiteY3" fmla="*/ 115479 h 462341"/>
                <a:gd name="connsiteX4" fmla="*/ 123450 w 435145"/>
                <a:gd name="connsiteY4" fmla="*/ 58366 h 462341"/>
                <a:gd name="connsiteX5" fmla="*/ 58178 w 435145"/>
                <a:gd name="connsiteY5" fmla="*/ 115479 h 462341"/>
                <a:gd name="connsiteX6" fmla="*/ 58178 w 435145"/>
                <a:gd name="connsiteY6" fmla="*/ 362967 h 462341"/>
                <a:gd name="connsiteX7" fmla="*/ 120730 w 435145"/>
                <a:gd name="connsiteY7" fmla="*/ 422800 h 462341"/>
                <a:gd name="connsiteX8" fmla="*/ 186002 w 435145"/>
                <a:gd name="connsiteY8" fmla="*/ 362967 h 462341"/>
                <a:gd name="connsiteX9" fmla="*/ 186002 w 435145"/>
                <a:gd name="connsiteY9" fmla="*/ 213386 h 462341"/>
                <a:gd name="connsiteX10" fmla="*/ 186002 w 435145"/>
                <a:gd name="connsiteY10" fmla="*/ 213386 h 462341"/>
                <a:gd name="connsiteX11" fmla="*/ 229517 w 435145"/>
                <a:gd name="connsiteY11" fmla="*/ 161713 h 462341"/>
                <a:gd name="connsiteX12" fmla="*/ 259433 w 435145"/>
                <a:gd name="connsiteY12" fmla="*/ 194349 h 462341"/>
                <a:gd name="connsiteX13" fmla="*/ 259433 w 435145"/>
                <a:gd name="connsiteY13" fmla="*/ 362967 h 462341"/>
                <a:gd name="connsiteX14" fmla="*/ 321985 w 435145"/>
                <a:gd name="connsiteY14" fmla="*/ 422800 h 462341"/>
                <a:gd name="connsiteX15" fmla="*/ 387257 w 435145"/>
                <a:gd name="connsiteY15" fmla="*/ 362967 h 462341"/>
                <a:gd name="connsiteX16" fmla="*/ 387257 w 435145"/>
                <a:gd name="connsiteY16" fmla="*/ 273219 h 462341"/>
                <a:gd name="connsiteX17" fmla="*/ 302948 w 435145"/>
                <a:gd name="connsiteY17" fmla="*/ 74684 h 46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5145" h="462341">
                  <a:moveTo>
                    <a:pt x="302948" y="74684"/>
                  </a:moveTo>
                  <a:cubicBezTo>
                    <a:pt x="234956" y="74684"/>
                    <a:pt x="196881" y="131797"/>
                    <a:pt x="186002" y="148115"/>
                  </a:cubicBezTo>
                  <a:lnTo>
                    <a:pt x="186002" y="148115"/>
                  </a:lnTo>
                  <a:cubicBezTo>
                    <a:pt x="186002" y="129077"/>
                    <a:pt x="186002" y="115479"/>
                    <a:pt x="186002" y="115479"/>
                  </a:cubicBezTo>
                  <a:cubicBezTo>
                    <a:pt x="186002" y="82843"/>
                    <a:pt x="156086" y="58366"/>
                    <a:pt x="123450" y="58366"/>
                  </a:cubicBezTo>
                  <a:cubicBezTo>
                    <a:pt x="90814" y="55646"/>
                    <a:pt x="58178" y="82843"/>
                    <a:pt x="58178" y="115479"/>
                  </a:cubicBezTo>
                  <a:cubicBezTo>
                    <a:pt x="58178" y="120918"/>
                    <a:pt x="58178" y="360248"/>
                    <a:pt x="58178" y="362967"/>
                  </a:cubicBezTo>
                  <a:cubicBezTo>
                    <a:pt x="58178" y="395603"/>
                    <a:pt x="88095" y="422800"/>
                    <a:pt x="120730" y="422800"/>
                  </a:cubicBezTo>
                  <a:cubicBezTo>
                    <a:pt x="153366" y="425519"/>
                    <a:pt x="186002" y="395603"/>
                    <a:pt x="186002" y="362967"/>
                  </a:cubicBezTo>
                  <a:cubicBezTo>
                    <a:pt x="186002" y="360248"/>
                    <a:pt x="186002" y="281378"/>
                    <a:pt x="186002" y="213386"/>
                  </a:cubicBezTo>
                  <a:lnTo>
                    <a:pt x="186002" y="213386"/>
                  </a:lnTo>
                  <a:cubicBezTo>
                    <a:pt x="191442" y="186190"/>
                    <a:pt x="205040" y="161713"/>
                    <a:pt x="229517" y="161713"/>
                  </a:cubicBezTo>
                  <a:cubicBezTo>
                    <a:pt x="259433" y="161713"/>
                    <a:pt x="259433" y="194349"/>
                    <a:pt x="259433" y="194349"/>
                  </a:cubicBezTo>
                  <a:lnTo>
                    <a:pt x="259433" y="362967"/>
                  </a:lnTo>
                  <a:cubicBezTo>
                    <a:pt x="259433" y="395603"/>
                    <a:pt x="289349" y="422800"/>
                    <a:pt x="321985" y="422800"/>
                  </a:cubicBezTo>
                  <a:cubicBezTo>
                    <a:pt x="354621" y="425519"/>
                    <a:pt x="387257" y="395603"/>
                    <a:pt x="387257" y="362967"/>
                  </a:cubicBezTo>
                  <a:lnTo>
                    <a:pt x="387257" y="273219"/>
                  </a:lnTo>
                  <a:cubicBezTo>
                    <a:pt x="384537" y="183470"/>
                    <a:pt x="395416" y="71964"/>
                    <a:pt x="302948" y="7468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39390E2C-0C7D-4CE4-9EDE-DDC867E57F7C}"/>
                </a:ext>
              </a:extLst>
            </p:cNvPr>
            <p:cNvSpPr/>
            <p:nvPr/>
          </p:nvSpPr>
          <p:spPr>
            <a:xfrm>
              <a:off x="5020669" y="3416868"/>
              <a:ext cx="435145" cy="462341"/>
            </a:xfrm>
            <a:custGeom>
              <a:avLst/>
              <a:gdLst>
                <a:gd name="connsiteX0" fmla="*/ 302948 w 435145"/>
                <a:gd name="connsiteY0" fmla="*/ 74684 h 462341"/>
                <a:gd name="connsiteX1" fmla="*/ 186002 w 435145"/>
                <a:gd name="connsiteY1" fmla="*/ 148115 h 462341"/>
                <a:gd name="connsiteX2" fmla="*/ 186002 w 435145"/>
                <a:gd name="connsiteY2" fmla="*/ 148115 h 462341"/>
                <a:gd name="connsiteX3" fmla="*/ 186002 w 435145"/>
                <a:gd name="connsiteY3" fmla="*/ 115479 h 462341"/>
                <a:gd name="connsiteX4" fmla="*/ 123450 w 435145"/>
                <a:gd name="connsiteY4" fmla="*/ 58366 h 462341"/>
                <a:gd name="connsiteX5" fmla="*/ 58178 w 435145"/>
                <a:gd name="connsiteY5" fmla="*/ 115479 h 462341"/>
                <a:gd name="connsiteX6" fmla="*/ 58178 w 435145"/>
                <a:gd name="connsiteY6" fmla="*/ 362967 h 462341"/>
                <a:gd name="connsiteX7" fmla="*/ 120730 w 435145"/>
                <a:gd name="connsiteY7" fmla="*/ 422800 h 462341"/>
                <a:gd name="connsiteX8" fmla="*/ 186002 w 435145"/>
                <a:gd name="connsiteY8" fmla="*/ 362967 h 462341"/>
                <a:gd name="connsiteX9" fmla="*/ 186002 w 435145"/>
                <a:gd name="connsiteY9" fmla="*/ 213386 h 462341"/>
                <a:gd name="connsiteX10" fmla="*/ 186002 w 435145"/>
                <a:gd name="connsiteY10" fmla="*/ 213386 h 462341"/>
                <a:gd name="connsiteX11" fmla="*/ 229517 w 435145"/>
                <a:gd name="connsiteY11" fmla="*/ 161713 h 462341"/>
                <a:gd name="connsiteX12" fmla="*/ 259433 w 435145"/>
                <a:gd name="connsiteY12" fmla="*/ 194349 h 462341"/>
                <a:gd name="connsiteX13" fmla="*/ 259433 w 435145"/>
                <a:gd name="connsiteY13" fmla="*/ 362967 h 462341"/>
                <a:gd name="connsiteX14" fmla="*/ 321985 w 435145"/>
                <a:gd name="connsiteY14" fmla="*/ 422800 h 462341"/>
                <a:gd name="connsiteX15" fmla="*/ 387257 w 435145"/>
                <a:gd name="connsiteY15" fmla="*/ 362967 h 462341"/>
                <a:gd name="connsiteX16" fmla="*/ 387257 w 435145"/>
                <a:gd name="connsiteY16" fmla="*/ 273219 h 462341"/>
                <a:gd name="connsiteX17" fmla="*/ 302948 w 435145"/>
                <a:gd name="connsiteY17" fmla="*/ 74684 h 46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5145" h="462341">
                  <a:moveTo>
                    <a:pt x="302948" y="74684"/>
                  </a:moveTo>
                  <a:cubicBezTo>
                    <a:pt x="234956" y="74684"/>
                    <a:pt x="196881" y="131797"/>
                    <a:pt x="186002" y="148115"/>
                  </a:cubicBezTo>
                  <a:lnTo>
                    <a:pt x="186002" y="148115"/>
                  </a:lnTo>
                  <a:cubicBezTo>
                    <a:pt x="186002" y="129077"/>
                    <a:pt x="186002" y="115479"/>
                    <a:pt x="186002" y="115479"/>
                  </a:cubicBezTo>
                  <a:cubicBezTo>
                    <a:pt x="186002" y="82843"/>
                    <a:pt x="156086" y="58366"/>
                    <a:pt x="123450" y="58366"/>
                  </a:cubicBezTo>
                  <a:cubicBezTo>
                    <a:pt x="90814" y="55646"/>
                    <a:pt x="58178" y="82843"/>
                    <a:pt x="58178" y="115479"/>
                  </a:cubicBezTo>
                  <a:cubicBezTo>
                    <a:pt x="58178" y="120918"/>
                    <a:pt x="58178" y="360248"/>
                    <a:pt x="58178" y="362967"/>
                  </a:cubicBezTo>
                  <a:cubicBezTo>
                    <a:pt x="58178" y="395603"/>
                    <a:pt x="88094" y="422800"/>
                    <a:pt x="120730" y="422800"/>
                  </a:cubicBezTo>
                  <a:cubicBezTo>
                    <a:pt x="153366" y="425519"/>
                    <a:pt x="186002" y="395603"/>
                    <a:pt x="186002" y="362967"/>
                  </a:cubicBezTo>
                  <a:cubicBezTo>
                    <a:pt x="186002" y="360248"/>
                    <a:pt x="186002" y="281378"/>
                    <a:pt x="186002" y="213386"/>
                  </a:cubicBezTo>
                  <a:lnTo>
                    <a:pt x="186002" y="213386"/>
                  </a:lnTo>
                  <a:cubicBezTo>
                    <a:pt x="191442" y="186190"/>
                    <a:pt x="205040" y="161713"/>
                    <a:pt x="229517" y="161713"/>
                  </a:cubicBezTo>
                  <a:cubicBezTo>
                    <a:pt x="259433" y="161713"/>
                    <a:pt x="259433" y="194349"/>
                    <a:pt x="259433" y="194349"/>
                  </a:cubicBezTo>
                  <a:lnTo>
                    <a:pt x="259433" y="362967"/>
                  </a:lnTo>
                  <a:cubicBezTo>
                    <a:pt x="259433" y="395603"/>
                    <a:pt x="289349" y="422800"/>
                    <a:pt x="321985" y="422800"/>
                  </a:cubicBezTo>
                  <a:cubicBezTo>
                    <a:pt x="354621" y="425519"/>
                    <a:pt x="387257" y="395603"/>
                    <a:pt x="387257" y="362967"/>
                  </a:cubicBezTo>
                  <a:lnTo>
                    <a:pt x="387257" y="273219"/>
                  </a:lnTo>
                  <a:cubicBezTo>
                    <a:pt x="384537" y="183470"/>
                    <a:pt x="395416" y="71964"/>
                    <a:pt x="302948" y="7468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54A0F7AE-90E5-429D-94C7-CEF924483DC2}"/>
                </a:ext>
              </a:extLst>
            </p:cNvPr>
            <p:cNvSpPr/>
            <p:nvPr/>
          </p:nvSpPr>
          <p:spPr>
            <a:xfrm>
              <a:off x="7616289" y="3475234"/>
              <a:ext cx="364436" cy="364434"/>
            </a:xfrm>
            <a:custGeom>
              <a:avLst/>
              <a:gdLst>
                <a:gd name="connsiteX0" fmla="*/ 182218 w 364436"/>
                <a:gd name="connsiteY0" fmla="*/ 73431 h 364434"/>
                <a:gd name="connsiteX1" fmla="*/ 130544 w 364436"/>
                <a:gd name="connsiteY1" fmla="*/ 179499 h 364434"/>
                <a:gd name="connsiteX2" fmla="*/ 182218 w 364436"/>
                <a:gd name="connsiteY2" fmla="*/ 285565 h 364434"/>
                <a:gd name="connsiteX3" fmla="*/ 233891 w 364436"/>
                <a:gd name="connsiteY3" fmla="*/ 179499 h 364434"/>
                <a:gd name="connsiteX4" fmla="*/ 182218 w 364436"/>
                <a:gd name="connsiteY4" fmla="*/ 73431 h 364434"/>
                <a:gd name="connsiteX5" fmla="*/ 182219 w 364436"/>
                <a:gd name="connsiteY5" fmla="*/ 0 h 364434"/>
                <a:gd name="connsiteX6" fmla="*/ 364436 w 364436"/>
                <a:gd name="connsiteY6" fmla="*/ 182217 h 364434"/>
                <a:gd name="connsiteX7" fmla="*/ 182219 w 364436"/>
                <a:gd name="connsiteY7" fmla="*/ 364434 h 364434"/>
                <a:gd name="connsiteX8" fmla="*/ 0 w 364436"/>
                <a:gd name="connsiteY8" fmla="*/ 182217 h 364434"/>
                <a:gd name="connsiteX9" fmla="*/ 182219 w 364436"/>
                <a:gd name="connsiteY9" fmla="*/ 0 h 364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64436" h="364434">
                  <a:moveTo>
                    <a:pt x="182218" y="73431"/>
                  </a:moveTo>
                  <a:cubicBezTo>
                    <a:pt x="152302" y="76151"/>
                    <a:pt x="130544" y="114226"/>
                    <a:pt x="130544" y="179499"/>
                  </a:cubicBezTo>
                  <a:cubicBezTo>
                    <a:pt x="130544" y="244770"/>
                    <a:pt x="146862" y="285565"/>
                    <a:pt x="182218" y="285565"/>
                  </a:cubicBezTo>
                  <a:cubicBezTo>
                    <a:pt x="217573" y="285565"/>
                    <a:pt x="233891" y="247490"/>
                    <a:pt x="233891" y="179499"/>
                  </a:cubicBezTo>
                  <a:cubicBezTo>
                    <a:pt x="233891" y="114226"/>
                    <a:pt x="212134" y="73431"/>
                    <a:pt x="182218" y="73431"/>
                  </a:cubicBezTo>
                  <a:close/>
                  <a:moveTo>
                    <a:pt x="182219" y="0"/>
                  </a:moveTo>
                  <a:cubicBezTo>
                    <a:pt x="282846" y="0"/>
                    <a:pt x="364436" y="81590"/>
                    <a:pt x="364436" y="182217"/>
                  </a:cubicBezTo>
                  <a:cubicBezTo>
                    <a:pt x="364436" y="282844"/>
                    <a:pt x="282846" y="364434"/>
                    <a:pt x="182219" y="364434"/>
                  </a:cubicBezTo>
                  <a:cubicBezTo>
                    <a:pt x="81591" y="364434"/>
                    <a:pt x="0" y="282844"/>
                    <a:pt x="0" y="182217"/>
                  </a:cubicBezTo>
                  <a:cubicBezTo>
                    <a:pt x="0" y="81590"/>
                    <a:pt x="81591" y="0"/>
                    <a:pt x="182219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975E2EAA-30F6-4FD9-AD9B-7853CD78081E}"/>
                </a:ext>
              </a:extLst>
            </p:cNvPr>
            <p:cNvSpPr/>
            <p:nvPr/>
          </p:nvSpPr>
          <p:spPr>
            <a:xfrm>
              <a:off x="6743101" y="3464184"/>
              <a:ext cx="372773" cy="375657"/>
            </a:xfrm>
            <a:custGeom>
              <a:avLst/>
              <a:gdLst>
                <a:gd name="connsiteX0" fmla="*/ 176958 w 372773"/>
                <a:gd name="connsiteY0" fmla="*/ 98080 h 375657"/>
                <a:gd name="connsiteX1" fmla="*/ 125284 w 372773"/>
                <a:gd name="connsiteY1" fmla="*/ 190548 h 375657"/>
                <a:gd name="connsiteX2" fmla="*/ 176958 w 372773"/>
                <a:gd name="connsiteY2" fmla="*/ 283017 h 375657"/>
                <a:gd name="connsiteX3" fmla="*/ 228631 w 372773"/>
                <a:gd name="connsiteY3" fmla="*/ 190548 h 375657"/>
                <a:gd name="connsiteX4" fmla="*/ 176958 w 372773"/>
                <a:gd name="connsiteY4" fmla="*/ 98080 h 375657"/>
                <a:gd name="connsiteX5" fmla="*/ 307501 w 372773"/>
                <a:gd name="connsiteY5" fmla="*/ 172 h 375657"/>
                <a:gd name="connsiteX6" fmla="*/ 372773 w 372773"/>
                <a:gd name="connsiteY6" fmla="*/ 62724 h 375657"/>
                <a:gd name="connsiteX7" fmla="*/ 372773 w 372773"/>
                <a:gd name="connsiteY7" fmla="*/ 312934 h 375657"/>
                <a:gd name="connsiteX8" fmla="*/ 302061 w 372773"/>
                <a:gd name="connsiteY8" fmla="*/ 375486 h 375657"/>
                <a:gd name="connsiteX9" fmla="*/ 239509 w 372773"/>
                <a:gd name="connsiteY9" fmla="*/ 326532 h 375657"/>
                <a:gd name="connsiteX10" fmla="*/ 179677 w 372773"/>
                <a:gd name="connsiteY10" fmla="*/ 370046 h 375657"/>
                <a:gd name="connsiteX11" fmla="*/ 70890 w 372773"/>
                <a:gd name="connsiteY11" fmla="*/ 353728 h 375657"/>
                <a:gd name="connsiteX12" fmla="*/ 128003 w 372773"/>
                <a:gd name="connsiteY12" fmla="*/ 11051 h 375657"/>
                <a:gd name="connsiteX13" fmla="*/ 236790 w 372773"/>
                <a:gd name="connsiteY13" fmla="*/ 70883 h 375657"/>
                <a:gd name="connsiteX14" fmla="*/ 236790 w 372773"/>
                <a:gd name="connsiteY14" fmla="*/ 62724 h 375657"/>
                <a:gd name="connsiteX15" fmla="*/ 307501 w 372773"/>
                <a:gd name="connsiteY15" fmla="*/ 172 h 375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2773" h="375657">
                  <a:moveTo>
                    <a:pt x="176958" y="98080"/>
                  </a:moveTo>
                  <a:cubicBezTo>
                    <a:pt x="147042" y="100800"/>
                    <a:pt x="125284" y="133436"/>
                    <a:pt x="125284" y="190548"/>
                  </a:cubicBezTo>
                  <a:cubicBezTo>
                    <a:pt x="125284" y="247661"/>
                    <a:pt x="141602" y="283017"/>
                    <a:pt x="176958" y="283017"/>
                  </a:cubicBezTo>
                  <a:cubicBezTo>
                    <a:pt x="212314" y="283017"/>
                    <a:pt x="228631" y="247661"/>
                    <a:pt x="228631" y="190548"/>
                  </a:cubicBezTo>
                  <a:cubicBezTo>
                    <a:pt x="228631" y="133436"/>
                    <a:pt x="206874" y="98080"/>
                    <a:pt x="176958" y="98080"/>
                  </a:cubicBezTo>
                  <a:close/>
                  <a:moveTo>
                    <a:pt x="307501" y="172"/>
                  </a:moveTo>
                  <a:cubicBezTo>
                    <a:pt x="340137" y="172"/>
                    <a:pt x="372773" y="30088"/>
                    <a:pt x="372773" y="62724"/>
                  </a:cubicBezTo>
                  <a:cubicBezTo>
                    <a:pt x="372773" y="65444"/>
                    <a:pt x="372773" y="307494"/>
                    <a:pt x="372773" y="312934"/>
                  </a:cubicBezTo>
                  <a:cubicBezTo>
                    <a:pt x="370053" y="348289"/>
                    <a:pt x="337417" y="378205"/>
                    <a:pt x="302061" y="375486"/>
                  </a:cubicBezTo>
                  <a:cubicBezTo>
                    <a:pt x="274865" y="372766"/>
                    <a:pt x="247668" y="353728"/>
                    <a:pt x="239509" y="326532"/>
                  </a:cubicBezTo>
                  <a:cubicBezTo>
                    <a:pt x="225911" y="348289"/>
                    <a:pt x="198715" y="364607"/>
                    <a:pt x="179677" y="370046"/>
                  </a:cubicBezTo>
                  <a:cubicBezTo>
                    <a:pt x="147041" y="378205"/>
                    <a:pt x="100807" y="372766"/>
                    <a:pt x="70890" y="353728"/>
                  </a:cubicBezTo>
                  <a:cubicBezTo>
                    <a:pt x="-35177" y="285737"/>
                    <a:pt x="-27018" y="11051"/>
                    <a:pt x="128003" y="11051"/>
                  </a:cubicBezTo>
                  <a:cubicBezTo>
                    <a:pt x="185116" y="11051"/>
                    <a:pt x="220471" y="49126"/>
                    <a:pt x="236790" y="70883"/>
                  </a:cubicBezTo>
                  <a:cubicBezTo>
                    <a:pt x="236790" y="70883"/>
                    <a:pt x="236790" y="65444"/>
                    <a:pt x="236790" y="62724"/>
                  </a:cubicBezTo>
                  <a:cubicBezTo>
                    <a:pt x="239509" y="27369"/>
                    <a:pt x="272145" y="-2547"/>
                    <a:pt x="307501" y="172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B527C85E-1B82-4FE6-BBB7-5F2120F9A818}"/>
                </a:ext>
              </a:extLst>
            </p:cNvPr>
            <p:cNvSpPr/>
            <p:nvPr/>
          </p:nvSpPr>
          <p:spPr>
            <a:xfrm>
              <a:off x="8380335" y="3464184"/>
              <a:ext cx="372772" cy="375657"/>
            </a:xfrm>
            <a:custGeom>
              <a:avLst/>
              <a:gdLst>
                <a:gd name="connsiteX0" fmla="*/ 176957 w 372772"/>
                <a:gd name="connsiteY0" fmla="*/ 98080 h 375657"/>
                <a:gd name="connsiteX1" fmla="*/ 125282 w 372772"/>
                <a:gd name="connsiteY1" fmla="*/ 190548 h 375657"/>
                <a:gd name="connsiteX2" fmla="*/ 176957 w 372772"/>
                <a:gd name="connsiteY2" fmla="*/ 283017 h 375657"/>
                <a:gd name="connsiteX3" fmla="*/ 228630 w 372772"/>
                <a:gd name="connsiteY3" fmla="*/ 190548 h 375657"/>
                <a:gd name="connsiteX4" fmla="*/ 176957 w 372772"/>
                <a:gd name="connsiteY4" fmla="*/ 98080 h 375657"/>
                <a:gd name="connsiteX5" fmla="*/ 307501 w 372772"/>
                <a:gd name="connsiteY5" fmla="*/ 172 h 375657"/>
                <a:gd name="connsiteX6" fmla="*/ 372772 w 372772"/>
                <a:gd name="connsiteY6" fmla="*/ 62724 h 375657"/>
                <a:gd name="connsiteX7" fmla="*/ 372772 w 372772"/>
                <a:gd name="connsiteY7" fmla="*/ 312934 h 375657"/>
                <a:gd name="connsiteX8" fmla="*/ 302062 w 372772"/>
                <a:gd name="connsiteY8" fmla="*/ 375486 h 375657"/>
                <a:gd name="connsiteX9" fmla="*/ 239509 w 372772"/>
                <a:gd name="connsiteY9" fmla="*/ 326532 h 375657"/>
                <a:gd name="connsiteX10" fmla="*/ 179677 w 372772"/>
                <a:gd name="connsiteY10" fmla="*/ 370046 h 375657"/>
                <a:gd name="connsiteX11" fmla="*/ 70890 w 372772"/>
                <a:gd name="connsiteY11" fmla="*/ 353728 h 375657"/>
                <a:gd name="connsiteX12" fmla="*/ 128002 w 372772"/>
                <a:gd name="connsiteY12" fmla="*/ 11051 h 375657"/>
                <a:gd name="connsiteX13" fmla="*/ 236790 w 372772"/>
                <a:gd name="connsiteY13" fmla="*/ 70883 h 375657"/>
                <a:gd name="connsiteX14" fmla="*/ 236790 w 372772"/>
                <a:gd name="connsiteY14" fmla="*/ 62724 h 375657"/>
                <a:gd name="connsiteX15" fmla="*/ 307501 w 372772"/>
                <a:gd name="connsiteY15" fmla="*/ 172 h 375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2772" h="375657">
                  <a:moveTo>
                    <a:pt x="176957" y="98080"/>
                  </a:moveTo>
                  <a:cubicBezTo>
                    <a:pt x="147039" y="100800"/>
                    <a:pt x="125282" y="133436"/>
                    <a:pt x="125282" y="190548"/>
                  </a:cubicBezTo>
                  <a:cubicBezTo>
                    <a:pt x="125282" y="247661"/>
                    <a:pt x="141600" y="283017"/>
                    <a:pt x="176957" y="283017"/>
                  </a:cubicBezTo>
                  <a:cubicBezTo>
                    <a:pt x="212312" y="283017"/>
                    <a:pt x="228630" y="247661"/>
                    <a:pt x="228630" y="190548"/>
                  </a:cubicBezTo>
                  <a:cubicBezTo>
                    <a:pt x="228630" y="133436"/>
                    <a:pt x="206873" y="98080"/>
                    <a:pt x="176957" y="98080"/>
                  </a:cubicBezTo>
                  <a:close/>
                  <a:moveTo>
                    <a:pt x="307501" y="172"/>
                  </a:moveTo>
                  <a:cubicBezTo>
                    <a:pt x="340137" y="172"/>
                    <a:pt x="372772" y="30088"/>
                    <a:pt x="372772" y="62724"/>
                  </a:cubicBezTo>
                  <a:cubicBezTo>
                    <a:pt x="372772" y="65444"/>
                    <a:pt x="372772" y="307494"/>
                    <a:pt x="372772" y="312934"/>
                  </a:cubicBezTo>
                  <a:cubicBezTo>
                    <a:pt x="370053" y="348289"/>
                    <a:pt x="337417" y="378205"/>
                    <a:pt x="302062" y="375486"/>
                  </a:cubicBezTo>
                  <a:cubicBezTo>
                    <a:pt x="274865" y="372766"/>
                    <a:pt x="247668" y="353728"/>
                    <a:pt x="239509" y="326532"/>
                  </a:cubicBezTo>
                  <a:cubicBezTo>
                    <a:pt x="228630" y="348289"/>
                    <a:pt x="198714" y="364607"/>
                    <a:pt x="179677" y="370046"/>
                  </a:cubicBezTo>
                  <a:cubicBezTo>
                    <a:pt x="147040" y="378205"/>
                    <a:pt x="100806" y="372766"/>
                    <a:pt x="70890" y="353728"/>
                  </a:cubicBezTo>
                  <a:cubicBezTo>
                    <a:pt x="-35177" y="285737"/>
                    <a:pt x="-27018" y="11051"/>
                    <a:pt x="128002" y="11051"/>
                  </a:cubicBezTo>
                  <a:cubicBezTo>
                    <a:pt x="185116" y="11051"/>
                    <a:pt x="220472" y="49126"/>
                    <a:pt x="236790" y="70883"/>
                  </a:cubicBezTo>
                  <a:cubicBezTo>
                    <a:pt x="236790" y="70883"/>
                    <a:pt x="236790" y="65444"/>
                    <a:pt x="236790" y="62724"/>
                  </a:cubicBezTo>
                  <a:cubicBezTo>
                    <a:pt x="239509" y="27369"/>
                    <a:pt x="272145" y="-2547"/>
                    <a:pt x="307501" y="172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9B55D4A9-FB64-4681-89C3-FE7FC1BA5D7D}"/>
                </a:ext>
              </a:extLst>
            </p:cNvPr>
            <p:cNvSpPr/>
            <p:nvPr/>
          </p:nvSpPr>
          <p:spPr>
            <a:xfrm>
              <a:off x="7389492" y="3444253"/>
              <a:ext cx="217573" cy="435145"/>
            </a:xfrm>
            <a:custGeom>
              <a:avLst/>
              <a:gdLst>
                <a:gd name="connsiteX0" fmla="*/ 186002 w 217572"/>
                <a:gd name="connsiteY0" fmla="*/ 118011 h 435144"/>
                <a:gd name="connsiteX1" fmla="*/ 128890 w 217572"/>
                <a:gd name="connsiteY1" fmla="*/ 58178 h 435144"/>
                <a:gd name="connsiteX2" fmla="*/ 123450 w 217572"/>
                <a:gd name="connsiteY2" fmla="*/ 58178 h 435144"/>
                <a:gd name="connsiteX3" fmla="*/ 58178 w 217572"/>
                <a:gd name="connsiteY3" fmla="*/ 115291 h 435144"/>
                <a:gd name="connsiteX4" fmla="*/ 58178 w 217572"/>
                <a:gd name="connsiteY4" fmla="*/ 232236 h 435144"/>
                <a:gd name="connsiteX5" fmla="*/ 58178 w 217572"/>
                <a:gd name="connsiteY5" fmla="*/ 232236 h 435144"/>
                <a:gd name="connsiteX6" fmla="*/ 58178 w 217572"/>
                <a:gd name="connsiteY6" fmla="*/ 335583 h 435144"/>
                <a:gd name="connsiteX7" fmla="*/ 115291 w 217572"/>
                <a:gd name="connsiteY7" fmla="*/ 395415 h 435144"/>
                <a:gd name="connsiteX8" fmla="*/ 120730 w 217572"/>
                <a:gd name="connsiteY8" fmla="*/ 395415 h 435144"/>
                <a:gd name="connsiteX9" fmla="*/ 186002 w 217572"/>
                <a:gd name="connsiteY9" fmla="*/ 338303 h 435144"/>
                <a:gd name="connsiteX10" fmla="*/ 186002 w 217572"/>
                <a:gd name="connsiteY10" fmla="*/ 240395 h 435144"/>
                <a:gd name="connsiteX11" fmla="*/ 186002 w 217572"/>
                <a:gd name="connsiteY11" fmla="*/ 240395 h 435144"/>
                <a:gd name="connsiteX12" fmla="*/ 186002 w 217572"/>
                <a:gd name="connsiteY12" fmla="*/ 118011 h 435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7572" h="435144">
                  <a:moveTo>
                    <a:pt x="186002" y="118011"/>
                  </a:moveTo>
                  <a:cubicBezTo>
                    <a:pt x="183283" y="85375"/>
                    <a:pt x="158806" y="60898"/>
                    <a:pt x="128890" y="58178"/>
                  </a:cubicBezTo>
                  <a:cubicBezTo>
                    <a:pt x="126170" y="58178"/>
                    <a:pt x="126170" y="58178"/>
                    <a:pt x="123450" y="58178"/>
                  </a:cubicBezTo>
                  <a:cubicBezTo>
                    <a:pt x="96254" y="58178"/>
                    <a:pt x="58178" y="82655"/>
                    <a:pt x="58178" y="115291"/>
                  </a:cubicBezTo>
                  <a:lnTo>
                    <a:pt x="58178" y="232236"/>
                  </a:lnTo>
                  <a:lnTo>
                    <a:pt x="58178" y="232236"/>
                  </a:lnTo>
                  <a:cubicBezTo>
                    <a:pt x="58178" y="270311"/>
                    <a:pt x="58178" y="335583"/>
                    <a:pt x="58178" y="335583"/>
                  </a:cubicBezTo>
                  <a:cubicBezTo>
                    <a:pt x="60898" y="368219"/>
                    <a:pt x="85375" y="392696"/>
                    <a:pt x="115291" y="395415"/>
                  </a:cubicBezTo>
                  <a:cubicBezTo>
                    <a:pt x="118011" y="395415"/>
                    <a:pt x="118011" y="395415"/>
                    <a:pt x="120730" y="395415"/>
                  </a:cubicBezTo>
                  <a:cubicBezTo>
                    <a:pt x="147927" y="395415"/>
                    <a:pt x="186002" y="370938"/>
                    <a:pt x="186002" y="338303"/>
                  </a:cubicBezTo>
                  <a:lnTo>
                    <a:pt x="186002" y="240395"/>
                  </a:lnTo>
                  <a:lnTo>
                    <a:pt x="186002" y="240395"/>
                  </a:lnTo>
                  <a:cubicBezTo>
                    <a:pt x="186002" y="202320"/>
                    <a:pt x="186002" y="118011"/>
                    <a:pt x="186002" y="118011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B0CF25C3-5B20-4C65-97E6-2FCBDCF69FA5}"/>
                </a:ext>
              </a:extLst>
            </p:cNvPr>
            <p:cNvSpPr/>
            <p:nvPr/>
          </p:nvSpPr>
          <p:spPr>
            <a:xfrm>
              <a:off x="7392212" y="3280901"/>
              <a:ext cx="217573" cy="217572"/>
            </a:xfrm>
            <a:custGeom>
              <a:avLst/>
              <a:gdLst>
                <a:gd name="connsiteX0" fmla="*/ 183282 w 217572"/>
                <a:gd name="connsiteY0" fmla="*/ 120902 h 217572"/>
                <a:gd name="connsiteX1" fmla="*/ 120730 w 217572"/>
                <a:gd name="connsiteY1" fmla="*/ 183454 h 217572"/>
                <a:gd name="connsiteX2" fmla="*/ 58178 w 217572"/>
                <a:gd name="connsiteY2" fmla="*/ 120902 h 217572"/>
                <a:gd name="connsiteX3" fmla="*/ 120730 w 217572"/>
                <a:gd name="connsiteY3" fmla="*/ 58350 h 217572"/>
                <a:gd name="connsiteX4" fmla="*/ 183282 w 217572"/>
                <a:gd name="connsiteY4" fmla="*/ 120902 h 217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7572" h="217572">
                  <a:moveTo>
                    <a:pt x="183282" y="120902"/>
                  </a:moveTo>
                  <a:cubicBezTo>
                    <a:pt x="183282" y="156258"/>
                    <a:pt x="156086" y="183454"/>
                    <a:pt x="120730" y="183454"/>
                  </a:cubicBezTo>
                  <a:cubicBezTo>
                    <a:pt x="85375" y="183454"/>
                    <a:pt x="58178" y="156258"/>
                    <a:pt x="58178" y="120902"/>
                  </a:cubicBezTo>
                  <a:cubicBezTo>
                    <a:pt x="58178" y="85547"/>
                    <a:pt x="85375" y="58350"/>
                    <a:pt x="120730" y="58350"/>
                  </a:cubicBezTo>
                  <a:cubicBezTo>
                    <a:pt x="153366" y="55630"/>
                    <a:pt x="183282" y="85547"/>
                    <a:pt x="183282" y="120902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75C2C835-ACA7-4713-BA24-2EC3F725F54B}"/>
                </a:ext>
              </a:extLst>
            </p:cNvPr>
            <p:cNvSpPr/>
            <p:nvPr/>
          </p:nvSpPr>
          <p:spPr>
            <a:xfrm>
              <a:off x="6005186" y="3416884"/>
              <a:ext cx="380752" cy="462341"/>
            </a:xfrm>
            <a:custGeom>
              <a:avLst/>
              <a:gdLst>
                <a:gd name="connsiteX0" fmla="*/ 270312 w 380752"/>
                <a:gd name="connsiteY0" fmla="*/ 69229 h 462341"/>
                <a:gd name="connsiteX1" fmla="*/ 188722 w 380752"/>
                <a:gd name="connsiteY1" fmla="*/ 134501 h 462341"/>
                <a:gd name="connsiteX2" fmla="*/ 188722 w 380752"/>
                <a:gd name="connsiteY2" fmla="*/ 118183 h 462341"/>
                <a:gd name="connsiteX3" fmla="*/ 126170 w 380752"/>
                <a:gd name="connsiteY3" fmla="*/ 58350 h 462341"/>
                <a:gd name="connsiteX4" fmla="*/ 58178 w 380752"/>
                <a:gd name="connsiteY4" fmla="*/ 118183 h 462341"/>
                <a:gd name="connsiteX5" fmla="*/ 58178 w 380752"/>
                <a:gd name="connsiteY5" fmla="*/ 210651 h 462341"/>
                <a:gd name="connsiteX6" fmla="*/ 58178 w 380752"/>
                <a:gd name="connsiteY6" fmla="*/ 365671 h 462341"/>
                <a:gd name="connsiteX7" fmla="*/ 58178 w 380752"/>
                <a:gd name="connsiteY7" fmla="*/ 365671 h 462341"/>
                <a:gd name="connsiteX8" fmla="*/ 120730 w 380752"/>
                <a:gd name="connsiteY8" fmla="*/ 425504 h 462341"/>
                <a:gd name="connsiteX9" fmla="*/ 186002 w 380752"/>
                <a:gd name="connsiteY9" fmla="*/ 365671 h 462341"/>
                <a:gd name="connsiteX10" fmla="*/ 186002 w 380752"/>
                <a:gd name="connsiteY10" fmla="*/ 365671 h 462341"/>
                <a:gd name="connsiteX11" fmla="*/ 186002 w 380752"/>
                <a:gd name="connsiteY11" fmla="*/ 210651 h 462341"/>
                <a:gd name="connsiteX12" fmla="*/ 215919 w 380752"/>
                <a:gd name="connsiteY12" fmla="*/ 158978 h 462341"/>
                <a:gd name="connsiteX13" fmla="*/ 275751 w 380752"/>
                <a:gd name="connsiteY13" fmla="*/ 221530 h 462341"/>
                <a:gd name="connsiteX14" fmla="*/ 270312 w 380752"/>
                <a:gd name="connsiteY14" fmla="*/ 69229 h 46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0752" h="462341">
                  <a:moveTo>
                    <a:pt x="270312" y="69229"/>
                  </a:moveTo>
                  <a:cubicBezTo>
                    <a:pt x="232236" y="71949"/>
                    <a:pt x="213199" y="99145"/>
                    <a:pt x="188722" y="134501"/>
                  </a:cubicBezTo>
                  <a:cubicBezTo>
                    <a:pt x="188722" y="134501"/>
                    <a:pt x="188722" y="118183"/>
                    <a:pt x="188722" y="118183"/>
                  </a:cubicBezTo>
                  <a:cubicBezTo>
                    <a:pt x="188722" y="85547"/>
                    <a:pt x="158806" y="58350"/>
                    <a:pt x="126170" y="58350"/>
                  </a:cubicBezTo>
                  <a:cubicBezTo>
                    <a:pt x="93534" y="55631"/>
                    <a:pt x="60898" y="85547"/>
                    <a:pt x="58178" y="118183"/>
                  </a:cubicBezTo>
                  <a:lnTo>
                    <a:pt x="58178" y="210651"/>
                  </a:lnTo>
                  <a:lnTo>
                    <a:pt x="58178" y="365671"/>
                  </a:lnTo>
                  <a:lnTo>
                    <a:pt x="58178" y="365671"/>
                  </a:lnTo>
                  <a:cubicBezTo>
                    <a:pt x="58178" y="398307"/>
                    <a:pt x="88094" y="425504"/>
                    <a:pt x="120730" y="425504"/>
                  </a:cubicBezTo>
                  <a:cubicBezTo>
                    <a:pt x="153366" y="428224"/>
                    <a:pt x="186002" y="398307"/>
                    <a:pt x="186002" y="365671"/>
                  </a:cubicBezTo>
                  <a:lnTo>
                    <a:pt x="186002" y="365671"/>
                  </a:lnTo>
                  <a:lnTo>
                    <a:pt x="186002" y="210651"/>
                  </a:lnTo>
                  <a:cubicBezTo>
                    <a:pt x="188722" y="188894"/>
                    <a:pt x="196881" y="158978"/>
                    <a:pt x="215919" y="158978"/>
                  </a:cubicBezTo>
                  <a:cubicBezTo>
                    <a:pt x="243115" y="158978"/>
                    <a:pt x="215919" y="221530"/>
                    <a:pt x="275751" y="221530"/>
                  </a:cubicBezTo>
                  <a:cubicBezTo>
                    <a:pt x="362780" y="221530"/>
                    <a:pt x="373658" y="63790"/>
                    <a:pt x="270312" y="69229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4D839F09-6869-4782-997A-C1DB13D3FAFD}"/>
                </a:ext>
              </a:extLst>
            </p:cNvPr>
            <p:cNvSpPr/>
            <p:nvPr/>
          </p:nvSpPr>
          <p:spPr>
            <a:xfrm>
              <a:off x="5693490" y="3475234"/>
              <a:ext cx="337238" cy="364434"/>
            </a:xfrm>
            <a:custGeom>
              <a:avLst/>
              <a:gdLst>
                <a:gd name="connsiteX0" fmla="*/ 180433 w 337238"/>
                <a:gd name="connsiteY0" fmla="*/ 73984 h 364434"/>
                <a:gd name="connsiteX1" fmla="*/ 163180 w 337238"/>
                <a:gd name="connsiteY1" fmla="*/ 78870 h 364434"/>
                <a:gd name="connsiteX2" fmla="*/ 125105 w 337238"/>
                <a:gd name="connsiteY2" fmla="*/ 160461 h 364434"/>
                <a:gd name="connsiteX3" fmla="*/ 171339 w 337238"/>
                <a:gd name="connsiteY3" fmla="*/ 163180 h 364434"/>
                <a:gd name="connsiteX4" fmla="*/ 214854 w 337238"/>
                <a:gd name="connsiteY4" fmla="*/ 108787 h 364434"/>
                <a:gd name="connsiteX5" fmla="*/ 180433 w 337238"/>
                <a:gd name="connsiteY5" fmla="*/ 73984 h 364434"/>
                <a:gd name="connsiteX6" fmla="*/ 174059 w 337238"/>
                <a:gd name="connsiteY6" fmla="*/ 0 h 364434"/>
                <a:gd name="connsiteX7" fmla="*/ 337238 w 337238"/>
                <a:gd name="connsiteY7" fmla="*/ 119665 h 364434"/>
                <a:gd name="connsiteX8" fmla="*/ 133264 w 337238"/>
                <a:gd name="connsiteY8" fmla="*/ 217573 h 364434"/>
                <a:gd name="connsiteX9" fmla="*/ 225732 w 337238"/>
                <a:gd name="connsiteY9" fmla="*/ 277405 h 364434"/>
                <a:gd name="connsiteX10" fmla="*/ 320920 w 337238"/>
                <a:gd name="connsiteY10" fmla="*/ 250208 h 364434"/>
                <a:gd name="connsiteX11" fmla="*/ 174059 w 337238"/>
                <a:gd name="connsiteY11" fmla="*/ 364434 h 364434"/>
                <a:gd name="connsiteX12" fmla="*/ 0 w 337238"/>
                <a:gd name="connsiteY12" fmla="*/ 184937 h 364434"/>
                <a:gd name="connsiteX13" fmla="*/ 174059 w 337238"/>
                <a:gd name="connsiteY13" fmla="*/ 0 h 364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37238" h="364434">
                  <a:moveTo>
                    <a:pt x="180433" y="73984"/>
                  </a:moveTo>
                  <a:cubicBezTo>
                    <a:pt x="174569" y="73941"/>
                    <a:pt x="168620" y="75471"/>
                    <a:pt x="163180" y="78870"/>
                  </a:cubicBezTo>
                  <a:cubicBezTo>
                    <a:pt x="135984" y="95189"/>
                    <a:pt x="127825" y="130544"/>
                    <a:pt x="125105" y="160461"/>
                  </a:cubicBezTo>
                  <a:cubicBezTo>
                    <a:pt x="125105" y="163180"/>
                    <a:pt x="168620" y="160461"/>
                    <a:pt x="171339" y="163180"/>
                  </a:cubicBezTo>
                  <a:cubicBezTo>
                    <a:pt x="195816" y="157741"/>
                    <a:pt x="214854" y="135984"/>
                    <a:pt x="214854" y="108787"/>
                  </a:cubicBezTo>
                  <a:cubicBezTo>
                    <a:pt x="214854" y="88389"/>
                    <a:pt x="198026" y="74111"/>
                    <a:pt x="180433" y="73984"/>
                  </a:cubicBezTo>
                  <a:close/>
                  <a:moveTo>
                    <a:pt x="174059" y="0"/>
                  </a:moveTo>
                  <a:cubicBezTo>
                    <a:pt x="233891" y="0"/>
                    <a:pt x="337238" y="29916"/>
                    <a:pt x="337238" y="119665"/>
                  </a:cubicBezTo>
                  <a:cubicBezTo>
                    <a:pt x="337238" y="209414"/>
                    <a:pt x="244770" y="217573"/>
                    <a:pt x="133264" y="217573"/>
                  </a:cubicBezTo>
                  <a:cubicBezTo>
                    <a:pt x="133264" y="217573"/>
                    <a:pt x="149581" y="277405"/>
                    <a:pt x="225732" y="277405"/>
                  </a:cubicBezTo>
                  <a:cubicBezTo>
                    <a:pt x="301883" y="277405"/>
                    <a:pt x="320920" y="250208"/>
                    <a:pt x="320920" y="250208"/>
                  </a:cubicBezTo>
                  <a:cubicBezTo>
                    <a:pt x="320920" y="250208"/>
                    <a:pt x="315481" y="364434"/>
                    <a:pt x="174059" y="364434"/>
                  </a:cubicBezTo>
                  <a:cubicBezTo>
                    <a:pt x="95188" y="364434"/>
                    <a:pt x="0" y="304602"/>
                    <a:pt x="0" y="184937"/>
                  </a:cubicBezTo>
                  <a:cubicBezTo>
                    <a:pt x="0" y="78870"/>
                    <a:pt x="73431" y="0"/>
                    <a:pt x="174059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43EAC811-8309-4A43-8AAB-7D47E24129FF}"/>
                </a:ext>
              </a:extLst>
            </p:cNvPr>
            <p:cNvSpPr/>
            <p:nvPr/>
          </p:nvSpPr>
          <p:spPr>
            <a:xfrm>
              <a:off x="5376945" y="3338014"/>
              <a:ext cx="353556" cy="543931"/>
            </a:xfrm>
            <a:custGeom>
              <a:avLst/>
              <a:gdLst>
                <a:gd name="connsiteX0" fmla="*/ 311107 w 353555"/>
                <a:gd name="connsiteY0" fmla="*/ 433663 h 543931"/>
                <a:gd name="connsiteX1" fmla="*/ 215919 w 353555"/>
                <a:gd name="connsiteY1" fmla="*/ 501654 h 543931"/>
                <a:gd name="connsiteX2" fmla="*/ 98973 w 353555"/>
                <a:gd name="connsiteY2" fmla="*/ 392868 h 543931"/>
                <a:gd name="connsiteX3" fmla="*/ 98973 w 353555"/>
                <a:gd name="connsiteY3" fmla="*/ 221530 h 543931"/>
                <a:gd name="connsiteX4" fmla="*/ 82655 w 353555"/>
                <a:gd name="connsiteY4" fmla="*/ 221530 h 543931"/>
                <a:gd name="connsiteX5" fmla="*/ 58178 w 353555"/>
                <a:gd name="connsiteY5" fmla="*/ 191614 h 543931"/>
                <a:gd name="connsiteX6" fmla="*/ 85375 w 353555"/>
                <a:gd name="connsiteY6" fmla="*/ 164417 h 543931"/>
                <a:gd name="connsiteX7" fmla="*/ 101693 w 353555"/>
                <a:gd name="connsiteY7" fmla="*/ 164417 h 543931"/>
                <a:gd name="connsiteX8" fmla="*/ 101693 w 353555"/>
                <a:gd name="connsiteY8" fmla="*/ 118183 h 543931"/>
                <a:gd name="connsiteX9" fmla="*/ 166965 w 353555"/>
                <a:gd name="connsiteY9" fmla="*/ 58350 h 543931"/>
                <a:gd name="connsiteX10" fmla="*/ 229517 w 353555"/>
                <a:gd name="connsiteY10" fmla="*/ 118183 h 543931"/>
                <a:gd name="connsiteX11" fmla="*/ 229517 w 353555"/>
                <a:gd name="connsiteY11" fmla="*/ 118183 h 543931"/>
                <a:gd name="connsiteX12" fmla="*/ 229517 w 353555"/>
                <a:gd name="connsiteY12" fmla="*/ 164417 h 543931"/>
                <a:gd name="connsiteX13" fmla="*/ 283910 w 353555"/>
                <a:gd name="connsiteY13" fmla="*/ 164417 h 543931"/>
                <a:gd name="connsiteX14" fmla="*/ 308387 w 353555"/>
                <a:gd name="connsiteY14" fmla="*/ 194333 h 543931"/>
                <a:gd name="connsiteX15" fmla="*/ 281190 w 353555"/>
                <a:gd name="connsiteY15" fmla="*/ 221530 h 543931"/>
                <a:gd name="connsiteX16" fmla="*/ 229517 w 353555"/>
                <a:gd name="connsiteY16" fmla="*/ 221530 h 543931"/>
                <a:gd name="connsiteX17" fmla="*/ 229517 w 353555"/>
                <a:gd name="connsiteY17" fmla="*/ 365671 h 543931"/>
                <a:gd name="connsiteX18" fmla="*/ 311107 w 353555"/>
                <a:gd name="connsiteY18" fmla="*/ 433663 h 543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53555" h="543931">
                  <a:moveTo>
                    <a:pt x="311107" y="433663"/>
                  </a:moveTo>
                  <a:cubicBezTo>
                    <a:pt x="311107" y="433663"/>
                    <a:pt x="278471" y="501654"/>
                    <a:pt x="215919" y="501654"/>
                  </a:cubicBezTo>
                  <a:cubicBezTo>
                    <a:pt x="164245" y="501654"/>
                    <a:pt x="101693" y="458140"/>
                    <a:pt x="98973" y="392868"/>
                  </a:cubicBezTo>
                  <a:cubicBezTo>
                    <a:pt x="98973" y="392868"/>
                    <a:pt x="98973" y="297680"/>
                    <a:pt x="98973" y="221530"/>
                  </a:cubicBezTo>
                  <a:lnTo>
                    <a:pt x="82655" y="221530"/>
                  </a:lnTo>
                  <a:cubicBezTo>
                    <a:pt x="74496" y="221530"/>
                    <a:pt x="58178" y="216090"/>
                    <a:pt x="58178" y="191614"/>
                  </a:cubicBezTo>
                  <a:cubicBezTo>
                    <a:pt x="58178" y="167137"/>
                    <a:pt x="77216" y="164417"/>
                    <a:pt x="85375" y="164417"/>
                  </a:cubicBezTo>
                  <a:lnTo>
                    <a:pt x="101693" y="164417"/>
                  </a:lnTo>
                  <a:cubicBezTo>
                    <a:pt x="101693" y="137220"/>
                    <a:pt x="101693" y="118183"/>
                    <a:pt x="101693" y="118183"/>
                  </a:cubicBezTo>
                  <a:cubicBezTo>
                    <a:pt x="104413" y="85547"/>
                    <a:pt x="134329" y="55631"/>
                    <a:pt x="166965" y="58350"/>
                  </a:cubicBezTo>
                  <a:cubicBezTo>
                    <a:pt x="196881" y="61070"/>
                    <a:pt x="229517" y="85547"/>
                    <a:pt x="229517" y="118183"/>
                  </a:cubicBezTo>
                  <a:lnTo>
                    <a:pt x="229517" y="118183"/>
                  </a:lnTo>
                  <a:lnTo>
                    <a:pt x="229517" y="164417"/>
                  </a:lnTo>
                  <a:lnTo>
                    <a:pt x="283910" y="164417"/>
                  </a:lnTo>
                  <a:cubicBezTo>
                    <a:pt x="292069" y="164417"/>
                    <a:pt x="308387" y="169856"/>
                    <a:pt x="308387" y="194333"/>
                  </a:cubicBezTo>
                  <a:cubicBezTo>
                    <a:pt x="308387" y="218810"/>
                    <a:pt x="292069" y="221530"/>
                    <a:pt x="281190" y="221530"/>
                  </a:cubicBezTo>
                  <a:lnTo>
                    <a:pt x="229517" y="221530"/>
                  </a:lnTo>
                  <a:lnTo>
                    <a:pt x="229517" y="365671"/>
                  </a:lnTo>
                  <a:cubicBezTo>
                    <a:pt x="226797" y="409186"/>
                    <a:pt x="267592" y="433663"/>
                    <a:pt x="311107" y="433663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AB8AA284-744C-4339-8893-D6368FD10AAE}"/>
                </a:ext>
              </a:extLst>
            </p:cNvPr>
            <p:cNvSpPr/>
            <p:nvPr/>
          </p:nvSpPr>
          <p:spPr>
            <a:xfrm>
              <a:off x="7090329" y="3338014"/>
              <a:ext cx="353556" cy="543931"/>
            </a:xfrm>
            <a:custGeom>
              <a:avLst/>
              <a:gdLst>
                <a:gd name="connsiteX0" fmla="*/ 311107 w 353555"/>
                <a:gd name="connsiteY0" fmla="*/ 433663 h 543931"/>
                <a:gd name="connsiteX1" fmla="*/ 215919 w 353555"/>
                <a:gd name="connsiteY1" fmla="*/ 501654 h 543931"/>
                <a:gd name="connsiteX2" fmla="*/ 98973 w 353555"/>
                <a:gd name="connsiteY2" fmla="*/ 392868 h 543931"/>
                <a:gd name="connsiteX3" fmla="*/ 98973 w 353555"/>
                <a:gd name="connsiteY3" fmla="*/ 221530 h 543931"/>
                <a:gd name="connsiteX4" fmla="*/ 82655 w 353555"/>
                <a:gd name="connsiteY4" fmla="*/ 221530 h 543931"/>
                <a:gd name="connsiteX5" fmla="*/ 58178 w 353555"/>
                <a:gd name="connsiteY5" fmla="*/ 191614 h 543931"/>
                <a:gd name="connsiteX6" fmla="*/ 85375 w 353555"/>
                <a:gd name="connsiteY6" fmla="*/ 164417 h 543931"/>
                <a:gd name="connsiteX7" fmla="*/ 101693 w 353555"/>
                <a:gd name="connsiteY7" fmla="*/ 164417 h 543931"/>
                <a:gd name="connsiteX8" fmla="*/ 101693 w 353555"/>
                <a:gd name="connsiteY8" fmla="*/ 118183 h 543931"/>
                <a:gd name="connsiteX9" fmla="*/ 166965 w 353555"/>
                <a:gd name="connsiteY9" fmla="*/ 58350 h 543931"/>
                <a:gd name="connsiteX10" fmla="*/ 229517 w 353555"/>
                <a:gd name="connsiteY10" fmla="*/ 118183 h 543931"/>
                <a:gd name="connsiteX11" fmla="*/ 229517 w 353555"/>
                <a:gd name="connsiteY11" fmla="*/ 118183 h 543931"/>
                <a:gd name="connsiteX12" fmla="*/ 229517 w 353555"/>
                <a:gd name="connsiteY12" fmla="*/ 164417 h 543931"/>
                <a:gd name="connsiteX13" fmla="*/ 283910 w 353555"/>
                <a:gd name="connsiteY13" fmla="*/ 164417 h 543931"/>
                <a:gd name="connsiteX14" fmla="*/ 308387 w 353555"/>
                <a:gd name="connsiteY14" fmla="*/ 194333 h 543931"/>
                <a:gd name="connsiteX15" fmla="*/ 281190 w 353555"/>
                <a:gd name="connsiteY15" fmla="*/ 221530 h 543931"/>
                <a:gd name="connsiteX16" fmla="*/ 229517 w 353555"/>
                <a:gd name="connsiteY16" fmla="*/ 221530 h 543931"/>
                <a:gd name="connsiteX17" fmla="*/ 229517 w 353555"/>
                <a:gd name="connsiteY17" fmla="*/ 365671 h 543931"/>
                <a:gd name="connsiteX18" fmla="*/ 311107 w 353555"/>
                <a:gd name="connsiteY18" fmla="*/ 433663 h 543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53555" h="543931">
                  <a:moveTo>
                    <a:pt x="311107" y="433663"/>
                  </a:moveTo>
                  <a:cubicBezTo>
                    <a:pt x="311107" y="433663"/>
                    <a:pt x="278471" y="501654"/>
                    <a:pt x="215919" y="501654"/>
                  </a:cubicBezTo>
                  <a:cubicBezTo>
                    <a:pt x="164245" y="501654"/>
                    <a:pt x="101693" y="458140"/>
                    <a:pt x="98973" y="392868"/>
                  </a:cubicBezTo>
                  <a:cubicBezTo>
                    <a:pt x="98973" y="392868"/>
                    <a:pt x="98973" y="297680"/>
                    <a:pt x="98973" y="221530"/>
                  </a:cubicBezTo>
                  <a:lnTo>
                    <a:pt x="82655" y="221530"/>
                  </a:lnTo>
                  <a:cubicBezTo>
                    <a:pt x="74496" y="221530"/>
                    <a:pt x="58178" y="216090"/>
                    <a:pt x="58178" y="191614"/>
                  </a:cubicBezTo>
                  <a:cubicBezTo>
                    <a:pt x="58178" y="167137"/>
                    <a:pt x="77216" y="164417"/>
                    <a:pt x="85375" y="164417"/>
                  </a:cubicBezTo>
                  <a:lnTo>
                    <a:pt x="101693" y="164417"/>
                  </a:lnTo>
                  <a:cubicBezTo>
                    <a:pt x="101693" y="137220"/>
                    <a:pt x="101693" y="118183"/>
                    <a:pt x="101693" y="118183"/>
                  </a:cubicBezTo>
                  <a:cubicBezTo>
                    <a:pt x="104412" y="85547"/>
                    <a:pt x="134329" y="55631"/>
                    <a:pt x="166965" y="58350"/>
                  </a:cubicBezTo>
                  <a:cubicBezTo>
                    <a:pt x="196881" y="61070"/>
                    <a:pt x="229517" y="85547"/>
                    <a:pt x="229517" y="118183"/>
                  </a:cubicBezTo>
                  <a:lnTo>
                    <a:pt x="229517" y="118183"/>
                  </a:lnTo>
                  <a:lnTo>
                    <a:pt x="229517" y="164417"/>
                  </a:lnTo>
                  <a:lnTo>
                    <a:pt x="283910" y="164417"/>
                  </a:lnTo>
                  <a:cubicBezTo>
                    <a:pt x="292069" y="164417"/>
                    <a:pt x="308387" y="169856"/>
                    <a:pt x="308387" y="194333"/>
                  </a:cubicBezTo>
                  <a:cubicBezTo>
                    <a:pt x="308387" y="218810"/>
                    <a:pt x="292069" y="221530"/>
                    <a:pt x="281190" y="221530"/>
                  </a:cubicBezTo>
                  <a:lnTo>
                    <a:pt x="229517" y="221530"/>
                  </a:lnTo>
                  <a:lnTo>
                    <a:pt x="229517" y="365671"/>
                  </a:lnTo>
                  <a:cubicBezTo>
                    <a:pt x="229517" y="409186"/>
                    <a:pt x="270312" y="433663"/>
                    <a:pt x="311107" y="433663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C865B7A3-B595-43E8-9EBD-1FED225C9FCB}"/>
                </a:ext>
              </a:extLst>
            </p:cNvPr>
            <p:cNvSpPr/>
            <p:nvPr/>
          </p:nvSpPr>
          <p:spPr>
            <a:xfrm>
              <a:off x="2080719" y="4178559"/>
              <a:ext cx="462342" cy="788700"/>
            </a:xfrm>
            <a:custGeom>
              <a:avLst/>
              <a:gdLst>
                <a:gd name="connsiteX0" fmla="*/ 403575 w 462341"/>
                <a:gd name="connsiteY0" fmla="*/ 583072 h 788699"/>
                <a:gd name="connsiteX1" fmla="*/ 406295 w 462341"/>
                <a:gd name="connsiteY1" fmla="*/ 596670 h 788699"/>
                <a:gd name="connsiteX2" fmla="*/ 400855 w 462341"/>
                <a:gd name="connsiteY2" fmla="*/ 610268 h 788699"/>
                <a:gd name="connsiteX3" fmla="*/ 389977 w 462341"/>
                <a:gd name="connsiteY3" fmla="*/ 626586 h 788699"/>
                <a:gd name="connsiteX4" fmla="*/ 354621 w 462341"/>
                <a:gd name="connsiteY4" fmla="*/ 675540 h 788699"/>
                <a:gd name="connsiteX5" fmla="*/ 327424 w 462341"/>
                <a:gd name="connsiteY5" fmla="*/ 691858 h 788699"/>
                <a:gd name="connsiteX6" fmla="*/ 292069 w 462341"/>
                <a:gd name="connsiteY6" fmla="*/ 713615 h 788699"/>
                <a:gd name="connsiteX7" fmla="*/ 251274 w 462341"/>
                <a:gd name="connsiteY7" fmla="*/ 724494 h 788699"/>
                <a:gd name="connsiteX8" fmla="*/ 221358 w 462341"/>
                <a:gd name="connsiteY8" fmla="*/ 721774 h 788699"/>
                <a:gd name="connsiteX9" fmla="*/ 191442 w 462341"/>
                <a:gd name="connsiteY9" fmla="*/ 721774 h 788699"/>
                <a:gd name="connsiteX10" fmla="*/ 153366 w 462341"/>
                <a:gd name="connsiteY10" fmla="*/ 713615 h 788699"/>
                <a:gd name="connsiteX11" fmla="*/ 104412 w 462341"/>
                <a:gd name="connsiteY11" fmla="*/ 675540 h 788699"/>
                <a:gd name="connsiteX12" fmla="*/ 104412 w 462341"/>
                <a:gd name="connsiteY12" fmla="*/ 689138 h 788699"/>
                <a:gd name="connsiteX13" fmla="*/ 101693 w 462341"/>
                <a:gd name="connsiteY13" fmla="*/ 710895 h 788699"/>
                <a:gd name="connsiteX14" fmla="*/ 85375 w 462341"/>
                <a:gd name="connsiteY14" fmla="*/ 732653 h 788699"/>
                <a:gd name="connsiteX15" fmla="*/ 69057 w 462341"/>
                <a:gd name="connsiteY15" fmla="*/ 727214 h 788699"/>
                <a:gd name="connsiteX16" fmla="*/ 60898 w 462341"/>
                <a:gd name="connsiteY16" fmla="*/ 710895 h 788699"/>
                <a:gd name="connsiteX17" fmla="*/ 58178 w 462341"/>
                <a:gd name="connsiteY17" fmla="*/ 691858 h 788699"/>
                <a:gd name="connsiteX18" fmla="*/ 60898 w 462341"/>
                <a:gd name="connsiteY18" fmla="*/ 664661 h 788699"/>
                <a:gd name="connsiteX19" fmla="*/ 60898 w 462341"/>
                <a:gd name="connsiteY19" fmla="*/ 607549 h 788699"/>
                <a:gd name="connsiteX20" fmla="*/ 63618 w 462341"/>
                <a:gd name="connsiteY20" fmla="*/ 528679 h 788699"/>
                <a:gd name="connsiteX21" fmla="*/ 69057 w 462341"/>
                <a:gd name="connsiteY21" fmla="*/ 504202 h 788699"/>
                <a:gd name="connsiteX22" fmla="*/ 74496 w 462341"/>
                <a:gd name="connsiteY22" fmla="*/ 493323 h 788699"/>
                <a:gd name="connsiteX23" fmla="*/ 82655 w 462341"/>
                <a:gd name="connsiteY23" fmla="*/ 487884 h 788699"/>
                <a:gd name="connsiteX24" fmla="*/ 90814 w 462341"/>
                <a:gd name="connsiteY24" fmla="*/ 493323 h 788699"/>
                <a:gd name="connsiteX25" fmla="*/ 98973 w 462341"/>
                <a:gd name="connsiteY25" fmla="*/ 512361 h 788699"/>
                <a:gd name="connsiteX26" fmla="*/ 101693 w 462341"/>
                <a:gd name="connsiteY26" fmla="*/ 555875 h 788699"/>
                <a:gd name="connsiteX27" fmla="*/ 101693 w 462341"/>
                <a:gd name="connsiteY27" fmla="*/ 596670 h 788699"/>
                <a:gd name="connsiteX28" fmla="*/ 109852 w 462341"/>
                <a:gd name="connsiteY28" fmla="*/ 626586 h 788699"/>
                <a:gd name="connsiteX29" fmla="*/ 128889 w 462341"/>
                <a:gd name="connsiteY29" fmla="*/ 651063 h 788699"/>
                <a:gd name="connsiteX30" fmla="*/ 153366 w 462341"/>
                <a:gd name="connsiteY30" fmla="*/ 670101 h 788699"/>
                <a:gd name="connsiteX31" fmla="*/ 196881 w 462341"/>
                <a:gd name="connsiteY31" fmla="*/ 678260 h 788699"/>
                <a:gd name="connsiteX32" fmla="*/ 221358 w 462341"/>
                <a:gd name="connsiteY32" fmla="*/ 667381 h 788699"/>
                <a:gd name="connsiteX33" fmla="*/ 253994 w 462341"/>
                <a:gd name="connsiteY33" fmla="*/ 659222 h 788699"/>
                <a:gd name="connsiteX34" fmla="*/ 275751 w 462341"/>
                <a:gd name="connsiteY34" fmla="*/ 637465 h 788699"/>
                <a:gd name="connsiteX35" fmla="*/ 281190 w 462341"/>
                <a:gd name="connsiteY35" fmla="*/ 615708 h 788699"/>
                <a:gd name="connsiteX36" fmla="*/ 278471 w 462341"/>
                <a:gd name="connsiteY36" fmla="*/ 602109 h 788699"/>
                <a:gd name="connsiteX37" fmla="*/ 262153 w 462341"/>
                <a:gd name="connsiteY37" fmla="*/ 572193 h 788699"/>
                <a:gd name="connsiteX38" fmla="*/ 245835 w 462341"/>
                <a:gd name="connsiteY38" fmla="*/ 536838 h 788699"/>
                <a:gd name="connsiteX39" fmla="*/ 196881 w 462341"/>
                <a:gd name="connsiteY39" fmla="*/ 477005 h 788699"/>
                <a:gd name="connsiteX40" fmla="*/ 145207 w 462341"/>
                <a:gd name="connsiteY40" fmla="*/ 419892 h 788699"/>
                <a:gd name="connsiteX41" fmla="*/ 93534 w 462341"/>
                <a:gd name="connsiteY41" fmla="*/ 357340 h 788699"/>
                <a:gd name="connsiteX42" fmla="*/ 66337 w 462341"/>
                <a:gd name="connsiteY42" fmla="*/ 283910 h 788699"/>
                <a:gd name="connsiteX43" fmla="*/ 58178 w 462341"/>
                <a:gd name="connsiteY43" fmla="*/ 224077 h 788699"/>
                <a:gd name="connsiteX44" fmla="*/ 82655 w 462341"/>
                <a:gd name="connsiteY44" fmla="*/ 150647 h 788699"/>
                <a:gd name="connsiteX45" fmla="*/ 137048 w 462341"/>
                <a:gd name="connsiteY45" fmla="*/ 96253 h 788699"/>
                <a:gd name="connsiteX46" fmla="*/ 196881 w 462341"/>
                <a:gd name="connsiteY46" fmla="*/ 77216 h 788699"/>
                <a:gd name="connsiteX47" fmla="*/ 232236 w 462341"/>
                <a:gd name="connsiteY47" fmla="*/ 69057 h 788699"/>
                <a:gd name="connsiteX48" fmla="*/ 262153 w 462341"/>
                <a:gd name="connsiteY48" fmla="*/ 74496 h 788699"/>
                <a:gd name="connsiteX49" fmla="*/ 294789 w 462341"/>
                <a:gd name="connsiteY49" fmla="*/ 85375 h 788699"/>
                <a:gd name="connsiteX50" fmla="*/ 327424 w 462341"/>
                <a:gd name="connsiteY50" fmla="*/ 104412 h 788699"/>
                <a:gd name="connsiteX51" fmla="*/ 332864 w 462341"/>
                <a:gd name="connsiteY51" fmla="*/ 74496 h 788699"/>
                <a:gd name="connsiteX52" fmla="*/ 338303 w 462341"/>
                <a:gd name="connsiteY52" fmla="*/ 63618 h 788699"/>
                <a:gd name="connsiteX53" fmla="*/ 349182 w 462341"/>
                <a:gd name="connsiteY53" fmla="*/ 58178 h 788699"/>
                <a:gd name="connsiteX54" fmla="*/ 357341 w 462341"/>
                <a:gd name="connsiteY54" fmla="*/ 63618 h 788699"/>
                <a:gd name="connsiteX55" fmla="*/ 365500 w 462341"/>
                <a:gd name="connsiteY55" fmla="*/ 82655 h 788699"/>
                <a:gd name="connsiteX56" fmla="*/ 368219 w 462341"/>
                <a:gd name="connsiteY56" fmla="*/ 142488 h 788699"/>
                <a:gd name="connsiteX57" fmla="*/ 368219 w 462341"/>
                <a:gd name="connsiteY57" fmla="*/ 188722 h 788699"/>
                <a:gd name="connsiteX58" fmla="*/ 370939 w 462341"/>
                <a:gd name="connsiteY58" fmla="*/ 245834 h 788699"/>
                <a:gd name="connsiteX59" fmla="*/ 354621 w 462341"/>
                <a:gd name="connsiteY59" fmla="*/ 286629 h 788699"/>
                <a:gd name="connsiteX60" fmla="*/ 338303 w 462341"/>
                <a:gd name="connsiteY60" fmla="*/ 281190 h 788699"/>
                <a:gd name="connsiteX61" fmla="*/ 330144 w 462341"/>
                <a:gd name="connsiteY61" fmla="*/ 264872 h 788699"/>
                <a:gd name="connsiteX62" fmla="*/ 327424 w 462341"/>
                <a:gd name="connsiteY62" fmla="*/ 248554 h 788699"/>
                <a:gd name="connsiteX63" fmla="*/ 330144 w 462341"/>
                <a:gd name="connsiteY63" fmla="*/ 221357 h 788699"/>
                <a:gd name="connsiteX64" fmla="*/ 330144 w 462341"/>
                <a:gd name="connsiteY64" fmla="*/ 188722 h 788699"/>
                <a:gd name="connsiteX65" fmla="*/ 327424 w 462341"/>
                <a:gd name="connsiteY65" fmla="*/ 164245 h 788699"/>
                <a:gd name="connsiteX66" fmla="*/ 311107 w 462341"/>
                <a:gd name="connsiteY66" fmla="*/ 134329 h 788699"/>
                <a:gd name="connsiteX67" fmla="*/ 283910 w 462341"/>
                <a:gd name="connsiteY67" fmla="*/ 118011 h 788699"/>
                <a:gd name="connsiteX68" fmla="*/ 251274 w 462341"/>
                <a:gd name="connsiteY68" fmla="*/ 112571 h 788699"/>
                <a:gd name="connsiteX69" fmla="*/ 215918 w 462341"/>
                <a:gd name="connsiteY69" fmla="*/ 123450 h 788699"/>
                <a:gd name="connsiteX70" fmla="*/ 202320 w 462341"/>
                <a:gd name="connsiteY70" fmla="*/ 147927 h 788699"/>
                <a:gd name="connsiteX71" fmla="*/ 188722 w 462341"/>
                <a:gd name="connsiteY71" fmla="*/ 180563 h 788699"/>
                <a:gd name="connsiteX72" fmla="*/ 183283 w 462341"/>
                <a:gd name="connsiteY72" fmla="*/ 210479 h 788699"/>
                <a:gd name="connsiteX73" fmla="*/ 188722 w 462341"/>
                <a:gd name="connsiteY73" fmla="*/ 226797 h 788699"/>
                <a:gd name="connsiteX74" fmla="*/ 188722 w 462341"/>
                <a:gd name="connsiteY74" fmla="*/ 248554 h 788699"/>
                <a:gd name="connsiteX75" fmla="*/ 210479 w 462341"/>
                <a:gd name="connsiteY75" fmla="*/ 273031 h 788699"/>
                <a:gd name="connsiteX76" fmla="*/ 226797 w 462341"/>
                <a:gd name="connsiteY76" fmla="*/ 300228 h 788699"/>
                <a:gd name="connsiteX77" fmla="*/ 256713 w 462341"/>
                <a:gd name="connsiteY77" fmla="*/ 332864 h 788699"/>
                <a:gd name="connsiteX78" fmla="*/ 275751 w 462341"/>
                <a:gd name="connsiteY78" fmla="*/ 351901 h 788699"/>
                <a:gd name="connsiteX79" fmla="*/ 324705 w 462341"/>
                <a:gd name="connsiteY79" fmla="*/ 400855 h 788699"/>
                <a:gd name="connsiteX80" fmla="*/ 343742 w 462341"/>
                <a:gd name="connsiteY80" fmla="*/ 428051 h 788699"/>
                <a:gd name="connsiteX81" fmla="*/ 351901 w 462341"/>
                <a:gd name="connsiteY81" fmla="*/ 433491 h 788699"/>
                <a:gd name="connsiteX82" fmla="*/ 360060 w 462341"/>
                <a:gd name="connsiteY82" fmla="*/ 447089 h 788699"/>
                <a:gd name="connsiteX83" fmla="*/ 384537 w 462341"/>
                <a:gd name="connsiteY83" fmla="*/ 474286 h 788699"/>
                <a:gd name="connsiteX84" fmla="*/ 395416 w 462341"/>
                <a:gd name="connsiteY84" fmla="*/ 506921 h 788699"/>
                <a:gd name="connsiteX85" fmla="*/ 406295 w 462341"/>
                <a:gd name="connsiteY85" fmla="*/ 536838 h 788699"/>
                <a:gd name="connsiteX86" fmla="*/ 409014 w 462341"/>
                <a:gd name="connsiteY86" fmla="*/ 547716 h 788699"/>
                <a:gd name="connsiteX87" fmla="*/ 406295 w 462341"/>
                <a:gd name="connsiteY87" fmla="*/ 569473 h 788699"/>
                <a:gd name="connsiteX88" fmla="*/ 403575 w 462341"/>
                <a:gd name="connsiteY88" fmla="*/ 583072 h 788699"/>
                <a:gd name="connsiteX89" fmla="*/ 403575 w 462341"/>
                <a:gd name="connsiteY89" fmla="*/ 583072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462341" h="788699">
                  <a:moveTo>
                    <a:pt x="403575" y="583072"/>
                  </a:moveTo>
                  <a:cubicBezTo>
                    <a:pt x="403575" y="588511"/>
                    <a:pt x="406295" y="591231"/>
                    <a:pt x="406295" y="596670"/>
                  </a:cubicBezTo>
                  <a:cubicBezTo>
                    <a:pt x="406295" y="602109"/>
                    <a:pt x="403575" y="604829"/>
                    <a:pt x="400855" y="610268"/>
                  </a:cubicBezTo>
                  <a:cubicBezTo>
                    <a:pt x="398136" y="615708"/>
                    <a:pt x="392696" y="621147"/>
                    <a:pt x="389977" y="626586"/>
                  </a:cubicBezTo>
                  <a:cubicBezTo>
                    <a:pt x="381818" y="645624"/>
                    <a:pt x="368219" y="661942"/>
                    <a:pt x="354621" y="675540"/>
                  </a:cubicBezTo>
                  <a:cubicBezTo>
                    <a:pt x="346462" y="683699"/>
                    <a:pt x="338303" y="686419"/>
                    <a:pt x="327424" y="691858"/>
                  </a:cubicBezTo>
                  <a:cubicBezTo>
                    <a:pt x="316546" y="700017"/>
                    <a:pt x="302948" y="708176"/>
                    <a:pt x="292069" y="713615"/>
                  </a:cubicBezTo>
                  <a:cubicBezTo>
                    <a:pt x="281190" y="719054"/>
                    <a:pt x="264872" y="724494"/>
                    <a:pt x="251274" y="724494"/>
                  </a:cubicBezTo>
                  <a:cubicBezTo>
                    <a:pt x="240395" y="724494"/>
                    <a:pt x="229517" y="721774"/>
                    <a:pt x="221358" y="721774"/>
                  </a:cubicBezTo>
                  <a:cubicBezTo>
                    <a:pt x="213199" y="721774"/>
                    <a:pt x="202320" y="721774"/>
                    <a:pt x="191442" y="721774"/>
                  </a:cubicBezTo>
                  <a:cubicBezTo>
                    <a:pt x="172404" y="721774"/>
                    <a:pt x="172404" y="721774"/>
                    <a:pt x="153366" y="713615"/>
                  </a:cubicBezTo>
                  <a:cubicBezTo>
                    <a:pt x="134329" y="708176"/>
                    <a:pt x="118011" y="691858"/>
                    <a:pt x="104412" y="675540"/>
                  </a:cubicBezTo>
                  <a:cubicBezTo>
                    <a:pt x="104412" y="678260"/>
                    <a:pt x="104412" y="680979"/>
                    <a:pt x="104412" y="689138"/>
                  </a:cubicBezTo>
                  <a:cubicBezTo>
                    <a:pt x="104412" y="694578"/>
                    <a:pt x="104412" y="702737"/>
                    <a:pt x="101693" y="710895"/>
                  </a:cubicBezTo>
                  <a:cubicBezTo>
                    <a:pt x="101693" y="721774"/>
                    <a:pt x="96253" y="732653"/>
                    <a:pt x="85375" y="732653"/>
                  </a:cubicBezTo>
                  <a:cubicBezTo>
                    <a:pt x="77216" y="732653"/>
                    <a:pt x="74496" y="729933"/>
                    <a:pt x="69057" y="727214"/>
                  </a:cubicBezTo>
                  <a:cubicBezTo>
                    <a:pt x="63618" y="724494"/>
                    <a:pt x="60898" y="716335"/>
                    <a:pt x="60898" y="710895"/>
                  </a:cubicBezTo>
                  <a:cubicBezTo>
                    <a:pt x="58178" y="702737"/>
                    <a:pt x="58178" y="697297"/>
                    <a:pt x="58178" y="691858"/>
                  </a:cubicBezTo>
                  <a:cubicBezTo>
                    <a:pt x="58178" y="683699"/>
                    <a:pt x="60898" y="678260"/>
                    <a:pt x="60898" y="664661"/>
                  </a:cubicBezTo>
                  <a:cubicBezTo>
                    <a:pt x="60898" y="656502"/>
                    <a:pt x="60898" y="632026"/>
                    <a:pt x="60898" y="607549"/>
                  </a:cubicBezTo>
                  <a:cubicBezTo>
                    <a:pt x="60898" y="574913"/>
                    <a:pt x="60898" y="542277"/>
                    <a:pt x="63618" y="528679"/>
                  </a:cubicBezTo>
                  <a:cubicBezTo>
                    <a:pt x="63618" y="520520"/>
                    <a:pt x="63618" y="509641"/>
                    <a:pt x="69057" y="504202"/>
                  </a:cubicBezTo>
                  <a:cubicBezTo>
                    <a:pt x="71777" y="501482"/>
                    <a:pt x="71777" y="498762"/>
                    <a:pt x="74496" y="493323"/>
                  </a:cubicBezTo>
                  <a:cubicBezTo>
                    <a:pt x="77216" y="490603"/>
                    <a:pt x="79936" y="487884"/>
                    <a:pt x="82655" y="487884"/>
                  </a:cubicBezTo>
                  <a:cubicBezTo>
                    <a:pt x="85375" y="487884"/>
                    <a:pt x="90814" y="490603"/>
                    <a:pt x="90814" y="493323"/>
                  </a:cubicBezTo>
                  <a:cubicBezTo>
                    <a:pt x="93534" y="498762"/>
                    <a:pt x="98973" y="506921"/>
                    <a:pt x="98973" y="512361"/>
                  </a:cubicBezTo>
                  <a:cubicBezTo>
                    <a:pt x="98973" y="520520"/>
                    <a:pt x="101693" y="536838"/>
                    <a:pt x="101693" y="555875"/>
                  </a:cubicBezTo>
                  <a:cubicBezTo>
                    <a:pt x="101693" y="569473"/>
                    <a:pt x="101693" y="583072"/>
                    <a:pt x="101693" y="596670"/>
                  </a:cubicBezTo>
                  <a:cubicBezTo>
                    <a:pt x="101693" y="607549"/>
                    <a:pt x="104412" y="618427"/>
                    <a:pt x="109852" y="626586"/>
                  </a:cubicBezTo>
                  <a:cubicBezTo>
                    <a:pt x="115291" y="637465"/>
                    <a:pt x="123450" y="642904"/>
                    <a:pt x="128889" y="651063"/>
                  </a:cubicBezTo>
                  <a:cubicBezTo>
                    <a:pt x="137048" y="661942"/>
                    <a:pt x="139768" y="667381"/>
                    <a:pt x="153366" y="670101"/>
                  </a:cubicBezTo>
                  <a:cubicBezTo>
                    <a:pt x="161525" y="670101"/>
                    <a:pt x="183283" y="678260"/>
                    <a:pt x="196881" y="678260"/>
                  </a:cubicBezTo>
                  <a:cubicBezTo>
                    <a:pt x="207759" y="678260"/>
                    <a:pt x="210479" y="672820"/>
                    <a:pt x="221358" y="667381"/>
                  </a:cubicBezTo>
                  <a:cubicBezTo>
                    <a:pt x="232236" y="661942"/>
                    <a:pt x="245835" y="664661"/>
                    <a:pt x="253994" y="659222"/>
                  </a:cubicBezTo>
                  <a:cubicBezTo>
                    <a:pt x="262153" y="653783"/>
                    <a:pt x="273031" y="645624"/>
                    <a:pt x="275751" y="637465"/>
                  </a:cubicBezTo>
                  <a:cubicBezTo>
                    <a:pt x="281190" y="629306"/>
                    <a:pt x="281190" y="621147"/>
                    <a:pt x="281190" y="615708"/>
                  </a:cubicBezTo>
                  <a:cubicBezTo>
                    <a:pt x="281190" y="610268"/>
                    <a:pt x="281190" y="607549"/>
                    <a:pt x="278471" y="602109"/>
                  </a:cubicBezTo>
                  <a:cubicBezTo>
                    <a:pt x="275751" y="591231"/>
                    <a:pt x="267592" y="583072"/>
                    <a:pt x="262153" y="572193"/>
                  </a:cubicBezTo>
                  <a:cubicBezTo>
                    <a:pt x="256713" y="561314"/>
                    <a:pt x="253994" y="547716"/>
                    <a:pt x="245835" y="536838"/>
                  </a:cubicBezTo>
                  <a:cubicBezTo>
                    <a:pt x="232236" y="515080"/>
                    <a:pt x="213199" y="498762"/>
                    <a:pt x="196881" y="477005"/>
                  </a:cubicBezTo>
                  <a:cubicBezTo>
                    <a:pt x="180563" y="457968"/>
                    <a:pt x="164245" y="438930"/>
                    <a:pt x="145207" y="419892"/>
                  </a:cubicBezTo>
                  <a:cubicBezTo>
                    <a:pt x="126170" y="400855"/>
                    <a:pt x="109852" y="379098"/>
                    <a:pt x="93534" y="357340"/>
                  </a:cubicBezTo>
                  <a:cubicBezTo>
                    <a:pt x="77216" y="335583"/>
                    <a:pt x="71777" y="308387"/>
                    <a:pt x="66337" y="283910"/>
                  </a:cubicBezTo>
                  <a:cubicBezTo>
                    <a:pt x="63618" y="267592"/>
                    <a:pt x="58178" y="245834"/>
                    <a:pt x="58178" y="224077"/>
                  </a:cubicBezTo>
                  <a:cubicBezTo>
                    <a:pt x="58178" y="194161"/>
                    <a:pt x="69057" y="175123"/>
                    <a:pt x="82655" y="150647"/>
                  </a:cubicBezTo>
                  <a:cubicBezTo>
                    <a:pt x="96253" y="128889"/>
                    <a:pt x="115291" y="109852"/>
                    <a:pt x="137048" y="96253"/>
                  </a:cubicBezTo>
                  <a:cubicBezTo>
                    <a:pt x="158806" y="82655"/>
                    <a:pt x="172404" y="79936"/>
                    <a:pt x="196881" y="77216"/>
                  </a:cubicBezTo>
                  <a:cubicBezTo>
                    <a:pt x="210479" y="77216"/>
                    <a:pt x="215918" y="69057"/>
                    <a:pt x="232236" y="69057"/>
                  </a:cubicBezTo>
                  <a:cubicBezTo>
                    <a:pt x="243115" y="69057"/>
                    <a:pt x="251274" y="71776"/>
                    <a:pt x="262153" y="74496"/>
                  </a:cubicBezTo>
                  <a:cubicBezTo>
                    <a:pt x="273031" y="77216"/>
                    <a:pt x="283910" y="82655"/>
                    <a:pt x="294789" y="85375"/>
                  </a:cubicBezTo>
                  <a:cubicBezTo>
                    <a:pt x="308387" y="90814"/>
                    <a:pt x="319265" y="96253"/>
                    <a:pt x="327424" y="104412"/>
                  </a:cubicBezTo>
                  <a:cubicBezTo>
                    <a:pt x="327424" y="90814"/>
                    <a:pt x="327424" y="79936"/>
                    <a:pt x="332864" y="74496"/>
                  </a:cubicBezTo>
                  <a:cubicBezTo>
                    <a:pt x="335583" y="71776"/>
                    <a:pt x="335583" y="69057"/>
                    <a:pt x="338303" y="63618"/>
                  </a:cubicBezTo>
                  <a:cubicBezTo>
                    <a:pt x="341023" y="60898"/>
                    <a:pt x="346462" y="58178"/>
                    <a:pt x="349182" y="58178"/>
                  </a:cubicBezTo>
                  <a:cubicBezTo>
                    <a:pt x="351901" y="58178"/>
                    <a:pt x="357341" y="60898"/>
                    <a:pt x="357341" y="63618"/>
                  </a:cubicBezTo>
                  <a:cubicBezTo>
                    <a:pt x="360060" y="69057"/>
                    <a:pt x="365500" y="77216"/>
                    <a:pt x="365500" y="82655"/>
                  </a:cubicBezTo>
                  <a:cubicBezTo>
                    <a:pt x="365500" y="90814"/>
                    <a:pt x="368219" y="123450"/>
                    <a:pt x="368219" y="142488"/>
                  </a:cubicBezTo>
                  <a:cubicBezTo>
                    <a:pt x="368219" y="158806"/>
                    <a:pt x="368219" y="177843"/>
                    <a:pt x="368219" y="188722"/>
                  </a:cubicBezTo>
                  <a:cubicBezTo>
                    <a:pt x="368219" y="213199"/>
                    <a:pt x="370939" y="224077"/>
                    <a:pt x="370939" y="245834"/>
                  </a:cubicBezTo>
                  <a:cubicBezTo>
                    <a:pt x="370939" y="256713"/>
                    <a:pt x="370939" y="286629"/>
                    <a:pt x="354621" y="286629"/>
                  </a:cubicBezTo>
                  <a:cubicBezTo>
                    <a:pt x="346462" y="286629"/>
                    <a:pt x="343742" y="283910"/>
                    <a:pt x="338303" y="281190"/>
                  </a:cubicBezTo>
                  <a:cubicBezTo>
                    <a:pt x="332864" y="278470"/>
                    <a:pt x="330144" y="270311"/>
                    <a:pt x="330144" y="264872"/>
                  </a:cubicBezTo>
                  <a:cubicBezTo>
                    <a:pt x="327424" y="256713"/>
                    <a:pt x="327424" y="251274"/>
                    <a:pt x="327424" y="248554"/>
                  </a:cubicBezTo>
                  <a:cubicBezTo>
                    <a:pt x="327424" y="240395"/>
                    <a:pt x="330144" y="234956"/>
                    <a:pt x="330144" y="221357"/>
                  </a:cubicBezTo>
                  <a:cubicBezTo>
                    <a:pt x="330144" y="213199"/>
                    <a:pt x="330144" y="202320"/>
                    <a:pt x="330144" y="188722"/>
                  </a:cubicBezTo>
                  <a:cubicBezTo>
                    <a:pt x="330144" y="180563"/>
                    <a:pt x="327424" y="172404"/>
                    <a:pt x="327424" y="164245"/>
                  </a:cubicBezTo>
                  <a:cubicBezTo>
                    <a:pt x="324705" y="153366"/>
                    <a:pt x="319265" y="142488"/>
                    <a:pt x="311107" y="134329"/>
                  </a:cubicBezTo>
                  <a:cubicBezTo>
                    <a:pt x="302948" y="126170"/>
                    <a:pt x="294789" y="120730"/>
                    <a:pt x="283910" y="118011"/>
                  </a:cubicBezTo>
                  <a:cubicBezTo>
                    <a:pt x="275751" y="115291"/>
                    <a:pt x="262153" y="112571"/>
                    <a:pt x="251274" y="112571"/>
                  </a:cubicBezTo>
                  <a:cubicBezTo>
                    <a:pt x="237676" y="112571"/>
                    <a:pt x="224077" y="115291"/>
                    <a:pt x="215918" y="123450"/>
                  </a:cubicBezTo>
                  <a:cubicBezTo>
                    <a:pt x="207759" y="128889"/>
                    <a:pt x="205040" y="139768"/>
                    <a:pt x="202320" y="147927"/>
                  </a:cubicBezTo>
                  <a:cubicBezTo>
                    <a:pt x="196881" y="158806"/>
                    <a:pt x="191442" y="166964"/>
                    <a:pt x="188722" y="180563"/>
                  </a:cubicBezTo>
                  <a:cubicBezTo>
                    <a:pt x="186002" y="191441"/>
                    <a:pt x="183283" y="199600"/>
                    <a:pt x="183283" y="210479"/>
                  </a:cubicBezTo>
                  <a:cubicBezTo>
                    <a:pt x="183283" y="215918"/>
                    <a:pt x="186002" y="221357"/>
                    <a:pt x="188722" y="226797"/>
                  </a:cubicBezTo>
                  <a:cubicBezTo>
                    <a:pt x="191442" y="234956"/>
                    <a:pt x="188722" y="243115"/>
                    <a:pt x="188722" y="248554"/>
                  </a:cubicBezTo>
                  <a:cubicBezTo>
                    <a:pt x="191442" y="259433"/>
                    <a:pt x="202320" y="264872"/>
                    <a:pt x="210479" y="273031"/>
                  </a:cubicBezTo>
                  <a:cubicBezTo>
                    <a:pt x="218638" y="281190"/>
                    <a:pt x="221358" y="292069"/>
                    <a:pt x="226797" y="300228"/>
                  </a:cubicBezTo>
                  <a:cubicBezTo>
                    <a:pt x="234956" y="311106"/>
                    <a:pt x="245835" y="321985"/>
                    <a:pt x="256713" y="332864"/>
                  </a:cubicBezTo>
                  <a:cubicBezTo>
                    <a:pt x="259433" y="338303"/>
                    <a:pt x="267592" y="343742"/>
                    <a:pt x="275751" y="351901"/>
                  </a:cubicBezTo>
                  <a:cubicBezTo>
                    <a:pt x="292069" y="368219"/>
                    <a:pt x="311107" y="384537"/>
                    <a:pt x="324705" y="400855"/>
                  </a:cubicBezTo>
                  <a:cubicBezTo>
                    <a:pt x="332864" y="409014"/>
                    <a:pt x="335583" y="419892"/>
                    <a:pt x="343742" y="428051"/>
                  </a:cubicBezTo>
                  <a:cubicBezTo>
                    <a:pt x="346462" y="430771"/>
                    <a:pt x="349182" y="430771"/>
                    <a:pt x="351901" y="433491"/>
                  </a:cubicBezTo>
                  <a:cubicBezTo>
                    <a:pt x="354621" y="436210"/>
                    <a:pt x="357341" y="441650"/>
                    <a:pt x="360060" y="447089"/>
                  </a:cubicBezTo>
                  <a:cubicBezTo>
                    <a:pt x="368219" y="455248"/>
                    <a:pt x="376378" y="463407"/>
                    <a:pt x="384537" y="474286"/>
                  </a:cubicBezTo>
                  <a:cubicBezTo>
                    <a:pt x="389977" y="482445"/>
                    <a:pt x="392696" y="496043"/>
                    <a:pt x="395416" y="506921"/>
                  </a:cubicBezTo>
                  <a:cubicBezTo>
                    <a:pt x="400855" y="517800"/>
                    <a:pt x="400855" y="528679"/>
                    <a:pt x="406295" y="536838"/>
                  </a:cubicBezTo>
                  <a:cubicBezTo>
                    <a:pt x="409014" y="539557"/>
                    <a:pt x="409014" y="544997"/>
                    <a:pt x="409014" y="547716"/>
                  </a:cubicBezTo>
                  <a:cubicBezTo>
                    <a:pt x="409014" y="555875"/>
                    <a:pt x="406295" y="561314"/>
                    <a:pt x="406295" y="569473"/>
                  </a:cubicBezTo>
                  <a:cubicBezTo>
                    <a:pt x="406295" y="574913"/>
                    <a:pt x="403575" y="577632"/>
                    <a:pt x="403575" y="583072"/>
                  </a:cubicBezTo>
                  <a:lnTo>
                    <a:pt x="403575" y="583072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BD1848C6-7FFC-4763-9871-A8C7CE2CBD6C}"/>
                </a:ext>
              </a:extLst>
            </p:cNvPr>
            <p:cNvSpPr/>
            <p:nvPr/>
          </p:nvSpPr>
          <p:spPr>
            <a:xfrm>
              <a:off x="2456032" y="4192158"/>
              <a:ext cx="571128" cy="761503"/>
            </a:xfrm>
            <a:custGeom>
              <a:avLst/>
              <a:gdLst>
                <a:gd name="connsiteX0" fmla="*/ 512361 w 571128"/>
                <a:gd name="connsiteY0" fmla="*/ 79936 h 761503"/>
                <a:gd name="connsiteX1" fmla="*/ 539558 w 571128"/>
                <a:gd name="connsiteY1" fmla="*/ 96253 h 761503"/>
                <a:gd name="connsiteX2" fmla="*/ 534118 w 571128"/>
                <a:gd name="connsiteY2" fmla="*/ 112571 h 761503"/>
                <a:gd name="connsiteX3" fmla="*/ 523240 w 571128"/>
                <a:gd name="connsiteY3" fmla="*/ 120730 h 761503"/>
                <a:gd name="connsiteX4" fmla="*/ 506922 w 571128"/>
                <a:gd name="connsiteY4" fmla="*/ 123450 h 761503"/>
                <a:gd name="connsiteX5" fmla="*/ 477006 w 571128"/>
                <a:gd name="connsiteY5" fmla="*/ 123450 h 761503"/>
                <a:gd name="connsiteX6" fmla="*/ 479725 w 571128"/>
                <a:gd name="connsiteY6" fmla="*/ 145207 h 761503"/>
                <a:gd name="connsiteX7" fmla="*/ 477006 w 571128"/>
                <a:gd name="connsiteY7" fmla="*/ 180563 h 761503"/>
                <a:gd name="connsiteX8" fmla="*/ 482445 w 571128"/>
                <a:gd name="connsiteY8" fmla="*/ 232236 h 761503"/>
                <a:gd name="connsiteX9" fmla="*/ 485165 w 571128"/>
                <a:gd name="connsiteY9" fmla="*/ 283910 h 761503"/>
                <a:gd name="connsiteX10" fmla="*/ 485165 w 571128"/>
                <a:gd name="connsiteY10" fmla="*/ 327424 h 761503"/>
                <a:gd name="connsiteX11" fmla="*/ 487884 w 571128"/>
                <a:gd name="connsiteY11" fmla="*/ 373658 h 761503"/>
                <a:gd name="connsiteX12" fmla="*/ 485165 w 571128"/>
                <a:gd name="connsiteY12" fmla="*/ 419892 h 761503"/>
                <a:gd name="connsiteX13" fmla="*/ 485165 w 571128"/>
                <a:gd name="connsiteY13" fmla="*/ 463407 h 761503"/>
                <a:gd name="connsiteX14" fmla="*/ 482445 w 571128"/>
                <a:gd name="connsiteY14" fmla="*/ 515080 h 761503"/>
                <a:gd name="connsiteX15" fmla="*/ 482445 w 571128"/>
                <a:gd name="connsiteY15" fmla="*/ 558595 h 761503"/>
                <a:gd name="connsiteX16" fmla="*/ 479725 w 571128"/>
                <a:gd name="connsiteY16" fmla="*/ 602109 h 761503"/>
                <a:gd name="connsiteX17" fmla="*/ 485165 w 571128"/>
                <a:gd name="connsiteY17" fmla="*/ 648343 h 761503"/>
                <a:gd name="connsiteX18" fmla="*/ 474286 w 571128"/>
                <a:gd name="connsiteY18" fmla="*/ 675540 h 761503"/>
                <a:gd name="connsiteX19" fmla="*/ 428052 w 571128"/>
                <a:gd name="connsiteY19" fmla="*/ 691858 h 761503"/>
                <a:gd name="connsiteX20" fmla="*/ 387257 w 571128"/>
                <a:gd name="connsiteY20" fmla="*/ 683699 h 761503"/>
                <a:gd name="connsiteX21" fmla="*/ 351901 w 571128"/>
                <a:gd name="connsiteY21" fmla="*/ 664661 h 761503"/>
                <a:gd name="connsiteX22" fmla="*/ 305667 w 571128"/>
                <a:gd name="connsiteY22" fmla="*/ 596670 h 761503"/>
                <a:gd name="connsiteX23" fmla="*/ 270312 w 571128"/>
                <a:gd name="connsiteY23" fmla="*/ 509641 h 761503"/>
                <a:gd name="connsiteX24" fmla="*/ 251274 w 571128"/>
                <a:gd name="connsiteY24" fmla="*/ 460687 h 761503"/>
                <a:gd name="connsiteX25" fmla="*/ 224077 w 571128"/>
                <a:gd name="connsiteY25" fmla="*/ 381817 h 761503"/>
                <a:gd name="connsiteX26" fmla="*/ 207759 w 571128"/>
                <a:gd name="connsiteY26" fmla="*/ 330144 h 761503"/>
                <a:gd name="connsiteX27" fmla="*/ 191442 w 571128"/>
                <a:gd name="connsiteY27" fmla="*/ 286629 h 761503"/>
                <a:gd name="connsiteX28" fmla="*/ 183283 w 571128"/>
                <a:gd name="connsiteY28" fmla="*/ 278470 h 761503"/>
                <a:gd name="connsiteX29" fmla="*/ 180563 w 571128"/>
                <a:gd name="connsiteY29" fmla="*/ 292069 h 761503"/>
                <a:gd name="connsiteX30" fmla="*/ 180563 w 571128"/>
                <a:gd name="connsiteY30" fmla="*/ 305667 h 761503"/>
                <a:gd name="connsiteX31" fmla="*/ 183283 w 571128"/>
                <a:gd name="connsiteY31" fmla="*/ 354621 h 761503"/>
                <a:gd name="connsiteX32" fmla="*/ 188722 w 571128"/>
                <a:gd name="connsiteY32" fmla="*/ 449809 h 761503"/>
                <a:gd name="connsiteX33" fmla="*/ 188722 w 571128"/>
                <a:gd name="connsiteY33" fmla="*/ 479725 h 761503"/>
                <a:gd name="connsiteX34" fmla="*/ 188722 w 571128"/>
                <a:gd name="connsiteY34" fmla="*/ 542277 h 761503"/>
                <a:gd name="connsiteX35" fmla="*/ 186002 w 571128"/>
                <a:gd name="connsiteY35" fmla="*/ 615708 h 761503"/>
                <a:gd name="connsiteX36" fmla="*/ 186002 w 571128"/>
                <a:gd name="connsiteY36" fmla="*/ 637465 h 761503"/>
                <a:gd name="connsiteX37" fmla="*/ 183283 w 571128"/>
                <a:gd name="connsiteY37" fmla="*/ 664661 h 761503"/>
                <a:gd name="connsiteX38" fmla="*/ 226797 w 571128"/>
                <a:gd name="connsiteY38" fmla="*/ 664661 h 761503"/>
                <a:gd name="connsiteX39" fmla="*/ 253994 w 571128"/>
                <a:gd name="connsiteY39" fmla="*/ 680979 h 761503"/>
                <a:gd name="connsiteX40" fmla="*/ 248554 w 571128"/>
                <a:gd name="connsiteY40" fmla="*/ 697297 h 761503"/>
                <a:gd name="connsiteX41" fmla="*/ 234956 w 571128"/>
                <a:gd name="connsiteY41" fmla="*/ 705456 h 761503"/>
                <a:gd name="connsiteX42" fmla="*/ 218638 w 571128"/>
                <a:gd name="connsiteY42" fmla="*/ 708176 h 761503"/>
                <a:gd name="connsiteX43" fmla="*/ 183283 w 571128"/>
                <a:gd name="connsiteY43" fmla="*/ 708176 h 761503"/>
                <a:gd name="connsiteX44" fmla="*/ 150647 w 571128"/>
                <a:gd name="connsiteY44" fmla="*/ 708176 h 761503"/>
                <a:gd name="connsiteX45" fmla="*/ 107132 w 571128"/>
                <a:gd name="connsiteY45" fmla="*/ 708176 h 761503"/>
                <a:gd name="connsiteX46" fmla="*/ 88094 w 571128"/>
                <a:gd name="connsiteY46" fmla="*/ 708176 h 761503"/>
                <a:gd name="connsiteX47" fmla="*/ 69057 w 571128"/>
                <a:gd name="connsiteY47" fmla="*/ 702737 h 761503"/>
                <a:gd name="connsiteX48" fmla="*/ 58178 w 571128"/>
                <a:gd name="connsiteY48" fmla="*/ 686419 h 761503"/>
                <a:gd name="connsiteX49" fmla="*/ 60898 w 571128"/>
                <a:gd name="connsiteY49" fmla="*/ 678260 h 761503"/>
                <a:gd name="connsiteX50" fmla="*/ 77216 w 571128"/>
                <a:gd name="connsiteY50" fmla="*/ 670101 h 761503"/>
                <a:gd name="connsiteX51" fmla="*/ 120730 w 571128"/>
                <a:gd name="connsiteY51" fmla="*/ 664661 h 761503"/>
                <a:gd name="connsiteX52" fmla="*/ 131609 w 571128"/>
                <a:gd name="connsiteY52" fmla="*/ 664661 h 761503"/>
                <a:gd name="connsiteX53" fmla="*/ 134329 w 571128"/>
                <a:gd name="connsiteY53" fmla="*/ 539557 h 761503"/>
                <a:gd name="connsiteX54" fmla="*/ 134329 w 571128"/>
                <a:gd name="connsiteY54" fmla="*/ 504202 h 761503"/>
                <a:gd name="connsiteX55" fmla="*/ 131609 w 571128"/>
                <a:gd name="connsiteY55" fmla="*/ 376378 h 761503"/>
                <a:gd name="connsiteX56" fmla="*/ 131609 w 571128"/>
                <a:gd name="connsiteY56" fmla="*/ 302947 h 761503"/>
                <a:gd name="connsiteX57" fmla="*/ 134329 w 571128"/>
                <a:gd name="connsiteY57" fmla="*/ 221357 h 761503"/>
                <a:gd name="connsiteX58" fmla="*/ 137048 w 571128"/>
                <a:gd name="connsiteY58" fmla="*/ 123450 h 761503"/>
                <a:gd name="connsiteX59" fmla="*/ 107132 w 571128"/>
                <a:gd name="connsiteY59" fmla="*/ 123450 h 761503"/>
                <a:gd name="connsiteX60" fmla="*/ 88094 w 571128"/>
                <a:gd name="connsiteY60" fmla="*/ 123450 h 761503"/>
                <a:gd name="connsiteX61" fmla="*/ 69057 w 571128"/>
                <a:gd name="connsiteY61" fmla="*/ 118011 h 761503"/>
                <a:gd name="connsiteX62" fmla="*/ 58178 w 571128"/>
                <a:gd name="connsiteY62" fmla="*/ 101693 h 761503"/>
                <a:gd name="connsiteX63" fmla="*/ 60898 w 571128"/>
                <a:gd name="connsiteY63" fmla="*/ 93534 h 761503"/>
                <a:gd name="connsiteX64" fmla="*/ 77216 w 571128"/>
                <a:gd name="connsiteY64" fmla="*/ 85375 h 761503"/>
                <a:gd name="connsiteX65" fmla="*/ 131609 w 571128"/>
                <a:gd name="connsiteY65" fmla="*/ 79936 h 761503"/>
                <a:gd name="connsiteX66" fmla="*/ 161525 w 571128"/>
                <a:gd name="connsiteY66" fmla="*/ 79936 h 761503"/>
                <a:gd name="connsiteX67" fmla="*/ 177843 w 571128"/>
                <a:gd name="connsiteY67" fmla="*/ 66337 h 761503"/>
                <a:gd name="connsiteX68" fmla="*/ 202320 w 571128"/>
                <a:gd name="connsiteY68" fmla="*/ 58178 h 761503"/>
                <a:gd name="connsiteX69" fmla="*/ 234956 w 571128"/>
                <a:gd name="connsiteY69" fmla="*/ 77216 h 761503"/>
                <a:gd name="connsiteX70" fmla="*/ 251274 w 571128"/>
                <a:gd name="connsiteY70" fmla="*/ 107132 h 761503"/>
                <a:gd name="connsiteX71" fmla="*/ 267592 w 571128"/>
                <a:gd name="connsiteY71" fmla="*/ 147927 h 761503"/>
                <a:gd name="connsiteX72" fmla="*/ 281190 w 571128"/>
                <a:gd name="connsiteY72" fmla="*/ 183282 h 761503"/>
                <a:gd name="connsiteX73" fmla="*/ 297508 w 571128"/>
                <a:gd name="connsiteY73" fmla="*/ 224077 h 761503"/>
                <a:gd name="connsiteX74" fmla="*/ 308387 w 571128"/>
                <a:gd name="connsiteY74" fmla="*/ 264872 h 761503"/>
                <a:gd name="connsiteX75" fmla="*/ 319265 w 571128"/>
                <a:gd name="connsiteY75" fmla="*/ 300228 h 761503"/>
                <a:gd name="connsiteX76" fmla="*/ 351901 w 571128"/>
                <a:gd name="connsiteY76" fmla="*/ 379098 h 761503"/>
                <a:gd name="connsiteX77" fmla="*/ 365500 w 571128"/>
                <a:gd name="connsiteY77" fmla="*/ 417173 h 761503"/>
                <a:gd name="connsiteX78" fmla="*/ 379098 w 571128"/>
                <a:gd name="connsiteY78" fmla="*/ 457968 h 761503"/>
                <a:gd name="connsiteX79" fmla="*/ 395416 w 571128"/>
                <a:gd name="connsiteY79" fmla="*/ 496043 h 761503"/>
                <a:gd name="connsiteX80" fmla="*/ 406295 w 571128"/>
                <a:gd name="connsiteY80" fmla="*/ 512361 h 761503"/>
                <a:gd name="connsiteX81" fmla="*/ 411734 w 571128"/>
                <a:gd name="connsiteY81" fmla="*/ 531398 h 761503"/>
                <a:gd name="connsiteX82" fmla="*/ 419893 w 571128"/>
                <a:gd name="connsiteY82" fmla="*/ 558595 h 761503"/>
                <a:gd name="connsiteX83" fmla="*/ 425332 w 571128"/>
                <a:gd name="connsiteY83" fmla="*/ 564034 h 761503"/>
                <a:gd name="connsiteX84" fmla="*/ 430771 w 571128"/>
                <a:gd name="connsiteY84" fmla="*/ 558595 h 761503"/>
                <a:gd name="connsiteX85" fmla="*/ 430771 w 571128"/>
                <a:gd name="connsiteY85" fmla="*/ 550436 h 761503"/>
                <a:gd name="connsiteX86" fmla="*/ 430771 w 571128"/>
                <a:gd name="connsiteY86" fmla="*/ 501482 h 761503"/>
                <a:gd name="connsiteX87" fmla="*/ 430771 w 571128"/>
                <a:gd name="connsiteY87" fmla="*/ 403575 h 761503"/>
                <a:gd name="connsiteX88" fmla="*/ 425332 w 571128"/>
                <a:gd name="connsiteY88" fmla="*/ 313826 h 761503"/>
                <a:gd name="connsiteX89" fmla="*/ 425332 w 571128"/>
                <a:gd name="connsiteY89" fmla="*/ 248554 h 761503"/>
                <a:gd name="connsiteX90" fmla="*/ 425332 w 571128"/>
                <a:gd name="connsiteY90" fmla="*/ 210479 h 761503"/>
                <a:gd name="connsiteX91" fmla="*/ 422613 w 571128"/>
                <a:gd name="connsiteY91" fmla="*/ 153366 h 761503"/>
                <a:gd name="connsiteX92" fmla="*/ 425332 w 571128"/>
                <a:gd name="connsiteY92" fmla="*/ 123450 h 761503"/>
                <a:gd name="connsiteX93" fmla="*/ 398136 w 571128"/>
                <a:gd name="connsiteY93" fmla="*/ 123450 h 761503"/>
                <a:gd name="connsiteX94" fmla="*/ 379098 w 571128"/>
                <a:gd name="connsiteY94" fmla="*/ 123450 h 761503"/>
                <a:gd name="connsiteX95" fmla="*/ 360060 w 571128"/>
                <a:gd name="connsiteY95" fmla="*/ 118011 h 761503"/>
                <a:gd name="connsiteX96" fmla="*/ 349182 w 571128"/>
                <a:gd name="connsiteY96" fmla="*/ 101693 h 761503"/>
                <a:gd name="connsiteX97" fmla="*/ 351901 w 571128"/>
                <a:gd name="connsiteY97" fmla="*/ 93534 h 761503"/>
                <a:gd name="connsiteX98" fmla="*/ 368219 w 571128"/>
                <a:gd name="connsiteY98" fmla="*/ 85375 h 761503"/>
                <a:gd name="connsiteX99" fmla="*/ 422613 w 571128"/>
                <a:gd name="connsiteY99" fmla="*/ 79936 h 761503"/>
                <a:gd name="connsiteX100" fmla="*/ 444370 w 571128"/>
                <a:gd name="connsiteY100" fmla="*/ 79936 h 761503"/>
                <a:gd name="connsiteX101" fmla="*/ 463407 w 571128"/>
                <a:gd name="connsiteY101" fmla="*/ 71776 h 761503"/>
                <a:gd name="connsiteX102" fmla="*/ 477006 w 571128"/>
                <a:gd name="connsiteY102" fmla="*/ 79936 h 761503"/>
                <a:gd name="connsiteX103" fmla="*/ 512361 w 571128"/>
                <a:gd name="connsiteY103" fmla="*/ 79936 h 761503"/>
                <a:gd name="connsiteX104" fmla="*/ 512361 w 571128"/>
                <a:gd name="connsiteY104" fmla="*/ 79936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571128" h="761503">
                  <a:moveTo>
                    <a:pt x="512361" y="79936"/>
                  </a:moveTo>
                  <a:cubicBezTo>
                    <a:pt x="520520" y="79936"/>
                    <a:pt x="539558" y="79936"/>
                    <a:pt x="539558" y="96253"/>
                  </a:cubicBezTo>
                  <a:cubicBezTo>
                    <a:pt x="539558" y="104412"/>
                    <a:pt x="539558" y="107132"/>
                    <a:pt x="534118" y="112571"/>
                  </a:cubicBezTo>
                  <a:cubicBezTo>
                    <a:pt x="531399" y="118011"/>
                    <a:pt x="525960" y="120730"/>
                    <a:pt x="523240" y="120730"/>
                  </a:cubicBezTo>
                  <a:cubicBezTo>
                    <a:pt x="515081" y="123450"/>
                    <a:pt x="512361" y="123450"/>
                    <a:pt x="506922" y="123450"/>
                  </a:cubicBezTo>
                  <a:cubicBezTo>
                    <a:pt x="504202" y="123450"/>
                    <a:pt x="490604" y="123450"/>
                    <a:pt x="477006" y="123450"/>
                  </a:cubicBezTo>
                  <a:cubicBezTo>
                    <a:pt x="477006" y="131609"/>
                    <a:pt x="479725" y="137048"/>
                    <a:pt x="479725" y="145207"/>
                  </a:cubicBezTo>
                  <a:cubicBezTo>
                    <a:pt x="479725" y="156086"/>
                    <a:pt x="477006" y="166964"/>
                    <a:pt x="477006" y="180563"/>
                  </a:cubicBezTo>
                  <a:cubicBezTo>
                    <a:pt x="477006" y="196881"/>
                    <a:pt x="479725" y="215918"/>
                    <a:pt x="482445" y="232236"/>
                  </a:cubicBezTo>
                  <a:cubicBezTo>
                    <a:pt x="485165" y="248554"/>
                    <a:pt x="485165" y="267592"/>
                    <a:pt x="485165" y="283910"/>
                  </a:cubicBezTo>
                  <a:cubicBezTo>
                    <a:pt x="485165" y="297508"/>
                    <a:pt x="485165" y="313826"/>
                    <a:pt x="485165" y="327424"/>
                  </a:cubicBezTo>
                  <a:cubicBezTo>
                    <a:pt x="485165" y="343742"/>
                    <a:pt x="487884" y="357340"/>
                    <a:pt x="487884" y="373658"/>
                  </a:cubicBezTo>
                  <a:cubicBezTo>
                    <a:pt x="487884" y="389976"/>
                    <a:pt x="485165" y="403575"/>
                    <a:pt x="485165" y="419892"/>
                  </a:cubicBezTo>
                  <a:cubicBezTo>
                    <a:pt x="485165" y="436210"/>
                    <a:pt x="485165" y="449809"/>
                    <a:pt x="485165" y="463407"/>
                  </a:cubicBezTo>
                  <a:cubicBezTo>
                    <a:pt x="485165" y="479725"/>
                    <a:pt x="485165" y="498762"/>
                    <a:pt x="482445" y="515080"/>
                  </a:cubicBezTo>
                  <a:cubicBezTo>
                    <a:pt x="482445" y="528679"/>
                    <a:pt x="482445" y="542277"/>
                    <a:pt x="482445" y="558595"/>
                  </a:cubicBezTo>
                  <a:cubicBezTo>
                    <a:pt x="482445" y="572193"/>
                    <a:pt x="479725" y="588511"/>
                    <a:pt x="479725" y="602109"/>
                  </a:cubicBezTo>
                  <a:cubicBezTo>
                    <a:pt x="479725" y="615708"/>
                    <a:pt x="485165" y="632026"/>
                    <a:pt x="485165" y="648343"/>
                  </a:cubicBezTo>
                  <a:cubicBezTo>
                    <a:pt x="485165" y="659222"/>
                    <a:pt x="482445" y="670101"/>
                    <a:pt x="474286" y="675540"/>
                  </a:cubicBezTo>
                  <a:cubicBezTo>
                    <a:pt x="460688" y="686419"/>
                    <a:pt x="444370" y="691858"/>
                    <a:pt x="428052" y="691858"/>
                  </a:cubicBezTo>
                  <a:cubicBezTo>
                    <a:pt x="414454" y="691858"/>
                    <a:pt x="400855" y="689138"/>
                    <a:pt x="387257" y="683699"/>
                  </a:cubicBezTo>
                  <a:cubicBezTo>
                    <a:pt x="373659" y="678260"/>
                    <a:pt x="360060" y="672820"/>
                    <a:pt x="351901" y="664661"/>
                  </a:cubicBezTo>
                  <a:cubicBezTo>
                    <a:pt x="330144" y="645624"/>
                    <a:pt x="316546" y="621147"/>
                    <a:pt x="305667" y="596670"/>
                  </a:cubicBezTo>
                  <a:cubicBezTo>
                    <a:pt x="292069" y="569473"/>
                    <a:pt x="281190" y="539557"/>
                    <a:pt x="270312" y="509641"/>
                  </a:cubicBezTo>
                  <a:cubicBezTo>
                    <a:pt x="264872" y="493323"/>
                    <a:pt x="256713" y="477005"/>
                    <a:pt x="251274" y="460687"/>
                  </a:cubicBezTo>
                  <a:cubicBezTo>
                    <a:pt x="240395" y="433491"/>
                    <a:pt x="232236" y="409014"/>
                    <a:pt x="224077" y="381817"/>
                  </a:cubicBezTo>
                  <a:cubicBezTo>
                    <a:pt x="218638" y="365499"/>
                    <a:pt x="213199" y="346462"/>
                    <a:pt x="207759" y="330144"/>
                  </a:cubicBezTo>
                  <a:cubicBezTo>
                    <a:pt x="202320" y="316545"/>
                    <a:pt x="196881" y="300228"/>
                    <a:pt x="191442" y="286629"/>
                  </a:cubicBezTo>
                  <a:cubicBezTo>
                    <a:pt x="188722" y="281190"/>
                    <a:pt x="186002" y="278470"/>
                    <a:pt x="183283" y="278470"/>
                  </a:cubicBezTo>
                  <a:cubicBezTo>
                    <a:pt x="180563" y="278470"/>
                    <a:pt x="180563" y="286629"/>
                    <a:pt x="180563" y="292069"/>
                  </a:cubicBezTo>
                  <a:cubicBezTo>
                    <a:pt x="180563" y="297508"/>
                    <a:pt x="180563" y="302947"/>
                    <a:pt x="180563" y="305667"/>
                  </a:cubicBezTo>
                  <a:cubicBezTo>
                    <a:pt x="180563" y="321985"/>
                    <a:pt x="183283" y="338303"/>
                    <a:pt x="183283" y="354621"/>
                  </a:cubicBezTo>
                  <a:cubicBezTo>
                    <a:pt x="183283" y="387257"/>
                    <a:pt x="186002" y="417173"/>
                    <a:pt x="188722" y="449809"/>
                  </a:cubicBezTo>
                  <a:cubicBezTo>
                    <a:pt x="188722" y="460687"/>
                    <a:pt x="188722" y="468846"/>
                    <a:pt x="188722" y="479725"/>
                  </a:cubicBezTo>
                  <a:cubicBezTo>
                    <a:pt x="188722" y="501482"/>
                    <a:pt x="188722" y="523239"/>
                    <a:pt x="188722" y="542277"/>
                  </a:cubicBezTo>
                  <a:cubicBezTo>
                    <a:pt x="188722" y="566754"/>
                    <a:pt x="186002" y="591231"/>
                    <a:pt x="186002" y="615708"/>
                  </a:cubicBezTo>
                  <a:cubicBezTo>
                    <a:pt x="186002" y="623867"/>
                    <a:pt x="186002" y="632026"/>
                    <a:pt x="186002" y="637465"/>
                  </a:cubicBezTo>
                  <a:cubicBezTo>
                    <a:pt x="186002" y="645624"/>
                    <a:pt x="183283" y="656502"/>
                    <a:pt x="183283" y="664661"/>
                  </a:cubicBezTo>
                  <a:cubicBezTo>
                    <a:pt x="202320" y="664661"/>
                    <a:pt x="218638" y="664661"/>
                    <a:pt x="226797" y="664661"/>
                  </a:cubicBezTo>
                  <a:cubicBezTo>
                    <a:pt x="234956" y="664661"/>
                    <a:pt x="253994" y="664661"/>
                    <a:pt x="253994" y="680979"/>
                  </a:cubicBezTo>
                  <a:cubicBezTo>
                    <a:pt x="253994" y="689138"/>
                    <a:pt x="253994" y="691858"/>
                    <a:pt x="248554" y="697297"/>
                  </a:cubicBezTo>
                  <a:cubicBezTo>
                    <a:pt x="245835" y="702737"/>
                    <a:pt x="240395" y="705456"/>
                    <a:pt x="234956" y="705456"/>
                  </a:cubicBezTo>
                  <a:cubicBezTo>
                    <a:pt x="226797" y="708176"/>
                    <a:pt x="224077" y="708176"/>
                    <a:pt x="218638" y="708176"/>
                  </a:cubicBezTo>
                  <a:cubicBezTo>
                    <a:pt x="215918" y="708176"/>
                    <a:pt x="199600" y="708176"/>
                    <a:pt x="183283" y="708176"/>
                  </a:cubicBezTo>
                  <a:cubicBezTo>
                    <a:pt x="166965" y="708176"/>
                    <a:pt x="153366" y="708176"/>
                    <a:pt x="150647" y="708176"/>
                  </a:cubicBezTo>
                  <a:cubicBezTo>
                    <a:pt x="139768" y="708176"/>
                    <a:pt x="120730" y="708176"/>
                    <a:pt x="107132" y="708176"/>
                  </a:cubicBezTo>
                  <a:cubicBezTo>
                    <a:pt x="101693" y="708176"/>
                    <a:pt x="96253" y="708176"/>
                    <a:pt x="88094" y="708176"/>
                  </a:cubicBezTo>
                  <a:cubicBezTo>
                    <a:pt x="82655" y="708176"/>
                    <a:pt x="74496" y="708176"/>
                    <a:pt x="69057" y="702737"/>
                  </a:cubicBezTo>
                  <a:cubicBezTo>
                    <a:pt x="63618" y="700017"/>
                    <a:pt x="58178" y="691858"/>
                    <a:pt x="58178" y="686419"/>
                  </a:cubicBezTo>
                  <a:cubicBezTo>
                    <a:pt x="58178" y="683699"/>
                    <a:pt x="58178" y="680979"/>
                    <a:pt x="60898" y="678260"/>
                  </a:cubicBezTo>
                  <a:cubicBezTo>
                    <a:pt x="63618" y="675540"/>
                    <a:pt x="71777" y="672820"/>
                    <a:pt x="77216" y="670101"/>
                  </a:cubicBezTo>
                  <a:cubicBezTo>
                    <a:pt x="90814" y="667381"/>
                    <a:pt x="115291" y="664661"/>
                    <a:pt x="120730" y="664661"/>
                  </a:cubicBezTo>
                  <a:cubicBezTo>
                    <a:pt x="123450" y="664661"/>
                    <a:pt x="126170" y="664661"/>
                    <a:pt x="131609" y="664661"/>
                  </a:cubicBezTo>
                  <a:cubicBezTo>
                    <a:pt x="131609" y="623867"/>
                    <a:pt x="134329" y="583072"/>
                    <a:pt x="134329" y="539557"/>
                  </a:cubicBezTo>
                  <a:cubicBezTo>
                    <a:pt x="134329" y="528679"/>
                    <a:pt x="134329" y="515080"/>
                    <a:pt x="134329" y="504202"/>
                  </a:cubicBezTo>
                  <a:cubicBezTo>
                    <a:pt x="131609" y="460687"/>
                    <a:pt x="131609" y="417173"/>
                    <a:pt x="131609" y="376378"/>
                  </a:cubicBezTo>
                  <a:cubicBezTo>
                    <a:pt x="131609" y="351901"/>
                    <a:pt x="131609" y="327424"/>
                    <a:pt x="131609" y="302947"/>
                  </a:cubicBezTo>
                  <a:cubicBezTo>
                    <a:pt x="131609" y="275751"/>
                    <a:pt x="131609" y="248554"/>
                    <a:pt x="134329" y="221357"/>
                  </a:cubicBezTo>
                  <a:cubicBezTo>
                    <a:pt x="134329" y="188722"/>
                    <a:pt x="137048" y="156086"/>
                    <a:pt x="137048" y="123450"/>
                  </a:cubicBezTo>
                  <a:cubicBezTo>
                    <a:pt x="126170" y="123450"/>
                    <a:pt x="115291" y="123450"/>
                    <a:pt x="107132" y="123450"/>
                  </a:cubicBezTo>
                  <a:cubicBezTo>
                    <a:pt x="101693" y="123450"/>
                    <a:pt x="96253" y="123450"/>
                    <a:pt x="88094" y="123450"/>
                  </a:cubicBezTo>
                  <a:cubicBezTo>
                    <a:pt x="82655" y="123450"/>
                    <a:pt x="74496" y="120730"/>
                    <a:pt x="69057" y="118011"/>
                  </a:cubicBezTo>
                  <a:cubicBezTo>
                    <a:pt x="63618" y="115291"/>
                    <a:pt x="58178" y="107132"/>
                    <a:pt x="58178" y="101693"/>
                  </a:cubicBezTo>
                  <a:cubicBezTo>
                    <a:pt x="58178" y="98973"/>
                    <a:pt x="58178" y="96253"/>
                    <a:pt x="60898" y="93534"/>
                  </a:cubicBezTo>
                  <a:cubicBezTo>
                    <a:pt x="63618" y="90814"/>
                    <a:pt x="71777" y="88095"/>
                    <a:pt x="77216" y="85375"/>
                  </a:cubicBezTo>
                  <a:cubicBezTo>
                    <a:pt x="90814" y="82655"/>
                    <a:pt x="126170" y="79936"/>
                    <a:pt x="131609" y="79936"/>
                  </a:cubicBezTo>
                  <a:cubicBezTo>
                    <a:pt x="137048" y="79936"/>
                    <a:pt x="147927" y="79936"/>
                    <a:pt x="161525" y="79936"/>
                  </a:cubicBezTo>
                  <a:cubicBezTo>
                    <a:pt x="166965" y="74496"/>
                    <a:pt x="172404" y="71776"/>
                    <a:pt x="177843" y="66337"/>
                  </a:cubicBezTo>
                  <a:cubicBezTo>
                    <a:pt x="186002" y="60898"/>
                    <a:pt x="194161" y="58178"/>
                    <a:pt x="202320" y="58178"/>
                  </a:cubicBezTo>
                  <a:cubicBezTo>
                    <a:pt x="215918" y="58178"/>
                    <a:pt x="226797" y="63618"/>
                    <a:pt x="234956" y="77216"/>
                  </a:cubicBezTo>
                  <a:cubicBezTo>
                    <a:pt x="240395" y="88095"/>
                    <a:pt x="248554" y="96253"/>
                    <a:pt x="251274" y="107132"/>
                  </a:cubicBezTo>
                  <a:cubicBezTo>
                    <a:pt x="256713" y="120730"/>
                    <a:pt x="259433" y="134329"/>
                    <a:pt x="267592" y="147927"/>
                  </a:cubicBezTo>
                  <a:cubicBezTo>
                    <a:pt x="273031" y="158806"/>
                    <a:pt x="275751" y="172404"/>
                    <a:pt x="281190" y="183282"/>
                  </a:cubicBezTo>
                  <a:cubicBezTo>
                    <a:pt x="286630" y="196881"/>
                    <a:pt x="292069" y="210479"/>
                    <a:pt x="297508" y="224077"/>
                  </a:cubicBezTo>
                  <a:cubicBezTo>
                    <a:pt x="300228" y="237676"/>
                    <a:pt x="305667" y="251274"/>
                    <a:pt x="308387" y="264872"/>
                  </a:cubicBezTo>
                  <a:cubicBezTo>
                    <a:pt x="311107" y="278470"/>
                    <a:pt x="311107" y="289349"/>
                    <a:pt x="319265" y="300228"/>
                  </a:cubicBezTo>
                  <a:cubicBezTo>
                    <a:pt x="332864" y="324704"/>
                    <a:pt x="346462" y="351901"/>
                    <a:pt x="351901" y="379098"/>
                  </a:cubicBezTo>
                  <a:cubicBezTo>
                    <a:pt x="354621" y="392696"/>
                    <a:pt x="360060" y="403575"/>
                    <a:pt x="365500" y="417173"/>
                  </a:cubicBezTo>
                  <a:cubicBezTo>
                    <a:pt x="373659" y="430771"/>
                    <a:pt x="373659" y="444369"/>
                    <a:pt x="379098" y="457968"/>
                  </a:cubicBezTo>
                  <a:cubicBezTo>
                    <a:pt x="381818" y="471566"/>
                    <a:pt x="387257" y="482445"/>
                    <a:pt x="395416" y="496043"/>
                  </a:cubicBezTo>
                  <a:cubicBezTo>
                    <a:pt x="398136" y="501482"/>
                    <a:pt x="403575" y="506921"/>
                    <a:pt x="406295" y="512361"/>
                  </a:cubicBezTo>
                  <a:cubicBezTo>
                    <a:pt x="409014" y="517800"/>
                    <a:pt x="409014" y="525959"/>
                    <a:pt x="411734" y="531398"/>
                  </a:cubicBezTo>
                  <a:cubicBezTo>
                    <a:pt x="414454" y="539557"/>
                    <a:pt x="417173" y="550436"/>
                    <a:pt x="419893" y="558595"/>
                  </a:cubicBezTo>
                  <a:cubicBezTo>
                    <a:pt x="422613" y="561314"/>
                    <a:pt x="422613" y="564034"/>
                    <a:pt x="425332" y="564034"/>
                  </a:cubicBezTo>
                  <a:cubicBezTo>
                    <a:pt x="428052" y="564034"/>
                    <a:pt x="428052" y="561314"/>
                    <a:pt x="430771" y="558595"/>
                  </a:cubicBezTo>
                  <a:cubicBezTo>
                    <a:pt x="430771" y="555875"/>
                    <a:pt x="430771" y="553156"/>
                    <a:pt x="430771" y="550436"/>
                  </a:cubicBezTo>
                  <a:cubicBezTo>
                    <a:pt x="430771" y="534118"/>
                    <a:pt x="430771" y="517800"/>
                    <a:pt x="430771" y="501482"/>
                  </a:cubicBezTo>
                  <a:cubicBezTo>
                    <a:pt x="430771" y="468846"/>
                    <a:pt x="433491" y="436210"/>
                    <a:pt x="430771" y="403575"/>
                  </a:cubicBezTo>
                  <a:cubicBezTo>
                    <a:pt x="430771" y="373658"/>
                    <a:pt x="425332" y="343742"/>
                    <a:pt x="425332" y="313826"/>
                  </a:cubicBezTo>
                  <a:cubicBezTo>
                    <a:pt x="425332" y="292069"/>
                    <a:pt x="425332" y="270311"/>
                    <a:pt x="425332" y="248554"/>
                  </a:cubicBezTo>
                  <a:cubicBezTo>
                    <a:pt x="425332" y="234956"/>
                    <a:pt x="425332" y="224077"/>
                    <a:pt x="425332" y="210479"/>
                  </a:cubicBezTo>
                  <a:cubicBezTo>
                    <a:pt x="425332" y="191441"/>
                    <a:pt x="422613" y="172404"/>
                    <a:pt x="422613" y="153366"/>
                  </a:cubicBezTo>
                  <a:cubicBezTo>
                    <a:pt x="422613" y="142488"/>
                    <a:pt x="422613" y="134329"/>
                    <a:pt x="425332" y="123450"/>
                  </a:cubicBezTo>
                  <a:cubicBezTo>
                    <a:pt x="417173" y="123450"/>
                    <a:pt x="406295" y="123450"/>
                    <a:pt x="398136" y="123450"/>
                  </a:cubicBezTo>
                  <a:cubicBezTo>
                    <a:pt x="392696" y="123450"/>
                    <a:pt x="387257" y="123450"/>
                    <a:pt x="379098" y="123450"/>
                  </a:cubicBezTo>
                  <a:cubicBezTo>
                    <a:pt x="373659" y="123450"/>
                    <a:pt x="365500" y="120730"/>
                    <a:pt x="360060" y="118011"/>
                  </a:cubicBezTo>
                  <a:cubicBezTo>
                    <a:pt x="354621" y="115291"/>
                    <a:pt x="349182" y="107132"/>
                    <a:pt x="349182" y="101693"/>
                  </a:cubicBezTo>
                  <a:cubicBezTo>
                    <a:pt x="349182" y="98973"/>
                    <a:pt x="349182" y="96253"/>
                    <a:pt x="351901" y="93534"/>
                  </a:cubicBezTo>
                  <a:cubicBezTo>
                    <a:pt x="354621" y="90814"/>
                    <a:pt x="362780" y="88095"/>
                    <a:pt x="368219" y="85375"/>
                  </a:cubicBezTo>
                  <a:cubicBezTo>
                    <a:pt x="381818" y="82655"/>
                    <a:pt x="417173" y="79936"/>
                    <a:pt x="422613" y="79936"/>
                  </a:cubicBezTo>
                  <a:cubicBezTo>
                    <a:pt x="428052" y="79936"/>
                    <a:pt x="433491" y="79936"/>
                    <a:pt x="444370" y="79936"/>
                  </a:cubicBezTo>
                  <a:cubicBezTo>
                    <a:pt x="449809" y="74496"/>
                    <a:pt x="455248" y="71776"/>
                    <a:pt x="463407" y="71776"/>
                  </a:cubicBezTo>
                  <a:cubicBezTo>
                    <a:pt x="471566" y="71776"/>
                    <a:pt x="477006" y="74496"/>
                    <a:pt x="477006" y="79936"/>
                  </a:cubicBezTo>
                  <a:cubicBezTo>
                    <a:pt x="490604" y="82655"/>
                    <a:pt x="504202" y="79936"/>
                    <a:pt x="512361" y="79936"/>
                  </a:cubicBezTo>
                  <a:lnTo>
                    <a:pt x="512361" y="79936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397BA53C-5927-4890-95E0-16501B2A2A63}"/>
                </a:ext>
              </a:extLst>
            </p:cNvPr>
            <p:cNvSpPr/>
            <p:nvPr/>
          </p:nvSpPr>
          <p:spPr>
            <a:xfrm>
              <a:off x="2987430" y="4242177"/>
              <a:ext cx="494979" cy="674476"/>
            </a:xfrm>
            <a:custGeom>
              <a:avLst/>
              <a:gdLst>
                <a:gd name="connsiteX0" fmla="*/ 228453 w 494979"/>
                <a:gd name="connsiteY0" fmla="*/ 97907 h 674476"/>
                <a:gd name="connsiteX1" fmla="*/ 212135 w 494979"/>
                <a:gd name="connsiteY1" fmla="*/ 119665 h 674476"/>
                <a:gd name="connsiteX2" fmla="*/ 203976 w 494979"/>
                <a:gd name="connsiteY2" fmla="*/ 152300 h 674476"/>
                <a:gd name="connsiteX3" fmla="*/ 201256 w 494979"/>
                <a:gd name="connsiteY3" fmla="*/ 168618 h 674476"/>
                <a:gd name="connsiteX4" fmla="*/ 198537 w 494979"/>
                <a:gd name="connsiteY4" fmla="*/ 184936 h 674476"/>
                <a:gd name="connsiteX5" fmla="*/ 190378 w 494979"/>
                <a:gd name="connsiteY5" fmla="*/ 220292 h 674476"/>
                <a:gd name="connsiteX6" fmla="*/ 171340 w 494979"/>
                <a:gd name="connsiteY6" fmla="*/ 291003 h 674476"/>
                <a:gd name="connsiteX7" fmla="*/ 163180 w 494979"/>
                <a:gd name="connsiteY7" fmla="*/ 323639 h 674476"/>
                <a:gd name="connsiteX8" fmla="*/ 152302 w 494979"/>
                <a:gd name="connsiteY8" fmla="*/ 361714 h 674476"/>
                <a:gd name="connsiteX9" fmla="*/ 146862 w 494979"/>
                <a:gd name="connsiteY9" fmla="*/ 388910 h 674476"/>
                <a:gd name="connsiteX10" fmla="*/ 152302 w 494979"/>
                <a:gd name="connsiteY10" fmla="*/ 391630 h 674476"/>
                <a:gd name="connsiteX11" fmla="*/ 174060 w 494979"/>
                <a:gd name="connsiteY11" fmla="*/ 391630 h 674476"/>
                <a:gd name="connsiteX12" fmla="*/ 195817 w 494979"/>
                <a:gd name="connsiteY12" fmla="*/ 388910 h 674476"/>
                <a:gd name="connsiteX13" fmla="*/ 214855 w 494979"/>
                <a:gd name="connsiteY13" fmla="*/ 388910 h 674476"/>
                <a:gd name="connsiteX14" fmla="*/ 239332 w 494979"/>
                <a:gd name="connsiteY14" fmla="*/ 388910 h 674476"/>
                <a:gd name="connsiteX15" fmla="*/ 252930 w 494979"/>
                <a:gd name="connsiteY15" fmla="*/ 386191 h 674476"/>
                <a:gd name="connsiteX16" fmla="*/ 261089 w 494979"/>
                <a:gd name="connsiteY16" fmla="*/ 386191 h 674476"/>
                <a:gd name="connsiteX17" fmla="*/ 258369 w 494979"/>
                <a:gd name="connsiteY17" fmla="*/ 367153 h 674476"/>
                <a:gd name="connsiteX18" fmla="*/ 252930 w 494979"/>
                <a:gd name="connsiteY18" fmla="*/ 331797 h 674476"/>
                <a:gd name="connsiteX19" fmla="*/ 250210 w 494979"/>
                <a:gd name="connsiteY19" fmla="*/ 244769 h 674476"/>
                <a:gd name="connsiteX20" fmla="*/ 244771 w 494979"/>
                <a:gd name="connsiteY20" fmla="*/ 203974 h 674476"/>
                <a:gd name="connsiteX21" fmla="*/ 239332 w 494979"/>
                <a:gd name="connsiteY21" fmla="*/ 157740 h 674476"/>
                <a:gd name="connsiteX22" fmla="*/ 236612 w 494979"/>
                <a:gd name="connsiteY22" fmla="*/ 119665 h 674476"/>
                <a:gd name="connsiteX23" fmla="*/ 228453 w 494979"/>
                <a:gd name="connsiteY23" fmla="*/ 97907 h 674476"/>
                <a:gd name="connsiteX24" fmla="*/ 274687 w 494979"/>
                <a:gd name="connsiteY24" fmla="*/ 0 h 674476"/>
                <a:gd name="connsiteX25" fmla="*/ 304603 w 494979"/>
                <a:gd name="connsiteY25" fmla="*/ 5439 h 674476"/>
                <a:gd name="connsiteX26" fmla="*/ 320921 w 494979"/>
                <a:gd name="connsiteY26" fmla="*/ 24477 h 674476"/>
                <a:gd name="connsiteX27" fmla="*/ 334519 w 494979"/>
                <a:gd name="connsiteY27" fmla="*/ 43515 h 674476"/>
                <a:gd name="connsiteX28" fmla="*/ 339959 w 494979"/>
                <a:gd name="connsiteY28" fmla="*/ 65272 h 674476"/>
                <a:gd name="connsiteX29" fmla="*/ 348118 w 494979"/>
                <a:gd name="connsiteY29" fmla="*/ 114226 h 674476"/>
                <a:gd name="connsiteX30" fmla="*/ 361716 w 494979"/>
                <a:gd name="connsiteY30" fmla="*/ 163180 h 674476"/>
                <a:gd name="connsiteX31" fmla="*/ 369875 w 494979"/>
                <a:gd name="connsiteY31" fmla="*/ 220293 h 674476"/>
                <a:gd name="connsiteX32" fmla="*/ 378034 w 494979"/>
                <a:gd name="connsiteY32" fmla="*/ 274686 h 674476"/>
                <a:gd name="connsiteX33" fmla="*/ 383473 w 494979"/>
                <a:gd name="connsiteY33" fmla="*/ 301883 h 674476"/>
                <a:gd name="connsiteX34" fmla="*/ 391632 w 494979"/>
                <a:gd name="connsiteY34" fmla="*/ 337238 h 674476"/>
                <a:gd name="connsiteX35" fmla="*/ 397071 w 494979"/>
                <a:gd name="connsiteY35" fmla="*/ 364435 h 674476"/>
                <a:gd name="connsiteX36" fmla="*/ 405230 w 494979"/>
                <a:gd name="connsiteY36" fmla="*/ 383473 h 674476"/>
                <a:gd name="connsiteX37" fmla="*/ 416109 w 494979"/>
                <a:gd name="connsiteY37" fmla="*/ 386192 h 674476"/>
                <a:gd name="connsiteX38" fmla="*/ 426988 w 494979"/>
                <a:gd name="connsiteY38" fmla="*/ 386192 h 674476"/>
                <a:gd name="connsiteX39" fmla="*/ 454184 w 494979"/>
                <a:gd name="connsiteY39" fmla="*/ 397071 h 674476"/>
                <a:gd name="connsiteX40" fmla="*/ 456904 w 494979"/>
                <a:gd name="connsiteY40" fmla="*/ 405230 h 674476"/>
                <a:gd name="connsiteX41" fmla="*/ 451465 w 494979"/>
                <a:gd name="connsiteY41" fmla="*/ 416108 h 674476"/>
                <a:gd name="connsiteX42" fmla="*/ 432427 w 494979"/>
                <a:gd name="connsiteY42" fmla="*/ 429707 h 674476"/>
                <a:gd name="connsiteX43" fmla="*/ 421548 w 494979"/>
                <a:gd name="connsiteY43" fmla="*/ 432426 h 674476"/>
                <a:gd name="connsiteX44" fmla="*/ 413389 w 494979"/>
                <a:gd name="connsiteY44" fmla="*/ 435146 h 674476"/>
                <a:gd name="connsiteX45" fmla="*/ 413389 w 494979"/>
                <a:gd name="connsiteY45" fmla="*/ 440585 h 674476"/>
                <a:gd name="connsiteX46" fmla="*/ 416109 w 494979"/>
                <a:gd name="connsiteY46" fmla="*/ 451464 h 674476"/>
                <a:gd name="connsiteX47" fmla="*/ 418829 w 494979"/>
                <a:gd name="connsiteY47" fmla="*/ 465062 h 674476"/>
                <a:gd name="connsiteX48" fmla="*/ 418829 w 494979"/>
                <a:gd name="connsiteY48" fmla="*/ 475941 h 674476"/>
                <a:gd name="connsiteX49" fmla="*/ 418829 w 494979"/>
                <a:gd name="connsiteY49" fmla="*/ 486820 h 674476"/>
                <a:gd name="connsiteX50" fmla="*/ 426988 w 494979"/>
                <a:gd name="connsiteY50" fmla="*/ 516736 h 674476"/>
                <a:gd name="connsiteX51" fmla="*/ 432427 w 494979"/>
                <a:gd name="connsiteY51" fmla="*/ 543932 h 674476"/>
                <a:gd name="connsiteX52" fmla="*/ 437866 w 494979"/>
                <a:gd name="connsiteY52" fmla="*/ 573848 h 674476"/>
                <a:gd name="connsiteX53" fmla="*/ 443306 w 494979"/>
                <a:gd name="connsiteY53" fmla="*/ 606484 h 674476"/>
                <a:gd name="connsiteX54" fmla="*/ 446025 w 494979"/>
                <a:gd name="connsiteY54" fmla="*/ 617363 h 674476"/>
                <a:gd name="connsiteX55" fmla="*/ 470502 w 494979"/>
                <a:gd name="connsiteY55" fmla="*/ 617363 h 674476"/>
                <a:gd name="connsiteX56" fmla="*/ 494979 w 494979"/>
                <a:gd name="connsiteY56" fmla="*/ 641840 h 674476"/>
                <a:gd name="connsiteX57" fmla="*/ 486820 w 494979"/>
                <a:gd name="connsiteY57" fmla="*/ 655438 h 674476"/>
                <a:gd name="connsiteX58" fmla="*/ 470502 w 494979"/>
                <a:gd name="connsiteY58" fmla="*/ 663597 h 674476"/>
                <a:gd name="connsiteX59" fmla="*/ 446025 w 494979"/>
                <a:gd name="connsiteY59" fmla="*/ 666317 h 674476"/>
                <a:gd name="connsiteX60" fmla="*/ 424268 w 494979"/>
                <a:gd name="connsiteY60" fmla="*/ 666317 h 674476"/>
                <a:gd name="connsiteX61" fmla="*/ 416109 w 494979"/>
                <a:gd name="connsiteY61" fmla="*/ 666317 h 674476"/>
                <a:gd name="connsiteX62" fmla="*/ 402511 w 494979"/>
                <a:gd name="connsiteY62" fmla="*/ 671756 h 674476"/>
                <a:gd name="connsiteX63" fmla="*/ 386193 w 494979"/>
                <a:gd name="connsiteY63" fmla="*/ 674476 h 674476"/>
                <a:gd name="connsiteX64" fmla="*/ 350837 w 494979"/>
                <a:gd name="connsiteY64" fmla="*/ 669036 h 674476"/>
                <a:gd name="connsiteX65" fmla="*/ 329080 w 494979"/>
                <a:gd name="connsiteY65" fmla="*/ 669036 h 674476"/>
                <a:gd name="connsiteX66" fmla="*/ 280126 w 494979"/>
                <a:gd name="connsiteY66" fmla="*/ 669036 h 674476"/>
                <a:gd name="connsiteX67" fmla="*/ 255649 w 494979"/>
                <a:gd name="connsiteY67" fmla="*/ 663597 h 674476"/>
                <a:gd name="connsiteX68" fmla="*/ 239331 w 494979"/>
                <a:gd name="connsiteY68" fmla="*/ 647279 h 674476"/>
                <a:gd name="connsiteX69" fmla="*/ 263808 w 494979"/>
                <a:gd name="connsiteY69" fmla="*/ 630961 h 674476"/>
                <a:gd name="connsiteX70" fmla="*/ 291005 w 494979"/>
                <a:gd name="connsiteY70" fmla="*/ 628241 h 674476"/>
                <a:gd name="connsiteX71" fmla="*/ 288285 w 494979"/>
                <a:gd name="connsiteY71" fmla="*/ 609204 h 674476"/>
                <a:gd name="connsiteX72" fmla="*/ 285565 w 494979"/>
                <a:gd name="connsiteY72" fmla="*/ 582007 h 674476"/>
                <a:gd name="connsiteX73" fmla="*/ 282846 w 494979"/>
                <a:gd name="connsiteY73" fmla="*/ 568409 h 674476"/>
                <a:gd name="connsiteX74" fmla="*/ 285565 w 494979"/>
                <a:gd name="connsiteY74" fmla="*/ 554811 h 674476"/>
                <a:gd name="connsiteX75" fmla="*/ 280126 w 494979"/>
                <a:gd name="connsiteY75" fmla="*/ 538493 h 674476"/>
                <a:gd name="connsiteX76" fmla="*/ 274687 w 494979"/>
                <a:gd name="connsiteY76" fmla="*/ 505857 h 674476"/>
                <a:gd name="connsiteX77" fmla="*/ 271967 w 494979"/>
                <a:gd name="connsiteY77" fmla="*/ 478660 h 674476"/>
                <a:gd name="connsiteX78" fmla="*/ 269247 w 494979"/>
                <a:gd name="connsiteY78" fmla="*/ 446025 h 674476"/>
                <a:gd name="connsiteX79" fmla="*/ 263808 w 494979"/>
                <a:gd name="connsiteY79" fmla="*/ 437866 h 674476"/>
                <a:gd name="connsiteX80" fmla="*/ 252929 w 494979"/>
                <a:gd name="connsiteY80" fmla="*/ 437866 h 674476"/>
                <a:gd name="connsiteX81" fmla="*/ 223013 w 494979"/>
                <a:gd name="connsiteY81" fmla="*/ 440585 h 674476"/>
                <a:gd name="connsiteX82" fmla="*/ 193097 w 494979"/>
                <a:gd name="connsiteY82" fmla="*/ 443305 h 674476"/>
                <a:gd name="connsiteX83" fmla="*/ 168620 w 494979"/>
                <a:gd name="connsiteY83" fmla="*/ 443305 h 674476"/>
                <a:gd name="connsiteX84" fmla="*/ 146862 w 494979"/>
                <a:gd name="connsiteY84" fmla="*/ 440585 h 674476"/>
                <a:gd name="connsiteX85" fmla="*/ 138703 w 494979"/>
                <a:gd name="connsiteY85" fmla="*/ 454184 h 674476"/>
                <a:gd name="connsiteX86" fmla="*/ 133263 w 494979"/>
                <a:gd name="connsiteY86" fmla="*/ 486820 h 674476"/>
                <a:gd name="connsiteX87" fmla="*/ 122385 w 494979"/>
                <a:gd name="connsiteY87" fmla="*/ 541213 h 674476"/>
                <a:gd name="connsiteX88" fmla="*/ 106067 w 494979"/>
                <a:gd name="connsiteY88" fmla="*/ 614643 h 674476"/>
                <a:gd name="connsiteX89" fmla="*/ 135983 w 494979"/>
                <a:gd name="connsiteY89" fmla="*/ 614643 h 674476"/>
                <a:gd name="connsiteX90" fmla="*/ 171340 w 494979"/>
                <a:gd name="connsiteY90" fmla="*/ 630961 h 674476"/>
                <a:gd name="connsiteX91" fmla="*/ 165900 w 494979"/>
                <a:gd name="connsiteY91" fmla="*/ 647279 h 674476"/>
                <a:gd name="connsiteX92" fmla="*/ 149581 w 494979"/>
                <a:gd name="connsiteY92" fmla="*/ 655438 h 674476"/>
                <a:gd name="connsiteX93" fmla="*/ 127824 w 494979"/>
                <a:gd name="connsiteY93" fmla="*/ 658158 h 674476"/>
                <a:gd name="connsiteX94" fmla="*/ 106067 w 494979"/>
                <a:gd name="connsiteY94" fmla="*/ 658158 h 674476"/>
                <a:gd name="connsiteX95" fmla="*/ 62552 w 494979"/>
                <a:gd name="connsiteY95" fmla="*/ 658158 h 674476"/>
                <a:gd name="connsiteX96" fmla="*/ 40795 w 494979"/>
                <a:gd name="connsiteY96" fmla="*/ 658158 h 674476"/>
                <a:gd name="connsiteX97" fmla="*/ 16318 w 494979"/>
                <a:gd name="connsiteY97" fmla="*/ 652718 h 674476"/>
                <a:gd name="connsiteX98" fmla="*/ 0 w 494979"/>
                <a:gd name="connsiteY98" fmla="*/ 636401 h 674476"/>
                <a:gd name="connsiteX99" fmla="*/ 2720 w 494979"/>
                <a:gd name="connsiteY99" fmla="*/ 628241 h 674476"/>
                <a:gd name="connsiteX100" fmla="*/ 24477 w 494979"/>
                <a:gd name="connsiteY100" fmla="*/ 620082 h 674476"/>
                <a:gd name="connsiteX101" fmla="*/ 62552 w 494979"/>
                <a:gd name="connsiteY101" fmla="*/ 617363 h 674476"/>
                <a:gd name="connsiteX102" fmla="*/ 62552 w 494979"/>
                <a:gd name="connsiteY102" fmla="*/ 614643 h 674476"/>
                <a:gd name="connsiteX103" fmla="*/ 65272 w 494979"/>
                <a:gd name="connsiteY103" fmla="*/ 587447 h 674476"/>
                <a:gd name="connsiteX104" fmla="*/ 76151 w 494979"/>
                <a:gd name="connsiteY104" fmla="*/ 522175 h 674476"/>
                <a:gd name="connsiteX105" fmla="*/ 87029 w 494979"/>
                <a:gd name="connsiteY105" fmla="*/ 470501 h 674476"/>
                <a:gd name="connsiteX106" fmla="*/ 92469 w 494979"/>
                <a:gd name="connsiteY106" fmla="*/ 446025 h 674476"/>
                <a:gd name="connsiteX107" fmla="*/ 65272 w 494979"/>
                <a:gd name="connsiteY107" fmla="*/ 432426 h 674476"/>
                <a:gd name="connsiteX108" fmla="*/ 54393 w 494979"/>
                <a:gd name="connsiteY108" fmla="*/ 421548 h 674476"/>
                <a:gd name="connsiteX109" fmla="*/ 73431 w 494979"/>
                <a:gd name="connsiteY109" fmla="*/ 407949 h 674476"/>
                <a:gd name="connsiteX110" fmla="*/ 100628 w 494979"/>
                <a:gd name="connsiteY110" fmla="*/ 399790 h 674476"/>
                <a:gd name="connsiteX111" fmla="*/ 108787 w 494979"/>
                <a:gd name="connsiteY111" fmla="*/ 369874 h 674476"/>
                <a:gd name="connsiteX112" fmla="*/ 125105 w 494979"/>
                <a:gd name="connsiteY112" fmla="*/ 307322 h 674476"/>
                <a:gd name="connsiteX113" fmla="*/ 141423 w 494979"/>
                <a:gd name="connsiteY113" fmla="*/ 242051 h 674476"/>
                <a:gd name="connsiteX114" fmla="*/ 155021 w 494979"/>
                <a:gd name="connsiteY114" fmla="*/ 179498 h 674476"/>
                <a:gd name="connsiteX115" fmla="*/ 168620 w 494979"/>
                <a:gd name="connsiteY115" fmla="*/ 119665 h 674476"/>
                <a:gd name="connsiteX116" fmla="*/ 193097 w 494979"/>
                <a:gd name="connsiteY116" fmla="*/ 57113 h 674476"/>
                <a:gd name="connsiteX117" fmla="*/ 201256 w 494979"/>
                <a:gd name="connsiteY117" fmla="*/ 38075 h 674476"/>
                <a:gd name="connsiteX118" fmla="*/ 217574 w 494979"/>
                <a:gd name="connsiteY118" fmla="*/ 13598 h 674476"/>
                <a:gd name="connsiteX119" fmla="*/ 274687 w 494979"/>
                <a:gd name="connsiteY119" fmla="*/ 0 h 674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</a:cxnLst>
              <a:rect l="l" t="t" r="r" b="b"/>
              <a:pathLst>
                <a:path w="494979" h="674476">
                  <a:moveTo>
                    <a:pt x="228453" y="97907"/>
                  </a:moveTo>
                  <a:cubicBezTo>
                    <a:pt x="220294" y="97907"/>
                    <a:pt x="212135" y="114225"/>
                    <a:pt x="212135" y="119665"/>
                  </a:cubicBezTo>
                  <a:cubicBezTo>
                    <a:pt x="209415" y="130543"/>
                    <a:pt x="206696" y="144141"/>
                    <a:pt x="203976" y="152300"/>
                  </a:cubicBezTo>
                  <a:cubicBezTo>
                    <a:pt x="201256" y="157740"/>
                    <a:pt x="201256" y="163179"/>
                    <a:pt x="201256" y="168618"/>
                  </a:cubicBezTo>
                  <a:cubicBezTo>
                    <a:pt x="201256" y="174058"/>
                    <a:pt x="198537" y="179497"/>
                    <a:pt x="198537" y="184936"/>
                  </a:cubicBezTo>
                  <a:cubicBezTo>
                    <a:pt x="195817" y="195815"/>
                    <a:pt x="193097" y="209413"/>
                    <a:pt x="190378" y="220292"/>
                  </a:cubicBezTo>
                  <a:cubicBezTo>
                    <a:pt x="187658" y="244769"/>
                    <a:pt x="179499" y="269246"/>
                    <a:pt x="171340" y="291003"/>
                  </a:cubicBezTo>
                  <a:cubicBezTo>
                    <a:pt x="168620" y="301881"/>
                    <a:pt x="165900" y="312760"/>
                    <a:pt x="163180" y="323639"/>
                  </a:cubicBezTo>
                  <a:cubicBezTo>
                    <a:pt x="160461" y="337237"/>
                    <a:pt x="157741" y="348115"/>
                    <a:pt x="152302" y="361714"/>
                  </a:cubicBezTo>
                  <a:cubicBezTo>
                    <a:pt x="149582" y="367153"/>
                    <a:pt x="146862" y="383471"/>
                    <a:pt x="146862" y="388910"/>
                  </a:cubicBezTo>
                  <a:cubicBezTo>
                    <a:pt x="146862" y="391630"/>
                    <a:pt x="149582" y="391630"/>
                    <a:pt x="152302" y="391630"/>
                  </a:cubicBezTo>
                  <a:cubicBezTo>
                    <a:pt x="157741" y="391630"/>
                    <a:pt x="171340" y="391630"/>
                    <a:pt x="174060" y="391630"/>
                  </a:cubicBezTo>
                  <a:cubicBezTo>
                    <a:pt x="182219" y="391630"/>
                    <a:pt x="190378" y="391630"/>
                    <a:pt x="195817" y="388910"/>
                  </a:cubicBezTo>
                  <a:cubicBezTo>
                    <a:pt x="201256" y="388910"/>
                    <a:pt x="206696" y="388910"/>
                    <a:pt x="214855" y="388910"/>
                  </a:cubicBezTo>
                  <a:cubicBezTo>
                    <a:pt x="220294" y="388910"/>
                    <a:pt x="228453" y="388910"/>
                    <a:pt x="239332" y="388910"/>
                  </a:cubicBezTo>
                  <a:cubicBezTo>
                    <a:pt x="244771" y="388910"/>
                    <a:pt x="250210" y="388910"/>
                    <a:pt x="252930" y="386191"/>
                  </a:cubicBezTo>
                  <a:cubicBezTo>
                    <a:pt x="258369" y="391630"/>
                    <a:pt x="261089" y="388910"/>
                    <a:pt x="261089" y="386191"/>
                  </a:cubicBezTo>
                  <a:cubicBezTo>
                    <a:pt x="261089" y="380751"/>
                    <a:pt x="258369" y="372592"/>
                    <a:pt x="258369" y="367153"/>
                  </a:cubicBezTo>
                  <a:cubicBezTo>
                    <a:pt x="255650" y="353555"/>
                    <a:pt x="252930" y="342676"/>
                    <a:pt x="252930" y="331797"/>
                  </a:cubicBezTo>
                  <a:cubicBezTo>
                    <a:pt x="252930" y="301881"/>
                    <a:pt x="252930" y="274685"/>
                    <a:pt x="250210" y="244769"/>
                  </a:cubicBezTo>
                  <a:cubicBezTo>
                    <a:pt x="250210" y="231170"/>
                    <a:pt x="247491" y="217572"/>
                    <a:pt x="244771" y="203974"/>
                  </a:cubicBezTo>
                  <a:cubicBezTo>
                    <a:pt x="242051" y="187656"/>
                    <a:pt x="239332" y="174058"/>
                    <a:pt x="239332" y="157740"/>
                  </a:cubicBezTo>
                  <a:cubicBezTo>
                    <a:pt x="239332" y="152300"/>
                    <a:pt x="239332" y="133263"/>
                    <a:pt x="236612" y="119665"/>
                  </a:cubicBezTo>
                  <a:cubicBezTo>
                    <a:pt x="236612" y="106066"/>
                    <a:pt x="233892" y="97907"/>
                    <a:pt x="228453" y="97907"/>
                  </a:cubicBezTo>
                  <a:close/>
                  <a:moveTo>
                    <a:pt x="274687" y="0"/>
                  </a:moveTo>
                  <a:cubicBezTo>
                    <a:pt x="288285" y="0"/>
                    <a:pt x="293724" y="2720"/>
                    <a:pt x="304603" y="5439"/>
                  </a:cubicBezTo>
                  <a:cubicBezTo>
                    <a:pt x="315482" y="10879"/>
                    <a:pt x="315482" y="16318"/>
                    <a:pt x="320921" y="24477"/>
                  </a:cubicBezTo>
                  <a:cubicBezTo>
                    <a:pt x="326360" y="29916"/>
                    <a:pt x="331800" y="35356"/>
                    <a:pt x="334519" y="43515"/>
                  </a:cubicBezTo>
                  <a:cubicBezTo>
                    <a:pt x="337239" y="51674"/>
                    <a:pt x="337239" y="57113"/>
                    <a:pt x="339959" y="65272"/>
                  </a:cubicBezTo>
                  <a:cubicBezTo>
                    <a:pt x="345398" y="78870"/>
                    <a:pt x="342678" y="97908"/>
                    <a:pt x="348118" y="114226"/>
                  </a:cubicBezTo>
                  <a:cubicBezTo>
                    <a:pt x="350837" y="130544"/>
                    <a:pt x="358996" y="146863"/>
                    <a:pt x="361716" y="163180"/>
                  </a:cubicBezTo>
                  <a:cubicBezTo>
                    <a:pt x="364435" y="182218"/>
                    <a:pt x="364435" y="201256"/>
                    <a:pt x="369875" y="220293"/>
                  </a:cubicBezTo>
                  <a:cubicBezTo>
                    <a:pt x="375314" y="239331"/>
                    <a:pt x="378034" y="255649"/>
                    <a:pt x="378034" y="274686"/>
                  </a:cubicBezTo>
                  <a:cubicBezTo>
                    <a:pt x="378034" y="282845"/>
                    <a:pt x="380753" y="293724"/>
                    <a:pt x="383473" y="301883"/>
                  </a:cubicBezTo>
                  <a:cubicBezTo>
                    <a:pt x="386193" y="312762"/>
                    <a:pt x="388912" y="326360"/>
                    <a:pt x="391632" y="337238"/>
                  </a:cubicBezTo>
                  <a:cubicBezTo>
                    <a:pt x="391632" y="342678"/>
                    <a:pt x="394352" y="353556"/>
                    <a:pt x="397071" y="364435"/>
                  </a:cubicBezTo>
                  <a:cubicBezTo>
                    <a:pt x="399791" y="372594"/>
                    <a:pt x="402511" y="380753"/>
                    <a:pt x="405230" y="383473"/>
                  </a:cubicBezTo>
                  <a:cubicBezTo>
                    <a:pt x="407950" y="386192"/>
                    <a:pt x="413389" y="386192"/>
                    <a:pt x="416109" y="386192"/>
                  </a:cubicBezTo>
                  <a:cubicBezTo>
                    <a:pt x="418829" y="386192"/>
                    <a:pt x="424268" y="386192"/>
                    <a:pt x="426988" y="386192"/>
                  </a:cubicBezTo>
                  <a:cubicBezTo>
                    <a:pt x="437866" y="386192"/>
                    <a:pt x="448745" y="388912"/>
                    <a:pt x="454184" y="397071"/>
                  </a:cubicBezTo>
                  <a:cubicBezTo>
                    <a:pt x="456904" y="399790"/>
                    <a:pt x="456904" y="402510"/>
                    <a:pt x="456904" y="405230"/>
                  </a:cubicBezTo>
                  <a:cubicBezTo>
                    <a:pt x="456904" y="407949"/>
                    <a:pt x="454184" y="410669"/>
                    <a:pt x="451465" y="416108"/>
                  </a:cubicBezTo>
                  <a:cubicBezTo>
                    <a:pt x="446025" y="421548"/>
                    <a:pt x="440586" y="426987"/>
                    <a:pt x="432427" y="429707"/>
                  </a:cubicBezTo>
                  <a:cubicBezTo>
                    <a:pt x="429707" y="429707"/>
                    <a:pt x="426988" y="432426"/>
                    <a:pt x="421548" y="432426"/>
                  </a:cubicBezTo>
                  <a:cubicBezTo>
                    <a:pt x="418829" y="432426"/>
                    <a:pt x="416109" y="432426"/>
                    <a:pt x="413389" y="435146"/>
                  </a:cubicBezTo>
                  <a:cubicBezTo>
                    <a:pt x="413389" y="435146"/>
                    <a:pt x="413389" y="437866"/>
                    <a:pt x="413389" y="440585"/>
                  </a:cubicBezTo>
                  <a:cubicBezTo>
                    <a:pt x="413389" y="443305"/>
                    <a:pt x="413389" y="448744"/>
                    <a:pt x="416109" y="451464"/>
                  </a:cubicBezTo>
                  <a:cubicBezTo>
                    <a:pt x="416109" y="456903"/>
                    <a:pt x="418829" y="462343"/>
                    <a:pt x="418829" y="465062"/>
                  </a:cubicBezTo>
                  <a:lnTo>
                    <a:pt x="418829" y="475941"/>
                  </a:lnTo>
                  <a:cubicBezTo>
                    <a:pt x="418829" y="481380"/>
                    <a:pt x="418829" y="484100"/>
                    <a:pt x="418829" y="486820"/>
                  </a:cubicBezTo>
                  <a:cubicBezTo>
                    <a:pt x="421548" y="497698"/>
                    <a:pt x="424268" y="505857"/>
                    <a:pt x="426988" y="516736"/>
                  </a:cubicBezTo>
                  <a:cubicBezTo>
                    <a:pt x="426988" y="524895"/>
                    <a:pt x="429707" y="535773"/>
                    <a:pt x="432427" y="543932"/>
                  </a:cubicBezTo>
                  <a:cubicBezTo>
                    <a:pt x="435147" y="554811"/>
                    <a:pt x="437866" y="562970"/>
                    <a:pt x="437866" y="573848"/>
                  </a:cubicBezTo>
                  <a:cubicBezTo>
                    <a:pt x="437866" y="587447"/>
                    <a:pt x="440586" y="595606"/>
                    <a:pt x="443306" y="606484"/>
                  </a:cubicBezTo>
                  <a:cubicBezTo>
                    <a:pt x="443306" y="609204"/>
                    <a:pt x="446025" y="614643"/>
                    <a:pt x="446025" y="617363"/>
                  </a:cubicBezTo>
                  <a:cubicBezTo>
                    <a:pt x="454184" y="617363"/>
                    <a:pt x="462343" y="617363"/>
                    <a:pt x="470502" y="617363"/>
                  </a:cubicBezTo>
                  <a:cubicBezTo>
                    <a:pt x="478661" y="625522"/>
                    <a:pt x="492259" y="630961"/>
                    <a:pt x="494979" y="641840"/>
                  </a:cubicBezTo>
                  <a:cubicBezTo>
                    <a:pt x="494979" y="647279"/>
                    <a:pt x="489540" y="649999"/>
                    <a:pt x="486820" y="655438"/>
                  </a:cubicBezTo>
                  <a:cubicBezTo>
                    <a:pt x="484100" y="660877"/>
                    <a:pt x="475942" y="663597"/>
                    <a:pt x="470502" y="663597"/>
                  </a:cubicBezTo>
                  <a:cubicBezTo>
                    <a:pt x="459623" y="666317"/>
                    <a:pt x="454184" y="666317"/>
                    <a:pt x="446025" y="666317"/>
                  </a:cubicBezTo>
                  <a:cubicBezTo>
                    <a:pt x="440586" y="666317"/>
                    <a:pt x="432427" y="666317"/>
                    <a:pt x="424268" y="666317"/>
                  </a:cubicBezTo>
                  <a:cubicBezTo>
                    <a:pt x="421548" y="666317"/>
                    <a:pt x="418829" y="666317"/>
                    <a:pt x="416109" y="666317"/>
                  </a:cubicBezTo>
                  <a:cubicBezTo>
                    <a:pt x="410670" y="669036"/>
                    <a:pt x="407950" y="669036"/>
                    <a:pt x="402511" y="671756"/>
                  </a:cubicBezTo>
                  <a:cubicBezTo>
                    <a:pt x="397071" y="671756"/>
                    <a:pt x="391632" y="674476"/>
                    <a:pt x="386193" y="674476"/>
                  </a:cubicBezTo>
                  <a:cubicBezTo>
                    <a:pt x="375314" y="674476"/>
                    <a:pt x="361716" y="671756"/>
                    <a:pt x="350837" y="669036"/>
                  </a:cubicBezTo>
                  <a:cubicBezTo>
                    <a:pt x="342678" y="669036"/>
                    <a:pt x="334519" y="669036"/>
                    <a:pt x="329080" y="669036"/>
                  </a:cubicBezTo>
                  <a:cubicBezTo>
                    <a:pt x="307323" y="669036"/>
                    <a:pt x="288285" y="669036"/>
                    <a:pt x="280126" y="669036"/>
                  </a:cubicBezTo>
                  <a:cubicBezTo>
                    <a:pt x="271967" y="669036"/>
                    <a:pt x="261088" y="669036"/>
                    <a:pt x="255649" y="663597"/>
                  </a:cubicBezTo>
                  <a:cubicBezTo>
                    <a:pt x="250210" y="660877"/>
                    <a:pt x="239331" y="655438"/>
                    <a:pt x="239331" y="647279"/>
                  </a:cubicBezTo>
                  <a:cubicBezTo>
                    <a:pt x="239331" y="636401"/>
                    <a:pt x="255649" y="633681"/>
                    <a:pt x="263808" y="630961"/>
                  </a:cubicBezTo>
                  <a:cubicBezTo>
                    <a:pt x="269247" y="630961"/>
                    <a:pt x="277406" y="630961"/>
                    <a:pt x="291005" y="628241"/>
                  </a:cubicBezTo>
                  <a:cubicBezTo>
                    <a:pt x="291005" y="620082"/>
                    <a:pt x="291005" y="614643"/>
                    <a:pt x="288285" y="609204"/>
                  </a:cubicBezTo>
                  <a:cubicBezTo>
                    <a:pt x="288285" y="601045"/>
                    <a:pt x="285565" y="590166"/>
                    <a:pt x="285565" y="582007"/>
                  </a:cubicBezTo>
                  <a:cubicBezTo>
                    <a:pt x="285565" y="576568"/>
                    <a:pt x="282846" y="573848"/>
                    <a:pt x="282846" y="568409"/>
                  </a:cubicBezTo>
                  <a:cubicBezTo>
                    <a:pt x="282846" y="562970"/>
                    <a:pt x="285565" y="557531"/>
                    <a:pt x="285565" y="554811"/>
                  </a:cubicBezTo>
                  <a:cubicBezTo>
                    <a:pt x="285565" y="549371"/>
                    <a:pt x="282846" y="546652"/>
                    <a:pt x="280126" y="538493"/>
                  </a:cubicBezTo>
                  <a:cubicBezTo>
                    <a:pt x="280126" y="527614"/>
                    <a:pt x="274687" y="516736"/>
                    <a:pt x="274687" y="505857"/>
                  </a:cubicBezTo>
                  <a:cubicBezTo>
                    <a:pt x="274687" y="494978"/>
                    <a:pt x="274687" y="486820"/>
                    <a:pt x="271967" y="478660"/>
                  </a:cubicBezTo>
                  <a:cubicBezTo>
                    <a:pt x="269247" y="467782"/>
                    <a:pt x="269247" y="456903"/>
                    <a:pt x="269247" y="446025"/>
                  </a:cubicBezTo>
                  <a:cubicBezTo>
                    <a:pt x="269247" y="440585"/>
                    <a:pt x="266528" y="437866"/>
                    <a:pt x="263808" y="437866"/>
                  </a:cubicBezTo>
                  <a:cubicBezTo>
                    <a:pt x="261088" y="437866"/>
                    <a:pt x="258369" y="437866"/>
                    <a:pt x="252929" y="437866"/>
                  </a:cubicBezTo>
                  <a:cubicBezTo>
                    <a:pt x="242051" y="437866"/>
                    <a:pt x="231172" y="437866"/>
                    <a:pt x="223013" y="440585"/>
                  </a:cubicBezTo>
                  <a:cubicBezTo>
                    <a:pt x="212135" y="440585"/>
                    <a:pt x="203976" y="443305"/>
                    <a:pt x="193097" y="443305"/>
                  </a:cubicBezTo>
                  <a:cubicBezTo>
                    <a:pt x="184938" y="443305"/>
                    <a:pt x="176779" y="443305"/>
                    <a:pt x="168620" y="443305"/>
                  </a:cubicBezTo>
                  <a:cubicBezTo>
                    <a:pt x="165900" y="443305"/>
                    <a:pt x="155021" y="440585"/>
                    <a:pt x="146862" y="440585"/>
                  </a:cubicBezTo>
                  <a:cubicBezTo>
                    <a:pt x="138703" y="440585"/>
                    <a:pt x="138703" y="448744"/>
                    <a:pt x="138703" y="454184"/>
                  </a:cubicBezTo>
                  <a:cubicBezTo>
                    <a:pt x="138703" y="465062"/>
                    <a:pt x="135983" y="475941"/>
                    <a:pt x="133263" y="486820"/>
                  </a:cubicBezTo>
                  <a:cubicBezTo>
                    <a:pt x="130544" y="505857"/>
                    <a:pt x="125105" y="522175"/>
                    <a:pt x="122385" y="541213"/>
                  </a:cubicBezTo>
                  <a:cubicBezTo>
                    <a:pt x="119665" y="560250"/>
                    <a:pt x="111506" y="595606"/>
                    <a:pt x="106067" y="614643"/>
                  </a:cubicBezTo>
                  <a:cubicBezTo>
                    <a:pt x="114226" y="614643"/>
                    <a:pt x="125105" y="614643"/>
                    <a:pt x="135983" y="614643"/>
                  </a:cubicBezTo>
                  <a:cubicBezTo>
                    <a:pt x="149581" y="614643"/>
                    <a:pt x="171340" y="614643"/>
                    <a:pt x="171340" y="630961"/>
                  </a:cubicBezTo>
                  <a:cubicBezTo>
                    <a:pt x="171340" y="639120"/>
                    <a:pt x="168620" y="639120"/>
                    <a:pt x="165900" y="647279"/>
                  </a:cubicBezTo>
                  <a:cubicBezTo>
                    <a:pt x="163181" y="652718"/>
                    <a:pt x="155021" y="655438"/>
                    <a:pt x="149581" y="655438"/>
                  </a:cubicBezTo>
                  <a:cubicBezTo>
                    <a:pt x="141423" y="658158"/>
                    <a:pt x="135983" y="658158"/>
                    <a:pt x="127824" y="658158"/>
                  </a:cubicBezTo>
                  <a:cubicBezTo>
                    <a:pt x="122385" y="658158"/>
                    <a:pt x="116946" y="658158"/>
                    <a:pt x="106067" y="658158"/>
                  </a:cubicBezTo>
                  <a:cubicBezTo>
                    <a:pt x="92469" y="658158"/>
                    <a:pt x="78870" y="658158"/>
                    <a:pt x="62552" y="658158"/>
                  </a:cubicBezTo>
                  <a:cubicBezTo>
                    <a:pt x="54393" y="658158"/>
                    <a:pt x="46234" y="658158"/>
                    <a:pt x="40795" y="658158"/>
                  </a:cubicBezTo>
                  <a:cubicBezTo>
                    <a:pt x="32636" y="658158"/>
                    <a:pt x="21758" y="658158"/>
                    <a:pt x="16318" y="652718"/>
                  </a:cubicBezTo>
                  <a:cubicBezTo>
                    <a:pt x="8159" y="649999"/>
                    <a:pt x="0" y="641840"/>
                    <a:pt x="0" y="636401"/>
                  </a:cubicBezTo>
                  <a:cubicBezTo>
                    <a:pt x="0" y="633681"/>
                    <a:pt x="0" y="630961"/>
                    <a:pt x="2720" y="628241"/>
                  </a:cubicBezTo>
                  <a:cubicBezTo>
                    <a:pt x="8159" y="625522"/>
                    <a:pt x="16318" y="622802"/>
                    <a:pt x="24477" y="620082"/>
                  </a:cubicBezTo>
                  <a:cubicBezTo>
                    <a:pt x="38075" y="617363"/>
                    <a:pt x="48954" y="617363"/>
                    <a:pt x="62552" y="617363"/>
                  </a:cubicBezTo>
                  <a:cubicBezTo>
                    <a:pt x="62552" y="617363"/>
                    <a:pt x="62552" y="614643"/>
                    <a:pt x="62552" y="614643"/>
                  </a:cubicBezTo>
                  <a:cubicBezTo>
                    <a:pt x="62552" y="603765"/>
                    <a:pt x="65272" y="590166"/>
                    <a:pt x="65272" y="587447"/>
                  </a:cubicBezTo>
                  <a:cubicBezTo>
                    <a:pt x="67992" y="565689"/>
                    <a:pt x="73431" y="543932"/>
                    <a:pt x="76151" y="522175"/>
                  </a:cubicBezTo>
                  <a:cubicBezTo>
                    <a:pt x="78870" y="505857"/>
                    <a:pt x="81590" y="486820"/>
                    <a:pt x="87029" y="470501"/>
                  </a:cubicBezTo>
                  <a:cubicBezTo>
                    <a:pt x="87029" y="465062"/>
                    <a:pt x="92469" y="451464"/>
                    <a:pt x="92469" y="446025"/>
                  </a:cubicBezTo>
                  <a:cubicBezTo>
                    <a:pt x="92469" y="437866"/>
                    <a:pt x="73431" y="437866"/>
                    <a:pt x="65272" y="432426"/>
                  </a:cubicBezTo>
                  <a:cubicBezTo>
                    <a:pt x="59833" y="429707"/>
                    <a:pt x="54393" y="426987"/>
                    <a:pt x="54393" y="421548"/>
                  </a:cubicBezTo>
                  <a:cubicBezTo>
                    <a:pt x="54393" y="413389"/>
                    <a:pt x="62552" y="410669"/>
                    <a:pt x="73431" y="407949"/>
                  </a:cubicBezTo>
                  <a:cubicBezTo>
                    <a:pt x="78870" y="407949"/>
                    <a:pt x="92469" y="405230"/>
                    <a:pt x="100628" y="399790"/>
                  </a:cubicBezTo>
                  <a:cubicBezTo>
                    <a:pt x="106067" y="394351"/>
                    <a:pt x="106067" y="378033"/>
                    <a:pt x="108787" y="369874"/>
                  </a:cubicBezTo>
                  <a:cubicBezTo>
                    <a:pt x="114226" y="348117"/>
                    <a:pt x="119665" y="326360"/>
                    <a:pt x="125105" y="307322"/>
                  </a:cubicBezTo>
                  <a:cubicBezTo>
                    <a:pt x="130544" y="285565"/>
                    <a:pt x="135983" y="263808"/>
                    <a:pt x="141423" y="242051"/>
                  </a:cubicBezTo>
                  <a:cubicBezTo>
                    <a:pt x="146862" y="220293"/>
                    <a:pt x="152301" y="198536"/>
                    <a:pt x="155021" y="179498"/>
                  </a:cubicBezTo>
                  <a:cubicBezTo>
                    <a:pt x="157740" y="160461"/>
                    <a:pt x="163181" y="138703"/>
                    <a:pt x="168620" y="119665"/>
                  </a:cubicBezTo>
                  <a:cubicBezTo>
                    <a:pt x="176779" y="100627"/>
                    <a:pt x="182218" y="76150"/>
                    <a:pt x="193097" y="57113"/>
                  </a:cubicBezTo>
                  <a:lnTo>
                    <a:pt x="201256" y="38075"/>
                  </a:lnTo>
                  <a:cubicBezTo>
                    <a:pt x="206695" y="29916"/>
                    <a:pt x="209415" y="19038"/>
                    <a:pt x="217574" y="13598"/>
                  </a:cubicBezTo>
                  <a:cubicBezTo>
                    <a:pt x="231172" y="2720"/>
                    <a:pt x="255649" y="0"/>
                    <a:pt x="274687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3C9EF25D-B45E-483F-A696-70FB19DAB924}"/>
                </a:ext>
              </a:extLst>
            </p:cNvPr>
            <p:cNvSpPr/>
            <p:nvPr/>
          </p:nvSpPr>
          <p:spPr>
            <a:xfrm>
              <a:off x="3443268" y="4186718"/>
              <a:ext cx="435145" cy="761503"/>
            </a:xfrm>
            <a:custGeom>
              <a:avLst/>
              <a:gdLst>
                <a:gd name="connsiteX0" fmla="*/ 400855 w 435145"/>
                <a:gd name="connsiteY0" fmla="*/ 678260 h 761503"/>
                <a:gd name="connsiteX1" fmla="*/ 384537 w 435145"/>
                <a:gd name="connsiteY1" fmla="*/ 719054 h 761503"/>
                <a:gd name="connsiteX2" fmla="*/ 368219 w 435145"/>
                <a:gd name="connsiteY2" fmla="*/ 713615 h 761503"/>
                <a:gd name="connsiteX3" fmla="*/ 360060 w 435145"/>
                <a:gd name="connsiteY3" fmla="*/ 697297 h 761503"/>
                <a:gd name="connsiteX4" fmla="*/ 360060 w 435145"/>
                <a:gd name="connsiteY4" fmla="*/ 651063 h 761503"/>
                <a:gd name="connsiteX5" fmla="*/ 332864 w 435145"/>
                <a:gd name="connsiteY5" fmla="*/ 686418 h 761503"/>
                <a:gd name="connsiteX6" fmla="*/ 251274 w 435145"/>
                <a:gd name="connsiteY6" fmla="*/ 721774 h 761503"/>
                <a:gd name="connsiteX7" fmla="*/ 229517 w 435145"/>
                <a:gd name="connsiteY7" fmla="*/ 719054 h 761503"/>
                <a:gd name="connsiteX8" fmla="*/ 158806 w 435145"/>
                <a:gd name="connsiteY8" fmla="*/ 694578 h 761503"/>
                <a:gd name="connsiteX9" fmla="*/ 112571 w 435145"/>
                <a:gd name="connsiteY9" fmla="*/ 659222 h 761503"/>
                <a:gd name="connsiteX10" fmla="*/ 79936 w 435145"/>
                <a:gd name="connsiteY10" fmla="*/ 607548 h 761503"/>
                <a:gd name="connsiteX11" fmla="*/ 63618 w 435145"/>
                <a:gd name="connsiteY11" fmla="*/ 542277 h 761503"/>
                <a:gd name="connsiteX12" fmla="*/ 58178 w 435145"/>
                <a:gd name="connsiteY12" fmla="*/ 471566 h 761503"/>
                <a:gd name="connsiteX13" fmla="*/ 60898 w 435145"/>
                <a:gd name="connsiteY13" fmla="*/ 400855 h 761503"/>
                <a:gd name="connsiteX14" fmla="*/ 66337 w 435145"/>
                <a:gd name="connsiteY14" fmla="*/ 335583 h 761503"/>
                <a:gd name="connsiteX15" fmla="*/ 85375 w 435145"/>
                <a:gd name="connsiteY15" fmla="*/ 267592 h 761503"/>
                <a:gd name="connsiteX16" fmla="*/ 109852 w 435145"/>
                <a:gd name="connsiteY16" fmla="*/ 199600 h 761503"/>
                <a:gd name="connsiteX17" fmla="*/ 145207 w 435145"/>
                <a:gd name="connsiteY17" fmla="*/ 145207 h 761503"/>
                <a:gd name="connsiteX18" fmla="*/ 188722 w 435145"/>
                <a:gd name="connsiteY18" fmla="*/ 96253 h 761503"/>
                <a:gd name="connsiteX19" fmla="*/ 243115 w 435145"/>
                <a:gd name="connsiteY19" fmla="*/ 71776 h 761503"/>
                <a:gd name="connsiteX20" fmla="*/ 286630 w 435145"/>
                <a:gd name="connsiteY20" fmla="*/ 63617 h 761503"/>
                <a:gd name="connsiteX21" fmla="*/ 305667 w 435145"/>
                <a:gd name="connsiteY21" fmla="*/ 66337 h 761503"/>
                <a:gd name="connsiteX22" fmla="*/ 324705 w 435145"/>
                <a:gd name="connsiteY22" fmla="*/ 79936 h 761503"/>
                <a:gd name="connsiteX23" fmla="*/ 341023 w 435145"/>
                <a:gd name="connsiteY23" fmla="*/ 101693 h 761503"/>
                <a:gd name="connsiteX24" fmla="*/ 354621 w 435145"/>
                <a:gd name="connsiteY24" fmla="*/ 123450 h 761503"/>
                <a:gd name="connsiteX25" fmla="*/ 354621 w 435145"/>
                <a:gd name="connsiteY25" fmla="*/ 98973 h 761503"/>
                <a:gd name="connsiteX26" fmla="*/ 360060 w 435145"/>
                <a:gd name="connsiteY26" fmla="*/ 74496 h 761503"/>
                <a:gd name="connsiteX27" fmla="*/ 365500 w 435145"/>
                <a:gd name="connsiteY27" fmla="*/ 63617 h 761503"/>
                <a:gd name="connsiteX28" fmla="*/ 373659 w 435145"/>
                <a:gd name="connsiteY28" fmla="*/ 58178 h 761503"/>
                <a:gd name="connsiteX29" fmla="*/ 381818 w 435145"/>
                <a:gd name="connsiteY29" fmla="*/ 63617 h 761503"/>
                <a:gd name="connsiteX30" fmla="*/ 389977 w 435145"/>
                <a:gd name="connsiteY30" fmla="*/ 82655 h 761503"/>
                <a:gd name="connsiteX31" fmla="*/ 392696 w 435145"/>
                <a:gd name="connsiteY31" fmla="*/ 126170 h 761503"/>
                <a:gd name="connsiteX32" fmla="*/ 395416 w 435145"/>
                <a:gd name="connsiteY32" fmla="*/ 186002 h 761503"/>
                <a:gd name="connsiteX33" fmla="*/ 398136 w 435145"/>
                <a:gd name="connsiteY33" fmla="*/ 237675 h 761503"/>
                <a:gd name="connsiteX34" fmla="*/ 398136 w 435145"/>
                <a:gd name="connsiteY34" fmla="*/ 243115 h 761503"/>
                <a:gd name="connsiteX35" fmla="*/ 395416 w 435145"/>
                <a:gd name="connsiteY35" fmla="*/ 256713 h 761503"/>
                <a:gd name="connsiteX36" fmla="*/ 379098 w 435145"/>
                <a:gd name="connsiteY36" fmla="*/ 278470 h 761503"/>
                <a:gd name="connsiteX37" fmla="*/ 362780 w 435145"/>
                <a:gd name="connsiteY37" fmla="*/ 273031 h 761503"/>
                <a:gd name="connsiteX38" fmla="*/ 354621 w 435145"/>
                <a:gd name="connsiteY38" fmla="*/ 256713 h 761503"/>
                <a:gd name="connsiteX39" fmla="*/ 354621 w 435145"/>
                <a:gd name="connsiteY39" fmla="*/ 213198 h 761503"/>
                <a:gd name="connsiteX40" fmla="*/ 354621 w 435145"/>
                <a:gd name="connsiteY40" fmla="*/ 205040 h 761503"/>
                <a:gd name="connsiteX41" fmla="*/ 338303 w 435145"/>
                <a:gd name="connsiteY41" fmla="*/ 147927 h 761503"/>
                <a:gd name="connsiteX42" fmla="*/ 292069 w 435145"/>
                <a:gd name="connsiteY42" fmla="*/ 107132 h 761503"/>
                <a:gd name="connsiteX43" fmla="*/ 262153 w 435145"/>
                <a:gd name="connsiteY43" fmla="*/ 120730 h 761503"/>
                <a:gd name="connsiteX44" fmla="*/ 251274 w 435145"/>
                <a:gd name="connsiteY44" fmla="*/ 131609 h 761503"/>
                <a:gd name="connsiteX45" fmla="*/ 240395 w 435145"/>
                <a:gd name="connsiteY45" fmla="*/ 139768 h 761503"/>
                <a:gd name="connsiteX46" fmla="*/ 237676 w 435145"/>
                <a:gd name="connsiteY46" fmla="*/ 164245 h 761503"/>
                <a:gd name="connsiteX47" fmla="*/ 226797 w 435145"/>
                <a:gd name="connsiteY47" fmla="*/ 196881 h 761503"/>
                <a:gd name="connsiteX48" fmla="*/ 213199 w 435145"/>
                <a:gd name="connsiteY48" fmla="*/ 259433 h 761503"/>
                <a:gd name="connsiteX49" fmla="*/ 207759 w 435145"/>
                <a:gd name="connsiteY49" fmla="*/ 324704 h 761503"/>
                <a:gd name="connsiteX50" fmla="*/ 207759 w 435145"/>
                <a:gd name="connsiteY50" fmla="*/ 335583 h 761503"/>
                <a:gd name="connsiteX51" fmla="*/ 205040 w 435145"/>
                <a:gd name="connsiteY51" fmla="*/ 349181 h 761503"/>
                <a:gd name="connsiteX52" fmla="*/ 207759 w 435145"/>
                <a:gd name="connsiteY52" fmla="*/ 368219 h 761503"/>
                <a:gd name="connsiteX53" fmla="*/ 207759 w 435145"/>
                <a:gd name="connsiteY53" fmla="*/ 376378 h 761503"/>
                <a:gd name="connsiteX54" fmla="*/ 205040 w 435145"/>
                <a:gd name="connsiteY54" fmla="*/ 387256 h 761503"/>
                <a:gd name="connsiteX55" fmla="*/ 205040 w 435145"/>
                <a:gd name="connsiteY55" fmla="*/ 395415 h 761503"/>
                <a:gd name="connsiteX56" fmla="*/ 205040 w 435145"/>
                <a:gd name="connsiteY56" fmla="*/ 406294 h 761503"/>
                <a:gd name="connsiteX57" fmla="*/ 205040 w 435145"/>
                <a:gd name="connsiteY57" fmla="*/ 425332 h 761503"/>
                <a:gd name="connsiteX58" fmla="*/ 213199 w 435145"/>
                <a:gd name="connsiteY58" fmla="*/ 493323 h 761503"/>
                <a:gd name="connsiteX59" fmla="*/ 221358 w 435145"/>
                <a:gd name="connsiteY59" fmla="*/ 561314 h 761503"/>
                <a:gd name="connsiteX60" fmla="*/ 226797 w 435145"/>
                <a:gd name="connsiteY60" fmla="*/ 591231 h 761503"/>
                <a:gd name="connsiteX61" fmla="*/ 240395 w 435145"/>
                <a:gd name="connsiteY61" fmla="*/ 618427 h 761503"/>
                <a:gd name="connsiteX62" fmla="*/ 283910 w 435145"/>
                <a:gd name="connsiteY62" fmla="*/ 651063 h 761503"/>
                <a:gd name="connsiteX63" fmla="*/ 338303 w 435145"/>
                <a:gd name="connsiteY63" fmla="*/ 612988 h 761503"/>
                <a:gd name="connsiteX64" fmla="*/ 354621 w 435145"/>
                <a:gd name="connsiteY64" fmla="*/ 577632 h 761503"/>
                <a:gd name="connsiteX65" fmla="*/ 357341 w 435145"/>
                <a:gd name="connsiteY65" fmla="*/ 509641 h 761503"/>
                <a:gd name="connsiteX66" fmla="*/ 362780 w 435145"/>
                <a:gd name="connsiteY66" fmla="*/ 485164 h 761503"/>
                <a:gd name="connsiteX67" fmla="*/ 368219 w 435145"/>
                <a:gd name="connsiteY67" fmla="*/ 474286 h 761503"/>
                <a:gd name="connsiteX68" fmla="*/ 376378 w 435145"/>
                <a:gd name="connsiteY68" fmla="*/ 468846 h 761503"/>
                <a:gd name="connsiteX69" fmla="*/ 384537 w 435145"/>
                <a:gd name="connsiteY69" fmla="*/ 474286 h 761503"/>
                <a:gd name="connsiteX70" fmla="*/ 392696 w 435145"/>
                <a:gd name="connsiteY70" fmla="*/ 493323 h 761503"/>
                <a:gd name="connsiteX71" fmla="*/ 395416 w 435145"/>
                <a:gd name="connsiteY71" fmla="*/ 558595 h 761503"/>
                <a:gd name="connsiteX72" fmla="*/ 398136 w 435145"/>
                <a:gd name="connsiteY72" fmla="*/ 618427 h 761503"/>
                <a:gd name="connsiteX73" fmla="*/ 400855 w 435145"/>
                <a:gd name="connsiteY73" fmla="*/ 678260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435145" h="761503">
                  <a:moveTo>
                    <a:pt x="400855" y="678260"/>
                  </a:moveTo>
                  <a:cubicBezTo>
                    <a:pt x="400855" y="689138"/>
                    <a:pt x="400855" y="719054"/>
                    <a:pt x="384537" y="719054"/>
                  </a:cubicBezTo>
                  <a:cubicBezTo>
                    <a:pt x="376378" y="719054"/>
                    <a:pt x="373659" y="716335"/>
                    <a:pt x="368219" y="713615"/>
                  </a:cubicBezTo>
                  <a:cubicBezTo>
                    <a:pt x="362780" y="710895"/>
                    <a:pt x="360060" y="702736"/>
                    <a:pt x="360060" y="697297"/>
                  </a:cubicBezTo>
                  <a:cubicBezTo>
                    <a:pt x="357341" y="680979"/>
                    <a:pt x="357341" y="664661"/>
                    <a:pt x="360060" y="651063"/>
                  </a:cubicBezTo>
                  <a:cubicBezTo>
                    <a:pt x="354621" y="659222"/>
                    <a:pt x="341023" y="678260"/>
                    <a:pt x="332864" y="686418"/>
                  </a:cubicBezTo>
                  <a:cubicBezTo>
                    <a:pt x="311107" y="708176"/>
                    <a:pt x="283910" y="721774"/>
                    <a:pt x="251274" y="721774"/>
                  </a:cubicBezTo>
                  <a:cubicBezTo>
                    <a:pt x="243115" y="721774"/>
                    <a:pt x="237676" y="721774"/>
                    <a:pt x="229517" y="719054"/>
                  </a:cubicBezTo>
                  <a:cubicBezTo>
                    <a:pt x="207759" y="716335"/>
                    <a:pt x="183283" y="708176"/>
                    <a:pt x="158806" y="694578"/>
                  </a:cubicBezTo>
                  <a:cubicBezTo>
                    <a:pt x="142488" y="686418"/>
                    <a:pt x="126170" y="672820"/>
                    <a:pt x="112571" y="659222"/>
                  </a:cubicBezTo>
                  <a:cubicBezTo>
                    <a:pt x="98973" y="642904"/>
                    <a:pt x="88095" y="626586"/>
                    <a:pt x="79936" y="607548"/>
                  </a:cubicBezTo>
                  <a:cubicBezTo>
                    <a:pt x="71777" y="585791"/>
                    <a:pt x="66337" y="566754"/>
                    <a:pt x="63618" y="542277"/>
                  </a:cubicBezTo>
                  <a:cubicBezTo>
                    <a:pt x="60898" y="517800"/>
                    <a:pt x="58178" y="493323"/>
                    <a:pt x="58178" y="471566"/>
                  </a:cubicBezTo>
                  <a:cubicBezTo>
                    <a:pt x="58178" y="447089"/>
                    <a:pt x="58178" y="425332"/>
                    <a:pt x="60898" y="400855"/>
                  </a:cubicBezTo>
                  <a:cubicBezTo>
                    <a:pt x="63618" y="379098"/>
                    <a:pt x="60898" y="357340"/>
                    <a:pt x="66337" y="335583"/>
                  </a:cubicBezTo>
                  <a:cubicBezTo>
                    <a:pt x="69057" y="313826"/>
                    <a:pt x="77216" y="289349"/>
                    <a:pt x="85375" y="267592"/>
                  </a:cubicBezTo>
                  <a:cubicBezTo>
                    <a:pt x="93534" y="243115"/>
                    <a:pt x="98973" y="221357"/>
                    <a:pt x="109852" y="199600"/>
                  </a:cubicBezTo>
                  <a:cubicBezTo>
                    <a:pt x="118011" y="177843"/>
                    <a:pt x="131609" y="161525"/>
                    <a:pt x="145207" y="145207"/>
                  </a:cubicBezTo>
                  <a:cubicBezTo>
                    <a:pt x="158806" y="128889"/>
                    <a:pt x="172404" y="109852"/>
                    <a:pt x="188722" y="96253"/>
                  </a:cubicBezTo>
                  <a:cubicBezTo>
                    <a:pt x="205040" y="82655"/>
                    <a:pt x="224077" y="77216"/>
                    <a:pt x="243115" y="71776"/>
                  </a:cubicBezTo>
                  <a:cubicBezTo>
                    <a:pt x="256713" y="69057"/>
                    <a:pt x="273031" y="63617"/>
                    <a:pt x="286630" y="63617"/>
                  </a:cubicBezTo>
                  <a:cubicBezTo>
                    <a:pt x="292069" y="63617"/>
                    <a:pt x="297508" y="63617"/>
                    <a:pt x="305667" y="66337"/>
                  </a:cubicBezTo>
                  <a:cubicBezTo>
                    <a:pt x="313826" y="69057"/>
                    <a:pt x="319266" y="74496"/>
                    <a:pt x="324705" y="79936"/>
                  </a:cubicBezTo>
                  <a:cubicBezTo>
                    <a:pt x="332864" y="85375"/>
                    <a:pt x="332864" y="93534"/>
                    <a:pt x="341023" y="101693"/>
                  </a:cubicBezTo>
                  <a:cubicBezTo>
                    <a:pt x="346462" y="107132"/>
                    <a:pt x="349182" y="118011"/>
                    <a:pt x="354621" y="123450"/>
                  </a:cubicBezTo>
                  <a:cubicBezTo>
                    <a:pt x="354621" y="115291"/>
                    <a:pt x="354621" y="101693"/>
                    <a:pt x="354621" y="98973"/>
                  </a:cubicBezTo>
                  <a:cubicBezTo>
                    <a:pt x="354621" y="90814"/>
                    <a:pt x="354621" y="79936"/>
                    <a:pt x="360060" y="74496"/>
                  </a:cubicBezTo>
                  <a:cubicBezTo>
                    <a:pt x="362780" y="71776"/>
                    <a:pt x="362780" y="69057"/>
                    <a:pt x="365500" y="63617"/>
                  </a:cubicBezTo>
                  <a:cubicBezTo>
                    <a:pt x="368219" y="60898"/>
                    <a:pt x="370939" y="58178"/>
                    <a:pt x="373659" y="58178"/>
                  </a:cubicBezTo>
                  <a:cubicBezTo>
                    <a:pt x="376378" y="58178"/>
                    <a:pt x="379098" y="60898"/>
                    <a:pt x="381818" y="63617"/>
                  </a:cubicBezTo>
                  <a:cubicBezTo>
                    <a:pt x="384537" y="69057"/>
                    <a:pt x="387257" y="77216"/>
                    <a:pt x="389977" y="82655"/>
                  </a:cubicBezTo>
                  <a:cubicBezTo>
                    <a:pt x="389977" y="90814"/>
                    <a:pt x="392696" y="107132"/>
                    <a:pt x="392696" y="126170"/>
                  </a:cubicBezTo>
                  <a:cubicBezTo>
                    <a:pt x="392696" y="150647"/>
                    <a:pt x="392696" y="177843"/>
                    <a:pt x="395416" y="186002"/>
                  </a:cubicBezTo>
                  <a:cubicBezTo>
                    <a:pt x="398136" y="205040"/>
                    <a:pt x="398136" y="215918"/>
                    <a:pt x="398136" y="237675"/>
                  </a:cubicBezTo>
                  <a:cubicBezTo>
                    <a:pt x="398136" y="240395"/>
                    <a:pt x="398136" y="243115"/>
                    <a:pt x="398136" y="243115"/>
                  </a:cubicBezTo>
                  <a:cubicBezTo>
                    <a:pt x="398136" y="248554"/>
                    <a:pt x="398136" y="251274"/>
                    <a:pt x="395416" y="256713"/>
                  </a:cubicBezTo>
                  <a:cubicBezTo>
                    <a:pt x="392696" y="267592"/>
                    <a:pt x="389977" y="278470"/>
                    <a:pt x="379098" y="278470"/>
                  </a:cubicBezTo>
                  <a:cubicBezTo>
                    <a:pt x="370939" y="278470"/>
                    <a:pt x="368219" y="275751"/>
                    <a:pt x="362780" y="273031"/>
                  </a:cubicBezTo>
                  <a:cubicBezTo>
                    <a:pt x="357341" y="270311"/>
                    <a:pt x="354621" y="262152"/>
                    <a:pt x="354621" y="256713"/>
                  </a:cubicBezTo>
                  <a:cubicBezTo>
                    <a:pt x="349182" y="237675"/>
                    <a:pt x="354621" y="232236"/>
                    <a:pt x="354621" y="213198"/>
                  </a:cubicBezTo>
                  <a:cubicBezTo>
                    <a:pt x="354621" y="210479"/>
                    <a:pt x="354621" y="207759"/>
                    <a:pt x="354621" y="205040"/>
                  </a:cubicBezTo>
                  <a:cubicBezTo>
                    <a:pt x="349182" y="186002"/>
                    <a:pt x="343742" y="169684"/>
                    <a:pt x="338303" y="147927"/>
                  </a:cubicBezTo>
                  <a:cubicBezTo>
                    <a:pt x="332864" y="131609"/>
                    <a:pt x="311107" y="107132"/>
                    <a:pt x="292069" y="107132"/>
                  </a:cubicBezTo>
                  <a:cubicBezTo>
                    <a:pt x="281190" y="107132"/>
                    <a:pt x="270312" y="115291"/>
                    <a:pt x="262153" y="120730"/>
                  </a:cubicBezTo>
                  <a:cubicBezTo>
                    <a:pt x="259433" y="123450"/>
                    <a:pt x="256713" y="126170"/>
                    <a:pt x="251274" y="131609"/>
                  </a:cubicBezTo>
                  <a:cubicBezTo>
                    <a:pt x="248554" y="134329"/>
                    <a:pt x="243115" y="137048"/>
                    <a:pt x="240395" y="139768"/>
                  </a:cubicBezTo>
                  <a:cubicBezTo>
                    <a:pt x="237676" y="145207"/>
                    <a:pt x="240395" y="156086"/>
                    <a:pt x="237676" y="164245"/>
                  </a:cubicBezTo>
                  <a:cubicBezTo>
                    <a:pt x="232236" y="175123"/>
                    <a:pt x="229517" y="186002"/>
                    <a:pt x="226797" y="196881"/>
                  </a:cubicBezTo>
                  <a:cubicBezTo>
                    <a:pt x="221358" y="218638"/>
                    <a:pt x="218638" y="237675"/>
                    <a:pt x="213199" y="259433"/>
                  </a:cubicBezTo>
                  <a:cubicBezTo>
                    <a:pt x="210479" y="281190"/>
                    <a:pt x="207759" y="302947"/>
                    <a:pt x="207759" y="324704"/>
                  </a:cubicBezTo>
                  <a:cubicBezTo>
                    <a:pt x="207759" y="327424"/>
                    <a:pt x="207759" y="332863"/>
                    <a:pt x="207759" y="335583"/>
                  </a:cubicBezTo>
                  <a:cubicBezTo>
                    <a:pt x="207759" y="341022"/>
                    <a:pt x="205040" y="343742"/>
                    <a:pt x="205040" y="349181"/>
                  </a:cubicBezTo>
                  <a:cubicBezTo>
                    <a:pt x="205040" y="354621"/>
                    <a:pt x="207759" y="362779"/>
                    <a:pt x="207759" y="368219"/>
                  </a:cubicBezTo>
                  <a:cubicBezTo>
                    <a:pt x="207759" y="370939"/>
                    <a:pt x="207759" y="373658"/>
                    <a:pt x="207759" y="376378"/>
                  </a:cubicBezTo>
                  <a:cubicBezTo>
                    <a:pt x="205040" y="381817"/>
                    <a:pt x="205040" y="384537"/>
                    <a:pt x="205040" y="387256"/>
                  </a:cubicBezTo>
                  <a:cubicBezTo>
                    <a:pt x="205040" y="389976"/>
                    <a:pt x="205040" y="392696"/>
                    <a:pt x="205040" y="395415"/>
                  </a:cubicBezTo>
                  <a:cubicBezTo>
                    <a:pt x="205040" y="398135"/>
                    <a:pt x="205040" y="403574"/>
                    <a:pt x="205040" y="406294"/>
                  </a:cubicBezTo>
                  <a:cubicBezTo>
                    <a:pt x="205040" y="411733"/>
                    <a:pt x="205040" y="417173"/>
                    <a:pt x="205040" y="425332"/>
                  </a:cubicBezTo>
                  <a:cubicBezTo>
                    <a:pt x="205040" y="449809"/>
                    <a:pt x="213199" y="471566"/>
                    <a:pt x="213199" y="493323"/>
                  </a:cubicBezTo>
                  <a:cubicBezTo>
                    <a:pt x="213199" y="517800"/>
                    <a:pt x="215919" y="539557"/>
                    <a:pt x="221358" y="561314"/>
                  </a:cubicBezTo>
                  <a:cubicBezTo>
                    <a:pt x="224077" y="572193"/>
                    <a:pt x="224077" y="580352"/>
                    <a:pt x="226797" y="591231"/>
                  </a:cubicBezTo>
                  <a:cubicBezTo>
                    <a:pt x="229517" y="599390"/>
                    <a:pt x="237676" y="607548"/>
                    <a:pt x="240395" y="618427"/>
                  </a:cubicBezTo>
                  <a:cubicBezTo>
                    <a:pt x="248554" y="637465"/>
                    <a:pt x="262153" y="651063"/>
                    <a:pt x="283910" y="651063"/>
                  </a:cubicBezTo>
                  <a:cubicBezTo>
                    <a:pt x="302948" y="651063"/>
                    <a:pt x="330144" y="629306"/>
                    <a:pt x="338303" y="612988"/>
                  </a:cubicBezTo>
                  <a:cubicBezTo>
                    <a:pt x="346462" y="599390"/>
                    <a:pt x="351901" y="591231"/>
                    <a:pt x="354621" y="577632"/>
                  </a:cubicBezTo>
                  <a:cubicBezTo>
                    <a:pt x="354621" y="550436"/>
                    <a:pt x="354621" y="517800"/>
                    <a:pt x="357341" y="509641"/>
                  </a:cubicBezTo>
                  <a:cubicBezTo>
                    <a:pt x="357341" y="501482"/>
                    <a:pt x="357341" y="490603"/>
                    <a:pt x="362780" y="485164"/>
                  </a:cubicBezTo>
                  <a:cubicBezTo>
                    <a:pt x="365500" y="482444"/>
                    <a:pt x="365500" y="479725"/>
                    <a:pt x="368219" y="474286"/>
                  </a:cubicBezTo>
                  <a:cubicBezTo>
                    <a:pt x="370939" y="471566"/>
                    <a:pt x="373659" y="468846"/>
                    <a:pt x="376378" y="468846"/>
                  </a:cubicBezTo>
                  <a:cubicBezTo>
                    <a:pt x="379098" y="468846"/>
                    <a:pt x="381818" y="471566"/>
                    <a:pt x="384537" y="474286"/>
                  </a:cubicBezTo>
                  <a:cubicBezTo>
                    <a:pt x="387257" y="479725"/>
                    <a:pt x="389977" y="487884"/>
                    <a:pt x="392696" y="493323"/>
                  </a:cubicBezTo>
                  <a:cubicBezTo>
                    <a:pt x="392696" y="501482"/>
                    <a:pt x="395416" y="539557"/>
                    <a:pt x="395416" y="558595"/>
                  </a:cubicBezTo>
                  <a:cubicBezTo>
                    <a:pt x="395416" y="583072"/>
                    <a:pt x="395416" y="610268"/>
                    <a:pt x="398136" y="618427"/>
                  </a:cubicBezTo>
                  <a:cubicBezTo>
                    <a:pt x="398136" y="648343"/>
                    <a:pt x="400855" y="659222"/>
                    <a:pt x="400855" y="678260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2AC84430-0710-42C3-979B-215E8CEF9C69}"/>
                </a:ext>
              </a:extLst>
            </p:cNvPr>
            <p:cNvSpPr/>
            <p:nvPr/>
          </p:nvSpPr>
          <p:spPr>
            <a:xfrm>
              <a:off x="3829459" y="4200317"/>
              <a:ext cx="598325" cy="761503"/>
            </a:xfrm>
            <a:custGeom>
              <a:avLst/>
              <a:gdLst>
                <a:gd name="connsiteX0" fmla="*/ 360060 w 598324"/>
                <a:gd name="connsiteY0" fmla="*/ 332863 h 761503"/>
                <a:gd name="connsiteX1" fmla="*/ 341023 w 598324"/>
                <a:gd name="connsiteY1" fmla="*/ 370939 h 761503"/>
                <a:gd name="connsiteX2" fmla="*/ 376378 w 598324"/>
                <a:gd name="connsiteY2" fmla="*/ 389976 h 761503"/>
                <a:gd name="connsiteX3" fmla="*/ 425332 w 598324"/>
                <a:gd name="connsiteY3" fmla="*/ 433491 h 761503"/>
                <a:gd name="connsiteX4" fmla="*/ 438930 w 598324"/>
                <a:gd name="connsiteY4" fmla="*/ 463407 h 761503"/>
                <a:gd name="connsiteX5" fmla="*/ 449809 w 598324"/>
                <a:gd name="connsiteY5" fmla="*/ 498762 h 761503"/>
                <a:gd name="connsiteX6" fmla="*/ 457968 w 598324"/>
                <a:gd name="connsiteY6" fmla="*/ 528679 h 761503"/>
                <a:gd name="connsiteX7" fmla="*/ 466127 w 598324"/>
                <a:gd name="connsiteY7" fmla="*/ 564034 h 761503"/>
                <a:gd name="connsiteX8" fmla="*/ 471566 w 598324"/>
                <a:gd name="connsiteY8" fmla="*/ 593950 h 761503"/>
                <a:gd name="connsiteX9" fmla="*/ 479725 w 598324"/>
                <a:gd name="connsiteY9" fmla="*/ 607548 h 761503"/>
                <a:gd name="connsiteX10" fmla="*/ 487884 w 598324"/>
                <a:gd name="connsiteY10" fmla="*/ 623867 h 761503"/>
                <a:gd name="connsiteX11" fmla="*/ 501482 w 598324"/>
                <a:gd name="connsiteY11" fmla="*/ 651063 h 761503"/>
                <a:gd name="connsiteX12" fmla="*/ 523240 w 598324"/>
                <a:gd name="connsiteY12" fmla="*/ 670101 h 761503"/>
                <a:gd name="connsiteX13" fmla="*/ 534119 w 598324"/>
                <a:gd name="connsiteY13" fmla="*/ 686418 h 761503"/>
                <a:gd name="connsiteX14" fmla="*/ 531399 w 598324"/>
                <a:gd name="connsiteY14" fmla="*/ 694578 h 761503"/>
                <a:gd name="connsiteX15" fmla="*/ 498763 w 598324"/>
                <a:gd name="connsiteY15" fmla="*/ 708176 h 761503"/>
                <a:gd name="connsiteX16" fmla="*/ 449809 w 598324"/>
                <a:gd name="connsiteY16" fmla="*/ 700017 h 761503"/>
                <a:gd name="connsiteX17" fmla="*/ 400855 w 598324"/>
                <a:gd name="connsiteY17" fmla="*/ 667381 h 761503"/>
                <a:gd name="connsiteX18" fmla="*/ 381817 w 598324"/>
                <a:gd name="connsiteY18" fmla="*/ 642904 h 761503"/>
                <a:gd name="connsiteX19" fmla="*/ 368219 w 598324"/>
                <a:gd name="connsiteY19" fmla="*/ 610268 h 761503"/>
                <a:gd name="connsiteX20" fmla="*/ 349182 w 598324"/>
                <a:gd name="connsiteY20" fmla="*/ 550436 h 761503"/>
                <a:gd name="connsiteX21" fmla="*/ 338303 w 598324"/>
                <a:gd name="connsiteY21" fmla="*/ 504202 h 761503"/>
                <a:gd name="connsiteX22" fmla="*/ 330144 w 598324"/>
                <a:gd name="connsiteY22" fmla="*/ 477005 h 761503"/>
                <a:gd name="connsiteX23" fmla="*/ 321985 w 598324"/>
                <a:gd name="connsiteY23" fmla="*/ 455248 h 761503"/>
                <a:gd name="connsiteX24" fmla="*/ 305667 w 598324"/>
                <a:gd name="connsiteY24" fmla="*/ 436210 h 761503"/>
                <a:gd name="connsiteX25" fmla="*/ 294788 w 598324"/>
                <a:gd name="connsiteY25" fmla="*/ 441650 h 761503"/>
                <a:gd name="connsiteX26" fmla="*/ 278471 w 598324"/>
                <a:gd name="connsiteY26" fmla="*/ 463407 h 761503"/>
                <a:gd name="connsiteX27" fmla="*/ 264872 w 598324"/>
                <a:gd name="connsiteY27" fmla="*/ 496043 h 761503"/>
                <a:gd name="connsiteX28" fmla="*/ 262153 w 598324"/>
                <a:gd name="connsiteY28" fmla="*/ 517800 h 761503"/>
                <a:gd name="connsiteX29" fmla="*/ 262153 w 598324"/>
                <a:gd name="connsiteY29" fmla="*/ 523239 h 761503"/>
                <a:gd name="connsiteX30" fmla="*/ 262153 w 598324"/>
                <a:gd name="connsiteY30" fmla="*/ 553155 h 761503"/>
                <a:gd name="connsiteX31" fmla="*/ 262153 w 598324"/>
                <a:gd name="connsiteY31" fmla="*/ 629306 h 761503"/>
                <a:gd name="connsiteX32" fmla="*/ 259433 w 598324"/>
                <a:gd name="connsiteY32" fmla="*/ 659222 h 761503"/>
                <a:gd name="connsiteX33" fmla="*/ 283910 w 598324"/>
                <a:gd name="connsiteY33" fmla="*/ 659222 h 761503"/>
                <a:gd name="connsiteX34" fmla="*/ 321985 w 598324"/>
                <a:gd name="connsiteY34" fmla="*/ 675540 h 761503"/>
                <a:gd name="connsiteX35" fmla="*/ 316546 w 598324"/>
                <a:gd name="connsiteY35" fmla="*/ 691858 h 761503"/>
                <a:gd name="connsiteX36" fmla="*/ 300228 w 598324"/>
                <a:gd name="connsiteY36" fmla="*/ 700017 h 761503"/>
                <a:gd name="connsiteX37" fmla="*/ 278471 w 598324"/>
                <a:gd name="connsiteY37" fmla="*/ 702736 h 761503"/>
                <a:gd name="connsiteX38" fmla="*/ 243115 w 598324"/>
                <a:gd name="connsiteY38" fmla="*/ 702736 h 761503"/>
                <a:gd name="connsiteX39" fmla="*/ 221358 w 598324"/>
                <a:gd name="connsiteY39" fmla="*/ 710895 h 761503"/>
                <a:gd name="connsiteX40" fmla="*/ 194161 w 598324"/>
                <a:gd name="connsiteY40" fmla="*/ 702736 h 761503"/>
                <a:gd name="connsiteX41" fmla="*/ 177843 w 598324"/>
                <a:gd name="connsiteY41" fmla="*/ 702736 h 761503"/>
                <a:gd name="connsiteX42" fmla="*/ 126170 w 598324"/>
                <a:gd name="connsiteY42" fmla="*/ 702736 h 761503"/>
                <a:gd name="connsiteX43" fmla="*/ 101693 w 598324"/>
                <a:gd name="connsiteY43" fmla="*/ 702736 h 761503"/>
                <a:gd name="connsiteX44" fmla="*/ 74496 w 598324"/>
                <a:gd name="connsiteY44" fmla="*/ 697297 h 761503"/>
                <a:gd name="connsiteX45" fmla="*/ 58178 w 598324"/>
                <a:gd name="connsiteY45" fmla="*/ 680979 h 761503"/>
                <a:gd name="connsiteX46" fmla="*/ 63617 w 598324"/>
                <a:gd name="connsiteY46" fmla="*/ 672820 h 761503"/>
                <a:gd name="connsiteX47" fmla="*/ 85375 w 598324"/>
                <a:gd name="connsiteY47" fmla="*/ 664661 h 761503"/>
                <a:gd name="connsiteX48" fmla="*/ 128889 w 598324"/>
                <a:gd name="connsiteY48" fmla="*/ 659222 h 761503"/>
                <a:gd name="connsiteX49" fmla="*/ 147927 w 598324"/>
                <a:gd name="connsiteY49" fmla="*/ 659222 h 761503"/>
                <a:gd name="connsiteX50" fmla="*/ 145207 w 598324"/>
                <a:gd name="connsiteY50" fmla="*/ 653783 h 761503"/>
                <a:gd name="connsiteX51" fmla="*/ 131609 w 598324"/>
                <a:gd name="connsiteY51" fmla="*/ 585791 h 761503"/>
                <a:gd name="connsiteX52" fmla="*/ 134329 w 598324"/>
                <a:gd name="connsiteY52" fmla="*/ 498762 h 761503"/>
                <a:gd name="connsiteX53" fmla="*/ 137048 w 598324"/>
                <a:gd name="connsiteY53" fmla="*/ 406294 h 761503"/>
                <a:gd name="connsiteX54" fmla="*/ 134329 w 598324"/>
                <a:gd name="connsiteY54" fmla="*/ 327424 h 761503"/>
                <a:gd name="connsiteX55" fmla="*/ 137048 w 598324"/>
                <a:gd name="connsiteY55" fmla="*/ 253993 h 761503"/>
                <a:gd name="connsiteX56" fmla="*/ 139768 w 598324"/>
                <a:gd name="connsiteY56" fmla="*/ 207759 h 761503"/>
                <a:gd name="connsiteX57" fmla="*/ 137048 w 598324"/>
                <a:gd name="connsiteY57" fmla="*/ 172404 h 761503"/>
                <a:gd name="connsiteX58" fmla="*/ 137048 w 598324"/>
                <a:gd name="connsiteY58" fmla="*/ 112571 h 761503"/>
                <a:gd name="connsiteX59" fmla="*/ 126170 w 598324"/>
                <a:gd name="connsiteY59" fmla="*/ 112571 h 761503"/>
                <a:gd name="connsiteX60" fmla="*/ 101693 w 598324"/>
                <a:gd name="connsiteY60" fmla="*/ 112571 h 761503"/>
                <a:gd name="connsiteX61" fmla="*/ 74496 w 598324"/>
                <a:gd name="connsiteY61" fmla="*/ 107132 h 761503"/>
                <a:gd name="connsiteX62" fmla="*/ 58178 w 598324"/>
                <a:gd name="connsiteY62" fmla="*/ 90814 h 761503"/>
                <a:gd name="connsiteX63" fmla="*/ 63617 w 598324"/>
                <a:gd name="connsiteY63" fmla="*/ 82655 h 761503"/>
                <a:gd name="connsiteX64" fmla="*/ 85375 w 598324"/>
                <a:gd name="connsiteY64" fmla="*/ 74496 h 761503"/>
                <a:gd name="connsiteX65" fmla="*/ 137048 w 598324"/>
                <a:gd name="connsiteY65" fmla="*/ 69057 h 761503"/>
                <a:gd name="connsiteX66" fmla="*/ 145207 w 598324"/>
                <a:gd name="connsiteY66" fmla="*/ 69057 h 761503"/>
                <a:gd name="connsiteX67" fmla="*/ 169684 w 598324"/>
                <a:gd name="connsiteY67" fmla="*/ 58178 h 761503"/>
                <a:gd name="connsiteX68" fmla="*/ 177843 w 598324"/>
                <a:gd name="connsiteY68" fmla="*/ 58178 h 761503"/>
                <a:gd name="connsiteX69" fmla="*/ 205040 w 598324"/>
                <a:gd name="connsiteY69" fmla="*/ 66337 h 761503"/>
                <a:gd name="connsiteX70" fmla="*/ 286629 w 598324"/>
                <a:gd name="connsiteY70" fmla="*/ 63617 h 761503"/>
                <a:gd name="connsiteX71" fmla="*/ 324705 w 598324"/>
                <a:gd name="connsiteY71" fmla="*/ 79936 h 761503"/>
                <a:gd name="connsiteX72" fmla="*/ 319265 w 598324"/>
                <a:gd name="connsiteY72" fmla="*/ 96253 h 761503"/>
                <a:gd name="connsiteX73" fmla="*/ 302948 w 598324"/>
                <a:gd name="connsiteY73" fmla="*/ 104412 h 761503"/>
                <a:gd name="connsiteX74" fmla="*/ 278471 w 598324"/>
                <a:gd name="connsiteY74" fmla="*/ 112571 h 761503"/>
                <a:gd name="connsiteX75" fmla="*/ 232236 w 598324"/>
                <a:gd name="connsiteY75" fmla="*/ 112571 h 761503"/>
                <a:gd name="connsiteX76" fmla="*/ 240395 w 598324"/>
                <a:gd name="connsiteY76" fmla="*/ 137048 h 761503"/>
                <a:gd name="connsiteX77" fmla="*/ 240395 w 598324"/>
                <a:gd name="connsiteY77" fmla="*/ 150647 h 761503"/>
                <a:gd name="connsiteX78" fmla="*/ 243115 w 598324"/>
                <a:gd name="connsiteY78" fmla="*/ 158805 h 761503"/>
                <a:gd name="connsiteX79" fmla="*/ 248554 w 598324"/>
                <a:gd name="connsiteY79" fmla="*/ 188722 h 761503"/>
                <a:gd name="connsiteX80" fmla="*/ 248554 w 598324"/>
                <a:gd name="connsiteY80" fmla="*/ 199600 h 761503"/>
                <a:gd name="connsiteX81" fmla="*/ 248554 w 598324"/>
                <a:gd name="connsiteY81" fmla="*/ 221357 h 761503"/>
                <a:gd name="connsiteX82" fmla="*/ 253994 w 598324"/>
                <a:gd name="connsiteY82" fmla="*/ 264872 h 761503"/>
                <a:gd name="connsiteX83" fmla="*/ 262153 w 598324"/>
                <a:gd name="connsiteY83" fmla="*/ 297508 h 761503"/>
                <a:gd name="connsiteX84" fmla="*/ 264872 w 598324"/>
                <a:gd name="connsiteY84" fmla="*/ 324704 h 761503"/>
                <a:gd name="connsiteX85" fmla="*/ 264872 w 598324"/>
                <a:gd name="connsiteY85" fmla="*/ 332863 h 761503"/>
                <a:gd name="connsiteX86" fmla="*/ 264872 w 598324"/>
                <a:gd name="connsiteY86" fmla="*/ 351901 h 761503"/>
                <a:gd name="connsiteX87" fmla="*/ 262153 w 598324"/>
                <a:gd name="connsiteY87" fmla="*/ 370939 h 761503"/>
                <a:gd name="connsiteX88" fmla="*/ 267592 w 598324"/>
                <a:gd name="connsiteY88" fmla="*/ 384537 h 761503"/>
                <a:gd name="connsiteX89" fmla="*/ 278471 w 598324"/>
                <a:gd name="connsiteY89" fmla="*/ 370939 h 761503"/>
                <a:gd name="connsiteX90" fmla="*/ 297508 w 598324"/>
                <a:gd name="connsiteY90" fmla="*/ 332863 h 761503"/>
                <a:gd name="connsiteX91" fmla="*/ 311106 w 598324"/>
                <a:gd name="connsiteY91" fmla="*/ 305667 h 761503"/>
                <a:gd name="connsiteX92" fmla="*/ 335583 w 598324"/>
                <a:gd name="connsiteY92" fmla="*/ 259433 h 761503"/>
                <a:gd name="connsiteX93" fmla="*/ 354621 w 598324"/>
                <a:gd name="connsiteY93" fmla="*/ 224077 h 761503"/>
                <a:gd name="connsiteX94" fmla="*/ 381817 w 598324"/>
                <a:gd name="connsiteY94" fmla="*/ 172404 h 761503"/>
                <a:gd name="connsiteX95" fmla="*/ 409014 w 598324"/>
                <a:gd name="connsiteY95" fmla="*/ 118011 h 761503"/>
                <a:gd name="connsiteX96" fmla="*/ 411734 w 598324"/>
                <a:gd name="connsiteY96" fmla="*/ 115291 h 761503"/>
                <a:gd name="connsiteX97" fmla="*/ 398136 w 598324"/>
                <a:gd name="connsiteY97" fmla="*/ 115291 h 761503"/>
                <a:gd name="connsiteX98" fmla="*/ 379098 w 598324"/>
                <a:gd name="connsiteY98" fmla="*/ 109852 h 761503"/>
                <a:gd name="connsiteX99" fmla="*/ 368219 w 598324"/>
                <a:gd name="connsiteY99" fmla="*/ 93534 h 761503"/>
                <a:gd name="connsiteX100" fmla="*/ 370939 w 598324"/>
                <a:gd name="connsiteY100" fmla="*/ 85375 h 761503"/>
                <a:gd name="connsiteX101" fmla="*/ 387257 w 598324"/>
                <a:gd name="connsiteY101" fmla="*/ 77216 h 761503"/>
                <a:gd name="connsiteX102" fmla="*/ 422612 w 598324"/>
                <a:gd name="connsiteY102" fmla="*/ 71776 h 761503"/>
                <a:gd name="connsiteX103" fmla="*/ 436211 w 598324"/>
                <a:gd name="connsiteY103" fmla="*/ 71776 h 761503"/>
                <a:gd name="connsiteX104" fmla="*/ 438930 w 598324"/>
                <a:gd name="connsiteY104" fmla="*/ 69057 h 761503"/>
                <a:gd name="connsiteX105" fmla="*/ 452529 w 598324"/>
                <a:gd name="connsiteY105" fmla="*/ 66337 h 761503"/>
                <a:gd name="connsiteX106" fmla="*/ 466127 w 598324"/>
                <a:gd name="connsiteY106" fmla="*/ 69057 h 761503"/>
                <a:gd name="connsiteX107" fmla="*/ 471566 w 598324"/>
                <a:gd name="connsiteY107" fmla="*/ 71776 h 761503"/>
                <a:gd name="connsiteX108" fmla="*/ 515081 w 598324"/>
                <a:gd name="connsiteY108" fmla="*/ 71776 h 761503"/>
                <a:gd name="connsiteX109" fmla="*/ 542277 w 598324"/>
                <a:gd name="connsiteY109" fmla="*/ 88094 h 761503"/>
                <a:gd name="connsiteX110" fmla="*/ 536838 w 598324"/>
                <a:gd name="connsiteY110" fmla="*/ 104412 h 761503"/>
                <a:gd name="connsiteX111" fmla="*/ 525959 w 598324"/>
                <a:gd name="connsiteY111" fmla="*/ 112571 h 761503"/>
                <a:gd name="connsiteX112" fmla="*/ 509642 w 598324"/>
                <a:gd name="connsiteY112" fmla="*/ 115291 h 761503"/>
                <a:gd name="connsiteX113" fmla="*/ 468847 w 598324"/>
                <a:gd name="connsiteY113" fmla="*/ 115291 h 761503"/>
                <a:gd name="connsiteX114" fmla="*/ 457968 w 598324"/>
                <a:gd name="connsiteY114" fmla="*/ 137048 h 761503"/>
                <a:gd name="connsiteX115" fmla="*/ 430771 w 598324"/>
                <a:gd name="connsiteY115" fmla="*/ 194161 h 761503"/>
                <a:gd name="connsiteX116" fmla="*/ 400855 w 598324"/>
                <a:gd name="connsiteY116" fmla="*/ 262152 h 761503"/>
                <a:gd name="connsiteX117" fmla="*/ 360060 w 598324"/>
                <a:gd name="connsiteY117" fmla="*/ 332863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</a:cxnLst>
              <a:rect l="l" t="t" r="r" b="b"/>
              <a:pathLst>
                <a:path w="598324" h="761503">
                  <a:moveTo>
                    <a:pt x="360060" y="332863"/>
                  </a:moveTo>
                  <a:cubicBezTo>
                    <a:pt x="351901" y="343742"/>
                    <a:pt x="341023" y="357340"/>
                    <a:pt x="341023" y="370939"/>
                  </a:cubicBezTo>
                  <a:cubicBezTo>
                    <a:pt x="341023" y="379098"/>
                    <a:pt x="357341" y="381817"/>
                    <a:pt x="376378" y="389976"/>
                  </a:cubicBezTo>
                  <a:cubicBezTo>
                    <a:pt x="395416" y="398135"/>
                    <a:pt x="417173" y="417173"/>
                    <a:pt x="425332" y="433491"/>
                  </a:cubicBezTo>
                  <a:cubicBezTo>
                    <a:pt x="430771" y="444369"/>
                    <a:pt x="436211" y="452528"/>
                    <a:pt x="438930" y="463407"/>
                  </a:cubicBezTo>
                  <a:cubicBezTo>
                    <a:pt x="444370" y="474286"/>
                    <a:pt x="447089" y="487884"/>
                    <a:pt x="449809" y="498762"/>
                  </a:cubicBezTo>
                  <a:cubicBezTo>
                    <a:pt x="452529" y="512361"/>
                    <a:pt x="452529" y="517800"/>
                    <a:pt x="457968" y="528679"/>
                  </a:cubicBezTo>
                  <a:cubicBezTo>
                    <a:pt x="463407" y="539557"/>
                    <a:pt x="463407" y="553155"/>
                    <a:pt x="466127" y="564034"/>
                  </a:cubicBezTo>
                  <a:cubicBezTo>
                    <a:pt x="468847" y="572193"/>
                    <a:pt x="468847" y="585791"/>
                    <a:pt x="471566" y="593950"/>
                  </a:cubicBezTo>
                  <a:cubicBezTo>
                    <a:pt x="474286" y="599390"/>
                    <a:pt x="477006" y="602109"/>
                    <a:pt x="479725" y="607548"/>
                  </a:cubicBezTo>
                  <a:cubicBezTo>
                    <a:pt x="482445" y="612988"/>
                    <a:pt x="487884" y="618427"/>
                    <a:pt x="487884" y="623867"/>
                  </a:cubicBezTo>
                  <a:cubicBezTo>
                    <a:pt x="490604" y="634745"/>
                    <a:pt x="496043" y="642904"/>
                    <a:pt x="501482" y="651063"/>
                  </a:cubicBezTo>
                  <a:cubicBezTo>
                    <a:pt x="506922" y="661942"/>
                    <a:pt x="512361" y="664661"/>
                    <a:pt x="523240" y="670101"/>
                  </a:cubicBezTo>
                  <a:cubicBezTo>
                    <a:pt x="528679" y="672820"/>
                    <a:pt x="534119" y="680979"/>
                    <a:pt x="534119" y="686418"/>
                  </a:cubicBezTo>
                  <a:cubicBezTo>
                    <a:pt x="534119" y="689138"/>
                    <a:pt x="534119" y="691858"/>
                    <a:pt x="531399" y="694578"/>
                  </a:cubicBezTo>
                  <a:cubicBezTo>
                    <a:pt x="525959" y="702736"/>
                    <a:pt x="512361" y="708176"/>
                    <a:pt x="498763" y="708176"/>
                  </a:cubicBezTo>
                  <a:cubicBezTo>
                    <a:pt x="485165" y="708176"/>
                    <a:pt x="466127" y="705456"/>
                    <a:pt x="449809" y="700017"/>
                  </a:cubicBezTo>
                  <a:cubicBezTo>
                    <a:pt x="430771" y="694578"/>
                    <a:pt x="409014" y="675540"/>
                    <a:pt x="400855" y="667381"/>
                  </a:cubicBezTo>
                  <a:cubicBezTo>
                    <a:pt x="392696" y="659222"/>
                    <a:pt x="387257" y="651063"/>
                    <a:pt x="381817" y="642904"/>
                  </a:cubicBezTo>
                  <a:cubicBezTo>
                    <a:pt x="376378" y="632025"/>
                    <a:pt x="370939" y="623867"/>
                    <a:pt x="368219" y="610268"/>
                  </a:cubicBezTo>
                  <a:cubicBezTo>
                    <a:pt x="360060" y="588511"/>
                    <a:pt x="357341" y="574913"/>
                    <a:pt x="349182" y="550436"/>
                  </a:cubicBezTo>
                  <a:cubicBezTo>
                    <a:pt x="343742" y="534118"/>
                    <a:pt x="341023" y="520520"/>
                    <a:pt x="338303" y="504202"/>
                  </a:cubicBezTo>
                  <a:cubicBezTo>
                    <a:pt x="335583" y="493323"/>
                    <a:pt x="332864" y="485164"/>
                    <a:pt x="330144" y="477005"/>
                  </a:cubicBezTo>
                  <a:cubicBezTo>
                    <a:pt x="327424" y="471566"/>
                    <a:pt x="324705" y="463407"/>
                    <a:pt x="321985" y="455248"/>
                  </a:cubicBezTo>
                  <a:cubicBezTo>
                    <a:pt x="316546" y="444369"/>
                    <a:pt x="311106" y="436210"/>
                    <a:pt x="305667" y="436210"/>
                  </a:cubicBezTo>
                  <a:cubicBezTo>
                    <a:pt x="302948" y="436210"/>
                    <a:pt x="300228" y="438930"/>
                    <a:pt x="294788" y="441650"/>
                  </a:cubicBezTo>
                  <a:cubicBezTo>
                    <a:pt x="289349" y="447089"/>
                    <a:pt x="283910" y="455248"/>
                    <a:pt x="278471" y="463407"/>
                  </a:cubicBezTo>
                  <a:cubicBezTo>
                    <a:pt x="270312" y="474286"/>
                    <a:pt x="267592" y="485164"/>
                    <a:pt x="264872" y="496043"/>
                  </a:cubicBezTo>
                  <a:cubicBezTo>
                    <a:pt x="264872" y="504202"/>
                    <a:pt x="262153" y="512361"/>
                    <a:pt x="262153" y="517800"/>
                  </a:cubicBezTo>
                  <a:cubicBezTo>
                    <a:pt x="262153" y="520520"/>
                    <a:pt x="262153" y="520520"/>
                    <a:pt x="262153" y="523239"/>
                  </a:cubicBezTo>
                  <a:cubicBezTo>
                    <a:pt x="262153" y="528679"/>
                    <a:pt x="262153" y="544997"/>
                    <a:pt x="262153" y="553155"/>
                  </a:cubicBezTo>
                  <a:cubicBezTo>
                    <a:pt x="262153" y="583072"/>
                    <a:pt x="264872" y="599390"/>
                    <a:pt x="262153" y="629306"/>
                  </a:cubicBezTo>
                  <a:cubicBezTo>
                    <a:pt x="262153" y="640184"/>
                    <a:pt x="262153" y="648343"/>
                    <a:pt x="259433" y="659222"/>
                  </a:cubicBezTo>
                  <a:cubicBezTo>
                    <a:pt x="270312" y="659222"/>
                    <a:pt x="278471" y="659222"/>
                    <a:pt x="283910" y="659222"/>
                  </a:cubicBezTo>
                  <a:cubicBezTo>
                    <a:pt x="297508" y="659222"/>
                    <a:pt x="321985" y="659222"/>
                    <a:pt x="321985" y="675540"/>
                  </a:cubicBezTo>
                  <a:cubicBezTo>
                    <a:pt x="321985" y="683699"/>
                    <a:pt x="319265" y="686418"/>
                    <a:pt x="316546" y="691858"/>
                  </a:cubicBezTo>
                  <a:cubicBezTo>
                    <a:pt x="311106" y="697297"/>
                    <a:pt x="305667" y="700017"/>
                    <a:pt x="300228" y="700017"/>
                  </a:cubicBezTo>
                  <a:cubicBezTo>
                    <a:pt x="292069" y="702736"/>
                    <a:pt x="283910" y="702736"/>
                    <a:pt x="278471" y="702736"/>
                  </a:cubicBezTo>
                  <a:cubicBezTo>
                    <a:pt x="275751" y="702736"/>
                    <a:pt x="259433" y="702736"/>
                    <a:pt x="243115" y="702736"/>
                  </a:cubicBezTo>
                  <a:cubicBezTo>
                    <a:pt x="237676" y="708176"/>
                    <a:pt x="229517" y="710895"/>
                    <a:pt x="221358" y="710895"/>
                  </a:cubicBezTo>
                  <a:cubicBezTo>
                    <a:pt x="213199" y="710895"/>
                    <a:pt x="202320" y="708176"/>
                    <a:pt x="194161" y="702736"/>
                  </a:cubicBezTo>
                  <a:cubicBezTo>
                    <a:pt x="186002" y="702736"/>
                    <a:pt x="180563" y="702736"/>
                    <a:pt x="177843" y="702736"/>
                  </a:cubicBezTo>
                  <a:cubicBezTo>
                    <a:pt x="164245" y="702736"/>
                    <a:pt x="139768" y="702736"/>
                    <a:pt x="126170" y="702736"/>
                  </a:cubicBezTo>
                  <a:cubicBezTo>
                    <a:pt x="118011" y="702736"/>
                    <a:pt x="109852" y="702736"/>
                    <a:pt x="101693" y="702736"/>
                  </a:cubicBezTo>
                  <a:cubicBezTo>
                    <a:pt x="93534" y="702736"/>
                    <a:pt x="82655" y="702736"/>
                    <a:pt x="74496" y="697297"/>
                  </a:cubicBezTo>
                  <a:cubicBezTo>
                    <a:pt x="66337" y="694578"/>
                    <a:pt x="58178" y="686418"/>
                    <a:pt x="58178" y="680979"/>
                  </a:cubicBezTo>
                  <a:cubicBezTo>
                    <a:pt x="58178" y="678260"/>
                    <a:pt x="58178" y="675540"/>
                    <a:pt x="63617" y="672820"/>
                  </a:cubicBezTo>
                  <a:cubicBezTo>
                    <a:pt x="69057" y="670101"/>
                    <a:pt x="79935" y="667381"/>
                    <a:pt x="85375" y="664661"/>
                  </a:cubicBezTo>
                  <a:cubicBezTo>
                    <a:pt x="104412" y="661942"/>
                    <a:pt x="123450" y="659222"/>
                    <a:pt x="128889" y="659222"/>
                  </a:cubicBezTo>
                  <a:cubicBezTo>
                    <a:pt x="134329" y="659222"/>
                    <a:pt x="139768" y="659222"/>
                    <a:pt x="147927" y="659222"/>
                  </a:cubicBezTo>
                  <a:cubicBezTo>
                    <a:pt x="147927" y="656502"/>
                    <a:pt x="145207" y="653783"/>
                    <a:pt x="145207" y="653783"/>
                  </a:cubicBezTo>
                  <a:cubicBezTo>
                    <a:pt x="131609" y="632025"/>
                    <a:pt x="131609" y="610268"/>
                    <a:pt x="131609" y="585791"/>
                  </a:cubicBezTo>
                  <a:cubicBezTo>
                    <a:pt x="131609" y="555875"/>
                    <a:pt x="131609" y="528679"/>
                    <a:pt x="134329" y="498762"/>
                  </a:cubicBezTo>
                  <a:cubicBezTo>
                    <a:pt x="134329" y="468846"/>
                    <a:pt x="137048" y="436210"/>
                    <a:pt x="137048" y="406294"/>
                  </a:cubicBezTo>
                  <a:cubicBezTo>
                    <a:pt x="137048" y="379098"/>
                    <a:pt x="134329" y="354621"/>
                    <a:pt x="134329" y="327424"/>
                  </a:cubicBezTo>
                  <a:cubicBezTo>
                    <a:pt x="134329" y="302947"/>
                    <a:pt x="137048" y="278470"/>
                    <a:pt x="137048" y="253993"/>
                  </a:cubicBezTo>
                  <a:cubicBezTo>
                    <a:pt x="137048" y="237675"/>
                    <a:pt x="139768" y="224077"/>
                    <a:pt x="139768" y="207759"/>
                  </a:cubicBezTo>
                  <a:cubicBezTo>
                    <a:pt x="139768" y="196881"/>
                    <a:pt x="137048" y="183282"/>
                    <a:pt x="137048" y="172404"/>
                  </a:cubicBezTo>
                  <a:cubicBezTo>
                    <a:pt x="137048" y="150647"/>
                    <a:pt x="137048" y="131609"/>
                    <a:pt x="137048" y="112571"/>
                  </a:cubicBezTo>
                  <a:cubicBezTo>
                    <a:pt x="134329" y="112571"/>
                    <a:pt x="137048" y="112571"/>
                    <a:pt x="126170" y="112571"/>
                  </a:cubicBezTo>
                  <a:cubicBezTo>
                    <a:pt x="118011" y="112571"/>
                    <a:pt x="109852" y="112571"/>
                    <a:pt x="101693" y="112571"/>
                  </a:cubicBezTo>
                  <a:cubicBezTo>
                    <a:pt x="93534" y="112571"/>
                    <a:pt x="82655" y="109852"/>
                    <a:pt x="74496" y="107132"/>
                  </a:cubicBezTo>
                  <a:cubicBezTo>
                    <a:pt x="66337" y="104412"/>
                    <a:pt x="58178" y="96253"/>
                    <a:pt x="58178" y="90814"/>
                  </a:cubicBezTo>
                  <a:cubicBezTo>
                    <a:pt x="58178" y="88094"/>
                    <a:pt x="58178" y="85375"/>
                    <a:pt x="63617" y="82655"/>
                  </a:cubicBezTo>
                  <a:cubicBezTo>
                    <a:pt x="69057" y="79936"/>
                    <a:pt x="79935" y="77216"/>
                    <a:pt x="85375" y="74496"/>
                  </a:cubicBezTo>
                  <a:cubicBezTo>
                    <a:pt x="104412" y="71776"/>
                    <a:pt x="128889" y="69057"/>
                    <a:pt x="137048" y="69057"/>
                  </a:cubicBezTo>
                  <a:cubicBezTo>
                    <a:pt x="137048" y="69057"/>
                    <a:pt x="139768" y="69057"/>
                    <a:pt x="145207" y="69057"/>
                  </a:cubicBezTo>
                  <a:cubicBezTo>
                    <a:pt x="150646" y="60898"/>
                    <a:pt x="158806" y="58178"/>
                    <a:pt x="169684" y="58178"/>
                  </a:cubicBezTo>
                  <a:cubicBezTo>
                    <a:pt x="172404" y="58178"/>
                    <a:pt x="175123" y="58178"/>
                    <a:pt x="177843" y="58178"/>
                  </a:cubicBezTo>
                  <a:cubicBezTo>
                    <a:pt x="186002" y="58178"/>
                    <a:pt x="196881" y="63617"/>
                    <a:pt x="205040" y="66337"/>
                  </a:cubicBezTo>
                  <a:cubicBezTo>
                    <a:pt x="237676" y="66337"/>
                    <a:pt x="273031" y="63617"/>
                    <a:pt x="286629" y="63617"/>
                  </a:cubicBezTo>
                  <a:cubicBezTo>
                    <a:pt x="300228" y="63617"/>
                    <a:pt x="324705" y="63617"/>
                    <a:pt x="324705" y="79936"/>
                  </a:cubicBezTo>
                  <a:cubicBezTo>
                    <a:pt x="324705" y="88094"/>
                    <a:pt x="321985" y="90814"/>
                    <a:pt x="319265" y="96253"/>
                  </a:cubicBezTo>
                  <a:cubicBezTo>
                    <a:pt x="313826" y="101693"/>
                    <a:pt x="308387" y="104412"/>
                    <a:pt x="302948" y="104412"/>
                  </a:cubicBezTo>
                  <a:cubicBezTo>
                    <a:pt x="289349" y="112571"/>
                    <a:pt x="283910" y="112571"/>
                    <a:pt x="278471" y="112571"/>
                  </a:cubicBezTo>
                  <a:cubicBezTo>
                    <a:pt x="273031" y="112571"/>
                    <a:pt x="253994" y="112571"/>
                    <a:pt x="232236" y="112571"/>
                  </a:cubicBezTo>
                  <a:cubicBezTo>
                    <a:pt x="237676" y="120730"/>
                    <a:pt x="240395" y="128889"/>
                    <a:pt x="240395" y="137048"/>
                  </a:cubicBezTo>
                  <a:cubicBezTo>
                    <a:pt x="240395" y="142487"/>
                    <a:pt x="240395" y="145207"/>
                    <a:pt x="240395" y="150647"/>
                  </a:cubicBezTo>
                  <a:cubicBezTo>
                    <a:pt x="240395" y="153366"/>
                    <a:pt x="240395" y="156086"/>
                    <a:pt x="243115" y="158805"/>
                  </a:cubicBezTo>
                  <a:cubicBezTo>
                    <a:pt x="245835" y="169684"/>
                    <a:pt x="245835" y="180563"/>
                    <a:pt x="248554" y="188722"/>
                  </a:cubicBezTo>
                  <a:cubicBezTo>
                    <a:pt x="248554" y="191441"/>
                    <a:pt x="248554" y="194161"/>
                    <a:pt x="248554" y="199600"/>
                  </a:cubicBezTo>
                  <a:cubicBezTo>
                    <a:pt x="248554" y="207759"/>
                    <a:pt x="248554" y="213198"/>
                    <a:pt x="248554" y="221357"/>
                  </a:cubicBezTo>
                  <a:cubicBezTo>
                    <a:pt x="248554" y="234956"/>
                    <a:pt x="251274" y="248554"/>
                    <a:pt x="253994" y="264872"/>
                  </a:cubicBezTo>
                  <a:cubicBezTo>
                    <a:pt x="256713" y="275751"/>
                    <a:pt x="259433" y="286629"/>
                    <a:pt x="262153" y="297508"/>
                  </a:cubicBezTo>
                  <a:cubicBezTo>
                    <a:pt x="264872" y="305667"/>
                    <a:pt x="264872" y="313826"/>
                    <a:pt x="264872" y="324704"/>
                  </a:cubicBezTo>
                  <a:cubicBezTo>
                    <a:pt x="264872" y="327424"/>
                    <a:pt x="264872" y="330144"/>
                    <a:pt x="264872" y="332863"/>
                  </a:cubicBezTo>
                  <a:cubicBezTo>
                    <a:pt x="264872" y="338303"/>
                    <a:pt x="264872" y="346462"/>
                    <a:pt x="264872" y="351901"/>
                  </a:cubicBezTo>
                  <a:cubicBezTo>
                    <a:pt x="264872" y="357340"/>
                    <a:pt x="262153" y="365499"/>
                    <a:pt x="262153" y="370939"/>
                  </a:cubicBezTo>
                  <a:cubicBezTo>
                    <a:pt x="262153" y="376378"/>
                    <a:pt x="264872" y="384537"/>
                    <a:pt x="267592" y="384537"/>
                  </a:cubicBezTo>
                  <a:cubicBezTo>
                    <a:pt x="273031" y="384537"/>
                    <a:pt x="275751" y="376378"/>
                    <a:pt x="278471" y="370939"/>
                  </a:cubicBezTo>
                  <a:cubicBezTo>
                    <a:pt x="283910" y="360060"/>
                    <a:pt x="289349" y="346462"/>
                    <a:pt x="297508" y="332863"/>
                  </a:cubicBezTo>
                  <a:cubicBezTo>
                    <a:pt x="302948" y="324704"/>
                    <a:pt x="305667" y="313826"/>
                    <a:pt x="311106" y="305667"/>
                  </a:cubicBezTo>
                  <a:cubicBezTo>
                    <a:pt x="319265" y="289349"/>
                    <a:pt x="327424" y="275751"/>
                    <a:pt x="335583" y="259433"/>
                  </a:cubicBezTo>
                  <a:cubicBezTo>
                    <a:pt x="341023" y="248554"/>
                    <a:pt x="349182" y="234956"/>
                    <a:pt x="354621" y="224077"/>
                  </a:cubicBezTo>
                  <a:cubicBezTo>
                    <a:pt x="362780" y="207759"/>
                    <a:pt x="370939" y="191441"/>
                    <a:pt x="381817" y="172404"/>
                  </a:cubicBezTo>
                  <a:cubicBezTo>
                    <a:pt x="389977" y="153366"/>
                    <a:pt x="400855" y="134329"/>
                    <a:pt x="409014" y="118011"/>
                  </a:cubicBezTo>
                  <a:cubicBezTo>
                    <a:pt x="409014" y="115291"/>
                    <a:pt x="409014" y="115291"/>
                    <a:pt x="411734" y="115291"/>
                  </a:cubicBezTo>
                  <a:cubicBezTo>
                    <a:pt x="406294" y="115291"/>
                    <a:pt x="400855" y="115291"/>
                    <a:pt x="398136" y="115291"/>
                  </a:cubicBezTo>
                  <a:cubicBezTo>
                    <a:pt x="392696" y="115291"/>
                    <a:pt x="384537" y="115291"/>
                    <a:pt x="379098" y="109852"/>
                  </a:cubicBezTo>
                  <a:cubicBezTo>
                    <a:pt x="373659" y="107132"/>
                    <a:pt x="368219" y="98973"/>
                    <a:pt x="368219" y="93534"/>
                  </a:cubicBezTo>
                  <a:cubicBezTo>
                    <a:pt x="368219" y="90814"/>
                    <a:pt x="368219" y="88094"/>
                    <a:pt x="370939" y="85375"/>
                  </a:cubicBezTo>
                  <a:cubicBezTo>
                    <a:pt x="373659" y="82655"/>
                    <a:pt x="381817" y="79936"/>
                    <a:pt x="387257" y="77216"/>
                  </a:cubicBezTo>
                  <a:cubicBezTo>
                    <a:pt x="400855" y="74496"/>
                    <a:pt x="414453" y="71776"/>
                    <a:pt x="422612" y="71776"/>
                  </a:cubicBezTo>
                  <a:cubicBezTo>
                    <a:pt x="425332" y="71776"/>
                    <a:pt x="430771" y="71776"/>
                    <a:pt x="436211" y="71776"/>
                  </a:cubicBezTo>
                  <a:cubicBezTo>
                    <a:pt x="436211" y="71776"/>
                    <a:pt x="438930" y="69057"/>
                    <a:pt x="438930" y="69057"/>
                  </a:cubicBezTo>
                  <a:cubicBezTo>
                    <a:pt x="444370" y="66337"/>
                    <a:pt x="447089" y="66337"/>
                    <a:pt x="452529" y="66337"/>
                  </a:cubicBezTo>
                  <a:cubicBezTo>
                    <a:pt x="457968" y="66337"/>
                    <a:pt x="460688" y="66337"/>
                    <a:pt x="466127" y="69057"/>
                  </a:cubicBezTo>
                  <a:cubicBezTo>
                    <a:pt x="468847" y="69057"/>
                    <a:pt x="471566" y="71776"/>
                    <a:pt x="471566" y="71776"/>
                  </a:cubicBezTo>
                  <a:cubicBezTo>
                    <a:pt x="490604" y="71776"/>
                    <a:pt x="506922" y="71776"/>
                    <a:pt x="515081" y="71776"/>
                  </a:cubicBezTo>
                  <a:cubicBezTo>
                    <a:pt x="523240" y="71776"/>
                    <a:pt x="542277" y="71776"/>
                    <a:pt x="542277" y="88094"/>
                  </a:cubicBezTo>
                  <a:cubicBezTo>
                    <a:pt x="542277" y="96253"/>
                    <a:pt x="542277" y="98973"/>
                    <a:pt x="536838" y="104412"/>
                  </a:cubicBezTo>
                  <a:cubicBezTo>
                    <a:pt x="534119" y="109852"/>
                    <a:pt x="528679" y="112571"/>
                    <a:pt x="525959" y="112571"/>
                  </a:cubicBezTo>
                  <a:cubicBezTo>
                    <a:pt x="520520" y="115291"/>
                    <a:pt x="515081" y="115291"/>
                    <a:pt x="509642" y="115291"/>
                  </a:cubicBezTo>
                  <a:cubicBezTo>
                    <a:pt x="506922" y="115291"/>
                    <a:pt x="487884" y="115291"/>
                    <a:pt x="468847" y="115291"/>
                  </a:cubicBezTo>
                  <a:cubicBezTo>
                    <a:pt x="466127" y="123450"/>
                    <a:pt x="460688" y="128889"/>
                    <a:pt x="457968" y="137048"/>
                  </a:cubicBezTo>
                  <a:cubicBezTo>
                    <a:pt x="447089" y="156086"/>
                    <a:pt x="438930" y="175123"/>
                    <a:pt x="430771" y="194161"/>
                  </a:cubicBezTo>
                  <a:cubicBezTo>
                    <a:pt x="419893" y="215918"/>
                    <a:pt x="411734" y="240395"/>
                    <a:pt x="400855" y="262152"/>
                  </a:cubicBezTo>
                  <a:cubicBezTo>
                    <a:pt x="387257" y="289349"/>
                    <a:pt x="373659" y="311106"/>
                    <a:pt x="360060" y="332863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C42A3273-E3DC-4FAE-9AFF-EC913E562EE9}"/>
                </a:ext>
              </a:extLst>
            </p:cNvPr>
            <p:cNvSpPr/>
            <p:nvPr/>
          </p:nvSpPr>
          <p:spPr>
            <a:xfrm>
              <a:off x="4335316" y="4186718"/>
              <a:ext cx="353556" cy="761503"/>
            </a:xfrm>
            <a:custGeom>
              <a:avLst/>
              <a:gdLst>
                <a:gd name="connsiteX0" fmla="*/ 283910 w 353555"/>
                <a:gd name="connsiteY0" fmla="*/ 672820 h 761503"/>
                <a:gd name="connsiteX1" fmla="*/ 321985 w 353555"/>
                <a:gd name="connsiteY1" fmla="*/ 689138 h 761503"/>
                <a:gd name="connsiteX2" fmla="*/ 316546 w 353555"/>
                <a:gd name="connsiteY2" fmla="*/ 705456 h 761503"/>
                <a:gd name="connsiteX3" fmla="*/ 300228 w 353555"/>
                <a:gd name="connsiteY3" fmla="*/ 713615 h 761503"/>
                <a:gd name="connsiteX4" fmla="*/ 278471 w 353555"/>
                <a:gd name="connsiteY4" fmla="*/ 716335 h 761503"/>
                <a:gd name="connsiteX5" fmla="*/ 237676 w 353555"/>
                <a:gd name="connsiteY5" fmla="*/ 716335 h 761503"/>
                <a:gd name="connsiteX6" fmla="*/ 180563 w 353555"/>
                <a:gd name="connsiteY6" fmla="*/ 719054 h 761503"/>
                <a:gd name="connsiteX7" fmla="*/ 126170 w 353555"/>
                <a:gd name="connsiteY7" fmla="*/ 719054 h 761503"/>
                <a:gd name="connsiteX8" fmla="*/ 101693 w 353555"/>
                <a:gd name="connsiteY8" fmla="*/ 719054 h 761503"/>
                <a:gd name="connsiteX9" fmla="*/ 74496 w 353555"/>
                <a:gd name="connsiteY9" fmla="*/ 713615 h 761503"/>
                <a:gd name="connsiteX10" fmla="*/ 58178 w 353555"/>
                <a:gd name="connsiteY10" fmla="*/ 697297 h 761503"/>
                <a:gd name="connsiteX11" fmla="*/ 63617 w 353555"/>
                <a:gd name="connsiteY11" fmla="*/ 689138 h 761503"/>
                <a:gd name="connsiteX12" fmla="*/ 85375 w 353555"/>
                <a:gd name="connsiteY12" fmla="*/ 680979 h 761503"/>
                <a:gd name="connsiteX13" fmla="*/ 131609 w 353555"/>
                <a:gd name="connsiteY13" fmla="*/ 675540 h 761503"/>
                <a:gd name="connsiteX14" fmla="*/ 142488 w 353555"/>
                <a:gd name="connsiteY14" fmla="*/ 675540 h 761503"/>
                <a:gd name="connsiteX15" fmla="*/ 131609 w 353555"/>
                <a:gd name="connsiteY15" fmla="*/ 653783 h 761503"/>
                <a:gd name="connsiteX16" fmla="*/ 128889 w 353555"/>
                <a:gd name="connsiteY16" fmla="*/ 640184 h 761503"/>
                <a:gd name="connsiteX17" fmla="*/ 128889 w 353555"/>
                <a:gd name="connsiteY17" fmla="*/ 629306 h 761503"/>
                <a:gd name="connsiteX18" fmla="*/ 128889 w 353555"/>
                <a:gd name="connsiteY18" fmla="*/ 621147 h 761503"/>
                <a:gd name="connsiteX19" fmla="*/ 128889 w 353555"/>
                <a:gd name="connsiteY19" fmla="*/ 593950 h 761503"/>
                <a:gd name="connsiteX20" fmla="*/ 128889 w 353555"/>
                <a:gd name="connsiteY20" fmla="*/ 583072 h 761503"/>
                <a:gd name="connsiteX21" fmla="*/ 128889 w 353555"/>
                <a:gd name="connsiteY21" fmla="*/ 436210 h 761503"/>
                <a:gd name="connsiteX22" fmla="*/ 128889 w 353555"/>
                <a:gd name="connsiteY22" fmla="*/ 357340 h 761503"/>
                <a:gd name="connsiteX23" fmla="*/ 131609 w 353555"/>
                <a:gd name="connsiteY23" fmla="*/ 289349 h 761503"/>
                <a:gd name="connsiteX24" fmla="*/ 131609 w 353555"/>
                <a:gd name="connsiteY24" fmla="*/ 251274 h 761503"/>
                <a:gd name="connsiteX25" fmla="*/ 131609 w 353555"/>
                <a:gd name="connsiteY25" fmla="*/ 205040 h 761503"/>
                <a:gd name="connsiteX26" fmla="*/ 131609 w 353555"/>
                <a:gd name="connsiteY26" fmla="*/ 139768 h 761503"/>
                <a:gd name="connsiteX27" fmla="*/ 131609 w 353555"/>
                <a:gd name="connsiteY27" fmla="*/ 128889 h 761503"/>
                <a:gd name="connsiteX28" fmla="*/ 126170 w 353555"/>
                <a:gd name="connsiteY28" fmla="*/ 128889 h 761503"/>
                <a:gd name="connsiteX29" fmla="*/ 101693 w 353555"/>
                <a:gd name="connsiteY29" fmla="*/ 128889 h 761503"/>
                <a:gd name="connsiteX30" fmla="*/ 74496 w 353555"/>
                <a:gd name="connsiteY30" fmla="*/ 123450 h 761503"/>
                <a:gd name="connsiteX31" fmla="*/ 58178 w 353555"/>
                <a:gd name="connsiteY31" fmla="*/ 107132 h 761503"/>
                <a:gd name="connsiteX32" fmla="*/ 60898 w 353555"/>
                <a:gd name="connsiteY32" fmla="*/ 98973 h 761503"/>
                <a:gd name="connsiteX33" fmla="*/ 82655 w 353555"/>
                <a:gd name="connsiteY33" fmla="*/ 93534 h 761503"/>
                <a:gd name="connsiteX34" fmla="*/ 131609 w 353555"/>
                <a:gd name="connsiteY34" fmla="*/ 88094 h 761503"/>
                <a:gd name="connsiteX35" fmla="*/ 131609 w 353555"/>
                <a:gd name="connsiteY35" fmla="*/ 82655 h 761503"/>
                <a:gd name="connsiteX36" fmla="*/ 134329 w 353555"/>
                <a:gd name="connsiteY36" fmla="*/ 71776 h 761503"/>
                <a:gd name="connsiteX37" fmla="*/ 147927 w 353555"/>
                <a:gd name="connsiteY37" fmla="*/ 63617 h 761503"/>
                <a:gd name="connsiteX38" fmla="*/ 164245 w 353555"/>
                <a:gd name="connsiteY38" fmla="*/ 58178 h 761503"/>
                <a:gd name="connsiteX39" fmla="*/ 177843 w 353555"/>
                <a:gd name="connsiteY39" fmla="*/ 58178 h 761503"/>
                <a:gd name="connsiteX40" fmla="*/ 196881 w 353555"/>
                <a:gd name="connsiteY40" fmla="*/ 60898 h 761503"/>
                <a:gd name="connsiteX41" fmla="*/ 232236 w 353555"/>
                <a:gd name="connsiteY41" fmla="*/ 88094 h 761503"/>
                <a:gd name="connsiteX42" fmla="*/ 278471 w 353555"/>
                <a:gd name="connsiteY42" fmla="*/ 88094 h 761503"/>
                <a:gd name="connsiteX43" fmla="*/ 316546 w 353555"/>
                <a:gd name="connsiteY43" fmla="*/ 104412 h 761503"/>
                <a:gd name="connsiteX44" fmla="*/ 311106 w 353555"/>
                <a:gd name="connsiteY44" fmla="*/ 120730 h 761503"/>
                <a:gd name="connsiteX45" fmla="*/ 294788 w 353555"/>
                <a:gd name="connsiteY45" fmla="*/ 128889 h 761503"/>
                <a:gd name="connsiteX46" fmla="*/ 273031 w 353555"/>
                <a:gd name="connsiteY46" fmla="*/ 131609 h 761503"/>
                <a:gd name="connsiteX47" fmla="*/ 243115 w 353555"/>
                <a:gd name="connsiteY47" fmla="*/ 131609 h 761503"/>
                <a:gd name="connsiteX48" fmla="*/ 243115 w 353555"/>
                <a:gd name="connsiteY48" fmla="*/ 134329 h 761503"/>
                <a:gd name="connsiteX49" fmla="*/ 248554 w 353555"/>
                <a:gd name="connsiteY49" fmla="*/ 169684 h 761503"/>
                <a:gd name="connsiteX50" fmla="*/ 251274 w 353555"/>
                <a:gd name="connsiteY50" fmla="*/ 205040 h 761503"/>
                <a:gd name="connsiteX51" fmla="*/ 251274 w 353555"/>
                <a:gd name="connsiteY51" fmla="*/ 240395 h 761503"/>
                <a:gd name="connsiteX52" fmla="*/ 251274 w 353555"/>
                <a:gd name="connsiteY52" fmla="*/ 256713 h 761503"/>
                <a:gd name="connsiteX53" fmla="*/ 253994 w 353555"/>
                <a:gd name="connsiteY53" fmla="*/ 270311 h 761503"/>
                <a:gd name="connsiteX54" fmla="*/ 259433 w 353555"/>
                <a:gd name="connsiteY54" fmla="*/ 343742 h 761503"/>
                <a:gd name="connsiteX55" fmla="*/ 262153 w 353555"/>
                <a:gd name="connsiteY55" fmla="*/ 425332 h 761503"/>
                <a:gd name="connsiteX56" fmla="*/ 264872 w 353555"/>
                <a:gd name="connsiteY56" fmla="*/ 490603 h 761503"/>
                <a:gd name="connsiteX57" fmla="*/ 270312 w 353555"/>
                <a:gd name="connsiteY57" fmla="*/ 564034 h 761503"/>
                <a:gd name="connsiteX58" fmla="*/ 270312 w 353555"/>
                <a:gd name="connsiteY58" fmla="*/ 599390 h 761503"/>
                <a:gd name="connsiteX59" fmla="*/ 270312 w 353555"/>
                <a:gd name="connsiteY59" fmla="*/ 637465 h 761503"/>
                <a:gd name="connsiteX60" fmla="*/ 264872 w 353555"/>
                <a:gd name="connsiteY60" fmla="*/ 670101 h 761503"/>
                <a:gd name="connsiteX61" fmla="*/ 283910 w 353555"/>
                <a:gd name="connsiteY61" fmla="*/ 672820 h 761503"/>
                <a:gd name="connsiteX62" fmla="*/ 283910 w 353555"/>
                <a:gd name="connsiteY62" fmla="*/ 672820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353555" h="761503">
                  <a:moveTo>
                    <a:pt x="283910" y="672820"/>
                  </a:moveTo>
                  <a:cubicBezTo>
                    <a:pt x="297508" y="672820"/>
                    <a:pt x="321985" y="672820"/>
                    <a:pt x="321985" y="689138"/>
                  </a:cubicBezTo>
                  <a:cubicBezTo>
                    <a:pt x="321985" y="697297"/>
                    <a:pt x="319265" y="697297"/>
                    <a:pt x="316546" y="705456"/>
                  </a:cubicBezTo>
                  <a:cubicBezTo>
                    <a:pt x="311106" y="710895"/>
                    <a:pt x="305667" y="713615"/>
                    <a:pt x="300228" y="713615"/>
                  </a:cubicBezTo>
                  <a:cubicBezTo>
                    <a:pt x="292069" y="716335"/>
                    <a:pt x="283910" y="716335"/>
                    <a:pt x="278471" y="716335"/>
                  </a:cubicBezTo>
                  <a:cubicBezTo>
                    <a:pt x="275751" y="716335"/>
                    <a:pt x="256713" y="716335"/>
                    <a:pt x="237676" y="716335"/>
                  </a:cubicBezTo>
                  <a:cubicBezTo>
                    <a:pt x="213199" y="716335"/>
                    <a:pt x="186002" y="719054"/>
                    <a:pt x="180563" y="719054"/>
                  </a:cubicBezTo>
                  <a:cubicBezTo>
                    <a:pt x="166965" y="719054"/>
                    <a:pt x="142488" y="719054"/>
                    <a:pt x="126170" y="719054"/>
                  </a:cubicBezTo>
                  <a:cubicBezTo>
                    <a:pt x="118011" y="719054"/>
                    <a:pt x="109852" y="719054"/>
                    <a:pt x="101693" y="719054"/>
                  </a:cubicBezTo>
                  <a:cubicBezTo>
                    <a:pt x="93534" y="719054"/>
                    <a:pt x="82655" y="719054"/>
                    <a:pt x="74496" y="713615"/>
                  </a:cubicBezTo>
                  <a:cubicBezTo>
                    <a:pt x="66337" y="710895"/>
                    <a:pt x="58178" y="702736"/>
                    <a:pt x="58178" y="697297"/>
                  </a:cubicBezTo>
                  <a:cubicBezTo>
                    <a:pt x="58178" y="694578"/>
                    <a:pt x="58178" y="691858"/>
                    <a:pt x="63617" y="689138"/>
                  </a:cubicBezTo>
                  <a:cubicBezTo>
                    <a:pt x="69057" y="686418"/>
                    <a:pt x="79935" y="683699"/>
                    <a:pt x="85375" y="680979"/>
                  </a:cubicBezTo>
                  <a:cubicBezTo>
                    <a:pt x="104412" y="678260"/>
                    <a:pt x="123450" y="675540"/>
                    <a:pt x="131609" y="675540"/>
                  </a:cubicBezTo>
                  <a:cubicBezTo>
                    <a:pt x="134329" y="675540"/>
                    <a:pt x="137048" y="675540"/>
                    <a:pt x="142488" y="675540"/>
                  </a:cubicBezTo>
                  <a:cubicBezTo>
                    <a:pt x="134329" y="670101"/>
                    <a:pt x="131609" y="661942"/>
                    <a:pt x="131609" y="653783"/>
                  </a:cubicBezTo>
                  <a:cubicBezTo>
                    <a:pt x="131609" y="648343"/>
                    <a:pt x="131609" y="642904"/>
                    <a:pt x="128889" y="640184"/>
                  </a:cubicBezTo>
                  <a:cubicBezTo>
                    <a:pt x="128889" y="637465"/>
                    <a:pt x="128889" y="634745"/>
                    <a:pt x="128889" y="629306"/>
                  </a:cubicBezTo>
                  <a:cubicBezTo>
                    <a:pt x="128889" y="626586"/>
                    <a:pt x="128889" y="623867"/>
                    <a:pt x="128889" y="621147"/>
                  </a:cubicBezTo>
                  <a:cubicBezTo>
                    <a:pt x="128889" y="612988"/>
                    <a:pt x="128889" y="604829"/>
                    <a:pt x="128889" y="593950"/>
                  </a:cubicBezTo>
                  <a:cubicBezTo>
                    <a:pt x="128889" y="591231"/>
                    <a:pt x="128889" y="585791"/>
                    <a:pt x="128889" y="583072"/>
                  </a:cubicBezTo>
                  <a:cubicBezTo>
                    <a:pt x="128889" y="534118"/>
                    <a:pt x="131609" y="485164"/>
                    <a:pt x="128889" y="436210"/>
                  </a:cubicBezTo>
                  <a:cubicBezTo>
                    <a:pt x="128889" y="409014"/>
                    <a:pt x="128889" y="384537"/>
                    <a:pt x="128889" y="357340"/>
                  </a:cubicBezTo>
                  <a:cubicBezTo>
                    <a:pt x="128889" y="335583"/>
                    <a:pt x="131609" y="313826"/>
                    <a:pt x="131609" y="289349"/>
                  </a:cubicBezTo>
                  <a:cubicBezTo>
                    <a:pt x="131609" y="275751"/>
                    <a:pt x="131609" y="264872"/>
                    <a:pt x="131609" y="251274"/>
                  </a:cubicBezTo>
                  <a:cubicBezTo>
                    <a:pt x="131609" y="234956"/>
                    <a:pt x="131609" y="221357"/>
                    <a:pt x="131609" y="205040"/>
                  </a:cubicBezTo>
                  <a:cubicBezTo>
                    <a:pt x="131609" y="183282"/>
                    <a:pt x="131609" y="161525"/>
                    <a:pt x="131609" y="139768"/>
                  </a:cubicBezTo>
                  <a:cubicBezTo>
                    <a:pt x="131609" y="137048"/>
                    <a:pt x="131609" y="134329"/>
                    <a:pt x="131609" y="128889"/>
                  </a:cubicBezTo>
                  <a:cubicBezTo>
                    <a:pt x="128889" y="128889"/>
                    <a:pt x="126170" y="128889"/>
                    <a:pt x="126170" y="128889"/>
                  </a:cubicBezTo>
                  <a:cubicBezTo>
                    <a:pt x="118011" y="128889"/>
                    <a:pt x="109852" y="128889"/>
                    <a:pt x="101693" y="128889"/>
                  </a:cubicBezTo>
                  <a:cubicBezTo>
                    <a:pt x="93534" y="128889"/>
                    <a:pt x="82655" y="128889"/>
                    <a:pt x="74496" y="123450"/>
                  </a:cubicBezTo>
                  <a:cubicBezTo>
                    <a:pt x="66337" y="120730"/>
                    <a:pt x="58178" y="112571"/>
                    <a:pt x="58178" y="107132"/>
                  </a:cubicBezTo>
                  <a:cubicBezTo>
                    <a:pt x="58178" y="104412"/>
                    <a:pt x="58178" y="101693"/>
                    <a:pt x="60898" y="98973"/>
                  </a:cubicBezTo>
                  <a:cubicBezTo>
                    <a:pt x="63617" y="96253"/>
                    <a:pt x="77216" y="93534"/>
                    <a:pt x="82655" y="93534"/>
                  </a:cubicBezTo>
                  <a:cubicBezTo>
                    <a:pt x="98973" y="90814"/>
                    <a:pt x="123450" y="88094"/>
                    <a:pt x="131609" y="88094"/>
                  </a:cubicBezTo>
                  <a:cubicBezTo>
                    <a:pt x="131609" y="85375"/>
                    <a:pt x="131609" y="85375"/>
                    <a:pt x="131609" y="82655"/>
                  </a:cubicBezTo>
                  <a:cubicBezTo>
                    <a:pt x="131609" y="77216"/>
                    <a:pt x="131609" y="74496"/>
                    <a:pt x="134329" y="71776"/>
                  </a:cubicBezTo>
                  <a:cubicBezTo>
                    <a:pt x="137048" y="69057"/>
                    <a:pt x="145207" y="66337"/>
                    <a:pt x="147927" y="63617"/>
                  </a:cubicBezTo>
                  <a:cubicBezTo>
                    <a:pt x="153366" y="60898"/>
                    <a:pt x="158806" y="58178"/>
                    <a:pt x="164245" y="58178"/>
                  </a:cubicBezTo>
                  <a:cubicBezTo>
                    <a:pt x="169684" y="58178"/>
                    <a:pt x="175123" y="58178"/>
                    <a:pt x="177843" y="58178"/>
                  </a:cubicBezTo>
                  <a:cubicBezTo>
                    <a:pt x="183283" y="58178"/>
                    <a:pt x="191442" y="58178"/>
                    <a:pt x="196881" y="60898"/>
                  </a:cubicBezTo>
                  <a:cubicBezTo>
                    <a:pt x="213199" y="63617"/>
                    <a:pt x="224077" y="74496"/>
                    <a:pt x="232236" y="88094"/>
                  </a:cubicBezTo>
                  <a:cubicBezTo>
                    <a:pt x="253994" y="88094"/>
                    <a:pt x="270312" y="88094"/>
                    <a:pt x="278471" y="88094"/>
                  </a:cubicBezTo>
                  <a:cubicBezTo>
                    <a:pt x="292069" y="88094"/>
                    <a:pt x="316546" y="88094"/>
                    <a:pt x="316546" y="104412"/>
                  </a:cubicBezTo>
                  <a:cubicBezTo>
                    <a:pt x="316546" y="112571"/>
                    <a:pt x="313826" y="112571"/>
                    <a:pt x="311106" y="120730"/>
                  </a:cubicBezTo>
                  <a:cubicBezTo>
                    <a:pt x="305667" y="126170"/>
                    <a:pt x="300228" y="128889"/>
                    <a:pt x="294788" y="128889"/>
                  </a:cubicBezTo>
                  <a:cubicBezTo>
                    <a:pt x="286630" y="131609"/>
                    <a:pt x="278471" y="131609"/>
                    <a:pt x="273031" y="131609"/>
                  </a:cubicBezTo>
                  <a:cubicBezTo>
                    <a:pt x="270312" y="131609"/>
                    <a:pt x="259433" y="131609"/>
                    <a:pt x="243115" y="131609"/>
                  </a:cubicBezTo>
                  <a:lnTo>
                    <a:pt x="243115" y="134329"/>
                  </a:lnTo>
                  <a:cubicBezTo>
                    <a:pt x="245835" y="145207"/>
                    <a:pt x="245835" y="158805"/>
                    <a:pt x="248554" y="169684"/>
                  </a:cubicBezTo>
                  <a:cubicBezTo>
                    <a:pt x="251274" y="180563"/>
                    <a:pt x="251274" y="194161"/>
                    <a:pt x="251274" y="205040"/>
                  </a:cubicBezTo>
                  <a:cubicBezTo>
                    <a:pt x="251274" y="215918"/>
                    <a:pt x="251274" y="226797"/>
                    <a:pt x="251274" y="240395"/>
                  </a:cubicBezTo>
                  <a:cubicBezTo>
                    <a:pt x="251274" y="245834"/>
                    <a:pt x="251274" y="251274"/>
                    <a:pt x="251274" y="256713"/>
                  </a:cubicBezTo>
                  <a:cubicBezTo>
                    <a:pt x="251274" y="262152"/>
                    <a:pt x="251274" y="267592"/>
                    <a:pt x="253994" y="270311"/>
                  </a:cubicBezTo>
                  <a:cubicBezTo>
                    <a:pt x="256713" y="294788"/>
                    <a:pt x="256713" y="319265"/>
                    <a:pt x="259433" y="343742"/>
                  </a:cubicBezTo>
                  <a:cubicBezTo>
                    <a:pt x="259433" y="370939"/>
                    <a:pt x="262153" y="398135"/>
                    <a:pt x="262153" y="425332"/>
                  </a:cubicBezTo>
                  <a:cubicBezTo>
                    <a:pt x="262153" y="447089"/>
                    <a:pt x="262153" y="468846"/>
                    <a:pt x="264872" y="490603"/>
                  </a:cubicBezTo>
                  <a:cubicBezTo>
                    <a:pt x="264872" y="515080"/>
                    <a:pt x="270312" y="539557"/>
                    <a:pt x="270312" y="564034"/>
                  </a:cubicBezTo>
                  <a:cubicBezTo>
                    <a:pt x="270312" y="574913"/>
                    <a:pt x="270312" y="588511"/>
                    <a:pt x="270312" y="599390"/>
                  </a:cubicBezTo>
                  <a:cubicBezTo>
                    <a:pt x="270312" y="612988"/>
                    <a:pt x="270312" y="623867"/>
                    <a:pt x="270312" y="637465"/>
                  </a:cubicBezTo>
                  <a:cubicBezTo>
                    <a:pt x="270312" y="648343"/>
                    <a:pt x="270312" y="661942"/>
                    <a:pt x="264872" y="670101"/>
                  </a:cubicBezTo>
                  <a:cubicBezTo>
                    <a:pt x="273031" y="672820"/>
                    <a:pt x="278471" y="672820"/>
                    <a:pt x="283910" y="672820"/>
                  </a:cubicBezTo>
                  <a:lnTo>
                    <a:pt x="283910" y="672820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990D7267-1414-4CB3-9CEF-BEBE0366111F}"/>
                </a:ext>
              </a:extLst>
            </p:cNvPr>
            <p:cNvSpPr/>
            <p:nvPr/>
          </p:nvSpPr>
          <p:spPr>
            <a:xfrm>
              <a:off x="4620880" y="4194877"/>
              <a:ext cx="598325" cy="761503"/>
            </a:xfrm>
            <a:custGeom>
              <a:avLst/>
              <a:gdLst>
                <a:gd name="connsiteX0" fmla="*/ 515081 w 598324"/>
                <a:gd name="connsiteY0" fmla="*/ 79935 h 761503"/>
                <a:gd name="connsiteX1" fmla="*/ 542277 w 598324"/>
                <a:gd name="connsiteY1" fmla="*/ 96253 h 761503"/>
                <a:gd name="connsiteX2" fmla="*/ 536838 w 598324"/>
                <a:gd name="connsiteY2" fmla="*/ 112571 h 761503"/>
                <a:gd name="connsiteX3" fmla="*/ 523240 w 598324"/>
                <a:gd name="connsiteY3" fmla="*/ 120730 h 761503"/>
                <a:gd name="connsiteX4" fmla="*/ 506922 w 598324"/>
                <a:gd name="connsiteY4" fmla="*/ 123450 h 761503"/>
                <a:gd name="connsiteX5" fmla="*/ 477006 w 598324"/>
                <a:gd name="connsiteY5" fmla="*/ 123450 h 761503"/>
                <a:gd name="connsiteX6" fmla="*/ 479725 w 598324"/>
                <a:gd name="connsiteY6" fmla="*/ 145207 h 761503"/>
                <a:gd name="connsiteX7" fmla="*/ 477006 w 598324"/>
                <a:gd name="connsiteY7" fmla="*/ 180563 h 761503"/>
                <a:gd name="connsiteX8" fmla="*/ 482445 w 598324"/>
                <a:gd name="connsiteY8" fmla="*/ 232236 h 761503"/>
                <a:gd name="connsiteX9" fmla="*/ 485165 w 598324"/>
                <a:gd name="connsiteY9" fmla="*/ 283909 h 761503"/>
                <a:gd name="connsiteX10" fmla="*/ 485165 w 598324"/>
                <a:gd name="connsiteY10" fmla="*/ 327424 h 761503"/>
                <a:gd name="connsiteX11" fmla="*/ 487884 w 598324"/>
                <a:gd name="connsiteY11" fmla="*/ 373658 h 761503"/>
                <a:gd name="connsiteX12" fmla="*/ 485165 w 598324"/>
                <a:gd name="connsiteY12" fmla="*/ 419892 h 761503"/>
                <a:gd name="connsiteX13" fmla="*/ 485165 w 598324"/>
                <a:gd name="connsiteY13" fmla="*/ 463407 h 761503"/>
                <a:gd name="connsiteX14" fmla="*/ 482445 w 598324"/>
                <a:gd name="connsiteY14" fmla="*/ 515080 h 761503"/>
                <a:gd name="connsiteX15" fmla="*/ 482445 w 598324"/>
                <a:gd name="connsiteY15" fmla="*/ 558595 h 761503"/>
                <a:gd name="connsiteX16" fmla="*/ 479725 w 598324"/>
                <a:gd name="connsiteY16" fmla="*/ 602109 h 761503"/>
                <a:gd name="connsiteX17" fmla="*/ 485165 w 598324"/>
                <a:gd name="connsiteY17" fmla="*/ 648343 h 761503"/>
                <a:gd name="connsiteX18" fmla="*/ 474286 w 598324"/>
                <a:gd name="connsiteY18" fmla="*/ 675540 h 761503"/>
                <a:gd name="connsiteX19" fmla="*/ 428052 w 598324"/>
                <a:gd name="connsiteY19" fmla="*/ 691858 h 761503"/>
                <a:gd name="connsiteX20" fmla="*/ 387257 w 598324"/>
                <a:gd name="connsiteY20" fmla="*/ 683699 h 761503"/>
                <a:gd name="connsiteX21" fmla="*/ 351901 w 598324"/>
                <a:gd name="connsiteY21" fmla="*/ 664661 h 761503"/>
                <a:gd name="connsiteX22" fmla="*/ 305667 w 598324"/>
                <a:gd name="connsiteY22" fmla="*/ 596670 h 761503"/>
                <a:gd name="connsiteX23" fmla="*/ 270312 w 598324"/>
                <a:gd name="connsiteY23" fmla="*/ 509641 h 761503"/>
                <a:gd name="connsiteX24" fmla="*/ 251274 w 598324"/>
                <a:gd name="connsiteY24" fmla="*/ 460687 h 761503"/>
                <a:gd name="connsiteX25" fmla="*/ 224077 w 598324"/>
                <a:gd name="connsiteY25" fmla="*/ 381817 h 761503"/>
                <a:gd name="connsiteX26" fmla="*/ 207759 w 598324"/>
                <a:gd name="connsiteY26" fmla="*/ 330144 h 761503"/>
                <a:gd name="connsiteX27" fmla="*/ 191442 w 598324"/>
                <a:gd name="connsiteY27" fmla="*/ 286629 h 761503"/>
                <a:gd name="connsiteX28" fmla="*/ 183283 w 598324"/>
                <a:gd name="connsiteY28" fmla="*/ 278470 h 761503"/>
                <a:gd name="connsiteX29" fmla="*/ 180563 w 598324"/>
                <a:gd name="connsiteY29" fmla="*/ 292068 h 761503"/>
                <a:gd name="connsiteX30" fmla="*/ 180563 w 598324"/>
                <a:gd name="connsiteY30" fmla="*/ 305667 h 761503"/>
                <a:gd name="connsiteX31" fmla="*/ 183283 w 598324"/>
                <a:gd name="connsiteY31" fmla="*/ 354620 h 761503"/>
                <a:gd name="connsiteX32" fmla="*/ 188722 w 598324"/>
                <a:gd name="connsiteY32" fmla="*/ 449808 h 761503"/>
                <a:gd name="connsiteX33" fmla="*/ 188722 w 598324"/>
                <a:gd name="connsiteY33" fmla="*/ 479725 h 761503"/>
                <a:gd name="connsiteX34" fmla="*/ 188722 w 598324"/>
                <a:gd name="connsiteY34" fmla="*/ 542277 h 761503"/>
                <a:gd name="connsiteX35" fmla="*/ 186002 w 598324"/>
                <a:gd name="connsiteY35" fmla="*/ 615708 h 761503"/>
                <a:gd name="connsiteX36" fmla="*/ 186002 w 598324"/>
                <a:gd name="connsiteY36" fmla="*/ 637465 h 761503"/>
                <a:gd name="connsiteX37" fmla="*/ 183283 w 598324"/>
                <a:gd name="connsiteY37" fmla="*/ 664661 h 761503"/>
                <a:gd name="connsiteX38" fmla="*/ 226797 w 598324"/>
                <a:gd name="connsiteY38" fmla="*/ 664661 h 761503"/>
                <a:gd name="connsiteX39" fmla="*/ 253994 w 598324"/>
                <a:gd name="connsiteY39" fmla="*/ 680979 h 761503"/>
                <a:gd name="connsiteX40" fmla="*/ 248554 w 598324"/>
                <a:gd name="connsiteY40" fmla="*/ 697297 h 761503"/>
                <a:gd name="connsiteX41" fmla="*/ 234956 w 598324"/>
                <a:gd name="connsiteY41" fmla="*/ 705456 h 761503"/>
                <a:gd name="connsiteX42" fmla="*/ 218638 w 598324"/>
                <a:gd name="connsiteY42" fmla="*/ 708176 h 761503"/>
                <a:gd name="connsiteX43" fmla="*/ 183283 w 598324"/>
                <a:gd name="connsiteY43" fmla="*/ 708176 h 761503"/>
                <a:gd name="connsiteX44" fmla="*/ 150647 w 598324"/>
                <a:gd name="connsiteY44" fmla="*/ 708176 h 761503"/>
                <a:gd name="connsiteX45" fmla="*/ 107132 w 598324"/>
                <a:gd name="connsiteY45" fmla="*/ 708176 h 761503"/>
                <a:gd name="connsiteX46" fmla="*/ 88094 w 598324"/>
                <a:gd name="connsiteY46" fmla="*/ 708176 h 761503"/>
                <a:gd name="connsiteX47" fmla="*/ 69057 w 598324"/>
                <a:gd name="connsiteY47" fmla="*/ 702736 h 761503"/>
                <a:gd name="connsiteX48" fmla="*/ 58178 w 598324"/>
                <a:gd name="connsiteY48" fmla="*/ 686418 h 761503"/>
                <a:gd name="connsiteX49" fmla="*/ 60898 w 598324"/>
                <a:gd name="connsiteY49" fmla="*/ 678259 h 761503"/>
                <a:gd name="connsiteX50" fmla="*/ 77216 w 598324"/>
                <a:gd name="connsiteY50" fmla="*/ 670101 h 761503"/>
                <a:gd name="connsiteX51" fmla="*/ 120730 w 598324"/>
                <a:gd name="connsiteY51" fmla="*/ 664661 h 761503"/>
                <a:gd name="connsiteX52" fmla="*/ 131609 w 598324"/>
                <a:gd name="connsiteY52" fmla="*/ 664661 h 761503"/>
                <a:gd name="connsiteX53" fmla="*/ 134329 w 598324"/>
                <a:gd name="connsiteY53" fmla="*/ 539557 h 761503"/>
                <a:gd name="connsiteX54" fmla="*/ 134329 w 598324"/>
                <a:gd name="connsiteY54" fmla="*/ 504201 h 761503"/>
                <a:gd name="connsiteX55" fmla="*/ 131609 w 598324"/>
                <a:gd name="connsiteY55" fmla="*/ 376378 h 761503"/>
                <a:gd name="connsiteX56" fmla="*/ 131609 w 598324"/>
                <a:gd name="connsiteY56" fmla="*/ 302947 h 761503"/>
                <a:gd name="connsiteX57" fmla="*/ 134329 w 598324"/>
                <a:gd name="connsiteY57" fmla="*/ 221357 h 761503"/>
                <a:gd name="connsiteX58" fmla="*/ 137048 w 598324"/>
                <a:gd name="connsiteY58" fmla="*/ 123450 h 761503"/>
                <a:gd name="connsiteX59" fmla="*/ 107132 w 598324"/>
                <a:gd name="connsiteY59" fmla="*/ 123450 h 761503"/>
                <a:gd name="connsiteX60" fmla="*/ 88094 w 598324"/>
                <a:gd name="connsiteY60" fmla="*/ 123450 h 761503"/>
                <a:gd name="connsiteX61" fmla="*/ 69057 w 598324"/>
                <a:gd name="connsiteY61" fmla="*/ 118011 h 761503"/>
                <a:gd name="connsiteX62" fmla="*/ 58178 w 598324"/>
                <a:gd name="connsiteY62" fmla="*/ 101693 h 761503"/>
                <a:gd name="connsiteX63" fmla="*/ 60898 w 598324"/>
                <a:gd name="connsiteY63" fmla="*/ 93534 h 761503"/>
                <a:gd name="connsiteX64" fmla="*/ 77216 w 598324"/>
                <a:gd name="connsiteY64" fmla="*/ 85375 h 761503"/>
                <a:gd name="connsiteX65" fmla="*/ 131609 w 598324"/>
                <a:gd name="connsiteY65" fmla="*/ 79935 h 761503"/>
                <a:gd name="connsiteX66" fmla="*/ 161525 w 598324"/>
                <a:gd name="connsiteY66" fmla="*/ 79935 h 761503"/>
                <a:gd name="connsiteX67" fmla="*/ 177843 w 598324"/>
                <a:gd name="connsiteY67" fmla="*/ 66337 h 761503"/>
                <a:gd name="connsiteX68" fmla="*/ 202320 w 598324"/>
                <a:gd name="connsiteY68" fmla="*/ 58178 h 761503"/>
                <a:gd name="connsiteX69" fmla="*/ 234956 w 598324"/>
                <a:gd name="connsiteY69" fmla="*/ 77216 h 761503"/>
                <a:gd name="connsiteX70" fmla="*/ 251274 w 598324"/>
                <a:gd name="connsiteY70" fmla="*/ 107132 h 761503"/>
                <a:gd name="connsiteX71" fmla="*/ 267592 w 598324"/>
                <a:gd name="connsiteY71" fmla="*/ 147927 h 761503"/>
                <a:gd name="connsiteX72" fmla="*/ 281190 w 598324"/>
                <a:gd name="connsiteY72" fmla="*/ 183282 h 761503"/>
                <a:gd name="connsiteX73" fmla="*/ 297508 w 598324"/>
                <a:gd name="connsiteY73" fmla="*/ 224077 h 761503"/>
                <a:gd name="connsiteX74" fmla="*/ 308387 w 598324"/>
                <a:gd name="connsiteY74" fmla="*/ 264872 h 761503"/>
                <a:gd name="connsiteX75" fmla="*/ 319265 w 598324"/>
                <a:gd name="connsiteY75" fmla="*/ 300227 h 761503"/>
                <a:gd name="connsiteX76" fmla="*/ 351901 w 598324"/>
                <a:gd name="connsiteY76" fmla="*/ 379097 h 761503"/>
                <a:gd name="connsiteX77" fmla="*/ 365500 w 598324"/>
                <a:gd name="connsiteY77" fmla="*/ 417173 h 761503"/>
                <a:gd name="connsiteX78" fmla="*/ 379098 w 598324"/>
                <a:gd name="connsiteY78" fmla="*/ 457967 h 761503"/>
                <a:gd name="connsiteX79" fmla="*/ 395416 w 598324"/>
                <a:gd name="connsiteY79" fmla="*/ 496043 h 761503"/>
                <a:gd name="connsiteX80" fmla="*/ 406294 w 598324"/>
                <a:gd name="connsiteY80" fmla="*/ 512361 h 761503"/>
                <a:gd name="connsiteX81" fmla="*/ 411734 w 598324"/>
                <a:gd name="connsiteY81" fmla="*/ 531398 h 761503"/>
                <a:gd name="connsiteX82" fmla="*/ 419893 w 598324"/>
                <a:gd name="connsiteY82" fmla="*/ 558595 h 761503"/>
                <a:gd name="connsiteX83" fmla="*/ 425332 w 598324"/>
                <a:gd name="connsiteY83" fmla="*/ 564034 h 761503"/>
                <a:gd name="connsiteX84" fmla="*/ 430771 w 598324"/>
                <a:gd name="connsiteY84" fmla="*/ 558595 h 761503"/>
                <a:gd name="connsiteX85" fmla="*/ 430771 w 598324"/>
                <a:gd name="connsiteY85" fmla="*/ 550436 h 761503"/>
                <a:gd name="connsiteX86" fmla="*/ 430771 w 598324"/>
                <a:gd name="connsiteY86" fmla="*/ 501482 h 761503"/>
                <a:gd name="connsiteX87" fmla="*/ 430771 w 598324"/>
                <a:gd name="connsiteY87" fmla="*/ 403574 h 761503"/>
                <a:gd name="connsiteX88" fmla="*/ 425332 w 598324"/>
                <a:gd name="connsiteY88" fmla="*/ 313826 h 761503"/>
                <a:gd name="connsiteX89" fmla="*/ 425332 w 598324"/>
                <a:gd name="connsiteY89" fmla="*/ 248554 h 761503"/>
                <a:gd name="connsiteX90" fmla="*/ 425332 w 598324"/>
                <a:gd name="connsiteY90" fmla="*/ 210479 h 761503"/>
                <a:gd name="connsiteX91" fmla="*/ 422613 w 598324"/>
                <a:gd name="connsiteY91" fmla="*/ 153366 h 761503"/>
                <a:gd name="connsiteX92" fmla="*/ 425332 w 598324"/>
                <a:gd name="connsiteY92" fmla="*/ 123450 h 761503"/>
                <a:gd name="connsiteX93" fmla="*/ 398136 w 598324"/>
                <a:gd name="connsiteY93" fmla="*/ 123450 h 761503"/>
                <a:gd name="connsiteX94" fmla="*/ 379098 w 598324"/>
                <a:gd name="connsiteY94" fmla="*/ 123450 h 761503"/>
                <a:gd name="connsiteX95" fmla="*/ 360060 w 598324"/>
                <a:gd name="connsiteY95" fmla="*/ 118011 h 761503"/>
                <a:gd name="connsiteX96" fmla="*/ 349182 w 598324"/>
                <a:gd name="connsiteY96" fmla="*/ 101693 h 761503"/>
                <a:gd name="connsiteX97" fmla="*/ 351901 w 598324"/>
                <a:gd name="connsiteY97" fmla="*/ 93534 h 761503"/>
                <a:gd name="connsiteX98" fmla="*/ 368219 w 598324"/>
                <a:gd name="connsiteY98" fmla="*/ 85375 h 761503"/>
                <a:gd name="connsiteX99" fmla="*/ 422613 w 598324"/>
                <a:gd name="connsiteY99" fmla="*/ 79935 h 761503"/>
                <a:gd name="connsiteX100" fmla="*/ 444370 w 598324"/>
                <a:gd name="connsiteY100" fmla="*/ 79935 h 761503"/>
                <a:gd name="connsiteX101" fmla="*/ 463407 w 598324"/>
                <a:gd name="connsiteY101" fmla="*/ 71776 h 761503"/>
                <a:gd name="connsiteX102" fmla="*/ 477006 w 598324"/>
                <a:gd name="connsiteY102" fmla="*/ 79935 h 761503"/>
                <a:gd name="connsiteX103" fmla="*/ 515081 w 598324"/>
                <a:gd name="connsiteY103" fmla="*/ 79935 h 761503"/>
                <a:gd name="connsiteX104" fmla="*/ 515081 w 598324"/>
                <a:gd name="connsiteY104" fmla="*/ 79935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598324" h="761503">
                  <a:moveTo>
                    <a:pt x="515081" y="79935"/>
                  </a:moveTo>
                  <a:cubicBezTo>
                    <a:pt x="523240" y="79935"/>
                    <a:pt x="542277" y="79935"/>
                    <a:pt x="542277" y="96253"/>
                  </a:cubicBezTo>
                  <a:cubicBezTo>
                    <a:pt x="542277" y="104412"/>
                    <a:pt x="542277" y="107132"/>
                    <a:pt x="536838" y="112571"/>
                  </a:cubicBezTo>
                  <a:cubicBezTo>
                    <a:pt x="534119" y="118011"/>
                    <a:pt x="528679" y="120730"/>
                    <a:pt x="523240" y="120730"/>
                  </a:cubicBezTo>
                  <a:cubicBezTo>
                    <a:pt x="515081" y="123450"/>
                    <a:pt x="512361" y="123450"/>
                    <a:pt x="506922" y="123450"/>
                  </a:cubicBezTo>
                  <a:cubicBezTo>
                    <a:pt x="504202" y="123450"/>
                    <a:pt x="490604" y="123450"/>
                    <a:pt x="477006" y="123450"/>
                  </a:cubicBezTo>
                  <a:cubicBezTo>
                    <a:pt x="477006" y="131609"/>
                    <a:pt x="479725" y="137048"/>
                    <a:pt x="479725" y="145207"/>
                  </a:cubicBezTo>
                  <a:cubicBezTo>
                    <a:pt x="479725" y="156086"/>
                    <a:pt x="477006" y="166964"/>
                    <a:pt x="477006" y="180563"/>
                  </a:cubicBezTo>
                  <a:cubicBezTo>
                    <a:pt x="477006" y="196881"/>
                    <a:pt x="479725" y="215918"/>
                    <a:pt x="482445" y="232236"/>
                  </a:cubicBezTo>
                  <a:cubicBezTo>
                    <a:pt x="485165" y="248554"/>
                    <a:pt x="485165" y="267592"/>
                    <a:pt x="485165" y="283909"/>
                  </a:cubicBezTo>
                  <a:cubicBezTo>
                    <a:pt x="485165" y="297508"/>
                    <a:pt x="485165" y="313826"/>
                    <a:pt x="485165" y="327424"/>
                  </a:cubicBezTo>
                  <a:cubicBezTo>
                    <a:pt x="485165" y="343742"/>
                    <a:pt x="487884" y="357340"/>
                    <a:pt x="487884" y="373658"/>
                  </a:cubicBezTo>
                  <a:cubicBezTo>
                    <a:pt x="487884" y="389976"/>
                    <a:pt x="485165" y="403574"/>
                    <a:pt x="485165" y="419892"/>
                  </a:cubicBezTo>
                  <a:cubicBezTo>
                    <a:pt x="485165" y="436210"/>
                    <a:pt x="485165" y="449808"/>
                    <a:pt x="485165" y="463407"/>
                  </a:cubicBezTo>
                  <a:cubicBezTo>
                    <a:pt x="485165" y="479725"/>
                    <a:pt x="485165" y="498762"/>
                    <a:pt x="482445" y="515080"/>
                  </a:cubicBezTo>
                  <a:cubicBezTo>
                    <a:pt x="482445" y="528678"/>
                    <a:pt x="482445" y="542277"/>
                    <a:pt x="482445" y="558595"/>
                  </a:cubicBezTo>
                  <a:cubicBezTo>
                    <a:pt x="482445" y="572193"/>
                    <a:pt x="479725" y="588511"/>
                    <a:pt x="479725" y="602109"/>
                  </a:cubicBezTo>
                  <a:cubicBezTo>
                    <a:pt x="479725" y="615708"/>
                    <a:pt x="485165" y="632025"/>
                    <a:pt x="485165" y="648343"/>
                  </a:cubicBezTo>
                  <a:cubicBezTo>
                    <a:pt x="485165" y="659222"/>
                    <a:pt x="482445" y="670101"/>
                    <a:pt x="474286" y="675540"/>
                  </a:cubicBezTo>
                  <a:cubicBezTo>
                    <a:pt x="460688" y="686418"/>
                    <a:pt x="444370" y="691858"/>
                    <a:pt x="428052" y="691858"/>
                  </a:cubicBezTo>
                  <a:cubicBezTo>
                    <a:pt x="414453" y="691858"/>
                    <a:pt x="400855" y="689138"/>
                    <a:pt x="387257" y="683699"/>
                  </a:cubicBezTo>
                  <a:cubicBezTo>
                    <a:pt x="373659" y="678259"/>
                    <a:pt x="360060" y="672820"/>
                    <a:pt x="351901" y="664661"/>
                  </a:cubicBezTo>
                  <a:cubicBezTo>
                    <a:pt x="330144" y="645624"/>
                    <a:pt x="316546" y="621147"/>
                    <a:pt x="305667" y="596670"/>
                  </a:cubicBezTo>
                  <a:cubicBezTo>
                    <a:pt x="292069" y="569473"/>
                    <a:pt x="281190" y="539557"/>
                    <a:pt x="270312" y="509641"/>
                  </a:cubicBezTo>
                  <a:cubicBezTo>
                    <a:pt x="264872" y="493323"/>
                    <a:pt x="256713" y="477005"/>
                    <a:pt x="251274" y="460687"/>
                  </a:cubicBezTo>
                  <a:cubicBezTo>
                    <a:pt x="240395" y="433490"/>
                    <a:pt x="232236" y="409014"/>
                    <a:pt x="224077" y="381817"/>
                  </a:cubicBezTo>
                  <a:cubicBezTo>
                    <a:pt x="218638" y="365499"/>
                    <a:pt x="213199" y="346462"/>
                    <a:pt x="207759" y="330144"/>
                  </a:cubicBezTo>
                  <a:cubicBezTo>
                    <a:pt x="202320" y="316545"/>
                    <a:pt x="196881" y="300227"/>
                    <a:pt x="191442" y="286629"/>
                  </a:cubicBezTo>
                  <a:cubicBezTo>
                    <a:pt x="188722" y="281190"/>
                    <a:pt x="186002" y="278470"/>
                    <a:pt x="183283" y="278470"/>
                  </a:cubicBezTo>
                  <a:cubicBezTo>
                    <a:pt x="180563" y="278470"/>
                    <a:pt x="180563" y="286629"/>
                    <a:pt x="180563" y="292068"/>
                  </a:cubicBezTo>
                  <a:cubicBezTo>
                    <a:pt x="180563" y="297508"/>
                    <a:pt x="180563" y="302947"/>
                    <a:pt x="180563" y="305667"/>
                  </a:cubicBezTo>
                  <a:cubicBezTo>
                    <a:pt x="180563" y="321985"/>
                    <a:pt x="183283" y="338303"/>
                    <a:pt x="183283" y="354620"/>
                  </a:cubicBezTo>
                  <a:cubicBezTo>
                    <a:pt x="183283" y="387256"/>
                    <a:pt x="186002" y="417173"/>
                    <a:pt x="188722" y="449808"/>
                  </a:cubicBezTo>
                  <a:cubicBezTo>
                    <a:pt x="188722" y="460687"/>
                    <a:pt x="188722" y="468846"/>
                    <a:pt x="188722" y="479725"/>
                  </a:cubicBezTo>
                  <a:cubicBezTo>
                    <a:pt x="188722" y="501482"/>
                    <a:pt x="188722" y="523239"/>
                    <a:pt x="188722" y="542277"/>
                  </a:cubicBezTo>
                  <a:cubicBezTo>
                    <a:pt x="188722" y="566754"/>
                    <a:pt x="186002" y="591231"/>
                    <a:pt x="186002" y="615708"/>
                  </a:cubicBezTo>
                  <a:cubicBezTo>
                    <a:pt x="186002" y="623866"/>
                    <a:pt x="186002" y="632025"/>
                    <a:pt x="186002" y="637465"/>
                  </a:cubicBezTo>
                  <a:cubicBezTo>
                    <a:pt x="186002" y="645624"/>
                    <a:pt x="183283" y="656502"/>
                    <a:pt x="183283" y="664661"/>
                  </a:cubicBezTo>
                  <a:cubicBezTo>
                    <a:pt x="202320" y="664661"/>
                    <a:pt x="218638" y="664661"/>
                    <a:pt x="226797" y="664661"/>
                  </a:cubicBezTo>
                  <a:cubicBezTo>
                    <a:pt x="234956" y="664661"/>
                    <a:pt x="253994" y="664661"/>
                    <a:pt x="253994" y="680979"/>
                  </a:cubicBezTo>
                  <a:cubicBezTo>
                    <a:pt x="253994" y="689138"/>
                    <a:pt x="253994" y="691858"/>
                    <a:pt x="248554" y="697297"/>
                  </a:cubicBezTo>
                  <a:cubicBezTo>
                    <a:pt x="245835" y="702736"/>
                    <a:pt x="240395" y="705456"/>
                    <a:pt x="234956" y="705456"/>
                  </a:cubicBezTo>
                  <a:cubicBezTo>
                    <a:pt x="226797" y="708176"/>
                    <a:pt x="224077" y="708176"/>
                    <a:pt x="218638" y="708176"/>
                  </a:cubicBezTo>
                  <a:cubicBezTo>
                    <a:pt x="215918" y="708176"/>
                    <a:pt x="199600" y="708176"/>
                    <a:pt x="183283" y="708176"/>
                  </a:cubicBezTo>
                  <a:cubicBezTo>
                    <a:pt x="166965" y="708176"/>
                    <a:pt x="153366" y="708176"/>
                    <a:pt x="150647" y="708176"/>
                  </a:cubicBezTo>
                  <a:cubicBezTo>
                    <a:pt x="139768" y="708176"/>
                    <a:pt x="120730" y="708176"/>
                    <a:pt x="107132" y="708176"/>
                  </a:cubicBezTo>
                  <a:cubicBezTo>
                    <a:pt x="101693" y="708176"/>
                    <a:pt x="96254" y="708176"/>
                    <a:pt x="88094" y="708176"/>
                  </a:cubicBezTo>
                  <a:cubicBezTo>
                    <a:pt x="82655" y="708176"/>
                    <a:pt x="74496" y="708176"/>
                    <a:pt x="69057" y="702736"/>
                  </a:cubicBezTo>
                  <a:cubicBezTo>
                    <a:pt x="63617" y="700017"/>
                    <a:pt x="58178" y="691858"/>
                    <a:pt x="58178" y="686418"/>
                  </a:cubicBezTo>
                  <a:cubicBezTo>
                    <a:pt x="58178" y="683699"/>
                    <a:pt x="58178" y="680979"/>
                    <a:pt x="60898" y="678259"/>
                  </a:cubicBezTo>
                  <a:cubicBezTo>
                    <a:pt x="63617" y="675540"/>
                    <a:pt x="71777" y="672820"/>
                    <a:pt x="77216" y="670101"/>
                  </a:cubicBezTo>
                  <a:cubicBezTo>
                    <a:pt x="90814" y="667381"/>
                    <a:pt x="115291" y="664661"/>
                    <a:pt x="120730" y="664661"/>
                  </a:cubicBezTo>
                  <a:cubicBezTo>
                    <a:pt x="123450" y="664661"/>
                    <a:pt x="126170" y="664661"/>
                    <a:pt x="131609" y="664661"/>
                  </a:cubicBezTo>
                  <a:cubicBezTo>
                    <a:pt x="131609" y="623866"/>
                    <a:pt x="134329" y="583072"/>
                    <a:pt x="134329" y="539557"/>
                  </a:cubicBezTo>
                  <a:cubicBezTo>
                    <a:pt x="134329" y="528678"/>
                    <a:pt x="134329" y="515080"/>
                    <a:pt x="134329" y="504201"/>
                  </a:cubicBezTo>
                  <a:cubicBezTo>
                    <a:pt x="131609" y="460687"/>
                    <a:pt x="131609" y="417173"/>
                    <a:pt x="131609" y="376378"/>
                  </a:cubicBezTo>
                  <a:cubicBezTo>
                    <a:pt x="131609" y="351901"/>
                    <a:pt x="131609" y="327424"/>
                    <a:pt x="131609" y="302947"/>
                  </a:cubicBezTo>
                  <a:cubicBezTo>
                    <a:pt x="131609" y="275751"/>
                    <a:pt x="131609" y="248554"/>
                    <a:pt x="134329" y="221357"/>
                  </a:cubicBezTo>
                  <a:cubicBezTo>
                    <a:pt x="134329" y="188722"/>
                    <a:pt x="137048" y="156086"/>
                    <a:pt x="137048" y="123450"/>
                  </a:cubicBezTo>
                  <a:cubicBezTo>
                    <a:pt x="126170" y="123450"/>
                    <a:pt x="115291" y="123450"/>
                    <a:pt x="107132" y="123450"/>
                  </a:cubicBezTo>
                  <a:cubicBezTo>
                    <a:pt x="101693" y="123450"/>
                    <a:pt x="96254" y="123450"/>
                    <a:pt x="88094" y="123450"/>
                  </a:cubicBezTo>
                  <a:cubicBezTo>
                    <a:pt x="82655" y="123450"/>
                    <a:pt x="74496" y="120730"/>
                    <a:pt x="69057" y="118011"/>
                  </a:cubicBezTo>
                  <a:cubicBezTo>
                    <a:pt x="63617" y="115291"/>
                    <a:pt x="58178" y="107132"/>
                    <a:pt x="58178" y="101693"/>
                  </a:cubicBezTo>
                  <a:cubicBezTo>
                    <a:pt x="58178" y="98973"/>
                    <a:pt x="58178" y="96253"/>
                    <a:pt x="60898" y="93534"/>
                  </a:cubicBezTo>
                  <a:cubicBezTo>
                    <a:pt x="63617" y="90814"/>
                    <a:pt x="71777" y="88094"/>
                    <a:pt x="77216" y="85375"/>
                  </a:cubicBezTo>
                  <a:cubicBezTo>
                    <a:pt x="90814" y="82655"/>
                    <a:pt x="126170" y="79935"/>
                    <a:pt x="131609" y="79935"/>
                  </a:cubicBezTo>
                  <a:cubicBezTo>
                    <a:pt x="137048" y="79935"/>
                    <a:pt x="147927" y="79935"/>
                    <a:pt x="161525" y="79935"/>
                  </a:cubicBezTo>
                  <a:cubicBezTo>
                    <a:pt x="166965" y="74496"/>
                    <a:pt x="172404" y="71776"/>
                    <a:pt x="177843" y="66337"/>
                  </a:cubicBezTo>
                  <a:cubicBezTo>
                    <a:pt x="186002" y="60898"/>
                    <a:pt x="194161" y="58178"/>
                    <a:pt x="202320" y="58178"/>
                  </a:cubicBezTo>
                  <a:cubicBezTo>
                    <a:pt x="215918" y="58178"/>
                    <a:pt x="226797" y="63617"/>
                    <a:pt x="234956" y="77216"/>
                  </a:cubicBezTo>
                  <a:cubicBezTo>
                    <a:pt x="240395" y="88094"/>
                    <a:pt x="248554" y="96253"/>
                    <a:pt x="251274" y="107132"/>
                  </a:cubicBezTo>
                  <a:cubicBezTo>
                    <a:pt x="256713" y="120730"/>
                    <a:pt x="259433" y="134328"/>
                    <a:pt x="267592" y="147927"/>
                  </a:cubicBezTo>
                  <a:cubicBezTo>
                    <a:pt x="273031" y="158805"/>
                    <a:pt x="275751" y="172404"/>
                    <a:pt x="281190" y="183282"/>
                  </a:cubicBezTo>
                  <a:cubicBezTo>
                    <a:pt x="286630" y="196881"/>
                    <a:pt x="292069" y="210479"/>
                    <a:pt x="297508" y="224077"/>
                  </a:cubicBezTo>
                  <a:cubicBezTo>
                    <a:pt x="300228" y="237675"/>
                    <a:pt x="305667" y="251274"/>
                    <a:pt x="308387" y="264872"/>
                  </a:cubicBezTo>
                  <a:cubicBezTo>
                    <a:pt x="311106" y="278470"/>
                    <a:pt x="311106" y="289349"/>
                    <a:pt x="319265" y="300227"/>
                  </a:cubicBezTo>
                  <a:cubicBezTo>
                    <a:pt x="332864" y="324704"/>
                    <a:pt x="346462" y="351901"/>
                    <a:pt x="351901" y="379097"/>
                  </a:cubicBezTo>
                  <a:cubicBezTo>
                    <a:pt x="354621" y="392696"/>
                    <a:pt x="360060" y="403574"/>
                    <a:pt x="365500" y="417173"/>
                  </a:cubicBezTo>
                  <a:cubicBezTo>
                    <a:pt x="373659" y="430771"/>
                    <a:pt x="373659" y="444369"/>
                    <a:pt x="379098" y="457967"/>
                  </a:cubicBezTo>
                  <a:cubicBezTo>
                    <a:pt x="381818" y="471566"/>
                    <a:pt x="387257" y="482444"/>
                    <a:pt x="395416" y="496043"/>
                  </a:cubicBezTo>
                  <a:cubicBezTo>
                    <a:pt x="398136" y="501482"/>
                    <a:pt x="403575" y="506921"/>
                    <a:pt x="406294" y="512361"/>
                  </a:cubicBezTo>
                  <a:cubicBezTo>
                    <a:pt x="409014" y="517800"/>
                    <a:pt x="409014" y="525959"/>
                    <a:pt x="411734" y="531398"/>
                  </a:cubicBezTo>
                  <a:cubicBezTo>
                    <a:pt x="414453" y="539557"/>
                    <a:pt x="417173" y="550436"/>
                    <a:pt x="419893" y="558595"/>
                  </a:cubicBezTo>
                  <a:cubicBezTo>
                    <a:pt x="422613" y="561314"/>
                    <a:pt x="422613" y="564034"/>
                    <a:pt x="425332" y="564034"/>
                  </a:cubicBezTo>
                  <a:cubicBezTo>
                    <a:pt x="428052" y="564034"/>
                    <a:pt x="428052" y="561314"/>
                    <a:pt x="430771" y="558595"/>
                  </a:cubicBezTo>
                  <a:cubicBezTo>
                    <a:pt x="430771" y="555875"/>
                    <a:pt x="430771" y="553155"/>
                    <a:pt x="430771" y="550436"/>
                  </a:cubicBezTo>
                  <a:cubicBezTo>
                    <a:pt x="430771" y="534118"/>
                    <a:pt x="430771" y="517800"/>
                    <a:pt x="430771" y="501482"/>
                  </a:cubicBezTo>
                  <a:cubicBezTo>
                    <a:pt x="430771" y="468846"/>
                    <a:pt x="433491" y="436210"/>
                    <a:pt x="430771" y="403574"/>
                  </a:cubicBezTo>
                  <a:cubicBezTo>
                    <a:pt x="430771" y="373658"/>
                    <a:pt x="425332" y="343742"/>
                    <a:pt x="425332" y="313826"/>
                  </a:cubicBezTo>
                  <a:cubicBezTo>
                    <a:pt x="425332" y="292068"/>
                    <a:pt x="425332" y="270311"/>
                    <a:pt x="425332" y="248554"/>
                  </a:cubicBezTo>
                  <a:cubicBezTo>
                    <a:pt x="425332" y="234956"/>
                    <a:pt x="425332" y="224077"/>
                    <a:pt x="425332" y="210479"/>
                  </a:cubicBezTo>
                  <a:cubicBezTo>
                    <a:pt x="425332" y="191441"/>
                    <a:pt x="422613" y="172404"/>
                    <a:pt x="422613" y="153366"/>
                  </a:cubicBezTo>
                  <a:cubicBezTo>
                    <a:pt x="422613" y="142487"/>
                    <a:pt x="422613" y="134328"/>
                    <a:pt x="425332" y="123450"/>
                  </a:cubicBezTo>
                  <a:cubicBezTo>
                    <a:pt x="417173" y="123450"/>
                    <a:pt x="406294" y="123450"/>
                    <a:pt x="398136" y="123450"/>
                  </a:cubicBezTo>
                  <a:cubicBezTo>
                    <a:pt x="392696" y="123450"/>
                    <a:pt x="387257" y="123450"/>
                    <a:pt x="379098" y="123450"/>
                  </a:cubicBezTo>
                  <a:cubicBezTo>
                    <a:pt x="373659" y="123450"/>
                    <a:pt x="365500" y="120730"/>
                    <a:pt x="360060" y="118011"/>
                  </a:cubicBezTo>
                  <a:cubicBezTo>
                    <a:pt x="354621" y="115291"/>
                    <a:pt x="349182" y="107132"/>
                    <a:pt x="349182" y="101693"/>
                  </a:cubicBezTo>
                  <a:cubicBezTo>
                    <a:pt x="349182" y="98973"/>
                    <a:pt x="349182" y="96253"/>
                    <a:pt x="351901" y="93534"/>
                  </a:cubicBezTo>
                  <a:cubicBezTo>
                    <a:pt x="354621" y="90814"/>
                    <a:pt x="362780" y="88094"/>
                    <a:pt x="368219" y="85375"/>
                  </a:cubicBezTo>
                  <a:cubicBezTo>
                    <a:pt x="381818" y="82655"/>
                    <a:pt x="417173" y="79935"/>
                    <a:pt x="422613" y="79935"/>
                  </a:cubicBezTo>
                  <a:cubicBezTo>
                    <a:pt x="428052" y="79935"/>
                    <a:pt x="433491" y="79935"/>
                    <a:pt x="444370" y="79935"/>
                  </a:cubicBezTo>
                  <a:cubicBezTo>
                    <a:pt x="449809" y="74496"/>
                    <a:pt x="455248" y="71776"/>
                    <a:pt x="463407" y="71776"/>
                  </a:cubicBezTo>
                  <a:cubicBezTo>
                    <a:pt x="471566" y="71776"/>
                    <a:pt x="477006" y="74496"/>
                    <a:pt x="477006" y="79935"/>
                  </a:cubicBezTo>
                  <a:cubicBezTo>
                    <a:pt x="493324" y="79935"/>
                    <a:pt x="506922" y="79935"/>
                    <a:pt x="515081" y="79935"/>
                  </a:cubicBezTo>
                  <a:lnTo>
                    <a:pt x="515081" y="79935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0F39874A-9569-4901-8D42-9F6951FAB3F9}"/>
                </a:ext>
              </a:extLst>
            </p:cNvPr>
            <p:cNvSpPr/>
            <p:nvPr/>
          </p:nvSpPr>
          <p:spPr>
            <a:xfrm>
              <a:off x="5139126" y="4192158"/>
              <a:ext cx="516735" cy="788700"/>
            </a:xfrm>
            <a:custGeom>
              <a:avLst/>
              <a:gdLst>
                <a:gd name="connsiteX0" fmla="*/ 464616 w 516735"/>
                <a:gd name="connsiteY0" fmla="*/ 436210 h 788699"/>
                <a:gd name="connsiteX1" fmla="*/ 445578 w 516735"/>
                <a:gd name="connsiteY1" fmla="*/ 455248 h 788699"/>
                <a:gd name="connsiteX2" fmla="*/ 404784 w 516735"/>
                <a:gd name="connsiteY2" fmla="*/ 466126 h 788699"/>
                <a:gd name="connsiteX3" fmla="*/ 385746 w 516735"/>
                <a:gd name="connsiteY3" fmla="*/ 479725 h 788699"/>
                <a:gd name="connsiteX4" fmla="*/ 388466 w 516735"/>
                <a:gd name="connsiteY4" fmla="*/ 512361 h 788699"/>
                <a:gd name="connsiteX5" fmla="*/ 388466 w 516735"/>
                <a:gd name="connsiteY5" fmla="*/ 544997 h 788699"/>
                <a:gd name="connsiteX6" fmla="*/ 388466 w 516735"/>
                <a:gd name="connsiteY6" fmla="*/ 566754 h 788699"/>
                <a:gd name="connsiteX7" fmla="*/ 391185 w 516735"/>
                <a:gd name="connsiteY7" fmla="*/ 632026 h 788699"/>
                <a:gd name="connsiteX8" fmla="*/ 393905 w 516735"/>
                <a:gd name="connsiteY8" fmla="*/ 683699 h 788699"/>
                <a:gd name="connsiteX9" fmla="*/ 377587 w 516735"/>
                <a:gd name="connsiteY9" fmla="*/ 724494 h 788699"/>
                <a:gd name="connsiteX10" fmla="*/ 361269 w 516735"/>
                <a:gd name="connsiteY10" fmla="*/ 719054 h 788699"/>
                <a:gd name="connsiteX11" fmla="*/ 353110 w 516735"/>
                <a:gd name="connsiteY11" fmla="*/ 702737 h 788699"/>
                <a:gd name="connsiteX12" fmla="*/ 350390 w 516735"/>
                <a:gd name="connsiteY12" fmla="*/ 686419 h 788699"/>
                <a:gd name="connsiteX13" fmla="*/ 353110 w 516735"/>
                <a:gd name="connsiteY13" fmla="*/ 659222 h 788699"/>
                <a:gd name="connsiteX14" fmla="*/ 353110 w 516735"/>
                <a:gd name="connsiteY14" fmla="*/ 656502 h 788699"/>
                <a:gd name="connsiteX15" fmla="*/ 317755 w 516735"/>
                <a:gd name="connsiteY15" fmla="*/ 708176 h 788699"/>
                <a:gd name="connsiteX16" fmla="*/ 241604 w 516735"/>
                <a:gd name="connsiteY16" fmla="*/ 735372 h 788699"/>
                <a:gd name="connsiteX17" fmla="*/ 187211 w 516735"/>
                <a:gd name="connsiteY17" fmla="*/ 727214 h 788699"/>
                <a:gd name="connsiteX18" fmla="*/ 135538 w 516735"/>
                <a:gd name="connsiteY18" fmla="*/ 694578 h 788699"/>
                <a:gd name="connsiteX19" fmla="*/ 86584 w 516735"/>
                <a:gd name="connsiteY19" fmla="*/ 621147 h 788699"/>
                <a:gd name="connsiteX20" fmla="*/ 67546 w 516735"/>
                <a:gd name="connsiteY20" fmla="*/ 555875 h 788699"/>
                <a:gd name="connsiteX21" fmla="*/ 59387 w 516735"/>
                <a:gd name="connsiteY21" fmla="*/ 509641 h 788699"/>
                <a:gd name="connsiteX22" fmla="*/ 59387 w 516735"/>
                <a:gd name="connsiteY22" fmla="*/ 468846 h 788699"/>
                <a:gd name="connsiteX23" fmla="*/ 86584 w 516735"/>
                <a:gd name="connsiteY23" fmla="*/ 302947 h 788699"/>
                <a:gd name="connsiteX24" fmla="*/ 108341 w 516735"/>
                <a:gd name="connsiteY24" fmla="*/ 224077 h 788699"/>
                <a:gd name="connsiteX25" fmla="*/ 146416 w 516735"/>
                <a:gd name="connsiteY25" fmla="*/ 145207 h 788699"/>
                <a:gd name="connsiteX26" fmla="*/ 198090 w 516735"/>
                <a:gd name="connsiteY26" fmla="*/ 85375 h 788699"/>
                <a:gd name="connsiteX27" fmla="*/ 228006 w 516735"/>
                <a:gd name="connsiteY27" fmla="*/ 69057 h 788699"/>
                <a:gd name="connsiteX28" fmla="*/ 268801 w 516735"/>
                <a:gd name="connsiteY28" fmla="*/ 58178 h 788699"/>
                <a:gd name="connsiteX29" fmla="*/ 274240 w 516735"/>
                <a:gd name="connsiteY29" fmla="*/ 58178 h 788699"/>
                <a:gd name="connsiteX30" fmla="*/ 295997 w 516735"/>
                <a:gd name="connsiteY30" fmla="*/ 60898 h 788699"/>
                <a:gd name="connsiteX31" fmla="*/ 331353 w 516735"/>
                <a:gd name="connsiteY31" fmla="*/ 71776 h 788699"/>
                <a:gd name="connsiteX32" fmla="*/ 350390 w 516735"/>
                <a:gd name="connsiteY32" fmla="*/ 93534 h 788699"/>
                <a:gd name="connsiteX33" fmla="*/ 353110 w 516735"/>
                <a:gd name="connsiteY33" fmla="*/ 74496 h 788699"/>
                <a:gd name="connsiteX34" fmla="*/ 358549 w 516735"/>
                <a:gd name="connsiteY34" fmla="*/ 63618 h 788699"/>
                <a:gd name="connsiteX35" fmla="*/ 366708 w 516735"/>
                <a:gd name="connsiteY35" fmla="*/ 58178 h 788699"/>
                <a:gd name="connsiteX36" fmla="*/ 374867 w 516735"/>
                <a:gd name="connsiteY36" fmla="*/ 63618 h 788699"/>
                <a:gd name="connsiteX37" fmla="*/ 383026 w 516735"/>
                <a:gd name="connsiteY37" fmla="*/ 82655 h 788699"/>
                <a:gd name="connsiteX38" fmla="*/ 385746 w 516735"/>
                <a:gd name="connsiteY38" fmla="*/ 126170 h 788699"/>
                <a:gd name="connsiteX39" fmla="*/ 388466 w 516735"/>
                <a:gd name="connsiteY39" fmla="*/ 186002 h 788699"/>
                <a:gd name="connsiteX40" fmla="*/ 391185 w 516735"/>
                <a:gd name="connsiteY40" fmla="*/ 237676 h 788699"/>
                <a:gd name="connsiteX41" fmla="*/ 374867 w 516735"/>
                <a:gd name="connsiteY41" fmla="*/ 278470 h 788699"/>
                <a:gd name="connsiteX42" fmla="*/ 358549 w 516735"/>
                <a:gd name="connsiteY42" fmla="*/ 273031 h 788699"/>
                <a:gd name="connsiteX43" fmla="*/ 350390 w 516735"/>
                <a:gd name="connsiteY43" fmla="*/ 256713 h 788699"/>
                <a:gd name="connsiteX44" fmla="*/ 347671 w 516735"/>
                <a:gd name="connsiteY44" fmla="*/ 240395 h 788699"/>
                <a:gd name="connsiteX45" fmla="*/ 347671 w 516735"/>
                <a:gd name="connsiteY45" fmla="*/ 213199 h 788699"/>
                <a:gd name="connsiteX46" fmla="*/ 344951 w 516735"/>
                <a:gd name="connsiteY46" fmla="*/ 194161 h 788699"/>
                <a:gd name="connsiteX47" fmla="*/ 339512 w 516735"/>
                <a:gd name="connsiteY47" fmla="*/ 150647 h 788699"/>
                <a:gd name="connsiteX48" fmla="*/ 323194 w 516735"/>
                <a:gd name="connsiteY48" fmla="*/ 112571 h 788699"/>
                <a:gd name="connsiteX49" fmla="*/ 293278 w 516735"/>
                <a:gd name="connsiteY49" fmla="*/ 101693 h 788699"/>
                <a:gd name="connsiteX50" fmla="*/ 263361 w 516735"/>
                <a:gd name="connsiteY50" fmla="*/ 120730 h 788699"/>
                <a:gd name="connsiteX51" fmla="*/ 241604 w 516735"/>
                <a:gd name="connsiteY51" fmla="*/ 153366 h 788699"/>
                <a:gd name="connsiteX52" fmla="*/ 233445 w 516735"/>
                <a:gd name="connsiteY52" fmla="*/ 194161 h 788699"/>
                <a:gd name="connsiteX53" fmla="*/ 225286 w 516735"/>
                <a:gd name="connsiteY53" fmla="*/ 232236 h 788699"/>
                <a:gd name="connsiteX54" fmla="*/ 217127 w 516735"/>
                <a:gd name="connsiteY54" fmla="*/ 275751 h 788699"/>
                <a:gd name="connsiteX55" fmla="*/ 211688 w 516735"/>
                <a:gd name="connsiteY55" fmla="*/ 316545 h 788699"/>
                <a:gd name="connsiteX56" fmla="*/ 206249 w 516735"/>
                <a:gd name="connsiteY56" fmla="*/ 354621 h 788699"/>
                <a:gd name="connsiteX57" fmla="*/ 200809 w 516735"/>
                <a:gd name="connsiteY57" fmla="*/ 398135 h 788699"/>
                <a:gd name="connsiteX58" fmla="*/ 195370 w 516735"/>
                <a:gd name="connsiteY58" fmla="*/ 438930 h 788699"/>
                <a:gd name="connsiteX59" fmla="*/ 192650 w 516735"/>
                <a:gd name="connsiteY59" fmla="*/ 474286 h 788699"/>
                <a:gd name="connsiteX60" fmla="*/ 195370 w 516735"/>
                <a:gd name="connsiteY60" fmla="*/ 525959 h 788699"/>
                <a:gd name="connsiteX61" fmla="*/ 208968 w 516735"/>
                <a:gd name="connsiteY61" fmla="*/ 596670 h 788699"/>
                <a:gd name="connsiteX62" fmla="*/ 214407 w 516735"/>
                <a:gd name="connsiteY62" fmla="*/ 623867 h 788699"/>
                <a:gd name="connsiteX63" fmla="*/ 228006 w 516735"/>
                <a:gd name="connsiteY63" fmla="*/ 656502 h 788699"/>
                <a:gd name="connsiteX64" fmla="*/ 271520 w 516735"/>
                <a:gd name="connsiteY64" fmla="*/ 689138 h 788699"/>
                <a:gd name="connsiteX65" fmla="*/ 306876 w 516735"/>
                <a:gd name="connsiteY65" fmla="*/ 664661 h 788699"/>
                <a:gd name="connsiteX66" fmla="*/ 331353 w 516735"/>
                <a:gd name="connsiteY66" fmla="*/ 602109 h 788699"/>
                <a:gd name="connsiteX67" fmla="*/ 336792 w 516735"/>
                <a:gd name="connsiteY67" fmla="*/ 544997 h 788699"/>
                <a:gd name="connsiteX68" fmla="*/ 336792 w 516735"/>
                <a:gd name="connsiteY68" fmla="*/ 498762 h 788699"/>
                <a:gd name="connsiteX69" fmla="*/ 336792 w 516735"/>
                <a:gd name="connsiteY69" fmla="*/ 490603 h 788699"/>
                <a:gd name="connsiteX70" fmla="*/ 320474 w 516735"/>
                <a:gd name="connsiteY70" fmla="*/ 477005 h 788699"/>
                <a:gd name="connsiteX71" fmla="*/ 282399 w 516735"/>
                <a:gd name="connsiteY71" fmla="*/ 479725 h 788699"/>
                <a:gd name="connsiteX72" fmla="*/ 252483 w 516735"/>
                <a:gd name="connsiteY72" fmla="*/ 474286 h 788699"/>
                <a:gd name="connsiteX73" fmla="*/ 247043 w 516735"/>
                <a:gd name="connsiteY73" fmla="*/ 466126 h 788699"/>
                <a:gd name="connsiteX74" fmla="*/ 249763 w 516735"/>
                <a:gd name="connsiteY74" fmla="*/ 457968 h 788699"/>
                <a:gd name="connsiteX75" fmla="*/ 268801 w 516735"/>
                <a:gd name="connsiteY75" fmla="*/ 447089 h 788699"/>
                <a:gd name="connsiteX76" fmla="*/ 312315 w 516735"/>
                <a:gd name="connsiteY76" fmla="*/ 436210 h 788699"/>
                <a:gd name="connsiteX77" fmla="*/ 353110 w 516735"/>
                <a:gd name="connsiteY77" fmla="*/ 430771 h 788699"/>
                <a:gd name="connsiteX78" fmla="*/ 385746 w 516735"/>
                <a:gd name="connsiteY78" fmla="*/ 430771 h 788699"/>
                <a:gd name="connsiteX79" fmla="*/ 437420 w 516735"/>
                <a:gd name="connsiteY79" fmla="*/ 428051 h 788699"/>
                <a:gd name="connsiteX80" fmla="*/ 464616 w 516735"/>
                <a:gd name="connsiteY80" fmla="*/ 436210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516735" h="788699">
                  <a:moveTo>
                    <a:pt x="464616" y="436210"/>
                  </a:moveTo>
                  <a:cubicBezTo>
                    <a:pt x="464616" y="447089"/>
                    <a:pt x="453737" y="452528"/>
                    <a:pt x="445578" y="455248"/>
                  </a:cubicBezTo>
                  <a:cubicBezTo>
                    <a:pt x="434700" y="460687"/>
                    <a:pt x="415662" y="463407"/>
                    <a:pt x="404784" y="466126"/>
                  </a:cubicBezTo>
                  <a:cubicBezTo>
                    <a:pt x="393905" y="466126"/>
                    <a:pt x="385746" y="468846"/>
                    <a:pt x="385746" y="479725"/>
                  </a:cubicBezTo>
                  <a:cubicBezTo>
                    <a:pt x="385746" y="487884"/>
                    <a:pt x="388466" y="506921"/>
                    <a:pt x="388466" y="512361"/>
                  </a:cubicBezTo>
                  <a:cubicBezTo>
                    <a:pt x="388466" y="515080"/>
                    <a:pt x="388466" y="539557"/>
                    <a:pt x="388466" y="544997"/>
                  </a:cubicBezTo>
                  <a:cubicBezTo>
                    <a:pt x="388466" y="550436"/>
                    <a:pt x="388466" y="558595"/>
                    <a:pt x="388466" y="566754"/>
                  </a:cubicBezTo>
                  <a:cubicBezTo>
                    <a:pt x="388466" y="591231"/>
                    <a:pt x="388466" y="621147"/>
                    <a:pt x="391185" y="632026"/>
                  </a:cubicBezTo>
                  <a:cubicBezTo>
                    <a:pt x="393905" y="653783"/>
                    <a:pt x="393905" y="661942"/>
                    <a:pt x="393905" y="683699"/>
                  </a:cubicBezTo>
                  <a:cubicBezTo>
                    <a:pt x="393905" y="694578"/>
                    <a:pt x="393905" y="724494"/>
                    <a:pt x="377587" y="724494"/>
                  </a:cubicBezTo>
                  <a:cubicBezTo>
                    <a:pt x="369428" y="724494"/>
                    <a:pt x="366708" y="721774"/>
                    <a:pt x="361269" y="719054"/>
                  </a:cubicBezTo>
                  <a:cubicBezTo>
                    <a:pt x="355830" y="716335"/>
                    <a:pt x="353110" y="708176"/>
                    <a:pt x="353110" y="702737"/>
                  </a:cubicBezTo>
                  <a:cubicBezTo>
                    <a:pt x="350390" y="694578"/>
                    <a:pt x="350390" y="689138"/>
                    <a:pt x="350390" y="686419"/>
                  </a:cubicBezTo>
                  <a:cubicBezTo>
                    <a:pt x="350390" y="678260"/>
                    <a:pt x="353110" y="672820"/>
                    <a:pt x="353110" y="659222"/>
                  </a:cubicBezTo>
                  <a:lnTo>
                    <a:pt x="353110" y="656502"/>
                  </a:lnTo>
                  <a:cubicBezTo>
                    <a:pt x="347671" y="675540"/>
                    <a:pt x="334072" y="694578"/>
                    <a:pt x="317755" y="708176"/>
                  </a:cubicBezTo>
                  <a:cubicBezTo>
                    <a:pt x="293278" y="727214"/>
                    <a:pt x="274240" y="735372"/>
                    <a:pt x="241604" y="735372"/>
                  </a:cubicBezTo>
                  <a:cubicBezTo>
                    <a:pt x="222566" y="735372"/>
                    <a:pt x="203529" y="732653"/>
                    <a:pt x="187211" y="727214"/>
                  </a:cubicBezTo>
                  <a:cubicBezTo>
                    <a:pt x="165454" y="719054"/>
                    <a:pt x="149136" y="708176"/>
                    <a:pt x="135538" y="694578"/>
                  </a:cubicBezTo>
                  <a:cubicBezTo>
                    <a:pt x="113780" y="672820"/>
                    <a:pt x="100182" y="648343"/>
                    <a:pt x="86584" y="621147"/>
                  </a:cubicBezTo>
                  <a:cubicBezTo>
                    <a:pt x="75705" y="599390"/>
                    <a:pt x="70266" y="580352"/>
                    <a:pt x="67546" y="555875"/>
                  </a:cubicBezTo>
                  <a:cubicBezTo>
                    <a:pt x="64826" y="539557"/>
                    <a:pt x="62107" y="525959"/>
                    <a:pt x="59387" y="509641"/>
                  </a:cubicBezTo>
                  <a:cubicBezTo>
                    <a:pt x="56667" y="493323"/>
                    <a:pt x="59387" y="485164"/>
                    <a:pt x="59387" y="468846"/>
                  </a:cubicBezTo>
                  <a:cubicBezTo>
                    <a:pt x="59387" y="414453"/>
                    <a:pt x="72985" y="362780"/>
                    <a:pt x="86584" y="302947"/>
                  </a:cubicBezTo>
                  <a:cubicBezTo>
                    <a:pt x="92023" y="275751"/>
                    <a:pt x="100182" y="248554"/>
                    <a:pt x="108341" y="224077"/>
                  </a:cubicBezTo>
                  <a:cubicBezTo>
                    <a:pt x="116500" y="196881"/>
                    <a:pt x="130098" y="169684"/>
                    <a:pt x="146416" y="145207"/>
                  </a:cubicBezTo>
                  <a:cubicBezTo>
                    <a:pt x="160014" y="123450"/>
                    <a:pt x="176332" y="101693"/>
                    <a:pt x="198090" y="85375"/>
                  </a:cubicBezTo>
                  <a:cubicBezTo>
                    <a:pt x="206249" y="77216"/>
                    <a:pt x="217127" y="71776"/>
                    <a:pt x="228006" y="69057"/>
                  </a:cubicBezTo>
                  <a:cubicBezTo>
                    <a:pt x="241604" y="63618"/>
                    <a:pt x="255202" y="58178"/>
                    <a:pt x="268801" y="58178"/>
                  </a:cubicBezTo>
                  <a:cubicBezTo>
                    <a:pt x="271520" y="58178"/>
                    <a:pt x="274240" y="58178"/>
                    <a:pt x="274240" y="58178"/>
                  </a:cubicBezTo>
                  <a:cubicBezTo>
                    <a:pt x="279679" y="58178"/>
                    <a:pt x="285119" y="58178"/>
                    <a:pt x="295997" y="60898"/>
                  </a:cubicBezTo>
                  <a:cubicBezTo>
                    <a:pt x="309595" y="63618"/>
                    <a:pt x="320474" y="66337"/>
                    <a:pt x="331353" y="71776"/>
                  </a:cubicBezTo>
                  <a:cubicBezTo>
                    <a:pt x="339512" y="77216"/>
                    <a:pt x="347671" y="85375"/>
                    <a:pt x="350390" y="93534"/>
                  </a:cubicBezTo>
                  <a:cubicBezTo>
                    <a:pt x="350390" y="88095"/>
                    <a:pt x="353110" y="79936"/>
                    <a:pt x="353110" y="74496"/>
                  </a:cubicBezTo>
                  <a:cubicBezTo>
                    <a:pt x="355830" y="71776"/>
                    <a:pt x="355830" y="69057"/>
                    <a:pt x="358549" y="63618"/>
                  </a:cubicBezTo>
                  <a:cubicBezTo>
                    <a:pt x="361269" y="60898"/>
                    <a:pt x="363989" y="58178"/>
                    <a:pt x="366708" y="58178"/>
                  </a:cubicBezTo>
                  <a:cubicBezTo>
                    <a:pt x="369428" y="58178"/>
                    <a:pt x="372148" y="60898"/>
                    <a:pt x="374867" y="63618"/>
                  </a:cubicBezTo>
                  <a:cubicBezTo>
                    <a:pt x="377587" y="69057"/>
                    <a:pt x="380307" y="77216"/>
                    <a:pt x="383026" y="82655"/>
                  </a:cubicBezTo>
                  <a:cubicBezTo>
                    <a:pt x="383026" y="90814"/>
                    <a:pt x="385746" y="107132"/>
                    <a:pt x="385746" y="126170"/>
                  </a:cubicBezTo>
                  <a:cubicBezTo>
                    <a:pt x="385746" y="150647"/>
                    <a:pt x="385746" y="177843"/>
                    <a:pt x="388466" y="186002"/>
                  </a:cubicBezTo>
                  <a:cubicBezTo>
                    <a:pt x="391185" y="207759"/>
                    <a:pt x="391185" y="215918"/>
                    <a:pt x="391185" y="237676"/>
                  </a:cubicBezTo>
                  <a:cubicBezTo>
                    <a:pt x="391185" y="248554"/>
                    <a:pt x="391185" y="278470"/>
                    <a:pt x="374867" y="278470"/>
                  </a:cubicBezTo>
                  <a:cubicBezTo>
                    <a:pt x="366708" y="278470"/>
                    <a:pt x="363989" y="275751"/>
                    <a:pt x="358549" y="273031"/>
                  </a:cubicBezTo>
                  <a:cubicBezTo>
                    <a:pt x="353110" y="270311"/>
                    <a:pt x="350390" y="262152"/>
                    <a:pt x="350390" y="256713"/>
                  </a:cubicBezTo>
                  <a:cubicBezTo>
                    <a:pt x="350390" y="251274"/>
                    <a:pt x="347671" y="245834"/>
                    <a:pt x="347671" y="240395"/>
                  </a:cubicBezTo>
                  <a:cubicBezTo>
                    <a:pt x="347671" y="232236"/>
                    <a:pt x="347671" y="224077"/>
                    <a:pt x="347671" y="213199"/>
                  </a:cubicBezTo>
                  <a:cubicBezTo>
                    <a:pt x="347671" y="207759"/>
                    <a:pt x="347671" y="199600"/>
                    <a:pt x="344951" y="194161"/>
                  </a:cubicBezTo>
                  <a:cubicBezTo>
                    <a:pt x="342232" y="180563"/>
                    <a:pt x="342232" y="164245"/>
                    <a:pt x="339512" y="150647"/>
                  </a:cubicBezTo>
                  <a:cubicBezTo>
                    <a:pt x="336792" y="137048"/>
                    <a:pt x="331353" y="123450"/>
                    <a:pt x="323194" y="112571"/>
                  </a:cubicBezTo>
                  <a:cubicBezTo>
                    <a:pt x="317755" y="104412"/>
                    <a:pt x="304156" y="101693"/>
                    <a:pt x="293278" y="101693"/>
                  </a:cubicBezTo>
                  <a:cubicBezTo>
                    <a:pt x="279679" y="101693"/>
                    <a:pt x="271520" y="109852"/>
                    <a:pt x="263361" y="120730"/>
                  </a:cubicBezTo>
                  <a:cubicBezTo>
                    <a:pt x="257922" y="131609"/>
                    <a:pt x="247043" y="139768"/>
                    <a:pt x="241604" y="153366"/>
                  </a:cubicBezTo>
                  <a:cubicBezTo>
                    <a:pt x="236165" y="166964"/>
                    <a:pt x="233445" y="180563"/>
                    <a:pt x="233445" y="194161"/>
                  </a:cubicBezTo>
                  <a:cubicBezTo>
                    <a:pt x="233445" y="207759"/>
                    <a:pt x="230726" y="218638"/>
                    <a:pt x="225286" y="232236"/>
                  </a:cubicBezTo>
                  <a:cubicBezTo>
                    <a:pt x="219847" y="245834"/>
                    <a:pt x="219847" y="262152"/>
                    <a:pt x="217127" y="275751"/>
                  </a:cubicBezTo>
                  <a:cubicBezTo>
                    <a:pt x="214407" y="289349"/>
                    <a:pt x="214407" y="302947"/>
                    <a:pt x="211688" y="316545"/>
                  </a:cubicBezTo>
                  <a:cubicBezTo>
                    <a:pt x="211688" y="330144"/>
                    <a:pt x="206249" y="341022"/>
                    <a:pt x="206249" y="354621"/>
                  </a:cubicBezTo>
                  <a:cubicBezTo>
                    <a:pt x="203529" y="368219"/>
                    <a:pt x="203529" y="381817"/>
                    <a:pt x="200809" y="398135"/>
                  </a:cubicBezTo>
                  <a:cubicBezTo>
                    <a:pt x="198090" y="411733"/>
                    <a:pt x="198090" y="425332"/>
                    <a:pt x="195370" y="438930"/>
                  </a:cubicBezTo>
                  <a:cubicBezTo>
                    <a:pt x="195370" y="449809"/>
                    <a:pt x="192650" y="463407"/>
                    <a:pt x="192650" y="474286"/>
                  </a:cubicBezTo>
                  <a:cubicBezTo>
                    <a:pt x="192650" y="490603"/>
                    <a:pt x="195370" y="509641"/>
                    <a:pt x="195370" y="525959"/>
                  </a:cubicBezTo>
                  <a:cubicBezTo>
                    <a:pt x="195370" y="550436"/>
                    <a:pt x="203529" y="572193"/>
                    <a:pt x="208968" y="596670"/>
                  </a:cubicBezTo>
                  <a:cubicBezTo>
                    <a:pt x="211688" y="604829"/>
                    <a:pt x="211688" y="615708"/>
                    <a:pt x="214407" y="623867"/>
                  </a:cubicBezTo>
                  <a:cubicBezTo>
                    <a:pt x="217127" y="634745"/>
                    <a:pt x="222566" y="645624"/>
                    <a:pt x="228006" y="656502"/>
                  </a:cubicBezTo>
                  <a:cubicBezTo>
                    <a:pt x="236165" y="670101"/>
                    <a:pt x="252483" y="689138"/>
                    <a:pt x="271520" y="689138"/>
                  </a:cubicBezTo>
                  <a:cubicBezTo>
                    <a:pt x="287838" y="689138"/>
                    <a:pt x="298717" y="675540"/>
                    <a:pt x="306876" y="664661"/>
                  </a:cubicBezTo>
                  <a:cubicBezTo>
                    <a:pt x="320474" y="645624"/>
                    <a:pt x="325914" y="623867"/>
                    <a:pt x="331353" y="602109"/>
                  </a:cubicBezTo>
                  <a:cubicBezTo>
                    <a:pt x="334072" y="583072"/>
                    <a:pt x="336792" y="564034"/>
                    <a:pt x="336792" y="544997"/>
                  </a:cubicBezTo>
                  <a:cubicBezTo>
                    <a:pt x="336792" y="531398"/>
                    <a:pt x="336792" y="512361"/>
                    <a:pt x="336792" y="498762"/>
                  </a:cubicBezTo>
                  <a:cubicBezTo>
                    <a:pt x="336792" y="496043"/>
                    <a:pt x="336792" y="493323"/>
                    <a:pt x="336792" y="490603"/>
                  </a:cubicBezTo>
                  <a:cubicBezTo>
                    <a:pt x="336792" y="479725"/>
                    <a:pt x="336792" y="477005"/>
                    <a:pt x="320474" y="477005"/>
                  </a:cubicBezTo>
                  <a:cubicBezTo>
                    <a:pt x="309595" y="477005"/>
                    <a:pt x="295997" y="479725"/>
                    <a:pt x="282399" y="479725"/>
                  </a:cubicBezTo>
                  <a:cubicBezTo>
                    <a:pt x="271520" y="479725"/>
                    <a:pt x="260642" y="479725"/>
                    <a:pt x="252483" y="474286"/>
                  </a:cubicBezTo>
                  <a:cubicBezTo>
                    <a:pt x="249763" y="471566"/>
                    <a:pt x="247043" y="468846"/>
                    <a:pt x="247043" y="466126"/>
                  </a:cubicBezTo>
                  <a:cubicBezTo>
                    <a:pt x="247043" y="463407"/>
                    <a:pt x="247043" y="460687"/>
                    <a:pt x="249763" y="457968"/>
                  </a:cubicBezTo>
                  <a:cubicBezTo>
                    <a:pt x="255202" y="452528"/>
                    <a:pt x="260642" y="449809"/>
                    <a:pt x="268801" y="447089"/>
                  </a:cubicBezTo>
                  <a:cubicBezTo>
                    <a:pt x="282399" y="441650"/>
                    <a:pt x="295997" y="438930"/>
                    <a:pt x="312315" y="436210"/>
                  </a:cubicBezTo>
                  <a:cubicBezTo>
                    <a:pt x="325914" y="433491"/>
                    <a:pt x="339512" y="433491"/>
                    <a:pt x="353110" y="430771"/>
                  </a:cubicBezTo>
                  <a:cubicBezTo>
                    <a:pt x="363989" y="430771"/>
                    <a:pt x="374867" y="430771"/>
                    <a:pt x="385746" y="430771"/>
                  </a:cubicBezTo>
                  <a:cubicBezTo>
                    <a:pt x="402064" y="430771"/>
                    <a:pt x="426541" y="428051"/>
                    <a:pt x="437420" y="428051"/>
                  </a:cubicBezTo>
                  <a:cubicBezTo>
                    <a:pt x="451018" y="419892"/>
                    <a:pt x="464616" y="425332"/>
                    <a:pt x="464616" y="436210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B56393A6-A398-46C6-84A8-A69133016DD7}"/>
                </a:ext>
              </a:extLst>
            </p:cNvPr>
            <p:cNvSpPr/>
            <p:nvPr/>
          </p:nvSpPr>
          <p:spPr>
            <a:xfrm>
              <a:off x="5651630" y="4181279"/>
              <a:ext cx="734308" cy="788700"/>
            </a:xfrm>
            <a:custGeom>
              <a:avLst/>
              <a:gdLst>
                <a:gd name="connsiteX0" fmla="*/ 653783 w 734307"/>
                <a:gd name="connsiteY0" fmla="*/ 678259 h 788699"/>
                <a:gd name="connsiteX1" fmla="*/ 691859 w 734307"/>
                <a:gd name="connsiteY1" fmla="*/ 694577 h 788699"/>
                <a:gd name="connsiteX2" fmla="*/ 686419 w 734307"/>
                <a:gd name="connsiteY2" fmla="*/ 710895 h 788699"/>
                <a:gd name="connsiteX3" fmla="*/ 670101 w 734307"/>
                <a:gd name="connsiteY3" fmla="*/ 719054 h 788699"/>
                <a:gd name="connsiteX4" fmla="*/ 648344 w 734307"/>
                <a:gd name="connsiteY4" fmla="*/ 721774 h 788699"/>
                <a:gd name="connsiteX5" fmla="*/ 618428 w 734307"/>
                <a:gd name="connsiteY5" fmla="*/ 721774 h 788699"/>
                <a:gd name="connsiteX6" fmla="*/ 572194 w 734307"/>
                <a:gd name="connsiteY6" fmla="*/ 735372 h 788699"/>
                <a:gd name="connsiteX7" fmla="*/ 544997 w 734307"/>
                <a:gd name="connsiteY7" fmla="*/ 729933 h 788699"/>
                <a:gd name="connsiteX8" fmla="*/ 534119 w 734307"/>
                <a:gd name="connsiteY8" fmla="*/ 721774 h 788699"/>
                <a:gd name="connsiteX9" fmla="*/ 496043 w 734307"/>
                <a:gd name="connsiteY9" fmla="*/ 721774 h 788699"/>
                <a:gd name="connsiteX10" fmla="*/ 471566 w 734307"/>
                <a:gd name="connsiteY10" fmla="*/ 721774 h 788699"/>
                <a:gd name="connsiteX11" fmla="*/ 444370 w 734307"/>
                <a:gd name="connsiteY11" fmla="*/ 716335 h 788699"/>
                <a:gd name="connsiteX12" fmla="*/ 428052 w 734307"/>
                <a:gd name="connsiteY12" fmla="*/ 700017 h 788699"/>
                <a:gd name="connsiteX13" fmla="*/ 433491 w 734307"/>
                <a:gd name="connsiteY13" fmla="*/ 691858 h 788699"/>
                <a:gd name="connsiteX14" fmla="*/ 455248 w 734307"/>
                <a:gd name="connsiteY14" fmla="*/ 683699 h 788699"/>
                <a:gd name="connsiteX15" fmla="*/ 506922 w 734307"/>
                <a:gd name="connsiteY15" fmla="*/ 678259 h 788699"/>
                <a:gd name="connsiteX16" fmla="*/ 509641 w 734307"/>
                <a:gd name="connsiteY16" fmla="*/ 678259 h 788699"/>
                <a:gd name="connsiteX17" fmla="*/ 506922 w 734307"/>
                <a:gd name="connsiteY17" fmla="*/ 664661 h 788699"/>
                <a:gd name="connsiteX18" fmla="*/ 498763 w 734307"/>
                <a:gd name="connsiteY18" fmla="*/ 580352 h 788699"/>
                <a:gd name="connsiteX19" fmla="*/ 496043 w 734307"/>
                <a:gd name="connsiteY19" fmla="*/ 479725 h 788699"/>
                <a:gd name="connsiteX20" fmla="*/ 493324 w 734307"/>
                <a:gd name="connsiteY20" fmla="*/ 389976 h 788699"/>
                <a:gd name="connsiteX21" fmla="*/ 490604 w 734307"/>
                <a:gd name="connsiteY21" fmla="*/ 302947 h 788699"/>
                <a:gd name="connsiteX22" fmla="*/ 487884 w 734307"/>
                <a:gd name="connsiteY22" fmla="*/ 229516 h 788699"/>
                <a:gd name="connsiteX23" fmla="*/ 485165 w 734307"/>
                <a:gd name="connsiteY23" fmla="*/ 221357 h 788699"/>
                <a:gd name="connsiteX24" fmla="*/ 482445 w 734307"/>
                <a:gd name="connsiteY24" fmla="*/ 226797 h 788699"/>
                <a:gd name="connsiteX25" fmla="*/ 477006 w 734307"/>
                <a:gd name="connsiteY25" fmla="*/ 262152 h 788699"/>
                <a:gd name="connsiteX26" fmla="*/ 460688 w 734307"/>
                <a:gd name="connsiteY26" fmla="*/ 341022 h 788699"/>
                <a:gd name="connsiteX27" fmla="*/ 444370 w 734307"/>
                <a:gd name="connsiteY27" fmla="*/ 417173 h 788699"/>
                <a:gd name="connsiteX28" fmla="*/ 436211 w 734307"/>
                <a:gd name="connsiteY28" fmla="*/ 455248 h 788699"/>
                <a:gd name="connsiteX29" fmla="*/ 425332 w 734307"/>
                <a:gd name="connsiteY29" fmla="*/ 493323 h 788699"/>
                <a:gd name="connsiteX30" fmla="*/ 411734 w 734307"/>
                <a:gd name="connsiteY30" fmla="*/ 531398 h 788699"/>
                <a:gd name="connsiteX31" fmla="*/ 376378 w 734307"/>
                <a:gd name="connsiteY31" fmla="*/ 547716 h 788699"/>
                <a:gd name="connsiteX32" fmla="*/ 319265 w 734307"/>
                <a:gd name="connsiteY32" fmla="*/ 525959 h 788699"/>
                <a:gd name="connsiteX33" fmla="*/ 289349 w 734307"/>
                <a:gd name="connsiteY33" fmla="*/ 455248 h 788699"/>
                <a:gd name="connsiteX34" fmla="*/ 273031 w 734307"/>
                <a:gd name="connsiteY34" fmla="*/ 373658 h 788699"/>
                <a:gd name="connsiteX35" fmla="*/ 262153 w 734307"/>
                <a:gd name="connsiteY35" fmla="*/ 316545 h 788699"/>
                <a:gd name="connsiteX36" fmla="*/ 245835 w 734307"/>
                <a:gd name="connsiteY36" fmla="*/ 237675 h 788699"/>
                <a:gd name="connsiteX37" fmla="*/ 234956 w 734307"/>
                <a:gd name="connsiteY37" fmla="*/ 196881 h 788699"/>
                <a:gd name="connsiteX38" fmla="*/ 232236 w 734307"/>
                <a:gd name="connsiteY38" fmla="*/ 191441 h 788699"/>
                <a:gd name="connsiteX39" fmla="*/ 226797 w 734307"/>
                <a:gd name="connsiteY39" fmla="*/ 207759 h 788699"/>
                <a:gd name="connsiteX40" fmla="*/ 226797 w 734307"/>
                <a:gd name="connsiteY40" fmla="*/ 232236 h 788699"/>
                <a:gd name="connsiteX41" fmla="*/ 224077 w 734307"/>
                <a:gd name="connsiteY41" fmla="*/ 267592 h 788699"/>
                <a:gd name="connsiteX42" fmla="*/ 221358 w 734307"/>
                <a:gd name="connsiteY42" fmla="*/ 311106 h 788699"/>
                <a:gd name="connsiteX43" fmla="*/ 218638 w 734307"/>
                <a:gd name="connsiteY43" fmla="*/ 360060 h 788699"/>
                <a:gd name="connsiteX44" fmla="*/ 215919 w 734307"/>
                <a:gd name="connsiteY44" fmla="*/ 398135 h 788699"/>
                <a:gd name="connsiteX45" fmla="*/ 213199 w 734307"/>
                <a:gd name="connsiteY45" fmla="*/ 430771 h 788699"/>
                <a:gd name="connsiteX46" fmla="*/ 213199 w 734307"/>
                <a:gd name="connsiteY46" fmla="*/ 455248 h 788699"/>
                <a:gd name="connsiteX47" fmla="*/ 213199 w 734307"/>
                <a:gd name="connsiteY47" fmla="*/ 477005 h 788699"/>
                <a:gd name="connsiteX48" fmla="*/ 207759 w 734307"/>
                <a:gd name="connsiteY48" fmla="*/ 520520 h 788699"/>
                <a:gd name="connsiteX49" fmla="*/ 196881 w 734307"/>
                <a:gd name="connsiteY49" fmla="*/ 610268 h 788699"/>
                <a:gd name="connsiteX50" fmla="*/ 194161 w 734307"/>
                <a:gd name="connsiteY50" fmla="*/ 653783 h 788699"/>
                <a:gd name="connsiteX51" fmla="*/ 191441 w 734307"/>
                <a:gd name="connsiteY51" fmla="*/ 667381 h 788699"/>
                <a:gd name="connsiteX52" fmla="*/ 243115 w 734307"/>
                <a:gd name="connsiteY52" fmla="*/ 667381 h 788699"/>
                <a:gd name="connsiteX53" fmla="*/ 273031 w 734307"/>
                <a:gd name="connsiteY53" fmla="*/ 683699 h 788699"/>
                <a:gd name="connsiteX54" fmla="*/ 262153 w 734307"/>
                <a:gd name="connsiteY54" fmla="*/ 697297 h 788699"/>
                <a:gd name="connsiteX55" fmla="*/ 248554 w 734307"/>
                <a:gd name="connsiteY55" fmla="*/ 705456 h 788699"/>
                <a:gd name="connsiteX56" fmla="*/ 232236 w 734307"/>
                <a:gd name="connsiteY56" fmla="*/ 708176 h 788699"/>
                <a:gd name="connsiteX57" fmla="*/ 166965 w 734307"/>
                <a:gd name="connsiteY57" fmla="*/ 708176 h 788699"/>
                <a:gd name="connsiteX58" fmla="*/ 109852 w 734307"/>
                <a:gd name="connsiteY58" fmla="*/ 708176 h 788699"/>
                <a:gd name="connsiteX59" fmla="*/ 90814 w 734307"/>
                <a:gd name="connsiteY59" fmla="*/ 708176 h 788699"/>
                <a:gd name="connsiteX60" fmla="*/ 69057 w 734307"/>
                <a:gd name="connsiteY60" fmla="*/ 702736 h 788699"/>
                <a:gd name="connsiteX61" fmla="*/ 58178 w 734307"/>
                <a:gd name="connsiteY61" fmla="*/ 686418 h 788699"/>
                <a:gd name="connsiteX62" fmla="*/ 60898 w 734307"/>
                <a:gd name="connsiteY62" fmla="*/ 678259 h 788699"/>
                <a:gd name="connsiteX63" fmla="*/ 77216 w 734307"/>
                <a:gd name="connsiteY63" fmla="*/ 670101 h 788699"/>
                <a:gd name="connsiteX64" fmla="*/ 126170 w 734307"/>
                <a:gd name="connsiteY64" fmla="*/ 664661 h 788699"/>
                <a:gd name="connsiteX65" fmla="*/ 142487 w 734307"/>
                <a:gd name="connsiteY65" fmla="*/ 664661 h 788699"/>
                <a:gd name="connsiteX66" fmla="*/ 147927 w 734307"/>
                <a:gd name="connsiteY66" fmla="*/ 588511 h 788699"/>
                <a:gd name="connsiteX67" fmla="*/ 153366 w 734307"/>
                <a:gd name="connsiteY67" fmla="*/ 493323 h 788699"/>
                <a:gd name="connsiteX68" fmla="*/ 156086 w 734307"/>
                <a:gd name="connsiteY68" fmla="*/ 411733 h 788699"/>
                <a:gd name="connsiteX69" fmla="*/ 161525 w 734307"/>
                <a:gd name="connsiteY69" fmla="*/ 297508 h 788699"/>
                <a:gd name="connsiteX70" fmla="*/ 166965 w 734307"/>
                <a:gd name="connsiteY70" fmla="*/ 240395 h 788699"/>
                <a:gd name="connsiteX71" fmla="*/ 177843 w 734307"/>
                <a:gd name="connsiteY71" fmla="*/ 161525 h 788699"/>
                <a:gd name="connsiteX72" fmla="*/ 183282 w 734307"/>
                <a:gd name="connsiteY72" fmla="*/ 118011 h 788699"/>
                <a:gd name="connsiteX73" fmla="*/ 183282 w 734307"/>
                <a:gd name="connsiteY73" fmla="*/ 115291 h 788699"/>
                <a:gd name="connsiteX74" fmla="*/ 161525 w 734307"/>
                <a:gd name="connsiteY74" fmla="*/ 115291 h 788699"/>
                <a:gd name="connsiteX75" fmla="*/ 137048 w 734307"/>
                <a:gd name="connsiteY75" fmla="*/ 115291 h 788699"/>
                <a:gd name="connsiteX76" fmla="*/ 109852 w 734307"/>
                <a:gd name="connsiteY76" fmla="*/ 109851 h 788699"/>
                <a:gd name="connsiteX77" fmla="*/ 93534 w 734307"/>
                <a:gd name="connsiteY77" fmla="*/ 93534 h 788699"/>
                <a:gd name="connsiteX78" fmla="*/ 98973 w 734307"/>
                <a:gd name="connsiteY78" fmla="*/ 85375 h 788699"/>
                <a:gd name="connsiteX79" fmla="*/ 120730 w 734307"/>
                <a:gd name="connsiteY79" fmla="*/ 77216 h 788699"/>
                <a:gd name="connsiteX80" fmla="*/ 172404 w 734307"/>
                <a:gd name="connsiteY80" fmla="*/ 71776 h 788699"/>
                <a:gd name="connsiteX81" fmla="*/ 234956 w 734307"/>
                <a:gd name="connsiteY81" fmla="*/ 69057 h 788699"/>
                <a:gd name="connsiteX82" fmla="*/ 243115 w 734307"/>
                <a:gd name="connsiteY82" fmla="*/ 69057 h 788699"/>
                <a:gd name="connsiteX83" fmla="*/ 270312 w 734307"/>
                <a:gd name="connsiteY83" fmla="*/ 74496 h 788699"/>
                <a:gd name="connsiteX84" fmla="*/ 308387 w 734307"/>
                <a:gd name="connsiteY84" fmla="*/ 123450 h 788699"/>
                <a:gd name="connsiteX85" fmla="*/ 332864 w 734307"/>
                <a:gd name="connsiteY85" fmla="*/ 202320 h 788699"/>
                <a:gd name="connsiteX86" fmla="*/ 338303 w 734307"/>
                <a:gd name="connsiteY86" fmla="*/ 237675 h 788699"/>
                <a:gd name="connsiteX87" fmla="*/ 349182 w 734307"/>
                <a:gd name="connsiteY87" fmla="*/ 281190 h 788699"/>
                <a:gd name="connsiteX88" fmla="*/ 357341 w 734307"/>
                <a:gd name="connsiteY88" fmla="*/ 316545 h 788699"/>
                <a:gd name="connsiteX89" fmla="*/ 365500 w 734307"/>
                <a:gd name="connsiteY89" fmla="*/ 351901 h 788699"/>
                <a:gd name="connsiteX90" fmla="*/ 376378 w 734307"/>
                <a:gd name="connsiteY90" fmla="*/ 389976 h 788699"/>
                <a:gd name="connsiteX91" fmla="*/ 387257 w 734307"/>
                <a:gd name="connsiteY91" fmla="*/ 414453 h 788699"/>
                <a:gd name="connsiteX92" fmla="*/ 398136 w 734307"/>
                <a:gd name="connsiteY92" fmla="*/ 376378 h 788699"/>
                <a:gd name="connsiteX93" fmla="*/ 406295 w 734307"/>
                <a:gd name="connsiteY93" fmla="*/ 332863 h 788699"/>
                <a:gd name="connsiteX94" fmla="*/ 425332 w 734307"/>
                <a:gd name="connsiteY94" fmla="*/ 243115 h 788699"/>
                <a:gd name="connsiteX95" fmla="*/ 444370 w 734307"/>
                <a:gd name="connsiteY95" fmla="*/ 150646 h 788699"/>
                <a:gd name="connsiteX96" fmla="*/ 477006 w 734307"/>
                <a:gd name="connsiteY96" fmla="*/ 79935 h 788699"/>
                <a:gd name="connsiteX97" fmla="*/ 523240 w 734307"/>
                <a:gd name="connsiteY97" fmla="*/ 58178 h 788699"/>
                <a:gd name="connsiteX98" fmla="*/ 544997 w 734307"/>
                <a:gd name="connsiteY98" fmla="*/ 63617 h 788699"/>
                <a:gd name="connsiteX99" fmla="*/ 612988 w 734307"/>
                <a:gd name="connsiteY99" fmla="*/ 63617 h 788699"/>
                <a:gd name="connsiteX100" fmla="*/ 651064 w 734307"/>
                <a:gd name="connsiteY100" fmla="*/ 79935 h 788699"/>
                <a:gd name="connsiteX101" fmla="*/ 645624 w 734307"/>
                <a:gd name="connsiteY101" fmla="*/ 96253 h 788699"/>
                <a:gd name="connsiteX102" fmla="*/ 629307 w 734307"/>
                <a:gd name="connsiteY102" fmla="*/ 104412 h 788699"/>
                <a:gd name="connsiteX103" fmla="*/ 607549 w 734307"/>
                <a:gd name="connsiteY103" fmla="*/ 107132 h 788699"/>
                <a:gd name="connsiteX104" fmla="*/ 580353 w 734307"/>
                <a:gd name="connsiteY104" fmla="*/ 107132 h 788699"/>
                <a:gd name="connsiteX105" fmla="*/ 583072 w 734307"/>
                <a:gd name="connsiteY105" fmla="*/ 115291 h 788699"/>
                <a:gd name="connsiteX106" fmla="*/ 588512 w 734307"/>
                <a:gd name="connsiteY106" fmla="*/ 156086 h 788699"/>
                <a:gd name="connsiteX107" fmla="*/ 593951 w 734307"/>
                <a:gd name="connsiteY107" fmla="*/ 196881 h 788699"/>
                <a:gd name="connsiteX108" fmla="*/ 599390 w 734307"/>
                <a:gd name="connsiteY108" fmla="*/ 226797 h 788699"/>
                <a:gd name="connsiteX109" fmla="*/ 599390 w 734307"/>
                <a:gd name="connsiteY109" fmla="*/ 232236 h 788699"/>
                <a:gd name="connsiteX110" fmla="*/ 599390 w 734307"/>
                <a:gd name="connsiteY110" fmla="*/ 240395 h 788699"/>
                <a:gd name="connsiteX111" fmla="*/ 602110 w 734307"/>
                <a:gd name="connsiteY111" fmla="*/ 270311 h 788699"/>
                <a:gd name="connsiteX112" fmla="*/ 607549 w 734307"/>
                <a:gd name="connsiteY112" fmla="*/ 308386 h 788699"/>
                <a:gd name="connsiteX113" fmla="*/ 607549 w 734307"/>
                <a:gd name="connsiteY113" fmla="*/ 319265 h 788699"/>
                <a:gd name="connsiteX114" fmla="*/ 612988 w 734307"/>
                <a:gd name="connsiteY114" fmla="*/ 335583 h 788699"/>
                <a:gd name="connsiteX115" fmla="*/ 612988 w 734307"/>
                <a:gd name="connsiteY115" fmla="*/ 346462 h 788699"/>
                <a:gd name="connsiteX116" fmla="*/ 612988 w 734307"/>
                <a:gd name="connsiteY116" fmla="*/ 370939 h 788699"/>
                <a:gd name="connsiteX117" fmla="*/ 612988 w 734307"/>
                <a:gd name="connsiteY117" fmla="*/ 395415 h 788699"/>
                <a:gd name="connsiteX118" fmla="*/ 615708 w 734307"/>
                <a:gd name="connsiteY118" fmla="*/ 422612 h 788699"/>
                <a:gd name="connsiteX119" fmla="*/ 618428 w 734307"/>
                <a:gd name="connsiteY119" fmla="*/ 441650 h 788699"/>
                <a:gd name="connsiteX120" fmla="*/ 618428 w 734307"/>
                <a:gd name="connsiteY120" fmla="*/ 455248 h 788699"/>
                <a:gd name="connsiteX121" fmla="*/ 621147 w 734307"/>
                <a:gd name="connsiteY121" fmla="*/ 463407 h 788699"/>
                <a:gd name="connsiteX122" fmla="*/ 626587 w 734307"/>
                <a:gd name="connsiteY122" fmla="*/ 482444 h 788699"/>
                <a:gd name="connsiteX123" fmla="*/ 629307 w 734307"/>
                <a:gd name="connsiteY123" fmla="*/ 517800 h 788699"/>
                <a:gd name="connsiteX124" fmla="*/ 634746 w 734307"/>
                <a:gd name="connsiteY124" fmla="*/ 561314 h 788699"/>
                <a:gd name="connsiteX125" fmla="*/ 634746 w 734307"/>
                <a:gd name="connsiteY125" fmla="*/ 566754 h 788699"/>
                <a:gd name="connsiteX126" fmla="*/ 634746 w 734307"/>
                <a:gd name="connsiteY126" fmla="*/ 583072 h 788699"/>
                <a:gd name="connsiteX127" fmla="*/ 637466 w 734307"/>
                <a:gd name="connsiteY127" fmla="*/ 607548 h 788699"/>
                <a:gd name="connsiteX128" fmla="*/ 640185 w 734307"/>
                <a:gd name="connsiteY128" fmla="*/ 618427 h 788699"/>
                <a:gd name="connsiteX129" fmla="*/ 640185 w 734307"/>
                <a:gd name="connsiteY129" fmla="*/ 632025 h 788699"/>
                <a:gd name="connsiteX130" fmla="*/ 640185 w 734307"/>
                <a:gd name="connsiteY130" fmla="*/ 640184 h 788699"/>
                <a:gd name="connsiteX131" fmla="*/ 642905 w 734307"/>
                <a:gd name="connsiteY131" fmla="*/ 659222 h 788699"/>
                <a:gd name="connsiteX132" fmla="*/ 642905 w 734307"/>
                <a:gd name="connsiteY132" fmla="*/ 664661 h 788699"/>
                <a:gd name="connsiteX133" fmla="*/ 653783 w 734307"/>
                <a:gd name="connsiteY133" fmla="*/ 678259 h 788699"/>
                <a:gd name="connsiteX134" fmla="*/ 653783 w 734307"/>
                <a:gd name="connsiteY134" fmla="*/ 678259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</a:cxnLst>
              <a:rect l="l" t="t" r="r" b="b"/>
              <a:pathLst>
                <a:path w="734307" h="788699">
                  <a:moveTo>
                    <a:pt x="653783" y="678259"/>
                  </a:moveTo>
                  <a:cubicBezTo>
                    <a:pt x="667382" y="678259"/>
                    <a:pt x="691859" y="678259"/>
                    <a:pt x="691859" y="694577"/>
                  </a:cubicBezTo>
                  <a:cubicBezTo>
                    <a:pt x="691859" y="702736"/>
                    <a:pt x="689139" y="705456"/>
                    <a:pt x="686419" y="710895"/>
                  </a:cubicBezTo>
                  <a:cubicBezTo>
                    <a:pt x="683700" y="716335"/>
                    <a:pt x="675541" y="719054"/>
                    <a:pt x="670101" y="719054"/>
                  </a:cubicBezTo>
                  <a:cubicBezTo>
                    <a:pt x="661942" y="721774"/>
                    <a:pt x="653783" y="721774"/>
                    <a:pt x="648344" y="721774"/>
                  </a:cubicBezTo>
                  <a:cubicBezTo>
                    <a:pt x="645624" y="721774"/>
                    <a:pt x="634746" y="721774"/>
                    <a:pt x="618428" y="721774"/>
                  </a:cubicBezTo>
                  <a:cubicBezTo>
                    <a:pt x="604829" y="729933"/>
                    <a:pt x="588512" y="735372"/>
                    <a:pt x="572194" y="735372"/>
                  </a:cubicBezTo>
                  <a:cubicBezTo>
                    <a:pt x="564035" y="735372"/>
                    <a:pt x="553156" y="732653"/>
                    <a:pt x="544997" y="729933"/>
                  </a:cubicBezTo>
                  <a:cubicBezTo>
                    <a:pt x="539558" y="727213"/>
                    <a:pt x="536838" y="724494"/>
                    <a:pt x="534119" y="721774"/>
                  </a:cubicBezTo>
                  <a:cubicBezTo>
                    <a:pt x="520520" y="721774"/>
                    <a:pt x="509641" y="721774"/>
                    <a:pt x="496043" y="721774"/>
                  </a:cubicBezTo>
                  <a:cubicBezTo>
                    <a:pt x="487884" y="721774"/>
                    <a:pt x="479725" y="721774"/>
                    <a:pt x="471566" y="721774"/>
                  </a:cubicBezTo>
                  <a:cubicBezTo>
                    <a:pt x="463407" y="721774"/>
                    <a:pt x="452529" y="721774"/>
                    <a:pt x="444370" y="716335"/>
                  </a:cubicBezTo>
                  <a:cubicBezTo>
                    <a:pt x="436211" y="713615"/>
                    <a:pt x="428052" y="705456"/>
                    <a:pt x="428052" y="700017"/>
                  </a:cubicBezTo>
                  <a:cubicBezTo>
                    <a:pt x="428052" y="697297"/>
                    <a:pt x="428052" y="694577"/>
                    <a:pt x="433491" y="691858"/>
                  </a:cubicBezTo>
                  <a:cubicBezTo>
                    <a:pt x="438930" y="689138"/>
                    <a:pt x="449809" y="686418"/>
                    <a:pt x="455248" y="683699"/>
                  </a:cubicBezTo>
                  <a:cubicBezTo>
                    <a:pt x="474286" y="680979"/>
                    <a:pt x="498763" y="678259"/>
                    <a:pt x="506922" y="678259"/>
                  </a:cubicBezTo>
                  <a:cubicBezTo>
                    <a:pt x="506922" y="678259"/>
                    <a:pt x="509641" y="678259"/>
                    <a:pt x="509641" y="678259"/>
                  </a:cubicBezTo>
                  <a:cubicBezTo>
                    <a:pt x="509641" y="672820"/>
                    <a:pt x="506922" y="670101"/>
                    <a:pt x="506922" y="664661"/>
                  </a:cubicBezTo>
                  <a:cubicBezTo>
                    <a:pt x="501483" y="640184"/>
                    <a:pt x="501483" y="612988"/>
                    <a:pt x="498763" y="580352"/>
                  </a:cubicBezTo>
                  <a:cubicBezTo>
                    <a:pt x="496043" y="547716"/>
                    <a:pt x="498763" y="512361"/>
                    <a:pt x="496043" y="479725"/>
                  </a:cubicBezTo>
                  <a:cubicBezTo>
                    <a:pt x="493324" y="449808"/>
                    <a:pt x="493324" y="419892"/>
                    <a:pt x="493324" y="389976"/>
                  </a:cubicBezTo>
                  <a:cubicBezTo>
                    <a:pt x="493324" y="360060"/>
                    <a:pt x="490604" y="332863"/>
                    <a:pt x="490604" y="302947"/>
                  </a:cubicBezTo>
                  <a:cubicBezTo>
                    <a:pt x="487884" y="275751"/>
                    <a:pt x="487884" y="240395"/>
                    <a:pt x="487884" y="229516"/>
                  </a:cubicBezTo>
                  <a:cubicBezTo>
                    <a:pt x="487884" y="224077"/>
                    <a:pt x="487884" y="221357"/>
                    <a:pt x="485165" y="221357"/>
                  </a:cubicBezTo>
                  <a:cubicBezTo>
                    <a:pt x="485165" y="221357"/>
                    <a:pt x="482445" y="224077"/>
                    <a:pt x="482445" y="226797"/>
                  </a:cubicBezTo>
                  <a:cubicBezTo>
                    <a:pt x="479725" y="237675"/>
                    <a:pt x="479725" y="251274"/>
                    <a:pt x="477006" y="262152"/>
                  </a:cubicBezTo>
                  <a:cubicBezTo>
                    <a:pt x="471566" y="289349"/>
                    <a:pt x="466127" y="316545"/>
                    <a:pt x="460688" y="341022"/>
                  </a:cubicBezTo>
                  <a:cubicBezTo>
                    <a:pt x="455248" y="365499"/>
                    <a:pt x="447090" y="392696"/>
                    <a:pt x="444370" y="417173"/>
                  </a:cubicBezTo>
                  <a:cubicBezTo>
                    <a:pt x="441650" y="430771"/>
                    <a:pt x="438930" y="441650"/>
                    <a:pt x="436211" y="455248"/>
                  </a:cubicBezTo>
                  <a:cubicBezTo>
                    <a:pt x="433491" y="468846"/>
                    <a:pt x="428052" y="479725"/>
                    <a:pt x="425332" y="493323"/>
                  </a:cubicBezTo>
                  <a:cubicBezTo>
                    <a:pt x="422612" y="506921"/>
                    <a:pt x="419893" y="520520"/>
                    <a:pt x="411734" y="531398"/>
                  </a:cubicBezTo>
                  <a:cubicBezTo>
                    <a:pt x="406295" y="539557"/>
                    <a:pt x="395416" y="547716"/>
                    <a:pt x="376378" y="547716"/>
                  </a:cubicBezTo>
                  <a:cubicBezTo>
                    <a:pt x="357341" y="547716"/>
                    <a:pt x="335583" y="539557"/>
                    <a:pt x="319265" y="525959"/>
                  </a:cubicBezTo>
                  <a:cubicBezTo>
                    <a:pt x="300228" y="506921"/>
                    <a:pt x="294788" y="479725"/>
                    <a:pt x="289349" y="455248"/>
                  </a:cubicBezTo>
                  <a:cubicBezTo>
                    <a:pt x="283910" y="428051"/>
                    <a:pt x="278470" y="400855"/>
                    <a:pt x="273031" y="373658"/>
                  </a:cubicBezTo>
                  <a:cubicBezTo>
                    <a:pt x="273031" y="368219"/>
                    <a:pt x="267592" y="346462"/>
                    <a:pt x="262153" y="316545"/>
                  </a:cubicBezTo>
                  <a:cubicBezTo>
                    <a:pt x="256713" y="292068"/>
                    <a:pt x="251274" y="262152"/>
                    <a:pt x="245835" y="237675"/>
                  </a:cubicBezTo>
                  <a:cubicBezTo>
                    <a:pt x="240395" y="218638"/>
                    <a:pt x="237675" y="205039"/>
                    <a:pt x="234956" y="196881"/>
                  </a:cubicBezTo>
                  <a:cubicBezTo>
                    <a:pt x="232236" y="191441"/>
                    <a:pt x="232236" y="191441"/>
                    <a:pt x="232236" y="191441"/>
                  </a:cubicBezTo>
                  <a:cubicBezTo>
                    <a:pt x="229517" y="191441"/>
                    <a:pt x="229517" y="196881"/>
                    <a:pt x="226797" y="207759"/>
                  </a:cubicBezTo>
                  <a:cubicBezTo>
                    <a:pt x="226797" y="215918"/>
                    <a:pt x="226797" y="229516"/>
                    <a:pt x="226797" y="232236"/>
                  </a:cubicBezTo>
                  <a:cubicBezTo>
                    <a:pt x="226797" y="243115"/>
                    <a:pt x="224077" y="256713"/>
                    <a:pt x="224077" y="267592"/>
                  </a:cubicBezTo>
                  <a:cubicBezTo>
                    <a:pt x="224077" y="278470"/>
                    <a:pt x="224077" y="294788"/>
                    <a:pt x="221358" y="311106"/>
                  </a:cubicBezTo>
                  <a:cubicBezTo>
                    <a:pt x="221358" y="327424"/>
                    <a:pt x="218638" y="343742"/>
                    <a:pt x="218638" y="360060"/>
                  </a:cubicBezTo>
                  <a:cubicBezTo>
                    <a:pt x="218638" y="373658"/>
                    <a:pt x="215919" y="384537"/>
                    <a:pt x="215919" y="398135"/>
                  </a:cubicBezTo>
                  <a:cubicBezTo>
                    <a:pt x="215919" y="409014"/>
                    <a:pt x="213199" y="419892"/>
                    <a:pt x="213199" y="430771"/>
                  </a:cubicBezTo>
                  <a:cubicBezTo>
                    <a:pt x="213199" y="438930"/>
                    <a:pt x="213199" y="447089"/>
                    <a:pt x="213199" y="455248"/>
                  </a:cubicBezTo>
                  <a:cubicBezTo>
                    <a:pt x="213199" y="463407"/>
                    <a:pt x="213199" y="471566"/>
                    <a:pt x="213199" y="477005"/>
                  </a:cubicBezTo>
                  <a:cubicBezTo>
                    <a:pt x="210479" y="490603"/>
                    <a:pt x="207759" y="506921"/>
                    <a:pt x="207759" y="520520"/>
                  </a:cubicBezTo>
                  <a:cubicBezTo>
                    <a:pt x="202320" y="550436"/>
                    <a:pt x="199600" y="580352"/>
                    <a:pt x="196881" y="610268"/>
                  </a:cubicBezTo>
                  <a:cubicBezTo>
                    <a:pt x="196881" y="623866"/>
                    <a:pt x="196881" y="640184"/>
                    <a:pt x="194161" y="653783"/>
                  </a:cubicBezTo>
                  <a:cubicBezTo>
                    <a:pt x="194161" y="659222"/>
                    <a:pt x="194161" y="661942"/>
                    <a:pt x="191441" y="667381"/>
                  </a:cubicBezTo>
                  <a:cubicBezTo>
                    <a:pt x="213199" y="667381"/>
                    <a:pt x="232236" y="667381"/>
                    <a:pt x="243115" y="667381"/>
                  </a:cubicBezTo>
                  <a:cubicBezTo>
                    <a:pt x="253994" y="667381"/>
                    <a:pt x="273031" y="670101"/>
                    <a:pt x="273031" y="683699"/>
                  </a:cubicBezTo>
                  <a:cubicBezTo>
                    <a:pt x="273031" y="691858"/>
                    <a:pt x="267592" y="691858"/>
                    <a:pt x="262153" y="697297"/>
                  </a:cubicBezTo>
                  <a:cubicBezTo>
                    <a:pt x="259433" y="702736"/>
                    <a:pt x="253994" y="705456"/>
                    <a:pt x="248554" y="705456"/>
                  </a:cubicBezTo>
                  <a:cubicBezTo>
                    <a:pt x="240395" y="708176"/>
                    <a:pt x="234956" y="708176"/>
                    <a:pt x="232236" y="708176"/>
                  </a:cubicBezTo>
                  <a:cubicBezTo>
                    <a:pt x="226797" y="708176"/>
                    <a:pt x="175124" y="708176"/>
                    <a:pt x="166965" y="708176"/>
                  </a:cubicBezTo>
                  <a:cubicBezTo>
                    <a:pt x="156086" y="708176"/>
                    <a:pt x="120730" y="708176"/>
                    <a:pt x="109852" y="708176"/>
                  </a:cubicBezTo>
                  <a:cubicBezTo>
                    <a:pt x="104412" y="708176"/>
                    <a:pt x="96253" y="708176"/>
                    <a:pt x="90814" y="708176"/>
                  </a:cubicBezTo>
                  <a:cubicBezTo>
                    <a:pt x="85375" y="708176"/>
                    <a:pt x="77216" y="705456"/>
                    <a:pt x="69057" y="702736"/>
                  </a:cubicBezTo>
                  <a:cubicBezTo>
                    <a:pt x="63617" y="700017"/>
                    <a:pt x="58178" y="691858"/>
                    <a:pt x="58178" y="686418"/>
                  </a:cubicBezTo>
                  <a:cubicBezTo>
                    <a:pt x="58178" y="683699"/>
                    <a:pt x="58178" y="680979"/>
                    <a:pt x="60898" y="678259"/>
                  </a:cubicBezTo>
                  <a:cubicBezTo>
                    <a:pt x="63617" y="675540"/>
                    <a:pt x="71777" y="672820"/>
                    <a:pt x="77216" y="670101"/>
                  </a:cubicBezTo>
                  <a:cubicBezTo>
                    <a:pt x="90814" y="667381"/>
                    <a:pt x="120730" y="664661"/>
                    <a:pt x="126170" y="664661"/>
                  </a:cubicBezTo>
                  <a:cubicBezTo>
                    <a:pt x="128889" y="664661"/>
                    <a:pt x="134329" y="664661"/>
                    <a:pt x="142487" y="664661"/>
                  </a:cubicBezTo>
                  <a:cubicBezTo>
                    <a:pt x="142487" y="640184"/>
                    <a:pt x="147927" y="612988"/>
                    <a:pt x="147927" y="588511"/>
                  </a:cubicBezTo>
                  <a:cubicBezTo>
                    <a:pt x="150646" y="555875"/>
                    <a:pt x="153366" y="523239"/>
                    <a:pt x="153366" y="493323"/>
                  </a:cubicBezTo>
                  <a:cubicBezTo>
                    <a:pt x="153366" y="466126"/>
                    <a:pt x="156086" y="438930"/>
                    <a:pt x="156086" y="411733"/>
                  </a:cubicBezTo>
                  <a:cubicBezTo>
                    <a:pt x="158806" y="373658"/>
                    <a:pt x="158806" y="335583"/>
                    <a:pt x="161525" y="297508"/>
                  </a:cubicBezTo>
                  <a:cubicBezTo>
                    <a:pt x="161525" y="278470"/>
                    <a:pt x="164245" y="259433"/>
                    <a:pt x="166965" y="240395"/>
                  </a:cubicBezTo>
                  <a:cubicBezTo>
                    <a:pt x="169684" y="210479"/>
                    <a:pt x="172404" y="191441"/>
                    <a:pt x="177843" y="161525"/>
                  </a:cubicBezTo>
                  <a:cubicBezTo>
                    <a:pt x="180563" y="147927"/>
                    <a:pt x="180563" y="131609"/>
                    <a:pt x="183282" y="118011"/>
                  </a:cubicBezTo>
                  <a:cubicBezTo>
                    <a:pt x="183282" y="118011"/>
                    <a:pt x="183282" y="115291"/>
                    <a:pt x="183282" y="115291"/>
                  </a:cubicBezTo>
                  <a:cubicBezTo>
                    <a:pt x="177843" y="115291"/>
                    <a:pt x="172404" y="115291"/>
                    <a:pt x="161525" y="115291"/>
                  </a:cubicBezTo>
                  <a:cubicBezTo>
                    <a:pt x="153366" y="115291"/>
                    <a:pt x="145207" y="115291"/>
                    <a:pt x="137048" y="115291"/>
                  </a:cubicBezTo>
                  <a:cubicBezTo>
                    <a:pt x="128889" y="115291"/>
                    <a:pt x="118011" y="115291"/>
                    <a:pt x="109852" y="109851"/>
                  </a:cubicBezTo>
                  <a:cubicBezTo>
                    <a:pt x="101693" y="107132"/>
                    <a:pt x="93534" y="98973"/>
                    <a:pt x="93534" y="93534"/>
                  </a:cubicBezTo>
                  <a:cubicBezTo>
                    <a:pt x="93534" y="90814"/>
                    <a:pt x="93534" y="88094"/>
                    <a:pt x="98973" y="85375"/>
                  </a:cubicBezTo>
                  <a:cubicBezTo>
                    <a:pt x="104412" y="82655"/>
                    <a:pt x="115291" y="79935"/>
                    <a:pt x="120730" y="77216"/>
                  </a:cubicBezTo>
                  <a:cubicBezTo>
                    <a:pt x="139768" y="74496"/>
                    <a:pt x="164245" y="71776"/>
                    <a:pt x="172404" y="71776"/>
                  </a:cubicBezTo>
                  <a:cubicBezTo>
                    <a:pt x="194161" y="71776"/>
                    <a:pt x="210479" y="69057"/>
                    <a:pt x="234956" y="69057"/>
                  </a:cubicBezTo>
                  <a:cubicBezTo>
                    <a:pt x="237675" y="69057"/>
                    <a:pt x="240395" y="69057"/>
                    <a:pt x="243115" y="69057"/>
                  </a:cubicBezTo>
                  <a:cubicBezTo>
                    <a:pt x="251274" y="69057"/>
                    <a:pt x="262153" y="69057"/>
                    <a:pt x="270312" y="74496"/>
                  </a:cubicBezTo>
                  <a:cubicBezTo>
                    <a:pt x="283910" y="82655"/>
                    <a:pt x="300228" y="96253"/>
                    <a:pt x="308387" y="123450"/>
                  </a:cubicBezTo>
                  <a:cubicBezTo>
                    <a:pt x="316546" y="147927"/>
                    <a:pt x="327424" y="175123"/>
                    <a:pt x="332864" y="202320"/>
                  </a:cubicBezTo>
                  <a:cubicBezTo>
                    <a:pt x="335583" y="213198"/>
                    <a:pt x="335583" y="226797"/>
                    <a:pt x="338303" y="237675"/>
                  </a:cubicBezTo>
                  <a:cubicBezTo>
                    <a:pt x="343742" y="251274"/>
                    <a:pt x="346462" y="264872"/>
                    <a:pt x="349182" y="281190"/>
                  </a:cubicBezTo>
                  <a:cubicBezTo>
                    <a:pt x="351901" y="292068"/>
                    <a:pt x="351901" y="305667"/>
                    <a:pt x="357341" y="316545"/>
                  </a:cubicBezTo>
                  <a:cubicBezTo>
                    <a:pt x="362780" y="327424"/>
                    <a:pt x="362780" y="338303"/>
                    <a:pt x="365500" y="351901"/>
                  </a:cubicBezTo>
                  <a:cubicBezTo>
                    <a:pt x="365500" y="357340"/>
                    <a:pt x="373658" y="373658"/>
                    <a:pt x="376378" y="389976"/>
                  </a:cubicBezTo>
                  <a:cubicBezTo>
                    <a:pt x="381817" y="403574"/>
                    <a:pt x="384537" y="414453"/>
                    <a:pt x="387257" y="414453"/>
                  </a:cubicBezTo>
                  <a:cubicBezTo>
                    <a:pt x="392696" y="414453"/>
                    <a:pt x="395416" y="381817"/>
                    <a:pt x="398136" y="376378"/>
                  </a:cubicBezTo>
                  <a:cubicBezTo>
                    <a:pt x="400855" y="362779"/>
                    <a:pt x="403575" y="346462"/>
                    <a:pt x="406295" y="332863"/>
                  </a:cubicBezTo>
                  <a:cubicBezTo>
                    <a:pt x="411734" y="302947"/>
                    <a:pt x="417173" y="273031"/>
                    <a:pt x="425332" y="243115"/>
                  </a:cubicBezTo>
                  <a:cubicBezTo>
                    <a:pt x="430771" y="213198"/>
                    <a:pt x="436211" y="180563"/>
                    <a:pt x="444370" y="150646"/>
                  </a:cubicBezTo>
                  <a:cubicBezTo>
                    <a:pt x="449809" y="126170"/>
                    <a:pt x="460688" y="98973"/>
                    <a:pt x="477006" y="79935"/>
                  </a:cubicBezTo>
                  <a:cubicBezTo>
                    <a:pt x="487884" y="66337"/>
                    <a:pt x="506922" y="58178"/>
                    <a:pt x="523240" y="58178"/>
                  </a:cubicBezTo>
                  <a:cubicBezTo>
                    <a:pt x="528679" y="58178"/>
                    <a:pt x="539558" y="58178"/>
                    <a:pt x="544997" y="63617"/>
                  </a:cubicBezTo>
                  <a:lnTo>
                    <a:pt x="612988" y="63617"/>
                  </a:lnTo>
                  <a:cubicBezTo>
                    <a:pt x="626587" y="63617"/>
                    <a:pt x="651064" y="63617"/>
                    <a:pt x="651064" y="79935"/>
                  </a:cubicBezTo>
                  <a:cubicBezTo>
                    <a:pt x="651064" y="88094"/>
                    <a:pt x="648344" y="88094"/>
                    <a:pt x="645624" y="96253"/>
                  </a:cubicBezTo>
                  <a:cubicBezTo>
                    <a:pt x="640185" y="101693"/>
                    <a:pt x="634746" y="104412"/>
                    <a:pt x="629307" y="104412"/>
                  </a:cubicBezTo>
                  <a:cubicBezTo>
                    <a:pt x="621147" y="107132"/>
                    <a:pt x="612988" y="107132"/>
                    <a:pt x="607549" y="107132"/>
                  </a:cubicBezTo>
                  <a:cubicBezTo>
                    <a:pt x="604829" y="107132"/>
                    <a:pt x="591231" y="107132"/>
                    <a:pt x="580353" y="107132"/>
                  </a:cubicBezTo>
                  <a:cubicBezTo>
                    <a:pt x="580353" y="109851"/>
                    <a:pt x="583072" y="112571"/>
                    <a:pt x="583072" y="115291"/>
                  </a:cubicBezTo>
                  <a:cubicBezTo>
                    <a:pt x="585792" y="128889"/>
                    <a:pt x="585792" y="142487"/>
                    <a:pt x="588512" y="156086"/>
                  </a:cubicBezTo>
                  <a:cubicBezTo>
                    <a:pt x="591231" y="169684"/>
                    <a:pt x="591231" y="183282"/>
                    <a:pt x="593951" y="196881"/>
                  </a:cubicBezTo>
                  <a:cubicBezTo>
                    <a:pt x="593951" y="207759"/>
                    <a:pt x="599390" y="215918"/>
                    <a:pt x="599390" y="226797"/>
                  </a:cubicBezTo>
                  <a:cubicBezTo>
                    <a:pt x="599390" y="229516"/>
                    <a:pt x="599390" y="229516"/>
                    <a:pt x="599390" y="232236"/>
                  </a:cubicBezTo>
                  <a:cubicBezTo>
                    <a:pt x="599390" y="234956"/>
                    <a:pt x="599390" y="237675"/>
                    <a:pt x="599390" y="240395"/>
                  </a:cubicBezTo>
                  <a:cubicBezTo>
                    <a:pt x="599390" y="251274"/>
                    <a:pt x="599390" y="259433"/>
                    <a:pt x="602110" y="270311"/>
                  </a:cubicBezTo>
                  <a:cubicBezTo>
                    <a:pt x="604829" y="283909"/>
                    <a:pt x="607549" y="294788"/>
                    <a:pt x="607549" y="308386"/>
                  </a:cubicBezTo>
                  <a:cubicBezTo>
                    <a:pt x="607549" y="311106"/>
                    <a:pt x="607549" y="316545"/>
                    <a:pt x="607549" y="319265"/>
                  </a:cubicBezTo>
                  <a:cubicBezTo>
                    <a:pt x="607549" y="324704"/>
                    <a:pt x="610269" y="330144"/>
                    <a:pt x="612988" y="335583"/>
                  </a:cubicBezTo>
                  <a:cubicBezTo>
                    <a:pt x="612988" y="338303"/>
                    <a:pt x="612988" y="343742"/>
                    <a:pt x="612988" y="346462"/>
                  </a:cubicBezTo>
                  <a:cubicBezTo>
                    <a:pt x="612988" y="354620"/>
                    <a:pt x="612988" y="362779"/>
                    <a:pt x="612988" y="370939"/>
                  </a:cubicBezTo>
                  <a:cubicBezTo>
                    <a:pt x="612988" y="379097"/>
                    <a:pt x="612988" y="387256"/>
                    <a:pt x="612988" y="395415"/>
                  </a:cubicBezTo>
                  <a:cubicBezTo>
                    <a:pt x="612988" y="403574"/>
                    <a:pt x="615708" y="414453"/>
                    <a:pt x="615708" y="422612"/>
                  </a:cubicBezTo>
                  <a:cubicBezTo>
                    <a:pt x="618428" y="430771"/>
                    <a:pt x="618428" y="436210"/>
                    <a:pt x="618428" y="441650"/>
                  </a:cubicBezTo>
                  <a:cubicBezTo>
                    <a:pt x="618428" y="444369"/>
                    <a:pt x="618428" y="449808"/>
                    <a:pt x="618428" y="455248"/>
                  </a:cubicBezTo>
                  <a:cubicBezTo>
                    <a:pt x="618428" y="460687"/>
                    <a:pt x="618428" y="460687"/>
                    <a:pt x="621147" y="463407"/>
                  </a:cubicBezTo>
                  <a:cubicBezTo>
                    <a:pt x="623867" y="471566"/>
                    <a:pt x="623867" y="477005"/>
                    <a:pt x="626587" y="482444"/>
                  </a:cubicBezTo>
                  <a:cubicBezTo>
                    <a:pt x="629307" y="493323"/>
                    <a:pt x="629307" y="506921"/>
                    <a:pt x="629307" y="517800"/>
                  </a:cubicBezTo>
                  <a:cubicBezTo>
                    <a:pt x="632026" y="534118"/>
                    <a:pt x="632026" y="547716"/>
                    <a:pt x="634746" y="561314"/>
                  </a:cubicBezTo>
                  <a:cubicBezTo>
                    <a:pt x="634746" y="564034"/>
                    <a:pt x="634746" y="564034"/>
                    <a:pt x="634746" y="566754"/>
                  </a:cubicBezTo>
                  <a:cubicBezTo>
                    <a:pt x="634746" y="572193"/>
                    <a:pt x="634746" y="577632"/>
                    <a:pt x="634746" y="583072"/>
                  </a:cubicBezTo>
                  <a:cubicBezTo>
                    <a:pt x="634746" y="596670"/>
                    <a:pt x="637466" y="602109"/>
                    <a:pt x="637466" y="607548"/>
                  </a:cubicBezTo>
                  <a:cubicBezTo>
                    <a:pt x="637466" y="610268"/>
                    <a:pt x="640185" y="615708"/>
                    <a:pt x="640185" y="618427"/>
                  </a:cubicBezTo>
                  <a:cubicBezTo>
                    <a:pt x="640185" y="623866"/>
                    <a:pt x="640185" y="629306"/>
                    <a:pt x="640185" y="632025"/>
                  </a:cubicBezTo>
                  <a:cubicBezTo>
                    <a:pt x="640185" y="634745"/>
                    <a:pt x="640185" y="637465"/>
                    <a:pt x="640185" y="640184"/>
                  </a:cubicBezTo>
                  <a:cubicBezTo>
                    <a:pt x="640185" y="645624"/>
                    <a:pt x="642905" y="653783"/>
                    <a:pt x="642905" y="659222"/>
                  </a:cubicBezTo>
                  <a:cubicBezTo>
                    <a:pt x="642905" y="661942"/>
                    <a:pt x="642905" y="661942"/>
                    <a:pt x="642905" y="664661"/>
                  </a:cubicBezTo>
                  <a:cubicBezTo>
                    <a:pt x="645624" y="678259"/>
                    <a:pt x="651064" y="678259"/>
                    <a:pt x="653783" y="678259"/>
                  </a:cubicBezTo>
                  <a:lnTo>
                    <a:pt x="653783" y="678259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CC240AB8-C073-4DBB-B4F1-A7BAF3CDDD94}"/>
                </a:ext>
              </a:extLst>
            </p:cNvPr>
            <p:cNvSpPr/>
            <p:nvPr/>
          </p:nvSpPr>
          <p:spPr>
            <a:xfrm>
              <a:off x="6362526" y="4242177"/>
              <a:ext cx="492259" cy="674476"/>
            </a:xfrm>
            <a:custGeom>
              <a:avLst/>
              <a:gdLst>
                <a:gd name="connsiteX0" fmla="*/ 225733 w 492259"/>
                <a:gd name="connsiteY0" fmla="*/ 97907 h 674476"/>
                <a:gd name="connsiteX1" fmla="*/ 209415 w 492259"/>
                <a:gd name="connsiteY1" fmla="*/ 119665 h 674476"/>
                <a:gd name="connsiteX2" fmla="*/ 201256 w 492259"/>
                <a:gd name="connsiteY2" fmla="*/ 152300 h 674476"/>
                <a:gd name="connsiteX3" fmla="*/ 198536 w 492259"/>
                <a:gd name="connsiteY3" fmla="*/ 168618 h 674476"/>
                <a:gd name="connsiteX4" fmla="*/ 195817 w 492259"/>
                <a:gd name="connsiteY4" fmla="*/ 184936 h 674476"/>
                <a:gd name="connsiteX5" fmla="*/ 187658 w 492259"/>
                <a:gd name="connsiteY5" fmla="*/ 220292 h 674476"/>
                <a:gd name="connsiteX6" fmla="*/ 168620 w 492259"/>
                <a:gd name="connsiteY6" fmla="*/ 291003 h 674476"/>
                <a:gd name="connsiteX7" fmla="*/ 160461 w 492259"/>
                <a:gd name="connsiteY7" fmla="*/ 323639 h 674476"/>
                <a:gd name="connsiteX8" fmla="*/ 149582 w 492259"/>
                <a:gd name="connsiteY8" fmla="*/ 361714 h 674476"/>
                <a:gd name="connsiteX9" fmla="*/ 144143 w 492259"/>
                <a:gd name="connsiteY9" fmla="*/ 388910 h 674476"/>
                <a:gd name="connsiteX10" fmla="*/ 149582 w 492259"/>
                <a:gd name="connsiteY10" fmla="*/ 391630 h 674476"/>
                <a:gd name="connsiteX11" fmla="*/ 171340 w 492259"/>
                <a:gd name="connsiteY11" fmla="*/ 391630 h 674476"/>
                <a:gd name="connsiteX12" fmla="*/ 193097 w 492259"/>
                <a:gd name="connsiteY12" fmla="*/ 388910 h 674476"/>
                <a:gd name="connsiteX13" fmla="*/ 212135 w 492259"/>
                <a:gd name="connsiteY13" fmla="*/ 388910 h 674476"/>
                <a:gd name="connsiteX14" fmla="*/ 236611 w 492259"/>
                <a:gd name="connsiteY14" fmla="*/ 388910 h 674476"/>
                <a:gd name="connsiteX15" fmla="*/ 250210 w 492259"/>
                <a:gd name="connsiteY15" fmla="*/ 386191 h 674476"/>
                <a:gd name="connsiteX16" fmla="*/ 258369 w 492259"/>
                <a:gd name="connsiteY16" fmla="*/ 386191 h 674476"/>
                <a:gd name="connsiteX17" fmla="*/ 255649 w 492259"/>
                <a:gd name="connsiteY17" fmla="*/ 367153 h 674476"/>
                <a:gd name="connsiteX18" fmla="*/ 250210 w 492259"/>
                <a:gd name="connsiteY18" fmla="*/ 331797 h 674476"/>
                <a:gd name="connsiteX19" fmla="*/ 247490 w 492259"/>
                <a:gd name="connsiteY19" fmla="*/ 244769 h 674476"/>
                <a:gd name="connsiteX20" fmla="*/ 242051 w 492259"/>
                <a:gd name="connsiteY20" fmla="*/ 203974 h 674476"/>
                <a:gd name="connsiteX21" fmla="*/ 236611 w 492259"/>
                <a:gd name="connsiteY21" fmla="*/ 157740 h 674476"/>
                <a:gd name="connsiteX22" fmla="*/ 233892 w 492259"/>
                <a:gd name="connsiteY22" fmla="*/ 119665 h 674476"/>
                <a:gd name="connsiteX23" fmla="*/ 225733 w 492259"/>
                <a:gd name="connsiteY23" fmla="*/ 97907 h 674476"/>
                <a:gd name="connsiteX24" fmla="*/ 274687 w 492259"/>
                <a:gd name="connsiteY24" fmla="*/ 0 h 674476"/>
                <a:gd name="connsiteX25" fmla="*/ 304603 w 492259"/>
                <a:gd name="connsiteY25" fmla="*/ 5439 h 674476"/>
                <a:gd name="connsiteX26" fmla="*/ 320921 w 492259"/>
                <a:gd name="connsiteY26" fmla="*/ 24477 h 674476"/>
                <a:gd name="connsiteX27" fmla="*/ 334519 w 492259"/>
                <a:gd name="connsiteY27" fmla="*/ 43515 h 674476"/>
                <a:gd name="connsiteX28" fmla="*/ 339959 w 492259"/>
                <a:gd name="connsiteY28" fmla="*/ 65272 h 674476"/>
                <a:gd name="connsiteX29" fmla="*/ 348118 w 492259"/>
                <a:gd name="connsiteY29" fmla="*/ 114226 h 674476"/>
                <a:gd name="connsiteX30" fmla="*/ 361716 w 492259"/>
                <a:gd name="connsiteY30" fmla="*/ 163180 h 674476"/>
                <a:gd name="connsiteX31" fmla="*/ 369875 w 492259"/>
                <a:gd name="connsiteY31" fmla="*/ 220293 h 674476"/>
                <a:gd name="connsiteX32" fmla="*/ 378034 w 492259"/>
                <a:gd name="connsiteY32" fmla="*/ 274686 h 674476"/>
                <a:gd name="connsiteX33" fmla="*/ 383473 w 492259"/>
                <a:gd name="connsiteY33" fmla="*/ 301883 h 674476"/>
                <a:gd name="connsiteX34" fmla="*/ 391632 w 492259"/>
                <a:gd name="connsiteY34" fmla="*/ 337238 h 674476"/>
                <a:gd name="connsiteX35" fmla="*/ 397071 w 492259"/>
                <a:gd name="connsiteY35" fmla="*/ 364435 h 674476"/>
                <a:gd name="connsiteX36" fmla="*/ 405230 w 492259"/>
                <a:gd name="connsiteY36" fmla="*/ 383473 h 674476"/>
                <a:gd name="connsiteX37" fmla="*/ 416109 w 492259"/>
                <a:gd name="connsiteY37" fmla="*/ 386192 h 674476"/>
                <a:gd name="connsiteX38" fmla="*/ 426988 w 492259"/>
                <a:gd name="connsiteY38" fmla="*/ 386192 h 674476"/>
                <a:gd name="connsiteX39" fmla="*/ 454184 w 492259"/>
                <a:gd name="connsiteY39" fmla="*/ 397071 h 674476"/>
                <a:gd name="connsiteX40" fmla="*/ 456904 w 492259"/>
                <a:gd name="connsiteY40" fmla="*/ 405230 h 674476"/>
                <a:gd name="connsiteX41" fmla="*/ 451464 w 492259"/>
                <a:gd name="connsiteY41" fmla="*/ 416108 h 674476"/>
                <a:gd name="connsiteX42" fmla="*/ 432427 w 492259"/>
                <a:gd name="connsiteY42" fmla="*/ 429707 h 674476"/>
                <a:gd name="connsiteX43" fmla="*/ 421548 w 492259"/>
                <a:gd name="connsiteY43" fmla="*/ 432426 h 674476"/>
                <a:gd name="connsiteX44" fmla="*/ 413389 w 492259"/>
                <a:gd name="connsiteY44" fmla="*/ 435146 h 674476"/>
                <a:gd name="connsiteX45" fmla="*/ 413389 w 492259"/>
                <a:gd name="connsiteY45" fmla="*/ 440585 h 674476"/>
                <a:gd name="connsiteX46" fmla="*/ 416109 w 492259"/>
                <a:gd name="connsiteY46" fmla="*/ 451464 h 674476"/>
                <a:gd name="connsiteX47" fmla="*/ 418829 w 492259"/>
                <a:gd name="connsiteY47" fmla="*/ 465062 h 674476"/>
                <a:gd name="connsiteX48" fmla="*/ 418829 w 492259"/>
                <a:gd name="connsiteY48" fmla="*/ 475941 h 674476"/>
                <a:gd name="connsiteX49" fmla="*/ 418829 w 492259"/>
                <a:gd name="connsiteY49" fmla="*/ 486820 h 674476"/>
                <a:gd name="connsiteX50" fmla="*/ 426988 w 492259"/>
                <a:gd name="connsiteY50" fmla="*/ 516736 h 674476"/>
                <a:gd name="connsiteX51" fmla="*/ 432427 w 492259"/>
                <a:gd name="connsiteY51" fmla="*/ 543932 h 674476"/>
                <a:gd name="connsiteX52" fmla="*/ 437866 w 492259"/>
                <a:gd name="connsiteY52" fmla="*/ 573848 h 674476"/>
                <a:gd name="connsiteX53" fmla="*/ 443306 w 492259"/>
                <a:gd name="connsiteY53" fmla="*/ 606484 h 674476"/>
                <a:gd name="connsiteX54" fmla="*/ 446025 w 492259"/>
                <a:gd name="connsiteY54" fmla="*/ 617363 h 674476"/>
                <a:gd name="connsiteX55" fmla="*/ 470502 w 492259"/>
                <a:gd name="connsiteY55" fmla="*/ 617363 h 674476"/>
                <a:gd name="connsiteX56" fmla="*/ 492259 w 492259"/>
                <a:gd name="connsiteY56" fmla="*/ 641840 h 674476"/>
                <a:gd name="connsiteX57" fmla="*/ 484101 w 492259"/>
                <a:gd name="connsiteY57" fmla="*/ 655438 h 674476"/>
                <a:gd name="connsiteX58" fmla="*/ 467782 w 492259"/>
                <a:gd name="connsiteY58" fmla="*/ 663597 h 674476"/>
                <a:gd name="connsiteX59" fmla="*/ 443306 w 492259"/>
                <a:gd name="connsiteY59" fmla="*/ 666317 h 674476"/>
                <a:gd name="connsiteX60" fmla="*/ 421548 w 492259"/>
                <a:gd name="connsiteY60" fmla="*/ 666317 h 674476"/>
                <a:gd name="connsiteX61" fmla="*/ 413389 w 492259"/>
                <a:gd name="connsiteY61" fmla="*/ 666317 h 674476"/>
                <a:gd name="connsiteX62" fmla="*/ 399791 w 492259"/>
                <a:gd name="connsiteY62" fmla="*/ 671756 h 674476"/>
                <a:gd name="connsiteX63" fmla="*/ 383473 w 492259"/>
                <a:gd name="connsiteY63" fmla="*/ 674476 h 674476"/>
                <a:gd name="connsiteX64" fmla="*/ 348118 w 492259"/>
                <a:gd name="connsiteY64" fmla="*/ 669036 h 674476"/>
                <a:gd name="connsiteX65" fmla="*/ 326360 w 492259"/>
                <a:gd name="connsiteY65" fmla="*/ 669036 h 674476"/>
                <a:gd name="connsiteX66" fmla="*/ 277406 w 492259"/>
                <a:gd name="connsiteY66" fmla="*/ 669036 h 674476"/>
                <a:gd name="connsiteX67" fmla="*/ 252930 w 492259"/>
                <a:gd name="connsiteY67" fmla="*/ 663597 h 674476"/>
                <a:gd name="connsiteX68" fmla="*/ 236611 w 492259"/>
                <a:gd name="connsiteY68" fmla="*/ 647279 h 674476"/>
                <a:gd name="connsiteX69" fmla="*/ 261088 w 492259"/>
                <a:gd name="connsiteY69" fmla="*/ 630961 h 674476"/>
                <a:gd name="connsiteX70" fmla="*/ 288285 w 492259"/>
                <a:gd name="connsiteY70" fmla="*/ 628241 h 674476"/>
                <a:gd name="connsiteX71" fmla="*/ 285565 w 492259"/>
                <a:gd name="connsiteY71" fmla="*/ 609204 h 674476"/>
                <a:gd name="connsiteX72" fmla="*/ 282846 w 492259"/>
                <a:gd name="connsiteY72" fmla="*/ 582007 h 674476"/>
                <a:gd name="connsiteX73" fmla="*/ 280126 w 492259"/>
                <a:gd name="connsiteY73" fmla="*/ 568409 h 674476"/>
                <a:gd name="connsiteX74" fmla="*/ 282846 w 492259"/>
                <a:gd name="connsiteY74" fmla="*/ 554811 h 674476"/>
                <a:gd name="connsiteX75" fmla="*/ 277406 w 492259"/>
                <a:gd name="connsiteY75" fmla="*/ 538493 h 674476"/>
                <a:gd name="connsiteX76" fmla="*/ 271967 w 492259"/>
                <a:gd name="connsiteY76" fmla="*/ 505857 h 674476"/>
                <a:gd name="connsiteX77" fmla="*/ 269247 w 492259"/>
                <a:gd name="connsiteY77" fmla="*/ 478660 h 674476"/>
                <a:gd name="connsiteX78" fmla="*/ 266528 w 492259"/>
                <a:gd name="connsiteY78" fmla="*/ 446025 h 674476"/>
                <a:gd name="connsiteX79" fmla="*/ 261088 w 492259"/>
                <a:gd name="connsiteY79" fmla="*/ 437866 h 674476"/>
                <a:gd name="connsiteX80" fmla="*/ 250210 w 492259"/>
                <a:gd name="connsiteY80" fmla="*/ 437866 h 674476"/>
                <a:gd name="connsiteX81" fmla="*/ 220293 w 492259"/>
                <a:gd name="connsiteY81" fmla="*/ 440585 h 674476"/>
                <a:gd name="connsiteX82" fmla="*/ 190377 w 492259"/>
                <a:gd name="connsiteY82" fmla="*/ 443305 h 674476"/>
                <a:gd name="connsiteX83" fmla="*/ 165900 w 492259"/>
                <a:gd name="connsiteY83" fmla="*/ 443305 h 674476"/>
                <a:gd name="connsiteX84" fmla="*/ 144143 w 492259"/>
                <a:gd name="connsiteY84" fmla="*/ 440585 h 674476"/>
                <a:gd name="connsiteX85" fmla="*/ 135984 w 492259"/>
                <a:gd name="connsiteY85" fmla="*/ 454184 h 674476"/>
                <a:gd name="connsiteX86" fmla="*/ 130545 w 492259"/>
                <a:gd name="connsiteY86" fmla="*/ 486820 h 674476"/>
                <a:gd name="connsiteX87" fmla="*/ 119666 w 492259"/>
                <a:gd name="connsiteY87" fmla="*/ 541213 h 674476"/>
                <a:gd name="connsiteX88" fmla="*/ 103348 w 492259"/>
                <a:gd name="connsiteY88" fmla="*/ 614643 h 674476"/>
                <a:gd name="connsiteX89" fmla="*/ 133264 w 492259"/>
                <a:gd name="connsiteY89" fmla="*/ 614643 h 674476"/>
                <a:gd name="connsiteX90" fmla="*/ 168620 w 492259"/>
                <a:gd name="connsiteY90" fmla="*/ 630961 h 674476"/>
                <a:gd name="connsiteX91" fmla="*/ 163181 w 492259"/>
                <a:gd name="connsiteY91" fmla="*/ 647279 h 674476"/>
                <a:gd name="connsiteX92" fmla="*/ 146863 w 492259"/>
                <a:gd name="connsiteY92" fmla="*/ 655438 h 674476"/>
                <a:gd name="connsiteX93" fmla="*/ 127825 w 492259"/>
                <a:gd name="connsiteY93" fmla="*/ 658158 h 674476"/>
                <a:gd name="connsiteX94" fmla="*/ 106068 w 492259"/>
                <a:gd name="connsiteY94" fmla="*/ 658158 h 674476"/>
                <a:gd name="connsiteX95" fmla="*/ 62552 w 492259"/>
                <a:gd name="connsiteY95" fmla="*/ 658158 h 674476"/>
                <a:gd name="connsiteX96" fmla="*/ 40795 w 492259"/>
                <a:gd name="connsiteY96" fmla="*/ 658158 h 674476"/>
                <a:gd name="connsiteX97" fmla="*/ 16318 w 492259"/>
                <a:gd name="connsiteY97" fmla="*/ 652718 h 674476"/>
                <a:gd name="connsiteX98" fmla="*/ 0 w 492259"/>
                <a:gd name="connsiteY98" fmla="*/ 636401 h 674476"/>
                <a:gd name="connsiteX99" fmla="*/ 2720 w 492259"/>
                <a:gd name="connsiteY99" fmla="*/ 628241 h 674476"/>
                <a:gd name="connsiteX100" fmla="*/ 24477 w 492259"/>
                <a:gd name="connsiteY100" fmla="*/ 620082 h 674476"/>
                <a:gd name="connsiteX101" fmla="*/ 62552 w 492259"/>
                <a:gd name="connsiteY101" fmla="*/ 617363 h 674476"/>
                <a:gd name="connsiteX102" fmla="*/ 62552 w 492259"/>
                <a:gd name="connsiteY102" fmla="*/ 614643 h 674476"/>
                <a:gd name="connsiteX103" fmla="*/ 65272 w 492259"/>
                <a:gd name="connsiteY103" fmla="*/ 587447 h 674476"/>
                <a:gd name="connsiteX104" fmla="*/ 76151 w 492259"/>
                <a:gd name="connsiteY104" fmla="*/ 522175 h 674476"/>
                <a:gd name="connsiteX105" fmla="*/ 87029 w 492259"/>
                <a:gd name="connsiteY105" fmla="*/ 470501 h 674476"/>
                <a:gd name="connsiteX106" fmla="*/ 92468 w 492259"/>
                <a:gd name="connsiteY106" fmla="*/ 446025 h 674476"/>
                <a:gd name="connsiteX107" fmla="*/ 65272 w 492259"/>
                <a:gd name="connsiteY107" fmla="*/ 432426 h 674476"/>
                <a:gd name="connsiteX108" fmla="*/ 54393 w 492259"/>
                <a:gd name="connsiteY108" fmla="*/ 421548 h 674476"/>
                <a:gd name="connsiteX109" fmla="*/ 73431 w 492259"/>
                <a:gd name="connsiteY109" fmla="*/ 407949 h 674476"/>
                <a:gd name="connsiteX110" fmla="*/ 100629 w 492259"/>
                <a:gd name="connsiteY110" fmla="*/ 399790 h 674476"/>
                <a:gd name="connsiteX111" fmla="*/ 108788 w 492259"/>
                <a:gd name="connsiteY111" fmla="*/ 369874 h 674476"/>
                <a:gd name="connsiteX112" fmla="*/ 125105 w 492259"/>
                <a:gd name="connsiteY112" fmla="*/ 307322 h 674476"/>
                <a:gd name="connsiteX113" fmla="*/ 141423 w 492259"/>
                <a:gd name="connsiteY113" fmla="*/ 242051 h 674476"/>
                <a:gd name="connsiteX114" fmla="*/ 155022 w 492259"/>
                <a:gd name="connsiteY114" fmla="*/ 179498 h 674476"/>
                <a:gd name="connsiteX115" fmla="*/ 168620 w 492259"/>
                <a:gd name="connsiteY115" fmla="*/ 119665 h 674476"/>
                <a:gd name="connsiteX116" fmla="*/ 193097 w 492259"/>
                <a:gd name="connsiteY116" fmla="*/ 57113 h 674476"/>
                <a:gd name="connsiteX117" fmla="*/ 201256 w 492259"/>
                <a:gd name="connsiteY117" fmla="*/ 38075 h 674476"/>
                <a:gd name="connsiteX118" fmla="*/ 217574 w 492259"/>
                <a:gd name="connsiteY118" fmla="*/ 13598 h 674476"/>
                <a:gd name="connsiteX119" fmla="*/ 274687 w 492259"/>
                <a:gd name="connsiteY119" fmla="*/ 0 h 674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</a:cxnLst>
              <a:rect l="l" t="t" r="r" b="b"/>
              <a:pathLst>
                <a:path w="492259" h="674476">
                  <a:moveTo>
                    <a:pt x="225733" y="97907"/>
                  </a:moveTo>
                  <a:cubicBezTo>
                    <a:pt x="217574" y="97907"/>
                    <a:pt x="209415" y="114225"/>
                    <a:pt x="209415" y="119665"/>
                  </a:cubicBezTo>
                  <a:cubicBezTo>
                    <a:pt x="206695" y="130543"/>
                    <a:pt x="203976" y="144141"/>
                    <a:pt x="201256" y="152300"/>
                  </a:cubicBezTo>
                  <a:cubicBezTo>
                    <a:pt x="198536" y="157740"/>
                    <a:pt x="198536" y="163179"/>
                    <a:pt x="198536" y="168618"/>
                  </a:cubicBezTo>
                  <a:cubicBezTo>
                    <a:pt x="198536" y="174058"/>
                    <a:pt x="195817" y="179497"/>
                    <a:pt x="195817" y="184936"/>
                  </a:cubicBezTo>
                  <a:cubicBezTo>
                    <a:pt x="193097" y="195815"/>
                    <a:pt x="190377" y="209413"/>
                    <a:pt x="187658" y="220292"/>
                  </a:cubicBezTo>
                  <a:cubicBezTo>
                    <a:pt x="184938" y="244769"/>
                    <a:pt x="176779" y="269246"/>
                    <a:pt x="168620" y="291003"/>
                  </a:cubicBezTo>
                  <a:cubicBezTo>
                    <a:pt x="165900" y="301881"/>
                    <a:pt x="163181" y="312760"/>
                    <a:pt x="160461" y="323639"/>
                  </a:cubicBezTo>
                  <a:cubicBezTo>
                    <a:pt x="157742" y="337237"/>
                    <a:pt x="155022" y="348115"/>
                    <a:pt x="149582" y="361714"/>
                  </a:cubicBezTo>
                  <a:cubicBezTo>
                    <a:pt x="146863" y="367153"/>
                    <a:pt x="144143" y="383471"/>
                    <a:pt x="144143" y="388910"/>
                  </a:cubicBezTo>
                  <a:cubicBezTo>
                    <a:pt x="144143" y="391630"/>
                    <a:pt x="146863" y="391630"/>
                    <a:pt x="149582" y="391630"/>
                  </a:cubicBezTo>
                  <a:cubicBezTo>
                    <a:pt x="155022" y="391630"/>
                    <a:pt x="168620" y="391630"/>
                    <a:pt x="171340" y="391630"/>
                  </a:cubicBezTo>
                  <a:cubicBezTo>
                    <a:pt x="179498" y="391630"/>
                    <a:pt x="187658" y="391630"/>
                    <a:pt x="193097" y="388910"/>
                  </a:cubicBezTo>
                  <a:cubicBezTo>
                    <a:pt x="198536" y="388910"/>
                    <a:pt x="203976" y="388910"/>
                    <a:pt x="212135" y="388910"/>
                  </a:cubicBezTo>
                  <a:cubicBezTo>
                    <a:pt x="217574" y="388910"/>
                    <a:pt x="225733" y="388910"/>
                    <a:pt x="236611" y="388910"/>
                  </a:cubicBezTo>
                  <a:cubicBezTo>
                    <a:pt x="242051" y="388910"/>
                    <a:pt x="247490" y="388910"/>
                    <a:pt x="250210" y="386191"/>
                  </a:cubicBezTo>
                  <a:cubicBezTo>
                    <a:pt x="255649" y="391630"/>
                    <a:pt x="258369" y="388910"/>
                    <a:pt x="258369" y="386191"/>
                  </a:cubicBezTo>
                  <a:cubicBezTo>
                    <a:pt x="258369" y="380751"/>
                    <a:pt x="255649" y="372592"/>
                    <a:pt x="255649" y="367153"/>
                  </a:cubicBezTo>
                  <a:cubicBezTo>
                    <a:pt x="252930" y="353555"/>
                    <a:pt x="250210" y="342676"/>
                    <a:pt x="250210" y="331797"/>
                  </a:cubicBezTo>
                  <a:cubicBezTo>
                    <a:pt x="250210" y="301881"/>
                    <a:pt x="250210" y="274685"/>
                    <a:pt x="247490" y="244769"/>
                  </a:cubicBezTo>
                  <a:cubicBezTo>
                    <a:pt x="247490" y="231170"/>
                    <a:pt x="244771" y="217572"/>
                    <a:pt x="242051" y="203974"/>
                  </a:cubicBezTo>
                  <a:cubicBezTo>
                    <a:pt x="239331" y="187656"/>
                    <a:pt x="236611" y="174058"/>
                    <a:pt x="236611" y="157740"/>
                  </a:cubicBezTo>
                  <a:cubicBezTo>
                    <a:pt x="236611" y="152300"/>
                    <a:pt x="236611" y="133263"/>
                    <a:pt x="233892" y="119665"/>
                  </a:cubicBezTo>
                  <a:cubicBezTo>
                    <a:pt x="233892" y="106066"/>
                    <a:pt x="231172" y="97907"/>
                    <a:pt x="225733" y="97907"/>
                  </a:cubicBezTo>
                  <a:close/>
                  <a:moveTo>
                    <a:pt x="274687" y="0"/>
                  </a:moveTo>
                  <a:cubicBezTo>
                    <a:pt x="288285" y="0"/>
                    <a:pt x="293724" y="2720"/>
                    <a:pt x="304603" y="5439"/>
                  </a:cubicBezTo>
                  <a:cubicBezTo>
                    <a:pt x="315481" y="10879"/>
                    <a:pt x="315481" y="16318"/>
                    <a:pt x="320921" y="24477"/>
                  </a:cubicBezTo>
                  <a:cubicBezTo>
                    <a:pt x="326360" y="29916"/>
                    <a:pt x="331800" y="35356"/>
                    <a:pt x="334519" y="43515"/>
                  </a:cubicBezTo>
                  <a:cubicBezTo>
                    <a:pt x="337239" y="51674"/>
                    <a:pt x="337239" y="57113"/>
                    <a:pt x="339959" y="65272"/>
                  </a:cubicBezTo>
                  <a:cubicBezTo>
                    <a:pt x="345398" y="78870"/>
                    <a:pt x="342678" y="97908"/>
                    <a:pt x="348118" y="114226"/>
                  </a:cubicBezTo>
                  <a:cubicBezTo>
                    <a:pt x="350837" y="130544"/>
                    <a:pt x="358996" y="146863"/>
                    <a:pt x="361716" y="163180"/>
                  </a:cubicBezTo>
                  <a:cubicBezTo>
                    <a:pt x="364435" y="182218"/>
                    <a:pt x="364435" y="201256"/>
                    <a:pt x="369875" y="220293"/>
                  </a:cubicBezTo>
                  <a:cubicBezTo>
                    <a:pt x="375314" y="239331"/>
                    <a:pt x="378034" y="255649"/>
                    <a:pt x="378034" y="274686"/>
                  </a:cubicBezTo>
                  <a:cubicBezTo>
                    <a:pt x="378034" y="282845"/>
                    <a:pt x="380753" y="293724"/>
                    <a:pt x="383473" y="301883"/>
                  </a:cubicBezTo>
                  <a:cubicBezTo>
                    <a:pt x="386193" y="312762"/>
                    <a:pt x="388913" y="326360"/>
                    <a:pt x="391632" y="337238"/>
                  </a:cubicBezTo>
                  <a:cubicBezTo>
                    <a:pt x="391632" y="342678"/>
                    <a:pt x="394352" y="353556"/>
                    <a:pt x="397071" y="364435"/>
                  </a:cubicBezTo>
                  <a:cubicBezTo>
                    <a:pt x="399791" y="372594"/>
                    <a:pt x="402511" y="380753"/>
                    <a:pt x="405230" y="383473"/>
                  </a:cubicBezTo>
                  <a:cubicBezTo>
                    <a:pt x="407950" y="386192"/>
                    <a:pt x="413389" y="386192"/>
                    <a:pt x="416109" y="386192"/>
                  </a:cubicBezTo>
                  <a:cubicBezTo>
                    <a:pt x="418829" y="386192"/>
                    <a:pt x="424268" y="386192"/>
                    <a:pt x="426988" y="386192"/>
                  </a:cubicBezTo>
                  <a:cubicBezTo>
                    <a:pt x="437866" y="386192"/>
                    <a:pt x="448745" y="388912"/>
                    <a:pt x="454184" y="397071"/>
                  </a:cubicBezTo>
                  <a:cubicBezTo>
                    <a:pt x="456904" y="399790"/>
                    <a:pt x="456904" y="402510"/>
                    <a:pt x="456904" y="405230"/>
                  </a:cubicBezTo>
                  <a:cubicBezTo>
                    <a:pt x="456904" y="407949"/>
                    <a:pt x="454184" y="410669"/>
                    <a:pt x="451464" y="416108"/>
                  </a:cubicBezTo>
                  <a:cubicBezTo>
                    <a:pt x="446025" y="421548"/>
                    <a:pt x="440586" y="426987"/>
                    <a:pt x="432427" y="429707"/>
                  </a:cubicBezTo>
                  <a:cubicBezTo>
                    <a:pt x="429707" y="429707"/>
                    <a:pt x="426988" y="432426"/>
                    <a:pt x="421548" y="432426"/>
                  </a:cubicBezTo>
                  <a:cubicBezTo>
                    <a:pt x="418829" y="432426"/>
                    <a:pt x="416109" y="432426"/>
                    <a:pt x="413389" y="435146"/>
                  </a:cubicBezTo>
                  <a:cubicBezTo>
                    <a:pt x="413389" y="435146"/>
                    <a:pt x="413389" y="437866"/>
                    <a:pt x="413389" y="440585"/>
                  </a:cubicBezTo>
                  <a:cubicBezTo>
                    <a:pt x="413389" y="443305"/>
                    <a:pt x="413389" y="448744"/>
                    <a:pt x="416109" y="451464"/>
                  </a:cubicBezTo>
                  <a:cubicBezTo>
                    <a:pt x="416109" y="456903"/>
                    <a:pt x="418829" y="462343"/>
                    <a:pt x="418829" y="465062"/>
                  </a:cubicBezTo>
                  <a:lnTo>
                    <a:pt x="418829" y="475941"/>
                  </a:lnTo>
                  <a:cubicBezTo>
                    <a:pt x="418829" y="481380"/>
                    <a:pt x="418829" y="484100"/>
                    <a:pt x="418829" y="486820"/>
                  </a:cubicBezTo>
                  <a:cubicBezTo>
                    <a:pt x="421548" y="497698"/>
                    <a:pt x="424268" y="505857"/>
                    <a:pt x="426988" y="516736"/>
                  </a:cubicBezTo>
                  <a:cubicBezTo>
                    <a:pt x="426988" y="524895"/>
                    <a:pt x="429707" y="535773"/>
                    <a:pt x="432427" y="543932"/>
                  </a:cubicBezTo>
                  <a:cubicBezTo>
                    <a:pt x="435147" y="554811"/>
                    <a:pt x="437866" y="562970"/>
                    <a:pt x="437866" y="573848"/>
                  </a:cubicBezTo>
                  <a:cubicBezTo>
                    <a:pt x="437866" y="587447"/>
                    <a:pt x="440586" y="595606"/>
                    <a:pt x="443306" y="606484"/>
                  </a:cubicBezTo>
                  <a:cubicBezTo>
                    <a:pt x="443306" y="609204"/>
                    <a:pt x="446025" y="614643"/>
                    <a:pt x="446025" y="617363"/>
                  </a:cubicBezTo>
                  <a:cubicBezTo>
                    <a:pt x="454184" y="617363"/>
                    <a:pt x="462343" y="617363"/>
                    <a:pt x="470502" y="617363"/>
                  </a:cubicBezTo>
                  <a:cubicBezTo>
                    <a:pt x="475942" y="625522"/>
                    <a:pt x="492259" y="630961"/>
                    <a:pt x="492259" y="641840"/>
                  </a:cubicBezTo>
                  <a:cubicBezTo>
                    <a:pt x="492259" y="647279"/>
                    <a:pt x="486820" y="649999"/>
                    <a:pt x="484101" y="655438"/>
                  </a:cubicBezTo>
                  <a:cubicBezTo>
                    <a:pt x="481381" y="660877"/>
                    <a:pt x="473222" y="663597"/>
                    <a:pt x="467782" y="663597"/>
                  </a:cubicBezTo>
                  <a:cubicBezTo>
                    <a:pt x="456904" y="666317"/>
                    <a:pt x="451464" y="666317"/>
                    <a:pt x="443306" y="666317"/>
                  </a:cubicBezTo>
                  <a:cubicBezTo>
                    <a:pt x="437866" y="666317"/>
                    <a:pt x="429707" y="666317"/>
                    <a:pt x="421548" y="666317"/>
                  </a:cubicBezTo>
                  <a:cubicBezTo>
                    <a:pt x="418829" y="666317"/>
                    <a:pt x="416109" y="666317"/>
                    <a:pt x="413389" y="666317"/>
                  </a:cubicBezTo>
                  <a:cubicBezTo>
                    <a:pt x="407950" y="669036"/>
                    <a:pt x="405230" y="669036"/>
                    <a:pt x="399791" y="671756"/>
                  </a:cubicBezTo>
                  <a:cubicBezTo>
                    <a:pt x="394352" y="671756"/>
                    <a:pt x="388913" y="674476"/>
                    <a:pt x="383473" y="674476"/>
                  </a:cubicBezTo>
                  <a:cubicBezTo>
                    <a:pt x="372594" y="674476"/>
                    <a:pt x="358996" y="671756"/>
                    <a:pt x="348118" y="669036"/>
                  </a:cubicBezTo>
                  <a:cubicBezTo>
                    <a:pt x="339959" y="669036"/>
                    <a:pt x="331800" y="669036"/>
                    <a:pt x="326360" y="669036"/>
                  </a:cubicBezTo>
                  <a:cubicBezTo>
                    <a:pt x="304603" y="669036"/>
                    <a:pt x="285565" y="669036"/>
                    <a:pt x="277406" y="669036"/>
                  </a:cubicBezTo>
                  <a:cubicBezTo>
                    <a:pt x="269247" y="669036"/>
                    <a:pt x="258369" y="669036"/>
                    <a:pt x="252930" y="663597"/>
                  </a:cubicBezTo>
                  <a:cubicBezTo>
                    <a:pt x="247490" y="660877"/>
                    <a:pt x="236611" y="655438"/>
                    <a:pt x="236611" y="647279"/>
                  </a:cubicBezTo>
                  <a:cubicBezTo>
                    <a:pt x="236611" y="636401"/>
                    <a:pt x="252930" y="633681"/>
                    <a:pt x="261088" y="630961"/>
                  </a:cubicBezTo>
                  <a:cubicBezTo>
                    <a:pt x="266528" y="630961"/>
                    <a:pt x="274687" y="630961"/>
                    <a:pt x="288285" y="628241"/>
                  </a:cubicBezTo>
                  <a:cubicBezTo>
                    <a:pt x="288285" y="620082"/>
                    <a:pt x="288285" y="614643"/>
                    <a:pt x="285565" y="609204"/>
                  </a:cubicBezTo>
                  <a:cubicBezTo>
                    <a:pt x="285565" y="601045"/>
                    <a:pt x="282846" y="590166"/>
                    <a:pt x="282846" y="582007"/>
                  </a:cubicBezTo>
                  <a:cubicBezTo>
                    <a:pt x="282846" y="576568"/>
                    <a:pt x="280126" y="573848"/>
                    <a:pt x="280126" y="568409"/>
                  </a:cubicBezTo>
                  <a:cubicBezTo>
                    <a:pt x="280126" y="562970"/>
                    <a:pt x="282846" y="557531"/>
                    <a:pt x="282846" y="554811"/>
                  </a:cubicBezTo>
                  <a:cubicBezTo>
                    <a:pt x="282846" y="549371"/>
                    <a:pt x="280126" y="546652"/>
                    <a:pt x="277406" y="538493"/>
                  </a:cubicBezTo>
                  <a:cubicBezTo>
                    <a:pt x="277406" y="527614"/>
                    <a:pt x="271967" y="516736"/>
                    <a:pt x="271967" y="505857"/>
                  </a:cubicBezTo>
                  <a:cubicBezTo>
                    <a:pt x="271967" y="494978"/>
                    <a:pt x="271967" y="486820"/>
                    <a:pt x="269247" y="478660"/>
                  </a:cubicBezTo>
                  <a:cubicBezTo>
                    <a:pt x="266528" y="467782"/>
                    <a:pt x="266528" y="456903"/>
                    <a:pt x="266528" y="446025"/>
                  </a:cubicBezTo>
                  <a:cubicBezTo>
                    <a:pt x="266528" y="440585"/>
                    <a:pt x="263808" y="437866"/>
                    <a:pt x="261088" y="437866"/>
                  </a:cubicBezTo>
                  <a:cubicBezTo>
                    <a:pt x="258369" y="437866"/>
                    <a:pt x="255649" y="437866"/>
                    <a:pt x="250210" y="437866"/>
                  </a:cubicBezTo>
                  <a:cubicBezTo>
                    <a:pt x="239331" y="437866"/>
                    <a:pt x="228452" y="437866"/>
                    <a:pt x="220293" y="440585"/>
                  </a:cubicBezTo>
                  <a:cubicBezTo>
                    <a:pt x="209415" y="440585"/>
                    <a:pt x="201256" y="443305"/>
                    <a:pt x="190377" y="443305"/>
                  </a:cubicBezTo>
                  <a:cubicBezTo>
                    <a:pt x="182218" y="443305"/>
                    <a:pt x="174059" y="443305"/>
                    <a:pt x="165900" y="443305"/>
                  </a:cubicBezTo>
                  <a:cubicBezTo>
                    <a:pt x="163181" y="443305"/>
                    <a:pt x="152302" y="440585"/>
                    <a:pt x="144143" y="440585"/>
                  </a:cubicBezTo>
                  <a:cubicBezTo>
                    <a:pt x="135984" y="440585"/>
                    <a:pt x="135984" y="448744"/>
                    <a:pt x="135984" y="454184"/>
                  </a:cubicBezTo>
                  <a:cubicBezTo>
                    <a:pt x="135984" y="465062"/>
                    <a:pt x="133264" y="475941"/>
                    <a:pt x="130545" y="486820"/>
                  </a:cubicBezTo>
                  <a:cubicBezTo>
                    <a:pt x="127825" y="505857"/>
                    <a:pt x="122386" y="522175"/>
                    <a:pt x="119666" y="541213"/>
                  </a:cubicBezTo>
                  <a:cubicBezTo>
                    <a:pt x="116947" y="560250"/>
                    <a:pt x="108788" y="595606"/>
                    <a:pt x="103348" y="614643"/>
                  </a:cubicBezTo>
                  <a:cubicBezTo>
                    <a:pt x="111507" y="614643"/>
                    <a:pt x="122386" y="614643"/>
                    <a:pt x="133264" y="614643"/>
                  </a:cubicBezTo>
                  <a:cubicBezTo>
                    <a:pt x="146863" y="614643"/>
                    <a:pt x="168620" y="614643"/>
                    <a:pt x="168620" y="630961"/>
                  </a:cubicBezTo>
                  <a:cubicBezTo>
                    <a:pt x="168620" y="639120"/>
                    <a:pt x="165900" y="639120"/>
                    <a:pt x="163181" y="647279"/>
                  </a:cubicBezTo>
                  <a:cubicBezTo>
                    <a:pt x="160461" y="652718"/>
                    <a:pt x="152302" y="655438"/>
                    <a:pt x="146863" y="655438"/>
                  </a:cubicBezTo>
                  <a:cubicBezTo>
                    <a:pt x="138704" y="658158"/>
                    <a:pt x="133264" y="658158"/>
                    <a:pt x="127825" y="658158"/>
                  </a:cubicBezTo>
                  <a:cubicBezTo>
                    <a:pt x="122386" y="658158"/>
                    <a:pt x="116947" y="658158"/>
                    <a:pt x="106068" y="658158"/>
                  </a:cubicBezTo>
                  <a:cubicBezTo>
                    <a:pt x="92468" y="658158"/>
                    <a:pt x="78870" y="658158"/>
                    <a:pt x="62552" y="658158"/>
                  </a:cubicBezTo>
                  <a:cubicBezTo>
                    <a:pt x="54393" y="658158"/>
                    <a:pt x="46234" y="658158"/>
                    <a:pt x="40795" y="658158"/>
                  </a:cubicBezTo>
                  <a:cubicBezTo>
                    <a:pt x="32636" y="658158"/>
                    <a:pt x="21758" y="658158"/>
                    <a:pt x="16318" y="652718"/>
                  </a:cubicBezTo>
                  <a:cubicBezTo>
                    <a:pt x="8159" y="649999"/>
                    <a:pt x="0" y="641840"/>
                    <a:pt x="0" y="636401"/>
                  </a:cubicBezTo>
                  <a:cubicBezTo>
                    <a:pt x="0" y="633681"/>
                    <a:pt x="0" y="630961"/>
                    <a:pt x="2720" y="628241"/>
                  </a:cubicBezTo>
                  <a:cubicBezTo>
                    <a:pt x="8159" y="625522"/>
                    <a:pt x="16318" y="622802"/>
                    <a:pt x="24477" y="620082"/>
                  </a:cubicBezTo>
                  <a:cubicBezTo>
                    <a:pt x="38075" y="617363"/>
                    <a:pt x="48954" y="617363"/>
                    <a:pt x="62552" y="617363"/>
                  </a:cubicBezTo>
                  <a:cubicBezTo>
                    <a:pt x="62552" y="617363"/>
                    <a:pt x="62552" y="614643"/>
                    <a:pt x="62552" y="614643"/>
                  </a:cubicBezTo>
                  <a:cubicBezTo>
                    <a:pt x="62552" y="603765"/>
                    <a:pt x="65272" y="590166"/>
                    <a:pt x="65272" y="587447"/>
                  </a:cubicBezTo>
                  <a:cubicBezTo>
                    <a:pt x="67992" y="565689"/>
                    <a:pt x="73431" y="543932"/>
                    <a:pt x="76151" y="522175"/>
                  </a:cubicBezTo>
                  <a:cubicBezTo>
                    <a:pt x="78870" y="505857"/>
                    <a:pt x="81590" y="486820"/>
                    <a:pt x="87029" y="470501"/>
                  </a:cubicBezTo>
                  <a:cubicBezTo>
                    <a:pt x="87029" y="465062"/>
                    <a:pt x="92468" y="451464"/>
                    <a:pt x="92468" y="446025"/>
                  </a:cubicBezTo>
                  <a:cubicBezTo>
                    <a:pt x="92468" y="437866"/>
                    <a:pt x="73431" y="437866"/>
                    <a:pt x="65272" y="432426"/>
                  </a:cubicBezTo>
                  <a:cubicBezTo>
                    <a:pt x="59833" y="429707"/>
                    <a:pt x="54393" y="426987"/>
                    <a:pt x="54393" y="421548"/>
                  </a:cubicBezTo>
                  <a:cubicBezTo>
                    <a:pt x="54393" y="413389"/>
                    <a:pt x="62552" y="410669"/>
                    <a:pt x="73431" y="407949"/>
                  </a:cubicBezTo>
                  <a:cubicBezTo>
                    <a:pt x="78870" y="407949"/>
                    <a:pt x="92468" y="405230"/>
                    <a:pt x="100629" y="399790"/>
                  </a:cubicBezTo>
                  <a:cubicBezTo>
                    <a:pt x="106068" y="394351"/>
                    <a:pt x="106068" y="378033"/>
                    <a:pt x="108788" y="369874"/>
                  </a:cubicBezTo>
                  <a:cubicBezTo>
                    <a:pt x="114227" y="348117"/>
                    <a:pt x="119666" y="326360"/>
                    <a:pt x="125105" y="307322"/>
                  </a:cubicBezTo>
                  <a:cubicBezTo>
                    <a:pt x="130545" y="285565"/>
                    <a:pt x="135984" y="263808"/>
                    <a:pt x="141423" y="242051"/>
                  </a:cubicBezTo>
                  <a:cubicBezTo>
                    <a:pt x="146863" y="220293"/>
                    <a:pt x="152302" y="198536"/>
                    <a:pt x="155022" y="179498"/>
                  </a:cubicBezTo>
                  <a:cubicBezTo>
                    <a:pt x="157742" y="160461"/>
                    <a:pt x="163181" y="138703"/>
                    <a:pt x="168620" y="119665"/>
                  </a:cubicBezTo>
                  <a:cubicBezTo>
                    <a:pt x="176779" y="100627"/>
                    <a:pt x="182218" y="76150"/>
                    <a:pt x="193097" y="57113"/>
                  </a:cubicBezTo>
                  <a:lnTo>
                    <a:pt x="201256" y="38075"/>
                  </a:lnTo>
                  <a:cubicBezTo>
                    <a:pt x="206695" y="29916"/>
                    <a:pt x="209415" y="19038"/>
                    <a:pt x="217574" y="13598"/>
                  </a:cubicBezTo>
                  <a:cubicBezTo>
                    <a:pt x="231172" y="2720"/>
                    <a:pt x="255649" y="0"/>
                    <a:pt x="274687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7256CA01-A592-4EFF-B363-73DF3F9E94E9}"/>
                </a:ext>
              </a:extLst>
            </p:cNvPr>
            <p:cNvSpPr/>
            <p:nvPr/>
          </p:nvSpPr>
          <p:spPr>
            <a:xfrm>
              <a:off x="6876542" y="4244897"/>
              <a:ext cx="462342" cy="677195"/>
            </a:xfrm>
            <a:custGeom>
              <a:avLst/>
              <a:gdLst>
                <a:gd name="connsiteX0" fmla="*/ 214853 w 462342"/>
                <a:gd name="connsiteY0" fmla="*/ 65272 h 677195"/>
                <a:gd name="connsiteX1" fmla="*/ 195815 w 462342"/>
                <a:gd name="connsiteY1" fmla="*/ 73431 h 677195"/>
                <a:gd name="connsiteX2" fmla="*/ 193096 w 462342"/>
                <a:gd name="connsiteY2" fmla="*/ 125105 h 677195"/>
                <a:gd name="connsiteX3" fmla="*/ 190376 w 462342"/>
                <a:gd name="connsiteY3" fmla="*/ 280125 h 677195"/>
                <a:gd name="connsiteX4" fmla="*/ 190376 w 462342"/>
                <a:gd name="connsiteY4" fmla="*/ 301882 h 677195"/>
                <a:gd name="connsiteX5" fmla="*/ 193096 w 462342"/>
                <a:gd name="connsiteY5" fmla="*/ 342677 h 677195"/>
                <a:gd name="connsiteX6" fmla="*/ 195815 w 462342"/>
                <a:gd name="connsiteY6" fmla="*/ 397070 h 677195"/>
                <a:gd name="connsiteX7" fmla="*/ 195815 w 462342"/>
                <a:gd name="connsiteY7" fmla="*/ 443304 h 677195"/>
                <a:gd name="connsiteX8" fmla="*/ 195815 w 462342"/>
                <a:gd name="connsiteY8" fmla="*/ 530333 h 677195"/>
                <a:gd name="connsiteX9" fmla="*/ 193096 w 462342"/>
                <a:gd name="connsiteY9" fmla="*/ 554810 h 677195"/>
                <a:gd name="connsiteX10" fmla="*/ 190376 w 462342"/>
                <a:gd name="connsiteY10" fmla="*/ 603764 h 677195"/>
                <a:gd name="connsiteX11" fmla="*/ 198535 w 462342"/>
                <a:gd name="connsiteY11" fmla="*/ 611923 h 677195"/>
                <a:gd name="connsiteX12" fmla="*/ 214853 w 462342"/>
                <a:gd name="connsiteY12" fmla="*/ 611923 h 677195"/>
                <a:gd name="connsiteX13" fmla="*/ 236610 w 462342"/>
                <a:gd name="connsiteY13" fmla="*/ 611923 h 677195"/>
                <a:gd name="connsiteX14" fmla="*/ 263807 w 462342"/>
                <a:gd name="connsiteY14" fmla="*/ 598325 h 677195"/>
                <a:gd name="connsiteX15" fmla="*/ 277405 w 462342"/>
                <a:gd name="connsiteY15" fmla="*/ 592885 h 677195"/>
                <a:gd name="connsiteX16" fmla="*/ 291004 w 462342"/>
                <a:gd name="connsiteY16" fmla="*/ 573848 h 677195"/>
                <a:gd name="connsiteX17" fmla="*/ 307322 w 462342"/>
                <a:gd name="connsiteY17" fmla="*/ 543931 h 677195"/>
                <a:gd name="connsiteX18" fmla="*/ 326359 w 462342"/>
                <a:gd name="connsiteY18" fmla="*/ 481379 h 677195"/>
                <a:gd name="connsiteX19" fmla="*/ 337238 w 462342"/>
                <a:gd name="connsiteY19" fmla="*/ 413388 h 677195"/>
                <a:gd name="connsiteX20" fmla="*/ 337238 w 462342"/>
                <a:gd name="connsiteY20" fmla="*/ 350836 h 677195"/>
                <a:gd name="connsiteX21" fmla="*/ 334518 w 462342"/>
                <a:gd name="connsiteY21" fmla="*/ 296443 h 677195"/>
                <a:gd name="connsiteX22" fmla="*/ 329079 w 462342"/>
                <a:gd name="connsiteY22" fmla="*/ 244769 h 677195"/>
                <a:gd name="connsiteX23" fmla="*/ 307322 w 462342"/>
                <a:gd name="connsiteY23" fmla="*/ 135983 h 677195"/>
                <a:gd name="connsiteX24" fmla="*/ 271966 w 462342"/>
                <a:gd name="connsiteY24" fmla="*/ 78870 h 677195"/>
                <a:gd name="connsiteX25" fmla="*/ 214853 w 462342"/>
                <a:gd name="connsiteY25" fmla="*/ 65272 h 677195"/>
                <a:gd name="connsiteX26" fmla="*/ 114226 w 462342"/>
                <a:gd name="connsiteY26" fmla="*/ 0 h 677195"/>
                <a:gd name="connsiteX27" fmla="*/ 127824 w 462342"/>
                <a:gd name="connsiteY27" fmla="*/ 0 h 677195"/>
                <a:gd name="connsiteX28" fmla="*/ 146862 w 462342"/>
                <a:gd name="connsiteY28" fmla="*/ 2720 h 677195"/>
                <a:gd name="connsiteX29" fmla="*/ 174059 w 462342"/>
                <a:gd name="connsiteY29" fmla="*/ 21758 h 677195"/>
                <a:gd name="connsiteX30" fmla="*/ 193096 w 462342"/>
                <a:gd name="connsiteY30" fmla="*/ 21758 h 677195"/>
                <a:gd name="connsiteX31" fmla="*/ 261088 w 462342"/>
                <a:gd name="connsiteY31" fmla="*/ 27197 h 677195"/>
                <a:gd name="connsiteX32" fmla="*/ 310042 w 462342"/>
                <a:gd name="connsiteY32" fmla="*/ 35356 h 677195"/>
                <a:gd name="connsiteX33" fmla="*/ 334518 w 462342"/>
                <a:gd name="connsiteY33" fmla="*/ 40795 h 677195"/>
                <a:gd name="connsiteX34" fmla="*/ 356276 w 462342"/>
                <a:gd name="connsiteY34" fmla="*/ 59833 h 677195"/>
                <a:gd name="connsiteX35" fmla="*/ 372593 w 462342"/>
                <a:gd name="connsiteY35" fmla="*/ 76151 h 677195"/>
                <a:gd name="connsiteX36" fmla="*/ 380752 w 462342"/>
                <a:gd name="connsiteY36" fmla="*/ 95188 h 677195"/>
                <a:gd name="connsiteX37" fmla="*/ 405230 w 462342"/>
                <a:gd name="connsiteY37" fmla="*/ 114226 h 677195"/>
                <a:gd name="connsiteX38" fmla="*/ 416108 w 462342"/>
                <a:gd name="connsiteY38" fmla="*/ 141422 h 677195"/>
                <a:gd name="connsiteX39" fmla="*/ 451464 w 462342"/>
                <a:gd name="connsiteY39" fmla="*/ 201256 h 677195"/>
                <a:gd name="connsiteX40" fmla="*/ 456903 w 462342"/>
                <a:gd name="connsiteY40" fmla="*/ 252929 h 677195"/>
                <a:gd name="connsiteX41" fmla="*/ 456903 w 462342"/>
                <a:gd name="connsiteY41" fmla="*/ 291004 h 677195"/>
                <a:gd name="connsiteX42" fmla="*/ 459623 w 462342"/>
                <a:gd name="connsiteY42" fmla="*/ 318201 h 677195"/>
                <a:gd name="connsiteX43" fmla="*/ 459623 w 462342"/>
                <a:gd name="connsiteY43" fmla="*/ 326360 h 677195"/>
                <a:gd name="connsiteX44" fmla="*/ 459623 w 462342"/>
                <a:gd name="connsiteY44" fmla="*/ 348117 h 677195"/>
                <a:gd name="connsiteX45" fmla="*/ 462342 w 462342"/>
                <a:gd name="connsiteY45" fmla="*/ 367155 h 677195"/>
                <a:gd name="connsiteX46" fmla="*/ 456903 w 462342"/>
                <a:gd name="connsiteY46" fmla="*/ 391632 h 677195"/>
                <a:gd name="connsiteX47" fmla="*/ 456903 w 462342"/>
                <a:gd name="connsiteY47" fmla="*/ 418828 h 677195"/>
                <a:gd name="connsiteX48" fmla="*/ 451464 w 462342"/>
                <a:gd name="connsiteY48" fmla="*/ 437866 h 677195"/>
                <a:gd name="connsiteX49" fmla="*/ 446025 w 462342"/>
                <a:gd name="connsiteY49" fmla="*/ 454184 h 677195"/>
                <a:gd name="connsiteX50" fmla="*/ 440585 w 462342"/>
                <a:gd name="connsiteY50" fmla="*/ 481380 h 677195"/>
                <a:gd name="connsiteX51" fmla="*/ 432426 w 462342"/>
                <a:gd name="connsiteY51" fmla="*/ 508577 h 677195"/>
                <a:gd name="connsiteX52" fmla="*/ 418828 w 462342"/>
                <a:gd name="connsiteY52" fmla="*/ 530334 h 677195"/>
                <a:gd name="connsiteX53" fmla="*/ 410669 w 462342"/>
                <a:gd name="connsiteY53" fmla="*/ 549371 h 677195"/>
                <a:gd name="connsiteX54" fmla="*/ 391631 w 462342"/>
                <a:gd name="connsiteY54" fmla="*/ 579288 h 677195"/>
                <a:gd name="connsiteX55" fmla="*/ 337238 w 462342"/>
                <a:gd name="connsiteY55" fmla="*/ 630961 h 677195"/>
                <a:gd name="connsiteX56" fmla="*/ 301883 w 462342"/>
                <a:gd name="connsiteY56" fmla="*/ 647279 h 677195"/>
                <a:gd name="connsiteX57" fmla="*/ 263807 w 462342"/>
                <a:gd name="connsiteY57" fmla="*/ 652718 h 677195"/>
                <a:gd name="connsiteX58" fmla="*/ 233891 w 462342"/>
                <a:gd name="connsiteY58" fmla="*/ 649999 h 677195"/>
                <a:gd name="connsiteX59" fmla="*/ 187657 w 462342"/>
                <a:gd name="connsiteY59" fmla="*/ 652718 h 677195"/>
                <a:gd name="connsiteX60" fmla="*/ 171339 w 462342"/>
                <a:gd name="connsiteY60" fmla="*/ 669036 h 677195"/>
                <a:gd name="connsiteX61" fmla="*/ 155021 w 462342"/>
                <a:gd name="connsiteY61" fmla="*/ 671756 h 677195"/>
                <a:gd name="connsiteX62" fmla="*/ 138703 w 462342"/>
                <a:gd name="connsiteY62" fmla="*/ 674476 h 677195"/>
                <a:gd name="connsiteX63" fmla="*/ 125105 w 462342"/>
                <a:gd name="connsiteY63" fmla="*/ 677195 h 677195"/>
                <a:gd name="connsiteX64" fmla="*/ 106067 w 462342"/>
                <a:gd name="connsiteY64" fmla="*/ 671756 h 677195"/>
                <a:gd name="connsiteX65" fmla="*/ 87029 w 462342"/>
                <a:gd name="connsiteY65" fmla="*/ 658158 h 677195"/>
                <a:gd name="connsiteX66" fmla="*/ 81590 w 462342"/>
                <a:gd name="connsiteY66" fmla="*/ 652718 h 677195"/>
                <a:gd name="connsiteX67" fmla="*/ 67992 w 462342"/>
                <a:gd name="connsiteY67" fmla="*/ 652718 h 677195"/>
                <a:gd name="connsiteX68" fmla="*/ 43515 w 462342"/>
                <a:gd name="connsiteY68" fmla="*/ 652718 h 677195"/>
                <a:gd name="connsiteX69" fmla="*/ 16318 w 462342"/>
                <a:gd name="connsiteY69" fmla="*/ 647279 h 677195"/>
                <a:gd name="connsiteX70" fmla="*/ 0 w 462342"/>
                <a:gd name="connsiteY70" fmla="*/ 630961 h 677195"/>
                <a:gd name="connsiteX71" fmla="*/ 5439 w 462342"/>
                <a:gd name="connsiteY71" fmla="*/ 620083 h 677195"/>
                <a:gd name="connsiteX72" fmla="*/ 27197 w 462342"/>
                <a:gd name="connsiteY72" fmla="*/ 611924 h 677195"/>
                <a:gd name="connsiteX73" fmla="*/ 65272 w 462342"/>
                <a:gd name="connsiteY73" fmla="*/ 609204 h 677195"/>
                <a:gd name="connsiteX74" fmla="*/ 65272 w 462342"/>
                <a:gd name="connsiteY74" fmla="*/ 584727 h 677195"/>
                <a:gd name="connsiteX75" fmla="*/ 62552 w 462342"/>
                <a:gd name="connsiteY75" fmla="*/ 456903 h 677195"/>
                <a:gd name="connsiteX76" fmla="*/ 65272 w 462342"/>
                <a:gd name="connsiteY76" fmla="*/ 337238 h 677195"/>
                <a:gd name="connsiteX77" fmla="*/ 67992 w 462342"/>
                <a:gd name="connsiteY77" fmla="*/ 203975 h 677195"/>
                <a:gd name="connsiteX78" fmla="*/ 70712 w 462342"/>
                <a:gd name="connsiteY78" fmla="*/ 119665 h 677195"/>
                <a:gd name="connsiteX79" fmla="*/ 73431 w 462342"/>
                <a:gd name="connsiteY79" fmla="*/ 67992 h 677195"/>
                <a:gd name="connsiteX80" fmla="*/ 67992 w 462342"/>
                <a:gd name="connsiteY80" fmla="*/ 67992 h 677195"/>
                <a:gd name="connsiteX81" fmla="*/ 43515 w 462342"/>
                <a:gd name="connsiteY81" fmla="*/ 67992 h 677195"/>
                <a:gd name="connsiteX82" fmla="*/ 16318 w 462342"/>
                <a:gd name="connsiteY82" fmla="*/ 62552 h 677195"/>
                <a:gd name="connsiteX83" fmla="*/ 0 w 462342"/>
                <a:gd name="connsiteY83" fmla="*/ 46234 h 677195"/>
                <a:gd name="connsiteX84" fmla="*/ 5439 w 462342"/>
                <a:gd name="connsiteY84" fmla="*/ 35356 h 677195"/>
                <a:gd name="connsiteX85" fmla="*/ 27197 w 462342"/>
                <a:gd name="connsiteY85" fmla="*/ 27197 h 677195"/>
                <a:gd name="connsiteX86" fmla="*/ 76151 w 462342"/>
                <a:gd name="connsiteY86" fmla="*/ 21758 h 677195"/>
                <a:gd name="connsiteX87" fmla="*/ 81590 w 462342"/>
                <a:gd name="connsiteY87" fmla="*/ 13598 h 677195"/>
                <a:gd name="connsiteX88" fmla="*/ 97908 w 462342"/>
                <a:gd name="connsiteY88" fmla="*/ 5439 h 677195"/>
                <a:gd name="connsiteX89" fmla="*/ 114226 w 462342"/>
                <a:gd name="connsiteY89" fmla="*/ 0 h 677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462342" h="677195">
                  <a:moveTo>
                    <a:pt x="214853" y="65272"/>
                  </a:moveTo>
                  <a:cubicBezTo>
                    <a:pt x="203975" y="65272"/>
                    <a:pt x="195815" y="67992"/>
                    <a:pt x="195815" y="73431"/>
                  </a:cubicBezTo>
                  <a:cubicBezTo>
                    <a:pt x="193096" y="78870"/>
                    <a:pt x="193096" y="100628"/>
                    <a:pt x="193096" y="125105"/>
                  </a:cubicBezTo>
                  <a:cubicBezTo>
                    <a:pt x="193096" y="182217"/>
                    <a:pt x="193096" y="266527"/>
                    <a:pt x="190376" y="280125"/>
                  </a:cubicBezTo>
                  <a:cubicBezTo>
                    <a:pt x="190376" y="288284"/>
                    <a:pt x="190376" y="293723"/>
                    <a:pt x="190376" y="301882"/>
                  </a:cubicBezTo>
                  <a:cubicBezTo>
                    <a:pt x="190376" y="315480"/>
                    <a:pt x="190376" y="329079"/>
                    <a:pt x="193096" y="342677"/>
                  </a:cubicBezTo>
                  <a:cubicBezTo>
                    <a:pt x="193096" y="361715"/>
                    <a:pt x="193096" y="378033"/>
                    <a:pt x="195815" y="397070"/>
                  </a:cubicBezTo>
                  <a:cubicBezTo>
                    <a:pt x="195815" y="413388"/>
                    <a:pt x="195815" y="426986"/>
                    <a:pt x="195815" y="443304"/>
                  </a:cubicBezTo>
                  <a:cubicBezTo>
                    <a:pt x="195815" y="465061"/>
                    <a:pt x="198535" y="508576"/>
                    <a:pt x="195815" y="530333"/>
                  </a:cubicBezTo>
                  <a:cubicBezTo>
                    <a:pt x="195815" y="538492"/>
                    <a:pt x="193096" y="546651"/>
                    <a:pt x="193096" y="554810"/>
                  </a:cubicBezTo>
                  <a:cubicBezTo>
                    <a:pt x="193096" y="560249"/>
                    <a:pt x="190376" y="590166"/>
                    <a:pt x="190376" y="603764"/>
                  </a:cubicBezTo>
                  <a:cubicBezTo>
                    <a:pt x="190376" y="609203"/>
                    <a:pt x="190376" y="611923"/>
                    <a:pt x="198535" y="611923"/>
                  </a:cubicBezTo>
                  <a:cubicBezTo>
                    <a:pt x="206694" y="611923"/>
                    <a:pt x="209414" y="611923"/>
                    <a:pt x="214853" y="611923"/>
                  </a:cubicBezTo>
                  <a:cubicBezTo>
                    <a:pt x="223012" y="611923"/>
                    <a:pt x="220293" y="611923"/>
                    <a:pt x="236610" y="611923"/>
                  </a:cubicBezTo>
                  <a:cubicBezTo>
                    <a:pt x="242050" y="611923"/>
                    <a:pt x="258368" y="601044"/>
                    <a:pt x="263807" y="598325"/>
                  </a:cubicBezTo>
                  <a:cubicBezTo>
                    <a:pt x="266527" y="598325"/>
                    <a:pt x="274686" y="592885"/>
                    <a:pt x="277405" y="592885"/>
                  </a:cubicBezTo>
                  <a:cubicBezTo>
                    <a:pt x="285564" y="587446"/>
                    <a:pt x="288284" y="579287"/>
                    <a:pt x="291004" y="573848"/>
                  </a:cubicBezTo>
                  <a:cubicBezTo>
                    <a:pt x="296443" y="562969"/>
                    <a:pt x="301882" y="554810"/>
                    <a:pt x="307322" y="543931"/>
                  </a:cubicBezTo>
                  <a:cubicBezTo>
                    <a:pt x="315481" y="524894"/>
                    <a:pt x="320920" y="524894"/>
                    <a:pt x="326359" y="481379"/>
                  </a:cubicBezTo>
                  <a:cubicBezTo>
                    <a:pt x="329079" y="456903"/>
                    <a:pt x="334518" y="435145"/>
                    <a:pt x="337238" y="413388"/>
                  </a:cubicBezTo>
                  <a:cubicBezTo>
                    <a:pt x="337238" y="391631"/>
                    <a:pt x="337238" y="369873"/>
                    <a:pt x="337238" y="350836"/>
                  </a:cubicBezTo>
                  <a:cubicBezTo>
                    <a:pt x="337238" y="339957"/>
                    <a:pt x="337238" y="320920"/>
                    <a:pt x="334518" y="296443"/>
                  </a:cubicBezTo>
                  <a:cubicBezTo>
                    <a:pt x="331798" y="269246"/>
                    <a:pt x="329079" y="250209"/>
                    <a:pt x="329079" y="244769"/>
                  </a:cubicBezTo>
                  <a:cubicBezTo>
                    <a:pt x="323640" y="206694"/>
                    <a:pt x="318200" y="174058"/>
                    <a:pt x="307322" y="135983"/>
                  </a:cubicBezTo>
                  <a:cubicBezTo>
                    <a:pt x="304602" y="125105"/>
                    <a:pt x="304602" y="108787"/>
                    <a:pt x="271966" y="78870"/>
                  </a:cubicBezTo>
                  <a:cubicBezTo>
                    <a:pt x="263807" y="73431"/>
                    <a:pt x="233891" y="65272"/>
                    <a:pt x="214853" y="65272"/>
                  </a:cubicBezTo>
                  <a:close/>
                  <a:moveTo>
                    <a:pt x="114226" y="0"/>
                  </a:moveTo>
                  <a:cubicBezTo>
                    <a:pt x="119665" y="0"/>
                    <a:pt x="125105" y="0"/>
                    <a:pt x="127824" y="0"/>
                  </a:cubicBezTo>
                  <a:cubicBezTo>
                    <a:pt x="133264" y="0"/>
                    <a:pt x="141422" y="0"/>
                    <a:pt x="146862" y="2720"/>
                  </a:cubicBezTo>
                  <a:cubicBezTo>
                    <a:pt x="157741" y="5439"/>
                    <a:pt x="165900" y="13598"/>
                    <a:pt x="174059" y="21758"/>
                  </a:cubicBezTo>
                  <a:cubicBezTo>
                    <a:pt x="179498" y="21758"/>
                    <a:pt x="187657" y="21758"/>
                    <a:pt x="193096" y="21758"/>
                  </a:cubicBezTo>
                  <a:cubicBezTo>
                    <a:pt x="212134" y="21758"/>
                    <a:pt x="228452" y="27197"/>
                    <a:pt x="261088" y="27197"/>
                  </a:cubicBezTo>
                  <a:cubicBezTo>
                    <a:pt x="277405" y="27197"/>
                    <a:pt x="293723" y="35356"/>
                    <a:pt x="310042" y="35356"/>
                  </a:cubicBezTo>
                  <a:cubicBezTo>
                    <a:pt x="318200" y="35356"/>
                    <a:pt x="329079" y="35356"/>
                    <a:pt x="334518" y="40795"/>
                  </a:cubicBezTo>
                  <a:cubicBezTo>
                    <a:pt x="342677" y="46234"/>
                    <a:pt x="348117" y="54393"/>
                    <a:pt x="356276" y="59833"/>
                  </a:cubicBezTo>
                  <a:cubicBezTo>
                    <a:pt x="361715" y="65272"/>
                    <a:pt x="369874" y="67992"/>
                    <a:pt x="372593" y="76151"/>
                  </a:cubicBezTo>
                  <a:cubicBezTo>
                    <a:pt x="375313" y="81590"/>
                    <a:pt x="378033" y="89749"/>
                    <a:pt x="380752" y="95188"/>
                  </a:cubicBezTo>
                  <a:cubicBezTo>
                    <a:pt x="386192" y="103347"/>
                    <a:pt x="391631" y="106067"/>
                    <a:pt x="405230" y="114226"/>
                  </a:cubicBezTo>
                  <a:cubicBezTo>
                    <a:pt x="413388" y="119665"/>
                    <a:pt x="410669" y="133263"/>
                    <a:pt x="416108" y="141422"/>
                  </a:cubicBezTo>
                  <a:cubicBezTo>
                    <a:pt x="426987" y="160461"/>
                    <a:pt x="446025" y="182218"/>
                    <a:pt x="451464" y="201256"/>
                  </a:cubicBezTo>
                  <a:cubicBezTo>
                    <a:pt x="456903" y="220293"/>
                    <a:pt x="456903" y="236611"/>
                    <a:pt x="456903" y="252929"/>
                  </a:cubicBezTo>
                  <a:cubicBezTo>
                    <a:pt x="456903" y="266527"/>
                    <a:pt x="456903" y="277406"/>
                    <a:pt x="456903" y="291004"/>
                  </a:cubicBezTo>
                  <a:cubicBezTo>
                    <a:pt x="456903" y="299163"/>
                    <a:pt x="456903" y="307322"/>
                    <a:pt x="459623" y="318201"/>
                  </a:cubicBezTo>
                  <a:cubicBezTo>
                    <a:pt x="459623" y="320921"/>
                    <a:pt x="459623" y="323640"/>
                    <a:pt x="459623" y="326360"/>
                  </a:cubicBezTo>
                  <a:cubicBezTo>
                    <a:pt x="462342" y="331799"/>
                    <a:pt x="459623" y="337238"/>
                    <a:pt x="459623" y="348117"/>
                  </a:cubicBezTo>
                  <a:cubicBezTo>
                    <a:pt x="459623" y="350837"/>
                    <a:pt x="462342" y="361715"/>
                    <a:pt x="462342" y="367155"/>
                  </a:cubicBezTo>
                  <a:cubicBezTo>
                    <a:pt x="462342" y="375314"/>
                    <a:pt x="456903" y="383473"/>
                    <a:pt x="456903" y="391632"/>
                  </a:cubicBezTo>
                  <a:cubicBezTo>
                    <a:pt x="456903" y="399790"/>
                    <a:pt x="456903" y="410669"/>
                    <a:pt x="456903" y="418828"/>
                  </a:cubicBezTo>
                  <a:cubicBezTo>
                    <a:pt x="456903" y="421548"/>
                    <a:pt x="454183" y="429707"/>
                    <a:pt x="451464" y="437866"/>
                  </a:cubicBezTo>
                  <a:cubicBezTo>
                    <a:pt x="448744" y="443305"/>
                    <a:pt x="448744" y="451464"/>
                    <a:pt x="446025" y="454184"/>
                  </a:cubicBezTo>
                  <a:cubicBezTo>
                    <a:pt x="443305" y="462343"/>
                    <a:pt x="440585" y="473221"/>
                    <a:pt x="440585" y="481380"/>
                  </a:cubicBezTo>
                  <a:cubicBezTo>
                    <a:pt x="437865" y="489539"/>
                    <a:pt x="437865" y="500418"/>
                    <a:pt x="432426" y="508577"/>
                  </a:cubicBezTo>
                  <a:cubicBezTo>
                    <a:pt x="429706" y="516736"/>
                    <a:pt x="424267" y="522175"/>
                    <a:pt x="418828" y="530334"/>
                  </a:cubicBezTo>
                  <a:cubicBezTo>
                    <a:pt x="416108" y="535773"/>
                    <a:pt x="413388" y="543932"/>
                    <a:pt x="410669" y="549371"/>
                  </a:cubicBezTo>
                  <a:cubicBezTo>
                    <a:pt x="405230" y="557531"/>
                    <a:pt x="397071" y="573848"/>
                    <a:pt x="391631" y="579288"/>
                  </a:cubicBezTo>
                  <a:cubicBezTo>
                    <a:pt x="369874" y="609204"/>
                    <a:pt x="350836" y="620083"/>
                    <a:pt x="337238" y="630961"/>
                  </a:cubicBezTo>
                  <a:cubicBezTo>
                    <a:pt x="326359" y="639120"/>
                    <a:pt x="315481" y="641840"/>
                    <a:pt x="301883" y="647279"/>
                  </a:cubicBezTo>
                  <a:cubicBezTo>
                    <a:pt x="291004" y="649999"/>
                    <a:pt x="277405" y="652718"/>
                    <a:pt x="263807" y="652718"/>
                  </a:cubicBezTo>
                  <a:cubicBezTo>
                    <a:pt x="252929" y="652718"/>
                    <a:pt x="244770" y="649999"/>
                    <a:pt x="233891" y="649999"/>
                  </a:cubicBezTo>
                  <a:cubicBezTo>
                    <a:pt x="206694" y="649999"/>
                    <a:pt x="217573" y="652718"/>
                    <a:pt x="187657" y="652718"/>
                  </a:cubicBezTo>
                  <a:cubicBezTo>
                    <a:pt x="184937" y="660877"/>
                    <a:pt x="179498" y="666317"/>
                    <a:pt x="171339" y="669036"/>
                  </a:cubicBezTo>
                  <a:cubicBezTo>
                    <a:pt x="165900" y="671756"/>
                    <a:pt x="160460" y="671756"/>
                    <a:pt x="155021" y="671756"/>
                  </a:cubicBezTo>
                  <a:cubicBezTo>
                    <a:pt x="149581" y="671756"/>
                    <a:pt x="144142" y="674476"/>
                    <a:pt x="138703" y="674476"/>
                  </a:cubicBezTo>
                  <a:cubicBezTo>
                    <a:pt x="135983" y="674476"/>
                    <a:pt x="127824" y="677195"/>
                    <a:pt x="125105" y="677195"/>
                  </a:cubicBezTo>
                  <a:cubicBezTo>
                    <a:pt x="116946" y="677195"/>
                    <a:pt x="108787" y="671756"/>
                    <a:pt x="106067" y="671756"/>
                  </a:cubicBezTo>
                  <a:cubicBezTo>
                    <a:pt x="100628" y="669036"/>
                    <a:pt x="95188" y="663597"/>
                    <a:pt x="87029" y="658158"/>
                  </a:cubicBezTo>
                  <a:cubicBezTo>
                    <a:pt x="84310" y="655438"/>
                    <a:pt x="81590" y="655438"/>
                    <a:pt x="81590" y="652718"/>
                  </a:cubicBezTo>
                  <a:cubicBezTo>
                    <a:pt x="73431" y="652718"/>
                    <a:pt x="81590" y="652718"/>
                    <a:pt x="67992" y="652718"/>
                  </a:cubicBezTo>
                  <a:cubicBezTo>
                    <a:pt x="59833" y="652718"/>
                    <a:pt x="51674" y="652718"/>
                    <a:pt x="43515" y="652718"/>
                  </a:cubicBezTo>
                  <a:cubicBezTo>
                    <a:pt x="35356" y="652718"/>
                    <a:pt x="24477" y="652718"/>
                    <a:pt x="16318" y="647279"/>
                  </a:cubicBezTo>
                  <a:cubicBezTo>
                    <a:pt x="8159" y="644559"/>
                    <a:pt x="0" y="636401"/>
                    <a:pt x="0" y="630961"/>
                  </a:cubicBezTo>
                  <a:cubicBezTo>
                    <a:pt x="0" y="625522"/>
                    <a:pt x="0" y="622802"/>
                    <a:pt x="5439" y="620083"/>
                  </a:cubicBezTo>
                  <a:cubicBezTo>
                    <a:pt x="10879" y="617363"/>
                    <a:pt x="21758" y="614643"/>
                    <a:pt x="27197" y="611924"/>
                  </a:cubicBezTo>
                  <a:cubicBezTo>
                    <a:pt x="38076" y="609204"/>
                    <a:pt x="54393" y="609204"/>
                    <a:pt x="65272" y="609204"/>
                  </a:cubicBezTo>
                  <a:cubicBezTo>
                    <a:pt x="65272" y="601045"/>
                    <a:pt x="65272" y="592886"/>
                    <a:pt x="65272" y="584727"/>
                  </a:cubicBezTo>
                  <a:cubicBezTo>
                    <a:pt x="65272" y="541213"/>
                    <a:pt x="62552" y="500418"/>
                    <a:pt x="62552" y="456903"/>
                  </a:cubicBezTo>
                  <a:cubicBezTo>
                    <a:pt x="62552" y="440585"/>
                    <a:pt x="65272" y="397071"/>
                    <a:pt x="65272" y="337238"/>
                  </a:cubicBezTo>
                  <a:cubicBezTo>
                    <a:pt x="65272" y="293724"/>
                    <a:pt x="67992" y="247490"/>
                    <a:pt x="67992" y="203975"/>
                  </a:cubicBezTo>
                  <a:cubicBezTo>
                    <a:pt x="67992" y="179498"/>
                    <a:pt x="67992" y="149582"/>
                    <a:pt x="70712" y="119665"/>
                  </a:cubicBezTo>
                  <a:cubicBezTo>
                    <a:pt x="70712" y="103347"/>
                    <a:pt x="73431" y="84309"/>
                    <a:pt x="73431" y="67992"/>
                  </a:cubicBezTo>
                  <a:cubicBezTo>
                    <a:pt x="73431" y="67992"/>
                    <a:pt x="70712" y="67992"/>
                    <a:pt x="67992" y="67992"/>
                  </a:cubicBezTo>
                  <a:cubicBezTo>
                    <a:pt x="59833" y="67992"/>
                    <a:pt x="51674" y="67992"/>
                    <a:pt x="43515" y="67992"/>
                  </a:cubicBezTo>
                  <a:cubicBezTo>
                    <a:pt x="35356" y="67992"/>
                    <a:pt x="24477" y="67992"/>
                    <a:pt x="16318" y="62552"/>
                  </a:cubicBezTo>
                  <a:cubicBezTo>
                    <a:pt x="8159" y="59833"/>
                    <a:pt x="0" y="51674"/>
                    <a:pt x="0" y="46234"/>
                  </a:cubicBezTo>
                  <a:cubicBezTo>
                    <a:pt x="0" y="43515"/>
                    <a:pt x="0" y="38075"/>
                    <a:pt x="5439" y="35356"/>
                  </a:cubicBezTo>
                  <a:cubicBezTo>
                    <a:pt x="10879" y="32636"/>
                    <a:pt x="21758" y="29916"/>
                    <a:pt x="27197" y="27197"/>
                  </a:cubicBezTo>
                  <a:cubicBezTo>
                    <a:pt x="46234" y="24477"/>
                    <a:pt x="65272" y="21758"/>
                    <a:pt x="76151" y="21758"/>
                  </a:cubicBezTo>
                  <a:cubicBezTo>
                    <a:pt x="76151" y="19038"/>
                    <a:pt x="78871" y="16318"/>
                    <a:pt x="81590" y="13598"/>
                  </a:cubicBezTo>
                  <a:cubicBezTo>
                    <a:pt x="84310" y="10879"/>
                    <a:pt x="92469" y="5439"/>
                    <a:pt x="97908" y="5439"/>
                  </a:cubicBezTo>
                  <a:cubicBezTo>
                    <a:pt x="103347" y="2720"/>
                    <a:pt x="108787" y="0"/>
                    <a:pt x="114226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70841B5E-00CD-4F84-848E-6459D72CA08D}"/>
                </a:ext>
              </a:extLst>
            </p:cNvPr>
            <p:cNvSpPr/>
            <p:nvPr/>
          </p:nvSpPr>
          <p:spPr>
            <a:xfrm>
              <a:off x="7310622" y="4197597"/>
              <a:ext cx="489539" cy="761503"/>
            </a:xfrm>
            <a:custGeom>
              <a:avLst/>
              <a:gdLst>
                <a:gd name="connsiteX0" fmla="*/ 433491 w 489538"/>
                <a:gd name="connsiteY0" fmla="*/ 651063 h 761503"/>
                <a:gd name="connsiteX1" fmla="*/ 438930 w 489538"/>
                <a:gd name="connsiteY1" fmla="*/ 661942 h 761503"/>
                <a:gd name="connsiteX2" fmla="*/ 425332 w 489538"/>
                <a:gd name="connsiteY2" fmla="*/ 683699 h 761503"/>
                <a:gd name="connsiteX3" fmla="*/ 400855 w 489538"/>
                <a:gd name="connsiteY3" fmla="*/ 691858 h 761503"/>
                <a:gd name="connsiteX4" fmla="*/ 343742 w 489538"/>
                <a:gd name="connsiteY4" fmla="*/ 700017 h 761503"/>
                <a:gd name="connsiteX5" fmla="*/ 316546 w 489538"/>
                <a:gd name="connsiteY5" fmla="*/ 705456 h 761503"/>
                <a:gd name="connsiteX6" fmla="*/ 275751 w 489538"/>
                <a:gd name="connsiteY6" fmla="*/ 705456 h 761503"/>
                <a:gd name="connsiteX7" fmla="*/ 264872 w 489538"/>
                <a:gd name="connsiteY7" fmla="*/ 708176 h 761503"/>
                <a:gd name="connsiteX8" fmla="*/ 253994 w 489538"/>
                <a:gd name="connsiteY8" fmla="*/ 708176 h 761503"/>
                <a:gd name="connsiteX9" fmla="*/ 240395 w 489538"/>
                <a:gd name="connsiteY9" fmla="*/ 719054 h 761503"/>
                <a:gd name="connsiteX10" fmla="*/ 224077 w 489538"/>
                <a:gd name="connsiteY10" fmla="*/ 721774 h 761503"/>
                <a:gd name="connsiteX11" fmla="*/ 205040 w 489538"/>
                <a:gd name="connsiteY11" fmla="*/ 724494 h 761503"/>
                <a:gd name="connsiteX12" fmla="*/ 191441 w 489538"/>
                <a:gd name="connsiteY12" fmla="*/ 727213 h 761503"/>
                <a:gd name="connsiteX13" fmla="*/ 169684 w 489538"/>
                <a:gd name="connsiteY13" fmla="*/ 721774 h 761503"/>
                <a:gd name="connsiteX14" fmla="*/ 150646 w 489538"/>
                <a:gd name="connsiteY14" fmla="*/ 708176 h 761503"/>
                <a:gd name="connsiteX15" fmla="*/ 139768 w 489538"/>
                <a:gd name="connsiteY15" fmla="*/ 708176 h 761503"/>
                <a:gd name="connsiteX16" fmla="*/ 120730 w 489538"/>
                <a:gd name="connsiteY16" fmla="*/ 708176 h 761503"/>
                <a:gd name="connsiteX17" fmla="*/ 98973 w 489538"/>
                <a:gd name="connsiteY17" fmla="*/ 708176 h 761503"/>
                <a:gd name="connsiteX18" fmla="*/ 74496 w 489538"/>
                <a:gd name="connsiteY18" fmla="*/ 702736 h 761503"/>
                <a:gd name="connsiteX19" fmla="*/ 58178 w 489538"/>
                <a:gd name="connsiteY19" fmla="*/ 683699 h 761503"/>
                <a:gd name="connsiteX20" fmla="*/ 63617 w 489538"/>
                <a:gd name="connsiteY20" fmla="*/ 675540 h 761503"/>
                <a:gd name="connsiteX21" fmla="*/ 85375 w 489538"/>
                <a:gd name="connsiteY21" fmla="*/ 667381 h 761503"/>
                <a:gd name="connsiteX22" fmla="*/ 128889 w 489538"/>
                <a:gd name="connsiteY22" fmla="*/ 661942 h 761503"/>
                <a:gd name="connsiteX23" fmla="*/ 128889 w 489538"/>
                <a:gd name="connsiteY23" fmla="*/ 602109 h 761503"/>
                <a:gd name="connsiteX24" fmla="*/ 126170 w 489538"/>
                <a:gd name="connsiteY24" fmla="*/ 523239 h 761503"/>
                <a:gd name="connsiteX25" fmla="*/ 126170 w 489538"/>
                <a:gd name="connsiteY25" fmla="*/ 468846 h 761503"/>
                <a:gd name="connsiteX26" fmla="*/ 123450 w 489538"/>
                <a:gd name="connsiteY26" fmla="*/ 409014 h 761503"/>
                <a:gd name="connsiteX27" fmla="*/ 123450 w 489538"/>
                <a:gd name="connsiteY27" fmla="*/ 384537 h 761503"/>
                <a:gd name="connsiteX28" fmla="*/ 126170 w 489538"/>
                <a:gd name="connsiteY28" fmla="*/ 349181 h 761503"/>
                <a:gd name="connsiteX29" fmla="*/ 126170 w 489538"/>
                <a:gd name="connsiteY29" fmla="*/ 324704 h 761503"/>
                <a:gd name="connsiteX30" fmla="*/ 128889 w 489538"/>
                <a:gd name="connsiteY30" fmla="*/ 292068 h 761503"/>
                <a:gd name="connsiteX31" fmla="*/ 134329 w 489538"/>
                <a:gd name="connsiteY31" fmla="*/ 234956 h 761503"/>
                <a:gd name="connsiteX32" fmla="*/ 134329 w 489538"/>
                <a:gd name="connsiteY32" fmla="*/ 172404 h 761503"/>
                <a:gd name="connsiteX33" fmla="*/ 137048 w 489538"/>
                <a:gd name="connsiteY33" fmla="*/ 123450 h 761503"/>
                <a:gd name="connsiteX34" fmla="*/ 123450 w 489538"/>
                <a:gd name="connsiteY34" fmla="*/ 123450 h 761503"/>
                <a:gd name="connsiteX35" fmla="*/ 101693 w 489538"/>
                <a:gd name="connsiteY35" fmla="*/ 123450 h 761503"/>
                <a:gd name="connsiteX36" fmla="*/ 77216 w 489538"/>
                <a:gd name="connsiteY36" fmla="*/ 118011 h 761503"/>
                <a:gd name="connsiteX37" fmla="*/ 60898 w 489538"/>
                <a:gd name="connsiteY37" fmla="*/ 98973 h 761503"/>
                <a:gd name="connsiteX38" fmla="*/ 66337 w 489538"/>
                <a:gd name="connsiteY38" fmla="*/ 90814 h 761503"/>
                <a:gd name="connsiteX39" fmla="*/ 88094 w 489538"/>
                <a:gd name="connsiteY39" fmla="*/ 82655 h 761503"/>
                <a:gd name="connsiteX40" fmla="*/ 145207 w 489538"/>
                <a:gd name="connsiteY40" fmla="*/ 77216 h 761503"/>
                <a:gd name="connsiteX41" fmla="*/ 145207 w 489538"/>
                <a:gd name="connsiteY41" fmla="*/ 77216 h 761503"/>
                <a:gd name="connsiteX42" fmla="*/ 153366 w 489538"/>
                <a:gd name="connsiteY42" fmla="*/ 69057 h 761503"/>
                <a:gd name="connsiteX43" fmla="*/ 177843 w 489538"/>
                <a:gd name="connsiteY43" fmla="*/ 60898 h 761503"/>
                <a:gd name="connsiteX44" fmla="*/ 196881 w 489538"/>
                <a:gd name="connsiteY44" fmla="*/ 58178 h 761503"/>
                <a:gd name="connsiteX45" fmla="*/ 205040 w 489538"/>
                <a:gd name="connsiteY45" fmla="*/ 58178 h 761503"/>
                <a:gd name="connsiteX46" fmla="*/ 215919 w 489538"/>
                <a:gd name="connsiteY46" fmla="*/ 63617 h 761503"/>
                <a:gd name="connsiteX47" fmla="*/ 229517 w 489538"/>
                <a:gd name="connsiteY47" fmla="*/ 69057 h 761503"/>
                <a:gd name="connsiteX48" fmla="*/ 256713 w 489538"/>
                <a:gd name="connsiteY48" fmla="*/ 77216 h 761503"/>
                <a:gd name="connsiteX49" fmla="*/ 264872 w 489538"/>
                <a:gd name="connsiteY49" fmla="*/ 77216 h 761503"/>
                <a:gd name="connsiteX50" fmla="*/ 281190 w 489538"/>
                <a:gd name="connsiteY50" fmla="*/ 77216 h 761503"/>
                <a:gd name="connsiteX51" fmla="*/ 330144 w 489538"/>
                <a:gd name="connsiteY51" fmla="*/ 77216 h 761503"/>
                <a:gd name="connsiteX52" fmla="*/ 357341 w 489538"/>
                <a:gd name="connsiteY52" fmla="*/ 79935 h 761503"/>
                <a:gd name="connsiteX53" fmla="*/ 387257 w 489538"/>
                <a:gd name="connsiteY53" fmla="*/ 82655 h 761503"/>
                <a:gd name="connsiteX54" fmla="*/ 406295 w 489538"/>
                <a:gd name="connsiteY54" fmla="*/ 85375 h 761503"/>
                <a:gd name="connsiteX55" fmla="*/ 417173 w 489538"/>
                <a:gd name="connsiteY55" fmla="*/ 79935 h 761503"/>
                <a:gd name="connsiteX56" fmla="*/ 425332 w 489538"/>
                <a:gd name="connsiteY56" fmla="*/ 85375 h 761503"/>
                <a:gd name="connsiteX57" fmla="*/ 433491 w 489538"/>
                <a:gd name="connsiteY57" fmla="*/ 104412 h 761503"/>
                <a:gd name="connsiteX58" fmla="*/ 436211 w 489538"/>
                <a:gd name="connsiteY58" fmla="*/ 137048 h 761503"/>
                <a:gd name="connsiteX59" fmla="*/ 438930 w 489538"/>
                <a:gd name="connsiteY59" fmla="*/ 183282 h 761503"/>
                <a:gd name="connsiteX60" fmla="*/ 422612 w 489538"/>
                <a:gd name="connsiteY60" fmla="*/ 218638 h 761503"/>
                <a:gd name="connsiteX61" fmla="*/ 406295 w 489538"/>
                <a:gd name="connsiteY61" fmla="*/ 213198 h 761503"/>
                <a:gd name="connsiteX62" fmla="*/ 398136 w 489538"/>
                <a:gd name="connsiteY62" fmla="*/ 196881 h 761503"/>
                <a:gd name="connsiteX63" fmla="*/ 395416 w 489538"/>
                <a:gd name="connsiteY63" fmla="*/ 175123 h 761503"/>
                <a:gd name="connsiteX64" fmla="*/ 395416 w 489538"/>
                <a:gd name="connsiteY64" fmla="*/ 153366 h 761503"/>
                <a:gd name="connsiteX65" fmla="*/ 395416 w 489538"/>
                <a:gd name="connsiteY65" fmla="*/ 126170 h 761503"/>
                <a:gd name="connsiteX66" fmla="*/ 370939 w 489538"/>
                <a:gd name="connsiteY66" fmla="*/ 128889 h 761503"/>
                <a:gd name="connsiteX67" fmla="*/ 338303 w 489538"/>
                <a:gd name="connsiteY67" fmla="*/ 131609 h 761503"/>
                <a:gd name="connsiteX68" fmla="*/ 286629 w 489538"/>
                <a:gd name="connsiteY68" fmla="*/ 134328 h 761503"/>
                <a:gd name="connsiteX69" fmla="*/ 273031 w 489538"/>
                <a:gd name="connsiteY69" fmla="*/ 137048 h 761503"/>
                <a:gd name="connsiteX70" fmla="*/ 262153 w 489538"/>
                <a:gd name="connsiteY70" fmla="*/ 142487 h 761503"/>
                <a:gd name="connsiteX71" fmla="*/ 259433 w 489538"/>
                <a:gd name="connsiteY71" fmla="*/ 153366 h 761503"/>
                <a:gd name="connsiteX72" fmla="*/ 262153 w 489538"/>
                <a:gd name="connsiteY72" fmla="*/ 166964 h 761503"/>
                <a:gd name="connsiteX73" fmla="*/ 262153 w 489538"/>
                <a:gd name="connsiteY73" fmla="*/ 196881 h 761503"/>
                <a:gd name="connsiteX74" fmla="*/ 262153 w 489538"/>
                <a:gd name="connsiteY74" fmla="*/ 215918 h 761503"/>
                <a:gd name="connsiteX75" fmla="*/ 262153 w 489538"/>
                <a:gd name="connsiteY75" fmla="*/ 251274 h 761503"/>
                <a:gd name="connsiteX76" fmla="*/ 259433 w 489538"/>
                <a:gd name="connsiteY76" fmla="*/ 278470 h 761503"/>
                <a:gd name="connsiteX77" fmla="*/ 259433 w 489538"/>
                <a:gd name="connsiteY77" fmla="*/ 308386 h 761503"/>
                <a:gd name="connsiteX78" fmla="*/ 259433 w 489538"/>
                <a:gd name="connsiteY78" fmla="*/ 321985 h 761503"/>
                <a:gd name="connsiteX79" fmla="*/ 259433 w 489538"/>
                <a:gd name="connsiteY79" fmla="*/ 332863 h 761503"/>
                <a:gd name="connsiteX80" fmla="*/ 267592 w 489538"/>
                <a:gd name="connsiteY80" fmla="*/ 335583 h 761503"/>
                <a:gd name="connsiteX81" fmla="*/ 281190 w 489538"/>
                <a:gd name="connsiteY81" fmla="*/ 335583 h 761503"/>
                <a:gd name="connsiteX82" fmla="*/ 327424 w 489538"/>
                <a:gd name="connsiteY82" fmla="*/ 338303 h 761503"/>
                <a:gd name="connsiteX83" fmla="*/ 351901 w 489538"/>
                <a:gd name="connsiteY83" fmla="*/ 341022 h 761503"/>
                <a:gd name="connsiteX84" fmla="*/ 351901 w 489538"/>
                <a:gd name="connsiteY84" fmla="*/ 335583 h 761503"/>
                <a:gd name="connsiteX85" fmla="*/ 351901 w 489538"/>
                <a:gd name="connsiteY85" fmla="*/ 313826 h 761503"/>
                <a:gd name="connsiteX86" fmla="*/ 357341 w 489538"/>
                <a:gd name="connsiteY86" fmla="*/ 289349 h 761503"/>
                <a:gd name="connsiteX87" fmla="*/ 373658 w 489538"/>
                <a:gd name="connsiteY87" fmla="*/ 273031 h 761503"/>
                <a:gd name="connsiteX88" fmla="*/ 381817 w 489538"/>
                <a:gd name="connsiteY88" fmla="*/ 278470 h 761503"/>
                <a:gd name="connsiteX89" fmla="*/ 389977 w 489538"/>
                <a:gd name="connsiteY89" fmla="*/ 300228 h 761503"/>
                <a:gd name="connsiteX90" fmla="*/ 395416 w 489538"/>
                <a:gd name="connsiteY90" fmla="*/ 351901 h 761503"/>
                <a:gd name="connsiteX91" fmla="*/ 398136 w 489538"/>
                <a:gd name="connsiteY91" fmla="*/ 409014 h 761503"/>
                <a:gd name="connsiteX92" fmla="*/ 381817 w 489538"/>
                <a:gd name="connsiteY92" fmla="*/ 444369 h 761503"/>
                <a:gd name="connsiteX93" fmla="*/ 365500 w 489538"/>
                <a:gd name="connsiteY93" fmla="*/ 438930 h 761503"/>
                <a:gd name="connsiteX94" fmla="*/ 357341 w 489538"/>
                <a:gd name="connsiteY94" fmla="*/ 422612 h 761503"/>
                <a:gd name="connsiteX95" fmla="*/ 354621 w 489538"/>
                <a:gd name="connsiteY95" fmla="*/ 400855 h 761503"/>
                <a:gd name="connsiteX96" fmla="*/ 354621 w 489538"/>
                <a:gd name="connsiteY96" fmla="*/ 381817 h 761503"/>
                <a:gd name="connsiteX97" fmla="*/ 270312 w 489538"/>
                <a:gd name="connsiteY97" fmla="*/ 381817 h 761503"/>
                <a:gd name="connsiteX98" fmla="*/ 256713 w 489538"/>
                <a:gd name="connsiteY98" fmla="*/ 395415 h 761503"/>
                <a:gd name="connsiteX99" fmla="*/ 253994 w 489538"/>
                <a:gd name="connsiteY99" fmla="*/ 422612 h 761503"/>
                <a:gd name="connsiteX100" fmla="*/ 253994 w 489538"/>
                <a:gd name="connsiteY100" fmla="*/ 433490 h 761503"/>
                <a:gd name="connsiteX101" fmla="*/ 253994 w 489538"/>
                <a:gd name="connsiteY101" fmla="*/ 449809 h 761503"/>
                <a:gd name="connsiteX102" fmla="*/ 256713 w 489538"/>
                <a:gd name="connsiteY102" fmla="*/ 474285 h 761503"/>
                <a:gd name="connsiteX103" fmla="*/ 256713 w 489538"/>
                <a:gd name="connsiteY103" fmla="*/ 496043 h 761503"/>
                <a:gd name="connsiteX104" fmla="*/ 259433 w 489538"/>
                <a:gd name="connsiteY104" fmla="*/ 534118 h 761503"/>
                <a:gd name="connsiteX105" fmla="*/ 259433 w 489538"/>
                <a:gd name="connsiteY105" fmla="*/ 591231 h 761503"/>
                <a:gd name="connsiteX106" fmla="*/ 262153 w 489538"/>
                <a:gd name="connsiteY106" fmla="*/ 618427 h 761503"/>
                <a:gd name="connsiteX107" fmla="*/ 267592 w 489538"/>
                <a:gd name="connsiteY107" fmla="*/ 648343 h 761503"/>
                <a:gd name="connsiteX108" fmla="*/ 292069 w 489538"/>
                <a:gd name="connsiteY108" fmla="*/ 651063 h 761503"/>
                <a:gd name="connsiteX109" fmla="*/ 327424 w 489538"/>
                <a:gd name="connsiteY109" fmla="*/ 651063 h 761503"/>
                <a:gd name="connsiteX110" fmla="*/ 362780 w 489538"/>
                <a:gd name="connsiteY110" fmla="*/ 653783 h 761503"/>
                <a:gd name="connsiteX111" fmla="*/ 395416 w 489538"/>
                <a:gd name="connsiteY111" fmla="*/ 648343 h 761503"/>
                <a:gd name="connsiteX112" fmla="*/ 395416 w 489538"/>
                <a:gd name="connsiteY112" fmla="*/ 618427 h 761503"/>
                <a:gd name="connsiteX113" fmla="*/ 395416 w 489538"/>
                <a:gd name="connsiteY113" fmla="*/ 596670 h 761503"/>
                <a:gd name="connsiteX114" fmla="*/ 398136 w 489538"/>
                <a:gd name="connsiteY114" fmla="*/ 574913 h 761503"/>
                <a:gd name="connsiteX115" fmla="*/ 406295 w 489538"/>
                <a:gd name="connsiteY115" fmla="*/ 558595 h 761503"/>
                <a:gd name="connsiteX116" fmla="*/ 422612 w 489538"/>
                <a:gd name="connsiteY116" fmla="*/ 553155 h 761503"/>
                <a:gd name="connsiteX117" fmla="*/ 438930 w 489538"/>
                <a:gd name="connsiteY117" fmla="*/ 588511 h 761503"/>
                <a:gd name="connsiteX118" fmla="*/ 436211 w 489538"/>
                <a:gd name="connsiteY118" fmla="*/ 645624 h 761503"/>
                <a:gd name="connsiteX119" fmla="*/ 433491 w 489538"/>
                <a:gd name="connsiteY119" fmla="*/ 651063 h 761503"/>
                <a:gd name="connsiteX120" fmla="*/ 433491 w 489538"/>
                <a:gd name="connsiteY120" fmla="*/ 651063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</a:cxnLst>
              <a:rect l="l" t="t" r="r" b="b"/>
              <a:pathLst>
                <a:path w="489538" h="761503">
                  <a:moveTo>
                    <a:pt x="433491" y="651063"/>
                  </a:moveTo>
                  <a:cubicBezTo>
                    <a:pt x="436211" y="653783"/>
                    <a:pt x="438930" y="656502"/>
                    <a:pt x="438930" y="661942"/>
                  </a:cubicBezTo>
                  <a:cubicBezTo>
                    <a:pt x="438930" y="670101"/>
                    <a:pt x="433491" y="678259"/>
                    <a:pt x="425332" y="683699"/>
                  </a:cubicBezTo>
                  <a:cubicBezTo>
                    <a:pt x="417173" y="689138"/>
                    <a:pt x="409014" y="689138"/>
                    <a:pt x="400855" y="691858"/>
                  </a:cubicBezTo>
                  <a:cubicBezTo>
                    <a:pt x="381817" y="694578"/>
                    <a:pt x="362780" y="694578"/>
                    <a:pt x="343742" y="700017"/>
                  </a:cubicBezTo>
                  <a:cubicBezTo>
                    <a:pt x="335583" y="702736"/>
                    <a:pt x="324705" y="702736"/>
                    <a:pt x="316546" y="705456"/>
                  </a:cubicBezTo>
                  <a:cubicBezTo>
                    <a:pt x="308387" y="705456"/>
                    <a:pt x="289349" y="705456"/>
                    <a:pt x="275751" y="705456"/>
                  </a:cubicBezTo>
                  <a:cubicBezTo>
                    <a:pt x="270312" y="705456"/>
                    <a:pt x="267592" y="708176"/>
                    <a:pt x="264872" y="708176"/>
                  </a:cubicBezTo>
                  <a:cubicBezTo>
                    <a:pt x="264872" y="708176"/>
                    <a:pt x="259433" y="708176"/>
                    <a:pt x="253994" y="708176"/>
                  </a:cubicBezTo>
                  <a:cubicBezTo>
                    <a:pt x="251274" y="713615"/>
                    <a:pt x="245835" y="716335"/>
                    <a:pt x="240395" y="719054"/>
                  </a:cubicBezTo>
                  <a:cubicBezTo>
                    <a:pt x="234956" y="721774"/>
                    <a:pt x="229517" y="721774"/>
                    <a:pt x="224077" y="721774"/>
                  </a:cubicBezTo>
                  <a:cubicBezTo>
                    <a:pt x="218638" y="721774"/>
                    <a:pt x="213199" y="724494"/>
                    <a:pt x="205040" y="724494"/>
                  </a:cubicBezTo>
                  <a:cubicBezTo>
                    <a:pt x="202320" y="724494"/>
                    <a:pt x="194161" y="727213"/>
                    <a:pt x="191441" y="727213"/>
                  </a:cubicBezTo>
                  <a:cubicBezTo>
                    <a:pt x="183282" y="727213"/>
                    <a:pt x="172404" y="721774"/>
                    <a:pt x="169684" y="721774"/>
                  </a:cubicBezTo>
                  <a:cubicBezTo>
                    <a:pt x="164245" y="719054"/>
                    <a:pt x="156086" y="713615"/>
                    <a:pt x="150646" y="708176"/>
                  </a:cubicBezTo>
                  <a:cubicBezTo>
                    <a:pt x="145207" y="708176"/>
                    <a:pt x="139768" y="708176"/>
                    <a:pt x="139768" y="708176"/>
                  </a:cubicBezTo>
                  <a:cubicBezTo>
                    <a:pt x="126170" y="708176"/>
                    <a:pt x="137048" y="708176"/>
                    <a:pt x="120730" y="708176"/>
                  </a:cubicBezTo>
                  <a:cubicBezTo>
                    <a:pt x="112571" y="708176"/>
                    <a:pt x="104412" y="708176"/>
                    <a:pt x="98973" y="708176"/>
                  </a:cubicBezTo>
                  <a:cubicBezTo>
                    <a:pt x="90814" y="708176"/>
                    <a:pt x="79936" y="708176"/>
                    <a:pt x="74496" y="702736"/>
                  </a:cubicBezTo>
                  <a:cubicBezTo>
                    <a:pt x="66337" y="700017"/>
                    <a:pt x="58178" y="689138"/>
                    <a:pt x="58178" y="683699"/>
                  </a:cubicBezTo>
                  <a:cubicBezTo>
                    <a:pt x="58178" y="680979"/>
                    <a:pt x="58178" y="678259"/>
                    <a:pt x="63617" y="675540"/>
                  </a:cubicBezTo>
                  <a:cubicBezTo>
                    <a:pt x="69057" y="672820"/>
                    <a:pt x="77216" y="670101"/>
                    <a:pt x="85375" y="667381"/>
                  </a:cubicBezTo>
                  <a:cubicBezTo>
                    <a:pt x="98973" y="664661"/>
                    <a:pt x="115291" y="664661"/>
                    <a:pt x="128889" y="661942"/>
                  </a:cubicBezTo>
                  <a:cubicBezTo>
                    <a:pt x="128889" y="645624"/>
                    <a:pt x="128889" y="623866"/>
                    <a:pt x="128889" y="602109"/>
                  </a:cubicBezTo>
                  <a:cubicBezTo>
                    <a:pt x="128889" y="566754"/>
                    <a:pt x="128889" y="531398"/>
                    <a:pt x="126170" y="523239"/>
                  </a:cubicBezTo>
                  <a:cubicBezTo>
                    <a:pt x="126170" y="517800"/>
                    <a:pt x="126170" y="487884"/>
                    <a:pt x="126170" y="468846"/>
                  </a:cubicBezTo>
                  <a:cubicBezTo>
                    <a:pt x="126170" y="449809"/>
                    <a:pt x="123450" y="430771"/>
                    <a:pt x="123450" y="409014"/>
                  </a:cubicBezTo>
                  <a:cubicBezTo>
                    <a:pt x="123450" y="400855"/>
                    <a:pt x="123450" y="392696"/>
                    <a:pt x="123450" y="384537"/>
                  </a:cubicBezTo>
                  <a:cubicBezTo>
                    <a:pt x="123450" y="373658"/>
                    <a:pt x="126170" y="360060"/>
                    <a:pt x="126170" y="349181"/>
                  </a:cubicBezTo>
                  <a:cubicBezTo>
                    <a:pt x="126170" y="341022"/>
                    <a:pt x="126170" y="332863"/>
                    <a:pt x="126170" y="324704"/>
                  </a:cubicBezTo>
                  <a:cubicBezTo>
                    <a:pt x="126170" y="313826"/>
                    <a:pt x="126170" y="302947"/>
                    <a:pt x="128889" y="292068"/>
                  </a:cubicBezTo>
                  <a:cubicBezTo>
                    <a:pt x="131609" y="273031"/>
                    <a:pt x="134329" y="253993"/>
                    <a:pt x="134329" y="234956"/>
                  </a:cubicBezTo>
                  <a:cubicBezTo>
                    <a:pt x="134329" y="213198"/>
                    <a:pt x="134329" y="191441"/>
                    <a:pt x="134329" y="172404"/>
                  </a:cubicBezTo>
                  <a:cubicBezTo>
                    <a:pt x="134329" y="156086"/>
                    <a:pt x="134329" y="139768"/>
                    <a:pt x="137048" y="123450"/>
                  </a:cubicBezTo>
                  <a:cubicBezTo>
                    <a:pt x="131609" y="123450"/>
                    <a:pt x="134329" y="123450"/>
                    <a:pt x="123450" y="123450"/>
                  </a:cubicBezTo>
                  <a:cubicBezTo>
                    <a:pt x="115291" y="123450"/>
                    <a:pt x="107132" y="123450"/>
                    <a:pt x="101693" y="123450"/>
                  </a:cubicBezTo>
                  <a:cubicBezTo>
                    <a:pt x="93534" y="123450"/>
                    <a:pt x="82655" y="123450"/>
                    <a:pt x="77216" y="118011"/>
                  </a:cubicBezTo>
                  <a:cubicBezTo>
                    <a:pt x="69057" y="115291"/>
                    <a:pt x="60898" y="101693"/>
                    <a:pt x="60898" y="98973"/>
                  </a:cubicBezTo>
                  <a:cubicBezTo>
                    <a:pt x="60898" y="96253"/>
                    <a:pt x="60898" y="93534"/>
                    <a:pt x="66337" y="90814"/>
                  </a:cubicBezTo>
                  <a:cubicBezTo>
                    <a:pt x="71777" y="88094"/>
                    <a:pt x="79936" y="85375"/>
                    <a:pt x="88094" y="82655"/>
                  </a:cubicBezTo>
                  <a:cubicBezTo>
                    <a:pt x="104412" y="79935"/>
                    <a:pt x="131609" y="77216"/>
                    <a:pt x="145207" y="77216"/>
                  </a:cubicBezTo>
                  <a:cubicBezTo>
                    <a:pt x="145207" y="77216"/>
                    <a:pt x="145207" y="77216"/>
                    <a:pt x="145207" y="77216"/>
                  </a:cubicBezTo>
                  <a:cubicBezTo>
                    <a:pt x="145207" y="74496"/>
                    <a:pt x="150646" y="71776"/>
                    <a:pt x="153366" y="69057"/>
                  </a:cubicBezTo>
                  <a:cubicBezTo>
                    <a:pt x="161525" y="63617"/>
                    <a:pt x="169684" y="63617"/>
                    <a:pt x="177843" y="60898"/>
                  </a:cubicBezTo>
                  <a:cubicBezTo>
                    <a:pt x="183282" y="58178"/>
                    <a:pt x="191441" y="58178"/>
                    <a:pt x="196881" y="58178"/>
                  </a:cubicBezTo>
                  <a:cubicBezTo>
                    <a:pt x="199600" y="58178"/>
                    <a:pt x="202320" y="58178"/>
                    <a:pt x="205040" y="58178"/>
                  </a:cubicBezTo>
                  <a:cubicBezTo>
                    <a:pt x="207759" y="58178"/>
                    <a:pt x="213199" y="60898"/>
                    <a:pt x="215919" y="63617"/>
                  </a:cubicBezTo>
                  <a:cubicBezTo>
                    <a:pt x="221358" y="66337"/>
                    <a:pt x="224077" y="66337"/>
                    <a:pt x="229517" y="69057"/>
                  </a:cubicBezTo>
                  <a:cubicBezTo>
                    <a:pt x="237675" y="71776"/>
                    <a:pt x="245835" y="77216"/>
                    <a:pt x="256713" y="77216"/>
                  </a:cubicBezTo>
                  <a:cubicBezTo>
                    <a:pt x="259433" y="77216"/>
                    <a:pt x="262153" y="77216"/>
                    <a:pt x="264872" y="77216"/>
                  </a:cubicBezTo>
                  <a:cubicBezTo>
                    <a:pt x="270312" y="77216"/>
                    <a:pt x="275751" y="77216"/>
                    <a:pt x="281190" y="77216"/>
                  </a:cubicBezTo>
                  <a:cubicBezTo>
                    <a:pt x="292069" y="77216"/>
                    <a:pt x="321985" y="77216"/>
                    <a:pt x="330144" y="77216"/>
                  </a:cubicBezTo>
                  <a:cubicBezTo>
                    <a:pt x="338303" y="77216"/>
                    <a:pt x="349182" y="77216"/>
                    <a:pt x="357341" y="79935"/>
                  </a:cubicBezTo>
                  <a:cubicBezTo>
                    <a:pt x="368219" y="79935"/>
                    <a:pt x="379098" y="82655"/>
                    <a:pt x="387257" y="82655"/>
                  </a:cubicBezTo>
                  <a:cubicBezTo>
                    <a:pt x="392696" y="82655"/>
                    <a:pt x="400855" y="85375"/>
                    <a:pt x="406295" y="85375"/>
                  </a:cubicBezTo>
                  <a:cubicBezTo>
                    <a:pt x="409014" y="82655"/>
                    <a:pt x="414453" y="79935"/>
                    <a:pt x="417173" y="79935"/>
                  </a:cubicBezTo>
                  <a:cubicBezTo>
                    <a:pt x="419893" y="79935"/>
                    <a:pt x="422612" y="79935"/>
                    <a:pt x="425332" y="85375"/>
                  </a:cubicBezTo>
                  <a:cubicBezTo>
                    <a:pt x="428052" y="90814"/>
                    <a:pt x="433491" y="98973"/>
                    <a:pt x="433491" y="104412"/>
                  </a:cubicBezTo>
                  <a:cubicBezTo>
                    <a:pt x="436211" y="131609"/>
                    <a:pt x="436211" y="120730"/>
                    <a:pt x="436211" y="137048"/>
                  </a:cubicBezTo>
                  <a:cubicBezTo>
                    <a:pt x="438930" y="158805"/>
                    <a:pt x="438930" y="158805"/>
                    <a:pt x="438930" y="183282"/>
                  </a:cubicBezTo>
                  <a:cubicBezTo>
                    <a:pt x="438930" y="194161"/>
                    <a:pt x="438930" y="218638"/>
                    <a:pt x="422612" y="218638"/>
                  </a:cubicBezTo>
                  <a:cubicBezTo>
                    <a:pt x="414453" y="218638"/>
                    <a:pt x="411734" y="215918"/>
                    <a:pt x="406295" y="213198"/>
                  </a:cubicBezTo>
                  <a:cubicBezTo>
                    <a:pt x="400855" y="210479"/>
                    <a:pt x="398136" y="202320"/>
                    <a:pt x="398136" y="196881"/>
                  </a:cubicBezTo>
                  <a:cubicBezTo>
                    <a:pt x="395416" y="188722"/>
                    <a:pt x="395416" y="183282"/>
                    <a:pt x="395416" y="175123"/>
                  </a:cubicBezTo>
                  <a:cubicBezTo>
                    <a:pt x="395416" y="169684"/>
                    <a:pt x="395416" y="164245"/>
                    <a:pt x="395416" y="153366"/>
                  </a:cubicBezTo>
                  <a:cubicBezTo>
                    <a:pt x="395416" y="145207"/>
                    <a:pt x="395416" y="134328"/>
                    <a:pt x="395416" y="126170"/>
                  </a:cubicBezTo>
                  <a:cubicBezTo>
                    <a:pt x="387257" y="128889"/>
                    <a:pt x="379098" y="128889"/>
                    <a:pt x="370939" y="128889"/>
                  </a:cubicBezTo>
                  <a:cubicBezTo>
                    <a:pt x="360060" y="128889"/>
                    <a:pt x="349182" y="128889"/>
                    <a:pt x="338303" y="131609"/>
                  </a:cubicBezTo>
                  <a:cubicBezTo>
                    <a:pt x="327424" y="131609"/>
                    <a:pt x="319265" y="134328"/>
                    <a:pt x="286629" y="134328"/>
                  </a:cubicBezTo>
                  <a:cubicBezTo>
                    <a:pt x="281190" y="134328"/>
                    <a:pt x="278470" y="134328"/>
                    <a:pt x="273031" y="137048"/>
                  </a:cubicBezTo>
                  <a:cubicBezTo>
                    <a:pt x="270312" y="137048"/>
                    <a:pt x="264872" y="137048"/>
                    <a:pt x="262153" y="142487"/>
                  </a:cubicBezTo>
                  <a:cubicBezTo>
                    <a:pt x="259433" y="145207"/>
                    <a:pt x="259433" y="150647"/>
                    <a:pt x="259433" y="153366"/>
                  </a:cubicBezTo>
                  <a:cubicBezTo>
                    <a:pt x="259433" y="158805"/>
                    <a:pt x="259433" y="164245"/>
                    <a:pt x="262153" y="166964"/>
                  </a:cubicBezTo>
                  <a:cubicBezTo>
                    <a:pt x="262153" y="177843"/>
                    <a:pt x="262153" y="186002"/>
                    <a:pt x="262153" y="196881"/>
                  </a:cubicBezTo>
                  <a:cubicBezTo>
                    <a:pt x="262153" y="202320"/>
                    <a:pt x="262153" y="210479"/>
                    <a:pt x="262153" y="215918"/>
                  </a:cubicBezTo>
                  <a:cubicBezTo>
                    <a:pt x="262153" y="229516"/>
                    <a:pt x="262153" y="240395"/>
                    <a:pt x="262153" y="251274"/>
                  </a:cubicBezTo>
                  <a:cubicBezTo>
                    <a:pt x="262153" y="259433"/>
                    <a:pt x="259433" y="270311"/>
                    <a:pt x="259433" y="278470"/>
                  </a:cubicBezTo>
                  <a:cubicBezTo>
                    <a:pt x="259433" y="289349"/>
                    <a:pt x="259433" y="297508"/>
                    <a:pt x="259433" y="308386"/>
                  </a:cubicBezTo>
                  <a:cubicBezTo>
                    <a:pt x="259433" y="313826"/>
                    <a:pt x="259433" y="319265"/>
                    <a:pt x="259433" y="321985"/>
                  </a:cubicBezTo>
                  <a:cubicBezTo>
                    <a:pt x="259433" y="324704"/>
                    <a:pt x="259433" y="330144"/>
                    <a:pt x="259433" y="332863"/>
                  </a:cubicBezTo>
                  <a:cubicBezTo>
                    <a:pt x="262153" y="335583"/>
                    <a:pt x="264872" y="335583"/>
                    <a:pt x="267592" y="335583"/>
                  </a:cubicBezTo>
                  <a:cubicBezTo>
                    <a:pt x="273031" y="335583"/>
                    <a:pt x="275751" y="335583"/>
                    <a:pt x="281190" y="335583"/>
                  </a:cubicBezTo>
                  <a:cubicBezTo>
                    <a:pt x="311107" y="335583"/>
                    <a:pt x="319265" y="335583"/>
                    <a:pt x="327424" y="338303"/>
                  </a:cubicBezTo>
                  <a:cubicBezTo>
                    <a:pt x="335583" y="341022"/>
                    <a:pt x="343742" y="341022"/>
                    <a:pt x="351901" y="341022"/>
                  </a:cubicBezTo>
                  <a:cubicBezTo>
                    <a:pt x="351901" y="338303"/>
                    <a:pt x="351901" y="338303"/>
                    <a:pt x="351901" y="335583"/>
                  </a:cubicBezTo>
                  <a:cubicBezTo>
                    <a:pt x="351901" y="327424"/>
                    <a:pt x="351901" y="319265"/>
                    <a:pt x="351901" y="313826"/>
                  </a:cubicBezTo>
                  <a:cubicBezTo>
                    <a:pt x="351901" y="305667"/>
                    <a:pt x="351901" y="294788"/>
                    <a:pt x="357341" y="289349"/>
                  </a:cubicBezTo>
                  <a:cubicBezTo>
                    <a:pt x="360060" y="281190"/>
                    <a:pt x="368219" y="273031"/>
                    <a:pt x="373658" y="273031"/>
                  </a:cubicBezTo>
                  <a:cubicBezTo>
                    <a:pt x="376378" y="273031"/>
                    <a:pt x="379098" y="273031"/>
                    <a:pt x="381817" y="278470"/>
                  </a:cubicBezTo>
                  <a:cubicBezTo>
                    <a:pt x="384537" y="283909"/>
                    <a:pt x="387257" y="292068"/>
                    <a:pt x="389977" y="300228"/>
                  </a:cubicBezTo>
                  <a:cubicBezTo>
                    <a:pt x="392696" y="316545"/>
                    <a:pt x="392696" y="335583"/>
                    <a:pt x="395416" y="351901"/>
                  </a:cubicBezTo>
                  <a:cubicBezTo>
                    <a:pt x="398136" y="373658"/>
                    <a:pt x="398136" y="384537"/>
                    <a:pt x="398136" y="409014"/>
                  </a:cubicBezTo>
                  <a:cubicBezTo>
                    <a:pt x="398136" y="422612"/>
                    <a:pt x="398136" y="444369"/>
                    <a:pt x="381817" y="444369"/>
                  </a:cubicBezTo>
                  <a:cubicBezTo>
                    <a:pt x="373658" y="444369"/>
                    <a:pt x="370939" y="441650"/>
                    <a:pt x="365500" y="438930"/>
                  </a:cubicBezTo>
                  <a:cubicBezTo>
                    <a:pt x="360060" y="436210"/>
                    <a:pt x="357341" y="428051"/>
                    <a:pt x="357341" y="422612"/>
                  </a:cubicBezTo>
                  <a:cubicBezTo>
                    <a:pt x="354621" y="414453"/>
                    <a:pt x="354621" y="409014"/>
                    <a:pt x="354621" y="400855"/>
                  </a:cubicBezTo>
                  <a:cubicBezTo>
                    <a:pt x="354621" y="395415"/>
                    <a:pt x="354621" y="389976"/>
                    <a:pt x="354621" y="381817"/>
                  </a:cubicBezTo>
                  <a:cubicBezTo>
                    <a:pt x="335583" y="381817"/>
                    <a:pt x="308387" y="384537"/>
                    <a:pt x="270312" y="381817"/>
                  </a:cubicBezTo>
                  <a:cubicBezTo>
                    <a:pt x="262153" y="381817"/>
                    <a:pt x="256713" y="387256"/>
                    <a:pt x="256713" y="395415"/>
                  </a:cubicBezTo>
                  <a:cubicBezTo>
                    <a:pt x="256713" y="403574"/>
                    <a:pt x="256713" y="414453"/>
                    <a:pt x="253994" y="422612"/>
                  </a:cubicBezTo>
                  <a:cubicBezTo>
                    <a:pt x="253994" y="425332"/>
                    <a:pt x="253994" y="430771"/>
                    <a:pt x="253994" y="433490"/>
                  </a:cubicBezTo>
                  <a:cubicBezTo>
                    <a:pt x="253994" y="438930"/>
                    <a:pt x="253994" y="444369"/>
                    <a:pt x="253994" y="449809"/>
                  </a:cubicBezTo>
                  <a:cubicBezTo>
                    <a:pt x="253994" y="457967"/>
                    <a:pt x="256713" y="466126"/>
                    <a:pt x="256713" y="474285"/>
                  </a:cubicBezTo>
                  <a:cubicBezTo>
                    <a:pt x="256713" y="482444"/>
                    <a:pt x="256713" y="490603"/>
                    <a:pt x="256713" y="496043"/>
                  </a:cubicBezTo>
                  <a:cubicBezTo>
                    <a:pt x="256713" y="509641"/>
                    <a:pt x="259433" y="520520"/>
                    <a:pt x="259433" y="534118"/>
                  </a:cubicBezTo>
                  <a:cubicBezTo>
                    <a:pt x="259433" y="553155"/>
                    <a:pt x="259433" y="572193"/>
                    <a:pt x="259433" y="591231"/>
                  </a:cubicBezTo>
                  <a:cubicBezTo>
                    <a:pt x="259433" y="602109"/>
                    <a:pt x="262153" y="610268"/>
                    <a:pt x="262153" y="618427"/>
                  </a:cubicBezTo>
                  <a:cubicBezTo>
                    <a:pt x="264872" y="626586"/>
                    <a:pt x="262153" y="642904"/>
                    <a:pt x="267592" y="648343"/>
                  </a:cubicBezTo>
                  <a:cubicBezTo>
                    <a:pt x="270312" y="651063"/>
                    <a:pt x="275751" y="651063"/>
                    <a:pt x="292069" y="651063"/>
                  </a:cubicBezTo>
                  <a:cubicBezTo>
                    <a:pt x="305667" y="651063"/>
                    <a:pt x="319265" y="651063"/>
                    <a:pt x="327424" y="651063"/>
                  </a:cubicBezTo>
                  <a:cubicBezTo>
                    <a:pt x="338303" y="651063"/>
                    <a:pt x="351901" y="653783"/>
                    <a:pt x="362780" y="653783"/>
                  </a:cubicBezTo>
                  <a:cubicBezTo>
                    <a:pt x="376378" y="653783"/>
                    <a:pt x="384537" y="651063"/>
                    <a:pt x="395416" y="648343"/>
                  </a:cubicBezTo>
                  <a:cubicBezTo>
                    <a:pt x="395416" y="637465"/>
                    <a:pt x="395416" y="629306"/>
                    <a:pt x="395416" y="618427"/>
                  </a:cubicBezTo>
                  <a:cubicBezTo>
                    <a:pt x="395416" y="610268"/>
                    <a:pt x="395416" y="602109"/>
                    <a:pt x="395416" y="596670"/>
                  </a:cubicBezTo>
                  <a:cubicBezTo>
                    <a:pt x="395416" y="591231"/>
                    <a:pt x="395416" y="585791"/>
                    <a:pt x="398136" y="574913"/>
                  </a:cubicBezTo>
                  <a:cubicBezTo>
                    <a:pt x="400855" y="569473"/>
                    <a:pt x="400855" y="564034"/>
                    <a:pt x="406295" y="558595"/>
                  </a:cubicBezTo>
                  <a:cubicBezTo>
                    <a:pt x="411734" y="553155"/>
                    <a:pt x="414453" y="553155"/>
                    <a:pt x="422612" y="553155"/>
                  </a:cubicBezTo>
                  <a:cubicBezTo>
                    <a:pt x="436211" y="553155"/>
                    <a:pt x="438930" y="577632"/>
                    <a:pt x="438930" y="588511"/>
                  </a:cubicBezTo>
                  <a:cubicBezTo>
                    <a:pt x="438930" y="612988"/>
                    <a:pt x="438930" y="623866"/>
                    <a:pt x="436211" y="645624"/>
                  </a:cubicBezTo>
                  <a:cubicBezTo>
                    <a:pt x="433491" y="648343"/>
                    <a:pt x="433491" y="648343"/>
                    <a:pt x="433491" y="651063"/>
                  </a:cubicBezTo>
                  <a:lnTo>
                    <a:pt x="433491" y="651063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9BA4167D-13BE-4368-9C93-86A0A7BA3944}"/>
                </a:ext>
              </a:extLst>
            </p:cNvPr>
            <p:cNvSpPr/>
            <p:nvPr/>
          </p:nvSpPr>
          <p:spPr>
            <a:xfrm>
              <a:off x="7912732" y="4250336"/>
              <a:ext cx="465062" cy="658157"/>
            </a:xfrm>
            <a:custGeom>
              <a:avLst/>
              <a:gdLst>
                <a:gd name="connsiteX0" fmla="*/ 193096 w 465062"/>
                <a:gd name="connsiteY0" fmla="*/ 59832 h 658157"/>
                <a:gd name="connsiteX1" fmla="*/ 193096 w 465062"/>
                <a:gd name="connsiteY1" fmla="*/ 114226 h 658157"/>
                <a:gd name="connsiteX2" fmla="*/ 198536 w 465062"/>
                <a:gd name="connsiteY2" fmla="*/ 209414 h 658157"/>
                <a:gd name="connsiteX3" fmla="*/ 201255 w 465062"/>
                <a:gd name="connsiteY3" fmla="*/ 282845 h 658157"/>
                <a:gd name="connsiteX4" fmla="*/ 203975 w 465062"/>
                <a:gd name="connsiteY4" fmla="*/ 315481 h 658157"/>
                <a:gd name="connsiteX5" fmla="*/ 203975 w 465062"/>
                <a:gd name="connsiteY5" fmla="*/ 320920 h 658157"/>
                <a:gd name="connsiteX6" fmla="*/ 212134 w 465062"/>
                <a:gd name="connsiteY6" fmla="*/ 329079 h 658157"/>
                <a:gd name="connsiteX7" fmla="*/ 223013 w 465062"/>
                <a:gd name="connsiteY7" fmla="*/ 329079 h 658157"/>
                <a:gd name="connsiteX8" fmla="*/ 239331 w 465062"/>
                <a:gd name="connsiteY8" fmla="*/ 329079 h 658157"/>
                <a:gd name="connsiteX9" fmla="*/ 280126 w 465062"/>
                <a:gd name="connsiteY9" fmla="*/ 312761 h 658157"/>
                <a:gd name="connsiteX10" fmla="*/ 296443 w 465062"/>
                <a:gd name="connsiteY10" fmla="*/ 288284 h 658157"/>
                <a:gd name="connsiteX11" fmla="*/ 304602 w 465062"/>
                <a:gd name="connsiteY11" fmla="*/ 258368 h 658157"/>
                <a:gd name="connsiteX12" fmla="*/ 312761 w 465062"/>
                <a:gd name="connsiteY12" fmla="*/ 225732 h 658157"/>
                <a:gd name="connsiteX13" fmla="*/ 315481 w 465062"/>
                <a:gd name="connsiteY13" fmla="*/ 195816 h 658157"/>
                <a:gd name="connsiteX14" fmla="*/ 318201 w 465062"/>
                <a:gd name="connsiteY14" fmla="*/ 168619 h 658157"/>
                <a:gd name="connsiteX15" fmla="*/ 312761 w 465062"/>
                <a:gd name="connsiteY15" fmla="*/ 135983 h 658157"/>
                <a:gd name="connsiteX16" fmla="*/ 312761 w 465062"/>
                <a:gd name="connsiteY16" fmla="*/ 122385 h 658157"/>
                <a:gd name="connsiteX17" fmla="*/ 293724 w 465062"/>
                <a:gd name="connsiteY17" fmla="*/ 84309 h 658157"/>
                <a:gd name="connsiteX18" fmla="*/ 280126 w 465062"/>
                <a:gd name="connsiteY18" fmla="*/ 73430 h 658157"/>
                <a:gd name="connsiteX19" fmla="*/ 258368 w 465062"/>
                <a:gd name="connsiteY19" fmla="*/ 62552 h 658157"/>
                <a:gd name="connsiteX20" fmla="*/ 217573 w 465062"/>
                <a:gd name="connsiteY20" fmla="*/ 59832 h 658157"/>
                <a:gd name="connsiteX21" fmla="*/ 111506 w 465062"/>
                <a:gd name="connsiteY21" fmla="*/ 0 h 658157"/>
                <a:gd name="connsiteX22" fmla="*/ 127824 w 465062"/>
                <a:gd name="connsiteY22" fmla="*/ 0 h 658157"/>
                <a:gd name="connsiteX23" fmla="*/ 157741 w 465062"/>
                <a:gd name="connsiteY23" fmla="*/ 5440 h 658157"/>
                <a:gd name="connsiteX24" fmla="*/ 179497 w 465062"/>
                <a:gd name="connsiteY24" fmla="*/ 16318 h 658157"/>
                <a:gd name="connsiteX25" fmla="*/ 209414 w 465062"/>
                <a:gd name="connsiteY25" fmla="*/ 16318 h 658157"/>
                <a:gd name="connsiteX26" fmla="*/ 247489 w 465062"/>
                <a:gd name="connsiteY26" fmla="*/ 16318 h 658157"/>
                <a:gd name="connsiteX27" fmla="*/ 266527 w 465062"/>
                <a:gd name="connsiteY27" fmla="*/ 16318 h 658157"/>
                <a:gd name="connsiteX28" fmla="*/ 312761 w 465062"/>
                <a:gd name="connsiteY28" fmla="*/ 27197 h 658157"/>
                <a:gd name="connsiteX29" fmla="*/ 337238 w 465062"/>
                <a:gd name="connsiteY29" fmla="*/ 38075 h 658157"/>
                <a:gd name="connsiteX30" fmla="*/ 364434 w 465062"/>
                <a:gd name="connsiteY30" fmla="*/ 54393 h 658157"/>
                <a:gd name="connsiteX31" fmla="*/ 386192 w 465062"/>
                <a:gd name="connsiteY31" fmla="*/ 73431 h 658157"/>
                <a:gd name="connsiteX32" fmla="*/ 407949 w 465062"/>
                <a:gd name="connsiteY32" fmla="*/ 103347 h 658157"/>
                <a:gd name="connsiteX33" fmla="*/ 416108 w 465062"/>
                <a:gd name="connsiteY33" fmla="*/ 141422 h 658157"/>
                <a:gd name="connsiteX34" fmla="*/ 418828 w 465062"/>
                <a:gd name="connsiteY34" fmla="*/ 163179 h 658157"/>
                <a:gd name="connsiteX35" fmla="*/ 418828 w 465062"/>
                <a:gd name="connsiteY35" fmla="*/ 171339 h 658157"/>
                <a:gd name="connsiteX36" fmla="*/ 421547 w 465062"/>
                <a:gd name="connsiteY36" fmla="*/ 187656 h 658157"/>
                <a:gd name="connsiteX37" fmla="*/ 418828 w 465062"/>
                <a:gd name="connsiteY37" fmla="*/ 206694 h 658157"/>
                <a:gd name="connsiteX38" fmla="*/ 416108 w 465062"/>
                <a:gd name="connsiteY38" fmla="*/ 233891 h 658157"/>
                <a:gd name="connsiteX39" fmla="*/ 405229 w 465062"/>
                <a:gd name="connsiteY39" fmla="*/ 263807 h 658157"/>
                <a:gd name="connsiteX40" fmla="*/ 394351 w 465062"/>
                <a:gd name="connsiteY40" fmla="*/ 274686 h 658157"/>
                <a:gd name="connsiteX41" fmla="*/ 388912 w 465062"/>
                <a:gd name="connsiteY41" fmla="*/ 285564 h 658157"/>
                <a:gd name="connsiteX42" fmla="*/ 369874 w 465062"/>
                <a:gd name="connsiteY42" fmla="*/ 304602 h 658157"/>
                <a:gd name="connsiteX43" fmla="*/ 358995 w 465062"/>
                <a:gd name="connsiteY43" fmla="*/ 310041 h 658157"/>
                <a:gd name="connsiteX44" fmla="*/ 348117 w 465062"/>
                <a:gd name="connsiteY44" fmla="*/ 320920 h 658157"/>
                <a:gd name="connsiteX45" fmla="*/ 326359 w 465062"/>
                <a:gd name="connsiteY45" fmla="*/ 339957 h 658157"/>
                <a:gd name="connsiteX46" fmla="*/ 312761 w 465062"/>
                <a:gd name="connsiteY46" fmla="*/ 353555 h 658157"/>
                <a:gd name="connsiteX47" fmla="*/ 337238 w 465062"/>
                <a:gd name="connsiteY47" fmla="*/ 380752 h 658157"/>
                <a:gd name="connsiteX48" fmla="*/ 358995 w 465062"/>
                <a:gd name="connsiteY48" fmla="*/ 421547 h 658157"/>
                <a:gd name="connsiteX49" fmla="*/ 372593 w 465062"/>
                <a:gd name="connsiteY49" fmla="*/ 459622 h 658157"/>
                <a:gd name="connsiteX50" fmla="*/ 386192 w 465062"/>
                <a:gd name="connsiteY50" fmla="*/ 514015 h 658157"/>
                <a:gd name="connsiteX51" fmla="*/ 407949 w 465062"/>
                <a:gd name="connsiteY51" fmla="*/ 568408 h 658157"/>
                <a:gd name="connsiteX52" fmla="*/ 421547 w 465062"/>
                <a:gd name="connsiteY52" fmla="*/ 598324 h 658157"/>
                <a:gd name="connsiteX53" fmla="*/ 451463 w 465062"/>
                <a:gd name="connsiteY53" fmla="*/ 628241 h 658157"/>
                <a:gd name="connsiteX54" fmla="*/ 465062 w 465062"/>
                <a:gd name="connsiteY54" fmla="*/ 644559 h 658157"/>
                <a:gd name="connsiteX55" fmla="*/ 462342 w 465062"/>
                <a:gd name="connsiteY55" fmla="*/ 649998 h 658157"/>
                <a:gd name="connsiteX56" fmla="*/ 437865 w 465062"/>
                <a:gd name="connsiteY56" fmla="*/ 658157 h 658157"/>
                <a:gd name="connsiteX57" fmla="*/ 361715 w 465062"/>
                <a:gd name="connsiteY57" fmla="*/ 622801 h 658157"/>
                <a:gd name="connsiteX58" fmla="*/ 320920 w 465062"/>
                <a:gd name="connsiteY58" fmla="*/ 565689 h 658157"/>
                <a:gd name="connsiteX59" fmla="*/ 304602 w 465062"/>
                <a:gd name="connsiteY59" fmla="*/ 530333 h 658157"/>
                <a:gd name="connsiteX60" fmla="*/ 293723 w 465062"/>
                <a:gd name="connsiteY60" fmla="*/ 497697 h 658157"/>
                <a:gd name="connsiteX61" fmla="*/ 282845 w 465062"/>
                <a:gd name="connsiteY61" fmla="*/ 462342 h 658157"/>
                <a:gd name="connsiteX62" fmla="*/ 269246 w 465062"/>
                <a:gd name="connsiteY62" fmla="*/ 424267 h 658157"/>
                <a:gd name="connsiteX63" fmla="*/ 255648 w 465062"/>
                <a:gd name="connsiteY63" fmla="*/ 391631 h 658157"/>
                <a:gd name="connsiteX64" fmla="*/ 236610 w 465062"/>
                <a:gd name="connsiteY64" fmla="*/ 367154 h 658157"/>
                <a:gd name="connsiteX65" fmla="*/ 217573 w 465062"/>
                <a:gd name="connsiteY65" fmla="*/ 361714 h 658157"/>
                <a:gd name="connsiteX66" fmla="*/ 201255 w 465062"/>
                <a:gd name="connsiteY66" fmla="*/ 361714 h 658157"/>
                <a:gd name="connsiteX67" fmla="*/ 198535 w 465062"/>
                <a:gd name="connsiteY67" fmla="*/ 367154 h 658157"/>
                <a:gd name="connsiteX68" fmla="*/ 201255 w 465062"/>
                <a:gd name="connsiteY68" fmla="*/ 388911 h 658157"/>
                <a:gd name="connsiteX69" fmla="*/ 198535 w 465062"/>
                <a:gd name="connsiteY69" fmla="*/ 426986 h 658157"/>
                <a:gd name="connsiteX70" fmla="*/ 203975 w 465062"/>
                <a:gd name="connsiteY70" fmla="*/ 478660 h 658157"/>
                <a:gd name="connsiteX71" fmla="*/ 198535 w 465062"/>
                <a:gd name="connsiteY71" fmla="*/ 552090 h 658157"/>
                <a:gd name="connsiteX72" fmla="*/ 195816 w 465062"/>
                <a:gd name="connsiteY72" fmla="*/ 576567 h 658157"/>
                <a:gd name="connsiteX73" fmla="*/ 198535 w 465062"/>
                <a:gd name="connsiteY73" fmla="*/ 592885 h 658157"/>
                <a:gd name="connsiteX74" fmla="*/ 233891 w 465062"/>
                <a:gd name="connsiteY74" fmla="*/ 592885 h 658157"/>
                <a:gd name="connsiteX75" fmla="*/ 271966 w 465062"/>
                <a:gd name="connsiteY75" fmla="*/ 611923 h 658157"/>
                <a:gd name="connsiteX76" fmla="*/ 266527 w 465062"/>
                <a:gd name="connsiteY76" fmla="*/ 628241 h 658157"/>
                <a:gd name="connsiteX77" fmla="*/ 250209 w 465062"/>
                <a:gd name="connsiteY77" fmla="*/ 636400 h 658157"/>
                <a:gd name="connsiteX78" fmla="*/ 228451 w 465062"/>
                <a:gd name="connsiteY78" fmla="*/ 639119 h 658157"/>
                <a:gd name="connsiteX79" fmla="*/ 187657 w 465062"/>
                <a:gd name="connsiteY79" fmla="*/ 639119 h 658157"/>
                <a:gd name="connsiteX80" fmla="*/ 152301 w 465062"/>
                <a:gd name="connsiteY80" fmla="*/ 652717 h 658157"/>
                <a:gd name="connsiteX81" fmla="*/ 133263 w 465062"/>
                <a:gd name="connsiteY81" fmla="*/ 655437 h 658157"/>
                <a:gd name="connsiteX82" fmla="*/ 122385 w 465062"/>
                <a:gd name="connsiteY82" fmla="*/ 652717 h 658157"/>
                <a:gd name="connsiteX83" fmla="*/ 97908 w 465062"/>
                <a:gd name="connsiteY83" fmla="*/ 639119 h 658157"/>
                <a:gd name="connsiteX84" fmla="*/ 70711 w 465062"/>
                <a:gd name="connsiteY84" fmla="*/ 639119 h 658157"/>
                <a:gd name="connsiteX85" fmla="*/ 46234 w 465062"/>
                <a:gd name="connsiteY85" fmla="*/ 639119 h 658157"/>
                <a:gd name="connsiteX86" fmla="*/ 19038 w 465062"/>
                <a:gd name="connsiteY86" fmla="*/ 630960 h 658157"/>
                <a:gd name="connsiteX87" fmla="*/ 2720 w 465062"/>
                <a:gd name="connsiteY87" fmla="*/ 614642 h 658157"/>
                <a:gd name="connsiteX88" fmla="*/ 8159 w 465062"/>
                <a:gd name="connsiteY88" fmla="*/ 606483 h 658157"/>
                <a:gd name="connsiteX89" fmla="*/ 29916 w 465062"/>
                <a:gd name="connsiteY89" fmla="*/ 598324 h 658157"/>
                <a:gd name="connsiteX90" fmla="*/ 76151 w 465062"/>
                <a:gd name="connsiteY90" fmla="*/ 592885 h 658157"/>
                <a:gd name="connsiteX91" fmla="*/ 73431 w 465062"/>
                <a:gd name="connsiteY91" fmla="*/ 573848 h 658157"/>
                <a:gd name="connsiteX92" fmla="*/ 70711 w 465062"/>
                <a:gd name="connsiteY92" fmla="*/ 500417 h 658157"/>
                <a:gd name="connsiteX93" fmla="*/ 73431 w 465062"/>
                <a:gd name="connsiteY93" fmla="*/ 437865 h 658157"/>
                <a:gd name="connsiteX94" fmla="*/ 70711 w 465062"/>
                <a:gd name="connsiteY94" fmla="*/ 369873 h 658157"/>
                <a:gd name="connsiteX95" fmla="*/ 70711 w 465062"/>
                <a:gd name="connsiteY95" fmla="*/ 293723 h 658157"/>
                <a:gd name="connsiteX96" fmla="*/ 73431 w 465062"/>
                <a:gd name="connsiteY96" fmla="*/ 212133 h 658157"/>
                <a:gd name="connsiteX97" fmla="*/ 76151 w 465062"/>
                <a:gd name="connsiteY97" fmla="*/ 155021 h 658157"/>
                <a:gd name="connsiteX98" fmla="*/ 76151 w 465062"/>
                <a:gd name="connsiteY98" fmla="*/ 119665 h 658157"/>
                <a:gd name="connsiteX99" fmla="*/ 78870 w 465062"/>
                <a:gd name="connsiteY99" fmla="*/ 84310 h 658157"/>
                <a:gd name="connsiteX100" fmla="*/ 76151 w 465062"/>
                <a:gd name="connsiteY100" fmla="*/ 62552 h 658157"/>
                <a:gd name="connsiteX101" fmla="*/ 67992 w 465062"/>
                <a:gd name="connsiteY101" fmla="*/ 62552 h 658157"/>
                <a:gd name="connsiteX102" fmla="*/ 43515 w 465062"/>
                <a:gd name="connsiteY102" fmla="*/ 62552 h 658157"/>
                <a:gd name="connsiteX103" fmla="*/ 16318 w 465062"/>
                <a:gd name="connsiteY103" fmla="*/ 57113 h 658157"/>
                <a:gd name="connsiteX104" fmla="*/ 0 w 465062"/>
                <a:gd name="connsiteY104" fmla="*/ 40795 h 658157"/>
                <a:gd name="connsiteX105" fmla="*/ 5439 w 465062"/>
                <a:gd name="connsiteY105" fmla="*/ 32636 h 658157"/>
                <a:gd name="connsiteX106" fmla="*/ 27197 w 465062"/>
                <a:gd name="connsiteY106" fmla="*/ 24477 h 658157"/>
                <a:gd name="connsiteX107" fmla="*/ 76151 w 465062"/>
                <a:gd name="connsiteY107" fmla="*/ 19038 h 658157"/>
                <a:gd name="connsiteX108" fmla="*/ 78870 w 465062"/>
                <a:gd name="connsiteY108" fmla="*/ 13598 h 658157"/>
                <a:gd name="connsiteX109" fmla="*/ 95188 w 465062"/>
                <a:gd name="connsiteY109" fmla="*/ 5440 h 658157"/>
                <a:gd name="connsiteX110" fmla="*/ 111506 w 465062"/>
                <a:gd name="connsiteY110" fmla="*/ 0 h 658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</a:cxnLst>
              <a:rect l="l" t="t" r="r" b="b"/>
              <a:pathLst>
                <a:path w="465062" h="658157">
                  <a:moveTo>
                    <a:pt x="193096" y="59832"/>
                  </a:moveTo>
                  <a:cubicBezTo>
                    <a:pt x="193096" y="73430"/>
                    <a:pt x="193096" y="89748"/>
                    <a:pt x="193096" y="114226"/>
                  </a:cubicBezTo>
                  <a:cubicBezTo>
                    <a:pt x="193096" y="144142"/>
                    <a:pt x="195816" y="176778"/>
                    <a:pt x="198536" y="209414"/>
                  </a:cubicBezTo>
                  <a:cubicBezTo>
                    <a:pt x="198536" y="247489"/>
                    <a:pt x="201255" y="277406"/>
                    <a:pt x="201255" y="282845"/>
                  </a:cubicBezTo>
                  <a:cubicBezTo>
                    <a:pt x="201255" y="293723"/>
                    <a:pt x="203975" y="304602"/>
                    <a:pt x="203975" y="315481"/>
                  </a:cubicBezTo>
                  <a:cubicBezTo>
                    <a:pt x="203975" y="318200"/>
                    <a:pt x="203975" y="318200"/>
                    <a:pt x="203975" y="320920"/>
                  </a:cubicBezTo>
                  <a:cubicBezTo>
                    <a:pt x="203975" y="326359"/>
                    <a:pt x="206695" y="329079"/>
                    <a:pt x="212134" y="329079"/>
                  </a:cubicBezTo>
                  <a:cubicBezTo>
                    <a:pt x="214854" y="329079"/>
                    <a:pt x="220293" y="329079"/>
                    <a:pt x="223013" y="329079"/>
                  </a:cubicBezTo>
                  <a:cubicBezTo>
                    <a:pt x="228452" y="329079"/>
                    <a:pt x="233891" y="329079"/>
                    <a:pt x="239331" y="329079"/>
                  </a:cubicBezTo>
                  <a:cubicBezTo>
                    <a:pt x="252929" y="329079"/>
                    <a:pt x="271967" y="323640"/>
                    <a:pt x="280126" y="312761"/>
                  </a:cubicBezTo>
                  <a:cubicBezTo>
                    <a:pt x="288284" y="304602"/>
                    <a:pt x="291004" y="299163"/>
                    <a:pt x="296443" y="288284"/>
                  </a:cubicBezTo>
                  <a:cubicBezTo>
                    <a:pt x="299163" y="277406"/>
                    <a:pt x="301883" y="269247"/>
                    <a:pt x="304602" y="258368"/>
                  </a:cubicBezTo>
                  <a:cubicBezTo>
                    <a:pt x="307322" y="244770"/>
                    <a:pt x="310042" y="239330"/>
                    <a:pt x="312761" y="225732"/>
                  </a:cubicBezTo>
                  <a:cubicBezTo>
                    <a:pt x="315481" y="212134"/>
                    <a:pt x="315481" y="209414"/>
                    <a:pt x="315481" y="195816"/>
                  </a:cubicBezTo>
                  <a:cubicBezTo>
                    <a:pt x="315481" y="179498"/>
                    <a:pt x="315481" y="184937"/>
                    <a:pt x="318201" y="168619"/>
                  </a:cubicBezTo>
                  <a:cubicBezTo>
                    <a:pt x="312761" y="152302"/>
                    <a:pt x="312761" y="149582"/>
                    <a:pt x="312761" y="135983"/>
                  </a:cubicBezTo>
                  <a:cubicBezTo>
                    <a:pt x="312761" y="133264"/>
                    <a:pt x="312761" y="127825"/>
                    <a:pt x="312761" y="122385"/>
                  </a:cubicBezTo>
                  <a:cubicBezTo>
                    <a:pt x="312761" y="111507"/>
                    <a:pt x="301883" y="95188"/>
                    <a:pt x="293724" y="84309"/>
                  </a:cubicBezTo>
                  <a:cubicBezTo>
                    <a:pt x="288284" y="78870"/>
                    <a:pt x="285565" y="76150"/>
                    <a:pt x="280126" y="73430"/>
                  </a:cubicBezTo>
                  <a:cubicBezTo>
                    <a:pt x="271967" y="67991"/>
                    <a:pt x="266527" y="65271"/>
                    <a:pt x="258368" y="62552"/>
                  </a:cubicBezTo>
                  <a:cubicBezTo>
                    <a:pt x="244770" y="59832"/>
                    <a:pt x="228452" y="59832"/>
                    <a:pt x="217573" y="59832"/>
                  </a:cubicBezTo>
                  <a:close/>
                  <a:moveTo>
                    <a:pt x="111506" y="0"/>
                  </a:moveTo>
                  <a:cubicBezTo>
                    <a:pt x="114226" y="0"/>
                    <a:pt x="122385" y="0"/>
                    <a:pt x="127824" y="0"/>
                  </a:cubicBezTo>
                  <a:cubicBezTo>
                    <a:pt x="135983" y="0"/>
                    <a:pt x="146862" y="2720"/>
                    <a:pt x="157741" y="5440"/>
                  </a:cubicBezTo>
                  <a:cubicBezTo>
                    <a:pt x="168619" y="8159"/>
                    <a:pt x="176778" y="10879"/>
                    <a:pt x="179497" y="16318"/>
                  </a:cubicBezTo>
                  <a:cubicBezTo>
                    <a:pt x="193096" y="16318"/>
                    <a:pt x="201255" y="16318"/>
                    <a:pt x="209414" y="16318"/>
                  </a:cubicBezTo>
                  <a:cubicBezTo>
                    <a:pt x="220292" y="16318"/>
                    <a:pt x="231171" y="16318"/>
                    <a:pt x="247489" y="16318"/>
                  </a:cubicBezTo>
                  <a:cubicBezTo>
                    <a:pt x="250209" y="16318"/>
                    <a:pt x="258368" y="16318"/>
                    <a:pt x="266527" y="16318"/>
                  </a:cubicBezTo>
                  <a:cubicBezTo>
                    <a:pt x="277405" y="16318"/>
                    <a:pt x="291004" y="21758"/>
                    <a:pt x="312761" y="27197"/>
                  </a:cubicBezTo>
                  <a:cubicBezTo>
                    <a:pt x="320920" y="29917"/>
                    <a:pt x="329079" y="35356"/>
                    <a:pt x="337238" y="38075"/>
                  </a:cubicBezTo>
                  <a:cubicBezTo>
                    <a:pt x="342677" y="40795"/>
                    <a:pt x="353556" y="48954"/>
                    <a:pt x="364434" y="54393"/>
                  </a:cubicBezTo>
                  <a:cubicBezTo>
                    <a:pt x="375313" y="62552"/>
                    <a:pt x="386192" y="67992"/>
                    <a:pt x="386192" y="73431"/>
                  </a:cubicBezTo>
                  <a:cubicBezTo>
                    <a:pt x="391631" y="84310"/>
                    <a:pt x="402510" y="92469"/>
                    <a:pt x="407949" y="103347"/>
                  </a:cubicBezTo>
                  <a:cubicBezTo>
                    <a:pt x="413388" y="116945"/>
                    <a:pt x="416108" y="130544"/>
                    <a:pt x="416108" y="141422"/>
                  </a:cubicBezTo>
                  <a:cubicBezTo>
                    <a:pt x="416108" y="152301"/>
                    <a:pt x="418828" y="157740"/>
                    <a:pt x="418828" y="163179"/>
                  </a:cubicBezTo>
                  <a:cubicBezTo>
                    <a:pt x="418828" y="165899"/>
                    <a:pt x="418828" y="168619"/>
                    <a:pt x="418828" y="171339"/>
                  </a:cubicBezTo>
                  <a:cubicBezTo>
                    <a:pt x="418828" y="174058"/>
                    <a:pt x="421547" y="182217"/>
                    <a:pt x="421547" y="187656"/>
                  </a:cubicBezTo>
                  <a:cubicBezTo>
                    <a:pt x="421547" y="193096"/>
                    <a:pt x="418828" y="201255"/>
                    <a:pt x="418828" y="206694"/>
                  </a:cubicBezTo>
                  <a:cubicBezTo>
                    <a:pt x="418828" y="217573"/>
                    <a:pt x="418828" y="223012"/>
                    <a:pt x="416108" y="233891"/>
                  </a:cubicBezTo>
                  <a:cubicBezTo>
                    <a:pt x="413388" y="244769"/>
                    <a:pt x="410668" y="255648"/>
                    <a:pt x="405229" y="263807"/>
                  </a:cubicBezTo>
                  <a:cubicBezTo>
                    <a:pt x="402510" y="269246"/>
                    <a:pt x="397070" y="269246"/>
                    <a:pt x="394351" y="274686"/>
                  </a:cubicBezTo>
                  <a:cubicBezTo>
                    <a:pt x="391631" y="277405"/>
                    <a:pt x="391631" y="282844"/>
                    <a:pt x="388912" y="285564"/>
                  </a:cubicBezTo>
                  <a:cubicBezTo>
                    <a:pt x="383472" y="291003"/>
                    <a:pt x="375313" y="301882"/>
                    <a:pt x="369874" y="304602"/>
                  </a:cubicBezTo>
                  <a:cubicBezTo>
                    <a:pt x="367154" y="307321"/>
                    <a:pt x="361715" y="307321"/>
                    <a:pt x="358995" y="310041"/>
                  </a:cubicBezTo>
                  <a:cubicBezTo>
                    <a:pt x="356275" y="312761"/>
                    <a:pt x="350836" y="318200"/>
                    <a:pt x="348117" y="320920"/>
                  </a:cubicBezTo>
                  <a:cubicBezTo>
                    <a:pt x="339958" y="326359"/>
                    <a:pt x="334518" y="334518"/>
                    <a:pt x="326359" y="339957"/>
                  </a:cubicBezTo>
                  <a:cubicBezTo>
                    <a:pt x="320920" y="342677"/>
                    <a:pt x="312761" y="342677"/>
                    <a:pt x="312761" y="353555"/>
                  </a:cubicBezTo>
                  <a:cubicBezTo>
                    <a:pt x="312761" y="361714"/>
                    <a:pt x="334518" y="372593"/>
                    <a:pt x="337238" y="380752"/>
                  </a:cubicBezTo>
                  <a:cubicBezTo>
                    <a:pt x="345397" y="394350"/>
                    <a:pt x="353556" y="407948"/>
                    <a:pt x="358995" y="421547"/>
                  </a:cubicBezTo>
                  <a:cubicBezTo>
                    <a:pt x="364434" y="435145"/>
                    <a:pt x="367154" y="446024"/>
                    <a:pt x="372593" y="459622"/>
                  </a:cubicBezTo>
                  <a:cubicBezTo>
                    <a:pt x="378033" y="478660"/>
                    <a:pt x="383472" y="494978"/>
                    <a:pt x="386192" y="514015"/>
                  </a:cubicBezTo>
                  <a:cubicBezTo>
                    <a:pt x="391631" y="533053"/>
                    <a:pt x="402510" y="549371"/>
                    <a:pt x="407949" y="568408"/>
                  </a:cubicBezTo>
                  <a:cubicBezTo>
                    <a:pt x="410668" y="579287"/>
                    <a:pt x="416108" y="590165"/>
                    <a:pt x="421547" y="598324"/>
                  </a:cubicBezTo>
                  <a:cubicBezTo>
                    <a:pt x="435146" y="614642"/>
                    <a:pt x="443305" y="622801"/>
                    <a:pt x="451463" y="628241"/>
                  </a:cubicBezTo>
                  <a:cubicBezTo>
                    <a:pt x="456903" y="630960"/>
                    <a:pt x="465062" y="636400"/>
                    <a:pt x="465062" y="644559"/>
                  </a:cubicBezTo>
                  <a:cubicBezTo>
                    <a:pt x="465062" y="647278"/>
                    <a:pt x="465062" y="647278"/>
                    <a:pt x="462342" y="649998"/>
                  </a:cubicBezTo>
                  <a:cubicBezTo>
                    <a:pt x="456903" y="655437"/>
                    <a:pt x="446024" y="658157"/>
                    <a:pt x="437865" y="658157"/>
                  </a:cubicBezTo>
                  <a:cubicBezTo>
                    <a:pt x="413388" y="658157"/>
                    <a:pt x="378033" y="641839"/>
                    <a:pt x="361715" y="622801"/>
                  </a:cubicBezTo>
                  <a:cubicBezTo>
                    <a:pt x="345397" y="606483"/>
                    <a:pt x="334518" y="584726"/>
                    <a:pt x="320920" y="565689"/>
                  </a:cubicBezTo>
                  <a:cubicBezTo>
                    <a:pt x="315480" y="554810"/>
                    <a:pt x="310041" y="543931"/>
                    <a:pt x="304602" y="530333"/>
                  </a:cubicBezTo>
                  <a:cubicBezTo>
                    <a:pt x="299163" y="519454"/>
                    <a:pt x="296443" y="508576"/>
                    <a:pt x="293723" y="497697"/>
                  </a:cubicBezTo>
                  <a:cubicBezTo>
                    <a:pt x="291004" y="486819"/>
                    <a:pt x="288284" y="473220"/>
                    <a:pt x="282845" y="462342"/>
                  </a:cubicBezTo>
                  <a:cubicBezTo>
                    <a:pt x="280125" y="448743"/>
                    <a:pt x="274686" y="437865"/>
                    <a:pt x="269246" y="424267"/>
                  </a:cubicBezTo>
                  <a:cubicBezTo>
                    <a:pt x="266527" y="416108"/>
                    <a:pt x="261087" y="402509"/>
                    <a:pt x="255648" y="391631"/>
                  </a:cubicBezTo>
                  <a:cubicBezTo>
                    <a:pt x="250209" y="380752"/>
                    <a:pt x="244770" y="375313"/>
                    <a:pt x="236610" y="367154"/>
                  </a:cubicBezTo>
                  <a:cubicBezTo>
                    <a:pt x="231171" y="361714"/>
                    <a:pt x="223012" y="361714"/>
                    <a:pt x="217573" y="361714"/>
                  </a:cubicBezTo>
                  <a:cubicBezTo>
                    <a:pt x="212134" y="361714"/>
                    <a:pt x="206694" y="361714"/>
                    <a:pt x="201255" y="361714"/>
                  </a:cubicBezTo>
                  <a:cubicBezTo>
                    <a:pt x="198535" y="361714"/>
                    <a:pt x="198535" y="364434"/>
                    <a:pt x="198535" y="367154"/>
                  </a:cubicBezTo>
                  <a:cubicBezTo>
                    <a:pt x="198535" y="375313"/>
                    <a:pt x="201255" y="386191"/>
                    <a:pt x="201255" y="388911"/>
                  </a:cubicBezTo>
                  <a:cubicBezTo>
                    <a:pt x="201255" y="402509"/>
                    <a:pt x="198535" y="413388"/>
                    <a:pt x="198535" y="426986"/>
                  </a:cubicBezTo>
                  <a:cubicBezTo>
                    <a:pt x="198535" y="446024"/>
                    <a:pt x="203975" y="456902"/>
                    <a:pt x="203975" y="478660"/>
                  </a:cubicBezTo>
                  <a:cubicBezTo>
                    <a:pt x="203975" y="503136"/>
                    <a:pt x="201255" y="527613"/>
                    <a:pt x="198535" y="552090"/>
                  </a:cubicBezTo>
                  <a:cubicBezTo>
                    <a:pt x="198535" y="560249"/>
                    <a:pt x="195816" y="568408"/>
                    <a:pt x="195816" y="576567"/>
                  </a:cubicBezTo>
                  <a:cubicBezTo>
                    <a:pt x="195816" y="582006"/>
                    <a:pt x="195816" y="587446"/>
                    <a:pt x="198535" y="592885"/>
                  </a:cubicBezTo>
                  <a:cubicBezTo>
                    <a:pt x="212134" y="592885"/>
                    <a:pt x="225732" y="592885"/>
                    <a:pt x="233891" y="592885"/>
                  </a:cubicBezTo>
                  <a:cubicBezTo>
                    <a:pt x="247489" y="592885"/>
                    <a:pt x="271966" y="592885"/>
                    <a:pt x="271966" y="611923"/>
                  </a:cubicBezTo>
                  <a:cubicBezTo>
                    <a:pt x="271966" y="620082"/>
                    <a:pt x="269246" y="622801"/>
                    <a:pt x="266527" y="628241"/>
                  </a:cubicBezTo>
                  <a:cubicBezTo>
                    <a:pt x="261087" y="633680"/>
                    <a:pt x="255648" y="636400"/>
                    <a:pt x="250209" y="636400"/>
                  </a:cubicBezTo>
                  <a:cubicBezTo>
                    <a:pt x="239330" y="639119"/>
                    <a:pt x="233891" y="639119"/>
                    <a:pt x="228451" y="639119"/>
                  </a:cubicBezTo>
                  <a:cubicBezTo>
                    <a:pt x="223012" y="639119"/>
                    <a:pt x="206694" y="639119"/>
                    <a:pt x="187657" y="639119"/>
                  </a:cubicBezTo>
                  <a:cubicBezTo>
                    <a:pt x="176778" y="647278"/>
                    <a:pt x="163180" y="649998"/>
                    <a:pt x="152301" y="652717"/>
                  </a:cubicBezTo>
                  <a:cubicBezTo>
                    <a:pt x="146862" y="652717"/>
                    <a:pt x="138703" y="655437"/>
                    <a:pt x="133263" y="655437"/>
                  </a:cubicBezTo>
                  <a:cubicBezTo>
                    <a:pt x="130544" y="655437"/>
                    <a:pt x="125104" y="655437"/>
                    <a:pt x="122385" y="652717"/>
                  </a:cubicBezTo>
                  <a:cubicBezTo>
                    <a:pt x="114226" y="649998"/>
                    <a:pt x="103347" y="644559"/>
                    <a:pt x="97908" y="639119"/>
                  </a:cubicBezTo>
                  <a:cubicBezTo>
                    <a:pt x="87029" y="639119"/>
                    <a:pt x="78870" y="639119"/>
                    <a:pt x="70711" y="639119"/>
                  </a:cubicBezTo>
                  <a:cubicBezTo>
                    <a:pt x="62552" y="639119"/>
                    <a:pt x="54393" y="639119"/>
                    <a:pt x="46234" y="639119"/>
                  </a:cubicBezTo>
                  <a:cubicBezTo>
                    <a:pt x="38075" y="639119"/>
                    <a:pt x="27197" y="633680"/>
                    <a:pt x="19038" y="630960"/>
                  </a:cubicBezTo>
                  <a:cubicBezTo>
                    <a:pt x="10879" y="628241"/>
                    <a:pt x="2720" y="620082"/>
                    <a:pt x="2720" y="614642"/>
                  </a:cubicBezTo>
                  <a:cubicBezTo>
                    <a:pt x="2720" y="611923"/>
                    <a:pt x="2720" y="609203"/>
                    <a:pt x="8159" y="606483"/>
                  </a:cubicBezTo>
                  <a:cubicBezTo>
                    <a:pt x="13599" y="603764"/>
                    <a:pt x="24477" y="601044"/>
                    <a:pt x="29916" y="598324"/>
                  </a:cubicBezTo>
                  <a:cubicBezTo>
                    <a:pt x="43515" y="595605"/>
                    <a:pt x="62552" y="595605"/>
                    <a:pt x="76151" y="592885"/>
                  </a:cubicBezTo>
                  <a:cubicBezTo>
                    <a:pt x="76151" y="587446"/>
                    <a:pt x="73431" y="582006"/>
                    <a:pt x="73431" y="573848"/>
                  </a:cubicBezTo>
                  <a:cubicBezTo>
                    <a:pt x="73431" y="565689"/>
                    <a:pt x="70711" y="516735"/>
                    <a:pt x="70711" y="500417"/>
                  </a:cubicBezTo>
                  <a:cubicBezTo>
                    <a:pt x="70711" y="481379"/>
                    <a:pt x="73431" y="456902"/>
                    <a:pt x="73431" y="437865"/>
                  </a:cubicBezTo>
                  <a:cubicBezTo>
                    <a:pt x="73431" y="416108"/>
                    <a:pt x="70711" y="391631"/>
                    <a:pt x="70711" y="369873"/>
                  </a:cubicBezTo>
                  <a:cubicBezTo>
                    <a:pt x="70711" y="345397"/>
                    <a:pt x="70711" y="318200"/>
                    <a:pt x="70711" y="293723"/>
                  </a:cubicBezTo>
                  <a:cubicBezTo>
                    <a:pt x="70711" y="266526"/>
                    <a:pt x="73431" y="239330"/>
                    <a:pt x="73431" y="212133"/>
                  </a:cubicBezTo>
                  <a:cubicBezTo>
                    <a:pt x="73431" y="187656"/>
                    <a:pt x="76151" y="179498"/>
                    <a:pt x="76151" y="155021"/>
                  </a:cubicBezTo>
                  <a:cubicBezTo>
                    <a:pt x="76151" y="144142"/>
                    <a:pt x="76151" y="130544"/>
                    <a:pt x="76151" y="119665"/>
                  </a:cubicBezTo>
                  <a:cubicBezTo>
                    <a:pt x="76151" y="106067"/>
                    <a:pt x="78870" y="95188"/>
                    <a:pt x="78870" y="84310"/>
                  </a:cubicBezTo>
                  <a:cubicBezTo>
                    <a:pt x="78870" y="78870"/>
                    <a:pt x="78870" y="70711"/>
                    <a:pt x="76151" y="62552"/>
                  </a:cubicBezTo>
                  <a:cubicBezTo>
                    <a:pt x="76151" y="62552"/>
                    <a:pt x="73431" y="62552"/>
                    <a:pt x="67992" y="62552"/>
                  </a:cubicBezTo>
                  <a:cubicBezTo>
                    <a:pt x="59833" y="62552"/>
                    <a:pt x="51674" y="62552"/>
                    <a:pt x="43515" y="62552"/>
                  </a:cubicBezTo>
                  <a:cubicBezTo>
                    <a:pt x="35356" y="62552"/>
                    <a:pt x="24477" y="59833"/>
                    <a:pt x="16318" y="57113"/>
                  </a:cubicBezTo>
                  <a:cubicBezTo>
                    <a:pt x="8159" y="54393"/>
                    <a:pt x="0" y="43515"/>
                    <a:pt x="0" y="40795"/>
                  </a:cubicBezTo>
                  <a:cubicBezTo>
                    <a:pt x="0" y="38075"/>
                    <a:pt x="0" y="35356"/>
                    <a:pt x="5439" y="32636"/>
                  </a:cubicBezTo>
                  <a:cubicBezTo>
                    <a:pt x="10879" y="29917"/>
                    <a:pt x="21758" y="27197"/>
                    <a:pt x="27197" y="24477"/>
                  </a:cubicBezTo>
                  <a:cubicBezTo>
                    <a:pt x="46234" y="21758"/>
                    <a:pt x="62552" y="19038"/>
                    <a:pt x="76151" y="19038"/>
                  </a:cubicBezTo>
                  <a:cubicBezTo>
                    <a:pt x="76151" y="16318"/>
                    <a:pt x="78870" y="16318"/>
                    <a:pt x="78870" y="13598"/>
                  </a:cubicBezTo>
                  <a:cubicBezTo>
                    <a:pt x="84309" y="10879"/>
                    <a:pt x="89749" y="8159"/>
                    <a:pt x="95188" y="5440"/>
                  </a:cubicBezTo>
                  <a:cubicBezTo>
                    <a:pt x="100628" y="2720"/>
                    <a:pt x="106067" y="0"/>
                    <a:pt x="111506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4CD57581-16D5-457C-AB8A-C39E91AF7848}"/>
                </a:ext>
              </a:extLst>
            </p:cNvPr>
            <p:cNvSpPr/>
            <p:nvPr/>
          </p:nvSpPr>
          <p:spPr>
            <a:xfrm>
              <a:off x="8346812" y="4186718"/>
              <a:ext cx="353556" cy="761503"/>
            </a:xfrm>
            <a:custGeom>
              <a:avLst/>
              <a:gdLst>
                <a:gd name="connsiteX0" fmla="*/ 283910 w 353555"/>
                <a:gd name="connsiteY0" fmla="*/ 672820 h 761503"/>
                <a:gd name="connsiteX1" fmla="*/ 321985 w 353555"/>
                <a:gd name="connsiteY1" fmla="*/ 689138 h 761503"/>
                <a:gd name="connsiteX2" fmla="*/ 316546 w 353555"/>
                <a:gd name="connsiteY2" fmla="*/ 705456 h 761503"/>
                <a:gd name="connsiteX3" fmla="*/ 300228 w 353555"/>
                <a:gd name="connsiteY3" fmla="*/ 713615 h 761503"/>
                <a:gd name="connsiteX4" fmla="*/ 278471 w 353555"/>
                <a:gd name="connsiteY4" fmla="*/ 716335 h 761503"/>
                <a:gd name="connsiteX5" fmla="*/ 237676 w 353555"/>
                <a:gd name="connsiteY5" fmla="*/ 716335 h 761503"/>
                <a:gd name="connsiteX6" fmla="*/ 180563 w 353555"/>
                <a:gd name="connsiteY6" fmla="*/ 719054 h 761503"/>
                <a:gd name="connsiteX7" fmla="*/ 126170 w 353555"/>
                <a:gd name="connsiteY7" fmla="*/ 719054 h 761503"/>
                <a:gd name="connsiteX8" fmla="*/ 101693 w 353555"/>
                <a:gd name="connsiteY8" fmla="*/ 719054 h 761503"/>
                <a:gd name="connsiteX9" fmla="*/ 74496 w 353555"/>
                <a:gd name="connsiteY9" fmla="*/ 713615 h 761503"/>
                <a:gd name="connsiteX10" fmla="*/ 58178 w 353555"/>
                <a:gd name="connsiteY10" fmla="*/ 697297 h 761503"/>
                <a:gd name="connsiteX11" fmla="*/ 63618 w 353555"/>
                <a:gd name="connsiteY11" fmla="*/ 689138 h 761503"/>
                <a:gd name="connsiteX12" fmla="*/ 85375 w 353555"/>
                <a:gd name="connsiteY12" fmla="*/ 680979 h 761503"/>
                <a:gd name="connsiteX13" fmla="*/ 131609 w 353555"/>
                <a:gd name="connsiteY13" fmla="*/ 675540 h 761503"/>
                <a:gd name="connsiteX14" fmla="*/ 142488 w 353555"/>
                <a:gd name="connsiteY14" fmla="*/ 675540 h 761503"/>
                <a:gd name="connsiteX15" fmla="*/ 131609 w 353555"/>
                <a:gd name="connsiteY15" fmla="*/ 653783 h 761503"/>
                <a:gd name="connsiteX16" fmla="*/ 128890 w 353555"/>
                <a:gd name="connsiteY16" fmla="*/ 640184 h 761503"/>
                <a:gd name="connsiteX17" fmla="*/ 128890 w 353555"/>
                <a:gd name="connsiteY17" fmla="*/ 629306 h 761503"/>
                <a:gd name="connsiteX18" fmla="*/ 128890 w 353555"/>
                <a:gd name="connsiteY18" fmla="*/ 621147 h 761503"/>
                <a:gd name="connsiteX19" fmla="*/ 128890 w 353555"/>
                <a:gd name="connsiteY19" fmla="*/ 593950 h 761503"/>
                <a:gd name="connsiteX20" fmla="*/ 128890 w 353555"/>
                <a:gd name="connsiteY20" fmla="*/ 583072 h 761503"/>
                <a:gd name="connsiteX21" fmla="*/ 128890 w 353555"/>
                <a:gd name="connsiteY21" fmla="*/ 436210 h 761503"/>
                <a:gd name="connsiteX22" fmla="*/ 128890 w 353555"/>
                <a:gd name="connsiteY22" fmla="*/ 357340 h 761503"/>
                <a:gd name="connsiteX23" fmla="*/ 131609 w 353555"/>
                <a:gd name="connsiteY23" fmla="*/ 289349 h 761503"/>
                <a:gd name="connsiteX24" fmla="*/ 131609 w 353555"/>
                <a:gd name="connsiteY24" fmla="*/ 251274 h 761503"/>
                <a:gd name="connsiteX25" fmla="*/ 131609 w 353555"/>
                <a:gd name="connsiteY25" fmla="*/ 205040 h 761503"/>
                <a:gd name="connsiteX26" fmla="*/ 131609 w 353555"/>
                <a:gd name="connsiteY26" fmla="*/ 139768 h 761503"/>
                <a:gd name="connsiteX27" fmla="*/ 131609 w 353555"/>
                <a:gd name="connsiteY27" fmla="*/ 128889 h 761503"/>
                <a:gd name="connsiteX28" fmla="*/ 126170 w 353555"/>
                <a:gd name="connsiteY28" fmla="*/ 128889 h 761503"/>
                <a:gd name="connsiteX29" fmla="*/ 101693 w 353555"/>
                <a:gd name="connsiteY29" fmla="*/ 128889 h 761503"/>
                <a:gd name="connsiteX30" fmla="*/ 74496 w 353555"/>
                <a:gd name="connsiteY30" fmla="*/ 123450 h 761503"/>
                <a:gd name="connsiteX31" fmla="*/ 58178 w 353555"/>
                <a:gd name="connsiteY31" fmla="*/ 107132 h 761503"/>
                <a:gd name="connsiteX32" fmla="*/ 60898 w 353555"/>
                <a:gd name="connsiteY32" fmla="*/ 98973 h 761503"/>
                <a:gd name="connsiteX33" fmla="*/ 82655 w 353555"/>
                <a:gd name="connsiteY33" fmla="*/ 93534 h 761503"/>
                <a:gd name="connsiteX34" fmla="*/ 131609 w 353555"/>
                <a:gd name="connsiteY34" fmla="*/ 88094 h 761503"/>
                <a:gd name="connsiteX35" fmla="*/ 131609 w 353555"/>
                <a:gd name="connsiteY35" fmla="*/ 82655 h 761503"/>
                <a:gd name="connsiteX36" fmla="*/ 134329 w 353555"/>
                <a:gd name="connsiteY36" fmla="*/ 71776 h 761503"/>
                <a:gd name="connsiteX37" fmla="*/ 147927 w 353555"/>
                <a:gd name="connsiteY37" fmla="*/ 63617 h 761503"/>
                <a:gd name="connsiteX38" fmla="*/ 164245 w 353555"/>
                <a:gd name="connsiteY38" fmla="*/ 58178 h 761503"/>
                <a:gd name="connsiteX39" fmla="*/ 177843 w 353555"/>
                <a:gd name="connsiteY39" fmla="*/ 58178 h 761503"/>
                <a:gd name="connsiteX40" fmla="*/ 196881 w 353555"/>
                <a:gd name="connsiteY40" fmla="*/ 60898 h 761503"/>
                <a:gd name="connsiteX41" fmla="*/ 232237 w 353555"/>
                <a:gd name="connsiteY41" fmla="*/ 88094 h 761503"/>
                <a:gd name="connsiteX42" fmla="*/ 278471 w 353555"/>
                <a:gd name="connsiteY42" fmla="*/ 88094 h 761503"/>
                <a:gd name="connsiteX43" fmla="*/ 316546 w 353555"/>
                <a:gd name="connsiteY43" fmla="*/ 104412 h 761503"/>
                <a:gd name="connsiteX44" fmla="*/ 311107 w 353555"/>
                <a:gd name="connsiteY44" fmla="*/ 120730 h 761503"/>
                <a:gd name="connsiteX45" fmla="*/ 294789 w 353555"/>
                <a:gd name="connsiteY45" fmla="*/ 128889 h 761503"/>
                <a:gd name="connsiteX46" fmla="*/ 273032 w 353555"/>
                <a:gd name="connsiteY46" fmla="*/ 131609 h 761503"/>
                <a:gd name="connsiteX47" fmla="*/ 243115 w 353555"/>
                <a:gd name="connsiteY47" fmla="*/ 131609 h 761503"/>
                <a:gd name="connsiteX48" fmla="*/ 243115 w 353555"/>
                <a:gd name="connsiteY48" fmla="*/ 134329 h 761503"/>
                <a:gd name="connsiteX49" fmla="*/ 248554 w 353555"/>
                <a:gd name="connsiteY49" fmla="*/ 169684 h 761503"/>
                <a:gd name="connsiteX50" fmla="*/ 251274 w 353555"/>
                <a:gd name="connsiteY50" fmla="*/ 205040 h 761503"/>
                <a:gd name="connsiteX51" fmla="*/ 251274 w 353555"/>
                <a:gd name="connsiteY51" fmla="*/ 240395 h 761503"/>
                <a:gd name="connsiteX52" fmla="*/ 251274 w 353555"/>
                <a:gd name="connsiteY52" fmla="*/ 256713 h 761503"/>
                <a:gd name="connsiteX53" fmla="*/ 253994 w 353555"/>
                <a:gd name="connsiteY53" fmla="*/ 270311 h 761503"/>
                <a:gd name="connsiteX54" fmla="*/ 259433 w 353555"/>
                <a:gd name="connsiteY54" fmla="*/ 343742 h 761503"/>
                <a:gd name="connsiteX55" fmla="*/ 262153 w 353555"/>
                <a:gd name="connsiteY55" fmla="*/ 425332 h 761503"/>
                <a:gd name="connsiteX56" fmla="*/ 264872 w 353555"/>
                <a:gd name="connsiteY56" fmla="*/ 490603 h 761503"/>
                <a:gd name="connsiteX57" fmla="*/ 270312 w 353555"/>
                <a:gd name="connsiteY57" fmla="*/ 564034 h 761503"/>
                <a:gd name="connsiteX58" fmla="*/ 270312 w 353555"/>
                <a:gd name="connsiteY58" fmla="*/ 599390 h 761503"/>
                <a:gd name="connsiteX59" fmla="*/ 270312 w 353555"/>
                <a:gd name="connsiteY59" fmla="*/ 637465 h 761503"/>
                <a:gd name="connsiteX60" fmla="*/ 264872 w 353555"/>
                <a:gd name="connsiteY60" fmla="*/ 670101 h 761503"/>
                <a:gd name="connsiteX61" fmla="*/ 283910 w 353555"/>
                <a:gd name="connsiteY61" fmla="*/ 672820 h 761503"/>
                <a:gd name="connsiteX62" fmla="*/ 283910 w 353555"/>
                <a:gd name="connsiteY62" fmla="*/ 672820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353555" h="761503">
                  <a:moveTo>
                    <a:pt x="283910" y="672820"/>
                  </a:moveTo>
                  <a:cubicBezTo>
                    <a:pt x="297508" y="672820"/>
                    <a:pt x="321985" y="672820"/>
                    <a:pt x="321985" y="689138"/>
                  </a:cubicBezTo>
                  <a:cubicBezTo>
                    <a:pt x="321985" y="697297"/>
                    <a:pt x="319266" y="697297"/>
                    <a:pt x="316546" y="705456"/>
                  </a:cubicBezTo>
                  <a:cubicBezTo>
                    <a:pt x="311107" y="710895"/>
                    <a:pt x="305667" y="713615"/>
                    <a:pt x="300228" y="713615"/>
                  </a:cubicBezTo>
                  <a:cubicBezTo>
                    <a:pt x="292069" y="716335"/>
                    <a:pt x="283910" y="716335"/>
                    <a:pt x="278471" y="716335"/>
                  </a:cubicBezTo>
                  <a:cubicBezTo>
                    <a:pt x="275751" y="716335"/>
                    <a:pt x="256713" y="716335"/>
                    <a:pt x="237676" y="716335"/>
                  </a:cubicBezTo>
                  <a:cubicBezTo>
                    <a:pt x="213199" y="716335"/>
                    <a:pt x="186003" y="719054"/>
                    <a:pt x="180563" y="719054"/>
                  </a:cubicBezTo>
                  <a:cubicBezTo>
                    <a:pt x="166965" y="719054"/>
                    <a:pt x="142488" y="719054"/>
                    <a:pt x="126170" y="719054"/>
                  </a:cubicBezTo>
                  <a:cubicBezTo>
                    <a:pt x="118011" y="719054"/>
                    <a:pt x="109852" y="719054"/>
                    <a:pt x="101693" y="719054"/>
                  </a:cubicBezTo>
                  <a:cubicBezTo>
                    <a:pt x="93534" y="719054"/>
                    <a:pt x="82655" y="719054"/>
                    <a:pt x="74496" y="713615"/>
                  </a:cubicBezTo>
                  <a:cubicBezTo>
                    <a:pt x="66337" y="710895"/>
                    <a:pt x="58178" y="702736"/>
                    <a:pt x="58178" y="697297"/>
                  </a:cubicBezTo>
                  <a:cubicBezTo>
                    <a:pt x="58178" y="694578"/>
                    <a:pt x="58178" y="691858"/>
                    <a:pt x="63618" y="689138"/>
                  </a:cubicBezTo>
                  <a:cubicBezTo>
                    <a:pt x="69057" y="686418"/>
                    <a:pt x="79936" y="683699"/>
                    <a:pt x="85375" y="680979"/>
                  </a:cubicBezTo>
                  <a:cubicBezTo>
                    <a:pt x="104413" y="678260"/>
                    <a:pt x="123450" y="675540"/>
                    <a:pt x="131609" y="675540"/>
                  </a:cubicBezTo>
                  <a:cubicBezTo>
                    <a:pt x="134329" y="675540"/>
                    <a:pt x="137049" y="675540"/>
                    <a:pt x="142488" y="675540"/>
                  </a:cubicBezTo>
                  <a:cubicBezTo>
                    <a:pt x="134329" y="670101"/>
                    <a:pt x="131609" y="661942"/>
                    <a:pt x="131609" y="653783"/>
                  </a:cubicBezTo>
                  <a:cubicBezTo>
                    <a:pt x="131609" y="648343"/>
                    <a:pt x="131609" y="642904"/>
                    <a:pt x="128890" y="640184"/>
                  </a:cubicBezTo>
                  <a:cubicBezTo>
                    <a:pt x="128890" y="637465"/>
                    <a:pt x="128890" y="634745"/>
                    <a:pt x="128890" y="629306"/>
                  </a:cubicBezTo>
                  <a:cubicBezTo>
                    <a:pt x="128890" y="626586"/>
                    <a:pt x="128890" y="623867"/>
                    <a:pt x="128890" y="621147"/>
                  </a:cubicBezTo>
                  <a:cubicBezTo>
                    <a:pt x="128890" y="612988"/>
                    <a:pt x="128890" y="604829"/>
                    <a:pt x="128890" y="593950"/>
                  </a:cubicBezTo>
                  <a:cubicBezTo>
                    <a:pt x="128890" y="591231"/>
                    <a:pt x="128890" y="585791"/>
                    <a:pt x="128890" y="583072"/>
                  </a:cubicBezTo>
                  <a:cubicBezTo>
                    <a:pt x="128890" y="534118"/>
                    <a:pt x="131609" y="485164"/>
                    <a:pt x="128890" y="436210"/>
                  </a:cubicBezTo>
                  <a:cubicBezTo>
                    <a:pt x="128890" y="409014"/>
                    <a:pt x="128890" y="384537"/>
                    <a:pt x="128890" y="357340"/>
                  </a:cubicBezTo>
                  <a:cubicBezTo>
                    <a:pt x="128890" y="335583"/>
                    <a:pt x="131609" y="313826"/>
                    <a:pt x="131609" y="289349"/>
                  </a:cubicBezTo>
                  <a:cubicBezTo>
                    <a:pt x="131609" y="275751"/>
                    <a:pt x="131609" y="264872"/>
                    <a:pt x="131609" y="251274"/>
                  </a:cubicBezTo>
                  <a:cubicBezTo>
                    <a:pt x="131609" y="234956"/>
                    <a:pt x="131609" y="221357"/>
                    <a:pt x="131609" y="205040"/>
                  </a:cubicBezTo>
                  <a:cubicBezTo>
                    <a:pt x="131609" y="183282"/>
                    <a:pt x="131609" y="161525"/>
                    <a:pt x="131609" y="139768"/>
                  </a:cubicBezTo>
                  <a:cubicBezTo>
                    <a:pt x="131609" y="137048"/>
                    <a:pt x="131609" y="134329"/>
                    <a:pt x="131609" y="128889"/>
                  </a:cubicBezTo>
                  <a:cubicBezTo>
                    <a:pt x="128890" y="128889"/>
                    <a:pt x="126170" y="128889"/>
                    <a:pt x="126170" y="128889"/>
                  </a:cubicBezTo>
                  <a:cubicBezTo>
                    <a:pt x="118011" y="128889"/>
                    <a:pt x="109852" y="128889"/>
                    <a:pt x="101693" y="128889"/>
                  </a:cubicBezTo>
                  <a:cubicBezTo>
                    <a:pt x="93534" y="128889"/>
                    <a:pt x="82655" y="128889"/>
                    <a:pt x="74496" y="123450"/>
                  </a:cubicBezTo>
                  <a:cubicBezTo>
                    <a:pt x="66337" y="120730"/>
                    <a:pt x="58178" y="112571"/>
                    <a:pt x="58178" y="107132"/>
                  </a:cubicBezTo>
                  <a:cubicBezTo>
                    <a:pt x="58178" y="104412"/>
                    <a:pt x="58178" y="101693"/>
                    <a:pt x="60898" y="98973"/>
                  </a:cubicBezTo>
                  <a:cubicBezTo>
                    <a:pt x="63618" y="96253"/>
                    <a:pt x="77216" y="93534"/>
                    <a:pt x="82655" y="93534"/>
                  </a:cubicBezTo>
                  <a:cubicBezTo>
                    <a:pt x="98973" y="90814"/>
                    <a:pt x="123450" y="88094"/>
                    <a:pt x="131609" y="88094"/>
                  </a:cubicBezTo>
                  <a:cubicBezTo>
                    <a:pt x="131609" y="85375"/>
                    <a:pt x="131609" y="85375"/>
                    <a:pt x="131609" y="82655"/>
                  </a:cubicBezTo>
                  <a:cubicBezTo>
                    <a:pt x="131609" y="77216"/>
                    <a:pt x="131609" y="74496"/>
                    <a:pt x="134329" y="71776"/>
                  </a:cubicBezTo>
                  <a:cubicBezTo>
                    <a:pt x="137049" y="69057"/>
                    <a:pt x="145208" y="66337"/>
                    <a:pt x="147927" y="63617"/>
                  </a:cubicBezTo>
                  <a:cubicBezTo>
                    <a:pt x="153366" y="60898"/>
                    <a:pt x="158806" y="58178"/>
                    <a:pt x="164245" y="58178"/>
                  </a:cubicBezTo>
                  <a:cubicBezTo>
                    <a:pt x="169684" y="58178"/>
                    <a:pt x="175124" y="58178"/>
                    <a:pt x="177843" y="58178"/>
                  </a:cubicBezTo>
                  <a:cubicBezTo>
                    <a:pt x="183283" y="58178"/>
                    <a:pt x="191442" y="58178"/>
                    <a:pt x="196881" y="60898"/>
                  </a:cubicBezTo>
                  <a:cubicBezTo>
                    <a:pt x="213199" y="63617"/>
                    <a:pt x="224078" y="74496"/>
                    <a:pt x="232237" y="88094"/>
                  </a:cubicBezTo>
                  <a:cubicBezTo>
                    <a:pt x="253994" y="88094"/>
                    <a:pt x="270312" y="88094"/>
                    <a:pt x="278471" y="88094"/>
                  </a:cubicBezTo>
                  <a:cubicBezTo>
                    <a:pt x="292069" y="88094"/>
                    <a:pt x="316546" y="88094"/>
                    <a:pt x="316546" y="104412"/>
                  </a:cubicBezTo>
                  <a:cubicBezTo>
                    <a:pt x="316546" y="112571"/>
                    <a:pt x="313826" y="112571"/>
                    <a:pt x="311107" y="120730"/>
                  </a:cubicBezTo>
                  <a:cubicBezTo>
                    <a:pt x="305667" y="126170"/>
                    <a:pt x="300228" y="128889"/>
                    <a:pt x="294789" y="128889"/>
                  </a:cubicBezTo>
                  <a:cubicBezTo>
                    <a:pt x="286630" y="131609"/>
                    <a:pt x="278471" y="131609"/>
                    <a:pt x="273032" y="131609"/>
                  </a:cubicBezTo>
                  <a:cubicBezTo>
                    <a:pt x="270312" y="131609"/>
                    <a:pt x="259433" y="131609"/>
                    <a:pt x="243115" y="131609"/>
                  </a:cubicBezTo>
                  <a:lnTo>
                    <a:pt x="243115" y="134329"/>
                  </a:lnTo>
                  <a:cubicBezTo>
                    <a:pt x="245835" y="145207"/>
                    <a:pt x="245835" y="158805"/>
                    <a:pt x="248554" y="169684"/>
                  </a:cubicBezTo>
                  <a:cubicBezTo>
                    <a:pt x="251274" y="180563"/>
                    <a:pt x="251274" y="194161"/>
                    <a:pt x="251274" y="205040"/>
                  </a:cubicBezTo>
                  <a:cubicBezTo>
                    <a:pt x="251274" y="215918"/>
                    <a:pt x="251274" y="226797"/>
                    <a:pt x="251274" y="240395"/>
                  </a:cubicBezTo>
                  <a:cubicBezTo>
                    <a:pt x="251274" y="245834"/>
                    <a:pt x="251274" y="251274"/>
                    <a:pt x="251274" y="256713"/>
                  </a:cubicBezTo>
                  <a:cubicBezTo>
                    <a:pt x="251274" y="262152"/>
                    <a:pt x="251274" y="267592"/>
                    <a:pt x="253994" y="270311"/>
                  </a:cubicBezTo>
                  <a:cubicBezTo>
                    <a:pt x="256713" y="294788"/>
                    <a:pt x="256713" y="319265"/>
                    <a:pt x="259433" y="343742"/>
                  </a:cubicBezTo>
                  <a:cubicBezTo>
                    <a:pt x="259433" y="370939"/>
                    <a:pt x="262153" y="398135"/>
                    <a:pt x="262153" y="425332"/>
                  </a:cubicBezTo>
                  <a:cubicBezTo>
                    <a:pt x="262153" y="447089"/>
                    <a:pt x="262153" y="468846"/>
                    <a:pt x="264872" y="490603"/>
                  </a:cubicBezTo>
                  <a:cubicBezTo>
                    <a:pt x="264872" y="515080"/>
                    <a:pt x="270312" y="539557"/>
                    <a:pt x="270312" y="564034"/>
                  </a:cubicBezTo>
                  <a:cubicBezTo>
                    <a:pt x="270312" y="574913"/>
                    <a:pt x="270312" y="588511"/>
                    <a:pt x="270312" y="599390"/>
                  </a:cubicBezTo>
                  <a:cubicBezTo>
                    <a:pt x="270312" y="612988"/>
                    <a:pt x="270312" y="623867"/>
                    <a:pt x="270312" y="637465"/>
                  </a:cubicBezTo>
                  <a:cubicBezTo>
                    <a:pt x="270312" y="648343"/>
                    <a:pt x="270312" y="661942"/>
                    <a:pt x="264872" y="670101"/>
                  </a:cubicBezTo>
                  <a:cubicBezTo>
                    <a:pt x="273032" y="672820"/>
                    <a:pt x="278471" y="672820"/>
                    <a:pt x="283910" y="672820"/>
                  </a:cubicBezTo>
                  <a:lnTo>
                    <a:pt x="283910" y="672820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9A128766-36EC-4898-BC9F-3A0ED7FC0E84}"/>
                </a:ext>
              </a:extLst>
            </p:cNvPr>
            <p:cNvSpPr/>
            <p:nvPr/>
          </p:nvSpPr>
          <p:spPr>
            <a:xfrm>
              <a:off x="8652924" y="4192158"/>
              <a:ext cx="516735" cy="788700"/>
            </a:xfrm>
            <a:custGeom>
              <a:avLst/>
              <a:gdLst>
                <a:gd name="connsiteX0" fmla="*/ 464616 w 516735"/>
                <a:gd name="connsiteY0" fmla="*/ 436210 h 788699"/>
                <a:gd name="connsiteX1" fmla="*/ 445578 w 516735"/>
                <a:gd name="connsiteY1" fmla="*/ 455248 h 788699"/>
                <a:gd name="connsiteX2" fmla="*/ 404783 w 516735"/>
                <a:gd name="connsiteY2" fmla="*/ 466126 h 788699"/>
                <a:gd name="connsiteX3" fmla="*/ 385746 w 516735"/>
                <a:gd name="connsiteY3" fmla="*/ 479725 h 788699"/>
                <a:gd name="connsiteX4" fmla="*/ 388466 w 516735"/>
                <a:gd name="connsiteY4" fmla="*/ 512361 h 788699"/>
                <a:gd name="connsiteX5" fmla="*/ 388466 w 516735"/>
                <a:gd name="connsiteY5" fmla="*/ 544997 h 788699"/>
                <a:gd name="connsiteX6" fmla="*/ 388466 w 516735"/>
                <a:gd name="connsiteY6" fmla="*/ 566754 h 788699"/>
                <a:gd name="connsiteX7" fmla="*/ 391185 w 516735"/>
                <a:gd name="connsiteY7" fmla="*/ 632026 h 788699"/>
                <a:gd name="connsiteX8" fmla="*/ 393905 w 516735"/>
                <a:gd name="connsiteY8" fmla="*/ 683699 h 788699"/>
                <a:gd name="connsiteX9" fmla="*/ 377587 w 516735"/>
                <a:gd name="connsiteY9" fmla="*/ 724494 h 788699"/>
                <a:gd name="connsiteX10" fmla="*/ 361269 w 516735"/>
                <a:gd name="connsiteY10" fmla="*/ 719054 h 788699"/>
                <a:gd name="connsiteX11" fmla="*/ 353110 w 516735"/>
                <a:gd name="connsiteY11" fmla="*/ 702737 h 788699"/>
                <a:gd name="connsiteX12" fmla="*/ 350390 w 516735"/>
                <a:gd name="connsiteY12" fmla="*/ 686419 h 788699"/>
                <a:gd name="connsiteX13" fmla="*/ 353110 w 516735"/>
                <a:gd name="connsiteY13" fmla="*/ 659222 h 788699"/>
                <a:gd name="connsiteX14" fmla="*/ 353110 w 516735"/>
                <a:gd name="connsiteY14" fmla="*/ 656502 h 788699"/>
                <a:gd name="connsiteX15" fmla="*/ 317754 w 516735"/>
                <a:gd name="connsiteY15" fmla="*/ 708176 h 788699"/>
                <a:gd name="connsiteX16" fmla="*/ 241604 w 516735"/>
                <a:gd name="connsiteY16" fmla="*/ 735372 h 788699"/>
                <a:gd name="connsiteX17" fmla="*/ 187211 w 516735"/>
                <a:gd name="connsiteY17" fmla="*/ 727214 h 788699"/>
                <a:gd name="connsiteX18" fmla="*/ 135537 w 516735"/>
                <a:gd name="connsiteY18" fmla="*/ 694578 h 788699"/>
                <a:gd name="connsiteX19" fmla="*/ 86583 w 516735"/>
                <a:gd name="connsiteY19" fmla="*/ 621147 h 788699"/>
                <a:gd name="connsiteX20" fmla="*/ 67546 w 516735"/>
                <a:gd name="connsiteY20" fmla="*/ 555875 h 788699"/>
                <a:gd name="connsiteX21" fmla="*/ 59387 w 516735"/>
                <a:gd name="connsiteY21" fmla="*/ 509641 h 788699"/>
                <a:gd name="connsiteX22" fmla="*/ 59387 w 516735"/>
                <a:gd name="connsiteY22" fmla="*/ 468846 h 788699"/>
                <a:gd name="connsiteX23" fmla="*/ 86583 w 516735"/>
                <a:gd name="connsiteY23" fmla="*/ 302947 h 788699"/>
                <a:gd name="connsiteX24" fmla="*/ 108341 w 516735"/>
                <a:gd name="connsiteY24" fmla="*/ 224077 h 788699"/>
                <a:gd name="connsiteX25" fmla="*/ 146416 w 516735"/>
                <a:gd name="connsiteY25" fmla="*/ 145207 h 788699"/>
                <a:gd name="connsiteX26" fmla="*/ 198090 w 516735"/>
                <a:gd name="connsiteY26" fmla="*/ 85375 h 788699"/>
                <a:gd name="connsiteX27" fmla="*/ 228006 w 516735"/>
                <a:gd name="connsiteY27" fmla="*/ 69057 h 788699"/>
                <a:gd name="connsiteX28" fmla="*/ 268801 w 516735"/>
                <a:gd name="connsiteY28" fmla="*/ 58178 h 788699"/>
                <a:gd name="connsiteX29" fmla="*/ 274240 w 516735"/>
                <a:gd name="connsiteY29" fmla="*/ 58178 h 788699"/>
                <a:gd name="connsiteX30" fmla="*/ 295997 w 516735"/>
                <a:gd name="connsiteY30" fmla="*/ 60898 h 788699"/>
                <a:gd name="connsiteX31" fmla="*/ 331353 w 516735"/>
                <a:gd name="connsiteY31" fmla="*/ 71776 h 788699"/>
                <a:gd name="connsiteX32" fmla="*/ 350390 w 516735"/>
                <a:gd name="connsiteY32" fmla="*/ 93534 h 788699"/>
                <a:gd name="connsiteX33" fmla="*/ 353110 w 516735"/>
                <a:gd name="connsiteY33" fmla="*/ 74496 h 788699"/>
                <a:gd name="connsiteX34" fmla="*/ 358549 w 516735"/>
                <a:gd name="connsiteY34" fmla="*/ 63618 h 788699"/>
                <a:gd name="connsiteX35" fmla="*/ 366708 w 516735"/>
                <a:gd name="connsiteY35" fmla="*/ 58178 h 788699"/>
                <a:gd name="connsiteX36" fmla="*/ 374867 w 516735"/>
                <a:gd name="connsiteY36" fmla="*/ 63618 h 788699"/>
                <a:gd name="connsiteX37" fmla="*/ 383027 w 516735"/>
                <a:gd name="connsiteY37" fmla="*/ 82655 h 788699"/>
                <a:gd name="connsiteX38" fmla="*/ 385746 w 516735"/>
                <a:gd name="connsiteY38" fmla="*/ 126170 h 788699"/>
                <a:gd name="connsiteX39" fmla="*/ 388466 w 516735"/>
                <a:gd name="connsiteY39" fmla="*/ 186002 h 788699"/>
                <a:gd name="connsiteX40" fmla="*/ 391185 w 516735"/>
                <a:gd name="connsiteY40" fmla="*/ 237676 h 788699"/>
                <a:gd name="connsiteX41" fmla="*/ 374867 w 516735"/>
                <a:gd name="connsiteY41" fmla="*/ 278470 h 788699"/>
                <a:gd name="connsiteX42" fmla="*/ 358549 w 516735"/>
                <a:gd name="connsiteY42" fmla="*/ 273031 h 788699"/>
                <a:gd name="connsiteX43" fmla="*/ 350390 w 516735"/>
                <a:gd name="connsiteY43" fmla="*/ 256713 h 788699"/>
                <a:gd name="connsiteX44" fmla="*/ 347671 w 516735"/>
                <a:gd name="connsiteY44" fmla="*/ 240395 h 788699"/>
                <a:gd name="connsiteX45" fmla="*/ 347671 w 516735"/>
                <a:gd name="connsiteY45" fmla="*/ 213199 h 788699"/>
                <a:gd name="connsiteX46" fmla="*/ 344951 w 516735"/>
                <a:gd name="connsiteY46" fmla="*/ 194161 h 788699"/>
                <a:gd name="connsiteX47" fmla="*/ 339512 w 516735"/>
                <a:gd name="connsiteY47" fmla="*/ 150647 h 788699"/>
                <a:gd name="connsiteX48" fmla="*/ 323194 w 516735"/>
                <a:gd name="connsiteY48" fmla="*/ 112571 h 788699"/>
                <a:gd name="connsiteX49" fmla="*/ 293278 w 516735"/>
                <a:gd name="connsiteY49" fmla="*/ 101693 h 788699"/>
                <a:gd name="connsiteX50" fmla="*/ 263361 w 516735"/>
                <a:gd name="connsiteY50" fmla="*/ 120730 h 788699"/>
                <a:gd name="connsiteX51" fmla="*/ 241604 w 516735"/>
                <a:gd name="connsiteY51" fmla="*/ 153366 h 788699"/>
                <a:gd name="connsiteX52" fmla="*/ 233445 w 516735"/>
                <a:gd name="connsiteY52" fmla="*/ 194161 h 788699"/>
                <a:gd name="connsiteX53" fmla="*/ 225286 w 516735"/>
                <a:gd name="connsiteY53" fmla="*/ 232236 h 788699"/>
                <a:gd name="connsiteX54" fmla="*/ 217127 w 516735"/>
                <a:gd name="connsiteY54" fmla="*/ 275751 h 788699"/>
                <a:gd name="connsiteX55" fmla="*/ 211688 w 516735"/>
                <a:gd name="connsiteY55" fmla="*/ 316545 h 788699"/>
                <a:gd name="connsiteX56" fmla="*/ 206249 w 516735"/>
                <a:gd name="connsiteY56" fmla="*/ 354621 h 788699"/>
                <a:gd name="connsiteX57" fmla="*/ 200809 w 516735"/>
                <a:gd name="connsiteY57" fmla="*/ 398135 h 788699"/>
                <a:gd name="connsiteX58" fmla="*/ 195370 w 516735"/>
                <a:gd name="connsiteY58" fmla="*/ 438930 h 788699"/>
                <a:gd name="connsiteX59" fmla="*/ 192650 w 516735"/>
                <a:gd name="connsiteY59" fmla="*/ 474286 h 788699"/>
                <a:gd name="connsiteX60" fmla="*/ 195370 w 516735"/>
                <a:gd name="connsiteY60" fmla="*/ 525959 h 788699"/>
                <a:gd name="connsiteX61" fmla="*/ 208968 w 516735"/>
                <a:gd name="connsiteY61" fmla="*/ 596670 h 788699"/>
                <a:gd name="connsiteX62" fmla="*/ 214407 w 516735"/>
                <a:gd name="connsiteY62" fmla="*/ 623867 h 788699"/>
                <a:gd name="connsiteX63" fmla="*/ 228006 w 516735"/>
                <a:gd name="connsiteY63" fmla="*/ 656502 h 788699"/>
                <a:gd name="connsiteX64" fmla="*/ 271520 w 516735"/>
                <a:gd name="connsiteY64" fmla="*/ 689138 h 788699"/>
                <a:gd name="connsiteX65" fmla="*/ 306876 w 516735"/>
                <a:gd name="connsiteY65" fmla="*/ 664661 h 788699"/>
                <a:gd name="connsiteX66" fmla="*/ 331353 w 516735"/>
                <a:gd name="connsiteY66" fmla="*/ 602109 h 788699"/>
                <a:gd name="connsiteX67" fmla="*/ 336792 w 516735"/>
                <a:gd name="connsiteY67" fmla="*/ 544997 h 788699"/>
                <a:gd name="connsiteX68" fmla="*/ 336792 w 516735"/>
                <a:gd name="connsiteY68" fmla="*/ 498762 h 788699"/>
                <a:gd name="connsiteX69" fmla="*/ 336792 w 516735"/>
                <a:gd name="connsiteY69" fmla="*/ 490603 h 788699"/>
                <a:gd name="connsiteX70" fmla="*/ 320474 w 516735"/>
                <a:gd name="connsiteY70" fmla="*/ 477005 h 788699"/>
                <a:gd name="connsiteX71" fmla="*/ 282399 w 516735"/>
                <a:gd name="connsiteY71" fmla="*/ 479725 h 788699"/>
                <a:gd name="connsiteX72" fmla="*/ 252483 w 516735"/>
                <a:gd name="connsiteY72" fmla="*/ 474286 h 788699"/>
                <a:gd name="connsiteX73" fmla="*/ 247044 w 516735"/>
                <a:gd name="connsiteY73" fmla="*/ 466126 h 788699"/>
                <a:gd name="connsiteX74" fmla="*/ 249763 w 516735"/>
                <a:gd name="connsiteY74" fmla="*/ 457968 h 788699"/>
                <a:gd name="connsiteX75" fmla="*/ 268801 w 516735"/>
                <a:gd name="connsiteY75" fmla="*/ 447089 h 788699"/>
                <a:gd name="connsiteX76" fmla="*/ 312315 w 516735"/>
                <a:gd name="connsiteY76" fmla="*/ 436210 h 788699"/>
                <a:gd name="connsiteX77" fmla="*/ 353110 w 516735"/>
                <a:gd name="connsiteY77" fmla="*/ 430771 h 788699"/>
                <a:gd name="connsiteX78" fmla="*/ 385746 w 516735"/>
                <a:gd name="connsiteY78" fmla="*/ 430771 h 788699"/>
                <a:gd name="connsiteX79" fmla="*/ 437420 w 516735"/>
                <a:gd name="connsiteY79" fmla="*/ 428051 h 788699"/>
                <a:gd name="connsiteX80" fmla="*/ 464616 w 516735"/>
                <a:gd name="connsiteY80" fmla="*/ 436210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516735" h="788699">
                  <a:moveTo>
                    <a:pt x="464616" y="436210"/>
                  </a:moveTo>
                  <a:cubicBezTo>
                    <a:pt x="464616" y="447089"/>
                    <a:pt x="453738" y="452528"/>
                    <a:pt x="445578" y="455248"/>
                  </a:cubicBezTo>
                  <a:cubicBezTo>
                    <a:pt x="434700" y="460687"/>
                    <a:pt x="415662" y="463407"/>
                    <a:pt x="404783" y="466126"/>
                  </a:cubicBezTo>
                  <a:cubicBezTo>
                    <a:pt x="393905" y="466126"/>
                    <a:pt x="385746" y="468846"/>
                    <a:pt x="385746" y="479725"/>
                  </a:cubicBezTo>
                  <a:cubicBezTo>
                    <a:pt x="385746" y="487884"/>
                    <a:pt x="388466" y="506921"/>
                    <a:pt x="388466" y="512361"/>
                  </a:cubicBezTo>
                  <a:cubicBezTo>
                    <a:pt x="388466" y="515080"/>
                    <a:pt x="388466" y="539557"/>
                    <a:pt x="388466" y="544997"/>
                  </a:cubicBezTo>
                  <a:cubicBezTo>
                    <a:pt x="388466" y="550436"/>
                    <a:pt x="388466" y="558595"/>
                    <a:pt x="388466" y="566754"/>
                  </a:cubicBezTo>
                  <a:cubicBezTo>
                    <a:pt x="388466" y="591231"/>
                    <a:pt x="388466" y="621147"/>
                    <a:pt x="391185" y="632026"/>
                  </a:cubicBezTo>
                  <a:cubicBezTo>
                    <a:pt x="393905" y="653783"/>
                    <a:pt x="393905" y="661942"/>
                    <a:pt x="393905" y="683699"/>
                  </a:cubicBezTo>
                  <a:cubicBezTo>
                    <a:pt x="393905" y="694578"/>
                    <a:pt x="393905" y="724494"/>
                    <a:pt x="377587" y="724494"/>
                  </a:cubicBezTo>
                  <a:cubicBezTo>
                    <a:pt x="369428" y="724494"/>
                    <a:pt x="366708" y="721774"/>
                    <a:pt x="361269" y="719054"/>
                  </a:cubicBezTo>
                  <a:cubicBezTo>
                    <a:pt x="355830" y="716335"/>
                    <a:pt x="353110" y="708176"/>
                    <a:pt x="353110" y="702737"/>
                  </a:cubicBezTo>
                  <a:cubicBezTo>
                    <a:pt x="350390" y="694578"/>
                    <a:pt x="350390" y="689138"/>
                    <a:pt x="350390" y="686419"/>
                  </a:cubicBezTo>
                  <a:cubicBezTo>
                    <a:pt x="350390" y="678260"/>
                    <a:pt x="353110" y="672820"/>
                    <a:pt x="353110" y="659222"/>
                  </a:cubicBezTo>
                  <a:lnTo>
                    <a:pt x="353110" y="656502"/>
                  </a:lnTo>
                  <a:cubicBezTo>
                    <a:pt x="347671" y="675540"/>
                    <a:pt x="334073" y="694578"/>
                    <a:pt x="317754" y="708176"/>
                  </a:cubicBezTo>
                  <a:cubicBezTo>
                    <a:pt x="293278" y="727214"/>
                    <a:pt x="274240" y="735372"/>
                    <a:pt x="241604" y="735372"/>
                  </a:cubicBezTo>
                  <a:cubicBezTo>
                    <a:pt x="222566" y="735372"/>
                    <a:pt x="203529" y="732653"/>
                    <a:pt x="187211" y="727214"/>
                  </a:cubicBezTo>
                  <a:cubicBezTo>
                    <a:pt x="165454" y="719054"/>
                    <a:pt x="149136" y="708176"/>
                    <a:pt x="135537" y="694578"/>
                  </a:cubicBezTo>
                  <a:cubicBezTo>
                    <a:pt x="113780" y="672820"/>
                    <a:pt x="100182" y="648343"/>
                    <a:pt x="86583" y="621147"/>
                  </a:cubicBezTo>
                  <a:cubicBezTo>
                    <a:pt x="75705" y="599390"/>
                    <a:pt x="70266" y="580352"/>
                    <a:pt x="67546" y="555875"/>
                  </a:cubicBezTo>
                  <a:cubicBezTo>
                    <a:pt x="64826" y="539557"/>
                    <a:pt x="62107" y="525959"/>
                    <a:pt x="59387" y="509641"/>
                  </a:cubicBezTo>
                  <a:cubicBezTo>
                    <a:pt x="56667" y="493323"/>
                    <a:pt x="59387" y="485164"/>
                    <a:pt x="59387" y="468846"/>
                  </a:cubicBezTo>
                  <a:cubicBezTo>
                    <a:pt x="59387" y="414453"/>
                    <a:pt x="72985" y="362780"/>
                    <a:pt x="86583" y="302947"/>
                  </a:cubicBezTo>
                  <a:cubicBezTo>
                    <a:pt x="92023" y="275751"/>
                    <a:pt x="100182" y="248554"/>
                    <a:pt x="108341" y="224077"/>
                  </a:cubicBezTo>
                  <a:cubicBezTo>
                    <a:pt x="116500" y="196881"/>
                    <a:pt x="130098" y="169684"/>
                    <a:pt x="146416" y="145207"/>
                  </a:cubicBezTo>
                  <a:cubicBezTo>
                    <a:pt x="160014" y="123450"/>
                    <a:pt x="176332" y="101693"/>
                    <a:pt x="198090" y="85375"/>
                  </a:cubicBezTo>
                  <a:cubicBezTo>
                    <a:pt x="206249" y="77216"/>
                    <a:pt x="217127" y="71776"/>
                    <a:pt x="228006" y="69057"/>
                  </a:cubicBezTo>
                  <a:cubicBezTo>
                    <a:pt x="241604" y="63618"/>
                    <a:pt x="255202" y="58178"/>
                    <a:pt x="268801" y="58178"/>
                  </a:cubicBezTo>
                  <a:cubicBezTo>
                    <a:pt x="271520" y="58178"/>
                    <a:pt x="274240" y="58178"/>
                    <a:pt x="274240" y="58178"/>
                  </a:cubicBezTo>
                  <a:cubicBezTo>
                    <a:pt x="279679" y="58178"/>
                    <a:pt x="285119" y="58178"/>
                    <a:pt x="295997" y="60898"/>
                  </a:cubicBezTo>
                  <a:cubicBezTo>
                    <a:pt x="309595" y="63618"/>
                    <a:pt x="320474" y="66337"/>
                    <a:pt x="331353" y="71776"/>
                  </a:cubicBezTo>
                  <a:cubicBezTo>
                    <a:pt x="339512" y="77216"/>
                    <a:pt x="347671" y="85375"/>
                    <a:pt x="350390" y="93534"/>
                  </a:cubicBezTo>
                  <a:cubicBezTo>
                    <a:pt x="350390" y="88095"/>
                    <a:pt x="353110" y="79936"/>
                    <a:pt x="353110" y="74496"/>
                  </a:cubicBezTo>
                  <a:cubicBezTo>
                    <a:pt x="355830" y="71776"/>
                    <a:pt x="355830" y="69057"/>
                    <a:pt x="358549" y="63618"/>
                  </a:cubicBezTo>
                  <a:cubicBezTo>
                    <a:pt x="361269" y="60898"/>
                    <a:pt x="363989" y="58178"/>
                    <a:pt x="366708" y="58178"/>
                  </a:cubicBezTo>
                  <a:cubicBezTo>
                    <a:pt x="369428" y="58178"/>
                    <a:pt x="372148" y="60898"/>
                    <a:pt x="374867" y="63618"/>
                  </a:cubicBezTo>
                  <a:cubicBezTo>
                    <a:pt x="377587" y="69057"/>
                    <a:pt x="380307" y="77216"/>
                    <a:pt x="383027" y="82655"/>
                  </a:cubicBezTo>
                  <a:cubicBezTo>
                    <a:pt x="383027" y="90814"/>
                    <a:pt x="385746" y="107132"/>
                    <a:pt x="385746" y="126170"/>
                  </a:cubicBezTo>
                  <a:cubicBezTo>
                    <a:pt x="385746" y="150647"/>
                    <a:pt x="385746" y="177843"/>
                    <a:pt x="388466" y="186002"/>
                  </a:cubicBezTo>
                  <a:cubicBezTo>
                    <a:pt x="391185" y="207759"/>
                    <a:pt x="391185" y="215918"/>
                    <a:pt x="391185" y="237676"/>
                  </a:cubicBezTo>
                  <a:cubicBezTo>
                    <a:pt x="391185" y="248554"/>
                    <a:pt x="391185" y="278470"/>
                    <a:pt x="374867" y="278470"/>
                  </a:cubicBezTo>
                  <a:cubicBezTo>
                    <a:pt x="366708" y="278470"/>
                    <a:pt x="363989" y="275751"/>
                    <a:pt x="358549" y="273031"/>
                  </a:cubicBezTo>
                  <a:cubicBezTo>
                    <a:pt x="353110" y="270311"/>
                    <a:pt x="350390" y="262152"/>
                    <a:pt x="350390" y="256713"/>
                  </a:cubicBezTo>
                  <a:cubicBezTo>
                    <a:pt x="350390" y="251274"/>
                    <a:pt x="347671" y="245834"/>
                    <a:pt x="347671" y="240395"/>
                  </a:cubicBezTo>
                  <a:cubicBezTo>
                    <a:pt x="347671" y="232236"/>
                    <a:pt x="347671" y="224077"/>
                    <a:pt x="347671" y="213199"/>
                  </a:cubicBezTo>
                  <a:cubicBezTo>
                    <a:pt x="347671" y="207759"/>
                    <a:pt x="347671" y="199600"/>
                    <a:pt x="344951" y="194161"/>
                  </a:cubicBezTo>
                  <a:cubicBezTo>
                    <a:pt x="342232" y="180563"/>
                    <a:pt x="342232" y="164245"/>
                    <a:pt x="339512" y="150647"/>
                  </a:cubicBezTo>
                  <a:cubicBezTo>
                    <a:pt x="336792" y="137048"/>
                    <a:pt x="331353" y="123450"/>
                    <a:pt x="323194" y="112571"/>
                  </a:cubicBezTo>
                  <a:cubicBezTo>
                    <a:pt x="317754" y="104412"/>
                    <a:pt x="304156" y="101693"/>
                    <a:pt x="293278" y="101693"/>
                  </a:cubicBezTo>
                  <a:cubicBezTo>
                    <a:pt x="279679" y="101693"/>
                    <a:pt x="271520" y="109852"/>
                    <a:pt x="263361" y="120730"/>
                  </a:cubicBezTo>
                  <a:cubicBezTo>
                    <a:pt x="257922" y="131609"/>
                    <a:pt x="247044" y="139768"/>
                    <a:pt x="241604" y="153366"/>
                  </a:cubicBezTo>
                  <a:cubicBezTo>
                    <a:pt x="236165" y="166964"/>
                    <a:pt x="233445" y="180563"/>
                    <a:pt x="233445" y="194161"/>
                  </a:cubicBezTo>
                  <a:cubicBezTo>
                    <a:pt x="233445" y="207759"/>
                    <a:pt x="230725" y="218638"/>
                    <a:pt x="225286" y="232236"/>
                  </a:cubicBezTo>
                  <a:cubicBezTo>
                    <a:pt x="219847" y="245834"/>
                    <a:pt x="219847" y="262152"/>
                    <a:pt x="217127" y="275751"/>
                  </a:cubicBezTo>
                  <a:cubicBezTo>
                    <a:pt x="214407" y="289349"/>
                    <a:pt x="214407" y="302947"/>
                    <a:pt x="211688" y="316545"/>
                  </a:cubicBezTo>
                  <a:cubicBezTo>
                    <a:pt x="211688" y="330144"/>
                    <a:pt x="206249" y="341022"/>
                    <a:pt x="206249" y="354621"/>
                  </a:cubicBezTo>
                  <a:cubicBezTo>
                    <a:pt x="203529" y="368219"/>
                    <a:pt x="203529" y="381817"/>
                    <a:pt x="200809" y="398135"/>
                  </a:cubicBezTo>
                  <a:cubicBezTo>
                    <a:pt x="198090" y="411733"/>
                    <a:pt x="198090" y="425332"/>
                    <a:pt x="195370" y="438930"/>
                  </a:cubicBezTo>
                  <a:cubicBezTo>
                    <a:pt x="195370" y="449809"/>
                    <a:pt x="192650" y="463407"/>
                    <a:pt x="192650" y="474286"/>
                  </a:cubicBezTo>
                  <a:cubicBezTo>
                    <a:pt x="192650" y="490603"/>
                    <a:pt x="195370" y="509641"/>
                    <a:pt x="195370" y="525959"/>
                  </a:cubicBezTo>
                  <a:cubicBezTo>
                    <a:pt x="195370" y="550436"/>
                    <a:pt x="203529" y="572193"/>
                    <a:pt x="208968" y="596670"/>
                  </a:cubicBezTo>
                  <a:cubicBezTo>
                    <a:pt x="211688" y="604829"/>
                    <a:pt x="211688" y="615708"/>
                    <a:pt x="214407" y="623867"/>
                  </a:cubicBezTo>
                  <a:cubicBezTo>
                    <a:pt x="217127" y="634745"/>
                    <a:pt x="222566" y="645624"/>
                    <a:pt x="228006" y="656502"/>
                  </a:cubicBezTo>
                  <a:cubicBezTo>
                    <a:pt x="236165" y="670101"/>
                    <a:pt x="252483" y="689138"/>
                    <a:pt x="271520" y="689138"/>
                  </a:cubicBezTo>
                  <a:cubicBezTo>
                    <a:pt x="287838" y="689138"/>
                    <a:pt x="298717" y="675540"/>
                    <a:pt x="306876" y="664661"/>
                  </a:cubicBezTo>
                  <a:cubicBezTo>
                    <a:pt x="320474" y="645624"/>
                    <a:pt x="325914" y="623867"/>
                    <a:pt x="331353" y="602109"/>
                  </a:cubicBezTo>
                  <a:cubicBezTo>
                    <a:pt x="334073" y="583072"/>
                    <a:pt x="336792" y="564034"/>
                    <a:pt x="336792" y="544997"/>
                  </a:cubicBezTo>
                  <a:cubicBezTo>
                    <a:pt x="336792" y="531398"/>
                    <a:pt x="336792" y="512361"/>
                    <a:pt x="336792" y="498762"/>
                  </a:cubicBezTo>
                  <a:cubicBezTo>
                    <a:pt x="336792" y="496043"/>
                    <a:pt x="336792" y="493323"/>
                    <a:pt x="336792" y="490603"/>
                  </a:cubicBezTo>
                  <a:cubicBezTo>
                    <a:pt x="336792" y="479725"/>
                    <a:pt x="336792" y="477005"/>
                    <a:pt x="320474" y="477005"/>
                  </a:cubicBezTo>
                  <a:cubicBezTo>
                    <a:pt x="309595" y="477005"/>
                    <a:pt x="295997" y="479725"/>
                    <a:pt x="282399" y="479725"/>
                  </a:cubicBezTo>
                  <a:cubicBezTo>
                    <a:pt x="271520" y="479725"/>
                    <a:pt x="260642" y="479725"/>
                    <a:pt x="252483" y="474286"/>
                  </a:cubicBezTo>
                  <a:cubicBezTo>
                    <a:pt x="249763" y="471566"/>
                    <a:pt x="247044" y="468846"/>
                    <a:pt x="247044" y="466126"/>
                  </a:cubicBezTo>
                  <a:cubicBezTo>
                    <a:pt x="247044" y="463407"/>
                    <a:pt x="247044" y="460687"/>
                    <a:pt x="249763" y="457968"/>
                  </a:cubicBezTo>
                  <a:cubicBezTo>
                    <a:pt x="255202" y="452528"/>
                    <a:pt x="260642" y="449809"/>
                    <a:pt x="268801" y="447089"/>
                  </a:cubicBezTo>
                  <a:cubicBezTo>
                    <a:pt x="282399" y="441650"/>
                    <a:pt x="295997" y="438930"/>
                    <a:pt x="312315" y="436210"/>
                  </a:cubicBezTo>
                  <a:cubicBezTo>
                    <a:pt x="325914" y="433491"/>
                    <a:pt x="339512" y="433491"/>
                    <a:pt x="353110" y="430771"/>
                  </a:cubicBezTo>
                  <a:cubicBezTo>
                    <a:pt x="363989" y="430771"/>
                    <a:pt x="374867" y="430771"/>
                    <a:pt x="385746" y="430771"/>
                  </a:cubicBezTo>
                  <a:cubicBezTo>
                    <a:pt x="402064" y="430771"/>
                    <a:pt x="426541" y="428051"/>
                    <a:pt x="437420" y="428051"/>
                  </a:cubicBezTo>
                  <a:cubicBezTo>
                    <a:pt x="451018" y="422612"/>
                    <a:pt x="464616" y="425332"/>
                    <a:pt x="464616" y="436210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3894E878-CEB4-4E65-853B-05717F1F47A5}"/>
                </a:ext>
              </a:extLst>
            </p:cNvPr>
            <p:cNvSpPr/>
            <p:nvPr/>
          </p:nvSpPr>
          <p:spPr>
            <a:xfrm>
              <a:off x="9053923" y="4178559"/>
              <a:ext cx="625521" cy="788700"/>
            </a:xfrm>
            <a:custGeom>
              <a:avLst/>
              <a:gdLst>
                <a:gd name="connsiteX0" fmla="*/ 536838 w 625521"/>
                <a:gd name="connsiteY0" fmla="*/ 680979 h 788699"/>
                <a:gd name="connsiteX1" fmla="*/ 574913 w 625521"/>
                <a:gd name="connsiteY1" fmla="*/ 697297 h 788699"/>
                <a:gd name="connsiteX2" fmla="*/ 566755 w 625521"/>
                <a:gd name="connsiteY2" fmla="*/ 713615 h 788699"/>
                <a:gd name="connsiteX3" fmla="*/ 550437 w 625521"/>
                <a:gd name="connsiteY3" fmla="*/ 721774 h 788699"/>
                <a:gd name="connsiteX4" fmla="*/ 528680 w 625521"/>
                <a:gd name="connsiteY4" fmla="*/ 724494 h 788699"/>
                <a:gd name="connsiteX5" fmla="*/ 417174 w 625521"/>
                <a:gd name="connsiteY5" fmla="*/ 724494 h 788699"/>
                <a:gd name="connsiteX6" fmla="*/ 398136 w 625521"/>
                <a:gd name="connsiteY6" fmla="*/ 724494 h 788699"/>
                <a:gd name="connsiteX7" fmla="*/ 373659 w 625521"/>
                <a:gd name="connsiteY7" fmla="*/ 724494 h 788699"/>
                <a:gd name="connsiteX8" fmla="*/ 346462 w 625521"/>
                <a:gd name="connsiteY8" fmla="*/ 719054 h 788699"/>
                <a:gd name="connsiteX9" fmla="*/ 330144 w 625521"/>
                <a:gd name="connsiteY9" fmla="*/ 702737 h 788699"/>
                <a:gd name="connsiteX10" fmla="*/ 335584 w 625521"/>
                <a:gd name="connsiteY10" fmla="*/ 694578 h 788699"/>
                <a:gd name="connsiteX11" fmla="*/ 357341 w 625521"/>
                <a:gd name="connsiteY11" fmla="*/ 686419 h 788699"/>
                <a:gd name="connsiteX12" fmla="*/ 395416 w 625521"/>
                <a:gd name="connsiteY12" fmla="*/ 680979 h 788699"/>
                <a:gd name="connsiteX13" fmla="*/ 381817 w 625521"/>
                <a:gd name="connsiteY13" fmla="*/ 656502 h 788699"/>
                <a:gd name="connsiteX14" fmla="*/ 379098 w 625521"/>
                <a:gd name="connsiteY14" fmla="*/ 585791 h 788699"/>
                <a:gd name="connsiteX15" fmla="*/ 379098 w 625521"/>
                <a:gd name="connsiteY15" fmla="*/ 517800 h 788699"/>
                <a:gd name="connsiteX16" fmla="*/ 379098 w 625521"/>
                <a:gd name="connsiteY16" fmla="*/ 474286 h 788699"/>
                <a:gd name="connsiteX17" fmla="*/ 379098 w 625521"/>
                <a:gd name="connsiteY17" fmla="*/ 430771 h 788699"/>
                <a:gd name="connsiteX18" fmla="*/ 381817 w 625521"/>
                <a:gd name="connsiteY18" fmla="*/ 411733 h 788699"/>
                <a:gd name="connsiteX19" fmla="*/ 379098 w 625521"/>
                <a:gd name="connsiteY19" fmla="*/ 400855 h 788699"/>
                <a:gd name="connsiteX20" fmla="*/ 370939 w 625521"/>
                <a:gd name="connsiteY20" fmla="*/ 398135 h 788699"/>
                <a:gd name="connsiteX21" fmla="*/ 338304 w 625521"/>
                <a:gd name="connsiteY21" fmla="*/ 400855 h 788699"/>
                <a:gd name="connsiteX22" fmla="*/ 289349 w 625521"/>
                <a:gd name="connsiteY22" fmla="*/ 403575 h 788699"/>
                <a:gd name="connsiteX23" fmla="*/ 264872 w 625521"/>
                <a:gd name="connsiteY23" fmla="*/ 400855 h 788699"/>
                <a:gd name="connsiteX24" fmla="*/ 259433 w 625521"/>
                <a:gd name="connsiteY24" fmla="*/ 406294 h 788699"/>
                <a:gd name="connsiteX25" fmla="*/ 259433 w 625521"/>
                <a:gd name="connsiteY25" fmla="*/ 425332 h 788699"/>
                <a:gd name="connsiteX26" fmla="*/ 259433 w 625521"/>
                <a:gd name="connsiteY26" fmla="*/ 449809 h 788699"/>
                <a:gd name="connsiteX27" fmla="*/ 259433 w 625521"/>
                <a:gd name="connsiteY27" fmla="*/ 471566 h 788699"/>
                <a:gd name="connsiteX28" fmla="*/ 259433 w 625521"/>
                <a:gd name="connsiteY28" fmla="*/ 504202 h 788699"/>
                <a:gd name="connsiteX29" fmla="*/ 259433 w 625521"/>
                <a:gd name="connsiteY29" fmla="*/ 509641 h 788699"/>
                <a:gd name="connsiteX30" fmla="*/ 256714 w 625521"/>
                <a:gd name="connsiteY30" fmla="*/ 542277 h 788699"/>
                <a:gd name="connsiteX31" fmla="*/ 256714 w 625521"/>
                <a:gd name="connsiteY31" fmla="*/ 577632 h 788699"/>
                <a:gd name="connsiteX32" fmla="*/ 256714 w 625521"/>
                <a:gd name="connsiteY32" fmla="*/ 612988 h 788699"/>
                <a:gd name="connsiteX33" fmla="*/ 253994 w 625521"/>
                <a:gd name="connsiteY33" fmla="*/ 656502 h 788699"/>
                <a:gd name="connsiteX34" fmla="*/ 256714 w 625521"/>
                <a:gd name="connsiteY34" fmla="*/ 678260 h 788699"/>
                <a:gd name="connsiteX35" fmla="*/ 286629 w 625521"/>
                <a:gd name="connsiteY35" fmla="*/ 694578 h 788699"/>
                <a:gd name="connsiteX36" fmla="*/ 281191 w 625521"/>
                <a:gd name="connsiteY36" fmla="*/ 710895 h 788699"/>
                <a:gd name="connsiteX37" fmla="*/ 264872 w 625521"/>
                <a:gd name="connsiteY37" fmla="*/ 719054 h 788699"/>
                <a:gd name="connsiteX38" fmla="*/ 243116 w 625521"/>
                <a:gd name="connsiteY38" fmla="*/ 721774 h 788699"/>
                <a:gd name="connsiteX39" fmla="*/ 243116 w 625521"/>
                <a:gd name="connsiteY39" fmla="*/ 721774 h 788699"/>
                <a:gd name="connsiteX40" fmla="*/ 232236 w 625521"/>
                <a:gd name="connsiteY40" fmla="*/ 727214 h 788699"/>
                <a:gd name="connsiteX41" fmla="*/ 224078 w 625521"/>
                <a:gd name="connsiteY41" fmla="*/ 735372 h 788699"/>
                <a:gd name="connsiteX42" fmla="*/ 213199 w 625521"/>
                <a:gd name="connsiteY42" fmla="*/ 738092 h 788699"/>
                <a:gd name="connsiteX43" fmla="*/ 183283 w 625521"/>
                <a:gd name="connsiteY43" fmla="*/ 727214 h 788699"/>
                <a:gd name="connsiteX44" fmla="*/ 175124 w 625521"/>
                <a:gd name="connsiteY44" fmla="*/ 719054 h 788699"/>
                <a:gd name="connsiteX45" fmla="*/ 145208 w 625521"/>
                <a:gd name="connsiteY45" fmla="*/ 719054 h 788699"/>
                <a:gd name="connsiteX46" fmla="*/ 126170 w 625521"/>
                <a:gd name="connsiteY46" fmla="*/ 719054 h 788699"/>
                <a:gd name="connsiteX47" fmla="*/ 101693 w 625521"/>
                <a:gd name="connsiteY47" fmla="*/ 719054 h 788699"/>
                <a:gd name="connsiteX48" fmla="*/ 74496 w 625521"/>
                <a:gd name="connsiteY48" fmla="*/ 713615 h 788699"/>
                <a:gd name="connsiteX49" fmla="*/ 58178 w 625521"/>
                <a:gd name="connsiteY49" fmla="*/ 697297 h 788699"/>
                <a:gd name="connsiteX50" fmla="*/ 63618 w 625521"/>
                <a:gd name="connsiteY50" fmla="*/ 689138 h 788699"/>
                <a:gd name="connsiteX51" fmla="*/ 85375 w 625521"/>
                <a:gd name="connsiteY51" fmla="*/ 680979 h 788699"/>
                <a:gd name="connsiteX52" fmla="*/ 131609 w 625521"/>
                <a:gd name="connsiteY52" fmla="*/ 675540 h 788699"/>
                <a:gd name="connsiteX53" fmla="*/ 131609 w 625521"/>
                <a:gd name="connsiteY53" fmla="*/ 667381 h 788699"/>
                <a:gd name="connsiteX54" fmla="*/ 131609 w 625521"/>
                <a:gd name="connsiteY54" fmla="*/ 651063 h 788699"/>
                <a:gd name="connsiteX55" fmla="*/ 131609 w 625521"/>
                <a:gd name="connsiteY55" fmla="*/ 618427 h 788699"/>
                <a:gd name="connsiteX56" fmla="*/ 131609 w 625521"/>
                <a:gd name="connsiteY56" fmla="*/ 580352 h 788699"/>
                <a:gd name="connsiteX57" fmla="*/ 131609 w 625521"/>
                <a:gd name="connsiteY57" fmla="*/ 531398 h 788699"/>
                <a:gd name="connsiteX58" fmla="*/ 131609 w 625521"/>
                <a:gd name="connsiteY58" fmla="*/ 466126 h 788699"/>
                <a:gd name="connsiteX59" fmla="*/ 131609 w 625521"/>
                <a:gd name="connsiteY59" fmla="*/ 422612 h 788699"/>
                <a:gd name="connsiteX60" fmla="*/ 131609 w 625521"/>
                <a:gd name="connsiteY60" fmla="*/ 411733 h 788699"/>
                <a:gd name="connsiteX61" fmla="*/ 131609 w 625521"/>
                <a:gd name="connsiteY61" fmla="*/ 398135 h 788699"/>
                <a:gd name="connsiteX62" fmla="*/ 126170 w 625521"/>
                <a:gd name="connsiteY62" fmla="*/ 389976 h 788699"/>
                <a:gd name="connsiteX63" fmla="*/ 101693 w 625521"/>
                <a:gd name="connsiteY63" fmla="*/ 387257 h 788699"/>
                <a:gd name="connsiteX64" fmla="*/ 77216 w 625521"/>
                <a:gd name="connsiteY64" fmla="*/ 376378 h 788699"/>
                <a:gd name="connsiteX65" fmla="*/ 82655 w 625521"/>
                <a:gd name="connsiteY65" fmla="*/ 368219 h 788699"/>
                <a:gd name="connsiteX66" fmla="*/ 98973 w 625521"/>
                <a:gd name="connsiteY66" fmla="*/ 360060 h 788699"/>
                <a:gd name="connsiteX67" fmla="*/ 118011 w 625521"/>
                <a:gd name="connsiteY67" fmla="*/ 357340 h 788699"/>
                <a:gd name="connsiteX68" fmla="*/ 131609 w 625521"/>
                <a:gd name="connsiteY68" fmla="*/ 351901 h 788699"/>
                <a:gd name="connsiteX69" fmla="*/ 131609 w 625521"/>
                <a:gd name="connsiteY69" fmla="*/ 343742 h 788699"/>
                <a:gd name="connsiteX70" fmla="*/ 131609 w 625521"/>
                <a:gd name="connsiteY70" fmla="*/ 270311 h 788699"/>
                <a:gd name="connsiteX71" fmla="*/ 137048 w 625521"/>
                <a:gd name="connsiteY71" fmla="*/ 145207 h 788699"/>
                <a:gd name="connsiteX72" fmla="*/ 139768 w 625521"/>
                <a:gd name="connsiteY72" fmla="*/ 123450 h 788699"/>
                <a:gd name="connsiteX73" fmla="*/ 123450 w 625521"/>
                <a:gd name="connsiteY73" fmla="*/ 123450 h 788699"/>
                <a:gd name="connsiteX74" fmla="*/ 118011 w 625521"/>
                <a:gd name="connsiteY74" fmla="*/ 123450 h 788699"/>
                <a:gd name="connsiteX75" fmla="*/ 101693 w 625521"/>
                <a:gd name="connsiteY75" fmla="*/ 123450 h 788699"/>
                <a:gd name="connsiteX76" fmla="*/ 74496 w 625521"/>
                <a:gd name="connsiteY76" fmla="*/ 118011 h 788699"/>
                <a:gd name="connsiteX77" fmla="*/ 58178 w 625521"/>
                <a:gd name="connsiteY77" fmla="*/ 101693 h 788699"/>
                <a:gd name="connsiteX78" fmla="*/ 63618 w 625521"/>
                <a:gd name="connsiteY78" fmla="*/ 93534 h 788699"/>
                <a:gd name="connsiteX79" fmla="*/ 85375 w 625521"/>
                <a:gd name="connsiteY79" fmla="*/ 85375 h 788699"/>
                <a:gd name="connsiteX80" fmla="*/ 137048 w 625521"/>
                <a:gd name="connsiteY80" fmla="*/ 82655 h 788699"/>
                <a:gd name="connsiteX81" fmla="*/ 147927 w 625521"/>
                <a:gd name="connsiteY81" fmla="*/ 82655 h 788699"/>
                <a:gd name="connsiteX82" fmla="*/ 186003 w 625521"/>
                <a:gd name="connsiteY82" fmla="*/ 58178 h 788699"/>
                <a:gd name="connsiteX83" fmla="*/ 226797 w 625521"/>
                <a:gd name="connsiteY83" fmla="*/ 79936 h 788699"/>
                <a:gd name="connsiteX84" fmla="*/ 253994 w 625521"/>
                <a:gd name="connsiteY84" fmla="*/ 79936 h 788699"/>
                <a:gd name="connsiteX85" fmla="*/ 294789 w 625521"/>
                <a:gd name="connsiteY85" fmla="*/ 96253 h 788699"/>
                <a:gd name="connsiteX86" fmla="*/ 283910 w 625521"/>
                <a:gd name="connsiteY86" fmla="*/ 112571 h 788699"/>
                <a:gd name="connsiteX87" fmla="*/ 267592 w 625521"/>
                <a:gd name="connsiteY87" fmla="*/ 120730 h 788699"/>
                <a:gd name="connsiteX88" fmla="*/ 245835 w 625521"/>
                <a:gd name="connsiteY88" fmla="*/ 123450 h 788699"/>
                <a:gd name="connsiteX89" fmla="*/ 237676 w 625521"/>
                <a:gd name="connsiteY89" fmla="*/ 123450 h 788699"/>
                <a:gd name="connsiteX90" fmla="*/ 240396 w 625521"/>
                <a:gd name="connsiteY90" fmla="*/ 128889 h 788699"/>
                <a:gd name="connsiteX91" fmla="*/ 251274 w 625521"/>
                <a:gd name="connsiteY91" fmla="*/ 177843 h 788699"/>
                <a:gd name="connsiteX92" fmla="*/ 256714 w 625521"/>
                <a:gd name="connsiteY92" fmla="*/ 226797 h 788699"/>
                <a:gd name="connsiteX93" fmla="*/ 262153 w 625521"/>
                <a:gd name="connsiteY93" fmla="*/ 273031 h 788699"/>
                <a:gd name="connsiteX94" fmla="*/ 262153 w 625521"/>
                <a:gd name="connsiteY94" fmla="*/ 289349 h 788699"/>
                <a:gd name="connsiteX95" fmla="*/ 262153 w 625521"/>
                <a:gd name="connsiteY95" fmla="*/ 297508 h 788699"/>
                <a:gd name="connsiteX96" fmla="*/ 264872 w 625521"/>
                <a:gd name="connsiteY96" fmla="*/ 321985 h 788699"/>
                <a:gd name="connsiteX97" fmla="*/ 270312 w 625521"/>
                <a:gd name="connsiteY97" fmla="*/ 335583 h 788699"/>
                <a:gd name="connsiteX98" fmla="*/ 270312 w 625521"/>
                <a:gd name="connsiteY98" fmla="*/ 338303 h 788699"/>
                <a:gd name="connsiteX99" fmla="*/ 270312 w 625521"/>
                <a:gd name="connsiteY99" fmla="*/ 346462 h 788699"/>
                <a:gd name="connsiteX100" fmla="*/ 278471 w 625521"/>
                <a:gd name="connsiteY100" fmla="*/ 354621 h 788699"/>
                <a:gd name="connsiteX101" fmla="*/ 338304 w 625521"/>
                <a:gd name="connsiteY101" fmla="*/ 349181 h 788699"/>
                <a:gd name="connsiteX102" fmla="*/ 365500 w 625521"/>
                <a:gd name="connsiteY102" fmla="*/ 349181 h 788699"/>
                <a:gd name="connsiteX103" fmla="*/ 381817 w 625521"/>
                <a:gd name="connsiteY103" fmla="*/ 349181 h 788699"/>
                <a:gd name="connsiteX104" fmla="*/ 392697 w 625521"/>
                <a:gd name="connsiteY104" fmla="*/ 338303 h 788699"/>
                <a:gd name="connsiteX105" fmla="*/ 389977 w 625521"/>
                <a:gd name="connsiteY105" fmla="*/ 313826 h 788699"/>
                <a:gd name="connsiteX106" fmla="*/ 392697 w 625521"/>
                <a:gd name="connsiteY106" fmla="*/ 262152 h 788699"/>
                <a:gd name="connsiteX107" fmla="*/ 395416 w 625521"/>
                <a:gd name="connsiteY107" fmla="*/ 224077 h 788699"/>
                <a:gd name="connsiteX108" fmla="*/ 398136 w 625521"/>
                <a:gd name="connsiteY108" fmla="*/ 177843 h 788699"/>
                <a:gd name="connsiteX109" fmla="*/ 395416 w 625521"/>
                <a:gd name="connsiteY109" fmla="*/ 153366 h 788699"/>
                <a:gd name="connsiteX110" fmla="*/ 395416 w 625521"/>
                <a:gd name="connsiteY110" fmla="*/ 137048 h 788699"/>
                <a:gd name="connsiteX111" fmla="*/ 379098 w 625521"/>
                <a:gd name="connsiteY111" fmla="*/ 137048 h 788699"/>
                <a:gd name="connsiteX112" fmla="*/ 351902 w 625521"/>
                <a:gd name="connsiteY112" fmla="*/ 131609 h 788699"/>
                <a:gd name="connsiteX113" fmla="*/ 338304 w 625521"/>
                <a:gd name="connsiteY113" fmla="*/ 115291 h 788699"/>
                <a:gd name="connsiteX114" fmla="*/ 343742 w 625521"/>
                <a:gd name="connsiteY114" fmla="*/ 107132 h 788699"/>
                <a:gd name="connsiteX115" fmla="*/ 362780 w 625521"/>
                <a:gd name="connsiteY115" fmla="*/ 98973 h 788699"/>
                <a:gd name="connsiteX116" fmla="*/ 395416 w 625521"/>
                <a:gd name="connsiteY116" fmla="*/ 96253 h 788699"/>
                <a:gd name="connsiteX117" fmla="*/ 403575 w 625521"/>
                <a:gd name="connsiteY117" fmla="*/ 90814 h 788699"/>
                <a:gd name="connsiteX118" fmla="*/ 422612 w 625521"/>
                <a:gd name="connsiteY118" fmla="*/ 88095 h 788699"/>
                <a:gd name="connsiteX119" fmla="*/ 428052 w 625521"/>
                <a:gd name="connsiteY119" fmla="*/ 88095 h 788699"/>
                <a:gd name="connsiteX120" fmla="*/ 447090 w 625521"/>
                <a:gd name="connsiteY120" fmla="*/ 90814 h 788699"/>
                <a:gd name="connsiteX121" fmla="*/ 455249 w 625521"/>
                <a:gd name="connsiteY121" fmla="*/ 96253 h 788699"/>
                <a:gd name="connsiteX122" fmla="*/ 525960 w 625521"/>
                <a:gd name="connsiteY122" fmla="*/ 93534 h 788699"/>
                <a:gd name="connsiteX123" fmla="*/ 561315 w 625521"/>
                <a:gd name="connsiteY123" fmla="*/ 109852 h 788699"/>
                <a:gd name="connsiteX124" fmla="*/ 555876 w 625521"/>
                <a:gd name="connsiteY124" fmla="*/ 126170 h 788699"/>
                <a:gd name="connsiteX125" fmla="*/ 539558 w 625521"/>
                <a:gd name="connsiteY125" fmla="*/ 134329 h 788699"/>
                <a:gd name="connsiteX126" fmla="*/ 517800 w 625521"/>
                <a:gd name="connsiteY126" fmla="*/ 137048 h 788699"/>
                <a:gd name="connsiteX127" fmla="*/ 477006 w 625521"/>
                <a:gd name="connsiteY127" fmla="*/ 137048 h 788699"/>
                <a:gd name="connsiteX128" fmla="*/ 485165 w 625521"/>
                <a:gd name="connsiteY128" fmla="*/ 161525 h 788699"/>
                <a:gd name="connsiteX129" fmla="*/ 496043 w 625521"/>
                <a:gd name="connsiteY129" fmla="*/ 210479 h 788699"/>
                <a:gd name="connsiteX130" fmla="*/ 501483 w 625521"/>
                <a:gd name="connsiteY130" fmla="*/ 251274 h 788699"/>
                <a:gd name="connsiteX131" fmla="*/ 506922 w 625521"/>
                <a:gd name="connsiteY131" fmla="*/ 292069 h 788699"/>
                <a:gd name="connsiteX132" fmla="*/ 506922 w 625521"/>
                <a:gd name="connsiteY132" fmla="*/ 321985 h 788699"/>
                <a:gd name="connsiteX133" fmla="*/ 509642 w 625521"/>
                <a:gd name="connsiteY133" fmla="*/ 341022 h 788699"/>
                <a:gd name="connsiteX134" fmla="*/ 509642 w 625521"/>
                <a:gd name="connsiteY134" fmla="*/ 343742 h 788699"/>
                <a:gd name="connsiteX135" fmla="*/ 517800 w 625521"/>
                <a:gd name="connsiteY135" fmla="*/ 349181 h 788699"/>
                <a:gd name="connsiteX136" fmla="*/ 528680 w 625521"/>
                <a:gd name="connsiteY136" fmla="*/ 349181 h 788699"/>
                <a:gd name="connsiteX137" fmla="*/ 550437 w 625521"/>
                <a:gd name="connsiteY137" fmla="*/ 357340 h 788699"/>
                <a:gd name="connsiteX138" fmla="*/ 550437 w 625521"/>
                <a:gd name="connsiteY138" fmla="*/ 362780 h 788699"/>
                <a:gd name="connsiteX139" fmla="*/ 534119 w 625521"/>
                <a:gd name="connsiteY139" fmla="*/ 384537 h 788699"/>
                <a:gd name="connsiteX140" fmla="*/ 520520 w 625521"/>
                <a:gd name="connsiteY140" fmla="*/ 389976 h 788699"/>
                <a:gd name="connsiteX141" fmla="*/ 512362 w 625521"/>
                <a:gd name="connsiteY141" fmla="*/ 395415 h 788699"/>
                <a:gd name="connsiteX142" fmla="*/ 512362 w 625521"/>
                <a:gd name="connsiteY142" fmla="*/ 398135 h 788699"/>
                <a:gd name="connsiteX143" fmla="*/ 512362 w 625521"/>
                <a:gd name="connsiteY143" fmla="*/ 409014 h 788699"/>
                <a:gd name="connsiteX144" fmla="*/ 512362 w 625521"/>
                <a:gd name="connsiteY144" fmla="*/ 414453 h 788699"/>
                <a:gd name="connsiteX145" fmla="*/ 512362 w 625521"/>
                <a:gd name="connsiteY145" fmla="*/ 438930 h 788699"/>
                <a:gd name="connsiteX146" fmla="*/ 515081 w 625521"/>
                <a:gd name="connsiteY146" fmla="*/ 504202 h 788699"/>
                <a:gd name="connsiteX147" fmla="*/ 520520 w 625521"/>
                <a:gd name="connsiteY147" fmla="*/ 572193 h 788699"/>
                <a:gd name="connsiteX148" fmla="*/ 517800 w 625521"/>
                <a:gd name="connsiteY148" fmla="*/ 604829 h 788699"/>
                <a:gd name="connsiteX149" fmla="*/ 512362 w 625521"/>
                <a:gd name="connsiteY149" fmla="*/ 661942 h 788699"/>
                <a:gd name="connsiteX150" fmla="*/ 509642 w 625521"/>
                <a:gd name="connsiteY150" fmla="*/ 670101 h 788699"/>
                <a:gd name="connsiteX151" fmla="*/ 512362 w 625521"/>
                <a:gd name="connsiteY151" fmla="*/ 680979 h 788699"/>
                <a:gd name="connsiteX152" fmla="*/ 512362 w 625521"/>
                <a:gd name="connsiteY152" fmla="*/ 686419 h 788699"/>
                <a:gd name="connsiteX153" fmla="*/ 536838 w 625521"/>
                <a:gd name="connsiteY153" fmla="*/ 680979 h 788699"/>
                <a:gd name="connsiteX154" fmla="*/ 536838 w 625521"/>
                <a:gd name="connsiteY154" fmla="*/ 680979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</a:cxnLst>
              <a:rect l="l" t="t" r="r" b="b"/>
              <a:pathLst>
                <a:path w="625521" h="788699">
                  <a:moveTo>
                    <a:pt x="536838" y="680979"/>
                  </a:moveTo>
                  <a:cubicBezTo>
                    <a:pt x="550437" y="680979"/>
                    <a:pt x="574913" y="680979"/>
                    <a:pt x="574913" y="697297"/>
                  </a:cubicBezTo>
                  <a:cubicBezTo>
                    <a:pt x="574913" y="705456"/>
                    <a:pt x="572194" y="708176"/>
                    <a:pt x="566755" y="713615"/>
                  </a:cubicBezTo>
                  <a:cubicBezTo>
                    <a:pt x="561315" y="719054"/>
                    <a:pt x="555876" y="721774"/>
                    <a:pt x="550437" y="721774"/>
                  </a:cubicBezTo>
                  <a:cubicBezTo>
                    <a:pt x="539558" y="724494"/>
                    <a:pt x="534119" y="724494"/>
                    <a:pt x="528680" y="724494"/>
                  </a:cubicBezTo>
                  <a:cubicBezTo>
                    <a:pt x="517800" y="724494"/>
                    <a:pt x="428052" y="724494"/>
                    <a:pt x="417174" y="724494"/>
                  </a:cubicBezTo>
                  <a:cubicBezTo>
                    <a:pt x="403575" y="724494"/>
                    <a:pt x="414454" y="724494"/>
                    <a:pt x="398136" y="724494"/>
                  </a:cubicBezTo>
                  <a:cubicBezTo>
                    <a:pt x="389977" y="724494"/>
                    <a:pt x="381817" y="724494"/>
                    <a:pt x="373659" y="724494"/>
                  </a:cubicBezTo>
                  <a:cubicBezTo>
                    <a:pt x="365500" y="724494"/>
                    <a:pt x="354621" y="721774"/>
                    <a:pt x="346462" y="719054"/>
                  </a:cubicBezTo>
                  <a:cubicBezTo>
                    <a:pt x="338304" y="716335"/>
                    <a:pt x="330144" y="708176"/>
                    <a:pt x="330144" y="702737"/>
                  </a:cubicBezTo>
                  <a:cubicBezTo>
                    <a:pt x="330144" y="700017"/>
                    <a:pt x="330144" y="697297"/>
                    <a:pt x="335584" y="694578"/>
                  </a:cubicBezTo>
                  <a:cubicBezTo>
                    <a:pt x="341023" y="691858"/>
                    <a:pt x="351902" y="689138"/>
                    <a:pt x="357341" y="686419"/>
                  </a:cubicBezTo>
                  <a:cubicBezTo>
                    <a:pt x="373659" y="683699"/>
                    <a:pt x="387257" y="680979"/>
                    <a:pt x="395416" y="680979"/>
                  </a:cubicBezTo>
                  <a:cubicBezTo>
                    <a:pt x="387257" y="675540"/>
                    <a:pt x="384537" y="670101"/>
                    <a:pt x="381817" y="656502"/>
                  </a:cubicBezTo>
                  <a:cubicBezTo>
                    <a:pt x="379098" y="632026"/>
                    <a:pt x="379098" y="610268"/>
                    <a:pt x="379098" y="585791"/>
                  </a:cubicBezTo>
                  <a:cubicBezTo>
                    <a:pt x="379098" y="564034"/>
                    <a:pt x="379098" y="542277"/>
                    <a:pt x="379098" y="517800"/>
                  </a:cubicBezTo>
                  <a:cubicBezTo>
                    <a:pt x="379098" y="504202"/>
                    <a:pt x="379098" y="487884"/>
                    <a:pt x="379098" y="474286"/>
                  </a:cubicBezTo>
                  <a:cubicBezTo>
                    <a:pt x="379098" y="457968"/>
                    <a:pt x="376379" y="444369"/>
                    <a:pt x="379098" y="430771"/>
                  </a:cubicBezTo>
                  <a:cubicBezTo>
                    <a:pt x="379098" y="425332"/>
                    <a:pt x="381817" y="417173"/>
                    <a:pt x="381817" y="411733"/>
                  </a:cubicBezTo>
                  <a:cubicBezTo>
                    <a:pt x="381817" y="406294"/>
                    <a:pt x="381817" y="403575"/>
                    <a:pt x="379098" y="400855"/>
                  </a:cubicBezTo>
                  <a:cubicBezTo>
                    <a:pt x="376379" y="400855"/>
                    <a:pt x="373659" y="398135"/>
                    <a:pt x="370939" y="398135"/>
                  </a:cubicBezTo>
                  <a:cubicBezTo>
                    <a:pt x="360061" y="398135"/>
                    <a:pt x="343742" y="400855"/>
                    <a:pt x="338304" y="400855"/>
                  </a:cubicBezTo>
                  <a:cubicBezTo>
                    <a:pt x="330144" y="400855"/>
                    <a:pt x="319266" y="403575"/>
                    <a:pt x="289349" y="403575"/>
                  </a:cubicBezTo>
                  <a:cubicBezTo>
                    <a:pt x="275751" y="403575"/>
                    <a:pt x="267592" y="400855"/>
                    <a:pt x="264872" y="400855"/>
                  </a:cubicBezTo>
                  <a:cubicBezTo>
                    <a:pt x="262153" y="400855"/>
                    <a:pt x="259433" y="400855"/>
                    <a:pt x="259433" y="406294"/>
                  </a:cubicBezTo>
                  <a:cubicBezTo>
                    <a:pt x="259433" y="414453"/>
                    <a:pt x="259433" y="419892"/>
                    <a:pt x="259433" y="425332"/>
                  </a:cubicBezTo>
                  <a:cubicBezTo>
                    <a:pt x="259433" y="433491"/>
                    <a:pt x="259433" y="441650"/>
                    <a:pt x="259433" y="449809"/>
                  </a:cubicBezTo>
                  <a:cubicBezTo>
                    <a:pt x="259433" y="457968"/>
                    <a:pt x="259433" y="463407"/>
                    <a:pt x="259433" y="471566"/>
                  </a:cubicBezTo>
                  <a:cubicBezTo>
                    <a:pt x="259433" y="482445"/>
                    <a:pt x="259433" y="493323"/>
                    <a:pt x="259433" y="504202"/>
                  </a:cubicBezTo>
                  <a:cubicBezTo>
                    <a:pt x="259433" y="506921"/>
                    <a:pt x="259433" y="506921"/>
                    <a:pt x="259433" y="509641"/>
                  </a:cubicBezTo>
                  <a:cubicBezTo>
                    <a:pt x="259433" y="520520"/>
                    <a:pt x="256714" y="531398"/>
                    <a:pt x="256714" y="542277"/>
                  </a:cubicBezTo>
                  <a:cubicBezTo>
                    <a:pt x="256714" y="553156"/>
                    <a:pt x="256714" y="566754"/>
                    <a:pt x="256714" y="577632"/>
                  </a:cubicBezTo>
                  <a:cubicBezTo>
                    <a:pt x="256714" y="588511"/>
                    <a:pt x="256714" y="599390"/>
                    <a:pt x="256714" y="612988"/>
                  </a:cubicBezTo>
                  <a:cubicBezTo>
                    <a:pt x="256714" y="629306"/>
                    <a:pt x="253994" y="642904"/>
                    <a:pt x="253994" y="656502"/>
                  </a:cubicBezTo>
                  <a:cubicBezTo>
                    <a:pt x="253994" y="664661"/>
                    <a:pt x="256714" y="672820"/>
                    <a:pt x="256714" y="678260"/>
                  </a:cubicBezTo>
                  <a:cubicBezTo>
                    <a:pt x="270312" y="678260"/>
                    <a:pt x="286629" y="680979"/>
                    <a:pt x="286629" y="694578"/>
                  </a:cubicBezTo>
                  <a:cubicBezTo>
                    <a:pt x="286629" y="702737"/>
                    <a:pt x="283910" y="705456"/>
                    <a:pt x="281191" y="710895"/>
                  </a:cubicBezTo>
                  <a:cubicBezTo>
                    <a:pt x="275751" y="716335"/>
                    <a:pt x="270312" y="719054"/>
                    <a:pt x="264872" y="719054"/>
                  </a:cubicBezTo>
                  <a:cubicBezTo>
                    <a:pt x="256714" y="721774"/>
                    <a:pt x="248554" y="721774"/>
                    <a:pt x="243116" y="721774"/>
                  </a:cubicBezTo>
                  <a:cubicBezTo>
                    <a:pt x="243116" y="721774"/>
                    <a:pt x="243116" y="721774"/>
                    <a:pt x="243116" y="721774"/>
                  </a:cubicBezTo>
                  <a:cubicBezTo>
                    <a:pt x="237676" y="724494"/>
                    <a:pt x="237676" y="724494"/>
                    <a:pt x="232236" y="727214"/>
                  </a:cubicBezTo>
                  <a:cubicBezTo>
                    <a:pt x="229517" y="729933"/>
                    <a:pt x="229517" y="732653"/>
                    <a:pt x="224078" y="735372"/>
                  </a:cubicBezTo>
                  <a:cubicBezTo>
                    <a:pt x="221358" y="738092"/>
                    <a:pt x="215919" y="738092"/>
                    <a:pt x="213199" y="738092"/>
                  </a:cubicBezTo>
                  <a:cubicBezTo>
                    <a:pt x="199601" y="738092"/>
                    <a:pt x="188722" y="735372"/>
                    <a:pt x="183283" y="727214"/>
                  </a:cubicBezTo>
                  <a:cubicBezTo>
                    <a:pt x="180563" y="724494"/>
                    <a:pt x="177843" y="721774"/>
                    <a:pt x="175124" y="719054"/>
                  </a:cubicBezTo>
                  <a:cubicBezTo>
                    <a:pt x="161526" y="719054"/>
                    <a:pt x="150646" y="719054"/>
                    <a:pt x="145208" y="719054"/>
                  </a:cubicBezTo>
                  <a:cubicBezTo>
                    <a:pt x="131609" y="719054"/>
                    <a:pt x="142488" y="719054"/>
                    <a:pt x="126170" y="719054"/>
                  </a:cubicBezTo>
                  <a:cubicBezTo>
                    <a:pt x="118011" y="719054"/>
                    <a:pt x="109852" y="719054"/>
                    <a:pt x="101693" y="719054"/>
                  </a:cubicBezTo>
                  <a:cubicBezTo>
                    <a:pt x="93534" y="719054"/>
                    <a:pt x="82655" y="719054"/>
                    <a:pt x="74496" y="713615"/>
                  </a:cubicBezTo>
                  <a:cubicBezTo>
                    <a:pt x="66338" y="710895"/>
                    <a:pt x="58178" y="702737"/>
                    <a:pt x="58178" y="697297"/>
                  </a:cubicBezTo>
                  <a:cubicBezTo>
                    <a:pt x="58178" y="694578"/>
                    <a:pt x="58178" y="691858"/>
                    <a:pt x="63618" y="689138"/>
                  </a:cubicBezTo>
                  <a:cubicBezTo>
                    <a:pt x="69057" y="686419"/>
                    <a:pt x="79936" y="683699"/>
                    <a:pt x="85375" y="680979"/>
                  </a:cubicBezTo>
                  <a:cubicBezTo>
                    <a:pt x="98973" y="678260"/>
                    <a:pt x="118011" y="678260"/>
                    <a:pt x="131609" y="675540"/>
                  </a:cubicBezTo>
                  <a:cubicBezTo>
                    <a:pt x="131609" y="672820"/>
                    <a:pt x="131609" y="670101"/>
                    <a:pt x="131609" y="667381"/>
                  </a:cubicBezTo>
                  <a:cubicBezTo>
                    <a:pt x="131609" y="661942"/>
                    <a:pt x="131609" y="656502"/>
                    <a:pt x="131609" y="651063"/>
                  </a:cubicBezTo>
                  <a:cubicBezTo>
                    <a:pt x="131609" y="640184"/>
                    <a:pt x="131609" y="629306"/>
                    <a:pt x="131609" y="618427"/>
                  </a:cubicBezTo>
                  <a:cubicBezTo>
                    <a:pt x="131609" y="604829"/>
                    <a:pt x="131609" y="593950"/>
                    <a:pt x="131609" y="580352"/>
                  </a:cubicBezTo>
                  <a:cubicBezTo>
                    <a:pt x="131609" y="564034"/>
                    <a:pt x="131609" y="547716"/>
                    <a:pt x="131609" y="531398"/>
                  </a:cubicBezTo>
                  <a:cubicBezTo>
                    <a:pt x="131609" y="509641"/>
                    <a:pt x="131609" y="487884"/>
                    <a:pt x="131609" y="466126"/>
                  </a:cubicBezTo>
                  <a:cubicBezTo>
                    <a:pt x="131609" y="452528"/>
                    <a:pt x="131609" y="436210"/>
                    <a:pt x="131609" y="422612"/>
                  </a:cubicBezTo>
                  <a:cubicBezTo>
                    <a:pt x="131609" y="419892"/>
                    <a:pt x="131609" y="414453"/>
                    <a:pt x="131609" y="411733"/>
                  </a:cubicBezTo>
                  <a:cubicBezTo>
                    <a:pt x="131609" y="409014"/>
                    <a:pt x="131609" y="400855"/>
                    <a:pt x="131609" y="398135"/>
                  </a:cubicBezTo>
                  <a:cubicBezTo>
                    <a:pt x="131609" y="392696"/>
                    <a:pt x="131609" y="392696"/>
                    <a:pt x="126170" y="389976"/>
                  </a:cubicBezTo>
                  <a:cubicBezTo>
                    <a:pt x="123450" y="389976"/>
                    <a:pt x="109852" y="387257"/>
                    <a:pt x="101693" y="387257"/>
                  </a:cubicBezTo>
                  <a:cubicBezTo>
                    <a:pt x="90814" y="384537"/>
                    <a:pt x="77216" y="381817"/>
                    <a:pt x="77216" y="376378"/>
                  </a:cubicBezTo>
                  <a:cubicBezTo>
                    <a:pt x="77216" y="373658"/>
                    <a:pt x="79936" y="370939"/>
                    <a:pt x="82655" y="368219"/>
                  </a:cubicBezTo>
                  <a:cubicBezTo>
                    <a:pt x="88095" y="365499"/>
                    <a:pt x="93534" y="362780"/>
                    <a:pt x="98973" y="360060"/>
                  </a:cubicBezTo>
                  <a:cubicBezTo>
                    <a:pt x="104413" y="360060"/>
                    <a:pt x="112571" y="357340"/>
                    <a:pt x="118011" y="357340"/>
                  </a:cubicBezTo>
                  <a:cubicBezTo>
                    <a:pt x="126170" y="354621"/>
                    <a:pt x="128890" y="357340"/>
                    <a:pt x="131609" y="351901"/>
                  </a:cubicBezTo>
                  <a:cubicBezTo>
                    <a:pt x="131609" y="349181"/>
                    <a:pt x="131609" y="346462"/>
                    <a:pt x="131609" y="343742"/>
                  </a:cubicBezTo>
                  <a:cubicBezTo>
                    <a:pt x="131609" y="319265"/>
                    <a:pt x="131609" y="294788"/>
                    <a:pt x="131609" y="270311"/>
                  </a:cubicBezTo>
                  <a:cubicBezTo>
                    <a:pt x="131609" y="226797"/>
                    <a:pt x="131609" y="186002"/>
                    <a:pt x="137048" y="145207"/>
                  </a:cubicBezTo>
                  <a:cubicBezTo>
                    <a:pt x="137048" y="139768"/>
                    <a:pt x="137048" y="131609"/>
                    <a:pt x="139768" y="123450"/>
                  </a:cubicBezTo>
                  <a:cubicBezTo>
                    <a:pt x="134329" y="123450"/>
                    <a:pt x="137048" y="123450"/>
                    <a:pt x="123450" y="123450"/>
                  </a:cubicBezTo>
                  <a:cubicBezTo>
                    <a:pt x="120731" y="123450"/>
                    <a:pt x="120731" y="123450"/>
                    <a:pt x="118011" y="123450"/>
                  </a:cubicBezTo>
                  <a:cubicBezTo>
                    <a:pt x="112571" y="123450"/>
                    <a:pt x="107133" y="123450"/>
                    <a:pt x="101693" y="123450"/>
                  </a:cubicBezTo>
                  <a:cubicBezTo>
                    <a:pt x="93534" y="123450"/>
                    <a:pt x="82655" y="120730"/>
                    <a:pt x="74496" y="118011"/>
                  </a:cubicBezTo>
                  <a:cubicBezTo>
                    <a:pt x="66338" y="115291"/>
                    <a:pt x="58178" y="107132"/>
                    <a:pt x="58178" y="101693"/>
                  </a:cubicBezTo>
                  <a:cubicBezTo>
                    <a:pt x="58178" y="98973"/>
                    <a:pt x="58178" y="96253"/>
                    <a:pt x="63618" y="93534"/>
                  </a:cubicBezTo>
                  <a:cubicBezTo>
                    <a:pt x="66338" y="90814"/>
                    <a:pt x="77216" y="88095"/>
                    <a:pt x="85375" y="85375"/>
                  </a:cubicBezTo>
                  <a:cubicBezTo>
                    <a:pt x="104413" y="82655"/>
                    <a:pt x="128890" y="82655"/>
                    <a:pt x="137048" y="82655"/>
                  </a:cubicBezTo>
                  <a:cubicBezTo>
                    <a:pt x="139768" y="82655"/>
                    <a:pt x="142488" y="82655"/>
                    <a:pt x="147927" y="82655"/>
                  </a:cubicBezTo>
                  <a:cubicBezTo>
                    <a:pt x="153366" y="69057"/>
                    <a:pt x="164245" y="58178"/>
                    <a:pt x="186003" y="58178"/>
                  </a:cubicBezTo>
                  <a:cubicBezTo>
                    <a:pt x="202321" y="58178"/>
                    <a:pt x="215919" y="66337"/>
                    <a:pt x="226797" y="79936"/>
                  </a:cubicBezTo>
                  <a:cubicBezTo>
                    <a:pt x="237676" y="79936"/>
                    <a:pt x="248554" y="79936"/>
                    <a:pt x="253994" y="79936"/>
                  </a:cubicBezTo>
                  <a:cubicBezTo>
                    <a:pt x="267592" y="79936"/>
                    <a:pt x="294789" y="79936"/>
                    <a:pt x="294789" y="96253"/>
                  </a:cubicBezTo>
                  <a:cubicBezTo>
                    <a:pt x="294789" y="104412"/>
                    <a:pt x="289349" y="107132"/>
                    <a:pt x="283910" y="112571"/>
                  </a:cubicBezTo>
                  <a:cubicBezTo>
                    <a:pt x="278471" y="118011"/>
                    <a:pt x="273031" y="120730"/>
                    <a:pt x="267592" y="120730"/>
                  </a:cubicBezTo>
                  <a:cubicBezTo>
                    <a:pt x="259433" y="123450"/>
                    <a:pt x="251274" y="123450"/>
                    <a:pt x="245835" y="123450"/>
                  </a:cubicBezTo>
                  <a:cubicBezTo>
                    <a:pt x="245835" y="123450"/>
                    <a:pt x="243116" y="123450"/>
                    <a:pt x="237676" y="123450"/>
                  </a:cubicBezTo>
                  <a:cubicBezTo>
                    <a:pt x="237676" y="126170"/>
                    <a:pt x="237676" y="126170"/>
                    <a:pt x="240396" y="128889"/>
                  </a:cubicBezTo>
                  <a:cubicBezTo>
                    <a:pt x="245835" y="145207"/>
                    <a:pt x="248554" y="161525"/>
                    <a:pt x="251274" y="177843"/>
                  </a:cubicBezTo>
                  <a:cubicBezTo>
                    <a:pt x="253994" y="194161"/>
                    <a:pt x="253994" y="210479"/>
                    <a:pt x="256714" y="226797"/>
                  </a:cubicBezTo>
                  <a:cubicBezTo>
                    <a:pt x="259433" y="243115"/>
                    <a:pt x="262153" y="256713"/>
                    <a:pt x="262153" y="273031"/>
                  </a:cubicBezTo>
                  <a:cubicBezTo>
                    <a:pt x="262153" y="278470"/>
                    <a:pt x="262153" y="283910"/>
                    <a:pt x="262153" y="289349"/>
                  </a:cubicBezTo>
                  <a:lnTo>
                    <a:pt x="262153" y="297508"/>
                  </a:lnTo>
                  <a:cubicBezTo>
                    <a:pt x="262153" y="305667"/>
                    <a:pt x="262153" y="313826"/>
                    <a:pt x="264872" y="321985"/>
                  </a:cubicBezTo>
                  <a:cubicBezTo>
                    <a:pt x="264872" y="327424"/>
                    <a:pt x="270312" y="330144"/>
                    <a:pt x="270312" y="335583"/>
                  </a:cubicBezTo>
                  <a:cubicBezTo>
                    <a:pt x="270312" y="335583"/>
                    <a:pt x="270312" y="338303"/>
                    <a:pt x="270312" y="338303"/>
                  </a:cubicBezTo>
                  <a:cubicBezTo>
                    <a:pt x="270312" y="341022"/>
                    <a:pt x="270312" y="343742"/>
                    <a:pt x="270312" y="346462"/>
                  </a:cubicBezTo>
                  <a:cubicBezTo>
                    <a:pt x="270312" y="351901"/>
                    <a:pt x="273031" y="354621"/>
                    <a:pt x="278471" y="354621"/>
                  </a:cubicBezTo>
                  <a:cubicBezTo>
                    <a:pt x="289349" y="354621"/>
                    <a:pt x="335584" y="351901"/>
                    <a:pt x="338304" y="349181"/>
                  </a:cubicBezTo>
                  <a:cubicBezTo>
                    <a:pt x="346462" y="349181"/>
                    <a:pt x="357341" y="349181"/>
                    <a:pt x="365500" y="349181"/>
                  </a:cubicBezTo>
                  <a:cubicBezTo>
                    <a:pt x="370939" y="349181"/>
                    <a:pt x="376379" y="349181"/>
                    <a:pt x="381817" y="349181"/>
                  </a:cubicBezTo>
                  <a:cubicBezTo>
                    <a:pt x="387257" y="349181"/>
                    <a:pt x="392697" y="346462"/>
                    <a:pt x="392697" y="338303"/>
                  </a:cubicBezTo>
                  <a:cubicBezTo>
                    <a:pt x="392697" y="330144"/>
                    <a:pt x="389977" y="316545"/>
                    <a:pt x="389977" y="313826"/>
                  </a:cubicBezTo>
                  <a:cubicBezTo>
                    <a:pt x="389977" y="294788"/>
                    <a:pt x="389977" y="278470"/>
                    <a:pt x="392697" y="262152"/>
                  </a:cubicBezTo>
                  <a:cubicBezTo>
                    <a:pt x="392697" y="259433"/>
                    <a:pt x="395416" y="243115"/>
                    <a:pt x="395416" y="224077"/>
                  </a:cubicBezTo>
                  <a:cubicBezTo>
                    <a:pt x="395416" y="207759"/>
                    <a:pt x="398136" y="188722"/>
                    <a:pt x="398136" y="177843"/>
                  </a:cubicBezTo>
                  <a:cubicBezTo>
                    <a:pt x="398136" y="169684"/>
                    <a:pt x="395416" y="158806"/>
                    <a:pt x="395416" y="153366"/>
                  </a:cubicBezTo>
                  <a:cubicBezTo>
                    <a:pt x="395416" y="145207"/>
                    <a:pt x="395416" y="142488"/>
                    <a:pt x="395416" y="137048"/>
                  </a:cubicBezTo>
                  <a:cubicBezTo>
                    <a:pt x="389977" y="137048"/>
                    <a:pt x="384537" y="137048"/>
                    <a:pt x="379098" y="137048"/>
                  </a:cubicBezTo>
                  <a:cubicBezTo>
                    <a:pt x="370939" y="137048"/>
                    <a:pt x="360061" y="134329"/>
                    <a:pt x="351902" y="131609"/>
                  </a:cubicBezTo>
                  <a:cubicBezTo>
                    <a:pt x="343742" y="128889"/>
                    <a:pt x="338304" y="120730"/>
                    <a:pt x="338304" y="115291"/>
                  </a:cubicBezTo>
                  <a:cubicBezTo>
                    <a:pt x="338304" y="112571"/>
                    <a:pt x="338304" y="109852"/>
                    <a:pt x="343742" y="107132"/>
                  </a:cubicBezTo>
                  <a:cubicBezTo>
                    <a:pt x="349182" y="104412"/>
                    <a:pt x="357341" y="101693"/>
                    <a:pt x="362780" y="98973"/>
                  </a:cubicBezTo>
                  <a:cubicBezTo>
                    <a:pt x="373659" y="96253"/>
                    <a:pt x="387257" y="96253"/>
                    <a:pt x="395416" y="96253"/>
                  </a:cubicBezTo>
                  <a:cubicBezTo>
                    <a:pt x="398136" y="93534"/>
                    <a:pt x="400855" y="90814"/>
                    <a:pt x="403575" y="90814"/>
                  </a:cubicBezTo>
                  <a:cubicBezTo>
                    <a:pt x="411734" y="90814"/>
                    <a:pt x="419893" y="88095"/>
                    <a:pt x="422612" y="88095"/>
                  </a:cubicBezTo>
                  <a:cubicBezTo>
                    <a:pt x="425332" y="88095"/>
                    <a:pt x="425332" y="88095"/>
                    <a:pt x="428052" y="88095"/>
                  </a:cubicBezTo>
                  <a:cubicBezTo>
                    <a:pt x="433492" y="88095"/>
                    <a:pt x="441650" y="88095"/>
                    <a:pt x="447090" y="90814"/>
                  </a:cubicBezTo>
                  <a:cubicBezTo>
                    <a:pt x="449809" y="90814"/>
                    <a:pt x="452529" y="93534"/>
                    <a:pt x="455249" y="96253"/>
                  </a:cubicBezTo>
                  <a:cubicBezTo>
                    <a:pt x="482445" y="96253"/>
                    <a:pt x="509642" y="93534"/>
                    <a:pt x="525960" y="93534"/>
                  </a:cubicBezTo>
                  <a:cubicBezTo>
                    <a:pt x="539558" y="93534"/>
                    <a:pt x="561315" y="93534"/>
                    <a:pt x="561315" y="109852"/>
                  </a:cubicBezTo>
                  <a:cubicBezTo>
                    <a:pt x="561315" y="118011"/>
                    <a:pt x="561315" y="120730"/>
                    <a:pt x="555876" y="126170"/>
                  </a:cubicBezTo>
                  <a:cubicBezTo>
                    <a:pt x="550437" y="131609"/>
                    <a:pt x="544997" y="134329"/>
                    <a:pt x="539558" y="134329"/>
                  </a:cubicBezTo>
                  <a:cubicBezTo>
                    <a:pt x="531399" y="137048"/>
                    <a:pt x="523240" y="137048"/>
                    <a:pt x="517800" y="137048"/>
                  </a:cubicBezTo>
                  <a:cubicBezTo>
                    <a:pt x="515081" y="137048"/>
                    <a:pt x="498763" y="137048"/>
                    <a:pt x="477006" y="137048"/>
                  </a:cubicBezTo>
                  <a:cubicBezTo>
                    <a:pt x="479725" y="145207"/>
                    <a:pt x="485165" y="153366"/>
                    <a:pt x="485165" y="161525"/>
                  </a:cubicBezTo>
                  <a:cubicBezTo>
                    <a:pt x="487885" y="177843"/>
                    <a:pt x="493324" y="194161"/>
                    <a:pt x="496043" y="210479"/>
                  </a:cubicBezTo>
                  <a:cubicBezTo>
                    <a:pt x="498763" y="224077"/>
                    <a:pt x="498763" y="237676"/>
                    <a:pt x="501483" y="251274"/>
                  </a:cubicBezTo>
                  <a:cubicBezTo>
                    <a:pt x="504202" y="264872"/>
                    <a:pt x="506922" y="275751"/>
                    <a:pt x="506922" y="292069"/>
                  </a:cubicBezTo>
                  <a:cubicBezTo>
                    <a:pt x="506922" y="302947"/>
                    <a:pt x="506922" y="311106"/>
                    <a:pt x="506922" y="321985"/>
                  </a:cubicBezTo>
                  <a:cubicBezTo>
                    <a:pt x="506922" y="327424"/>
                    <a:pt x="509642" y="335583"/>
                    <a:pt x="509642" y="341022"/>
                  </a:cubicBezTo>
                  <a:cubicBezTo>
                    <a:pt x="509642" y="343742"/>
                    <a:pt x="509642" y="343742"/>
                    <a:pt x="509642" y="343742"/>
                  </a:cubicBezTo>
                  <a:cubicBezTo>
                    <a:pt x="509642" y="349181"/>
                    <a:pt x="515081" y="349181"/>
                    <a:pt x="517800" y="349181"/>
                  </a:cubicBezTo>
                  <a:cubicBezTo>
                    <a:pt x="520520" y="349181"/>
                    <a:pt x="523240" y="349181"/>
                    <a:pt x="528680" y="349181"/>
                  </a:cubicBezTo>
                  <a:cubicBezTo>
                    <a:pt x="536838" y="349181"/>
                    <a:pt x="547717" y="349181"/>
                    <a:pt x="550437" y="357340"/>
                  </a:cubicBezTo>
                  <a:cubicBezTo>
                    <a:pt x="550437" y="360060"/>
                    <a:pt x="550437" y="360060"/>
                    <a:pt x="550437" y="362780"/>
                  </a:cubicBezTo>
                  <a:cubicBezTo>
                    <a:pt x="550437" y="370939"/>
                    <a:pt x="539558" y="381817"/>
                    <a:pt x="534119" y="384537"/>
                  </a:cubicBezTo>
                  <a:cubicBezTo>
                    <a:pt x="531399" y="387257"/>
                    <a:pt x="523240" y="387257"/>
                    <a:pt x="520520" y="389976"/>
                  </a:cubicBezTo>
                  <a:cubicBezTo>
                    <a:pt x="515081" y="389976"/>
                    <a:pt x="512362" y="392696"/>
                    <a:pt x="512362" y="395415"/>
                  </a:cubicBezTo>
                  <a:cubicBezTo>
                    <a:pt x="512362" y="395415"/>
                    <a:pt x="512362" y="398135"/>
                    <a:pt x="512362" y="398135"/>
                  </a:cubicBezTo>
                  <a:cubicBezTo>
                    <a:pt x="512362" y="400855"/>
                    <a:pt x="512362" y="406294"/>
                    <a:pt x="512362" y="409014"/>
                  </a:cubicBezTo>
                  <a:cubicBezTo>
                    <a:pt x="512362" y="411733"/>
                    <a:pt x="512362" y="411733"/>
                    <a:pt x="512362" y="414453"/>
                  </a:cubicBezTo>
                  <a:cubicBezTo>
                    <a:pt x="512362" y="422612"/>
                    <a:pt x="512362" y="430771"/>
                    <a:pt x="512362" y="438930"/>
                  </a:cubicBezTo>
                  <a:cubicBezTo>
                    <a:pt x="512362" y="460687"/>
                    <a:pt x="512362" y="482445"/>
                    <a:pt x="515081" y="504202"/>
                  </a:cubicBezTo>
                  <a:cubicBezTo>
                    <a:pt x="517800" y="525959"/>
                    <a:pt x="520520" y="550436"/>
                    <a:pt x="520520" y="572193"/>
                  </a:cubicBezTo>
                  <a:cubicBezTo>
                    <a:pt x="520520" y="583072"/>
                    <a:pt x="520520" y="593950"/>
                    <a:pt x="517800" y="604829"/>
                  </a:cubicBezTo>
                  <a:cubicBezTo>
                    <a:pt x="515081" y="623867"/>
                    <a:pt x="515081" y="642904"/>
                    <a:pt x="512362" y="661942"/>
                  </a:cubicBezTo>
                  <a:cubicBezTo>
                    <a:pt x="512362" y="664661"/>
                    <a:pt x="509642" y="667381"/>
                    <a:pt x="509642" y="670101"/>
                  </a:cubicBezTo>
                  <a:cubicBezTo>
                    <a:pt x="509642" y="672820"/>
                    <a:pt x="512362" y="678260"/>
                    <a:pt x="512362" y="680979"/>
                  </a:cubicBezTo>
                  <a:cubicBezTo>
                    <a:pt x="512362" y="683699"/>
                    <a:pt x="512362" y="686419"/>
                    <a:pt x="512362" y="686419"/>
                  </a:cubicBezTo>
                  <a:cubicBezTo>
                    <a:pt x="517800" y="680979"/>
                    <a:pt x="528680" y="680979"/>
                    <a:pt x="536838" y="680979"/>
                  </a:cubicBezTo>
                  <a:lnTo>
                    <a:pt x="536838" y="680979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64463117-BF45-4116-9B90-88E469EA87AD}"/>
                </a:ext>
              </a:extLst>
            </p:cNvPr>
            <p:cNvSpPr/>
            <p:nvPr/>
          </p:nvSpPr>
          <p:spPr>
            <a:xfrm>
              <a:off x="9592416" y="4192158"/>
              <a:ext cx="516735" cy="761503"/>
            </a:xfrm>
            <a:custGeom>
              <a:avLst/>
              <a:gdLst>
                <a:gd name="connsiteX0" fmla="*/ 463407 w 516735"/>
                <a:gd name="connsiteY0" fmla="*/ 194161 h 761503"/>
                <a:gd name="connsiteX1" fmla="*/ 447089 w 516735"/>
                <a:gd name="connsiteY1" fmla="*/ 226797 h 761503"/>
                <a:gd name="connsiteX2" fmla="*/ 430771 w 516735"/>
                <a:gd name="connsiteY2" fmla="*/ 221357 h 761503"/>
                <a:gd name="connsiteX3" fmla="*/ 422612 w 516735"/>
                <a:gd name="connsiteY3" fmla="*/ 207759 h 761503"/>
                <a:gd name="connsiteX4" fmla="*/ 419893 w 516735"/>
                <a:gd name="connsiteY4" fmla="*/ 188722 h 761503"/>
                <a:gd name="connsiteX5" fmla="*/ 419893 w 516735"/>
                <a:gd name="connsiteY5" fmla="*/ 139768 h 761503"/>
                <a:gd name="connsiteX6" fmla="*/ 419893 w 516735"/>
                <a:gd name="connsiteY6" fmla="*/ 120730 h 761503"/>
                <a:gd name="connsiteX7" fmla="*/ 395416 w 516735"/>
                <a:gd name="connsiteY7" fmla="*/ 120730 h 761503"/>
                <a:gd name="connsiteX8" fmla="*/ 370939 w 516735"/>
                <a:gd name="connsiteY8" fmla="*/ 120730 h 761503"/>
                <a:gd name="connsiteX9" fmla="*/ 346461 w 516735"/>
                <a:gd name="connsiteY9" fmla="*/ 123450 h 761503"/>
                <a:gd name="connsiteX10" fmla="*/ 335583 w 516735"/>
                <a:gd name="connsiteY10" fmla="*/ 123450 h 761503"/>
                <a:gd name="connsiteX11" fmla="*/ 335583 w 516735"/>
                <a:gd name="connsiteY11" fmla="*/ 123450 h 761503"/>
                <a:gd name="connsiteX12" fmla="*/ 324704 w 516735"/>
                <a:gd name="connsiteY12" fmla="*/ 128889 h 761503"/>
                <a:gd name="connsiteX13" fmla="*/ 327424 w 516735"/>
                <a:gd name="connsiteY13" fmla="*/ 139768 h 761503"/>
                <a:gd name="connsiteX14" fmla="*/ 330144 w 516735"/>
                <a:gd name="connsiteY14" fmla="*/ 175123 h 761503"/>
                <a:gd name="connsiteX15" fmla="*/ 330144 w 516735"/>
                <a:gd name="connsiteY15" fmla="*/ 199600 h 761503"/>
                <a:gd name="connsiteX16" fmla="*/ 327424 w 516735"/>
                <a:gd name="connsiteY16" fmla="*/ 224077 h 761503"/>
                <a:gd name="connsiteX17" fmla="*/ 330144 w 516735"/>
                <a:gd name="connsiteY17" fmla="*/ 251274 h 761503"/>
                <a:gd name="connsiteX18" fmla="*/ 327424 w 516735"/>
                <a:gd name="connsiteY18" fmla="*/ 278470 h 761503"/>
                <a:gd name="connsiteX19" fmla="*/ 327424 w 516735"/>
                <a:gd name="connsiteY19" fmla="*/ 332864 h 761503"/>
                <a:gd name="connsiteX20" fmla="*/ 330144 w 516735"/>
                <a:gd name="connsiteY20" fmla="*/ 357340 h 761503"/>
                <a:gd name="connsiteX21" fmla="*/ 330144 w 516735"/>
                <a:gd name="connsiteY21" fmla="*/ 368219 h 761503"/>
                <a:gd name="connsiteX22" fmla="*/ 332863 w 516735"/>
                <a:gd name="connsiteY22" fmla="*/ 387257 h 761503"/>
                <a:gd name="connsiteX23" fmla="*/ 332863 w 516735"/>
                <a:gd name="connsiteY23" fmla="*/ 433491 h 761503"/>
                <a:gd name="connsiteX24" fmla="*/ 332863 w 516735"/>
                <a:gd name="connsiteY24" fmla="*/ 487884 h 761503"/>
                <a:gd name="connsiteX25" fmla="*/ 330144 w 516735"/>
                <a:gd name="connsiteY25" fmla="*/ 512361 h 761503"/>
                <a:gd name="connsiteX26" fmla="*/ 330144 w 516735"/>
                <a:gd name="connsiteY26" fmla="*/ 539557 h 761503"/>
                <a:gd name="connsiteX27" fmla="*/ 332863 w 516735"/>
                <a:gd name="connsiteY27" fmla="*/ 593950 h 761503"/>
                <a:gd name="connsiteX28" fmla="*/ 332863 w 516735"/>
                <a:gd name="connsiteY28" fmla="*/ 648343 h 761503"/>
                <a:gd name="connsiteX29" fmla="*/ 332863 w 516735"/>
                <a:gd name="connsiteY29" fmla="*/ 656502 h 761503"/>
                <a:gd name="connsiteX30" fmla="*/ 357341 w 516735"/>
                <a:gd name="connsiteY30" fmla="*/ 656502 h 761503"/>
                <a:gd name="connsiteX31" fmla="*/ 395416 w 516735"/>
                <a:gd name="connsiteY31" fmla="*/ 675540 h 761503"/>
                <a:gd name="connsiteX32" fmla="*/ 389976 w 516735"/>
                <a:gd name="connsiteY32" fmla="*/ 691858 h 761503"/>
                <a:gd name="connsiteX33" fmla="*/ 373658 w 516735"/>
                <a:gd name="connsiteY33" fmla="*/ 700017 h 761503"/>
                <a:gd name="connsiteX34" fmla="*/ 351901 w 516735"/>
                <a:gd name="connsiteY34" fmla="*/ 702737 h 761503"/>
                <a:gd name="connsiteX35" fmla="*/ 319265 w 516735"/>
                <a:gd name="connsiteY35" fmla="*/ 702737 h 761503"/>
                <a:gd name="connsiteX36" fmla="*/ 311106 w 516735"/>
                <a:gd name="connsiteY36" fmla="*/ 708176 h 761503"/>
                <a:gd name="connsiteX37" fmla="*/ 289349 w 516735"/>
                <a:gd name="connsiteY37" fmla="*/ 713615 h 761503"/>
                <a:gd name="connsiteX38" fmla="*/ 270311 w 516735"/>
                <a:gd name="connsiteY38" fmla="*/ 713615 h 761503"/>
                <a:gd name="connsiteX39" fmla="*/ 243115 w 516735"/>
                <a:gd name="connsiteY39" fmla="*/ 705456 h 761503"/>
                <a:gd name="connsiteX40" fmla="*/ 237675 w 516735"/>
                <a:gd name="connsiteY40" fmla="*/ 702737 h 761503"/>
                <a:gd name="connsiteX41" fmla="*/ 199600 w 516735"/>
                <a:gd name="connsiteY41" fmla="*/ 702737 h 761503"/>
                <a:gd name="connsiteX42" fmla="*/ 175123 w 516735"/>
                <a:gd name="connsiteY42" fmla="*/ 702737 h 761503"/>
                <a:gd name="connsiteX43" fmla="*/ 147927 w 516735"/>
                <a:gd name="connsiteY43" fmla="*/ 697297 h 761503"/>
                <a:gd name="connsiteX44" fmla="*/ 131609 w 516735"/>
                <a:gd name="connsiteY44" fmla="*/ 678260 h 761503"/>
                <a:gd name="connsiteX45" fmla="*/ 137048 w 516735"/>
                <a:gd name="connsiteY45" fmla="*/ 670101 h 761503"/>
                <a:gd name="connsiteX46" fmla="*/ 158805 w 516735"/>
                <a:gd name="connsiteY46" fmla="*/ 661942 h 761503"/>
                <a:gd name="connsiteX47" fmla="*/ 199600 w 516735"/>
                <a:gd name="connsiteY47" fmla="*/ 659222 h 761503"/>
                <a:gd name="connsiteX48" fmla="*/ 199600 w 516735"/>
                <a:gd name="connsiteY48" fmla="*/ 659222 h 761503"/>
                <a:gd name="connsiteX49" fmla="*/ 196880 w 516735"/>
                <a:gd name="connsiteY49" fmla="*/ 629306 h 761503"/>
                <a:gd name="connsiteX50" fmla="*/ 199600 w 516735"/>
                <a:gd name="connsiteY50" fmla="*/ 574913 h 761503"/>
                <a:gd name="connsiteX51" fmla="*/ 202320 w 516735"/>
                <a:gd name="connsiteY51" fmla="*/ 523239 h 761503"/>
                <a:gd name="connsiteX52" fmla="*/ 205040 w 516735"/>
                <a:gd name="connsiteY52" fmla="*/ 460687 h 761503"/>
                <a:gd name="connsiteX53" fmla="*/ 205040 w 516735"/>
                <a:gd name="connsiteY53" fmla="*/ 417173 h 761503"/>
                <a:gd name="connsiteX54" fmla="*/ 207759 w 516735"/>
                <a:gd name="connsiteY54" fmla="*/ 392696 h 761503"/>
                <a:gd name="connsiteX55" fmla="*/ 210478 w 516735"/>
                <a:gd name="connsiteY55" fmla="*/ 368219 h 761503"/>
                <a:gd name="connsiteX56" fmla="*/ 210478 w 516735"/>
                <a:gd name="connsiteY56" fmla="*/ 313826 h 761503"/>
                <a:gd name="connsiteX57" fmla="*/ 210478 w 516735"/>
                <a:gd name="connsiteY57" fmla="*/ 259433 h 761503"/>
                <a:gd name="connsiteX58" fmla="*/ 210478 w 516735"/>
                <a:gd name="connsiteY58" fmla="*/ 213199 h 761503"/>
                <a:gd name="connsiteX59" fmla="*/ 210478 w 516735"/>
                <a:gd name="connsiteY59" fmla="*/ 145207 h 761503"/>
                <a:gd name="connsiteX60" fmla="*/ 213198 w 516735"/>
                <a:gd name="connsiteY60" fmla="*/ 131609 h 761503"/>
                <a:gd name="connsiteX61" fmla="*/ 205040 w 516735"/>
                <a:gd name="connsiteY61" fmla="*/ 123450 h 761503"/>
                <a:gd name="connsiteX62" fmla="*/ 161525 w 516735"/>
                <a:gd name="connsiteY62" fmla="*/ 123450 h 761503"/>
                <a:gd name="connsiteX63" fmla="*/ 112571 w 516735"/>
                <a:gd name="connsiteY63" fmla="*/ 120730 h 761503"/>
                <a:gd name="connsiteX64" fmla="*/ 104412 w 516735"/>
                <a:gd name="connsiteY64" fmla="*/ 118011 h 761503"/>
                <a:gd name="connsiteX65" fmla="*/ 107132 w 516735"/>
                <a:gd name="connsiteY65" fmla="*/ 191441 h 761503"/>
                <a:gd name="connsiteX66" fmla="*/ 90814 w 516735"/>
                <a:gd name="connsiteY66" fmla="*/ 224077 h 761503"/>
                <a:gd name="connsiteX67" fmla="*/ 74496 w 516735"/>
                <a:gd name="connsiteY67" fmla="*/ 218638 h 761503"/>
                <a:gd name="connsiteX68" fmla="*/ 66337 w 516735"/>
                <a:gd name="connsiteY68" fmla="*/ 205040 h 761503"/>
                <a:gd name="connsiteX69" fmla="*/ 63617 w 516735"/>
                <a:gd name="connsiteY69" fmla="*/ 186002 h 761503"/>
                <a:gd name="connsiteX70" fmla="*/ 63617 w 516735"/>
                <a:gd name="connsiteY70" fmla="*/ 145207 h 761503"/>
                <a:gd name="connsiteX71" fmla="*/ 63617 w 516735"/>
                <a:gd name="connsiteY71" fmla="*/ 109852 h 761503"/>
                <a:gd name="connsiteX72" fmla="*/ 58178 w 516735"/>
                <a:gd name="connsiteY72" fmla="*/ 96253 h 761503"/>
                <a:gd name="connsiteX73" fmla="*/ 66337 w 516735"/>
                <a:gd name="connsiteY73" fmla="*/ 85375 h 761503"/>
                <a:gd name="connsiteX74" fmla="*/ 93533 w 516735"/>
                <a:gd name="connsiteY74" fmla="*/ 77216 h 761503"/>
                <a:gd name="connsiteX75" fmla="*/ 115290 w 516735"/>
                <a:gd name="connsiteY75" fmla="*/ 77216 h 761503"/>
                <a:gd name="connsiteX76" fmla="*/ 169684 w 516735"/>
                <a:gd name="connsiteY76" fmla="*/ 74496 h 761503"/>
                <a:gd name="connsiteX77" fmla="*/ 194161 w 516735"/>
                <a:gd name="connsiteY77" fmla="*/ 71776 h 761503"/>
                <a:gd name="connsiteX78" fmla="*/ 196880 w 516735"/>
                <a:gd name="connsiteY78" fmla="*/ 71776 h 761503"/>
                <a:gd name="connsiteX79" fmla="*/ 210478 w 516735"/>
                <a:gd name="connsiteY79" fmla="*/ 71776 h 761503"/>
                <a:gd name="connsiteX80" fmla="*/ 218638 w 516735"/>
                <a:gd name="connsiteY80" fmla="*/ 71776 h 761503"/>
                <a:gd name="connsiteX81" fmla="*/ 237675 w 516735"/>
                <a:gd name="connsiteY81" fmla="*/ 60898 h 761503"/>
                <a:gd name="connsiteX82" fmla="*/ 253993 w 516735"/>
                <a:gd name="connsiteY82" fmla="*/ 58178 h 761503"/>
                <a:gd name="connsiteX83" fmla="*/ 283910 w 516735"/>
                <a:gd name="connsiteY83" fmla="*/ 60898 h 761503"/>
                <a:gd name="connsiteX84" fmla="*/ 294788 w 516735"/>
                <a:gd name="connsiteY84" fmla="*/ 66337 h 761503"/>
                <a:gd name="connsiteX85" fmla="*/ 305667 w 516735"/>
                <a:gd name="connsiteY85" fmla="*/ 74496 h 761503"/>
                <a:gd name="connsiteX86" fmla="*/ 313826 w 516735"/>
                <a:gd name="connsiteY86" fmla="*/ 74496 h 761503"/>
                <a:gd name="connsiteX87" fmla="*/ 327424 w 516735"/>
                <a:gd name="connsiteY87" fmla="*/ 74496 h 761503"/>
                <a:gd name="connsiteX88" fmla="*/ 354621 w 516735"/>
                <a:gd name="connsiteY88" fmla="*/ 74496 h 761503"/>
                <a:gd name="connsiteX89" fmla="*/ 422612 w 516735"/>
                <a:gd name="connsiteY89" fmla="*/ 74496 h 761503"/>
                <a:gd name="connsiteX90" fmla="*/ 455248 w 516735"/>
                <a:gd name="connsiteY90" fmla="*/ 79936 h 761503"/>
                <a:gd name="connsiteX91" fmla="*/ 466127 w 516735"/>
                <a:gd name="connsiteY91" fmla="*/ 98973 h 761503"/>
                <a:gd name="connsiteX92" fmla="*/ 463407 w 516735"/>
                <a:gd name="connsiteY92" fmla="*/ 109852 h 761503"/>
                <a:gd name="connsiteX93" fmla="*/ 463407 w 516735"/>
                <a:gd name="connsiteY93" fmla="*/ 120730 h 761503"/>
                <a:gd name="connsiteX94" fmla="*/ 463407 w 516735"/>
                <a:gd name="connsiteY94" fmla="*/ 194161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</a:cxnLst>
              <a:rect l="l" t="t" r="r" b="b"/>
              <a:pathLst>
                <a:path w="516735" h="761503">
                  <a:moveTo>
                    <a:pt x="463407" y="194161"/>
                  </a:moveTo>
                  <a:cubicBezTo>
                    <a:pt x="463407" y="205040"/>
                    <a:pt x="463407" y="226797"/>
                    <a:pt x="447089" y="226797"/>
                  </a:cubicBezTo>
                  <a:cubicBezTo>
                    <a:pt x="438930" y="226797"/>
                    <a:pt x="436211" y="226797"/>
                    <a:pt x="430771" y="221357"/>
                  </a:cubicBezTo>
                  <a:cubicBezTo>
                    <a:pt x="425332" y="218638"/>
                    <a:pt x="422612" y="210479"/>
                    <a:pt x="422612" y="207759"/>
                  </a:cubicBezTo>
                  <a:cubicBezTo>
                    <a:pt x="419893" y="199600"/>
                    <a:pt x="419893" y="194161"/>
                    <a:pt x="419893" y="188722"/>
                  </a:cubicBezTo>
                  <a:cubicBezTo>
                    <a:pt x="419893" y="183282"/>
                    <a:pt x="419893" y="147927"/>
                    <a:pt x="419893" y="139768"/>
                  </a:cubicBezTo>
                  <a:cubicBezTo>
                    <a:pt x="419893" y="134329"/>
                    <a:pt x="419893" y="128889"/>
                    <a:pt x="419893" y="120730"/>
                  </a:cubicBezTo>
                  <a:cubicBezTo>
                    <a:pt x="411734" y="120730"/>
                    <a:pt x="403574" y="120730"/>
                    <a:pt x="395416" y="120730"/>
                  </a:cubicBezTo>
                  <a:cubicBezTo>
                    <a:pt x="387256" y="120730"/>
                    <a:pt x="379098" y="120730"/>
                    <a:pt x="370939" y="120730"/>
                  </a:cubicBezTo>
                  <a:cubicBezTo>
                    <a:pt x="362780" y="120730"/>
                    <a:pt x="354621" y="123450"/>
                    <a:pt x="346461" y="123450"/>
                  </a:cubicBezTo>
                  <a:cubicBezTo>
                    <a:pt x="343742" y="123450"/>
                    <a:pt x="341023" y="123450"/>
                    <a:pt x="335583" y="123450"/>
                  </a:cubicBezTo>
                  <a:cubicBezTo>
                    <a:pt x="335583" y="123450"/>
                    <a:pt x="335583" y="123450"/>
                    <a:pt x="335583" y="123450"/>
                  </a:cubicBezTo>
                  <a:cubicBezTo>
                    <a:pt x="327424" y="123450"/>
                    <a:pt x="324704" y="126170"/>
                    <a:pt x="324704" y="128889"/>
                  </a:cubicBezTo>
                  <a:cubicBezTo>
                    <a:pt x="324704" y="131609"/>
                    <a:pt x="324704" y="137048"/>
                    <a:pt x="327424" y="139768"/>
                  </a:cubicBezTo>
                  <a:cubicBezTo>
                    <a:pt x="330144" y="147927"/>
                    <a:pt x="330144" y="166964"/>
                    <a:pt x="330144" y="175123"/>
                  </a:cubicBezTo>
                  <a:cubicBezTo>
                    <a:pt x="330144" y="183282"/>
                    <a:pt x="330144" y="191441"/>
                    <a:pt x="330144" y="199600"/>
                  </a:cubicBezTo>
                  <a:cubicBezTo>
                    <a:pt x="330144" y="207759"/>
                    <a:pt x="327424" y="215918"/>
                    <a:pt x="327424" y="224077"/>
                  </a:cubicBezTo>
                  <a:cubicBezTo>
                    <a:pt x="327424" y="232236"/>
                    <a:pt x="330144" y="243115"/>
                    <a:pt x="330144" y="251274"/>
                  </a:cubicBezTo>
                  <a:cubicBezTo>
                    <a:pt x="330144" y="259433"/>
                    <a:pt x="330144" y="267592"/>
                    <a:pt x="327424" y="278470"/>
                  </a:cubicBezTo>
                  <a:cubicBezTo>
                    <a:pt x="327424" y="294788"/>
                    <a:pt x="327424" y="313826"/>
                    <a:pt x="327424" y="332864"/>
                  </a:cubicBezTo>
                  <a:cubicBezTo>
                    <a:pt x="327424" y="341022"/>
                    <a:pt x="327424" y="349181"/>
                    <a:pt x="330144" y="357340"/>
                  </a:cubicBezTo>
                  <a:cubicBezTo>
                    <a:pt x="330144" y="360060"/>
                    <a:pt x="330144" y="365499"/>
                    <a:pt x="330144" y="368219"/>
                  </a:cubicBezTo>
                  <a:cubicBezTo>
                    <a:pt x="330144" y="373658"/>
                    <a:pt x="332863" y="384537"/>
                    <a:pt x="332863" y="387257"/>
                  </a:cubicBezTo>
                  <a:cubicBezTo>
                    <a:pt x="332863" y="406294"/>
                    <a:pt x="332863" y="414453"/>
                    <a:pt x="332863" y="433491"/>
                  </a:cubicBezTo>
                  <a:cubicBezTo>
                    <a:pt x="332863" y="452528"/>
                    <a:pt x="335583" y="468846"/>
                    <a:pt x="332863" y="487884"/>
                  </a:cubicBezTo>
                  <a:cubicBezTo>
                    <a:pt x="332863" y="496043"/>
                    <a:pt x="330144" y="504202"/>
                    <a:pt x="330144" y="512361"/>
                  </a:cubicBezTo>
                  <a:cubicBezTo>
                    <a:pt x="330144" y="520520"/>
                    <a:pt x="330144" y="531398"/>
                    <a:pt x="330144" y="539557"/>
                  </a:cubicBezTo>
                  <a:cubicBezTo>
                    <a:pt x="330144" y="558595"/>
                    <a:pt x="330144" y="574913"/>
                    <a:pt x="332863" y="593950"/>
                  </a:cubicBezTo>
                  <a:cubicBezTo>
                    <a:pt x="332863" y="610268"/>
                    <a:pt x="332863" y="632026"/>
                    <a:pt x="332863" y="648343"/>
                  </a:cubicBezTo>
                  <a:cubicBezTo>
                    <a:pt x="332863" y="651063"/>
                    <a:pt x="332863" y="653783"/>
                    <a:pt x="332863" y="656502"/>
                  </a:cubicBezTo>
                  <a:cubicBezTo>
                    <a:pt x="343742" y="656502"/>
                    <a:pt x="351901" y="656502"/>
                    <a:pt x="357341" y="656502"/>
                  </a:cubicBezTo>
                  <a:cubicBezTo>
                    <a:pt x="370939" y="656502"/>
                    <a:pt x="395416" y="659222"/>
                    <a:pt x="395416" y="675540"/>
                  </a:cubicBezTo>
                  <a:cubicBezTo>
                    <a:pt x="395416" y="683699"/>
                    <a:pt x="392696" y="686419"/>
                    <a:pt x="389976" y="691858"/>
                  </a:cubicBezTo>
                  <a:cubicBezTo>
                    <a:pt x="384537" y="697297"/>
                    <a:pt x="379098" y="700017"/>
                    <a:pt x="373658" y="700017"/>
                  </a:cubicBezTo>
                  <a:cubicBezTo>
                    <a:pt x="365499" y="702737"/>
                    <a:pt x="357341" y="702737"/>
                    <a:pt x="351901" y="702737"/>
                  </a:cubicBezTo>
                  <a:cubicBezTo>
                    <a:pt x="349181" y="702737"/>
                    <a:pt x="335583" y="702737"/>
                    <a:pt x="319265" y="702737"/>
                  </a:cubicBezTo>
                  <a:cubicBezTo>
                    <a:pt x="316546" y="705456"/>
                    <a:pt x="313826" y="705456"/>
                    <a:pt x="311106" y="708176"/>
                  </a:cubicBezTo>
                  <a:cubicBezTo>
                    <a:pt x="302948" y="713615"/>
                    <a:pt x="297508" y="713615"/>
                    <a:pt x="289349" y="713615"/>
                  </a:cubicBezTo>
                  <a:cubicBezTo>
                    <a:pt x="283910" y="713615"/>
                    <a:pt x="278470" y="713615"/>
                    <a:pt x="270311" y="713615"/>
                  </a:cubicBezTo>
                  <a:cubicBezTo>
                    <a:pt x="259433" y="713615"/>
                    <a:pt x="251273" y="710895"/>
                    <a:pt x="243115" y="705456"/>
                  </a:cubicBezTo>
                  <a:cubicBezTo>
                    <a:pt x="240395" y="705456"/>
                    <a:pt x="237675" y="702737"/>
                    <a:pt x="237675" y="702737"/>
                  </a:cubicBezTo>
                  <a:cubicBezTo>
                    <a:pt x="224077" y="702737"/>
                    <a:pt x="213198" y="702737"/>
                    <a:pt x="199600" y="702737"/>
                  </a:cubicBezTo>
                  <a:cubicBezTo>
                    <a:pt x="191441" y="702737"/>
                    <a:pt x="183282" y="702737"/>
                    <a:pt x="175123" y="702737"/>
                  </a:cubicBezTo>
                  <a:cubicBezTo>
                    <a:pt x="166965" y="702737"/>
                    <a:pt x="156085" y="702737"/>
                    <a:pt x="147927" y="697297"/>
                  </a:cubicBezTo>
                  <a:cubicBezTo>
                    <a:pt x="139768" y="694578"/>
                    <a:pt x="131609" y="680979"/>
                    <a:pt x="131609" y="678260"/>
                  </a:cubicBezTo>
                  <a:cubicBezTo>
                    <a:pt x="131609" y="675540"/>
                    <a:pt x="131609" y="672820"/>
                    <a:pt x="137048" y="670101"/>
                  </a:cubicBezTo>
                  <a:cubicBezTo>
                    <a:pt x="142487" y="667381"/>
                    <a:pt x="153366" y="664661"/>
                    <a:pt x="158805" y="661942"/>
                  </a:cubicBezTo>
                  <a:cubicBezTo>
                    <a:pt x="175123" y="659222"/>
                    <a:pt x="191441" y="659222"/>
                    <a:pt x="199600" y="659222"/>
                  </a:cubicBezTo>
                  <a:lnTo>
                    <a:pt x="199600" y="659222"/>
                  </a:lnTo>
                  <a:cubicBezTo>
                    <a:pt x="199600" y="648343"/>
                    <a:pt x="196880" y="640184"/>
                    <a:pt x="196880" y="629306"/>
                  </a:cubicBezTo>
                  <a:cubicBezTo>
                    <a:pt x="196880" y="612988"/>
                    <a:pt x="196880" y="591231"/>
                    <a:pt x="199600" y="574913"/>
                  </a:cubicBezTo>
                  <a:cubicBezTo>
                    <a:pt x="199600" y="558595"/>
                    <a:pt x="199600" y="539557"/>
                    <a:pt x="202320" y="523239"/>
                  </a:cubicBezTo>
                  <a:cubicBezTo>
                    <a:pt x="202320" y="501482"/>
                    <a:pt x="205040" y="482445"/>
                    <a:pt x="205040" y="460687"/>
                  </a:cubicBezTo>
                  <a:cubicBezTo>
                    <a:pt x="205040" y="447089"/>
                    <a:pt x="205040" y="430771"/>
                    <a:pt x="205040" y="417173"/>
                  </a:cubicBezTo>
                  <a:cubicBezTo>
                    <a:pt x="205040" y="409014"/>
                    <a:pt x="207759" y="400855"/>
                    <a:pt x="207759" y="392696"/>
                  </a:cubicBezTo>
                  <a:cubicBezTo>
                    <a:pt x="207759" y="384537"/>
                    <a:pt x="210478" y="376378"/>
                    <a:pt x="210478" y="368219"/>
                  </a:cubicBezTo>
                  <a:cubicBezTo>
                    <a:pt x="210478" y="351901"/>
                    <a:pt x="210478" y="332864"/>
                    <a:pt x="210478" y="313826"/>
                  </a:cubicBezTo>
                  <a:cubicBezTo>
                    <a:pt x="210478" y="294788"/>
                    <a:pt x="210478" y="275751"/>
                    <a:pt x="210478" y="259433"/>
                  </a:cubicBezTo>
                  <a:cubicBezTo>
                    <a:pt x="210478" y="243115"/>
                    <a:pt x="210478" y="226797"/>
                    <a:pt x="210478" y="213199"/>
                  </a:cubicBezTo>
                  <a:cubicBezTo>
                    <a:pt x="210478" y="194161"/>
                    <a:pt x="210478" y="164245"/>
                    <a:pt x="210478" y="145207"/>
                  </a:cubicBezTo>
                  <a:cubicBezTo>
                    <a:pt x="210478" y="139768"/>
                    <a:pt x="213198" y="134329"/>
                    <a:pt x="213198" y="131609"/>
                  </a:cubicBezTo>
                  <a:cubicBezTo>
                    <a:pt x="213198" y="126170"/>
                    <a:pt x="207759" y="123450"/>
                    <a:pt x="205040" y="123450"/>
                  </a:cubicBezTo>
                  <a:cubicBezTo>
                    <a:pt x="199600" y="123450"/>
                    <a:pt x="166965" y="123450"/>
                    <a:pt x="161525" y="123450"/>
                  </a:cubicBezTo>
                  <a:cubicBezTo>
                    <a:pt x="145207" y="123450"/>
                    <a:pt x="128889" y="123450"/>
                    <a:pt x="112571" y="120730"/>
                  </a:cubicBezTo>
                  <a:cubicBezTo>
                    <a:pt x="109852" y="120730"/>
                    <a:pt x="107132" y="120730"/>
                    <a:pt x="104412" y="118011"/>
                  </a:cubicBezTo>
                  <a:cubicBezTo>
                    <a:pt x="107132" y="137048"/>
                    <a:pt x="107132" y="172404"/>
                    <a:pt x="107132" y="191441"/>
                  </a:cubicBezTo>
                  <a:cubicBezTo>
                    <a:pt x="107132" y="202320"/>
                    <a:pt x="107132" y="224077"/>
                    <a:pt x="90814" y="224077"/>
                  </a:cubicBezTo>
                  <a:cubicBezTo>
                    <a:pt x="82655" y="224077"/>
                    <a:pt x="79935" y="221357"/>
                    <a:pt x="74496" y="218638"/>
                  </a:cubicBezTo>
                  <a:cubicBezTo>
                    <a:pt x="69057" y="215918"/>
                    <a:pt x="66337" y="210479"/>
                    <a:pt x="66337" y="205040"/>
                  </a:cubicBezTo>
                  <a:cubicBezTo>
                    <a:pt x="63617" y="196881"/>
                    <a:pt x="63617" y="191441"/>
                    <a:pt x="63617" y="186002"/>
                  </a:cubicBezTo>
                  <a:cubicBezTo>
                    <a:pt x="63617" y="180563"/>
                    <a:pt x="63617" y="153366"/>
                    <a:pt x="63617" y="145207"/>
                  </a:cubicBezTo>
                  <a:cubicBezTo>
                    <a:pt x="63617" y="134329"/>
                    <a:pt x="63617" y="120730"/>
                    <a:pt x="63617" y="109852"/>
                  </a:cubicBezTo>
                  <a:cubicBezTo>
                    <a:pt x="60897" y="104412"/>
                    <a:pt x="58178" y="101693"/>
                    <a:pt x="58178" y="96253"/>
                  </a:cubicBezTo>
                  <a:cubicBezTo>
                    <a:pt x="58178" y="93534"/>
                    <a:pt x="60897" y="88095"/>
                    <a:pt x="66337" y="85375"/>
                  </a:cubicBezTo>
                  <a:cubicBezTo>
                    <a:pt x="74496" y="79936"/>
                    <a:pt x="77215" y="77216"/>
                    <a:pt x="93533" y="77216"/>
                  </a:cubicBezTo>
                  <a:cubicBezTo>
                    <a:pt x="101692" y="77216"/>
                    <a:pt x="109852" y="77216"/>
                    <a:pt x="115290" y="77216"/>
                  </a:cubicBezTo>
                  <a:cubicBezTo>
                    <a:pt x="134328" y="77216"/>
                    <a:pt x="150646" y="77216"/>
                    <a:pt x="169684" y="74496"/>
                  </a:cubicBezTo>
                  <a:cubicBezTo>
                    <a:pt x="177843" y="74496"/>
                    <a:pt x="186002" y="71776"/>
                    <a:pt x="194161" y="71776"/>
                  </a:cubicBezTo>
                  <a:cubicBezTo>
                    <a:pt x="194161" y="71776"/>
                    <a:pt x="196880" y="71776"/>
                    <a:pt x="196880" y="71776"/>
                  </a:cubicBezTo>
                  <a:cubicBezTo>
                    <a:pt x="199600" y="71776"/>
                    <a:pt x="205040" y="71776"/>
                    <a:pt x="210478" y="71776"/>
                  </a:cubicBezTo>
                  <a:cubicBezTo>
                    <a:pt x="213198" y="71776"/>
                    <a:pt x="215918" y="71776"/>
                    <a:pt x="218638" y="71776"/>
                  </a:cubicBezTo>
                  <a:cubicBezTo>
                    <a:pt x="224077" y="69057"/>
                    <a:pt x="229516" y="63618"/>
                    <a:pt x="237675" y="60898"/>
                  </a:cubicBezTo>
                  <a:cubicBezTo>
                    <a:pt x="243115" y="58178"/>
                    <a:pt x="248554" y="58178"/>
                    <a:pt x="253993" y="58178"/>
                  </a:cubicBezTo>
                  <a:cubicBezTo>
                    <a:pt x="264872" y="58178"/>
                    <a:pt x="273031" y="58178"/>
                    <a:pt x="283910" y="60898"/>
                  </a:cubicBezTo>
                  <a:cubicBezTo>
                    <a:pt x="286629" y="60898"/>
                    <a:pt x="292068" y="63618"/>
                    <a:pt x="294788" y="66337"/>
                  </a:cubicBezTo>
                  <a:cubicBezTo>
                    <a:pt x="297508" y="69057"/>
                    <a:pt x="302948" y="71776"/>
                    <a:pt x="305667" y="74496"/>
                  </a:cubicBezTo>
                  <a:cubicBezTo>
                    <a:pt x="308386" y="74496"/>
                    <a:pt x="311106" y="74496"/>
                    <a:pt x="313826" y="74496"/>
                  </a:cubicBezTo>
                  <a:cubicBezTo>
                    <a:pt x="319265" y="74496"/>
                    <a:pt x="321985" y="74496"/>
                    <a:pt x="327424" y="74496"/>
                  </a:cubicBezTo>
                  <a:cubicBezTo>
                    <a:pt x="335583" y="74496"/>
                    <a:pt x="346461" y="74496"/>
                    <a:pt x="354621" y="74496"/>
                  </a:cubicBezTo>
                  <a:cubicBezTo>
                    <a:pt x="376378" y="74496"/>
                    <a:pt x="400855" y="74496"/>
                    <a:pt x="422612" y="74496"/>
                  </a:cubicBezTo>
                  <a:cubicBezTo>
                    <a:pt x="433491" y="74496"/>
                    <a:pt x="447089" y="74496"/>
                    <a:pt x="455248" y="79936"/>
                  </a:cubicBezTo>
                  <a:cubicBezTo>
                    <a:pt x="460687" y="82655"/>
                    <a:pt x="466127" y="90814"/>
                    <a:pt x="466127" y="98973"/>
                  </a:cubicBezTo>
                  <a:cubicBezTo>
                    <a:pt x="466127" y="101693"/>
                    <a:pt x="466127" y="107132"/>
                    <a:pt x="463407" y="109852"/>
                  </a:cubicBezTo>
                  <a:cubicBezTo>
                    <a:pt x="463407" y="112571"/>
                    <a:pt x="463407" y="112571"/>
                    <a:pt x="463407" y="120730"/>
                  </a:cubicBezTo>
                  <a:cubicBezTo>
                    <a:pt x="463407" y="142488"/>
                    <a:pt x="463407" y="172404"/>
                    <a:pt x="463407" y="194161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1164778095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le Slide Full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" name="Picture Placeholder 56">
            <a:extLst>
              <a:ext uri="{FF2B5EF4-FFF2-40B4-BE49-F238E27FC236}">
                <a16:creationId xmlns:a16="http://schemas.microsoft.com/office/drawing/2014/main" id="{2410F133-604A-4AC7-8A06-35B16808E83C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3459602" y="0"/>
            <a:ext cx="8732399" cy="6858000"/>
          </a:xfrm>
          <a:custGeom>
            <a:avLst/>
            <a:gdLst>
              <a:gd name="connsiteX0" fmla="*/ 343919 w 8732399"/>
              <a:gd name="connsiteY0" fmla="*/ 0 h 6858000"/>
              <a:gd name="connsiteX1" fmla="*/ 8732399 w 8732399"/>
              <a:gd name="connsiteY1" fmla="*/ 0 h 6858000"/>
              <a:gd name="connsiteX2" fmla="*/ 8732399 w 8732399"/>
              <a:gd name="connsiteY2" fmla="*/ 6858000 h 6858000"/>
              <a:gd name="connsiteX3" fmla="*/ 0 w 8732399"/>
              <a:gd name="connsiteY3" fmla="*/ 6858000 h 6858000"/>
              <a:gd name="connsiteX4" fmla="*/ 177693 w 8732399"/>
              <a:gd name="connsiteY4" fmla="*/ 6768713 h 6858000"/>
              <a:gd name="connsiteX5" fmla="*/ 2063325 w 8732399"/>
              <a:gd name="connsiteY5" fmla="*/ 3899618 h 6858000"/>
              <a:gd name="connsiteX6" fmla="*/ 2077959 w 8732399"/>
              <a:gd name="connsiteY6" fmla="*/ 3618494 h 6858000"/>
              <a:gd name="connsiteX7" fmla="*/ 2077954 w 8732399"/>
              <a:gd name="connsiteY7" fmla="*/ 3617951 h 6858000"/>
              <a:gd name="connsiteX8" fmla="*/ 2077959 w 8732399"/>
              <a:gd name="connsiteY8" fmla="*/ 3617865 h 6858000"/>
              <a:gd name="connsiteX9" fmla="*/ 2076397 w 8732399"/>
              <a:gd name="connsiteY9" fmla="*/ 3429041 h 6858000"/>
              <a:gd name="connsiteX10" fmla="*/ 2075650 w 8732399"/>
              <a:gd name="connsiteY10" fmla="*/ 3338309 h 6858000"/>
              <a:gd name="connsiteX11" fmla="*/ 404439 w 8732399"/>
              <a:gd name="connsiteY11" fmla="*/ 39934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8732399" h="6858000">
                <a:moveTo>
                  <a:pt x="343919" y="0"/>
                </a:moveTo>
                <a:lnTo>
                  <a:pt x="8732399" y="0"/>
                </a:lnTo>
                <a:lnTo>
                  <a:pt x="8732399" y="6858000"/>
                </a:lnTo>
                <a:lnTo>
                  <a:pt x="0" y="6858000"/>
                </a:lnTo>
                <a:lnTo>
                  <a:pt x="177693" y="6768713"/>
                </a:lnTo>
                <a:cubicBezTo>
                  <a:pt x="1141742" y="6254472"/>
                  <a:pt x="1951349" y="5360222"/>
                  <a:pt x="2063325" y="3899618"/>
                </a:cubicBezTo>
                <a:cubicBezTo>
                  <a:pt x="2071055" y="3805858"/>
                  <a:pt x="2075919" y="3712098"/>
                  <a:pt x="2077959" y="3618494"/>
                </a:cubicBezTo>
                <a:lnTo>
                  <a:pt x="2077954" y="3617951"/>
                </a:lnTo>
                <a:lnTo>
                  <a:pt x="2077959" y="3617865"/>
                </a:lnTo>
                <a:lnTo>
                  <a:pt x="2076397" y="3429041"/>
                </a:lnTo>
                <a:lnTo>
                  <a:pt x="2075650" y="3338309"/>
                </a:lnTo>
                <a:cubicBezTo>
                  <a:pt x="2025731" y="2034428"/>
                  <a:pt x="1430533" y="791870"/>
                  <a:pt x="404439" y="39934"/>
                </a:cubicBezTo>
                <a:close/>
              </a:path>
            </a:pathLst>
          </a:custGeom>
          <a:solidFill>
            <a:srgbClr val="D9D9D9"/>
          </a:solidFill>
        </p:spPr>
        <p:txBody>
          <a:bodyPr wrap="square" lIns="4663440" tIns="0" anchor="ctr" anchorCtr="0">
            <a:noAutofit/>
          </a:bodyPr>
          <a:lstStyle>
            <a:lvl1pPr marL="0" indent="0" algn="l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1pPr>
          </a:lstStyle>
          <a:p>
            <a:r>
              <a:rPr lang="en-US"/>
              <a:t>Click icon to insert picture</a:t>
            </a:r>
            <a:br>
              <a:rPr lang="en-US"/>
            </a:br>
            <a:r>
              <a:rPr lang="en-US"/>
              <a:t>(minimum recommended size for </a:t>
            </a:r>
            <a:br>
              <a:rPr lang="en-US"/>
            </a:br>
            <a:r>
              <a:rPr lang="en-US"/>
              <a:t>full slide image is 1280 x 720 pixels)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3683E8B-89CE-4EF5-BBB9-62368C38207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1660503"/>
            <a:ext cx="4389120" cy="2391042"/>
          </a:xfrm>
        </p:spPr>
        <p:txBody>
          <a:bodyPr/>
          <a:lstStyle>
            <a:lvl1pPr>
              <a:defRPr sz="6000">
                <a:solidFill>
                  <a:schemeClr val="tx1"/>
                </a:solidFill>
              </a:defRPr>
            </a:lvl1pPr>
          </a:lstStyle>
          <a:p>
            <a:r>
              <a:rPr lang="en-US" altLang="zh-CN"/>
              <a:t>Click to edit Master title style</a:t>
            </a:r>
            <a:endParaRPr lang="en-US"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F99B91ED-E0FA-43C7-8B4E-31F9017845E6}"/>
              </a:ext>
            </a:extLst>
          </p:cNvPr>
          <p:cNvGrpSpPr>
            <a:grpSpLocks noChangeAspect="1"/>
          </p:cNvGrpSpPr>
          <p:nvPr/>
        </p:nvGrpSpPr>
        <p:grpSpPr bwMode="black">
          <a:xfrm>
            <a:off x="609630" y="457200"/>
            <a:ext cx="2286000" cy="880288"/>
            <a:chOff x="2078951" y="1888610"/>
            <a:chExt cx="8030200" cy="3092248"/>
          </a:xfrm>
          <a:solidFill>
            <a:srgbClr val="FFFFFF"/>
          </a:solidFill>
        </p:grpSpPr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A9AB0108-0379-4A18-900E-6A61DF3018CE}"/>
                </a:ext>
              </a:extLst>
            </p:cNvPr>
            <p:cNvSpPr/>
            <p:nvPr/>
          </p:nvSpPr>
          <p:spPr bwMode="black">
            <a:xfrm>
              <a:off x="2078951" y="2872694"/>
              <a:ext cx="951880" cy="652717"/>
            </a:xfrm>
            <a:custGeom>
              <a:avLst/>
              <a:gdLst>
                <a:gd name="connsiteX0" fmla="*/ 903041 w 951880"/>
                <a:gd name="connsiteY0" fmla="*/ 330574 h 652717"/>
                <a:gd name="connsiteX1" fmla="*/ 780656 w 951880"/>
                <a:gd name="connsiteY1" fmla="*/ 379528 h 652717"/>
                <a:gd name="connsiteX2" fmla="*/ 598439 w 951880"/>
                <a:gd name="connsiteY2" fmla="*/ 311537 h 652717"/>
                <a:gd name="connsiteX3" fmla="*/ 505970 w 951880"/>
                <a:gd name="connsiteY3" fmla="*/ 164675 h 652717"/>
                <a:gd name="connsiteX4" fmla="*/ 266640 w 951880"/>
                <a:gd name="connsiteY4" fmla="*/ 61329 h 652717"/>
                <a:gd name="connsiteX5" fmla="*/ 103461 w 951880"/>
                <a:gd name="connsiteY5" fmla="*/ 458398 h 652717"/>
                <a:gd name="connsiteX6" fmla="*/ 756179 w 951880"/>
                <a:gd name="connsiteY6" fmla="*/ 485595 h 652717"/>
                <a:gd name="connsiteX7" fmla="*/ 903041 w 951880"/>
                <a:gd name="connsiteY7" fmla="*/ 330574 h 65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51880" h="652717">
                  <a:moveTo>
                    <a:pt x="903041" y="330574"/>
                  </a:moveTo>
                  <a:cubicBezTo>
                    <a:pt x="867685" y="363210"/>
                    <a:pt x="813292" y="374089"/>
                    <a:pt x="780656" y="379528"/>
                  </a:cubicBezTo>
                  <a:cubicBezTo>
                    <a:pt x="712664" y="387687"/>
                    <a:pt x="641953" y="365930"/>
                    <a:pt x="598439" y="311537"/>
                  </a:cubicBezTo>
                  <a:cubicBezTo>
                    <a:pt x="563083" y="268022"/>
                    <a:pt x="544046" y="210910"/>
                    <a:pt x="505970" y="164675"/>
                  </a:cubicBezTo>
                  <a:cubicBezTo>
                    <a:pt x="448858" y="93964"/>
                    <a:pt x="359109" y="45011"/>
                    <a:pt x="266640" y="61329"/>
                  </a:cubicBezTo>
                  <a:cubicBezTo>
                    <a:pt x="81704" y="93964"/>
                    <a:pt x="114" y="308817"/>
                    <a:pt x="103461" y="458398"/>
                  </a:cubicBezTo>
                  <a:cubicBezTo>
                    <a:pt x="253042" y="670531"/>
                    <a:pt x="584840" y="635176"/>
                    <a:pt x="756179" y="485595"/>
                  </a:cubicBezTo>
                  <a:cubicBezTo>
                    <a:pt x="813292" y="442080"/>
                    <a:pt x="862246" y="390407"/>
                    <a:pt x="903041" y="33057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5F2F77B2-9024-4ACC-A728-CA3AB71F5A8E}"/>
                </a:ext>
              </a:extLst>
            </p:cNvPr>
            <p:cNvSpPr/>
            <p:nvPr/>
          </p:nvSpPr>
          <p:spPr bwMode="black">
            <a:xfrm>
              <a:off x="9151831" y="2872694"/>
              <a:ext cx="951880" cy="652717"/>
            </a:xfrm>
            <a:custGeom>
              <a:avLst/>
              <a:gdLst>
                <a:gd name="connsiteX0" fmla="*/ 58178 w 951880"/>
                <a:gd name="connsiteY0" fmla="*/ 330574 h 652717"/>
                <a:gd name="connsiteX1" fmla="*/ 180563 w 951880"/>
                <a:gd name="connsiteY1" fmla="*/ 379528 h 652717"/>
                <a:gd name="connsiteX2" fmla="*/ 362780 w 951880"/>
                <a:gd name="connsiteY2" fmla="*/ 311537 h 652717"/>
                <a:gd name="connsiteX3" fmla="*/ 455249 w 951880"/>
                <a:gd name="connsiteY3" fmla="*/ 164675 h 652717"/>
                <a:gd name="connsiteX4" fmla="*/ 694578 w 951880"/>
                <a:gd name="connsiteY4" fmla="*/ 61329 h 652717"/>
                <a:gd name="connsiteX5" fmla="*/ 857758 w 951880"/>
                <a:gd name="connsiteY5" fmla="*/ 458398 h 652717"/>
                <a:gd name="connsiteX6" fmla="*/ 205040 w 951880"/>
                <a:gd name="connsiteY6" fmla="*/ 485595 h 652717"/>
                <a:gd name="connsiteX7" fmla="*/ 58178 w 951880"/>
                <a:gd name="connsiteY7" fmla="*/ 330574 h 65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51880" h="652717">
                  <a:moveTo>
                    <a:pt x="58178" y="330574"/>
                  </a:moveTo>
                  <a:cubicBezTo>
                    <a:pt x="96253" y="363210"/>
                    <a:pt x="147927" y="374089"/>
                    <a:pt x="180563" y="379528"/>
                  </a:cubicBezTo>
                  <a:cubicBezTo>
                    <a:pt x="248554" y="387687"/>
                    <a:pt x="319266" y="365930"/>
                    <a:pt x="362780" y="311537"/>
                  </a:cubicBezTo>
                  <a:cubicBezTo>
                    <a:pt x="398136" y="268022"/>
                    <a:pt x="417174" y="210910"/>
                    <a:pt x="455249" y="164675"/>
                  </a:cubicBezTo>
                  <a:cubicBezTo>
                    <a:pt x="512362" y="93964"/>
                    <a:pt x="602110" y="45011"/>
                    <a:pt x="694578" y="61329"/>
                  </a:cubicBezTo>
                  <a:cubicBezTo>
                    <a:pt x="879515" y="93964"/>
                    <a:pt x="961105" y="308817"/>
                    <a:pt x="857758" y="458398"/>
                  </a:cubicBezTo>
                  <a:cubicBezTo>
                    <a:pt x="708176" y="670531"/>
                    <a:pt x="376379" y="635176"/>
                    <a:pt x="205040" y="485595"/>
                  </a:cubicBezTo>
                  <a:cubicBezTo>
                    <a:pt x="150646" y="442080"/>
                    <a:pt x="101693" y="390407"/>
                    <a:pt x="58178" y="33057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40BB7A39-4E40-4061-A76F-7B79D98B54EE}"/>
                </a:ext>
              </a:extLst>
            </p:cNvPr>
            <p:cNvSpPr/>
            <p:nvPr/>
          </p:nvSpPr>
          <p:spPr bwMode="black">
            <a:xfrm>
              <a:off x="8001294" y="2010994"/>
              <a:ext cx="734308" cy="299162"/>
            </a:xfrm>
            <a:custGeom>
              <a:avLst/>
              <a:gdLst>
                <a:gd name="connsiteX0" fmla="*/ 596792 w 734307"/>
                <a:gd name="connsiteY0" fmla="*/ 58178 h 299162"/>
                <a:gd name="connsiteX1" fmla="*/ 148048 w 734307"/>
                <a:gd name="connsiteY1" fmla="*/ 58178 h 299162"/>
                <a:gd name="connsiteX2" fmla="*/ 58299 w 734307"/>
                <a:gd name="connsiteY2" fmla="*/ 150646 h 299162"/>
                <a:gd name="connsiteX3" fmla="*/ 148048 w 734307"/>
                <a:gd name="connsiteY3" fmla="*/ 251274 h 299162"/>
                <a:gd name="connsiteX4" fmla="*/ 596792 w 734307"/>
                <a:gd name="connsiteY4" fmla="*/ 251274 h 299162"/>
                <a:gd name="connsiteX5" fmla="*/ 686541 w 734307"/>
                <a:gd name="connsiteY5" fmla="*/ 158805 h 299162"/>
                <a:gd name="connsiteX6" fmla="*/ 596792 w 734307"/>
                <a:gd name="connsiteY6" fmla="*/ 58178 h 299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4307" h="299162">
                  <a:moveTo>
                    <a:pt x="596792" y="58178"/>
                  </a:moveTo>
                  <a:cubicBezTo>
                    <a:pt x="591353" y="58178"/>
                    <a:pt x="153487" y="58178"/>
                    <a:pt x="148048" y="58178"/>
                  </a:cubicBezTo>
                  <a:cubicBezTo>
                    <a:pt x="99094" y="60898"/>
                    <a:pt x="61019" y="104412"/>
                    <a:pt x="58299" y="150646"/>
                  </a:cubicBezTo>
                  <a:cubicBezTo>
                    <a:pt x="55580" y="199600"/>
                    <a:pt x="99094" y="248554"/>
                    <a:pt x="148048" y="251274"/>
                  </a:cubicBezTo>
                  <a:cubicBezTo>
                    <a:pt x="153487" y="251274"/>
                    <a:pt x="591353" y="251274"/>
                    <a:pt x="596792" y="251274"/>
                  </a:cubicBezTo>
                  <a:cubicBezTo>
                    <a:pt x="645746" y="248554"/>
                    <a:pt x="683821" y="205040"/>
                    <a:pt x="686541" y="158805"/>
                  </a:cubicBezTo>
                  <a:cubicBezTo>
                    <a:pt x="689260" y="109852"/>
                    <a:pt x="648465" y="60898"/>
                    <a:pt x="596792" y="58178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45441B9D-EA57-4F40-8DCE-CBEF348C3A0F}"/>
                </a:ext>
              </a:extLst>
            </p:cNvPr>
            <p:cNvSpPr/>
            <p:nvPr/>
          </p:nvSpPr>
          <p:spPr bwMode="black">
            <a:xfrm>
              <a:off x="4920042" y="2277520"/>
              <a:ext cx="1006274" cy="951879"/>
            </a:xfrm>
            <a:custGeom>
              <a:avLst/>
              <a:gdLst>
                <a:gd name="connsiteX0" fmla="*/ 884954 w 1006273"/>
                <a:gd name="connsiteY0" fmla="*/ 746251 h 951879"/>
                <a:gd name="connsiteX1" fmla="*/ 874076 w 1006273"/>
                <a:gd name="connsiteY1" fmla="*/ 670101 h 951879"/>
                <a:gd name="connsiteX2" fmla="*/ 874076 w 1006273"/>
                <a:gd name="connsiteY2" fmla="*/ 536837 h 951879"/>
                <a:gd name="connsiteX3" fmla="*/ 689139 w 1006273"/>
                <a:gd name="connsiteY3" fmla="*/ 88094 h 951879"/>
                <a:gd name="connsiteX4" fmla="*/ 428052 w 1006273"/>
                <a:gd name="connsiteY4" fmla="*/ 253993 h 951879"/>
                <a:gd name="connsiteX5" fmla="*/ 196881 w 1006273"/>
                <a:gd name="connsiteY5" fmla="*/ 58178 h 951879"/>
                <a:gd name="connsiteX6" fmla="*/ 58178 w 1006273"/>
                <a:gd name="connsiteY6" fmla="*/ 128889 h 951879"/>
                <a:gd name="connsiteX7" fmla="*/ 142488 w 1006273"/>
                <a:gd name="connsiteY7" fmla="*/ 273031 h 951879"/>
                <a:gd name="connsiteX8" fmla="*/ 142488 w 1006273"/>
                <a:gd name="connsiteY8" fmla="*/ 757130 h 951879"/>
                <a:gd name="connsiteX9" fmla="*/ 283910 w 1006273"/>
                <a:gd name="connsiteY9" fmla="*/ 895832 h 951879"/>
                <a:gd name="connsiteX10" fmla="*/ 428052 w 1006273"/>
                <a:gd name="connsiteY10" fmla="*/ 757130 h 951879"/>
                <a:gd name="connsiteX11" fmla="*/ 428052 w 1006273"/>
                <a:gd name="connsiteY11" fmla="*/ 400855 h 951879"/>
                <a:gd name="connsiteX12" fmla="*/ 523240 w 1006273"/>
                <a:gd name="connsiteY12" fmla="*/ 283910 h 951879"/>
                <a:gd name="connsiteX13" fmla="*/ 591231 w 1006273"/>
                <a:gd name="connsiteY13" fmla="*/ 354621 h 951879"/>
                <a:gd name="connsiteX14" fmla="*/ 591231 w 1006273"/>
                <a:gd name="connsiteY14" fmla="*/ 697297 h 951879"/>
                <a:gd name="connsiteX15" fmla="*/ 593951 w 1006273"/>
                <a:gd name="connsiteY15" fmla="*/ 729933 h 951879"/>
                <a:gd name="connsiteX16" fmla="*/ 610269 w 1006273"/>
                <a:gd name="connsiteY16" fmla="*/ 778887 h 951879"/>
                <a:gd name="connsiteX17" fmla="*/ 822402 w 1006273"/>
                <a:gd name="connsiteY17" fmla="*/ 893112 h 951879"/>
                <a:gd name="connsiteX18" fmla="*/ 961105 w 1006273"/>
                <a:gd name="connsiteY18" fmla="*/ 822401 h 951879"/>
                <a:gd name="connsiteX19" fmla="*/ 884954 w 1006273"/>
                <a:gd name="connsiteY19" fmla="*/ 746251 h 951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006273" h="951879">
                  <a:moveTo>
                    <a:pt x="884954" y="746251"/>
                  </a:moveTo>
                  <a:cubicBezTo>
                    <a:pt x="879515" y="721774"/>
                    <a:pt x="876795" y="694578"/>
                    <a:pt x="874076" y="670101"/>
                  </a:cubicBezTo>
                  <a:cubicBezTo>
                    <a:pt x="874076" y="634745"/>
                    <a:pt x="874076" y="583072"/>
                    <a:pt x="874076" y="536837"/>
                  </a:cubicBezTo>
                  <a:cubicBezTo>
                    <a:pt x="879515" y="373658"/>
                    <a:pt x="909431" y="88094"/>
                    <a:pt x="689139" y="88094"/>
                  </a:cubicBezTo>
                  <a:cubicBezTo>
                    <a:pt x="539558" y="88094"/>
                    <a:pt x="452529" y="213199"/>
                    <a:pt x="428052" y="253993"/>
                  </a:cubicBezTo>
                  <a:cubicBezTo>
                    <a:pt x="425332" y="139768"/>
                    <a:pt x="335583" y="58178"/>
                    <a:pt x="196881" y="58178"/>
                  </a:cubicBezTo>
                  <a:cubicBezTo>
                    <a:pt x="109852" y="58178"/>
                    <a:pt x="58178" y="128889"/>
                    <a:pt x="58178" y="128889"/>
                  </a:cubicBezTo>
                  <a:cubicBezTo>
                    <a:pt x="58178" y="128889"/>
                    <a:pt x="142488" y="158805"/>
                    <a:pt x="142488" y="273031"/>
                  </a:cubicBezTo>
                  <a:cubicBezTo>
                    <a:pt x="142488" y="354621"/>
                    <a:pt x="142488" y="757130"/>
                    <a:pt x="142488" y="757130"/>
                  </a:cubicBezTo>
                  <a:cubicBezTo>
                    <a:pt x="145207" y="827841"/>
                    <a:pt x="194161" y="895832"/>
                    <a:pt x="283910" y="895832"/>
                  </a:cubicBezTo>
                  <a:cubicBezTo>
                    <a:pt x="373659" y="895832"/>
                    <a:pt x="428052" y="827841"/>
                    <a:pt x="428052" y="757130"/>
                  </a:cubicBezTo>
                  <a:lnTo>
                    <a:pt x="428052" y="400855"/>
                  </a:lnTo>
                  <a:cubicBezTo>
                    <a:pt x="441650" y="343742"/>
                    <a:pt x="474286" y="283910"/>
                    <a:pt x="523240" y="283910"/>
                  </a:cubicBezTo>
                  <a:cubicBezTo>
                    <a:pt x="585792" y="283910"/>
                    <a:pt x="591231" y="354621"/>
                    <a:pt x="591231" y="354621"/>
                  </a:cubicBezTo>
                  <a:lnTo>
                    <a:pt x="591231" y="697297"/>
                  </a:lnTo>
                  <a:cubicBezTo>
                    <a:pt x="591231" y="708176"/>
                    <a:pt x="593951" y="719054"/>
                    <a:pt x="593951" y="729933"/>
                  </a:cubicBezTo>
                  <a:cubicBezTo>
                    <a:pt x="596671" y="748971"/>
                    <a:pt x="602110" y="765289"/>
                    <a:pt x="610269" y="778887"/>
                  </a:cubicBezTo>
                  <a:cubicBezTo>
                    <a:pt x="645624" y="846878"/>
                    <a:pt x="719055" y="893112"/>
                    <a:pt x="822402" y="893112"/>
                  </a:cubicBezTo>
                  <a:cubicBezTo>
                    <a:pt x="909431" y="893112"/>
                    <a:pt x="961105" y="822401"/>
                    <a:pt x="961105" y="822401"/>
                  </a:cubicBezTo>
                  <a:cubicBezTo>
                    <a:pt x="961105" y="822401"/>
                    <a:pt x="909431" y="808803"/>
                    <a:pt x="884954" y="746251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9AE4E4D0-FF92-495C-9CD5-354ED8923672}"/>
                </a:ext>
              </a:extLst>
            </p:cNvPr>
            <p:cNvSpPr/>
            <p:nvPr/>
          </p:nvSpPr>
          <p:spPr bwMode="black">
            <a:xfrm>
              <a:off x="7552331" y="1888610"/>
              <a:ext cx="489539" cy="1332631"/>
            </a:xfrm>
            <a:custGeom>
              <a:avLst/>
              <a:gdLst>
                <a:gd name="connsiteX0" fmla="*/ 368560 w 489538"/>
                <a:gd name="connsiteY0" fmla="*/ 1135162 h 1332630"/>
                <a:gd name="connsiteX1" fmla="*/ 357681 w 489538"/>
                <a:gd name="connsiteY1" fmla="*/ 1059011 h 1332630"/>
                <a:gd name="connsiteX2" fmla="*/ 357681 w 489538"/>
                <a:gd name="connsiteY2" fmla="*/ 207759 h 1332630"/>
                <a:gd name="connsiteX3" fmla="*/ 208099 w 489538"/>
                <a:gd name="connsiteY3" fmla="*/ 58178 h 1332630"/>
                <a:gd name="connsiteX4" fmla="*/ 58518 w 489538"/>
                <a:gd name="connsiteY4" fmla="*/ 207759 h 1332630"/>
                <a:gd name="connsiteX5" fmla="*/ 58518 w 489538"/>
                <a:gd name="connsiteY5" fmla="*/ 961104 h 1332630"/>
                <a:gd name="connsiteX6" fmla="*/ 85715 w 489538"/>
                <a:gd name="connsiteY6" fmla="*/ 1159639 h 1332630"/>
                <a:gd name="connsiteX7" fmla="*/ 306007 w 489538"/>
                <a:gd name="connsiteY7" fmla="*/ 1282023 h 1332630"/>
                <a:gd name="connsiteX8" fmla="*/ 444710 w 489538"/>
                <a:gd name="connsiteY8" fmla="*/ 1211312 h 1332630"/>
                <a:gd name="connsiteX9" fmla="*/ 368560 w 489538"/>
                <a:gd name="connsiteY9" fmla="*/ 1135162 h 1332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89538" h="1332630">
                  <a:moveTo>
                    <a:pt x="368560" y="1135162"/>
                  </a:moveTo>
                  <a:cubicBezTo>
                    <a:pt x="363120" y="1110685"/>
                    <a:pt x="357681" y="1083488"/>
                    <a:pt x="357681" y="1059011"/>
                  </a:cubicBezTo>
                  <a:lnTo>
                    <a:pt x="357681" y="207759"/>
                  </a:lnTo>
                  <a:cubicBezTo>
                    <a:pt x="357681" y="126170"/>
                    <a:pt x="289689" y="58178"/>
                    <a:pt x="208099" y="58178"/>
                  </a:cubicBezTo>
                  <a:cubicBezTo>
                    <a:pt x="126510" y="58178"/>
                    <a:pt x="58518" y="126170"/>
                    <a:pt x="58518" y="207759"/>
                  </a:cubicBezTo>
                  <a:lnTo>
                    <a:pt x="58518" y="961104"/>
                  </a:lnTo>
                  <a:cubicBezTo>
                    <a:pt x="58518" y="1029095"/>
                    <a:pt x="53079" y="1097086"/>
                    <a:pt x="85715" y="1159639"/>
                  </a:cubicBezTo>
                  <a:cubicBezTo>
                    <a:pt x="118351" y="1227630"/>
                    <a:pt x="202660" y="1282023"/>
                    <a:pt x="306007" y="1282023"/>
                  </a:cubicBezTo>
                  <a:cubicBezTo>
                    <a:pt x="393036" y="1282023"/>
                    <a:pt x="444710" y="1211312"/>
                    <a:pt x="444710" y="1211312"/>
                  </a:cubicBezTo>
                  <a:cubicBezTo>
                    <a:pt x="444710" y="1211312"/>
                    <a:pt x="393036" y="1197714"/>
                    <a:pt x="368560" y="1135162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5D4AF130-6E23-4412-BC70-EE04DCC1545D}"/>
                </a:ext>
              </a:extLst>
            </p:cNvPr>
            <p:cNvSpPr/>
            <p:nvPr/>
          </p:nvSpPr>
          <p:spPr bwMode="black">
            <a:xfrm>
              <a:off x="4162324" y="2357456"/>
              <a:ext cx="815899" cy="815898"/>
            </a:xfrm>
            <a:custGeom>
              <a:avLst/>
              <a:gdLst>
                <a:gd name="connsiteX0" fmla="*/ 407949 w 815899"/>
                <a:gd name="connsiteY0" fmla="*/ 174058 h 815898"/>
                <a:gd name="connsiteX1" fmla="*/ 293723 w 815899"/>
                <a:gd name="connsiteY1" fmla="*/ 407950 h 815898"/>
                <a:gd name="connsiteX2" fmla="*/ 410669 w 815899"/>
                <a:gd name="connsiteY2" fmla="*/ 641840 h 815898"/>
                <a:gd name="connsiteX3" fmla="*/ 522175 w 815899"/>
                <a:gd name="connsiteY3" fmla="*/ 407950 h 815898"/>
                <a:gd name="connsiteX4" fmla="*/ 407949 w 815899"/>
                <a:gd name="connsiteY4" fmla="*/ 174058 h 815898"/>
                <a:gd name="connsiteX5" fmla="*/ 407950 w 815899"/>
                <a:gd name="connsiteY5" fmla="*/ 0 h 815898"/>
                <a:gd name="connsiteX6" fmla="*/ 815899 w 815899"/>
                <a:gd name="connsiteY6" fmla="*/ 407949 h 815898"/>
                <a:gd name="connsiteX7" fmla="*/ 407950 w 815899"/>
                <a:gd name="connsiteY7" fmla="*/ 815898 h 815898"/>
                <a:gd name="connsiteX8" fmla="*/ 0 w 815899"/>
                <a:gd name="connsiteY8" fmla="*/ 407949 h 815898"/>
                <a:gd name="connsiteX9" fmla="*/ 407950 w 815899"/>
                <a:gd name="connsiteY9" fmla="*/ 0 h 815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5899" h="815898">
                  <a:moveTo>
                    <a:pt x="407949" y="174058"/>
                  </a:moveTo>
                  <a:cubicBezTo>
                    <a:pt x="342677" y="174058"/>
                    <a:pt x="293723" y="263807"/>
                    <a:pt x="293723" y="407950"/>
                  </a:cubicBezTo>
                  <a:cubicBezTo>
                    <a:pt x="293723" y="552091"/>
                    <a:pt x="331799" y="639120"/>
                    <a:pt x="410669" y="641840"/>
                  </a:cubicBezTo>
                  <a:cubicBezTo>
                    <a:pt x="489539" y="641840"/>
                    <a:pt x="527614" y="552091"/>
                    <a:pt x="522175" y="407950"/>
                  </a:cubicBezTo>
                  <a:cubicBezTo>
                    <a:pt x="522175" y="263807"/>
                    <a:pt x="473221" y="176778"/>
                    <a:pt x="407949" y="174058"/>
                  </a:cubicBezTo>
                  <a:close/>
                  <a:moveTo>
                    <a:pt x="407950" y="0"/>
                  </a:moveTo>
                  <a:cubicBezTo>
                    <a:pt x="633682" y="0"/>
                    <a:pt x="815899" y="182217"/>
                    <a:pt x="815899" y="407949"/>
                  </a:cubicBezTo>
                  <a:cubicBezTo>
                    <a:pt x="815899" y="633681"/>
                    <a:pt x="633682" y="815898"/>
                    <a:pt x="407950" y="815898"/>
                  </a:cubicBezTo>
                  <a:cubicBezTo>
                    <a:pt x="182218" y="815898"/>
                    <a:pt x="0" y="633681"/>
                    <a:pt x="0" y="407949"/>
                  </a:cubicBezTo>
                  <a:cubicBezTo>
                    <a:pt x="0" y="182217"/>
                    <a:pt x="182218" y="0"/>
                    <a:pt x="407950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C2ABE821-58B4-49BB-A652-52A61F3BD10D}"/>
                </a:ext>
              </a:extLst>
            </p:cNvPr>
            <p:cNvSpPr/>
            <p:nvPr/>
          </p:nvSpPr>
          <p:spPr bwMode="black">
            <a:xfrm>
              <a:off x="5884871" y="1946788"/>
              <a:ext cx="912802" cy="1223846"/>
            </a:xfrm>
            <a:custGeom>
              <a:avLst/>
              <a:gdLst>
                <a:gd name="connsiteX0" fmla="*/ 387907 w 912802"/>
                <a:gd name="connsiteY0" fmla="*/ 620081 h 1223846"/>
                <a:gd name="connsiteX1" fmla="*/ 273681 w 912802"/>
                <a:gd name="connsiteY1" fmla="*/ 824055 h 1223846"/>
                <a:gd name="connsiteX2" fmla="*/ 390627 w 912802"/>
                <a:gd name="connsiteY2" fmla="*/ 1028029 h 1223846"/>
                <a:gd name="connsiteX3" fmla="*/ 502132 w 912802"/>
                <a:gd name="connsiteY3" fmla="*/ 824055 h 1223846"/>
                <a:gd name="connsiteX4" fmla="*/ 387907 w 912802"/>
                <a:gd name="connsiteY4" fmla="*/ 620081 h 1223846"/>
                <a:gd name="connsiteX5" fmla="*/ 676192 w 912802"/>
                <a:gd name="connsiteY5" fmla="*/ 0 h 1223846"/>
                <a:gd name="connsiteX6" fmla="*/ 825773 w 912802"/>
                <a:gd name="connsiteY6" fmla="*/ 149581 h 1223846"/>
                <a:gd name="connsiteX7" fmla="*/ 825773 w 912802"/>
                <a:gd name="connsiteY7" fmla="*/ 1000834 h 1223846"/>
                <a:gd name="connsiteX8" fmla="*/ 836651 w 912802"/>
                <a:gd name="connsiteY8" fmla="*/ 1076985 h 1223846"/>
                <a:gd name="connsiteX9" fmla="*/ 912802 w 912802"/>
                <a:gd name="connsiteY9" fmla="*/ 1150415 h 1223846"/>
                <a:gd name="connsiteX10" fmla="*/ 774099 w 912802"/>
                <a:gd name="connsiteY10" fmla="*/ 1221126 h 1223846"/>
                <a:gd name="connsiteX11" fmla="*/ 553807 w 912802"/>
                <a:gd name="connsiteY11" fmla="*/ 1098742 h 1223846"/>
                <a:gd name="connsiteX12" fmla="*/ 548367 w 912802"/>
                <a:gd name="connsiteY12" fmla="*/ 1085144 h 1223846"/>
                <a:gd name="connsiteX13" fmla="*/ 398786 w 912802"/>
                <a:gd name="connsiteY13" fmla="*/ 1212967 h 1223846"/>
                <a:gd name="connsiteX14" fmla="*/ 156736 w 912802"/>
                <a:gd name="connsiteY14" fmla="*/ 1180332 h 1223846"/>
                <a:gd name="connsiteX15" fmla="*/ 287280 w 912802"/>
                <a:gd name="connsiteY15" fmla="*/ 416107 h 1223846"/>
                <a:gd name="connsiteX16" fmla="*/ 526611 w 912802"/>
                <a:gd name="connsiteY16" fmla="*/ 552091 h 1223846"/>
                <a:gd name="connsiteX17" fmla="*/ 526611 w 912802"/>
                <a:gd name="connsiteY17" fmla="*/ 149581 h 1223846"/>
                <a:gd name="connsiteX18" fmla="*/ 676192 w 912802"/>
                <a:gd name="connsiteY18" fmla="*/ 0 h 1223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12802" h="1223846">
                  <a:moveTo>
                    <a:pt x="387907" y="620081"/>
                  </a:moveTo>
                  <a:cubicBezTo>
                    <a:pt x="322635" y="620081"/>
                    <a:pt x="273681" y="698951"/>
                    <a:pt x="273681" y="824055"/>
                  </a:cubicBezTo>
                  <a:cubicBezTo>
                    <a:pt x="273681" y="949160"/>
                    <a:pt x="311756" y="1028029"/>
                    <a:pt x="390627" y="1028029"/>
                  </a:cubicBezTo>
                  <a:cubicBezTo>
                    <a:pt x="466777" y="1025310"/>
                    <a:pt x="504852" y="949160"/>
                    <a:pt x="502132" y="824055"/>
                  </a:cubicBezTo>
                  <a:cubicBezTo>
                    <a:pt x="502132" y="698951"/>
                    <a:pt x="455898" y="622801"/>
                    <a:pt x="387907" y="620081"/>
                  </a:cubicBezTo>
                  <a:close/>
                  <a:moveTo>
                    <a:pt x="676192" y="0"/>
                  </a:moveTo>
                  <a:cubicBezTo>
                    <a:pt x="757781" y="0"/>
                    <a:pt x="825773" y="67992"/>
                    <a:pt x="825773" y="149581"/>
                  </a:cubicBezTo>
                  <a:lnTo>
                    <a:pt x="825773" y="1000834"/>
                  </a:lnTo>
                  <a:cubicBezTo>
                    <a:pt x="828492" y="1025311"/>
                    <a:pt x="831212" y="1052508"/>
                    <a:pt x="836651" y="1076985"/>
                  </a:cubicBezTo>
                  <a:cubicBezTo>
                    <a:pt x="861128" y="1139537"/>
                    <a:pt x="912802" y="1150415"/>
                    <a:pt x="912802" y="1150415"/>
                  </a:cubicBezTo>
                  <a:cubicBezTo>
                    <a:pt x="912802" y="1150415"/>
                    <a:pt x="861128" y="1221126"/>
                    <a:pt x="774099" y="1221126"/>
                  </a:cubicBezTo>
                  <a:cubicBezTo>
                    <a:pt x="670752" y="1221126"/>
                    <a:pt x="589162" y="1166733"/>
                    <a:pt x="553807" y="1098742"/>
                  </a:cubicBezTo>
                  <a:cubicBezTo>
                    <a:pt x="551087" y="1093303"/>
                    <a:pt x="551087" y="1090583"/>
                    <a:pt x="548367" y="1085144"/>
                  </a:cubicBezTo>
                  <a:cubicBezTo>
                    <a:pt x="534769" y="1147696"/>
                    <a:pt x="450460" y="1199369"/>
                    <a:pt x="398786" y="1212967"/>
                  </a:cubicBezTo>
                  <a:cubicBezTo>
                    <a:pt x="322636" y="1234725"/>
                    <a:pt x="222008" y="1223846"/>
                    <a:pt x="156736" y="1180332"/>
                  </a:cubicBezTo>
                  <a:cubicBezTo>
                    <a:pt x="-79874" y="1028031"/>
                    <a:pt x="-58117" y="416107"/>
                    <a:pt x="287280" y="416107"/>
                  </a:cubicBezTo>
                  <a:cubicBezTo>
                    <a:pt x="412385" y="416107"/>
                    <a:pt x="491255" y="503137"/>
                    <a:pt x="526611" y="552091"/>
                  </a:cubicBezTo>
                  <a:lnTo>
                    <a:pt x="526611" y="149581"/>
                  </a:lnTo>
                  <a:cubicBezTo>
                    <a:pt x="526611" y="67992"/>
                    <a:pt x="594602" y="0"/>
                    <a:pt x="676192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10D66007-2868-471F-B969-3FB8E82DCC4E}"/>
                </a:ext>
              </a:extLst>
            </p:cNvPr>
            <p:cNvSpPr/>
            <p:nvPr/>
          </p:nvSpPr>
          <p:spPr bwMode="black">
            <a:xfrm>
              <a:off x="6789513" y="2362895"/>
              <a:ext cx="747906" cy="810458"/>
            </a:xfrm>
            <a:custGeom>
              <a:avLst/>
              <a:gdLst>
                <a:gd name="connsiteX0" fmla="*/ 394818 w 747906"/>
                <a:gd name="connsiteY0" fmla="*/ 163222 h 810458"/>
                <a:gd name="connsiteX1" fmla="*/ 356275 w 747906"/>
                <a:gd name="connsiteY1" fmla="*/ 174058 h 810458"/>
                <a:gd name="connsiteX2" fmla="*/ 274685 w 747906"/>
                <a:gd name="connsiteY2" fmla="*/ 356275 h 810458"/>
                <a:gd name="connsiteX3" fmla="*/ 375313 w 747906"/>
                <a:gd name="connsiteY3" fmla="*/ 358994 h 810458"/>
                <a:gd name="connsiteX4" fmla="*/ 473220 w 747906"/>
                <a:gd name="connsiteY4" fmla="*/ 239329 h 810458"/>
                <a:gd name="connsiteX5" fmla="*/ 394818 w 747906"/>
                <a:gd name="connsiteY5" fmla="*/ 163222 h 810458"/>
                <a:gd name="connsiteX6" fmla="*/ 386192 w 747906"/>
                <a:gd name="connsiteY6" fmla="*/ 0 h 810458"/>
                <a:gd name="connsiteX7" fmla="*/ 747906 w 747906"/>
                <a:gd name="connsiteY7" fmla="*/ 266526 h 810458"/>
                <a:gd name="connsiteX8" fmla="*/ 291004 w 747906"/>
                <a:gd name="connsiteY8" fmla="*/ 484100 h 810458"/>
                <a:gd name="connsiteX9" fmla="*/ 497698 w 747906"/>
                <a:gd name="connsiteY9" fmla="*/ 617363 h 810458"/>
                <a:gd name="connsiteX10" fmla="*/ 712551 w 747906"/>
                <a:gd name="connsiteY10" fmla="*/ 557530 h 810458"/>
                <a:gd name="connsiteX11" fmla="*/ 388912 w 747906"/>
                <a:gd name="connsiteY11" fmla="*/ 810458 h 810458"/>
                <a:gd name="connsiteX12" fmla="*/ 0 w 747906"/>
                <a:gd name="connsiteY12" fmla="*/ 413389 h 810458"/>
                <a:gd name="connsiteX13" fmla="*/ 386192 w 747906"/>
                <a:gd name="connsiteY13" fmla="*/ 0 h 810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47906" h="810458">
                  <a:moveTo>
                    <a:pt x="394818" y="163222"/>
                  </a:moveTo>
                  <a:cubicBezTo>
                    <a:pt x="381772" y="163179"/>
                    <a:pt x="368514" y="166579"/>
                    <a:pt x="356275" y="174058"/>
                  </a:cubicBezTo>
                  <a:cubicBezTo>
                    <a:pt x="299162" y="212133"/>
                    <a:pt x="282844" y="291003"/>
                    <a:pt x="274685" y="356275"/>
                  </a:cubicBezTo>
                  <a:cubicBezTo>
                    <a:pt x="274685" y="364434"/>
                    <a:pt x="369873" y="358994"/>
                    <a:pt x="375313" y="358994"/>
                  </a:cubicBezTo>
                  <a:cubicBezTo>
                    <a:pt x="432425" y="345396"/>
                    <a:pt x="473220" y="301881"/>
                    <a:pt x="473220" y="239329"/>
                  </a:cubicBezTo>
                  <a:cubicBezTo>
                    <a:pt x="471181" y="194455"/>
                    <a:pt x="433956" y="163349"/>
                    <a:pt x="394818" y="163222"/>
                  </a:cubicBezTo>
                  <a:close/>
                  <a:moveTo>
                    <a:pt x="386192" y="0"/>
                  </a:moveTo>
                  <a:cubicBezTo>
                    <a:pt x="519455" y="0"/>
                    <a:pt x="747906" y="65272"/>
                    <a:pt x="747906" y="266526"/>
                  </a:cubicBezTo>
                  <a:cubicBezTo>
                    <a:pt x="747906" y="467782"/>
                    <a:pt x="538493" y="484100"/>
                    <a:pt x="291004" y="484100"/>
                  </a:cubicBezTo>
                  <a:cubicBezTo>
                    <a:pt x="291004" y="484100"/>
                    <a:pt x="326359" y="617363"/>
                    <a:pt x="497698" y="617363"/>
                  </a:cubicBezTo>
                  <a:cubicBezTo>
                    <a:pt x="669036" y="617363"/>
                    <a:pt x="712551" y="557530"/>
                    <a:pt x="712551" y="557530"/>
                  </a:cubicBezTo>
                  <a:cubicBezTo>
                    <a:pt x="712551" y="557530"/>
                    <a:pt x="696233" y="810458"/>
                    <a:pt x="388912" y="810458"/>
                  </a:cubicBezTo>
                  <a:cubicBezTo>
                    <a:pt x="212134" y="810458"/>
                    <a:pt x="0" y="677195"/>
                    <a:pt x="0" y="413389"/>
                  </a:cubicBezTo>
                  <a:cubicBezTo>
                    <a:pt x="0" y="176778"/>
                    <a:pt x="163180" y="0"/>
                    <a:pt x="386192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36270846-6F4C-40AA-99D4-EF9934A7E399}"/>
                </a:ext>
              </a:extLst>
            </p:cNvPr>
            <p:cNvSpPr/>
            <p:nvPr/>
          </p:nvSpPr>
          <p:spPr bwMode="black">
            <a:xfrm>
              <a:off x="7988882" y="2362895"/>
              <a:ext cx="747906" cy="810458"/>
            </a:xfrm>
            <a:custGeom>
              <a:avLst/>
              <a:gdLst>
                <a:gd name="connsiteX0" fmla="*/ 394818 w 747906"/>
                <a:gd name="connsiteY0" fmla="*/ 163222 h 810458"/>
                <a:gd name="connsiteX1" fmla="*/ 356275 w 747906"/>
                <a:gd name="connsiteY1" fmla="*/ 174058 h 810458"/>
                <a:gd name="connsiteX2" fmla="*/ 274685 w 747906"/>
                <a:gd name="connsiteY2" fmla="*/ 356275 h 810458"/>
                <a:gd name="connsiteX3" fmla="*/ 375313 w 747906"/>
                <a:gd name="connsiteY3" fmla="*/ 358994 h 810458"/>
                <a:gd name="connsiteX4" fmla="*/ 473220 w 747906"/>
                <a:gd name="connsiteY4" fmla="*/ 239329 h 810458"/>
                <a:gd name="connsiteX5" fmla="*/ 394818 w 747906"/>
                <a:gd name="connsiteY5" fmla="*/ 163222 h 810458"/>
                <a:gd name="connsiteX6" fmla="*/ 386192 w 747906"/>
                <a:gd name="connsiteY6" fmla="*/ 0 h 810458"/>
                <a:gd name="connsiteX7" fmla="*/ 747906 w 747906"/>
                <a:gd name="connsiteY7" fmla="*/ 266526 h 810458"/>
                <a:gd name="connsiteX8" fmla="*/ 291004 w 747906"/>
                <a:gd name="connsiteY8" fmla="*/ 484100 h 810458"/>
                <a:gd name="connsiteX9" fmla="*/ 497697 w 747906"/>
                <a:gd name="connsiteY9" fmla="*/ 617363 h 810458"/>
                <a:gd name="connsiteX10" fmla="*/ 712551 w 747906"/>
                <a:gd name="connsiteY10" fmla="*/ 557530 h 810458"/>
                <a:gd name="connsiteX11" fmla="*/ 388911 w 747906"/>
                <a:gd name="connsiteY11" fmla="*/ 810458 h 810458"/>
                <a:gd name="connsiteX12" fmla="*/ 0 w 747906"/>
                <a:gd name="connsiteY12" fmla="*/ 413389 h 810458"/>
                <a:gd name="connsiteX13" fmla="*/ 386192 w 747906"/>
                <a:gd name="connsiteY13" fmla="*/ 0 h 810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47906" h="810458">
                  <a:moveTo>
                    <a:pt x="394818" y="163222"/>
                  </a:moveTo>
                  <a:cubicBezTo>
                    <a:pt x="381772" y="163179"/>
                    <a:pt x="368514" y="166579"/>
                    <a:pt x="356275" y="174058"/>
                  </a:cubicBezTo>
                  <a:cubicBezTo>
                    <a:pt x="299162" y="212133"/>
                    <a:pt x="282844" y="291003"/>
                    <a:pt x="274685" y="356275"/>
                  </a:cubicBezTo>
                  <a:cubicBezTo>
                    <a:pt x="274685" y="364434"/>
                    <a:pt x="369873" y="358994"/>
                    <a:pt x="375313" y="358994"/>
                  </a:cubicBezTo>
                  <a:cubicBezTo>
                    <a:pt x="432426" y="345396"/>
                    <a:pt x="473220" y="301881"/>
                    <a:pt x="473220" y="239329"/>
                  </a:cubicBezTo>
                  <a:cubicBezTo>
                    <a:pt x="471181" y="194455"/>
                    <a:pt x="433955" y="163349"/>
                    <a:pt x="394818" y="163222"/>
                  </a:cubicBezTo>
                  <a:close/>
                  <a:moveTo>
                    <a:pt x="386192" y="0"/>
                  </a:moveTo>
                  <a:cubicBezTo>
                    <a:pt x="519455" y="0"/>
                    <a:pt x="747906" y="65272"/>
                    <a:pt x="747906" y="266526"/>
                  </a:cubicBezTo>
                  <a:cubicBezTo>
                    <a:pt x="747906" y="467782"/>
                    <a:pt x="538492" y="484100"/>
                    <a:pt x="291004" y="484100"/>
                  </a:cubicBezTo>
                  <a:cubicBezTo>
                    <a:pt x="291004" y="484100"/>
                    <a:pt x="326359" y="617363"/>
                    <a:pt x="497697" y="617363"/>
                  </a:cubicBezTo>
                  <a:cubicBezTo>
                    <a:pt x="669036" y="617363"/>
                    <a:pt x="712551" y="557530"/>
                    <a:pt x="712551" y="557530"/>
                  </a:cubicBezTo>
                  <a:cubicBezTo>
                    <a:pt x="712551" y="557530"/>
                    <a:pt x="696233" y="810458"/>
                    <a:pt x="388911" y="810458"/>
                  </a:cubicBezTo>
                  <a:cubicBezTo>
                    <a:pt x="212133" y="810458"/>
                    <a:pt x="0" y="677195"/>
                    <a:pt x="0" y="413389"/>
                  </a:cubicBezTo>
                  <a:cubicBezTo>
                    <a:pt x="0" y="176778"/>
                    <a:pt x="163180" y="0"/>
                    <a:pt x="386192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3703D0E3-2D30-4032-9E53-A7EB9F4BC9C3}"/>
                </a:ext>
              </a:extLst>
            </p:cNvPr>
            <p:cNvSpPr/>
            <p:nvPr/>
          </p:nvSpPr>
          <p:spPr bwMode="black">
            <a:xfrm>
              <a:off x="8683414" y="2274801"/>
              <a:ext cx="897487" cy="951879"/>
            </a:xfrm>
            <a:custGeom>
              <a:avLst/>
              <a:gdLst>
                <a:gd name="connsiteX0" fmla="*/ 580988 w 897487"/>
                <a:gd name="connsiteY0" fmla="*/ 667381 h 951879"/>
                <a:gd name="connsiteX1" fmla="*/ 409649 w 897487"/>
                <a:gd name="connsiteY1" fmla="*/ 667381 h 951879"/>
                <a:gd name="connsiteX2" fmla="*/ 591866 w 897487"/>
                <a:gd name="connsiteY2" fmla="*/ 525959 h 951879"/>
                <a:gd name="connsiteX3" fmla="*/ 842075 w 897487"/>
                <a:gd name="connsiteY3" fmla="*/ 123450 h 951879"/>
                <a:gd name="connsiteX4" fmla="*/ 842075 w 897487"/>
                <a:gd name="connsiteY4" fmla="*/ 123450 h 951879"/>
                <a:gd name="connsiteX5" fmla="*/ 798560 w 897487"/>
                <a:gd name="connsiteY5" fmla="*/ 58178 h 951879"/>
                <a:gd name="connsiteX6" fmla="*/ 746887 w 897487"/>
                <a:gd name="connsiteY6" fmla="*/ 107132 h 951879"/>
                <a:gd name="connsiteX7" fmla="*/ 697933 w 897487"/>
                <a:gd name="connsiteY7" fmla="*/ 115291 h 951879"/>
                <a:gd name="connsiteX8" fmla="*/ 219273 w 897487"/>
                <a:gd name="connsiteY8" fmla="*/ 115291 h 951879"/>
                <a:gd name="connsiteX9" fmla="*/ 102328 w 897487"/>
                <a:gd name="connsiteY9" fmla="*/ 224077 h 951879"/>
                <a:gd name="connsiteX10" fmla="*/ 213834 w 897487"/>
                <a:gd name="connsiteY10" fmla="*/ 332863 h 951879"/>
                <a:gd name="connsiteX11" fmla="*/ 485800 w 897487"/>
                <a:gd name="connsiteY11" fmla="*/ 335583 h 951879"/>
                <a:gd name="connsiteX12" fmla="*/ 134964 w 897487"/>
                <a:gd name="connsiteY12" fmla="*/ 615708 h 951879"/>
                <a:gd name="connsiteX13" fmla="*/ 61533 w 897487"/>
                <a:gd name="connsiteY13" fmla="*/ 884953 h 951879"/>
                <a:gd name="connsiteX14" fmla="*/ 398771 w 897487"/>
                <a:gd name="connsiteY14" fmla="*/ 806083 h 951879"/>
                <a:gd name="connsiteX15" fmla="*/ 529314 w 897487"/>
                <a:gd name="connsiteY15" fmla="*/ 863196 h 951879"/>
                <a:gd name="connsiteX16" fmla="*/ 782242 w 897487"/>
                <a:gd name="connsiteY16" fmla="*/ 607549 h 951879"/>
                <a:gd name="connsiteX17" fmla="*/ 580988 w 897487"/>
                <a:gd name="connsiteY17" fmla="*/ 667381 h 951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97487" h="951879">
                  <a:moveTo>
                    <a:pt x="580988" y="667381"/>
                  </a:moveTo>
                  <a:lnTo>
                    <a:pt x="409649" y="667381"/>
                  </a:lnTo>
                  <a:cubicBezTo>
                    <a:pt x="423248" y="667381"/>
                    <a:pt x="548352" y="561314"/>
                    <a:pt x="591866" y="525959"/>
                  </a:cubicBezTo>
                  <a:cubicBezTo>
                    <a:pt x="700653" y="433491"/>
                    <a:pt x="899188" y="297508"/>
                    <a:pt x="842075" y="123450"/>
                  </a:cubicBezTo>
                  <a:lnTo>
                    <a:pt x="842075" y="123450"/>
                  </a:lnTo>
                  <a:cubicBezTo>
                    <a:pt x="831197" y="82655"/>
                    <a:pt x="798560" y="58178"/>
                    <a:pt x="798560" y="58178"/>
                  </a:cubicBezTo>
                  <a:cubicBezTo>
                    <a:pt x="798560" y="58178"/>
                    <a:pt x="787682" y="90814"/>
                    <a:pt x="746887" y="107132"/>
                  </a:cubicBezTo>
                  <a:cubicBezTo>
                    <a:pt x="730569" y="109852"/>
                    <a:pt x="714251" y="115291"/>
                    <a:pt x="697933" y="115291"/>
                  </a:cubicBezTo>
                  <a:cubicBezTo>
                    <a:pt x="684334" y="115291"/>
                    <a:pt x="219273" y="115291"/>
                    <a:pt x="219273" y="115291"/>
                  </a:cubicBezTo>
                  <a:cubicBezTo>
                    <a:pt x="156721" y="115291"/>
                    <a:pt x="105048" y="166964"/>
                    <a:pt x="102328" y="224077"/>
                  </a:cubicBezTo>
                  <a:cubicBezTo>
                    <a:pt x="102328" y="283910"/>
                    <a:pt x="151282" y="332863"/>
                    <a:pt x="213834" y="332863"/>
                  </a:cubicBezTo>
                  <a:lnTo>
                    <a:pt x="485800" y="335583"/>
                  </a:lnTo>
                  <a:cubicBezTo>
                    <a:pt x="360695" y="406294"/>
                    <a:pt x="211114" y="487884"/>
                    <a:pt x="134964" y="615708"/>
                  </a:cubicBezTo>
                  <a:cubicBezTo>
                    <a:pt x="91449" y="689138"/>
                    <a:pt x="45215" y="800644"/>
                    <a:pt x="61533" y="884953"/>
                  </a:cubicBezTo>
                  <a:cubicBezTo>
                    <a:pt x="121366" y="830560"/>
                    <a:pt x="279106" y="778887"/>
                    <a:pt x="398771" y="806083"/>
                  </a:cubicBezTo>
                  <a:cubicBezTo>
                    <a:pt x="445005" y="814242"/>
                    <a:pt x="491239" y="838719"/>
                    <a:pt x="529314" y="863196"/>
                  </a:cubicBezTo>
                  <a:cubicBezTo>
                    <a:pt x="755046" y="1004618"/>
                    <a:pt x="891029" y="727213"/>
                    <a:pt x="782242" y="607549"/>
                  </a:cubicBezTo>
                  <a:cubicBezTo>
                    <a:pt x="784962" y="607549"/>
                    <a:pt x="722410" y="667381"/>
                    <a:pt x="580988" y="667381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7FD40A0A-73C4-4955-9FF6-0EEB215FD392}"/>
                </a:ext>
              </a:extLst>
            </p:cNvPr>
            <p:cNvSpPr/>
            <p:nvPr/>
          </p:nvSpPr>
          <p:spPr bwMode="black">
            <a:xfrm>
              <a:off x="2624650" y="1948442"/>
              <a:ext cx="1903761" cy="1577400"/>
            </a:xfrm>
            <a:custGeom>
              <a:avLst/>
              <a:gdLst>
                <a:gd name="connsiteX0" fmla="*/ 1559430 w 1903760"/>
                <a:gd name="connsiteY0" fmla="*/ 1165078 h 1577399"/>
                <a:gd name="connsiteX1" fmla="*/ 1369054 w 1903760"/>
                <a:gd name="connsiteY1" fmla="*/ 593950 h 1577399"/>
                <a:gd name="connsiteX2" fmla="*/ 1483279 w 1903760"/>
                <a:gd name="connsiteY2" fmla="*/ 126170 h 1577399"/>
                <a:gd name="connsiteX3" fmla="*/ 1311941 w 1903760"/>
                <a:gd name="connsiteY3" fmla="*/ 58178 h 1577399"/>
                <a:gd name="connsiteX4" fmla="*/ 1078050 w 1903760"/>
                <a:gd name="connsiteY4" fmla="*/ 205040 h 1577399"/>
                <a:gd name="connsiteX5" fmla="*/ 846879 w 1903760"/>
                <a:gd name="connsiteY5" fmla="*/ 523239 h 1577399"/>
                <a:gd name="connsiteX6" fmla="*/ 645624 w 1903760"/>
                <a:gd name="connsiteY6" fmla="*/ 210479 h 1577399"/>
                <a:gd name="connsiteX7" fmla="*/ 455248 w 1903760"/>
                <a:gd name="connsiteY7" fmla="*/ 63617 h 1577399"/>
                <a:gd name="connsiteX8" fmla="*/ 234956 w 1903760"/>
                <a:gd name="connsiteY8" fmla="*/ 137048 h 1577399"/>
                <a:gd name="connsiteX9" fmla="*/ 316546 w 1903760"/>
                <a:gd name="connsiteY9" fmla="*/ 588511 h 1577399"/>
                <a:gd name="connsiteX10" fmla="*/ 58178 w 1903760"/>
                <a:gd name="connsiteY10" fmla="*/ 1072610 h 1577399"/>
                <a:gd name="connsiteX11" fmla="*/ 474286 w 1903760"/>
                <a:gd name="connsiteY11" fmla="*/ 1020936 h 1577399"/>
                <a:gd name="connsiteX12" fmla="*/ 555876 w 1903760"/>
                <a:gd name="connsiteY12" fmla="*/ 572193 h 1577399"/>
                <a:gd name="connsiteX13" fmla="*/ 830561 w 1903760"/>
                <a:gd name="connsiteY13" fmla="*/ 993740 h 1577399"/>
                <a:gd name="connsiteX14" fmla="*/ 1140602 w 1903760"/>
                <a:gd name="connsiteY14" fmla="*/ 574913 h 1577399"/>
                <a:gd name="connsiteX15" fmla="*/ 1567589 w 1903760"/>
                <a:gd name="connsiteY15" fmla="*/ 1526792 h 1577399"/>
                <a:gd name="connsiteX16" fmla="*/ 1866751 w 1903760"/>
                <a:gd name="connsiteY16" fmla="*/ 1322818 h 1577399"/>
                <a:gd name="connsiteX17" fmla="*/ 1559430 w 1903760"/>
                <a:gd name="connsiteY17" fmla="*/ 1165078 h 1577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903760" h="1577399">
                  <a:moveTo>
                    <a:pt x="1559430" y="1165078"/>
                  </a:moveTo>
                  <a:cubicBezTo>
                    <a:pt x="1420727" y="1012777"/>
                    <a:pt x="1377213" y="762569"/>
                    <a:pt x="1369054" y="593950"/>
                  </a:cubicBezTo>
                  <a:cubicBezTo>
                    <a:pt x="1360895" y="449809"/>
                    <a:pt x="1369054" y="199600"/>
                    <a:pt x="1483279" y="126170"/>
                  </a:cubicBezTo>
                  <a:cubicBezTo>
                    <a:pt x="1445204" y="77216"/>
                    <a:pt x="1369054" y="58178"/>
                    <a:pt x="1311941" y="58178"/>
                  </a:cubicBezTo>
                  <a:cubicBezTo>
                    <a:pt x="1184117" y="58178"/>
                    <a:pt x="1121565" y="142488"/>
                    <a:pt x="1078050" y="205040"/>
                  </a:cubicBezTo>
                  <a:cubicBezTo>
                    <a:pt x="1064452" y="224077"/>
                    <a:pt x="846879" y="523239"/>
                    <a:pt x="846879" y="523239"/>
                  </a:cubicBezTo>
                  <a:cubicBezTo>
                    <a:pt x="846879" y="523239"/>
                    <a:pt x="667382" y="243115"/>
                    <a:pt x="645624" y="210479"/>
                  </a:cubicBezTo>
                  <a:cubicBezTo>
                    <a:pt x="615708" y="164245"/>
                    <a:pt x="555876" y="77216"/>
                    <a:pt x="455248" y="63617"/>
                  </a:cubicBezTo>
                  <a:cubicBezTo>
                    <a:pt x="411734" y="58178"/>
                    <a:pt x="297508" y="52739"/>
                    <a:pt x="234956" y="137048"/>
                  </a:cubicBezTo>
                  <a:cubicBezTo>
                    <a:pt x="341023" y="221357"/>
                    <a:pt x="338303" y="438930"/>
                    <a:pt x="316546" y="588511"/>
                  </a:cubicBezTo>
                  <a:cubicBezTo>
                    <a:pt x="248554" y="1031815"/>
                    <a:pt x="58178" y="1072610"/>
                    <a:pt x="58178" y="1072610"/>
                  </a:cubicBezTo>
                  <a:cubicBezTo>
                    <a:pt x="156086" y="1333696"/>
                    <a:pt x="403575" y="1230350"/>
                    <a:pt x="474286" y="1020936"/>
                  </a:cubicBezTo>
                  <a:cubicBezTo>
                    <a:pt x="520520" y="884953"/>
                    <a:pt x="550436" y="713615"/>
                    <a:pt x="555876" y="572193"/>
                  </a:cubicBezTo>
                  <a:lnTo>
                    <a:pt x="830561" y="993740"/>
                  </a:lnTo>
                  <a:cubicBezTo>
                    <a:pt x="830561" y="993740"/>
                    <a:pt x="1140602" y="574913"/>
                    <a:pt x="1140602" y="574913"/>
                  </a:cubicBezTo>
                  <a:cubicBezTo>
                    <a:pt x="1088929" y="1314659"/>
                    <a:pt x="1344577" y="1526792"/>
                    <a:pt x="1567589" y="1526792"/>
                  </a:cubicBezTo>
                  <a:cubicBezTo>
                    <a:pt x="1790601" y="1526792"/>
                    <a:pt x="1866751" y="1322818"/>
                    <a:pt x="1866751" y="1322818"/>
                  </a:cubicBezTo>
                  <a:cubicBezTo>
                    <a:pt x="1744367" y="1314659"/>
                    <a:pt x="1641019" y="1252107"/>
                    <a:pt x="1559430" y="1165078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C904D811-319A-4186-8A59-457C07D35712}"/>
                </a:ext>
              </a:extLst>
            </p:cNvPr>
            <p:cNvSpPr/>
            <p:nvPr/>
          </p:nvSpPr>
          <p:spPr bwMode="black">
            <a:xfrm>
              <a:off x="4792218" y="3234839"/>
              <a:ext cx="271966" cy="652717"/>
            </a:xfrm>
            <a:custGeom>
              <a:avLst/>
              <a:gdLst>
                <a:gd name="connsiteX0" fmla="*/ 88095 w 271965"/>
                <a:gd name="connsiteY0" fmla="*/ 120730 h 652717"/>
                <a:gd name="connsiteX1" fmla="*/ 93534 w 271965"/>
                <a:gd name="connsiteY1" fmla="*/ 153366 h 652717"/>
                <a:gd name="connsiteX2" fmla="*/ 93534 w 271965"/>
                <a:gd name="connsiteY2" fmla="*/ 544997 h 652717"/>
                <a:gd name="connsiteX3" fmla="*/ 156086 w 271965"/>
                <a:gd name="connsiteY3" fmla="*/ 604829 h 652717"/>
                <a:gd name="connsiteX4" fmla="*/ 221358 w 271965"/>
                <a:gd name="connsiteY4" fmla="*/ 544997 h 652717"/>
                <a:gd name="connsiteX5" fmla="*/ 221358 w 271965"/>
                <a:gd name="connsiteY5" fmla="*/ 194161 h 652717"/>
                <a:gd name="connsiteX6" fmla="*/ 210479 w 271965"/>
                <a:gd name="connsiteY6" fmla="*/ 109852 h 652717"/>
                <a:gd name="connsiteX7" fmla="*/ 118011 w 271965"/>
                <a:gd name="connsiteY7" fmla="*/ 58178 h 652717"/>
                <a:gd name="connsiteX8" fmla="*/ 58178 w 271965"/>
                <a:gd name="connsiteY8" fmla="*/ 88094 h 652717"/>
                <a:gd name="connsiteX9" fmla="*/ 88095 w 271965"/>
                <a:gd name="connsiteY9" fmla="*/ 120730 h 65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1965" h="652717">
                  <a:moveTo>
                    <a:pt x="88095" y="120730"/>
                  </a:moveTo>
                  <a:cubicBezTo>
                    <a:pt x="90814" y="131609"/>
                    <a:pt x="90814" y="142487"/>
                    <a:pt x="93534" y="153366"/>
                  </a:cubicBezTo>
                  <a:cubicBezTo>
                    <a:pt x="93534" y="156086"/>
                    <a:pt x="93534" y="542277"/>
                    <a:pt x="93534" y="544997"/>
                  </a:cubicBezTo>
                  <a:cubicBezTo>
                    <a:pt x="93534" y="577632"/>
                    <a:pt x="123450" y="604829"/>
                    <a:pt x="156086" y="604829"/>
                  </a:cubicBezTo>
                  <a:cubicBezTo>
                    <a:pt x="188722" y="607548"/>
                    <a:pt x="221358" y="577632"/>
                    <a:pt x="221358" y="544997"/>
                  </a:cubicBezTo>
                  <a:cubicBezTo>
                    <a:pt x="221358" y="539557"/>
                    <a:pt x="221358" y="194161"/>
                    <a:pt x="221358" y="194161"/>
                  </a:cubicBezTo>
                  <a:cubicBezTo>
                    <a:pt x="221358" y="164245"/>
                    <a:pt x="224078" y="134329"/>
                    <a:pt x="210479" y="109852"/>
                  </a:cubicBezTo>
                  <a:cubicBezTo>
                    <a:pt x="196881" y="79935"/>
                    <a:pt x="158806" y="58178"/>
                    <a:pt x="118011" y="58178"/>
                  </a:cubicBezTo>
                  <a:cubicBezTo>
                    <a:pt x="79936" y="58178"/>
                    <a:pt x="58178" y="88094"/>
                    <a:pt x="58178" y="88094"/>
                  </a:cubicBezTo>
                  <a:cubicBezTo>
                    <a:pt x="58178" y="88094"/>
                    <a:pt x="77216" y="93534"/>
                    <a:pt x="88095" y="120730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770FC748-AD59-44E9-9226-9F3F398D3C6A}"/>
                </a:ext>
              </a:extLst>
            </p:cNvPr>
            <p:cNvSpPr/>
            <p:nvPr/>
          </p:nvSpPr>
          <p:spPr bwMode="black">
            <a:xfrm>
              <a:off x="8751819" y="3234667"/>
              <a:ext cx="271966" cy="652717"/>
            </a:xfrm>
            <a:custGeom>
              <a:avLst/>
              <a:gdLst>
                <a:gd name="connsiteX0" fmla="*/ 191663 w 271965"/>
                <a:gd name="connsiteY0" fmla="*/ 542449 h 652717"/>
                <a:gd name="connsiteX1" fmla="*/ 186224 w 271965"/>
                <a:gd name="connsiteY1" fmla="*/ 509813 h 652717"/>
                <a:gd name="connsiteX2" fmla="*/ 186224 w 271965"/>
                <a:gd name="connsiteY2" fmla="*/ 118183 h 652717"/>
                <a:gd name="connsiteX3" fmla="*/ 123672 w 271965"/>
                <a:gd name="connsiteY3" fmla="*/ 58350 h 652717"/>
                <a:gd name="connsiteX4" fmla="*/ 58400 w 271965"/>
                <a:gd name="connsiteY4" fmla="*/ 118183 h 652717"/>
                <a:gd name="connsiteX5" fmla="*/ 58400 w 271965"/>
                <a:gd name="connsiteY5" fmla="*/ 469018 h 652717"/>
                <a:gd name="connsiteX6" fmla="*/ 69279 w 271965"/>
                <a:gd name="connsiteY6" fmla="*/ 553328 h 652717"/>
                <a:gd name="connsiteX7" fmla="*/ 161747 w 271965"/>
                <a:gd name="connsiteY7" fmla="*/ 605001 h 652717"/>
                <a:gd name="connsiteX8" fmla="*/ 221580 w 271965"/>
                <a:gd name="connsiteY8" fmla="*/ 575085 h 652717"/>
                <a:gd name="connsiteX9" fmla="*/ 191663 w 271965"/>
                <a:gd name="connsiteY9" fmla="*/ 542449 h 65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1965" h="652717">
                  <a:moveTo>
                    <a:pt x="191663" y="542449"/>
                  </a:moveTo>
                  <a:cubicBezTo>
                    <a:pt x="188944" y="531570"/>
                    <a:pt x="186224" y="520692"/>
                    <a:pt x="186224" y="509813"/>
                  </a:cubicBezTo>
                  <a:cubicBezTo>
                    <a:pt x="186224" y="507093"/>
                    <a:pt x="186224" y="120902"/>
                    <a:pt x="186224" y="118183"/>
                  </a:cubicBezTo>
                  <a:cubicBezTo>
                    <a:pt x="186224" y="85547"/>
                    <a:pt x="156308" y="58350"/>
                    <a:pt x="123672" y="58350"/>
                  </a:cubicBezTo>
                  <a:cubicBezTo>
                    <a:pt x="91036" y="55631"/>
                    <a:pt x="58400" y="85547"/>
                    <a:pt x="58400" y="118183"/>
                  </a:cubicBezTo>
                  <a:cubicBezTo>
                    <a:pt x="58400" y="123622"/>
                    <a:pt x="58400" y="469018"/>
                    <a:pt x="58400" y="469018"/>
                  </a:cubicBezTo>
                  <a:cubicBezTo>
                    <a:pt x="58400" y="498934"/>
                    <a:pt x="55680" y="528851"/>
                    <a:pt x="69279" y="553328"/>
                  </a:cubicBezTo>
                  <a:cubicBezTo>
                    <a:pt x="82877" y="583244"/>
                    <a:pt x="120953" y="605001"/>
                    <a:pt x="161747" y="605001"/>
                  </a:cubicBezTo>
                  <a:cubicBezTo>
                    <a:pt x="199822" y="605001"/>
                    <a:pt x="221580" y="575085"/>
                    <a:pt x="221580" y="575085"/>
                  </a:cubicBezTo>
                  <a:cubicBezTo>
                    <a:pt x="221580" y="575085"/>
                    <a:pt x="202542" y="566926"/>
                    <a:pt x="191663" y="542449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67A6B2FE-A112-480D-A8E6-6ED513559C90}"/>
                </a:ext>
              </a:extLst>
            </p:cNvPr>
            <p:cNvSpPr/>
            <p:nvPr/>
          </p:nvSpPr>
          <p:spPr bwMode="black">
            <a:xfrm>
              <a:off x="6320666" y="3416868"/>
              <a:ext cx="435145" cy="462341"/>
            </a:xfrm>
            <a:custGeom>
              <a:avLst/>
              <a:gdLst>
                <a:gd name="connsiteX0" fmla="*/ 302948 w 435145"/>
                <a:gd name="connsiteY0" fmla="*/ 74684 h 462341"/>
                <a:gd name="connsiteX1" fmla="*/ 186003 w 435145"/>
                <a:gd name="connsiteY1" fmla="*/ 148115 h 462341"/>
                <a:gd name="connsiteX2" fmla="*/ 186003 w 435145"/>
                <a:gd name="connsiteY2" fmla="*/ 148115 h 462341"/>
                <a:gd name="connsiteX3" fmla="*/ 186003 w 435145"/>
                <a:gd name="connsiteY3" fmla="*/ 115479 h 462341"/>
                <a:gd name="connsiteX4" fmla="*/ 123450 w 435145"/>
                <a:gd name="connsiteY4" fmla="*/ 58366 h 462341"/>
                <a:gd name="connsiteX5" fmla="*/ 58178 w 435145"/>
                <a:gd name="connsiteY5" fmla="*/ 115479 h 462341"/>
                <a:gd name="connsiteX6" fmla="*/ 58178 w 435145"/>
                <a:gd name="connsiteY6" fmla="*/ 362967 h 462341"/>
                <a:gd name="connsiteX7" fmla="*/ 120730 w 435145"/>
                <a:gd name="connsiteY7" fmla="*/ 422800 h 462341"/>
                <a:gd name="connsiteX8" fmla="*/ 186003 w 435145"/>
                <a:gd name="connsiteY8" fmla="*/ 362967 h 462341"/>
                <a:gd name="connsiteX9" fmla="*/ 186003 w 435145"/>
                <a:gd name="connsiteY9" fmla="*/ 213386 h 462341"/>
                <a:gd name="connsiteX10" fmla="*/ 186003 w 435145"/>
                <a:gd name="connsiteY10" fmla="*/ 213386 h 462341"/>
                <a:gd name="connsiteX11" fmla="*/ 229517 w 435145"/>
                <a:gd name="connsiteY11" fmla="*/ 161713 h 462341"/>
                <a:gd name="connsiteX12" fmla="*/ 259433 w 435145"/>
                <a:gd name="connsiteY12" fmla="*/ 194349 h 462341"/>
                <a:gd name="connsiteX13" fmla="*/ 259433 w 435145"/>
                <a:gd name="connsiteY13" fmla="*/ 362967 h 462341"/>
                <a:gd name="connsiteX14" fmla="*/ 321985 w 435145"/>
                <a:gd name="connsiteY14" fmla="*/ 422800 h 462341"/>
                <a:gd name="connsiteX15" fmla="*/ 387257 w 435145"/>
                <a:gd name="connsiteY15" fmla="*/ 362967 h 462341"/>
                <a:gd name="connsiteX16" fmla="*/ 387257 w 435145"/>
                <a:gd name="connsiteY16" fmla="*/ 273219 h 462341"/>
                <a:gd name="connsiteX17" fmla="*/ 302948 w 435145"/>
                <a:gd name="connsiteY17" fmla="*/ 74684 h 46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5145" h="462341">
                  <a:moveTo>
                    <a:pt x="302948" y="74684"/>
                  </a:moveTo>
                  <a:cubicBezTo>
                    <a:pt x="234956" y="74684"/>
                    <a:pt x="196881" y="131797"/>
                    <a:pt x="186003" y="148115"/>
                  </a:cubicBezTo>
                  <a:lnTo>
                    <a:pt x="186003" y="148115"/>
                  </a:lnTo>
                  <a:cubicBezTo>
                    <a:pt x="186003" y="129077"/>
                    <a:pt x="186003" y="115479"/>
                    <a:pt x="186003" y="115479"/>
                  </a:cubicBezTo>
                  <a:cubicBezTo>
                    <a:pt x="186003" y="82843"/>
                    <a:pt x="156086" y="58366"/>
                    <a:pt x="123450" y="58366"/>
                  </a:cubicBezTo>
                  <a:cubicBezTo>
                    <a:pt x="90814" y="55646"/>
                    <a:pt x="58178" y="82843"/>
                    <a:pt x="58178" y="115479"/>
                  </a:cubicBezTo>
                  <a:cubicBezTo>
                    <a:pt x="58178" y="120918"/>
                    <a:pt x="58178" y="360248"/>
                    <a:pt x="58178" y="362967"/>
                  </a:cubicBezTo>
                  <a:cubicBezTo>
                    <a:pt x="58178" y="395603"/>
                    <a:pt x="88095" y="422800"/>
                    <a:pt x="120730" y="422800"/>
                  </a:cubicBezTo>
                  <a:cubicBezTo>
                    <a:pt x="153366" y="425519"/>
                    <a:pt x="186003" y="395603"/>
                    <a:pt x="186003" y="362967"/>
                  </a:cubicBezTo>
                  <a:cubicBezTo>
                    <a:pt x="186003" y="360248"/>
                    <a:pt x="186003" y="281378"/>
                    <a:pt x="186003" y="213386"/>
                  </a:cubicBezTo>
                  <a:lnTo>
                    <a:pt x="186003" y="213386"/>
                  </a:lnTo>
                  <a:cubicBezTo>
                    <a:pt x="191442" y="186190"/>
                    <a:pt x="205040" y="161713"/>
                    <a:pt x="229517" y="161713"/>
                  </a:cubicBezTo>
                  <a:cubicBezTo>
                    <a:pt x="259433" y="161713"/>
                    <a:pt x="259433" y="194349"/>
                    <a:pt x="259433" y="194349"/>
                  </a:cubicBezTo>
                  <a:lnTo>
                    <a:pt x="259433" y="362967"/>
                  </a:lnTo>
                  <a:cubicBezTo>
                    <a:pt x="259433" y="395603"/>
                    <a:pt x="289349" y="422800"/>
                    <a:pt x="321985" y="422800"/>
                  </a:cubicBezTo>
                  <a:cubicBezTo>
                    <a:pt x="354621" y="425519"/>
                    <a:pt x="387257" y="395603"/>
                    <a:pt x="387257" y="362967"/>
                  </a:cubicBezTo>
                  <a:lnTo>
                    <a:pt x="387257" y="273219"/>
                  </a:lnTo>
                  <a:cubicBezTo>
                    <a:pt x="387257" y="183470"/>
                    <a:pt x="395416" y="71964"/>
                    <a:pt x="302948" y="7468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DDBBC33B-5E76-47D0-9997-B175DC5CA88D}"/>
                </a:ext>
              </a:extLst>
            </p:cNvPr>
            <p:cNvSpPr/>
            <p:nvPr/>
          </p:nvSpPr>
          <p:spPr bwMode="black">
            <a:xfrm>
              <a:off x="7960620" y="3416868"/>
              <a:ext cx="435145" cy="462341"/>
            </a:xfrm>
            <a:custGeom>
              <a:avLst/>
              <a:gdLst>
                <a:gd name="connsiteX0" fmla="*/ 302948 w 435145"/>
                <a:gd name="connsiteY0" fmla="*/ 74684 h 462341"/>
                <a:gd name="connsiteX1" fmla="*/ 186002 w 435145"/>
                <a:gd name="connsiteY1" fmla="*/ 148115 h 462341"/>
                <a:gd name="connsiteX2" fmla="*/ 186002 w 435145"/>
                <a:gd name="connsiteY2" fmla="*/ 148115 h 462341"/>
                <a:gd name="connsiteX3" fmla="*/ 186002 w 435145"/>
                <a:gd name="connsiteY3" fmla="*/ 115479 h 462341"/>
                <a:gd name="connsiteX4" fmla="*/ 123450 w 435145"/>
                <a:gd name="connsiteY4" fmla="*/ 58366 h 462341"/>
                <a:gd name="connsiteX5" fmla="*/ 58178 w 435145"/>
                <a:gd name="connsiteY5" fmla="*/ 115479 h 462341"/>
                <a:gd name="connsiteX6" fmla="*/ 58178 w 435145"/>
                <a:gd name="connsiteY6" fmla="*/ 362967 h 462341"/>
                <a:gd name="connsiteX7" fmla="*/ 120730 w 435145"/>
                <a:gd name="connsiteY7" fmla="*/ 422800 h 462341"/>
                <a:gd name="connsiteX8" fmla="*/ 186002 w 435145"/>
                <a:gd name="connsiteY8" fmla="*/ 362967 h 462341"/>
                <a:gd name="connsiteX9" fmla="*/ 186002 w 435145"/>
                <a:gd name="connsiteY9" fmla="*/ 213386 h 462341"/>
                <a:gd name="connsiteX10" fmla="*/ 186002 w 435145"/>
                <a:gd name="connsiteY10" fmla="*/ 213386 h 462341"/>
                <a:gd name="connsiteX11" fmla="*/ 229517 w 435145"/>
                <a:gd name="connsiteY11" fmla="*/ 161713 h 462341"/>
                <a:gd name="connsiteX12" fmla="*/ 259433 w 435145"/>
                <a:gd name="connsiteY12" fmla="*/ 194349 h 462341"/>
                <a:gd name="connsiteX13" fmla="*/ 259433 w 435145"/>
                <a:gd name="connsiteY13" fmla="*/ 362967 h 462341"/>
                <a:gd name="connsiteX14" fmla="*/ 321985 w 435145"/>
                <a:gd name="connsiteY14" fmla="*/ 422800 h 462341"/>
                <a:gd name="connsiteX15" fmla="*/ 387257 w 435145"/>
                <a:gd name="connsiteY15" fmla="*/ 362967 h 462341"/>
                <a:gd name="connsiteX16" fmla="*/ 387257 w 435145"/>
                <a:gd name="connsiteY16" fmla="*/ 273219 h 462341"/>
                <a:gd name="connsiteX17" fmla="*/ 302948 w 435145"/>
                <a:gd name="connsiteY17" fmla="*/ 74684 h 46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5145" h="462341">
                  <a:moveTo>
                    <a:pt x="302948" y="74684"/>
                  </a:moveTo>
                  <a:cubicBezTo>
                    <a:pt x="234956" y="74684"/>
                    <a:pt x="196881" y="131797"/>
                    <a:pt x="186002" y="148115"/>
                  </a:cubicBezTo>
                  <a:lnTo>
                    <a:pt x="186002" y="148115"/>
                  </a:lnTo>
                  <a:cubicBezTo>
                    <a:pt x="186002" y="129077"/>
                    <a:pt x="186002" y="115479"/>
                    <a:pt x="186002" y="115479"/>
                  </a:cubicBezTo>
                  <a:cubicBezTo>
                    <a:pt x="186002" y="82843"/>
                    <a:pt x="156086" y="58366"/>
                    <a:pt x="123450" y="58366"/>
                  </a:cubicBezTo>
                  <a:cubicBezTo>
                    <a:pt x="90814" y="55646"/>
                    <a:pt x="58178" y="82843"/>
                    <a:pt x="58178" y="115479"/>
                  </a:cubicBezTo>
                  <a:cubicBezTo>
                    <a:pt x="58178" y="120918"/>
                    <a:pt x="58178" y="360248"/>
                    <a:pt x="58178" y="362967"/>
                  </a:cubicBezTo>
                  <a:cubicBezTo>
                    <a:pt x="58178" y="395603"/>
                    <a:pt x="88095" y="422800"/>
                    <a:pt x="120730" y="422800"/>
                  </a:cubicBezTo>
                  <a:cubicBezTo>
                    <a:pt x="153366" y="425519"/>
                    <a:pt x="186002" y="395603"/>
                    <a:pt x="186002" y="362967"/>
                  </a:cubicBezTo>
                  <a:cubicBezTo>
                    <a:pt x="186002" y="360248"/>
                    <a:pt x="186002" y="281378"/>
                    <a:pt x="186002" y="213386"/>
                  </a:cubicBezTo>
                  <a:lnTo>
                    <a:pt x="186002" y="213386"/>
                  </a:lnTo>
                  <a:cubicBezTo>
                    <a:pt x="191442" y="186190"/>
                    <a:pt x="205040" y="161713"/>
                    <a:pt x="229517" y="161713"/>
                  </a:cubicBezTo>
                  <a:cubicBezTo>
                    <a:pt x="259433" y="161713"/>
                    <a:pt x="259433" y="194349"/>
                    <a:pt x="259433" y="194349"/>
                  </a:cubicBezTo>
                  <a:lnTo>
                    <a:pt x="259433" y="362967"/>
                  </a:lnTo>
                  <a:cubicBezTo>
                    <a:pt x="259433" y="395603"/>
                    <a:pt x="289349" y="422800"/>
                    <a:pt x="321985" y="422800"/>
                  </a:cubicBezTo>
                  <a:cubicBezTo>
                    <a:pt x="354621" y="425519"/>
                    <a:pt x="387257" y="395603"/>
                    <a:pt x="387257" y="362967"/>
                  </a:cubicBezTo>
                  <a:lnTo>
                    <a:pt x="387257" y="273219"/>
                  </a:lnTo>
                  <a:cubicBezTo>
                    <a:pt x="384537" y="183470"/>
                    <a:pt x="395416" y="71964"/>
                    <a:pt x="302948" y="7468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3F5FE826-C991-4781-9C3E-F5243696119B}"/>
                </a:ext>
              </a:extLst>
            </p:cNvPr>
            <p:cNvSpPr/>
            <p:nvPr/>
          </p:nvSpPr>
          <p:spPr bwMode="black">
            <a:xfrm>
              <a:off x="5020669" y="3416868"/>
              <a:ext cx="435145" cy="462341"/>
            </a:xfrm>
            <a:custGeom>
              <a:avLst/>
              <a:gdLst>
                <a:gd name="connsiteX0" fmla="*/ 302948 w 435145"/>
                <a:gd name="connsiteY0" fmla="*/ 74684 h 462341"/>
                <a:gd name="connsiteX1" fmla="*/ 186002 w 435145"/>
                <a:gd name="connsiteY1" fmla="*/ 148115 h 462341"/>
                <a:gd name="connsiteX2" fmla="*/ 186002 w 435145"/>
                <a:gd name="connsiteY2" fmla="*/ 148115 h 462341"/>
                <a:gd name="connsiteX3" fmla="*/ 186002 w 435145"/>
                <a:gd name="connsiteY3" fmla="*/ 115479 h 462341"/>
                <a:gd name="connsiteX4" fmla="*/ 123450 w 435145"/>
                <a:gd name="connsiteY4" fmla="*/ 58366 h 462341"/>
                <a:gd name="connsiteX5" fmla="*/ 58178 w 435145"/>
                <a:gd name="connsiteY5" fmla="*/ 115479 h 462341"/>
                <a:gd name="connsiteX6" fmla="*/ 58178 w 435145"/>
                <a:gd name="connsiteY6" fmla="*/ 362967 h 462341"/>
                <a:gd name="connsiteX7" fmla="*/ 120730 w 435145"/>
                <a:gd name="connsiteY7" fmla="*/ 422800 h 462341"/>
                <a:gd name="connsiteX8" fmla="*/ 186002 w 435145"/>
                <a:gd name="connsiteY8" fmla="*/ 362967 h 462341"/>
                <a:gd name="connsiteX9" fmla="*/ 186002 w 435145"/>
                <a:gd name="connsiteY9" fmla="*/ 213386 h 462341"/>
                <a:gd name="connsiteX10" fmla="*/ 186002 w 435145"/>
                <a:gd name="connsiteY10" fmla="*/ 213386 h 462341"/>
                <a:gd name="connsiteX11" fmla="*/ 229517 w 435145"/>
                <a:gd name="connsiteY11" fmla="*/ 161713 h 462341"/>
                <a:gd name="connsiteX12" fmla="*/ 259433 w 435145"/>
                <a:gd name="connsiteY12" fmla="*/ 194349 h 462341"/>
                <a:gd name="connsiteX13" fmla="*/ 259433 w 435145"/>
                <a:gd name="connsiteY13" fmla="*/ 362967 h 462341"/>
                <a:gd name="connsiteX14" fmla="*/ 321985 w 435145"/>
                <a:gd name="connsiteY14" fmla="*/ 422800 h 462341"/>
                <a:gd name="connsiteX15" fmla="*/ 387257 w 435145"/>
                <a:gd name="connsiteY15" fmla="*/ 362967 h 462341"/>
                <a:gd name="connsiteX16" fmla="*/ 387257 w 435145"/>
                <a:gd name="connsiteY16" fmla="*/ 273219 h 462341"/>
                <a:gd name="connsiteX17" fmla="*/ 302948 w 435145"/>
                <a:gd name="connsiteY17" fmla="*/ 74684 h 46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5145" h="462341">
                  <a:moveTo>
                    <a:pt x="302948" y="74684"/>
                  </a:moveTo>
                  <a:cubicBezTo>
                    <a:pt x="234956" y="74684"/>
                    <a:pt x="196881" y="131797"/>
                    <a:pt x="186002" y="148115"/>
                  </a:cubicBezTo>
                  <a:lnTo>
                    <a:pt x="186002" y="148115"/>
                  </a:lnTo>
                  <a:cubicBezTo>
                    <a:pt x="186002" y="129077"/>
                    <a:pt x="186002" y="115479"/>
                    <a:pt x="186002" y="115479"/>
                  </a:cubicBezTo>
                  <a:cubicBezTo>
                    <a:pt x="186002" y="82843"/>
                    <a:pt x="156086" y="58366"/>
                    <a:pt x="123450" y="58366"/>
                  </a:cubicBezTo>
                  <a:cubicBezTo>
                    <a:pt x="90814" y="55646"/>
                    <a:pt x="58178" y="82843"/>
                    <a:pt x="58178" y="115479"/>
                  </a:cubicBezTo>
                  <a:cubicBezTo>
                    <a:pt x="58178" y="120918"/>
                    <a:pt x="58178" y="360248"/>
                    <a:pt x="58178" y="362967"/>
                  </a:cubicBezTo>
                  <a:cubicBezTo>
                    <a:pt x="58178" y="395603"/>
                    <a:pt x="88094" y="422800"/>
                    <a:pt x="120730" y="422800"/>
                  </a:cubicBezTo>
                  <a:cubicBezTo>
                    <a:pt x="153366" y="425519"/>
                    <a:pt x="186002" y="395603"/>
                    <a:pt x="186002" y="362967"/>
                  </a:cubicBezTo>
                  <a:cubicBezTo>
                    <a:pt x="186002" y="360248"/>
                    <a:pt x="186002" y="281378"/>
                    <a:pt x="186002" y="213386"/>
                  </a:cubicBezTo>
                  <a:lnTo>
                    <a:pt x="186002" y="213386"/>
                  </a:lnTo>
                  <a:cubicBezTo>
                    <a:pt x="191442" y="186190"/>
                    <a:pt x="205040" y="161713"/>
                    <a:pt x="229517" y="161713"/>
                  </a:cubicBezTo>
                  <a:cubicBezTo>
                    <a:pt x="259433" y="161713"/>
                    <a:pt x="259433" y="194349"/>
                    <a:pt x="259433" y="194349"/>
                  </a:cubicBezTo>
                  <a:lnTo>
                    <a:pt x="259433" y="362967"/>
                  </a:lnTo>
                  <a:cubicBezTo>
                    <a:pt x="259433" y="395603"/>
                    <a:pt x="289349" y="422800"/>
                    <a:pt x="321985" y="422800"/>
                  </a:cubicBezTo>
                  <a:cubicBezTo>
                    <a:pt x="354621" y="425519"/>
                    <a:pt x="387257" y="395603"/>
                    <a:pt x="387257" y="362967"/>
                  </a:cubicBezTo>
                  <a:lnTo>
                    <a:pt x="387257" y="273219"/>
                  </a:lnTo>
                  <a:cubicBezTo>
                    <a:pt x="384537" y="183470"/>
                    <a:pt x="395416" y="71964"/>
                    <a:pt x="302948" y="7468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2EFB7C3C-C9B9-4A7C-9802-BE61D791106C}"/>
                </a:ext>
              </a:extLst>
            </p:cNvPr>
            <p:cNvSpPr/>
            <p:nvPr/>
          </p:nvSpPr>
          <p:spPr bwMode="black">
            <a:xfrm>
              <a:off x="7616289" y="3475234"/>
              <a:ext cx="364436" cy="364434"/>
            </a:xfrm>
            <a:custGeom>
              <a:avLst/>
              <a:gdLst>
                <a:gd name="connsiteX0" fmla="*/ 182218 w 364436"/>
                <a:gd name="connsiteY0" fmla="*/ 73431 h 364434"/>
                <a:gd name="connsiteX1" fmla="*/ 130544 w 364436"/>
                <a:gd name="connsiteY1" fmla="*/ 179499 h 364434"/>
                <a:gd name="connsiteX2" fmla="*/ 182218 w 364436"/>
                <a:gd name="connsiteY2" fmla="*/ 285565 h 364434"/>
                <a:gd name="connsiteX3" fmla="*/ 233891 w 364436"/>
                <a:gd name="connsiteY3" fmla="*/ 179499 h 364434"/>
                <a:gd name="connsiteX4" fmla="*/ 182218 w 364436"/>
                <a:gd name="connsiteY4" fmla="*/ 73431 h 364434"/>
                <a:gd name="connsiteX5" fmla="*/ 182219 w 364436"/>
                <a:gd name="connsiteY5" fmla="*/ 0 h 364434"/>
                <a:gd name="connsiteX6" fmla="*/ 364436 w 364436"/>
                <a:gd name="connsiteY6" fmla="*/ 182217 h 364434"/>
                <a:gd name="connsiteX7" fmla="*/ 182219 w 364436"/>
                <a:gd name="connsiteY7" fmla="*/ 364434 h 364434"/>
                <a:gd name="connsiteX8" fmla="*/ 0 w 364436"/>
                <a:gd name="connsiteY8" fmla="*/ 182217 h 364434"/>
                <a:gd name="connsiteX9" fmla="*/ 182219 w 364436"/>
                <a:gd name="connsiteY9" fmla="*/ 0 h 364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64436" h="364434">
                  <a:moveTo>
                    <a:pt x="182218" y="73431"/>
                  </a:moveTo>
                  <a:cubicBezTo>
                    <a:pt x="152302" y="76151"/>
                    <a:pt x="130544" y="114226"/>
                    <a:pt x="130544" y="179499"/>
                  </a:cubicBezTo>
                  <a:cubicBezTo>
                    <a:pt x="130544" y="244770"/>
                    <a:pt x="146862" y="285565"/>
                    <a:pt x="182218" y="285565"/>
                  </a:cubicBezTo>
                  <a:cubicBezTo>
                    <a:pt x="217573" y="285565"/>
                    <a:pt x="233891" y="247490"/>
                    <a:pt x="233891" y="179499"/>
                  </a:cubicBezTo>
                  <a:cubicBezTo>
                    <a:pt x="233891" y="114226"/>
                    <a:pt x="212134" y="73431"/>
                    <a:pt x="182218" y="73431"/>
                  </a:cubicBezTo>
                  <a:close/>
                  <a:moveTo>
                    <a:pt x="182219" y="0"/>
                  </a:moveTo>
                  <a:cubicBezTo>
                    <a:pt x="282846" y="0"/>
                    <a:pt x="364436" y="81590"/>
                    <a:pt x="364436" y="182217"/>
                  </a:cubicBezTo>
                  <a:cubicBezTo>
                    <a:pt x="364436" y="282844"/>
                    <a:pt x="282846" y="364434"/>
                    <a:pt x="182219" y="364434"/>
                  </a:cubicBezTo>
                  <a:cubicBezTo>
                    <a:pt x="81591" y="364434"/>
                    <a:pt x="0" y="282844"/>
                    <a:pt x="0" y="182217"/>
                  </a:cubicBezTo>
                  <a:cubicBezTo>
                    <a:pt x="0" y="81590"/>
                    <a:pt x="81591" y="0"/>
                    <a:pt x="182219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CE6058B8-6C4B-4DD3-9D56-2A32C09E480C}"/>
                </a:ext>
              </a:extLst>
            </p:cNvPr>
            <p:cNvSpPr/>
            <p:nvPr/>
          </p:nvSpPr>
          <p:spPr bwMode="black">
            <a:xfrm>
              <a:off x="6743101" y="3464184"/>
              <a:ext cx="372773" cy="375657"/>
            </a:xfrm>
            <a:custGeom>
              <a:avLst/>
              <a:gdLst>
                <a:gd name="connsiteX0" fmla="*/ 176958 w 372773"/>
                <a:gd name="connsiteY0" fmla="*/ 98080 h 375657"/>
                <a:gd name="connsiteX1" fmla="*/ 125284 w 372773"/>
                <a:gd name="connsiteY1" fmla="*/ 190548 h 375657"/>
                <a:gd name="connsiteX2" fmla="*/ 176958 w 372773"/>
                <a:gd name="connsiteY2" fmla="*/ 283017 h 375657"/>
                <a:gd name="connsiteX3" fmla="*/ 228631 w 372773"/>
                <a:gd name="connsiteY3" fmla="*/ 190548 h 375657"/>
                <a:gd name="connsiteX4" fmla="*/ 176958 w 372773"/>
                <a:gd name="connsiteY4" fmla="*/ 98080 h 375657"/>
                <a:gd name="connsiteX5" fmla="*/ 307501 w 372773"/>
                <a:gd name="connsiteY5" fmla="*/ 172 h 375657"/>
                <a:gd name="connsiteX6" fmla="*/ 372773 w 372773"/>
                <a:gd name="connsiteY6" fmla="*/ 62724 h 375657"/>
                <a:gd name="connsiteX7" fmla="*/ 372773 w 372773"/>
                <a:gd name="connsiteY7" fmla="*/ 312934 h 375657"/>
                <a:gd name="connsiteX8" fmla="*/ 302061 w 372773"/>
                <a:gd name="connsiteY8" fmla="*/ 375486 h 375657"/>
                <a:gd name="connsiteX9" fmla="*/ 239509 w 372773"/>
                <a:gd name="connsiteY9" fmla="*/ 326532 h 375657"/>
                <a:gd name="connsiteX10" fmla="*/ 179677 w 372773"/>
                <a:gd name="connsiteY10" fmla="*/ 370046 h 375657"/>
                <a:gd name="connsiteX11" fmla="*/ 70890 w 372773"/>
                <a:gd name="connsiteY11" fmla="*/ 353728 h 375657"/>
                <a:gd name="connsiteX12" fmla="*/ 128003 w 372773"/>
                <a:gd name="connsiteY12" fmla="*/ 11051 h 375657"/>
                <a:gd name="connsiteX13" fmla="*/ 236790 w 372773"/>
                <a:gd name="connsiteY13" fmla="*/ 70883 h 375657"/>
                <a:gd name="connsiteX14" fmla="*/ 236790 w 372773"/>
                <a:gd name="connsiteY14" fmla="*/ 62724 h 375657"/>
                <a:gd name="connsiteX15" fmla="*/ 307501 w 372773"/>
                <a:gd name="connsiteY15" fmla="*/ 172 h 375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2773" h="375657">
                  <a:moveTo>
                    <a:pt x="176958" y="98080"/>
                  </a:moveTo>
                  <a:cubicBezTo>
                    <a:pt x="147042" y="100800"/>
                    <a:pt x="125284" y="133436"/>
                    <a:pt x="125284" y="190548"/>
                  </a:cubicBezTo>
                  <a:cubicBezTo>
                    <a:pt x="125284" y="247661"/>
                    <a:pt x="141602" y="283017"/>
                    <a:pt x="176958" y="283017"/>
                  </a:cubicBezTo>
                  <a:cubicBezTo>
                    <a:pt x="212314" y="283017"/>
                    <a:pt x="228631" y="247661"/>
                    <a:pt x="228631" y="190548"/>
                  </a:cubicBezTo>
                  <a:cubicBezTo>
                    <a:pt x="228631" y="133436"/>
                    <a:pt x="206874" y="98080"/>
                    <a:pt x="176958" y="98080"/>
                  </a:cubicBezTo>
                  <a:close/>
                  <a:moveTo>
                    <a:pt x="307501" y="172"/>
                  </a:moveTo>
                  <a:cubicBezTo>
                    <a:pt x="340137" y="172"/>
                    <a:pt x="372773" y="30088"/>
                    <a:pt x="372773" y="62724"/>
                  </a:cubicBezTo>
                  <a:cubicBezTo>
                    <a:pt x="372773" y="65444"/>
                    <a:pt x="372773" y="307494"/>
                    <a:pt x="372773" y="312934"/>
                  </a:cubicBezTo>
                  <a:cubicBezTo>
                    <a:pt x="370053" y="348289"/>
                    <a:pt x="337417" y="378205"/>
                    <a:pt x="302061" y="375486"/>
                  </a:cubicBezTo>
                  <a:cubicBezTo>
                    <a:pt x="274865" y="372766"/>
                    <a:pt x="247668" y="353728"/>
                    <a:pt x="239509" y="326532"/>
                  </a:cubicBezTo>
                  <a:cubicBezTo>
                    <a:pt x="225911" y="348289"/>
                    <a:pt x="198715" y="364607"/>
                    <a:pt x="179677" y="370046"/>
                  </a:cubicBezTo>
                  <a:cubicBezTo>
                    <a:pt x="147041" y="378205"/>
                    <a:pt x="100807" y="372766"/>
                    <a:pt x="70890" y="353728"/>
                  </a:cubicBezTo>
                  <a:cubicBezTo>
                    <a:pt x="-35177" y="285737"/>
                    <a:pt x="-27018" y="11051"/>
                    <a:pt x="128003" y="11051"/>
                  </a:cubicBezTo>
                  <a:cubicBezTo>
                    <a:pt x="185116" y="11051"/>
                    <a:pt x="220471" y="49126"/>
                    <a:pt x="236790" y="70883"/>
                  </a:cubicBezTo>
                  <a:cubicBezTo>
                    <a:pt x="236790" y="70883"/>
                    <a:pt x="236790" y="65444"/>
                    <a:pt x="236790" y="62724"/>
                  </a:cubicBezTo>
                  <a:cubicBezTo>
                    <a:pt x="239509" y="27369"/>
                    <a:pt x="272145" y="-2547"/>
                    <a:pt x="307501" y="172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7BDDCE3B-CBF0-46A0-95E3-BE2D1DB5CC39}"/>
                </a:ext>
              </a:extLst>
            </p:cNvPr>
            <p:cNvSpPr/>
            <p:nvPr/>
          </p:nvSpPr>
          <p:spPr bwMode="black">
            <a:xfrm>
              <a:off x="8380335" y="3464184"/>
              <a:ext cx="372772" cy="375657"/>
            </a:xfrm>
            <a:custGeom>
              <a:avLst/>
              <a:gdLst>
                <a:gd name="connsiteX0" fmla="*/ 176957 w 372772"/>
                <a:gd name="connsiteY0" fmla="*/ 98080 h 375657"/>
                <a:gd name="connsiteX1" fmla="*/ 125282 w 372772"/>
                <a:gd name="connsiteY1" fmla="*/ 190548 h 375657"/>
                <a:gd name="connsiteX2" fmla="*/ 176957 w 372772"/>
                <a:gd name="connsiteY2" fmla="*/ 283017 h 375657"/>
                <a:gd name="connsiteX3" fmla="*/ 228630 w 372772"/>
                <a:gd name="connsiteY3" fmla="*/ 190548 h 375657"/>
                <a:gd name="connsiteX4" fmla="*/ 176957 w 372772"/>
                <a:gd name="connsiteY4" fmla="*/ 98080 h 375657"/>
                <a:gd name="connsiteX5" fmla="*/ 307501 w 372772"/>
                <a:gd name="connsiteY5" fmla="*/ 172 h 375657"/>
                <a:gd name="connsiteX6" fmla="*/ 372772 w 372772"/>
                <a:gd name="connsiteY6" fmla="*/ 62724 h 375657"/>
                <a:gd name="connsiteX7" fmla="*/ 372772 w 372772"/>
                <a:gd name="connsiteY7" fmla="*/ 312934 h 375657"/>
                <a:gd name="connsiteX8" fmla="*/ 302062 w 372772"/>
                <a:gd name="connsiteY8" fmla="*/ 375486 h 375657"/>
                <a:gd name="connsiteX9" fmla="*/ 239509 w 372772"/>
                <a:gd name="connsiteY9" fmla="*/ 326532 h 375657"/>
                <a:gd name="connsiteX10" fmla="*/ 179677 w 372772"/>
                <a:gd name="connsiteY10" fmla="*/ 370046 h 375657"/>
                <a:gd name="connsiteX11" fmla="*/ 70890 w 372772"/>
                <a:gd name="connsiteY11" fmla="*/ 353728 h 375657"/>
                <a:gd name="connsiteX12" fmla="*/ 128002 w 372772"/>
                <a:gd name="connsiteY12" fmla="*/ 11051 h 375657"/>
                <a:gd name="connsiteX13" fmla="*/ 236790 w 372772"/>
                <a:gd name="connsiteY13" fmla="*/ 70883 h 375657"/>
                <a:gd name="connsiteX14" fmla="*/ 236790 w 372772"/>
                <a:gd name="connsiteY14" fmla="*/ 62724 h 375657"/>
                <a:gd name="connsiteX15" fmla="*/ 307501 w 372772"/>
                <a:gd name="connsiteY15" fmla="*/ 172 h 375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2772" h="375657">
                  <a:moveTo>
                    <a:pt x="176957" y="98080"/>
                  </a:moveTo>
                  <a:cubicBezTo>
                    <a:pt x="147039" y="100800"/>
                    <a:pt x="125282" y="133436"/>
                    <a:pt x="125282" y="190548"/>
                  </a:cubicBezTo>
                  <a:cubicBezTo>
                    <a:pt x="125282" y="247661"/>
                    <a:pt x="141600" y="283017"/>
                    <a:pt x="176957" y="283017"/>
                  </a:cubicBezTo>
                  <a:cubicBezTo>
                    <a:pt x="212312" y="283017"/>
                    <a:pt x="228630" y="247661"/>
                    <a:pt x="228630" y="190548"/>
                  </a:cubicBezTo>
                  <a:cubicBezTo>
                    <a:pt x="228630" y="133436"/>
                    <a:pt x="206873" y="98080"/>
                    <a:pt x="176957" y="98080"/>
                  </a:cubicBezTo>
                  <a:close/>
                  <a:moveTo>
                    <a:pt x="307501" y="172"/>
                  </a:moveTo>
                  <a:cubicBezTo>
                    <a:pt x="340137" y="172"/>
                    <a:pt x="372772" y="30088"/>
                    <a:pt x="372772" y="62724"/>
                  </a:cubicBezTo>
                  <a:cubicBezTo>
                    <a:pt x="372772" y="65444"/>
                    <a:pt x="372772" y="307494"/>
                    <a:pt x="372772" y="312934"/>
                  </a:cubicBezTo>
                  <a:cubicBezTo>
                    <a:pt x="370053" y="348289"/>
                    <a:pt x="337417" y="378205"/>
                    <a:pt x="302062" y="375486"/>
                  </a:cubicBezTo>
                  <a:cubicBezTo>
                    <a:pt x="274865" y="372766"/>
                    <a:pt x="247668" y="353728"/>
                    <a:pt x="239509" y="326532"/>
                  </a:cubicBezTo>
                  <a:cubicBezTo>
                    <a:pt x="228630" y="348289"/>
                    <a:pt x="198714" y="364607"/>
                    <a:pt x="179677" y="370046"/>
                  </a:cubicBezTo>
                  <a:cubicBezTo>
                    <a:pt x="147040" y="378205"/>
                    <a:pt x="100806" y="372766"/>
                    <a:pt x="70890" y="353728"/>
                  </a:cubicBezTo>
                  <a:cubicBezTo>
                    <a:pt x="-35177" y="285737"/>
                    <a:pt x="-27018" y="11051"/>
                    <a:pt x="128002" y="11051"/>
                  </a:cubicBezTo>
                  <a:cubicBezTo>
                    <a:pt x="185116" y="11051"/>
                    <a:pt x="220472" y="49126"/>
                    <a:pt x="236790" y="70883"/>
                  </a:cubicBezTo>
                  <a:cubicBezTo>
                    <a:pt x="236790" y="70883"/>
                    <a:pt x="236790" y="65444"/>
                    <a:pt x="236790" y="62724"/>
                  </a:cubicBezTo>
                  <a:cubicBezTo>
                    <a:pt x="239509" y="27369"/>
                    <a:pt x="272145" y="-2547"/>
                    <a:pt x="307501" y="172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CA898F72-C445-4743-97BA-4379F1696CC7}"/>
                </a:ext>
              </a:extLst>
            </p:cNvPr>
            <p:cNvSpPr/>
            <p:nvPr/>
          </p:nvSpPr>
          <p:spPr bwMode="black">
            <a:xfrm>
              <a:off x="7389492" y="3444253"/>
              <a:ext cx="217573" cy="435145"/>
            </a:xfrm>
            <a:custGeom>
              <a:avLst/>
              <a:gdLst>
                <a:gd name="connsiteX0" fmla="*/ 186002 w 217572"/>
                <a:gd name="connsiteY0" fmla="*/ 118011 h 435144"/>
                <a:gd name="connsiteX1" fmla="*/ 128890 w 217572"/>
                <a:gd name="connsiteY1" fmla="*/ 58178 h 435144"/>
                <a:gd name="connsiteX2" fmla="*/ 123450 w 217572"/>
                <a:gd name="connsiteY2" fmla="*/ 58178 h 435144"/>
                <a:gd name="connsiteX3" fmla="*/ 58178 w 217572"/>
                <a:gd name="connsiteY3" fmla="*/ 115291 h 435144"/>
                <a:gd name="connsiteX4" fmla="*/ 58178 w 217572"/>
                <a:gd name="connsiteY4" fmla="*/ 232236 h 435144"/>
                <a:gd name="connsiteX5" fmla="*/ 58178 w 217572"/>
                <a:gd name="connsiteY5" fmla="*/ 232236 h 435144"/>
                <a:gd name="connsiteX6" fmla="*/ 58178 w 217572"/>
                <a:gd name="connsiteY6" fmla="*/ 335583 h 435144"/>
                <a:gd name="connsiteX7" fmla="*/ 115291 w 217572"/>
                <a:gd name="connsiteY7" fmla="*/ 395415 h 435144"/>
                <a:gd name="connsiteX8" fmla="*/ 120730 w 217572"/>
                <a:gd name="connsiteY8" fmla="*/ 395415 h 435144"/>
                <a:gd name="connsiteX9" fmla="*/ 186002 w 217572"/>
                <a:gd name="connsiteY9" fmla="*/ 338303 h 435144"/>
                <a:gd name="connsiteX10" fmla="*/ 186002 w 217572"/>
                <a:gd name="connsiteY10" fmla="*/ 240395 h 435144"/>
                <a:gd name="connsiteX11" fmla="*/ 186002 w 217572"/>
                <a:gd name="connsiteY11" fmla="*/ 240395 h 435144"/>
                <a:gd name="connsiteX12" fmla="*/ 186002 w 217572"/>
                <a:gd name="connsiteY12" fmla="*/ 118011 h 435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7572" h="435144">
                  <a:moveTo>
                    <a:pt x="186002" y="118011"/>
                  </a:moveTo>
                  <a:cubicBezTo>
                    <a:pt x="183283" y="85375"/>
                    <a:pt x="158806" y="60898"/>
                    <a:pt x="128890" y="58178"/>
                  </a:cubicBezTo>
                  <a:cubicBezTo>
                    <a:pt x="126170" y="58178"/>
                    <a:pt x="126170" y="58178"/>
                    <a:pt x="123450" y="58178"/>
                  </a:cubicBezTo>
                  <a:cubicBezTo>
                    <a:pt x="96254" y="58178"/>
                    <a:pt x="58178" y="82655"/>
                    <a:pt x="58178" y="115291"/>
                  </a:cubicBezTo>
                  <a:lnTo>
                    <a:pt x="58178" y="232236"/>
                  </a:lnTo>
                  <a:lnTo>
                    <a:pt x="58178" y="232236"/>
                  </a:lnTo>
                  <a:cubicBezTo>
                    <a:pt x="58178" y="270311"/>
                    <a:pt x="58178" y="335583"/>
                    <a:pt x="58178" y="335583"/>
                  </a:cubicBezTo>
                  <a:cubicBezTo>
                    <a:pt x="60898" y="368219"/>
                    <a:pt x="85375" y="392696"/>
                    <a:pt x="115291" y="395415"/>
                  </a:cubicBezTo>
                  <a:cubicBezTo>
                    <a:pt x="118011" y="395415"/>
                    <a:pt x="118011" y="395415"/>
                    <a:pt x="120730" y="395415"/>
                  </a:cubicBezTo>
                  <a:cubicBezTo>
                    <a:pt x="147927" y="395415"/>
                    <a:pt x="186002" y="370938"/>
                    <a:pt x="186002" y="338303"/>
                  </a:cubicBezTo>
                  <a:lnTo>
                    <a:pt x="186002" y="240395"/>
                  </a:lnTo>
                  <a:lnTo>
                    <a:pt x="186002" y="240395"/>
                  </a:lnTo>
                  <a:cubicBezTo>
                    <a:pt x="186002" y="202320"/>
                    <a:pt x="186002" y="118011"/>
                    <a:pt x="186002" y="118011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2FC0A55B-CEB1-43A3-BD42-9118CCCC4997}"/>
                </a:ext>
              </a:extLst>
            </p:cNvPr>
            <p:cNvSpPr/>
            <p:nvPr/>
          </p:nvSpPr>
          <p:spPr bwMode="black">
            <a:xfrm>
              <a:off x="7392212" y="3280901"/>
              <a:ext cx="217573" cy="217572"/>
            </a:xfrm>
            <a:custGeom>
              <a:avLst/>
              <a:gdLst>
                <a:gd name="connsiteX0" fmla="*/ 183282 w 217572"/>
                <a:gd name="connsiteY0" fmla="*/ 120902 h 217572"/>
                <a:gd name="connsiteX1" fmla="*/ 120730 w 217572"/>
                <a:gd name="connsiteY1" fmla="*/ 183454 h 217572"/>
                <a:gd name="connsiteX2" fmla="*/ 58178 w 217572"/>
                <a:gd name="connsiteY2" fmla="*/ 120902 h 217572"/>
                <a:gd name="connsiteX3" fmla="*/ 120730 w 217572"/>
                <a:gd name="connsiteY3" fmla="*/ 58350 h 217572"/>
                <a:gd name="connsiteX4" fmla="*/ 183282 w 217572"/>
                <a:gd name="connsiteY4" fmla="*/ 120902 h 217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7572" h="217572">
                  <a:moveTo>
                    <a:pt x="183282" y="120902"/>
                  </a:moveTo>
                  <a:cubicBezTo>
                    <a:pt x="183282" y="156258"/>
                    <a:pt x="156086" y="183454"/>
                    <a:pt x="120730" y="183454"/>
                  </a:cubicBezTo>
                  <a:cubicBezTo>
                    <a:pt x="85375" y="183454"/>
                    <a:pt x="58178" y="156258"/>
                    <a:pt x="58178" y="120902"/>
                  </a:cubicBezTo>
                  <a:cubicBezTo>
                    <a:pt x="58178" y="85547"/>
                    <a:pt x="85375" y="58350"/>
                    <a:pt x="120730" y="58350"/>
                  </a:cubicBezTo>
                  <a:cubicBezTo>
                    <a:pt x="153366" y="55630"/>
                    <a:pt x="183282" y="85547"/>
                    <a:pt x="183282" y="120902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0B50D7FF-ABF7-48B0-B01A-BDAB3E56A59C}"/>
                </a:ext>
              </a:extLst>
            </p:cNvPr>
            <p:cNvSpPr/>
            <p:nvPr/>
          </p:nvSpPr>
          <p:spPr bwMode="black">
            <a:xfrm>
              <a:off x="6005186" y="3416884"/>
              <a:ext cx="380752" cy="462341"/>
            </a:xfrm>
            <a:custGeom>
              <a:avLst/>
              <a:gdLst>
                <a:gd name="connsiteX0" fmla="*/ 270312 w 380752"/>
                <a:gd name="connsiteY0" fmla="*/ 69229 h 462341"/>
                <a:gd name="connsiteX1" fmla="*/ 188722 w 380752"/>
                <a:gd name="connsiteY1" fmla="*/ 134501 h 462341"/>
                <a:gd name="connsiteX2" fmla="*/ 188722 w 380752"/>
                <a:gd name="connsiteY2" fmla="*/ 118183 h 462341"/>
                <a:gd name="connsiteX3" fmla="*/ 126170 w 380752"/>
                <a:gd name="connsiteY3" fmla="*/ 58350 h 462341"/>
                <a:gd name="connsiteX4" fmla="*/ 58178 w 380752"/>
                <a:gd name="connsiteY4" fmla="*/ 118183 h 462341"/>
                <a:gd name="connsiteX5" fmla="*/ 58178 w 380752"/>
                <a:gd name="connsiteY5" fmla="*/ 210651 h 462341"/>
                <a:gd name="connsiteX6" fmla="*/ 58178 w 380752"/>
                <a:gd name="connsiteY6" fmla="*/ 365671 h 462341"/>
                <a:gd name="connsiteX7" fmla="*/ 58178 w 380752"/>
                <a:gd name="connsiteY7" fmla="*/ 365671 h 462341"/>
                <a:gd name="connsiteX8" fmla="*/ 120730 w 380752"/>
                <a:gd name="connsiteY8" fmla="*/ 425504 h 462341"/>
                <a:gd name="connsiteX9" fmla="*/ 186002 w 380752"/>
                <a:gd name="connsiteY9" fmla="*/ 365671 h 462341"/>
                <a:gd name="connsiteX10" fmla="*/ 186002 w 380752"/>
                <a:gd name="connsiteY10" fmla="*/ 365671 h 462341"/>
                <a:gd name="connsiteX11" fmla="*/ 186002 w 380752"/>
                <a:gd name="connsiteY11" fmla="*/ 210651 h 462341"/>
                <a:gd name="connsiteX12" fmla="*/ 215919 w 380752"/>
                <a:gd name="connsiteY12" fmla="*/ 158978 h 462341"/>
                <a:gd name="connsiteX13" fmla="*/ 275751 w 380752"/>
                <a:gd name="connsiteY13" fmla="*/ 221530 h 462341"/>
                <a:gd name="connsiteX14" fmla="*/ 270312 w 380752"/>
                <a:gd name="connsiteY14" fmla="*/ 69229 h 46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0752" h="462341">
                  <a:moveTo>
                    <a:pt x="270312" y="69229"/>
                  </a:moveTo>
                  <a:cubicBezTo>
                    <a:pt x="232236" y="71949"/>
                    <a:pt x="213199" y="99145"/>
                    <a:pt x="188722" y="134501"/>
                  </a:cubicBezTo>
                  <a:cubicBezTo>
                    <a:pt x="188722" y="134501"/>
                    <a:pt x="188722" y="118183"/>
                    <a:pt x="188722" y="118183"/>
                  </a:cubicBezTo>
                  <a:cubicBezTo>
                    <a:pt x="188722" y="85547"/>
                    <a:pt x="158806" y="58350"/>
                    <a:pt x="126170" y="58350"/>
                  </a:cubicBezTo>
                  <a:cubicBezTo>
                    <a:pt x="93534" y="55631"/>
                    <a:pt x="60898" y="85547"/>
                    <a:pt x="58178" y="118183"/>
                  </a:cubicBezTo>
                  <a:lnTo>
                    <a:pt x="58178" y="210651"/>
                  </a:lnTo>
                  <a:lnTo>
                    <a:pt x="58178" y="365671"/>
                  </a:lnTo>
                  <a:lnTo>
                    <a:pt x="58178" y="365671"/>
                  </a:lnTo>
                  <a:cubicBezTo>
                    <a:pt x="58178" y="398307"/>
                    <a:pt x="88094" y="425504"/>
                    <a:pt x="120730" y="425504"/>
                  </a:cubicBezTo>
                  <a:cubicBezTo>
                    <a:pt x="153366" y="428224"/>
                    <a:pt x="186002" y="398307"/>
                    <a:pt x="186002" y="365671"/>
                  </a:cubicBezTo>
                  <a:lnTo>
                    <a:pt x="186002" y="365671"/>
                  </a:lnTo>
                  <a:lnTo>
                    <a:pt x="186002" y="210651"/>
                  </a:lnTo>
                  <a:cubicBezTo>
                    <a:pt x="188722" y="188894"/>
                    <a:pt x="196881" y="158978"/>
                    <a:pt x="215919" y="158978"/>
                  </a:cubicBezTo>
                  <a:cubicBezTo>
                    <a:pt x="243115" y="158978"/>
                    <a:pt x="215919" y="221530"/>
                    <a:pt x="275751" y="221530"/>
                  </a:cubicBezTo>
                  <a:cubicBezTo>
                    <a:pt x="362780" y="221530"/>
                    <a:pt x="373658" y="63790"/>
                    <a:pt x="270312" y="69229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25498461-453E-4B01-AC09-28EB4FE30933}"/>
                </a:ext>
              </a:extLst>
            </p:cNvPr>
            <p:cNvSpPr/>
            <p:nvPr/>
          </p:nvSpPr>
          <p:spPr bwMode="black">
            <a:xfrm>
              <a:off x="5693490" y="3475234"/>
              <a:ext cx="337238" cy="364434"/>
            </a:xfrm>
            <a:custGeom>
              <a:avLst/>
              <a:gdLst>
                <a:gd name="connsiteX0" fmla="*/ 180433 w 337238"/>
                <a:gd name="connsiteY0" fmla="*/ 73984 h 364434"/>
                <a:gd name="connsiteX1" fmla="*/ 163180 w 337238"/>
                <a:gd name="connsiteY1" fmla="*/ 78870 h 364434"/>
                <a:gd name="connsiteX2" fmla="*/ 125105 w 337238"/>
                <a:gd name="connsiteY2" fmla="*/ 160461 h 364434"/>
                <a:gd name="connsiteX3" fmla="*/ 171339 w 337238"/>
                <a:gd name="connsiteY3" fmla="*/ 163180 h 364434"/>
                <a:gd name="connsiteX4" fmla="*/ 214854 w 337238"/>
                <a:gd name="connsiteY4" fmla="*/ 108787 h 364434"/>
                <a:gd name="connsiteX5" fmla="*/ 180433 w 337238"/>
                <a:gd name="connsiteY5" fmla="*/ 73984 h 364434"/>
                <a:gd name="connsiteX6" fmla="*/ 174059 w 337238"/>
                <a:gd name="connsiteY6" fmla="*/ 0 h 364434"/>
                <a:gd name="connsiteX7" fmla="*/ 337238 w 337238"/>
                <a:gd name="connsiteY7" fmla="*/ 119665 h 364434"/>
                <a:gd name="connsiteX8" fmla="*/ 133264 w 337238"/>
                <a:gd name="connsiteY8" fmla="*/ 217573 h 364434"/>
                <a:gd name="connsiteX9" fmla="*/ 225732 w 337238"/>
                <a:gd name="connsiteY9" fmla="*/ 277405 h 364434"/>
                <a:gd name="connsiteX10" fmla="*/ 320920 w 337238"/>
                <a:gd name="connsiteY10" fmla="*/ 250208 h 364434"/>
                <a:gd name="connsiteX11" fmla="*/ 174059 w 337238"/>
                <a:gd name="connsiteY11" fmla="*/ 364434 h 364434"/>
                <a:gd name="connsiteX12" fmla="*/ 0 w 337238"/>
                <a:gd name="connsiteY12" fmla="*/ 184937 h 364434"/>
                <a:gd name="connsiteX13" fmla="*/ 174059 w 337238"/>
                <a:gd name="connsiteY13" fmla="*/ 0 h 364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37238" h="364434">
                  <a:moveTo>
                    <a:pt x="180433" y="73984"/>
                  </a:moveTo>
                  <a:cubicBezTo>
                    <a:pt x="174569" y="73941"/>
                    <a:pt x="168620" y="75471"/>
                    <a:pt x="163180" y="78870"/>
                  </a:cubicBezTo>
                  <a:cubicBezTo>
                    <a:pt x="135984" y="95189"/>
                    <a:pt x="127825" y="130544"/>
                    <a:pt x="125105" y="160461"/>
                  </a:cubicBezTo>
                  <a:cubicBezTo>
                    <a:pt x="125105" y="163180"/>
                    <a:pt x="168620" y="160461"/>
                    <a:pt x="171339" y="163180"/>
                  </a:cubicBezTo>
                  <a:cubicBezTo>
                    <a:pt x="195816" y="157741"/>
                    <a:pt x="214854" y="135984"/>
                    <a:pt x="214854" y="108787"/>
                  </a:cubicBezTo>
                  <a:cubicBezTo>
                    <a:pt x="214854" y="88389"/>
                    <a:pt x="198026" y="74111"/>
                    <a:pt x="180433" y="73984"/>
                  </a:cubicBezTo>
                  <a:close/>
                  <a:moveTo>
                    <a:pt x="174059" y="0"/>
                  </a:moveTo>
                  <a:cubicBezTo>
                    <a:pt x="233891" y="0"/>
                    <a:pt x="337238" y="29916"/>
                    <a:pt x="337238" y="119665"/>
                  </a:cubicBezTo>
                  <a:cubicBezTo>
                    <a:pt x="337238" y="209414"/>
                    <a:pt x="244770" y="217573"/>
                    <a:pt x="133264" y="217573"/>
                  </a:cubicBezTo>
                  <a:cubicBezTo>
                    <a:pt x="133264" y="217573"/>
                    <a:pt x="149581" y="277405"/>
                    <a:pt x="225732" y="277405"/>
                  </a:cubicBezTo>
                  <a:cubicBezTo>
                    <a:pt x="301883" y="277405"/>
                    <a:pt x="320920" y="250208"/>
                    <a:pt x="320920" y="250208"/>
                  </a:cubicBezTo>
                  <a:cubicBezTo>
                    <a:pt x="320920" y="250208"/>
                    <a:pt x="315481" y="364434"/>
                    <a:pt x="174059" y="364434"/>
                  </a:cubicBezTo>
                  <a:cubicBezTo>
                    <a:pt x="95188" y="364434"/>
                    <a:pt x="0" y="304602"/>
                    <a:pt x="0" y="184937"/>
                  </a:cubicBezTo>
                  <a:cubicBezTo>
                    <a:pt x="0" y="78870"/>
                    <a:pt x="73431" y="0"/>
                    <a:pt x="174059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29CBDCEB-800E-4D28-B2C3-1A925BFB4697}"/>
                </a:ext>
              </a:extLst>
            </p:cNvPr>
            <p:cNvSpPr/>
            <p:nvPr/>
          </p:nvSpPr>
          <p:spPr bwMode="black">
            <a:xfrm>
              <a:off x="5376945" y="3338014"/>
              <a:ext cx="353556" cy="543931"/>
            </a:xfrm>
            <a:custGeom>
              <a:avLst/>
              <a:gdLst>
                <a:gd name="connsiteX0" fmla="*/ 311107 w 353555"/>
                <a:gd name="connsiteY0" fmla="*/ 433663 h 543931"/>
                <a:gd name="connsiteX1" fmla="*/ 215919 w 353555"/>
                <a:gd name="connsiteY1" fmla="*/ 501654 h 543931"/>
                <a:gd name="connsiteX2" fmla="*/ 98973 w 353555"/>
                <a:gd name="connsiteY2" fmla="*/ 392868 h 543931"/>
                <a:gd name="connsiteX3" fmla="*/ 98973 w 353555"/>
                <a:gd name="connsiteY3" fmla="*/ 221530 h 543931"/>
                <a:gd name="connsiteX4" fmla="*/ 82655 w 353555"/>
                <a:gd name="connsiteY4" fmla="*/ 221530 h 543931"/>
                <a:gd name="connsiteX5" fmla="*/ 58178 w 353555"/>
                <a:gd name="connsiteY5" fmla="*/ 191614 h 543931"/>
                <a:gd name="connsiteX6" fmla="*/ 85375 w 353555"/>
                <a:gd name="connsiteY6" fmla="*/ 164417 h 543931"/>
                <a:gd name="connsiteX7" fmla="*/ 101693 w 353555"/>
                <a:gd name="connsiteY7" fmla="*/ 164417 h 543931"/>
                <a:gd name="connsiteX8" fmla="*/ 101693 w 353555"/>
                <a:gd name="connsiteY8" fmla="*/ 118183 h 543931"/>
                <a:gd name="connsiteX9" fmla="*/ 166965 w 353555"/>
                <a:gd name="connsiteY9" fmla="*/ 58350 h 543931"/>
                <a:gd name="connsiteX10" fmla="*/ 229517 w 353555"/>
                <a:gd name="connsiteY10" fmla="*/ 118183 h 543931"/>
                <a:gd name="connsiteX11" fmla="*/ 229517 w 353555"/>
                <a:gd name="connsiteY11" fmla="*/ 118183 h 543931"/>
                <a:gd name="connsiteX12" fmla="*/ 229517 w 353555"/>
                <a:gd name="connsiteY12" fmla="*/ 164417 h 543931"/>
                <a:gd name="connsiteX13" fmla="*/ 283910 w 353555"/>
                <a:gd name="connsiteY13" fmla="*/ 164417 h 543931"/>
                <a:gd name="connsiteX14" fmla="*/ 308387 w 353555"/>
                <a:gd name="connsiteY14" fmla="*/ 194333 h 543931"/>
                <a:gd name="connsiteX15" fmla="*/ 281190 w 353555"/>
                <a:gd name="connsiteY15" fmla="*/ 221530 h 543931"/>
                <a:gd name="connsiteX16" fmla="*/ 229517 w 353555"/>
                <a:gd name="connsiteY16" fmla="*/ 221530 h 543931"/>
                <a:gd name="connsiteX17" fmla="*/ 229517 w 353555"/>
                <a:gd name="connsiteY17" fmla="*/ 365671 h 543931"/>
                <a:gd name="connsiteX18" fmla="*/ 311107 w 353555"/>
                <a:gd name="connsiteY18" fmla="*/ 433663 h 543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53555" h="543931">
                  <a:moveTo>
                    <a:pt x="311107" y="433663"/>
                  </a:moveTo>
                  <a:cubicBezTo>
                    <a:pt x="311107" y="433663"/>
                    <a:pt x="278471" y="501654"/>
                    <a:pt x="215919" y="501654"/>
                  </a:cubicBezTo>
                  <a:cubicBezTo>
                    <a:pt x="164245" y="501654"/>
                    <a:pt x="101693" y="458140"/>
                    <a:pt x="98973" y="392868"/>
                  </a:cubicBezTo>
                  <a:cubicBezTo>
                    <a:pt x="98973" y="392868"/>
                    <a:pt x="98973" y="297680"/>
                    <a:pt x="98973" y="221530"/>
                  </a:cubicBezTo>
                  <a:lnTo>
                    <a:pt x="82655" y="221530"/>
                  </a:lnTo>
                  <a:cubicBezTo>
                    <a:pt x="74496" y="221530"/>
                    <a:pt x="58178" y="216090"/>
                    <a:pt x="58178" y="191614"/>
                  </a:cubicBezTo>
                  <a:cubicBezTo>
                    <a:pt x="58178" y="167137"/>
                    <a:pt x="77216" y="164417"/>
                    <a:pt x="85375" y="164417"/>
                  </a:cubicBezTo>
                  <a:lnTo>
                    <a:pt x="101693" y="164417"/>
                  </a:lnTo>
                  <a:cubicBezTo>
                    <a:pt x="101693" y="137220"/>
                    <a:pt x="101693" y="118183"/>
                    <a:pt x="101693" y="118183"/>
                  </a:cubicBezTo>
                  <a:cubicBezTo>
                    <a:pt x="104413" y="85547"/>
                    <a:pt x="134329" y="55631"/>
                    <a:pt x="166965" y="58350"/>
                  </a:cubicBezTo>
                  <a:cubicBezTo>
                    <a:pt x="196881" y="61070"/>
                    <a:pt x="229517" y="85547"/>
                    <a:pt x="229517" y="118183"/>
                  </a:cubicBezTo>
                  <a:lnTo>
                    <a:pt x="229517" y="118183"/>
                  </a:lnTo>
                  <a:lnTo>
                    <a:pt x="229517" y="164417"/>
                  </a:lnTo>
                  <a:lnTo>
                    <a:pt x="283910" y="164417"/>
                  </a:lnTo>
                  <a:cubicBezTo>
                    <a:pt x="292069" y="164417"/>
                    <a:pt x="308387" y="169856"/>
                    <a:pt x="308387" y="194333"/>
                  </a:cubicBezTo>
                  <a:cubicBezTo>
                    <a:pt x="308387" y="218810"/>
                    <a:pt x="292069" y="221530"/>
                    <a:pt x="281190" y="221530"/>
                  </a:cubicBezTo>
                  <a:lnTo>
                    <a:pt x="229517" y="221530"/>
                  </a:lnTo>
                  <a:lnTo>
                    <a:pt x="229517" y="365671"/>
                  </a:lnTo>
                  <a:cubicBezTo>
                    <a:pt x="226797" y="409186"/>
                    <a:pt x="267592" y="433663"/>
                    <a:pt x="311107" y="433663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81C4C5D3-38A9-48A3-A737-2E1782DEC6C3}"/>
                </a:ext>
              </a:extLst>
            </p:cNvPr>
            <p:cNvSpPr/>
            <p:nvPr/>
          </p:nvSpPr>
          <p:spPr bwMode="black">
            <a:xfrm>
              <a:off x="7090329" y="3338014"/>
              <a:ext cx="353556" cy="543931"/>
            </a:xfrm>
            <a:custGeom>
              <a:avLst/>
              <a:gdLst>
                <a:gd name="connsiteX0" fmla="*/ 311107 w 353555"/>
                <a:gd name="connsiteY0" fmla="*/ 433663 h 543931"/>
                <a:gd name="connsiteX1" fmla="*/ 215919 w 353555"/>
                <a:gd name="connsiteY1" fmla="*/ 501654 h 543931"/>
                <a:gd name="connsiteX2" fmla="*/ 98973 w 353555"/>
                <a:gd name="connsiteY2" fmla="*/ 392868 h 543931"/>
                <a:gd name="connsiteX3" fmla="*/ 98973 w 353555"/>
                <a:gd name="connsiteY3" fmla="*/ 221530 h 543931"/>
                <a:gd name="connsiteX4" fmla="*/ 82655 w 353555"/>
                <a:gd name="connsiteY4" fmla="*/ 221530 h 543931"/>
                <a:gd name="connsiteX5" fmla="*/ 58178 w 353555"/>
                <a:gd name="connsiteY5" fmla="*/ 191614 h 543931"/>
                <a:gd name="connsiteX6" fmla="*/ 85375 w 353555"/>
                <a:gd name="connsiteY6" fmla="*/ 164417 h 543931"/>
                <a:gd name="connsiteX7" fmla="*/ 101693 w 353555"/>
                <a:gd name="connsiteY7" fmla="*/ 164417 h 543931"/>
                <a:gd name="connsiteX8" fmla="*/ 101693 w 353555"/>
                <a:gd name="connsiteY8" fmla="*/ 118183 h 543931"/>
                <a:gd name="connsiteX9" fmla="*/ 166965 w 353555"/>
                <a:gd name="connsiteY9" fmla="*/ 58350 h 543931"/>
                <a:gd name="connsiteX10" fmla="*/ 229517 w 353555"/>
                <a:gd name="connsiteY10" fmla="*/ 118183 h 543931"/>
                <a:gd name="connsiteX11" fmla="*/ 229517 w 353555"/>
                <a:gd name="connsiteY11" fmla="*/ 118183 h 543931"/>
                <a:gd name="connsiteX12" fmla="*/ 229517 w 353555"/>
                <a:gd name="connsiteY12" fmla="*/ 164417 h 543931"/>
                <a:gd name="connsiteX13" fmla="*/ 283910 w 353555"/>
                <a:gd name="connsiteY13" fmla="*/ 164417 h 543931"/>
                <a:gd name="connsiteX14" fmla="*/ 308387 w 353555"/>
                <a:gd name="connsiteY14" fmla="*/ 194333 h 543931"/>
                <a:gd name="connsiteX15" fmla="*/ 281190 w 353555"/>
                <a:gd name="connsiteY15" fmla="*/ 221530 h 543931"/>
                <a:gd name="connsiteX16" fmla="*/ 229517 w 353555"/>
                <a:gd name="connsiteY16" fmla="*/ 221530 h 543931"/>
                <a:gd name="connsiteX17" fmla="*/ 229517 w 353555"/>
                <a:gd name="connsiteY17" fmla="*/ 365671 h 543931"/>
                <a:gd name="connsiteX18" fmla="*/ 311107 w 353555"/>
                <a:gd name="connsiteY18" fmla="*/ 433663 h 543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53555" h="543931">
                  <a:moveTo>
                    <a:pt x="311107" y="433663"/>
                  </a:moveTo>
                  <a:cubicBezTo>
                    <a:pt x="311107" y="433663"/>
                    <a:pt x="278471" y="501654"/>
                    <a:pt x="215919" y="501654"/>
                  </a:cubicBezTo>
                  <a:cubicBezTo>
                    <a:pt x="164245" y="501654"/>
                    <a:pt x="101693" y="458140"/>
                    <a:pt x="98973" y="392868"/>
                  </a:cubicBezTo>
                  <a:cubicBezTo>
                    <a:pt x="98973" y="392868"/>
                    <a:pt x="98973" y="297680"/>
                    <a:pt x="98973" y="221530"/>
                  </a:cubicBezTo>
                  <a:lnTo>
                    <a:pt x="82655" y="221530"/>
                  </a:lnTo>
                  <a:cubicBezTo>
                    <a:pt x="74496" y="221530"/>
                    <a:pt x="58178" y="216090"/>
                    <a:pt x="58178" y="191614"/>
                  </a:cubicBezTo>
                  <a:cubicBezTo>
                    <a:pt x="58178" y="167137"/>
                    <a:pt x="77216" y="164417"/>
                    <a:pt x="85375" y="164417"/>
                  </a:cubicBezTo>
                  <a:lnTo>
                    <a:pt x="101693" y="164417"/>
                  </a:lnTo>
                  <a:cubicBezTo>
                    <a:pt x="101693" y="137220"/>
                    <a:pt x="101693" y="118183"/>
                    <a:pt x="101693" y="118183"/>
                  </a:cubicBezTo>
                  <a:cubicBezTo>
                    <a:pt x="104412" y="85547"/>
                    <a:pt x="134329" y="55631"/>
                    <a:pt x="166965" y="58350"/>
                  </a:cubicBezTo>
                  <a:cubicBezTo>
                    <a:pt x="196881" y="61070"/>
                    <a:pt x="229517" y="85547"/>
                    <a:pt x="229517" y="118183"/>
                  </a:cubicBezTo>
                  <a:lnTo>
                    <a:pt x="229517" y="118183"/>
                  </a:lnTo>
                  <a:lnTo>
                    <a:pt x="229517" y="164417"/>
                  </a:lnTo>
                  <a:lnTo>
                    <a:pt x="283910" y="164417"/>
                  </a:lnTo>
                  <a:cubicBezTo>
                    <a:pt x="292069" y="164417"/>
                    <a:pt x="308387" y="169856"/>
                    <a:pt x="308387" y="194333"/>
                  </a:cubicBezTo>
                  <a:cubicBezTo>
                    <a:pt x="308387" y="218810"/>
                    <a:pt x="292069" y="221530"/>
                    <a:pt x="281190" y="221530"/>
                  </a:cubicBezTo>
                  <a:lnTo>
                    <a:pt x="229517" y="221530"/>
                  </a:lnTo>
                  <a:lnTo>
                    <a:pt x="229517" y="365671"/>
                  </a:lnTo>
                  <a:cubicBezTo>
                    <a:pt x="229517" y="409186"/>
                    <a:pt x="270312" y="433663"/>
                    <a:pt x="311107" y="433663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CC67A3C2-5E36-485E-BD0C-74020928665D}"/>
                </a:ext>
              </a:extLst>
            </p:cNvPr>
            <p:cNvSpPr/>
            <p:nvPr/>
          </p:nvSpPr>
          <p:spPr bwMode="black">
            <a:xfrm>
              <a:off x="2080719" y="4178559"/>
              <a:ext cx="462342" cy="788700"/>
            </a:xfrm>
            <a:custGeom>
              <a:avLst/>
              <a:gdLst>
                <a:gd name="connsiteX0" fmla="*/ 403575 w 462341"/>
                <a:gd name="connsiteY0" fmla="*/ 583072 h 788699"/>
                <a:gd name="connsiteX1" fmla="*/ 406295 w 462341"/>
                <a:gd name="connsiteY1" fmla="*/ 596670 h 788699"/>
                <a:gd name="connsiteX2" fmla="*/ 400855 w 462341"/>
                <a:gd name="connsiteY2" fmla="*/ 610268 h 788699"/>
                <a:gd name="connsiteX3" fmla="*/ 389977 w 462341"/>
                <a:gd name="connsiteY3" fmla="*/ 626586 h 788699"/>
                <a:gd name="connsiteX4" fmla="*/ 354621 w 462341"/>
                <a:gd name="connsiteY4" fmla="*/ 675540 h 788699"/>
                <a:gd name="connsiteX5" fmla="*/ 327424 w 462341"/>
                <a:gd name="connsiteY5" fmla="*/ 691858 h 788699"/>
                <a:gd name="connsiteX6" fmla="*/ 292069 w 462341"/>
                <a:gd name="connsiteY6" fmla="*/ 713615 h 788699"/>
                <a:gd name="connsiteX7" fmla="*/ 251274 w 462341"/>
                <a:gd name="connsiteY7" fmla="*/ 724494 h 788699"/>
                <a:gd name="connsiteX8" fmla="*/ 221358 w 462341"/>
                <a:gd name="connsiteY8" fmla="*/ 721774 h 788699"/>
                <a:gd name="connsiteX9" fmla="*/ 191442 w 462341"/>
                <a:gd name="connsiteY9" fmla="*/ 721774 h 788699"/>
                <a:gd name="connsiteX10" fmla="*/ 153366 w 462341"/>
                <a:gd name="connsiteY10" fmla="*/ 713615 h 788699"/>
                <a:gd name="connsiteX11" fmla="*/ 104412 w 462341"/>
                <a:gd name="connsiteY11" fmla="*/ 675540 h 788699"/>
                <a:gd name="connsiteX12" fmla="*/ 104412 w 462341"/>
                <a:gd name="connsiteY12" fmla="*/ 689138 h 788699"/>
                <a:gd name="connsiteX13" fmla="*/ 101693 w 462341"/>
                <a:gd name="connsiteY13" fmla="*/ 710895 h 788699"/>
                <a:gd name="connsiteX14" fmla="*/ 85375 w 462341"/>
                <a:gd name="connsiteY14" fmla="*/ 732653 h 788699"/>
                <a:gd name="connsiteX15" fmla="*/ 69057 w 462341"/>
                <a:gd name="connsiteY15" fmla="*/ 727214 h 788699"/>
                <a:gd name="connsiteX16" fmla="*/ 60898 w 462341"/>
                <a:gd name="connsiteY16" fmla="*/ 710895 h 788699"/>
                <a:gd name="connsiteX17" fmla="*/ 58178 w 462341"/>
                <a:gd name="connsiteY17" fmla="*/ 691858 h 788699"/>
                <a:gd name="connsiteX18" fmla="*/ 60898 w 462341"/>
                <a:gd name="connsiteY18" fmla="*/ 664661 h 788699"/>
                <a:gd name="connsiteX19" fmla="*/ 60898 w 462341"/>
                <a:gd name="connsiteY19" fmla="*/ 607549 h 788699"/>
                <a:gd name="connsiteX20" fmla="*/ 63618 w 462341"/>
                <a:gd name="connsiteY20" fmla="*/ 528679 h 788699"/>
                <a:gd name="connsiteX21" fmla="*/ 69057 w 462341"/>
                <a:gd name="connsiteY21" fmla="*/ 504202 h 788699"/>
                <a:gd name="connsiteX22" fmla="*/ 74496 w 462341"/>
                <a:gd name="connsiteY22" fmla="*/ 493323 h 788699"/>
                <a:gd name="connsiteX23" fmla="*/ 82655 w 462341"/>
                <a:gd name="connsiteY23" fmla="*/ 487884 h 788699"/>
                <a:gd name="connsiteX24" fmla="*/ 90814 w 462341"/>
                <a:gd name="connsiteY24" fmla="*/ 493323 h 788699"/>
                <a:gd name="connsiteX25" fmla="*/ 98973 w 462341"/>
                <a:gd name="connsiteY25" fmla="*/ 512361 h 788699"/>
                <a:gd name="connsiteX26" fmla="*/ 101693 w 462341"/>
                <a:gd name="connsiteY26" fmla="*/ 555875 h 788699"/>
                <a:gd name="connsiteX27" fmla="*/ 101693 w 462341"/>
                <a:gd name="connsiteY27" fmla="*/ 596670 h 788699"/>
                <a:gd name="connsiteX28" fmla="*/ 109852 w 462341"/>
                <a:gd name="connsiteY28" fmla="*/ 626586 h 788699"/>
                <a:gd name="connsiteX29" fmla="*/ 128889 w 462341"/>
                <a:gd name="connsiteY29" fmla="*/ 651063 h 788699"/>
                <a:gd name="connsiteX30" fmla="*/ 153366 w 462341"/>
                <a:gd name="connsiteY30" fmla="*/ 670101 h 788699"/>
                <a:gd name="connsiteX31" fmla="*/ 196881 w 462341"/>
                <a:gd name="connsiteY31" fmla="*/ 678260 h 788699"/>
                <a:gd name="connsiteX32" fmla="*/ 221358 w 462341"/>
                <a:gd name="connsiteY32" fmla="*/ 667381 h 788699"/>
                <a:gd name="connsiteX33" fmla="*/ 253994 w 462341"/>
                <a:gd name="connsiteY33" fmla="*/ 659222 h 788699"/>
                <a:gd name="connsiteX34" fmla="*/ 275751 w 462341"/>
                <a:gd name="connsiteY34" fmla="*/ 637465 h 788699"/>
                <a:gd name="connsiteX35" fmla="*/ 281190 w 462341"/>
                <a:gd name="connsiteY35" fmla="*/ 615708 h 788699"/>
                <a:gd name="connsiteX36" fmla="*/ 278471 w 462341"/>
                <a:gd name="connsiteY36" fmla="*/ 602109 h 788699"/>
                <a:gd name="connsiteX37" fmla="*/ 262153 w 462341"/>
                <a:gd name="connsiteY37" fmla="*/ 572193 h 788699"/>
                <a:gd name="connsiteX38" fmla="*/ 245835 w 462341"/>
                <a:gd name="connsiteY38" fmla="*/ 536838 h 788699"/>
                <a:gd name="connsiteX39" fmla="*/ 196881 w 462341"/>
                <a:gd name="connsiteY39" fmla="*/ 477005 h 788699"/>
                <a:gd name="connsiteX40" fmla="*/ 145207 w 462341"/>
                <a:gd name="connsiteY40" fmla="*/ 419892 h 788699"/>
                <a:gd name="connsiteX41" fmla="*/ 93534 w 462341"/>
                <a:gd name="connsiteY41" fmla="*/ 357340 h 788699"/>
                <a:gd name="connsiteX42" fmla="*/ 66337 w 462341"/>
                <a:gd name="connsiteY42" fmla="*/ 283910 h 788699"/>
                <a:gd name="connsiteX43" fmla="*/ 58178 w 462341"/>
                <a:gd name="connsiteY43" fmla="*/ 224077 h 788699"/>
                <a:gd name="connsiteX44" fmla="*/ 82655 w 462341"/>
                <a:gd name="connsiteY44" fmla="*/ 150647 h 788699"/>
                <a:gd name="connsiteX45" fmla="*/ 137048 w 462341"/>
                <a:gd name="connsiteY45" fmla="*/ 96253 h 788699"/>
                <a:gd name="connsiteX46" fmla="*/ 196881 w 462341"/>
                <a:gd name="connsiteY46" fmla="*/ 77216 h 788699"/>
                <a:gd name="connsiteX47" fmla="*/ 232236 w 462341"/>
                <a:gd name="connsiteY47" fmla="*/ 69057 h 788699"/>
                <a:gd name="connsiteX48" fmla="*/ 262153 w 462341"/>
                <a:gd name="connsiteY48" fmla="*/ 74496 h 788699"/>
                <a:gd name="connsiteX49" fmla="*/ 294789 w 462341"/>
                <a:gd name="connsiteY49" fmla="*/ 85375 h 788699"/>
                <a:gd name="connsiteX50" fmla="*/ 327424 w 462341"/>
                <a:gd name="connsiteY50" fmla="*/ 104412 h 788699"/>
                <a:gd name="connsiteX51" fmla="*/ 332864 w 462341"/>
                <a:gd name="connsiteY51" fmla="*/ 74496 h 788699"/>
                <a:gd name="connsiteX52" fmla="*/ 338303 w 462341"/>
                <a:gd name="connsiteY52" fmla="*/ 63618 h 788699"/>
                <a:gd name="connsiteX53" fmla="*/ 349182 w 462341"/>
                <a:gd name="connsiteY53" fmla="*/ 58178 h 788699"/>
                <a:gd name="connsiteX54" fmla="*/ 357341 w 462341"/>
                <a:gd name="connsiteY54" fmla="*/ 63618 h 788699"/>
                <a:gd name="connsiteX55" fmla="*/ 365500 w 462341"/>
                <a:gd name="connsiteY55" fmla="*/ 82655 h 788699"/>
                <a:gd name="connsiteX56" fmla="*/ 368219 w 462341"/>
                <a:gd name="connsiteY56" fmla="*/ 142488 h 788699"/>
                <a:gd name="connsiteX57" fmla="*/ 368219 w 462341"/>
                <a:gd name="connsiteY57" fmla="*/ 188722 h 788699"/>
                <a:gd name="connsiteX58" fmla="*/ 370939 w 462341"/>
                <a:gd name="connsiteY58" fmla="*/ 245834 h 788699"/>
                <a:gd name="connsiteX59" fmla="*/ 354621 w 462341"/>
                <a:gd name="connsiteY59" fmla="*/ 286629 h 788699"/>
                <a:gd name="connsiteX60" fmla="*/ 338303 w 462341"/>
                <a:gd name="connsiteY60" fmla="*/ 281190 h 788699"/>
                <a:gd name="connsiteX61" fmla="*/ 330144 w 462341"/>
                <a:gd name="connsiteY61" fmla="*/ 264872 h 788699"/>
                <a:gd name="connsiteX62" fmla="*/ 327424 w 462341"/>
                <a:gd name="connsiteY62" fmla="*/ 248554 h 788699"/>
                <a:gd name="connsiteX63" fmla="*/ 330144 w 462341"/>
                <a:gd name="connsiteY63" fmla="*/ 221357 h 788699"/>
                <a:gd name="connsiteX64" fmla="*/ 330144 w 462341"/>
                <a:gd name="connsiteY64" fmla="*/ 188722 h 788699"/>
                <a:gd name="connsiteX65" fmla="*/ 327424 w 462341"/>
                <a:gd name="connsiteY65" fmla="*/ 164245 h 788699"/>
                <a:gd name="connsiteX66" fmla="*/ 311107 w 462341"/>
                <a:gd name="connsiteY66" fmla="*/ 134329 h 788699"/>
                <a:gd name="connsiteX67" fmla="*/ 283910 w 462341"/>
                <a:gd name="connsiteY67" fmla="*/ 118011 h 788699"/>
                <a:gd name="connsiteX68" fmla="*/ 251274 w 462341"/>
                <a:gd name="connsiteY68" fmla="*/ 112571 h 788699"/>
                <a:gd name="connsiteX69" fmla="*/ 215918 w 462341"/>
                <a:gd name="connsiteY69" fmla="*/ 123450 h 788699"/>
                <a:gd name="connsiteX70" fmla="*/ 202320 w 462341"/>
                <a:gd name="connsiteY70" fmla="*/ 147927 h 788699"/>
                <a:gd name="connsiteX71" fmla="*/ 188722 w 462341"/>
                <a:gd name="connsiteY71" fmla="*/ 180563 h 788699"/>
                <a:gd name="connsiteX72" fmla="*/ 183283 w 462341"/>
                <a:gd name="connsiteY72" fmla="*/ 210479 h 788699"/>
                <a:gd name="connsiteX73" fmla="*/ 188722 w 462341"/>
                <a:gd name="connsiteY73" fmla="*/ 226797 h 788699"/>
                <a:gd name="connsiteX74" fmla="*/ 188722 w 462341"/>
                <a:gd name="connsiteY74" fmla="*/ 248554 h 788699"/>
                <a:gd name="connsiteX75" fmla="*/ 210479 w 462341"/>
                <a:gd name="connsiteY75" fmla="*/ 273031 h 788699"/>
                <a:gd name="connsiteX76" fmla="*/ 226797 w 462341"/>
                <a:gd name="connsiteY76" fmla="*/ 300228 h 788699"/>
                <a:gd name="connsiteX77" fmla="*/ 256713 w 462341"/>
                <a:gd name="connsiteY77" fmla="*/ 332864 h 788699"/>
                <a:gd name="connsiteX78" fmla="*/ 275751 w 462341"/>
                <a:gd name="connsiteY78" fmla="*/ 351901 h 788699"/>
                <a:gd name="connsiteX79" fmla="*/ 324705 w 462341"/>
                <a:gd name="connsiteY79" fmla="*/ 400855 h 788699"/>
                <a:gd name="connsiteX80" fmla="*/ 343742 w 462341"/>
                <a:gd name="connsiteY80" fmla="*/ 428051 h 788699"/>
                <a:gd name="connsiteX81" fmla="*/ 351901 w 462341"/>
                <a:gd name="connsiteY81" fmla="*/ 433491 h 788699"/>
                <a:gd name="connsiteX82" fmla="*/ 360060 w 462341"/>
                <a:gd name="connsiteY82" fmla="*/ 447089 h 788699"/>
                <a:gd name="connsiteX83" fmla="*/ 384537 w 462341"/>
                <a:gd name="connsiteY83" fmla="*/ 474286 h 788699"/>
                <a:gd name="connsiteX84" fmla="*/ 395416 w 462341"/>
                <a:gd name="connsiteY84" fmla="*/ 506921 h 788699"/>
                <a:gd name="connsiteX85" fmla="*/ 406295 w 462341"/>
                <a:gd name="connsiteY85" fmla="*/ 536838 h 788699"/>
                <a:gd name="connsiteX86" fmla="*/ 409014 w 462341"/>
                <a:gd name="connsiteY86" fmla="*/ 547716 h 788699"/>
                <a:gd name="connsiteX87" fmla="*/ 406295 w 462341"/>
                <a:gd name="connsiteY87" fmla="*/ 569473 h 788699"/>
                <a:gd name="connsiteX88" fmla="*/ 403575 w 462341"/>
                <a:gd name="connsiteY88" fmla="*/ 583072 h 788699"/>
                <a:gd name="connsiteX89" fmla="*/ 403575 w 462341"/>
                <a:gd name="connsiteY89" fmla="*/ 583072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462341" h="788699">
                  <a:moveTo>
                    <a:pt x="403575" y="583072"/>
                  </a:moveTo>
                  <a:cubicBezTo>
                    <a:pt x="403575" y="588511"/>
                    <a:pt x="406295" y="591231"/>
                    <a:pt x="406295" y="596670"/>
                  </a:cubicBezTo>
                  <a:cubicBezTo>
                    <a:pt x="406295" y="602109"/>
                    <a:pt x="403575" y="604829"/>
                    <a:pt x="400855" y="610268"/>
                  </a:cubicBezTo>
                  <a:cubicBezTo>
                    <a:pt x="398136" y="615708"/>
                    <a:pt x="392696" y="621147"/>
                    <a:pt x="389977" y="626586"/>
                  </a:cubicBezTo>
                  <a:cubicBezTo>
                    <a:pt x="381818" y="645624"/>
                    <a:pt x="368219" y="661942"/>
                    <a:pt x="354621" y="675540"/>
                  </a:cubicBezTo>
                  <a:cubicBezTo>
                    <a:pt x="346462" y="683699"/>
                    <a:pt x="338303" y="686419"/>
                    <a:pt x="327424" y="691858"/>
                  </a:cubicBezTo>
                  <a:cubicBezTo>
                    <a:pt x="316546" y="700017"/>
                    <a:pt x="302948" y="708176"/>
                    <a:pt x="292069" y="713615"/>
                  </a:cubicBezTo>
                  <a:cubicBezTo>
                    <a:pt x="281190" y="719054"/>
                    <a:pt x="264872" y="724494"/>
                    <a:pt x="251274" y="724494"/>
                  </a:cubicBezTo>
                  <a:cubicBezTo>
                    <a:pt x="240395" y="724494"/>
                    <a:pt x="229517" y="721774"/>
                    <a:pt x="221358" y="721774"/>
                  </a:cubicBezTo>
                  <a:cubicBezTo>
                    <a:pt x="213199" y="721774"/>
                    <a:pt x="202320" y="721774"/>
                    <a:pt x="191442" y="721774"/>
                  </a:cubicBezTo>
                  <a:cubicBezTo>
                    <a:pt x="172404" y="721774"/>
                    <a:pt x="172404" y="721774"/>
                    <a:pt x="153366" y="713615"/>
                  </a:cubicBezTo>
                  <a:cubicBezTo>
                    <a:pt x="134329" y="708176"/>
                    <a:pt x="118011" y="691858"/>
                    <a:pt x="104412" y="675540"/>
                  </a:cubicBezTo>
                  <a:cubicBezTo>
                    <a:pt x="104412" y="678260"/>
                    <a:pt x="104412" y="680979"/>
                    <a:pt x="104412" y="689138"/>
                  </a:cubicBezTo>
                  <a:cubicBezTo>
                    <a:pt x="104412" y="694578"/>
                    <a:pt x="104412" y="702737"/>
                    <a:pt x="101693" y="710895"/>
                  </a:cubicBezTo>
                  <a:cubicBezTo>
                    <a:pt x="101693" y="721774"/>
                    <a:pt x="96253" y="732653"/>
                    <a:pt x="85375" y="732653"/>
                  </a:cubicBezTo>
                  <a:cubicBezTo>
                    <a:pt x="77216" y="732653"/>
                    <a:pt x="74496" y="729933"/>
                    <a:pt x="69057" y="727214"/>
                  </a:cubicBezTo>
                  <a:cubicBezTo>
                    <a:pt x="63618" y="724494"/>
                    <a:pt x="60898" y="716335"/>
                    <a:pt x="60898" y="710895"/>
                  </a:cubicBezTo>
                  <a:cubicBezTo>
                    <a:pt x="58178" y="702737"/>
                    <a:pt x="58178" y="697297"/>
                    <a:pt x="58178" y="691858"/>
                  </a:cubicBezTo>
                  <a:cubicBezTo>
                    <a:pt x="58178" y="683699"/>
                    <a:pt x="60898" y="678260"/>
                    <a:pt x="60898" y="664661"/>
                  </a:cubicBezTo>
                  <a:cubicBezTo>
                    <a:pt x="60898" y="656502"/>
                    <a:pt x="60898" y="632026"/>
                    <a:pt x="60898" y="607549"/>
                  </a:cubicBezTo>
                  <a:cubicBezTo>
                    <a:pt x="60898" y="574913"/>
                    <a:pt x="60898" y="542277"/>
                    <a:pt x="63618" y="528679"/>
                  </a:cubicBezTo>
                  <a:cubicBezTo>
                    <a:pt x="63618" y="520520"/>
                    <a:pt x="63618" y="509641"/>
                    <a:pt x="69057" y="504202"/>
                  </a:cubicBezTo>
                  <a:cubicBezTo>
                    <a:pt x="71777" y="501482"/>
                    <a:pt x="71777" y="498762"/>
                    <a:pt x="74496" y="493323"/>
                  </a:cubicBezTo>
                  <a:cubicBezTo>
                    <a:pt x="77216" y="490603"/>
                    <a:pt x="79936" y="487884"/>
                    <a:pt x="82655" y="487884"/>
                  </a:cubicBezTo>
                  <a:cubicBezTo>
                    <a:pt x="85375" y="487884"/>
                    <a:pt x="90814" y="490603"/>
                    <a:pt x="90814" y="493323"/>
                  </a:cubicBezTo>
                  <a:cubicBezTo>
                    <a:pt x="93534" y="498762"/>
                    <a:pt x="98973" y="506921"/>
                    <a:pt x="98973" y="512361"/>
                  </a:cubicBezTo>
                  <a:cubicBezTo>
                    <a:pt x="98973" y="520520"/>
                    <a:pt x="101693" y="536838"/>
                    <a:pt x="101693" y="555875"/>
                  </a:cubicBezTo>
                  <a:cubicBezTo>
                    <a:pt x="101693" y="569473"/>
                    <a:pt x="101693" y="583072"/>
                    <a:pt x="101693" y="596670"/>
                  </a:cubicBezTo>
                  <a:cubicBezTo>
                    <a:pt x="101693" y="607549"/>
                    <a:pt x="104412" y="618427"/>
                    <a:pt x="109852" y="626586"/>
                  </a:cubicBezTo>
                  <a:cubicBezTo>
                    <a:pt x="115291" y="637465"/>
                    <a:pt x="123450" y="642904"/>
                    <a:pt x="128889" y="651063"/>
                  </a:cubicBezTo>
                  <a:cubicBezTo>
                    <a:pt x="137048" y="661942"/>
                    <a:pt x="139768" y="667381"/>
                    <a:pt x="153366" y="670101"/>
                  </a:cubicBezTo>
                  <a:cubicBezTo>
                    <a:pt x="161525" y="670101"/>
                    <a:pt x="183283" y="678260"/>
                    <a:pt x="196881" y="678260"/>
                  </a:cubicBezTo>
                  <a:cubicBezTo>
                    <a:pt x="207759" y="678260"/>
                    <a:pt x="210479" y="672820"/>
                    <a:pt x="221358" y="667381"/>
                  </a:cubicBezTo>
                  <a:cubicBezTo>
                    <a:pt x="232236" y="661942"/>
                    <a:pt x="245835" y="664661"/>
                    <a:pt x="253994" y="659222"/>
                  </a:cubicBezTo>
                  <a:cubicBezTo>
                    <a:pt x="262153" y="653783"/>
                    <a:pt x="273031" y="645624"/>
                    <a:pt x="275751" y="637465"/>
                  </a:cubicBezTo>
                  <a:cubicBezTo>
                    <a:pt x="281190" y="629306"/>
                    <a:pt x="281190" y="621147"/>
                    <a:pt x="281190" y="615708"/>
                  </a:cubicBezTo>
                  <a:cubicBezTo>
                    <a:pt x="281190" y="610268"/>
                    <a:pt x="281190" y="607549"/>
                    <a:pt x="278471" y="602109"/>
                  </a:cubicBezTo>
                  <a:cubicBezTo>
                    <a:pt x="275751" y="591231"/>
                    <a:pt x="267592" y="583072"/>
                    <a:pt x="262153" y="572193"/>
                  </a:cubicBezTo>
                  <a:cubicBezTo>
                    <a:pt x="256713" y="561314"/>
                    <a:pt x="253994" y="547716"/>
                    <a:pt x="245835" y="536838"/>
                  </a:cubicBezTo>
                  <a:cubicBezTo>
                    <a:pt x="232236" y="515080"/>
                    <a:pt x="213199" y="498762"/>
                    <a:pt x="196881" y="477005"/>
                  </a:cubicBezTo>
                  <a:cubicBezTo>
                    <a:pt x="180563" y="457968"/>
                    <a:pt x="164245" y="438930"/>
                    <a:pt x="145207" y="419892"/>
                  </a:cubicBezTo>
                  <a:cubicBezTo>
                    <a:pt x="126170" y="400855"/>
                    <a:pt x="109852" y="379098"/>
                    <a:pt x="93534" y="357340"/>
                  </a:cubicBezTo>
                  <a:cubicBezTo>
                    <a:pt x="77216" y="335583"/>
                    <a:pt x="71777" y="308387"/>
                    <a:pt x="66337" y="283910"/>
                  </a:cubicBezTo>
                  <a:cubicBezTo>
                    <a:pt x="63618" y="267592"/>
                    <a:pt x="58178" y="245834"/>
                    <a:pt x="58178" y="224077"/>
                  </a:cubicBezTo>
                  <a:cubicBezTo>
                    <a:pt x="58178" y="194161"/>
                    <a:pt x="69057" y="175123"/>
                    <a:pt x="82655" y="150647"/>
                  </a:cubicBezTo>
                  <a:cubicBezTo>
                    <a:pt x="96253" y="128889"/>
                    <a:pt x="115291" y="109852"/>
                    <a:pt x="137048" y="96253"/>
                  </a:cubicBezTo>
                  <a:cubicBezTo>
                    <a:pt x="158806" y="82655"/>
                    <a:pt x="172404" y="79936"/>
                    <a:pt x="196881" y="77216"/>
                  </a:cubicBezTo>
                  <a:cubicBezTo>
                    <a:pt x="210479" y="77216"/>
                    <a:pt x="215918" y="69057"/>
                    <a:pt x="232236" y="69057"/>
                  </a:cubicBezTo>
                  <a:cubicBezTo>
                    <a:pt x="243115" y="69057"/>
                    <a:pt x="251274" y="71776"/>
                    <a:pt x="262153" y="74496"/>
                  </a:cubicBezTo>
                  <a:cubicBezTo>
                    <a:pt x="273031" y="77216"/>
                    <a:pt x="283910" y="82655"/>
                    <a:pt x="294789" y="85375"/>
                  </a:cubicBezTo>
                  <a:cubicBezTo>
                    <a:pt x="308387" y="90814"/>
                    <a:pt x="319265" y="96253"/>
                    <a:pt x="327424" y="104412"/>
                  </a:cubicBezTo>
                  <a:cubicBezTo>
                    <a:pt x="327424" y="90814"/>
                    <a:pt x="327424" y="79936"/>
                    <a:pt x="332864" y="74496"/>
                  </a:cubicBezTo>
                  <a:cubicBezTo>
                    <a:pt x="335583" y="71776"/>
                    <a:pt x="335583" y="69057"/>
                    <a:pt x="338303" y="63618"/>
                  </a:cubicBezTo>
                  <a:cubicBezTo>
                    <a:pt x="341023" y="60898"/>
                    <a:pt x="346462" y="58178"/>
                    <a:pt x="349182" y="58178"/>
                  </a:cubicBezTo>
                  <a:cubicBezTo>
                    <a:pt x="351901" y="58178"/>
                    <a:pt x="357341" y="60898"/>
                    <a:pt x="357341" y="63618"/>
                  </a:cubicBezTo>
                  <a:cubicBezTo>
                    <a:pt x="360060" y="69057"/>
                    <a:pt x="365500" y="77216"/>
                    <a:pt x="365500" y="82655"/>
                  </a:cubicBezTo>
                  <a:cubicBezTo>
                    <a:pt x="365500" y="90814"/>
                    <a:pt x="368219" y="123450"/>
                    <a:pt x="368219" y="142488"/>
                  </a:cubicBezTo>
                  <a:cubicBezTo>
                    <a:pt x="368219" y="158806"/>
                    <a:pt x="368219" y="177843"/>
                    <a:pt x="368219" y="188722"/>
                  </a:cubicBezTo>
                  <a:cubicBezTo>
                    <a:pt x="368219" y="213199"/>
                    <a:pt x="370939" y="224077"/>
                    <a:pt x="370939" y="245834"/>
                  </a:cubicBezTo>
                  <a:cubicBezTo>
                    <a:pt x="370939" y="256713"/>
                    <a:pt x="370939" y="286629"/>
                    <a:pt x="354621" y="286629"/>
                  </a:cubicBezTo>
                  <a:cubicBezTo>
                    <a:pt x="346462" y="286629"/>
                    <a:pt x="343742" y="283910"/>
                    <a:pt x="338303" y="281190"/>
                  </a:cubicBezTo>
                  <a:cubicBezTo>
                    <a:pt x="332864" y="278470"/>
                    <a:pt x="330144" y="270311"/>
                    <a:pt x="330144" y="264872"/>
                  </a:cubicBezTo>
                  <a:cubicBezTo>
                    <a:pt x="327424" y="256713"/>
                    <a:pt x="327424" y="251274"/>
                    <a:pt x="327424" y="248554"/>
                  </a:cubicBezTo>
                  <a:cubicBezTo>
                    <a:pt x="327424" y="240395"/>
                    <a:pt x="330144" y="234956"/>
                    <a:pt x="330144" y="221357"/>
                  </a:cubicBezTo>
                  <a:cubicBezTo>
                    <a:pt x="330144" y="213199"/>
                    <a:pt x="330144" y="202320"/>
                    <a:pt x="330144" y="188722"/>
                  </a:cubicBezTo>
                  <a:cubicBezTo>
                    <a:pt x="330144" y="180563"/>
                    <a:pt x="327424" y="172404"/>
                    <a:pt x="327424" y="164245"/>
                  </a:cubicBezTo>
                  <a:cubicBezTo>
                    <a:pt x="324705" y="153366"/>
                    <a:pt x="319265" y="142488"/>
                    <a:pt x="311107" y="134329"/>
                  </a:cubicBezTo>
                  <a:cubicBezTo>
                    <a:pt x="302948" y="126170"/>
                    <a:pt x="294789" y="120730"/>
                    <a:pt x="283910" y="118011"/>
                  </a:cubicBezTo>
                  <a:cubicBezTo>
                    <a:pt x="275751" y="115291"/>
                    <a:pt x="262153" y="112571"/>
                    <a:pt x="251274" y="112571"/>
                  </a:cubicBezTo>
                  <a:cubicBezTo>
                    <a:pt x="237676" y="112571"/>
                    <a:pt x="224077" y="115291"/>
                    <a:pt x="215918" y="123450"/>
                  </a:cubicBezTo>
                  <a:cubicBezTo>
                    <a:pt x="207759" y="128889"/>
                    <a:pt x="205040" y="139768"/>
                    <a:pt x="202320" y="147927"/>
                  </a:cubicBezTo>
                  <a:cubicBezTo>
                    <a:pt x="196881" y="158806"/>
                    <a:pt x="191442" y="166964"/>
                    <a:pt x="188722" y="180563"/>
                  </a:cubicBezTo>
                  <a:cubicBezTo>
                    <a:pt x="186002" y="191441"/>
                    <a:pt x="183283" y="199600"/>
                    <a:pt x="183283" y="210479"/>
                  </a:cubicBezTo>
                  <a:cubicBezTo>
                    <a:pt x="183283" y="215918"/>
                    <a:pt x="186002" y="221357"/>
                    <a:pt x="188722" y="226797"/>
                  </a:cubicBezTo>
                  <a:cubicBezTo>
                    <a:pt x="191442" y="234956"/>
                    <a:pt x="188722" y="243115"/>
                    <a:pt x="188722" y="248554"/>
                  </a:cubicBezTo>
                  <a:cubicBezTo>
                    <a:pt x="191442" y="259433"/>
                    <a:pt x="202320" y="264872"/>
                    <a:pt x="210479" y="273031"/>
                  </a:cubicBezTo>
                  <a:cubicBezTo>
                    <a:pt x="218638" y="281190"/>
                    <a:pt x="221358" y="292069"/>
                    <a:pt x="226797" y="300228"/>
                  </a:cubicBezTo>
                  <a:cubicBezTo>
                    <a:pt x="234956" y="311106"/>
                    <a:pt x="245835" y="321985"/>
                    <a:pt x="256713" y="332864"/>
                  </a:cubicBezTo>
                  <a:cubicBezTo>
                    <a:pt x="259433" y="338303"/>
                    <a:pt x="267592" y="343742"/>
                    <a:pt x="275751" y="351901"/>
                  </a:cubicBezTo>
                  <a:cubicBezTo>
                    <a:pt x="292069" y="368219"/>
                    <a:pt x="311107" y="384537"/>
                    <a:pt x="324705" y="400855"/>
                  </a:cubicBezTo>
                  <a:cubicBezTo>
                    <a:pt x="332864" y="409014"/>
                    <a:pt x="335583" y="419892"/>
                    <a:pt x="343742" y="428051"/>
                  </a:cubicBezTo>
                  <a:cubicBezTo>
                    <a:pt x="346462" y="430771"/>
                    <a:pt x="349182" y="430771"/>
                    <a:pt x="351901" y="433491"/>
                  </a:cubicBezTo>
                  <a:cubicBezTo>
                    <a:pt x="354621" y="436210"/>
                    <a:pt x="357341" y="441650"/>
                    <a:pt x="360060" y="447089"/>
                  </a:cubicBezTo>
                  <a:cubicBezTo>
                    <a:pt x="368219" y="455248"/>
                    <a:pt x="376378" y="463407"/>
                    <a:pt x="384537" y="474286"/>
                  </a:cubicBezTo>
                  <a:cubicBezTo>
                    <a:pt x="389977" y="482445"/>
                    <a:pt x="392696" y="496043"/>
                    <a:pt x="395416" y="506921"/>
                  </a:cubicBezTo>
                  <a:cubicBezTo>
                    <a:pt x="400855" y="517800"/>
                    <a:pt x="400855" y="528679"/>
                    <a:pt x="406295" y="536838"/>
                  </a:cubicBezTo>
                  <a:cubicBezTo>
                    <a:pt x="409014" y="539557"/>
                    <a:pt x="409014" y="544997"/>
                    <a:pt x="409014" y="547716"/>
                  </a:cubicBezTo>
                  <a:cubicBezTo>
                    <a:pt x="409014" y="555875"/>
                    <a:pt x="406295" y="561314"/>
                    <a:pt x="406295" y="569473"/>
                  </a:cubicBezTo>
                  <a:cubicBezTo>
                    <a:pt x="406295" y="574913"/>
                    <a:pt x="403575" y="577632"/>
                    <a:pt x="403575" y="583072"/>
                  </a:cubicBezTo>
                  <a:lnTo>
                    <a:pt x="403575" y="583072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EED642CE-A789-4786-8A92-D88EC62AC133}"/>
                </a:ext>
              </a:extLst>
            </p:cNvPr>
            <p:cNvSpPr/>
            <p:nvPr/>
          </p:nvSpPr>
          <p:spPr bwMode="black">
            <a:xfrm>
              <a:off x="2456032" y="4192158"/>
              <a:ext cx="571128" cy="761503"/>
            </a:xfrm>
            <a:custGeom>
              <a:avLst/>
              <a:gdLst>
                <a:gd name="connsiteX0" fmla="*/ 512361 w 571128"/>
                <a:gd name="connsiteY0" fmla="*/ 79936 h 761503"/>
                <a:gd name="connsiteX1" fmla="*/ 539558 w 571128"/>
                <a:gd name="connsiteY1" fmla="*/ 96253 h 761503"/>
                <a:gd name="connsiteX2" fmla="*/ 534118 w 571128"/>
                <a:gd name="connsiteY2" fmla="*/ 112571 h 761503"/>
                <a:gd name="connsiteX3" fmla="*/ 523240 w 571128"/>
                <a:gd name="connsiteY3" fmla="*/ 120730 h 761503"/>
                <a:gd name="connsiteX4" fmla="*/ 506922 w 571128"/>
                <a:gd name="connsiteY4" fmla="*/ 123450 h 761503"/>
                <a:gd name="connsiteX5" fmla="*/ 477006 w 571128"/>
                <a:gd name="connsiteY5" fmla="*/ 123450 h 761503"/>
                <a:gd name="connsiteX6" fmla="*/ 479725 w 571128"/>
                <a:gd name="connsiteY6" fmla="*/ 145207 h 761503"/>
                <a:gd name="connsiteX7" fmla="*/ 477006 w 571128"/>
                <a:gd name="connsiteY7" fmla="*/ 180563 h 761503"/>
                <a:gd name="connsiteX8" fmla="*/ 482445 w 571128"/>
                <a:gd name="connsiteY8" fmla="*/ 232236 h 761503"/>
                <a:gd name="connsiteX9" fmla="*/ 485165 w 571128"/>
                <a:gd name="connsiteY9" fmla="*/ 283910 h 761503"/>
                <a:gd name="connsiteX10" fmla="*/ 485165 w 571128"/>
                <a:gd name="connsiteY10" fmla="*/ 327424 h 761503"/>
                <a:gd name="connsiteX11" fmla="*/ 487884 w 571128"/>
                <a:gd name="connsiteY11" fmla="*/ 373658 h 761503"/>
                <a:gd name="connsiteX12" fmla="*/ 485165 w 571128"/>
                <a:gd name="connsiteY12" fmla="*/ 419892 h 761503"/>
                <a:gd name="connsiteX13" fmla="*/ 485165 w 571128"/>
                <a:gd name="connsiteY13" fmla="*/ 463407 h 761503"/>
                <a:gd name="connsiteX14" fmla="*/ 482445 w 571128"/>
                <a:gd name="connsiteY14" fmla="*/ 515080 h 761503"/>
                <a:gd name="connsiteX15" fmla="*/ 482445 w 571128"/>
                <a:gd name="connsiteY15" fmla="*/ 558595 h 761503"/>
                <a:gd name="connsiteX16" fmla="*/ 479725 w 571128"/>
                <a:gd name="connsiteY16" fmla="*/ 602109 h 761503"/>
                <a:gd name="connsiteX17" fmla="*/ 485165 w 571128"/>
                <a:gd name="connsiteY17" fmla="*/ 648343 h 761503"/>
                <a:gd name="connsiteX18" fmla="*/ 474286 w 571128"/>
                <a:gd name="connsiteY18" fmla="*/ 675540 h 761503"/>
                <a:gd name="connsiteX19" fmla="*/ 428052 w 571128"/>
                <a:gd name="connsiteY19" fmla="*/ 691858 h 761503"/>
                <a:gd name="connsiteX20" fmla="*/ 387257 w 571128"/>
                <a:gd name="connsiteY20" fmla="*/ 683699 h 761503"/>
                <a:gd name="connsiteX21" fmla="*/ 351901 w 571128"/>
                <a:gd name="connsiteY21" fmla="*/ 664661 h 761503"/>
                <a:gd name="connsiteX22" fmla="*/ 305667 w 571128"/>
                <a:gd name="connsiteY22" fmla="*/ 596670 h 761503"/>
                <a:gd name="connsiteX23" fmla="*/ 270312 w 571128"/>
                <a:gd name="connsiteY23" fmla="*/ 509641 h 761503"/>
                <a:gd name="connsiteX24" fmla="*/ 251274 w 571128"/>
                <a:gd name="connsiteY24" fmla="*/ 460687 h 761503"/>
                <a:gd name="connsiteX25" fmla="*/ 224077 w 571128"/>
                <a:gd name="connsiteY25" fmla="*/ 381817 h 761503"/>
                <a:gd name="connsiteX26" fmla="*/ 207759 w 571128"/>
                <a:gd name="connsiteY26" fmla="*/ 330144 h 761503"/>
                <a:gd name="connsiteX27" fmla="*/ 191442 w 571128"/>
                <a:gd name="connsiteY27" fmla="*/ 286629 h 761503"/>
                <a:gd name="connsiteX28" fmla="*/ 183283 w 571128"/>
                <a:gd name="connsiteY28" fmla="*/ 278470 h 761503"/>
                <a:gd name="connsiteX29" fmla="*/ 180563 w 571128"/>
                <a:gd name="connsiteY29" fmla="*/ 292069 h 761503"/>
                <a:gd name="connsiteX30" fmla="*/ 180563 w 571128"/>
                <a:gd name="connsiteY30" fmla="*/ 305667 h 761503"/>
                <a:gd name="connsiteX31" fmla="*/ 183283 w 571128"/>
                <a:gd name="connsiteY31" fmla="*/ 354621 h 761503"/>
                <a:gd name="connsiteX32" fmla="*/ 188722 w 571128"/>
                <a:gd name="connsiteY32" fmla="*/ 449809 h 761503"/>
                <a:gd name="connsiteX33" fmla="*/ 188722 w 571128"/>
                <a:gd name="connsiteY33" fmla="*/ 479725 h 761503"/>
                <a:gd name="connsiteX34" fmla="*/ 188722 w 571128"/>
                <a:gd name="connsiteY34" fmla="*/ 542277 h 761503"/>
                <a:gd name="connsiteX35" fmla="*/ 186002 w 571128"/>
                <a:gd name="connsiteY35" fmla="*/ 615708 h 761503"/>
                <a:gd name="connsiteX36" fmla="*/ 186002 w 571128"/>
                <a:gd name="connsiteY36" fmla="*/ 637465 h 761503"/>
                <a:gd name="connsiteX37" fmla="*/ 183283 w 571128"/>
                <a:gd name="connsiteY37" fmla="*/ 664661 h 761503"/>
                <a:gd name="connsiteX38" fmla="*/ 226797 w 571128"/>
                <a:gd name="connsiteY38" fmla="*/ 664661 h 761503"/>
                <a:gd name="connsiteX39" fmla="*/ 253994 w 571128"/>
                <a:gd name="connsiteY39" fmla="*/ 680979 h 761503"/>
                <a:gd name="connsiteX40" fmla="*/ 248554 w 571128"/>
                <a:gd name="connsiteY40" fmla="*/ 697297 h 761503"/>
                <a:gd name="connsiteX41" fmla="*/ 234956 w 571128"/>
                <a:gd name="connsiteY41" fmla="*/ 705456 h 761503"/>
                <a:gd name="connsiteX42" fmla="*/ 218638 w 571128"/>
                <a:gd name="connsiteY42" fmla="*/ 708176 h 761503"/>
                <a:gd name="connsiteX43" fmla="*/ 183283 w 571128"/>
                <a:gd name="connsiteY43" fmla="*/ 708176 h 761503"/>
                <a:gd name="connsiteX44" fmla="*/ 150647 w 571128"/>
                <a:gd name="connsiteY44" fmla="*/ 708176 h 761503"/>
                <a:gd name="connsiteX45" fmla="*/ 107132 w 571128"/>
                <a:gd name="connsiteY45" fmla="*/ 708176 h 761503"/>
                <a:gd name="connsiteX46" fmla="*/ 88094 w 571128"/>
                <a:gd name="connsiteY46" fmla="*/ 708176 h 761503"/>
                <a:gd name="connsiteX47" fmla="*/ 69057 w 571128"/>
                <a:gd name="connsiteY47" fmla="*/ 702737 h 761503"/>
                <a:gd name="connsiteX48" fmla="*/ 58178 w 571128"/>
                <a:gd name="connsiteY48" fmla="*/ 686419 h 761503"/>
                <a:gd name="connsiteX49" fmla="*/ 60898 w 571128"/>
                <a:gd name="connsiteY49" fmla="*/ 678260 h 761503"/>
                <a:gd name="connsiteX50" fmla="*/ 77216 w 571128"/>
                <a:gd name="connsiteY50" fmla="*/ 670101 h 761503"/>
                <a:gd name="connsiteX51" fmla="*/ 120730 w 571128"/>
                <a:gd name="connsiteY51" fmla="*/ 664661 h 761503"/>
                <a:gd name="connsiteX52" fmla="*/ 131609 w 571128"/>
                <a:gd name="connsiteY52" fmla="*/ 664661 h 761503"/>
                <a:gd name="connsiteX53" fmla="*/ 134329 w 571128"/>
                <a:gd name="connsiteY53" fmla="*/ 539557 h 761503"/>
                <a:gd name="connsiteX54" fmla="*/ 134329 w 571128"/>
                <a:gd name="connsiteY54" fmla="*/ 504202 h 761503"/>
                <a:gd name="connsiteX55" fmla="*/ 131609 w 571128"/>
                <a:gd name="connsiteY55" fmla="*/ 376378 h 761503"/>
                <a:gd name="connsiteX56" fmla="*/ 131609 w 571128"/>
                <a:gd name="connsiteY56" fmla="*/ 302947 h 761503"/>
                <a:gd name="connsiteX57" fmla="*/ 134329 w 571128"/>
                <a:gd name="connsiteY57" fmla="*/ 221357 h 761503"/>
                <a:gd name="connsiteX58" fmla="*/ 137048 w 571128"/>
                <a:gd name="connsiteY58" fmla="*/ 123450 h 761503"/>
                <a:gd name="connsiteX59" fmla="*/ 107132 w 571128"/>
                <a:gd name="connsiteY59" fmla="*/ 123450 h 761503"/>
                <a:gd name="connsiteX60" fmla="*/ 88094 w 571128"/>
                <a:gd name="connsiteY60" fmla="*/ 123450 h 761503"/>
                <a:gd name="connsiteX61" fmla="*/ 69057 w 571128"/>
                <a:gd name="connsiteY61" fmla="*/ 118011 h 761503"/>
                <a:gd name="connsiteX62" fmla="*/ 58178 w 571128"/>
                <a:gd name="connsiteY62" fmla="*/ 101693 h 761503"/>
                <a:gd name="connsiteX63" fmla="*/ 60898 w 571128"/>
                <a:gd name="connsiteY63" fmla="*/ 93534 h 761503"/>
                <a:gd name="connsiteX64" fmla="*/ 77216 w 571128"/>
                <a:gd name="connsiteY64" fmla="*/ 85375 h 761503"/>
                <a:gd name="connsiteX65" fmla="*/ 131609 w 571128"/>
                <a:gd name="connsiteY65" fmla="*/ 79936 h 761503"/>
                <a:gd name="connsiteX66" fmla="*/ 161525 w 571128"/>
                <a:gd name="connsiteY66" fmla="*/ 79936 h 761503"/>
                <a:gd name="connsiteX67" fmla="*/ 177843 w 571128"/>
                <a:gd name="connsiteY67" fmla="*/ 66337 h 761503"/>
                <a:gd name="connsiteX68" fmla="*/ 202320 w 571128"/>
                <a:gd name="connsiteY68" fmla="*/ 58178 h 761503"/>
                <a:gd name="connsiteX69" fmla="*/ 234956 w 571128"/>
                <a:gd name="connsiteY69" fmla="*/ 77216 h 761503"/>
                <a:gd name="connsiteX70" fmla="*/ 251274 w 571128"/>
                <a:gd name="connsiteY70" fmla="*/ 107132 h 761503"/>
                <a:gd name="connsiteX71" fmla="*/ 267592 w 571128"/>
                <a:gd name="connsiteY71" fmla="*/ 147927 h 761503"/>
                <a:gd name="connsiteX72" fmla="*/ 281190 w 571128"/>
                <a:gd name="connsiteY72" fmla="*/ 183282 h 761503"/>
                <a:gd name="connsiteX73" fmla="*/ 297508 w 571128"/>
                <a:gd name="connsiteY73" fmla="*/ 224077 h 761503"/>
                <a:gd name="connsiteX74" fmla="*/ 308387 w 571128"/>
                <a:gd name="connsiteY74" fmla="*/ 264872 h 761503"/>
                <a:gd name="connsiteX75" fmla="*/ 319265 w 571128"/>
                <a:gd name="connsiteY75" fmla="*/ 300228 h 761503"/>
                <a:gd name="connsiteX76" fmla="*/ 351901 w 571128"/>
                <a:gd name="connsiteY76" fmla="*/ 379098 h 761503"/>
                <a:gd name="connsiteX77" fmla="*/ 365500 w 571128"/>
                <a:gd name="connsiteY77" fmla="*/ 417173 h 761503"/>
                <a:gd name="connsiteX78" fmla="*/ 379098 w 571128"/>
                <a:gd name="connsiteY78" fmla="*/ 457968 h 761503"/>
                <a:gd name="connsiteX79" fmla="*/ 395416 w 571128"/>
                <a:gd name="connsiteY79" fmla="*/ 496043 h 761503"/>
                <a:gd name="connsiteX80" fmla="*/ 406295 w 571128"/>
                <a:gd name="connsiteY80" fmla="*/ 512361 h 761503"/>
                <a:gd name="connsiteX81" fmla="*/ 411734 w 571128"/>
                <a:gd name="connsiteY81" fmla="*/ 531398 h 761503"/>
                <a:gd name="connsiteX82" fmla="*/ 419893 w 571128"/>
                <a:gd name="connsiteY82" fmla="*/ 558595 h 761503"/>
                <a:gd name="connsiteX83" fmla="*/ 425332 w 571128"/>
                <a:gd name="connsiteY83" fmla="*/ 564034 h 761503"/>
                <a:gd name="connsiteX84" fmla="*/ 430771 w 571128"/>
                <a:gd name="connsiteY84" fmla="*/ 558595 h 761503"/>
                <a:gd name="connsiteX85" fmla="*/ 430771 w 571128"/>
                <a:gd name="connsiteY85" fmla="*/ 550436 h 761503"/>
                <a:gd name="connsiteX86" fmla="*/ 430771 w 571128"/>
                <a:gd name="connsiteY86" fmla="*/ 501482 h 761503"/>
                <a:gd name="connsiteX87" fmla="*/ 430771 w 571128"/>
                <a:gd name="connsiteY87" fmla="*/ 403575 h 761503"/>
                <a:gd name="connsiteX88" fmla="*/ 425332 w 571128"/>
                <a:gd name="connsiteY88" fmla="*/ 313826 h 761503"/>
                <a:gd name="connsiteX89" fmla="*/ 425332 w 571128"/>
                <a:gd name="connsiteY89" fmla="*/ 248554 h 761503"/>
                <a:gd name="connsiteX90" fmla="*/ 425332 w 571128"/>
                <a:gd name="connsiteY90" fmla="*/ 210479 h 761503"/>
                <a:gd name="connsiteX91" fmla="*/ 422613 w 571128"/>
                <a:gd name="connsiteY91" fmla="*/ 153366 h 761503"/>
                <a:gd name="connsiteX92" fmla="*/ 425332 w 571128"/>
                <a:gd name="connsiteY92" fmla="*/ 123450 h 761503"/>
                <a:gd name="connsiteX93" fmla="*/ 398136 w 571128"/>
                <a:gd name="connsiteY93" fmla="*/ 123450 h 761503"/>
                <a:gd name="connsiteX94" fmla="*/ 379098 w 571128"/>
                <a:gd name="connsiteY94" fmla="*/ 123450 h 761503"/>
                <a:gd name="connsiteX95" fmla="*/ 360060 w 571128"/>
                <a:gd name="connsiteY95" fmla="*/ 118011 h 761503"/>
                <a:gd name="connsiteX96" fmla="*/ 349182 w 571128"/>
                <a:gd name="connsiteY96" fmla="*/ 101693 h 761503"/>
                <a:gd name="connsiteX97" fmla="*/ 351901 w 571128"/>
                <a:gd name="connsiteY97" fmla="*/ 93534 h 761503"/>
                <a:gd name="connsiteX98" fmla="*/ 368219 w 571128"/>
                <a:gd name="connsiteY98" fmla="*/ 85375 h 761503"/>
                <a:gd name="connsiteX99" fmla="*/ 422613 w 571128"/>
                <a:gd name="connsiteY99" fmla="*/ 79936 h 761503"/>
                <a:gd name="connsiteX100" fmla="*/ 444370 w 571128"/>
                <a:gd name="connsiteY100" fmla="*/ 79936 h 761503"/>
                <a:gd name="connsiteX101" fmla="*/ 463407 w 571128"/>
                <a:gd name="connsiteY101" fmla="*/ 71776 h 761503"/>
                <a:gd name="connsiteX102" fmla="*/ 477006 w 571128"/>
                <a:gd name="connsiteY102" fmla="*/ 79936 h 761503"/>
                <a:gd name="connsiteX103" fmla="*/ 512361 w 571128"/>
                <a:gd name="connsiteY103" fmla="*/ 79936 h 761503"/>
                <a:gd name="connsiteX104" fmla="*/ 512361 w 571128"/>
                <a:gd name="connsiteY104" fmla="*/ 79936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571128" h="761503">
                  <a:moveTo>
                    <a:pt x="512361" y="79936"/>
                  </a:moveTo>
                  <a:cubicBezTo>
                    <a:pt x="520520" y="79936"/>
                    <a:pt x="539558" y="79936"/>
                    <a:pt x="539558" y="96253"/>
                  </a:cubicBezTo>
                  <a:cubicBezTo>
                    <a:pt x="539558" y="104412"/>
                    <a:pt x="539558" y="107132"/>
                    <a:pt x="534118" y="112571"/>
                  </a:cubicBezTo>
                  <a:cubicBezTo>
                    <a:pt x="531399" y="118011"/>
                    <a:pt x="525960" y="120730"/>
                    <a:pt x="523240" y="120730"/>
                  </a:cubicBezTo>
                  <a:cubicBezTo>
                    <a:pt x="515081" y="123450"/>
                    <a:pt x="512361" y="123450"/>
                    <a:pt x="506922" y="123450"/>
                  </a:cubicBezTo>
                  <a:cubicBezTo>
                    <a:pt x="504202" y="123450"/>
                    <a:pt x="490604" y="123450"/>
                    <a:pt x="477006" y="123450"/>
                  </a:cubicBezTo>
                  <a:cubicBezTo>
                    <a:pt x="477006" y="131609"/>
                    <a:pt x="479725" y="137048"/>
                    <a:pt x="479725" y="145207"/>
                  </a:cubicBezTo>
                  <a:cubicBezTo>
                    <a:pt x="479725" y="156086"/>
                    <a:pt x="477006" y="166964"/>
                    <a:pt x="477006" y="180563"/>
                  </a:cubicBezTo>
                  <a:cubicBezTo>
                    <a:pt x="477006" y="196881"/>
                    <a:pt x="479725" y="215918"/>
                    <a:pt x="482445" y="232236"/>
                  </a:cubicBezTo>
                  <a:cubicBezTo>
                    <a:pt x="485165" y="248554"/>
                    <a:pt x="485165" y="267592"/>
                    <a:pt x="485165" y="283910"/>
                  </a:cubicBezTo>
                  <a:cubicBezTo>
                    <a:pt x="485165" y="297508"/>
                    <a:pt x="485165" y="313826"/>
                    <a:pt x="485165" y="327424"/>
                  </a:cubicBezTo>
                  <a:cubicBezTo>
                    <a:pt x="485165" y="343742"/>
                    <a:pt x="487884" y="357340"/>
                    <a:pt x="487884" y="373658"/>
                  </a:cubicBezTo>
                  <a:cubicBezTo>
                    <a:pt x="487884" y="389976"/>
                    <a:pt x="485165" y="403575"/>
                    <a:pt x="485165" y="419892"/>
                  </a:cubicBezTo>
                  <a:cubicBezTo>
                    <a:pt x="485165" y="436210"/>
                    <a:pt x="485165" y="449809"/>
                    <a:pt x="485165" y="463407"/>
                  </a:cubicBezTo>
                  <a:cubicBezTo>
                    <a:pt x="485165" y="479725"/>
                    <a:pt x="485165" y="498762"/>
                    <a:pt x="482445" y="515080"/>
                  </a:cubicBezTo>
                  <a:cubicBezTo>
                    <a:pt x="482445" y="528679"/>
                    <a:pt x="482445" y="542277"/>
                    <a:pt x="482445" y="558595"/>
                  </a:cubicBezTo>
                  <a:cubicBezTo>
                    <a:pt x="482445" y="572193"/>
                    <a:pt x="479725" y="588511"/>
                    <a:pt x="479725" y="602109"/>
                  </a:cubicBezTo>
                  <a:cubicBezTo>
                    <a:pt x="479725" y="615708"/>
                    <a:pt x="485165" y="632026"/>
                    <a:pt x="485165" y="648343"/>
                  </a:cubicBezTo>
                  <a:cubicBezTo>
                    <a:pt x="485165" y="659222"/>
                    <a:pt x="482445" y="670101"/>
                    <a:pt x="474286" y="675540"/>
                  </a:cubicBezTo>
                  <a:cubicBezTo>
                    <a:pt x="460688" y="686419"/>
                    <a:pt x="444370" y="691858"/>
                    <a:pt x="428052" y="691858"/>
                  </a:cubicBezTo>
                  <a:cubicBezTo>
                    <a:pt x="414454" y="691858"/>
                    <a:pt x="400855" y="689138"/>
                    <a:pt x="387257" y="683699"/>
                  </a:cubicBezTo>
                  <a:cubicBezTo>
                    <a:pt x="373659" y="678260"/>
                    <a:pt x="360060" y="672820"/>
                    <a:pt x="351901" y="664661"/>
                  </a:cubicBezTo>
                  <a:cubicBezTo>
                    <a:pt x="330144" y="645624"/>
                    <a:pt x="316546" y="621147"/>
                    <a:pt x="305667" y="596670"/>
                  </a:cubicBezTo>
                  <a:cubicBezTo>
                    <a:pt x="292069" y="569473"/>
                    <a:pt x="281190" y="539557"/>
                    <a:pt x="270312" y="509641"/>
                  </a:cubicBezTo>
                  <a:cubicBezTo>
                    <a:pt x="264872" y="493323"/>
                    <a:pt x="256713" y="477005"/>
                    <a:pt x="251274" y="460687"/>
                  </a:cubicBezTo>
                  <a:cubicBezTo>
                    <a:pt x="240395" y="433491"/>
                    <a:pt x="232236" y="409014"/>
                    <a:pt x="224077" y="381817"/>
                  </a:cubicBezTo>
                  <a:cubicBezTo>
                    <a:pt x="218638" y="365499"/>
                    <a:pt x="213199" y="346462"/>
                    <a:pt x="207759" y="330144"/>
                  </a:cubicBezTo>
                  <a:cubicBezTo>
                    <a:pt x="202320" y="316545"/>
                    <a:pt x="196881" y="300228"/>
                    <a:pt x="191442" y="286629"/>
                  </a:cubicBezTo>
                  <a:cubicBezTo>
                    <a:pt x="188722" y="281190"/>
                    <a:pt x="186002" y="278470"/>
                    <a:pt x="183283" y="278470"/>
                  </a:cubicBezTo>
                  <a:cubicBezTo>
                    <a:pt x="180563" y="278470"/>
                    <a:pt x="180563" y="286629"/>
                    <a:pt x="180563" y="292069"/>
                  </a:cubicBezTo>
                  <a:cubicBezTo>
                    <a:pt x="180563" y="297508"/>
                    <a:pt x="180563" y="302947"/>
                    <a:pt x="180563" y="305667"/>
                  </a:cubicBezTo>
                  <a:cubicBezTo>
                    <a:pt x="180563" y="321985"/>
                    <a:pt x="183283" y="338303"/>
                    <a:pt x="183283" y="354621"/>
                  </a:cubicBezTo>
                  <a:cubicBezTo>
                    <a:pt x="183283" y="387257"/>
                    <a:pt x="186002" y="417173"/>
                    <a:pt x="188722" y="449809"/>
                  </a:cubicBezTo>
                  <a:cubicBezTo>
                    <a:pt x="188722" y="460687"/>
                    <a:pt x="188722" y="468846"/>
                    <a:pt x="188722" y="479725"/>
                  </a:cubicBezTo>
                  <a:cubicBezTo>
                    <a:pt x="188722" y="501482"/>
                    <a:pt x="188722" y="523239"/>
                    <a:pt x="188722" y="542277"/>
                  </a:cubicBezTo>
                  <a:cubicBezTo>
                    <a:pt x="188722" y="566754"/>
                    <a:pt x="186002" y="591231"/>
                    <a:pt x="186002" y="615708"/>
                  </a:cubicBezTo>
                  <a:cubicBezTo>
                    <a:pt x="186002" y="623867"/>
                    <a:pt x="186002" y="632026"/>
                    <a:pt x="186002" y="637465"/>
                  </a:cubicBezTo>
                  <a:cubicBezTo>
                    <a:pt x="186002" y="645624"/>
                    <a:pt x="183283" y="656502"/>
                    <a:pt x="183283" y="664661"/>
                  </a:cubicBezTo>
                  <a:cubicBezTo>
                    <a:pt x="202320" y="664661"/>
                    <a:pt x="218638" y="664661"/>
                    <a:pt x="226797" y="664661"/>
                  </a:cubicBezTo>
                  <a:cubicBezTo>
                    <a:pt x="234956" y="664661"/>
                    <a:pt x="253994" y="664661"/>
                    <a:pt x="253994" y="680979"/>
                  </a:cubicBezTo>
                  <a:cubicBezTo>
                    <a:pt x="253994" y="689138"/>
                    <a:pt x="253994" y="691858"/>
                    <a:pt x="248554" y="697297"/>
                  </a:cubicBezTo>
                  <a:cubicBezTo>
                    <a:pt x="245835" y="702737"/>
                    <a:pt x="240395" y="705456"/>
                    <a:pt x="234956" y="705456"/>
                  </a:cubicBezTo>
                  <a:cubicBezTo>
                    <a:pt x="226797" y="708176"/>
                    <a:pt x="224077" y="708176"/>
                    <a:pt x="218638" y="708176"/>
                  </a:cubicBezTo>
                  <a:cubicBezTo>
                    <a:pt x="215918" y="708176"/>
                    <a:pt x="199600" y="708176"/>
                    <a:pt x="183283" y="708176"/>
                  </a:cubicBezTo>
                  <a:cubicBezTo>
                    <a:pt x="166965" y="708176"/>
                    <a:pt x="153366" y="708176"/>
                    <a:pt x="150647" y="708176"/>
                  </a:cubicBezTo>
                  <a:cubicBezTo>
                    <a:pt x="139768" y="708176"/>
                    <a:pt x="120730" y="708176"/>
                    <a:pt x="107132" y="708176"/>
                  </a:cubicBezTo>
                  <a:cubicBezTo>
                    <a:pt x="101693" y="708176"/>
                    <a:pt x="96253" y="708176"/>
                    <a:pt x="88094" y="708176"/>
                  </a:cubicBezTo>
                  <a:cubicBezTo>
                    <a:pt x="82655" y="708176"/>
                    <a:pt x="74496" y="708176"/>
                    <a:pt x="69057" y="702737"/>
                  </a:cubicBezTo>
                  <a:cubicBezTo>
                    <a:pt x="63618" y="700017"/>
                    <a:pt x="58178" y="691858"/>
                    <a:pt x="58178" y="686419"/>
                  </a:cubicBezTo>
                  <a:cubicBezTo>
                    <a:pt x="58178" y="683699"/>
                    <a:pt x="58178" y="680979"/>
                    <a:pt x="60898" y="678260"/>
                  </a:cubicBezTo>
                  <a:cubicBezTo>
                    <a:pt x="63618" y="675540"/>
                    <a:pt x="71777" y="672820"/>
                    <a:pt x="77216" y="670101"/>
                  </a:cubicBezTo>
                  <a:cubicBezTo>
                    <a:pt x="90814" y="667381"/>
                    <a:pt x="115291" y="664661"/>
                    <a:pt x="120730" y="664661"/>
                  </a:cubicBezTo>
                  <a:cubicBezTo>
                    <a:pt x="123450" y="664661"/>
                    <a:pt x="126170" y="664661"/>
                    <a:pt x="131609" y="664661"/>
                  </a:cubicBezTo>
                  <a:cubicBezTo>
                    <a:pt x="131609" y="623867"/>
                    <a:pt x="134329" y="583072"/>
                    <a:pt x="134329" y="539557"/>
                  </a:cubicBezTo>
                  <a:cubicBezTo>
                    <a:pt x="134329" y="528679"/>
                    <a:pt x="134329" y="515080"/>
                    <a:pt x="134329" y="504202"/>
                  </a:cubicBezTo>
                  <a:cubicBezTo>
                    <a:pt x="131609" y="460687"/>
                    <a:pt x="131609" y="417173"/>
                    <a:pt x="131609" y="376378"/>
                  </a:cubicBezTo>
                  <a:cubicBezTo>
                    <a:pt x="131609" y="351901"/>
                    <a:pt x="131609" y="327424"/>
                    <a:pt x="131609" y="302947"/>
                  </a:cubicBezTo>
                  <a:cubicBezTo>
                    <a:pt x="131609" y="275751"/>
                    <a:pt x="131609" y="248554"/>
                    <a:pt x="134329" y="221357"/>
                  </a:cubicBezTo>
                  <a:cubicBezTo>
                    <a:pt x="134329" y="188722"/>
                    <a:pt x="137048" y="156086"/>
                    <a:pt x="137048" y="123450"/>
                  </a:cubicBezTo>
                  <a:cubicBezTo>
                    <a:pt x="126170" y="123450"/>
                    <a:pt x="115291" y="123450"/>
                    <a:pt x="107132" y="123450"/>
                  </a:cubicBezTo>
                  <a:cubicBezTo>
                    <a:pt x="101693" y="123450"/>
                    <a:pt x="96253" y="123450"/>
                    <a:pt x="88094" y="123450"/>
                  </a:cubicBezTo>
                  <a:cubicBezTo>
                    <a:pt x="82655" y="123450"/>
                    <a:pt x="74496" y="120730"/>
                    <a:pt x="69057" y="118011"/>
                  </a:cubicBezTo>
                  <a:cubicBezTo>
                    <a:pt x="63618" y="115291"/>
                    <a:pt x="58178" y="107132"/>
                    <a:pt x="58178" y="101693"/>
                  </a:cubicBezTo>
                  <a:cubicBezTo>
                    <a:pt x="58178" y="98973"/>
                    <a:pt x="58178" y="96253"/>
                    <a:pt x="60898" y="93534"/>
                  </a:cubicBezTo>
                  <a:cubicBezTo>
                    <a:pt x="63618" y="90814"/>
                    <a:pt x="71777" y="88095"/>
                    <a:pt x="77216" y="85375"/>
                  </a:cubicBezTo>
                  <a:cubicBezTo>
                    <a:pt x="90814" y="82655"/>
                    <a:pt x="126170" y="79936"/>
                    <a:pt x="131609" y="79936"/>
                  </a:cubicBezTo>
                  <a:cubicBezTo>
                    <a:pt x="137048" y="79936"/>
                    <a:pt x="147927" y="79936"/>
                    <a:pt x="161525" y="79936"/>
                  </a:cubicBezTo>
                  <a:cubicBezTo>
                    <a:pt x="166965" y="74496"/>
                    <a:pt x="172404" y="71776"/>
                    <a:pt x="177843" y="66337"/>
                  </a:cubicBezTo>
                  <a:cubicBezTo>
                    <a:pt x="186002" y="60898"/>
                    <a:pt x="194161" y="58178"/>
                    <a:pt x="202320" y="58178"/>
                  </a:cubicBezTo>
                  <a:cubicBezTo>
                    <a:pt x="215918" y="58178"/>
                    <a:pt x="226797" y="63618"/>
                    <a:pt x="234956" y="77216"/>
                  </a:cubicBezTo>
                  <a:cubicBezTo>
                    <a:pt x="240395" y="88095"/>
                    <a:pt x="248554" y="96253"/>
                    <a:pt x="251274" y="107132"/>
                  </a:cubicBezTo>
                  <a:cubicBezTo>
                    <a:pt x="256713" y="120730"/>
                    <a:pt x="259433" y="134329"/>
                    <a:pt x="267592" y="147927"/>
                  </a:cubicBezTo>
                  <a:cubicBezTo>
                    <a:pt x="273031" y="158806"/>
                    <a:pt x="275751" y="172404"/>
                    <a:pt x="281190" y="183282"/>
                  </a:cubicBezTo>
                  <a:cubicBezTo>
                    <a:pt x="286630" y="196881"/>
                    <a:pt x="292069" y="210479"/>
                    <a:pt x="297508" y="224077"/>
                  </a:cubicBezTo>
                  <a:cubicBezTo>
                    <a:pt x="300228" y="237676"/>
                    <a:pt x="305667" y="251274"/>
                    <a:pt x="308387" y="264872"/>
                  </a:cubicBezTo>
                  <a:cubicBezTo>
                    <a:pt x="311107" y="278470"/>
                    <a:pt x="311107" y="289349"/>
                    <a:pt x="319265" y="300228"/>
                  </a:cubicBezTo>
                  <a:cubicBezTo>
                    <a:pt x="332864" y="324704"/>
                    <a:pt x="346462" y="351901"/>
                    <a:pt x="351901" y="379098"/>
                  </a:cubicBezTo>
                  <a:cubicBezTo>
                    <a:pt x="354621" y="392696"/>
                    <a:pt x="360060" y="403575"/>
                    <a:pt x="365500" y="417173"/>
                  </a:cubicBezTo>
                  <a:cubicBezTo>
                    <a:pt x="373659" y="430771"/>
                    <a:pt x="373659" y="444369"/>
                    <a:pt x="379098" y="457968"/>
                  </a:cubicBezTo>
                  <a:cubicBezTo>
                    <a:pt x="381818" y="471566"/>
                    <a:pt x="387257" y="482445"/>
                    <a:pt x="395416" y="496043"/>
                  </a:cubicBezTo>
                  <a:cubicBezTo>
                    <a:pt x="398136" y="501482"/>
                    <a:pt x="403575" y="506921"/>
                    <a:pt x="406295" y="512361"/>
                  </a:cubicBezTo>
                  <a:cubicBezTo>
                    <a:pt x="409014" y="517800"/>
                    <a:pt x="409014" y="525959"/>
                    <a:pt x="411734" y="531398"/>
                  </a:cubicBezTo>
                  <a:cubicBezTo>
                    <a:pt x="414454" y="539557"/>
                    <a:pt x="417173" y="550436"/>
                    <a:pt x="419893" y="558595"/>
                  </a:cubicBezTo>
                  <a:cubicBezTo>
                    <a:pt x="422613" y="561314"/>
                    <a:pt x="422613" y="564034"/>
                    <a:pt x="425332" y="564034"/>
                  </a:cubicBezTo>
                  <a:cubicBezTo>
                    <a:pt x="428052" y="564034"/>
                    <a:pt x="428052" y="561314"/>
                    <a:pt x="430771" y="558595"/>
                  </a:cubicBezTo>
                  <a:cubicBezTo>
                    <a:pt x="430771" y="555875"/>
                    <a:pt x="430771" y="553156"/>
                    <a:pt x="430771" y="550436"/>
                  </a:cubicBezTo>
                  <a:cubicBezTo>
                    <a:pt x="430771" y="534118"/>
                    <a:pt x="430771" y="517800"/>
                    <a:pt x="430771" y="501482"/>
                  </a:cubicBezTo>
                  <a:cubicBezTo>
                    <a:pt x="430771" y="468846"/>
                    <a:pt x="433491" y="436210"/>
                    <a:pt x="430771" y="403575"/>
                  </a:cubicBezTo>
                  <a:cubicBezTo>
                    <a:pt x="430771" y="373658"/>
                    <a:pt x="425332" y="343742"/>
                    <a:pt x="425332" y="313826"/>
                  </a:cubicBezTo>
                  <a:cubicBezTo>
                    <a:pt x="425332" y="292069"/>
                    <a:pt x="425332" y="270311"/>
                    <a:pt x="425332" y="248554"/>
                  </a:cubicBezTo>
                  <a:cubicBezTo>
                    <a:pt x="425332" y="234956"/>
                    <a:pt x="425332" y="224077"/>
                    <a:pt x="425332" y="210479"/>
                  </a:cubicBezTo>
                  <a:cubicBezTo>
                    <a:pt x="425332" y="191441"/>
                    <a:pt x="422613" y="172404"/>
                    <a:pt x="422613" y="153366"/>
                  </a:cubicBezTo>
                  <a:cubicBezTo>
                    <a:pt x="422613" y="142488"/>
                    <a:pt x="422613" y="134329"/>
                    <a:pt x="425332" y="123450"/>
                  </a:cubicBezTo>
                  <a:cubicBezTo>
                    <a:pt x="417173" y="123450"/>
                    <a:pt x="406295" y="123450"/>
                    <a:pt x="398136" y="123450"/>
                  </a:cubicBezTo>
                  <a:cubicBezTo>
                    <a:pt x="392696" y="123450"/>
                    <a:pt x="387257" y="123450"/>
                    <a:pt x="379098" y="123450"/>
                  </a:cubicBezTo>
                  <a:cubicBezTo>
                    <a:pt x="373659" y="123450"/>
                    <a:pt x="365500" y="120730"/>
                    <a:pt x="360060" y="118011"/>
                  </a:cubicBezTo>
                  <a:cubicBezTo>
                    <a:pt x="354621" y="115291"/>
                    <a:pt x="349182" y="107132"/>
                    <a:pt x="349182" y="101693"/>
                  </a:cubicBezTo>
                  <a:cubicBezTo>
                    <a:pt x="349182" y="98973"/>
                    <a:pt x="349182" y="96253"/>
                    <a:pt x="351901" y="93534"/>
                  </a:cubicBezTo>
                  <a:cubicBezTo>
                    <a:pt x="354621" y="90814"/>
                    <a:pt x="362780" y="88095"/>
                    <a:pt x="368219" y="85375"/>
                  </a:cubicBezTo>
                  <a:cubicBezTo>
                    <a:pt x="381818" y="82655"/>
                    <a:pt x="417173" y="79936"/>
                    <a:pt x="422613" y="79936"/>
                  </a:cubicBezTo>
                  <a:cubicBezTo>
                    <a:pt x="428052" y="79936"/>
                    <a:pt x="433491" y="79936"/>
                    <a:pt x="444370" y="79936"/>
                  </a:cubicBezTo>
                  <a:cubicBezTo>
                    <a:pt x="449809" y="74496"/>
                    <a:pt x="455248" y="71776"/>
                    <a:pt x="463407" y="71776"/>
                  </a:cubicBezTo>
                  <a:cubicBezTo>
                    <a:pt x="471566" y="71776"/>
                    <a:pt x="477006" y="74496"/>
                    <a:pt x="477006" y="79936"/>
                  </a:cubicBezTo>
                  <a:cubicBezTo>
                    <a:pt x="490604" y="82655"/>
                    <a:pt x="504202" y="79936"/>
                    <a:pt x="512361" y="79936"/>
                  </a:cubicBezTo>
                  <a:lnTo>
                    <a:pt x="512361" y="79936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94386D89-2FDC-4706-8B37-36CF6ABF07FB}"/>
                </a:ext>
              </a:extLst>
            </p:cNvPr>
            <p:cNvSpPr/>
            <p:nvPr/>
          </p:nvSpPr>
          <p:spPr bwMode="black">
            <a:xfrm>
              <a:off x="2987430" y="4242177"/>
              <a:ext cx="494979" cy="674476"/>
            </a:xfrm>
            <a:custGeom>
              <a:avLst/>
              <a:gdLst>
                <a:gd name="connsiteX0" fmla="*/ 228453 w 494979"/>
                <a:gd name="connsiteY0" fmla="*/ 97907 h 674476"/>
                <a:gd name="connsiteX1" fmla="*/ 212135 w 494979"/>
                <a:gd name="connsiteY1" fmla="*/ 119665 h 674476"/>
                <a:gd name="connsiteX2" fmla="*/ 203976 w 494979"/>
                <a:gd name="connsiteY2" fmla="*/ 152300 h 674476"/>
                <a:gd name="connsiteX3" fmla="*/ 201256 w 494979"/>
                <a:gd name="connsiteY3" fmla="*/ 168618 h 674476"/>
                <a:gd name="connsiteX4" fmla="*/ 198537 w 494979"/>
                <a:gd name="connsiteY4" fmla="*/ 184936 h 674476"/>
                <a:gd name="connsiteX5" fmla="*/ 190378 w 494979"/>
                <a:gd name="connsiteY5" fmla="*/ 220292 h 674476"/>
                <a:gd name="connsiteX6" fmla="*/ 171340 w 494979"/>
                <a:gd name="connsiteY6" fmla="*/ 291003 h 674476"/>
                <a:gd name="connsiteX7" fmla="*/ 163180 w 494979"/>
                <a:gd name="connsiteY7" fmla="*/ 323639 h 674476"/>
                <a:gd name="connsiteX8" fmla="*/ 152302 w 494979"/>
                <a:gd name="connsiteY8" fmla="*/ 361714 h 674476"/>
                <a:gd name="connsiteX9" fmla="*/ 146862 w 494979"/>
                <a:gd name="connsiteY9" fmla="*/ 388910 h 674476"/>
                <a:gd name="connsiteX10" fmla="*/ 152302 w 494979"/>
                <a:gd name="connsiteY10" fmla="*/ 391630 h 674476"/>
                <a:gd name="connsiteX11" fmla="*/ 174060 w 494979"/>
                <a:gd name="connsiteY11" fmla="*/ 391630 h 674476"/>
                <a:gd name="connsiteX12" fmla="*/ 195817 w 494979"/>
                <a:gd name="connsiteY12" fmla="*/ 388910 h 674476"/>
                <a:gd name="connsiteX13" fmla="*/ 214855 w 494979"/>
                <a:gd name="connsiteY13" fmla="*/ 388910 h 674476"/>
                <a:gd name="connsiteX14" fmla="*/ 239332 w 494979"/>
                <a:gd name="connsiteY14" fmla="*/ 388910 h 674476"/>
                <a:gd name="connsiteX15" fmla="*/ 252930 w 494979"/>
                <a:gd name="connsiteY15" fmla="*/ 386191 h 674476"/>
                <a:gd name="connsiteX16" fmla="*/ 261089 w 494979"/>
                <a:gd name="connsiteY16" fmla="*/ 386191 h 674476"/>
                <a:gd name="connsiteX17" fmla="*/ 258369 w 494979"/>
                <a:gd name="connsiteY17" fmla="*/ 367153 h 674476"/>
                <a:gd name="connsiteX18" fmla="*/ 252930 w 494979"/>
                <a:gd name="connsiteY18" fmla="*/ 331797 h 674476"/>
                <a:gd name="connsiteX19" fmla="*/ 250210 w 494979"/>
                <a:gd name="connsiteY19" fmla="*/ 244769 h 674476"/>
                <a:gd name="connsiteX20" fmla="*/ 244771 w 494979"/>
                <a:gd name="connsiteY20" fmla="*/ 203974 h 674476"/>
                <a:gd name="connsiteX21" fmla="*/ 239332 w 494979"/>
                <a:gd name="connsiteY21" fmla="*/ 157740 h 674476"/>
                <a:gd name="connsiteX22" fmla="*/ 236612 w 494979"/>
                <a:gd name="connsiteY22" fmla="*/ 119665 h 674476"/>
                <a:gd name="connsiteX23" fmla="*/ 228453 w 494979"/>
                <a:gd name="connsiteY23" fmla="*/ 97907 h 674476"/>
                <a:gd name="connsiteX24" fmla="*/ 274687 w 494979"/>
                <a:gd name="connsiteY24" fmla="*/ 0 h 674476"/>
                <a:gd name="connsiteX25" fmla="*/ 304603 w 494979"/>
                <a:gd name="connsiteY25" fmla="*/ 5439 h 674476"/>
                <a:gd name="connsiteX26" fmla="*/ 320921 w 494979"/>
                <a:gd name="connsiteY26" fmla="*/ 24477 h 674476"/>
                <a:gd name="connsiteX27" fmla="*/ 334519 w 494979"/>
                <a:gd name="connsiteY27" fmla="*/ 43515 h 674476"/>
                <a:gd name="connsiteX28" fmla="*/ 339959 w 494979"/>
                <a:gd name="connsiteY28" fmla="*/ 65272 h 674476"/>
                <a:gd name="connsiteX29" fmla="*/ 348118 w 494979"/>
                <a:gd name="connsiteY29" fmla="*/ 114226 h 674476"/>
                <a:gd name="connsiteX30" fmla="*/ 361716 w 494979"/>
                <a:gd name="connsiteY30" fmla="*/ 163180 h 674476"/>
                <a:gd name="connsiteX31" fmla="*/ 369875 w 494979"/>
                <a:gd name="connsiteY31" fmla="*/ 220293 h 674476"/>
                <a:gd name="connsiteX32" fmla="*/ 378034 w 494979"/>
                <a:gd name="connsiteY32" fmla="*/ 274686 h 674476"/>
                <a:gd name="connsiteX33" fmla="*/ 383473 w 494979"/>
                <a:gd name="connsiteY33" fmla="*/ 301883 h 674476"/>
                <a:gd name="connsiteX34" fmla="*/ 391632 w 494979"/>
                <a:gd name="connsiteY34" fmla="*/ 337238 h 674476"/>
                <a:gd name="connsiteX35" fmla="*/ 397071 w 494979"/>
                <a:gd name="connsiteY35" fmla="*/ 364435 h 674476"/>
                <a:gd name="connsiteX36" fmla="*/ 405230 w 494979"/>
                <a:gd name="connsiteY36" fmla="*/ 383473 h 674476"/>
                <a:gd name="connsiteX37" fmla="*/ 416109 w 494979"/>
                <a:gd name="connsiteY37" fmla="*/ 386192 h 674476"/>
                <a:gd name="connsiteX38" fmla="*/ 426988 w 494979"/>
                <a:gd name="connsiteY38" fmla="*/ 386192 h 674476"/>
                <a:gd name="connsiteX39" fmla="*/ 454184 w 494979"/>
                <a:gd name="connsiteY39" fmla="*/ 397071 h 674476"/>
                <a:gd name="connsiteX40" fmla="*/ 456904 w 494979"/>
                <a:gd name="connsiteY40" fmla="*/ 405230 h 674476"/>
                <a:gd name="connsiteX41" fmla="*/ 451465 w 494979"/>
                <a:gd name="connsiteY41" fmla="*/ 416108 h 674476"/>
                <a:gd name="connsiteX42" fmla="*/ 432427 w 494979"/>
                <a:gd name="connsiteY42" fmla="*/ 429707 h 674476"/>
                <a:gd name="connsiteX43" fmla="*/ 421548 w 494979"/>
                <a:gd name="connsiteY43" fmla="*/ 432426 h 674476"/>
                <a:gd name="connsiteX44" fmla="*/ 413389 w 494979"/>
                <a:gd name="connsiteY44" fmla="*/ 435146 h 674476"/>
                <a:gd name="connsiteX45" fmla="*/ 413389 w 494979"/>
                <a:gd name="connsiteY45" fmla="*/ 440585 h 674476"/>
                <a:gd name="connsiteX46" fmla="*/ 416109 w 494979"/>
                <a:gd name="connsiteY46" fmla="*/ 451464 h 674476"/>
                <a:gd name="connsiteX47" fmla="*/ 418829 w 494979"/>
                <a:gd name="connsiteY47" fmla="*/ 465062 h 674476"/>
                <a:gd name="connsiteX48" fmla="*/ 418829 w 494979"/>
                <a:gd name="connsiteY48" fmla="*/ 475941 h 674476"/>
                <a:gd name="connsiteX49" fmla="*/ 418829 w 494979"/>
                <a:gd name="connsiteY49" fmla="*/ 486820 h 674476"/>
                <a:gd name="connsiteX50" fmla="*/ 426988 w 494979"/>
                <a:gd name="connsiteY50" fmla="*/ 516736 h 674476"/>
                <a:gd name="connsiteX51" fmla="*/ 432427 w 494979"/>
                <a:gd name="connsiteY51" fmla="*/ 543932 h 674476"/>
                <a:gd name="connsiteX52" fmla="*/ 437866 w 494979"/>
                <a:gd name="connsiteY52" fmla="*/ 573848 h 674476"/>
                <a:gd name="connsiteX53" fmla="*/ 443306 w 494979"/>
                <a:gd name="connsiteY53" fmla="*/ 606484 h 674476"/>
                <a:gd name="connsiteX54" fmla="*/ 446025 w 494979"/>
                <a:gd name="connsiteY54" fmla="*/ 617363 h 674476"/>
                <a:gd name="connsiteX55" fmla="*/ 470502 w 494979"/>
                <a:gd name="connsiteY55" fmla="*/ 617363 h 674476"/>
                <a:gd name="connsiteX56" fmla="*/ 494979 w 494979"/>
                <a:gd name="connsiteY56" fmla="*/ 641840 h 674476"/>
                <a:gd name="connsiteX57" fmla="*/ 486820 w 494979"/>
                <a:gd name="connsiteY57" fmla="*/ 655438 h 674476"/>
                <a:gd name="connsiteX58" fmla="*/ 470502 w 494979"/>
                <a:gd name="connsiteY58" fmla="*/ 663597 h 674476"/>
                <a:gd name="connsiteX59" fmla="*/ 446025 w 494979"/>
                <a:gd name="connsiteY59" fmla="*/ 666317 h 674476"/>
                <a:gd name="connsiteX60" fmla="*/ 424268 w 494979"/>
                <a:gd name="connsiteY60" fmla="*/ 666317 h 674476"/>
                <a:gd name="connsiteX61" fmla="*/ 416109 w 494979"/>
                <a:gd name="connsiteY61" fmla="*/ 666317 h 674476"/>
                <a:gd name="connsiteX62" fmla="*/ 402511 w 494979"/>
                <a:gd name="connsiteY62" fmla="*/ 671756 h 674476"/>
                <a:gd name="connsiteX63" fmla="*/ 386193 w 494979"/>
                <a:gd name="connsiteY63" fmla="*/ 674476 h 674476"/>
                <a:gd name="connsiteX64" fmla="*/ 350837 w 494979"/>
                <a:gd name="connsiteY64" fmla="*/ 669036 h 674476"/>
                <a:gd name="connsiteX65" fmla="*/ 329080 w 494979"/>
                <a:gd name="connsiteY65" fmla="*/ 669036 h 674476"/>
                <a:gd name="connsiteX66" fmla="*/ 280126 w 494979"/>
                <a:gd name="connsiteY66" fmla="*/ 669036 h 674476"/>
                <a:gd name="connsiteX67" fmla="*/ 255649 w 494979"/>
                <a:gd name="connsiteY67" fmla="*/ 663597 h 674476"/>
                <a:gd name="connsiteX68" fmla="*/ 239331 w 494979"/>
                <a:gd name="connsiteY68" fmla="*/ 647279 h 674476"/>
                <a:gd name="connsiteX69" fmla="*/ 263808 w 494979"/>
                <a:gd name="connsiteY69" fmla="*/ 630961 h 674476"/>
                <a:gd name="connsiteX70" fmla="*/ 291005 w 494979"/>
                <a:gd name="connsiteY70" fmla="*/ 628241 h 674476"/>
                <a:gd name="connsiteX71" fmla="*/ 288285 w 494979"/>
                <a:gd name="connsiteY71" fmla="*/ 609204 h 674476"/>
                <a:gd name="connsiteX72" fmla="*/ 285565 w 494979"/>
                <a:gd name="connsiteY72" fmla="*/ 582007 h 674476"/>
                <a:gd name="connsiteX73" fmla="*/ 282846 w 494979"/>
                <a:gd name="connsiteY73" fmla="*/ 568409 h 674476"/>
                <a:gd name="connsiteX74" fmla="*/ 285565 w 494979"/>
                <a:gd name="connsiteY74" fmla="*/ 554811 h 674476"/>
                <a:gd name="connsiteX75" fmla="*/ 280126 w 494979"/>
                <a:gd name="connsiteY75" fmla="*/ 538493 h 674476"/>
                <a:gd name="connsiteX76" fmla="*/ 274687 w 494979"/>
                <a:gd name="connsiteY76" fmla="*/ 505857 h 674476"/>
                <a:gd name="connsiteX77" fmla="*/ 271967 w 494979"/>
                <a:gd name="connsiteY77" fmla="*/ 478660 h 674476"/>
                <a:gd name="connsiteX78" fmla="*/ 269247 w 494979"/>
                <a:gd name="connsiteY78" fmla="*/ 446025 h 674476"/>
                <a:gd name="connsiteX79" fmla="*/ 263808 w 494979"/>
                <a:gd name="connsiteY79" fmla="*/ 437866 h 674476"/>
                <a:gd name="connsiteX80" fmla="*/ 252929 w 494979"/>
                <a:gd name="connsiteY80" fmla="*/ 437866 h 674476"/>
                <a:gd name="connsiteX81" fmla="*/ 223013 w 494979"/>
                <a:gd name="connsiteY81" fmla="*/ 440585 h 674476"/>
                <a:gd name="connsiteX82" fmla="*/ 193097 w 494979"/>
                <a:gd name="connsiteY82" fmla="*/ 443305 h 674476"/>
                <a:gd name="connsiteX83" fmla="*/ 168620 w 494979"/>
                <a:gd name="connsiteY83" fmla="*/ 443305 h 674476"/>
                <a:gd name="connsiteX84" fmla="*/ 146862 w 494979"/>
                <a:gd name="connsiteY84" fmla="*/ 440585 h 674476"/>
                <a:gd name="connsiteX85" fmla="*/ 138703 w 494979"/>
                <a:gd name="connsiteY85" fmla="*/ 454184 h 674476"/>
                <a:gd name="connsiteX86" fmla="*/ 133263 w 494979"/>
                <a:gd name="connsiteY86" fmla="*/ 486820 h 674476"/>
                <a:gd name="connsiteX87" fmla="*/ 122385 w 494979"/>
                <a:gd name="connsiteY87" fmla="*/ 541213 h 674476"/>
                <a:gd name="connsiteX88" fmla="*/ 106067 w 494979"/>
                <a:gd name="connsiteY88" fmla="*/ 614643 h 674476"/>
                <a:gd name="connsiteX89" fmla="*/ 135983 w 494979"/>
                <a:gd name="connsiteY89" fmla="*/ 614643 h 674476"/>
                <a:gd name="connsiteX90" fmla="*/ 171340 w 494979"/>
                <a:gd name="connsiteY90" fmla="*/ 630961 h 674476"/>
                <a:gd name="connsiteX91" fmla="*/ 165900 w 494979"/>
                <a:gd name="connsiteY91" fmla="*/ 647279 h 674476"/>
                <a:gd name="connsiteX92" fmla="*/ 149581 w 494979"/>
                <a:gd name="connsiteY92" fmla="*/ 655438 h 674476"/>
                <a:gd name="connsiteX93" fmla="*/ 127824 w 494979"/>
                <a:gd name="connsiteY93" fmla="*/ 658158 h 674476"/>
                <a:gd name="connsiteX94" fmla="*/ 106067 w 494979"/>
                <a:gd name="connsiteY94" fmla="*/ 658158 h 674476"/>
                <a:gd name="connsiteX95" fmla="*/ 62552 w 494979"/>
                <a:gd name="connsiteY95" fmla="*/ 658158 h 674476"/>
                <a:gd name="connsiteX96" fmla="*/ 40795 w 494979"/>
                <a:gd name="connsiteY96" fmla="*/ 658158 h 674476"/>
                <a:gd name="connsiteX97" fmla="*/ 16318 w 494979"/>
                <a:gd name="connsiteY97" fmla="*/ 652718 h 674476"/>
                <a:gd name="connsiteX98" fmla="*/ 0 w 494979"/>
                <a:gd name="connsiteY98" fmla="*/ 636401 h 674476"/>
                <a:gd name="connsiteX99" fmla="*/ 2720 w 494979"/>
                <a:gd name="connsiteY99" fmla="*/ 628241 h 674476"/>
                <a:gd name="connsiteX100" fmla="*/ 24477 w 494979"/>
                <a:gd name="connsiteY100" fmla="*/ 620082 h 674476"/>
                <a:gd name="connsiteX101" fmla="*/ 62552 w 494979"/>
                <a:gd name="connsiteY101" fmla="*/ 617363 h 674476"/>
                <a:gd name="connsiteX102" fmla="*/ 62552 w 494979"/>
                <a:gd name="connsiteY102" fmla="*/ 614643 h 674476"/>
                <a:gd name="connsiteX103" fmla="*/ 65272 w 494979"/>
                <a:gd name="connsiteY103" fmla="*/ 587447 h 674476"/>
                <a:gd name="connsiteX104" fmla="*/ 76151 w 494979"/>
                <a:gd name="connsiteY104" fmla="*/ 522175 h 674476"/>
                <a:gd name="connsiteX105" fmla="*/ 87029 w 494979"/>
                <a:gd name="connsiteY105" fmla="*/ 470501 h 674476"/>
                <a:gd name="connsiteX106" fmla="*/ 92469 w 494979"/>
                <a:gd name="connsiteY106" fmla="*/ 446025 h 674476"/>
                <a:gd name="connsiteX107" fmla="*/ 65272 w 494979"/>
                <a:gd name="connsiteY107" fmla="*/ 432426 h 674476"/>
                <a:gd name="connsiteX108" fmla="*/ 54393 w 494979"/>
                <a:gd name="connsiteY108" fmla="*/ 421548 h 674476"/>
                <a:gd name="connsiteX109" fmla="*/ 73431 w 494979"/>
                <a:gd name="connsiteY109" fmla="*/ 407949 h 674476"/>
                <a:gd name="connsiteX110" fmla="*/ 100628 w 494979"/>
                <a:gd name="connsiteY110" fmla="*/ 399790 h 674476"/>
                <a:gd name="connsiteX111" fmla="*/ 108787 w 494979"/>
                <a:gd name="connsiteY111" fmla="*/ 369874 h 674476"/>
                <a:gd name="connsiteX112" fmla="*/ 125105 w 494979"/>
                <a:gd name="connsiteY112" fmla="*/ 307322 h 674476"/>
                <a:gd name="connsiteX113" fmla="*/ 141423 w 494979"/>
                <a:gd name="connsiteY113" fmla="*/ 242051 h 674476"/>
                <a:gd name="connsiteX114" fmla="*/ 155021 w 494979"/>
                <a:gd name="connsiteY114" fmla="*/ 179498 h 674476"/>
                <a:gd name="connsiteX115" fmla="*/ 168620 w 494979"/>
                <a:gd name="connsiteY115" fmla="*/ 119665 h 674476"/>
                <a:gd name="connsiteX116" fmla="*/ 193097 w 494979"/>
                <a:gd name="connsiteY116" fmla="*/ 57113 h 674476"/>
                <a:gd name="connsiteX117" fmla="*/ 201256 w 494979"/>
                <a:gd name="connsiteY117" fmla="*/ 38075 h 674476"/>
                <a:gd name="connsiteX118" fmla="*/ 217574 w 494979"/>
                <a:gd name="connsiteY118" fmla="*/ 13598 h 674476"/>
                <a:gd name="connsiteX119" fmla="*/ 274687 w 494979"/>
                <a:gd name="connsiteY119" fmla="*/ 0 h 674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</a:cxnLst>
              <a:rect l="l" t="t" r="r" b="b"/>
              <a:pathLst>
                <a:path w="494979" h="674476">
                  <a:moveTo>
                    <a:pt x="228453" y="97907"/>
                  </a:moveTo>
                  <a:cubicBezTo>
                    <a:pt x="220294" y="97907"/>
                    <a:pt x="212135" y="114225"/>
                    <a:pt x="212135" y="119665"/>
                  </a:cubicBezTo>
                  <a:cubicBezTo>
                    <a:pt x="209415" y="130543"/>
                    <a:pt x="206696" y="144141"/>
                    <a:pt x="203976" y="152300"/>
                  </a:cubicBezTo>
                  <a:cubicBezTo>
                    <a:pt x="201256" y="157740"/>
                    <a:pt x="201256" y="163179"/>
                    <a:pt x="201256" y="168618"/>
                  </a:cubicBezTo>
                  <a:cubicBezTo>
                    <a:pt x="201256" y="174058"/>
                    <a:pt x="198537" y="179497"/>
                    <a:pt x="198537" y="184936"/>
                  </a:cubicBezTo>
                  <a:cubicBezTo>
                    <a:pt x="195817" y="195815"/>
                    <a:pt x="193097" y="209413"/>
                    <a:pt x="190378" y="220292"/>
                  </a:cubicBezTo>
                  <a:cubicBezTo>
                    <a:pt x="187658" y="244769"/>
                    <a:pt x="179499" y="269246"/>
                    <a:pt x="171340" y="291003"/>
                  </a:cubicBezTo>
                  <a:cubicBezTo>
                    <a:pt x="168620" y="301881"/>
                    <a:pt x="165900" y="312760"/>
                    <a:pt x="163180" y="323639"/>
                  </a:cubicBezTo>
                  <a:cubicBezTo>
                    <a:pt x="160461" y="337237"/>
                    <a:pt x="157741" y="348115"/>
                    <a:pt x="152302" y="361714"/>
                  </a:cubicBezTo>
                  <a:cubicBezTo>
                    <a:pt x="149582" y="367153"/>
                    <a:pt x="146862" y="383471"/>
                    <a:pt x="146862" y="388910"/>
                  </a:cubicBezTo>
                  <a:cubicBezTo>
                    <a:pt x="146862" y="391630"/>
                    <a:pt x="149582" y="391630"/>
                    <a:pt x="152302" y="391630"/>
                  </a:cubicBezTo>
                  <a:cubicBezTo>
                    <a:pt x="157741" y="391630"/>
                    <a:pt x="171340" y="391630"/>
                    <a:pt x="174060" y="391630"/>
                  </a:cubicBezTo>
                  <a:cubicBezTo>
                    <a:pt x="182219" y="391630"/>
                    <a:pt x="190378" y="391630"/>
                    <a:pt x="195817" y="388910"/>
                  </a:cubicBezTo>
                  <a:cubicBezTo>
                    <a:pt x="201256" y="388910"/>
                    <a:pt x="206696" y="388910"/>
                    <a:pt x="214855" y="388910"/>
                  </a:cubicBezTo>
                  <a:cubicBezTo>
                    <a:pt x="220294" y="388910"/>
                    <a:pt x="228453" y="388910"/>
                    <a:pt x="239332" y="388910"/>
                  </a:cubicBezTo>
                  <a:cubicBezTo>
                    <a:pt x="244771" y="388910"/>
                    <a:pt x="250210" y="388910"/>
                    <a:pt x="252930" y="386191"/>
                  </a:cubicBezTo>
                  <a:cubicBezTo>
                    <a:pt x="258369" y="391630"/>
                    <a:pt x="261089" y="388910"/>
                    <a:pt x="261089" y="386191"/>
                  </a:cubicBezTo>
                  <a:cubicBezTo>
                    <a:pt x="261089" y="380751"/>
                    <a:pt x="258369" y="372592"/>
                    <a:pt x="258369" y="367153"/>
                  </a:cubicBezTo>
                  <a:cubicBezTo>
                    <a:pt x="255650" y="353555"/>
                    <a:pt x="252930" y="342676"/>
                    <a:pt x="252930" y="331797"/>
                  </a:cubicBezTo>
                  <a:cubicBezTo>
                    <a:pt x="252930" y="301881"/>
                    <a:pt x="252930" y="274685"/>
                    <a:pt x="250210" y="244769"/>
                  </a:cubicBezTo>
                  <a:cubicBezTo>
                    <a:pt x="250210" y="231170"/>
                    <a:pt x="247491" y="217572"/>
                    <a:pt x="244771" y="203974"/>
                  </a:cubicBezTo>
                  <a:cubicBezTo>
                    <a:pt x="242051" y="187656"/>
                    <a:pt x="239332" y="174058"/>
                    <a:pt x="239332" y="157740"/>
                  </a:cubicBezTo>
                  <a:cubicBezTo>
                    <a:pt x="239332" y="152300"/>
                    <a:pt x="239332" y="133263"/>
                    <a:pt x="236612" y="119665"/>
                  </a:cubicBezTo>
                  <a:cubicBezTo>
                    <a:pt x="236612" y="106066"/>
                    <a:pt x="233892" y="97907"/>
                    <a:pt x="228453" y="97907"/>
                  </a:cubicBezTo>
                  <a:close/>
                  <a:moveTo>
                    <a:pt x="274687" y="0"/>
                  </a:moveTo>
                  <a:cubicBezTo>
                    <a:pt x="288285" y="0"/>
                    <a:pt x="293724" y="2720"/>
                    <a:pt x="304603" y="5439"/>
                  </a:cubicBezTo>
                  <a:cubicBezTo>
                    <a:pt x="315482" y="10879"/>
                    <a:pt x="315482" y="16318"/>
                    <a:pt x="320921" y="24477"/>
                  </a:cubicBezTo>
                  <a:cubicBezTo>
                    <a:pt x="326360" y="29916"/>
                    <a:pt x="331800" y="35356"/>
                    <a:pt x="334519" y="43515"/>
                  </a:cubicBezTo>
                  <a:cubicBezTo>
                    <a:pt x="337239" y="51674"/>
                    <a:pt x="337239" y="57113"/>
                    <a:pt x="339959" y="65272"/>
                  </a:cubicBezTo>
                  <a:cubicBezTo>
                    <a:pt x="345398" y="78870"/>
                    <a:pt x="342678" y="97908"/>
                    <a:pt x="348118" y="114226"/>
                  </a:cubicBezTo>
                  <a:cubicBezTo>
                    <a:pt x="350837" y="130544"/>
                    <a:pt x="358996" y="146863"/>
                    <a:pt x="361716" y="163180"/>
                  </a:cubicBezTo>
                  <a:cubicBezTo>
                    <a:pt x="364435" y="182218"/>
                    <a:pt x="364435" y="201256"/>
                    <a:pt x="369875" y="220293"/>
                  </a:cubicBezTo>
                  <a:cubicBezTo>
                    <a:pt x="375314" y="239331"/>
                    <a:pt x="378034" y="255649"/>
                    <a:pt x="378034" y="274686"/>
                  </a:cubicBezTo>
                  <a:cubicBezTo>
                    <a:pt x="378034" y="282845"/>
                    <a:pt x="380753" y="293724"/>
                    <a:pt x="383473" y="301883"/>
                  </a:cubicBezTo>
                  <a:cubicBezTo>
                    <a:pt x="386193" y="312762"/>
                    <a:pt x="388912" y="326360"/>
                    <a:pt x="391632" y="337238"/>
                  </a:cubicBezTo>
                  <a:cubicBezTo>
                    <a:pt x="391632" y="342678"/>
                    <a:pt x="394352" y="353556"/>
                    <a:pt x="397071" y="364435"/>
                  </a:cubicBezTo>
                  <a:cubicBezTo>
                    <a:pt x="399791" y="372594"/>
                    <a:pt x="402511" y="380753"/>
                    <a:pt x="405230" y="383473"/>
                  </a:cubicBezTo>
                  <a:cubicBezTo>
                    <a:pt x="407950" y="386192"/>
                    <a:pt x="413389" y="386192"/>
                    <a:pt x="416109" y="386192"/>
                  </a:cubicBezTo>
                  <a:cubicBezTo>
                    <a:pt x="418829" y="386192"/>
                    <a:pt x="424268" y="386192"/>
                    <a:pt x="426988" y="386192"/>
                  </a:cubicBezTo>
                  <a:cubicBezTo>
                    <a:pt x="437866" y="386192"/>
                    <a:pt x="448745" y="388912"/>
                    <a:pt x="454184" y="397071"/>
                  </a:cubicBezTo>
                  <a:cubicBezTo>
                    <a:pt x="456904" y="399790"/>
                    <a:pt x="456904" y="402510"/>
                    <a:pt x="456904" y="405230"/>
                  </a:cubicBezTo>
                  <a:cubicBezTo>
                    <a:pt x="456904" y="407949"/>
                    <a:pt x="454184" y="410669"/>
                    <a:pt x="451465" y="416108"/>
                  </a:cubicBezTo>
                  <a:cubicBezTo>
                    <a:pt x="446025" y="421548"/>
                    <a:pt x="440586" y="426987"/>
                    <a:pt x="432427" y="429707"/>
                  </a:cubicBezTo>
                  <a:cubicBezTo>
                    <a:pt x="429707" y="429707"/>
                    <a:pt x="426988" y="432426"/>
                    <a:pt x="421548" y="432426"/>
                  </a:cubicBezTo>
                  <a:cubicBezTo>
                    <a:pt x="418829" y="432426"/>
                    <a:pt x="416109" y="432426"/>
                    <a:pt x="413389" y="435146"/>
                  </a:cubicBezTo>
                  <a:cubicBezTo>
                    <a:pt x="413389" y="435146"/>
                    <a:pt x="413389" y="437866"/>
                    <a:pt x="413389" y="440585"/>
                  </a:cubicBezTo>
                  <a:cubicBezTo>
                    <a:pt x="413389" y="443305"/>
                    <a:pt x="413389" y="448744"/>
                    <a:pt x="416109" y="451464"/>
                  </a:cubicBezTo>
                  <a:cubicBezTo>
                    <a:pt x="416109" y="456903"/>
                    <a:pt x="418829" y="462343"/>
                    <a:pt x="418829" y="465062"/>
                  </a:cubicBezTo>
                  <a:lnTo>
                    <a:pt x="418829" y="475941"/>
                  </a:lnTo>
                  <a:cubicBezTo>
                    <a:pt x="418829" y="481380"/>
                    <a:pt x="418829" y="484100"/>
                    <a:pt x="418829" y="486820"/>
                  </a:cubicBezTo>
                  <a:cubicBezTo>
                    <a:pt x="421548" y="497698"/>
                    <a:pt x="424268" y="505857"/>
                    <a:pt x="426988" y="516736"/>
                  </a:cubicBezTo>
                  <a:cubicBezTo>
                    <a:pt x="426988" y="524895"/>
                    <a:pt x="429707" y="535773"/>
                    <a:pt x="432427" y="543932"/>
                  </a:cubicBezTo>
                  <a:cubicBezTo>
                    <a:pt x="435147" y="554811"/>
                    <a:pt x="437866" y="562970"/>
                    <a:pt x="437866" y="573848"/>
                  </a:cubicBezTo>
                  <a:cubicBezTo>
                    <a:pt x="437866" y="587447"/>
                    <a:pt x="440586" y="595606"/>
                    <a:pt x="443306" y="606484"/>
                  </a:cubicBezTo>
                  <a:cubicBezTo>
                    <a:pt x="443306" y="609204"/>
                    <a:pt x="446025" y="614643"/>
                    <a:pt x="446025" y="617363"/>
                  </a:cubicBezTo>
                  <a:cubicBezTo>
                    <a:pt x="454184" y="617363"/>
                    <a:pt x="462343" y="617363"/>
                    <a:pt x="470502" y="617363"/>
                  </a:cubicBezTo>
                  <a:cubicBezTo>
                    <a:pt x="478661" y="625522"/>
                    <a:pt x="492259" y="630961"/>
                    <a:pt x="494979" y="641840"/>
                  </a:cubicBezTo>
                  <a:cubicBezTo>
                    <a:pt x="494979" y="647279"/>
                    <a:pt x="489540" y="649999"/>
                    <a:pt x="486820" y="655438"/>
                  </a:cubicBezTo>
                  <a:cubicBezTo>
                    <a:pt x="484100" y="660877"/>
                    <a:pt x="475942" y="663597"/>
                    <a:pt x="470502" y="663597"/>
                  </a:cubicBezTo>
                  <a:cubicBezTo>
                    <a:pt x="459623" y="666317"/>
                    <a:pt x="454184" y="666317"/>
                    <a:pt x="446025" y="666317"/>
                  </a:cubicBezTo>
                  <a:cubicBezTo>
                    <a:pt x="440586" y="666317"/>
                    <a:pt x="432427" y="666317"/>
                    <a:pt x="424268" y="666317"/>
                  </a:cubicBezTo>
                  <a:cubicBezTo>
                    <a:pt x="421548" y="666317"/>
                    <a:pt x="418829" y="666317"/>
                    <a:pt x="416109" y="666317"/>
                  </a:cubicBezTo>
                  <a:cubicBezTo>
                    <a:pt x="410670" y="669036"/>
                    <a:pt x="407950" y="669036"/>
                    <a:pt x="402511" y="671756"/>
                  </a:cubicBezTo>
                  <a:cubicBezTo>
                    <a:pt x="397071" y="671756"/>
                    <a:pt x="391632" y="674476"/>
                    <a:pt x="386193" y="674476"/>
                  </a:cubicBezTo>
                  <a:cubicBezTo>
                    <a:pt x="375314" y="674476"/>
                    <a:pt x="361716" y="671756"/>
                    <a:pt x="350837" y="669036"/>
                  </a:cubicBezTo>
                  <a:cubicBezTo>
                    <a:pt x="342678" y="669036"/>
                    <a:pt x="334519" y="669036"/>
                    <a:pt x="329080" y="669036"/>
                  </a:cubicBezTo>
                  <a:cubicBezTo>
                    <a:pt x="307323" y="669036"/>
                    <a:pt x="288285" y="669036"/>
                    <a:pt x="280126" y="669036"/>
                  </a:cubicBezTo>
                  <a:cubicBezTo>
                    <a:pt x="271967" y="669036"/>
                    <a:pt x="261088" y="669036"/>
                    <a:pt x="255649" y="663597"/>
                  </a:cubicBezTo>
                  <a:cubicBezTo>
                    <a:pt x="250210" y="660877"/>
                    <a:pt x="239331" y="655438"/>
                    <a:pt x="239331" y="647279"/>
                  </a:cubicBezTo>
                  <a:cubicBezTo>
                    <a:pt x="239331" y="636401"/>
                    <a:pt x="255649" y="633681"/>
                    <a:pt x="263808" y="630961"/>
                  </a:cubicBezTo>
                  <a:cubicBezTo>
                    <a:pt x="269247" y="630961"/>
                    <a:pt x="277406" y="630961"/>
                    <a:pt x="291005" y="628241"/>
                  </a:cubicBezTo>
                  <a:cubicBezTo>
                    <a:pt x="291005" y="620082"/>
                    <a:pt x="291005" y="614643"/>
                    <a:pt x="288285" y="609204"/>
                  </a:cubicBezTo>
                  <a:cubicBezTo>
                    <a:pt x="288285" y="601045"/>
                    <a:pt x="285565" y="590166"/>
                    <a:pt x="285565" y="582007"/>
                  </a:cubicBezTo>
                  <a:cubicBezTo>
                    <a:pt x="285565" y="576568"/>
                    <a:pt x="282846" y="573848"/>
                    <a:pt x="282846" y="568409"/>
                  </a:cubicBezTo>
                  <a:cubicBezTo>
                    <a:pt x="282846" y="562970"/>
                    <a:pt x="285565" y="557531"/>
                    <a:pt x="285565" y="554811"/>
                  </a:cubicBezTo>
                  <a:cubicBezTo>
                    <a:pt x="285565" y="549371"/>
                    <a:pt x="282846" y="546652"/>
                    <a:pt x="280126" y="538493"/>
                  </a:cubicBezTo>
                  <a:cubicBezTo>
                    <a:pt x="280126" y="527614"/>
                    <a:pt x="274687" y="516736"/>
                    <a:pt x="274687" y="505857"/>
                  </a:cubicBezTo>
                  <a:cubicBezTo>
                    <a:pt x="274687" y="494978"/>
                    <a:pt x="274687" y="486820"/>
                    <a:pt x="271967" y="478660"/>
                  </a:cubicBezTo>
                  <a:cubicBezTo>
                    <a:pt x="269247" y="467782"/>
                    <a:pt x="269247" y="456903"/>
                    <a:pt x="269247" y="446025"/>
                  </a:cubicBezTo>
                  <a:cubicBezTo>
                    <a:pt x="269247" y="440585"/>
                    <a:pt x="266528" y="437866"/>
                    <a:pt x="263808" y="437866"/>
                  </a:cubicBezTo>
                  <a:cubicBezTo>
                    <a:pt x="261088" y="437866"/>
                    <a:pt x="258369" y="437866"/>
                    <a:pt x="252929" y="437866"/>
                  </a:cubicBezTo>
                  <a:cubicBezTo>
                    <a:pt x="242051" y="437866"/>
                    <a:pt x="231172" y="437866"/>
                    <a:pt x="223013" y="440585"/>
                  </a:cubicBezTo>
                  <a:cubicBezTo>
                    <a:pt x="212135" y="440585"/>
                    <a:pt x="203976" y="443305"/>
                    <a:pt x="193097" y="443305"/>
                  </a:cubicBezTo>
                  <a:cubicBezTo>
                    <a:pt x="184938" y="443305"/>
                    <a:pt x="176779" y="443305"/>
                    <a:pt x="168620" y="443305"/>
                  </a:cubicBezTo>
                  <a:cubicBezTo>
                    <a:pt x="165900" y="443305"/>
                    <a:pt x="155021" y="440585"/>
                    <a:pt x="146862" y="440585"/>
                  </a:cubicBezTo>
                  <a:cubicBezTo>
                    <a:pt x="138703" y="440585"/>
                    <a:pt x="138703" y="448744"/>
                    <a:pt x="138703" y="454184"/>
                  </a:cubicBezTo>
                  <a:cubicBezTo>
                    <a:pt x="138703" y="465062"/>
                    <a:pt x="135983" y="475941"/>
                    <a:pt x="133263" y="486820"/>
                  </a:cubicBezTo>
                  <a:cubicBezTo>
                    <a:pt x="130544" y="505857"/>
                    <a:pt x="125105" y="522175"/>
                    <a:pt x="122385" y="541213"/>
                  </a:cubicBezTo>
                  <a:cubicBezTo>
                    <a:pt x="119665" y="560250"/>
                    <a:pt x="111506" y="595606"/>
                    <a:pt x="106067" y="614643"/>
                  </a:cubicBezTo>
                  <a:cubicBezTo>
                    <a:pt x="114226" y="614643"/>
                    <a:pt x="125105" y="614643"/>
                    <a:pt x="135983" y="614643"/>
                  </a:cubicBezTo>
                  <a:cubicBezTo>
                    <a:pt x="149581" y="614643"/>
                    <a:pt x="171340" y="614643"/>
                    <a:pt x="171340" y="630961"/>
                  </a:cubicBezTo>
                  <a:cubicBezTo>
                    <a:pt x="171340" y="639120"/>
                    <a:pt x="168620" y="639120"/>
                    <a:pt x="165900" y="647279"/>
                  </a:cubicBezTo>
                  <a:cubicBezTo>
                    <a:pt x="163181" y="652718"/>
                    <a:pt x="155021" y="655438"/>
                    <a:pt x="149581" y="655438"/>
                  </a:cubicBezTo>
                  <a:cubicBezTo>
                    <a:pt x="141423" y="658158"/>
                    <a:pt x="135983" y="658158"/>
                    <a:pt x="127824" y="658158"/>
                  </a:cubicBezTo>
                  <a:cubicBezTo>
                    <a:pt x="122385" y="658158"/>
                    <a:pt x="116946" y="658158"/>
                    <a:pt x="106067" y="658158"/>
                  </a:cubicBezTo>
                  <a:cubicBezTo>
                    <a:pt x="92469" y="658158"/>
                    <a:pt x="78870" y="658158"/>
                    <a:pt x="62552" y="658158"/>
                  </a:cubicBezTo>
                  <a:cubicBezTo>
                    <a:pt x="54393" y="658158"/>
                    <a:pt x="46234" y="658158"/>
                    <a:pt x="40795" y="658158"/>
                  </a:cubicBezTo>
                  <a:cubicBezTo>
                    <a:pt x="32636" y="658158"/>
                    <a:pt x="21758" y="658158"/>
                    <a:pt x="16318" y="652718"/>
                  </a:cubicBezTo>
                  <a:cubicBezTo>
                    <a:pt x="8159" y="649999"/>
                    <a:pt x="0" y="641840"/>
                    <a:pt x="0" y="636401"/>
                  </a:cubicBezTo>
                  <a:cubicBezTo>
                    <a:pt x="0" y="633681"/>
                    <a:pt x="0" y="630961"/>
                    <a:pt x="2720" y="628241"/>
                  </a:cubicBezTo>
                  <a:cubicBezTo>
                    <a:pt x="8159" y="625522"/>
                    <a:pt x="16318" y="622802"/>
                    <a:pt x="24477" y="620082"/>
                  </a:cubicBezTo>
                  <a:cubicBezTo>
                    <a:pt x="38075" y="617363"/>
                    <a:pt x="48954" y="617363"/>
                    <a:pt x="62552" y="617363"/>
                  </a:cubicBezTo>
                  <a:cubicBezTo>
                    <a:pt x="62552" y="617363"/>
                    <a:pt x="62552" y="614643"/>
                    <a:pt x="62552" y="614643"/>
                  </a:cubicBezTo>
                  <a:cubicBezTo>
                    <a:pt x="62552" y="603765"/>
                    <a:pt x="65272" y="590166"/>
                    <a:pt x="65272" y="587447"/>
                  </a:cubicBezTo>
                  <a:cubicBezTo>
                    <a:pt x="67992" y="565689"/>
                    <a:pt x="73431" y="543932"/>
                    <a:pt x="76151" y="522175"/>
                  </a:cubicBezTo>
                  <a:cubicBezTo>
                    <a:pt x="78870" y="505857"/>
                    <a:pt x="81590" y="486820"/>
                    <a:pt x="87029" y="470501"/>
                  </a:cubicBezTo>
                  <a:cubicBezTo>
                    <a:pt x="87029" y="465062"/>
                    <a:pt x="92469" y="451464"/>
                    <a:pt x="92469" y="446025"/>
                  </a:cubicBezTo>
                  <a:cubicBezTo>
                    <a:pt x="92469" y="437866"/>
                    <a:pt x="73431" y="437866"/>
                    <a:pt x="65272" y="432426"/>
                  </a:cubicBezTo>
                  <a:cubicBezTo>
                    <a:pt x="59833" y="429707"/>
                    <a:pt x="54393" y="426987"/>
                    <a:pt x="54393" y="421548"/>
                  </a:cubicBezTo>
                  <a:cubicBezTo>
                    <a:pt x="54393" y="413389"/>
                    <a:pt x="62552" y="410669"/>
                    <a:pt x="73431" y="407949"/>
                  </a:cubicBezTo>
                  <a:cubicBezTo>
                    <a:pt x="78870" y="407949"/>
                    <a:pt x="92469" y="405230"/>
                    <a:pt x="100628" y="399790"/>
                  </a:cubicBezTo>
                  <a:cubicBezTo>
                    <a:pt x="106067" y="394351"/>
                    <a:pt x="106067" y="378033"/>
                    <a:pt x="108787" y="369874"/>
                  </a:cubicBezTo>
                  <a:cubicBezTo>
                    <a:pt x="114226" y="348117"/>
                    <a:pt x="119665" y="326360"/>
                    <a:pt x="125105" y="307322"/>
                  </a:cubicBezTo>
                  <a:cubicBezTo>
                    <a:pt x="130544" y="285565"/>
                    <a:pt x="135983" y="263808"/>
                    <a:pt x="141423" y="242051"/>
                  </a:cubicBezTo>
                  <a:cubicBezTo>
                    <a:pt x="146862" y="220293"/>
                    <a:pt x="152301" y="198536"/>
                    <a:pt x="155021" y="179498"/>
                  </a:cubicBezTo>
                  <a:cubicBezTo>
                    <a:pt x="157740" y="160461"/>
                    <a:pt x="163181" y="138703"/>
                    <a:pt x="168620" y="119665"/>
                  </a:cubicBezTo>
                  <a:cubicBezTo>
                    <a:pt x="176779" y="100627"/>
                    <a:pt x="182218" y="76150"/>
                    <a:pt x="193097" y="57113"/>
                  </a:cubicBezTo>
                  <a:lnTo>
                    <a:pt x="201256" y="38075"/>
                  </a:lnTo>
                  <a:cubicBezTo>
                    <a:pt x="206695" y="29916"/>
                    <a:pt x="209415" y="19038"/>
                    <a:pt x="217574" y="13598"/>
                  </a:cubicBezTo>
                  <a:cubicBezTo>
                    <a:pt x="231172" y="2720"/>
                    <a:pt x="255649" y="0"/>
                    <a:pt x="274687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5FE86223-C5DA-4CB7-B13B-0B51B75F54C4}"/>
                </a:ext>
              </a:extLst>
            </p:cNvPr>
            <p:cNvSpPr/>
            <p:nvPr/>
          </p:nvSpPr>
          <p:spPr bwMode="black">
            <a:xfrm>
              <a:off x="3443268" y="4186718"/>
              <a:ext cx="435145" cy="761503"/>
            </a:xfrm>
            <a:custGeom>
              <a:avLst/>
              <a:gdLst>
                <a:gd name="connsiteX0" fmla="*/ 400855 w 435145"/>
                <a:gd name="connsiteY0" fmla="*/ 678260 h 761503"/>
                <a:gd name="connsiteX1" fmla="*/ 384537 w 435145"/>
                <a:gd name="connsiteY1" fmla="*/ 719054 h 761503"/>
                <a:gd name="connsiteX2" fmla="*/ 368219 w 435145"/>
                <a:gd name="connsiteY2" fmla="*/ 713615 h 761503"/>
                <a:gd name="connsiteX3" fmla="*/ 360060 w 435145"/>
                <a:gd name="connsiteY3" fmla="*/ 697297 h 761503"/>
                <a:gd name="connsiteX4" fmla="*/ 360060 w 435145"/>
                <a:gd name="connsiteY4" fmla="*/ 651063 h 761503"/>
                <a:gd name="connsiteX5" fmla="*/ 332864 w 435145"/>
                <a:gd name="connsiteY5" fmla="*/ 686418 h 761503"/>
                <a:gd name="connsiteX6" fmla="*/ 251274 w 435145"/>
                <a:gd name="connsiteY6" fmla="*/ 721774 h 761503"/>
                <a:gd name="connsiteX7" fmla="*/ 229517 w 435145"/>
                <a:gd name="connsiteY7" fmla="*/ 719054 h 761503"/>
                <a:gd name="connsiteX8" fmla="*/ 158806 w 435145"/>
                <a:gd name="connsiteY8" fmla="*/ 694578 h 761503"/>
                <a:gd name="connsiteX9" fmla="*/ 112571 w 435145"/>
                <a:gd name="connsiteY9" fmla="*/ 659222 h 761503"/>
                <a:gd name="connsiteX10" fmla="*/ 79936 w 435145"/>
                <a:gd name="connsiteY10" fmla="*/ 607548 h 761503"/>
                <a:gd name="connsiteX11" fmla="*/ 63618 w 435145"/>
                <a:gd name="connsiteY11" fmla="*/ 542277 h 761503"/>
                <a:gd name="connsiteX12" fmla="*/ 58178 w 435145"/>
                <a:gd name="connsiteY12" fmla="*/ 471566 h 761503"/>
                <a:gd name="connsiteX13" fmla="*/ 60898 w 435145"/>
                <a:gd name="connsiteY13" fmla="*/ 400855 h 761503"/>
                <a:gd name="connsiteX14" fmla="*/ 66337 w 435145"/>
                <a:gd name="connsiteY14" fmla="*/ 335583 h 761503"/>
                <a:gd name="connsiteX15" fmla="*/ 85375 w 435145"/>
                <a:gd name="connsiteY15" fmla="*/ 267592 h 761503"/>
                <a:gd name="connsiteX16" fmla="*/ 109852 w 435145"/>
                <a:gd name="connsiteY16" fmla="*/ 199600 h 761503"/>
                <a:gd name="connsiteX17" fmla="*/ 145207 w 435145"/>
                <a:gd name="connsiteY17" fmla="*/ 145207 h 761503"/>
                <a:gd name="connsiteX18" fmla="*/ 188722 w 435145"/>
                <a:gd name="connsiteY18" fmla="*/ 96253 h 761503"/>
                <a:gd name="connsiteX19" fmla="*/ 243115 w 435145"/>
                <a:gd name="connsiteY19" fmla="*/ 71776 h 761503"/>
                <a:gd name="connsiteX20" fmla="*/ 286630 w 435145"/>
                <a:gd name="connsiteY20" fmla="*/ 63617 h 761503"/>
                <a:gd name="connsiteX21" fmla="*/ 305667 w 435145"/>
                <a:gd name="connsiteY21" fmla="*/ 66337 h 761503"/>
                <a:gd name="connsiteX22" fmla="*/ 324705 w 435145"/>
                <a:gd name="connsiteY22" fmla="*/ 79936 h 761503"/>
                <a:gd name="connsiteX23" fmla="*/ 341023 w 435145"/>
                <a:gd name="connsiteY23" fmla="*/ 101693 h 761503"/>
                <a:gd name="connsiteX24" fmla="*/ 354621 w 435145"/>
                <a:gd name="connsiteY24" fmla="*/ 123450 h 761503"/>
                <a:gd name="connsiteX25" fmla="*/ 354621 w 435145"/>
                <a:gd name="connsiteY25" fmla="*/ 98973 h 761503"/>
                <a:gd name="connsiteX26" fmla="*/ 360060 w 435145"/>
                <a:gd name="connsiteY26" fmla="*/ 74496 h 761503"/>
                <a:gd name="connsiteX27" fmla="*/ 365500 w 435145"/>
                <a:gd name="connsiteY27" fmla="*/ 63617 h 761503"/>
                <a:gd name="connsiteX28" fmla="*/ 373659 w 435145"/>
                <a:gd name="connsiteY28" fmla="*/ 58178 h 761503"/>
                <a:gd name="connsiteX29" fmla="*/ 381818 w 435145"/>
                <a:gd name="connsiteY29" fmla="*/ 63617 h 761503"/>
                <a:gd name="connsiteX30" fmla="*/ 389977 w 435145"/>
                <a:gd name="connsiteY30" fmla="*/ 82655 h 761503"/>
                <a:gd name="connsiteX31" fmla="*/ 392696 w 435145"/>
                <a:gd name="connsiteY31" fmla="*/ 126170 h 761503"/>
                <a:gd name="connsiteX32" fmla="*/ 395416 w 435145"/>
                <a:gd name="connsiteY32" fmla="*/ 186002 h 761503"/>
                <a:gd name="connsiteX33" fmla="*/ 398136 w 435145"/>
                <a:gd name="connsiteY33" fmla="*/ 237675 h 761503"/>
                <a:gd name="connsiteX34" fmla="*/ 398136 w 435145"/>
                <a:gd name="connsiteY34" fmla="*/ 243115 h 761503"/>
                <a:gd name="connsiteX35" fmla="*/ 395416 w 435145"/>
                <a:gd name="connsiteY35" fmla="*/ 256713 h 761503"/>
                <a:gd name="connsiteX36" fmla="*/ 379098 w 435145"/>
                <a:gd name="connsiteY36" fmla="*/ 278470 h 761503"/>
                <a:gd name="connsiteX37" fmla="*/ 362780 w 435145"/>
                <a:gd name="connsiteY37" fmla="*/ 273031 h 761503"/>
                <a:gd name="connsiteX38" fmla="*/ 354621 w 435145"/>
                <a:gd name="connsiteY38" fmla="*/ 256713 h 761503"/>
                <a:gd name="connsiteX39" fmla="*/ 354621 w 435145"/>
                <a:gd name="connsiteY39" fmla="*/ 213198 h 761503"/>
                <a:gd name="connsiteX40" fmla="*/ 354621 w 435145"/>
                <a:gd name="connsiteY40" fmla="*/ 205040 h 761503"/>
                <a:gd name="connsiteX41" fmla="*/ 338303 w 435145"/>
                <a:gd name="connsiteY41" fmla="*/ 147927 h 761503"/>
                <a:gd name="connsiteX42" fmla="*/ 292069 w 435145"/>
                <a:gd name="connsiteY42" fmla="*/ 107132 h 761503"/>
                <a:gd name="connsiteX43" fmla="*/ 262153 w 435145"/>
                <a:gd name="connsiteY43" fmla="*/ 120730 h 761503"/>
                <a:gd name="connsiteX44" fmla="*/ 251274 w 435145"/>
                <a:gd name="connsiteY44" fmla="*/ 131609 h 761503"/>
                <a:gd name="connsiteX45" fmla="*/ 240395 w 435145"/>
                <a:gd name="connsiteY45" fmla="*/ 139768 h 761503"/>
                <a:gd name="connsiteX46" fmla="*/ 237676 w 435145"/>
                <a:gd name="connsiteY46" fmla="*/ 164245 h 761503"/>
                <a:gd name="connsiteX47" fmla="*/ 226797 w 435145"/>
                <a:gd name="connsiteY47" fmla="*/ 196881 h 761503"/>
                <a:gd name="connsiteX48" fmla="*/ 213199 w 435145"/>
                <a:gd name="connsiteY48" fmla="*/ 259433 h 761503"/>
                <a:gd name="connsiteX49" fmla="*/ 207759 w 435145"/>
                <a:gd name="connsiteY49" fmla="*/ 324704 h 761503"/>
                <a:gd name="connsiteX50" fmla="*/ 207759 w 435145"/>
                <a:gd name="connsiteY50" fmla="*/ 335583 h 761503"/>
                <a:gd name="connsiteX51" fmla="*/ 205040 w 435145"/>
                <a:gd name="connsiteY51" fmla="*/ 349181 h 761503"/>
                <a:gd name="connsiteX52" fmla="*/ 207759 w 435145"/>
                <a:gd name="connsiteY52" fmla="*/ 368219 h 761503"/>
                <a:gd name="connsiteX53" fmla="*/ 207759 w 435145"/>
                <a:gd name="connsiteY53" fmla="*/ 376378 h 761503"/>
                <a:gd name="connsiteX54" fmla="*/ 205040 w 435145"/>
                <a:gd name="connsiteY54" fmla="*/ 387256 h 761503"/>
                <a:gd name="connsiteX55" fmla="*/ 205040 w 435145"/>
                <a:gd name="connsiteY55" fmla="*/ 395415 h 761503"/>
                <a:gd name="connsiteX56" fmla="*/ 205040 w 435145"/>
                <a:gd name="connsiteY56" fmla="*/ 406294 h 761503"/>
                <a:gd name="connsiteX57" fmla="*/ 205040 w 435145"/>
                <a:gd name="connsiteY57" fmla="*/ 425332 h 761503"/>
                <a:gd name="connsiteX58" fmla="*/ 213199 w 435145"/>
                <a:gd name="connsiteY58" fmla="*/ 493323 h 761503"/>
                <a:gd name="connsiteX59" fmla="*/ 221358 w 435145"/>
                <a:gd name="connsiteY59" fmla="*/ 561314 h 761503"/>
                <a:gd name="connsiteX60" fmla="*/ 226797 w 435145"/>
                <a:gd name="connsiteY60" fmla="*/ 591231 h 761503"/>
                <a:gd name="connsiteX61" fmla="*/ 240395 w 435145"/>
                <a:gd name="connsiteY61" fmla="*/ 618427 h 761503"/>
                <a:gd name="connsiteX62" fmla="*/ 283910 w 435145"/>
                <a:gd name="connsiteY62" fmla="*/ 651063 h 761503"/>
                <a:gd name="connsiteX63" fmla="*/ 338303 w 435145"/>
                <a:gd name="connsiteY63" fmla="*/ 612988 h 761503"/>
                <a:gd name="connsiteX64" fmla="*/ 354621 w 435145"/>
                <a:gd name="connsiteY64" fmla="*/ 577632 h 761503"/>
                <a:gd name="connsiteX65" fmla="*/ 357341 w 435145"/>
                <a:gd name="connsiteY65" fmla="*/ 509641 h 761503"/>
                <a:gd name="connsiteX66" fmla="*/ 362780 w 435145"/>
                <a:gd name="connsiteY66" fmla="*/ 485164 h 761503"/>
                <a:gd name="connsiteX67" fmla="*/ 368219 w 435145"/>
                <a:gd name="connsiteY67" fmla="*/ 474286 h 761503"/>
                <a:gd name="connsiteX68" fmla="*/ 376378 w 435145"/>
                <a:gd name="connsiteY68" fmla="*/ 468846 h 761503"/>
                <a:gd name="connsiteX69" fmla="*/ 384537 w 435145"/>
                <a:gd name="connsiteY69" fmla="*/ 474286 h 761503"/>
                <a:gd name="connsiteX70" fmla="*/ 392696 w 435145"/>
                <a:gd name="connsiteY70" fmla="*/ 493323 h 761503"/>
                <a:gd name="connsiteX71" fmla="*/ 395416 w 435145"/>
                <a:gd name="connsiteY71" fmla="*/ 558595 h 761503"/>
                <a:gd name="connsiteX72" fmla="*/ 398136 w 435145"/>
                <a:gd name="connsiteY72" fmla="*/ 618427 h 761503"/>
                <a:gd name="connsiteX73" fmla="*/ 400855 w 435145"/>
                <a:gd name="connsiteY73" fmla="*/ 678260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435145" h="761503">
                  <a:moveTo>
                    <a:pt x="400855" y="678260"/>
                  </a:moveTo>
                  <a:cubicBezTo>
                    <a:pt x="400855" y="689138"/>
                    <a:pt x="400855" y="719054"/>
                    <a:pt x="384537" y="719054"/>
                  </a:cubicBezTo>
                  <a:cubicBezTo>
                    <a:pt x="376378" y="719054"/>
                    <a:pt x="373659" y="716335"/>
                    <a:pt x="368219" y="713615"/>
                  </a:cubicBezTo>
                  <a:cubicBezTo>
                    <a:pt x="362780" y="710895"/>
                    <a:pt x="360060" y="702736"/>
                    <a:pt x="360060" y="697297"/>
                  </a:cubicBezTo>
                  <a:cubicBezTo>
                    <a:pt x="357341" y="680979"/>
                    <a:pt x="357341" y="664661"/>
                    <a:pt x="360060" y="651063"/>
                  </a:cubicBezTo>
                  <a:cubicBezTo>
                    <a:pt x="354621" y="659222"/>
                    <a:pt x="341023" y="678260"/>
                    <a:pt x="332864" y="686418"/>
                  </a:cubicBezTo>
                  <a:cubicBezTo>
                    <a:pt x="311107" y="708176"/>
                    <a:pt x="283910" y="721774"/>
                    <a:pt x="251274" y="721774"/>
                  </a:cubicBezTo>
                  <a:cubicBezTo>
                    <a:pt x="243115" y="721774"/>
                    <a:pt x="237676" y="721774"/>
                    <a:pt x="229517" y="719054"/>
                  </a:cubicBezTo>
                  <a:cubicBezTo>
                    <a:pt x="207759" y="716335"/>
                    <a:pt x="183283" y="708176"/>
                    <a:pt x="158806" y="694578"/>
                  </a:cubicBezTo>
                  <a:cubicBezTo>
                    <a:pt x="142488" y="686418"/>
                    <a:pt x="126170" y="672820"/>
                    <a:pt x="112571" y="659222"/>
                  </a:cubicBezTo>
                  <a:cubicBezTo>
                    <a:pt x="98973" y="642904"/>
                    <a:pt x="88095" y="626586"/>
                    <a:pt x="79936" y="607548"/>
                  </a:cubicBezTo>
                  <a:cubicBezTo>
                    <a:pt x="71777" y="585791"/>
                    <a:pt x="66337" y="566754"/>
                    <a:pt x="63618" y="542277"/>
                  </a:cubicBezTo>
                  <a:cubicBezTo>
                    <a:pt x="60898" y="517800"/>
                    <a:pt x="58178" y="493323"/>
                    <a:pt x="58178" y="471566"/>
                  </a:cubicBezTo>
                  <a:cubicBezTo>
                    <a:pt x="58178" y="447089"/>
                    <a:pt x="58178" y="425332"/>
                    <a:pt x="60898" y="400855"/>
                  </a:cubicBezTo>
                  <a:cubicBezTo>
                    <a:pt x="63618" y="379098"/>
                    <a:pt x="60898" y="357340"/>
                    <a:pt x="66337" y="335583"/>
                  </a:cubicBezTo>
                  <a:cubicBezTo>
                    <a:pt x="69057" y="313826"/>
                    <a:pt x="77216" y="289349"/>
                    <a:pt x="85375" y="267592"/>
                  </a:cubicBezTo>
                  <a:cubicBezTo>
                    <a:pt x="93534" y="243115"/>
                    <a:pt x="98973" y="221357"/>
                    <a:pt x="109852" y="199600"/>
                  </a:cubicBezTo>
                  <a:cubicBezTo>
                    <a:pt x="118011" y="177843"/>
                    <a:pt x="131609" y="161525"/>
                    <a:pt x="145207" y="145207"/>
                  </a:cubicBezTo>
                  <a:cubicBezTo>
                    <a:pt x="158806" y="128889"/>
                    <a:pt x="172404" y="109852"/>
                    <a:pt x="188722" y="96253"/>
                  </a:cubicBezTo>
                  <a:cubicBezTo>
                    <a:pt x="205040" y="82655"/>
                    <a:pt x="224077" y="77216"/>
                    <a:pt x="243115" y="71776"/>
                  </a:cubicBezTo>
                  <a:cubicBezTo>
                    <a:pt x="256713" y="69057"/>
                    <a:pt x="273031" y="63617"/>
                    <a:pt x="286630" y="63617"/>
                  </a:cubicBezTo>
                  <a:cubicBezTo>
                    <a:pt x="292069" y="63617"/>
                    <a:pt x="297508" y="63617"/>
                    <a:pt x="305667" y="66337"/>
                  </a:cubicBezTo>
                  <a:cubicBezTo>
                    <a:pt x="313826" y="69057"/>
                    <a:pt x="319266" y="74496"/>
                    <a:pt x="324705" y="79936"/>
                  </a:cubicBezTo>
                  <a:cubicBezTo>
                    <a:pt x="332864" y="85375"/>
                    <a:pt x="332864" y="93534"/>
                    <a:pt x="341023" y="101693"/>
                  </a:cubicBezTo>
                  <a:cubicBezTo>
                    <a:pt x="346462" y="107132"/>
                    <a:pt x="349182" y="118011"/>
                    <a:pt x="354621" y="123450"/>
                  </a:cubicBezTo>
                  <a:cubicBezTo>
                    <a:pt x="354621" y="115291"/>
                    <a:pt x="354621" y="101693"/>
                    <a:pt x="354621" y="98973"/>
                  </a:cubicBezTo>
                  <a:cubicBezTo>
                    <a:pt x="354621" y="90814"/>
                    <a:pt x="354621" y="79936"/>
                    <a:pt x="360060" y="74496"/>
                  </a:cubicBezTo>
                  <a:cubicBezTo>
                    <a:pt x="362780" y="71776"/>
                    <a:pt x="362780" y="69057"/>
                    <a:pt x="365500" y="63617"/>
                  </a:cubicBezTo>
                  <a:cubicBezTo>
                    <a:pt x="368219" y="60898"/>
                    <a:pt x="370939" y="58178"/>
                    <a:pt x="373659" y="58178"/>
                  </a:cubicBezTo>
                  <a:cubicBezTo>
                    <a:pt x="376378" y="58178"/>
                    <a:pt x="379098" y="60898"/>
                    <a:pt x="381818" y="63617"/>
                  </a:cubicBezTo>
                  <a:cubicBezTo>
                    <a:pt x="384537" y="69057"/>
                    <a:pt x="387257" y="77216"/>
                    <a:pt x="389977" y="82655"/>
                  </a:cubicBezTo>
                  <a:cubicBezTo>
                    <a:pt x="389977" y="90814"/>
                    <a:pt x="392696" y="107132"/>
                    <a:pt x="392696" y="126170"/>
                  </a:cubicBezTo>
                  <a:cubicBezTo>
                    <a:pt x="392696" y="150647"/>
                    <a:pt x="392696" y="177843"/>
                    <a:pt x="395416" y="186002"/>
                  </a:cubicBezTo>
                  <a:cubicBezTo>
                    <a:pt x="398136" y="205040"/>
                    <a:pt x="398136" y="215918"/>
                    <a:pt x="398136" y="237675"/>
                  </a:cubicBezTo>
                  <a:cubicBezTo>
                    <a:pt x="398136" y="240395"/>
                    <a:pt x="398136" y="243115"/>
                    <a:pt x="398136" y="243115"/>
                  </a:cubicBezTo>
                  <a:cubicBezTo>
                    <a:pt x="398136" y="248554"/>
                    <a:pt x="398136" y="251274"/>
                    <a:pt x="395416" y="256713"/>
                  </a:cubicBezTo>
                  <a:cubicBezTo>
                    <a:pt x="392696" y="267592"/>
                    <a:pt x="389977" y="278470"/>
                    <a:pt x="379098" y="278470"/>
                  </a:cubicBezTo>
                  <a:cubicBezTo>
                    <a:pt x="370939" y="278470"/>
                    <a:pt x="368219" y="275751"/>
                    <a:pt x="362780" y="273031"/>
                  </a:cubicBezTo>
                  <a:cubicBezTo>
                    <a:pt x="357341" y="270311"/>
                    <a:pt x="354621" y="262152"/>
                    <a:pt x="354621" y="256713"/>
                  </a:cubicBezTo>
                  <a:cubicBezTo>
                    <a:pt x="349182" y="237675"/>
                    <a:pt x="354621" y="232236"/>
                    <a:pt x="354621" y="213198"/>
                  </a:cubicBezTo>
                  <a:cubicBezTo>
                    <a:pt x="354621" y="210479"/>
                    <a:pt x="354621" y="207759"/>
                    <a:pt x="354621" y="205040"/>
                  </a:cubicBezTo>
                  <a:cubicBezTo>
                    <a:pt x="349182" y="186002"/>
                    <a:pt x="343742" y="169684"/>
                    <a:pt x="338303" y="147927"/>
                  </a:cubicBezTo>
                  <a:cubicBezTo>
                    <a:pt x="332864" y="131609"/>
                    <a:pt x="311107" y="107132"/>
                    <a:pt x="292069" y="107132"/>
                  </a:cubicBezTo>
                  <a:cubicBezTo>
                    <a:pt x="281190" y="107132"/>
                    <a:pt x="270312" y="115291"/>
                    <a:pt x="262153" y="120730"/>
                  </a:cubicBezTo>
                  <a:cubicBezTo>
                    <a:pt x="259433" y="123450"/>
                    <a:pt x="256713" y="126170"/>
                    <a:pt x="251274" y="131609"/>
                  </a:cubicBezTo>
                  <a:cubicBezTo>
                    <a:pt x="248554" y="134329"/>
                    <a:pt x="243115" y="137048"/>
                    <a:pt x="240395" y="139768"/>
                  </a:cubicBezTo>
                  <a:cubicBezTo>
                    <a:pt x="237676" y="145207"/>
                    <a:pt x="240395" y="156086"/>
                    <a:pt x="237676" y="164245"/>
                  </a:cubicBezTo>
                  <a:cubicBezTo>
                    <a:pt x="232236" y="175123"/>
                    <a:pt x="229517" y="186002"/>
                    <a:pt x="226797" y="196881"/>
                  </a:cubicBezTo>
                  <a:cubicBezTo>
                    <a:pt x="221358" y="218638"/>
                    <a:pt x="218638" y="237675"/>
                    <a:pt x="213199" y="259433"/>
                  </a:cubicBezTo>
                  <a:cubicBezTo>
                    <a:pt x="210479" y="281190"/>
                    <a:pt x="207759" y="302947"/>
                    <a:pt x="207759" y="324704"/>
                  </a:cubicBezTo>
                  <a:cubicBezTo>
                    <a:pt x="207759" y="327424"/>
                    <a:pt x="207759" y="332863"/>
                    <a:pt x="207759" y="335583"/>
                  </a:cubicBezTo>
                  <a:cubicBezTo>
                    <a:pt x="207759" y="341022"/>
                    <a:pt x="205040" y="343742"/>
                    <a:pt x="205040" y="349181"/>
                  </a:cubicBezTo>
                  <a:cubicBezTo>
                    <a:pt x="205040" y="354621"/>
                    <a:pt x="207759" y="362779"/>
                    <a:pt x="207759" y="368219"/>
                  </a:cubicBezTo>
                  <a:cubicBezTo>
                    <a:pt x="207759" y="370939"/>
                    <a:pt x="207759" y="373658"/>
                    <a:pt x="207759" y="376378"/>
                  </a:cubicBezTo>
                  <a:cubicBezTo>
                    <a:pt x="205040" y="381817"/>
                    <a:pt x="205040" y="384537"/>
                    <a:pt x="205040" y="387256"/>
                  </a:cubicBezTo>
                  <a:cubicBezTo>
                    <a:pt x="205040" y="389976"/>
                    <a:pt x="205040" y="392696"/>
                    <a:pt x="205040" y="395415"/>
                  </a:cubicBezTo>
                  <a:cubicBezTo>
                    <a:pt x="205040" y="398135"/>
                    <a:pt x="205040" y="403574"/>
                    <a:pt x="205040" y="406294"/>
                  </a:cubicBezTo>
                  <a:cubicBezTo>
                    <a:pt x="205040" y="411733"/>
                    <a:pt x="205040" y="417173"/>
                    <a:pt x="205040" y="425332"/>
                  </a:cubicBezTo>
                  <a:cubicBezTo>
                    <a:pt x="205040" y="449809"/>
                    <a:pt x="213199" y="471566"/>
                    <a:pt x="213199" y="493323"/>
                  </a:cubicBezTo>
                  <a:cubicBezTo>
                    <a:pt x="213199" y="517800"/>
                    <a:pt x="215919" y="539557"/>
                    <a:pt x="221358" y="561314"/>
                  </a:cubicBezTo>
                  <a:cubicBezTo>
                    <a:pt x="224077" y="572193"/>
                    <a:pt x="224077" y="580352"/>
                    <a:pt x="226797" y="591231"/>
                  </a:cubicBezTo>
                  <a:cubicBezTo>
                    <a:pt x="229517" y="599390"/>
                    <a:pt x="237676" y="607548"/>
                    <a:pt x="240395" y="618427"/>
                  </a:cubicBezTo>
                  <a:cubicBezTo>
                    <a:pt x="248554" y="637465"/>
                    <a:pt x="262153" y="651063"/>
                    <a:pt x="283910" y="651063"/>
                  </a:cubicBezTo>
                  <a:cubicBezTo>
                    <a:pt x="302948" y="651063"/>
                    <a:pt x="330144" y="629306"/>
                    <a:pt x="338303" y="612988"/>
                  </a:cubicBezTo>
                  <a:cubicBezTo>
                    <a:pt x="346462" y="599390"/>
                    <a:pt x="351901" y="591231"/>
                    <a:pt x="354621" y="577632"/>
                  </a:cubicBezTo>
                  <a:cubicBezTo>
                    <a:pt x="354621" y="550436"/>
                    <a:pt x="354621" y="517800"/>
                    <a:pt x="357341" y="509641"/>
                  </a:cubicBezTo>
                  <a:cubicBezTo>
                    <a:pt x="357341" y="501482"/>
                    <a:pt x="357341" y="490603"/>
                    <a:pt x="362780" y="485164"/>
                  </a:cubicBezTo>
                  <a:cubicBezTo>
                    <a:pt x="365500" y="482444"/>
                    <a:pt x="365500" y="479725"/>
                    <a:pt x="368219" y="474286"/>
                  </a:cubicBezTo>
                  <a:cubicBezTo>
                    <a:pt x="370939" y="471566"/>
                    <a:pt x="373659" y="468846"/>
                    <a:pt x="376378" y="468846"/>
                  </a:cubicBezTo>
                  <a:cubicBezTo>
                    <a:pt x="379098" y="468846"/>
                    <a:pt x="381818" y="471566"/>
                    <a:pt x="384537" y="474286"/>
                  </a:cubicBezTo>
                  <a:cubicBezTo>
                    <a:pt x="387257" y="479725"/>
                    <a:pt x="389977" y="487884"/>
                    <a:pt x="392696" y="493323"/>
                  </a:cubicBezTo>
                  <a:cubicBezTo>
                    <a:pt x="392696" y="501482"/>
                    <a:pt x="395416" y="539557"/>
                    <a:pt x="395416" y="558595"/>
                  </a:cubicBezTo>
                  <a:cubicBezTo>
                    <a:pt x="395416" y="583072"/>
                    <a:pt x="395416" y="610268"/>
                    <a:pt x="398136" y="618427"/>
                  </a:cubicBezTo>
                  <a:cubicBezTo>
                    <a:pt x="398136" y="648343"/>
                    <a:pt x="400855" y="659222"/>
                    <a:pt x="400855" y="678260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423558B8-06E0-4621-852F-9D8F09A23F14}"/>
                </a:ext>
              </a:extLst>
            </p:cNvPr>
            <p:cNvSpPr/>
            <p:nvPr/>
          </p:nvSpPr>
          <p:spPr bwMode="black">
            <a:xfrm>
              <a:off x="3829459" y="4200317"/>
              <a:ext cx="598325" cy="761503"/>
            </a:xfrm>
            <a:custGeom>
              <a:avLst/>
              <a:gdLst>
                <a:gd name="connsiteX0" fmla="*/ 360060 w 598324"/>
                <a:gd name="connsiteY0" fmla="*/ 332863 h 761503"/>
                <a:gd name="connsiteX1" fmla="*/ 341023 w 598324"/>
                <a:gd name="connsiteY1" fmla="*/ 370939 h 761503"/>
                <a:gd name="connsiteX2" fmla="*/ 376378 w 598324"/>
                <a:gd name="connsiteY2" fmla="*/ 389976 h 761503"/>
                <a:gd name="connsiteX3" fmla="*/ 425332 w 598324"/>
                <a:gd name="connsiteY3" fmla="*/ 433491 h 761503"/>
                <a:gd name="connsiteX4" fmla="*/ 438930 w 598324"/>
                <a:gd name="connsiteY4" fmla="*/ 463407 h 761503"/>
                <a:gd name="connsiteX5" fmla="*/ 449809 w 598324"/>
                <a:gd name="connsiteY5" fmla="*/ 498762 h 761503"/>
                <a:gd name="connsiteX6" fmla="*/ 457968 w 598324"/>
                <a:gd name="connsiteY6" fmla="*/ 528679 h 761503"/>
                <a:gd name="connsiteX7" fmla="*/ 466127 w 598324"/>
                <a:gd name="connsiteY7" fmla="*/ 564034 h 761503"/>
                <a:gd name="connsiteX8" fmla="*/ 471566 w 598324"/>
                <a:gd name="connsiteY8" fmla="*/ 593950 h 761503"/>
                <a:gd name="connsiteX9" fmla="*/ 479725 w 598324"/>
                <a:gd name="connsiteY9" fmla="*/ 607548 h 761503"/>
                <a:gd name="connsiteX10" fmla="*/ 487884 w 598324"/>
                <a:gd name="connsiteY10" fmla="*/ 623867 h 761503"/>
                <a:gd name="connsiteX11" fmla="*/ 501482 w 598324"/>
                <a:gd name="connsiteY11" fmla="*/ 651063 h 761503"/>
                <a:gd name="connsiteX12" fmla="*/ 523240 w 598324"/>
                <a:gd name="connsiteY12" fmla="*/ 670101 h 761503"/>
                <a:gd name="connsiteX13" fmla="*/ 534119 w 598324"/>
                <a:gd name="connsiteY13" fmla="*/ 686418 h 761503"/>
                <a:gd name="connsiteX14" fmla="*/ 531399 w 598324"/>
                <a:gd name="connsiteY14" fmla="*/ 694578 h 761503"/>
                <a:gd name="connsiteX15" fmla="*/ 498763 w 598324"/>
                <a:gd name="connsiteY15" fmla="*/ 708176 h 761503"/>
                <a:gd name="connsiteX16" fmla="*/ 449809 w 598324"/>
                <a:gd name="connsiteY16" fmla="*/ 700017 h 761503"/>
                <a:gd name="connsiteX17" fmla="*/ 400855 w 598324"/>
                <a:gd name="connsiteY17" fmla="*/ 667381 h 761503"/>
                <a:gd name="connsiteX18" fmla="*/ 381817 w 598324"/>
                <a:gd name="connsiteY18" fmla="*/ 642904 h 761503"/>
                <a:gd name="connsiteX19" fmla="*/ 368219 w 598324"/>
                <a:gd name="connsiteY19" fmla="*/ 610268 h 761503"/>
                <a:gd name="connsiteX20" fmla="*/ 349182 w 598324"/>
                <a:gd name="connsiteY20" fmla="*/ 550436 h 761503"/>
                <a:gd name="connsiteX21" fmla="*/ 338303 w 598324"/>
                <a:gd name="connsiteY21" fmla="*/ 504202 h 761503"/>
                <a:gd name="connsiteX22" fmla="*/ 330144 w 598324"/>
                <a:gd name="connsiteY22" fmla="*/ 477005 h 761503"/>
                <a:gd name="connsiteX23" fmla="*/ 321985 w 598324"/>
                <a:gd name="connsiteY23" fmla="*/ 455248 h 761503"/>
                <a:gd name="connsiteX24" fmla="*/ 305667 w 598324"/>
                <a:gd name="connsiteY24" fmla="*/ 436210 h 761503"/>
                <a:gd name="connsiteX25" fmla="*/ 294788 w 598324"/>
                <a:gd name="connsiteY25" fmla="*/ 441650 h 761503"/>
                <a:gd name="connsiteX26" fmla="*/ 278471 w 598324"/>
                <a:gd name="connsiteY26" fmla="*/ 463407 h 761503"/>
                <a:gd name="connsiteX27" fmla="*/ 264872 w 598324"/>
                <a:gd name="connsiteY27" fmla="*/ 496043 h 761503"/>
                <a:gd name="connsiteX28" fmla="*/ 262153 w 598324"/>
                <a:gd name="connsiteY28" fmla="*/ 517800 h 761503"/>
                <a:gd name="connsiteX29" fmla="*/ 262153 w 598324"/>
                <a:gd name="connsiteY29" fmla="*/ 523239 h 761503"/>
                <a:gd name="connsiteX30" fmla="*/ 262153 w 598324"/>
                <a:gd name="connsiteY30" fmla="*/ 553155 h 761503"/>
                <a:gd name="connsiteX31" fmla="*/ 262153 w 598324"/>
                <a:gd name="connsiteY31" fmla="*/ 629306 h 761503"/>
                <a:gd name="connsiteX32" fmla="*/ 259433 w 598324"/>
                <a:gd name="connsiteY32" fmla="*/ 659222 h 761503"/>
                <a:gd name="connsiteX33" fmla="*/ 283910 w 598324"/>
                <a:gd name="connsiteY33" fmla="*/ 659222 h 761503"/>
                <a:gd name="connsiteX34" fmla="*/ 321985 w 598324"/>
                <a:gd name="connsiteY34" fmla="*/ 675540 h 761503"/>
                <a:gd name="connsiteX35" fmla="*/ 316546 w 598324"/>
                <a:gd name="connsiteY35" fmla="*/ 691858 h 761503"/>
                <a:gd name="connsiteX36" fmla="*/ 300228 w 598324"/>
                <a:gd name="connsiteY36" fmla="*/ 700017 h 761503"/>
                <a:gd name="connsiteX37" fmla="*/ 278471 w 598324"/>
                <a:gd name="connsiteY37" fmla="*/ 702736 h 761503"/>
                <a:gd name="connsiteX38" fmla="*/ 243115 w 598324"/>
                <a:gd name="connsiteY38" fmla="*/ 702736 h 761503"/>
                <a:gd name="connsiteX39" fmla="*/ 221358 w 598324"/>
                <a:gd name="connsiteY39" fmla="*/ 710895 h 761503"/>
                <a:gd name="connsiteX40" fmla="*/ 194161 w 598324"/>
                <a:gd name="connsiteY40" fmla="*/ 702736 h 761503"/>
                <a:gd name="connsiteX41" fmla="*/ 177843 w 598324"/>
                <a:gd name="connsiteY41" fmla="*/ 702736 h 761503"/>
                <a:gd name="connsiteX42" fmla="*/ 126170 w 598324"/>
                <a:gd name="connsiteY42" fmla="*/ 702736 h 761503"/>
                <a:gd name="connsiteX43" fmla="*/ 101693 w 598324"/>
                <a:gd name="connsiteY43" fmla="*/ 702736 h 761503"/>
                <a:gd name="connsiteX44" fmla="*/ 74496 w 598324"/>
                <a:gd name="connsiteY44" fmla="*/ 697297 h 761503"/>
                <a:gd name="connsiteX45" fmla="*/ 58178 w 598324"/>
                <a:gd name="connsiteY45" fmla="*/ 680979 h 761503"/>
                <a:gd name="connsiteX46" fmla="*/ 63617 w 598324"/>
                <a:gd name="connsiteY46" fmla="*/ 672820 h 761503"/>
                <a:gd name="connsiteX47" fmla="*/ 85375 w 598324"/>
                <a:gd name="connsiteY47" fmla="*/ 664661 h 761503"/>
                <a:gd name="connsiteX48" fmla="*/ 128889 w 598324"/>
                <a:gd name="connsiteY48" fmla="*/ 659222 h 761503"/>
                <a:gd name="connsiteX49" fmla="*/ 147927 w 598324"/>
                <a:gd name="connsiteY49" fmla="*/ 659222 h 761503"/>
                <a:gd name="connsiteX50" fmla="*/ 145207 w 598324"/>
                <a:gd name="connsiteY50" fmla="*/ 653783 h 761503"/>
                <a:gd name="connsiteX51" fmla="*/ 131609 w 598324"/>
                <a:gd name="connsiteY51" fmla="*/ 585791 h 761503"/>
                <a:gd name="connsiteX52" fmla="*/ 134329 w 598324"/>
                <a:gd name="connsiteY52" fmla="*/ 498762 h 761503"/>
                <a:gd name="connsiteX53" fmla="*/ 137048 w 598324"/>
                <a:gd name="connsiteY53" fmla="*/ 406294 h 761503"/>
                <a:gd name="connsiteX54" fmla="*/ 134329 w 598324"/>
                <a:gd name="connsiteY54" fmla="*/ 327424 h 761503"/>
                <a:gd name="connsiteX55" fmla="*/ 137048 w 598324"/>
                <a:gd name="connsiteY55" fmla="*/ 253993 h 761503"/>
                <a:gd name="connsiteX56" fmla="*/ 139768 w 598324"/>
                <a:gd name="connsiteY56" fmla="*/ 207759 h 761503"/>
                <a:gd name="connsiteX57" fmla="*/ 137048 w 598324"/>
                <a:gd name="connsiteY57" fmla="*/ 172404 h 761503"/>
                <a:gd name="connsiteX58" fmla="*/ 137048 w 598324"/>
                <a:gd name="connsiteY58" fmla="*/ 112571 h 761503"/>
                <a:gd name="connsiteX59" fmla="*/ 126170 w 598324"/>
                <a:gd name="connsiteY59" fmla="*/ 112571 h 761503"/>
                <a:gd name="connsiteX60" fmla="*/ 101693 w 598324"/>
                <a:gd name="connsiteY60" fmla="*/ 112571 h 761503"/>
                <a:gd name="connsiteX61" fmla="*/ 74496 w 598324"/>
                <a:gd name="connsiteY61" fmla="*/ 107132 h 761503"/>
                <a:gd name="connsiteX62" fmla="*/ 58178 w 598324"/>
                <a:gd name="connsiteY62" fmla="*/ 90814 h 761503"/>
                <a:gd name="connsiteX63" fmla="*/ 63617 w 598324"/>
                <a:gd name="connsiteY63" fmla="*/ 82655 h 761503"/>
                <a:gd name="connsiteX64" fmla="*/ 85375 w 598324"/>
                <a:gd name="connsiteY64" fmla="*/ 74496 h 761503"/>
                <a:gd name="connsiteX65" fmla="*/ 137048 w 598324"/>
                <a:gd name="connsiteY65" fmla="*/ 69057 h 761503"/>
                <a:gd name="connsiteX66" fmla="*/ 145207 w 598324"/>
                <a:gd name="connsiteY66" fmla="*/ 69057 h 761503"/>
                <a:gd name="connsiteX67" fmla="*/ 169684 w 598324"/>
                <a:gd name="connsiteY67" fmla="*/ 58178 h 761503"/>
                <a:gd name="connsiteX68" fmla="*/ 177843 w 598324"/>
                <a:gd name="connsiteY68" fmla="*/ 58178 h 761503"/>
                <a:gd name="connsiteX69" fmla="*/ 205040 w 598324"/>
                <a:gd name="connsiteY69" fmla="*/ 66337 h 761503"/>
                <a:gd name="connsiteX70" fmla="*/ 286629 w 598324"/>
                <a:gd name="connsiteY70" fmla="*/ 63617 h 761503"/>
                <a:gd name="connsiteX71" fmla="*/ 324705 w 598324"/>
                <a:gd name="connsiteY71" fmla="*/ 79936 h 761503"/>
                <a:gd name="connsiteX72" fmla="*/ 319265 w 598324"/>
                <a:gd name="connsiteY72" fmla="*/ 96253 h 761503"/>
                <a:gd name="connsiteX73" fmla="*/ 302948 w 598324"/>
                <a:gd name="connsiteY73" fmla="*/ 104412 h 761503"/>
                <a:gd name="connsiteX74" fmla="*/ 278471 w 598324"/>
                <a:gd name="connsiteY74" fmla="*/ 112571 h 761503"/>
                <a:gd name="connsiteX75" fmla="*/ 232236 w 598324"/>
                <a:gd name="connsiteY75" fmla="*/ 112571 h 761503"/>
                <a:gd name="connsiteX76" fmla="*/ 240395 w 598324"/>
                <a:gd name="connsiteY76" fmla="*/ 137048 h 761503"/>
                <a:gd name="connsiteX77" fmla="*/ 240395 w 598324"/>
                <a:gd name="connsiteY77" fmla="*/ 150647 h 761503"/>
                <a:gd name="connsiteX78" fmla="*/ 243115 w 598324"/>
                <a:gd name="connsiteY78" fmla="*/ 158805 h 761503"/>
                <a:gd name="connsiteX79" fmla="*/ 248554 w 598324"/>
                <a:gd name="connsiteY79" fmla="*/ 188722 h 761503"/>
                <a:gd name="connsiteX80" fmla="*/ 248554 w 598324"/>
                <a:gd name="connsiteY80" fmla="*/ 199600 h 761503"/>
                <a:gd name="connsiteX81" fmla="*/ 248554 w 598324"/>
                <a:gd name="connsiteY81" fmla="*/ 221357 h 761503"/>
                <a:gd name="connsiteX82" fmla="*/ 253994 w 598324"/>
                <a:gd name="connsiteY82" fmla="*/ 264872 h 761503"/>
                <a:gd name="connsiteX83" fmla="*/ 262153 w 598324"/>
                <a:gd name="connsiteY83" fmla="*/ 297508 h 761503"/>
                <a:gd name="connsiteX84" fmla="*/ 264872 w 598324"/>
                <a:gd name="connsiteY84" fmla="*/ 324704 h 761503"/>
                <a:gd name="connsiteX85" fmla="*/ 264872 w 598324"/>
                <a:gd name="connsiteY85" fmla="*/ 332863 h 761503"/>
                <a:gd name="connsiteX86" fmla="*/ 264872 w 598324"/>
                <a:gd name="connsiteY86" fmla="*/ 351901 h 761503"/>
                <a:gd name="connsiteX87" fmla="*/ 262153 w 598324"/>
                <a:gd name="connsiteY87" fmla="*/ 370939 h 761503"/>
                <a:gd name="connsiteX88" fmla="*/ 267592 w 598324"/>
                <a:gd name="connsiteY88" fmla="*/ 384537 h 761503"/>
                <a:gd name="connsiteX89" fmla="*/ 278471 w 598324"/>
                <a:gd name="connsiteY89" fmla="*/ 370939 h 761503"/>
                <a:gd name="connsiteX90" fmla="*/ 297508 w 598324"/>
                <a:gd name="connsiteY90" fmla="*/ 332863 h 761503"/>
                <a:gd name="connsiteX91" fmla="*/ 311106 w 598324"/>
                <a:gd name="connsiteY91" fmla="*/ 305667 h 761503"/>
                <a:gd name="connsiteX92" fmla="*/ 335583 w 598324"/>
                <a:gd name="connsiteY92" fmla="*/ 259433 h 761503"/>
                <a:gd name="connsiteX93" fmla="*/ 354621 w 598324"/>
                <a:gd name="connsiteY93" fmla="*/ 224077 h 761503"/>
                <a:gd name="connsiteX94" fmla="*/ 381817 w 598324"/>
                <a:gd name="connsiteY94" fmla="*/ 172404 h 761503"/>
                <a:gd name="connsiteX95" fmla="*/ 409014 w 598324"/>
                <a:gd name="connsiteY95" fmla="*/ 118011 h 761503"/>
                <a:gd name="connsiteX96" fmla="*/ 411734 w 598324"/>
                <a:gd name="connsiteY96" fmla="*/ 115291 h 761503"/>
                <a:gd name="connsiteX97" fmla="*/ 398136 w 598324"/>
                <a:gd name="connsiteY97" fmla="*/ 115291 h 761503"/>
                <a:gd name="connsiteX98" fmla="*/ 379098 w 598324"/>
                <a:gd name="connsiteY98" fmla="*/ 109852 h 761503"/>
                <a:gd name="connsiteX99" fmla="*/ 368219 w 598324"/>
                <a:gd name="connsiteY99" fmla="*/ 93534 h 761503"/>
                <a:gd name="connsiteX100" fmla="*/ 370939 w 598324"/>
                <a:gd name="connsiteY100" fmla="*/ 85375 h 761503"/>
                <a:gd name="connsiteX101" fmla="*/ 387257 w 598324"/>
                <a:gd name="connsiteY101" fmla="*/ 77216 h 761503"/>
                <a:gd name="connsiteX102" fmla="*/ 422612 w 598324"/>
                <a:gd name="connsiteY102" fmla="*/ 71776 h 761503"/>
                <a:gd name="connsiteX103" fmla="*/ 436211 w 598324"/>
                <a:gd name="connsiteY103" fmla="*/ 71776 h 761503"/>
                <a:gd name="connsiteX104" fmla="*/ 438930 w 598324"/>
                <a:gd name="connsiteY104" fmla="*/ 69057 h 761503"/>
                <a:gd name="connsiteX105" fmla="*/ 452529 w 598324"/>
                <a:gd name="connsiteY105" fmla="*/ 66337 h 761503"/>
                <a:gd name="connsiteX106" fmla="*/ 466127 w 598324"/>
                <a:gd name="connsiteY106" fmla="*/ 69057 h 761503"/>
                <a:gd name="connsiteX107" fmla="*/ 471566 w 598324"/>
                <a:gd name="connsiteY107" fmla="*/ 71776 h 761503"/>
                <a:gd name="connsiteX108" fmla="*/ 515081 w 598324"/>
                <a:gd name="connsiteY108" fmla="*/ 71776 h 761503"/>
                <a:gd name="connsiteX109" fmla="*/ 542277 w 598324"/>
                <a:gd name="connsiteY109" fmla="*/ 88094 h 761503"/>
                <a:gd name="connsiteX110" fmla="*/ 536838 w 598324"/>
                <a:gd name="connsiteY110" fmla="*/ 104412 h 761503"/>
                <a:gd name="connsiteX111" fmla="*/ 525959 w 598324"/>
                <a:gd name="connsiteY111" fmla="*/ 112571 h 761503"/>
                <a:gd name="connsiteX112" fmla="*/ 509642 w 598324"/>
                <a:gd name="connsiteY112" fmla="*/ 115291 h 761503"/>
                <a:gd name="connsiteX113" fmla="*/ 468847 w 598324"/>
                <a:gd name="connsiteY113" fmla="*/ 115291 h 761503"/>
                <a:gd name="connsiteX114" fmla="*/ 457968 w 598324"/>
                <a:gd name="connsiteY114" fmla="*/ 137048 h 761503"/>
                <a:gd name="connsiteX115" fmla="*/ 430771 w 598324"/>
                <a:gd name="connsiteY115" fmla="*/ 194161 h 761503"/>
                <a:gd name="connsiteX116" fmla="*/ 400855 w 598324"/>
                <a:gd name="connsiteY116" fmla="*/ 262152 h 761503"/>
                <a:gd name="connsiteX117" fmla="*/ 360060 w 598324"/>
                <a:gd name="connsiteY117" fmla="*/ 332863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</a:cxnLst>
              <a:rect l="l" t="t" r="r" b="b"/>
              <a:pathLst>
                <a:path w="598324" h="761503">
                  <a:moveTo>
                    <a:pt x="360060" y="332863"/>
                  </a:moveTo>
                  <a:cubicBezTo>
                    <a:pt x="351901" y="343742"/>
                    <a:pt x="341023" y="357340"/>
                    <a:pt x="341023" y="370939"/>
                  </a:cubicBezTo>
                  <a:cubicBezTo>
                    <a:pt x="341023" y="379098"/>
                    <a:pt x="357341" y="381817"/>
                    <a:pt x="376378" y="389976"/>
                  </a:cubicBezTo>
                  <a:cubicBezTo>
                    <a:pt x="395416" y="398135"/>
                    <a:pt x="417173" y="417173"/>
                    <a:pt x="425332" y="433491"/>
                  </a:cubicBezTo>
                  <a:cubicBezTo>
                    <a:pt x="430771" y="444369"/>
                    <a:pt x="436211" y="452528"/>
                    <a:pt x="438930" y="463407"/>
                  </a:cubicBezTo>
                  <a:cubicBezTo>
                    <a:pt x="444370" y="474286"/>
                    <a:pt x="447089" y="487884"/>
                    <a:pt x="449809" y="498762"/>
                  </a:cubicBezTo>
                  <a:cubicBezTo>
                    <a:pt x="452529" y="512361"/>
                    <a:pt x="452529" y="517800"/>
                    <a:pt x="457968" y="528679"/>
                  </a:cubicBezTo>
                  <a:cubicBezTo>
                    <a:pt x="463407" y="539557"/>
                    <a:pt x="463407" y="553155"/>
                    <a:pt x="466127" y="564034"/>
                  </a:cubicBezTo>
                  <a:cubicBezTo>
                    <a:pt x="468847" y="572193"/>
                    <a:pt x="468847" y="585791"/>
                    <a:pt x="471566" y="593950"/>
                  </a:cubicBezTo>
                  <a:cubicBezTo>
                    <a:pt x="474286" y="599390"/>
                    <a:pt x="477006" y="602109"/>
                    <a:pt x="479725" y="607548"/>
                  </a:cubicBezTo>
                  <a:cubicBezTo>
                    <a:pt x="482445" y="612988"/>
                    <a:pt x="487884" y="618427"/>
                    <a:pt x="487884" y="623867"/>
                  </a:cubicBezTo>
                  <a:cubicBezTo>
                    <a:pt x="490604" y="634745"/>
                    <a:pt x="496043" y="642904"/>
                    <a:pt x="501482" y="651063"/>
                  </a:cubicBezTo>
                  <a:cubicBezTo>
                    <a:pt x="506922" y="661942"/>
                    <a:pt x="512361" y="664661"/>
                    <a:pt x="523240" y="670101"/>
                  </a:cubicBezTo>
                  <a:cubicBezTo>
                    <a:pt x="528679" y="672820"/>
                    <a:pt x="534119" y="680979"/>
                    <a:pt x="534119" y="686418"/>
                  </a:cubicBezTo>
                  <a:cubicBezTo>
                    <a:pt x="534119" y="689138"/>
                    <a:pt x="534119" y="691858"/>
                    <a:pt x="531399" y="694578"/>
                  </a:cubicBezTo>
                  <a:cubicBezTo>
                    <a:pt x="525959" y="702736"/>
                    <a:pt x="512361" y="708176"/>
                    <a:pt x="498763" y="708176"/>
                  </a:cubicBezTo>
                  <a:cubicBezTo>
                    <a:pt x="485165" y="708176"/>
                    <a:pt x="466127" y="705456"/>
                    <a:pt x="449809" y="700017"/>
                  </a:cubicBezTo>
                  <a:cubicBezTo>
                    <a:pt x="430771" y="694578"/>
                    <a:pt x="409014" y="675540"/>
                    <a:pt x="400855" y="667381"/>
                  </a:cubicBezTo>
                  <a:cubicBezTo>
                    <a:pt x="392696" y="659222"/>
                    <a:pt x="387257" y="651063"/>
                    <a:pt x="381817" y="642904"/>
                  </a:cubicBezTo>
                  <a:cubicBezTo>
                    <a:pt x="376378" y="632025"/>
                    <a:pt x="370939" y="623867"/>
                    <a:pt x="368219" y="610268"/>
                  </a:cubicBezTo>
                  <a:cubicBezTo>
                    <a:pt x="360060" y="588511"/>
                    <a:pt x="357341" y="574913"/>
                    <a:pt x="349182" y="550436"/>
                  </a:cubicBezTo>
                  <a:cubicBezTo>
                    <a:pt x="343742" y="534118"/>
                    <a:pt x="341023" y="520520"/>
                    <a:pt x="338303" y="504202"/>
                  </a:cubicBezTo>
                  <a:cubicBezTo>
                    <a:pt x="335583" y="493323"/>
                    <a:pt x="332864" y="485164"/>
                    <a:pt x="330144" y="477005"/>
                  </a:cubicBezTo>
                  <a:cubicBezTo>
                    <a:pt x="327424" y="471566"/>
                    <a:pt x="324705" y="463407"/>
                    <a:pt x="321985" y="455248"/>
                  </a:cubicBezTo>
                  <a:cubicBezTo>
                    <a:pt x="316546" y="444369"/>
                    <a:pt x="311106" y="436210"/>
                    <a:pt x="305667" y="436210"/>
                  </a:cubicBezTo>
                  <a:cubicBezTo>
                    <a:pt x="302948" y="436210"/>
                    <a:pt x="300228" y="438930"/>
                    <a:pt x="294788" y="441650"/>
                  </a:cubicBezTo>
                  <a:cubicBezTo>
                    <a:pt x="289349" y="447089"/>
                    <a:pt x="283910" y="455248"/>
                    <a:pt x="278471" y="463407"/>
                  </a:cubicBezTo>
                  <a:cubicBezTo>
                    <a:pt x="270312" y="474286"/>
                    <a:pt x="267592" y="485164"/>
                    <a:pt x="264872" y="496043"/>
                  </a:cubicBezTo>
                  <a:cubicBezTo>
                    <a:pt x="264872" y="504202"/>
                    <a:pt x="262153" y="512361"/>
                    <a:pt x="262153" y="517800"/>
                  </a:cubicBezTo>
                  <a:cubicBezTo>
                    <a:pt x="262153" y="520520"/>
                    <a:pt x="262153" y="520520"/>
                    <a:pt x="262153" y="523239"/>
                  </a:cubicBezTo>
                  <a:cubicBezTo>
                    <a:pt x="262153" y="528679"/>
                    <a:pt x="262153" y="544997"/>
                    <a:pt x="262153" y="553155"/>
                  </a:cubicBezTo>
                  <a:cubicBezTo>
                    <a:pt x="262153" y="583072"/>
                    <a:pt x="264872" y="599390"/>
                    <a:pt x="262153" y="629306"/>
                  </a:cubicBezTo>
                  <a:cubicBezTo>
                    <a:pt x="262153" y="640184"/>
                    <a:pt x="262153" y="648343"/>
                    <a:pt x="259433" y="659222"/>
                  </a:cubicBezTo>
                  <a:cubicBezTo>
                    <a:pt x="270312" y="659222"/>
                    <a:pt x="278471" y="659222"/>
                    <a:pt x="283910" y="659222"/>
                  </a:cubicBezTo>
                  <a:cubicBezTo>
                    <a:pt x="297508" y="659222"/>
                    <a:pt x="321985" y="659222"/>
                    <a:pt x="321985" y="675540"/>
                  </a:cubicBezTo>
                  <a:cubicBezTo>
                    <a:pt x="321985" y="683699"/>
                    <a:pt x="319265" y="686418"/>
                    <a:pt x="316546" y="691858"/>
                  </a:cubicBezTo>
                  <a:cubicBezTo>
                    <a:pt x="311106" y="697297"/>
                    <a:pt x="305667" y="700017"/>
                    <a:pt x="300228" y="700017"/>
                  </a:cubicBezTo>
                  <a:cubicBezTo>
                    <a:pt x="292069" y="702736"/>
                    <a:pt x="283910" y="702736"/>
                    <a:pt x="278471" y="702736"/>
                  </a:cubicBezTo>
                  <a:cubicBezTo>
                    <a:pt x="275751" y="702736"/>
                    <a:pt x="259433" y="702736"/>
                    <a:pt x="243115" y="702736"/>
                  </a:cubicBezTo>
                  <a:cubicBezTo>
                    <a:pt x="237676" y="708176"/>
                    <a:pt x="229517" y="710895"/>
                    <a:pt x="221358" y="710895"/>
                  </a:cubicBezTo>
                  <a:cubicBezTo>
                    <a:pt x="213199" y="710895"/>
                    <a:pt x="202320" y="708176"/>
                    <a:pt x="194161" y="702736"/>
                  </a:cubicBezTo>
                  <a:cubicBezTo>
                    <a:pt x="186002" y="702736"/>
                    <a:pt x="180563" y="702736"/>
                    <a:pt x="177843" y="702736"/>
                  </a:cubicBezTo>
                  <a:cubicBezTo>
                    <a:pt x="164245" y="702736"/>
                    <a:pt x="139768" y="702736"/>
                    <a:pt x="126170" y="702736"/>
                  </a:cubicBezTo>
                  <a:cubicBezTo>
                    <a:pt x="118011" y="702736"/>
                    <a:pt x="109852" y="702736"/>
                    <a:pt x="101693" y="702736"/>
                  </a:cubicBezTo>
                  <a:cubicBezTo>
                    <a:pt x="93534" y="702736"/>
                    <a:pt x="82655" y="702736"/>
                    <a:pt x="74496" y="697297"/>
                  </a:cubicBezTo>
                  <a:cubicBezTo>
                    <a:pt x="66337" y="694578"/>
                    <a:pt x="58178" y="686418"/>
                    <a:pt x="58178" y="680979"/>
                  </a:cubicBezTo>
                  <a:cubicBezTo>
                    <a:pt x="58178" y="678260"/>
                    <a:pt x="58178" y="675540"/>
                    <a:pt x="63617" y="672820"/>
                  </a:cubicBezTo>
                  <a:cubicBezTo>
                    <a:pt x="69057" y="670101"/>
                    <a:pt x="79935" y="667381"/>
                    <a:pt x="85375" y="664661"/>
                  </a:cubicBezTo>
                  <a:cubicBezTo>
                    <a:pt x="104412" y="661942"/>
                    <a:pt x="123450" y="659222"/>
                    <a:pt x="128889" y="659222"/>
                  </a:cubicBezTo>
                  <a:cubicBezTo>
                    <a:pt x="134329" y="659222"/>
                    <a:pt x="139768" y="659222"/>
                    <a:pt x="147927" y="659222"/>
                  </a:cubicBezTo>
                  <a:cubicBezTo>
                    <a:pt x="147927" y="656502"/>
                    <a:pt x="145207" y="653783"/>
                    <a:pt x="145207" y="653783"/>
                  </a:cubicBezTo>
                  <a:cubicBezTo>
                    <a:pt x="131609" y="632025"/>
                    <a:pt x="131609" y="610268"/>
                    <a:pt x="131609" y="585791"/>
                  </a:cubicBezTo>
                  <a:cubicBezTo>
                    <a:pt x="131609" y="555875"/>
                    <a:pt x="131609" y="528679"/>
                    <a:pt x="134329" y="498762"/>
                  </a:cubicBezTo>
                  <a:cubicBezTo>
                    <a:pt x="134329" y="468846"/>
                    <a:pt x="137048" y="436210"/>
                    <a:pt x="137048" y="406294"/>
                  </a:cubicBezTo>
                  <a:cubicBezTo>
                    <a:pt x="137048" y="379098"/>
                    <a:pt x="134329" y="354621"/>
                    <a:pt x="134329" y="327424"/>
                  </a:cubicBezTo>
                  <a:cubicBezTo>
                    <a:pt x="134329" y="302947"/>
                    <a:pt x="137048" y="278470"/>
                    <a:pt x="137048" y="253993"/>
                  </a:cubicBezTo>
                  <a:cubicBezTo>
                    <a:pt x="137048" y="237675"/>
                    <a:pt x="139768" y="224077"/>
                    <a:pt x="139768" y="207759"/>
                  </a:cubicBezTo>
                  <a:cubicBezTo>
                    <a:pt x="139768" y="196881"/>
                    <a:pt x="137048" y="183282"/>
                    <a:pt x="137048" y="172404"/>
                  </a:cubicBezTo>
                  <a:cubicBezTo>
                    <a:pt x="137048" y="150647"/>
                    <a:pt x="137048" y="131609"/>
                    <a:pt x="137048" y="112571"/>
                  </a:cubicBezTo>
                  <a:cubicBezTo>
                    <a:pt x="134329" y="112571"/>
                    <a:pt x="137048" y="112571"/>
                    <a:pt x="126170" y="112571"/>
                  </a:cubicBezTo>
                  <a:cubicBezTo>
                    <a:pt x="118011" y="112571"/>
                    <a:pt x="109852" y="112571"/>
                    <a:pt x="101693" y="112571"/>
                  </a:cubicBezTo>
                  <a:cubicBezTo>
                    <a:pt x="93534" y="112571"/>
                    <a:pt x="82655" y="109852"/>
                    <a:pt x="74496" y="107132"/>
                  </a:cubicBezTo>
                  <a:cubicBezTo>
                    <a:pt x="66337" y="104412"/>
                    <a:pt x="58178" y="96253"/>
                    <a:pt x="58178" y="90814"/>
                  </a:cubicBezTo>
                  <a:cubicBezTo>
                    <a:pt x="58178" y="88094"/>
                    <a:pt x="58178" y="85375"/>
                    <a:pt x="63617" y="82655"/>
                  </a:cubicBezTo>
                  <a:cubicBezTo>
                    <a:pt x="69057" y="79936"/>
                    <a:pt x="79935" y="77216"/>
                    <a:pt x="85375" y="74496"/>
                  </a:cubicBezTo>
                  <a:cubicBezTo>
                    <a:pt x="104412" y="71776"/>
                    <a:pt x="128889" y="69057"/>
                    <a:pt x="137048" y="69057"/>
                  </a:cubicBezTo>
                  <a:cubicBezTo>
                    <a:pt x="137048" y="69057"/>
                    <a:pt x="139768" y="69057"/>
                    <a:pt x="145207" y="69057"/>
                  </a:cubicBezTo>
                  <a:cubicBezTo>
                    <a:pt x="150646" y="60898"/>
                    <a:pt x="158806" y="58178"/>
                    <a:pt x="169684" y="58178"/>
                  </a:cubicBezTo>
                  <a:cubicBezTo>
                    <a:pt x="172404" y="58178"/>
                    <a:pt x="175123" y="58178"/>
                    <a:pt x="177843" y="58178"/>
                  </a:cubicBezTo>
                  <a:cubicBezTo>
                    <a:pt x="186002" y="58178"/>
                    <a:pt x="196881" y="63617"/>
                    <a:pt x="205040" y="66337"/>
                  </a:cubicBezTo>
                  <a:cubicBezTo>
                    <a:pt x="237676" y="66337"/>
                    <a:pt x="273031" y="63617"/>
                    <a:pt x="286629" y="63617"/>
                  </a:cubicBezTo>
                  <a:cubicBezTo>
                    <a:pt x="300228" y="63617"/>
                    <a:pt x="324705" y="63617"/>
                    <a:pt x="324705" y="79936"/>
                  </a:cubicBezTo>
                  <a:cubicBezTo>
                    <a:pt x="324705" y="88094"/>
                    <a:pt x="321985" y="90814"/>
                    <a:pt x="319265" y="96253"/>
                  </a:cubicBezTo>
                  <a:cubicBezTo>
                    <a:pt x="313826" y="101693"/>
                    <a:pt x="308387" y="104412"/>
                    <a:pt x="302948" y="104412"/>
                  </a:cubicBezTo>
                  <a:cubicBezTo>
                    <a:pt x="289349" y="112571"/>
                    <a:pt x="283910" y="112571"/>
                    <a:pt x="278471" y="112571"/>
                  </a:cubicBezTo>
                  <a:cubicBezTo>
                    <a:pt x="273031" y="112571"/>
                    <a:pt x="253994" y="112571"/>
                    <a:pt x="232236" y="112571"/>
                  </a:cubicBezTo>
                  <a:cubicBezTo>
                    <a:pt x="237676" y="120730"/>
                    <a:pt x="240395" y="128889"/>
                    <a:pt x="240395" y="137048"/>
                  </a:cubicBezTo>
                  <a:cubicBezTo>
                    <a:pt x="240395" y="142487"/>
                    <a:pt x="240395" y="145207"/>
                    <a:pt x="240395" y="150647"/>
                  </a:cubicBezTo>
                  <a:cubicBezTo>
                    <a:pt x="240395" y="153366"/>
                    <a:pt x="240395" y="156086"/>
                    <a:pt x="243115" y="158805"/>
                  </a:cubicBezTo>
                  <a:cubicBezTo>
                    <a:pt x="245835" y="169684"/>
                    <a:pt x="245835" y="180563"/>
                    <a:pt x="248554" y="188722"/>
                  </a:cubicBezTo>
                  <a:cubicBezTo>
                    <a:pt x="248554" y="191441"/>
                    <a:pt x="248554" y="194161"/>
                    <a:pt x="248554" y="199600"/>
                  </a:cubicBezTo>
                  <a:cubicBezTo>
                    <a:pt x="248554" y="207759"/>
                    <a:pt x="248554" y="213198"/>
                    <a:pt x="248554" y="221357"/>
                  </a:cubicBezTo>
                  <a:cubicBezTo>
                    <a:pt x="248554" y="234956"/>
                    <a:pt x="251274" y="248554"/>
                    <a:pt x="253994" y="264872"/>
                  </a:cubicBezTo>
                  <a:cubicBezTo>
                    <a:pt x="256713" y="275751"/>
                    <a:pt x="259433" y="286629"/>
                    <a:pt x="262153" y="297508"/>
                  </a:cubicBezTo>
                  <a:cubicBezTo>
                    <a:pt x="264872" y="305667"/>
                    <a:pt x="264872" y="313826"/>
                    <a:pt x="264872" y="324704"/>
                  </a:cubicBezTo>
                  <a:cubicBezTo>
                    <a:pt x="264872" y="327424"/>
                    <a:pt x="264872" y="330144"/>
                    <a:pt x="264872" y="332863"/>
                  </a:cubicBezTo>
                  <a:cubicBezTo>
                    <a:pt x="264872" y="338303"/>
                    <a:pt x="264872" y="346462"/>
                    <a:pt x="264872" y="351901"/>
                  </a:cubicBezTo>
                  <a:cubicBezTo>
                    <a:pt x="264872" y="357340"/>
                    <a:pt x="262153" y="365499"/>
                    <a:pt x="262153" y="370939"/>
                  </a:cubicBezTo>
                  <a:cubicBezTo>
                    <a:pt x="262153" y="376378"/>
                    <a:pt x="264872" y="384537"/>
                    <a:pt x="267592" y="384537"/>
                  </a:cubicBezTo>
                  <a:cubicBezTo>
                    <a:pt x="273031" y="384537"/>
                    <a:pt x="275751" y="376378"/>
                    <a:pt x="278471" y="370939"/>
                  </a:cubicBezTo>
                  <a:cubicBezTo>
                    <a:pt x="283910" y="360060"/>
                    <a:pt x="289349" y="346462"/>
                    <a:pt x="297508" y="332863"/>
                  </a:cubicBezTo>
                  <a:cubicBezTo>
                    <a:pt x="302948" y="324704"/>
                    <a:pt x="305667" y="313826"/>
                    <a:pt x="311106" y="305667"/>
                  </a:cubicBezTo>
                  <a:cubicBezTo>
                    <a:pt x="319265" y="289349"/>
                    <a:pt x="327424" y="275751"/>
                    <a:pt x="335583" y="259433"/>
                  </a:cubicBezTo>
                  <a:cubicBezTo>
                    <a:pt x="341023" y="248554"/>
                    <a:pt x="349182" y="234956"/>
                    <a:pt x="354621" y="224077"/>
                  </a:cubicBezTo>
                  <a:cubicBezTo>
                    <a:pt x="362780" y="207759"/>
                    <a:pt x="370939" y="191441"/>
                    <a:pt x="381817" y="172404"/>
                  </a:cubicBezTo>
                  <a:cubicBezTo>
                    <a:pt x="389977" y="153366"/>
                    <a:pt x="400855" y="134329"/>
                    <a:pt x="409014" y="118011"/>
                  </a:cubicBezTo>
                  <a:cubicBezTo>
                    <a:pt x="409014" y="115291"/>
                    <a:pt x="409014" y="115291"/>
                    <a:pt x="411734" y="115291"/>
                  </a:cubicBezTo>
                  <a:cubicBezTo>
                    <a:pt x="406294" y="115291"/>
                    <a:pt x="400855" y="115291"/>
                    <a:pt x="398136" y="115291"/>
                  </a:cubicBezTo>
                  <a:cubicBezTo>
                    <a:pt x="392696" y="115291"/>
                    <a:pt x="384537" y="115291"/>
                    <a:pt x="379098" y="109852"/>
                  </a:cubicBezTo>
                  <a:cubicBezTo>
                    <a:pt x="373659" y="107132"/>
                    <a:pt x="368219" y="98973"/>
                    <a:pt x="368219" y="93534"/>
                  </a:cubicBezTo>
                  <a:cubicBezTo>
                    <a:pt x="368219" y="90814"/>
                    <a:pt x="368219" y="88094"/>
                    <a:pt x="370939" y="85375"/>
                  </a:cubicBezTo>
                  <a:cubicBezTo>
                    <a:pt x="373659" y="82655"/>
                    <a:pt x="381817" y="79936"/>
                    <a:pt x="387257" y="77216"/>
                  </a:cubicBezTo>
                  <a:cubicBezTo>
                    <a:pt x="400855" y="74496"/>
                    <a:pt x="414453" y="71776"/>
                    <a:pt x="422612" y="71776"/>
                  </a:cubicBezTo>
                  <a:cubicBezTo>
                    <a:pt x="425332" y="71776"/>
                    <a:pt x="430771" y="71776"/>
                    <a:pt x="436211" y="71776"/>
                  </a:cubicBezTo>
                  <a:cubicBezTo>
                    <a:pt x="436211" y="71776"/>
                    <a:pt x="438930" y="69057"/>
                    <a:pt x="438930" y="69057"/>
                  </a:cubicBezTo>
                  <a:cubicBezTo>
                    <a:pt x="444370" y="66337"/>
                    <a:pt x="447089" y="66337"/>
                    <a:pt x="452529" y="66337"/>
                  </a:cubicBezTo>
                  <a:cubicBezTo>
                    <a:pt x="457968" y="66337"/>
                    <a:pt x="460688" y="66337"/>
                    <a:pt x="466127" y="69057"/>
                  </a:cubicBezTo>
                  <a:cubicBezTo>
                    <a:pt x="468847" y="69057"/>
                    <a:pt x="471566" y="71776"/>
                    <a:pt x="471566" y="71776"/>
                  </a:cubicBezTo>
                  <a:cubicBezTo>
                    <a:pt x="490604" y="71776"/>
                    <a:pt x="506922" y="71776"/>
                    <a:pt x="515081" y="71776"/>
                  </a:cubicBezTo>
                  <a:cubicBezTo>
                    <a:pt x="523240" y="71776"/>
                    <a:pt x="542277" y="71776"/>
                    <a:pt x="542277" y="88094"/>
                  </a:cubicBezTo>
                  <a:cubicBezTo>
                    <a:pt x="542277" y="96253"/>
                    <a:pt x="542277" y="98973"/>
                    <a:pt x="536838" y="104412"/>
                  </a:cubicBezTo>
                  <a:cubicBezTo>
                    <a:pt x="534119" y="109852"/>
                    <a:pt x="528679" y="112571"/>
                    <a:pt x="525959" y="112571"/>
                  </a:cubicBezTo>
                  <a:cubicBezTo>
                    <a:pt x="520520" y="115291"/>
                    <a:pt x="515081" y="115291"/>
                    <a:pt x="509642" y="115291"/>
                  </a:cubicBezTo>
                  <a:cubicBezTo>
                    <a:pt x="506922" y="115291"/>
                    <a:pt x="487884" y="115291"/>
                    <a:pt x="468847" y="115291"/>
                  </a:cubicBezTo>
                  <a:cubicBezTo>
                    <a:pt x="466127" y="123450"/>
                    <a:pt x="460688" y="128889"/>
                    <a:pt x="457968" y="137048"/>
                  </a:cubicBezTo>
                  <a:cubicBezTo>
                    <a:pt x="447089" y="156086"/>
                    <a:pt x="438930" y="175123"/>
                    <a:pt x="430771" y="194161"/>
                  </a:cubicBezTo>
                  <a:cubicBezTo>
                    <a:pt x="419893" y="215918"/>
                    <a:pt x="411734" y="240395"/>
                    <a:pt x="400855" y="262152"/>
                  </a:cubicBezTo>
                  <a:cubicBezTo>
                    <a:pt x="387257" y="289349"/>
                    <a:pt x="373659" y="311106"/>
                    <a:pt x="360060" y="332863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396A1217-0C47-4B68-B46A-6D7E7E1D3BBD}"/>
                </a:ext>
              </a:extLst>
            </p:cNvPr>
            <p:cNvSpPr/>
            <p:nvPr/>
          </p:nvSpPr>
          <p:spPr bwMode="black">
            <a:xfrm>
              <a:off x="4335316" y="4186718"/>
              <a:ext cx="353556" cy="761503"/>
            </a:xfrm>
            <a:custGeom>
              <a:avLst/>
              <a:gdLst>
                <a:gd name="connsiteX0" fmla="*/ 283910 w 353555"/>
                <a:gd name="connsiteY0" fmla="*/ 672820 h 761503"/>
                <a:gd name="connsiteX1" fmla="*/ 321985 w 353555"/>
                <a:gd name="connsiteY1" fmla="*/ 689138 h 761503"/>
                <a:gd name="connsiteX2" fmla="*/ 316546 w 353555"/>
                <a:gd name="connsiteY2" fmla="*/ 705456 h 761503"/>
                <a:gd name="connsiteX3" fmla="*/ 300228 w 353555"/>
                <a:gd name="connsiteY3" fmla="*/ 713615 h 761503"/>
                <a:gd name="connsiteX4" fmla="*/ 278471 w 353555"/>
                <a:gd name="connsiteY4" fmla="*/ 716335 h 761503"/>
                <a:gd name="connsiteX5" fmla="*/ 237676 w 353555"/>
                <a:gd name="connsiteY5" fmla="*/ 716335 h 761503"/>
                <a:gd name="connsiteX6" fmla="*/ 180563 w 353555"/>
                <a:gd name="connsiteY6" fmla="*/ 719054 h 761503"/>
                <a:gd name="connsiteX7" fmla="*/ 126170 w 353555"/>
                <a:gd name="connsiteY7" fmla="*/ 719054 h 761503"/>
                <a:gd name="connsiteX8" fmla="*/ 101693 w 353555"/>
                <a:gd name="connsiteY8" fmla="*/ 719054 h 761503"/>
                <a:gd name="connsiteX9" fmla="*/ 74496 w 353555"/>
                <a:gd name="connsiteY9" fmla="*/ 713615 h 761503"/>
                <a:gd name="connsiteX10" fmla="*/ 58178 w 353555"/>
                <a:gd name="connsiteY10" fmla="*/ 697297 h 761503"/>
                <a:gd name="connsiteX11" fmla="*/ 63617 w 353555"/>
                <a:gd name="connsiteY11" fmla="*/ 689138 h 761503"/>
                <a:gd name="connsiteX12" fmla="*/ 85375 w 353555"/>
                <a:gd name="connsiteY12" fmla="*/ 680979 h 761503"/>
                <a:gd name="connsiteX13" fmla="*/ 131609 w 353555"/>
                <a:gd name="connsiteY13" fmla="*/ 675540 h 761503"/>
                <a:gd name="connsiteX14" fmla="*/ 142488 w 353555"/>
                <a:gd name="connsiteY14" fmla="*/ 675540 h 761503"/>
                <a:gd name="connsiteX15" fmla="*/ 131609 w 353555"/>
                <a:gd name="connsiteY15" fmla="*/ 653783 h 761503"/>
                <a:gd name="connsiteX16" fmla="*/ 128889 w 353555"/>
                <a:gd name="connsiteY16" fmla="*/ 640184 h 761503"/>
                <a:gd name="connsiteX17" fmla="*/ 128889 w 353555"/>
                <a:gd name="connsiteY17" fmla="*/ 629306 h 761503"/>
                <a:gd name="connsiteX18" fmla="*/ 128889 w 353555"/>
                <a:gd name="connsiteY18" fmla="*/ 621147 h 761503"/>
                <a:gd name="connsiteX19" fmla="*/ 128889 w 353555"/>
                <a:gd name="connsiteY19" fmla="*/ 593950 h 761503"/>
                <a:gd name="connsiteX20" fmla="*/ 128889 w 353555"/>
                <a:gd name="connsiteY20" fmla="*/ 583072 h 761503"/>
                <a:gd name="connsiteX21" fmla="*/ 128889 w 353555"/>
                <a:gd name="connsiteY21" fmla="*/ 436210 h 761503"/>
                <a:gd name="connsiteX22" fmla="*/ 128889 w 353555"/>
                <a:gd name="connsiteY22" fmla="*/ 357340 h 761503"/>
                <a:gd name="connsiteX23" fmla="*/ 131609 w 353555"/>
                <a:gd name="connsiteY23" fmla="*/ 289349 h 761503"/>
                <a:gd name="connsiteX24" fmla="*/ 131609 w 353555"/>
                <a:gd name="connsiteY24" fmla="*/ 251274 h 761503"/>
                <a:gd name="connsiteX25" fmla="*/ 131609 w 353555"/>
                <a:gd name="connsiteY25" fmla="*/ 205040 h 761503"/>
                <a:gd name="connsiteX26" fmla="*/ 131609 w 353555"/>
                <a:gd name="connsiteY26" fmla="*/ 139768 h 761503"/>
                <a:gd name="connsiteX27" fmla="*/ 131609 w 353555"/>
                <a:gd name="connsiteY27" fmla="*/ 128889 h 761503"/>
                <a:gd name="connsiteX28" fmla="*/ 126170 w 353555"/>
                <a:gd name="connsiteY28" fmla="*/ 128889 h 761503"/>
                <a:gd name="connsiteX29" fmla="*/ 101693 w 353555"/>
                <a:gd name="connsiteY29" fmla="*/ 128889 h 761503"/>
                <a:gd name="connsiteX30" fmla="*/ 74496 w 353555"/>
                <a:gd name="connsiteY30" fmla="*/ 123450 h 761503"/>
                <a:gd name="connsiteX31" fmla="*/ 58178 w 353555"/>
                <a:gd name="connsiteY31" fmla="*/ 107132 h 761503"/>
                <a:gd name="connsiteX32" fmla="*/ 60898 w 353555"/>
                <a:gd name="connsiteY32" fmla="*/ 98973 h 761503"/>
                <a:gd name="connsiteX33" fmla="*/ 82655 w 353555"/>
                <a:gd name="connsiteY33" fmla="*/ 93534 h 761503"/>
                <a:gd name="connsiteX34" fmla="*/ 131609 w 353555"/>
                <a:gd name="connsiteY34" fmla="*/ 88094 h 761503"/>
                <a:gd name="connsiteX35" fmla="*/ 131609 w 353555"/>
                <a:gd name="connsiteY35" fmla="*/ 82655 h 761503"/>
                <a:gd name="connsiteX36" fmla="*/ 134329 w 353555"/>
                <a:gd name="connsiteY36" fmla="*/ 71776 h 761503"/>
                <a:gd name="connsiteX37" fmla="*/ 147927 w 353555"/>
                <a:gd name="connsiteY37" fmla="*/ 63617 h 761503"/>
                <a:gd name="connsiteX38" fmla="*/ 164245 w 353555"/>
                <a:gd name="connsiteY38" fmla="*/ 58178 h 761503"/>
                <a:gd name="connsiteX39" fmla="*/ 177843 w 353555"/>
                <a:gd name="connsiteY39" fmla="*/ 58178 h 761503"/>
                <a:gd name="connsiteX40" fmla="*/ 196881 w 353555"/>
                <a:gd name="connsiteY40" fmla="*/ 60898 h 761503"/>
                <a:gd name="connsiteX41" fmla="*/ 232236 w 353555"/>
                <a:gd name="connsiteY41" fmla="*/ 88094 h 761503"/>
                <a:gd name="connsiteX42" fmla="*/ 278471 w 353555"/>
                <a:gd name="connsiteY42" fmla="*/ 88094 h 761503"/>
                <a:gd name="connsiteX43" fmla="*/ 316546 w 353555"/>
                <a:gd name="connsiteY43" fmla="*/ 104412 h 761503"/>
                <a:gd name="connsiteX44" fmla="*/ 311106 w 353555"/>
                <a:gd name="connsiteY44" fmla="*/ 120730 h 761503"/>
                <a:gd name="connsiteX45" fmla="*/ 294788 w 353555"/>
                <a:gd name="connsiteY45" fmla="*/ 128889 h 761503"/>
                <a:gd name="connsiteX46" fmla="*/ 273031 w 353555"/>
                <a:gd name="connsiteY46" fmla="*/ 131609 h 761503"/>
                <a:gd name="connsiteX47" fmla="*/ 243115 w 353555"/>
                <a:gd name="connsiteY47" fmla="*/ 131609 h 761503"/>
                <a:gd name="connsiteX48" fmla="*/ 243115 w 353555"/>
                <a:gd name="connsiteY48" fmla="*/ 134329 h 761503"/>
                <a:gd name="connsiteX49" fmla="*/ 248554 w 353555"/>
                <a:gd name="connsiteY49" fmla="*/ 169684 h 761503"/>
                <a:gd name="connsiteX50" fmla="*/ 251274 w 353555"/>
                <a:gd name="connsiteY50" fmla="*/ 205040 h 761503"/>
                <a:gd name="connsiteX51" fmla="*/ 251274 w 353555"/>
                <a:gd name="connsiteY51" fmla="*/ 240395 h 761503"/>
                <a:gd name="connsiteX52" fmla="*/ 251274 w 353555"/>
                <a:gd name="connsiteY52" fmla="*/ 256713 h 761503"/>
                <a:gd name="connsiteX53" fmla="*/ 253994 w 353555"/>
                <a:gd name="connsiteY53" fmla="*/ 270311 h 761503"/>
                <a:gd name="connsiteX54" fmla="*/ 259433 w 353555"/>
                <a:gd name="connsiteY54" fmla="*/ 343742 h 761503"/>
                <a:gd name="connsiteX55" fmla="*/ 262153 w 353555"/>
                <a:gd name="connsiteY55" fmla="*/ 425332 h 761503"/>
                <a:gd name="connsiteX56" fmla="*/ 264872 w 353555"/>
                <a:gd name="connsiteY56" fmla="*/ 490603 h 761503"/>
                <a:gd name="connsiteX57" fmla="*/ 270312 w 353555"/>
                <a:gd name="connsiteY57" fmla="*/ 564034 h 761503"/>
                <a:gd name="connsiteX58" fmla="*/ 270312 w 353555"/>
                <a:gd name="connsiteY58" fmla="*/ 599390 h 761503"/>
                <a:gd name="connsiteX59" fmla="*/ 270312 w 353555"/>
                <a:gd name="connsiteY59" fmla="*/ 637465 h 761503"/>
                <a:gd name="connsiteX60" fmla="*/ 264872 w 353555"/>
                <a:gd name="connsiteY60" fmla="*/ 670101 h 761503"/>
                <a:gd name="connsiteX61" fmla="*/ 283910 w 353555"/>
                <a:gd name="connsiteY61" fmla="*/ 672820 h 761503"/>
                <a:gd name="connsiteX62" fmla="*/ 283910 w 353555"/>
                <a:gd name="connsiteY62" fmla="*/ 672820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353555" h="761503">
                  <a:moveTo>
                    <a:pt x="283910" y="672820"/>
                  </a:moveTo>
                  <a:cubicBezTo>
                    <a:pt x="297508" y="672820"/>
                    <a:pt x="321985" y="672820"/>
                    <a:pt x="321985" y="689138"/>
                  </a:cubicBezTo>
                  <a:cubicBezTo>
                    <a:pt x="321985" y="697297"/>
                    <a:pt x="319265" y="697297"/>
                    <a:pt x="316546" y="705456"/>
                  </a:cubicBezTo>
                  <a:cubicBezTo>
                    <a:pt x="311106" y="710895"/>
                    <a:pt x="305667" y="713615"/>
                    <a:pt x="300228" y="713615"/>
                  </a:cubicBezTo>
                  <a:cubicBezTo>
                    <a:pt x="292069" y="716335"/>
                    <a:pt x="283910" y="716335"/>
                    <a:pt x="278471" y="716335"/>
                  </a:cubicBezTo>
                  <a:cubicBezTo>
                    <a:pt x="275751" y="716335"/>
                    <a:pt x="256713" y="716335"/>
                    <a:pt x="237676" y="716335"/>
                  </a:cubicBezTo>
                  <a:cubicBezTo>
                    <a:pt x="213199" y="716335"/>
                    <a:pt x="186002" y="719054"/>
                    <a:pt x="180563" y="719054"/>
                  </a:cubicBezTo>
                  <a:cubicBezTo>
                    <a:pt x="166965" y="719054"/>
                    <a:pt x="142488" y="719054"/>
                    <a:pt x="126170" y="719054"/>
                  </a:cubicBezTo>
                  <a:cubicBezTo>
                    <a:pt x="118011" y="719054"/>
                    <a:pt x="109852" y="719054"/>
                    <a:pt x="101693" y="719054"/>
                  </a:cubicBezTo>
                  <a:cubicBezTo>
                    <a:pt x="93534" y="719054"/>
                    <a:pt x="82655" y="719054"/>
                    <a:pt x="74496" y="713615"/>
                  </a:cubicBezTo>
                  <a:cubicBezTo>
                    <a:pt x="66337" y="710895"/>
                    <a:pt x="58178" y="702736"/>
                    <a:pt x="58178" y="697297"/>
                  </a:cubicBezTo>
                  <a:cubicBezTo>
                    <a:pt x="58178" y="694578"/>
                    <a:pt x="58178" y="691858"/>
                    <a:pt x="63617" y="689138"/>
                  </a:cubicBezTo>
                  <a:cubicBezTo>
                    <a:pt x="69057" y="686418"/>
                    <a:pt x="79935" y="683699"/>
                    <a:pt x="85375" y="680979"/>
                  </a:cubicBezTo>
                  <a:cubicBezTo>
                    <a:pt x="104412" y="678260"/>
                    <a:pt x="123450" y="675540"/>
                    <a:pt x="131609" y="675540"/>
                  </a:cubicBezTo>
                  <a:cubicBezTo>
                    <a:pt x="134329" y="675540"/>
                    <a:pt x="137048" y="675540"/>
                    <a:pt x="142488" y="675540"/>
                  </a:cubicBezTo>
                  <a:cubicBezTo>
                    <a:pt x="134329" y="670101"/>
                    <a:pt x="131609" y="661942"/>
                    <a:pt x="131609" y="653783"/>
                  </a:cubicBezTo>
                  <a:cubicBezTo>
                    <a:pt x="131609" y="648343"/>
                    <a:pt x="131609" y="642904"/>
                    <a:pt x="128889" y="640184"/>
                  </a:cubicBezTo>
                  <a:cubicBezTo>
                    <a:pt x="128889" y="637465"/>
                    <a:pt x="128889" y="634745"/>
                    <a:pt x="128889" y="629306"/>
                  </a:cubicBezTo>
                  <a:cubicBezTo>
                    <a:pt x="128889" y="626586"/>
                    <a:pt x="128889" y="623867"/>
                    <a:pt x="128889" y="621147"/>
                  </a:cubicBezTo>
                  <a:cubicBezTo>
                    <a:pt x="128889" y="612988"/>
                    <a:pt x="128889" y="604829"/>
                    <a:pt x="128889" y="593950"/>
                  </a:cubicBezTo>
                  <a:cubicBezTo>
                    <a:pt x="128889" y="591231"/>
                    <a:pt x="128889" y="585791"/>
                    <a:pt x="128889" y="583072"/>
                  </a:cubicBezTo>
                  <a:cubicBezTo>
                    <a:pt x="128889" y="534118"/>
                    <a:pt x="131609" y="485164"/>
                    <a:pt x="128889" y="436210"/>
                  </a:cubicBezTo>
                  <a:cubicBezTo>
                    <a:pt x="128889" y="409014"/>
                    <a:pt x="128889" y="384537"/>
                    <a:pt x="128889" y="357340"/>
                  </a:cubicBezTo>
                  <a:cubicBezTo>
                    <a:pt x="128889" y="335583"/>
                    <a:pt x="131609" y="313826"/>
                    <a:pt x="131609" y="289349"/>
                  </a:cubicBezTo>
                  <a:cubicBezTo>
                    <a:pt x="131609" y="275751"/>
                    <a:pt x="131609" y="264872"/>
                    <a:pt x="131609" y="251274"/>
                  </a:cubicBezTo>
                  <a:cubicBezTo>
                    <a:pt x="131609" y="234956"/>
                    <a:pt x="131609" y="221357"/>
                    <a:pt x="131609" y="205040"/>
                  </a:cubicBezTo>
                  <a:cubicBezTo>
                    <a:pt x="131609" y="183282"/>
                    <a:pt x="131609" y="161525"/>
                    <a:pt x="131609" y="139768"/>
                  </a:cubicBezTo>
                  <a:cubicBezTo>
                    <a:pt x="131609" y="137048"/>
                    <a:pt x="131609" y="134329"/>
                    <a:pt x="131609" y="128889"/>
                  </a:cubicBezTo>
                  <a:cubicBezTo>
                    <a:pt x="128889" y="128889"/>
                    <a:pt x="126170" y="128889"/>
                    <a:pt x="126170" y="128889"/>
                  </a:cubicBezTo>
                  <a:cubicBezTo>
                    <a:pt x="118011" y="128889"/>
                    <a:pt x="109852" y="128889"/>
                    <a:pt x="101693" y="128889"/>
                  </a:cubicBezTo>
                  <a:cubicBezTo>
                    <a:pt x="93534" y="128889"/>
                    <a:pt x="82655" y="128889"/>
                    <a:pt x="74496" y="123450"/>
                  </a:cubicBezTo>
                  <a:cubicBezTo>
                    <a:pt x="66337" y="120730"/>
                    <a:pt x="58178" y="112571"/>
                    <a:pt x="58178" y="107132"/>
                  </a:cubicBezTo>
                  <a:cubicBezTo>
                    <a:pt x="58178" y="104412"/>
                    <a:pt x="58178" y="101693"/>
                    <a:pt x="60898" y="98973"/>
                  </a:cubicBezTo>
                  <a:cubicBezTo>
                    <a:pt x="63617" y="96253"/>
                    <a:pt x="77216" y="93534"/>
                    <a:pt x="82655" y="93534"/>
                  </a:cubicBezTo>
                  <a:cubicBezTo>
                    <a:pt x="98973" y="90814"/>
                    <a:pt x="123450" y="88094"/>
                    <a:pt x="131609" y="88094"/>
                  </a:cubicBezTo>
                  <a:cubicBezTo>
                    <a:pt x="131609" y="85375"/>
                    <a:pt x="131609" y="85375"/>
                    <a:pt x="131609" y="82655"/>
                  </a:cubicBezTo>
                  <a:cubicBezTo>
                    <a:pt x="131609" y="77216"/>
                    <a:pt x="131609" y="74496"/>
                    <a:pt x="134329" y="71776"/>
                  </a:cubicBezTo>
                  <a:cubicBezTo>
                    <a:pt x="137048" y="69057"/>
                    <a:pt x="145207" y="66337"/>
                    <a:pt x="147927" y="63617"/>
                  </a:cubicBezTo>
                  <a:cubicBezTo>
                    <a:pt x="153366" y="60898"/>
                    <a:pt x="158806" y="58178"/>
                    <a:pt x="164245" y="58178"/>
                  </a:cubicBezTo>
                  <a:cubicBezTo>
                    <a:pt x="169684" y="58178"/>
                    <a:pt x="175123" y="58178"/>
                    <a:pt x="177843" y="58178"/>
                  </a:cubicBezTo>
                  <a:cubicBezTo>
                    <a:pt x="183283" y="58178"/>
                    <a:pt x="191442" y="58178"/>
                    <a:pt x="196881" y="60898"/>
                  </a:cubicBezTo>
                  <a:cubicBezTo>
                    <a:pt x="213199" y="63617"/>
                    <a:pt x="224077" y="74496"/>
                    <a:pt x="232236" y="88094"/>
                  </a:cubicBezTo>
                  <a:cubicBezTo>
                    <a:pt x="253994" y="88094"/>
                    <a:pt x="270312" y="88094"/>
                    <a:pt x="278471" y="88094"/>
                  </a:cubicBezTo>
                  <a:cubicBezTo>
                    <a:pt x="292069" y="88094"/>
                    <a:pt x="316546" y="88094"/>
                    <a:pt x="316546" y="104412"/>
                  </a:cubicBezTo>
                  <a:cubicBezTo>
                    <a:pt x="316546" y="112571"/>
                    <a:pt x="313826" y="112571"/>
                    <a:pt x="311106" y="120730"/>
                  </a:cubicBezTo>
                  <a:cubicBezTo>
                    <a:pt x="305667" y="126170"/>
                    <a:pt x="300228" y="128889"/>
                    <a:pt x="294788" y="128889"/>
                  </a:cubicBezTo>
                  <a:cubicBezTo>
                    <a:pt x="286630" y="131609"/>
                    <a:pt x="278471" y="131609"/>
                    <a:pt x="273031" y="131609"/>
                  </a:cubicBezTo>
                  <a:cubicBezTo>
                    <a:pt x="270312" y="131609"/>
                    <a:pt x="259433" y="131609"/>
                    <a:pt x="243115" y="131609"/>
                  </a:cubicBezTo>
                  <a:lnTo>
                    <a:pt x="243115" y="134329"/>
                  </a:lnTo>
                  <a:cubicBezTo>
                    <a:pt x="245835" y="145207"/>
                    <a:pt x="245835" y="158805"/>
                    <a:pt x="248554" y="169684"/>
                  </a:cubicBezTo>
                  <a:cubicBezTo>
                    <a:pt x="251274" y="180563"/>
                    <a:pt x="251274" y="194161"/>
                    <a:pt x="251274" y="205040"/>
                  </a:cubicBezTo>
                  <a:cubicBezTo>
                    <a:pt x="251274" y="215918"/>
                    <a:pt x="251274" y="226797"/>
                    <a:pt x="251274" y="240395"/>
                  </a:cubicBezTo>
                  <a:cubicBezTo>
                    <a:pt x="251274" y="245834"/>
                    <a:pt x="251274" y="251274"/>
                    <a:pt x="251274" y="256713"/>
                  </a:cubicBezTo>
                  <a:cubicBezTo>
                    <a:pt x="251274" y="262152"/>
                    <a:pt x="251274" y="267592"/>
                    <a:pt x="253994" y="270311"/>
                  </a:cubicBezTo>
                  <a:cubicBezTo>
                    <a:pt x="256713" y="294788"/>
                    <a:pt x="256713" y="319265"/>
                    <a:pt x="259433" y="343742"/>
                  </a:cubicBezTo>
                  <a:cubicBezTo>
                    <a:pt x="259433" y="370939"/>
                    <a:pt x="262153" y="398135"/>
                    <a:pt x="262153" y="425332"/>
                  </a:cubicBezTo>
                  <a:cubicBezTo>
                    <a:pt x="262153" y="447089"/>
                    <a:pt x="262153" y="468846"/>
                    <a:pt x="264872" y="490603"/>
                  </a:cubicBezTo>
                  <a:cubicBezTo>
                    <a:pt x="264872" y="515080"/>
                    <a:pt x="270312" y="539557"/>
                    <a:pt x="270312" y="564034"/>
                  </a:cubicBezTo>
                  <a:cubicBezTo>
                    <a:pt x="270312" y="574913"/>
                    <a:pt x="270312" y="588511"/>
                    <a:pt x="270312" y="599390"/>
                  </a:cubicBezTo>
                  <a:cubicBezTo>
                    <a:pt x="270312" y="612988"/>
                    <a:pt x="270312" y="623867"/>
                    <a:pt x="270312" y="637465"/>
                  </a:cubicBezTo>
                  <a:cubicBezTo>
                    <a:pt x="270312" y="648343"/>
                    <a:pt x="270312" y="661942"/>
                    <a:pt x="264872" y="670101"/>
                  </a:cubicBezTo>
                  <a:cubicBezTo>
                    <a:pt x="273031" y="672820"/>
                    <a:pt x="278471" y="672820"/>
                    <a:pt x="283910" y="672820"/>
                  </a:cubicBezTo>
                  <a:lnTo>
                    <a:pt x="283910" y="672820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1CAD3D5E-D368-4C1C-96EE-A63B27AC18E9}"/>
                </a:ext>
              </a:extLst>
            </p:cNvPr>
            <p:cNvSpPr/>
            <p:nvPr/>
          </p:nvSpPr>
          <p:spPr bwMode="black">
            <a:xfrm>
              <a:off x="4620880" y="4194877"/>
              <a:ext cx="598325" cy="761503"/>
            </a:xfrm>
            <a:custGeom>
              <a:avLst/>
              <a:gdLst>
                <a:gd name="connsiteX0" fmla="*/ 515081 w 598324"/>
                <a:gd name="connsiteY0" fmla="*/ 79935 h 761503"/>
                <a:gd name="connsiteX1" fmla="*/ 542277 w 598324"/>
                <a:gd name="connsiteY1" fmla="*/ 96253 h 761503"/>
                <a:gd name="connsiteX2" fmla="*/ 536838 w 598324"/>
                <a:gd name="connsiteY2" fmla="*/ 112571 h 761503"/>
                <a:gd name="connsiteX3" fmla="*/ 523240 w 598324"/>
                <a:gd name="connsiteY3" fmla="*/ 120730 h 761503"/>
                <a:gd name="connsiteX4" fmla="*/ 506922 w 598324"/>
                <a:gd name="connsiteY4" fmla="*/ 123450 h 761503"/>
                <a:gd name="connsiteX5" fmla="*/ 477006 w 598324"/>
                <a:gd name="connsiteY5" fmla="*/ 123450 h 761503"/>
                <a:gd name="connsiteX6" fmla="*/ 479725 w 598324"/>
                <a:gd name="connsiteY6" fmla="*/ 145207 h 761503"/>
                <a:gd name="connsiteX7" fmla="*/ 477006 w 598324"/>
                <a:gd name="connsiteY7" fmla="*/ 180563 h 761503"/>
                <a:gd name="connsiteX8" fmla="*/ 482445 w 598324"/>
                <a:gd name="connsiteY8" fmla="*/ 232236 h 761503"/>
                <a:gd name="connsiteX9" fmla="*/ 485165 w 598324"/>
                <a:gd name="connsiteY9" fmla="*/ 283909 h 761503"/>
                <a:gd name="connsiteX10" fmla="*/ 485165 w 598324"/>
                <a:gd name="connsiteY10" fmla="*/ 327424 h 761503"/>
                <a:gd name="connsiteX11" fmla="*/ 487884 w 598324"/>
                <a:gd name="connsiteY11" fmla="*/ 373658 h 761503"/>
                <a:gd name="connsiteX12" fmla="*/ 485165 w 598324"/>
                <a:gd name="connsiteY12" fmla="*/ 419892 h 761503"/>
                <a:gd name="connsiteX13" fmla="*/ 485165 w 598324"/>
                <a:gd name="connsiteY13" fmla="*/ 463407 h 761503"/>
                <a:gd name="connsiteX14" fmla="*/ 482445 w 598324"/>
                <a:gd name="connsiteY14" fmla="*/ 515080 h 761503"/>
                <a:gd name="connsiteX15" fmla="*/ 482445 w 598324"/>
                <a:gd name="connsiteY15" fmla="*/ 558595 h 761503"/>
                <a:gd name="connsiteX16" fmla="*/ 479725 w 598324"/>
                <a:gd name="connsiteY16" fmla="*/ 602109 h 761503"/>
                <a:gd name="connsiteX17" fmla="*/ 485165 w 598324"/>
                <a:gd name="connsiteY17" fmla="*/ 648343 h 761503"/>
                <a:gd name="connsiteX18" fmla="*/ 474286 w 598324"/>
                <a:gd name="connsiteY18" fmla="*/ 675540 h 761503"/>
                <a:gd name="connsiteX19" fmla="*/ 428052 w 598324"/>
                <a:gd name="connsiteY19" fmla="*/ 691858 h 761503"/>
                <a:gd name="connsiteX20" fmla="*/ 387257 w 598324"/>
                <a:gd name="connsiteY20" fmla="*/ 683699 h 761503"/>
                <a:gd name="connsiteX21" fmla="*/ 351901 w 598324"/>
                <a:gd name="connsiteY21" fmla="*/ 664661 h 761503"/>
                <a:gd name="connsiteX22" fmla="*/ 305667 w 598324"/>
                <a:gd name="connsiteY22" fmla="*/ 596670 h 761503"/>
                <a:gd name="connsiteX23" fmla="*/ 270312 w 598324"/>
                <a:gd name="connsiteY23" fmla="*/ 509641 h 761503"/>
                <a:gd name="connsiteX24" fmla="*/ 251274 w 598324"/>
                <a:gd name="connsiteY24" fmla="*/ 460687 h 761503"/>
                <a:gd name="connsiteX25" fmla="*/ 224077 w 598324"/>
                <a:gd name="connsiteY25" fmla="*/ 381817 h 761503"/>
                <a:gd name="connsiteX26" fmla="*/ 207759 w 598324"/>
                <a:gd name="connsiteY26" fmla="*/ 330144 h 761503"/>
                <a:gd name="connsiteX27" fmla="*/ 191442 w 598324"/>
                <a:gd name="connsiteY27" fmla="*/ 286629 h 761503"/>
                <a:gd name="connsiteX28" fmla="*/ 183283 w 598324"/>
                <a:gd name="connsiteY28" fmla="*/ 278470 h 761503"/>
                <a:gd name="connsiteX29" fmla="*/ 180563 w 598324"/>
                <a:gd name="connsiteY29" fmla="*/ 292068 h 761503"/>
                <a:gd name="connsiteX30" fmla="*/ 180563 w 598324"/>
                <a:gd name="connsiteY30" fmla="*/ 305667 h 761503"/>
                <a:gd name="connsiteX31" fmla="*/ 183283 w 598324"/>
                <a:gd name="connsiteY31" fmla="*/ 354620 h 761503"/>
                <a:gd name="connsiteX32" fmla="*/ 188722 w 598324"/>
                <a:gd name="connsiteY32" fmla="*/ 449808 h 761503"/>
                <a:gd name="connsiteX33" fmla="*/ 188722 w 598324"/>
                <a:gd name="connsiteY33" fmla="*/ 479725 h 761503"/>
                <a:gd name="connsiteX34" fmla="*/ 188722 w 598324"/>
                <a:gd name="connsiteY34" fmla="*/ 542277 h 761503"/>
                <a:gd name="connsiteX35" fmla="*/ 186002 w 598324"/>
                <a:gd name="connsiteY35" fmla="*/ 615708 h 761503"/>
                <a:gd name="connsiteX36" fmla="*/ 186002 w 598324"/>
                <a:gd name="connsiteY36" fmla="*/ 637465 h 761503"/>
                <a:gd name="connsiteX37" fmla="*/ 183283 w 598324"/>
                <a:gd name="connsiteY37" fmla="*/ 664661 h 761503"/>
                <a:gd name="connsiteX38" fmla="*/ 226797 w 598324"/>
                <a:gd name="connsiteY38" fmla="*/ 664661 h 761503"/>
                <a:gd name="connsiteX39" fmla="*/ 253994 w 598324"/>
                <a:gd name="connsiteY39" fmla="*/ 680979 h 761503"/>
                <a:gd name="connsiteX40" fmla="*/ 248554 w 598324"/>
                <a:gd name="connsiteY40" fmla="*/ 697297 h 761503"/>
                <a:gd name="connsiteX41" fmla="*/ 234956 w 598324"/>
                <a:gd name="connsiteY41" fmla="*/ 705456 h 761503"/>
                <a:gd name="connsiteX42" fmla="*/ 218638 w 598324"/>
                <a:gd name="connsiteY42" fmla="*/ 708176 h 761503"/>
                <a:gd name="connsiteX43" fmla="*/ 183283 w 598324"/>
                <a:gd name="connsiteY43" fmla="*/ 708176 h 761503"/>
                <a:gd name="connsiteX44" fmla="*/ 150647 w 598324"/>
                <a:gd name="connsiteY44" fmla="*/ 708176 h 761503"/>
                <a:gd name="connsiteX45" fmla="*/ 107132 w 598324"/>
                <a:gd name="connsiteY45" fmla="*/ 708176 h 761503"/>
                <a:gd name="connsiteX46" fmla="*/ 88094 w 598324"/>
                <a:gd name="connsiteY46" fmla="*/ 708176 h 761503"/>
                <a:gd name="connsiteX47" fmla="*/ 69057 w 598324"/>
                <a:gd name="connsiteY47" fmla="*/ 702736 h 761503"/>
                <a:gd name="connsiteX48" fmla="*/ 58178 w 598324"/>
                <a:gd name="connsiteY48" fmla="*/ 686418 h 761503"/>
                <a:gd name="connsiteX49" fmla="*/ 60898 w 598324"/>
                <a:gd name="connsiteY49" fmla="*/ 678259 h 761503"/>
                <a:gd name="connsiteX50" fmla="*/ 77216 w 598324"/>
                <a:gd name="connsiteY50" fmla="*/ 670101 h 761503"/>
                <a:gd name="connsiteX51" fmla="*/ 120730 w 598324"/>
                <a:gd name="connsiteY51" fmla="*/ 664661 h 761503"/>
                <a:gd name="connsiteX52" fmla="*/ 131609 w 598324"/>
                <a:gd name="connsiteY52" fmla="*/ 664661 h 761503"/>
                <a:gd name="connsiteX53" fmla="*/ 134329 w 598324"/>
                <a:gd name="connsiteY53" fmla="*/ 539557 h 761503"/>
                <a:gd name="connsiteX54" fmla="*/ 134329 w 598324"/>
                <a:gd name="connsiteY54" fmla="*/ 504201 h 761503"/>
                <a:gd name="connsiteX55" fmla="*/ 131609 w 598324"/>
                <a:gd name="connsiteY55" fmla="*/ 376378 h 761503"/>
                <a:gd name="connsiteX56" fmla="*/ 131609 w 598324"/>
                <a:gd name="connsiteY56" fmla="*/ 302947 h 761503"/>
                <a:gd name="connsiteX57" fmla="*/ 134329 w 598324"/>
                <a:gd name="connsiteY57" fmla="*/ 221357 h 761503"/>
                <a:gd name="connsiteX58" fmla="*/ 137048 w 598324"/>
                <a:gd name="connsiteY58" fmla="*/ 123450 h 761503"/>
                <a:gd name="connsiteX59" fmla="*/ 107132 w 598324"/>
                <a:gd name="connsiteY59" fmla="*/ 123450 h 761503"/>
                <a:gd name="connsiteX60" fmla="*/ 88094 w 598324"/>
                <a:gd name="connsiteY60" fmla="*/ 123450 h 761503"/>
                <a:gd name="connsiteX61" fmla="*/ 69057 w 598324"/>
                <a:gd name="connsiteY61" fmla="*/ 118011 h 761503"/>
                <a:gd name="connsiteX62" fmla="*/ 58178 w 598324"/>
                <a:gd name="connsiteY62" fmla="*/ 101693 h 761503"/>
                <a:gd name="connsiteX63" fmla="*/ 60898 w 598324"/>
                <a:gd name="connsiteY63" fmla="*/ 93534 h 761503"/>
                <a:gd name="connsiteX64" fmla="*/ 77216 w 598324"/>
                <a:gd name="connsiteY64" fmla="*/ 85375 h 761503"/>
                <a:gd name="connsiteX65" fmla="*/ 131609 w 598324"/>
                <a:gd name="connsiteY65" fmla="*/ 79935 h 761503"/>
                <a:gd name="connsiteX66" fmla="*/ 161525 w 598324"/>
                <a:gd name="connsiteY66" fmla="*/ 79935 h 761503"/>
                <a:gd name="connsiteX67" fmla="*/ 177843 w 598324"/>
                <a:gd name="connsiteY67" fmla="*/ 66337 h 761503"/>
                <a:gd name="connsiteX68" fmla="*/ 202320 w 598324"/>
                <a:gd name="connsiteY68" fmla="*/ 58178 h 761503"/>
                <a:gd name="connsiteX69" fmla="*/ 234956 w 598324"/>
                <a:gd name="connsiteY69" fmla="*/ 77216 h 761503"/>
                <a:gd name="connsiteX70" fmla="*/ 251274 w 598324"/>
                <a:gd name="connsiteY70" fmla="*/ 107132 h 761503"/>
                <a:gd name="connsiteX71" fmla="*/ 267592 w 598324"/>
                <a:gd name="connsiteY71" fmla="*/ 147927 h 761503"/>
                <a:gd name="connsiteX72" fmla="*/ 281190 w 598324"/>
                <a:gd name="connsiteY72" fmla="*/ 183282 h 761503"/>
                <a:gd name="connsiteX73" fmla="*/ 297508 w 598324"/>
                <a:gd name="connsiteY73" fmla="*/ 224077 h 761503"/>
                <a:gd name="connsiteX74" fmla="*/ 308387 w 598324"/>
                <a:gd name="connsiteY74" fmla="*/ 264872 h 761503"/>
                <a:gd name="connsiteX75" fmla="*/ 319265 w 598324"/>
                <a:gd name="connsiteY75" fmla="*/ 300227 h 761503"/>
                <a:gd name="connsiteX76" fmla="*/ 351901 w 598324"/>
                <a:gd name="connsiteY76" fmla="*/ 379097 h 761503"/>
                <a:gd name="connsiteX77" fmla="*/ 365500 w 598324"/>
                <a:gd name="connsiteY77" fmla="*/ 417173 h 761503"/>
                <a:gd name="connsiteX78" fmla="*/ 379098 w 598324"/>
                <a:gd name="connsiteY78" fmla="*/ 457967 h 761503"/>
                <a:gd name="connsiteX79" fmla="*/ 395416 w 598324"/>
                <a:gd name="connsiteY79" fmla="*/ 496043 h 761503"/>
                <a:gd name="connsiteX80" fmla="*/ 406294 w 598324"/>
                <a:gd name="connsiteY80" fmla="*/ 512361 h 761503"/>
                <a:gd name="connsiteX81" fmla="*/ 411734 w 598324"/>
                <a:gd name="connsiteY81" fmla="*/ 531398 h 761503"/>
                <a:gd name="connsiteX82" fmla="*/ 419893 w 598324"/>
                <a:gd name="connsiteY82" fmla="*/ 558595 h 761503"/>
                <a:gd name="connsiteX83" fmla="*/ 425332 w 598324"/>
                <a:gd name="connsiteY83" fmla="*/ 564034 h 761503"/>
                <a:gd name="connsiteX84" fmla="*/ 430771 w 598324"/>
                <a:gd name="connsiteY84" fmla="*/ 558595 h 761503"/>
                <a:gd name="connsiteX85" fmla="*/ 430771 w 598324"/>
                <a:gd name="connsiteY85" fmla="*/ 550436 h 761503"/>
                <a:gd name="connsiteX86" fmla="*/ 430771 w 598324"/>
                <a:gd name="connsiteY86" fmla="*/ 501482 h 761503"/>
                <a:gd name="connsiteX87" fmla="*/ 430771 w 598324"/>
                <a:gd name="connsiteY87" fmla="*/ 403574 h 761503"/>
                <a:gd name="connsiteX88" fmla="*/ 425332 w 598324"/>
                <a:gd name="connsiteY88" fmla="*/ 313826 h 761503"/>
                <a:gd name="connsiteX89" fmla="*/ 425332 w 598324"/>
                <a:gd name="connsiteY89" fmla="*/ 248554 h 761503"/>
                <a:gd name="connsiteX90" fmla="*/ 425332 w 598324"/>
                <a:gd name="connsiteY90" fmla="*/ 210479 h 761503"/>
                <a:gd name="connsiteX91" fmla="*/ 422613 w 598324"/>
                <a:gd name="connsiteY91" fmla="*/ 153366 h 761503"/>
                <a:gd name="connsiteX92" fmla="*/ 425332 w 598324"/>
                <a:gd name="connsiteY92" fmla="*/ 123450 h 761503"/>
                <a:gd name="connsiteX93" fmla="*/ 398136 w 598324"/>
                <a:gd name="connsiteY93" fmla="*/ 123450 h 761503"/>
                <a:gd name="connsiteX94" fmla="*/ 379098 w 598324"/>
                <a:gd name="connsiteY94" fmla="*/ 123450 h 761503"/>
                <a:gd name="connsiteX95" fmla="*/ 360060 w 598324"/>
                <a:gd name="connsiteY95" fmla="*/ 118011 h 761503"/>
                <a:gd name="connsiteX96" fmla="*/ 349182 w 598324"/>
                <a:gd name="connsiteY96" fmla="*/ 101693 h 761503"/>
                <a:gd name="connsiteX97" fmla="*/ 351901 w 598324"/>
                <a:gd name="connsiteY97" fmla="*/ 93534 h 761503"/>
                <a:gd name="connsiteX98" fmla="*/ 368219 w 598324"/>
                <a:gd name="connsiteY98" fmla="*/ 85375 h 761503"/>
                <a:gd name="connsiteX99" fmla="*/ 422613 w 598324"/>
                <a:gd name="connsiteY99" fmla="*/ 79935 h 761503"/>
                <a:gd name="connsiteX100" fmla="*/ 444370 w 598324"/>
                <a:gd name="connsiteY100" fmla="*/ 79935 h 761503"/>
                <a:gd name="connsiteX101" fmla="*/ 463407 w 598324"/>
                <a:gd name="connsiteY101" fmla="*/ 71776 h 761503"/>
                <a:gd name="connsiteX102" fmla="*/ 477006 w 598324"/>
                <a:gd name="connsiteY102" fmla="*/ 79935 h 761503"/>
                <a:gd name="connsiteX103" fmla="*/ 515081 w 598324"/>
                <a:gd name="connsiteY103" fmla="*/ 79935 h 761503"/>
                <a:gd name="connsiteX104" fmla="*/ 515081 w 598324"/>
                <a:gd name="connsiteY104" fmla="*/ 79935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598324" h="761503">
                  <a:moveTo>
                    <a:pt x="515081" y="79935"/>
                  </a:moveTo>
                  <a:cubicBezTo>
                    <a:pt x="523240" y="79935"/>
                    <a:pt x="542277" y="79935"/>
                    <a:pt x="542277" y="96253"/>
                  </a:cubicBezTo>
                  <a:cubicBezTo>
                    <a:pt x="542277" y="104412"/>
                    <a:pt x="542277" y="107132"/>
                    <a:pt x="536838" y="112571"/>
                  </a:cubicBezTo>
                  <a:cubicBezTo>
                    <a:pt x="534119" y="118011"/>
                    <a:pt x="528679" y="120730"/>
                    <a:pt x="523240" y="120730"/>
                  </a:cubicBezTo>
                  <a:cubicBezTo>
                    <a:pt x="515081" y="123450"/>
                    <a:pt x="512361" y="123450"/>
                    <a:pt x="506922" y="123450"/>
                  </a:cubicBezTo>
                  <a:cubicBezTo>
                    <a:pt x="504202" y="123450"/>
                    <a:pt x="490604" y="123450"/>
                    <a:pt x="477006" y="123450"/>
                  </a:cubicBezTo>
                  <a:cubicBezTo>
                    <a:pt x="477006" y="131609"/>
                    <a:pt x="479725" y="137048"/>
                    <a:pt x="479725" y="145207"/>
                  </a:cubicBezTo>
                  <a:cubicBezTo>
                    <a:pt x="479725" y="156086"/>
                    <a:pt x="477006" y="166964"/>
                    <a:pt x="477006" y="180563"/>
                  </a:cubicBezTo>
                  <a:cubicBezTo>
                    <a:pt x="477006" y="196881"/>
                    <a:pt x="479725" y="215918"/>
                    <a:pt x="482445" y="232236"/>
                  </a:cubicBezTo>
                  <a:cubicBezTo>
                    <a:pt x="485165" y="248554"/>
                    <a:pt x="485165" y="267592"/>
                    <a:pt x="485165" y="283909"/>
                  </a:cubicBezTo>
                  <a:cubicBezTo>
                    <a:pt x="485165" y="297508"/>
                    <a:pt x="485165" y="313826"/>
                    <a:pt x="485165" y="327424"/>
                  </a:cubicBezTo>
                  <a:cubicBezTo>
                    <a:pt x="485165" y="343742"/>
                    <a:pt x="487884" y="357340"/>
                    <a:pt x="487884" y="373658"/>
                  </a:cubicBezTo>
                  <a:cubicBezTo>
                    <a:pt x="487884" y="389976"/>
                    <a:pt x="485165" y="403574"/>
                    <a:pt x="485165" y="419892"/>
                  </a:cubicBezTo>
                  <a:cubicBezTo>
                    <a:pt x="485165" y="436210"/>
                    <a:pt x="485165" y="449808"/>
                    <a:pt x="485165" y="463407"/>
                  </a:cubicBezTo>
                  <a:cubicBezTo>
                    <a:pt x="485165" y="479725"/>
                    <a:pt x="485165" y="498762"/>
                    <a:pt x="482445" y="515080"/>
                  </a:cubicBezTo>
                  <a:cubicBezTo>
                    <a:pt x="482445" y="528678"/>
                    <a:pt x="482445" y="542277"/>
                    <a:pt x="482445" y="558595"/>
                  </a:cubicBezTo>
                  <a:cubicBezTo>
                    <a:pt x="482445" y="572193"/>
                    <a:pt x="479725" y="588511"/>
                    <a:pt x="479725" y="602109"/>
                  </a:cubicBezTo>
                  <a:cubicBezTo>
                    <a:pt x="479725" y="615708"/>
                    <a:pt x="485165" y="632025"/>
                    <a:pt x="485165" y="648343"/>
                  </a:cubicBezTo>
                  <a:cubicBezTo>
                    <a:pt x="485165" y="659222"/>
                    <a:pt x="482445" y="670101"/>
                    <a:pt x="474286" y="675540"/>
                  </a:cubicBezTo>
                  <a:cubicBezTo>
                    <a:pt x="460688" y="686418"/>
                    <a:pt x="444370" y="691858"/>
                    <a:pt x="428052" y="691858"/>
                  </a:cubicBezTo>
                  <a:cubicBezTo>
                    <a:pt x="414453" y="691858"/>
                    <a:pt x="400855" y="689138"/>
                    <a:pt x="387257" y="683699"/>
                  </a:cubicBezTo>
                  <a:cubicBezTo>
                    <a:pt x="373659" y="678259"/>
                    <a:pt x="360060" y="672820"/>
                    <a:pt x="351901" y="664661"/>
                  </a:cubicBezTo>
                  <a:cubicBezTo>
                    <a:pt x="330144" y="645624"/>
                    <a:pt x="316546" y="621147"/>
                    <a:pt x="305667" y="596670"/>
                  </a:cubicBezTo>
                  <a:cubicBezTo>
                    <a:pt x="292069" y="569473"/>
                    <a:pt x="281190" y="539557"/>
                    <a:pt x="270312" y="509641"/>
                  </a:cubicBezTo>
                  <a:cubicBezTo>
                    <a:pt x="264872" y="493323"/>
                    <a:pt x="256713" y="477005"/>
                    <a:pt x="251274" y="460687"/>
                  </a:cubicBezTo>
                  <a:cubicBezTo>
                    <a:pt x="240395" y="433490"/>
                    <a:pt x="232236" y="409014"/>
                    <a:pt x="224077" y="381817"/>
                  </a:cubicBezTo>
                  <a:cubicBezTo>
                    <a:pt x="218638" y="365499"/>
                    <a:pt x="213199" y="346462"/>
                    <a:pt x="207759" y="330144"/>
                  </a:cubicBezTo>
                  <a:cubicBezTo>
                    <a:pt x="202320" y="316545"/>
                    <a:pt x="196881" y="300227"/>
                    <a:pt x="191442" y="286629"/>
                  </a:cubicBezTo>
                  <a:cubicBezTo>
                    <a:pt x="188722" y="281190"/>
                    <a:pt x="186002" y="278470"/>
                    <a:pt x="183283" y="278470"/>
                  </a:cubicBezTo>
                  <a:cubicBezTo>
                    <a:pt x="180563" y="278470"/>
                    <a:pt x="180563" y="286629"/>
                    <a:pt x="180563" y="292068"/>
                  </a:cubicBezTo>
                  <a:cubicBezTo>
                    <a:pt x="180563" y="297508"/>
                    <a:pt x="180563" y="302947"/>
                    <a:pt x="180563" y="305667"/>
                  </a:cubicBezTo>
                  <a:cubicBezTo>
                    <a:pt x="180563" y="321985"/>
                    <a:pt x="183283" y="338303"/>
                    <a:pt x="183283" y="354620"/>
                  </a:cubicBezTo>
                  <a:cubicBezTo>
                    <a:pt x="183283" y="387256"/>
                    <a:pt x="186002" y="417173"/>
                    <a:pt x="188722" y="449808"/>
                  </a:cubicBezTo>
                  <a:cubicBezTo>
                    <a:pt x="188722" y="460687"/>
                    <a:pt x="188722" y="468846"/>
                    <a:pt x="188722" y="479725"/>
                  </a:cubicBezTo>
                  <a:cubicBezTo>
                    <a:pt x="188722" y="501482"/>
                    <a:pt x="188722" y="523239"/>
                    <a:pt x="188722" y="542277"/>
                  </a:cubicBezTo>
                  <a:cubicBezTo>
                    <a:pt x="188722" y="566754"/>
                    <a:pt x="186002" y="591231"/>
                    <a:pt x="186002" y="615708"/>
                  </a:cubicBezTo>
                  <a:cubicBezTo>
                    <a:pt x="186002" y="623866"/>
                    <a:pt x="186002" y="632025"/>
                    <a:pt x="186002" y="637465"/>
                  </a:cubicBezTo>
                  <a:cubicBezTo>
                    <a:pt x="186002" y="645624"/>
                    <a:pt x="183283" y="656502"/>
                    <a:pt x="183283" y="664661"/>
                  </a:cubicBezTo>
                  <a:cubicBezTo>
                    <a:pt x="202320" y="664661"/>
                    <a:pt x="218638" y="664661"/>
                    <a:pt x="226797" y="664661"/>
                  </a:cubicBezTo>
                  <a:cubicBezTo>
                    <a:pt x="234956" y="664661"/>
                    <a:pt x="253994" y="664661"/>
                    <a:pt x="253994" y="680979"/>
                  </a:cubicBezTo>
                  <a:cubicBezTo>
                    <a:pt x="253994" y="689138"/>
                    <a:pt x="253994" y="691858"/>
                    <a:pt x="248554" y="697297"/>
                  </a:cubicBezTo>
                  <a:cubicBezTo>
                    <a:pt x="245835" y="702736"/>
                    <a:pt x="240395" y="705456"/>
                    <a:pt x="234956" y="705456"/>
                  </a:cubicBezTo>
                  <a:cubicBezTo>
                    <a:pt x="226797" y="708176"/>
                    <a:pt x="224077" y="708176"/>
                    <a:pt x="218638" y="708176"/>
                  </a:cubicBezTo>
                  <a:cubicBezTo>
                    <a:pt x="215918" y="708176"/>
                    <a:pt x="199600" y="708176"/>
                    <a:pt x="183283" y="708176"/>
                  </a:cubicBezTo>
                  <a:cubicBezTo>
                    <a:pt x="166965" y="708176"/>
                    <a:pt x="153366" y="708176"/>
                    <a:pt x="150647" y="708176"/>
                  </a:cubicBezTo>
                  <a:cubicBezTo>
                    <a:pt x="139768" y="708176"/>
                    <a:pt x="120730" y="708176"/>
                    <a:pt x="107132" y="708176"/>
                  </a:cubicBezTo>
                  <a:cubicBezTo>
                    <a:pt x="101693" y="708176"/>
                    <a:pt x="96254" y="708176"/>
                    <a:pt x="88094" y="708176"/>
                  </a:cubicBezTo>
                  <a:cubicBezTo>
                    <a:pt x="82655" y="708176"/>
                    <a:pt x="74496" y="708176"/>
                    <a:pt x="69057" y="702736"/>
                  </a:cubicBezTo>
                  <a:cubicBezTo>
                    <a:pt x="63617" y="700017"/>
                    <a:pt x="58178" y="691858"/>
                    <a:pt x="58178" y="686418"/>
                  </a:cubicBezTo>
                  <a:cubicBezTo>
                    <a:pt x="58178" y="683699"/>
                    <a:pt x="58178" y="680979"/>
                    <a:pt x="60898" y="678259"/>
                  </a:cubicBezTo>
                  <a:cubicBezTo>
                    <a:pt x="63617" y="675540"/>
                    <a:pt x="71777" y="672820"/>
                    <a:pt x="77216" y="670101"/>
                  </a:cubicBezTo>
                  <a:cubicBezTo>
                    <a:pt x="90814" y="667381"/>
                    <a:pt x="115291" y="664661"/>
                    <a:pt x="120730" y="664661"/>
                  </a:cubicBezTo>
                  <a:cubicBezTo>
                    <a:pt x="123450" y="664661"/>
                    <a:pt x="126170" y="664661"/>
                    <a:pt x="131609" y="664661"/>
                  </a:cubicBezTo>
                  <a:cubicBezTo>
                    <a:pt x="131609" y="623866"/>
                    <a:pt x="134329" y="583072"/>
                    <a:pt x="134329" y="539557"/>
                  </a:cubicBezTo>
                  <a:cubicBezTo>
                    <a:pt x="134329" y="528678"/>
                    <a:pt x="134329" y="515080"/>
                    <a:pt x="134329" y="504201"/>
                  </a:cubicBezTo>
                  <a:cubicBezTo>
                    <a:pt x="131609" y="460687"/>
                    <a:pt x="131609" y="417173"/>
                    <a:pt x="131609" y="376378"/>
                  </a:cubicBezTo>
                  <a:cubicBezTo>
                    <a:pt x="131609" y="351901"/>
                    <a:pt x="131609" y="327424"/>
                    <a:pt x="131609" y="302947"/>
                  </a:cubicBezTo>
                  <a:cubicBezTo>
                    <a:pt x="131609" y="275751"/>
                    <a:pt x="131609" y="248554"/>
                    <a:pt x="134329" y="221357"/>
                  </a:cubicBezTo>
                  <a:cubicBezTo>
                    <a:pt x="134329" y="188722"/>
                    <a:pt x="137048" y="156086"/>
                    <a:pt x="137048" y="123450"/>
                  </a:cubicBezTo>
                  <a:cubicBezTo>
                    <a:pt x="126170" y="123450"/>
                    <a:pt x="115291" y="123450"/>
                    <a:pt x="107132" y="123450"/>
                  </a:cubicBezTo>
                  <a:cubicBezTo>
                    <a:pt x="101693" y="123450"/>
                    <a:pt x="96254" y="123450"/>
                    <a:pt x="88094" y="123450"/>
                  </a:cubicBezTo>
                  <a:cubicBezTo>
                    <a:pt x="82655" y="123450"/>
                    <a:pt x="74496" y="120730"/>
                    <a:pt x="69057" y="118011"/>
                  </a:cubicBezTo>
                  <a:cubicBezTo>
                    <a:pt x="63617" y="115291"/>
                    <a:pt x="58178" y="107132"/>
                    <a:pt x="58178" y="101693"/>
                  </a:cubicBezTo>
                  <a:cubicBezTo>
                    <a:pt x="58178" y="98973"/>
                    <a:pt x="58178" y="96253"/>
                    <a:pt x="60898" y="93534"/>
                  </a:cubicBezTo>
                  <a:cubicBezTo>
                    <a:pt x="63617" y="90814"/>
                    <a:pt x="71777" y="88094"/>
                    <a:pt x="77216" y="85375"/>
                  </a:cubicBezTo>
                  <a:cubicBezTo>
                    <a:pt x="90814" y="82655"/>
                    <a:pt x="126170" y="79935"/>
                    <a:pt x="131609" y="79935"/>
                  </a:cubicBezTo>
                  <a:cubicBezTo>
                    <a:pt x="137048" y="79935"/>
                    <a:pt x="147927" y="79935"/>
                    <a:pt x="161525" y="79935"/>
                  </a:cubicBezTo>
                  <a:cubicBezTo>
                    <a:pt x="166965" y="74496"/>
                    <a:pt x="172404" y="71776"/>
                    <a:pt x="177843" y="66337"/>
                  </a:cubicBezTo>
                  <a:cubicBezTo>
                    <a:pt x="186002" y="60898"/>
                    <a:pt x="194161" y="58178"/>
                    <a:pt x="202320" y="58178"/>
                  </a:cubicBezTo>
                  <a:cubicBezTo>
                    <a:pt x="215918" y="58178"/>
                    <a:pt x="226797" y="63617"/>
                    <a:pt x="234956" y="77216"/>
                  </a:cubicBezTo>
                  <a:cubicBezTo>
                    <a:pt x="240395" y="88094"/>
                    <a:pt x="248554" y="96253"/>
                    <a:pt x="251274" y="107132"/>
                  </a:cubicBezTo>
                  <a:cubicBezTo>
                    <a:pt x="256713" y="120730"/>
                    <a:pt x="259433" y="134328"/>
                    <a:pt x="267592" y="147927"/>
                  </a:cubicBezTo>
                  <a:cubicBezTo>
                    <a:pt x="273031" y="158805"/>
                    <a:pt x="275751" y="172404"/>
                    <a:pt x="281190" y="183282"/>
                  </a:cubicBezTo>
                  <a:cubicBezTo>
                    <a:pt x="286630" y="196881"/>
                    <a:pt x="292069" y="210479"/>
                    <a:pt x="297508" y="224077"/>
                  </a:cubicBezTo>
                  <a:cubicBezTo>
                    <a:pt x="300228" y="237675"/>
                    <a:pt x="305667" y="251274"/>
                    <a:pt x="308387" y="264872"/>
                  </a:cubicBezTo>
                  <a:cubicBezTo>
                    <a:pt x="311106" y="278470"/>
                    <a:pt x="311106" y="289349"/>
                    <a:pt x="319265" y="300227"/>
                  </a:cubicBezTo>
                  <a:cubicBezTo>
                    <a:pt x="332864" y="324704"/>
                    <a:pt x="346462" y="351901"/>
                    <a:pt x="351901" y="379097"/>
                  </a:cubicBezTo>
                  <a:cubicBezTo>
                    <a:pt x="354621" y="392696"/>
                    <a:pt x="360060" y="403574"/>
                    <a:pt x="365500" y="417173"/>
                  </a:cubicBezTo>
                  <a:cubicBezTo>
                    <a:pt x="373659" y="430771"/>
                    <a:pt x="373659" y="444369"/>
                    <a:pt x="379098" y="457967"/>
                  </a:cubicBezTo>
                  <a:cubicBezTo>
                    <a:pt x="381818" y="471566"/>
                    <a:pt x="387257" y="482444"/>
                    <a:pt x="395416" y="496043"/>
                  </a:cubicBezTo>
                  <a:cubicBezTo>
                    <a:pt x="398136" y="501482"/>
                    <a:pt x="403575" y="506921"/>
                    <a:pt x="406294" y="512361"/>
                  </a:cubicBezTo>
                  <a:cubicBezTo>
                    <a:pt x="409014" y="517800"/>
                    <a:pt x="409014" y="525959"/>
                    <a:pt x="411734" y="531398"/>
                  </a:cubicBezTo>
                  <a:cubicBezTo>
                    <a:pt x="414453" y="539557"/>
                    <a:pt x="417173" y="550436"/>
                    <a:pt x="419893" y="558595"/>
                  </a:cubicBezTo>
                  <a:cubicBezTo>
                    <a:pt x="422613" y="561314"/>
                    <a:pt x="422613" y="564034"/>
                    <a:pt x="425332" y="564034"/>
                  </a:cubicBezTo>
                  <a:cubicBezTo>
                    <a:pt x="428052" y="564034"/>
                    <a:pt x="428052" y="561314"/>
                    <a:pt x="430771" y="558595"/>
                  </a:cubicBezTo>
                  <a:cubicBezTo>
                    <a:pt x="430771" y="555875"/>
                    <a:pt x="430771" y="553155"/>
                    <a:pt x="430771" y="550436"/>
                  </a:cubicBezTo>
                  <a:cubicBezTo>
                    <a:pt x="430771" y="534118"/>
                    <a:pt x="430771" y="517800"/>
                    <a:pt x="430771" y="501482"/>
                  </a:cubicBezTo>
                  <a:cubicBezTo>
                    <a:pt x="430771" y="468846"/>
                    <a:pt x="433491" y="436210"/>
                    <a:pt x="430771" y="403574"/>
                  </a:cubicBezTo>
                  <a:cubicBezTo>
                    <a:pt x="430771" y="373658"/>
                    <a:pt x="425332" y="343742"/>
                    <a:pt x="425332" y="313826"/>
                  </a:cubicBezTo>
                  <a:cubicBezTo>
                    <a:pt x="425332" y="292068"/>
                    <a:pt x="425332" y="270311"/>
                    <a:pt x="425332" y="248554"/>
                  </a:cubicBezTo>
                  <a:cubicBezTo>
                    <a:pt x="425332" y="234956"/>
                    <a:pt x="425332" y="224077"/>
                    <a:pt x="425332" y="210479"/>
                  </a:cubicBezTo>
                  <a:cubicBezTo>
                    <a:pt x="425332" y="191441"/>
                    <a:pt x="422613" y="172404"/>
                    <a:pt x="422613" y="153366"/>
                  </a:cubicBezTo>
                  <a:cubicBezTo>
                    <a:pt x="422613" y="142487"/>
                    <a:pt x="422613" y="134328"/>
                    <a:pt x="425332" y="123450"/>
                  </a:cubicBezTo>
                  <a:cubicBezTo>
                    <a:pt x="417173" y="123450"/>
                    <a:pt x="406294" y="123450"/>
                    <a:pt x="398136" y="123450"/>
                  </a:cubicBezTo>
                  <a:cubicBezTo>
                    <a:pt x="392696" y="123450"/>
                    <a:pt x="387257" y="123450"/>
                    <a:pt x="379098" y="123450"/>
                  </a:cubicBezTo>
                  <a:cubicBezTo>
                    <a:pt x="373659" y="123450"/>
                    <a:pt x="365500" y="120730"/>
                    <a:pt x="360060" y="118011"/>
                  </a:cubicBezTo>
                  <a:cubicBezTo>
                    <a:pt x="354621" y="115291"/>
                    <a:pt x="349182" y="107132"/>
                    <a:pt x="349182" y="101693"/>
                  </a:cubicBezTo>
                  <a:cubicBezTo>
                    <a:pt x="349182" y="98973"/>
                    <a:pt x="349182" y="96253"/>
                    <a:pt x="351901" y="93534"/>
                  </a:cubicBezTo>
                  <a:cubicBezTo>
                    <a:pt x="354621" y="90814"/>
                    <a:pt x="362780" y="88094"/>
                    <a:pt x="368219" y="85375"/>
                  </a:cubicBezTo>
                  <a:cubicBezTo>
                    <a:pt x="381818" y="82655"/>
                    <a:pt x="417173" y="79935"/>
                    <a:pt x="422613" y="79935"/>
                  </a:cubicBezTo>
                  <a:cubicBezTo>
                    <a:pt x="428052" y="79935"/>
                    <a:pt x="433491" y="79935"/>
                    <a:pt x="444370" y="79935"/>
                  </a:cubicBezTo>
                  <a:cubicBezTo>
                    <a:pt x="449809" y="74496"/>
                    <a:pt x="455248" y="71776"/>
                    <a:pt x="463407" y="71776"/>
                  </a:cubicBezTo>
                  <a:cubicBezTo>
                    <a:pt x="471566" y="71776"/>
                    <a:pt x="477006" y="74496"/>
                    <a:pt x="477006" y="79935"/>
                  </a:cubicBezTo>
                  <a:cubicBezTo>
                    <a:pt x="493324" y="79935"/>
                    <a:pt x="506922" y="79935"/>
                    <a:pt x="515081" y="79935"/>
                  </a:cubicBezTo>
                  <a:lnTo>
                    <a:pt x="515081" y="79935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48589BCD-A0C1-497B-8D9B-7071336DC859}"/>
                </a:ext>
              </a:extLst>
            </p:cNvPr>
            <p:cNvSpPr/>
            <p:nvPr/>
          </p:nvSpPr>
          <p:spPr bwMode="black">
            <a:xfrm>
              <a:off x="5139126" y="4192158"/>
              <a:ext cx="516735" cy="788700"/>
            </a:xfrm>
            <a:custGeom>
              <a:avLst/>
              <a:gdLst>
                <a:gd name="connsiteX0" fmla="*/ 464616 w 516735"/>
                <a:gd name="connsiteY0" fmla="*/ 436210 h 788699"/>
                <a:gd name="connsiteX1" fmla="*/ 445578 w 516735"/>
                <a:gd name="connsiteY1" fmla="*/ 455248 h 788699"/>
                <a:gd name="connsiteX2" fmla="*/ 404784 w 516735"/>
                <a:gd name="connsiteY2" fmla="*/ 466126 h 788699"/>
                <a:gd name="connsiteX3" fmla="*/ 385746 w 516735"/>
                <a:gd name="connsiteY3" fmla="*/ 479725 h 788699"/>
                <a:gd name="connsiteX4" fmla="*/ 388466 w 516735"/>
                <a:gd name="connsiteY4" fmla="*/ 512361 h 788699"/>
                <a:gd name="connsiteX5" fmla="*/ 388466 w 516735"/>
                <a:gd name="connsiteY5" fmla="*/ 544997 h 788699"/>
                <a:gd name="connsiteX6" fmla="*/ 388466 w 516735"/>
                <a:gd name="connsiteY6" fmla="*/ 566754 h 788699"/>
                <a:gd name="connsiteX7" fmla="*/ 391185 w 516735"/>
                <a:gd name="connsiteY7" fmla="*/ 632026 h 788699"/>
                <a:gd name="connsiteX8" fmla="*/ 393905 w 516735"/>
                <a:gd name="connsiteY8" fmla="*/ 683699 h 788699"/>
                <a:gd name="connsiteX9" fmla="*/ 377587 w 516735"/>
                <a:gd name="connsiteY9" fmla="*/ 724494 h 788699"/>
                <a:gd name="connsiteX10" fmla="*/ 361269 w 516735"/>
                <a:gd name="connsiteY10" fmla="*/ 719054 h 788699"/>
                <a:gd name="connsiteX11" fmla="*/ 353110 w 516735"/>
                <a:gd name="connsiteY11" fmla="*/ 702737 h 788699"/>
                <a:gd name="connsiteX12" fmla="*/ 350390 w 516735"/>
                <a:gd name="connsiteY12" fmla="*/ 686419 h 788699"/>
                <a:gd name="connsiteX13" fmla="*/ 353110 w 516735"/>
                <a:gd name="connsiteY13" fmla="*/ 659222 h 788699"/>
                <a:gd name="connsiteX14" fmla="*/ 353110 w 516735"/>
                <a:gd name="connsiteY14" fmla="*/ 656502 h 788699"/>
                <a:gd name="connsiteX15" fmla="*/ 317755 w 516735"/>
                <a:gd name="connsiteY15" fmla="*/ 708176 h 788699"/>
                <a:gd name="connsiteX16" fmla="*/ 241604 w 516735"/>
                <a:gd name="connsiteY16" fmla="*/ 735372 h 788699"/>
                <a:gd name="connsiteX17" fmla="*/ 187211 w 516735"/>
                <a:gd name="connsiteY17" fmla="*/ 727214 h 788699"/>
                <a:gd name="connsiteX18" fmla="*/ 135538 w 516735"/>
                <a:gd name="connsiteY18" fmla="*/ 694578 h 788699"/>
                <a:gd name="connsiteX19" fmla="*/ 86584 w 516735"/>
                <a:gd name="connsiteY19" fmla="*/ 621147 h 788699"/>
                <a:gd name="connsiteX20" fmla="*/ 67546 w 516735"/>
                <a:gd name="connsiteY20" fmla="*/ 555875 h 788699"/>
                <a:gd name="connsiteX21" fmla="*/ 59387 w 516735"/>
                <a:gd name="connsiteY21" fmla="*/ 509641 h 788699"/>
                <a:gd name="connsiteX22" fmla="*/ 59387 w 516735"/>
                <a:gd name="connsiteY22" fmla="*/ 468846 h 788699"/>
                <a:gd name="connsiteX23" fmla="*/ 86584 w 516735"/>
                <a:gd name="connsiteY23" fmla="*/ 302947 h 788699"/>
                <a:gd name="connsiteX24" fmla="*/ 108341 w 516735"/>
                <a:gd name="connsiteY24" fmla="*/ 224077 h 788699"/>
                <a:gd name="connsiteX25" fmla="*/ 146416 w 516735"/>
                <a:gd name="connsiteY25" fmla="*/ 145207 h 788699"/>
                <a:gd name="connsiteX26" fmla="*/ 198090 w 516735"/>
                <a:gd name="connsiteY26" fmla="*/ 85375 h 788699"/>
                <a:gd name="connsiteX27" fmla="*/ 228006 w 516735"/>
                <a:gd name="connsiteY27" fmla="*/ 69057 h 788699"/>
                <a:gd name="connsiteX28" fmla="*/ 268801 w 516735"/>
                <a:gd name="connsiteY28" fmla="*/ 58178 h 788699"/>
                <a:gd name="connsiteX29" fmla="*/ 274240 w 516735"/>
                <a:gd name="connsiteY29" fmla="*/ 58178 h 788699"/>
                <a:gd name="connsiteX30" fmla="*/ 295997 w 516735"/>
                <a:gd name="connsiteY30" fmla="*/ 60898 h 788699"/>
                <a:gd name="connsiteX31" fmla="*/ 331353 w 516735"/>
                <a:gd name="connsiteY31" fmla="*/ 71776 h 788699"/>
                <a:gd name="connsiteX32" fmla="*/ 350390 w 516735"/>
                <a:gd name="connsiteY32" fmla="*/ 93534 h 788699"/>
                <a:gd name="connsiteX33" fmla="*/ 353110 w 516735"/>
                <a:gd name="connsiteY33" fmla="*/ 74496 h 788699"/>
                <a:gd name="connsiteX34" fmla="*/ 358549 w 516735"/>
                <a:gd name="connsiteY34" fmla="*/ 63618 h 788699"/>
                <a:gd name="connsiteX35" fmla="*/ 366708 w 516735"/>
                <a:gd name="connsiteY35" fmla="*/ 58178 h 788699"/>
                <a:gd name="connsiteX36" fmla="*/ 374867 w 516735"/>
                <a:gd name="connsiteY36" fmla="*/ 63618 h 788699"/>
                <a:gd name="connsiteX37" fmla="*/ 383026 w 516735"/>
                <a:gd name="connsiteY37" fmla="*/ 82655 h 788699"/>
                <a:gd name="connsiteX38" fmla="*/ 385746 w 516735"/>
                <a:gd name="connsiteY38" fmla="*/ 126170 h 788699"/>
                <a:gd name="connsiteX39" fmla="*/ 388466 w 516735"/>
                <a:gd name="connsiteY39" fmla="*/ 186002 h 788699"/>
                <a:gd name="connsiteX40" fmla="*/ 391185 w 516735"/>
                <a:gd name="connsiteY40" fmla="*/ 237676 h 788699"/>
                <a:gd name="connsiteX41" fmla="*/ 374867 w 516735"/>
                <a:gd name="connsiteY41" fmla="*/ 278470 h 788699"/>
                <a:gd name="connsiteX42" fmla="*/ 358549 w 516735"/>
                <a:gd name="connsiteY42" fmla="*/ 273031 h 788699"/>
                <a:gd name="connsiteX43" fmla="*/ 350390 w 516735"/>
                <a:gd name="connsiteY43" fmla="*/ 256713 h 788699"/>
                <a:gd name="connsiteX44" fmla="*/ 347671 w 516735"/>
                <a:gd name="connsiteY44" fmla="*/ 240395 h 788699"/>
                <a:gd name="connsiteX45" fmla="*/ 347671 w 516735"/>
                <a:gd name="connsiteY45" fmla="*/ 213199 h 788699"/>
                <a:gd name="connsiteX46" fmla="*/ 344951 w 516735"/>
                <a:gd name="connsiteY46" fmla="*/ 194161 h 788699"/>
                <a:gd name="connsiteX47" fmla="*/ 339512 w 516735"/>
                <a:gd name="connsiteY47" fmla="*/ 150647 h 788699"/>
                <a:gd name="connsiteX48" fmla="*/ 323194 w 516735"/>
                <a:gd name="connsiteY48" fmla="*/ 112571 h 788699"/>
                <a:gd name="connsiteX49" fmla="*/ 293278 w 516735"/>
                <a:gd name="connsiteY49" fmla="*/ 101693 h 788699"/>
                <a:gd name="connsiteX50" fmla="*/ 263361 w 516735"/>
                <a:gd name="connsiteY50" fmla="*/ 120730 h 788699"/>
                <a:gd name="connsiteX51" fmla="*/ 241604 w 516735"/>
                <a:gd name="connsiteY51" fmla="*/ 153366 h 788699"/>
                <a:gd name="connsiteX52" fmla="*/ 233445 w 516735"/>
                <a:gd name="connsiteY52" fmla="*/ 194161 h 788699"/>
                <a:gd name="connsiteX53" fmla="*/ 225286 w 516735"/>
                <a:gd name="connsiteY53" fmla="*/ 232236 h 788699"/>
                <a:gd name="connsiteX54" fmla="*/ 217127 w 516735"/>
                <a:gd name="connsiteY54" fmla="*/ 275751 h 788699"/>
                <a:gd name="connsiteX55" fmla="*/ 211688 w 516735"/>
                <a:gd name="connsiteY55" fmla="*/ 316545 h 788699"/>
                <a:gd name="connsiteX56" fmla="*/ 206249 w 516735"/>
                <a:gd name="connsiteY56" fmla="*/ 354621 h 788699"/>
                <a:gd name="connsiteX57" fmla="*/ 200809 w 516735"/>
                <a:gd name="connsiteY57" fmla="*/ 398135 h 788699"/>
                <a:gd name="connsiteX58" fmla="*/ 195370 w 516735"/>
                <a:gd name="connsiteY58" fmla="*/ 438930 h 788699"/>
                <a:gd name="connsiteX59" fmla="*/ 192650 w 516735"/>
                <a:gd name="connsiteY59" fmla="*/ 474286 h 788699"/>
                <a:gd name="connsiteX60" fmla="*/ 195370 w 516735"/>
                <a:gd name="connsiteY60" fmla="*/ 525959 h 788699"/>
                <a:gd name="connsiteX61" fmla="*/ 208968 w 516735"/>
                <a:gd name="connsiteY61" fmla="*/ 596670 h 788699"/>
                <a:gd name="connsiteX62" fmla="*/ 214407 w 516735"/>
                <a:gd name="connsiteY62" fmla="*/ 623867 h 788699"/>
                <a:gd name="connsiteX63" fmla="*/ 228006 w 516735"/>
                <a:gd name="connsiteY63" fmla="*/ 656502 h 788699"/>
                <a:gd name="connsiteX64" fmla="*/ 271520 w 516735"/>
                <a:gd name="connsiteY64" fmla="*/ 689138 h 788699"/>
                <a:gd name="connsiteX65" fmla="*/ 306876 w 516735"/>
                <a:gd name="connsiteY65" fmla="*/ 664661 h 788699"/>
                <a:gd name="connsiteX66" fmla="*/ 331353 w 516735"/>
                <a:gd name="connsiteY66" fmla="*/ 602109 h 788699"/>
                <a:gd name="connsiteX67" fmla="*/ 336792 w 516735"/>
                <a:gd name="connsiteY67" fmla="*/ 544997 h 788699"/>
                <a:gd name="connsiteX68" fmla="*/ 336792 w 516735"/>
                <a:gd name="connsiteY68" fmla="*/ 498762 h 788699"/>
                <a:gd name="connsiteX69" fmla="*/ 336792 w 516735"/>
                <a:gd name="connsiteY69" fmla="*/ 490603 h 788699"/>
                <a:gd name="connsiteX70" fmla="*/ 320474 w 516735"/>
                <a:gd name="connsiteY70" fmla="*/ 477005 h 788699"/>
                <a:gd name="connsiteX71" fmla="*/ 282399 w 516735"/>
                <a:gd name="connsiteY71" fmla="*/ 479725 h 788699"/>
                <a:gd name="connsiteX72" fmla="*/ 252483 w 516735"/>
                <a:gd name="connsiteY72" fmla="*/ 474286 h 788699"/>
                <a:gd name="connsiteX73" fmla="*/ 247043 w 516735"/>
                <a:gd name="connsiteY73" fmla="*/ 466126 h 788699"/>
                <a:gd name="connsiteX74" fmla="*/ 249763 w 516735"/>
                <a:gd name="connsiteY74" fmla="*/ 457968 h 788699"/>
                <a:gd name="connsiteX75" fmla="*/ 268801 w 516735"/>
                <a:gd name="connsiteY75" fmla="*/ 447089 h 788699"/>
                <a:gd name="connsiteX76" fmla="*/ 312315 w 516735"/>
                <a:gd name="connsiteY76" fmla="*/ 436210 h 788699"/>
                <a:gd name="connsiteX77" fmla="*/ 353110 w 516735"/>
                <a:gd name="connsiteY77" fmla="*/ 430771 h 788699"/>
                <a:gd name="connsiteX78" fmla="*/ 385746 w 516735"/>
                <a:gd name="connsiteY78" fmla="*/ 430771 h 788699"/>
                <a:gd name="connsiteX79" fmla="*/ 437420 w 516735"/>
                <a:gd name="connsiteY79" fmla="*/ 428051 h 788699"/>
                <a:gd name="connsiteX80" fmla="*/ 464616 w 516735"/>
                <a:gd name="connsiteY80" fmla="*/ 436210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516735" h="788699">
                  <a:moveTo>
                    <a:pt x="464616" y="436210"/>
                  </a:moveTo>
                  <a:cubicBezTo>
                    <a:pt x="464616" y="447089"/>
                    <a:pt x="453737" y="452528"/>
                    <a:pt x="445578" y="455248"/>
                  </a:cubicBezTo>
                  <a:cubicBezTo>
                    <a:pt x="434700" y="460687"/>
                    <a:pt x="415662" y="463407"/>
                    <a:pt x="404784" y="466126"/>
                  </a:cubicBezTo>
                  <a:cubicBezTo>
                    <a:pt x="393905" y="466126"/>
                    <a:pt x="385746" y="468846"/>
                    <a:pt x="385746" y="479725"/>
                  </a:cubicBezTo>
                  <a:cubicBezTo>
                    <a:pt x="385746" y="487884"/>
                    <a:pt x="388466" y="506921"/>
                    <a:pt x="388466" y="512361"/>
                  </a:cubicBezTo>
                  <a:cubicBezTo>
                    <a:pt x="388466" y="515080"/>
                    <a:pt x="388466" y="539557"/>
                    <a:pt x="388466" y="544997"/>
                  </a:cubicBezTo>
                  <a:cubicBezTo>
                    <a:pt x="388466" y="550436"/>
                    <a:pt x="388466" y="558595"/>
                    <a:pt x="388466" y="566754"/>
                  </a:cubicBezTo>
                  <a:cubicBezTo>
                    <a:pt x="388466" y="591231"/>
                    <a:pt x="388466" y="621147"/>
                    <a:pt x="391185" y="632026"/>
                  </a:cubicBezTo>
                  <a:cubicBezTo>
                    <a:pt x="393905" y="653783"/>
                    <a:pt x="393905" y="661942"/>
                    <a:pt x="393905" y="683699"/>
                  </a:cubicBezTo>
                  <a:cubicBezTo>
                    <a:pt x="393905" y="694578"/>
                    <a:pt x="393905" y="724494"/>
                    <a:pt x="377587" y="724494"/>
                  </a:cubicBezTo>
                  <a:cubicBezTo>
                    <a:pt x="369428" y="724494"/>
                    <a:pt x="366708" y="721774"/>
                    <a:pt x="361269" y="719054"/>
                  </a:cubicBezTo>
                  <a:cubicBezTo>
                    <a:pt x="355830" y="716335"/>
                    <a:pt x="353110" y="708176"/>
                    <a:pt x="353110" y="702737"/>
                  </a:cubicBezTo>
                  <a:cubicBezTo>
                    <a:pt x="350390" y="694578"/>
                    <a:pt x="350390" y="689138"/>
                    <a:pt x="350390" y="686419"/>
                  </a:cubicBezTo>
                  <a:cubicBezTo>
                    <a:pt x="350390" y="678260"/>
                    <a:pt x="353110" y="672820"/>
                    <a:pt x="353110" y="659222"/>
                  </a:cubicBezTo>
                  <a:lnTo>
                    <a:pt x="353110" y="656502"/>
                  </a:lnTo>
                  <a:cubicBezTo>
                    <a:pt x="347671" y="675540"/>
                    <a:pt x="334072" y="694578"/>
                    <a:pt x="317755" y="708176"/>
                  </a:cubicBezTo>
                  <a:cubicBezTo>
                    <a:pt x="293278" y="727214"/>
                    <a:pt x="274240" y="735372"/>
                    <a:pt x="241604" y="735372"/>
                  </a:cubicBezTo>
                  <a:cubicBezTo>
                    <a:pt x="222566" y="735372"/>
                    <a:pt x="203529" y="732653"/>
                    <a:pt x="187211" y="727214"/>
                  </a:cubicBezTo>
                  <a:cubicBezTo>
                    <a:pt x="165454" y="719054"/>
                    <a:pt x="149136" y="708176"/>
                    <a:pt x="135538" y="694578"/>
                  </a:cubicBezTo>
                  <a:cubicBezTo>
                    <a:pt x="113780" y="672820"/>
                    <a:pt x="100182" y="648343"/>
                    <a:pt x="86584" y="621147"/>
                  </a:cubicBezTo>
                  <a:cubicBezTo>
                    <a:pt x="75705" y="599390"/>
                    <a:pt x="70266" y="580352"/>
                    <a:pt x="67546" y="555875"/>
                  </a:cubicBezTo>
                  <a:cubicBezTo>
                    <a:pt x="64826" y="539557"/>
                    <a:pt x="62107" y="525959"/>
                    <a:pt x="59387" y="509641"/>
                  </a:cubicBezTo>
                  <a:cubicBezTo>
                    <a:pt x="56667" y="493323"/>
                    <a:pt x="59387" y="485164"/>
                    <a:pt x="59387" y="468846"/>
                  </a:cubicBezTo>
                  <a:cubicBezTo>
                    <a:pt x="59387" y="414453"/>
                    <a:pt x="72985" y="362780"/>
                    <a:pt x="86584" y="302947"/>
                  </a:cubicBezTo>
                  <a:cubicBezTo>
                    <a:pt x="92023" y="275751"/>
                    <a:pt x="100182" y="248554"/>
                    <a:pt x="108341" y="224077"/>
                  </a:cubicBezTo>
                  <a:cubicBezTo>
                    <a:pt x="116500" y="196881"/>
                    <a:pt x="130098" y="169684"/>
                    <a:pt x="146416" y="145207"/>
                  </a:cubicBezTo>
                  <a:cubicBezTo>
                    <a:pt x="160014" y="123450"/>
                    <a:pt x="176332" y="101693"/>
                    <a:pt x="198090" y="85375"/>
                  </a:cubicBezTo>
                  <a:cubicBezTo>
                    <a:pt x="206249" y="77216"/>
                    <a:pt x="217127" y="71776"/>
                    <a:pt x="228006" y="69057"/>
                  </a:cubicBezTo>
                  <a:cubicBezTo>
                    <a:pt x="241604" y="63618"/>
                    <a:pt x="255202" y="58178"/>
                    <a:pt x="268801" y="58178"/>
                  </a:cubicBezTo>
                  <a:cubicBezTo>
                    <a:pt x="271520" y="58178"/>
                    <a:pt x="274240" y="58178"/>
                    <a:pt x="274240" y="58178"/>
                  </a:cubicBezTo>
                  <a:cubicBezTo>
                    <a:pt x="279679" y="58178"/>
                    <a:pt x="285119" y="58178"/>
                    <a:pt x="295997" y="60898"/>
                  </a:cubicBezTo>
                  <a:cubicBezTo>
                    <a:pt x="309595" y="63618"/>
                    <a:pt x="320474" y="66337"/>
                    <a:pt x="331353" y="71776"/>
                  </a:cubicBezTo>
                  <a:cubicBezTo>
                    <a:pt x="339512" y="77216"/>
                    <a:pt x="347671" y="85375"/>
                    <a:pt x="350390" y="93534"/>
                  </a:cubicBezTo>
                  <a:cubicBezTo>
                    <a:pt x="350390" y="88095"/>
                    <a:pt x="353110" y="79936"/>
                    <a:pt x="353110" y="74496"/>
                  </a:cubicBezTo>
                  <a:cubicBezTo>
                    <a:pt x="355830" y="71776"/>
                    <a:pt x="355830" y="69057"/>
                    <a:pt x="358549" y="63618"/>
                  </a:cubicBezTo>
                  <a:cubicBezTo>
                    <a:pt x="361269" y="60898"/>
                    <a:pt x="363989" y="58178"/>
                    <a:pt x="366708" y="58178"/>
                  </a:cubicBezTo>
                  <a:cubicBezTo>
                    <a:pt x="369428" y="58178"/>
                    <a:pt x="372148" y="60898"/>
                    <a:pt x="374867" y="63618"/>
                  </a:cubicBezTo>
                  <a:cubicBezTo>
                    <a:pt x="377587" y="69057"/>
                    <a:pt x="380307" y="77216"/>
                    <a:pt x="383026" y="82655"/>
                  </a:cubicBezTo>
                  <a:cubicBezTo>
                    <a:pt x="383026" y="90814"/>
                    <a:pt x="385746" y="107132"/>
                    <a:pt x="385746" y="126170"/>
                  </a:cubicBezTo>
                  <a:cubicBezTo>
                    <a:pt x="385746" y="150647"/>
                    <a:pt x="385746" y="177843"/>
                    <a:pt x="388466" y="186002"/>
                  </a:cubicBezTo>
                  <a:cubicBezTo>
                    <a:pt x="391185" y="207759"/>
                    <a:pt x="391185" y="215918"/>
                    <a:pt x="391185" y="237676"/>
                  </a:cubicBezTo>
                  <a:cubicBezTo>
                    <a:pt x="391185" y="248554"/>
                    <a:pt x="391185" y="278470"/>
                    <a:pt x="374867" y="278470"/>
                  </a:cubicBezTo>
                  <a:cubicBezTo>
                    <a:pt x="366708" y="278470"/>
                    <a:pt x="363989" y="275751"/>
                    <a:pt x="358549" y="273031"/>
                  </a:cubicBezTo>
                  <a:cubicBezTo>
                    <a:pt x="353110" y="270311"/>
                    <a:pt x="350390" y="262152"/>
                    <a:pt x="350390" y="256713"/>
                  </a:cubicBezTo>
                  <a:cubicBezTo>
                    <a:pt x="350390" y="251274"/>
                    <a:pt x="347671" y="245834"/>
                    <a:pt x="347671" y="240395"/>
                  </a:cubicBezTo>
                  <a:cubicBezTo>
                    <a:pt x="347671" y="232236"/>
                    <a:pt x="347671" y="224077"/>
                    <a:pt x="347671" y="213199"/>
                  </a:cubicBezTo>
                  <a:cubicBezTo>
                    <a:pt x="347671" y="207759"/>
                    <a:pt x="347671" y="199600"/>
                    <a:pt x="344951" y="194161"/>
                  </a:cubicBezTo>
                  <a:cubicBezTo>
                    <a:pt x="342232" y="180563"/>
                    <a:pt x="342232" y="164245"/>
                    <a:pt x="339512" y="150647"/>
                  </a:cubicBezTo>
                  <a:cubicBezTo>
                    <a:pt x="336792" y="137048"/>
                    <a:pt x="331353" y="123450"/>
                    <a:pt x="323194" y="112571"/>
                  </a:cubicBezTo>
                  <a:cubicBezTo>
                    <a:pt x="317755" y="104412"/>
                    <a:pt x="304156" y="101693"/>
                    <a:pt x="293278" y="101693"/>
                  </a:cubicBezTo>
                  <a:cubicBezTo>
                    <a:pt x="279679" y="101693"/>
                    <a:pt x="271520" y="109852"/>
                    <a:pt x="263361" y="120730"/>
                  </a:cubicBezTo>
                  <a:cubicBezTo>
                    <a:pt x="257922" y="131609"/>
                    <a:pt x="247043" y="139768"/>
                    <a:pt x="241604" y="153366"/>
                  </a:cubicBezTo>
                  <a:cubicBezTo>
                    <a:pt x="236165" y="166964"/>
                    <a:pt x="233445" y="180563"/>
                    <a:pt x="233445" y="194161"/>
                  </a:cubicBezTo>
                  <a:cubicBezTo>
                    <a:pt x="233445" y="207759"/>
                    <a:pt x="230726" y="218638"/>
                    <a:pt x="225286" y="232236"/>
                  </a:cubicBezTo>
                  <a:cubicBezTo>
                    <a:pt x="219847" y="245834"/>
                    <a:pt x="219847" y="262152"/>
                    <a:pt x="217127" y="275751"/>
                  </a:cubicBezTo>
                  <a:cubicBezTo>
                    <a:pt x="214407" y="289349"/>
                    <a:pt x="214407" y="302947"/>
                    <a:pt x="211688" y="316545"/>
                  </a:cubicBezTo>
                  <a:cubicBezTo>
                    <a:pt x="211688" y="330144"/>
                    <a:pt x="206249" y="341022"/>
                    <a:pt x="206249" y="354621"/>
                  </a:cubicBezTo>
                  <a:cubicBezTo>
                    <a:pt x="203529" y="368219"/>
                    <a:pt x="203529" y="381817"/>
                    <a:pt x="200809" y="398135"/>
                  </a:cubicBezTo>
                  <a:cubicBezTo>
                    <a:pt x="198090" y="411733"/>
                    <a:pt x="198090" y="425332"/>
                    <a:pt x="195370" y="438930"/>
                  </a:cubicBezTo>
                  <a:cubicBezTo>
                    <a:pt x="195370" y="449809"/>
                    <a:pt x="192650" y="463407"/>
                    <a:pt x="192650" y="474286"/>
                  </a:cubicBezTo>
                  <a:cubicBezTo>
                    <a:pt x="192650" y="490603"/>
                    <a:pt x="195370" y="509641"/>
                    <a:pt x="195370" y="525959"/>
                  </a:cubicBezTo>
                  <a:cubicBezTo>
                    <a:pt x="195370" y="550436"/>
                    <a:pt x="203529" y="572193"/>
                    <a:pt x="208968" y="596670"/>
                  </a:cubicBezTo>
                  <a:cubicBezTo>
                    <a:pt x="211688" y="604829"/>
                    <a:pt x="211688" y="615708"/>
                    <a:pt x="214407" y="623867"/>
                  </a:cubicBezTo>
                  <a:cubicBezTo>
                    <a:pt x="217127" y="634745"/>
                    <a:pt x="222566" y="645624"/>
                    <a:pt x="228006" y="656502"/>
                  </a:cubicBezTo>
                  <a:cubicBezTo>
                    <a:pt x="236165" y="670101"/>
                    <a:pt x="252483" y="689138"/>
                    <a:pt x="271520" y="689138"/>
                  </a:cubicBezTo>
                  <a:cubicBezTo>
                    <a:pt x="287838" y="689138"/>
                    <a:pt x="298717" y="675540"/>
                    <a:pt x="306876" y="664661"/>
                  </a:cubicBezTo>
                  <a:cubicBezTo>
                    <a:pt x="320474" y="645624"/>
                    <a:pt x="325914" y="623867"/>
                    <a:pt x="331353" y="602109"/>
                  </a:cubicBezTo>
                  <a:cubicBezTo>
                    <a:pt x="334072" y="583072"/>
                    <a:pt x="336792" y="564034"/>
                    <a:pt x="336792" y="544997"/>
                  </a:cubicBezTo>
                  <a:cubicBezTo>
                    <a:pt x="336792" y="531398"/>
                    <a:pt x="336792" y="512361"/>
                    <a:pt x="336792" y="498762"/>
                  </a:cubicBezTo>
                  <a:cubicBezTo>
                    <a:pt x="336792" y="496043"/>
                    <a:pt x="336792" y="493323"/>
                    <a:pt x="336792" y="490603"/>
                  </a:cubicBezTo>
                  <a:cubicBezTo>
                    <a:pt x="336792" y="479725"/>
                    <a:pt x="336792" y="477005"/>
                    <a:pt x="320474" y="477005"/>
                  </a:cubicBezTo>
                  <a:cubicBezTo>
                    <a:pt x="309595" y="477005"/>
                    <a:pt x="295997" y="479725"/>
                    <a:pt x="282399" y="479725"/>
                  </a:cubicBezTo>
                  <a:cubicBezTo>
                    <a:pt x="271520" y="479725"/>
                    <a:pt x="260642" y="479725"/>
                    <a:pt x="252483" y="474286"/>
                  </a:cubicBezTo>
                  <a:cubicBezTo>
                    <a:pt x="249763" y="471566"/>
                    <a:pt x="247043" y="468846"/>
                    <a:pt x="247043" y="466126"/>
                  </a:cubicBezTo>
                  <a:cubicBezTo>
                    <a:pt x="247043" y="463407"/>
                    <a:pt x="247043" y="460687"/>
                    <a:pt x="249763" y="457968"/>
                  </a:cubicBezTo>
                  <a:cubicBezTo>
                    <a:pt x="255202" y="452528"/>
                    <a:pt x="260642" y="449809"/>
                    <a:pt x="268801" y="447089"/>
                  </a:cubicBezTo>
                  <a:cubicBezTo>
                    <a:pt x="282399" y="441650"/>
                    <a:pt x="295997" y="438930"/>
                    <a:pt x="312315" y="436210"/>
                  </a:cubicBezTo>
                  <a:cubicBezTo>
                    <a:pt x="325914" y="433491"/>
                    <a:pt x="339512" y="433491"/>
                    <a:pt x="353110" y="430771"/>
                  </a:cubicBezTo>
                  <a:cubicBezTo>
                    <a:pt x="363989" y="430771"/>
                    <a:pt x="374867" y="430771"/>
                    <a:pt x="385746" y="430771"/>
                  </a:cubicBezTo>
                  <a:cubicBezTo>
                    <a:pt x="402064" y="430771"/>
                    <a:pt x="426541" y="428051"/>
                    <a:pt x="437420" y="428051"/>
                  </a:cubicBezTo>
                  <a:cubicBezTo>
                    <a:pt x="451018" y="419892"/>
                    <a:pt x="464616" y="425332"/>
                    <a:pt x="464616" y="436210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8DFF6291-0096-416B-8932-CFAEE8C24CC3}"/>
                </a:ext>
              </a:extLst>
            </p:cNvPr>
            <p:cNvSpPr/>
            <p:nvPr/>
          </p:nvSpPr>
          <p:spPr bwMode="black">
            <a:xfrm>
              <a:off x="5651630" y="4181279"/>
              <a:ext cx="734308" cy="788700"/>
            </a:xfrm>
            <a:custGeom>
              <a:avLst/>
              <a:gdLst>
                <a:gd name="connsiteX0" fmla="*/ 653783 w 734307"/>
                <a:gd name="connsiteY0" fmla="*/ 678259 h 788699"/>
                <a:gd name="connsiteX1" fmla="*/ 691859 w 734307"/>
                <a:gd name="connsiteY1" fmla="*/ 694577 h 788699"/>
                <a:gd name="connsiteX2" fmla="*/ 686419 w 734307"/>
                <a:gd name="connsiteY2" fmla="*/ 710895 h 788699"/>
                <a:gd name="connsiteX3" fmla="*/ 670101 w 734307"/>
                <a:gd name="connsiteY3" fmla="*/ 719054 h 788699"/>
                <a:gd name="connsiteX4" fmla="*/ 648344 w 734307"/>
                <a:gd name="connsiteY4" fmla="*/ 721774 h 788699"/>
                <a:gd name="connsiteX5" fmla="*/ 618428 w 734307"/>
                <a:gd name="connsiteY5" fmla="*/ 721774 h 788699"/>
                <a:gd name="connsiteX6" fmla="*/ 572194 w 734307"/>
                <a:gd name="connsiteY6" fmla="*/ 735372 h 788699"/>
                <a:gd name="connsiteX7" fmla="*/ 544997 w 734307"/>
                <a:gd name="connsiteY7" fmla="*/ 729933 h 788699"/>
                <a:gd name="connsiteX8" fmla="*/ 534119 w 734307"/>
                <a:gd name="connsiteY8" fmla="*/ 721774 h 788699"/>
                <a:gd name="connsiteX9" fmla="*/ 496043 w 734307"/>
                <a:gd name="connsiteY9" fmla="*/ 721774 h 788699"/>
                <a:gd name="connsiteX10" fmla="*/ 471566 w 734307"/>
                <a:gd name="connsiteY10" fmla="*/ 721774 h 788699"/>
                <a:gd name="connsiteX11" fmla="*/ 444370 w 734307"/>
                <a:gd name="connsiteY11" fmla="*/ 716335 h 788699"/>
                <a:gd name="connsiteX12" fmla="*/ 428052 w 734307"/>
                <a:gd name="connsiteY12" fmla="*/ 700017 h 788699"/>
                <a:gd name="connsiteX13" fmla="*/ 433491 w 734307"/>
                <a:gd name="connsiteY13" fmla="*/ 691858 h 788699"/>
                <a:gd name="connsiteX14" fmla="*/ 455248 w 734307"/>
                <a:gd name="connsiteY14" fmla="*/ 683699 h 788699"/>
                <a:gd name="connsiteX15" fmla="*/ 506922 w 734307"/>
                <a:gd name="connsiteY15" fmla="*/ 678259 h 788699"/>
                <a:gd name="connsiteX16" fmla="*/ 509641 w 734307"/>
                <a:gd name="connsiteY16" fmla="*/ 678259 h 788699"/>
                <a:gd name="connsiteX17" fmla="*/ 506922 w 734307"/>
                <a:gd name="connsiteY17" fmla="*/ 664661 h 788699"/>
                <a:gd name="connsiteX18" fmla="*/ 498763 w 734307"/>
                <a:gd name="connsiteY18" fmla="*/ 580352 h 788699"/>
                <a:gd name="connsiteX19" fmla="*/ 496043 w 734307"/>
                <a:gd name="connsiteY19" fmla="*/ 479725 h 788699"/>
                <a:gd name="connsiteX20" fmla="*/ 493324 w 734307"/>
                <a:gd name="connsiteY20" fmla="*/ 389976 h 788699"/>
                <a:gd name="connsiteX21" fmla="*/ 490604 w 734307"/>
                <a:gd name="connsiteY21" fmla="*/ 302947 h 788699"/>
                <a:gd name="connsiteX22" fmla="*/ 487884 w 734307"/>
                <a:gd name="connsiteY22" fmla="*/ 229516 h 788699"/>
                <a:gd name="connsiteX23" fmla="*/ 485165 w 734307"/>
                <a:gd name="connsiteY23" fmla="*/ 221357 h 788699"/>
                <a:gd name="connsiteX24" fmla="*/ 482445 w 734307"/>
                <a:gd name="connsiteY24" fmla="*/ 226797 h 788699"/>
                <a:gd name="connsiteX25" fmla="*/ 477006 w 734307"/>
                <a:gd name="connsiteY25" fmla="*/ 262152 h 788699"/>
                <a:gd name="connsiteX26" fmla="*/ 460688 w 734307"/>
                <a:gd name="connsiteY26" fmla="*/ 341022 h 788699"/>
                <a:gd name="connsiteX27" fmla="*/ 444370 w 734307"/>
                <a:gd name="connsiteY27" fmla="*/ 417173 h 788699"/>
                <a:gd name="connsiteX28" fmla="*/ 436211 w 734307"/>
                <a:gd name="connsiteY28" fmla="*/ 455248 h 788699"/>
                <a:gd name="connsiteX29" fmla="*/ 425332 w 734307"/>
                <a:gd name="connsiteY29" fmla="*/ 493323 h 788699"/>
                <a:gd name="connsiteX30" fmla="*/ 411734 w 734307"/>
                <a:gd name="connsiteY30" fmla="*/ 531398 h 788699"/>
                <a:gd name="connsiteX31" fmla="*/ 376378 w 734307"/>
                <a:gd name="connsiteY31" fmla="*/ 547716 h 788699"/>
                <a:gd name="connsiteX32" fmla="*/ 319265 w 734307"/>
                <a:gd name="connsiteY32" fmla="*/ 525959 h 788699"/>
                <a:gd name="connsiteX33" fmla="*/ 289349 w 734307"/>
                <a:gd name="connsiteY33" fmla="*/ 455248 h 788699"/>
                <a:gd name="connsiteX34" fmla="*/ 273031 w 734307"/>
                <a:gd name="connsiteY34" fmla="*/ 373658 h 788699"/>
                <a:gd name="connsiteX35" fmla="*/ 262153 w 734307"/>
                <a:gd name="connsiteY35" fmla="*/ 316545 h 788699"/>
                <a:gd name="connsiteX36" fmla="*/ 245835 w 734307"/>
                <a:gd name="connsiteY36" fmla="*/ 237675 h 788699"/>
                <a:gd name="connsiteX37" fmla="*/ 234956 w 734307"/>
                <a:gd name="connsiteY37" fmla="*/ 196881 h 788699"/>
                <a:gd name="connsiteX38" fmla="*/ 232236 w 734307"/>
                <a:gd name="connsiteY38" fmla="*/ 191441 h 788699"/>
                <a:gd name="connsiteX39" fmla="*/ 226797 w 734307"/>
                <a:gd name="connsiteY39" fmla="*/ 207759 h 788699"/>
                <a:gd name="connsiteX40" fmla="*/ 226797 w 734307"/>
                <a:gd name="connsiteY40" fmla="*/ 232236 h 788699"/>
                <a:gd name="connsiteX41" fmla="*/ 224077 w 734307"/>
                <a:gd name="connsiteY41" fmla="*/ 267592 h 788699"/>
                <a:gd name="connsiteX42" fmla="*/ 221358 w 734307"/>
                <a:gd name="connsiteY42" fmla="*/ 311106 h 788699"/>
                <a:gd name="connsiteX43" fmla="*/ 218638 w 734307"/>
                <a:gd name="connsiteY43" fmla="*/ 360060 h 788699"/>
                <a:gd name="connsiteX44" fmla="*/ 215919 w 734307"/>
                <a:gd name="connsiteY44" fmla="*/ 398135 h 788699"/>
                <a:gd name="connsiteX45" fmla="*/ 213199 w 734307"/>
                <a:gd name="connsiteY45" fmla="*/ 430771 h 788699"/>
                <a:gd name="connsiteX46" fmla="*/ 213199 w 734307"/>
                <a:gd name="connsiteY46" fmla="*/ 455248 h 788699"/>
                <a:gd name="connsiteX47" fmla="*/ 213199 w 734307"/>
                <a:gd name="connsiteY47" fmla="*/ 477005 h 788699"/>
                <a:gd name="connsiteX48" fmla="*/ 207759 w 734307"/>
                <a:gd name="connsiteY48" fmla="*/ 520520 h 788699"/>
                <a:gd name="connsiteX49" fmla="*/ 196881 w 734307"/>
                <a:gd name="connsiteY49" fmla="*/ 610268 h 788699"/>
                <a:gd name="connsiteX50" fmla="*/ 194161 w 734307"/>
                <a:gd name="connsiteY50" fmla="*/ 653783 h 788699"/>
                <a:gd name="connsiteX51" fmla="*/ 191441 w 734307"/>
                <a:gd name="connsiteY51" fmla="*/ 667381 h 788699"/>
                <a:gd name="connsiteX52" fmla="*/ 243115 w 734307"/>
                <a:gd name="connsiteY52" fmla="*/ 667381 h 788699"/>
                <a:gd name="connsiteX53" fmla="*/ 273031 w 734307"/>
                <a:gd name="connsiteY53" fmla="*/ 683699 h 788699"/>
                <a:gd name="connsiteX54" fmla="*/ 262153 w 734307"/>
                <a:gd name="connsiteY54" fmla="*/ 697297 h 788699"/>
                <a:gd name="connsiteX55" fmla="*/ 248554 w 734307"/>
                <a:gd name="connsiteY55" fmla="*/ 705456 h 788699"/>
                <a:gd name="connsiteX56" fmla="*/ 232236 w 734307"/>
                <a:gd name="connsiteY56" fmla="*/ 708176 h 788699"/>
                <a:gd name="connsiteX57" fmla="*/ 166965 w 734307"/>
                <a:gd name="connsiteY57" fmla="*/ 708176 h 788699"/>
                <a:gd name="connsiteX58" fmla="*/ 109852 w 734307"/>
                <a:gd name="connsiteY58" fmla="*/ 708176 h 788699"/>
                <a:gd name="connsiteX59" fmla="*/ 90814 w 734307"/>
                <a:gd name="connsiteY59" fmla="*/ 708176 h 788699"/>
                <a:gd name="connsiteX60" fmla="*/ 69057 w 734307"/>
                <a:gd name="connsiteY60" fmla="*/ 702736 h 788699"/>
                <a:gd name="connsiteX61" fmla="*/ 58178 w 734307"/>
                <a:gd name="connsiteY61" fmla="*/ 686418 h 788699"/>
                <a:gd name="connsiteX62" fmla="*/ 60898 w 734307"/>
                <a:gd name="connsiteY62" fmla="*/ 678259 h 788699"/>
                <a:gd name="connsiteX63" fmla="*/ 77216 w 734307"/>
                <a:gd name="connsiteY63" fmla="*/ 670101 h 788699"/>
                <a:gd name="connsiteX64" fmla="*/ 126170 w 734307"/>
                <a:gd name="connsiteY64" fmla="*/ 664661 h 788699"/>
                <a:gd name="connsiteX65" fmla="*/ 142487 w 734307"/>
                <a:gd name="connsiteY65" fmla="*/ 664661 h 788699"/>
                <a:gd name="connsiteX66" fmla="*/ 147927 w 734307"/>
                <a:gd name="connsiteY66" fmla="*/ 588511 h 788699"/>
                <a:gd name="connsiteX67" fmla="*/ 153366 w 734307"/>
                <a:gd name="connsiteY67" fmla="*/ 493323 h 788699"/>
                <a:gd name="connsiteX68" fmla="*/ 156086 w 734307"/>
                <a:gd name="connsiteY68" fmla="*/ 411733 h 788699"/>
                <a:gd name="connsiteX69" fmla="*/ 161525 w 734307"/>
                <a:gd name="connsiteY69" fmla="*/ 297508 h 788699"/>
                <a:gd name="connsiteX70" fmla="*/ 166965 w 734307"/>
                <a:gd name="connsiteY70" fmla="*/ 240395 h 788699"/>
                <a:gd name="connsiteX71" fmla="*/ 177843 w 734307"/>
                <a:gd name="connsiteY71" fmla="*/ 161525 h 788699"/>
                <a:gd name="connsiteX72" fmla="*/ 183282 w 734307"/>
                <a:gd name="connsiteY72" fmla="*/ 118011 h 788699"/>
                <a:gd name="connsiteX73" fmla="*/ 183282 w 734307"/>
                <a:gd name="connsiteY73" fmla="*/ 115291 h 788699"/>
                <a:gd name="connsiteX74" fmla="*/ 161525 w 734307"/>
                <a:gd name="connsiteY74" fmla="*/ 115291 h 788699"/>
                <a:gd name="connsiteX75" fmla="*/ 137048 w 734307"/>
                <a:gd name="connsiteY75" fmla="*/ 115291 h 788699"/>
                <a:gd name="connsiteX76" fmla="*/ 109852 w 734307"/>
                <a:gd name="connsiteY76" fmla="*/ 109851 h 788699"/>
                <a:gd name="connsiteX77" fmla="*/ 93534 w 734307"/>
                <a:gd name="connsiteY77" fmla="*/ 93534 h 788699"/>
                <a:gd name="connsiteX78" fmla="*/ 98973 w 734307"/>
                <a:gd name="connsiteY78" fmla="*/ 85375 h 788699"/>
                <a:gd name="connsiteX79" fmla="*/ 120730 w 734307"/>
                <a:gd name="connsiteY79" fmla="*/ 77216 h 788699"/>
                <a:gd name="connsiteX80" fmla="*/ 172404 w 734307"/>
                <a:gd name="connsiteY80" fmla="*/ 71776 h 788699"/>
                <a:gd name="connsiteX81" fmla="*/ 234956 w 734307"/>
                <a:gd name="connsiteY81" fmla="*/ 69057 h 788699"/>
                <a:gd name="connsiteX82" fmla="*/ 243115 w 734307"/>
                <a:gd name="connsiteY82" fmla="*/ 69057 h 788699"/>
                <a:gd name="connsiteX83" fmla="*/ 270312 w 734307"/>
                <a:gd name="connsiteY83" fmla="*/ 74496 h 788699"/>
                <a:gd name="connsiteX84" fmla="*/ 308387 w 734307"/>
                <a:gd name="connsiteY84" fmla="*/ 123450 h 788699"/>
                <a:gd name="connsiteX85" fmla="*/ 332864 w 734307"/>
                <a:gd name="connsiteY85" fmla="*/ 202320 h 788699"/>
                <a:gd name="connsiteX86" fmla="*/ 338303 w 734307"/>
                <a:gd name="connsiteY86" fmla="*/ 237675 h 788699"/>
                <a:gd name="connsiteX87" fmla="*/ 349182 w 734307"/>
                <a:gd name="connsiteY87" fmla="*/ 281190 h 788699"/>
                <a:gd name="connsiteX88" fmla="*/ 357341 w 734307"/>
                <a:gd name="connsiteY88" fmla="*/ 316545 h 788699"/>
                <a:gd name="connsiteX89" fmla="*/ 365500 w 734307"/>
                <a:gd name="connsiteY89" fmla="*/ 351901 h 788699"/>
                <a:gd name="connsiteX90" fmla="*/ 376378 w 734307"/>
                <a:gd name="connsiteY90" fmla="*/ 389976 h 788699"/>
                <a:gd name="connsiteX91" fmla="*/ 387257 w 734307"/>
                <a:gd name="connsiteY91" fmla="*/ 414453 h 788699"/>
                <a:gd name="connsiteX92" fmla="*/ 398136 w 734307"/>
                <a:gd name="connsiteY92" fmla="*/ 376378 h 788699"/>
                <a:gd name="connsiteX93" fmla="*/ 406295 w 734307"/>
                <a:gd name="connsiteY93" fmla="*/ 332863 h 788699"/>
                <a:gd name="connsiteX94" fmla="*/ 425332 w 734307"/>
                <a:gd name="connsiteY94" fmla="*/ 243115 h 788699"/>
                <a:gd name="connsiteX95" fmla="*/ 444370 w 734307"/>
                <a:gd name="connsiteY95" fmla="*/ 150646 h 788699"/>
                <a:gd name="connsiteX96" fmla="*/ 477006 w 734307"/>
                <a:gd name="connsiteY96" fmla="*/ 79935 h 788699"/>
                <a:gd name="connsiteX97" fmla="*/ 523240 w 734307"/>
                <a:gd name="connsiteY97" fmla="*/ 58178 h 788699"/>
                <a:gd name="connsiteX98" fmla="*/ 544997 w 734307"/>
                <a:gd name="connsiteY98" fmla="*/ 63617 h 788699"/>
                <a:gd name="connsiteX99" fmla="*/ 612988 w 734307"/>
                <a:gd name="connsiteY99" fmla="*/ 63617 h 788699"/>
                <a:gd name="connsiteX100" fmla="*/ 651064 w 734307"/>
                <a:gd name="connsiteY100" fmla="*/ 79935 h 788699"/>
                <a:gd name="connsiteX101" fmla="*/ 645624 w 734307"/>
                <a:gd name="connsiteY101" fmla="*/ 96253 h 788699"/>
                <a:gd name="connsiteX102" fmla="*/ 629307 w 734307"/>
                <a:gd name="connsiteY102" fmla="*/ 104412 h 788699"/>
                <a:gd name="connsiteX103" fmla="*/ 607549 w 734307"/>
                <a:gd name="connsiteY103" fmla="*/ 107132 h 788699"/>
                <a:gd name="connsiteX104" fmla="*/ 580353 w 734307"/>
                <a:gd name="connsiteY104" fmla="*/ 107132 h 788699"/>
                <a:gd name="connsiteX105" fmla="*/ 583072 w 734307"/>
                <a:gd name="connsiteY105" fmla="*/ 115291 h 788699"/>
                <a:gd name="connsiteX106" fmla="*/ 588512 w 734307"/>
                <a:gd name="connsiteY106" fmla="*/ 156086 h 788699"/>
                <a:gd name="connsiteX107" fmla="*/ 593951 w 734307"/>
                <a:gd name="connsiteY107" fmla="*/ 196881 h 788699"/>
                <a:gd name="connsiteX108" fmla="*/ 599390 w 734307"/>
                <a:gd name="connsiteY108" fmla="*/ 226797 h 788699"/>
                <a:gd name="connsiteX109" fmla="*/ 599390 w 734307"/>
                <a:gd name="connsiteY109" fmla="*/ 232236 h 788699"/>
                <a:gd name="connsiteX110" fmla="*/ 599390 w 734307"/>
                <a:gd name="connsiteY110" fmla="*/ 240395 h 788699"/>
                <a:gd name="connsiteX111" fmla="*/ 602110 w 734307"/>
                <a:gd name="connsiteY111" fmla="*/ 270311 h 788699"/>
                <a:gd name="connsiteX112" fmla="*/ 607549 w 734307"/>
                <a:gd name="connsiteY112" fmla="*/ 308386 h 788699"/>
                <a:gd name="connsiteX113" fmla="*/ 607549 w 734307"/>
                <a:gd name="connsiteY113" fmla="*/ 319265 h 788699"/>
                <a:gd name="connsiteX114" fmla="*/ 612988 w 734307"/>
                <a:gd name="connsiteY114" fmla="*/ 335583 h 788699"/>
                <a:gd name="connsiteX115" fmla="*/ 612988 w 734307"/>
                <a:gd name="connsiteY115" fmla="*/ 346462 h 788699"/>
                <a:gd name="connsiteX116" fmla="*/ 612988 w 734307"/>
                <a:gd name="connsiteY116" fmla="*/ 370939 h 788699"/>
                <a:gd name="connsiteX117" fmla="*/ 612988 w 734307"/>
                <a:gd name="connsiteY117" fmla="*/ 395415 h 788699"/>
                <a:gd name="connsiteX118" fmla="*/ 615708 w 734307"/>
                <a:gd name="connsiteY118" fmla="*/ 422612 h 788699"/>
                <a:gd name="connsiteX119" fmla="*/ 618428 w 734307"/>
                <a:gd name="connsiteY119" fmla="*/ 441650 h 788699"/>
                <a:gd name="connsiteX120" fmla="*/ 618428 w 734307"/>
                <a:gd name="connsiteY120" fmla="*/ 455248 h 788699"/>
                <a:gd name="connsiteX121" fmla="*/ 621147 w 734307"/>
                <a:gd name="connsiteY121" fmla="*/ 463407 h 788699"/>
                <a:gd name="connsiteX122" fmla="*/ 626587 w 734307"/>
                <a:gd name="connsiteY122" fmla="*/ 482444 h 788699"/>
                <a:gd name="connsiteX123" fmla="*/ 629307 w 734307"/>
                <a:gd name="connsiteY123" fmla="*/ 517800 h 788699"/>
                <a:gd name="connsiteX124" fmla="*/ 634746 w 734307"/>
                <a:gd name="connsiteY124" fmla="*/ 561314 h 788699"/>
                <a:gd name="connsiteX125" fmla="*/ 634746 w 734307"/>
                <a:gd name="connsiteY125" fmla="*/ 566754 h 788699"/>
                <a:gd name="connsiteX126" fmla="*/ 634746 w 734307"/>
                <a:gd name="connsiteY126" fmla="*/ 583072 h 788699"/>
                <a:gd name="connsiteX127" fmla="*/ 637466 w 734307"/>
                <a:gd name="connsiteY127" fmla="*/ 607548 h 788699"/>
                <a:gd name="connsiteX128" fmla="*/ 640185 w 734307"/>
                <a:gd name="connsiteY128" fmla="*/ 618427 h 788699"/>
                <a:gd name="connsiteX129" fmla="*/ 640185 w 734307"/>
                <a:gd name="connsiteY129" fmla="*/ 632025 h 788699"/>
                <a:gd name="connsiteX130" fmla="*/ 640185 w 734307"/>
                <a:gd name="connsiteY130" fmla="*/ 640184 h 788699"/>
                <a:gd name="connsiteX131" fmla="*/ 642905 w 734307"/>
                <a:gd name="connsiteY131" fmla="*/ 659222 h 788699"/>
                <a:gd name="connsiteX132" fmla="*/ 642905 w 734307"/>
                <a:gd name="connsiteY132" fmla="*/ 664661 h 788699"/>
                <a:gd name="connsiteX133" fmla="*/ 653783 w 734307"/>
                <a:gd name="connsiteY133" fmla="*/ 678259 h 788699"/>
                <a:gd name="connsiteX134" fmla="*/ 653783 w 734307"/>
                <a:gd name="connsiteY134" fmla="*/ 678259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</a:cxnLst>
              <a:rect l="l" t="t" r="r" b="b"/>
              <a:pathLst>
                <a:path w="734307" h="788699">
                  <a:moveTo>
                    <a:pt x="653783" y="678259"/>
                  </a:moveTo>
                  <a:cubicBezTo>
                    <a:pt x="667382" y="678259"/>
                    <a:pt x="691859" y="678259"/>
                    <a:pt x="691859" y="694577"/>
                  </a:cubicBezTo>
                  <a:cubicBezTo>
                    <a:pt x="691859" y="702736"/>
                    <a:pt x="689139" y="705456"/>
                    <a:pt x="686419" y="710895"/>
                  </a:cubicBezTo>
                  <a:cubicBezTo>
                    <a:pt x="683700" y="716335"/>
                    <a:pt x="675541" y="719054"/>
                    <a:pt x="670101" y="719054"/>
                  </a:cubicBezTo>
                  <a:cubicBezTo>
                    <a:pt x="661942" y="721774"/>
                    <a:pt x="653783" y="721774"/>
                    <a:pt x="648344" y="721774"/>
                  </a:cubicBezTo>
                  <a:cubicBezTo>
                    <a:pt x="645624" y="721774"/>
                    <a:pt x="634746" y="721774"/>
                    <a:pt x="618428" y="721774"/>
                  </a:cubicBezTo>
                  <a:cubicBezTo>
                    <a:pt x="604829" y="729933"/>
                    <a:pt x="588512" y="735372"/>
                    <a:pt x="572194" y="735372"/>
                  </a:cubicBezTo>
                  <a:cubicBezTo>
                    <a:pt x="564035" y="735372"/>
                    <a:pt x="553156" y="732653"/>
                    <a:pt x="544997" y="729933"/>
                  </a:cubicBezTo>
                  <a:cubicBezTo>
                    <a:pt x="539558" y="727213"/>
                    <a:pt x="536838" y="724494"/>
                    <a:pt x="534119" y="721774"/>
                  </a:cubicBezTo>
                  <a:cubicBezTo>
                    <a:pt x="520520" y="721774"/>
                    <a:pt x="509641" y="721774"/>
                    <a:pt x="496043" y="721774"/>
                  </a:cubicBezTo>
                  <a:cubicBezTo>
                    <a:pt x="487884" y="721774"/>
                    <a:pt x="479725" y="721774"/>
                    <a:pt x="471566" y="721774"/>
                  </a:cubicBezTo>
                  <a:cubicBezTo>
                    <a:pt x="463407" y="721774"/>
                    <a:pt x="452529" y="721774"/>
                    <a:pt x="444370" y="716335"/>
                  </a:cubicBezTo>
                  <a:cubicBezTo>
                    <a:pt x="436211" y="713615"/>
                    <a:pt x="428052" y="705456"/>
                    <a:pt x="428052" y="700017"/>
                  </a:cubicBezTo>
                  <a:cubicBezTo>
                    <a:pt x="428052" y="697297"/>
                    <a:pt x="428052" y="694577"/>
                    <a:pt x="433491" y="691858"/>
                  </a:cubicBezTo>
                  <a:cubicBezTo>
                    <a:pt x="438930" y="689138"/>
                    <a:pt x="449809" y="686418"/>
                    <a:pt x="455248" y="683699"/>
                  </a:cubicBezTo>
                  <a:cubicBezTo>
                    <a:pt x="474286" y="680979"/>
                    <a:pt x="498763" y="678259"/>
                    <a:pt x="506922" y="678259"/>
                  </a:cubicBezTo>
                  <a:cubicBezTo>
                    <a:pt x="506922" y="678259"/>
                    <a:pt x="509641" y="678259"/>
                    <a:pt x="509641" y="678259"/>
                  </a:cubicBezTo>
                  <a:cubicBezTo>
                    <a:pt x="509641" y="672820"/>
                    <a:pt x="506922" y="670101"/>
                    <a:pt x="506922" y="664661"/>
                  </a:cubicBezTo>
                  <a:cubicBezTo>
                    <a:pt x="501483" y="640184"/>
                    <a:pt x="501483" y="612988"/>
                    <a:pt x="498763" y="580352"/>
                  </a:cubicBezTo>
                  <a:cubicBezTo>
                    <a:pt x="496043" y="547716"/>
                    <a:pt x="498763" y="512361"/>
                    <a:pt x="496043" y="479725"/>
                  </a:cubicBezTo>
                  <a:cubicBezTo>
                    <a:pt x="493324" y="449808"/>
                    <a:pt x="493324" y="419892"/>
                    <a:pt x="493324" y="389976"/>
                  </a:cubicBezTo>
                  <a:cubicBezTo>
                    <a:pt x="493324" y="360060"/>
                    <a:pt x="490604" y="332863"/>
                    <a:pt x="490604" y="302947"/>
                  </a:cubicBezTo>
                  <a:cubicBezTo>
                    <a:pt x="487884" y="275751"/>
                    <a:pt x="487884" y="240395"/>
                    <a:pt x="487884" y="229516"/>
                  </a:cubicBezTo>
                  <a:cubicBezTo>
                    <a:pt x="487884" y="224077"/>
                    <a:pt x="487884" y="221357"/>
                    <a:pt x="485165" y="221357"/>
                  </a:cubicBezTo>
                  <a:cubicBezTo>
                    <a:pt x="485165" y="221357"/>
                    <a:pt x="482445" y="224077"/>
                    <a:pt x="482445" y="226797"/>
                  </a:cubicBezTo>
                  <a:cubicBezTo>
                    <a:pt x="479725" y="237675"/>
                    <a:pt x="479725" y="251274"/>
                    <a:pt x="477006" y="262152"/>
                  </a:cubicBezTo>
                  <a:cubicBezTo>
                    <a:pt x="471566" y="289349"/>
                    <a:pt x="466127" y="316545"/>
                    <a:pt x="460688" y="341022"/>
                  </a:cubicBezTo>
                  <a:cubicBezTo>
                    <a:pt x="455248" y="365499"/>
                    <a:pt x="447090" y="392696"/>
                    <a:pt x="444370" y="417173"/>
                  </a:cubicBezTo>
                  <a:cubicBezTo>
                    <a:pt x="441650" y="430771"/>
                    <a:pt x="438930" y="441650"/>
                    <a:pt x="436211" y="455248"/>
                  </a:cubicBezTo>
                  <a:cubicBezTo>
                    <a:pt x="433491" y="468846"/>
                    <a:pt x="428052" y="479725"/>
                    <a:pt x="425332" y="493323"/>
                  </a:cubicBezTo>
                  <a:cubicBezTo>
                    <a:pt x="422612" y="506921"/>
                    <a:pt x="419893" y="520520"/>
                    <a:pt x="411734" y="531398"/>
                  </a:cubicBezTo>
                  <a:cubicBezTo>
                    <a:pt x="406295" y="539557"/>
                    <a:pt x="395416" y="547716"/>
                    <a:pt x="376378" y="547716"/>
                  </a:cubicBezTo>
                  <a:cubicBezTo>
                    <a:pt x="357341" y="547716"/>
                    <a:pt x="335583" y="539557"/>
                    <a:pt x="319265" y="525959"/>
                  </a:cubicBezTo>
                  <a:cubicBezTo>
                    <a:pt x="300228" y="506921"/>
                    <a:pt x="294788" y="479725"/>
                    <a:pt x="289349" y="455248"/>
                  </a:cubicBezTo>
                  <a:cubicBezTo>
                    <a:pt x="283910" y="428051"/>
                    <a:pt x="278470" y="400855"/>
                    <a:pt x="273031" y="373658"/>
                  </a:cubicBezTo>
                  <a:cubicBezTo>
                    <a:pt x="273031" y="368219"/>
                    <a:pt x="267592" y="346462"/>
                    <a:pt x="262153" y="316545"/>
                  </a:cubicBezTo>
                  <a:cubicBezTo>
                    <a:pt x="256713" y="292068"/>
                    <a:pt x="251274" y="262152"/>
                    <a:pt x="245835" y="237675"/>
                  </a:cubicBezTo>
                  <a:cubicBezTo>
                    <a:pt x="240395" y="218638"/>
                    <a:pt x="237675" y="205039"/>
                    <a:pt x="234956" y="196881"/>
                  </a:cubicBezTo>
                  <a:cubicBezTo>
                    <a:pt x="232236" y="191441"/>
                    <a:pt x="232236" y="191441"/>
                    <a:pt x="232236" y="191441"/>
                  </a:cubicBezTo>
                  <a:cubicBezTo>
                    <a:pt x="229517" y="191441"/>
                    <a:pt x="229517" y="196881"/>
                    <a:pt x="226797" y="207759"/>
                  </a:cubicBezTo>
                  <a:cubicBezTo>
                    <a:pt x="226797" y="215918"/>
                    <a:pt x="226797" y="229516"/>
                    <a:pt x="226797" y="232236"/>
                  </a:cubicBezTo>
                  <a:cubicBezTo>
                    <a:pt x="226797" y="243115"/>
                    <a:pt x="224077" y="256713"/>
                    <a:pt x="224077" y="267592"/>
                  </a:cubicBezTo>
                  <a:cubicBezTo>
                    <a:pt x="224077" y="278470"/>
                    <a:pt x="224077" y="294788"/>
                    <a:pt x="221358" y="311106"/>
                  </a:cubicBezTo>
                  <a:cubicBezTo>
                    <a:pt x="221358" y="327424"/>
                    <a:pt x="218638" y="343742"/>
                    <a:pt x="218638" y="360060"/>
                  </a:cubicBezTo>
                  <a:cubicBezTo>
                    <a:pt x="218638" y="373658"/>
                    <a:pt x="215919" y="384537"/>
                    <a:pt x="215919" y="398135"/>
                  </a:cubicBezTo>
                  <a:cubicBezTo>
                    <a:pt x="215919" y="409014"/>
                    <a:pt x="213199" y="419892"/>
                    <a:pt x="213199" y="430771"/>
                  </a:cubicBezTo>
                  <a:cubicBezTo>
                    <a:pt x="213199" y="438930"/>
                    <a:pt x="213199" y="447089"/>
                    <a:pt x="213199" y="455248"/>
                  </a:cubicBezTo>
                  <a:cubicBezTo>
                    <a:pt x="213199" y="463407"/>
                    <a:pt x="213199" y="471566"/>
                    <a:pt x="213199" y="477005"/>
                  </a:cubicBezTo>
                  <a:cubicBezTo>
                    <a:pt x="210479" y="490603"/>
                    <a:pt x="207759" y="506921"/>
                    <a:pt x="207759" y="520520"/>
                  </a:cubicBezTo>
                  <a:cubicBezTo>
                    <a:pt x="202320" y="550436"/>
                    <a:pt x="199600" y="580352"/>
                    <a:pt x="196881" y="610268"/>
                  </a:cubicBezTo>
                  <a:cubicBezTo>
                    <a:pt x="196881" y="623866"/>
                    <a:pt x="196881" y="640184"/>
                    <a:pt x="194161" y="653783"/>
                  </a:cubicBezTo>
                  <a:cubicBezTo>
                    <a:pt x="194161" y="659222"/>
                    <a:pt x="194161" y="661942"/>
                    <a:pt x="191441" y="667381"/>
                  </a:cubicBezTo>
                  <a:cubicBezTo>
                    <a:pt x="213199" y="667381"/>
                    <a:pt x="232236" y="667381"/>
                    <a:pt x="243115" y="667381"/>
                  </a:cubicBezTo>
                  <a:cubicBezTo>
                    <a:pt x="253994" y="667381"/>
                    <a:pt x="273031" y="670101"/>
                    <a:pt x="273031" y="683699"/>
                  </a:cubicBezTo>
                  <a:cubicBezTo>
                    <a:pt x="273031" y="691858"/>
                    <a:pt x="267592" y="691858"/>
                    <a:pt x="262153" y="697297"/>
                  </a:cubicBezTo>
                  <a:cubicBezTo>
                    <a:pt x="259433" y="702736"/>
                    <a:pt x="253994" y="705456"/>
                    <a:pt x="248554" y="705456"/>
                  </a:cubicBezTo>
                  <a:cubicBezTo>
                    <a:pt x="240395" y="708176"/>
                    <a:pt x="234956" y="708176"/>
                    <a:pt x="232236" y="708176"/>
                  </a:cubicBezTo>
                  <a:cubicBezTo>
                    <a:pt x="226797" y="708176"/>
                    <a:pt x="175124" y="708176"/>
                    <a:pt x="166965" y="708176"/>
                  </a:cubicBezTo>
                  <a:cubicBezTo>
                    <a:pt x="156086" y="708176"/>
                    <a:pt x="120730" y="708176"/>
                    <a:pt x="109852" y="708176"/>
                  </a:cubicBezTo>
                  <a:cubicBezTo>
                    <a:pt x="104412" y="708176"/>
                    <a:pt x="96253" y="708176"/>
                    <a:pt x="90814" y="708176"/>
                  </a:cubicBezTo>
                  <a:cubicBezTo>
                    <a:pt x="85375" y="708176"/>
                    <a:pt x="77216" y="705456"/>
                    <a:pt x="69057" y="702736"/>
                  </a:cubicBezTo>
                  <a:cubicBezTo>
                    <a:pt x="63617" y="700017"/>
                    <a:pt x="58178" y="691858"/>
                    <a:pt x="58178" y="686418"/>
                  </a:cubicBezTo>
                  <a:cubicBezTo>
                    <a:pt x="58178" y="683699"/>
                    <a:pt x="58178" y="680979"/>
                    <a:pt x="60898" y="678259"/>
                  </a:cubicBezTo>
                  <a:cubicBezTo>
                    <a:pt x="63617" y="675540"/>
                    <a:pt x="71777" y="672820"/>
                    <a:pt x="77216" y="670101"/>
                  </a:cubicBezTo>
                  <a:cubicBezTo>
                    <a:pt x="90814" y="667381"/>
                    <a:pt x="120730" y="664661"/>
                    <a:pt x="126170" y="664661"/>
                  </a:cubicBezTo>
                  <a:cubicBezTo>
                    <a:pt x="128889" y="664661"/>
                    <a:pt x="134329" y="664661"/>
                    <a:pt x="142487" y="664661"/>
                  </a:cubicBezTo>
                  <a:cubicBezTo>
                    <a:pt x="142487" y="640184"/>
                    <a:pt x="147927" y="612988"/>
                    <a:pt x="147927" y="588511"/>
                  </a:cubicBezTo>
                  <a:cubicBezTo>
                    <a:pt x="150646" y="555875"/>
                    <a:pt x="153366" y="523239"/>
                    <a:pt x="153366" y="493323"/>
                  </a:cubicBezTo>
                  <a:cubicBezTo>
                    <a:pt x="153366" y="466126"/>
                    <a:pt x="156086" y="438930"/>
                    <a:pt x="156086" y="411733"/>
                  </a:cubicBezTo>
                  <a:cubicBezTo>
                    <a:pt x="158806" y="373658"/>
                    <a:pt x="158806" y="335583"/>
                    <a:pt x="161525" y="297508"/>
                  </a:cubicBezTo>
                  <a:cubicBezTo>
                    <a:pt x="161525" y="278470"/>
                    <a:pt x="164245" y="259433"/>
                    <a:pt x="166965" y="240395"/>
                  </a:cubicBezTo>
                  <a:cubicBezTo>
                    <a:pt x="169684" y="210479"/>
                    <a:pt x="172404" y="191441"/>
                    <a:pt x="177843" y="161525"/>
                  </a:cubicBezTo>
                  <a:cubicBezTo>
                    <a:pt x="180563" y="147927"/>
                    <a:pt x="180563" y="131609"/>
                    <a:pt x="183282" y="118011"/>
                  </a:cubicBezTo>
                  <a:cubicBezTo>
                    <a:pt x="183282" y="118011"/>
                    <a:pt x="183282" y="115291"/>
                    <a:pt x="183282" y="115291"/>
                  </a:cubicBezTo>
                  <a:cubicBezTo>
                    <a:pt x="177843" y="115291"/>
                    <a:pt x="172404" y="115291"/>
                    <a:pt x="161525" y="115291"/>
                  </a:cubicBezTo>
                  <a:cubicBezTo>
                    <a:pt x="153366" y="115291"/>
                    <a:pt x="145207" y="115291"/>
                    <a:pt x="137048" y="115291"/>
                  </a:cubicBezTo>
                  <a:cubicBezTo>
                    <a:pt x="128889" y="115291"/>
                    <a:pt x="118011" y="115291"/>
                    <a:pt x="109852" y="109851"/>
                  </a:cubicBezTo>
                  <a:cubicBezTo>
                    <a:pt x="101693" y="107132"/>
                    <a:pt x="93534" y="98973"/>
                    <a:pt x="93534" y="93534"/>
                  </a:cubicBezTo>
                  <a:cubicBezTo>
                    <a:pt x="93534" y="90814"/>
                    <a:pt x="93534" y="88094"/>
                    <a:pt x="98973" y="85375"/>
                  </a:cubicBezTo>
                  <a:cubicBezTo>
                    <a:pt x="104412" y="82655"/>
                    <a:pt x="115291" y="79935"/>
                    <a:pt x="120730" y="77216"/>
                  </a:cubicBezTo>
                  <a:cubicBezTo>
                    <a:pt x="139768" y="74496"/>
                    <a:pt x="164245" y="71776"/>
                    <a:pt x="172404" y="71776"/>
                  </a:cubicBezTo>
                  <a:cubicBezTo>
                    <a:pt x="194161" y="71776"/>
                    <a:pt x="210479" y="69057"/>
                    <a:pt x="234956" y="69057"/>
                  </a:cubicBezTo>
                  <a:cubicBezTo>
                    <a:pt x="237675" y="69057"/>
                    <a:pt x="240395" y="69057"/>
                    <a:pt x="243115" y="69057"/>
                  </a:cubicBezTo>
                  <a:cubicBezTo>
                    <a:pt x="251274" y="69057"/>
                    <a:pt x="262153" y="69057"/>
                    <a:pt x="270312" y="74496"/>
                  </a:cubicBezTo>
                  <a:cubicBezTo>
                    <a:pt x="283910" y="82655"/>
                    <a:pt x="300228" y="96253"/>
                    <a:pt x="308387" y="123450"/>
                  </a:cubicBezTo>
                  <a:cubicBezTo>
                    <a:pt x="316546" y="147927"/>
                    <a:pt x="327424" y="175123"/>
                    <a:pt x="332864" y="202320"/>
                  </a:cubicBezTo>
                  <a:cubicBezTo>
                    <a:pt x="335583" y="213198"/>
                    <a:pt x="335583" y="226797"/>
                    <a:pt x="338303" y="237675"/>
                  </a:cubicBezTo>
                  <a:cubicBezTo>
                    <a:pt x="343742" y="251274"/>
                    <a:pt x="346462" y="264872"/>
                    <a:pt x="349182" y="281190"/>
                  </a:cubicBezTo>
                  <a:cubicBezTo>
                    <a:pt x="351901" y="292068"/>
                    <a:pt x="351901" y="305667"/>
                    <a:pt x="357341" y="316545"/>
                  </a:cubicBezTo>
                  <a:cubicBezTo>
                    <a:pt x="362780" y="327424"/>
                    <a:pt x="362780" y="338303"/>
                    <a:pt x="365500" y="351901"/>
                  </a:cubicBezTo>
                  <a:cubicBezTo>
                    <a:pt x="365500" y="357340"/>
                    <a:pt x="373658" y="373658"/>
                    <a:pt x="376378" y="389976"/>
                  </a:cubicBezTo>
                  <a:cubicBezTo>
                    <a:pt x="381817" y="403574"/>
                    <a:pt x="384537" y="414453"/>
                    <a:pt x="387257" y="414453"/>
                  </a:cubicBezTo>
                  <a:cubicBezTo>
                    <a:pt x="392696" y="414453"/>
                    <a:pt x="395416" y="381817"/>
                    <a:pt x="398136" y="376378"/>
                  </a:cubicBezTo>
                  <a:cubicBezTo>
                    <a:pt x="400855" y="362779"/>
                    <a:pt x="403575" y="346462"/>
                    <a:pt x="406295" y="332863"/>
                  </a:cubicBezTo>
                  <a:cubicBezTo>
                    <a:pt x="411734" y="302947"/>
                    <a:pt x="417173" y="273031"/>
                    <a:pt x="425332" y="243115"/>
                  </a:cubicBezTo>
                  <a:cubicBezTo>
                    <a:pt x="430771" y="213198"/>
                    <a:pt x="436211" y="180563"/>
                    <a:pt x="444370" y="150646"/>
                  </a:cubicBezTo>
                  <a:cubicBezTo>
                    <a:pt x="449809" y="126170"/>
                    <a:pt x="460688" y="98973"/>
                    <a:pt x="477006" y="79935"/>
                  </a:cubicBezTo>
                  <a:cubicBezTo>
                    <a:pt x="487884" y="66337"/>
                    <a:pt x="506922" y="58178"/>
                    <a:pt x="523240" y="58178"/>
                  </a:cubicBezTo>
                  <a:cubicBezTo>
                    <a:pt x="528679" y="58178"/>
                    <a:pt x="539558" y="58178"/>
                    <a:pt x="544997" y="63617"/>
                  </a:cubicBezTo>
                  <a:lnTo>
                    <a:pt x="612988" y="63617"/>
                  </a:lnTo>
                  <a:cubicBezTo>
                    <a:pt x="626587" y="63617"/>
                    <a:pt x="651064" y="63617"/>
                    <a:pt x="651064" y="79935"/>
                  </a:cubicBezTo>
                  <a:cubicBezTo>
                    <a:pt x="651064" y="88094"/>
                    <a:pt x="648344" y="88094"/>
                    <a:pt x="645624" y="96253"/>
                  </a:cubicBezTo>
                  <a:cubicBezTo>
                    <a:pt x="640185" y="101693"/>
                    <a:pt x="634746" y="104412"/>
                    <a:pt x="629307" y="104412"/>
                  </a:cubicBezTo>
                  <a:cubicBezTo>
                    <a:pt x="621147" y="107132"/>
                    <a:pt x="612988" y="107132"/>
                    <a:pt x="607549" y="107132"/>
                  </a:cubicBezTo>
                  <a:cubicBezTo>
                    <a:pt x="604829" y="107132"/>
                    <a:pt x="591231" y="107132"/>
                    <a:pt x="580353" y="107132"/>
                  </a:cubicBezTo>
                  <a:cubicBezTo>
                    <a:pt x="580353" y="109851"/>
                    <a:pt x="583072" y="112571"/>
                    <a:pt x="583072" y="115291"/>
                  </a:cubicBezTo>
                  <a:cubicBezTo>
                    <a:pt x="585792" y="128889"/>
                    <a:pt x="585792" y="142487"/>
                    <a:pt x="588512" y="156086"/>
                  </a:cubicBezTo>
                  <a:cubicBezTo>
                    <a:pt x="591231" y="169684"/>
                    <a:pt x="591231" y="183282"/>
                    <a:pt x="593951" y="196881"/>
                  </a:cubicBezTo>
                  <a:cubicBezTo>
                    <a:pt x="593951" y="207759"/>
                    <a:pt x="599390" y="215918"/>
                    <a:pt x="599390" y="226797"/>
                  </a:cubicBezTo>
                  <a:cubicBezTo>
                    <a:pt x="599390" y="229516"/>
                    <a:pt x="599390" y="229516"/>
                    <a:pt x="599390" y="232236"/>
                  </a:cubicBezTo>
                  <a:cubicBezTo>
                    <a:pt x="599390" y="234956"/>
                    <a:pt x="599390" y="237675"/>
                    <a:pt x="599390" y="240395"/>
                  </a:cubicBezTo>
                  <a:cubicBezTo>
                    <a:pt x="599390" y="251274"/>
                    <a:pt x="599390" y="259433"/>
                    <a:pt x="602110" y="270311"/>
                  </a:cubicBezTo>
                  <a:cubicBezTo>
                    <a:pt x="604829" y="283909"/>
                    <a:pt x="607549" y="294788"/>
                    <a:pt x="607549" y="308386"/>
                  </a:cubicBezTo>
                  <a:cubicBezTo>
                    <a:pt x="607549" y="311106"/>
                    <a:pt x="607549" y="316545"/>
                    <a:pt x="607549" y="319265"/>
                  </a:cubicBezTo>
                  <a:cubicBezTo>
                    <a:pt x="607549" y="324704"/>
                    <a:pt x="610269" y="330144"/>
                    <a:pt x="612988" y="335583"/>
                  </a:cubicBezTo>
                  <a:cubicBezTo>
                    <a:pt x="612988" y="338303"/>
                    <a:pt x="612988" y="343742"/>
                    <a:pt x="612988" y="346462"/>
                  </a:cubicBezTo>
                  <a:cubicBezTo>
                    <a:pt x="612988" y="354620"/>
                    <a:pt x="612988" y="362779"/>
                    <a:pt x="612988" y="370939"/>
                  </a:cubicBezTo>
                  <a:cubicBezTo>
                    <a:pt x="612988" y="379097"/>
                    <a:pt x="612988" y="387256"/>
                    <a:pt x="612988" y="395415"/>
                  </a:cubicBezTo>
                  <a:cubicBezTo>
                    <a:pt x="612988" y="403574"/>
                    <a:pt x="615708" y="414453"/>
                    <a:pt x="615708" y="422612"/>
                  </a:cubicBezTo>
                  <a:cubicBezTo>
                    <a:pt x="618428" y="430771"/>
                    <a:pt x="618428" y="436210"/>
                    <a:pt x="618428" y="441650"/>
                  </a:cubicBezTo>
                  <a:cubicBezTo>
                    <a:pt x="618428" y="444369"/>
                    <a:pt x="618428" y="449808"/>
                    <a:pt x="618428" y="455248"/>
                  </a:cubicBezTo>
                  <a:cubicBezTo>
                    <a:pt x="618428" y="460687"/>
                    <a:pt x="618428" y="460687"/>
                    <a:pt x="621147" y="463407"/>
                  </a:cubicBezTo>
                  <a:cubicBezTo>
                    <a:pt x="623867" y="471566"/>
                    <a:pt x="623867" y="477005"/>
                    <a:pt x="626587" y="482444"/>
                  </a:cubicBezTo>
                  <a:cubicBezTo>
                    <a:pt x="629307" y="493323"/>
                    <a:pt x="629307" y="506921"/>
                    <a:pt x="629307" y="517800"/>
                  </a:cubicBezTo>
                  <a:cubicBezTo>
                    <a:pt x="632026" y="534118"/>
                    <a:pt x="632026" y="547716"/>
                    <a:pt x="634746" y="561314"/>
                  </a:cubicBezTo>
                  <a:cubicBezTo>
                    <a:pt x="634746" y="564034"/>
                    <a:pt x="634746" y="564034"/>
                    <a:pt x="634746" y="566754"/>
                  </a:cubicBezTo>
                  <a:cubicBezTo>
                    <a:pt x="634746" y="572193"/>
                    <a:pt x="634746" y="577632"/>
                    <a:pt x="634746" y="583072"/>
                  </a:cubicBezTo>
                  <a:cubicBezTo>
                    <a:pt x="634746" y="596670"/>
                    <a:pt x="637466" y="602109"/>
                    <a:pt x="637466" y="607548"/>
                  </a:cubicBezTo>
                  <a:cubicBezTo>
                    <a:pt x="637466" y="610268"/>
                    <a:pt x="640185" y="615708"/>
                    <a:pt x="640185" y="618427"/>
                  </a:cubicBezTo>
                  <a:cubicBezTo>
                    <a:pt x="640185" y="623866"/>
                    <a:pt x="640185" y="629306"/>
                    <a:pt x="640185" y="632025"/>
                  </a:cubicBezTo>
                  <a:cubicBezTo>
                    <a:pt x="640185" y="634745"/>
                    <a:pt x="640185" y="637465"/>
                    <a:pt x="640185" y="640184"/>
                  </a:cubicBezTo>
                  <a:cubicBezTo>
                    <a:pt x="640185" y="645624"/>
                    <a:pt x="642905" y="653783"/>
                    <a:pt x="642905" y="659222"/>
                  </a:cubicBezTo>
                  <a:cubicBezTo>
                    <a:pt x="642905" y="661942"/>
                    <a:pt x="642905" y="661942"/>
                    <a:pt x="642905" y="664661"/>
                  </a:cubicBezTo>
                  <a:cubicBezTo>
                    <a:pt x="645624" y="678259"/>
                    <a:pt x="651064" y="678259"/>
                    <a:pt x="653783" y="678259"/>
                  </a:cubicBezTo>
                  <a:lnTo>
                    <a:pt x="653783" y="678259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9F0A9BCD-4E63-42B7-9992-63F009834CC8}"/>
                </a:ext>
              </a:extLst>
            </p:cNvPr>
            <p:cNvSpPr/>
            <p:nvPr/>
          </p:nvSpPr>
          <p:spPr bwMode="black">
            <a:xfrm>
              <a:off x="6362526" y="4242177"/>
              <a:ext cx="492259" cy="674476"/>
            </a:xfrm>
            <a:custGeom>
              <a:avLst/>
              <a:gdLst>
                <a:gd name="connsiteX0" fmla="*/ 225733 w 492259"/>
                <a:gd name="connsiteY0" fmla="*/ 97907 h 674476"/>
                <a:gd name="connsiteX1" fmla="*/ 209415 w 492259"/>
                <a:gd name="connsiteY1" fmla="*/ 119665 h 674476"/>
                <a:gd name="connsiteX2" fmla="*/ 201256 w 492259"/>
                <a:gd name="connsiteY2" fmla="*/ 152300 h 674476"/>
                <a:gd name="connsiteX3" fmla="*/ 198536 w 492259"/>
                <a:gd name="connsiteY3" fmla="*/ 168618 h 674476"/>
                <a:gd name="connsiteX4" fmla="*/ 195817 w 492259"/>
                <a:gd name="connsiteY4" fmla="*/ 184936 h 674476"/>
                <a:gd name="connsiteX5" fmla="*/ 187658 w 492259"/>
                <a:gd name="connsiteY5" fmla="*/ 220292 h 674476"/>
                <a:gd name="connsiteX6" fmla="*/ 168620 w 492259"/>
                <a:gd name="connsiteY6" fmla="*/ 291003 h 674476"/>
                <a:gd name="connsiteX7" fmla="*/ 160461 w 492259"/>
                <a:gd name="connsiteY7" fmla="*/ 323639 h 674476"/>
                <a:gd name="connsiteX8" fmla="*/ 149582 w 492259"/>
                <a:gd name="connsiteY8" fmla="*/ 361714 h 674476"/>
                <a:gd name="connsiteX9" fmla="*/ 144143 w 492259"/>
                <a:gd name="connsiteY9" fmla="*/ 388910 h 674476"/>
                <a:gd name="connsiteX10" fmla="*/ 149582 w 492259"/>
                <a:gd name="connsiteY10" fmla="*/ 391630 h 674476"/>
                <a:gd name="connsiteX11" fmla="*/ 171340 w 492259"/>
                <a:gd name="connsiteY11" fmla="*/ 391630 h 674476"/>
                <a:gd name="connsiteX12" fmla="*/ 193097 w 492259"/>
                <a:gd name="connsiteY12" fmla="*/ 388910 h 674476"/>
                <a:gd name="connsiteX13" fmla="*/ 212135 w 492259"/>
                <a:gd name="connsiteY13" fmla="*/ 388910 h 674476"/>
                <a:gd name="connsiteX14" fmla="*/ 236611 w 492259"/>
                <a:gd name="connsiteY14" fmla="*/ 388910 h 674476"/>
                <a:gd name="connsiteX15" fmla="*/ 250210 w 492259"/>
                <a:gd name="connsiteY15" fmla="*/ 386191 h 674476"/>
                <a:gd name="connsiteX16" fmla="*/ 258369 w 492259"/>
                <a:gd name="connsiteY16" fmla="*/ 386191 h 674476"/>
                <a:gd name="connsiteX17" fmla="*/ 255649 w 492259"/>
                <a:gd name="connsiteY17" fmla="*/ 367153 h 674476"/>
                <a:gd name="connsiteX18" fmla="*/ 250210 w 492259"/>
                <a:gd name="connsiteY18" fmla="*/ 331797 h 674476"/>
                <a:gd name="connsiteX19" fmla="*/ 247490 w 492259"/>
                <a:gd name="connsiteY19" fmla="*/ 244769 h 674476"/>
                <a:gd name="connsiteX20" fmla="*/ 242051 w 492259"/>
                <a:gd name="connsiteY20" fmla="*/ 203974 h 674476"/>
                <a:gd name="connsiteX21" fmla="*/ 236611 w 492259"/>
                <a:gd name="connsiteY21" fmla="*/ 157740 h 674476"/>
                <a:gd name="connsiteX22" fmla="*/ 233892 w 492259"/>
                <a:gd name="connsiteY22" fmla="*/ 119665 h 674476"/>
                <a:gd name="connsiteX23" fmla="*/ 225733 w 492259"/>
                <a:gd name="connsiteY23" fmla="*/ 97907 h 674476"/>
                <a:gd name="connsiteX24" fmla="*/ 274687 w 492259"/>
                <a:gd name="connsiteY24" fmla="*/ 0 h 674476"/>
                <a:gd name="connsiteX25" fmla="*/ 304603 w 492259"/>
                <a:gd name="connsiteY25" fmla="*/ 5439 h 674476"/>
                <a:gd name="connsiteX26" fmla="*/ 320921 w 492259"/>
                <a:gd name="connsiteY26" fmla="*/ 24477 h 674476"/>
                <a:gd name="connsiteX27" fmla="*/ 334519 w 492259"/>
                <a:gd name="connsiteY27" fmla="*/ 43515 h 674476"/>
                <a:gd name="connsiteX28" fmla="*/ 339959 w 492259"/>
                <a:gd name="connsiteY28" fmla="*/ 65272 h 674476"/>
                <a:gd name="connsiteX29" fmla="*/ 348118 w 492259"/>
                <a:gd name="connsiteY29" fmla="*/ 114226 h 674476"/>
                <a:gd name="connsiteX30" fmla="*/ 361716 w 492259"/>
                <a:gd name="connsiteY30" fmla="*/ 163180 h 674476"/>
                <a:gd name="connsiteX31" fmla="*/ 369875 w 492259"/>
                <a:gd name="connsiteY31" fmla="*/ 220293 h 674476"/>
                <a:gd name="connsiteX32" fmla="*/ 378034 w 492259"/>
                <a:gd name="connsiteY32" fmla="*/ 274686 h 674476"/>
                <a:gd name="connsiteX33" fmla="*/ 383473 w 492259"/>
                <a:gd name="connsiteY33" fmla="*/ 301883 h 674476"/>
                <a:gd name="connsiteX34" fmla="*/ 391632 w 492259"/>
                <a:gd name="connsiteY34" fmla="*/ 337238 h 674476"/>
                <a:gd name="connsiteX35" fmla="*/ 397071 w 492259"/>
                <a:gd name="connsiteY35" fmla="*/ 364435 h 674476"/>
                <a:gd name="connsiteX36" fmla="*/ 405230 w 492259"/>
                <a:gd name="connsiteY36" fmla="*/ 383473 h 674476"/>
                <a:gd name="connsiteX37" fmla="*/ 416109 w 492259"/>
                <a:gd name="connsiteY37" fmla="*/ 386192 h 674476"/>
                <a:gd name="connsiteX38" fmla="*/ 426988 w 492259"/>
                <a:gd name="connsiteY38" fmla="*/ 386192 h 674476"/>
                <a:gd name="connsiteX39" fmla="*/ 454184 w 492259"/>
                <a:gd name="connsiteY39" fmla="*/ 397071 h 674476"/>
                <a:gd name="connsiteX40" fmla="*/ 456904 w 492259"/>
                <a:gd name="connsiteY40" fmla="*/ 405230 h 674476"/>
                <a:gd name="connsiteX41" fmla="*/ 451464 w 492259"/>
                <a:gd name="connsiteY41" fmla="*/ 416108 h 674476"/>
                <a:gd name="connsiteX42" fmla="*/ 432427 w 492259"/>
                <a:gd name="connsiteY42" fmla="*/ 429707 h 674476"/>
                <a:gd name="connsiteX43" fmla="*/ 421548 w 492259"/>
                <a:gd name="connsiteY43" fmla="*/ 432426 h 674476"/>
                <a:gd name="connsiteX44" fmla="*/ 413389 w 492259"/>
                <a:gd name="connsiteY44" fmla="*/ 435146 h 674476"/>
                <a:gd name="connsiteX45" fmla="*/ 413389 w 492259"/>
                <a:gd name="connsiteY45" fmla="*/ 440585 h 674476"/>
                <a:gd name="connsiteX46" fmla="*/ 416109 w 492259"/>
                <a:gd name="connsiteY46" fmla="*/ 451464 h 674476"/>
                <a:gd name="connsiteX47" fmla="*/ 418829 w 492259"/>
                <a:gd name="connsiteY47" fmla="*/ 465062 h 674476"/>
                <a:gd name="connsiteX48" fmla="*/ 418829 w 492259"/>
                <a:gd name="connsiteY48" fmla="*/ 475941 h 674476"/>
                <a:gd name="connsiteX49" fmla="*/ 418829 w 492259"/>
                <a:gd name="connsiteY49" fmla="*/ 486820 h 674476"/>
                <a:gd name="connsiteX50" fmla="*/ 426988 w 492259"/>
                <a:gd name="connsiteY50" fmla="*/ 516736 h 674476"/>
                <a:gd name="connsiteX51" fmla="*/ 432427 w 492259"/>
                <a:gd name="connsiteY51" fmla="*/ 543932 h 674476"/>
                <a:gd name="connsiteX52" fmla="*/ 437866 w 492259"/>
                <a:gd name="connsiteY52" fmla="*/ 573848 h 674476"/>
                <a:gd name="connsiteX53" fmla="*/ 443306 w 492259"/>
                <a:gd name="connsiteY53" fmla="*/ 606484 h 674476"/>
                <a:gd name="connsiteX54" fmla="*/ 446025 w 492259"/>
                <a:gd name="connsiteY54" fmla="*/ 617363 h 674476"/>
                <a:gd name="connsiteX55" fmla="*/ 470502 w 492259"/>
                <a:gd name="connsiteY55" fmla="*/ 617363 h 674476"/>
                <a:gd name="connsiteX56" fmla="*/ 492259 w 492259"/>
                <a:gd name="connsiteY56" fmla="*/ 641840 h 674476"/>
                <a:gd name="connsiteX57" fmla="*/ 484101 w 492259"/>
                <a:gd name="connsiteY57" fmla="*/ 655438 h 674476"/>
                <a:gd name="connsiteX58" fmla="*/ 467782 w 492259"/>
                <a:gd name="connsiteY58" fmla="*/ 663597 h 674476"/>
                <a:gd name="connsiteX59" fmla="*/ 443306 w 492259"/>
                <a:gd name="connsiteY59" fmla="*/ 666317 h 674476"/>
                <a:gd name="connsiteX60" fmla="*/ 421548 w 492259"/>
                <a:gd name="connsiteY60" fmla="*/ 666317 h 674476"/>
                <a:gd name="connsiteX61" fmla="*/ 413389 w 492259"/>
                <a:gd name="connsiteY61" fmla="*/ 666317 h 674476"/>
                <a:gd name="connsiteX62" fmla="*/ 399791 w 492259"/>
                <a:gd name="connsiteY62" fmla="*/ 671756 h 674476"/>
                <a:gd name="connsiteX63" fmla="*/ 383473 w 492259"/>
                <a:gd name="connsiteY63" fmla="*/ 674476 h 674476"/>
                <a:gd name="connsiteX64" fmla="*/ 348118 w 492259"/>
                <a:gd name="connsiteY64" fmla="*/ 669036 h 674476"/>
                <a:gd name="connsiteX65" fmla="*/ 326360 w 492259"/>
                <a:gd name="connsiteY65" fmla="*/ 669036 h 674476"/>
                <a:gd name="connsiteX66" fmla="*/ 277406 w 492259"/>
                <a:gd name="connsiteY66" fmla="*/ 669036 h 674476"/>
                <a:gd name="connsiteX67" fmla="*/ 252930 w 492259"/>
                <a:gd name="connsiteY67" fmla="*/ 663597 h 674476"/>
                <a:gd name="connsiteX68" fmla="*/ 236611 w 492259"/>
                <a:gd name="connsiteY68" fmla="*/ 647279 h 674476"/>
                <a:gd name="connsiteX69" fmla="*/ 261088 w 492259"/>
                <a:gd name="connsiteY69" fmla="*/ 630961 h 674476"/>
                <a:gd name="connsiteX70" fmla="*/ 288285 w 492259"/>
                <a:gd name="connsiteY70" fmla="*/ 628241 h 674476"/>
                <a:gd name="connsiteX71" fmla="*/ 285565 w 492259"/>
                <a:gd name="connsiteY71" fmla="*/ 609204 h 674476"/>
                <a:gd name="connsiteX72" fmla="*/ 282846 w 492259"/>
                <a:gd name="connsiteY72" fmla="*/ 582007 h 674476"/>
                <a:gd name="connsiteX73" fmla="*/ 280126 w 492259"/>
                <a:gd name="connsiteY73" fmla="*/ 568409 h 674476"/>
                <a:gd name="connsiteX74" fmla="*/ 282846 w 492259"/>
                <a:gd name="connsiteY74" fmla="*/ 554811 h 674476"/>
                <a:gd name="connsiteX75" fmla="*/ 277406 w 492259"/>
                <a:gd name="connsiteY75" fmla="*/ 538493 h 674476"/>
                <a:gd name="connsiteX76" fmla="*/ 271967 w 492259"/>
                <a:gd name="connsiteY76" fmla="*/ 505857 h 674476"/>
                <a:gd name="connsiteX77" fmla="*/ 269247 w 492259"/>
                <a:gd name="connsiteY77" fmla="*/ 478660 h 674476"/>
                <a:gd name="connsiteX78" fmla="*/ 266528 w 492259"/>
                <a:gd name="connsiteY78" fmla="*/ 446025 h 674476"/>
                <a:gd name="connsiteX79" fmla="*/ 261088 w 492259"/>
                <a:gd name="connsiteY79" fmla="*/ 437866 h 674476"/>
                <a:gd name="connsiteX80" fmla="*/ 250210 w 492259"/>
                <a:gd name="connsiteY80" fmla="*/ 437866 h 674476"/>
                <a:gd name="connsiteX81" fmla="*/ 220293 w 492259"/>
                <a:gd name="connsiteY81" fmla="*/ 440585 h 674476"/>
                <a:gd name="connsiteX82" fmla="*/ 190377 w 492259"/>
                <a:gd name="connsiteY82" fmla="*/ 443305 h 674476"/>
                <a:gd name="connsiteX83" fmla="*/ 165900 w 492259"/>
                <a:gd name="connsiteY83" fmla="*/ 443305 h 674476"/>
                <a:gd name="connsiteX84" fmla="*/ 144143 w 492259"/>
                <a:gd name="connsiteY84" fmla="*/ 440585 h 674476"/>
                <a:gd name="connsiteX85" fmla="*/ 135984 w 492259"/>
                <a:gd name="connsiteY85" fmla="*/ 454184 h 674476"/>
                <a:gd name="connsiteX86" fmla="*/ 130545 w 492259"/>
                <a:gd name="connsiteY86" fmla="*/ 486820 h 674476"/>
                <a:gd name="connsiteX87" fmla="*/ 119666 w 492259"/>
                <a:gd name="connsiteY87" fmla="*/ 541213 h 674476"/>
                <a:gd name="connsiteX88" fmla="*/ 103348 w 492259"/>
                <a:gd name="connsiteY88" fmla="*/ 614643 h 674476"/>
                <a:gd name="connsiteX89" fmla="*/ 133264 w 492259"/>
                <a:gd name="connsiteY89" fmla="*/ 614643 h 674476"/>
                <a:gd name="connsiteX90" fmla="*/ 168620 w 492259"/>
                <a:gd name="connsiteY90" fmla="*/ 630961 h 674476"/>
                <a:gd name="connsiteX91" fmla="*/ 163181 w 492259"/>
                <a:gd name="connsiteY91" fmla="*/ 647279 h 674476"/>
                <a:gd name="connsiteX92" fmla="*/ 146863 w 492259"/>
                <a:gd name="connsiteY92" fmla="*/ 655438 h 674476"/>
                <a:gd name="connsiteX93" fmla="*/ 127825 w 492259"/>
                <a:gd name="connsiteY93" fmla="*/ 658158 h 674476"/>
                <a:gd name="connsiteX94" fmla="*/ 106068 w 492259"/>
                <a:gd name="connsiteY94" fmla="*/ 658158 h 674476"/>
                <a:gd name="connsiteX95" fmla="*/ 62552 w 492259"/>
                <a:gd name="connsiteY95" fmla="*/ 658158 h 674476"/>
                <a:gd name="connsiteX96" fmla="*/ 40795 w 492259"/>
                <a:gd name="connsiteY96" fmla="*/ 658158 h 674476"/>
                <a:gd name="connsiteX97" fmla="*/ 16318 w 492259"/>
                <a:gd name="connsiteY97" fmla="*/ 652718 h 674476"/>
                <a:gd name="connsiteX98" fmla="*/ 0 w 492259"/>
                <a:gd name="connsiteY98" fmla="*/ 636401 h 674476"/>
                <a:gd name="connsiteX99" fmla="*/ 2720 w 492259"/>
                <a:gd name="connsiteY99" fmla="*/ 628241 h 674476"/>
                <a:gd name="connsiteX100" fmla="*/ 24477 w 492259"/>
                <a:gd name="connsiteY100" fmla="*/ 620082 h 674476"/>
                <a:gd name="connsiteX101" fmla="*/ 62552 w 492259"/>
                <a:gd name="connsiteY101" fmla="*/ 617363 h 674476"/>
                <a:gd name="connsiteX102" fmla="*/ 62552 w 492259"/>
                <a:gd name="connsiteY102" fmla="*/ 614643 h 674476"/>
                <a:gd name="connsiteX103" fmla="*/ 65272 w 492259"/>
                <a:gd name="connsiteY103" fmla="*/ 587447 h 674476"/>
                <a:gd name="connsiteX104" fmla="*/ 76151 w 492259"/>
                <a:gd name="connsiteY104" fmla="*/ 522175 h 674476"/>
                <a:gd name="connsiteX105" fmla="*/ 87029 w 492259"/>
                <a:gd name="connsiteY105" fmla="*/ 470501 h 674476"/>
                <a:gd name="connsiteX106" fmla="*/ 92468 w 492259"/>
                <a:gd name="connsiteY106" fmla="*/ 446025 h 674476"/>
                <a:gd name="connsiteX107" fmla="*/ 65272 w 492259"/>
                <a:gd name="connsiteY107" fmla="*/ 432426 h 674476"/>
                <a:gd name="connsiteX108" fmla="*/ 54393 w 492259"/>
                <a:gd name="connsiteY108" fmla="*/ 421548 h 674476"/>
                <a:gd name="connsiteX109" fmla="*/ 73431 w 492259"/>
                <a:gd name="connsiteY109" fmla="*/ 407949 h 674476"/>
                <a:gd name="connsiteX110" fmla="*/ 100629 w 492259"/>
                <a:gd name="connsiteY110" fmla="*/ 399790 h 674476"/>
                <a:gd name="connsiteX111" fmla="*/ 108788 w 492259"/>
                <a:gd name="connsiteY111" fmla="*/ 369874 h 674476"/>
                <a:gd name="connsiteX112" fmla="*/ 125105 w 492259"/>
                <a:gd name="connsiteY112" fmla="*/ 307322 h 674476"/>
                <a:gd name="connsiteX113" fmla="*/ 141423 w 492259"/>
                <a:gd name="connsiteY113" fmla="*/ 242051 h 674476"/>
                <a:gd name="connsiteX114" fmla="*/ 155022 w 492259"/>
                <a:gd name="connsiteY114" fmla="*/ 179498 h 674476"/>
                <a:gd name="connsiteX115" fmla="*/ 168620 w 492259"/>
                <a:gd name="connsiteY115" fmla="*/ 119665 h 674476"/>
                <a:gd name="connsiteX116" fmla="*/ 193097 w 492259"/>
                <a:gd name="connsiteY116" fmla="*/ 57113 h 674476"/>
                <a:gd name="connsiteX117" fmla="*/ 201256 w 492259"/>
                <a:gd name="connsiteY117" fmla="*/ 38075 h 674476"/>
                <a:gd name="connsiteX118" fmla="*/ 217574 w 492259"/>
                <a:gd name="connsiteY118" fmla="*/ 13598 h 674476"/>
                <a:gd name="connsiteX119" fmla="*/ 274687 w 492259"/>
                <a:gd name="connsiteY119" fmla="*/ 0 h 674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</a:cxnLst>
              <a:rect l="l" t="t" r="r" b="b"/>
              <a:pathLst>
                <a:path w="492259" h="674476">
                  <a:moveTo>
                    <a:pt x="225733" y="97907"/>
                  </a:moveTo>
                  <a:cubicBezTo>
                    <a:pt x="217574" y="97907"/>
                    <a:pt x="209415" y="114225"/>
                    <a:pt x="209415" y="119665"/>
                  </a:cubicBezTo>
                  <a:cubicBezTo>
                    <a:pt x="206695" y="130543"/>
                    <a:pt x="203976" y="144141"/>
                    <a:pt x="201256" y="152300"/>
                  </a:cubicBezTo>
                  <a:cubicBezTo>
                    <a:pt x="198536" y="157740"/>
                    <a:pt x="198536" y="163179"/>
                    <a:pt x="198536" y="168618"/>
                  </a:cubicBezTo>
                  <a:cubicBezTo>
                    <a:pt x="198536" y="174058"/>
                    <a:pt x="195817" y="179497"/>
                    <a:pt x="195817" y="184936"/>
                  </a:cubicBezTo>
                  <a:cubicBezTo>
                    <a:pt x="193097" y="195815"/>
                    <a:pt x="190377" y="209413"/>
                    <a:pt x="187658" y="220292"/>
                  </a:cubicBezTo>
                  <a:cubicBezTo>
                    <a:pt x="184938" y="244769"/>
                    <a:pt x="176779" y="269246"/>
                    <a:pt x="168620" y="291003"/>
                  </a:cubicBezTo>
                  <a:cubicBezTo>
                    <a:pt x="165900" y="301881"/>
                    <a:pt x="163181" y="312760"/>
                    <a:pt x="160461" y="323639"/>
                  </a:cubicBezTo>
                  <a:cubicBezTo>
                    <a:pt x="157742" y="337237"/>
                    <a:pt x="155022" y="348115"/>
                    <a:pt x="149582" y="361714"/>
                  </a:cubicBezTo>
                  <a:cubicBezTo>
                    <a:pt x="146863" y="367153"/>
                    <a:pt x="144143" y="383471"/>
                    <a:pt x="144143" y="388910"/>
                  </a:cubicBezTo>
                  <a:cubicBezTo>
                    <a:pt x="144143" y="391630"/>
                    <a:pt x="146863" y="391630"/>
                    <a:pt x="149582" y="391630"/>
                  </a:cubicBezTo>
                  <a:cubicBezTo>
                    <a:pt x="155022" y="391630"/>
                    <a:pt x="168620" y="391630"/>
                    <a:pt x="171340" y="391630"/>
                  </a:cubicBezTo>
                  <a:cubicBezTo>
                    <a:pt x="179498" y="391630"/>
                    <a:pt x="187658" y="391630"/>
                    <a:pt x="193097" y="388910"/>
                  </a:cubicBezTo>
                  <a:cubicBezTo>
                    <a:pt x="198536" y="388910"/>
                    <a:pt x="203976" y="388910"/>
                    <a:pt x="212135" y="388910"/>
                  </a:cubicBezTo>
                  <a:cubicBezTo>
                    <a:pt x="217574" y="388910"/>
                    <a:pt x="225733" y="388910"/>
                    <a:pt x="236611" y="388910"/>
                  </a:cubicBezTo>
                  <a:cubicBezTo>
                    <a:pt x="242051" y="388910"/>
                    <a:pt x="247490" y="388910"/>
                    <a:pt x="250210" y="386191"/>
                  </a:cubicBezTo>
                  <a:cubicBezTo>
                    <a:pt x="255649" y="391630"/>
                    <a:pt x="258369" y="388910"/>
                    <a:pt x="258369" y="386191"/>
                  </a:cubicBezTo>
                  <a:cubicBezTo>
                    <a:pt x="258369" y="380751"/>
                    <a:pt x="255649" y="372592"/>
                    <a:pt x="255649" y="367153"/>
                  </a:cubicBezTo>
                  <a:cubicBezTo>
                    <a:pt x="252930" y="353555"/>
                    <a:pt x="250210" y="342676"/>
                    <a:pt x="250210" y="331797"/>
                  </a:cubicBezTo>
                  <a:cubicBezTo>
                    <a:pt x="250210" y="301881"/>
                    <a:pt x="250210" y="274685"/>
                    <a:pt x="247490" y="244769"/>
                  </a:cubicBezTo>
                  <a:cubicBezTo>
                    <a:pt x="247490" y="231170"/>
                    <a:pt x="244771" y="217572"/>
                    <a:pt x="242051" y="203974"/>
                  </a:cubicBezTo>
                  <a:cubicBezTo>
                    <a:pt x="239331" y="187656"/>
                    <a:pt x="236611" y="174058"/>
                    <a:pt x="236611" y="157740"/>
                  </a:cubicBezTo>
                  <a:cubicBezTo>
                    <a:pt x="236611" y="152300"/>
                    <a:pt x="236611" y="133263"/>
                    <a:pt x="233892" y="119665"/>
                  </a:cubicBezTo>
                  <a:cubicBezTo>
                    <a:pt x="233892" y="106066"/>
                    <a:pt x="231172" y="97907"/>
                    <a:pt x="225733" y="97907"/>
                  </a:cubicBezTo>
                  <a:close/>
                  <a:moveTo>
                    <a:pt x="274687" y="0"/>
                  </a:moveTo>
                  <a:cubicBezTo>
                    <a:pt x="288285" y="0"/>
                    <a:pt x="293724" y="2720"/>
                    <a:pt x="304603" y="5439"/>
                  </a:cubicBezTo>
                  <a:cubicBezTo>
                    <a:pt x="315481" y="10879"/>
                    <a:pt x="315481" y="16318"/>
                    <a:pt x="320921" y="24477"/>
                  </a:cubicBezTo>
                  <a:cubicBezTo>
                    <a:pt x="326360" y="29916"/>
                    <a:pt x="331800" y="35356"/>
                    <a:pt x="334519" y="43515"/>
                  </a:cubicBezTo>
                  <a:cubicBezTo>
                    <a:pt x="337239" y="51674"/>
                    <a:pt x="337239" y="57113"/>
                    <a:pt x="339959" y="65272"/>
                  </a:cubicBezTo>
                  <a:cubicBezTo>
                    <a:pt x="345398" y="78870"/>
                    <a:pt x="342678" y="97908"/>
                    <a:pt x="348118" y="114226"/>
                  </a:cubicBezTo>
                  <a:cubicBezTo>
                    <a:pt x="350837" y="130544"/>
                    <a:pt x="358996" y="146863"/>
                    <a:pt x="361716" y="163180"/>
                  </a:cubicBezTo>
                  <a:cubicBezTo>
                    <a:pt x="364435" y="182218"/>
                    <a:pt x="364435" y="201256"/>
                    <a:pt x="369875" y="220293"/>
                  </a:cubicBezTo>
                  <a:cubicBezTo>
                    <a:pt x="375314" y="239331"/>
                    <a:pt x="378034" y="255649"/>
                    <a:pt x="378034" y="274686"/>
                  </a:cubicBezTo>
                  <a:cubicBezTo>
                    <a:pt x="378034" y="282845"/>
                    <a:pt x="380753" y="293724"/>
                    <a:pt x="383473" y="301883"/>
                  </a:cubicBezTo>
                  <a:cubicBezTo>
                    <a:pt x="386193" y="312762"/>
                    <a:pt x="388913" y="326360"/>
                    <a:pt x="391632" y="337238"/>
                  </a:cubicBezTo>
                  <a:cubicBezTo>
                    <a:pt x="391632" y="342678"/>
                    <a:pt x="394352" y="353556"/>
                    <a:pt x="397071" y="364435"/>
                  </a:cubicBezTo>
                  <a:cubicBezTo>
                    <a:pt x="399791" y="372594"/>
                    <a:pt x="402511" y="380753"/>
                    <a:pt x="405230" y="383473"/>
                  </a:cubicBezTo>
                  <a:cubicBezTo>
                    <a:pt x="407950" y="386192"/>
                    <a:pt x="413389" y="386192"/>
                    <a:pt x="416109" y="386192"/>
                  </a:cubicBezTo>
                  <a:cubicBezTo>
                    <a:pt x="418829" y="386192"/>
                    <a:pt x="424268" y="386192"/>
                    <a:pt x="426988" y="386192"/>
                  </a:cubicBezTo>
                  <a:cubicBezTo>
                    <a:pt x="437866" y="386192"/>
                    <a:pt x="448745" y="388912"/>
                    <a:pt x="454184" y="397071"/>
                  </a:cubicBezTo>
                  <a:cubicBezTo>
                    <a:pt x="456904" y="399790"/>
                    <a:pt x="456904" y="402510"/>
                    <a:pt x="456904" y="405230"/>
                  </a:cubicBezTo>
                  <a:cubicBezTo>
                    <a:pt x="456904" y="407949"/>
                    <a:pt x="454184" y="410669"/>
                    <a:pt x="451464" y="416108"/>
                  </a:cubicBezTo>
                  <a:cubicBezTo>
                    <a:pt x="446025" y="421548"/>
                    <a:pt x="440586" y="426987"/>
                    <a:pt x="432427" y="429707"/>
                  </a:cubicBezTo>
                  <a:cubicBezTo>
                    <a:pt x="429707" y="429707"/>
                    <a:pt x="426988" y="432426"/>
                    <a:pt x="421548" y="432426"/>
                  </a:cubicBezTo>
                  <a:cubicBezTo>
                    <a:pt x="418829" y="432426"/>
                    <a:pt x="416109" y="432426"/>
                    <a:pt x="413389" y="435146"/>
                  </a:cubicBezTo>
                  <a:cubicBezTo>
                    <a:pt x="413389" y="435146"/>
                    <a:pt x="413389" y="437866"/>
                    <a:pt x="413389" y="440585"/>
                  </a:cubicBezTo>
                  <a:cubicBezTo>
                    <a:pt x="413389" y="443305"/>
                    <a:pt x="413389" y="448744"/>
                    <a:pt x="416109" y="451464"/>
                  </a:cubicBezTo>
                  <a:cubicBezTo>
                    <a:pt x="416109" y="456903"/>
                    <a:pt x="418829" y="462343"/>
                    <a:pt x="418829" y="465062"/>
                  </a:cubicBezTo>
                  <a:lnTo>
                    <a:pt x="418829" y="475941"/>
                  </a:lnTo>
                  <a:cubicBezTo>
                    <a:pt x="418829" y="481380"/>
                    <a:pt x="418829" y="484100"/>
                    <a:pt x="418829" y="486820"/>
                  </a:cubicBezTo>
                  <a:cubicBezTo>
                    <a:pt x="421548" y="497698"/>
                    <a:pt x="424268" y="505857"/>
                    <a:pt x="426988" y="516736"/>
                  </a:cubicBezTo>
                  <a:cubicBezTo>
                    <a:pt x="426988" y="524895"/>
                    <a:pt x="429707" y="535773"/>
                    <a:pt x="432427" y="543932"/>
                  </a:cubicBezTo>
                  <a:cubicBezTo>
                    <a:pt x="435147" y="554811"/>
                    <a:pt x="437866" y="562970"/>
                    <a:pt x="437866" y="573848"/>
                  </a:cubicBezTo>
                  <a:cubicBezTo>
                    <a:pt x="437866" y="587447"/>
                    <a:pt x="440586" y="595606"/>
                    <a:pt x="443306" y="606484"/>
                  </a:cubicBezTo>
                  <a:cubicBezTo>
                    <a:pt x="443306" y="609204"/>
                    <a:pt x="446025" y="614643"/>
                    <a:pt x="446025" y="617363"/>
                  </a:cubicBezTo>
                  <a:cubicBezTo>
                    <a:pt x="454184" y="617363"/>
                    <a:pt x="462343" y="617363"/>
                    <a:pt x="470502" y="617363"/>
                  </a:cubicBezTo>
                  <a:cubicBezTo>
                    <a:pt x="475942" y="625522"/>
                    <a:pt x="492259" y="630961"/>
                    <a:pt x="492259" y="641840"/>
                  </a:cubicBezTo>
                  <a:cubicBezTo>
                    <a:pt x="492259" y="647279"/>
                    <a:pt x="486820" y="649999"/>
                    <a:pt x="484101" y="655438"/>
                  </a:cubicBezTo>
                  <a:cubicBezTo>
                    <a:pt x="481381" y="660877"/>
                    <a:pt x="473222" y="663597"/>
                    <a:pt x="467782" y="663597"/>
                  </a:cubicBezTo>
                  <a:cubicBezTo>
                    <a:pt x="456904" y="666317"/>
                    <a:pt x="451464" y="666317"/>
                    <a:pt x="443306" y="666317"/>
                  </a:cubicBezTo>
                  <a:cubicBezTo>
                    <a:pt x="437866" y="666317"/>
                    <a:pt x="429707" y="666317"/>
                    <a:pt x="421548" y="666317"/>
                  </a:cubicBezTo>
                  <a:cubicBezTo>
                    <a:pt x="418829" y="666317"/>
                    <a:pt x="416109" y="666317"/>
                    <a:pt x="413389" y="666317"/>
                  </a:cubicBezTo>
                  <a:cubicBezTo>
                    <a:pt x="407950" y="669036"/>
                    <a:pt x="405230" y="669036"/>
                    <a:pt x="399791" y="671756"/>
                  </a:cubicBezTo>
                  <a:cubicBezTo>
                    <a:pt x="394352" y="671756"/>
                    <a:pt x="388913" y="674476"/>
                    <a:pt x="383473" y="674476"/>
                  </a:cubicBezTo>
                  <a:cubicBezTo>
                    <a:pt x="372594" y="674476"/>
                    <a:pt x="358996" y="671756"/>
                    <a:pt x="348118" y="669036"/>
                  </a:cubicBezTo>
                  <a:cubicBezTo>
                    <a:pt x="339959" y="669036"/>
                    <a:pt x="331800" y="669036"/>
                    <a:pt x="326360" y="669036"/>
                  </a:cubicBezTo>
                  <a:cubicBezTo>
                    <a:pt x="304603" y="669036"/>
                    <a:pt x="285565" y="669036"/>
                    <a:pt x="277406" y="669036"/>
                  </a:cubicBezTo>
                  <a:cubicBezTo>
                    <a:pt x="269247" y="669036"/>
                    <a:pt x="258369" y="669036"/>
                    <a:pt x="252930" y="663597"/>
                  </a:cubicBezTo>
                  <a:cubicBezTo>
                    <a:pt x="247490" y="660877"/>
                    <a:pt x="236611" y="655438"/>
                    <a:pt x="236611" y="647279"/>
                  </a:cubicBezTo>
                  <a:cubicBezTo>
                    <a:pt x="236611" y="636401"/>
                    <a:pt x="252930" y="633681"/>
                    <a:pt x="261088" y="630961"/>
                  </a:cubicBezTo>
                  <a:cubicBezTo>
                    <a:pt x="266528" y="630961"/>
                    <a:pt x="274687" y="630961"/>
                    <a:pt x="288285" y="628241"/>
                  </a:cubicBezTo>
                  <a:cubicBezTo>
                    <a:pt x="288285" y="620082"/>
                    <a:pt x="288285" y="614643"/>
                    <a:pt x="285565" y="609204"/>
                  </a:cubicBezTo>
                  <a:cubicBezTo>
                    <a:pt x="285565" y="601045"/>
                    <a:pt x="282846" y="590166"/>
                    <a:pt x="282846" y="582007"/>
                  </a:cubicBezTo>
                  <a:cubicBezTo>
                    <a:pt x="282846" y="576568"/>
                    <a:pt x="280126" y="573848"/>
                    <a:pt x="280126" y="568409"/>
                  </a:cubicBezTo>
                  <a:cubicBezTo>
                    <a:pt x="280126" y="562970"/>
                    <a:pt x="282846" y="557531"/>
                    <a:pt x="282846" y="554811"/>
                  </a:cubicBezTo>
                  <a:cubicBezTo>
                    <a:pt x="282846" y="549371"/>
                    <a:pt x="280126" y="546652"/>
                    <a:pt x="277406" y="538493"/>
                  </a:cubicBezTo>
                  <a:cubicBezTo>
                    <a:pt x="277406" y="527614"/>
                    <a:pt x="271967" y="516736"/>
                    <a:pt x="271967" y="505857"/>
                  </a:cubicBezTo>
                  <a:cubicBezTo>
                    <a:pt x="271967" y="494978"/>
                    <a:pt x="271967" y="486820"/>
                    <a:pt x="269247" y="478660"/>
                  </a:cubicBezTo>
                  <a:cubicBezTo>
                    <a:pt x="266528" y="467782"/>
                    <a:pt x="266528" y="456903"/>
                    <a:pt x="266528" y="446025"/>
                  </a:cubicBezTo>
                  <a:cubicBezTo>
                    <a:pt x="266528" y="440585"/>
                    <a:pt x="263808" y="437866"/>
                    <a:pt x="261088" y="437866"/>
                  </a:cubicBezTo>
                  <a:cubicBezTo>
                    <a:pt x="258369" y="437866"/>
                    <a:pt x="255649" y="437866"/>
                    <a:pt x="250210" y="437866"/>
                  </a:cubicBezTo>
                  <a:cubicBezTo>
                    <a:pt x="239331" y="437866"/>
                    <a:pt x="228452" y="437866"/>
                    <a:pt x="220293" y="440585"/>
                  </a:cubicBezTo>
                  <a:cubicBezTo>
                    <a:pt x="209415" y="440585"/>
                    <a:pt x="201256" y="443305"/>
                    <a:pt x="190377" y="443305"/>
                  </a:cubicBezTo>
                  <a:cubicBezTo>
                    <a:pt x="182218" y="443305"/>
                    <a:pt x="174059" y="443305"/>
                    <a:pt x="165900" y="443305"/>
                  </a:cubicBezTo>
                  <a:cubicBezTo>
                    <a:pt x="163181" y="443305"/>
                    <a:pt x="152302" y="440585"/>
                    <a:pt x="144143" y="440585"/>
                  </a:cubicBezTo>
                  <a:cubicBezTo>
                    <a:pt x="135984" y="440585"/>
                    <a:pt x="135984" y="448744"/>
                    <a:pt x="135984" y="454184"/>
                  </a:cubicBezTo>
                  <a:cubicBezTo>
                    <a:pt x="135984" y="465062"/>
                    <a:pt x="133264" y="475941"/>
                    <a:pt x="130545" y="486820"/>
                  </a:cubicBezTo>
                  <a:cubicBezTo>
                    <a:pt x="127825" y="505857"/>
                    <a:pt x="122386" y="522175"/>
                    <a:pt x="119666" y="541213"/>
                  </a:cubicBezTo>
                  <a:cubicBezTo>
                    <a:pt x="116947" y="560250"/>
                    <a:pt x="108788" y="595606"/>
                    <a:pt x="103348" y="614643"/>
                  </a:cubicBezTo>
                  <a:cubicBezTo>
                    <a:pt x="111507" y="614643"/>
                    <a:pt x="122386" y="614643"/>
                    <a:pt x="133264" y="614643"/>
                  </a:cubicBezTo>
                  <a:cubicBezTo>
                    <a:pt x="146863" y="614643"/>
                    <a:pt x="168620" y="614643"/>
                    <a:pt x="168620" y="630961"/>
                  </a:cubicBezTo>
                  <a:cubicBezTo>
                    <a:pt x="168620" y="639120"/>
                    <a:pt x="165900" y="639120"/>
                    <a:pt x="163181" y="647279"/>
                  </a:cubicBezTo>
                  <a:cubicBezTo>
                    <a:pt x="160461" y="652718"/>
                    <a:pt x="152302" y="655438"/>
                    <a:pt x="146863" y="655438"/>
                  </a:cubicBezTo>
                  <a:cubicBezTo>
                    <a:pt x="138704" y="658158"/>
                    <a:pt x="133264" y="658158"/>
                    <a:pt x="127825" y="658158"/>
                  </a:cubicBezTo>
                  <a:cubicBezTo>
                    <a:pt x="122386" y="658158"/>
                    <a:pt x="116947" y="658158"/>
                    <a:pt x="106068" y="658158"/>
                  </a:cubicBezTo>
                  <a:cubicBezTo>
                    <a:pt x="92468" y="658158"/>
                    <a:pt x="78870" y="658158"/>
                    <a:pt x="62552" y="658158"/>
                  </a:cubicBezTo>
                  <a:cubicBezTo>
                    <a:pt x="54393" y="658158"/>
                    <a:pt x="46234" y="658158"/>
                    <a:pt x="40795" y="658158"/>
                  </a:cubicBezTo>
                  <a:cubicBezTo>
                    <a:pt x="32636" y="658158"/>
                    <a:pt x="21758" y="658158"/>
                    <a:pt x="16318" y="652718"/>
                  </a:cubicBezTo>
                  <a:cubicBezTo>
                    <a:pt x="8159" y="649999"/>
                    <a:pt x="0" y="641840"/>
                    <a:pt x="0" y="636401"/>
                  </a:cubicBezTo>
                  <a:cubicBezTo>
                    <a:pt x="0" y="633681"/>
                    <a:pt x="0" y="630961"/>
                    <a:pt x="2720" y="628241"/>
                  </a:cubicBezTo>
                  <a:cubicBezTo>
                    <a:pt x="8159" y="625522"/>
                    <a:pt x="16318" y="622802"/>
                    <a:pt x="24477" y="620082"/>
                  </a:cubicBezTo>
                  <a:cubicBezTo>
                    <a:pt x="38075" y="617363"/>
                    <a:pt x="48954" y="617363"/>
                    <a:pt x="62552" y="617363"/>
                  </a:cubicBezTo>
                  <a:cubicBezTo>
                    <a:pt x="62552" y="617363"/>
                    <a:pt x="62552" y="614643"/>
                    <a:pt x="62552" y="614643"/>
                  </a:cubicBezTo>
                  <a:cubicBezTo>
                    <a:pt x="62552" y="603765"/>
                    <a:pt x="65272" y="590166"/>
                    <a:pt x="65272" y="587447"/>
                  </a:cubicBezTo>
                  <a:cubicBezTo>
                    <a:pt x="67992" y="565689"/>
                    <a:pt x="73431" y="543932"/>
                    <a:pt x="76151" y="522175"/>
                  </a:cubicBezTo>
                  <a:cubicBezTo>
                    <a:pt x="78870" y="505857"/>
                    <a:pt x="81590" y="486820"/>
                    <a:pt x="87029" y="470501"/>
                  </a:cubicBezTo>
                  <a:cubicBezTo>
                    <a:pt x="87029" y="465062"/>
                    <a:pt x="92468" y="451464"/>
                    <a:pt x="92468" y="446025"/>
                  </a:cubicBezTo>
                  <a:cubicBezTo>
                    <a:pt x="92468" y="437866"/>
                    <a:pt x="73431" y="437866"/>
                    <a:pt x="65272" y="432426"/>
                  </a:cubicBezTo>
                  <a:cubicBezTo>
                    <a:pt x="59833" y="429707"/>
                    <a:pt x="54393" y="426987"/>
                    <a:pt x="54393" y="421548"/>
                  </a:cubicBezTo>
                  <a:cubicBezTo>
                    <a:pt x="54393" y="413389"/>
                    <a:pt x="62552" y="410669"/>
                    <a:pt x="73431" y="407949"/>
                  </a:cubicBezTo>
                  <a:cubicBezTo>
                    <a:pt x="78870" y="407949"/>
                    <a:pt x="92468" y="405230"/>
                    <a:pt x="100629" y="399790"/>
                  </a:cubicBezTo>
                  <a:cubicBezTo>
                    <a:pt x="106068" y="394351"/>
                    <a:pt x="106068" y="378033"/>
                    <a:pt x="108788" y="369874"/>
                  </a:cubicBezTo>
                  <a:cubicBezTo>
                    <a:pt x="114227" y="348117"/>
                    <a:pt x="119666" y="326360"/>
                    <a:pt x="125105" y="307322"/>
                  </a:cubicBezTo>
                  <a:cubicBezTo>
                    <a:pt x="130545" y="285565"/>
                    <a:pt x="135984" y="263808"/>
                    <a:pt x="141423" y="242051"/>
                  </a:cubicBezTo>
                  <a:cubicBezTo>
                    <a:pt x="146863" y="220293"/>
                    <a:pt x="152302" y="198536"/>
                    <a:pt x="155022" y="179498"/>
                  </a:cubicBezTo>
                  <a:cubicBezTo>
                    <a:pt x="157742" y="160461"/>
                    <a:pt x="163181" y="138703"/>
                    <a:pt x="168620" y="119665"/>
                  </a:cubicBezTo>
                  <a:cubicBezTo>
                    <a:pt x="176779" y="100627"/>
                    <a:pt x="182218" y="76150"/>
                    <a:pt x="193097" y="57113"/>
                  </a:cubicBezTo>
                  <a:lnTo>
                    <a:pt x="201256" y="38075"/>
                  </a:lnTo>
                  <a:cubicBezTo>
                    <a:pt x="206695" y="29916"/>
                    <a:pt x="209415" y="19038"/>
                    <a:pt x="217574" y="13598"/>
                  </a:cubicBezTo>
                  <a:cubicBezTo>
                    <a:pt x="231172" y="2720"/>
                    <a:pt x="255649" y="0"/>
                    <a:pt x="274687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D45F9331-6EB0-4EF1-AF1B-D8101C2D5B8D}"/>
                </a:ext>
              </a:extLst>
            </p:cNvPr>
            <p:cNvSpPr/>
            <p:nvPr/>
          </p:nvSpPr>
          <p:spPr bwMode="black">
            <a:xfrm>
              <a:off x="6876542" y="4244897"/>
              <a:ext cx="462342" cy="677195"/>
            </a:xfrm>
            <a:custGeom>
              <a:avLst/>
              <a:gdLst>
                <a:gd name="connsiteX0" fmla="*/ 214853 w 462342"/>
                <a:gd name="connsiteY0" fmla="*/ 65272 h 677195"/>
                <a:gd name="connsiteX1" fmla="*/ 195815 w 462342"/>
                <a:gd name="connsiteY1" fmla="*/ 73431 h 677195"/>
                <a:gd name="connsiteX2" fmla="*/ 193096 w 462342"/>
                <a:gd name="connsiteY2" fmla="*/ 125105 h 677195"/>
                <a:gd name="connsiteX3" fmla="*/ 190376 w 462342"/>
                <a:gd name="connsiteY3" fmla="*/ 280125 h 677195"/>
                <a:gd name="connsiteX4" fmla="*/ 190376 w 462342"/>
                <a:gd name="connsiteY4" fmla="*/ 301882 h 677195"/>
                <a:gd name="connsiteX5" fmla="*/ 193096 w 462342"/>
                <a:gd name="connsiteY5" fmla="*/ 342677 h 677195"/>
                <a:gd name="connsiteX6" fmla="*/ 195815 w 462342"/>
                <a:gd name="connsiteY6" fmla="*/ 397070 h 677195"/>
                <a:gd name="connsiteX7" fmla="*/ 195815 w 462342"/>
                <a:gd name="connsiteY7" fmla="*/ 443304 h 677195"/>
                <a:gd name="connsiteX8" fmla="*/ 195815 w 462342"/>
                <a:gd name="connsiteY8" fmla="*/ 530333 h 677195"/>
                <a:gd name="connsiteX9" fmla="*/ 193096 w 462342"/>
                <a:gd name="connsiteY9" fmla="*/ 554810 h 677195"/>
                <a:gd name="connsiteX10" fmla="*/ 190376 w 462342"/>
                <a:gd name="connsiteY10" fmla="*/ 603764 h 677195"/>
                <a:gd name="connsiteX11" fmla="*/ 198535 w 462342"/>
                <a:gd name="connsiteY11" fmla="*/ 611923 h 677195"/>
                <a:gd name="connsiteX12" fmla="*/ 214853 w 462342"/>
                <a:gd name="connsiteY12" fmla="*/ 611923 h 677195"/>
                <a:gd name="connsiteX13" fmla="*/ 236610 w 462342"/>
                <a:gd name="connsiteY13" fmla="*/ 611923 h 677195"/>
                <a:gd name="connsiteX14" fmla="*/ 263807 w 462342"/>
                <a:gd name="connsiteY14" fmla="*/ 598325 h 677195"/>
                <a:gd name="connsiteX15" fmla="*/ 277405 w 462342"/>
                <a:gd name="connsiteY15" fmla="*/ 592885 h 677195"/>
                <a:gd name="connsiteX16" fmla="*/ 291004 w 462342"/>
                <a:gd name="connsiteY16" fmla="*/ 573848 h 677195"/>
                <a:gd name="connsiteX17" fmla="*/ 307322 w 462342"/>
                <a:gd name="connsiteY17" fmla="*/ 543931 h 677195"/>
                <a:gd name="connsiteX18" fmla="*/ 326359 w 462342"/>
                <a:gd name="connsiteY18" fmla="*/ 481379 h 677195"/>
                <a:gd name="connsiteX19" fmla="*/ 337238 w 462342"/>
                <a:gd name="connsiteY19" fmla="*/ 413388 h 677195"/>
                <a:gd name="connsiteX20" fmla="*/ 337238 w 462342"/>
                <a:gd name="connsiteY20" fmla="*/ 350836 h 677195"/>
                <a:gd name="connsiteX21" fmla="*/ 334518 w 462342"/>
                <a:gd name="connsiteY21" fmla="*/ 296443 h 677195"/>
                <a:gd name="connsiteX22" fmla="*/ 329079 w 462342"/>
                <a:gd name="connsiteY22" fmla="*/ 244769 h 677195"/>
                <a:gd name="connsiteX23" fmla="*/ 307322 w 462342"/>
                <a:gd name="connsiteY23" fmla="*/ 135983 h 677195"/>
                <a:gd name="connsiteX24" fmla="*/ 271966 w 462342"/>
                <a:gd name="connsiteY24" fmla="*/ 78870 h 677195"/>
                <a:gd name="connsiteX25" fmla="*/ 214853 w 462342"/>
                <a:gd name="connsiteY25" fmla="*/ 65272 h 677195"/>
                <a:gd name="connsiteX26" fmla="*/ 114226 w 462342"/>
                <a:gd name="connsiteY26" fmla="*/ 0 h 677195"/>
                <a:gd name="connsiteX27" fmla="*/ 127824 w 462342"/>
                <a:gd name="connsiteY27" fmla="*/ 0 h 677195"/>
                <a:gd name="connsiteX28" fmla="*/ 146862 w 462342"/>
                <a:gd name="connsiteY28" fmla="*/ 2720 h 677195"/>
                <a:gd name="connsiteX29" fmla="*/ 174059 w 462342"/>
                <a:gd name="connsiteY29" fmla="*/ 21758 h 677195"/>
                <a:gd name="connsiteX30" fmla="*/ 193096 w 462342"/>
                <a:gd name="connsiteY30" fmla="*/ 21758 h 677195"/>
                <a:gd name="connsiteX31" fmla="*/ 261088 w 462342"/>
                <a:gd name="connsiteY31" fmla="*/ 27197 h 677195"/>
                <a:gd name="connsiteX32" fmla="*/ 310042 w 462342"/>
                <a:gd name="connsiteY32" fmla="*/ 35356 h 677195"/>
                <a:gd name="connsiteX33" fmla="*/ 334518 w 462342"/>
                <a:gd name="connsiteY33" fmla="*/ 40795 h 677195"/>
                <a:gd name="connsiteX34" fmla="*/ 356276 w 462342"/>
                <a:gd name="connsiteY34" fmla="*/ 59833 h 677195"/>
                <a:gd name="connsiteX35" fmla="*/ 372593 w 462342"/>
                <a:gd name="connsiteY35" fmla="*/ 76151 h 677195"/>
                <a:gd name="connsiteX36" fmla="*/ 380752 w 462342"/>
                <a:gd name="connsiteY36" fmla="*/ 95188 h 677195"/>
                <a:gd name="connsiteX37" fmla="*/ 405230 w 462342"/>
                <a:gd name="connsiteY37" fmla="*/ 114226 h 677195"/>
                <a:gd name="connsiteX38" fmla="*/ 416108 w 462342"/>
                <a:gd name="connsiteY38" fmla="*/ 141422 h 677195"/>
                <a:gd name="connsiteX39" fmla="*/ 451464 w 462342"/>
                <a:gd name="connsiteY39" fmla="*/ 201256 h 677195"/>
                <a:gd name="connsiteX40" fmla="*/ 456903 w 462342"/>
                <a:gd name="connsiteY40" fmla="*/ 252929 h 677195"/>
                <a:gd name="connsiteX41" fmla="*/ 456903 w 462342"/>
                <a:gd name="connsiteY41" fmla="*/ 291004 h 677195"/>
                <a:gd name="connsiteX42" fmla="*/ 459623 w 462342"/>
                <a:gd name="connsiteY42" fmla="*/ 318201 h 677195"/>
                <a:gd name="connsiteX43" fmla="*/ 459623 w 462342"/>
                <a:gd name="connsiteY43" fmla="*/ 326360 h 677195"/>
                <a:gd name="connsiteX44" fmla="*/ 459623 w 462342"/>
                <a:gd name="connsiteY44" fmla="*/ 348117 h 677195"/>
                <a:gd name="connsiteX45" fmla="*/ 462342 w 462342"/>
                <a:gd name="connsiteY45" fmla="*/ 367155 h 677195"/>
                <a:gd name="connsiteX46" fmla="*/ 456903 w 462342"/>
                <a:gd name="connsiteY46" fmla="*/ 391632 h 677195"/>
                <a:gd name="connsiteX47" fmla="*/ 456903 w 462342"/>
                <a:gd name="connsiteY47" fmla="*/ 418828 h 677195"/>
                <a:gd name="connsiteX48" fmla="*/ 451464 w 462342"/>
                <a:gd name="connsiteY48" fmla="*/ 437866 h 677195"/>
                <a:gd name="connsiteX49" fmla="*/ 446025 w 462342"/>
                <a:gd name="connsiteY49" fmla="*/ 454184 h 677195"/>
                <a:gd name="connsiteX50" fmla="*/ 440585 w 462342"/>
                <a:gd name="connsiteY50" fmla="*/ 481380 h 677195"/>
                <a:gd name="connsiteX51" fmla="*/ 432426 w 462342"/>
                <a:gd name="connsiteY51" fmla="*/ 508577 h 677195"/>
                <a:gd name="connsiteX52" fmla="*/ 418828 w 462342"/>
                <a:gd name="connsiteY52" fmla="*/ 530334 h 677195"/>
                <a:gd name="connsiteX53" fmla="*/ 410669 w 462342"/>
                <a:gd name="connsiteY53" fmla="*/ 549371 h 677195"/>
                <a:gd name="connsiteX54" fmla="*/ 391631 w 462342"/>
                <a:gd name="connsiteY54" fmla="*/ 579288 h 677195"/>
                <a:gd name="connsiteX55" fmla="*/ 337238 w 462342"/>
                <a:gd name="connsiteY55" fmla="*/ 630961 h 677195"/>
                <a:gd name="connsiteX56" fmla="*/ 301883 w 462342"/>
                <a:gd name="connsiteY56" fmla="*/ 647279 h 677195"/>
                <a:gd name="connsiteX57" fmla="*/ 263807 w 462342"/>
                <a:gd name="connsiteY57" fmla="*/ 652718 h 677195"/>
                <a:gd name="connsiteX58" fmla="*/ 233891 w 462342"/>
                <a:gd name="connsiteY58" fmla="*/ 649999 h 677195"/>
                <a:gd name="connsiteX59" fmla="*/ 187657 w 462342"/>
                <a:gd name="connsiteY59" fmla="*/ 652718 h 677195"/>
                <a:gd name="connsiteX60" fmla="*/ 171339 w 462342"/>
                <a:gd name="connsiteY60" fmla="*/ 669036 h 677195"/>
                <a:gd name="connsiteX61" fmla="*/ 155021 w 462342"/>
                <a:gd name="connsiteY61" fmla="*/ 671756 h 677195"/>
                <a:gd name="connsiteX62" fmla="*/ 138703 w 462342"/>
                <a:gd name="connsiteY62" fmla="*/ 674476 h 677195"/>
                <a:gd name="connsiteX63" fmla="*/ 125105 w 462342"/>
                <a:gd name="connsiteY63" fmla="*/ 677195 h 677195"/>
                <a:gd name="connsiteX64" fmla="*/ 106067 w 462342"/>
                <a:gd name="connsiteY64" fmla="*/ 671756 h 677195"/>
                <a:gd name="connsiteX65" fmla="*/ 87029 w 462342"/>
                <a:gd name="connsiteY65" fmla="*/ 658158 h 677195"/>
                <a:gd name="connsiteX66" fmla="*/ 81590 w 462342"/>
                <a:gd name="connsiteY66" fmla="*/ 652718 h 677195"/>
                <a:gd name="connsiteX67" fmla="*/ 67992 w 462342"/>
                <a:gd name="connsiteY67" fmla="*/ 652718 h 677195"/>
                <a:gd name="connsiteX68" fmla="*/ 43515 w 462342"/>
                <a:gd name="connsiteY68" fmla="*/ 652718 h 677195"/>
                <a:gd name="connsiteX69" fmla="*/ 16318 w 462342"/>
                <a:gd name="connsiteY69" fmla="*/ 647279 h 677195"/>
                <a:gd name="connsiteX70" fmla="*/ 0 w 462342"/>
                <a:gd name="connsiteY70" fmla="*/ 630961 h 677195"/>
                <a:gd name="connsiteX71" fmla="*/ 5439 w 462342"/>
                <a:gd name="connsiteY71" fmla="*/ 620083 h 677195"/>
                <a:gd name="connsiteX72" fmla="*/ 27197 w 462342"/>
                <a:gd name="connsiteY72" fmla="*/ 611924 h 677195"/>
                <a:gd name="connsiteX73" fmla="*/ 65272 w 462342"/>
                <a:gd name="connsiteY73" fmla="*/ 609204 h 677195"/>
                <a:gd name="connsiteX74" fmla="*/ 65272 w 462342"/>
                <a:gd name="connsiteY74" fmla="*/ 584727 h 677195"/>
                <a:gd name="connsiteX75" fmla="*/ 62552 w 462342"/>
                <a:gd name="connsiteY75" fmla="*/ 456903 h 677195"/>
                <a:gd name="connsiteX76" fmla="*/ 65272 w 462342"/>
                <a:gd name="connsiteY76" fmla="*/ 337238 h 677195"/>
                <a:gd name="connsiteX77" fmla="*/ 67992 w 462342"/>
                <a:gd name="connsiteY77" fmla="*/ 203975 h 677195"/>
                <a:gd name="connsiteX78" fmla="*/ 70712 w 462342"/>
                <a:gd name="connsiteY78" fmla="*/ 119665 h 677195"/>
                <a:gd name="connsiteX79" fmla="*/ 73431 w 462342"/>
                <a:gd name="connsiteY79" fmla="*/ 67992 h 677195"/>
                <a:gd name="connsiteX80" fmla="*/ 67992 w 462342"/>
                <a:gd name="connsiteY80" fmla="*/ 67992 h 677195"/>
                <a:gd name="connsiteX81" fmla="*/ 43515 w 462342"/>
                <a:gd name="connsiteY81" fmla="*/ 67992 h 677195"/>
                <a:gd name="connsiteX82" fmla="*/ 16318 w 462342"/>
                <a:gd name="connsiteY82" fmla="*/ 62552 h 677195"/>
                <a:gd name="connsiteX83" fmla="*/ 0 w 462342"/>
                <a:gd name="connsiteY83" fmla="*/ 46234 h 677195"/>
                <a:gd name="connsiteX84" fmla="*/ 5439 w 462342"/>
                <a:gd name="connsiteY84" fmla="*/ 35356 h 677195"/>
                <a:gd name="connsiteX85" fmla="*/ 27197 w 462342"/>
                <a:gd name="connsiteY85" fmla="*/ 27197 h 677195"/>
                <a:gd name="connsiteX86" fmla="*/ 76151 w 462342"/>
                <a:gd name="connsiteY86" fmla="*/ 21758 h 677195"/>
                <a:gd name="connsiteX87" fmla="*/ 81590 w 462342"/>
                <a:gd name="connsiteY87" fmla="*/ 13598 h 677195"/>
                <a:gd name="connsiteX88" fmla="*/ 97908 w 462342"/>
                <a:gd name="connsiteY88" fmla="*/ 5439 h 677195"/>
                <a:gd name="connsiteX89" fmla="*/ 114226 w 462342"/>
                <a:gd name="connsiteY89" fmla="*/ 0 h 677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462342" h="677195">
                  <a:moveTo>
                    <a:pt x="214853" y="65272"/>
                  </a:moveTo>
                  <a:cubicBezTo>
                    <a:pt x="203975" y="65272"/>
                    <a:pt x="195815" y="67992"/>
                    <a:pt x="195815" y="73431"/>
                  </a:cubicBezTo>
                  <a:cubicBezTo>
                    <a:pt x="193096" y="78870"/>
                    <a:pt x="193096" y="100628"/>
                    <a:pt x="193096" y="125105"/>
                  </a:cubicBezTo>
                  <a:cubicBezTo>
                    <a:pt x="193096" y="182217"/>
                    <a:pt x="193096" y="266527"/>
                    <a:pt x="190376" y="280125"/>
                  </a:cubicBezTo>
                  <a:cubicBezTo>
                    <a:pt x="190376" y="288284"/>
                    <a:pt x="190376" y="293723"/>
                    <a:pt x="190376" y="301882"/>
                  </a:cubicBezTo>
                  <a:cubicBezTo>
                    <a:pt x="190376" y="315480"/>
                    <a:pt x="190376" y="329079"/>
                    <a:pt x="193096" y="342677"/>
                  </a:cubicBezTo>
                  <a:cubicBezTo>
                    <a:pt x="193096" y="361715"/>
                    <a:pt x="193096" y="378033"/>
                    <a:pt x="195815" y="397070"/>
                  </a:cubicBezTo>
                  <a:cubicBezTo>
                    <a:pt x="195815" y="413388"/>
                    <a:pt x="195815" y="426986"/>
                    <a:pt x="195815" y="443304"/>
                  </a:cubicBezTo>
                  <a:cubicBezTo>
                    <a:pt x="195815" y="465061"/>
                    <a:pt x="198535" y="508576"/>
                    <a:pt x="195815" y="530333"/>
                  </a:cubicBezTo>
                  <a:cubicBezTo>
                    <a:pt x="195815" y="538492"/>
                    <a:pt x="193096" y="546651"/>
                    <a:pt x="193096" y="554810"/>
                  </a:cubicBezTo>
                  <a:cubicBezTo>
                    <a:pt x="193096" y="560249"/>
                    <a:pt x="190376" y="590166"/>
                    <a:pt x="190376" y="603764"/>
                  </a:cubicBezTo>
                  <a:cubicBezTo>
                    <a:pt x="190376" y="609203"/>
                    <a:pt x="190376" y="611923"/>
                    <a:pt x="198535" y="611923"/>
                  </a:cubicBezTo>
                  <a:cubicBezTo>
                    <a:pt x="206694" y="611923"/>
                    <a:pt x="209414" y="611923"/>
                    <a:pt x="214853" y="611923"/>
                  </a:cubicBezTo>
                  <a:cubicBezTo>
                    <a:pt x="223012" y="611923"/>
                    <a:pt x="220293" y="611923"/>
                    <a:pt x="236610" y="611923"/>
                  </a:cubicBezTo>
                  <a:cubicBezTo>
                    <a:pt x="242050" y="611923"/>
                    <a:pt x="258368" y="601044"/>
                    <a:pt x="263807" y="598325"/>
                  </a:cubicBezTo>
                  <a:cubicBezTo>
                    <a:pt x="266527" y="598325"/>
                    <a:pt x="274686" y="592885"/>
                    <a:pt x="277405" y="592885"/>
                  </a:cubicBezTo>
                  <a:cubicBezTo>
                    <a:pt x="285564" y="587446"/>
                    <a:pt x="288284" y="579287"/>
                    <a:pt x="291004" y="573848"/>
                  </a:cubicBezTo>
                  <a:cubicBezTo>
                    <a:pt x="296443" y="562969"/>
                    <a:pt x="301882" y="554810"/>
                    <a:pt x="307322" y="543931"/>
                  </a:cubicBezTo>
                  <a:cubicBezTo>
                    <a:pt x="315481" y="524894"/>
                    <a:pt x="320920" y="524894"/>
                    <a:pt x="326359" y="481379"/>
                  </a:cubicBezTo>
                  <a:cubicBezTo>
                    <a:pt x="329079" y="456903"/>
                    <a:pt x="334518" y="435145"/>
                    <a:pt x="337238" y="413388"/>
                  </a:cubicBezTo>
                  <a:cubicBezTo>
                    <a:pt x="337238" y="391631"/>
                    <a:pt x="337238" y="369873"/>
                    <a:pt x="337238" y="350836"/>
                  </a:cubicBezTo>
                  <a:cubicBezTo>
                    <a:pt x="337238" y="339957"/>
                    <a:pt x="337238" y="320920"/>
                    <a:pt x="334518" y="296443"/>
                  </a:cubicBezTo>
                  <a:cubicBezTo>
                    <a:pt x="331798" y="269246"/>
                    <a:pt x="329079" y="250209"/>
                    <a:pt x="329079" y="244769"/>
                  </a:cubicBezTo>
                  <a:cubicBezTo>
                    <a:pt x="323640" y="206694"/>
                    <a:pt x="318200" y="174058"/>
                    <a:pt x="307322" y="135983"/>
                  </a:cubicBezTo>
                  <a:cubicBezTo>
                    <a:pt x="304602" y="125105"/>
                    <a:pt x="304602" y="108787"/>
                    <a:pt x="271966" y="78870"/>
                  </a:cubicBezTo>
                  <a:cubicBezTo>
                    <a:pt x="263807" y="73431"/>
                    <a:pt x="233891" y="65272"/>
                    <a:pt x="214853" y="65272"/>
                  </a:cubicBezTo>
                  <a:close/>
                  <a:moveTo>
                    <a:pt x="114226" y="0"/>
                  </a:moveTo>
                  <a:cubicBezTo>
                    <a:pt x="119665" y="0"/>
                    <a:pt x="125105" y="0"/>
                    <a:pt x="127824" y="0"/>
                  </a:cubicBezTo>
                  <a:cubicBezTo>
                    <a:pt x="133264" y="0"/>
                    <a:pt x="141422" y="0"/>
                    <a:pt x="146862" y="2720"/>
                  </a:cubicBezTo>
                  <a:cubicBezTo>
                    <a:pt x="157741" y="5439"/>
                    <a:pt x="165900" y="13598"/>
                    <a:pt x="174059" y="21758"/>
                  </a:cubicBezTo>
                  <a:cubicBezTo>
                    <a:pt x="179498" y="21758"/>
                    <a:pt x="187657" y="21758"/>
                    <a:pt x="193096" y="21758"/>
                  </a:cubicBezTo>
                  <a:cubicBezTo>
                    <a:pt x="212134" y="21758"/>
                    <a:pt x="228452" y="27197"/>
                    <a:pt x="261088" y="27197"/>
                  </a:cubicBezTo>
                  <a:cubicBezTo>
                    <a:pt x="277405" y="27197"/>
                    <a:pt x="293723" y="35356"/>
                    <a:pt x="310042" y="35356"/>
                  </a:cubicBezTo>
                  <a:cubicBezTo>
                    <a:pt x="318200" y="35356"/>
                    <a:pt x="329079" y="35356"/>
                    <a:pt x="334518" y="40795"/>
                  </a:cubicBezTo>
                  <a:cubicBezTo>
                    <a:pt x="342677" y="46234"/>
                    <a:pt x="348117" y="54393"/>
                    <a:pt x="356276" y="59833"/>
                  </a:cubicBezTo>
                  <a:cubicBezTo>
                    <a:pt x="361715" y="65272"/>
                    <a:pt x="369874" y="67992"/>
                    <a:pt x="372593" y="76151"/>
                  </a:cubicBezTo>
                  <a:cubicBezTo>
                    <a:pt x="375313" y="81590"/>
                    <a:pt x="378033" y="89749"/>
                    <a:pt x="380752" y="95188"/>
                  </a:cubicBezTo>
                  <a:cubicBezTo>
                    <a:pt x="386192" y="103347"/>
                    <a:pt x="391631" y="106067"/>
                    <a:pt x="405230" y="114226"/>
                  </a:cubicBezTo>
                  <a:cubicBezTo>
                    <a:pt x="413388" y="119665"/>
                    <a:pt x="410669" y="133263"/>
                    <a:pt x="416108" y="141422"/>
                  </a:cubicBezTo>
                  <a:cubicBezTo>
                    <a:pt x="426987" y="160461"/>
                    <a:pt x="446025" y="182218"/>
                    <a:pt x="451464" y="201256"/>
                  </a:cubicBezTo>
                  <a:cubicBezTo>
                    <a:pt x="456903" y="220293"/>
                    <a:pt x="456903" y="236611"/>
                    <a:pt x="456903" y="252929"/>
                  </a:cubicBezTo>
                  <a:cubicBezTo>
                    <a:pt x="456903" y="266527"/>
                    <a:pt x="456903" y="277406"/>
                    <a:pt x="456903" y="291004"/>
                  </a:cubicBezTo>
                  <a:cubicBezTo>
                    <a:pt x="456903" y="299163"/>
                    <a:pt x="456903" y="307322"/>
                    <a:pt x="459623" y="318201"/>
                  </a:cubicBezTo>
                  <a:cubicBezTo>
                    <a:pt x="459623" y="320921"/>
                    <a:pt x="459623" y="323640"/>
                    <a:pt x="459623" y="326360"/>
                  </a:cubicBezTo>
                  <a:cubicBezTo>
                    <a:pt x="462342" y="331799"/>
                    <a:pt x="459623" y="337238"/>
                    <a:pt x="459623" y="348117"/>
                  </a:cubicBezTo>
                  <a:cubicBezTo>
                    <a:pt x="459623" y="350837"/>
                    <a:pt x="462342" y="361715"/>
                    <a:pt x="462342" y="367155"/>
                  </a:cubicBezTo>
                  <a:cubicBezTo>
                    <a:pt x="462342" y="375314"/>
                    <a:pt x="456903" y="383473"/>
                    <a:pt x="456903" y="391632"/>
                  </a:cubicBezTo>
                  <a:cubicBezTo>
                    <a:pt x="456903" y="399790"/>
                    <a:pt x="456903" y="410669"/>
                    <a:pt x="456903" y="418828"/>
                  </a:cubicBezTo>
                  <a:cubicBezTo>
                    <a:pt x="456903" y="421548"/>
                    <a:pt x="454183" y="429707"/>
                    <a:pt x="451464" y="437866"/>
                  </a:cubicBezTo>
                  <a:cubicBezTo>
                    <a:pt x="448744" y="443305"/>
                    <a:pt x="448744" y="451464"/>
                    <a:pt x="446025" y="454184"/>
                  </a:cubicBezTo>
                  <a:cubicBezTo>
                    <a:pt x="443305" y="462343"/>
                    <a:pt x="440585" y="473221"/>
                    <a:pt x="440585" y="481380"/>
                  </a:cubicBezTo>
                  <a:cubicBezTo>
                    <a:pt x="437865" y="489539"/>
                    <a:pt x="437865" y="500418"/>
                    <a:pt x="432426" y="508577"/>
                  </a:cubicBezTo>
                  <a:cubicBezTo>
                    <a:pt x="429706" y="516736"/>
                    <a:pt x="424267" y="522175"/>
                    <a:pt x="418828" y="530334"/>
                  </a:cubicBezTo>
                  <a:cubicBezTo>
                    <a:pt x="416108" y="535773"/>
                    <a:pt x="413388" y="543932"/>
                    <a:pt x="410669" y="549371"/>
                  </a:cubicBezTo>
                  <a:cubicBezTo>
                    <a:pt x="405230" y="557531"/>
                    <a:pt x="397071" y="573848"/>
                    <a:pt x="391631" y="579288"/>
                  </a:cubicBezTo>
                  <a:cubicBezTo>
                    <a:pt x="369874" y="609204"/>
                    <a:pt x="350836" y="620083"/>
                    <a:pt x="337238" y="630961"/>
                  </a:cubicBezTo>
                  <a:cubicBezTo>
                    <a:pt x="326359" y="639120"/>
                    <a:pt x="315481" y="641840"/>
                    <a:pt x="301883" y="647279"/>
                  </a:cubicBezTo>
                  <a:cubicBezTo>
                    <a:pt x="291004" y="649999"/>
                    <a:pt x="277405" y="652718"/>
                    <a:pt x="263807" y="652718"/>
                  </a:cubicBezTo>
                  <a:cubicBezTo>
                    <a:pt x="252929" y="652718"/>
                    <a:pt x="244770" y="649999"/>
                    <a:pt x="233891" y="649999"/>
                  </a:cubicBezTo>
                  <a:cubicBezTo>
                    <a:pt x="206694" y="649999"/>
                    <a:pt x="217573" y="652718"/>
                    <a:pt x="187657" y="652718"/>
                  </a:cubicBezTo>
                  <a:cubicBezTo>
                    <a:pt x="184937" y="660877"/>
                    <a:pt x="179498" y="666317"/>
                    <a:pt x="171339" y="669036"/>
                  </a:cubicBezTo>
                  <a:cubicBezTo>
                    <a:pt x="165900" y="671756"/>
                    <a:pt x="160460" y="671756"/>
                    <a:pt x="155021" y="671756"/>
                  </a:cubicBezTo>
                  <a:cubicBezTo>
                    <a:pt x="149581" y="671756"/>
                    <a:pt x="144142" y="674476"/>
                    <a:pt x="138703" y="674476"/>
                  </a:cubicBezTo>
                  <a:cubicBezTo>
                    <a:pt x="135983" y="674476"/>
                    <a:pt x="127824" y="677195"/>
                    <a:pt x="125105" y="677195"/>
                  </a:cubicBezTo>
                  <a:cubicBezTo>
                    <a:pt x="116946" y="677195"/>
                    <a:pt x="108787" y="671756"/>
                    <a:pt x="106067" y="671756"/>
                  </a:cubicBezTo>
                  <a:cubicBezTo>
                    <a:pt x="100628" y="669036"/>
                    <a:pt x="95188" y="663597"/>
                    <a:pt x="87029" y="658158"/>
                  </a:cubicBezTo>
                  <a:cubicBezTo>
                    <a:pt x="84310" y="655438"/>
                    <a:pt x="81590" y="655438"/>
                    <a:pt x="81590" y="652718"/>
                  </a:cubicBezTo>
                  <a:cubicBezTo>
                    <a:pt x="73431" y="652718"/>
                    <a:pt x="81590" y="652718"/>
                    <a:pt x="67992" y="652718"/>
                  </a:cubicBezTo>
                  <a:cubicBezTo>
                    <a:pt x="59833" y="652718"/>
                    <a:pt x="51674" y="652718"/>
                    <a:pt x="43515" y="652718"/>
                  </a:cubicBezTo>
                  <a:cubicBezTo>
                    <a:pt x="35356" y="652718"/>
                    <a:pt x="24477" y="652718"/>
                    <a:pt x="16318" y="647279"/>
                  </a:cubicBezTo>
                  <a:cubicBezTo>
                    <a:pt x="8159" y="644559"/>
                    <a:pt x="0" y="636401"/>
                    <a:pt x="0" y="630961"/>
                  </a:cubicBezTo>
                  <a:cubicBezTo>
                    <a:pt x="0" y="625522"/>
                    <a:pt x="0" y="622802"/>
                    <a:pt x="5439" y="620083"/>
                  </a:cubicBezTo>
                  <a:cubicBezTo>
                    <a:pt x="10879" y="617363"/>
                    <a:pt x="21758" y="614643"/>
                    <a:pt x="27197" y="611924"/>
                  </a:cubicBezTo>
                  <a:cubicBezTo>
                    <a:pt x="38076" y="609204"/>
                    <a:pt x="54393" y="609204"/>
                    <a:pt x="65272" y="609204"/>
                  </a:cubicBezTo>
                  <a:cubicBezTo>
                    <a:pt x="65272" y="601045"/>
                    <a:pt x="65272" y="592886"/>
                    <a:pt x="65272" y="584727"/>
                  </a:cubicBezTo>
                  <a:cubicBezTo>
                    <a:pt x="65272" y="541213"/>
                    <a:pt x="62552" y="500418"/>
                    <a:pt x="62552" y="456903"/>
                  </a:cubicBezTo>
                  <a:cubicBezTo>
                    <a:pt x="62552" y="440585"/>
                    <a:pt x="65272" y="397071"/>
                    <a:pt x="65272" y="337238"/>
                  </a:cubicBezTo>
                  <a:cubicBezTo>
                    <a:pt x="65272" y="293724"/>
                    <a:pt x="67992" y="247490"/>
                    <a:pt x="67992" y="203975"/>
                  </a:cubicBezTo>
                  <a:cubicBezTo>
                    <a:pt x="67992" y="179498"/>
                    <a:pt x="67992" y="149582"/>
                    <a:pt x="70712" y="119665"/>
                  </a:cubicBezTo>
                  <a:cubicBezTo>
                    <a:pt x="70712" y="103347"/>
                    <a:pt x="73431" y="84309"/>
                    <a:pt x="73431" y="67992"/>
                  </a:cubicBezTo>
                  <a:cubicBezTo>
                    <a:pt x="73431" y="67992"/>
                    <a:pt x="70712" y="67992"/>
                    <a:pt x="67992" y="67992"/>
                  </a:cubicBezTo>
                  <a:cubicBezTo>
                    <a:pt x="59833" y="67992"/>
                    <a:pt x="51674" y="67992"/>
                    <a:pt x="43515" y="67992"/>
                  </a:cubicBezTo>
                  <a:cubicBezTo>
                    <a:pt x="35356" y="67992"/>
                    <a:pt x="24477" y="67992"/>
                    <a:pt x="16318" y="62552"/>
                  </a:cubicBezTo>
                  <a:cubicBezTo>
                    <a:pt x="8159" y="59833"/>
                    <a:pt x="0" y="51674"/>
                    <a:pt x="0" y="46234"/>
                  </a:cubicBezTo>
                  <a:cubicBezTo>
                    <a:pt x="0" y="43515"/>
                    <a:pt x="0" y="38075"/>
                    <a:pt x="5439" y="35356"/>
                  </a:cubicBezTo>
                  <a:cubicBezTo>
                    <a:pt x="10879" y="32636"/>
                    <a:pt x="21758" y="29916"/>
                    <a:pt x="27197" y="27197"/>
                  </a:cubicBezTo>
                  <a:cubicBezTo>
                    <a:pt x="46234" y="24477"/>
                    <a:pt x="65272" y="21758"/>
                    <a:pt x="76151" y="21758"/>
                  </a:cubicBezTo>
                  <a:cubicBezTo>
                    <a:pt x="76151" y="19038"/>
                    <a:pt x="78871" y="16318"/>
                    <a:pt x="81590" y="13598"/>
                  </a:cubicBezTo>
                  <a:cubicBezTo>
                    <a:pt x="84310" y="10879"/>
                    <a:pt x="92469" y="5439"/>
                    <a:pt x="97908" y="5439"/>
                  </a:cubicBezTo>
                  <a:cubicBezTo>
                    <a:pt x="103347" y="2720"/>
                    <a:pt x="108787" y="0"/>
                    <a:pt x="114226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DE7CE7BB-5D54-49B3-B53E-541559A726B8}"/>
                </a:ext>
              </a:extLst>
            </p:cNvPr>
            <p:cNvSpPr/>
            <p:nvPr/>
          </p:nvSpPr>
          <p:spPr bwMode="black">
            <a:xfrm>
              <a:off x="7310622" y="4197597"/>
              <a:ext cx="489539" cy="761503"/>
            </a:xfrm>
            <a:custGeom>
              <a:avLst/>
              <a:gdLst>
                <a:gd name="connsiteX0" fmla="*/ 433491 w 489538"/>
                <a:gd name="connsiteY0" fmla="*/ 651063 h 761503"/>
                <a:gd name="connsiteX1" fmla="*/ 438930 w 489538"/>
                <a:gd name="connsiteY1" fmla="*/ 661942 h 761503"/>
                <a:gd name="connsiteX2" fmla="*/ 425332 w 489538"/>
                <a:gd name="connsiteY2" fmla="*/ 683699 h 761503"/>
                <a:gd name="connsiteX3" fmla="*/ 400855 w 489538"/>
                <a:gd name="connsiteY3" fmla="*/ 691858 h 761503"/>
                <a:gd name="connsiteX4" fmla="*/ 343742 w 489538"/>
                <a:gd name="connsiteY4" fmla="*/ 700017 h 761503"/>
                <a:gd name="connsiteX5" fmla="*/ 316546 w 489538"/>
                <a:gd name="connsiteY5" fmla="*/ 705456 h 761503"/>
                <a:gd name="connsiteX6" fmla="*/ 275751 w 489538"/>
                <a:gd name="connsiteY6" fmla="*/ 705456 h 761503"/>
                <a:gd name="connsiteX7" fmla="*/ 264872 w 489538"/>
                <a:gd name="connsiteY7" fmla="*/ 708176 h 761503"/>
                <a:gd name="connsiteX8" fmla="*/ 253994 w 489538"/>
                <a:gd name="connsiteY8" fmla="*/ 708176 h 761503"/>
                <a:gd name="connsiteX9" fmla="*/ 240395 w 489538"/>
                <a:gd name="connsiteY9" fmla="*/ 719054 h 761503"/>
                <a:gd name="connsiteX10" fmla="*/ 224077 w 489538"/>
                <a:gd name="connsiteY10" fmla="*/ 721774 h 761503"/>
                <a:gd name="connsiteX11" fmla="*/ 205040 w 489538"/>
                <a:gd name="connsiteY11" fmla="*/ 724494 h 761503"/>
                <a:gd name="connsiteX12" fmla="*/ 191441 w 489538"/>
                <a:gd name="connsiteY12" fmla="*/ 727213 h 761503"/>
                <a:gd name="connsiteX13" fmla="*/ 169684 w 489538"/>
                <a:gd name="connsiteY13" fmla="*/ 721774 h 761503"/>
                <a:gd name="connsiteX14" fmla="*/ 150646 w 489538"/>
                <a:gd name="connsiteY14" fmla="*/ 708176 h 761503"/>
                <a:gd name="connsiteX15" fmla="*/ 139768 w 489538"/>
                <a:gd name="connsiteY15" fmla="*/ 708176 h 761503"/>
                <a:gd name="connsiteX16" fmla="*/ 120730 w 489538"/>
                <a:gd name="connsiteY16" fmla="*/ 708176 h 761503"/>
                <a:gd name="connsiteX17" fmla="*/ 98973 w 489538"/>
                <a:gd name="connsiteY17" fmla="*/ 708176 h 761503"/>
                <a:gd name="connsiteX18" fmla="*/ 74496 w 489538"/>
                <a:gd name="connsiteY18" fmla="*/ 702736 h 761503"/>
                <a:gd name="connsiteX19" fmla="*/ 58178 w 489538"/>
                <a:gd name="connsiteY19" fmla="*/ 683699 h 761503"/>
                <a:gd name="connsiteX20" fmla="*/ 63617 w 489538"/>
                <a:gd name="connsiteY20" fmla="*/ 675540 h 761503"/>
                <a:gd name="connsiteX21" fmla="*/ 85375 w 489538"/>
                <a:gd name="connsiteY21" fmla="*/ 667381 h 761503"/>
                <a:gd name="connsiteX22" fmla="*/ 128889 w 489538"/>
                <a:gd name="connsiteY22" fmla="*/ 661942 h 761503"/>
                <a:gd name="connsiteX23" fmla="*/ 128889 w 489538"/>
                <a:gd name="connsiteY23" fmla="*/ 602109 h 761503"/>
                <a:gd name="connsiteX24" fmla="*/ 126170 w 489538"/>
                <a:gd name="connsiteY24" fmla="*/ 523239 h 761503"/>
                <a:gd name="connsiteX25" fmla="*/ 126170 w 489538"/>
                <a:gd name="connsiteY25" fmla="*/ 468846 h 761503"/>
                <a:gd name="connsiteX26" fmla="*/ 123450 w 489538"/>
                <a:gd name="connsiteY26" fmla="*/ 409014 h 761503"/>
                <a:gd name="connsiteX27" fmla="*/ 123450 w 489538"/>
                <a:gd name="connsiteY27" fmla="*/ 384537 h 761503"/>
                <a:gd name="connsiteX28" fmla="*/ 126170 w 489538"/>
                <a:gd name="connsiteY28" fmla="*/ 349181 h 761503"/>
                <a:gd name="connsiteX29" fmla="*/ 126170 w 489538"/>
                <a:gd name="connsiteY29" fmla="*/ 324704 h 761503"/>
                <a:gd name="connsiteX30" fmla="*/ 128889 w 489538"/>
                <a:gd name="connsiteY30" fmla="*/ 292068 h 761503"/>
                <a:gd name="connsiteX31" fmla="*/ 134329 w 489538"/>
                <a:gd name="connsiteY31" fmla="*/ 234956 h 761503"/>
                <a:gd name="connsiteX32" fmla="*/ 134329 w 489538"/>
                <a:gd name="connsiteY32" fmla="*/ 172404 h 761503"/>
                <a:gd name="connsiteX33" fmla="*/ 137048 w 489538"/>
                <a:gd name="connsiteY33" fmla="*/ 123450 h 761503"/>
                <a:gd name="connsiteX34" fmla="*/ 123450 w 489538"/>
                <a:gd name="connsiteY34" fmla="*/ 123450 h 761503"/>
                <a:gd name="connsiteX35" fmla="*/ 101693 w 489538"/>
                <a:gd name="connsiteY35" fmla="*/ 123450 h 761503"/>
                <a:gd name="connsiteX36" fmla="*/ 77216 w 489538"/>
                <a:gd name="connsiteY36" fmla="*/ 118011 h 761503"/>
                <a:gd name="connsiteX37" fmla="*/ 60898 w 489538"/>
                <a:gd name="connsiteY37" fmla="*/ 98973 h 761503"/>
                <a:gd name="connsiteX38" fmla="*/ 66337 w 489538"/>
                <a:gd name="connsiteY38" fmla="*/ 90814 h 761503"/>
                <a:gd name="connsiteX39" fmla="*/ 88094 w 489538"/>
                <a:gd name="connsiteY39" fmla="*/ 82655 h 761503"/>
                <a:gd name="connsiteX40" fmla="*/ 145207 w 489538"/>
                <a:gd name="connsiteY40" fmla="*/ 77216 h 761503"/>
                <a:gd name="connsiteX41" fmla="*/ 145207 w 489538"/>
                <a:gd name="connsiteY41" fmla="*/ 77216 h 761503"/>
                <a:gd name="connsiteX42" fmla="*/ 153366 w 489538"/>
                <a:gd name="connsiteY42" fmla="*/ 69057 h 761503"/>
                <a:gd name="connsiteX43" fmla="*/ 177843 w 489538"/>
                <a:gd name="connsiteY43" fmla="*/ 60898 h 761503"/>
                <a:gd name="connsiteX44" fmla="*/ 196881 w 489538"/>
                <a:gd name="connsiteY44" fmla="*/ 58178 h 761503"/>
                <a:gd name="connsiteX45" fmla="*/ 205040 w 489538"/>
                <a:gd name="connsiteY45" fmla="*/ 58178 h 761503"/>
                <a:gd name="connsiteX46" fmla="*/ 215919 w 489538"/>
                <a:gd name="connsiteY46" fmla="*/ 63617 h 761503"/>
                <a:gd name="connsiteX47" fmla="*/ 229517 w 489538"/>
                <a:gd name="connsiteY47" fmla="*/ 69057 h 761503"/>
                <a:gd name="connsiteX48" fmla="*/ 256713 w 489538"/>
                <a:gd name="connsiteY48" fmla="*/ 77216 h 761503"/>
                <a:gd name="connsiteX49" fmla="*/ 264872 w 489538"/>
                <a:gd name="connsiteY49" fmla="*/ 77216 h 761503"/>
                <a:gd name="connsiteX50" fmla="*/ 281190 w 489538"/>
                <a:gd name="connsiteY50" fmla="*/ 77216 h 761503"/>
                <a:gd name="connsiteX51" fmla="*/ 330144 w 489538"/>
                <a:gd name="connsiteY51" fmla="*/ 77216 h 761503"/>
                <a:gd name="connsiteX52" fmla="*/ 357341 w 489538"/>
                <a:gd name="connsiteY52" fmla="*/ 79935 h 761503"/>
                <a:gd name="connsiteX53" fmla="*/ 387257 w 489538"/>
                <a:gd name="connsiteY53" fmla="*/ 82655 h 761503"/>
                <a:gd name="connsiteX54" fmla="*/ 406295 w 489538"/>
                <a:gd name="connsiteY54" fmla="*/ 85375 h 761503"/>
                <a:gd name="connsiteX55" fmla="*/ 417173 w 489538"/>
                <a:gd name="connsiteY55" fmla="*/ 79935 h 761503"/>
                <a:gd name="connsiteX56" fmla="*/ 425332 w 489538"/>
                <a:gd name="connsiteY56" fmla="*/ 85375 h 761503"/>
                <a:gd name="connsiteX57" fmla="*/ 433491 w 489538"/>
                <a:gd name="connsiteY57" fmla="*/ 104412 h 761503"/>
                <a:gd name="connsiteX58" fmla="*/ 436211 w 489538"/>
                <a:gd name="connsiteY58" fmla="*/ 137048 h 761503"/>
                <a:gd name="connsiteX59" fmla="*/ 438930 w 489538"/>
                <a:gd name="connsiteY59" fmla="*/ 183282 h 761503"/>
                <a:gd name="connsiteX60" fmla="*/ 422612 w 489538"/>
                <a:gd name="connsiteY60" fmla="*/ 218638 h 761503"/>
                <a:gd name="connsiteX61" fmla="*/ 406295 w 489538"/>
                <a:gd name="connsiteY61" fmla="*/ 213198 h 761503"/>
                <a:gd name="connsiteX62" fmla="*/ 398136 w 489538"/>
                <a:gd name="connsiteY62" fmla="*/ 196881 h 761503"/>
                <a:gd name="connsiteX63" fmla="*/ 395416 w 489538"/>
                <a:gd name="connsiteY63" fmla="*/ 175123 h 761503"/>
                <a:gd name="connsiteX64" fmla="*/ 395416 w 489538"/>
                <a:gd name="connsiteY64" fmla="*/ 153366 h 761503"/>
                <a:gd name="connsiteX65" fmla="*/ 395416 w 489538"/>
                <a:gd name="connsiteY65" fmla="*/ 126170 h 761503"/>
                <a:gd name="connsiteX66" fmla="*/ 370939 w 489538"/>
                <a:gd name="connsiteY66" fmla="*/ 128889 h 761503"/>
                <a:gd name="connsiteX67" fmla="*/ 338303 w 489538"/>
                <a:gd name="connsiteY67" fmla="*/ 131609 h 761503"/>
                <a:gd name="connsiteX68" fmla="*/ 286629 w 489538"/>
                <a:gd name="connsiteY68" fmla="*/ 134328 h 761503"/>
                <a:gd name="connsiteX69" fmla="*/ 273031 w 489538"/>
                <a:gd name="connsiteY69" fmla="*/ 137048 h 761503"/>
                <a:gd name="connsiteX70" fmla="*/ 262153 w 489538"/>
                <a:gd name="connsiteY70" fmla="*/ 142487 h 761503"/>
                <a:gd name="connsiteX71" fmla="*/ 259433 w 489538"/>
                <a:gd name="connsiteY71" fmla="*/ 153366 h 761503"/>
                <a:gd name="connsiteX72" fmla="*/ 262153 w 489538"/>
                <a:gd name="connsiteY72" fmla="*/ 166964 h 761503"/>
                <a:gd name="connsiteX73" fmla="*/ 262153 w 489538"/>
                <a:gd name="connsiteY73" fmla="*/ 196881 h 761503"/>
                <a:gd name="connsiteX74" fmla="*/ 262153 w 489538"/>
                <a:gd name="connsiteY74" fmla="*/ 215918 h 761503"/>
                <a:gd name="connsiteX75" fmla="*/ 262153 w 489538"/>
                <a:gd name="connsiteY75" fmla="*/ 251274 h 761503"/>
                <a:gd name="connsiteX76" fmla="*/ 259433 w 489538"/>
                <a:gd name="connsiteY76" fmla="*/ 278470 h 761503"/>
                <a:gd name="connsiteX77" fmla="*/ 259433 w 489538"/>
                <a:gd name="connsiteY77" fmla="*/ 308386 h 761503"/>
                <a:gd name="connsiteX78" fmla="*/ 259433 w 489538"/>
                <a:gd name="connsiteY78" fmla="*/ 321985 h 761503"/>
                <a:gd name="connsiteX79" fmla="*/ 259433 w 489538"/>
                <a:gd name="connsiteY79" fmla="*/ 332863 h 761503"/>
                <a:gd name="connsiteX80" fmla="*/ 267592 w 489538"/>
                <a:gd name="connsiteY80" fmla="*/ 335583 h 761503"/>
                <a:gd name="connsiteX81" fmla="*/ 281190 w 489538"/>
                <a:gd name="connsiteY81" fmla="*/ 335583 h 761503"/>
                <a:gd name="connsiteX82" fmla="*/ 327424 w 489538"/>
                <a:gd name="connsiteY82" fmla="*/ 338303 h 761503"/>
                <a:gd name="connsiteX83" fmla="*/ 351901 w 489538"/>
                <a:gd name="connsiteY83" fmla="*/ 341022 h 761503"/>
                <a:gd name="connsiteX84" fmla="*/ 351901 w 489538"/>
                <a:gd name="connsiteY84" fmla="*/ 335583 h 761503"/>
                <a:gd name="connsiteX85" fmla="*/ 351901 w 489538"/>
                <a:gd name="connsiteY85" fmla="*/ 313826 h 761503"/>
                <a:gd name="connsiteX86" fmla="*/ 357341 w 489538"/>
                <a:gd name="connsiteY86" fmla="*/ 289349 h 761503"/>
                <a:gd name="connsiteX87" fmla="*/ 373658 w 489538"/>
                <a:gd name="connsiteY87" fmla="*/ 273031 h 761503"/>
                <a:gd name="connsiteX88" fmla="*/ 381817 w 489538"/>
                <a:gd name="connsiteY88" fmla="*/ 278470 h 761503"/>
                <a:gd name="connsiteX89" fmla="*/ 389977 w 489538"/>
                <a:gd name="connsiteY89" fmla="*/ 300228 h 761503"/>
                <a:gd name="connsiteX90" fmla="*/ 395416 w 489538"/>
                <a:gd name="connsiteY90" fmla="*/ 351901 h 761503"/>
                <a:gd name="connsiteX91" fmla="*/ 398136 w 489538"/>
                <a:gd name="connsiteY91" fmla="*/ 409014 h 761503"/>
                <a:gd name="connsiteX92" fmla="*/ 381817 w 489538"/>
                <a:gd name="connsiteY92" fmla="*/ 444369 h 761503"/>
                <a:gd name="connsiteX93" fmla="*/ 365500 w 489538"/>
                <a:gd name="connsiteY93" fmla="*/ 438930 h 761503"/>
                <a:gd name="connsiteX94" fmla="*/ 357341 w 489538"/>
                <a:gd name="connsiteY94" fmla="*/ 422612 h 761503"/>
                <a:gd name="connsiteX95" fmla="*/ 354621 w 489538"/>
                <a:gd name="connsiteY95" fmla="*/ 400855 h 761503"/>
                <a:gd name="connsiteX96" fmla="*/ 354621 w 489538"/>
                <a:gd name="connsiteY96" fmla="*/ 381817 h 761503"/>
                <a:gd name="connsiteX97" fmla="*/ 270312 w 489538"/>
                <a:gd name="connsiteY97" fmla="*/ 381817 h 761503"/>
                <a:gd name="connsiteX98" fmla="*/ 256713 w 489538"/>
                <a:gd name="connsiteY98" fmla="*/ 395415 h 761503"/>
                <a:gd name="connsiteX99" fmla="*/ 253994 w 489538"/>
                <a:gd name="connsiteY99" fmla="*/ 422612 h 761503"/>
                <a:gd name="connsiteX100" fmla="*/ 253994 w 489538"/>
                <a:gd name="connsiteY100" fmla="*/ 433490 h 761503"/>
                <a:gd name="connsiteX101" fmla="*/ 253994 w 489538"/>
                <a:gd name="connsiteY101" fmla="*/ 449809 h 761503"/>
                <a:gd name="connsiteX102" fmla="*/ 256713 w 489538"/>
                <a:gd name="connsiteY102" fmla="*/ 474285 h 761503"/>
                <a:gd name="connsiteX103" fmla="*/ 256713 w 489538"/>
                <a:gd name="connsiteY103" fmla="*/ 496043 h 761503"/>
                <a:gd name="connsiteX104" fmla="*/ 259433 w 489538"/>
                <a:gd name="connsiteY104" fmla="*/ 534118 h 761503"/>
                <a:gd name="connsiteX105" fmla="*/ 259433 w 489538"/>
                <a:gd name="connsiteY105" fmla="*/ 591231 h 761503"/>
                <a:gd name="connsiteX106" fmla="*/ 262153 w 489538"/>
                <a:gd name="connsiteY106" fmla="*/ 618427 h 761503"/>
                <a:gd name="connsiteX107" fmla="*/ 267592 w 489538"/>
                <a:gd name="connsiteY107" fmla="*/ 648343 h 761503"/>
                <a:gd name="connsiteX108" fmla="*/ 292069 w 489538"/>
                <a:gd name="connsiteY108" fmla="*/ 651063 h 761503"/>
                <a:gd name="connsiteX109" fmla="*/ 327424 w 489538"/>
                <a:gd name="connsiteY109" fmla="*/ 651063 h 761503"/>
                <a:gd name="connsiteX110" fmla="*/ 362780 w 489538"/>
                <a:gd name="connsiteY110" fmla="*/ 653783 h 761503"/>
                <a:gd name="connsiteX111" fmla="*/ 395416 w 489538"/>
                <a:gd name="connsiteY111" fmla="*/ 648343 h 761503"/>
                <a:gd name="connsiteX112" fmla="*/ 395416 w 489538"/>
                <a:gd name="connsiteY112" fmla="*/ 618427 h 761503"/>
                <a:gd name="connsiteX113" fmla="*/ 395416 w 489538"/>
                <a:gd name="connsiteY113" fmla="*/ 596670 h 761503"/>
                <a:gd name="connsiteX114" fmla="*/ 398136 w 489538"/>
                <a:gd name="connsiteY114" fmla="*/ 574913 h 761503"/>
                <a:gd name="connsiteX115" fmla="*/ 406295 w 489538"/>
                <a:gd name="connsiteY115" fmla="*/ 558595 h 761503"/>
                <a:gd name="connsiteX116" fmla="*/ 422612 w 489538"/>
                <a:gd name="connsiteY116" fmla="*/ 553155 h 761503"/>
                <a:gd name="connsiteX117" fmla="*/ 438930 w 489538"/>
                <a:gd name="connsiteY117" fmla="*/ 588511 h 761503"/>
                <a:gd name="connsiteX118" fmla="*/ 436211 w 489538"/>
                <a:gd name="connsiteY118" fmla="*/ 645624 h 761503"/>
                <a:gd name="connsiteX119" fmla="*/ 433491 w 489538"/>
                <a:gd name="connsiteY119" fmla="*/ 651063 h 761503"/>
                <a:gd name="connsiteX120" fmla="*/ 433491 w 489538"/>
                <a:gd name="connsiteY120" fmla="*/ 651063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</a:cxnLst>
              <a:rect l="l" t="t" r="r" b="b"/>
              <a:pathLst>
                <a:path w="489538" h="761503">
                  <a:moveTo>
                    <a:pt x="433491" y="651063"/>
                  </a:moveTo>
                  <a:cubicBezTo>
                    <a:pt x="436211" y="653783"/>
                    <a:pt x="438930" y="656502"/>
                    <a:pt x="438930" y="661942"/>
                  </a:cubicBezTo>
                  <a:cubicBezTo>
                    <a:pt x="438930" y="670101"/>
                    <a:pt x="433491" y="678259"/>
                    <a:pt x="425332" y="683699"/>
                  </a:cubicBezTo>
                  <a:cubicBezTo>
                    <a:pt x="417173" y="689138"/>
                    <a:pt x="409014" y="689138"/>
                    <a:pt x="400855" y="691858"/>
                  </a:cubicBezTo>
                  <a:cubicBezTo>
                    <a:pt x="381817" y="694578"/>
                    <a:pt x="362780" y="694578"/>
                    <a:pt x="343742" y="700017"/>
                  </a:cubicBezTo>
                  <a:cubicBezTo>
                    <a:pt x="335583" y="702736"/>
                    <a:pt x="324705" y="702736"/>
                    <a:pt x="316546" y="705456"/>
                  </a:cubicBezTo>
                  <a:cubicBezTo>
                    <a:pt x="308387" y="705456"/>
                    <a:pt x="289349" y="705456"/>
                    <a:pt x="275751" y="705456"/>
                  </a:cubicBezTo>
                  <a:cubicBezTo>
                    <a:pt x="270312" y="705456"/>
                    <a:pt x="267592" y="708176"/>
                    <a:pt x="264872" y="708176"/>
                  </a:cubicBezTo>
                  <a:cubicBezTo>
                    <a:pt x="264872" y="708176"/>
                    <a:pt x="259433" y="708176"/>
                    <a:pt x="253994" y="708176"/>
                  </a:cubicBezTo>
                  <a:cubicBezTo>
                    <a:pt x="251274" y="713615"/>
                    <a:pt x="245835" y="716335"/>
                    <a:pt x="240395" y="719054"/>
                  </a:cubicBezTo>
                  <a:cubicBezTo>
                    <a:pt x="234956" y="721774"/>
                    <a:pt x="229517" y="721774"/>
                    <a:pt x="224077" y="721774"/>
                  </a:cubicBezTo>
                  <a:cubicBezTo>
                    <a:pt x="218638" y="721774"/>
                    <a:pt x="213199" y="724494"/>
                    <a:pt x="205040" y="724494"/>
                  </a:cubicBezTo>
                  <a:cubicBezTo>
                    <a:pt x="202320" y="724494"/>
                    <a:pt x="194161" y="727213"/>
                    <a:pt x="191441" y="727213"/>
                  </a:cubicBezTo>
                  <a:cubicBezTo>
                    <a:pt x="183282" y="727213"/>
                    <a:pt x="172404" y="721774"/>
                    <a:pt x="169684" y="721774"/>
                  </a:cubicBezTo>
                  <a:cubicBezTo>
                    <a:pt x="164245" y="719054"/>
                    <a:pt x="156086" y="713615"/>
                    <a:pt x="150646" y="708176"/>
                  </a:cubicBezTo>
                  <a:cubicBezTo>
                    <a:pt x="145207" y="708176"/>
                    <a:pt x="139768" y="708176"/>
                    <a:pt x="139768" y="708176"/>
                  </a:cubicBezTo>
                  <a:cubicBezTo>
                    <a:pt x="126170" y="708176"/>
                    <a:pt x="137048" y="708176"/>
                    <a:pt x="120730" y="708176"/>
                  </a:cubicBezTo>
                  <a:cubicBezTo>
                    <a:pt x="112571" y="708176"/>
                    <a:pt x="104412" y="708176"/>
                    <a:pt x="98973" y="708176"/>
                  </a:cubicBezTo>
                  <a:cubicBezTo>
                    <a:pt x="90814" y="708176"/>
                    <a:pt x="79936" y="708176"/>
                    <a:pt x="74496" y="702736"/>
                  </a:cubicBezTo>
                  <a:cubicBezTo>
                    <a:pt x="66337" y="700017"/>
                    <a:pt x="58178" y="689138"/>
                    <a:pt x="58178" y="683699"/>
                  </a:cubicBezTo>
                  <a:cubicBezTo>
                    <a:pt x="58178" y="680979"/>
                    <a:pt x="58178" y="678259"/>
                    <a:pt x="63617" y="675540"/>
                  </a:cubicBezTo>
                  <a:cubicBezTo>
                    <a:pt x="69057" y="672820"/>
                    <a:pt x="77216" y="670101"/>
                    <a:pt x="85375" y="667381"/>
                  </a:cubicBezTo>
                  <a:cubicBezTo>
                    <a:pt x="98973" y="664661"/>
                    <a:pt x="115291" y="664661"/>
                    <a:pt x="128889" y="661942"/>
                  </a:cubicBezTo>
                  <a:cubicBezTo>
                    <a:pt x="128889" y="645624"/>
                    <a:pt x="128889" y="623866"/>
                    <a:pt x="128889" y="602109"/>
                  </a:cubicBezTo>
                  <a:cubicBezTo>
                    <a:pt x="128889" y="566754"/>
                    <a:pt x="128889" y="531398"/>
                    <a:pt x="126170" y="523239"/>
                  </a:cubicBezTo>
                  <a:cubicBezTo>
                    <a:pt x="126170" y="517800"/>
                    <a:pt x="126170" y="487884"/>
                    <a:pt x="126170" y="468846"/>
                  </a:cubicBezTo>
                  <a:cubicBezTo>
                    <a:pt x="126170" y="449809"/>
                    <a:pt x="123450" y="430771"/>
                    <a:pt x="123450" y="409014"/>
                  </a:cubicBezTo>
                  <a:cubicBezTo>
                    <a:pt x="123450" y="400855"/>
                    <a:pt x="123450" y="392696"/>
                    <a:pt x="123450" y="384537"/>
                  </a:cubicBezTo>
                  <a:cubicBezTo>
                    <a:pt x="123450" y="373658"/>
                    <a:pt x="126170" y="360060"/>
                    <a:pt x="126170" y="349181"/>
                  </a:cubicBezTo>
                  <a:cubicBezTo>
                    <a:pt x="126170" y="341022"/>
                    <a:pt x="126170" y="332863"/>
                    <a:pt x="126170" y="324704"/>
                  </a:cubicBezTo>
                  <a:cubicBezTo>
                    <a:pt x="126170" y="313826"/>
                    <a:pt x="126170" y="302947"/>
                    <a:pt x="128889" y="292068"/>
                  </a:cubicBezTo>
                  <a:cubicBezTo>
                    <a:pt x="131609" y="273031"/>
                    <a:pt x="134329" y="253993"/>
                    <a:pt x="134329" y="234956"/>
                  </a:cubicBezTo>
                  <a:cubicBezTo>
                    <a:pt x="134329" y="213198"/>
                    <a:pt x="134329" y="191441"/>
                    <a:pt x="134329" y="172404"/>
                  </a:cubicBezTo>
                  <a:cubicBezTo>
                    <a:pt x="134329" y="156086"/>
                    <a:pt x="134329" y="139768"/>
                    <a:pt x="137048" y="123450"/>
                  </a:cubicBezTo>
                  <a:cubicBezTo>
                    <a:pt x="131609" y="123450"/>
                    <a:pt x="134329" y="123450"/>
                    <a:pt x="123450" y="123450"/>
                  </a:cubicBezTo>
                  <a:cubicBezTo>
                    <a:pt x="115291" y="123450"/>
                    <a:pt x="107132" y="123450"/>
                    <a:pt x="101693" y="123450"/>
                  </a:cubicBezTo>
                  <a:cubicBezTo>
                    <a:pt x="93534" y="123450"/>
                    <a:pt x="82655" y="123450"/>
                    <a:pt x="77216" y="118011"/>
                  </a:cubicBezTo>
                  <a:cubicBezTo>
                    <a:pt x="69057" y="115291"/>
                    <a:pt x="60898" y="101693"/>
                    <a:pt x="60898" y="98973"/>
                  </a:cubicBezTo>
                  <a:cubicBezTo>
                    <a:pt x="60898" y="96253"/>
                    <a:pt x="60898" y="93534"/>
                    <a:pt x="66337" y="90814"/>
                  </a:cubicBezTo>
                  <a:cubicBezTo>
                    <a:pt x="71777" y="88094"/>
                    <a:pt x="79936" y="85375"/>
                    <a:pt x="88094" y="82655"/>
                  </a:cubicBezTo>
                  <a:cubicBezTo>
                    <a:pt x="104412" y="79935"/>
                    <a:pt x="131609" y="77216"/>
                    <a:pt x="145207" y="77216"/>
                  </a:cubicBezTo>
                  <a:cubicBezTo>
                    <a:pt x="145207" y="77216"/>
                    <a:pt x="145207" y="77216"/>
                    <a:pt x="145207" y="77216"/>
                  </a:cubicBezTo>
                  <a:cubicBezTo>
                    <a:pt x="145207" y="74496"/>
                    <a:pt x="150646" y="71776"/>
                    <a:pt x="153366" y="69057"/>
                  </a:cubicBezTo>
                  <a:cubicBezTo>
                    <a:pt x="161525" y="63617"/>
                    <a:pt x="169684" y="63617"/>
                    <a:pt x="177843" y="60898"/>
                  </a:cubicBezTo>
                  <a:cubicBezTo>
                    <a:pt x="183282" y="58178"/>
                    <a:pt x="191441" y="58178"/>
                    <a:pt x="196881" y="58178"/>
                  </a:cubicBezTo>
                  <a:cubicBezTo>
                    <a:pt x="199600" y="58178"/>
                    <a:pt x="202320" y="58178"/>
                    <a:pt x="205040" y="58178"/>
                  </a:cubicBezTo>
                  <a:cubicBezTo>
                    <a:pt x="207759" y="58178"/>
                    <a:pt x="213199" y="60898"/>
                    <a:pt x="215919" y="63617"/>
                  </a:cubicBezTo>
                  <a:cubicBezTo>
                    <a:pt x="221358" y="66337"/>
                    <a:pt x="224077" y="66337"/>
                    <a:pt x="229517" y="69057"/>
                  </a:cubicBezTo>
                  <a:cubicBezTo>
                    <a:pt x="237675" y="71776"/>
                    <a:pt x="245835" y="77216"/>
                    <a:pt x="256713" y="77216"/>
                  </a:cubicBezTo>
                  <a:cubicBezTo>
                    <a:pt x="259433" y="77216"/>
                    <a:pt x="262153" y="77216"/>
                    <a:pt x="264872" y="77216"/>
                  </a:cubicBezTo>
                  <a:cubicBezTo>
                    <a:pt x="270312" y="77216"/>
                    <a:pt x="275751" y="77216"/>
                    <a:pt x="281190" y="77216"/>
                  </a:cubicBezTo>
                  <a:cubicBezTo>
                    <a:pt x="292069" y="77216"/>
                    <a:pt x="321985" y="77216"/>
                    <a:pt x="330144" y="77216"/>
                  </a:cubicBezTo>
                  <a:cubicBezTo>
                    <a:pt x="338303" y="77216"/>
                    <a:pt x="349182" y="77216"/>
                    <a:pt x="357341" y="79935"/>
                  </a:cubicBezTo>
                  <a:cubicBezTo>
                    <a:pt x="368219" y="79935"/>
                    <a:pt x="379098" y="82655"/>
                    <a:pt x="387257" y="82655"/>
                  </a:cubicBezTo>
                  <a:cubicBezTo>
                    <a:pt x="392696" y="82655"/>
                    <a:pt x="400855" y="85375"/>
                    <a:pt x="406295" y="85375"/>
                  </a:cubicBezTo>
                  <a:cubicBezTo>
                    <a:pt x="409014" y="82655"/>
                    <a:pt x="414453" y="79935"/>
                    <a:pt x="417173" y="79935"/>
                  </a:cubicBezTo>
                  <a:cubicBezTo>
                    <a:pt x="419893" y="79935"/>
                    <a:pt x="422612" y="79935"/>
                    <a:pt x="425332" y="85375"/>
                  </a:cubicBezTo>
                  <a:cubicBezTo>
                    <a:pt x="428052" y="90814"/>
                    <a:pt x="433491" y="98973"/>
                    <a:pt x="433491" y="104412"/>
                  </a:cubicBezTo>
                  <a:cubicBezTo>
                    <a:pt x="436211" y="131609"/>
                    <a:pt x="436211" y="120730"/>
                    <a:pt x="436211" y="137048"/>
                  </a:cubicBezTo>
                  <a:cubicBezTo>
                    <a:pt x="438930" y="158805"/>
                    <a:pt x="438930" y="158805"/>
                    <a:pt x="438930" y="183282"/>
                  </a:cubicBezTo>
                  <a:cubicBezTo>
                    <a:pt x="438930" y="194161"/>
                    <a:pt x="438930" y="218638"/>
                    <a:pt x="422612" y="218638"/>
                  </a:cubicBezTo>
                  <a:cubicBezTo>
                    <a:pt x="414453" y="218638"/>
                    <a:pt x="411734" y="215918"/>
                    <a:pt x="406295" y="213198"/>
                  </a:cubicBezTo>
                  <a:cubicBezTo>
                    <a:pt x="400855" y="210479"/>
                    <a:pt x="398136" y="202320"/>
                    <a:pt x="398136" y="196881"/>
                  </a:cubicBezTo>
                  <a:cubicBezTo>
                    <a:pt x="395416" y="188722"/>
                    <a:pt x="395416" y="183282"/>
                    <a:pt x="395416" y="175123"/>
                  </a:cubicBezTo>
                  <a:cubicBezTo>
                    <a:pt x="395416" y="169684"/>
                    <a:pt x="395416" y="164245"/>
                    <a:pt x="395416" y="153366"/>
                  </a:cubicBezTo>
                  <a:cubicBezTo>
                    <a:pt x="395416" y="145207"/>
                    <a:pt x="395416" y="134328"/>
                    <a:pt x="395416" y="126170"/>
                  </a:cubicBezTo>
                  <a:cubicBezTo>
                    <a:pt x="387257" y="128889"/>
                    <a:pt x="379098" y="128889"/>
                    <a:pt x="370939" y="128889"/>
                  </a:cubicBezTo>
                  <a:cubicBezTo>
                    <a:pt x="360060" y="128889"/>
                    <a:pt x="349182" y="128889"/>
                    <a:pt x="338303" y="131609"/>
                  </a:cubicBezTo>
                  <a:cubicBezTo>
                    <a:pt x="327424" y="131609"/>
                    <a:pt x="319265" y="134328"/>
                    <a:pt x="286629" y="134328"/>
                  </a:cubicBezTo>
                  <a:cubicBezTo>
                    <a:pt x="281190" y="134328"/>
                    <a:pt x="278470" y="134328"/>
                    <a:pt x="273031" y="137048"/>
                  </a:cubicBezTo>
                  <a:cubicBezTo>
                    <a:pt x="270312" y="137048"/>
                    <a:pt x="264872" y="137048"/>
                    <a:pt x="262153" y="142487"/>
                  </a:cubicBezTo>
                  <a:cubicBezTo>
                    <a:pt x="259433" y="145207"/>
                    <a:pt x="259433" y="150647"/>
                    <a:pt x="259433" y="153366"/>
                  </a:cubicBezTo>
                  <a:cubicBezTo>
                    <a:pt x="259433" y="158805"/>
                    <a:pt x="259433" y="164245"/>
                    <a:pt x="262153" y="166964"/>
                  </a:cubicBezTo>
                  <a:cubicBezTo>
                    <a:pt x="262153" y="177843"/>
                    <a:pt x="262153" y="186002"/>
                    <a:pt x="262153" y="196881"/>
                  </a:cubicBezTo>
                  <a:cubicBezTo>
                    <a:pt x="262153" y="202320"/>
                    <a:pt x="262153" y="210479"/>
                    <a:pt x="262153" y="215918"/>
                  </a:cubicBezTo>
                  <a:cubicBezTo>
                    <a:pt x="262153" y="229516"/>
                    <a:pt x="262153" y="240395"/>
                    <a:pt x="262153" y="251274"/>
                  </a:cubicBezTo>
                  <a:cubicBezTo>
                    <a:pt x="262153" y="259433"/>
                    <a:pt x="259433" y="270311"/>
                    <a:pt x="259433" y="278470"/>
                  </a:cubicBezTo>
                  <a:cubicBezTo>
                    <a:pt x="259433" y="289349"/>
                    <a:pt x="259433" y="297508"/>
                    <a:pt x="259433" y="308386"/>
                  </a:cubicBezTo>
                  <a:cubicBezTo>
                    <a:pt x="259433" y="313826"/>
                    <a:pt x="259433" y="319265"/>
                    <a:pt x="259433" y="321985"/>
                  </a:cubicBezTo>
                  <a:cubicBezTo>
                    <a:pt x="259433" y="324704"/>
                    <a:pt x="259433" y="330144"/>
                    <a:pt x="259433" y="332863"/>
                  </a:cubicBezTo>
                  <a:cubicBezTo>
                    <a:pt x="262153" y="335583"/>
                    <a:pt x="264872" y="335583"/>
                    <a:pt x="267592" y="335583"/>
                  </a:cubicBezTo>
                  <a:cubicBezTo>
                    <a:pt x="273031" y="335583"/>
                    <a:pt x="275751" y="335583"/>
                    <a:pt x="281190" y="335583"/>
                  </a:cubicBezTo>
                  <a:cubicBezTo>
                    <a:pt x="311107" y="335583"/>
                    <a:pt x="319265" y="335583"/>
                    <a:pt x="327424" y="338303"/>
                  </a:cubicBezTo>
                  <a:cubicBezTo>
                    <a:pt x="335583" y="341022"/>
                    <a:pt x="343742" y="341022"/>
                    <a:pt x="351901" y="341022"/>
                  </a:cubicBezTo>
                  <a:cubicBezTo>
                    <a:pt x="351901" y="338303"/>
                    <a:pt x="351901" y="338303"/>
                    <a:pt x="351901" y="335583"/>
                  </a:cubicBezTo>
                  <a:cubicBezTo>
                    <a:pt x="351901" y="327424"/>
                    <a:pt x="351901" y="319265"/>
                    <a:pt x="351901" y="313826"/>
                  </a:cubicBezTo>
                  <a:cubicBezTo>
                    <a:pt x="351901" y="305667"/>
                    <a:pt x="351901" y="294788"/>
                    <a:pt x="357341" y="289349"/>
                  </a:cubicBezTo>
                  <a:cubicBezTo>
                    <a:pt x="360060" y="281190"/>
                    <a:pt x="368219" y="273031"/>
                    <a:pt x="373658" y="273031"/>
                  </a:cubicBezTo>
                  <a:cubicBezTo>
                    <a:pt x="376378" y="273031"/>
                    <a:pt x="379098" y="273031"/>
                    <a:pt x="381817" y="278470"/>
                  </a:cubicBezTo>
                  <a:cubicBezTo>
                    <a:pt x="384537" y="283909"/>
                    <a:pt x="387257" y="292068"/>
                    <a:pt x="389977" y="300228"/>
                  </a:cubicBezTo>
                  <a:cubicBezTo>
                    <a:pt x="392696" y="316545"/>
                    <a:pt x="392696" y="335583"/>
                    <a:pt x="395416" y="351901"/>
                  </a:cubicBezTo>
                  <a:cubicBezTo>
                    <a:pt x="398136" y="373658"/>
                    <a:pt x="398136" y="384537"/>
                    <a:pt x="398136" y="409014"/>
                  </a:cubicBezTo>
                  <a:cubicBezTo>
                    <a:pt x="398136" y="422612"/>
                    <a:pt x="398136" y="444369"/>
                    <a:pt x="381817" y="444369"/>
                  </a:cubicBezTo>
                  <a:cubicBezTo>
                    <a:pt x="373658" y="444369"/>
                    <a:pt x="370939" y="441650"/>
                    <a:pt x="365500" y="438930"/>
                  </a:cubicBezTo>
                  <a:cubicBezTo>
                    <a:pt x="360060" y="436210"/>
                    <a:pt x="357341" y="428051"/>
                    <a:pt x="357341" y="422612"/>
                  </a:cubicBezTo>
                  <a:cubicBezTo>
                    <a:pt x="354621" y="414453"/>
                    <a:pt x="354621" y="409014"/>
                    <a:pt x="354621" y="400855"/>
                  </a:cubicBezTo>
                  <a:cubicBezTo>
                    <a:pt x="354621" y="395415"/>
                    <a:pt x="354621" y="389976"/>
                    <a:pt x="354621" y="381817"/>
                  </a:cubicBezTo>
                  <a:cubicBezTo>
                    <a:pt x="335583" y="381817"/>
                    <a:pt x="308387" y="384537"/>
                    <a:pt x="270312" y="381817"/>
                  </a:cubicBezTo>
                  <a:cubicBezTo>
                    <a:pt x="262153" y="381817"/>
                    <a:pt x="256713" y="387256"/>
                    <a:pt x="256713" y="395415"/>
                  </a:cubicBezTo>
                  <a:cubicBezTo>
                    <a:pt x="256713" y="403574"/>
                    <a:pt x="256713" y="414453"/>
                    <a:pt x="253994" y="422612"/>
                  </a:cubicBezTo>
                  <a:cubicBezTo>
                    <a:pt x="253994" y="425332"/>
                    <a:pt x="253994" y="430771"/>
                    <a:pt x="253994" y="433490"/>
                  </a:cubicBezTo>
                  <a:cubicBezTo>
                    <a:pt x="253994" y="438930"/>
                    <a:pt x="253994" y="444369"/>
                    <a:pt x="253994" y="449809"/>
                  </a:cubicBezTo>
                  <a:cubicBezTo>
                    <a:pt x="253994" y="457967"/>
                    <a:pt x="256713" y="466126"/>
                    <a:pt x="256713" y="474285"/>
                  </a:cubicBezTo>
                  <a:cubicBezTo>
                    <a:pt x="256713" y="482444"/>
                    <a:pt x="256713" y="490603"/>
                    <a:pt x="256713" y="496043"/>
                  </a:cubicBezTo>
                  <a:cubicBezTo>
                    <a:pt x="256713" y="509641"/>
                    <a:pt x="259433" y="520520"/>
                    <a:pt x="259433" y="534118"/>
                  </a:cubicBezTo>
                  <a:cubicBezTo>
                    <a:pt x="259433" y="553155"/>
                    <a:pt x="259433" y="572193"/>
                    <a:pt x="259433" y="591231"/>
                  </a:cubicBezTo>
                  <a:cubicBezTo>
                    <a:pt x="259433" y="602109"/>
                    <a:pt x="262153" y="610268"/>
                    <a:pt x="262153" y="618427"/>
                  </a:cubicBezTo>
                  <a:cubicBezTo>
                    <a:pt x="264872" y="626586"/>
                    <a:pt x="262153" y="642904"/>
                    <a:pt x="267592" y="648343"/>
                  </a:cubicBezTo>
                  <a:cubicBezTo>
                    <a:pt x="270312" y="651063"/>
                    <a:pt x="275751" y="651063"/>
                    <a:pt x="292069" y="651063"/>
                  </a:cubicBezTo>
                  <a:cubicBezTo>
                    <a:pt x="305667" y="651063"/>
                    <a:pt x="319265" y="651063"/>
                    <a:pt x="327424" y="651063"/>
                  </a:cubicBezTo>
                  <a:cubicBezTo>
                    <a:pt x="338303" y="651063"/>
                    <a:pt x="351901" y="653783"/>
                    <a:pt x="362780" y="653783"/>
                  </a:cubicBezTo>
                  <a:cubicBezTo>
                    <a:pt x="376378" y="653783"/>
                    <a:pt x="384537" y="651063"/>
                    <a:pt x="395416" y="648343"/>
                  </a:cubicBezTo>
                  <a:cubicBezTo>
                    <a:pt x="395416" y="637465"/>
                    <a:pt x="395416" y="629306"/>
                    <a:pt x="395416" y="618427"/>
                  </a:cubicBezTo>
                  <a:cubicBezTo>
                    <a:pt x="395416" y="610268"/>
                    <a:pt x="395416" y="602109"/>
                    <a:pt x="395416" y="596670"/>
                  </a:cubicBezTo>
                  <a:cubicBezTo>
                    <a:pt x="395416" y="591231"/>
                    <a:pt x="395416" y="585791"/>
                    <a:pt x="398136" y="574913"/>
                  </a:cubicBezTo>
                  <a:cubicBezTo>
                    <a:pt x="400855" y="569473"/>
                    <a:pt x="400855" y="564034"/>
                    <a:pt x="406295" y="558595"/>
                  </a:cubicBezTo>
                  <a:cubicBezTo>
                    <a:pt x="411734" y="553155"/>
                    <a:pt x="414453" y="553155"/>
                    <a:pt x="422612" y="553155"/>
                  </a:cubicBezTo>
                  <a:cubicBezTo>
                    <a:pt x="436211" y="553155"/>
                    <a:pt x="438930" y="577632"/>
                    <a:pt x="438930" y="588511"/>
                  </a:cubicBezTo>
                  <a:cubicBezTo>
                    <a:pt x="438930" y="612988"/>
                    <a:pt x="438930" y="623866"/>
                    <a:pt x="436211" y="645624"/>
                  </a:cubicBezTo>
                  <a:cubicBezTo>
                    <a:pt x="433491" y="648343"/>
                    <a:pt x="433491" y="648343"/>
                    <a:pt x="433491" y="651063"/>
                  </a:cubicBezTo>
                  <a:lnTo>
                    <a:pt x="433491" y="651063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E0134D3C-A529-412E-B918-F35B50DB4607}"/>
                </a:ext>
              </a:extLst>
            </p:cNvPr>
            <p:cNvSpPr/>
            <p:nvPr/>
          </p:nvSpPr>
          <p:spPr bwMode="black">
            <a:xfrm>
              <a:off x="7912732" y="4250336"/>
              <a:ext cx="465062" cy="658157"/>
            </a:xfrm>
            <a:custGeom>
              <a:avLst/>
              <a:gdLst>
                <a:gd name="connsiteX0" fmla="*/ 193096 w 465062"/>
                <a:gd name="connsiteY0" fmla="*/ 59832 h 658157"/>
                <a:gd name="connsiteX1" fmla="*/ 193096 w 465062"/>
                <a:gd name="connsiteY1" fmla="*/ 114226 h 658157"/>
                <a:gd name="connsiteX2" fmla="*/ 198536 w 465062"/>
                <a:gd name="connsiteY2" fmla="*/ 209414 h 658157"/>
                <a:gd name="connsiteX3" fmla="*/ 201255 w 465062"/>
                <a:gd name="connsiteY3" fmla="*/ 282845 h 658157"/>
                <a:gd name="connsiteX4" fmla="*/ 203975 w 465062"/>
                <a:gd name="connsiteY4" fmla="*/ 315481 h 658157"/>
                <a:gd name="connsiteX5" fmla="*/ 203975 w 465062"/>
                <a:gd name="connsiteY5" fmla="*/ 320920 h 658157"/>
                <a:gd name="connsiteX6" fmla="*/ 212134 w 465062"/>
                <a:gd name="connsiteY6" fmla="*/ 329079 h 658157"/>
                <a:gd name="connsiteX7" fmla="*/ 223013 w 465062"/>
                <a:gd name="connsiteY7" fmla="*/ 329079 h 658157"/>
                <a:gd name="connsiteX8" fmla="*/ 239331 w 465062"/>
                <a:gd name="connsiteY8" fmla="*/ 329079 h 658157"/>
                <a:gd name="connsiteX9" fmla="*/ 280126 w 465062"/>
                <a:gd name="connsiteY9" fmla="*/ 312761 h 658157"/>
                <a:gd name="connsiteX10" fmla="*/ 296443 w 465062"/>
                <a:gd name="connsiteY10" fmla="*/ 288284 h 658157"/>
                <a:gd name="connsiteX11" fmla="*/ 304602 w 465062"/>
                <a:gd name="connsiteY11" fmla="*/ 258368 h 658157"/>
                <a:gd name="connsiteX12" fmla="*/ 312761 w 465062"/>
                <a:gd name="connsiteY12" fmla="*/ 225732 h 658157"/>
                <a:gd name="connsiteX13" fmla="*/ 315481 w 465062"/>
                <a:gd name="connsiteY13" fmla="*/ 195816 h 658157"/>
                <a:gd name="connsiteX14" fmla="*/ 318201 w 465062"/>
                <a:gd name="connsiteY14" fmla="*/ 168619 h 658157"/>
                <a:gd name="connsiteX15" fmla="*/ 312761 w 465062"/>
                <a:gd name="connsiteY15" fmla="*/ 135983 h 658157"/>
                <a:gd name="connsiteX16" fmla="*/ 312761 w 465062"/>
                <a:gd name="connsiteY16" fmla="*/ 122385 h 658157"/>
                <a:gd name="connsiteX17" fmla="*/ 293724 w 465062"/>
                <a:gd name="connsiteY17" fmla="*/ 84309 h 658157"/>
                <a:gd name="connsiteX18" fmla="*/ 280126 w 465062"/>
                <a:gd name="connsiteY18" fmla="*/ 73430 h 658157"/>
                <a:gd name="connsiteX19" fmla="*/ 258368 w 465062"/>
                <a:gd name="connsiteY19" fmla="*/ 62552 h 658157"/>
                <a:gd name="connsiteX20" fmla="*/ 217573 w 465062"/>
                <a:gd name="connsiteY20" fmla="*/ 59832 h 658157"/>
                <a:gd name="connsiteX21" fmla="*/ 111506 w 465062"/>
                <a:gd name="connsiteY21" fmla="*/ 0 h 658157"/>
                <a:gd name="connsiteX22" fmla="*/ 127824 w 465062"/>
                <a:gd name="connsiteY22" fmla="*/ 0 h 658157"/>
                <a:gd name="connsiteX23" fmla="*/ 157741 w 465062"/>
                <a:gd name="connsiteY23" fmla="*/ 5440 h 658157"/>
                <a:gd name="connsiteX24" fmla="*/ 179497 w 465062"/>
                <a:gd name="connsiteY24" fmla="*/ 16318 h 658157"/>
                <a:gd name="connsiteX25" fmla="*/ 209414 w 465062"/>
                <a:gd name="connsiteY25" fmla="*/ 16318 h 658157"/>
                <a:gd name="connsiteX26" fmla="*/ 247489 w 465062"/>
                <a:gd name="connsiteY26" fmla="*/ 16318 h 658157"/>
                <a:gd name="connsiteX27" fmla="*/ 266527 w 465062"/>
                <a:gd name="connsiteY27" fmla="*/ 16318 h 658157"/>
                <a:gd name="connsiteX28" fmla="*/ 312761 w 465062"/>
                <a:gd name="connsiteY28" fmla="*/ 27197 h 658157"/>
                <a:gd name="connsiteX29" fmla="*/ 337238 w 465062"/>
                <a:gd name="connsiteY29" fmla="*/ 38075 h 658157"/>
                <a:gd name="connsiteX30" fmla="*/ 364434 w 465062"/>
                <a:gd name="connsiteY30" fmla="*/ 54393 h 658157"/>
                <a:gd name="connsiteX31" fmla="*/ 386192 w 465062"/>
                <a:gd name="connsiteY31" fmla="*/ 73431 h 658157"/>
                <a:gd name="connsiteX32" fmla="*/ 407949 w 465062"/>
                <a:gd name="connsiteY32" fmla="*/ 103347 h 658157"/>
                <a:gd name="connsiteX33" fmla="*/ 416108 w 465062"/>
                <a:gd name="connsiteY33" fmla="*/ 141422 h 658157"/>
                <a:gd name="connsiteX34" fmla="*/ 418828 w 465062"/>
                <a:gd name="connsiteY34" fmla="*/ 163179 h 658157"/>
                <a:gd name="connsiteX35" fmla="*/ 418828 w 465062"/>
                <a:gd name="connsiteY35" fmla="*/ 171339 h 658157"/>
                <a:gd name="connsiteX36" fmla="*/ 421547 w 465062"/>
                <a:gd name="connsiteY36" fmla="*/ 187656 h 658157"/>
                <a:gd name="connsiteX37" fmla="*/ 418828 w 465062"/>
                <a:gd name="connsiteY37" fmla="*/ 206694 h 658157"/>
                <a:gd name="connsiteX38" fmla="*/ 416108 w 465062"/>
                <a:gd name="connsiteY38" fmla="*/ 233891 h 658157"/>
                <a:gd name="connsiteX39" fmla="*/ 405229 w 465062"/>
                <a:gd name="connsiteY39" fmla="*/ 263807 h 658157"/>
                <a:gd name="connsiteX40" fmla="*/ 394351 w 465062"/>
                <a:gd name="connsiteY40" fmla="*/ 274686 h 658157"/>
                <a:gd name="connsiteX41" fmla="*/ 388912 w 465062"/>
                <a:gd name="connsiteY41" fmla="*/ 285564 h 658157"/>
                <a:gd name="connsiteX42" fmla="*/ 369874 w 465062"/>
                <a:gd name="connsiteY42" fmla="*/ 304602 h 658157"/>
                <a:gd name="connsiteX43" fmla="*/ 358995 w 465062"/>
                <a:gd name="connsiteY43" fmla="*/ 310041 h 658157"/>
                <a:gd name="connsiteX44" fmla="*/ 348117 w 465062"/>
                <a:gd name="connsiteY44" fmla="*/ 320920 h 658157"/>
                <a:gd name="connsiteX45" fmla="*/ 326359 w 465062"/>
                <a:gd name="connsiteY45" fmla="*/ 339957 h 658157"/>
                <a:gd name="connsiteX46" fmla="*/ 312761 w 465062"/>
                <a:gd name="connsiteY46" fmla="*/ 353555 h 658157"/>
                <a:gd name="connsiteX47" fmla="*/ 337238 w 465062"/>
                <a:gd name="connsiteY47" fmla="*/ 380752 h 658157"/>
                <a:gd name="connsiteX48" fmla="*/ 358995 w 465062"/>
                <a:gd name="connsiteY48" fmla="*/ 421547 h 658157"/>
                <a:gd name="connsiteX49" fmla="*/ 372593 w 465062"/>
                <a:gd name="connsiteY49" fmla="*/ 459622 h 658157"/>
                <a:gd name="connsiteX50" fmla="*/ 386192 w 465062"/>
                <a:gd name="connsiteY50" fmla="*/ 514015 h 658157"/>
                <a:gd name="connsiteX51" fmla="*/ 407949 w 465062"/>
                <a:gd name="connsiteY51" fmla="*/ 568408 h 658157"/>
                <a:gd name="connsiteX52" fmla="*/ 421547 w 465062"/>
                <a:gd name="connsiteY52" fmla="*/ 598324 h 658157"/>
                <a:gd name="connsiteX53" fmla="*/ 451463 w 465062"/>
                <a:gd name="connsiteY53" fmla="*/ 628241 h 658157"/>
                <a:gd name="connsiteX54" fmla="*/ 465062 w 465062"/>
                <a:gd name="connsiteY54" fmla="*/ 644559 h 658157"/>
                <a:gd name="connsiteX55" fmla="*/ 462342 w 465062"/>
                <a:gd name="connsiteY55" fmla="*/ 649998 h 658157"/>
                <a:gd name="connsiteX56" fmla="*/ 437865 w 465062"/>
                <a:gd name="connsiteY56" fmla="*/ 658157 h 658157"/>
                <a:gd name="connsiteX57" fmla="*/ 361715 w 465062"/>
                <a:gd name="connsiteY57" fmla="*/ 622801 h 658157"/>
                <a:gd name="connsiteX58" fmla="*/ 320920 w 465062"/>
                <a:gd name="connsiteY58" fmla="*/ 565689 h 658157"/>
                <a:gd name="connsiteX59" fmla="*/ 304602 w 465062"/>
                <a:gd name="connsiteY59" fmla="*/ 530333 h 658157"/>
                <a:gd name="connsiteX60" fmla="*/ 293723 w 465062"/>
                <a:gd name="connsiteY60" fmla="*/ 497697 h 658157"/>
                <a:gd name="connsiteX61" fmla="*/ 282845 w 465062"/>
                <a:gd name="connsiteY61" fmla="*/ 462342 h 658157"/>
                <a:gd name="connsiteX62" fmla="*/ 269246 w 465062"/>
                <a:gd name="connsiteY62" fmla="*/ 424267 h 658157"/>
                <a:gd name="connsiteX63" fmla="*/ 255648 w 465062"/>
                <a:gd name="connsiteY63" fmla="*/ 391631 h 658157"/>
                <a:gd name="connsiteX64" fmla="*/ 236610 w 465062"/>
                <a:gd name="connsiteY64" fmla="*/ 367154 h 658157"/>
                <a:gd name="connsiteX65" fmla="*/ 217573 w 465062"/>
                <a:gd name="connsiteY65" fmla="*/ 361714 h 658157"/>
                <a:gd name="connsiteX66" fmla="*/ 201255 w 465062"/>
                <a:gd name="connsiteY66" fmla="*/ 361714 h 658157"/>
                <a:gd name="connsiteX67" fmla="*/ 198535 w 465062"/>
                <a:gd name="connsiteY67" fmla="*/ 367154 h 658157"/>
                <a:gd name="connsiteX68" fmla="*/ 201255 w 465062"/>
                <a:gd name="connsiteY68" fmla="*/ 388911 h 658157"/>
                <a:gd name="connsiteX69" fmla="*/ 198535 w 465062"/>
                <a:gd name="connsiteY69" fmla="*/ 426986 h 658157"/>
                <a:gd name="connsiteX70" fmla="*/ 203975 w 465062"/>
                <a:gd name="connsiteY70" fmla="*/ 478660 h 658157"/>
                <a:gd name="connsiteX71" fmla="*/ 198535 w 465062"/>
                <a:gd name="connsiteY71" fmla="*/ 552090 h 658157"/>
                <a:gd name="connsiteX72" fmla="*/ 195816 w 465062"/>
                <a:gd name="connsiteY72" fmla="*/ 576567 h 658157"/>
                <a:gd name="connsiteX73" fmla="*/ 198535 w 465062"/>
                <a:gd name="connsiteY73" fmla="*/ 592885 h 658157"/>
                <a:gd name="connsiteX74" fmla="*/ 233891 w 465062"/>
                <a:gd name="connsiteY74" fmla="*/ 592885 h 658157"/>
                <a:gd name="connsiteX75" fmla="*/ 271966 w 465062"/>
                <a:gd name="connsiteY75" fmla="*/ 611923 h 658157"/>
                <a:gd name="connsiteX76" fmla="*/ 266527 w 465062"/>
                <a:gd name="connsiteY76" fmla="*/ 628241 h 658157"/>
                <a:gd name="connsiteX77" fmla="*/ 250209 w 465062"/>
                <a:gd name="connsiteY77" fmla="*/ 636400 h 658157"/>
                <a:gd name="connsiteX78" fmla="*/ 228451 w 465062"/>
                <a:gd name="connsiteY78" fmla="*/ 639119 h 658157"/>
                <a:gd name="connsiteX79" fmla="*/ 187657 w 465062"/>
                <a:gd name="connsiteY79" fmla="*/ 639119 h 658157"/>
                <a:gd name="connsiteX80" fmla="*/ 152301 w 465062"/>
                <a:gd name="connsiteY80" fmla="*/ 652717 h 658157"/>
                <a:gd name="connsiteX81" fmla="*/ 133263 w 465062"/>
                <a:gd name="connsiteY81" fmla="*/ 655437 h 658157"/>
                <a:gd name="connsiteX82" fmla="*/ 122385 w 465062"/>
                <a:gd name="connsiteY82" fmla="*/ 652717 h 658157"/>
                <a:gd name="connsiteX83" fmla="*/ 97908 w 465062"/>
                <a:gd name="connsiteY83" fmla="*/ 639119 h 658157"/>
                <a:gd name="connsiteX84" fmla="*/ 70711 w 465062"/>
                <a:gd name="connsiteY84" fmla="*/ 639119 h 658157"/>
                <a:gd name="connsiteX85" fmla="*/ 46234 w 465062"/>
                <a:gd name="connsiteY85" fmla="*/ 639119 h 658157"/>
                <a:gd name="connsiteX86" fmla="*/ 19038 w 465062"/>
                <a:gd name="connsiteY86" fmla="*/ 630960 h 658157"/>
                <a:gd name="connsiteX87" fmla="*/ 2720 w 465062"/>
                <a:gd name="connsiteY87" fmla="*/ 614642 h 658157"/>
                <a:gd name="connsiteX88" fmla="*/ 8159 w 465062"/>
                <a:gd name="connsiteY88" fmla="*/ 606483 h 658157"/>
                <a:gd name="connsiteX89" fmla="*/ 29916 w 465062"/>
                <a:gd name="connsiteY89" fmla="*/ 598324 h 658157"/>
                <a:gd name="connsiteX90" fmla="*/ 76151 w 465062"/>
                <a:gd name="connsiteY90" fmla="*/ 592885 h 658157"/>
                <a:gd name="connsiteX91" fmla="*/ 73431 w 465062"/>
                <a:gd name="connsiteY91" fmla="*/ 573848 h 658157"/>
                <a:gd name="connsiteX92" fmla="*/ 70711 w 465062"/>
                <a:gd name="connsiteY92" fmla="*/ 500417 h 658157"/>
                <a:gd name="connsiteX93" fmla="*/ 73431 w 465062"/>
                <a:gd name="connsiteY93" fmla="*/ 437865 h 658157"/>
                <a:gd name="connsiteX94" fmla="*/ 70711 w 465062"/>
                <a:gd name="connsiteY94" fmla="*/ 369873 h 658157"/>
                <a:gd name="connsiteX95" fmla="*/ 70711 w 465062"/>
                <a:gd name="connsiteY95" fmla="*/ 293723 h 658157"/>
                <a:gd name="connsiteX96" fmla="*/ 73431 w 465062"/>
                <a:gd name="connsiteY96" fmla="*/ 212133 h 658157"/>
                <a:gd name="connsiteX97" fmla="*/ 76151 w 465062"/>
                <a:gd name="connsiteY97" fmla="*/ 155021 h 658157"/>
                <a:gd name="connsiteX98" fmla="*/ 76151 w 465062"/>
                <a:gd name="connsiteY98" fmla="*/ 119665 h 658157"/>
                <a:gd name="connsiteX99" fmla="*/ 78870 w 465062"/>
                <a:gd name="connsiteY99" fmla="*/ 84310 h 658157"/>
                <a:gd name="connsiteX100" fmla="*/ 76151 w 465062"/>
                <a:gd name="connsiteY100" fmla="*/ 62552 h 658157"/>
                <a:gd name="connsiteX101" fmla="*/ 67992 w 465062"/>
                <a:gd name="connsiteY101" fmla="*/ 62552 h 658157"/>
                <a:gd name="connsiteX102" fmla="*/ 43515 w 465062"/>
                <a:gd name="connsiteY102" fmla="*/ 62552 h 658157"/>
                <a:gd name="connsiteX103" fmla="*/ 16318 w 465062"/>
                <a:gd name="connsiteY103" fmla="*/ 57113 h 658157"/>
                <a:gd name="connsiteX104" fmla="*/ 0 w 465062"/>
                <a:gd name="connsiteY104" fmla="*/ 40795 h 658157"/>
                <a:gd name="connsiteX105" fmla="*/ 5439 w 465062"/>
                <a:gd name="connsiteY105" fmla="*/ 32636 h 658157"/>
                <a:gd name="connsiteX106" fmla="*/ 27197 w 465062"/>
                <a:gd name="connsiteY106" fmla="*/ 24477 h 658157"/>
                <a:gd name="connsiteX107" fmla="*/ 76151 w 465062"/>
                <a:gd name="connsiteY107" fmla="*/ 19038 h 658157"/>
                <a:gd name="connsiteX108" fmla="*/ 78870 w 465062"/>
                <a:gd name="connsiteY108" fmla="*/ 13598 h 658157"/>
                <a:gd name="connsiteX109" fmla="*/ 95188 w 465062"/>
                <a:gd name="connsiteY109" fmla="*/ 5440 h 658157"/>
                <a:gd name="connsiteX110" fmla="*/ 111506 w 465062"/>
                <a:gd name="connsiteY110" fmla="*/ 0 h 658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</a:cxnLst>
              <a:rect l="l" t="t" r="r" b="b"/>
              <a:pathLst>
                <a:path w="465062" h="658157">
                  <a:moveTo>
                    <a:pt x="193096" y="59832"/>
                  </a:moveTo>
                  <a:cubicBezTo>
                    <a:pt x="193096" y="73430"/>
                    <a:pt x="193096" y="89748"/>
                    <a:pt x="193096" y="114226"/>
                  </a:cubicBezTo>
                  <a:cubicBezTo>
                    <a:pt x="193096" y="144142"/>
                    <a:pt x="195816" y="176778"/>
                    <a:pt x="198536" y="209414"/>
                  </a:cubicBezTo>
                  <a:cubicBezTo>
                    <a:pt x="198536" y="247489"/>
                    <a:pt x="201255" y="277406"/>
                    <a:pt x="201255" y="282845"/>
                  </a:cubicBezTo>
                  <a:cubicBezTo>
                    <a:pt x="201255" y="293723"/>
                    <a:pt x="203975" y="304602"/>
                    <a:pt x="203975" y="315481"/>
                  </a:cubicBezTo>
                  <a:cubicBezTo>
                    <a:pt x="203975" y="318200"/>
                    <a:pt x="203975" y="318200"/>
                    <a:pt x="203975" y="320920"/>
                  </a:cubicBezTo>
                  <a:cubicBezTo>
                    <a:pt x="203975" y="326359"/>
                    <a:pt x="206695" y="329079"/>
                    <a:pt x="212134" y="329079"/>
                  </a:cubicBezTo>
                  <a:cubicBezTo>
                    <a:pt x="214854" y="329079"/>
                    <a:pt x="220293" y="329079"/>
                    <a:pt x="223013" y="329079"/>
                  </a:cubicBezTo>
                  <a:cubicBezTo>
                    <a:pt x="228452" y="329079"/>
                    <a:pt x="233891" y="329079"/>
                    <a:pt x="239331" y="329079"/>
                  </a:cubicBezTo>
                  <a:cubicBezTo>
                    <a:pt x="252929" y="329079"/>
                    <a:pt x="271967" y="323640"/>
                    <a:pt x="280126" y="312761"/>
                  </a:cubicBezTo>
                  <a:cubicBezTo>
                    <a:pt x="288284" y="304602"/>
                    <a:pt x="291004" y="299163"/>
                    <a:pt x="296443" y="288284"/>
                  </a:cubicBezTo>
                  <a:cubicBezTo>
                    <a:pt x="299163" y="277406"/>
                    <a:pt x="301883" y="269247"/>
                    <a:pt x="304602" y="258368"/>
                  </a:cubicBezTo>
                  <a:cubicBezTo>
                    <a:pt x="307322" y="244770"/>
                    <a:pt x="310042" y="239330"/>
                    <a:pt x="312761" y="225732"/>
                  </a:cubicBezTo>
                  <a:cubicBezTo>
                    <a:pt x="315481" y="212134"/>
                    <a:pt x="315481" y="209414"/>
                    <a:pt x="315481" y="195816"/>
                  </a:cubicBezTo>
                  <a:cubicBezTo>
                    <a:pt x="315481" y="179498"/>
                    <a:pt x="315481" y="184937"/>
                    <a:pt x="318201" y="168619"/>
                  </a:cubicBezTo>
                  <a:cubicBezTo>
                    <a:pt x="312761" y="152302"/>
                    <a:pt x="312761" y="149582"/>
                    <a:pt x="312761" y="135983"/>
                  </a:cubicBezTo>
                  <a:cubicBezTo>
                    <a:pt x="312761" y="133264"/>
                    <a:pt x="312761" y="127825"/>
                    <a:pt x="312761" y="122385"/>
                  </a:cubicBezTo>
                  <a:cubicBezTo>
                    <a:pt x="312761" y="111507"/>
                    <a:pt x="301883" y="95188"/>
                    <a:pt x="293724" y="84309"/>
                  </a:cubicBezTo>
                  <a:cubicBezTo>
                    <a:pt x="288284" y="78870"/>
                    <a:pt x="285565" y="76150"/>
                    <a:pt x="280126" y="73430"/>
                  </a:cubicBezTo>
                  <a:cubicBezTo>
                    <a:pt x="271967" y="67991"/>
                    <a:pt x="266527" y="65271"/>
                    <a:pt x="258368" y="62552"/>
                  </a:cubicBezTo>
                  <a:cubicBezTo>
                    <a:pt x="244770" y="59832"/>
                    <a:pt x="228452" y="59832"/>
                    <a:pt x="217573" y="59832"/>
                  </a:cubicBezTo>
                  <a:close/>
                  <a:moveTo>
                    <a:pt x="111506" y="0"/>
                  </a:moveTo>
                  <a:cubicBezTo>
                    <a:pt x="114226" y="0"/>
                    <a:pt x="122385" y="0"/>
                    <a:pt x="127824" y="0"/>
                  </a:cubicBezTo>
                  <a:cubicBezTo>
                    <a:pt x="135983" y="0"/>
                    <a:pt x="146862" y="2720"/>
                    <a:pt x="157741" y="5440"/>
                  </a:cubicBezTo>
                  <a:cubicBezTo>
                    <a:pt x="168619" y="8159"/>
                    <a:pt x="176778" y="10879"/>
                    <a:pt x="179497" y="16318"/>
                  </a:cubicBezTo>
                  <a:cubicBezTo>
                    <a:pt x="193096" y="16318"/>
                    <a:pt x="201255" y="16318"/>
                    <a:pt x="209414" y="16318"/>
                  </a:cubicBezTo>
                  <a:cubicBezTo>
                    <a:pt x="220292" y="16318"/>
                    <a:pt x="231171" y="16318"/>
                    <a:pt x="247489" y="16318"/>
                  </a:cubicBezTo>
                  <a:cubicBezTo>
                    <a:pt x="250209" y="16318"/>
                    <a:pt x="258368" y="16318"/>
                    <a:pt x="266527" y="16318"/>
                  </a:cubicBezTo>
                  <a:cubicBezTo>
                    <a:pt x="277405" y="16318"/>
                    <a:pt x="291004" y="21758"/>
                    <a:pt x="312761" y="27197"/>
                  </a:cubicBezTo>
                  <a:cubicBezTo>
                    <a:pt x="320920" y="29917"/>
                    <a:pt x="329079" y="35356"/>
                    <a:pt x="337238" y="38075"/>
                  </a:cubicBezTo>
                  <a:cubicBezTo>
                    <a:pt x="342677" y="40795"/>
                    <a:pt x="353556" y="48954"/>
                    <a:pt x="364434" y="54393"/>
                  </a:cubicBezTo>
                  <a:cubicBezTo>
                    <a:pt x="375313" y="62552"/>
                    <a:pt x="386192" y="67992"/>
                    <a:pt x="386192" y="73431"/>
                  </a:cubicBezTo>
                  <a:cubicBezTo>
                    <a:pt x="391631" y="84310"/>
                    <a:pt x="402510" y="92469"/>
                    <a:pt x="407949" y="103347"/>
                  </a:cubicBezTo>
                  <a:cubicBezTo>
                    <a:pt x="413388" y="116945"/>
                    <a:pt x="416108" y="130544"/>
                    <a:pt x="416108" y="141422"/>
                  </a:cubicBezTo>
                  <a:cubicBezTo>
                    <a:pt x="416108" y="152301"/>
                    <a:pt x="418828" y="157740"/>
                    <a:pt x="418828" y="163179"/>
                  </a:cubicBezTo>
                  <a:cubicBezTo>
                    <a:pt x="418828" y="165899"/>
                    <a:pt x="418828" y="168619"/>
                    <a:pt x="418828" y="171339"/>
                  </a:cubicBezTo>
                  <a:cubicBezTo>
                    <a:pt x="418828" y="174058"/>
                    <a:pt x="421547" y="182217"/>
                    <a:pt x="421547" y="187656"/>
                  </a:cubicBezTo>
                  <a:cubicBezTo>
                    <a:pt x="421547" y="193096"/>
                    <a:pt x="418828" y="201255"/>
                    <a:pt x="418828" y="206694"/>
                  </a:cubicBezTo>
                  <a:cubicBezTo>
                    <a:pt x="418828" y="217573"/>
                    <a:pt x="418828" y="223012"/>
                    <a:pt x="416108" y="233891"/>
                  </a:cubicBezTo>
                  <a:cubicBezTo>
                    <a:pt x="413388" y="244769"/>
                    <a:pt x="410668" y="255648"/>
                    <a:pt x="405229" y="263807"/>
                  </a:cubicBezTo>
                  <a:cubicBezTo>
                    <a:pt x="402510" y="269246"/>
                    <a:pt x="397070" y="269246"/>
                    <a:pt x="394351" y="274686"/>
                  </a:cubicBezTo>
                  <a:cubicBezTo>
                    <a:pt x="391631" y="277405"/>
                    <a:pt x="391631" y="282844"/>
                    <a:pt x="388912" y="285564"/>
                  </a:cubicBezTo>
                  <a:cubicBezTo>
                    <a:pt x="383472" y="291003"/>
                    <a:pt x="375313" y="301882"/>
                    <a:pt x="369874" y="304602"/>
                  </a:cubicBezTo>
                  <a:cubicBezTo>
                    <a:pt x="367154" y="307321"/>
                    <a:pt x="361715" y="307321"/>
                    <a:pt x="358995" y="310041"/>
                  </a:cubicBezTo>
                  <a:cubicBezTo>
                    <a:pt x="356275" y="312761"/>
                    <a:pt x="350836" y="318200"/>
                    <a:pt x="348117" y="320920"/>
                  </a:cubicBezTo>
                  <a:cubicBezTo>
                    <a:pt x="339958" y="326359"/>
                    <a:pt x="334518" y="334518"/>
                    <a:pt x="326359" y="339957"/>
                  </a:cubicBezTo>
                  <a:cubicBezTo>
                    <a:pt x="320920" y="342677"/>
                    <a:pt x="312761" y="342677"/>
                    <a:pt x="312761" y="353555"/>
                  </a:cubicBezTo>
                  <a:cubicBezTo>
                    <a:pt x="312761" y="361714"/>
                    <a:pt x="334518" y="372593"/>
                    <a:pt x="337238" y="380752"/>
                  </a:cubicBezTo>
                  <a:cubicBezTo>
                    <a:pt x="345397" y="394350"/>
                    <a:pt x="353556" y="407948"/>
                    <a:pt x="358995" y="421547"/>
                  </a:cubicBezTo>
                  <a:cubicBezTo>
                    <a:pt x="364434" y="435145"/>
                    <a:pt x="367154" y="446024"/>
                    <a:pt x="372593" y="459622"/>
                  </a:cubicBezTo>
                  <a:cubicBezTo>
                    <a:pt x="378033" y="478660"/>
                    <a:pt x="383472" y="494978"/>
                    <a:pt x="386192" y="514015"/>
                  </a:cubicBezTo>
                  <a:cubicBezTo>
                    <a:pt x="391631" y="533053"/>
                    <a:pt x="402510" y="549371"/>
                    <a:pt x="407949" y="568408"/>
                  </a:cubicBezTo>
                  <a:cubicBezTo>
                    <a:pt x="410668" y="579287"/>
                    <a:pt x="416108" y="590165"/>
                    <a:pt x="421547" y="598324"/>
                  </a:cubicBezTo>
                  <a:cubicBezTo>
                    <a:pt x="435146" y="614642"/>
                    <a:pt x="443305" y="622801"/>
                    <a:pt x="451463" y="628241"/>
                  </a:cubicBezTo>
                  <a:cubicBezTo>
                    <a:pt x="456903" y="630960"/>
                    <a:pt x="465062" y="636400"/>
                    <a:pt x="465062" y="644559"/>
                  </a:cubicBezTo>
                  <a:cubicBezTo>
                    <a:pt x="465062" y="647278"/>
                    <a:pt x="465062" y="647278"/>
                    <a:pt x="462342" y="649998"/>
                  </a:cubicBezTo>
                  <a:cubicBezTo>
                    <a:pt x="456903" y="655437"/>
                    <a:pt x="446024" y="658157"/>
                    <a:pt x="437865" y="658157"/>
                  </a:cubicBezTo>
                  <a:cubicBezTo>
                    <a:pt x="413388" y="658157"/>
                    <a:pt x="378033" y="641839"/>
                    <a:pt x="361715" y="622801"/>
                  </a:cubicBezTo>
                  <a:cubicBezTo>
                    <a:pt x="345397" y="606483"/>
                    <a:pt x="334518" y="584726"/>
                    <a:pt x="320920" y="565689"/>
                  </a:cubicBezTo>
                  <a:cubicBezTo>
                    <a:pt x="315480" y="554810"/>
                    <a:pt x="310041" y="543931"/>
                    <a:pt x="304602" y="530333"/>
                  </a:cubicBezTo>
                  <a:cubicBezTo>
                    <a:pt x="299163" y="519454"/>
                    <a:pt x="296443" y="508576"/>
                    <a:pt x="293723" y="497697"/>
                  </a:cubicBezTo>
                  <a:cubicBezTo>
                    <a:pt x="291004" y="486819"/>
                    <a:pt x="288284" y="473220"/>
                    <a:pt x="282845" y="462342"/>
                  </a:cubicBezTo>
                  <a:cubicBezTo>
                    <a:pt x="280125" y="448743"/>
                    <a:pt x="274686" y="437865"/>
                    <a:pt x="269246" y="424267"/>
                  </a:cubicBezTo>
                  <a:cubicBezTo>
                    <a:pt x="266527" y="416108"/>
                    <a:pt x="261087" y="402509"/>
                    <a:pt x="255648" y="391631"/>
                  </a:cubicBezTo>
                  <a:cubicBezTo>
                    <a:pt x="250209" y="380752"/>
                    <a:pt x="244770" y="375313"/>
                    <a:pt x="236610" y="367154"/>
                  </a:cubicBezTo>
                  <a:cubicBezTo>
                    <a:pt x="231171" y="361714"/>
                    <a:pt x="223012" y="361714"/>
                    <a:pt x="217573" y="361714"/>
                  </a:cubicBezTo>
                  <a:cubicBezTo>
                    <a:pt x="212134" y="361714"/>
                    <a:pt x="206694" y="361714"/>
                    <a:pt x="201255" y="361714"/>
                  </a:cubicBezTo>
                  <a:cubicBezTo>
                    <a:pt x="198535" y="361714"/>
                    <a:pt x="198535" y="364434"/>
                    <a:pt x="198535" y="367154"/>
                  </a:cubicBezTo>
                  <a:cubicBezTo>
                    <a:pt x="198535" y="375313"/>
                    <a:pt x="201255" y="386191"/>
                    <a:pt x="201255" y="388911"/>
                  </a:cubicBezTo>
                  <a:cubicBezTo>
                    <a:pt x="201255" y="402509"/>
                    <a:pt x="198535" y="413388"/>
                    <a:pt x="198535" y="426986"/>
                  </a:cubicBezTo>
                  <a:cubicBezTo>
                    <a:pt x="198535" y="446024"/>
                    <a:pt x="203975" y="456902"/>
                    <a:pt x="203975" y="478660"/>
                  </a:cubicBezTo>
                  <a:cubicBezTo>
                    <a:pt x="203975" y="503136"/>
                    <a:pt x="201255" y="527613"/>
                    <a:pt x="198535" y="552090"/>
                  </a:cubicBezTo>
                  <a:cubicBezTo>
                    <a:pt x="198535" y="560249"/>
                    <a:pt x="195816" y="568408"/>
                    <a:pt x="195816" y="576567"/>
                  </a:cubicBezTo>
                  <a:cubicBezTo>
                    <a:pt x="195816" y="582006"/>
                    <a:pt x="195816" y="587446"/>
                    <a:pt x="198535" y="592885"/>
                  </a:cubicBezTo>
                  <a:cubicBezTo>
                    <a:pt x="212134" y="592885"/>
                    <a:pt x="225732" y="592885"/>
                    <a:pt x="233891" y="592885"/>
                  </a:cubicBezTo>
                  <a:cubicBezTo>
                    <a:pt x="247489" y="592885"/>
                    <a:pt x="271966" y="592885"/>
                    <a:pt x="271966" y="611923"/>
                  </a:cubicBezTo>
                  <a:cubicBezTo>
                    <a:pt x="271966" y="620082"/>
                    <a:pt x="269246" y="622801"/>
                    <a:pt x="266527" y="628241"/>
                  </a:cubicBezTo>
                  <a:cubicBezTo>
                    <a:pt x="261087" y="633680"/>
                    <a:pt x="255648" y="636400"/>
                    <a:pt x="250209" y="636400"/>
                  </a:cubicBezTo>
                  <a:cubicBezTo>
                    <a:pt x="239330" y="639119"/>
                    <a:pt x="233891" y="639119"/>
                    <a:pt x="228451" y="639119"/>
                  </a:cubicBezTo>
                  <a:cubicBezTo>
                    <a:pt x="223012" y="639119"/>
                    <a:pt x="206694" y="639119"/>
                    <a:pt x="187657" y="639119"/>
                  </a:cubicBezTo>
                  <a:cubicBezTo>
                    <a:pt x="176778" y="647278"/>
                    <a:pt x="163180" y="649998"/>
                    <a:pt x="152301" y="652717"/>
                  </a:cubicBezTo>
                  <a:cubicBezTo>
                    <a:pt x="146862" y="652717"/>
                    <a:pt x="138703" y="655437"/>
                    <a:pt x="133263" y="655437"/>
                  </a:cubicBezTo>
                  <a:cubicBezTo>
                    <a:pt x="130544" y="655437"/>
                    <a:pt x="125104" y="655437"/>
                    <a:pt x="122385" y="652717"/>
                  </a:cubicBezTo>
                  <a:cubicBezTo>
                    <a:pt x="114226" y="649998"/>
                    <a:pt x="103347" y="644559"/>
                    <a:pt x="97908" y="639119"/>
                  </a:cubicBezTo>
                  <a:cubicBezTo>
                    <a:pt x="87029" y="639119"/>
                    <a:pt x="78870" y="639119"/>
                    <a:pt x="70711" y="639119"/>
                  </a:cubicBezTo>
                  <a:cubicBezTo>
                    <a:pt x="62552" y="639119"/>
                    <a:pt x="54393" y="639119"/>
                    <a:pt x="46234" y="639119"/>
                  </a:cubicBezTo>
                  <a:cubicBezTo>
                    <a:pt x="38075" y="639119"/>
                    <a:pt x="27197" y="633680"/>
                    <a:pt x="19038" y="630960"/>
                  </a:cubicBezTo>
                  <a:cubicBezTo>
                    <a:pt x="10879" y="628241"/>
                    <a:pt x="2720" y="620082"/>
                    <a:pt x="2720" y="614642"/>
                  </a:cubicBezTo>
                  <a:cubicBezTo>
                    <a:pt x="2720" y="611923"/>
                    <a:pt x="2720" y="609203"/>
                    <a:pt x="8159" y="606483"/>
                  </a:cubicBezTo>
                  <a:cubicBezTo>
                    <a:pt x="13599" y="603764"/>
                    <a:pt x="24477" y="601044"/>
                    <a:pt x="29916" y="598324"/>
                  </a:cubicBezTo>
                  <a:cubicBezTo>
                    <a:pt x="43515" y="595605"/>
                    <a:pt x="62552" y="595605"/>
                    <a:pt x="76151" y="592885"/>
                  </a:cubicBezTo>
                  <a:cubicBezTo>
                    <a:pt x="76151" y="587446"/>
                    <a:pt x="73431" y="582006"/>
                    <a:pt x="73431" y="573848"/>
                  </a:cubicBezTo>
                  <a:cubicBezTo>
                    <a:pt x="73431" y="565689"/>
                    <a:pt x="70711" y="516735"/>
                    <a:pt x="70711" y="500417"/>
                  </a:cubicBezTo>
                  <a:cubicBezTo>
                    <a:pt x="70711" y="481379"/>
                    <a:pt x="73431" y="456902"/>
                    <a:pt x="73431" y="437865"/>
                  </a:cubicBezTo>
                  <a:cubicBezTo>
                    <a:pt x="73431" y="416108"/>
                    <a:pt x="70711" y="391631"/>
                    <a:pt x="70711" y="369873"/>
                  </a:cubicBezTo>
                  <a:cubicBezTo>
                    <a:pt x="70711" y="345397"/>
                    <a:pt x="70711" y="318200"/>
                    <a:pt x="70711" y="293723"/>
                  </a:cubicBezTo>
                  <a:cubicBezTo>
                    <a:pt x="70711" y="266526"/>
                    <a:pt x="73431" y="239330"/>
                    <a:pt x="73431" y="212133"/>
                  </a:cubicBezTo>
                  <a:cubicBezTo>
                    <a:pt x="73431" y="187656"/>
                    <a:pt x="76151" y="179498"/>
                    <a:pt x="76151" y="155021"/>
                  </a:cubicBezTo>
                  <a:cubicBezTo>
                    <a:pt x="76151" y="144142"/>
                    <a:pt x="76151" y="130544"/>
                    <a:pt x="76151" y="119665"/>
                  </a:cubicBezTo>
                  <a:cubicBezTo>
                    <a:pt x="76151" y="106067"/>
                    <a:pt x="78870" y="95188"/>
                    <a:pt x="78870" y="84310"/>
                  </a:cubicBezTo>
                  <a:cubicBezTo>
                    <a:pt x="78870" y="78870"/>
                    <a:pt x="78870" y="70711"/>
                    <a:pt x="76151" y="62552"/>
                  </a:cubicBezTo>
                  <a:cubicBezTo>
                    <a:pt x="76151" y="62552"/>
                    <a:pt x="73431" y="62552"/>
                    <a:pt x="67992" y="62552"/>
                  </a:cubicBezTo>
                  <a:cubicBezTo>
                    <a:pt x="59833" y="62552"/>
                    <a:pt x="51674" y="62552"/>
                    <a:pt x="43515" y="62552"/>
                  </a:cubicBezTo>
                  <a:cubicBezTo>
                    <a:pt x="35356" y="62552"/>
                    <a:pt x="24477" y="59833"/>
                    <a:pt x="16318" y="57113"/>
                  </a:cubicBezTo>
                  <a:cubicBezTo>
                    <a:pt x="8159" y="54393"/>
                    <a:pt x="0" y="43515"/>
                    <a:pt x="0" y="40795"/>
                  </a:cubicBezTo>
                  <a:cubicBezTo>
                    <a:pt x="0" y="38075"/>
                    <a:pt x="0" y="35356"/>
                    <a:pt x="5439" y="32636"/>
                  </a:cubicBezTo>
                  <a:cubicBezTo>
                    <a:pt x="10879" y="29917"/>
                    <a:pt x="21758" y="27197"/>
                    <a:pt x="27197" y="24477"/>
                  </a:cubicBezTo>
                  <a:cubicBezTo>
                    <a:pt x="46234" y="21758"/>
                    <a:pt x="62552" y="19038"/>
                    <a:pt x="76151" y="19038"/>
                  </a:cubicBezTo>
                  <a:cubicBezTo>
                    <a:pt x="76151" y="16318"/>
                    <a:pt x="78870" y="16318"/>
                    <a:pt x="78870" y="13598"/>
                  </a:cubicBezTo>
                  <a:cubicBezTo>
                    <a:pt x="84309" y="10879"/>
                    <a:pt x="89749" y="8159"/>
                    <a:pt x="95188" y="5440"/>
                  </a:cubicBezTo>
                  <a:cubicBezTo>
                    <a:pt x="100628" y="2720"/>
                    <a:pt x="106067" y="0"/>
                    <a:pt x="111506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C06216BF-A380-4FA9-9B4A-C9DC258CCF12}"/>
                </a:ext>
              </a:extLst>
            </p:cNvPr>
            <p:cNvSpPr/>
            <p:nvPr/>
          </p:nvSpPr>
          <p:spPr bwMode="black">
            <a:xfrm>
              <a:off x="8346812" y="4186718"/>
              <a:ext cx="353556" cy="761503"/>
            </a:xfrm>
            <a:custGeom>
              <a:avLst/>
              <a:gdLst>
                <a:gd name="connsiteX0" fmla="*/ 283910 w 353555"/>
                <a:gd name="connsiteY0" fmla="*/ 672820 h 761503"/>
                <a:gd name="connsiteX1" fmla="*/ 321985 w 353555"/>
                <a:gd name="connsiteY1" fmla="*/ 689138 h 761503"/>
                <a:gd name="connsiteX2" fmla="*/ 316546 w 353555"/>
                <a:gd name="connsiteY2" fmla="*/ 705456 h 761503"/>
                <a:gd name="connsiteX3" fmla="*/ 300228 w 353555"/>
                <a:gd name="connsiteY3" fmla="*/ 713615 h 761503"/>
                <a:gd name="connsiteX4" fmla="*/ 278471 w 353555"/>
                <a:gd name="connsiteY4" fmla="*/ 716335 h 761503"/>
                <a:gd name="connsiteX5" fmla="*/ 237676 w 353555"/>
                <a:gd name="connsiteY5" fmla="*/ 716335 h 761503"/>
                <a:gd name="connsiteX6" fmla="*/ 180563 w 353555"/>
                <a:gd name="connsiteY6" fmla="*/ 719054 h 761503"/>
                <a:gd name="connsiteX7" fmla="*/ 126170 w 353555"/>
                <a:gd name="connsiteY7" fmla="*/ 719054 h 761503"/>
                <a:gd name="connsiteX8" fmla="*/ 101693 w 353555"/>
                <a:gd name="connsiteY8" fmla="*/ 719054 h 761503"/>
                <a:gd name="connsiteX9" fmla="*/ 74496 w 353555"/>
                <a:gd name="connsiteY9" fmla="*/ 713615 h 761503"/>
                <a:gd name="connsiteX10" fmla="*/ 58178 w 353555"/>
                <a:gd name="connsiteY10" fmla="*/ 697297 h 761503"/>
                <a:gd name="connsiteX11" fmla="*/ 63618 w 353555"/>
                <a:gd name="connsiteY11" fmla="*/ 689138 h 761503"/>
                <a:gd name="connsiteX12" fmla="*/ 85375 w 353555"/>
                <a:gd name="connsiteY12" fmla="*/ 680979 h 761503"/>
                <a:gd name="connsiteX13" fmla="*/ 131609 w 353555"/>
                <a:gd name="connsiteY13" fmla="*/ 675540 h 761503"/>
                <a:gd name="connsiteX14" fmla="*/ 142488 w 353555"/>
                <a:gd name="connsiteY14" fmla="*/ 675540 h 761503"/>
                <a:gd name="connsiteX15" fmla="*/ 131609 w 353555"/>
                <a:gd name="connsiteY15" fmla="*/ 653783 h 761503"/>
                <a:gd name="connsiteX16" fmla="*/ 128890 w 353555"/>
                <a:gd name="connsiteY16" fmla="*/ 640184 h 761503"/>
                <a:gd name="connsiteX17" fmla="*/ 128890 w 353555"/>
                <a:gd name="connsiteY17" fmla="*/ 629306 h 761503"/>
                <a:gd name="connsiteX18" fmla="*/ 128890 w 353555"/>
                <a:gd name="connsiteY18" fmla="*/ 621147 h 761503"/>
                <a:gd name="connsiteX19" fmla="*/ 128890 w 353555"/>
                <a:gd name="connsiteY19" fmla="*/ 593950 h 761503"/>
                <a:gd name="connsiteX20" fmla="*/ 128890 w 353555"/>
                <a:gd name="connsiteY20" fmla="*/ 583072 h 761503"/>
                <a:gd name="connsiteX21" fmla="*/ 128890 w 353555"/>
                <a:gd name="connsiteY21" fmla="*/ 436210 h 761503"/>
                <a:gd name="connsiteX22" fmla="*/ 128890 w 353555"/>
                <a:gd name="connsiteY22" fmla="*/ 357340 h 761503"/>
                <a:gd name="connsiteX23" fmla="*/ 131609 w 353555"/>
                <a:gd name="connsiteY23" fmla="*/ 289349 h 761503"/>
                <a:gd name="connsiteX24" fmla="*/ 131609 w 353555"/>
                <a:gd name="connsiteY24" fmla="*/ 251274 h 761503"/>
                <a:gd name="connsiteX25" fmla="*/ 131609 w 353555"/>
                <a:gd name="connsiteY25" fmla="*/ 205040 h 761503"/>
                <a:gd name="connsiteX26" fmla="*/ 131609 w 353555"/>
                <a:gd name="connsiteY26" fmla="*/ 139768 h 761503"/>
                <a:gd name="connsiteX27" fmla="*/ 131609 w 353555"/>
                <a:gd name="connsiteY27" fmla="*/ 128889 h 761503"/>
                <a:gd name="connsiteX28" fmla="*/ 126170 w 353555"/>
                <a:gd name="connsiteY28" fmla="*/ 128889 h 761503"/>
                <a:gd name="connsiteX29" fmla="*/ 101693 w 353555"/>
                <a:gd name="connsiteY29" fmla="*/ 128889 h 761503"/>
                <a:gd name="connsiteX30" fmla="*/ 74496 w 353555"/>
                <a:gd name="connsiteY30" fmla="*/ 123450 h 761503"/>
                <a:gd name="connsiteX31" fmla="*/ 58178 w 353555"/>
                <a:gd name="connsiteY31" fmla="*/ 107132 h 761503"/>
                <a:gd name="connsiteX32" fmla="*/ 60898 w 353555"/>
                <a:gd name="connsiteY32" fmla="*/ 98973 h 761503"/>
                <a:gd name="connsiteX33" fmla="*/ 82655 w 353555"/>
                <a:gd name="connsiteY33" fmla="*/ 93534 h 761503"/>
                <a:gd name="connsiteX34" fmla="*/ 131609 w 353555"/>
                <a:gd name="connsiteY34" fmla="*/ 88094 h 761503"/>
                <a:gd name="connsiteX35" fmla="*/ 131609 w 353555"/>
                <a:gd name="connsiteY35" fmla="*/ 82655 h 761503"/>
                <a:gd name="connsiteX36" fmla="*/ 134329 w 353555"/>
                <a:gd name="connsiteY36" fmla="*/ 71776 h 761503"/>
                <a:gd name="connsiteX37" fmla="*/ 147927 w 353555"/>
                <a:gd name="connsiteY37" fmla="*/ 63617 h 761503"/>
                <a:gd name="connsiteX38" fmla="*/ 164245 w 353555"/>
                <a:gd name="connsiteY38" fmla="*/ 58178 h 761503"/>
                <a:gd name="connsiteX39" fmla="*/ 177843 w 353555"/>
                <a:gd name="connsiteY39" fmla="*/ 58178 h 761503"/>
                <a:gd name="connsiteX40" fmla="*/ 196881 w 353555"/>
                <a:gd name="connsiteY40" fmla="*/ 60898 h 761503"/>
                <a:gd name="connsiteX41" fmla="*/ 232237 w 353555"/>
                <a:gd name="connsiteY41" fmla="*/ 88094 h 761503"/>
                <a:gd name="connsiteX42" fmla="*/ 278471 w 353555"/>
                <a:gd name="connsiteY42" fmla="*/ 88094 h 761503"/>
                <a:gd name="connsiteX43" fmla="*/ 316546 w 353555"/>
                <a:gd name="connsiteY43" fmla="*/ 104412 h 761503"/>
                <a:gd name="connsiteX44" fmla="*/ 311107 w 353555"/>
                <a:gd name="connsiteY44" fmla="*/ 120730 h 761503"/>
                <a:gd name="connsiteX45" fmla="*/ 294789 w 353555"/>
                <a:gd name="connsiteY45" fmla="*/ 128889 h 761503"/>
                <a:gd name="connsiteX46" fmla="*/ 273032 w 353555"/>
                <a:gd name="connsiteY46" fmla="*/ 131609 h 761503"/>
                <a:gd name="connsiteX47" fmla="*/ 243115 w 353555"/>
                <a:gd name="connsiteY47" fmla="*/ 131609 h 761503"/>
                <a:gd name="connsiteX48" fmla="*/ 243115 w 353555"/>
                <a:gd name="connsiteY48" fmla="*/ 134329 h 761503"/>
                <a:gd name="connsiteX49" fmla="*/ 248554 w 353555"/>
                <a:gd name="connsiteY49" fmla="*/ 169684 h 761503"/>
                <a:gd name="connsiteX50" fmla="*/ 251274 w 353555"/>
                <a:gd name="connsiteY50" fmla="*/ 205040 h 761503"/>
                <a:gd name="connsiteX51" fmla="*/ 251274 w 353555"/>
                <a:gd name="connsiteY51" fmla="*/ 240395 h 761503"/>
                <a:gd name="connsiteX52" fmla="*/ 251274 w 353555"/>
                <a:gd name="connsiteY52" fmla="*/ 256713 h 761503"/>
                <a:gd name="connsiteX53" fmla="*/ 253994 w 353555"/>
                <a:gd name="connsiteY53" fmla="*/ 270311 h 761503"/>
                <a:gd name="connsiteX54" fmla="*/ 259433 w 353555"/>
                <a:gd name="connsiteY54" fmla="*/ 343742 h 761503"/>
                <a:gd name="connsiteX55" fmla="*/ 262153 w 353555"/>
                <a:gd name="connsiteY55" fmla="*/ 425332 h 761503"/>
                <a:gd name="connsiteX56" fmla="*/ 264872 w 353555"/>
                <a:gd name="connsiteY56" fmla="*/ 490603 h 761503"/>
                <a:gd name="connsiteX57" fmla="*/ 270312 w 353555"/>
                <a:gd name="connsiteY57" fmla="*/ 564034 h 761503"/>
                <a:gd name="connsiteX58" fmla="*/ 270312 w 353555"/>
                <a:gd name="connsiteY58" fmla="*/ 599390 h 761503"/>
                <a:gd name="connsiteX59" fmla="*/ 270312 w 353555"/>
                <a:gd name="connsiteY59" fmla="*/ 637465 h 761503"/>
                <a:gd name="connsiteX60" fmla="*/ 264872 w 353555"/>
                <a:gd name="connsiteY60" fmla="*/ 670101 h 761503"/>
                <a:gd name="connsiteX61" fmla="*/ 283910 w 353555"/>
                <a:gd name="connsiteY61" fmla="*/ 672820 h 761503"/>
                <a:gd name="connsiteX62" fmla="*/ 283910 w 353555"/>
                <a:gd name="connsiteY62" fmla="*/ 672820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353555" h="761503">
                  <a:moveTo>
                    <a:pt x="283910" y="672820"/>
                  </a:moveTo>
                  <a:cubicBezTo>
                    <a:pt x="297508" y="672820"/>
                    <a:pt x="321985" y="672820"/>
                    <a:pt x="321985" y="689138"/>
                  </a:cubicBezTo>
                  <a:cubicBezTo>
                    <a:pt x="321985" y="697297"/>
                    <a:pt x="319266" y="697297"/>
                    <a:pt x="316546" y="705456"/>
                  </a:cubicBezTo>
                  <a:cubicBezTo>
                    <a:pt x="311107" y="710895"/>
                    <a:pt x="305667" y="713615"/>
                    <a:pt x="300228" y="713615"/>
                  </a:cubicBezTo>
                  <a:cubicBezTo>
                    <a:pt x="292069" y="716335"/>
                    <a:pt x="283910" y="716335"/>
                    <a:pt x="278471" y="716335"/>
                  </a:cubicBezTo>
                  <a:cubicBezTo>
                    <a:pt x="275751" y="716335"/>
                    <a:pt x="256713" y="716335"/>
                    <a:pt x="237676" y="716335"/>
                  </a:cubicBezTo>
                  <a:cubicBezTo>
                    <a:pt x="213199" y="716335"/>
                    <a:pt x="186003" y="719054"/>
                    <a:pt x="180563" y="719054"/>
                  </a:cubicBezTo>
                  <a:cubicBezTo>
                    <a:pt x="166965" y="719054"/>
                    <a:pt x="142488" y="719054"/>
                    <a:pt x="126170" y="719054"/>
                  </a:cubicBezTo>
                  <a:cubicBezTo>
                    <a:pt x="118011" y="719054"/>
                    <a:pt x="109852" y="719054"/>
                    <a:pt x="101693" y="719054"/>
                  </a:cubicBezTo>
                  <a:cubicBezTo>
                    <a:pt x="93534" y="719054"/>
                    <a:pt x="82655" y="719054"/>
                    <a:pt x="74496" y="713615"/>
                  </a:cubicBezTo>
                  <a:cubicBezTo>
                    <a:pt x="66337" y="710895"/>
                    <a:pt x="58178" y="702736"/>
                    <a:pt x="58178" y="697297"/>
                  </a:cubicBezTo>
                  <a:cubicBezTo>
                    <a:pt x="58178" y="694578"/>
                    <a:pt x="58178" y="691858"/>
                    <a:pt x="63618" y="689138"/>
                  </a:cubicBezTo>
                  <a:cubicBezTo>
                    <a:pt x="69057" y="686418"/>
                    <a:pt x="79936" y="683699"/>
                    <a:pt x="85375" y="680979"/>
                  </a:cubicBezTo>
                  <a:cubicBezTo>
                    <a:pt x="104413" y="678260"/>
                    <a:pt x="123450" y="675540"/>
                    <a:pt x="131609" y="675540"/>
                  </a:cubicBezTo>
                  <a:cubicBezTo>
                    <a:pt x="134329" y="675540"/>
                    <a:pt x="137049" y="675540"/>
                    <a:pt x="142488" y="675540"/>
                  </a:cubicBezTo>
                  <a:cubicBezTo>
                    <a:pt x="134329" y="670101"/>
                    <a:pt x="131609" y="661942"/>
                    <a:pt x="131609" y="653783"/>
                  </a:cubicBezTo>
                  <a:cubicBezTo>
                    <a:pt x="131609" y="648343"/>
                    <a:pt x="131609" y="642904"/>
                    <a:pt x="128890" y="640184"/>
                  </a:cubicBezTo>
                  <a:cubicBezTo>
                    <a:pt x="128890" y="637465"/>
                    <a:pt x="128890" y="634745"/>
                    <a:pt x="128890" y="629306"/>
                  </a:cubicBezTo>
                  <a:cubicBezTo>
                    <a:pt x="128890" y="626586"/>
                    <a:pt x="128890" y="623867"/>
                    <a:pt x="128890" y="621147"/>
                  </a:cubicBezTo>
                  <a:cubicBezTo>
                    <a:pt x="128890" y="612988"/>
                    <a:pt x="128890" y="604829"/>
                    <a:pt x="128890" y="593950"/>
                  </a:cubicBezTo>
                  <a:cubicBezTo>
                    <a:pt x="128890" y="591231"/>
                    <a:pt x="128890" y="585791"/>
                    <a:pt x="128890" y="583072"/>
                  </a:cubicBezTo>
                  <a:cubicBezTo>
                    <a:pt x="128890" y="534118"/>
                    <a:pt x="131609" y="485164"/>
                    <a:pt x="128890" y="436210"/>
                  </a:cubicBezTo>
                  <a:cubicBezTo>
                    <a:pt x="128890" y="409014"/>
                    <a:pt x="128890" y="384537"/>
                    <a:pt x="128890" y="357340"/>
                  </a:cubicBezTo>
                  <a:cubicBezTo>
                    <a:pt x="128890" y="335583"/>
                    <a:pt x="131609" y="313826"/>
                    <a:pt x="131609" y="289349"/>
                  </a:cubicBezTo>
                  <a:cubicBezTo>
                    <a:pt x="131609" y="275751"/>
                    <a:pt x="131609" y="264872"/>
                    <a:pt x="131609" y="251274"/>
                  </a:cubicBezTo>
                  <a:cubicBezTo>
                    <a:pt x="131609" y="234956"/>
                    <a:pt x="131609" y="221357"/>
                    <a:pt x="131609" y="205040"/>
                  </a:cubicBezTo>
                  <a:cubicBezTo>
                    <a:pt x="131609" y="183282"/>
                    <a:pt x="131609" y="161525"/>
                    <a:pt x="131609" y="139768"/>
                  </a:cubicBezTo>
                  <a:cubicBezTo>
                    <a:pt x="131609" y="137048"/>
                    <a:pt x="131609" y="134329"/>
                    <a:pt x="131609" y="128889"/>
                  </a:cubicBezTo>
                  <a:cubicBezTo>
                    <a:pt x="128890" y="128889"/>
                    <a:pt x="126170" y="128889"/>
                    <a:pt x="126170" y="128889"/>
                  </a:cubicBezTo>
                  <a:cubicBezTo>
                    <a:pt x="118011" y="128889"/>
                    <a:pt x="109852" y="128889"/>
                    <a:pt x="101693" y="128889"/>
                  </a:cubicBezTo>
                  <a:cubicBezTo>
                    <a:pt x="93534" y="128889"/>
                    <a:pt x="82655" y="128889"/>
                    <a:pt x="74496" y="123450"/>
                  </a:cubicBezTo>
                  <a:cubicBezTo>
                    <a:pt x="66337" y="120730"/>
                    <a:pt x="58178" y="112571"/>
                    <a:pt x="58178" y="107132"/>
                  </a:cubicBezTo>
                  <a:cubicBezTo>
                    <a:pt x="58178" y="104412"/>
                    <a:pt x="58178" y="101693"/>
                    <a:pt x="60898" y="98973"/>
                  </a:cubicBezTo>
                  <a:cubicBezTo>
                    <a:pt x="63618" y="96253"/>
                    <a:pt x="77216" y="93534"/>
                    <a:pt x="82655" y="93534"/>
                  </a:cubicBezTo>
                  <a:cubicBezTo>
                    <a:pt x="98973" y="90814"/>
                    <a:pt x="123450" y="88094"/>
                    <a:pt x="131609" y="88094"/>
                  </a:cubicBezTo>
                  <a:cubicBezTo>
                    <a:pt x="131609" y="85375"/>
                    <a:pt x="131609" y="85375"/>
                    <a:pt x="131609" y="82655"/>
                  </a:cubicBezTo>
                  <a:cubicBezTo>
                    <a:pt x="131609" y="77216"/>
                    <a:pt x="131609" y="74496"/>
                    <a:pt x="134329" y="71776"/>
                  </a:cubicBezTo>
                  <a:cubicBezTo>
                    <a:pt x="137049" y="69057"/>
                    <a:pt x="145208" y="66337"/>
                    <a:pt x="147927" y="63617"/>
                  </a:cubicBezTo>
                  <a:cubicBezTo>
                    <a:pt x="153366" y="60898"/>
                    <a:pt x="158806" y="58178"/>
                    <a:pt x="164245" y="58178"/>
                  </a:cubicBezTo>
                  <a:cubicBezTo>
                    <a:pt x="169684" y="58178"/>
                    <a:pt x="175124" y="58178"/>
                    <a:pt x="177843" y="58178"/>
                  </a:cubicBezTo>
                  <a:cubicBezTo>
                    <a:pt x="183283" y="58178"/>
                    <a:pt x="191442" y="58178"/>
                    <a:pt x="196881" y="60898"/>
                  </a:cubicBezTo>
                  <a:cubicBezTo>
                    <a:pt x="213199" y="63617"/>
                    <a:pt x="224078" y="74496"/>
                    <a:pt x="232237" y="88094"/>
                  </a:cubicBezTo>
                  <a:cubicBezTo>
                    <a:pt x="253994" y="88094"/>
                    <a:pt x="270312" y="88094"/>
                    <a:pt x="278471" y="88094"/>
                  </a:cubicBezTo>
                  <a:cubicBezTo>
                    <a:pt x="292069" y="88094"/>
                    <a:pt x="316546" y="88094"/>
                    <a:pt x="316546" y="104412"/>
                  </a:cubicBezTo>
                  <a:cubicBezTo>
                    <a:pt x="316546" y="112571"/>
                    <a:pt x="313826" y="112571"/>
                    <a:pt x="311107" y="120730"/>
                  </a:cubicBezTo>
                  <a:cubicBezTo>
                    <a:pt x="305667" y="126170"/>
                    <a:pt x="300228" y="128889"/>
                    <a:pt x="294789" y="128889"/>
                  </a:cubicBezTo>
                  <a:cubicBezTo>
                    <a:pt x="286630" y="131609"/>
                    <a:pt x="278471" y="131609"/>
                    <a:pt x="273032" y="131609"/>
                  </a:cubicBezTo>
                  <a:cubicBezTo>
                    <a:pt x="270312" y="131609"/>
                    <a:pt x="259433" y="131609"/>
                    <a:pt x="243115" y="131609"/>
                  </a:cubicBezTo>
                  <a:lnTo>
                    <a:pt x="243115" y="134329"/>
                  </a:lnTo>
                  <a:cubicBezTo>
                    <a:pt x="245835" y="145207"/>
                    <a:pt x="245835" y="158805"/>
                    <a:pt x="248554" y="169684"/>
                  </a:cubicBezTo>
                  <a:cubicBezTo>
                    <a:pt x="251274" y="180563"/>
                    <a:pt x="251274" y="194161"/>
                    <a:pt x="251274" y="205040"/>
                  </a:cubicBezTo>
                  <a:cubicBezTo>
                    <a:pt x="251274" y="215918"/>
                    <a:pt x="251274" y="226797"/>
                    <a:pt x="251274" y="240395"/>
                  </a:cubicBezTo>
                  <a:cubicBezTo>
                    <a:pt x="251274" y="245834"/>
                    <a:pt x="251274" y="251274"/>
                    <a:pt x="251274" y="256713"/>
                  </a:cubicBezTo>
                  <a:cubicBezTo>
                    <a:pt x="251274" y="262152"/>
                    <a:pt x="251274" y="267592"/>
                    <a:pt x="253994" y="270311"/>
                  </a:cubicBezTo>
                  <a:cubicBezTo>
                    <a:pt x="256713" y="294788"/>
                    <a:pt x="256713" y="319265"/>
                    <a:pt x="259433" y="343742"/>
                  </a:cubicBezTo>
                  <a:cubicBezTo>
                    <a:pt x="259433" y="370939"/>
                    <a:pt x="262153" y="398135"/>
                    <a:pt x="262153" y="425332"/>
                  </a:cubicBezTo>
                  <a:cubicBezTo>
                    <a:pt x="262153" y="447089"/>
                    <a:pt x="262153" y="468846"/>
                    <a:pt x="264872" y="490603"/>
                  </a:cubicBezTo>
                  <a:cubicBezTo>
                    <a:pt x="264872" y="515080"/>
                    <a:pt x="270312" y="539557"/>
                    <a:pt x="270312" y="564034"/>
                  </a:cubicBezTo>
                  <a:cubicBezTo>
                    <a:pt x="270312" y="574913"/>
                    <a:pt x="270312" y="588511"/>
                    <a:pt x="270312" y="599390"/>
                  </a:cubicBezTo>
                  <a:cubicBezTo>
                    <a:pt x="270312" y="612988"/>
                    <a:pt x="270312" y="623867"/>
                    <a:pt x="270312" y="637465"/>
                  </a:cubicBezTo>
                  <a:cubicBezTo>
                    <a:pt x="270312" y="648343"/>
                    <a:pt x="270312" y="661942"/>
                    <a:pt x="264872" y="670101"/>
                  </a:cubicBezTo>
                  <a:cubicBezTo>
                    <a:pt x="273032" y="672820"/>
                    <a:pt x="278471" y="672820"/>
                    <a:pt x="283910" y="672820"/>
                  </a:cubicBezTo>
                  <a:lnTo>
                    <a:pt x="283910" y="672820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D3FA18A3-B765-448E-A96D-70ECA09B74C4}"/>
                </a:ext>
              </a:extLst>
            </p:cNvPr>
            <p:cNvSpPr/>
            <p:nvPr/>
          </p:nvSpPr>
          <p:spPr bwMode="black">
            <a:xfrm>
              <a:off x="8652924" y="4192158"/>
              <a:ext cx="516735" cy="788700"/>
            </a:xfrm>
            <a:custGeom>
              <a:avLst/>
              <a:gdLst>
                <a:gd name="connsiteX0" fmla="*/ 464616 w 516735"/>
                <a:gd name="connsiteY0" fmla="*/ 436210 h 788699"/>
                <a:gd name="connsiteX1" fmla="*/ 445578 w 516735"/>
                <a:gd name="connsiteY1" fmla="*/ 455248 h 788699"/>
                <a:gd name="connsiteX2" fmla="*/ 404783 w 516735"/>
                <a:gd name="connsiteY2" fmla="*/ 466126 h 788699"/>
                <a:gd name="connsiteX3" fmla="*/ 385746 w 516735"/>
                <a:gd name="connsiteY3" fmla="*/ 479725 h 788699"/>
                <a:gd name="connsiteX4" fmla="*/ 388466 w 516735"/>
                <a:gd name="connsiteY4" fmla="*/ 512361 h 788699"/>
                <a:gd name="connsiteX5" fmla="*/ 388466 w 516735"/>
                <a:gd name="connsiteY5" fmla="*/ 544997 h 788699"/>
                <a:gd name="connsiteX6" fmla="*/ 388466 w 516735"/>
                <a:gd name="connsiteY6" fmla="*/ 566754 h 788699"/>
                <a:gd name="connsiteX7" fmla="*/ 391185 w 516735"/>
                <a:gd name="connsiteY7" fmla="*/ 632026 h 788699"/>
                <a:gd name="connsiteX8" fmla="*/ 393905 w 516735"/>
                <a:gd name="connsiteY8" fmla="*/ 683699 h 788699"/>
                <a:gd name="connsiteX9" fmla="*/ 377587 w 516735"/>
                <a:gd name="connsiteY9" fmla="*/ 724494 h 788699"/>
                <a:gd name="connsiteX10" fmla="*/ 361269 w 516735"/>
                <a:gd name="connsiteY10" fmla="*/ 719054 h 788699"/>
                <a:gd name="connsiteX11" fmla="*/ 353110 w 516735"/>
                <a:gd name="connsiteY11" fmla="*/ 702737 h 788699"/>
                <a:gd name="connsiteX12" fmla="*/ 350390 w 516735"/>
                <a:gd name="connsiteY12" fmla="*/ 686419 h 788699"/>
                <a:gd name="connsiteX13" fmla="*/ 353110 w 516735"/>
                <a:gd name="connsiteY13" fmla="*/ 659222 h 788699"/>
                <a:gd name="connsiteX14" fmla="*/ 353110 w 516735"/>
                <a:gd name="connsiteY14" fmla="*/ 656502 h 788699"/>
                <a:gd name="connsiteX15" fmla="*/ 317754 w 516735"/>
                <a:gd name="connsiteY15" fmla="*/ 708176 h 788699"/>
                <a:gd name="connsiteX16" fmla="*/ 241604 w 516735"/>
                <a:gd name="connsiteY16" fmla="*/ 735372 h 788699"/>
                <a:gd name="connsiteX17" fmla="*/ 187211 w 516735"/>
                <a:gd name="connsiteY17" fmla="*/ 727214 h 788699"/>
                <a:gd name="connsiteX18" fmla="*/ 135537 w 516735"/>
                <a:gd name="connsiteY18" fmla="*/ 694578 h 788699"/>
                <a:gd name="connsiteX19" fmla="*/ 86583 w 516735"/>
                <a:gd name="connsiteY19" fmla="*/ 621147 h 788699"/>
                <a:gd name="connsiteX20" fmla="*/ 67546 w 516735"/>
                <a:gd name="connsiteY20" fmla="*/ 555875 h 788699"/>
                <a:gd name="connsiteX21" fmla="*/ 59387 w 516735"/>
                <a:gd name="connsiteY21" fmla="*/ 509641 h 788699"/>
                <a:gd name="connsiteX22" fmla="*/ 59387 w 516735"/>
                <a:gd name="connsiteY22" fmla="*/ 468846 h 788699"/>
                <a:gd name="connsiteX23" fmla="*/ 86583 w 516735"/>
                <a:gd name="connsiteY23" fmla="*/ 302947 h 788699"/>
                <a:gd name="connsiteX24" fmla="*/ 108341 w 516735"/>
                <a:gd name="connsiteY24" fmla="*/ 224077 h 788699"/>
                <a:gd name="connsiteX25" fmla="*/ 146416 w 516735"/>
                <a:gd name="connsiteY25" fmla="*/ 145207 h 788699"/>
                <a:gd name="connsiteX26" fmla="*/ 198090 w 516735"/>
                <a:gd name="connsiteY26" fmla="*/ 85375 h 788699"/>
                <a:gd name="connsiteX27" fmla="*/ 228006 w 516735"/>
                <a:gd name="connsiteY27" fmla="*/ 69057 h 788699"/>
                <a:gd name="connsiteX28" fmla="*/ 268801 w 516735"/>
                <a:gd name="connsiteY28" fmla="*/ 58178 h 788699"/>
                <a:gd name="connsiteX29" fmla="*/ 274240 w 516735"/>
                <a:gd name="connsiteY29" fmla="*/ 58178 h 788699"/>
                <a:gd name="connsiteX30" fmla="*/ 295997 w 516735"/>
                <a:gd name="connsiteY30" fmla="*/ 60898 h 788699"/>
                <a:gd name="connsiteX31" fmla="*/ 331353 w 516735"/>
                <a:gd name="connsiteY31" fmla="*/ 71776 h 788699"/>
                <a:gd name="connsiteX32" fmla="*/ 350390 w 516735"/>
                <a:gd name="connsiteY32" fmla="*/ 93534 h 788699"/>
                <a:gd name="connsiteX33" fmla="*/ 353110 w 516735"/>
                <a:gd name="connsiteY33" fmla="*/ 74496 h 788699"/>
                <a:gd name="connsiteX34" fmla="*/ 358549 w 516735"/>
                <a:gd name="connsiteY34" fmla="*/ 63618 h 788699"/>
                <a:gd name="connsiteX35" fmla="*/ 366708 w 516735"/>
                <a:gd name="connsiteY35" fmla="*/ 58178 h 788699"/>
                <a:gd name="connsiteX36" fmla="*/ 374867 w 516735"/>
                <a:gd name="connsiteY36" fmla="*/ 63618 h 788699"/>
                <a:gd name="connsiteX37" fmla="*/ 383027 w 516735"/>
                <a:gd name="connsiteY37" fmla="*/ 82655 h 788699"/>
                <a:gd name="connsiteX38" fmla="*/ 385746 w 516735"/>
                <a:gd name="connsiteY38" fmla="*/ 126170 h 788699"/>
                <a:gd name="connsiteX39" fmla="*/ 388466 w 516735"/>
                <a:gd name="connsiteY39" fmla="*/ 186002 h 788699"/>
                <a:gd name="connsiteX40" fmla="*/ 391185 w 516735"/>
                <a:gd name="connsiteY40" fmla="*/ 237676 h 788699"/>
                <a:gd name="connsiteX41" fmla="*/ 374867 w 516735"/>
                <a:gd name="connsiteY41" fmla="*/ 278470 h 788699"/>
                <a:gd name="connsiteX42" fmla="*/ 358549 w 516735"/>
                <a:gd name="connsiteY42" fmla="*/ 273031 h 788699"/>
                <a:gd name="connsiteX43" fmla="*/ 350390 w 516735"/>
                <a:gd name="connsiteY43" fmla="*/ 256713 h 788699"/>
                <a:gd name="connsiteX44" fmla="*/ 347671 w 516735"/>
                <a:gd name="connsiteY44" fmla="*/ 240395 h 788699"/>
                <a:gd name="connsiteX45" fmla="*/ 347671 w 516735"/>
                <a:gd name="connsiteY45" fmla="*/ 213199 h 788699"/>
                <a:gd name="connsiteX46" fmla="*/ 344951 w 516735"/>
                <a:gd name="connsiteY46" fmla="*/ 194161 h 788699"/>
                <a:gd name="connsiteX47" fmla="*/ 339512 w 516735"/>
                <a:gd name="connsiteY47" fmla="*/ 150647 h 788699"/>
                <a:gd name="connsiteX48" fmla="*/ 323194 w 516735"/>
                <a:gd name="connsiteY48" fmla="*/ 112571 h 788699"/>
                <a:gd name="connsiteX49" fmla="*/ 293278 w 516735"/>
                <a:gd name="connsiteY49" fmla="*/ 101693 h 788699"/>
                <a:gd name="connsiteX50" fmla="*/ 263361 w 516735"/>
                <a:gd name="connsiteY50" fmla="*/ 120730 h 788699"/>
                <a:gd name="connsiteX51" fmla="*/ 241604 w 516735"/>
                <a:gd name="connsiteY51" fmla="*/ 153366 h 788699"/>
                <a:gd name="connsiteX52" fmla="*/ 233445 w 516735"/>
                <a:gd name="connsiteY52" fmla="*/ 194161 h 788699"/>
                <a:gd name="connsiteX53" fmla="*/ 225286 w 516735"/>
                <a:gd name="connsiteY53" fmla="*/ 232236 h 788699"/>
                <a:gd name="connsiteX54" fmla="*/ 217127 w 516735"/>
                <a:gd name="connsiteY54" fmla="*/ 275751 h 788699"/>
                <a:gd name="connsiteX55" fmla="*/ 211688 w 516735"/>
                <a:gd name="connsiteY55" fmla="*/ 316545 h 788699"/>
                <a:gd name="connsiteX56" fmla="*/ 206249 w 516735"/>
                <a:gd name="connsiteY56" fmla="*/ 354621 h 788699"/>
                <a:gd name="connsiteX57" fmla="*/ 200809 w 516735"/>
                <a:gd name="connsiteY57" fmla="*/ 398135 h 788699"/>
                <a:gd name="connsiteX58" fmla="*/ 195370 w 516735"/>
                <a:gd name="connsiteY58" fmla="*/ 438930 h 788699"/>
                <a:gd name="connsiteX59" fmla="*/ 192650 w 516735"/>
                <a:gd name="connsiteY59" fmla="*/ 474286 h 788699"/>
                <a:gd name="connsiteX60" fmla="*/ 195370 w 516735"/>
                <a:gd name="connsiteY60" fmla="*/ 525959 h 788699"/>
                <a:gd name="connsiteX61" fmla="*/ 208968 w 516735"/>
                <a:gd name="connsiteY61" fmla="*/ 596670 h 788699"/>
                <a:gd name="connsiteX62" fmla="*/ 214407 w 516735"/>
                <a:gd name="connsiteY62" fmla="*/ 623867 h 788699"/>
                <a:gd name="connsiteX63" fmla="*/ 228006 w 516735"/>
                <a:gd name="connsiteY63" fmla="*/ 656502 h 788699"/>
                <a:gd name="connsiteX64" fmla="*/ 271520 w 516735"/>
                <a:gd name="connsiteY64" fmla="*/ 689138 h 788699"/>
                <a:gd name="connsiteX65" fmla="*/ 306876 w 516735"/>
                <a:gd name="connsiteY65" fmla="*/ 664661 h 788699"/>
                <a:gd name="connsiteX66" fmla="*/ 331353 w 516735"/>
                <a:gd name="connsiteY66" fmla="*/ 602109 h 788699"/>
                <a:gd name="connsiteX67" fmla="*/ 336792 w 516735"/>
                <a:gd name="connsiteY67" fmla="*/ 544997 h 788699"/>
                <a:gd name="connsiteX68" fmla="*/ 336792 w 516735"/>
                <a:gd name="connsiteY68" fmla="*/ 498762 h 788699"/>
                <a:gd name="connsiteX69" fmla="*/ 336792 w 516735"/>
                <a:gd name="connsiteY69" fmla="*/ 490603 h 788699"/>
                <a:gd name="connsiteX70" fmla="*/ 320474 w 516735"/>
                <a:gd name="connsiteY70" fmla="*/ 477005 h 788699"/>
                <a:gd name="connsiteX71" fmla="*/ 282399 w 516735"/>
                <a:gd name="connsiteY71" fmla="*/ 479725 h 788699"/>
                <a:gd name="connsiteX72" fmla="*/ 252483 w 516735"/>
                <a:gd name="connsiteY72" fmla="*/ 474286 h 788699"/>
                <a:gd name="connsiteX73" fmla="*/ 247044 w 516735"/>
                <a:gd name="connsiteY73" fmla="*/ 466126 h 788699"/>
                <a:gd name="connsiteX74" fmla="*/ 249763 w 516735"/>
                <a:gd name="connsiteY74" fmla="*/ 457968 h 788699"/>
                <a:gd name="connsiteX75" fmla="*/ 268801 w 516735"/>
                <a:gd name="connsiteY75" fmla="*/ 447089 h 788699"/>
                <a:gd name="connsiteX76" fmla="*/ 312315 w 516735"/>
                <a:gd name="connsiteY76" fmla="*/ 436210 h 788699"/>
                <a:gd name="connsiteX77" fmla="*/ 353110 w 516735"/>
                <a:gd name="connsiteY77" fmla="*/ 430771 h 788699"/>
                <a:gd name="connsiteX78" fmla="*/ 385746 w 516735"/>
                <a:gd name="connsiteY78" fmla="*/ 430771 h 788699"/>
                <a:gd name="connsiteX79" fmla="*/ 437420 w 516735"/>
                <a:gd name="connsiteY79" fmla="*/ 428051 h 788699"/>
                <a:gd name="connsiteX80" fmla="*/ 464616 w 516735"/>
                <a:gd name="connsiteY80" fmla="*/ 436210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516735" h="788699">
                  <a:moveTo>
                    <a:pt x="464616" y="436210"/>
                  </a:moveTo>
                  <a:cubicBezTo>
                    <a:pt x="464616" y="447089"/>
                    <a:pt x="453738" y="452528"/>
                    <a:pt x="445578" y="455248"/>
                  </a:cubicBezTo>
                  <a:cubicBezTo>
                    <a:pt x="434700" y="460687"/>
                    <a:pt x="415662" y="463407"/>
                    <a:pt x="404783" y="466126"/>
                  </a:cubicBezTo>
                  <a:cubicBezTo>
                    <a:pt x="393905" y="466126"/>
                    <a:pt x="385746" y="468846"/>
                    <a:pt x="385746" y="479725"/>
                  </a:cubicBezTo>
                  <a:cubicBezTo>
                    <a:pt x="385746" y="487884"/>
                    <a:pt x="388466" y="506921"/>
                    <a:pt x="388466" y="512361"/>
                  </a:cubicBezTo>
                  <a:cubicBezTo>
                    <a:pt x="388466" y="515080"/>
                    <a:pt x="388466" y="539557"/>
                    <a:pt x="388466" y="544997"/>
                  </a:cubicBezTo>
                  <a:cubicBezTo>
                    <a:pt x="388466" y="550436"/>
                    <a:pt x="388466" y="558595"/>
                    <a:pt x="388466" y="566754"/>
                  </a:cubicBezTo>
                  <a:cubicBezTo>
                    <a:pt x="388466" y="591231"/>
                    <a:pt x="388466" y="621147"/>
                    <a:pt x="391185" y="632026"/>
                  </a:cubicBezTo>
                  <a:cubicBezTo>
                    <a:pt x="393905" y="653783"/>
                    <a:pt x="393905" y="661942"/>
                    <a:pt x="393905" y="683699"/>
                  </a:cubicBezTo>
                  <a:cubicBezTo>
                    <a:pt x="393905" y="694578"/>
                    <a:pt x="393905" y="724494"/>
                    <a:pt x="377587" y="724494"/>
                  </a:cubicBezTo>
                  <a:cubicBezTo>
                    <a:pt x="369428" y="724494"/>
                    <a:pt x="366708" y="721774"/>
                    <a:pt x="361269" y="719054"/>
                  </a:cubicBezTo>
                  <a:cubicBezTo>
                    <a:pt x="355830" y="716335"/>
                    <a:pt x="353110" y="708176"/>
                    <a:pt x="353110" y="702737"/>
                  </a:cubicBezTo>
                  <a:cubicBezTo>
                    <a:pt x="350390" y="694578"/>
                    <a:pt x="350390" y="689138"/>
                    <a:pt x="350390" y="686419"/>
                  </a:cubicBezTo>
                  <a:cubicBezTo>
                    <a:pt x="350390" y="678260"/>
                    <a:pt x="353110" y="672820"/>
                    <a:pt x="353110" y="659222"/>
                  </a:cubicBezTo>
                  <a:lnTo>
                    <a:pt x="353110" y="656502"/>
                  </a:lnTo>
                  <a:cubicBezTo>
                    <a:pt x="347671" y="675540"/>
                    <a:pt x="334073" y="694578"/>
                    <a:pt x="317754" y="708176"/>
                  </a:cubicBezTo>
                  <a:cubicBezTo>
                    <a:pt x="293278" y="727214"/>
                    <a:pt x="274240" y="735372"/>
                    <a:pt x="241604" y="735372"/>
                  </a:cubicBezTo>
                  <a:cubicBezTo>
                    <a:pt x="222566" y="735372"/>
                    <a:pt x="203529" y="732653"/>
                    <a:pt x="187211" y="727214"/>
                  </a:cubicBezTo>
                  <a:cubicBezTo>
                    <a:pt x="165454" y="719054"/>
                    <a:pt x="149136" y="708176"/>
                    <a:pt x="135537" y="694578"/>
                  </a:cubicBezTo>
                  <a:cubicBezTo>
                    <a:pt x="113780" y="672820"/>
                    <a:pt x="100182" y="648343"/>
                    <a:pt x="86583" y="621147"/>
                  </a:cubicBezTo>
                  <a:cubicBezTo>
                    <a:pt x="75705" y="599390"/>
                    <a:pt x="70266" y="580352"/>
                    <a:pt x="67546" y="555875"/>
                  </a:cubicBezTo>
                  <a:cubicBezTo>
                    <a:pt x="64826" y="539557"/>
                    <a:pt x="62107" y="525959"/>
                    <a:pt x="59387" y="509641"/>
                  </a:cubicBezTo>
                  <a:cubicBezTo>
                    <a:pt x="56667" y="493323"/>
                    <a:pt x="59387" y="485164"/>
                    <a:pt x="59387" y="468846"/>
                  </a:cubicBezTo>
                  <a:cubicBezTo>
                    <a:pt x="59387" y="414453"/>
                    <a:pt x="72985" y="362780"/>
                    <a:pt x="86583" y="302947"/>
                  </a:cubicBezTo>
                  <a:cubicBezTo>
                    <a:pt x="92023" y="275751"/>
                    <a:pt x="100182" y="248554"/>
                    <a:pt x="108341" y="224077"/>
                  </a:cubicBezTo>
                  <a:cubicBezTo>
                    <a:pt x="116500" y="196881"/>
                    <a:pt x="130098" y="169684"/>
                    <a:pt x="146416" y="145207"/>
                  </a:cubicBezTo>
                  <a:cubicBezTo>
                    <a:pt x="160014" y="123450"/>
                    <a:pt x="176332" y="101693"/>
                    <a:pt x="198090" y="85375"/>
                  </a:cubicBezTo>
                  <a:cubicBezTo>
                    <a:pt x="206249" y="77216"/>
                    <a:pt x="217127" y="71776"/>
                    <a:pt x="228006" y="69057"/>
                  </a:cubicBezTo>
                  <a:cubicBezTo>
                    <a:pt x="241604" y="63618"/>
                    <a:pt x="255202" y="58178"/>
                    <a:pt x="268801" y="58178"/>
                  </a:cubicBezTo>
                  <a:cubicBezTo>
                    <a:pt x="271520" y="58178"/>
                    <a:pt x="274240" y="58178"/>
                    <a:pt x="274240" y="58178"/>
                  </a:cubicBezTo>
                  <a:cubicBezTo>
                    <a:pt x="279679" y="58178"/>
                    <a:pt x="285119" y="58178"/>
                    <a:pt x="295997" y="60898"/>
                  </a:cubicBezTo>
                  <a:cubicBezTo>
                    <a:pt x="309595" y="63618"/>
                    <a:pt x="320474" y="66337"/>
                    <a:pt x="331353" y="71776"/>
                  </a:cubicBezTo>
                  <a:cubicBezTo>
                    <a:pt x="339512" y="77216"/>
                    <a:pt x="347671" y="85375"/>
                    <a:pt x="350390" y="93534"/>
                  </a:cubicBezTo>
                  <a:cubicBezTo>
                    <a:pt x="350390" y="88095"/>
                    <a:pt x="353110" y="79936"/>
                    <a:pt x="353110" y="74496"/>
                  </a:cubicBezTo>
                  <a:cubicBezTo>
                    <a:pt x="355830" y="71776"/>
                    <a:pt x="355830" y="69057"/>
                    <a:pt x="358549" y="63618"/>
                  </a:cubicBezTo>
                  <a:cubicBezTo>
                    <a:pt x="361269" y="60898"/>
                    <a:pt x="363989" y="58178"/>
                    <a:pt x="366708" y="58178"/>
                  </a:cubicBezTo>
                  <a:cubicBezTo>
                    <a:pt x="369428" y="58178"/>
                    <a:pt x="372148" y="60898"/>
                    <a:pt x="374867" y="63618"/>
                  </a:cubicBezTo>
                  <a:cubicBezTo>
                    <a:pt x="377587" y="69057"/>
                    <a:pt x="380307" y="77216"/>
                    <a:pt x="383027" y="82655"/>
                  </a:cubicBezTo>
                  <a:cubicBezTo>
                    <a:pt x="383027" y="90814"/>
                    <a:pt x="385746" y="107132"/>
                    <a:pt x="385746" y="126170"/>
                  </a:cubicBezTo>
                  <a:cubicBezTo>
                    <a:pt x="385746" y="150647"/>
                    <a:pt x="385746" y="177843"/>
                    <a:pt x="388466" y="186002"/>
                  </a:cubicBezTo>
                  <a:cubicBezTo>
                    <a:pt x="391185" y="207759"/>
                    <a:pt x="391185" y="215918"/>
                    <a:pt x="391185" y="237676"/>
                  </a:cubicBezTo>
                  <a:cubicBezTo>
                    <a:pt x="391185" y="248554"/>
                    <a:pt x="391185" y="278470"/>
                    <a:pt x="374867" y="278470"/>
                  </a:cubicBezTo>
                  <a:cubicBezTo>
                    <a:pt x="366708" y="278470"/>
                    <a:pt x="363989" y="275751"/>
                    <a:pt x="358549" y="273031"/>
                  </a:cubicBezTo>
                  <a:cubicBezTo>
                    <a:pt x="353110" y="270311"/>
                    <a:pt x="350390" y="262152"/>
                    <a:pt x="350390" y="256713"/>
                  </a:cubicBezTo>
                  <a:cubicBezTo>
                    <a:pt x="350390" y="251274"/>
                    <a:pt x="347671" y="245834"/>
                    <a:pt x="347671" y="240395"/>
                  </a:cubicBezTo>
                  <a:cubicBezTo>
                    <a:pt x="347671" y="232236"/>
                    <a:pt x="347671" y="224077"/>
                    <a:pt x="347671" y="213199"/>
                  </a:cubicBezTo>
                  <a:cubicBezTo>
                    <a:pt x="347671" y="207759"/>
                    <a:pt x="347671" y="199600"/>
                    <a:pt x="344951" y="194161"/>
                  </a:cubicBezTo>
                  <a:cubicBezTo>
                    <a:pt x="342232" y="180563"/>
                    <a:pt x="342232" y="164245"/>
                    <a:pt x="339512" y="150647"/>
                  </a:cubicBezTo>
                  <a:cubicBezTo>
                    <a:pt x="336792" y="137048"/>
                    <a:pt x="331353" y="123450"/>
                    <a:pt x="323194" y="112571"/>
                  </a:cubicBezTo>
                  <a:cubicBezTo>
                    <a:pt x="317754" y="104412"/>
                    <a:pt x="304156" y="101693"/>
                    <a:pt x="293278" y="101693"/>
                  </a:cubicBezTo>
                  <a:cubicBezTo>
                    <a:pt x="279679" y="101693"/>
                    <a:pt x="271520" y="109852"/>
                    <a:pt x="263361" y="120730"/>
                  </a:cubicBezTo>
                  <a:cubicBezTo>
                    <a:pt x="257922" y="131609"/>
                    <a:pt x="247044" y="139768"/>
                    <a:pt x="241604" y="153366"/>
                  </a:cubicBezTo>
                  <a:cubicBezTo>
                    <a:pt x="236165" y="166964"/>
                    <a:pt x="233445" y="180563"/>
                    <a:pt x="233445" y="194161"/>
                  </a:cubicBezTo>
                  <a:cubicBezTo>
                    <a:pt x="233445" y="207759"/>
                    <a:pt x="230725" y="218638"/>
                    <a:pt x="225286" y="232236"/>
                  </a:cubicBezTo>
                  <a:cubicBezTo>
                    <a:pt x="219847" y="245834"/>
                    <a:pt x="219847" y="262152"/>
                    <a:pt x="217127" y="275751"/>
                  </a:cubicBezTo>
                  <a:cubicBezTo>
                    <a:pt x="214407" y="289349"/>
                    <a:pt x="214407" y="302947"/>
                    <a:pt x="211688" y="316545"/>
                  </a:cubicBezTo>
                  <a:cubicBezTo>
                    <a:pt x="211688" y="330144"/>
                    <a:pt x="206249" y="341022"/>
                    <a:pt x="206249" y="354621"/>
                  </a:cubicBezTo>
                  <a:cubicBezTo>
                    <a:pt x="203529" y="368219"/>
                    <a:pt x="203529" y="381817"/>
                    <a:pt x="200809" y="398135"/>
                  </a:cubicBezTo>
                  <a:cubicBezTo>
                    <a:pt x="198090" y="411733"/>
                    <a:pt x="198090" y="425332"/>
                    <a:pt x="195370" y="438930"/>
                  </a:cubicBezTo>
                  <a:cubicBezTo>
                    <a:pt x="195370" y="449809"/>
                    <a:pt x="192650" y="463407"/>
                    <a:pt x="192650" y="474286"/>
                  </a:cubicBezTo>
                  <a:cubicBezTo>
                    <a:pt x="192650" y="490603"/>
                    <a:pt x="195370" y="509641"/>
                    <a:pt x="195370" y="525959"/>
                  </a:cubicBezTo>
                  <a:cubicBezTo>
                    <a:pt x="195370" y="550436"/>
                    <a:pt x="203529" y="572193"/>
                    <a:pt x="208968" y="596670"/>
                  </a:cubicBezTo>
                  <a:cubicBezTo>
                    <a:pt x="211688" y="604829"/>
                    <a:pt x="211688" y="615708"/>
                    <a:pt x="214407" y="623867"/>
                  </a:cubicBezTo>
                  <a:cubicBezTo>
                    <a:pt x="217127" y="634745"/>
                    <a:pt x="222566" y="645624"/>
                    <a:pt x="228006" y="656502"/>
                  </a:cubicBezTo>
                  <a:cubicBezTo>
                    <a:pt x="236165" y="670101"/>
                    <a:pt x="252483" y="689138"/>
                    <a:pt x="271520" y="689138"/>
                  </a:cubicBezTo>
                  <a:cubicBezTo>
                    <a:pt x="287838" y="689138"/>
                    <a:pt x="298717" y="675540"/>
                    <a:pt x="306876" y="664661"/>
                  </a:cubicBezTo>
                  <a:cubicBezTo>
                    <a:pt x="320474" y="645624"/>
                    <a:pt x="325914" y="623867"/>
                    <a:pt x="331353" y="602109"/>
                  </a:cubicBezTo>
                  <a:cubicBezTo>
                    <a:pt x="334073" y="583072"/>
                    <a:pt x="336792" y="564034"/>
                    <a:pt x="336792" y="544997"/>
                  </a:cubicBezTo>
                  <a:cubicBezTo>
                    <a:pt x="336792" y="531398"/>
                    <a:pt x="336792" y="512361"/>
                    <a:pt x="336792" y="498762"/>
                  </a:cubicBezTo>
                  <a:cubicBezTo>
                    <a:pt x="336792" y="496043"/>
                    <a:pt x="336792" y="493323"/>
                    <a:pt x="336792" y="490603"/>
                  </a:cubicBezTo>
                  <a:cubicBezTo>
                    <a:pt x="336792" y="479725"/>
                    <a:pt x="336792" y="477005"/>
                    <a:pt x="320474" y="477005"/>
                  </a:cubicBezTo>
                  <a:cubicBezTo>
                    <a:pt x="309595" y="477005"/>
                    <a:pt x="295997" y="479725"/>
                    <a:pt x="282399" y="479725"/>
                  </a:cubicBezTo>
                  <a:cubicBezTo>
                    <a:pt x="271520" y="479725"/>
                    <a:pt x="260642" y="479725"/>
                    <a:pt x="252483" y="474286"/>
                  </a:cubicBezTo>
                  <a:cubicBezTo>
                    <a:pt x="249763" y="471566"/>
                    <a:pt x="247044" y="468846"/>
                    <a:pt x="247044" y="466126"/>
                  </a:cubicBezTo>
                  <a:cubicBezTo>
                    <a:pt x="247044" y="463407"/>
                    <a:pt x="247044" y="460687"/>
                    <a:pt x="249763" y="457968"/>
                  </a:cubicBezTo>
                  <a:cubicBezTo>
                    <a:pt x="255202" y="452528"/>
                    <a:pt x="260642" y="449809"/>
                    <a:pt x="268801" y="447089"/>
                  </a:cubicBezTo>
                  <a:cubicBezTo>
                    <a:pt x="282399" y="441650"/>
                    <a:pt x="295997" y="438930"/>
                    <a:pt x="312315" y="436210"/>
                  </a:cubicBezTo>
                  <a:cubicBezTo>
                    <a:pt x="325914" y="433491"/>
                    <a:pt x="339512" y="433491"/>
                    <a:pt x="353110" y="430771"/>
                  </a:cubicBezTo>
                  <a:cubicBezTo>
                    <a:pt x="363989" y="430771"/>
                    <a:pt x="374867" y="430771"/>
                    <a:pt x="385746" y="430771"/>
                  </a:cubicBezTo>
                  <a:cubicBezTo>
                    <a:pt x="402064" y="430771"/>
                    <a:pt x="426541" y="428051"/>
                    <a:pt x="437420" y="428051"/>
                  </a:cubicBezTo>
                  <a:cubicBezTo>
                    <a:pt x="451018" y="422612"/>
                    <a:pt x="464616" y="425332"/>
                    <a:pt x="464616" y="436210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C909F6E8-DEAA-40C5-A466-3C2C305FF26A}"/>
                </a:ext>
              </a:extLst>
            </p:cNvPr>
            <p:cNvSpPr/>
            <p:nvPr/>
          </p:nvSpPr>
          <p:spPr bwMode="black">
            <a:xfrm>
              <a:off x="9053923" y="4178559"/>
              <a:ext cx="625521" cy="788700"/>
            </a:xfrm>
            <a:custGeom>
              <a:avLst/>
              <a:gdLst>
                <a:gd name="connsiteX0" fmla="*/ 536838 w 625521"/>
                <a:gd name="connsiteY0" fmla="*/ 680979 h 788699"/>
                <a:gd name="connsiteX1" fmla="*/ 574913 w 625521"/>
                <a:gd name="connsiteY1" fmla="*/ 697297 h 788699"/>
                <a:gd name="connsiteX2" fmla="*/ 566755 w 625521"/>
                <a:gd name="connsiteY2" fmla="*/ 713615 h 788699"/>
                <a:gd name="connsiteX3" fmla="*/ 550437 w 625521"/>
                <a:gd name="connsiteY3" fmla="*/ 721774 h 788699"/>
                <a:gd name="connsiteX4" fmla="*/ 528680 w 625521"/>
                <a:gd name="connsiteY4" fmla="*/ 724494 h 788699"/>
                <a:gd name="connsiteX5" fmla="*/ 417174 w 625521"/>
                <a:gd name="connsiteY5" fmla="*/ 724494 h 788699"/>
                <a:gd name="connsiteX6" fmla="*/ 398136 w 625521"/>
                <a:gd name="connsiteY6" fmla="*/ 724494 h 788699"/>
                <a:gd name="connsiteX7" fmla="*/ 373659 w 625521"/>
                <a:gd name="connsiteY7" fmla="*/ 724494 h 788699"/>
                <a:gd name="connsiteX8" fmla="*/ 346462 w 625521"/>
                <a:gd name="connsiteY8" fmla="*/ 719054 h 788699"/>
                <a:gd name="connsiteX9" fmla="*/ 330144 w 625521"/>
                <a:gd name="connsiteY9" fmla="*/ 702737 h 788699"/>
                <a:gd name="connsiteX10" fmla="*/ 335584 w 625521"/>
                <a:gd name="connsiteY10" fmla="*/ 694578 h 788699"/>
                <a:gd name="connsiteX11" fmla="*/ 357341 w 625521"/>
                <a:gd name="connsiteY11" fmla="*/ 686419 h 788699"/>
                <a:gd name="connsiteX12" fmla="*/ 395416 w 625521"/>
                <a:gd name="connsiteY12" fmla="*/ 680979 h 788699"/>
                <a:gd name="connsiteX13" fmla="*/ 381817 w 625521"/>
                <a:gd name="connsiteY13" fmla="*/ 656502 h 788699"/>
                <a:gd name="connsiteX14" fmla="*/ 379098 w 625521"/>
                <a:gd name="connsiteY14" fmla="*/ 585791 h 788699"/>
                <a:gd name="connsiteX15" fmla="*/ 379098 w 625521"/>
                <a:gd name="connsiteY15" fmla="*/ 517800 h 788699"/>
                <a:gd name="connsiteX16" fmla="*/ 379098 w 625521"/>
                <a:gd name="connsiteY16" fmla="*/ 474286 h 788699"/>
                <a:gd name="connsiteX17" fmla="*/ 379098 w 625521"/>
                <a:gd name="connsiteY17" fmla="*/ 430771 h 788699"/>
                <a:gd name="connsiteX18" fmla="*/ 381817 w 625521"/>
                <a:gd name="connsiteY18" fmla="*/ 411733 h 788699"/>
                <a:gd name="connsiteX19" fmla="*/ 379098 w 625521"/>
                <a:gd name="connsiteY19" fmla="*/ 400855 h 788699"/>
                <a:gd name="connsiteX20" fmla="*/ 370939 w 625521"/>
                <a:gd name="connsiteY20" fmla="*/ 398135 h 788699"/>
                <a:gd name="connsiteX21" fmla="*/ 338304 w 625521"/>
                <a:gd name="connsiteY21" fmla="*/ 400855 h 788699"/>
                <a:gd name="connsiteX22" fmla="*/ 289349 w 625521"/>
                <a:gd name="connsiteY22" fmla="*/ 403575 h 788699"/>
                <a:gd name="connsiteX23" fmla="*/ 264872 w 625521"/>
                <a:gd name="connsiteY23" fmla="*/ 400855 h 788699"/>
                <a:gd name="connsiteX24" fmla="*/ 259433 w 625521"/>
                <a:gd name="connsiteY24" fmla="*/ 406294 h 788699"/>
                <a:gd name="connsiteX25" fmla="*/ 259433 w 625521"/>
                <a:gd name="connsiteY25" fmla="*/ 425332 h 788699"/>
                <a:gd name="connsiteX26" fmla="*/ 259433 w 625521"/>
                <a:gd name="connsiteY26" fmla="*/ 449809 h 788699"/>
                <a:gd name="connsiteX27" fmla="*/ 259433 w 625521"/>
                <a:gd name="connsiteY27" fmla="*/ 471566 h 788699"/>
                <a:gd name="connsiteX28" fmla="*/ 259433 w 625521"/>
                <a:gd name="connsiteY28" fmla="*/ 504202 h 788699"/>
                <a:gd name="connsiteX29" fmla="*/ 259433 w 625521"/>
                <a:gd name="connsiteY29" fmla="*/ 509641 h 788699"/>
                <a:gd name="connsiteX30" fmla="*/ 256714 w 625521"/>
                <a:gd name="connsiteY30" fmla="*/ 542277 h 788699"/>
                <a:gd name="connsiteX31" fmla="*/ 256714 w 625521"/>
                <a:gd name="connsiteY31" fmla="*/ 577632 h 788699"/>
                <a:gd name="connsiteX32" fmla="*/ 256714 w 625521"/>
                <a:gd name="connsiteY32" fmla="*/ 612988 h 788699"/>
                <a:gd name="connsiteX33" fmla="*/ 253994 w 625521"/>
                <a:gd name="connsiteY33" fmla="*/ 656502 h 788699"/>
                <a:gd name="connsiteX34" fmla="*/ 256714 w 625521"/>
                <a:gd name="connsiteY34" fmla="*/ 678260 h 788699"/>
                <a:gd name="connsiteX35" fmla="*/ 286629 w 625521"/>
                <a:gd name="connsiteY35" fmla="*/ 694578 h 788699"/>
                <a:gd name="connsiteX36" fmla="*/ 281191 w 625521"/>
                <a:gd name="connsiteY36" fmla="*/ 710895 h 788699"/>
                <a:gd name="connsiteX37" fmla="*/ 264872 w 625521"/>
                <a:gd name="connsiteY37" fmla="*/ 719054 h 788699"/>
                <a:gd name="connsiteX38" fmla="*/ 243116 w 625521"/>
                <a:gd name="connsiteY38" fmla="*/ 721774 h 788699"/>
                <a:gd name="connsiteX39" fmla="*/ 243116 w 625521"/>
                <a:gd name="connsiteY39" fmla="*/ 721774 h 788699"/>
                <a:gd name="connsiteX40" fmla="*/ 232236 w 625521"/>
                <a:gd name="connsiteY40" fmla="*/ 727214 h 788699"/>
                <a:gd name="connsiteX41" fmla="*/ 224078 w 625521"/>
                <a:gd name="connsiteY41" fmla="*/ 735372 h 788699"/>
                <a:gd name="connsiteX42" fmla="*/ 213199 w 625521"/>
                <a:gd name="connsiteY42" fmla="*/ 738092 h 788699"/>
                <a:gd name="connsiteX43" fmla="*/ 183283 w 625521"/>
                <a:gd name="connsiteY43" fmla="*/ 727214 h 788699"/>
                <a:gd name="connsiteX44" fmla="*/ 175124 w 625521"/>
                <a:gd name="connsiteY44" fmla="*/ 719054 h 788699"/>
                <a:gd name="connsiteX45" fmla="*/ 145208 w 625521"/>
                <a:gd name="connsiteY45" fmla="*/ 719054 h 788699"/>
                <a:gd name="connsiteX46" fmla="*/ 126170 w 625521"/>
                <a:gd name="connsiteY46" fmla="*/ 719054 h 788699"/>
                <a:gd name="connsiteX47" fmla="*/ 101693 w 625521"/>
                <a:gd name="connsiteY47" fmla="*/ 719054 h 788699"/>
                <a:gd name="connsiteX48" fmla="*/ 74496 w 625521"/>
                <a:gd name="connsiteY48" fmla="*/ 713615 h 788699"/>
                <a:gd name="connsiteX49" fmla="*/ 58178 w 625521"/>
                <a:gd name="connsiteY49" fmla="*/ 697297 h 788699"/>
                <a:gd name="connsiteX50" fmla="*/ 63618 w 625521"/>
                <a:gd name="connsiteY50" fmla="*/ 689138 h 788699"/>
                <a:gd name="connsiteX51" fmla="*/ 85375 w 625521"/>
                <a:gd name="connsiteY51" fmla="*/ 680979 h 788699"/>
                <a:gd name="connsiteX52" fmla="*/ 131609 w 625521"/>
                <a:gd name="connsiteY52" fmla="*/ 675540 h 788699"/>
                <a:gd name="connsiteX53" fmla="*/ 131609 w 625521"/>
                <a:gd name="connsiteY53" fmla="*/ 667381 h 788699"/>
                <a:gd name="connsiteX54" fmla="*/ 131609 w 625521"/>
                <a:gd name="connsiteY54" fmla="*/ 651063 h 788699"/>
                <a:gd name="connsiteX55" fmla="*/ 131609 w 625521"/>
                <a:gd name="connsiteY55" fmla="*/ 618427 h 788699"/>
                <a:gd name="connsiteX56" fmla="*/ 131609 w 625521"/>
                <a:gd name="connsiteY56" fmla="*/ 580352 h 788699"/>
                <a:gd name="connsiteX57" fmla="*/ 131609 w 625521"/>
                <a:gd name="connsiteY57" fmla="*/ 531398 h 788699"/>
                <a:gd name="connsiteX58" fmla="*/ 131609 w 625521"/>
                <a:gd name="connsiteY58" fmla="*/ 466126 h 788699"/>
                <a:gd name="connsiteX59" fmla="*/ 131609 w 625521"/>
                <a:gd name="connsiteY59" fmla="*/ 422612 h 788699"/>
                <a:gd name="connsiteX60" fmla="*/ 131609 w 625521"/>
                <a:gd name="connsiteY60" fmla="*/ 411733 h 788699"/>
                <a:gd name="connsiteX61" fmla="*/ 131609 w 625521"/>
                <a:gd name="connsiteY61" fmla="*/ 398135 h 788699"/>
                <a:gd name="connsiteX62" fmla="*/ 126170 w 625521"/>
                <a:gd name="connsiteY62" fmla="*/ 389976 h 788699"/>
                <a:gd name="connsiteX63" fmla="*/ 101693 w 625521"/>
                <a:gd name="connsiteY63" fmla="*/ 387257 h 788699"/>
                <a:gd name="connsiteX64" fmla="*/ 77216 w 625521"/>
                <a:gd name="connsiteY64" fmla="*/ 376378 h 788699"/>
                <a:gd name="connsiteX65" fmla="*/ 82655 w 625521"/>
                <a:gd name="connsiteY65" fmla="*/ 368219 h 788699"/>
                <a:gd name="connsiteX66" fmla="*/ 98973 w 625521"/>
                <a:gd name="connsiteY66" fmla="*/ 360060 h 788699"/>
                <a:gd name="connsiteX67" fmla="*/ 118011 w 625521"/>
                <a:gd name="connsiteY67" fmla="*/ 357340 h 788699"/>
                <a:gd name="connsiteX68" fmla="*/ 131609 w 625521"/>
                <a:gd name="connsiteY68" fmla="*/ 351901 h 788699"/>
                <a:gd name="connsiteX69" fmla="*/ 131609 w 625521"/>
                <a:gd name="connsiteY69" fmla="*/ 343742 h 788699"/>
                <a:gd name="connsiteX70" fmla="*/ 131609 w 625521"/>
                <a:gd name="connsiteY70" fmla="*/ 270311 h 788699"/>
                <a:gd name="connsiteX71" fmla="*/ 137048 w 625521"/>
                <a:gd name="connsiteY71" fmla="*/ 145207 h 788699"/>
                <a:gd name="connsiteX72" fmla="*/ 139768 w 625521"/>
                <a:gd name="connsiteY72" fmla="*/ 123450 h 788699"/>
                <a:gd name="connsiteX73" fmla="*/ 123450 w 625521"/>
                <a:gd name="connsiteY73" fmla="*/ 123450 h 788699"/>
                <a:gd name="connsiteX74" fmla="*/ 118011 w 625521"/>
                <a:gd name="connsiteY74" fmla="*/ 123450 h 788699"/>
                <a:gd name="connsiteX75" fmla="*/ 101693 w 625521"/>
                <a:gd name="connsiteY75" fmla="*/ 123450 h 788699"/>
                <a:gd name="connsiteX76" fmla="*/ 74496 w 625521"/>
                <a:gd name="connsiteY76" fmla="*/ 118011 h 788699"/>
                <a:gd name="connsiteX77" fmla="*/ 58178 w 625521"/>
                <a:gd name="connsiteY77" fmla="*/ 101693 h 788699"/>
                <a:gd name="connsiteX78" fmla="*/ 63618 w 625521"/>
                <a:gd name="connsiteY78" fmla="*/ 93534 h 788699"/>
                <a:gd name="connsiteX79" fmla="*/ 85375 w 625521"/>
                <a:gd name="connsiteY79" fmla="*/ 85375 h 788699"/>
                <a:gd name="connsiteX80" fmla="*/ 137048 w 625521"/>
                <a:gd name="connsiteY80" fmla="*/ 82655 h 788699"/>
                <a:gd name="connsiteX81" fmla="*/ 147927 w 625521"/>
                <a:gd name="connsiteY81" fmla="*/ 82655 h 788699"/>
                <a:gd name="connsiteX82" fmla="*/ 186003 w 625521"/>
                <a:gd name="connsiteY82" fmla="*/ 58178 h 788699"/>
                <a:gd name="connsiteX83" fmla="*/ 226797 w 625521"/>
                <a:gd name="connsiteY83" fmla="*/ 79936 h 788699"/>
                <a:gd name="connsiteX84" fmla="*/ 253994 w 625521"/>
                <a:gd name="connsiteY84" fmla="*/ 79936 h 788699"/>
                <a:gd name="connsiteX85" fmla="*/ 294789 w 625521"/>
                <a:gd name="connsiteY85" fmla="*/ 96253 h 788699"/>
                <a:gd name="connsiteX86" fmla="*/ 283910 w 625521"/>
                <a:gd name="connsiteY86" fmla="*/ 112571 h 788699"/>
                <a:gd name="connsiteX87" fmla="*/ 267592 w 625521"/>
                <a:gd name="connsiteY87" fmla="*/ 120730 h 788699"/>
                <a:gd name="connsiteX88" fmla="*/ 245835 w 625521"/>
                <a:gd name="connsiteY88" fmla="*/ 123450 h 788699"/>
                <a:gd name="connsiteX89" fmla="*/ 237676 w 625521"/>
                <a:gd name="connsiteY89" fmla="*/ 123450 h 788699"/>
                <a:gd name="connsiteX90" fmla="*/ 240396 w 625521"/>
                <a:gd name="connsiteY90" fmla="*/ 128889 h 788699"/>
                <a:gd name="connsiteX91" fmla="*/ 251274 w 625521"/>
                <a:gd name="connsiteY91" fmla="*/ 177843 h 788699"/>
                <a:gd name="connsiteX92" fmla="*/ 256714 w 625521"/>
                <a:gd name="connsiteY92" fmla="*/ 226797 h 788699"/>
                <a:gd name="connsiteX93" fmla="*/ 262153 w 625521"/>
                <a:gd name="connsiteY93" fmla="*/ 273031 h 788699"/>
                <a:gd name="connsiteX94" fmla="*/ 262153 w 625521"/>
                <a:gd name="connsiteY94" fmla="*/ 289349 h 788699"/>
                <a:gd name="connsiteX95" fmla="*/ 262153 w 625521"/>
                <a:gd name="connsiteY95" fmla="*/ 297508 h 788699"/>
                <a:gd name="connsiteX96" fmla="*/ 264872 w 625521"/>
                <a:gd name="connsiteY96" fmla="*/ 321985 h 788699"/>
                <a:gd name="connsiteX97" fmla="*/ 270312 w 625521"/>
                <a:gd name="connsiteY97" fmla="*/ 335583 h 788699"/>
                <a:gd name="connsiteX98" fmla="*/ 270312 w 625521"/>
                <a:gd name="connsiteY98" fmla="*/ 338303 h 788699"/>
                <a:gd name="connsiteX99" fmla="*/ 270312 w 625521"/>
                <a:gd name="connsiteY99" fmla="*/ 346462 h 788699"/>
                <a:gd name="connsiteX100" fmla="*/ 278471 w 625521"/>
                <a:gd name="connsiteY100" fmla="*/ 354621 h 788699"/>
                <a:gd name="connsiteX101" fmla="*/ 338304 w 625521"/>
                <a:gd name="connsiteY101" fmla="*/ 349181 h 788699"/>
                <a:gd name="connsiteX102" fmla="*/ 365500 w 625521"/>
                <a:gd name="connsiteY102" fmla="*/ 349181 h 788699"/>
                <a:gd name="connsiteX103" fmla="*/ 381817 w 625521"/>
                <a:gd name="connsiteY103" fmla="*/ 349181 h 788699"/>
                <a:gd name="connsiteX104" fmla="*/ 392697 w 625521"/>
                <a:gd name="connsiteY104" fmla="*/ 338303 h 788699"/>
                <a:gd name="connsiteX105" fmla="*/ 389977 w 625521"/>
                <a:gd name="connsiteY105" fmla="*/ 313826 h 788699"/>
                <a:gd name="connsiteX106" fmla="*/ 392697 w 625521"/>
                <a:gd name="connsiteY106" fmla="*/ 262152 h 788699"/>
                <a:gd name="connsiteX107" fmla="*/ 395416 w 625521"/>
                <a:gd name="connsiteY107" fmla="*/ 224077 h 788699"/>
                <a:gd name="connsiteX108" fmla="*/ 398136 w 625521"/>
                <a:gd name="connsiteY108" fmla="*/ 177843 h 788699"/>
                <a:gd name="connsiteX109" fmla="*/ 395416 w 625521"/>
                <a:gd name="connsiteY109" fmla="*/ 153366 h 788699"/>
                <a:gd name="connsiteX110" fmla="*/ 395416 w 625521"/>
                <a:gd name="connsiteY110" fmla="*/ 137048 h 788699"/>
                <a:gd name="connsiteX111" fmla="*/ 379098 w 625521"/>
                <a:gd name="connsiteY111" fmla="*/ 137048 h 788699"/>
                <a:gd name="connsiteX112" fmla="*/ 351902 w 625521"/>
                <a:gd name="connsiteY112" fmla="*/ 131609 h 788699"/>
                <a:gd name="connsiteX113" fmla="*/ 338304 w 625521"/>
                <a:gd name="connsiteY113" fmla="*/ 115291 h 788699"/>
                <a:gd name="connsiteX114" fmla="*/ 343742 w 625521"/>
                <a:gd name="connsiteY114" fmla="*/ 107132 h 788699"/>
                <a:gd name="connsiteX115" fmla="*/ 362780 w 625521"/>
                <a:gd name="connsiteY115" fmla="*/ 98973 h 788699"/>
                <a:gd name="connsiteX116" fmla="*/ 395416 w 625521"/>
                <a:gd name="connsiteY116" fmla="*/ 96253 h 788699"/>
                <a:gd name="connsiteX117" fmla="*/ 403575 w 625521"/>
                <a:gd name="connsiteY117" fmla="*/ 90814 h 788699"/>
                <a:gd name="connsiteX118" fmla="*/ 422612 w 625521"/>
                <a:gd name="connsiteY118" fmla="*/ 88095 h 788699"/>
                <a:gd name="connsiteX119" fmla="*/ 428052 w 625521"/>
                <a:gd name="connsiteY119" fmla="*/ 88095 h 788699"/>
                <a:gd name="connsiteX120" fmla="*/ 447090 w 625521"/>
                <a:gd name="connsiteY120" fmla="*/ 90814 h 788699"/>
                <a:gd name="connsiteX121" fmla="*/ 455249 w 625521"/>
                <a:gd name="connsiteY121" fmla="*/ 96253 h 788699"/>
                <a:gd name="connsiteX122" fmla="*/ 525960 w 625521"/>
                <a:gd name="connsiteY122" fmla="*/ 93534 h 788699"/>
                <a:gd name="connsiteX123" fmla="*/ 561315 w 625521"/>
                <a:gd name="connsiteY123" fmla="*/ 109852 h 788699"/>
                <a:gd name="connsiteX124" fmla="*/ 555876 w 625521"/>
                <a:gd name="connsiteY124" fmla="*/ 126170 h 788699"/>
                <a:gd name="connsiteX125" fmla="*/ 539558 w 625521"/>
                <a:gd name="connsiteY125" fmla="*/ 134329 h 788699"/>
                <a:gd name="connsiteX126" fmla="*/ 517800 w 625521"/>
                <a:gd name="connsiteY126" fmla="*/ 137048 h 788699"/>
                <a:gd name="connsiteX127" fmla="*/ 477006 w 625521"/>
                <a:gd name="connsiteY127" fmla="*/ 137048 h 788699"/>
                <a:gd name="connsiteX128" fmla="*/ 485165 w 625521"/>
                <a:gd name="connsiteY128" fmla="*/ 161525 h 788699"/>
                <a:gd name="connsiteX129" fmla="*/ 496043 w 625521"/>
                <a:gd name="connsiteY129" fmla="*/ 210479 h 788699"/>
                <a:gd name="connsiteX130" fmla="*/ 501483 w 625521"/>
                <a:gd name="connsiteY130" fmla="*/ 251274 h 788699"/>
                <a:gd name="connsiteX131" fmla="*/ 506922 w 625521"/>
                <a:gd name="connsiteY131" fmla="*/ 292069 h 788699"/>
                <a:gd name="connsiteX132" fmla="*/ 506922 w 625521"/>
                <a:gd name="connsiteY132" fmla="*/ 321985 h 788699"/>
                <a:gd name="connsiteX133" fmla="*/ 509642 w 625521"/>
                <a:gd name="connsiteY133" fmla="*/ 341022 h 788699"/>
                <a:gd name="connsiteX134" fmla="*/ 509642 w 625521"/>
                <a:gd name="connsiteY134" fmla="*/ 343742 h 788699"/>
                <a:gd name="connsiteX135" fmla="*/ 517800 w 625521"/>
                <a:gd name="connsiteY135" fmla="*/ 349181 h 788699"/>
                <a:gd name="connsiteX136" fmla="*/ 528680 w 625521"/>
                <a:gd name="connsiteY136" fmla="*/ 349181 h 788699"/>
                <a:gd name="connsiteX137" fmla="*/ 550437 w 625521"/>
                <a:gd name="connsiteY137" fmla="*/ 357340 h 788699"/>
                <a:gd name="connsiteX138" fmla="*/ 550437 w 625521"/>
                <a:gd name="connsiteY138" fmla="*/ 362780 h 788699"/>
                <a:gd name="connsiteX139" fmla="*/ 534119 w 625521"/>
                <a:gd name="connsiteY139" fmla="*/ 384537 h 788699"/>
                <a:gd name="connsiteX140" fmla="*/ 520520 w 625521"/>
                <a:gd name="connsiteY140" fmla="*/ 389976 h 788699"/>
                <a:gd name="connsiteX141" fmla="*/ 512362 w 625521"/>
                <a:gd name="connsiteY141" fmla="*/ 395415 h 788699"/>
                <a:gd name="connsiteX142" fmla="*/ 512362 w 625521"/>
                <a:gd name="connsiteY142" fmla="*/ 398135 h 788699"/>
                <a:gd name="connsiteX143" fmla="*/ 512362 w 625521"/>
                <a:gd name="connsiteY143" fmla="*/ 409014 h 788699"/>
                <a:gd name="connsiteX144" fmla="*/ 512362 w 625521"/>
                <a:gd name="connsiteY144" fmla="*/ 414453 h 788699"/>
                <a:gd name="connsiteX145" fmla="*/ 512362 w 625521"/>
                <a:gd name="connsiteY145" fmla="*/ 438930 h 788699"/>
                <a:gd name="connsiteX146" fmla="*/ 515081 w 625521"/>
                <a:gd name="connsiteY146" fmla="*/ 504202 h 788699"/>
                <a:gd name="connsiteX147" fmla="*/ 520520 w 625521"/>
                <a:gd name="connsiteY147" fmla="*/ 572193 h 788699"/>
                <a:gd name="connsiteX148" fmla="*/ 517800 w 625521"/>
                <a:gd name="connsiteY148" fmla="*/ 604829 h 788699"/>
                <a:gd name="connsiteX149" fmla="*/ 512362 w 625521"/>
                <a:gd name="connsiteY149" fmla="*/ 661942 h 788699"/>
                <a:gd name="connsiteX150" fmla="*/ 509642 w 625521"/>
                <a:gd name="connsiteY150" fmla="*/ 670101 h 788699"/>
                <a:gd name="connsiteX151" fmla="*/ 512362 w 625521"/>
                <a:gd name="connsiteY151" fmla="*/ 680979 h 788699"/>
                <a:gd name="connsiteX152" fmla="*/ 512362 w 625521"/>
                <a:gd name="connsiteY152" fmla="*/ 686419 h 788699"/>
                <a:gd name="connsiteX153" fmla="*/ 536838 w 625521"/>
                <a:gd name="connsiteY153" fmla="*/ 680979 h 788699"/>
                <a:gd name="connsiteX154" fmla="*/ 536838 w 625521"/>
                <a:gd name="connsiteY154" fmla="*/ 680979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</a:cxnLst>
              <a:rect l="l" t="t" r="r" b="b"/>
              <a:pathLst>
                <a:path w="625521" h="788699">
                  <a:moveTo>
                    <a:pt x="536838" y="680979"/>
                  </a:moveTo>
                  <a:cubicBezTo>
                    <a:pt x="550437" y="680979"/>
                    <a:pt x="574913" y="680979"/>
                    <a:pt x="574913" y="697297"/>
                  </a:cubicBezTo>
                  <a:cubicBezTo>
                    <a:pt x="574913" y="705456"/>
                    <a:pt x="572194" y="708176"/>
                    <a:pt x="566755" y="713615"/>
                  </a:cubicBezTo>
                  <a:cubicBezTo>
                    <a:pt x="561315" y="719054"/>
                    <a:pt x="555876" y="721774"/>
                    <a:pt x="550437" y="721774"/>
                  </a:cubicBezTo>
                  <a:cubicBezTo>
                    <a:pt x="539558" y="724494"/>
                    <a:pt x="534119" y="724494"/>
                    <a:pt x="528680" y="724494"/>
                  </a:cubicBezTo>
                  <a:cubicBezTo>
                    <a:pt x="517800" y="724494"/>
                    <a:pt x="428052" y="724494"/>
                    <a:pt x="417174" y="724494"/>
                  </a:cubicBezTo>
                  <a:cubicBezTo>
                    <a:pt x="403575" y="724494"/>
                    <a:pt x="414454" y="724494"/>
                    <a:pt x="398136" y="724494"/>
                  </a:cubicBezTo>
                  <a:cubicBezTo>
                    <a:pt x="389977" y="724494"/>
                    <a:pt x="381817" y="724494"/>
                    <a:pt x="373659" y="724494"/>
                  </a:cubicBezTo>
                  <a:cubicBezTo>
                    <a:pt x="365500" y="724494"/>
                    <a:pt x="354621" y="721774"/>
                    <a:pt x="346462" y="719054"/>
                  </a:cubicBezTo>
                  <a:cubicBezTo>
                    <a:pt x="338304" y="716335"/>
                    <a:pt x="330144" y="708176"/>
                    <a:pt x="330144" y="702737"/>
                  </a:cubicBezTo>
                  <a:cubicBezTo>
                    <a:pt x="330144" y="700017"/>
                    <a:pt x="330144" y="697297"/>
                    <a:pt x="335584" y="694578"/>
                  </a:cubicBezTo>
                  <a:cubicBezTo>
                    <a:pt x="341023" y="691858"/>
                    <a:pt x="351902" y="689138"/>
                    <a:pt x="357341" y="686419"/>
                  </a:cubicBezTo>
                  <a:cubicBezTo>
                    <a:pt x="373659" y="683699"/>
                    <a:pt x="387257" y="680979"/>
                    <a:pt x="395416" y="680979"/>
                  </a:cubicBezTo>
                  <a:cubicBezTo>
                    <a:pt x="387257" y="675540"/>
                    <a:pt x="384537" y="670101"/>
                    <a:pt x="381817" y="656502"/>
                  </a:cubicBezTo>
                  <a:cubicBezTo>
                    <a:pt x="379098" y="632026"/>
                    <a:pt x="379098" y="610268"/>
                    <a:pt x="379098" y="585791"/>
                  </a:cubicBezTo>
                  <a:cubicBezTo>
                    <a:pt x="379098" y="564034"/>
                    <a:pt x="379098" y="542277"/>
                    <a:pt x="379098" y="517800"/>
                  </a:cubicBezTo>
                  <a:cubicBezTo>
                    <a:pt x="379098" y="504202"/>
                    <a:pt x="379098" y="487884"/>
                    <a:pt x="379098" y="474286"/>
                  </a:cubicBezTo>
                  <a:cubicBezTo>
                    <a:pt x="379098" y="457968"/>
                    <a:pt x="376379" y="444369"/>
                    <a:pt x="379098" y="430771"/>
                  </a:cubicBezTo>
                  <a:cubicBezTo>
                    <a:pt x="379098" y="425332"/>
                    <a:pt x="381817" y="417173"/>
                    <a:pt x="381817" y="411733"/>
                  </a:cubicBezTo>
                  <a:cubicBezTo>
                    <a:pt x="381817" y="406294"/>
                    <a:pt x="381817" y="403575"/>
                    <a:pt x="379098" y="400855"/>
                  </a:cubicBezTo>
                  <a:cubicBezTo>
                    <a:pt x="376379" y="400855"/>
                    <a:pt x="373659" y="398135"/>
                    <a:pt x="370939" y="398135"/>
                  </a:cubicBezTo>
                  <a:cubicBezTo>
                    <a:pt x="360061" y="398135"/>
                    <a:pt x="343742" y="400855"/>
                    <a:pt x="338304" y="400855"/>
                  </a:cubicBezTo>
                  <a:cubicBezTo>
                    <a:pt x="330144" y="400855"/>
                    <a:pt x="319266" y="403575"/>
                    <a:pt x="289349" y="403575"/>
                  </a:cubicBezTo>
                  <a:cubicBezTo>
                    <a:pt x="275751" y="403575"/>
                    <a:pt x="267592" y="400855"/>
                    <a:pt x="264872" y="400855"/>
                  </a:cubicBezTo>
                  <a:cubicBezTo>
                    <a:pt x="262153" y="400855"/>
                    <a:pt x="259433" y="400855"/>
                    <a:pt x="259433" y="406294"/>
                  </a:cubicBezTo>
                  <a:cubicBezTo>
                    <a:pt x="259433" y="414453"/>
                    <a:pt x="259433" y="419892"/>
                    <a:pt x="259433" y="425332"/>
                  </a:cubicBezTo>
                  <a:cubicBezTo>
                    <a:pt x="259433" y="433491"/>
                    <a:pt x="259433" y="441650"/>
                    <a:pt x="259433" y="449809"/>
                  </a:cubicBezTo>
                  <a:cubicBezTo>
                    <a:pt x="259433" y="457968"/>
                    <a:pt x="259433" y="463407"/>
                    <a:pt x="259433" y="471566"/>
                  </a:cubicBezTo>
                  <a:cubicBezTo>
                    <a:pt x="259433" y="482445"/>
                    <a:pt x="259433" y="493323"/>
                    <a:pt x="259433" y="504202"/>
                  </a:cubicBezTo>
                  <a:cubicBezTo>
                    <a:pt x="259433" y="506921"/>
                    <a:pt x="259433" y="506921"/>
                    <a:pt x="259433" y="509641"/>
                  </a:cubicBezTo>
                  <a:cubicBezTo>
                    <a:pt x="259433" y="520520"/>
                    <a:pt x="256714" y="531398"/>
                    <a:pt x="256714" y="542277"/>
                  </a:cubicBezTo>
                  <a:cubicBezTo>
                    <a:pt x="256714" y="553156"/>
                    <a:pt x="256714" y="566754"/>
                    <a:pt x="256714" y="577632"/>
                  </a:cubicBezTo>
                  <a:cubicBezTo>
                    <a:pt x="256714" y="588511"/>
                    <a:pt x="256714" y="599390"/>
                    <a:pt x="256714" y="612988"/>
                  </a:cubicBezTo>
                  <a:cubicBezTo>
                    <a:pt x="256714" y="629306"/>
                    <a:pt x="253994" y="642904"/>
                    <a:pt x="253994" y="656502"/>
                  </a:cubicBezTo>
                  <a:cubicBezTo>
                    <a:pt x="253994" y="664661"/>
                    <a:pt x="256714" y="672820"/>
                    <a:pt x="256714" y="678260"/>
                  </a:cubicBezTo>
                  <a:cubicBezTo>
                    <a:pt x="270312" y="678260"/>
                    <a:pt x="286629" y="680979"/>
                    <a:pt x="286629" y="694578"/>
                  </a:cubicBezTo>
                  <a:cubicBezTo>
                    <a:pt x="286629" y="702737"/>
                    <a:pt x="283910" y="705456"/>
                    <a:pt x="281191" y="710895"/>
                  </a:cubicBezTo>
                  <a:cubicBezTo>
                    <a:pt x="275751" y="716335"/>
                    <a:pt x="270312" y="719054"/>
                    <a:pt x="264872" y="719054"/>
                  </a:cubicBezTo>
                  <a:cubicBezTo>
                    <a:pt x="256714" y="721774"/>
                    <a:pt x="248554" y="721774"/>
                    <a:pt x="243116" y="721774"/>
                  </a:cubicBezTo>
                  <a:cubicBezTo>
                    <a:pt x="243116" y="721774"/>
                    <a:pt x="243116" y="721774"/>
                    <a:pt x="243116" y="721774"/>
                  </a:cubicBezTo>
                  <a:cubicBezTo>
                    <a:pt x="237676" y="724494"/>
                    <a:pt x="237676" y="724494"/>
                    <a:pt x="232236" y="727214"/>
                  </a:cubicBezTo>
                  <a:cubicBezTo>
                    <a:pt x="229517" y="729933"/>
                    <a:pt x="229517" y="732653"/>
                    <a:pt x="224078" y="735372"/>
                  </a:cubicBezTo>
                  <a:cubicBezTo>
                    <a:pt x="221358" y="738092"/>
                    <a:pt x="215919" y="738092"/>
                    <a:pt x="213199" y="738092"/>
                  </a:cubicBezTo>
                  <a:cubicBezTo>
                    <a:pt x="199601" y="738092"/>
                    <a:pt x="188722" y="735372"/>
                    <a:pt x="183283" y="727214"/>
                  </a:cubicBezTo>
                  <a:cubicBezTo>
                    <a:pt x="180563" y="724494"/>
                    <a:pt x="177843" y="721774"/>
                    <a:pt x="175124" y="719054"/>
                  </a:cubicBezTo>
                  <a:cubicBezTo>
                    <a:pt x="161526" y="719054"/>
                    <a:pt x="150646" y="719054"/>
                    <a:pt x="145208" y="719054"/>
                  </a:cubicBezTo>
                  <a:cubicBezTo>
                    <a:pt x="131609" y="719054"/>
                    <a:pt x="142488" y="719054"/>
                    <a:pt x="126170" y="719054"/>
                  </a:cubicBezTo>
                  <a:cubicBezTo>
                    <a:pt x="118011" y="719054"/>
                    <a:pt x="109852" y="719054"/>
                    <a:pt x="101693" y="719054"/>
                  </a:cubicBezTo>
                  <a:cubicBezTo>
                    <a:pt x="93534" y="719054"/>
                    <a:pt x="82655" y="719054"/>
                    <a:pt x="74496" y="713615"/>
                  </a:cubicBezTo>
                  <a:cubicBezTo>
                    <a:pt x="66338" y="710895"/>
                    <a:pt x="58178" y="702737"/>
                    <a:pt x="58178" y="697297"/>
                  </a:cubicBezTo>
                  <a:cubicBezTo>
                    <a:pt x="58178" y="694578"/>
                    <a:pt x="58178" y="691858"/>
                    <a:pt x="63618" y="689138"/>
                  </a:cubicBezTo>
                  <a:cubicBezTo>
                    <a:pt x="69057" y="686419"/>
                    <a:pt x="79936" y="683699"/>
                    <a:pt x="85375" y="680979"/>
                  </a:cubicBezTo>
                  <a:cubicBezTo>
                    <a:pt x="98973" y="678260"/>
                    <a:pt x="118011" y="678260"/>
                    <a:pt x="131609" y="675540"/>
                  </a:cubicBezTo>
                  <a:cubicBezTo>
                    <a:pt x="131609" y="672820"/>
                    <a:pt x="131609" y="670101"/>
                    <a:pt x="131609" y="667381"/>
                  </a:cubicBezTo>
                  <a:cubicBezTo>
                    <a:pt x="131609" y="661942"/>
                    <a:pt x="131609" y="656502"/>
                    <a:pt x="131609" y="651063"/>
                  </a:cubicBezTo>
                  <a:cubicBezTo>
                    <a:pt x="131609" y="640184"/>
                    <a:pt x="131609" y="629306"/>
                    <a:pt x="131609" y="618427"/>
                  </a:cubicBezTo>
                  <a:cubicBezTo>
                    <a:pt x="131609" y="604829"/>
                    <a:pt x="131609" y="593950"/>
                    <a:pt x="131609" y="580352"/>
                  </a:cubicBezTo>
                  <a:cubicBezTo>
                    <a:pt x="131609" y="564034"/>
                    <a:pt x="131609" y="547716"/>
                    <a:pt x="131609" y="531398"/>
                  </a:cubicBezTo>
                  <a:cubicBezTo>
                    <a:pt x="131609" y="509641"/>
                    <a:pt x="131609" y="487884"/>
                    <a:pt x="131609" y="466126"/>
                  </a:cubicBezTo>
                  <a:cubicBezTo>
                    <a:pt x="131609" y="452528"/>
                    <a:pt x="131609" y="436210"/>
                    <a:pt x="131609" y="422612"/>
                  </a:cubicBezTo>
                  <a:cubicBezTo>
                    <a:pt x="131609" y="419892"/>
                    <a:pt x="131609" y="414453"/>
                    <a:pt x="131609" y="411733"/>
                  </a:cubicBezTo>
                  <a:cubicBezTo>
                    <a:pt x="131609" y="409014"/>
                    <a:pt x="131609" y="400855"/>
                    <a:pt x="131609" y="398135"/>
                  </a:cubicBezTo>
                  <a:cubicBezTo>
                    <a:pt x="131609" y="392696"/>
                    <a:pt x="131609" y="392696"/>
                    <a:pt x="126170" y="389976"/>
                  </a:cubicBezTo>
                  <a:cubicBezTo>
                    <a:pt x="123450" y="389976"/>
                    <a:pt x="109852" y="387257"/>
                    <a:pt x="101693" y="387257"/>
                  </a:cubicBezTo>
                  <a:cubicBezTo>
                    <a:pt x="90814" y="384537"/>
                    <a:pt x="77216" y="381817"/>
                    <a:pt x="77216" y="376378"/>
                  </a:cubicBezTo>
                  <a:cubicBezTo>
                    <a:pt x="77216" y="373658"/>
                    <a:pt x="79936" y="370939"/>
                    <a:pt x="82655" y="368219"/>
                  </a:cubicBezTo>
                  <a:cubicBezTo>
                    <a:pt x="88095" y="365499"/>
                    <a:pt x="93534" y="362780"/>
                    <a:pt x="98973" y="360060"/>
                  </a:cubicBezTo>
                  <a:cubicBezTo>
                    <a:pt x="104413" y="360060"/>
                    <a:pt x="112571" y="357340"/>
                    <a:pt x="118011" y="357340"/>
                  </a:cubicBezTo>
                  <a:cubicBezTo>
                    <a:pt x="126170" y="354621"/>
                    <a:pt x="128890" y="357340"/>
                    <a:pt x="131609" y="351901"/>
                  </a:cubicBezTo>
                  <a:cubicBezTo>
                    <a:pt x="131609" y="349181"/>
                    <a:pt x="131609" y="346462"/>
                    <a:pt x="131609" y="343742"/>
                  </a:cubicBezTo>
                  <a:cubicBezTo>
                    <a:pt x="131609" y="319265"/>
                    <a:pt x="131609" y="294788"/>
                    <a:pt x="131609" y="270311"/>
                  </a:cubicBezTo>
                  <a:cubicBezTo>
                    <a:pt x="131609" y="226797"/>
                    <a:pt x="131609" y="186002"/>
                    <a:pt x="137048" y="145207"/>
                  </a:cubicBezTo>
                  <a:cubicBezTo>
                    <a:pt x="137048" y="139768"/>
                    <a:pt x="137048" y="131609"/>
                    <a:pt x="139768" y="123450"/>
                  </a:cubicBezTo>
                  <a:cubicBezTo>
                    <a:pt x="134329" y="123450"/>
                    <a:pt x="137048" y="123450"/>
                    <a:pt x="123450" y="123450"/>
                  </a:cubicBezTo>
                  <a:cubicBezTo>
                    <a:pt x="120731" y="123450"/>
                    <a:pt x="120731" y="123450"/>
                    <a:pt x="118011" y="123450"/>
                  </a:cubicBezTo>
                  <a:cubicBezTo>
                    <a:pt x="112571" y="123450"/>
                    <a:pt x="107133" y="123450"/>
                    <a:pt x="101693" y="123450"/>
                  </a:cubicBezTo>
                  <a:cubicBezTo>
                    <a:pt x="93534" y="123450"/>
                    <a:pt x="82655" y="120730"/>
                    <a:pt x="74496" y="118011"/>
                  </a:cubicBezTo>
                  <a:cubicBezTo>
                    <a:pt x="66338" y="115291"/>
                    <a:pt x="58178" y="107132"/>
                    <a:pt x="58178" y="101693"/>
                  </a:cubicBezTo>
                  <a:cubicBezTo>
                    <a:pt x="58178" y="98973"/>
                    <a:pt x="58178" y="96253"/>
                    <a:pt x="63618" y="93534"/>
                  </a:cubicBezTo>
                  <a:cubicBezTo>
                    <a:pt x="66338" y="90814"/>
                    <a:pt x="77216" y="88095"/>
                    <a:pt x="85375" y="85375"/>
                  </a:cubicBezTo>
                  <a:cubicBezTo>
                    <a:pt x="104413" y="82655"/>
                    <a:pt x="128890" y="82655"/>
                    <a:pt x="137048" y="82655"/>
                  </a:cubicBezTo>
                  <a:cubicBezTo>
                    <a:pt x="139768" y="82655"/>
                    <a:pt x="142488" y="82655"/>
                    <a:pt x="147927" y="82655"/>
                  </a:cubicBezTo>
                  <a:cubicBezTo>
                    <a:pt x="153366" y="69057"/>
                    <a:pt x="164245" y="58178"/>
                    <a:pt x="186003" y="58178"/>
                  </a:cubicBezTo>
                  <a:cubicBezTo>
                    <a:pt x="202321" y="58178"/>
                    <a:pt x="215919" y="66337"/>
                    <a:pt x="226797" y="79936"/>
                  </a:cubicBezTo>
                  <a:cubicBezTo>
                    <a:pt x="237676" y="79936"/>
                    <a:pt x="248554" y="79936"/>
                    <a:pt x="253994" y="79936"/>
                  </a:cubicBezTo>
                  <a:cubicBezTo>
                    <a:pt x="267592" y="79936"/>
                    <a:pt x="294789" y="79936"/>
                    <a:pt x="294789" y="96253"/>
                  </a:cubicBezTo>
                  <a:cubicBezTo>
                    <a:pt x="294789" y="104412"/>
                    <a:pt x="289349" y="107132"/>
                    <a:pt x="283910" y="112571"/>
                  </a:cubicBezTo>
                  <a:cubicBezTo>
                    <a:pt x="278471" y="118011"/>
                    <a:pt x="273031" y="120730"/>
                    <a:pt x="267592" y="120730"/>
                  </a:cubicBezTo>
                  <a:cubicBezTo>
                    <a:pt x="259433" y="123450"/>
                    <a:pt x="251274" y="123450"/>
                    <a:pt x="245835" y="123450"/>
                  </a:cubicBezTo>
                  <a:cubicBezTo>
                    <a:pt x="245835" y="123450"/>
                    <a:pt x="243116" y="123450"/>
                    <a:pt x="237676" y="123450"/>
                  </a:cubicBezTo>
                  <a:cubicBezTo>
                    <a:pt x="237676" y="126170"/>
                    <a:pt x="237676" y="126170"/>
                    <a:pt x="240396" y="128889"/>
                  </a:cubicBezTo>
                  <a:cubicBezTo>
                    <a:pt x="245835" y="145207"/>
                    <a:pt x="248554" y="161525"/>
                    <a:pt x="251274" y="177843"/>
                  </a:cubicBezTo>
                  <a:cubicBezTo>
                    <a:pt x="253994" y="194161"/>
                    <a:pt x="253994" y="210479"/>
                    <a:pt x="256714" y="226797"/>
                  </a:cubicBezTo>
                  <a:cubicBezTo>
                    <a:pt x="259433" y="243115"/>
                    <a:pt x="262153" y="256713"/>
                    <a:pt x="262153" y="273031"/>
                  </a:cubicBezTo>
                  <a:cubicBezTo>
                    <a:pt x="262153" y="278470"/>
                    <a:pt x="262153" y="283910"/>
                    <a:pt x="262153" y="289349"/>
                  </a:cubicBezTo>
                  <a:lnTo>
                    <a:pt x="262153" y="297508"/>
                  </a:lnTo>
                  <a:cubicBezTo>
                    <a:pt x="262153" y="305667"/>
                    <a:pt x="262153" y="313826"/>
                    <a:pt x="264872" y="321985"/>
                  </a:cubicBezTo>
                  <a:cubicBezTo>
                    <a:pt x="264872" y="327424"/>
                    <a:pt x="270312" y="330144"/>
                    <a:pt x="270312" y="335583"/>
                  </a:cubicBezTo>
                  <a:cubicBezTo>
                    <a:pt x="270312" y="335583"/>
                    <a:pt x="270312" y="338303"/>
                    <a:pt x="270312" y="338303"/>
                  </a:cubicBezTo>
                  <a:cubicBezTo>
                    <a:pt x="270312" y="341022"/>
                    <a:pt x="270312" y="343742"/>
                    <a:pt x="270312" y="346462"/>
                  </a:cubicBezTo>
                  <a:cubicBezTo>
                    <a:pt x="270312" y="351901"/>
                    <a:pt x="273031" y="354621"/>
                    <a:pt x="278471" y="354621"/>
                  </a:cubicBezTo>
                  <a:cubicBezTo>
                    <a:pt x="289349" y="354621"/>
                    <a:pt x="335584" y="351901"/>
                    <a:pt x="338304" y="349181"/>
                  </a:cubicBezTo>
                  <a:cubicBezTo>
                    <a:pt x="346462" y="349181"/>
                    <a:pt x="357341" y="349181"/>
                    <a:pt x="365500" y="349181"/>
                  </a:cubicBezTo>
                  <a:cubicBezTo>
                    <a:pt x="370939" y="349181"/>
                    <a:pt x="376379" y="349181"/>
                    <a:pt x="381817" y="349181"/>
                  </a:cubicBezTo>
                  <a:cubicBezTo>
                    <a:pt x="387257" y="349181"/>
                    <a:pt x="392697" y="346462"/>
                    <a:pt x="392697" y="338303"/>
                  </a:cubicBezTo>
                  <a:cubicBezTo>
                    <a:pt x="392697" y="330144"/>
                    <a:pt x="389977" y="316545"/>
                    <a:pt x="389977" y="313826"/>
                  </a:cubicBezTo>
                  <a:cubicBezTo>
                    <a:pt x="389977" y="294788"/>
                    <a:pt x="389977" y="278470"/>
                    <a:pt x="392697" y="262152"/>
                  </a:cubicBezTo>
                  <a:cubicBezTo>
                    <a:pt x="392697" y="259433"/>
                    <a:pt x="395416" y="243115"/>
                    <a:pt x="395416" y="224077"/>
                  </a:cubicBezTo>
                  <a:cubicBezTo>
                    <a:pt x="395416" y="207759"/>
                    <a:pt x="398136" y="188722"/>
                    <a:pt x="398136" y="177843"/>
                  </a:cubicBezTo>
                  <a:cubicBezTo>
                    <a:pt x="398136" y="169684"/>
                    <a:pt x="395416" y="158806"/>
                    <a:pt x="395416" y="153366"/>
                  </a:cubicBezTo>
                  <a:cubicBezTo>
                    <a:pt x="395416" y="145207"/>
                    <a:pt x="395416" y="142488"/>
                    <a:pt x="395416" y="137048"/>
                  </a:cubicBezTo>
                  <a:cubicBezTo>
                    <a:pt x="389977" y="137048"/>
                    <a:pt x="384537" y="137048"/>
                    <a:pt x="379098" y="137048"/>
                  </a:cubicBezTo>
                  <a:cubicBezTo>
                    <a:pt x="370939" y="137048"/>
                    <a:pt x="360061" y="134329"/>
                    <a:pt x="351902" y="131609"/>
                  </a:cubicBezTo>
                  <a:cubicBezTo>
                    <a:pt x="343742" y="128889"/>
                    <a:pt x="338304" y="120730"/>
                    <a:pt x="338304" y="115291"/>
                  </a:cubicBezTo>
                  <a:cubicBezTo>
                    <a:pt x="338304" y="112571"/>
                    <a:pt x="338304" y="109852"/>
                    <a:pt x="343742" y="107132"/>
                  </a:cubicBezTo>
                  <a:cubicBezTo>
                    <a:pt x="349182" y="104412"/>
                    <a:pt x="357341" y="101693"/>
                    <a:pt x="362780" y="98973"/>
                  </a:cubicBezTo>
                  <a:cubicBezTo>
                    <a:pt x="373659" y="96253"/>
                    <a:pt x="387257" y="96253"/>
                    <a:pt x="395416" y="96253"/>
                  </a:cubicBezTo>
                  <a:cubicBezTo>
                    <a:pt x="398136" y="93534"/>
                    <a:pt x="400855" y="90814"/>
                    <a:pt x="403575" y="90814"/>
                  </a:cubicBezTo>
                  <a:cubicBezTo>
                    <a:pt x="411734" y="90814"/>
                    <a:pt x="419893" y="88095"/>
                    <a:pt x="422612" y="88095"/>
                  </a:cubicBezTo>
                  <a:cubicBezTo>
                    <a:pt x="425332" y="88095"/>
                    <a:pt x="425332" y="88095"/>
                    <a:pt x="428052" y="88095"/>
                  </a:cubicBezTo>
                  <a:cubicBezTo>
                    <a:pt x="433492" y="88095"/>
                    <a:pt x="441650" y="88095"/>
                    <a:pt x="447090" y="90814"/>
                  </a:cubicBezTo>
                  <a:cubicBezTo>
                    <a:pt x="449809" y="90814"/>
                    <a:pt x="452529" y="93534"/>
                    <a:pt x="455249" y="96253"/>
                  </a:cubicBezTo>
                  <a:cubicBezTo>
                    <a:pt x="482445" y="96253"/>
                    <a:pt x="509642" y="93534"/>
                    <a:pt x="525960" y="93534"/>
                  </a:cubicBezTo>
                  <a:cubicBezTo>
                    <a:pt x="539558" y="93534"/>
                    <a:pt x="561315" y="93534"/>
                    <a:pt x="561315" y="109852"/>
                  </a:cubicBezTo>
                  <a:cubicBezTo>
                    <a:pt x="561315" y="118011"/>
                    <a:pt x="561315" y="120730"/>
                    <a:pt x="555876" y="126170"/>
                  </a:cubicBezTo>
                  <a:cubicBezTo>
                    <a:pt x="550437" y="131609"/>
                    <a:pt x="544997" y="134329"/>
                    <a:pt x="539558" y="134329"/>
                  </a:cubicBezTo>
                  <a:cubicBezTo>
                    <a:pt x="531399" y="137048"/>
                    <a:pt x="523240" y="137048"/>
                    <a:pt x="517800" y="137048"/>
                  </a:cubicBezTo>
                  <a:cubicBezTo>
                    <a:pt x="515081" y="137048"/>
                    <a:pt x="498763" y="137048"/>
                    <a:pt x="477006" y="137048"/>
                  </a:cubicBezTo>
                  <a:cubicBezTo>
                    <a:pt x="479725" y="145207"/>
                    <a:pt x="485165" y="153366"/>
                    <a:pt x="485165" y="161525"/>
                  </a:cubicBezTo>
                  <a:cubicBezTo>
                    <a:pt x="487885" y="177843"/>
                    <a:pt x="493324" y="194161"/>
                    <a:pt x="496043" y="210479"/>
                  </a:cubicBezTo>
                  <a:cubicBezTo>
                    <a:pt x="498763" y="224077"/>
                    <a:pt x="498763" y="237676"/>
                    <a:pt x="501483" y="251274"/>
                  </a:cubicBezTo>
                  <a:cubicBezTo>
                    <a:pt x="504202" y="264872"/>
                    <a:pt x="506922" y="275751"/>
                    <a:pt x="506922" y="292069"/>
                  </a:cubicBezTo>
                  <a:cubicBezTo>
                    <a:pt x="506922" y="302947"/>
                    <a:pt x="506922" y="311106"/>
                    <a:pt x="506922" y="321985"/>
                  </a:cubicBezTo>
                  <a:cubicBezTo>
                    <a:pt x="506922" y="327424"/>
                    <a:pt x="509642" y="335583"/>
                    <a:pt x="509642" y="341022"/>
                  </a:cubicBezTo>
                  <a:cubicBezTo>
                    <a:pt x="509642" y="343742"/>
                    <a:pt x="509642" y="343742"/>
                    <a:pt x="509642" y="343742"/>
                  </a:cubicBezTo>
                  <a:cubicBezTo>
                    <a:pt x="509642" y="349181"/>
                    <a:pt x="515081" y="349181"/>
                    <a:pt x="517800" y="349181"/>
                  </a:cubicBezTo>
                  <a:cubicBezTo>
                    <a:pt x="520520" y="349181"/>
                    <a:pt x="523240" y="349181"/>
                    <a:pt x="528680" y="349181"/>
                  </a:cubicBezTo>
                  <a:cubicBezTo>
                    <a:pt x="536838" y="349181"/>
                    <a:pt x="547717" y="349181"/>
                    <a:pt x="550437" y="357340"/>
                  </a:cubicBezTo>
                  <a:cubicBezTo>
                    <a:pt x="550437" y="360060"/>
                    <a:pt x="550437" y="360060"/>
                    <a:pt x="550437" y="362780"/>
                  </a:cubicBezTo>
                  <a:cubicBezTo>
                    <a:pt x="550437" y="370939"/>
                    <a:pt x="539558" y="381817"/>
                    <a:pt x="534119" y="384537"/>
                  </a:cubicBezTo>
                  <a:cubicBezTo>
                    <a:pt x="531399" y="387257"/>
                    <a:pt x="523240" y="387257"/>
                    <a:pt x="520520" y="389976"/>
                  </a:cubicBezTo>
                  <a:cubicBezTo>
                    <a:pt x="515081" y="389976"/>
                    <a:pt x="512362" y="392696"/>
                    <a:pt x="512362" y="395415"/>
                  </a:cubicBezTo>
                  <a:cubicBezTo>
                    <a:pt x="512362" y="395415"/>
                    <a:pt x="512362" y="398135"/>
                    <a:pt x="512362" y="398135"/>
                  </a:cubicBezTo>
                  <a:cubicBezTo>
                    <a:pt x="512362" y="400855"/>
                    <a:pt x="512362" y="406294"/>
                    <a:pt x="512362" y="409014"/>
                  </a:cubicBezTo>
                  <a:cubicBezTo>
                    <a:pt x="512362" y="411733"/>
                    <a:pt x="512362" y="411733"/>
                    <a:pt x="512362" y="414453"/>
                  </a:cubicBezTo>
                  <a:cubicBezTo>
                    <a:pt x="512362" y="422612"/>
                    <a:pt x="512362" y="430771"/>
                    <a:pt x="512362" y="438930"/>
                  </a:cubicBezTo>
                  <a:cubicBezTo>
                    <a:pt x="512362" y="460687"/>
                    <a:pt x="512362" y="482445"/>
                    <a:pt x="515081" y="504202"/>
                  </a:cubicBezTo>
                  <a:cubicBezTo>
                    <a:pt x="517800" y="525959"/>
                    <a:pt x="520520" y="550436"/>
                    <a:pt x="520520" y="572193"/>
                  </a:cubicBezTo>
                  <a:cubicBezTo>
                    <a:pt x="520520" y="583072"/>
                    <a:pt x="520520" y="593950"/>
                    <a:pt x="517800" y="604829"/>
                  </a:cubicBezTo>
                  <a:cubicBezTo>
                    <a:pt x="515081" y="623867"/>
                    <a:pt x="515081" y="642904"/>
                    <a:pt x="512362" y="661942"/>
                  </a:cubicBezTo>
                  <a:cubicBezTo>
                    <a:pt x="512362" y="664661"/>
                    <a:pt x="509642" y="667381"/>
                    <a:pt x="509642" y="670101"/>
                  </a:cubicBezTo>
                  <a:cubicBezTo>
                    <a:pt x="509642" y="672820"/>
                    <a:pt x="512362" y="678260"/>
                    <a:pt x="512362" y="680979"/>
                  </a:cubicBezTo>
                  <a:cubicBezTo>
                    <a:pt x="512362" y="683699"/>
                    <a:pt x="512362" y="686419"/>
                    <a:pt x="512362" y="686419"/>
                  </a:cubicBezTo>
                  <a:cubicBezTo>
                    <a:pt x="517800" y="680979"/>
                    <a:pt x="528680" y="680979"/>
                    <a:pt x="536838" y="680979"/>
                  </a:cubicBezTo>
                  <a:lnTo>
                    <a:pt x="536838" y="680979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EC730DF2-B7B8-470D-B166-19B7C7F51A75}"/>
                </a:ext>
              </a:extLst>
            </p:cNvPr>
            <p:cNvSpPr/>
            <p:nvPr/>
          </p:nvSpPr>
          <p:spPr bwMode="black">
            <a:xfrm>
              <a:off x="9592416" y="4192158"/>
              <a:ext cx="516735" cy="761503"/>
            </a:xfrm>
            <a:custGeom>
              <a:avLst/>
              <a:gdLst>
                <a:gd name="connsiteX0" fmla="*/ 463407 w 516735"/>
                <a:gd name="connsiteY0" fmla="*/ 194161 h 761503"/>
                <a:gd name="connsiteX1" fmla="*/ 447089 w 516735"/>
                <a:gd name="connsiteY1" fmla="*/ 226797 h 761503"/>
                <a:gd name="connsiteX2" fmla="*/ 430771 w 516735"/>
                <a:gd name="connsiteY2" fmla="*/ 221357 h 761503"/>
                <a:gd name="connsiteX3" fmla="*/ 422612 w 516735"/>
                <a:gd name="connsiteY3" fmla="*/ 207759 h 761503"/>
                <a:gd name="connsiteX4" fmla="*/ 419893 w 516735"/>
                <a:gd name="connsiteY4" fmla="*/ 188722 h 761503"/>
                <a:gd name="connsiteX5" fmla="*/ 419893 w 516735"/>
                <a:gd name="connsiteY5" fmla="*/ 139768 h 761503"/>
                <a:gd name="connsiteX6" fmla="*/ 419893 w 516735"/>
                <a:gd name="connsiteY6" fmla="*/ 120730 h 761503"/>
                <a:gd name="connsiteX7" fmla="*/ 395416 w 516735"/>
                <a:gd name="connsiteY7" fmla="*/ 120730 h 761503"/>
                <a:gd name="connsiteX8" fmla="*/ 370939 w 516735"/>
                <a:gd name="connsiteY8" fmla="*/ 120730 h 761503"/>
                <a:gd name="connsiteX9" fmla="*/ 346461 w 516735"/>
                <a:gd name="connsiteY9" fmla="*/ 123450 h 761503"/>
                <a:gd name="connsiteX10" fmla="*/ 335583 w 516735"/>
                <a:gd name="connsiteY10" fmla="*/ 123450 h 761503"/>
                <a:gd name="connsiteX11" fmla="*/ 335583 w 516735"/>
                <a:gd name="connsiteY11" fmla="*/ 123450 h 761503"/>
                <a:gd name="connsiteX12" fmla="*/ 324704 w 516735"/>
                <a:gd name="connsiteY12" fmla="*/ 128889 h 761503"/>
                <a:gd name="connsiteX13" fmla="*/ 327424 w 516735"/>
                <a:gd name="connsiteY13" fmla="*/ 139768 h 761503"/>
                <a:gd name="connsiteX14" fmla="*/ 330144 w 516735"/>
                <a:gd name="connsiteY14" fmla="*/ 175123 h 761503"/>
                <a:gd name="connsiteX15" fmla="*/ 330144 w 516735"/>
                <a:gd name="connsiteY15" fmla="*/ 199600 h 761503"/>
                <a:gd name="connsiteX16" fmla="*/ 327424 w 516735"/>
                <a:gd name="connsiteY16" fmla="*/ 224077 h 761503"/>
                <a:gd name="connsiteX17" fmla="*/ 330144 w 516735"/>
                <a:gd name="connsiteY17" fmla="*/ 251274 h 761503"/>
                <a:gd name="connsiteX18" fmla="*/ 327424 w 516735"/>
                <a:gd name="connsiteY18" fmla="*/ 278470 h 761503"/>
                <a:gd name="connsiteX19" fmla="*/ 327424 w 516735"/>
                <a:gd name="connsiteY19" fmla="*/ 332864 h 761503"/>
                <a:gd name="connsiteX20" fmla="*/ 330144 w 516735"/>
                <a:gd name="connsiteY20" fmla="*/ 357340 h 761503"/>
                <a:gd name="connsiteX21" fmla="*/ 330144 w 516735"/>
                <a:gd name="connsiteY21" fmla="*/ 368219 h 761503"/>
                <a:gd name="connsiteX22" fmla="*/ 332863 w 516735"/>
                <a:gd name="connsiteY22" fmla="*/ 387257 h 761503"/>
                <a:gd name="connsiteX23" fmla="*/ 332863 w 516735"/>
                <a:gd name="connsiteY23" fmla="*/ 433491 h 761503"/>
                <a:gd name="connsiteX24" fmla="*/ 332863 w 516735"/>
                <a:gd name="connsiteY24" fmla="*/ 487884 h 761503"/>
                <a:gd name="connsiteX25" fmla="*/ 330144 w 516735"/>
                <a:gd name="connsiteY25" fmla="*/ 512361 h 761503"/>
                <a:gd name="connsiteX26" fmla="*/ 330144 w 516735"/>
                <a:gd name="connsiteY26" fmla="*/ 539557 h 761503"/>
                <a:gd name="connsiteX27" fmla="*/ 332863 w 516735"/>
                <a:gd name="connsiteY27" fmla="*/ 593950 h 761503"/>
                <a:gd name="connsiteX28" fmla="*/ 332863 w 516735"/>
                <a:gd name="connsiteY28" fmla="*/ 648343 h 761503"/>
                <a:gd name="connsiteX29" fmla="*/ 332863 w 516735"/>
                <a:gd name="connsiteY29" fmla="*/ 656502 h 761503"/>
                <a:gd name="connsiteX30" fmla="*/ 357341 w 516735"/>
                <a:gd name="connsiteY30" fmla="*/ 656502 h 761503"/>
                <a:gd name="connsiteX31" fmla="*/ 395416 w 516735"/>
                <a:gd name="connsiteY31" fmla="*/ 675540 h 761503"/>
                <a:gd name="connsiteX32" fmla="*/ 389976 w 516735"/>
                <a:gd name="connsiteY32" fmla="*/ 691858 h 761503"/>
                <a:gd name="connsiteX33" fmla="*/ 373658 w 516735"/>
                <a:gd name="connsiteY33" fmla="*/ 700017 h 761503"/>
                <a:gd name="connsiteX34" fmla="*/ 351901 w 516735"/>
                <a:gd name="connsiteY34" fmla="*/ 702737 h 761503"/>
                <a:gd name="connsiteX35" fmla="*/ 319265 w 516735"/>
                <a:gd name="connsiteY35" fmla="*/ 702737 h 761503"/>
                <a:gd name="connsiteX36" fmla="*/ 311106 w 516735"/>
                <a:gd name="connsiteY36" fmla="*/ 708176 h 761503"/>
                <a:gd name="connsiteX37" fmla="*/ 289349 w 516735"/>
                <a:gd name="connsiteY37" fmla="*/ 713615 h 761503"/>
                <a:gd name="connsiteX38" fmla="*/ 270311 w 516735"/>
                <a:gd name="connsiteY38" fmla="*/ 713615 h 761503"/>
                <a:gd name="connsiteX39" fmla="*/ 243115 w 516735"/>
                <a:gd name="connsiteY39" fmla="*/ 705456 h 761503"/>
                <a:gd name="connsiteX40" fmla="*/ 237675 w 516735"/>
                <a:gd name="connsiteY40" fmla="*/ 702737 h 761503"/>
                <a:gd name="connsiteX41" fmla="*/ 199600 w 516735"/>
                <a:gd name="connsiteY41" fmla="*/ 702737 h 761503"/>
                <a:gd name="connsiteX42" fmla="*/ 175123 w 516735"/>
                <a:gd name="connsiteY42" fmla="*/ 702737 h 761503"/>
                <a:gd name="connsiteX43" fmla="*/ 147927 w 516735"/>
                <a:gd name="connsiteY43" fmla="*/ 697297 h 761503"/>
                <a:gd name="connsiteX44" fmla="*/ 131609 w 516735"/>
                <a:gd name="connsiteY44" fmla="*/ 678260 h 761503"/>
                <a:gd name="connsiteX45" fmla="*/ 137048 w 516735"/>
                <a:gd name="connsiteY45" fmla="*/ 670101 h 761503"/>
                <a:gd name="connsiteX46" fmla="*/ 158805 w 516735"/>
                <a:gd name="connsiteY46" fmla="*/ 661942 h 761503"/>
                <a:gd name="connsiteX47" fmla="*/ 199600 w 516735"/>
                <a:gd name="connsiteY47" fmla="*/ 659222 h 761503"/>
                <a:gd name="connsiteX48" fmla="*/ 199600 w 516735"/>
                <a:gd name="connsiteY48" fmla="*/ 659222 h 761503"/>
                <a:gd name="connsiteX49" fmla="*/ 196880 w 516735"/>
                <a:gd name="connsiteY49" fmla="*/ 629306 h 761503"/>
                <a:gd name="connsiteX50" fmla="*/ 199600 w 516735"/>
                <a:gd name="connsiteY50" fmla="*/ 574913 h 761503"/>
                <a:gd name="connsiteX51" fmla="*/ 202320 w 516735"/>
                <a:gd name="connsiteY51" fmla="*/ 523239 h 761503"/>
                <a:gd name="connsiteX52" fmla="*/ 205040 w 516735"/>
                <a:gd name="connsiteY52" fmla="*/ 460687 h 761503"/>
                <a:gd name="connsiteX53" fmla="*/ 205040 w 516735"/>
                <a:gd name="connsiteY53" fmla="*/ 417173 h 761503"/>
                <a:gd name="connsiteX54" fmla="*/ 207759 w 516735"/>
                <a:gd name="connsiteY54" fmla="*/ 392696 h 761503"/>
                <a:gd name="connsiteX55" fmla="*/ 210478 w 516735"/>
                <a:gd name="connsiteY55" fmla="*/ 368219 h 761503"/>
                <a:gd name="connsiteX56" fmla="*/ 210478 w 516735"/>
                <a:gd name="connsiteY56" fmla="*/ 313826 h 761503"/>
                <a:gd name="connsiteX57" fmla="*/ 210478 w 516735"/>
                <a:gd name="connsiteY57" fmla="*/ 259433 h 761503"/>
                <a:gd name="connsiteX58" fmla="*/ 210478 w 516735"/>
                <a:gd name="connsiteY58" fmla="*/ 213199 h 761503"/>
                <a:gd name="connsiteX59" fmla="*/ 210478 w 516735"/>
                <a:gd name="connsiteY59" fmla="*/ 145207 h 761503"/>
                <a:gd name="connsiteX60" fmla="*/ 213198 w 516735"/>
                <a:gd name="connsiteY60" fmla="*/ 131609 h 761503"/>
                <a:gd name="connsiteX61" fmla="*/ 205040 w 516735"/>
                <a:gd name="connsiteY61" fmla="*/ 123450 h 761503"/>
                <a:gd name="connsiteX62" fmla="*/ 161525 w 516735"/>
                <a:gd name="connsiteY62" fmla="*/ 123450 h 761503"/>
                <a:gd name="connsiteX63" fmla="*/ 112571 w 516735"/>
                <a:gd name="connsiteY63" fmla="*/ 120730 h 761503"/>
                <a:gd name="connsiteX64" fmla="*/ 104412 w 516735"/>
                <a:gd name="connsiteY64" fmla="*/ 118011 h 761503"/>
                <a:gd name="connsiteX65" fmla="*/ 107132 w 516735"/>
                <a:gd name="connsiteY65" fmla="*/ 191441 h 761503"/>
                <a:gd name="connsiteX66" fmla="*/ 90814 w 516735"/>
                <a:gd name="connsiteY66" fmla="*/ 224077 h 761503"/>
                <a:gd name="connsiteX67" fmla="*/ 74496 w 516735"/>
                <a:gd name="connsiteY67" fmla="*/ 218638 h 761503"/>
                <a:gd name="connsiteX68" fmla="*/ 66337 w 516735"/>
                <a:gd name="connsiteY68" fmla="*/ 205040 h 761503"/>
                <a:gd name="connsiteX69" fmla="*/ 63617 w 516735"/>
                <a:gd name="connsiteY69" fmla="*/ 186002 h 761503"/>
                <a:gd name="connsiteX70" fmla="*/ 63617 w 516735"/>
                <a:gd name="connsiteY70" fmla="*/ 145207 h 761503"/>
                <a:gd name="connsiteX71" fmla="*/ 63617 w 516735"/>
                <a:gd name="connsiteY71" fmla="*/ 109852 h 761503"/>
                <a:gd name="connsiteX72" fmla="*/ 58178 w 516735"/>
                <a:gd name="connsiteY72" fmla="*/ 96253 h 761503"/>
                <a:gd name="connsiteX73" fmla="*/ 66337 w 516735"/>
                <a:gd name="connsiteY73" fmla="*/ 85375 h 761503"/>
                <a:gd name="connsiteX74" fmla="*/ 93533 w 516735"/>
                <a:gd name="connsiteY74" fmla="*/ 77216 h 761503"/>
                <a:gd name="connsiteX75" fmla="*/ 115290 w 516735"/>
                <a:gd name="connsiteY75" fmla="*/ 77216 h 761503"/>
                <a:gd name="connsiteX76" fmla="*/ 169684 w 516735"/>
                <a:gd name="connsiteY76" fmla="*/ 74496 h 761503"/>
                <a:gd name="connsiteX77" fmla="*/ 194161 w 516735"/>
                <a:gd name="connsiteY77" fmla="*/ 71776 h 761503"/>
                <a:gd name="connsiteX78" fmla="*/ 196880 w 516735"/>
                <a:gd name="connsiteY78" fmla="*/ 71776 h 761503"/>
                <a:gd name="connsiteX79" fmla="*/ 210478 w 516735"/>
                <a:gd name="connsiteY79" fmla="*/ 71776 h 761503"/>
                <a:gd name="connsiteX80" fmla="*/ 218638 w 516735"/>
                <a:gd name="connsiteY80" fmla="*/ 71776 h 761503"/>
                <a:gd name="connsiteX81" fmla="*/ 237675 w 516735"/>
                <a:gd name="connsiteY81" fmla="*/ 60898 h 761503"/>
                <a:gd name="connsiteX82" fmla="*/ 253993 w 516735"/>
                <a:gd name="connsiteY82" fmla="*/ 58178 h 761503"/>
                <a:gd name="connsiteX83" fmla="*/ 283910 w 516735"/>
                <a:gd name="connsiteY83" fmla="*/ 60898 h 761503"/>
                <a:gd name="connsiteX84" fmla="*/ 294788 w 516735"/>
                <a:gd name="connsiteY84" fmla="*/ 66337 h 761503"/>
                <a:gd name="connsiteX85" fmla="*/ 305667 w 516735"/>
                <a:gd name="connsiteY85" fmla="*/ 74496 h 761503"/>
                <a:gd name="connsiteX86" fmla="*/ 313826 w 516735"/>
                <a:gd name="connsiteY86" fmla="*/ 74496 h 761503"/>
                <a:gd name="connsiteX87" fmla="*/ 327424 w 516735"/>
                <a:gd name="connsiteY87" fmla="*/ 74496 h 761503"/>
                <a:gd name="connsiteX88" fmla="*/ 354621 w 516735"/>
                <a:gd name="connsiteY88" fmla="*/ 74496 h 761503"/>
                <a:gd name="connsiteX89" fmla="*/ 422612 w 516735"/>
                <a:gd name="connsiteY89" fmla="*/ 74496 h 761503"/>
                <a:gd name="connsiteX90" fmla="*/ 455248 w 516735"/>
                <a:gd name="connsiteY90" fmla="*/ 79936 h 761503"/>
                <a:gd name="connsiteX91" fmla="*/ 466127 w 516735"/>
                <a:gd name="connsiteY91" fmla="*/ 98973 h 761503"/>
                <a:gd name="connsiteX92" fmla="*/ 463407 w 516735"/>
                <a:gd name="connsiteY92" fmla="*/ 109852 h 761503"/>
                <a:gd name="connsiteX93" fmla="*/ 463407 w 516735"/>
                <a:gd name="connsiteY93" fmla="*/ 120730 h 761503"/>
                <a:gd name="connsiteX94" fmla="*/ 463407 w 516735"/>
                <a:gd name="connsiteY94" fmla="*/ 194161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</a:cxnLst>
              <a:rect l="l" t="t" r="r" b="b"/>
              <a:pathLst>
                <a:path w="516735" h="761503">
                  <a:moveTo>
                    <a:pt x="463407" y="194161"/>
                  </a:moveTo>
                  <a:cubicBezTo>
                    <a:pt x="463407" y="205040"/>
                    <a:pt x="463407" y="226797"/>
                    <a:pt x="447089" y="226797"/>
                  </a:cubicBezTo>
                  <a:cubicBezTo>
                    <a:pt x="438930" y="226797"/>
                    <a:pt x="436211" y="226797"/>
                    <a:pt x="430771" y="221357"/>
                  </a:cubicBezTo>
                  <a:cubicBezTo>
                    <a:pt x="425332" y="218638"/>
                    <a:pt x="422612" y="210479"/>
                    <a:pt x="422612" y="207759"/>
                  </a:cubicBezTo>
                  <a:cubicBezTo>
                    <a:pt x="419893" y="199600"/>
                    <a:pt x="419893" y="194161"/>
                    <a:pt x="419893" y="188722"/>
                  </a:cubicBezTo>
                  <a:cubicBezTo>
                    <a:pt x="419893" y="183282"/>
                    <a:pt x="419893" y="147927"/>
                    <a:pt x="419893" y="139768"/>
                  </a:cubicBezTo>
                  <a:cubicBezTo>
                    <a:pt x="419893" y="134329"/>
                    <a:pt x="419893" y="128889"/>
                    <a:pt x="419893" y="120730"/>
                  </a:cubicBezTo>
                  <a:cubicBezTo>
                    <a:pt x="411734" y="120730"/>
                    <a:pt x="403574" y="120730"/>
                    <a:pt x="395416" y="120730"/>
                  </a:cubicBezTo>
                  <a:cubicBezTo>
                    <a:pt x="387256" y="120730"/>
                    <a:pt x="379098" y="120730"/>
                    <a:pt x="370939" y="120730"/>
                  </a:cubicBezTo>
                  <a:cubicBezTo>
                    <a:pt x="362780" y="120730"/>
                    <a:pt x="354621" y="123450"/>
                    <a:pt x="346461" y="123450"/>
                  </a:cubicBezTo>
                  <a:cubicBezTo>
                    <a:pt x="343742" y="123450"/>
                    <a:pt x="341023" y="123450"/>
                    <a:pt x="335583" y="123450"/>
                  </a:cubicBezTo>
                  <a:cubicBezTo>
                    <a:pt x="335583" y="123450"/>
                    <a:pt x="335583" y="123450"/>
                    <a:pt x="335583" y="123450"/>
                  </a:cubicBezTo>
                  <a:cubicBezTo>
                    <a:pt x="327424" y="123450"/>
                    <a:pt x="324704" y="126170"/>
                    <a:pt x="324704" y="128889"/>
                  </a:cubicBezTo>
                  <a:cubicBezTo>
                    <a:pt x="324704" y="131609"/>
                    <a:pt x="324704" y="137048"/>
                    <a:pt x="327424" y="139768"/>
                  </a:cubicBezTo>
                  <a:cubicBezTo>
                    <a:pt x="330144" y="147927"/>
                    <a:pt x="330144" y="166964"/>
                    <a:pt x="330144" y="175123"/>
                  </a:cubicBezTo>
                  <a:cubicBezTo>
                    <a:pt x="330144" y="183282"/>
                    <a:pt x="330144" y="191441"/>
                    <a:pt x="330144" y="199600"/>
                  </a:cubicBezTo>
                  <a:cubicBezTo>
                    <a:pt x="330144" y="207759"/>
                    <a:pt x="327424" y="215918"/>
                    <a:pt x="327424" y="224077"/>
                  </a:cubicBezTo>
                  <a:cubicBezTo>
                    <a:pt x="327424" y="232236"/>
                    <a:pt x="330144" y="243115"/>
                    <a:pt x="330144" y="251274"/>
                  </a:cubicBezTo>
                  <a:cubicBezTo>
                    <a:pt x="330144" y="259433"/>
                    <a:pt x="330144" y="267592"/>
                    <a:pt x="327424" y="278470"/>
                  </a:cubicBezTo>
                  <a:cubicBezTo>
                    <a:pt x="327424" y="294788"/>
                    <a:pt x="327424" y="313826"/>
                    <a:pt x="327424" y="332864"/>
                  </a:cubicBezTo>
                  <a:cubicBezTo>
                    <a:pt x="327424" y="341022"/>
                    <a:pt x="327424" y="349181"/>
                    <a:pt x="330144" y="357340"/>
                  </a:cubicBezTo>
                  <a:cubicBezTo>
                    <a:pt x="330144" y="360060"/>
                    <a:pt x="330144" y="365499"/>
                    <a:pt x="330144" y="368219"/>
                  </a:cubicBezTo>
                  <a:cubicBezTo>
                    <a:pt x="330144" y="373658"/>
                    <a:pt x="332863" y="384537"/>
                    <a:pt x="332863" y="387257"/>
                  </a:cubicBezTo>
                  <a:cubicBezTo>
                    <a:pt x="332863" y="406294"/>
                    <a:pt x="332863" y="414453"/>
                    <a:pt x="332863" y="433491"/>
                  </a:cubicBezTo>
                  <a:cubicBezTo>
                    <a:pt x="332863" y="452528"/>
                    <a:pt x="335583" y="468846"/>
                    <a:pt x="332863" y="487884"/>
                  </a:cubicBezTo>
                  <a:cubicBezTo>
                    <a:pt x="332863" y="496043"/>
                    <a:pt x="330144" y="504202"/>
                    <a:pt x="330144" y="512361"/>
                  </a:cubicBezTo>
                  <a:cubicBezTo>
                    <a:pt x="330144" y="520520"/>
                    <a:pt x="330144" y="531398"/>
                    <a:pt x="330144" y="539557"/>
                  </a:cubicBezTo>
                  <a:cubicBezTo>
                    <a:pt x="330144" y="558595"/>
                    <a:pt x="330144" y="574913"/>
                    <a:pt x="332863" y="593950"/>
                  </a:cubicBezTo>
                  <a:cubicBezTo>
                    <a:pt x="332863" y="610268"/>
                    <a:pt x="332863" y="632026"/>
                    <a:pt x="332863" y="648343"/>
                  </a:cubicBezTo>
                  <a:cubicBezTo>
                    <a:pt x="332863" y="651063"/>
                    <a:pt x="332863" y="653783"/>
                    <a:pt x="332863" y="656502"/>
                  </a:cubicBezTo>
                  <a:cubicBezTo>
                    <a:pt x="343742" y="656502"/>
                    <a:pt x="351901" y="656502"/>
                    <a:pt x="357341" y="656502"/>
                  </a:cubicBezTo>
                  <a:cubicBezTo>
                    <a:pt x="370939" y="656502"/>
                    <a:pt x="395416" y="659222"/>
                    <a:pt x="395416" y="675540"/>
                  </a:cubicBezTo>
                  <a:cubicBezTo>
                    <a:pt x="395416" y="683699"/>
                    <a:pt x="392696" y="686419"/>
                    <a:pt x="389976" y="691858"/>
                  </a:cubicBezTo>
                  <a:cubicBezTo>
                    <a:pt x="384537" y="697297"/>
                    <a:pt x="379098" y="700017"/>
                    <a:pt x="373658" y="700017"/>
                  </a:cubicBezTo>
                  <a:cubicBezTo>
                    <a:pt x="365499" y="702737"/>
                    <a:pt x="357341" y="702737"/>
                    <a:pt x="351901" y="702737"/>
                  </a:cubicBezTo>
                  <a:cubicBezTo>
                    <a:pt x="349181" y="702737"/>
                    <a:pt x="335583" y="702737"/>
                    <a:pt x="319265" y="702737"/>
                  </a:cubicBezTo>
                  <a:cubicBezTo>
                    <a:pt x="316546" y="705456"/>
                    <a:pt x="313826" y="705456"/>
                    <a:pt x="311106" y="708176"/>
                  </a:cubicBezTo>
                  <a:cubicBezTo>
                    <a:pt x="302948" y="713615"/>
                    <a:pt x="297508" y="713615"/>
                    <a:pt x="289349" y="713615"/>
                  </a:cubicBezTo>
                  <a:cubicBezTo>
                    <a:pt x="283910" y="713615"/>
                    <a:pt x="278470" y="713615"/>
                    <a:pt x="270311" y="713615"/>
                  </a:cubicBezTo>
                  <a:cubicBezTo>
                    <a:pt x="259433" y="713615"/>
                    <a:pt x="251273" y="710895"/>
                    <a:pt x="243115" y="705456"/>
                  </a:cubicBezTo>
                  <a:cubicBezTo>
                    <a:pt x="240395" y="705456"/>
                    <a:pt x="237675" y="702737"/>
                    <a:pt x="237675" y="702737"/>
                  </a:cubicBezTo>
                  <a:cubicBezTo>
                    <a:pt x="224077" y="702737"/>
                    <a:pt x="213198" y="702737"/>
                    <a:pt x="199600" y="702737"/>
                  </a:cubicBezTo>
                  <a:cubicBezTo>
                    <a:pt x="191441" y="702737"/>
                    <a:pt x="183282" y="702737"/>
                    <a:pt x="175123" y="702737"/>
                  </a:cubicBezTo>
                  <a:cubicBezTo>
                    <a:pt x="166965" y="702737"/>
                    <a:pt x="156085" y="702737"/>
                    <a:pt x="147927" y="697297"/>
                  </a:cubicBezTo>
                  <a:cubicBezTo>
                    <a:pt x="139768" y="694578"/>
                    <a:pt x="131609" y="680979"/>
                    <a:pt x="131609" y="678260"/>
                  </a:cubicBezTo>
                  <a:cubicBezTo>
                    <a:pt x="131609" y="675540"/>
                    <a:pt x="131609" y="672820"/>
                    <a:pt x="137048" y="670101"/>
                  </a:cubicBezTo>
                  <a:cubicBezTo>
                    <a:pt x="142487" y="667381"/>
                    <a:pt x="153366" y="664661"/>
                    <a:pt x="158805" y="661942"/>
                  </a:cubicBezTo>
                  <a:cubicBezTo>
                    <a:pt x="175123" y="659222"/>
                    <a:pt x="191441" y="659222"/>
                    <a:pt x="199600" y="659222"/>
                  </a:cubicBezTo>
                  <a:lnTo>
                    <a:pt x="199600" y="659222"/>
                  </a:lnTo>
                  <a:cubicBezTo>
                    <a:pt x="199600" y="648343"/>
                    <a:pt x="196880" y="640184"/>
                    <a:pt x="196880" y="629306"/>
                  </a:cubicBezTo>
                  <a:cubicBezTo>
                    <a:pt x="196880" y="612988"/>
                    <a:pt x="196880" y="591231"/>
                    <a:pt x="199600" y="574913"/>
                  </a:cubicBezTo>
                  <a:cubicBezTo>
                    <a:pt x="199600" y="558595"/>
                    <a:pt x="199600" y="539557"/>
                    <a:pt x="202320" y="523239"/>
                  </a:cubicBezTo>
                  <a:cubicBezTo>
                    <a:pt x="202320" y="501482"/>
                    <a:pt x="205040" y="482445"/>
                    <a:pt x="205040" y="460687"/>
                  </a:cubicBezTo>
                  <a:cubicBezTo>
                    <a:pt x="205040" y="447089"/>
                    <a:pt x="205040" y="430771"/>
                    <a:pt x="205040" y="417173"/>
                  </a:cubicBezTo>
                  <a:cubicBezTo>
                    <a:pt x="205040" y="409014"/>
                    <a:pt x="207759" y="400855"/>
                    <a:pt x="207759" y="392696"/>
                  </a:cubicBezTo>
                  <a:cubicBezTo>
                    <a:pt x="207759" y="384537"/>
                    <a:pt x="210478" y="376378"/>
                    <a:pt x="210478" y="368219"/>
                  </a:cubicBezTo>
                  <a:cubicBezTo>
                    <a:pt x="210478" y="351901"/>
                    <a:pt x="210478" y="332864"/>
                    <a:pt x="210478" y="313826"/>
                  </a:cubicBezTo>
                  <a:cubicBezTo>
                    <a:pt x="210478" y="294788"/>
                    <a:pt x="210478" y="275751"/>
                    <a:pt x="210478" y="259433"/>
                  </a:cubicBezTo>
                  <a:cubicBezTo>
                    <a:pt x="210478" y="243115"/>
                    <a:pt x="210478" y="226797"/>
                    <a:pt x="210478" y="213199"/>
                  </a:cubicBezTo>
                  <a:cubicBezTo>
                    <a:pt x="210478" y="194161"/>
                    <a:pt x="210478" y="164245"/>
                    <a:pt x="210478" y="145207"/>
                  </a:cubicBezTo>
                  <a:cubicBezTo>
                    <a:pt x="210478" y="139768"/>
                    <a:pt x="213198" y="134329"/>
                    <a:pt x="213198" y="131609"/>
                  </a:cubicBezTo>
                  <a:cubicBezTo>
                    <a:pt x="213198" y="126170"/>
                    <a:pt x="207759" y="123450"/>
                    <a:pt x="205040" y="123450"/>
                  </a:cubicBezTo>
                  <a:cubicBezTo>
                    <a:pt x="199600" y="123450"/>
                    <a:pt x="166965" y="123450"/>
                    <a:pt x="161525" y="123450"/>
                  </a:cubicBezTo>
                  <a:cubicBezTo>
                    <a:pt x="145207" y="123450"/>
                    <a:pt x="128889" y="123450"/>
                    <a:pt x="112571" y="120730"/>
                  </a:cubicBezTo>
                  <a:cubicBezTo>
                    <a:pt x="109852" y="120730"/>
                    <a:pt x="107132" y="120730"/>
                    <a:pt x="104412" y="118011"/>
                  </a:cubicBezTo>
                  <a:cubicBezTo>
                    <a:pt x="107132" y="137048"/>
                    <a:pt x="107132" y="172404"/>
                    <a:pt x="107132" y="191441"/>
                  </a:cubicBezTo>
                  <a:cubicBezTo>
                    <a:pt x="107132" y="202320"/>
                    <a:pt x="107132" y="224077"/>
                    <a:pt x="90814" y="224077"/>
                  </a:cubicBezTo>
                  <a:cubicBezTo>
                    <a:pt x="82655" y="224077"/>
                    <a:pt x="79935" y="221357"/>
                    <a:pt x="74496" y="218638"/>
                  </a:cubicBezTo>
                  <a:cubicBezTo>
                    <a:pt x="69057" y="215918"/>
                    <a:pt x="66337" y="210479"/>
                    <a:pt x="66337" y="205040"/>
                  </a:cubicBezTo>
                  <a:cubicBezTo>
                    <a:pt x="63617" y="196881"/>
                    <a:pt x="63617" y="191441"/>
                    <a:pt x="63617" y="186002"/>
                  </a:cubicBezTo>
                  <a:cubicBezTo>
                    <a:pt x="63617" y="180563"/>
                    <a:pt x="63617" y="153366"/>
                    <a:pt x="63617" y="145207"/>
                  </a:cubicBezTo>
                  <a:cubicBezTo>
                    <a:pt x="63617" y="134329"/>
                    <a:pt x="63617" y="120730"/>
                    <a:pt x="63617" y="109852"/>
                  </a:cubicBezTo>
                  <a:cubicBezTo>
                    <a:pt x="60897" y="104412"/>
                    <a:pt x="58178" y="101693"/>
                    <a:pt x="58178" y="96253"/>
                  </a:cubicBezTo>
                  <a:cubicBezTo>
                    <a:pt x="58178" y="93534"/>
                    <a:pt x="60897" y="88095"/>
                    <a:pt x="66337" y="85375"/>
                  </a:cubicBezTo>
                  <a:cubicBezTo>
                    <a:pt x="74496" y="79936"/>
                    <a:pt x="77215" y="77216"/>
                    <a:pt x="93533" y="77216"/>
                  </a:cubicBezTo>
                  <a:cubicBezTo>
                    <a:pt x="101692" y="77216"/>
                    <a:pt x="109852" y="77216"/>
                    <a:pt x="115290" y="77216"/>
                  </a:cubicBezTo>
                  <a:cubicBezTo>
                    <a:pt x="134328" y="77216"/>
                    <a:pt x="150646" y="77216"/>
                    <a:pt x="169684" y="74496"/>
                  </a:cubicBezTo>
                  <a:cubicBezTo>
                    <a:pt x="177843" y="74496"/>
                    <a:pt x="186002" y="71776"/>
                    <a:pt x="194161" y="71776"/>
                  </a:cubicBezTo>
                  <a:cubicBezTo>
                    <a:pt x="194161" y="71776"/>
                    <a:pt x="196880" y="71776"/>
                    <a:pt x="196880" y="71776"/>
                  </a:cubicBezTo>
                  <a:cubicBezTo>
                    <a:pt x="199600" y="71776"/>
                    <a:pt x="205040" y="71776"/>
                    <a:pt x="210478" y="71776"/>
                  </a:cubicBezTo>
                  <a:cubicBezTo>
                    <a:pt x="213198" y="71776"/>
                    <a:pt x="215918" y="71776"/>
                    <a:pt x="218638" y="71776"/>
                  </a:cubicBezTo>
                  <a:cubicBezTo>
                    <a:pt x="224077" y="69057"/>
                    <a:pt x="229516" y="63618"/>
                    <a:pt x="237675" y="60898"/>
                  </a:cubicBezTo>
                  <a:cubicBezTo>
                    <a:pt x="243115" y="58178"/>
                    <a:pt x="248554" y="58178"/>
                    <a:pt x="253993" y="58178"/>
                  </a:cubicBezTo>
                  <a:cubicBezTo>
                    <a:pt x="264872" y="58178"/>
                    <a:pt x="273031" y="58178"/>
                    <a:pt x="283910" y="60898"/>
                  </a:cubicBezTo>
                  <a:cubicBezTo>
                    <a:pt x="286629" y="60898"/>
                    <a:pt x="292068" y="63618"/>
                    <a:pt x="294788" y="66337"/>
                  </a:cubicBezTo>
                  <a:cubicBezTo>
                    <a:pt x="297508" y="69057"/>
                    <a:pt x="302948" y="71776"/>
                    <a:pt x="305667" y="74496"/>
                  </a:cubicBezTo>
                  <a:cubicBezTo>
                    <a:pt x="308386" y="74496"/>
                    <a:pt x="311106" y="74496"/>
                    <a:pt x="313826" y="74496"/>
                  </a:cubicBezTo>
                  <a:cubicBezTo>
                    <a:pt x="319265" y="74496"/>
                    <a:pt x="321985" y="74496"/>
                    <a:pt x="327424" y="74496"/>
                  </a:cubicBezTo>
                  <a:cubicBezTo>
                    <a:pt x="335583" y="74496"/>
                    <a:pt x="346461" y="74496"/>
                    <a:pt x="354621" y="74496"/>
                  </a:cubicBezTo>
                  <a:cubicBezTo>
                    <a:pt x="376378" y="74496"/>
                    <a:pt x="400855" y="74496"/>
                    <a:pt x="422612" y="74496"/>
                  </a:cubicBezTo>
                  <a:cubicBezTo>
                    <a:pt x="433491" y="74496"/>
                    <a:pt x="447089" y="74496"/>
                    <a:pt x="455248" y="79936"/>
                  </a:cubicBezTo>
                  <a:cubicBezTo>
                    <a:pt x="460687" y="82655"/>
                    <a:pt x="466127" y="90814"/>
                    <a:pt x="466127" y="98973"/>
                  </a:cubicBezTo>
                  <a:cubicBezTo>
                    <a:pt x="466127" y="101693"/>
                    <a:pt x="466127" y="107132"/>
                    <a:pt x="463407" y="109852"/>
                  </a:cubicBezTo>
                  <a:cubicBezTo>
                    <a:pt x="463407" y="112571"/>
                    <a:pt x="463407" y="112571"/>
                    <a:pt x="463407" y="120730"/>
                  </a:cubicBezTo>
                  <a:cubicBezTo>
                    <a:pt x="463407" y="142488"/>
                    <a:pt x="463407" y="172404"/>
                    <a:pt x="463407" y="194161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55" name="Text Placeholder 53">
            <a:extLst>
              <a:ext uri="{FF2B5EF4-FFF2-40B4-BE49-F238E27FC236}">
                <a16:creationId xmlns:a16="http://schemas.microsoft.com/office/drawing/2014/main" id="{6C6F15D6-83AC-4099-9946-CE8B5A1B72B3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621333" y="4370504"/>
            <a:ext cx="4389120" cy="731520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1pPr>
            <a:lvl2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2pPr>
            <a:lvl3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3pPr>
            <a:lvl4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4pPr>
            <a:lvl5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5pPr>
            <a:lvl6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6pPr>
            <a:lvl7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7pPr>
            <a:lvl8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8pPr>
            <a:lvl9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9pPr>
          </a:lstStyle>
          <a:p>
            <a:pPr lvl="0"/>
            <a:r>
              <a:rPr lang="en-US"/>
              <a:t>Subtitle or Presenter Name</a:t>
            </a:r>
          </a:p>
          <a:p>
            <a:pPr lvl="1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99683999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le Slide Circle Picture 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10">
            <a:extLst>
              <a:ext uri="{FF2B5EF4-FFF2-40B4-BE49-F238E27FC236}">
                <a16:creationId xmlns:a16="http://schemas.microsoft.com/office/drawing/2014/main" id="{655B1FCA-4D49-4122-B6E9-D550AA0C5E76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0" y="2"/>
            <a:ext cx="5266036" cy="6857999"/>
          </a:xfrm>
          <a:custGeom>
            <a:avLst/>
            <a:gdLst>
              <a:gd name="connsiteX0" fmla="*/ 0 w 5266036"/>
              <a:gd name="connsiteY0" fmla="*/ 0 h 6857999"/>
              <a:gd name="connsiteX1" fmla="*/ 3014696 w 5266036"/>
              <a:gd name="connsiteY1" fmla="*/ 0 h 6857999"/>
              <a:gd name="connsiteX2" fmla="*/ 3040982 w 5266036"/>
              <a:gd name="connsiteY2" fmla="*/ 11408 h 6857999"/>
              <a:gd name="connsiteX3" fmla="*/ 5250901 w 5266036"/>
              <a:gd name="connsiteY3" fmla="*/ 4085922 h 6857999"/>
              <a:gd name="connsiteX4" fmla="*/ 3435696 w 5266036"/>
              <a:gd name="connsiteY4" fmla="*/ 6839477 h 6857999"/>
              <a:gd name="connsiteX5" fmla="*/ 3398838 w 5266036"/>
              <a:gd name="connsiteY5" fmla="*/ 6857999 h 6857999"/>
              <a:gd name="connsiteX6" fmla="*/ 0 w 5266036"/>
              <a:gd name="connsiteY6" fmla="*/ 6857999 h 6857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266036" h="6857999">
                <a:moveTo>
                  <a:pt x="0" y="0"/>
                </a:moveTo>
                <a:lnTo>
                  <a:pt x="3014696" y="0"/>
                </a:lnTo>
                <a:lnTo>
                  <a:pt x="3040982" y="11408"/>
                </a:lnTo>
                <a:cubicBezTo>
                  <a:pt x="4562919" y="717837"/>
                  <a:pt x="5390071" y="2397951"/>
                  <a:pt x="5250901" y="4085922"/>
                </a:cubicBezTo>
                <a:cubicBezTo>
                  <a:pt x="5138669" y="5484335"/>
                  <a:pt x="4361602" y="6343612"/>
                  <a:pt x="3435696" y="6839477"/>
                </a:cubicBezTo>
                <a:lnTo>
                  <a:pt x="3398838" y="6857999"/>
                </a:lnTo>
                <a:lnTo>
                  <a:pt x="0" y="6857999"/>
                </a:lnTo>
                <a:close/>
              </a:path>
            </a:pathLst>
          </a:custGeom>
          <a:solidFill>
            <a:srgbClr val="D9D9D9"/>
          </a:solidFill>
        </p:spPr>
        <p:txBody>
          <a:bodyPr wrap="square" tIns="3657600">
            <a:noAutofit/>
          </a:bodyPr>
          <a:lstStyle>
            <a:lvl1pPr marL="0" marR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tx1"/>
              </a:buClr>
              <a:buSzTx/>
              <a:buFont typeface="Arial" panose="020B0604020202020204" pitchFamily="34" charset="0"/>
              <a:buNone/>
              <a:tabLst/>
              <a:defRPr sz="1600"/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1200"/>
              </a:spcBef>
              <a:spcAft>
                <a:spcPts val="0"/>
              </a:spcAft>
              <a:buClr>
                <a:schemeClr val="tx1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Click icon to insert picture</a:t>
            </a:r>
            <a:br>
              <a:rPr lang="en-US"/>
            </a:br>
            <a:r>
              <a:rPr lang="en-US"/>
              <a:t>(minimum recommended size for </a:t>
            </a:r>
            <a:br>
              <a:rPr lang="en-US"/>
            </a:br>
            <a:r>
              <a:rPr lang="en-US"/>
              <a:t>half slide image is 640 x 720 pixels)</a:t>
            </a:r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76608E2E-E744-4878-A234-60F6B6711C89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6096000" y="3306349"/>
            <a:ext cx="5715000" cy="731520"/>
          </a:xfrm>
        </p:spPr>
        <p:txBody>
          <a:bodyPr/>
          <a:lstStyle>
            <a:lvl1pPr marL="0" indent="0">
              <a:spcBef>
                <a:spcPts val="0"/>
              </a:spcBef>
              <a:buFontTx/>
              <a:buNone/>
              <a:defRPr sz="2000"/>
            </a:lvl1pPr>
            <a:lvl2pPr marL="0" indent="0">
              <a:spcBef>
                <a:spcPts val="0"/>
              </a:spcBef>
              <a:buFontTx/>
              <a:buNone/>
              <a:defRPr sz="2000"/>
            </a:lvl2pPr>
            <a:lvl3pPr marL="0" indent="0">
              <a:spcBef>
                <a:spcPts val="0"/>
              </a:spcBef>
              <a:buFontTx/>
              <a:buNone/>
              <a:defRPr sz="2000"/>
            </a:lvl3pPr>
            <a:lvl4pPr marL="0" indent="0">
              <a:spcBef>
                <a:spcPts val="0"/>
              </a:spcBef>
              <a:buFontTx/>
              <a:buNone/>
              <a:defRPr sz="2000"/>
            </a:lvl4pPr>
            <a:lvl5pPr marL="0" indent="0">
              <a:spcBef>
                <a:spcPts val="0"/>
              </a:spcBef>
              <a:buFontTx/>
              <a:buNone/>
              <a:defRPr sz="2000"/>
            </a:lvl5pPr>
            <a:lvl6pPr marL="0" indent="0">
              <a:spcBef>
                <a:spcPts val="0"/>
              </a:spcBef>
              <a:buFontTx/>
              <a:buNone/>
              <a:defRPr sz="2000"/>
            </a:lvl6pPr>
            <a:lvl7pPr marL="0" indent="0">
              <a:spcBef>
                <a:spcPts val="0"/>
              </a:spcBef>
              <a:buFontTx/>
              <a:buNone/>
              <a:defRPr sz="2000"/>
            </a:lvl7pPr>
            <a:lvl8pPr marL="0" indent="0">
              <a:spcBef>
                <a:spcPts val="0"/>
              </a:spcBef>
              <a:buFontTx/>
              <a:buNone/>
              <a:defRPr sz="2000"/>
            </a:lvl8pPr>
            <a:lvl9pPr marL="0" indent="0">
              <a:spcBef>
                <a:spcPts val="0"/>
              </a:spcBef>
              <a:buFontTx/>
              <a:buNone/>
              <a:defRPr sz="2000"/>
            </a:lvl9pPr>
          </a:lstStyle>
          <a:p>
            <a:pPr lvl="0"/>
            <a:r>
              <a:rPr lang="en-US"/>
              <a:t>Subtitle or Presenter Name</a:t>
            </a:r>
          </a:p>
        </p:txBody>
      </p:sp>
      <p:sp>
        <p:nvSpPr>
          <p:cNvPr id="10" name="Title 9">
            <a:extLst>
              <a:ext uri="{FF2B5EF4-FFF2-40B4-BE49-F238E27FC236}">
                <a16:creationId xmlns:a16="http://schemas.microsoft.com/office/drawing/2014/main" id="{3534CB02-81D9-4803-9899-8E6A2EABA97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0" y="457200"/>
            <a:ext cx="5715000" cy="2565401"/>
          </a:xfrm>
        </p:spPr>
        <p:txBody>
          <a:bodyPr/>
          <a:lstStyle>
            <a:lvl1pPr>
              <a:lnSpc>
                <a:spcPct val="82000"/>
              </a:lnSpc>
              <a:defRPr sz="6600" b="0"/>
            </a:lvl1pPr>
          </a:lstStyle>
          <a:p>
            <a:r>
              <a:rPr lang="en-US" altLang="zh-CN"/>
              <a:t>Click to edit Master title style</a:t>
            </a:r>
            <a:endParaRPr lang="en-US"/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0A6D84BC-9F4C-46D1-BCFD-02C11A706D43}"/>
              </a:ext>
            </a:extLst>
          </p:cNvPr>
          <p:cNvGrpSpPr>
            <a:grpSpLocks noChangeAspect="1"/>
          </p:cNvGrpSpPr>
          <p:nvPr/>
        </p:nvGrpSpPr>
        <p:grpSpPr>
          <a:xfrm>
            <a:off x="9544152" y="5543531"/>
            <a:ext cx="2286000" cy="880288"/>
            <a:chOff x="2078951" y="1888610"/>
            <a:chExt cx="8030200" cy="3092248"/>
          </a:xfrm>
          <a:solidFill>
            <a:srgbClr val="4F2170"/>
          </a:solidFill>
        </p:grpSpPr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5272DA5A-B0A1-4433-AF19-58D29499701D}"/>
                </a:ext>
              </a:extLst>
            </p:cNvPr>
            <p:cNvSpPr/>
            <p:nvPr/>
          </p:nvSpPr>
          <p:spPr>
            <a:xfrm>
              <a:off x="2078951" y="2872694"/>
              <a:ext cx="951880" cy="652717"/>
            </a:xfrm>
            <a:custGeom>
              <a:avLst/>
              <a:gdLst>
                <a:gd name="connsiteX0" fmla="*/ 903041 w 951880"/>
                <a:gd name="connsiteY0" fmla="*/ 330574 h 652717"/>
                <a:gd name="connsiteX1" fmla="*/ 780656 w 951880"/>
                <a:gd name="connsiteY1" fmla="*/ 379528 h 652717"/>
                <a:gd name="connsiteX2" fmla="*/ 598439 w 951880"/>
                <a:gd name="connsiteY2" fmla="*/ 311537 h 652717"/>
                <a:gd name="connsiteX3" fmla="*/ 505970 w 951880"/>
                <a:gd name="connsiteY3" fmla="*/ 164675 h 652717"/>
                <a:gd name="connsiteX4" fmla="*/ 266640 w 951880"/>
                <a:gd name="connsiteY4" fmla="*/ 61329 h 652717"/>
                <a:gd name="connsiteX5" fmla="*/ 103461 w 951880"/>
                <a:gd name="connsiteY5" fmla="*/ 458398 h 652717"/>
                <a:gd name="connsiteX6" fmla="*/ 756179 w 951880"/>
                <a:gd name="connsiteY6" fmla="*/ 485595 h 652717"/>
                <a:gd name="connsiteX7" fmla="*/ 903041 w 951880"/>
                <a:gd name="connsiteY7" fmla="*/ 330574 h 65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51880" h="652717">
                  <a:moveTo>
                    <a:pt x="903041" y="330574"/>
                  </a:moveTo>
                  <a:cubicBezTo>
                    <a:pt x="867685" y="363210"/>
                    <a:pt x="813292" y="374089"/>
                    <a:pt x="780656" y="379528"/>
                  </a:cubicBezTo>
                  <a:cubicBezTo>
                    <a:pt x="712664" y="387687"/>
                    <a:pt x="641953" y="365930"/>
                    <a:pt x="598439" y="311537"/>
                  </a:cubicBezTo>
                  <a:cubicBezTo>
                    <a:pt x="563083" y="268022"/>
                    <a:pt x="544046" y="210910"/>
                    <a:pt x="505970" y="164675"/>
                  </a:cubicBezTo>
                  <a:cubicBezTo>
                    <a:pt x="448858" y="93964"/>
                    <a:pt x="359109" y="45011"/>
                    <a:pt x="266640" y="61329"/>
                  </a:cubicBezTo>
                  <a:cubicBezTo>
                    <a:pt x="81704" y="93964"/>
                    <a:pt x="114" y="308817"/>
                    <a:pt x="103461" y="458398"/>
                  </a:cubicBezTo>
                  <a:cubicBezTo>
                    <a:pt x="253042" y="670531"/>
                    <a:pt x="584840" y="635176"/>
                    <a:pt x="756179" y="485595"/>
                  </a:cubicBezTo>
                  <a:cubicBezTo>
                    <a:pt x="813292" y="442080"/>
                    <a:pt x="862246" y="390407"/>
                    <a:pt x="903041" y="33057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010AB75D-54FA-4127-838D-A2CDC911B648}"/>
                </a:ext>
              </a:extLst>
            </p:cNvPr>
            <p:cNvSpPr/>
            <p:nvPr/>
          </p:nvSpPr>
          <p:spPr>
            <a:xfrm>
              <a:off x="9151831" y="2872694"/>
              <a:ext cx="951880" cy="652717"/>
            </a:xfrm>
            <a:custGeom>
              <a:avLst/>
              <a:gdLst>
                <a:gd name="connsiteX0" fmla="*/ 58178 w 951880"/>
                <a:gd name="connsiteY0" fmla="*/ 330574 h 652717"/>
                <a:gd name="connsiteX1" fmla="*/ 180563 w 951880"/>
                <a:gd name="connsiteY1" fmla="*/ 379528 h 652717"/>
                <a:gd name="connsiteX2" fmla="*/ 362780 w 951880"/>
                <a:gd name="connsiteY2" fmla="*/ 311537 h 652717"/>
                <a:gd name="connsiteX3" fmla="*/ 455249 w 951880"/>
                <a:gd name="connsiteY3" fmla="*/ 164675 h 652717"/>
                <a:gd name="connsiteX4" fmla="*/ 694578 w 951880"/>
                <a:gd name="connsiteY4" fmla="*/ 61329 h 652717"/>
                <a:gd name="connsiteX5" fmla="*/ 857758 w 951880"/>
                <a:gd name="connsiteY5" fmla="*/ 458398 h 652717"/>
                <a:gd name="connsiteX6" fmla="*/ 205040 w 951880"/>
                <a:gd name="connsiteY6" fmla="*/ 485595 h 652717"/>
                <a:gd name="connsiteX7" fmla="*/ 58178 w 951880"/>
                <a:gd name="connsiteY7" fmla="*/ 330574 h 65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51880" h="652717">
                  <a:moveTo>
                    <a:pt x="58178" y="330574"/>
                  </a:moveTo>
                  <a:cubicBezTo>
                    <a:pt x="96253" y="363210"/>
                    <a:pt x="147927" y="374089"/>
                    <a:pt x="180563" y="379528"/>
                  </a:cubicBezTo>
                  <a:cubicBezTo>
                    <a:pt x="248554" y="387687"/>
                    <a:pt x="319266" y="365930"/>
                    <a:pt x="362780" y="311537"/>
                  </a:cubicBezTo>
                  <a:cubicBezTo>
                    <a:pt x="398136" y="268022"/>
                    <a:pt x="417174" y="210910"/>
                    <a:pt x="455249" y="164675"/>
                  </a:cubicBezTo>
                  <a:cubicBezTo>
                    <a:pt x="512362" y="93964"/>
                    <a:pt x="602110" y="45011"/>
                    <a:pt x="694578" y="61329"/>
                  </a:cubicBezTo>
                  <a:cubicBezTo>
                    <a:pt x="879515" y="93964"/>
                    <a:pt x="961105" y="308817"/>
                    <a:pt x="857758" y="458398"/>
                  </a:cubicBezTo>
                  <a:cubicBezTo>
                    <a:pt x="708176" y="670531"/>
                    <a:pt x="376379" y="635176"/>
                    <a:pt x="205040" y="485595"/>
                  </a:cubicBezTo>
                  <a:cubicBezTo>
                    <a:pt x="150646" y="442080"/>
                    <a:pt x="101693" y="390407"/>
                    <a:pt x="58178" y="33057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C73C4E44-0B9D-4D7D-A72A-E10AA3E25788}"/>
                </a:ext>
              </a:extLst>
            </p:cNvPr>
            <p:cNvSpPr/>
            <p:nvPr/>
          </p:nvSpPr>
          <p:spPr>
            <a:xfrm>
              <a:off x="8001294" y="2010994"/>
              <a:ext cx="734308" cy="299162"/>
            </a:xfrm>
            <a:custGeom>
              <a:avLst/>
              <a:gdLst>
                <a:gd name="connsiteX0" fmla="*/ 596792 w 734307"/>
                <a:gd name="connsiteY0" fmla="*/ 58178 h 299162"/>
                <a:gd name="connsiteX1" fmla="*/ 148048 w 734307"/>
                <a:gd name="connsiteY1" fmla="*/ 58178 h 299162"/>
                <a:gd name="connsiteX2" fmla="*/ 58299 w 734307"/>
                <a:gd name="connsiteY2" fmla="*/ 150646 h 299162"/>
                <a:gd name="connsiteX3" fmla="*/ 148048 w 734307"/>
                <a:gd name="connsiteY3" fmla="*/ 251274 h 299162"/>
                <a:gd name="connsiteX4" fmla="*/ 596792 w 734307"/>
                <a:gd name="connsiteY4" fmla="*/ 251274 h 299162"/>
                <a:gd name="connsiteX5" fmla="*/ 686541 w 734307"/>
                <a:gd name="connsiteY5" fmla="*/ 158805 h 299162"/>
                <a:gd name="connsiteX6" fmla="*/ 596792 w 734307"/>
                <a:gd name="connsiteY6" fmla="*/ 58178 h 299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4307" h="299162">
                  <a:moveTo>
                    <a:pt x="596792" y="58178"/>
                  </a:moveTo>
                  <a:cubicBezTo>
                    <a:pt x="591353" y="58178"/>
                    <a:pt x="153487" y="58178"/>
                    <a:pt x="148048" y="58178"/>
                  </a:cubicBezTo>
                  <a:cubicBezTo>
                    <a:pt x="99094" y="60898"/>
                    <a:pt x="61019" y="104412"/>
                    <a:pt x="58299" y="150646"/>
                  </a:cubicBezTo>
                  <a:cubicBezTo>
                    <a:pt x="55580" y="199600"/>
                    <a:pt x="99094" y="248554"/>
                    <a:pt x="148048" y="251274"/>
                  </a:cubicBezTo>
                  <a:cubicBezTo>
                    <a:pt x="153487" y="251274"/>
                    <a:pt x="591353" y="251274"/>
                    <a:pt x="596792" y="251274"/>
                  </a:cubicBezTo>
                  <a:cubicBezTo>
                    <a:pt x="645746" y="248554"/>
                    <a:pt x="683821" y="205040"/>
                    <a:pt x="686541" y="158805"/>
                  </a:cubicBezTo>
                  <a:cubicBezTo>
                    <a:pt x="689260" y="109852"/>
                    <a:pt x="648465" y="60898"/>
                    <a:pt x="596792" y="58178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5F17AEE1-933D-430A-938B-044F9EEF7E0F}"/>
                </a:ext>
              </a:extLst>
            </p:cNvPr>
            <p:cNvSpPr/>
            <p:nvPr/>
          </p:nvSpPr>
          <p:spPr>
            <a:xfrm>
              <a:off x="4920042" y="2277520"/>
              <a:ext cx="1006274" cy="951879"/>
            </a:xfrm>
            <a:custGeom>
              <a:avLst/>
              <a:gdLst>
                <a:gd name="connsiteX0" fmla="*/ 884954 w 1006273"/>
                <a:gd name="connsiteY0" fmla="*/ 746251 h 951879"/>
                <a:gd name="connsiteX1" fmla="*/ 874076 w 1006273"/>
                <a:gd name="connsiteY1" fmla="*/ 670101 h 951879"/>
                <a:gd name="connsiteX2" fmla="*/ 874076 w 1006273"/>
                <a:gd name="connsiteY2" fmla="*/ 536837 h 951879"/>
                <a:gd name="connsiteX3" fmla="*/ 689139 w 1006273"/>
                <a:gd name="connsiteY3" fmla="*/ 88094 h 951879"/>
                <a:gd name="connsiteX4" fmla="*/ 428052 w 1006273"/>
                <a:gd name="connsiteY4" fmla="*/ 253993 h 951879"/>
                <a:gd name="connsiteX5" fmla="*/ 196881 w 1006273"/>
                <a:gd name="connsiteY5" fmla="*/ 58178 h 951879"/>
                <a:gd name="connsiteX6" fmla="*/ 58178 w 1006273"/>
                <a:gd name="connsiteY6" fmla="*/ 128889 h 951879"/>
                <a:gd name="connsiteX7" fmla="*/ 142488 w 1006273"/>
                <a:gd name="connsiteY7" fmla="*/ 273031 h 951879"/>
                <a:gd name="connsiteX8" fmla="*/ 142488 w 1006273"/>
                <a:gd name="connsiteY8" fmla="*/ 757130 h 951879"/>
                <a:gd name="connsiteX9" fmla="*/ 283910 w 1006273"/>
                <a:gd name="connsiteY9" fmla="*/ 895832 h 951879"/>
                <a:gd name="connsiteX10" fmla="*/ 428052 w 1006273"/>
                <a:gd name="connsiteY10" fmla="*/ 757130 h 951879"/>
                <a:gd name="connsiteX11" fmla="*/ 428052 w 1006273"/>
                <a:gd name="connsiteY11" fmla="*/ 400855 h 951879"/>
                <a:gd name="connsiteX12" fmla="*/ 523240 w 1006273"/>
                <a:gd name="connsiteY12" fmla="*/ 283910 h 951879"/>
                <a:gd name="connsiteX13" fmla="*/ 591231 w 1006273"/>
                <a:gd name="connsiteY13" fmla="*/ 354621 h 951879"/>
                <a:gd name="connsiteX14" fmla="*/ 591231 w 1006273"/>
                <a:gd name="connsiteY14" fmla="*/ 697297 h 951879"/>
                <a:gd name="connsiteX15" fmla="*/ 593951 w 1006273"/>
                <a:gd name="connsiteY15" fmla="*/ 729933 h 951879"/>
                <a:gd name="connsiteX16" fmla="*/ 610269 w 1006273"/>
                <a:gd name="connsiteY16" fmla="*/ 778887 h 951879"/>
                <a:gd name="connsiteX17" fmla="*/ 822402 w 1006273"/>
                <a:gd name="connsiteY17" fmla="*/ 893112 h 951879"/>
                <a:gd name="connsiteX18" fmla="*/ 961105 w 1006273"/>
                <a:gd name="connsiteY18" fmla="*/ 822401 h 951879"/>
                <a:gd name="connsiteX19" fmla="*/ 884954 w 1006273"/>
                <a:gd name="connsiteY19" fmla="*/ 746251 h 951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006273" h="951879">
                  <a:moveTo>
                    <a:pt x="884954" y="746251"/>
                  </a:moveTo>
                  <a:cubicBezTo>
                    <a:pt x="879515" y="721774"/>
                    <a:pt x="876795" y="694578"/>
                    <a:pt x="874076" y="670101"/>
                  </a:cubicBezTo>
                  <a:cubicBezTo>
                    <a:pt x="874076" y="634745"/>
                    <a:pt x="874076" y="583072"/>
                    <a:pt x="874076" y="536837"/>
                  </a:cubicBezTo>
                  <a:cubicBezTo>
                    <a:pt x="879515" y="373658"/>
                    <a:pt x="909431" y="88094"/>
                    <a:pt x="689139" y="88094"/>
                  </a:cubicBezTo>
                  <a:cubicBezTo>
                    <a:pt x="539558" y="88094"/>
                    <a:pt x="452529" y="213199"/>
                    <a:pt x="428052" y="253993"/>
                  </a:cubicBezTo>
                  <a:cubicBezTo>
                    <a:pt x="425332" y="139768"/>
                    <a:pt x="335583" y="58178"/>
                    <a:pt x="196881" y="58178"/>
                  </a:cubicBezTo>
                  <a:cubicBezTo>
                    <a:pt x="109852" y="58178"/>
                    <a:pt x="58178" y="128889"/>
                    <a:pt x="58178" y="128889"/>
                  </a:cubicBezTo>
                  <a:cubicBezTo>
                    <a:pt x="58178" y="128889"/>
                    <a:pt x="142488" y="158805"/>
                    <a:pt x="142488" y="273031"/>
                  </a:cubicBezTo>
                  <a:cubicBezTo>
                    <a:pt x="142488" y="354621"/>
                    <a:pt x="142488" y="757130"/>
                    <a:pt x="142488" y="757130"/>
                  </a:cubicBezTo>
                  <a:cubicBezTo>
                    <a:pt x="145207" y="827841"/>
                    <a:pt x="194161" y="895832"/>
                    <a:pt x="283910" y="895832"/>
                  </a:cubicBezTo>
                  <a:cubicBezTo>
                    <a:pt x="373659" y="895832"/>
                    <a:pt x="428052" y="827841"/>
                    <a:pt x="428052" y="757130"/>
                  </a:cubicBezTo>
                  <a:lnTo>
                    <a:pt x="428052" y="400855"/>
                  </a:lnTo>
                  <a:cubicBezTo>
                    <a:pt x="441650" y="343742"/>
                    <a:pt x="474286" y="283910"/>
                    <a:pt x="523240" y="283910"/>
                  </a:cubicBezTo>
                  <a:cubicBezTo>
                    <a:pt x="585792" y="283910"/>
                    <a:pt x="591231" y="354621"/>
                    <a:pt x="591231" y="354621"/>
                  </a:cubicBezTo>
                  <a:lnTo>
                    <a:pt x="591231" y="697297"/>
                  </a:lnTo>
                  <a:cubicBezTo>
                    <a:pt x="591231" y="708176"/>
                    <a:pt x="593951" y="719054"/>
                    <a:pt x="593951" y="729933"/>
                  </a:cubicBezTo>
                  <a:cubicBezTo>
                    <a:pt x="596671" y="748971"/>
                    <a:pt x="602110" y="765289"/>
                    <a:pt x="610269" y="778887"/>
                  </a:cubicBezTo>
                  <a:cubicBezTo>
                    <a:pt x="645624" y="846878"/>
                    <a:pt x="719055" y="893112"/>
                    <a:pt x="822402" y="893112"/>
                  </a:cubicBezTo>
                  <a:cubicBezTo>
                    <a:pt x="909431" y="893112"/>
                    <a:pt x="961105" y="822401"/>
                    <a:pt x="961105" y="822401"/>
                  </a:cubicBezTo>
                  <a:cubicBezTo>
                    <a:pt x="961105" y="822401"/>
                    <a:pt x="909431" y="808803"/>
                    <a:pt x="884954" y="746251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4A198EB9-1147-497F-9629-D20241548224}"/>
                </a:ext>
              </a:extLst>
            </p:cNvPr>
            <p:cNvSpPr/>
            <p:nvPr/>
          </p:nvSpPr>
          <p:spPr>
            <a:xfrm>
              <a:off x="7552331" y="1888610"/>
              <a:ext cx="489539" cy="1332631"/>
            </a:xfrm>
            <a:custGeom>
              <a:avLst/>
              <a:gdLst>
                <a:gd name="connsiteX0" fmla="*/ 368560 w 489538"/>
                <a:gd name="connsiteY0" fmla="*/ 1135162 h 1332630"/>
                <a:gd name="connsiteX1" fmla="*/ 357681 w 489538"/>
                <a:gd name="connsiteY1" fmla="*/ 1059011 h 1332630"/>
                <a:gd name="connsiteX2" fmla="*/ 357681 w 489538"/>
                <a:gd name="connsiteY2" fmla="*/ 207759 h 1332630"/>
                <a:gd name="connsiteX3" fmla="*/ 208099 w 489538"/>
                <a:gd name="connsiteY3" fmla="*/ 58178 h 1332630"/>
                <a:gd name="connsiteX4" fmla="*/ 58518 w 489538"/>
                <a:gd name="connsiteY4" fmla="*/ 207759 h 1332630"/>
                <a:gd name="connsiteX5" fmla="*/ 58518 w 489538"/>
                <a:gd name="connsiteY5" fmla="*/ 961104 h 1332630"/>
                <a:gd name="connsiteX6" fmla="*/ 85715 w 489538"/>
                <a:gd name="connsiteY6" fmla="*/ 1159639 h 1332630"/>
                <a:gd name="connsiteX7" fmla="*/ 306007 w 489538"/>
                <a:gd name="connsiteY7" fmla="*/ 1282023 h 1332630"/>
                <a:gd name="connsiteX8" fmla="*/ 444710 w 489538"/>
                <a:gd name="connsiteY8" fmla="*/ 1211312 h 1332630"/>
                <a:gd name="connsiteX9" fmla="*/ 368560 w 489538"/>
                <a:gd name="connsiteY9" fmla="*/ 1135162 h 1332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89538" h="1332630">
                  <a:moveTo>
                    <a:pt x="368560" y="1135162"/>
                  </a:moveTo>
                  <a:cubicBezTo>
                    <a:pt x="363120" y="1110685"/>
                    <a:pt x="357681" y="1083488"/>
                    <a:pt x="357681" y="1059011"/>
                  </a:cubicBezTo>
                  <a:lnTo>
                    <a:pt x="357681" y="207759"/>
                  </a:lnTo>
                  <a:cubicBezTo>
                    <a:pt x="357681" y="126170"/>
                    <a:pt x="289689" y="58178"/>
                    <a:pt x="208099" y="58178"/>
                  </a:cubicBezTo>
                  <a:cubicBezTo>
                    <a:pt x="126510" y="58178"/>
                    <a:pt x="58518" y="126170"/>
                    <a:pt x="58518" y="207759"/>
                  </a:cubicBezTo>
                  <a:lnTo>
                    <a:pt x="58518" y="961104"/>
                  </a:lnTo>
                  <a:cubicBezTo>
                    <a:pt x="58518" y="1029095"/>
                    <a:pt x="53079" y="1097086"/>
                    <a:pt x="85715" y="1159639"/>
                  </a:cubicBezTo>
                  <a:cubicBezTo>
                    <a:pt x="118351" y="1227630"/>
                    <a:pt x="202660" y="1282023"/>
                    <a:pt x="306007" y="1282023"/>
                  </a:cubicBezTo>
                  <a:cubicBezTo>
                    <a:pt x="393036" y="1282023"/>
                    <a:pt x="444710" y="1211312"/>
                    <a:pt x="444710" y="1211312"/>
                  </a:cubicBezTo>
                  <a:cubicBezTo>
                    <a:pt x="444710" y="1211312"/>
                    <a:pt x="393036" y="1197714"/>
                    <a:pt x="368560" y="1135162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C489DA5D-3FDF-41B6-8FEC-3BAA766E6DD2}"/>
                </a:ext>
              </a:extLst>
            </p:cNvPr>
            <p:cNvSpPr/>
            <p:nvPr/>
          </p:nvSpPr>
          <p:spPr>
            <a:xfrm>
              <a:off x="4162324" y="2357456"/>
              <a:ext cx="815899" cy="815898"/>
            </a:xfrm>
            <a:custGeom>
              <a:avLst/>
              <a:gdLst>
                <a:gd name="connsiteX0" fmla="*/ 407949 w 815899"/>
                <a:gd name="connsiteY0" fmla="*/ 174058 h 815898"/>
                <a:gd name="connsiteX1" fmla="*/ 293723 w 815899"/>
                <a:gd name="connsiteY1" fmla="*/ 407950 h 815898"/>
                <a:gd name="connsiteX2" fmla="*/ 410669 w 815899"/>
                <a:gd name="connsiteY2" fmla="*/ 641840 h 815898"/>
                <a:gd name="connsiteX3" fmla="*/ 522175 w 815899"/>
                <a:gd name="connsiteY3" fmla="*/ 407950 h 815898"/>
                <a:gd name="connsiteX4" fmla="*/ 407949 w 815899"/>
                <a:gd name="connsiteY4" fmla="*/ 174058 h 815898"/>
                <a:gd name="connsiteX5" fmla="*/ 407950 w 815899"/>
                <a:gd name="connsiteY5" fmla="*/ 0 h 815898"/>
                <a:gd name="connsiteX6" fmla="*/ 815899 w 815899"/>
                <a:gd name="connsiteY6" fmla="*/ 407949 h 815898"/>
                <a:gd name="connsiteX7" fmla="*/ 407950 w 815899"/>
                <a:gd name="connsiteY7" fmla="*/ 815898 h 815898"/>
                <a:gd name="connsiteX8" fmla="*/ 0 w 815899"/>
                <a:gd name="connsiteY8" fmla="*/ 407949 h 815898"/>
                <a:gd name="connsiteX9" fmla="*/ 407950 w 815899"/>
                <a:gd name="connsiteY9" fmla="*/ 0 h 815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5899" h="815898">
                  <a:moveTo>
                    <a:pt x="407949" y="174058"/>
                  </a:moveTo>
                  <a:cubicBezTo>
                    <a:pt x="342677" y="174058"/>
                    <a:pt x="293723" y="263807"/>
                    <a:pt x="293723" y="407950"/>
                  </a:cubicBezTo>
                  <a:cubicBezTo>
                    <a:pt x="293723" y="552091"/>
                    <a:pt x="331799" y="639120"/>
                    <a:pt x="410669" y="641840"/>
                  </a:cubicBezTo>
                  <a:cubicBezTo>
                    <a:pt x="489539" y="641840"/>
                    <a:pt x="527614" y="552091"/>
                    <a:pt x="522175" y="407950"/>
                  </a:cubicBezTo>
                  <a:cubicBezTo>
                    <a:pt x="522175" y="263807"/>
                    <a:pt x="473221" y="176778"/>
                    <a:pt x="407949" y="174058"/>
                  </a:cubicBezTo>
                  <a:close/>
                  <a:moveTo>
                    <a:pt x="407950" y="0"/>
                  </a:moveTo>
                  <a:cubicBezTo>
                    <a:pt x="633682" y="0"/>
                    <a:pt x="815899" y="182217"/>
                    <a:pt x="815899" y="407949"/>
                  </a:cubicBezTo>
                  <a:cubicBezTo>
                    <a:pt x="815899" y="633681"/>
                    <a:pt x="633682" y="815898"/>
                    <a:pt x="407950" y="815898"/>
                  </a:cubicBezTo>
                  <a:cubicBezTo>
                    <a:pt x="182218" y="815898"/>
                    <a:pt x="0" y="633681"/>
                    <a:pt x="0" y="407949"/>
                  </a:cubicBezTo>
                  <a:cubicBezTo>
                    <a:pt x="0" y="182217"/>
                    <a:pt x="182218" y="0"/>
                    <a:pt x="407950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97AA4C2C-CCD9-4698-B061-F47DE3A46C84}"/>
                </a:ext>
              </a:extLst>
            </p:cNvPr>
            <p:cNvSpPr/>
            <p:nvPr/>
          </p:nvSpPr>
          <p:spPr>
            <a:xfrm>
              <a:off x="5884871" y="1946788"/>
              <a:ext cx="912802" cy="1223846"/>
            </a:xfrm>
            <a:custGeom>
              <a:avLst/>
              <a:gdLst>
                <a:gd name="connsiteX0" fmla="*/ 387907 w 912802"/>
                <a:gd name="connsiteY0" fmla="*/ 620081 h 1223846"/>
                <a:gd name="connsiteX1" fmla="*/ 273681 w 912802"/>
                <a:gd name="connsiteY1" fmla="*/ 824055 h 1223846"/>
                <a:gd name="connsiteX2" fmla="*/ 390627 w 912802"/>
                <a:gd name="connsiteY2" fmla="*/ 1028029 h 1223846"/>
                <a:gd name="connsiteX3" fmla="*/ 502132 w 912802"/>
                <a:gd name="connsiteY3" fmla="*/ 824055 h 1223846"/>
                <a:gd name="connsiteX4" fmla="*/ 387907 w 912802"/>
                <a:gd name="connsiteY4" fmla="*/ 620081 h 1223846"/>
                <a:gd name="connsiteX5" fmla="*/ 676192 w 912802"/>
                <a:gd name="connsiteY5" fmla="*/ 0 h 1223846"/>
                <a:gd name="connsiteX6" fmla="*/ 825773 w 912802"/>
                <a:gd name="connsiteY6" fmla="*/ 149581 h 1223846"/>
                <a:gd name="connsiteX7" fmla="*/ 825773 w 912802"/>
                <a:gd name="connsiteY7" fmla="*/ 1000834 h 1223846"/>
                <a:gd name="connsiteX8" fmla="*/ 836651 w 912802"/>
                <a:gd name="connsiteY8" fmla="*/ 1076985 h 1223846"/>
                <a:gd name="connsiteX9" fmla="*/ 912802 w 912802"/>
                <a:gd name="connsiteY9" fmla="*/ 1150415 h 1223846"/>
                <a:gd name="connsiteX10" fmla="*/ 774099 w 912802"/>
                <a:gd name="connsiteY10" fmla="*/ 1221126 h 1223846"/>
                <a:gd name="connsiteX11" fmla="*/ 553807 w 912802"/>
                <a:gd name="connsiteY11" fmla="*/ 1098742 h 1223846"/>
                <a:gd name="connsiteX12" fmla="*/ 548367 w 912802"/>
                <a:gd name="connsiteY12" fmla="*/ 1085144 h 1223846"/>
                <a:gd name="connsiteX13" fmla="*/ 398786 w 912802"/>
                <a:gd name="connsiteY13" fmla="*/ 1212967 h 1223846"/>
                <a:gd name="connsiteX14" fmla="*/ 156736 w 912802"/>
                <a:gd name="connsiteY14" fmla="*/ 1180332 h 1223846"/>
                <a:gd name="connsiteX15" fmla="*/ 287280 w 912802"/>
                <a:gd name="connsiteY15" fmla="*/ 416107 h 1223846"/>
                <a:gd name="connsiteX16" fmla="*/ 526611 w 912802"/>
                <a:gd name="connsiteY16" fmla="*/ 552091 h 1223846"/>
                <a:gd name="connsiteX17" fmla="*/ 526611 w 912802"/>
                <a:gd name="connsiteY17" fmla="*/ 149581 h 1223846"/>
                <a:gd name="connsiteX18" fmla="*/ 676192 w 912802"/>
                <a:gd name="connsiteY18" fmla="*/ 0 h 1223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12802" h="1223846">
                  <a:moveTo>
                    <a:pt x="387907" y="620081"/>
                  </a:moveTo>
                  <a:cubicBezTo>
                    <a:pt x="322635" y="620081"/>
                    <a:pt x="273681" y="698951"/>
                    <a:pt x="273681" y="824055"/>
                  </a:cubicBezTo>
                  <a:cubicBezTo>
                    <a:pt x="273681" y="949160"/>
                    <a:pt x="311756" y="1028029"/>
                    <a:pt x="390627" y="1028029"/>
                  </a:cubicBezTo>
                  <a:cubicBezTo>
                    <a:pt x="466777" y="1025310"/>
                    <a:pt x="504852" y="949160"/>
                    <a:pt x="502132" y="824055"/>
                  </a:cubicBezTo>
                  <a:cubicBezTo>
                    <a:pt x="502132" y="698951"/>
                    <a:pt x="455898" y="622801"/>
                    <a:pt x="387907" y="620081"/>
                  </a:cubicBezTo>
                  <a:close/>
                  <a:moveTo>
                    <a:pt x="676192" y="0"/>
                  </a:moveTo>
                  <a:cubicBezTo>
                    <a:pt x="757781" y="0"/>
                    <a:pt x="825773" y="67992"/>
                    <a:pt x="825773" y="149581"/>
                  </a:cubicBezTo>
                  <a:lnTo>
                    <a:pt x="825773" y="1000834"/>
                  </a:lnTo>
                  <a:cubicBezTo>
                    <a:pt x="828492" y="1025311"/>
                    <a:pt x="831212" y="1052508"/>
                    <a:pt x="836651" y="1076985"/>
                  </a:cubicBezTo>
                  <a:cubicBezTo>
                    <a:pt x="861128" y="1139537"/>
                    <a:pt x="912802" y="1150415"/>
                    <a:pt x="912802" y="1150415"/>
                  </a:cubicBezTo>
                  <a:cubicBezTo>
                    <a:pt x="912802" y="1150415"/>
                    <a:pt x="861128" y="1221126"/>
                    <a:pt x="774099" y="1221126"/>
                  </a:cubicBezTo>
                  <a:cubicBezTo>
                    <a:pt x="670752" y="1221126"/>
                    <a:pt x="589162" y="1166733"/>
                    <a:pt x="553807" y="1098742"/>
                  </a:cubicBezTo>
                  <a:cubicBezTo>
                    <a:pt x="551087" y="1093303"/>
                    <a:pt x="551087" y="1090583"/>
                    <a:pt x="548367" y="1085144"/>
                  </a:cubicBezTo>
                  <a:cubicBezTo>
                    <a:pt x="534769" y="1147696"/>
                    <a:pt x="450460" y="1199369"/>
                    <a:pt x="398786" y="1212967"/>
                  </a:cubicBezTo>
                  <a:cubicBezTo>
                    <a:pt x="322636" y="1234725"/>
                    <a:pt x="222008" y="1223846"/>
                    <a:pt x="156736" y="1180332"/>
                  </a:cubicBezTo>
                  <a:cubicBezTo>
                    <a:pt x="-79874" y="1028031"/>
                    <a:pt x="-58117" y="416107"/>
                    <a:pt x="287280" y="416107"/>
                  </a:cubicBezTo>
                  <a:cubicBezTo>
                    <a:pt x="412385" y="416107"/>
                    <a:pt x="491255" y="503137"/>
                    <a:pt x="526611" y="552091"/>
                  </a:cubicBezTo>
                  <a:lnTo>
                    <a:pt x="526611" y="149581"/>
                  </a:lnTo>
                  <a:cubicBezTo>
                    <a:pt x="526611" y="67992"/>
                    <a:pt x="594602" y="0"/>
                    <a:pt x="676192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6899E50A-6EE7-43FA-8BC5-A3FC97DE7DC4}"/>
                </a:ext>
              </a:extLst>
            </p:cNvPr>
            <p:cNvSpPr/>
            <p:nvPr/>
          </p:nvSpPr>
          <p:spPr>
            <a:xfrm>
              <a:off x="6789513" y="2362895"/>
              <a:ext cx="747906" cy="810458"/>
            </a:xfrm>
            <a:custGeom>
              <a:avLst/>
              <a:gdLst>
                <a:gd name="connsiteX0" fmla="*/ 394818 w 747906"/>
                <a:gd name="connsiteY0" fmla="*/ 163222 h 810458"/>
                <a:gd name="connsiteX1" fmla="*/ 356275 w 747906"/>
                <a:gd name="connsiteY1" fmla="*/ 174058 h 810458"/>
                <a:gd name="connsiteX2" fmla="*/ 274685 w 747906"/>
                <a:gd name="connsiteY2" fmla="*/ 356275 h 810458"/>
                <a:gd name="connsiteX3" fmla="*/ 375313 w 747906"/>
                <a:gd name="connsiteY3" fmla="*/ 358994 h 810458"/>
                <a:gd name="connsiteX4" fmla="*/ 473220 w 747906"/>
                <a:gd name="connsiteY4" fmla="*/ 239329 h 810458"/>
                <a:gd name="connsiteX5" fmla="*/ 394818 w 747906"/>
                <a:gd name="connsiteY5" fmla="*/ 163222 h 810458"/>
                <a:gd name="connsiteX6" fmla="*/ 386192 w 747906"/>
                <a:gd name="connsiteY6" fmla="*/ 0 h 810458"/>
                <a:gd name="connsiteX7" fmla="*/ 747906 w 747906"/>
                <a:gd name="connsiteY7" fmla="*/ 266526 h 810458"/>
                <a:gd name="connsiteX8" fmla="*/ 291004 w 747906"/>
                <a:gd name="connsiteY8" fmla="*/ 484100 h 810458"/>
                <a:gd name="connsiteX9" fmla="*/ 497698 w 747906"/>
                <a:gd name="connsiteY9" fmla="*/ 617363 h 810458"/>
                <a:gd name="connsiteX10" fmla="*/ 712551 w 747906"/>
                <a:gd name="connsiteY10" fmla="*/ 557530 h 810458"/>
                <a:gd name="connsiteX11" fmla="*/ 388912 w 747906"/>
                <a:gd name="connsiteY11" fmla="*/ 810458 h 810458"/>
                <a:gd name="connsiteX12" fmla="*/ 0 w 747906"/>
                <a:gd name="connsiteY12" fmla="*/ 413389 h 810458"/>
                <a:gd name="connsiteX13" fmla="*/ 386192 w 747906"/>
                <a:gd name="connsiteY13" fmla="*/ 0 h 810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47906" h="810458">
                  <a:moveTo>
                    <a:pt x="394818" y="163222"/>
                  </a:moveTo>
                  <a:cubicBezTo>
                    <a:pt x="381772" y="163179"/>
                    <a:pt x="368514" y="166579"/>
                    <a:pt x="356275" y="174058"/>
                  </a:cubicBezTo>
                  <a:cubicBezTo>
                    <a:pt x="299162" y="212133"/>
                    <a:pt x="282844" y="291003"/>
                    <a:pt x="274685" y="356275"/>
                  </a:cubicBezTo>
                  <a:cubicBezTo>
                    <a:pt x="274685" y="364434"/>
                    <a:pt x="369873" y="358994"/>
                    <a:pt x="375313" y="358994"/>
                  </a:cubicBezTo>
                  <a:cubicBezTo>
                    <a:pt x="432425" y="345396"/>
                    <a:pt x="473220" y="301881"/>
                    <a:pt x="473220" y="239329"/>
                  </a:cubicBezTo>
                  <a:cubicBezTo>
                    <a:pt x="471181" y="194455"/>
                    <a:pt x="433956" y="163349"/>
                    <a:pt x="394818" y="163222"/>
                  </a:cubicBezTo>
                  <a:close/>
                  <a:moveTo>
                    <a:pt x="386192" y="0"/>
                  </a:moveTo>
                  <a:cubicBezTo>
                    <a:pt x="519455" y="0"/>
                    <a:pt x="747906" y="65272"/>
                    <a:pt x="747906" y="266526"/>
                  </a:cubicBezTo>
                  <a:cubicBezTo>
                    <a:pt x="747906" y="467782"/>
                    <a:pt x="538493" y="484100"/>
                    <a:pt x="291004" y="484100"/>
                  </a:cubicBezTo>
                  <a:cubicBezTo>
                    <a:pt x="291004" y="484100"/>
                    <a:pt x="326359" y="617363"/>
                    <a:pt x="497698" y="617363"/>
                  </a:cubicBezTo>
                  <a:cubicBezTo>
                    <a:pt x="669036" y="617363"/>
                    <a:pt x="712551" y="557530"/>
                    <a:pt x="712551" y="557530"/>
                  </a:cubicBezTo>
                  <a:cubicBezTo>
                    <a:pt x="712551" y="557530"/>
                    <a:pt x="696233" y="810458"/>
                    <a:pt x="388912" y="810458"/>
                  </a:cubicBezTo>
                  <a:cubicBezTo>
                    <a:pt x="212134" y="810458"/>
                    <a:pt x="0" y="677195"/>
                    <a:pt x="0" y="413389"/>
                  </a:cubicBezTo>
                  <a:cubicBezTo>
                    <a:pt x="0" y="176778"/>
                    <a:pt x="163180" y="0"/>
                    <a:pt x="386192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AAB6D96F-3061-42BC-92D0-1BF63F8246F4}"/>
                </a:ext>
              </a:extLst>
            </p:cNvPr>
            <p:cNvSpPr/>
            <p:nvPr/>
          </p:nvSpPr>
          <p:spPr>
            <a:xfrm>
              <a:off x="7988882" y="2362895"/>
              <a:ext cx="747906" cy="810458"/>
            </a:xfrm>
            <a:custGeom>
              <a:avLst/>
              <a:gdLst>
                <a:gd name="connsiteX0" fmla="*/ 394818 w 747906"/>
                <a:gd name="connsiteY0" fmla="*/ 163222 h 810458"/>
                <a:gd name="connsiteX1" fmla="*/ 356275 w 747906"/>
                <a:gd name="connsiteY1" fmla="*/ 174058 h 810458"/>
                <a:gd name="connsiteX2" fmla="*/ 274685 w 747906"/>
                <a:gd name="connsiteY2" fmla="*/ 356275 h 810458"/>
                <a:gd name="connsiteX3" fmla="*/ 375313 w 747906"/>
                <a:gd name="connsiteY3" fmla="*/ 358994 h 810458"/>
                <a:gd name="connsiteX4" fmla="*/ 473220 w 747906"/>
                <a:gd name="connsiteY4" fmla="*/ 239329 h 810458"/>
                <a:gd name="connsiteX5" fmla="*/ 394818 w 747906"/>
                <a:gd name="connsiteY5" fmla="*/ 163222 h 810458"/>
                <a:gd name="connsiteX6" fmla="*/ 386192 w 747906"/>
                <a:gd name="connsiteY6" fmla="*/ 0 h 810458"/>
                <a:gd name="connsiteX7" fmla="*/ 747906 w 747906"/>
                <a:gd name="connsiteY7" fmla="*/ 266526 h 810458"/>
                <a:gd name="connsiteX8" fmla="*/ 291004 w 747906"/>
                <a:gd name="connsiteY8" fmla="*/ 484100 h 810458"/>
                <a:gd name="connsiteX9" fmla="*/ 497697 w 747906"/>
                <a:gd name="connsiteY9" fmla="*/ 617363 h 810458"/>
                <a:gd name="connsiteX10" fmla="*/ 712551 w 747906"/>
                <a:gd name="connsiteY10" fmla="*/ 557530 h 810458"/>
                <a:gd name="connsiteX11" fmla="*/ 388911 w 747906"/>
                <a:gd name="connsiteY11" fmla="*/ 810458 h 810458"/>
                <a:gd name="connsiteX12" fmla="*/ 0 w 747906"/>
                <a:gd name="connsiteY12" fmla="*/ 413389 h 810458"/>
                <a:gd name="connsiteX13" fmla="*/ 386192 w 747906"/>
                <a:gd name="connsiteY13" fmla="*/ 0 h 810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47906" h="810458">
                  <a:moveTo>
                    <a:pt x="394818" y="163222"/>
                  </a:moveTo>
                  <a:cubicBezTo>
                    <a:pt x="381772" y="163179"/>
                    <a:pt x="368514" y="166579"/>
                    <a:pt x="356275" y="174058"/>
                  </a:cubicBezTo>
                  <a:cubicBezTo>
                    <a:pt x="299162" y="212133"/>
                    <a:pt x="282844" y="291003"/>
                    <a:pt x="274685" y="356275"/>
                  </a:cubicBezTo>
                  <a:cubicBezTo>
                    <a:pt x="274685" y="364434"/>
                    <a:pt x="369873" y="358994"/>
                    <a:pt x="375313" y="358994"/>
                  </a:cubicBezTo>
                  <a:cubicBezTo>
                    <a:pt x="432426" y="345396"/>
                    <a:pt x="473220" y="301881"/>
                    <a:pt x="473220" y="239329"/>
                  </a:cubicBezTo>
                  <a:cubicBezTo>
                    <a:pt x="471181" y="194455"/>
                    <a:pt x="433955" y="163349"/>
                    <a:pt x="394818" y="163222"/>
                  </a:cubicBezTo>
                  <a:close/>
                  <a:moveTo>
                    <a:pt x="386192" y="0"/>
                  </a:moveTo>
                  <a:cubicBezTo>
                    <a:pt x="519455" y="0"/>
                    <a:pt x="747906" y="65272"/>
                    <a:pt x="747906" y="266526"/>
                  </a:cubicBezTo>
                  <a:cubicBezTo>
                    <a:pt x="747906" y="467782"/>
                    <a:pt x="538492" y="484100"/>
                    <a:pt x="291004" y="484100"/>
                  </a:cubicBezTo>
                  <a:cubicBezTo>
                    <a:pt x="291004" y="484100"/>
                    <a:pt x="326359" y="617363"/>
                    <a:pt x="497697" y="617363"/>
                  </a:cubicBezTo>
                  <a:cubicBezTo>
                    <a:pt x="669036" y="617363"/>
                    <a:pt x="712551" y="557530"/>
                    <a:pt x="712551" y="557530"/>
                  </a:cubicBezTo>
                  <a:cubicBezTo>
                    <a:pt x="712551" y="557530"/>
                    <a:pt x="696233" y="810458"/>
                    <a:pt x="388911" y="810458"/>
                  </a:cubicBezTo>
                  <a:cubicBezTo>
                    <a:pt x="212133" y="810458"/>
                    <a:pt x="0" y="677195"/>
                    <a:pt x="0" y="413389"/>
                  </a:cubicBezTo>
                  <a:cubicBezTo>
                    <a:pt x="0" y="176778"/>
                    <a:pt x="163180" y="0"/>
                    <a:pt x="386192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46E90DD0-D326-4354-B19D-6B25CA8E122A}"/>
                </a:ext>
              </a:extLst>
            </p:cNvPr>
            <p:cNvSpPr/>
            <p:nvPr/>
          </p:nvSpPr>
          <p:spPr>
            <a:xfrm>
              <a:off x="8683414" y="2274801"/>
              <a:ext cx="897487" cy="951879"/>
            </a:xfrm>
            <a:custGeom>
              <a:avLst/>
              <a:gdLst>
                <a:gd name="connsiteX0" fmla="*/ 580988 w 897487"/>
                <a:gd name="connsiteY0" fmla="*/ 667381 h 951879"/>
                <a:gd name="connsiteX1" fmla="*/ 409649 w 897487"/>
                <a:gd name="connsiteY1" fmla="*/ 667381 h 951879"/>
                <a:gd name="connsiteX2" fmla="*/ 591866 w 897487"/>
                <a:gd name="connsiteY2" fmla="*/ 525959 h 951879"/>
                <a:gd name="connsiteX3" fmla="*/ 842075 w 897487"/>
                <a:gd name="connsiteY3" fmla="*/ 123450 h 951879"/>
                <a:gd name="connsiteX4" fmla="*/ 842075 w 897487"/>
                <a:gd name="connsiteY4" fmla="*/ 123450 h 951879"/>
                <a:gd name="connsiteX5" fmla="*/ 798560 w 897487"/>
                <a:gd name="connsiteY5" fmla="*/ 58178 h 951879"/>
                <a:gd name="connsiteX6" fmla="*/ 746887 w 897487"/>
                <a:gd name="connsiteY6" fmla="*/ 107132 h 951879"/>
                <a:gd name="connsiteX7" fmla="*/ 697933 w 897487"/>
                <a:gd name="connsiteY7" fmla="*/ 115291 h 951879"/>
                <a:gd name="connsiteX8" fmla="*/ 219273 w 897487"/>
                <a:gd name="connsiteY8" fmla="*/ 115291 h 951879"/>
                <a:gd name="connsiteX9" fmla="*/ 102328 w 897487"/>
                <a:gd name="connsiteY9" fmla="*/ 224077 h 951879"/>
                <a:gd name="connsiteX10" fmla="*/ 213834 w 897487"/>
                <a:gd name="connsiteY10" fmla="*/ 332863 h 951879"/>
                <a:gd name="connsiteX11" fmla="*/ 485800 w 897487"/>
                <a:gd name="connsiteY11" fmla="*/ 335583 h 951879"/>
                <a:gd name="connsiteX12" fmla="*/ 134964 w 897487"/>
                <a:gd name="connsiteY12" fmla="*/ 615708 h 951879"/>
                <a:gd name="connsiteX13" fmla="*/ 61533 w 897487"/>
                <a:gd name="connsiteY13" fmla="*/ 884953 h 951879"/>
                <a:gd name="connsiteX14" fmla="*/ 398771 w 897487"/>
                <a:gd name="connsiteY14" fmla="*/ 806083 h 951879"/>
                <a:gd name="connsiteX15" fmla="*/ 529314 w 897487"/>
                <a:gd name="connsiteY15" fmla="*/ 863196 h 951879"/>
                <a:gd name="connsiteX16" fmla="*/ 782242 w 897487"/>
                <a:gd name="connsiteY16" fmla="*/ 607549 h 951879"/>
                <a:gd name="connsiteX17" fmla="*/ 580988 w 897487"/>
                <a:gd name="connsiteY17" fmla="*/ 667381 h 951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97487" h="951879">
                  <a:moveTo>
                    <a:pt x="580988" y="667381"/>
                  </a:moveTo>
                  <a:lnTo>
                    <a:pt x="409649" y="667381"/>
                  </a:lnTo>
                  <a:cubicBezTo>
                    <a:pt x="423248" y="667381"/>
                    <a:pt x="548352" y="561314"/>
                    <a:pt x="591866" y="525959"/>
                  </a:cubicBezTo>
                  <a:cubicBezTo>
                    <a:pt x="700653" y="433491"/>
                    <a:pt x="899188" y="297508"/>
                    <a:pt x="842075" y="123450"/>
                  </a:cubicBezTo>
                  <a:lnTo>
                    <a:pt x="842075" y="123450"/>
                  </a:lnTo>
                  <a:cubicBezTo>
                    <a:pt x="831197" y="82655"/>
                    <a:pt x="798560" y="58178"/>
                    <a:pt x="798560" y="58178"/>
                  </a:cubicBezTo>
                  <a:cubicBezTo>
                    <a:pt x="798560" y="58178"/>
                    <a:pt x="787682" y="90814"/>
                    <a:pt x="746887" y="107132"/>
                  </a:cubicBezTo>
                  <a:cubicBezTo>
                    <a:pt x="730569" y="109852"/>
                    <a:pt x="714251" y="115291"/>
                    <a:pt x="697933" y="115291"/>
                  </a:cubicBezTo>
                  <a:cubicBezTo>
                    <a:pt x="684334" y="115291"/>
                    <a:pt x="219273" y="115291"/>
                    <a:pt x="219273" y="115291"/>
                  </a:cubicBezTo>
                  <a:cubicBezTo>
                    <a:pt x="156721" y="115291"/>
                    <a:pt x="105048" y="166964"/>
                    <a:pt x="102328" y="224077"/>
                  </a:cubicBezTo>
                  <a:cubicBezTo>
                    <a:pt x="102328" y="283910"/>
                    <a:pt x="151282" y="332863"/>
                    <a:pt x="213834" y="332863"/>
                  </a:cubicBezTo>
                  <a:lnTo>
                    <a:pt x="485800" y="335583"/>
                  </a:lnTo>
                  <a:cubicBezTo>
                    <a:pt x="360695" y="406294"/>
                    <a:pt x="211114" y="487884"/>
                    <a:pt x="134964" y="615708"/>
                  </a:cubicBezTo>
                  <a:cubicBezTo>
                    <a:pt x="91449" y="689138"/>
                    <a:pt x="45215" y="800644"/>
                    <a:pt x="61533" y="884953"/>
                  </a:cubicBezTo>
                  <a:cubicBezTo>
                    <a:pt x="121366" y="830560"/>
                    <a:pt x="279106" y="778887"/>
                    <a:pt x="398771" y="806083"/>
                  </a:cubicBezTo>
                  <a:cubicBezTo>
                    <a:pt x="445005" y="814242"/>
                    <a:pt x="491239" y="838719"/>
                    <a:pt x="529314" y="863196"/>
                  </a:cubicBezTo>
                  <a:cubicBezTo>
                    <a:pt x="755046" y="1004618"/>
                    <a:pt x="891029" y="727213"/>
                    <a:pt x="782242" y="607549"/>
                  </a:cubicBezTo>
                  <a:cubicBezTo>
                    <a:pt x="784962" y="607549"/>
                    <a:pt x="722410" y="667381"/>
                    <a:pt x="580988" y="667381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FC8EBEE1-EF8C-4C52-8690-44C2ACEA5D70}"/>
                </a:ext>
              </a:extLst>
            </p:cNvPr>
            <p:cNvSpPr/>
            <p:nvPr/>
          </p:nvSpPr>
          <p:spPr>
            <a:xfrm>
              <a:off x="2624650" y="1948442"/>
              <a:ext cx="1903761" cy="1577400"/>
            </a:xfrm>
            <a:custGeom>
              <a:avLst/>
              <a:gdLst>
                <a:gd name="connsiteX0" fmla="*/ 1559430 w 1903760"/>
                <a:gd name="connsiteY0" fmla="*/ 1165078 h 1577399"/>
                <a:gd name="connsiteX1" fmla="*/ 1369054 w 1903760"/>
                <a:gd name="connsiteY1" fmla="*/ 593950 h 1577399"/>
                <a:gd name="connsiteX2" fmla="*/ 1483279 w 1903760"/>
                <a:gd name="connsiteY2" fmla="*/ 126170 h 1577399"/>
                <a:gd name="connsiteX3" fmla="*/ 1311941 w 1903760"/>
                <a:gd name="connsiteY3" fmla="*/ 58178 h 1577399"/>
                <a:gd name="connsiteX4" fmla="*/ 1078050 w 1903760"/>
                <a:gd name="connsiteY4" fmla="*/ 205040 h 1577399"/>
                <a:gd name="connsiteX5" fmla="*/ 846879 w 1903760"/>
                <a:gd name="connsiteY5" fmla="*/ 523239 h 1577399"/>
                <a:gd name="connsiteX6" fmla="*/ 645624 w 1903760"/>
                <a:gd name="connsiteY6" fmla="*/ 210479 h 1577399"/>
                <a:gd name="connsiteX7" fmla="*/ 455248 w 1903760"/>
                <a:gd name="connsiteY7" fmla="*/ 63617 h 1577399"/>
                <a:gd name="connsiteX8" fmla="*/ 234956 w 1903760"/>
                <a:gd name="connsiteY8" fmla="*/ 137048 h 1577399"/>
                <a:gd name="connsiteX9" fmla="*/ 316546 w 1903760"/>
                <a:gd name="connsiteY9" fmla="*/ 588511 h 1577399"/>
                <a:gd name="connsiteX10" fmla="*/ 58178 w 1903760"/>
                <a:gd name="connsiteY10" fmla="*/ 1072610 h 1577399"/>
                <a:gd name="connsiteX11" fmla="*/ 474286 w 1903760"/>
                <a:gd name="connsiteY11" fmla="*/ 1020936 h 1577399"/>
                <a:gd name="connsiteX12" fmla="*/ 555876 w 1903760"/>
                <a:gd name="connsiteY12" fmla="*/ 572193 h 1577399"/>
                <a:gd name="connsiteX13" fmla="*/ 830561 w 1903760"/>
                <a:gd name="connsiteY13" fmla="*/ 993740 h 1577399"/>
                <a:gd name="connsiteX14" fmla="*/ 1140602 w 1903760"/>
                <a:gd name="connsiteY14" fmla="*/ 574913 h 1577399"/>
                <a:gd name="connsiteX15" fmla="*/ 1567589 w 1903760"/>
                <a:gd name="connsiteY15" fmla="*/ 1526792 h 1577399"/>
                <a:gd name="connsiteX16" fmla="*/ 1866751 w 1903760"/>
                <a:gd name="connsiteY16" fmla="*/ 1322818 h 1577399"/>
                <a:gd name="connsiteX17" fmla="*/ 1559430 w 1903760"/>
                <a:gd name="connsiteY17" fmla="*/ 1165078 h 1577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903760" h="1577399">
                  <a:moveTo>
                    <a:pt x="1559430" y="1165078"/>
                  </a:moveTo>
                  <a:cubicBezTo>
                    <a:pt x="1420727" y="1012777"/>
                    <a:pt x="1377213" y="762569"/>
                    <a:pt x="1369054" y="593950"/>
                  </a:cubicBezTo>
                  <a:cubicBezTo>
                    <a:pt x="1360895" y="449809"/>
                    <a:pt x="1369054" y="199600"/>
                    <a:pt x="1483279" y="126170"/>
                  </a:cubicBezTo>
                  <a:cubicBezTo>
                    <a:pt x="1445204" y="77216"/>
                    <a:pt x="1369054" y="58178"/>
                    <a:pt x="1311941" y="58178"/>
                  </a:cubicBezTo>
                  <a:cubicBezTo>
                    <a:pt x="1184117" y="58178"/>
                    <a:pt x="1121565" y="142488"/>
                    <a:pt x="1078050" y="205040"/>
                  </a:cubicBezTo>
                  <a:cubicBezTo>
                    <a:pt x="1064452" y="224077"/>
                    <a:pt x="846879" y="523239"/>
                    <a:pt x="846879" y="523239"/>
                  </a:cubicBezTo>
                  <a:cubicBezTo>
                    <a:pt x="846879" y="523239"/>
                    <a:pt x="667382" y="243115"/>
                    <a:pt x="645624" y="210479"/>
                  </a:cubicBezTo>
                  <a:cubicBezTo>
                    <a:pt x="615708" y="164245"/>
                    <a:pt x="555876" y="77216"/>
                    <a:pt x="455248" y="63617"/>
                  </a:cubicBezTo>
                  <a:cubicBezTo>
                    <a:pt x="411734" y="58178"/>
                    <a:pt x="297508" y="52739"/>
                    <a:pt x="234956" y="137048"/>
                  </a:cubicBezTo>
                  <a:cubicBezTo>
                    <a:pt x="341023" y="221357"/>
                    <a:pt x="338303" y="438930"/>
                    <a:pt x="316546" y="588511"/>
                  </a:cubicBezTo>
                  <a:cubicBezTo>
                    <a:pt x="248554" y="1031815"/>
                    <a:pt x="58178" y="1072610"/>
                    <a:pt x="58178" y="1072610"/>
                  </a:cubicBezTo>
                  <a:cubicBezTo>
                    <a:pt x="156086" y="1333696"/>
                    <a:pt x="403575" y="1230350"/>
                    <a:pt x="474286" y="1020936"/>
                  </a:cubicBezTo>
                  <a:cubicBezTo>
                    <a:pt x="520520" y="884953"/>
                    <a:pt x="550436" y="713615"/>
                    <a:pt x="555876" y="572193"/>
                  </a:cubicBezTo>
                  <a:lnTo>
                    <a:pt x="830561" y="993740"/>
                  </a:lnTo>
                  <a:cubicBezTo>
                    <a:pt x="830561" y="993740"/>
                    <a:pt x="1140602" y="574913"/>
                    <a:pt x="1140602" y="574913"/>
                  </a:cubicBezTo>
                  <a:cubicBezTo>
                    <a:pt x="1088929" y="1314659"/>
                    <a:pt x="1344577" y="1526792"/>
                    <a:pt x="1567589" y="1526792"/>
                  </a:cubicBezTo>
                  <a:cubicBezTo>
                    <a:pt x="1790601" y="1526792"/>
                    <a:pt x="1866751" y="1322818"/>
                    <a:pt x="1866751" y="1322818"/>
                  </a:cubicBezTo>
                  <a:cubicBezTo>
                    <a:pt x="1744367" y="1314659"/>
                    <a:pt x="1641019" y="1252107"/>
                    <a:pt x="1559430" y="1165078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60406D85-B240-4DDD-A872-237D9A7B6040}"/>
                </a:ext>
              </a:extLst>
            </p:cNvPr>
            <p:cNvSpPr/>
            <p:nvPr/>
          </p:nvSpPr>
          <p:spPr>
            <a:xfrm>
              <a:off x="4792218" y="3234839"/>
              <a:ext cx="271966" cy="652717"/>
            </a:xfrm>
            <a:custGeom>
              <a:avLst/>
              <a:gdLst>
                <a:gd name="connsiteX0" fmla="*/ 88095 w 271965"/>
                <a:gd name="connsiteY0" fmla="*/ 120730 h 652717"/>
                <a:gd name="connsiteX1" fmla="*/ 93534 w 271965"/>
                <a:gd name="connsiteY1" fmla="*/ 153366 h 652717"/>
                <a:gd name="connsiteX2" fmla="*/ 93534 w 271965"/>
                <a:gd name="connsiteY2" fmla="*/ 544997 h 652717"/>
                <a:gd name="connsiteX3" fmla="*/ 156086 w 271965"/>
                <a:gd name="connsiteY3" fmla="*/ 604829 h 652717"/>
                <a:gd name="connsiteX4" fmla="*/ 221358 w 271965"/>
                <a:gd name="connsiteY4" fmla="*/ 544997 h 652717"/>
                <a:gd name="connsiteX5" fmla="*/ 221358 w 271965"/>
                <a:gd name="connsiteY5" fmla="*/ 194161 h 652717"/>
                <a:gd name="connsiteX6" fmla="*/ 210479 w 271965"/>
                <a:gd name="connsiteY6" fmla="*/ 109852 h 652717"/>
                <a:gd name="connsiteX7" fmla="*/ 118011 w 271965"/>
                <a:gd name="connsiteY7" fmla="*/ 58178 h 652717"/>
                <a:gd name="connsiteX8" fmla="*/ 58178 w 271965"/>
                <a:gd name="connsiteY8" fmla="*/ 88094 h 652717"/>
                <a:gd name="connsiteX9" fmla="*/ 88095 w 271965"/>
                <a:gd name="connsiteY9" fmla="*/ 120730 h 65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1965" h="652717">
                  <a:moveTo>
                    <a:pt x="88095" y="120730"/>
                  </a:moveTo>
                  <a:cubicBezTo>
                    <a:pt x="90814" y="131609"/>
                    <a:pt x="90814" y="142487"/>
                    <a:pt x="93534" y="153366"/>
                  </a:cubicBezTo>
                  <a:cubicBezTo>
                    <a:pt x="93534" y="156086"/>
                    <a:pt x="93534" y="542277"/>
                    <a:pt x="93534" y="544997"/>
                  </a:cubicBezTo>
                  <a:cubicBezTo>
                    <a:pt x="93534" y="577632"/>
                    <a:pt x="123450" y="604829"/>
                    <a:pt x="156086" y="604829"/>
                  </a:cubicBezTo>
                  <a:cubicBezTo>
                    <a:pt x="188722" y="607548"/>
                    <a:pt x="221358" y="577632"/>
                    <a:pt x="221358" y="544997"/>
                  </a:cubicBezTo>
                  <a:cubicBezTo>
                    <a:pt x="221358" y="539557"/>
                    <a:pt x="221358" y="194161"/>
                    <a:pt x="221358" y="194161"/>
                  </a:cubicBezTo>
                  <a:cubicBezTo>
                    <a:pt x="221358" y="164245"/>
                    <a:pt x="224078" y="134329"/>
                    <a:pt x="210479" y="109852"/>
                  </a:cubicBezTo>
                  <a:cubicBezTo>
                    <a:pt x="196881" y="79935"/>
                    <a:pt x="158806" y="58178"/>
                    <a:pt x="118011" y="58178"/>
                  </a:cubicBezTo>
                  <a:cubicBezTo>
                    <a:pt x="79936" y="58178"/>
                    <a:pt x="58178" y="88094"/>
                    <a:pt x="58178" y="88094"/>
                  </a:cubicBezTo>
                  <a:cubicBezTo>
                    <a:pt x="58178" y="88094"/>
                    <a:pt x="77216" y="93534"/>
                    <a:pt x="88095" y="120730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14692158-F77E-4CC1-B129-4C7D59571AEE}"/>
                </a:ext>
              </a:extLst>
            </p:cNvPr>
            <p:cNvSpPr/>
            <p:nvPr/>
          </p:nvSpPr>
          <p:spPr>
            <a:xfrm>
              <a:off x="8751819" y="3234667"/>
              <a:ext cx="271966" cy="652717"/>
            </a:xfrm>
            <a:custGeom>
              <a:avLst/>
              <a:gdLst>
                <a:gd name="connsiteX0" fmla="*/ 191663 w 271965"/>
                <a:gd name="connsiteY0" fmla="*/ 542449 h 652717"/>
                <a:gd name="connsiteX1" fmla="*/ 186224 w 271965"/>
                <a:gd name="connsiteY1" fmla="*/ 509813 h 652717"/>
                <a:gd name="connsiteX2" fmla="*/ 186224 w 271965"/>
                <a:gd name="connsiteY2" fmla="*/ 118183 h 652717"/>
                <a:gd name="connsiteX3" fmla="*/ 123672 w 271965"/>
                <a:gd name="connsiteY3" fmla="*/ 58350 h 652717"/>
                <a:gd name="connsiteX4" fmla="*/ 58400 w 271965"/>
                <a:gd name="connsiteY4" fmla="*/ 118183 h 652717"/>
                <a:gd name="connsiteX5" fmla="*/ 58400 w 271965"/>
                <a:gd name="connsiteY5" fmla="*/ 469018 h 652717"/>
                <a:gd name="connsiteX6" fmla="*/ 69279 w 271965"/>
                <a:gd name="connsiteY6" fmla="*/ 553328 h 652717"/>
                <a:gd name="connsiteX7" fmla="*/ 161747 w 271965"/>
                <a:gd name="connsiteY7" fmla="*/ 605001 h 652717"/>
                <a:gd name="connsiteX8" fmla="*/ 221580 w 271965"/>
                <a:gd name="connsiteY8" fmla="*/ 575085 h 652717"/>
                <a:gd name="connsiteX9" fmla="*/ 191663 w 271965"/>
                <a:gd name="connsiteY9" fmla="*/ 542449 h 65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1965" h="652717">
                  <a:moveTo>
                    <a:pt x="191663" y="542449"/>
                  </a:moveTo>
                  <a:cubicBezTo>
                    <a:pt x="188944" y="531570"/>
                    <a:pt x="186224" y="520692"/>
                    <a:pt x="186224" y="509813"/>
                  </a:cubicBezTo>
                  <a:cubicBezTo>
                    <a:pt x="186224" y="507093"/>
                    <a:pt x="186224" y="120902"/>
                    <a:pt x="186224" y="118183"/>
                  </a:cubicBezTo>
                  <a:cubicBezTo>
                    <a:pt x="186224" y="85547"/>
                    <a:pt x="156308" y="58350"/>
                    <a:pt x="123672" y="58350"/>
                  </a:cubicBezTo>
                  <a:cubicBezTo>
                    <a:pt x="91036" y="55631"/>
                    <a:pt x="58400" y="85547"/>
                    <a:pt x="58400" y="118183"/>
                  </a:cubicBezTo>
                  <a:cubicBezTo>
                    <a:pt x="58400" y="123622"/>
                    <a:pt x="58400" y="469018"/>
                    <a:pt x="58400" y="469018"/>
                  </a:cubicBezTo>
                  <a:cubicBezTo>
                    <a:pt x="58400" y="498934"/>
                    <a:pt x="55680" y="528851"/>
                    <a:pt x="69279" y="553328"/>
                  </a:cubicBezTo>
                  <a:cubicBezTo>
                    <a:pt x="82877" y="583244"/>
                    <a:pt x="120953" y="605001"/>
                    <a:pt x="161747" y="605001"/>
                  </a:cubicBezTo>
                  <a:cubicBezTo>
                    <a:pt x="199822" y="605001"/>
                    <a:pt x="221580" y="575085"/>
                    <a:pt x="221580" y="575085"/>
                  </a:cubicBezTo>
                  <a:cubicBezTo>
                    <a:pt x="221580" y="575085"/>
                    <a:pt x="202542" y="566926"/>
                    <a:pt x="191663" y="542449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C0135833-3309-460C-8E4A-15D74B05AF6B}"/>
                </a:ext>
              </a:extLst>
            </p:cNvPr>
            <p:cNvSpPr/>
            <p:nvPr/>
          </p:nvSpPr>
          <p:spPr>
            <a:xfrm>
              <a:off x="6320666" y="3416868"/>
              <a:ext cx="435145" cy="462341"/>
            </a:xfrm>
            <a:custGeom>
              <a:avLst/>
              <a:gdLst>
                <a:gd name="connsiteX0" fmla="*/ 302948 w 435145"/>
                <a:gd name="connsiteY0" fmla="*/ 74684 h 462341"/>
                <a:gd name="connsiteX1" fmla="*/ 186003 w 435145"/>
                <a:gd name="connsiteY1" fmla="*/ 148115 h 462341"/>
                <a:gd name="connsiteX2" fmla="*/ 186003 w 435145"/>
                <a:gd name="connsiteY2" fmla="*/ 148115 h 462341"/>
                <a:gd name="connsiteX3" fmla="*/ 186003 w 435145"/>
                <a:gd name="connsiteY3" fmla="*/ 115479 h 462341"/>
                <a:gd name="connsiteX4" fmla="*/ 123450 w 435145"/>
                <a:gd name="connsiteY4" fmla="*/ 58366 h 462341"/>
                <a:gd name="connsiteX5" fmla="*/ 58178 w 435145"/>
                <a:gd name="connsiteY5" fmla="*/ 115479 h 462341"/>
                <a:gd name="connsiteX6" fmla="*/ 58178 w 435145"/>
                <a:gd name="connsiteY6" fmla="*/ 362967 h 462341"/>
                <a:gd name="connsiteX7" fmla="*/ 120730 w 435145"/>
                <a:gd name="connsiteY7" fmla="*/ 422800 h 462341"/>
                <a:gd name="connsiteX8" fmla="*/ 186003 w 435145"/>
                <a:gd name="connsiteY8" fmla="*/ 362967 h 462341"/>
                <a:gd name="connsiteX9" fmla="*/ 186003 w 435145"/>
                <a:gd name="connsiteY9" fmla="*/ 213386 h 462341"/>
                <a:gd name="connsiteX10" fmla="*/ 186003 w 435145"/>
                <a:gd name="connsiteY10" fmla="*/ 213386 h 462341"/>
                <a:gd name="connsiteX11" fmla="*/ 229517 w 435145"/>
                <a:gd name="connsiteY11" fmla="*/ 161713 h 462341"/>
                <a:gd name="connsiteX12" fmla="*/ 259433 w 435145"/>
                <a:gd name="connsiteY12" fmla="*/ 194349 h 462341"/>
                <a:gd name="connsiteX13" fmla="*/ 259433 w 435145"/>
                <a:gd name="connsiteY13" fmla="*/ 362967 h 462341"/>
                <a:gd name="connsiteX14" fmla="*/ 321985 w 435145"/>
                <a:gd name="connsiteY14" fmla="*/ 422800 h 462341"/>
                <a:gd name="connsiteX15" fmla="*/ 387257 w 435145"/>
                <a:gd name="connsiteY15" fmla="*/ 362967 h 462341"/>
                <a:gd name="connsiteX16" fmla="*/ 387257 w 435145"/>
                <a:gd name="connsiteY16" fmla="*/ 273219 h 462341"/>
                <a:gd name="connsiteX17" fmla="*/ 302948 w 435145"/>
                <a:gd name="connsiteY17" fmla="*/ 74684 h 46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5145" h="462341">
                  <a:moveTo>
                    <a:pt x="302948" y="74684"/>
                  </a:moveTo>
                  <a:cubicBezTo>
                    <a:pt x="234956" y="74684"/>
                    <a:pt x="196881" y="131797"/>
                    <a:pt x="186003" y="148115"/>
                  </a:cubicBezTo>
                  <a:lnTo>
                    <a:pt x="186003" y="148115"/>
                  </a:lnTo>
                  <a:cubicBezTo>
                    <a:pt x="186003" y="129077"/>
                    <a:pt x="186003" y="115479"/>
                    <a:pt x="186003" y="115479"/>
                  </a:cubicBezTo>
                  <a:cubicBezTo>
                    <a:pt x="186003" y="82843"/>
                    <a:pt x="156086" y="58366"/>
                    <a:pt x="123450" y="58366"/>
                  </a:cubicBezTo>
                  <a:cubicBezTo>
                    <a:pt x="90814" y="55646"/>
                    <a:pt x="58178" y="82843"/>
                    <a:pt x="58178" y="115479"/>
                  </a:cubicBezTo>
                  <a:cubicBezTo>
                    <a:pt x="58178" y="120918"/>
                    <a:pt x="58178" y="360248"/>
                    <a:pt x="58178" y="362967"/>
                  </a:cubicBezTo>
                  <a:cubicBezTo>
                    <a:pt x="58178" y="395603"/>
                    <a:pt x="88095" y="422800"/>
                    <a:pt x="120730" y="422800"/>
                  </a:cubicBezTo>
                  <a:cubicBezTo>
                    <a:pt x="153366" y="425519"/>
                    <a:pt x="186003" y="395603"/>
                    <a:pt x="186003" y="362967"/>
                  </a:cubicBezTo>
                  <a:cubicBezTo>
                    <a:pt x="186003" y="360248"/>
                    <a:pt x="186003" y="281378"/>
                    <a:pt x="186003" y="213386"/>
                  </a:cubicBezTo>
                  <a:lnTo>
                    <a:pt x="186003" y="213386"/>
                  </a:lnTo>
                  <a:cubicBezTo>
                    <a:pt x="191442" y="186190"/>
                    <a:pt x="205040" y="161713"/>
                    <a:pt x="229517" y="161713"/>
                  </a:cubicBezTo>
                  <a:cubicBezTo>
                    <a:pt x="259433" y="161713"/>
                    <a:pt x="259433" y="194349"/>
                    <a:pt x="259433" y="194349"/>
                  </a:cubicBezTo>
                  <a:lnTo>
                    <a:pt x="259433" y="362967"/>
                  </a:lnTo>
                  <a:cubicBezTo>
                    <a:pt x="259433" y="395603"/>
                    <a:pt x="289349" y="422800"/>
                    <a:pt x="321985" y="422800"/>
                  </a:cubicBezTo>
                  <a:cubicBezTo>
                    <a:pt x="354621" y="425519"/>
                    <a:pt x="387257" y="395603"/>
                    <a:pt x="387257" y="362967"/>
                  </a:cubicBezTo>
                  <a:lnTo>
                    <a:pt x="387257" y="273219"/>
                  </a:lnTo>
                  <a:cubicBezTo>
                    <a:pt x="387257" y="183470"/>
                    <a:pt x="395416" y="71964"/>
                    <a:pt x="302948" y="7468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25215576-30F2-4AAD-8485-216D0761A724}"/>
                </a:ext>
              </a:extLst>
            </p:cNvPr>
            <p:cNvSpPr/>
            <p:nvPr/>
          </p:nvSpPr>
          <p:spPr>
            <a:xfrm>
              <a:off x="7960620" y="3416868"/>
              <a:ext cx="435145" cy="462341"/>
            </a:xfrm>
            <a:custGeom>
              <a:avLst/>
              <a:gdLst>
                <a:gd name="connsiteX0" fmla="*/ 302948 w 435145"/>
                <a:gd name="connsiteY0" fmla="*/ 74684 h 462341"/>
                <a:gd name="connsiteX1" fmla="*/ 186002 w 435145"/>
                <a:gd name="connsiteY1" fmla="*/ 148115 h 462341"/>
                <a:gd name="connsiteX2" fmla="*/ 186002 w 435145"/>
                <a:gd name="connsiteY2" fmla="*/ 148115 h 462341"/>
                <a:gd name="connsiteX3" fmla="*/ 186002 w 435145"/>
                <a:gd name="connsiteY3" fmla="*/ 115479 h 462341"/>
                <a:gd name="connsiteX4" fmla="*/ 123450 w 435145"/>
                <a:gd name="connsiteY4" fmla="*/ 58366 h 462341"/>
                <a:gd name="connsiteX5" fmla="*/ 58178 w 435145"/>
                <a:gd name="connsiteY5" fmla="*/ 115479 h 462341"/>
                <a:gd name="connsiteX6" fmla="*/ 58178 w 435145"/>
                <a:gd name="connsiteY6" fmla="*/ 362967 h 462341"/>
                <a:gd name="connsiteX7" fmla="*/ 120730 w 435145"/>
                <a:gd name="connsiteY7" fmla="*/ 422800 h 462341"/>
                <a:gd name="connsiteX8" fmla="*/ 186002 w 435145"/>
                <a:gd name="connsiteY8" fmla="*/ 362967 h 462341"/>
                <a:gd name="connsiteX9" fmla="*/ 186002 w 435145"/>
                <a:gd name="connsiteY9" fmla="*/ 213386 h 462341"/>
                <a:gd name="connsiteX10" fmla="*/ 186002 w 435145"/>
                <a:gd name="connsiteY10" fmla="*/ 213386 h 462341"/>
                <a:gd name="connsiteX11" fmla="*/ 229517 w 435145"/>
                <a:gd name="connsiteY11" fmla="*/ 161713 h 462341"/>
                <a:gd name="connsiteX12" fmla="*/ 259433 w 435145"/>
                <a:gd name="connsiteY12" fmla="*/ 194349 h 462341"/>
                <a:gd name="connsiteX13" fmla="*/ 259433 w 435145"/>
                <a:gd name="connsiteY13" fmla="*/ 362967 h 462341"/>
                <a:gd name="connsiteX14" fmla="*/ 321985 w 435145"/>
                <a:gd name="connsiteY14" fmla="*/ 422800 h 462341"/>
                <a:gd name="connsiteX15" fmla="*/ 387257 w 435145"/>
                <a:gd name="connsiteY15" fmla="*/ 362967 h 462341"/>
                <a:gd name="connsiteX16" fmla="*/ 387257 w 435145"/>
                <a:gd name="connsiteY16" fmla="*/ 273219 h 462341"/>
                <a:gd name="connsiteX17" fmla="*/ 302948 w 435145"/>
                <a:gd name="connsiteY17" fmla="*/ 74684 h 46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5145" h="462341">
                  <a:moveTo>
                    <a:pt x="302948" y="74684"/>
                  </a:moveTo>
                  <a:cubicBezTo>
                    <a:pt x="234956" y="74684"/>
                    <a:pt x="196881" y="131797"/>
                    <a:pt x="186002" y="148115"/>
                  </a:cubicBezTo>
                  <a:lnTo>
                    <a:pt x="186002" y="148115"/>
                  </a:lnTo>
                  <a:cubicBezTo>
                    <a:pt x="186002" y="129077"/>
                    <a:pt x="186002" y="115479"/>
                    <a:pt x="186002" y="115479"/>
                  </a:cubicBezTo>
                  <a:cubicBezTo>
                    <a:pt x="186002" y="82843"/>
                    <a:pt x="156086" y="58366"/>
                    <a:pt x="123450" y="58366"/>
                  </a:cubicBezTo>
                  <a:cubicBezTo>
                    <a:pt x="90814" y="55646"/>
                    <a:pt x="58178" y="82843"/>
                    <a:pt x="58178" y="115479"/>
                  </a:cubicBezTo>
                  <a:cubicBezTo>
                    <a:pt x="58178" y="120918"/>
                    <a:pt x="58178" y="360248"/>
                    <a:pt x="58178" y="362967"/>
                  </a:cubicBezTo>
                  <a:cubicBezTo>
                    <a:pt x="58178" y="395603"/>
                    <a:pt x="88095" y="422800"/>
                    <a:pt x="120730" y="422800"/>
                  </a:cubicBezTo>
                  <a:cubicBezTo>
                    <a:pt x="153366" y="425519"/>
                    <a:pt x="186002" y="395603"/>
                    <a:pt x="186002" y="362967"/>
                  </a:cubicBezTo>
                  <a:cubicBezTo>
                    <a:pt x="186002" y="360248"/>
                    <a:pt x="186002" y="281378"/>
                    <a:pt x="186002" y="213386"/>
                  </a:cubicBezTo>
                  <a:lnTo>
                    <a:pt x="186002" y="213386"/>
                  </a:lnTo>
                  <a:cubicBezTo>
                    <a:pt x="191442" y="186190"/>
                    <a:pt x="205040" y="161713"/>
                    <a:pt x="229517" y="161713"/>
                  </a:cubicBezTo>
                  <a:cubicBezTo>
                    <a:pt x="259433" y="161713"/>
                    <a:pt x="259433" y="194349"/>
                    <a:pt x="259433" y="194349"/>
                  </a:cubicBezTo>
                  <a:lnTo>
                    <a:pt x="259433" y="362967"/>
                  </a:lnTo>
                  <a:cubicBezTo>
                    <a:pt x="259433" y="395603"/>
                    <a:pt x="289349" y="422800"/>
                    <a:pt x="321985" y="422800"/>
                  </a:cubicBezTo>
                  <a:cubicBezTo>
                    <a:pt x="354621" y="425519"/>
                    <a:pt x="387257" y="395603"/>
                    <a:pt x="387257" y="362967"/>
                  </a:cubicBezTo>
                  <a:lnTo>
                    <a:pt x="387257" y="273219"/>
                  </a:lnTo>
                  <a:cubicBezTo>
                    <a:pt x="384537" y="183470"/>
                    <a:pt x="395416" y="71964"/>
                    <a:pt x="302948" y="7468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197F4014-0506-40C3-9D6E-9D29B34F6404}"/>
                </a:ext>
              </a:extLst>
            </p:cNvPr>
            <p:cNvSpPr/>
            <p:nvPr/>
          </p:nvSpPr>
          <p:spPr>
            <a:xfrm>
              <a:off x="5020669" y="3416868"/>
              <a:ext cx="435145" cy="462341"/>
            </a:xfrm>
            <a:custGeom>
              <a:avLst/>
              <a:gdLst>
                <a:gd name="connsiteX0" fmla="*/ 302948 w 435145"/>
                <a:gd name="connsiteY0" fmla="*/ 74684 h 462341"/>
                <a:gd name="connsiteX1" fmla="*/ 186002 w 435145"/>
                <a:gd name="connsiteY1" fmla="*/ 148115 h 462341"/>
                <a:gd name="connsiteX2" fmla="*/ 186002 w 435145"/>
                <a:gd name="connsiteY2" fmla="*/ 148115 h 462341"/>
                <a:gd name="connsiteX3" fmla="*/ 186002 w 435145"/>
                <a:gd name="connsiteY3" fmla="*/ 115479 h 462341"/>
                <a:gd name="connsiteX4" fmla="*/ 123450 w 435145"/>
                <a:gd name="connsiteY4" fmla="*/ 58366 h 462341"/>
                <a:gd name="connsiteX5" fmla="*/ 58178 w 435145"/>
                <a:gd name="connsiteY5" fmla="*/ 115479 h 462341"/>
                <a:gd name="connsiteX6" fmla="*/ 58178 w 435145"/>
                <a:gd name="connsiteY6" fmla="*/ 362967 h 462341"/>
                <a:gd name="connsiteX7" fmla="*/ 120730 w 435145"/>
                <a:gd name="connsiteY7" fmla="*/ 422800 h 462341"/>
                <a:gd name="connsiteX8" fmla="*/ 186002 w 435145"/>
                <a:gd name="connsiteY8" fmla="*/ 362967 h 462341"/>
                <a:gd name="connsiteX9" fmla="*/ 186002 w 435145"/>
                <a:gd name="connsiteY9" fmla="*/ 213386 h 462341"/>
                <a:gd name="connsiteX10" fmla="*/ 186002 w 435145"/>
                <a:gd name="connsiteY10" fmla="*/ 213386 h 462341"/>
                <a:gd name="connsiteX11" fmla="*/ 229517 w 435145"/>
                <a:gd name="connsiteY11" fmla="*/ 161713 h 462341"/>
                <a:gd name="connsiteX12" fmla="*/ 259433 w 435145"/>
                <a:gd name="connsiteY12" fmla="*/ 194349 h 462341"/>
                <a:gd name="connsiteX13" fmla="*/ 259433 w 435145"/>
                <a:gd name="connsiteY13" fmla="*/ 362967 h 462341"/>
                <a:gd name="connsiteX14" fmla="*/ 321985 w 435145"/>
                <a:gd name="connsiteY14" fmla="*/ 422800 h 462341"/>
                <a:gd name="connsiteX15" fmla="*/ 387257 w 435145"/>
                <a:gd name="connsiteY15" fmla="*/ 362967 h 462341"/>
                <a:gd name="connsiteX16" fmla="*/ 387257 w 435145"/>
                <a:gd name="connsiteY16" fmla="*/ 273219 h 462341"/>
                <a:gd name="connsiteX17" fmla="*/ 302948 w 435145"/>
                <a:gd name="connsiteY17" fmla="*/ 74684 h 46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5145" h="462341">
                  <a:moveTo>
                    <a:pt x="302948" y="74684"/>
                  </a:moveTo>
                  <a:cubicBezTo>
                    <a:pt x="234956" y="74684"/>
                    <a:pt x="196881" y="131797"/>
                    <a:pt x="186002" y="148115"/>
                  </a:cubicBezTo>
                  <a:lnTo>
                    <a:pt x="186002" y="148115"/>
                  </a:lnTo>
                  <a:cubicBezTo>
                    <a:pt x="186002" y="129077"/>
                    <a:pt x="186002" y="115479"/>
                    <a:pt x="186002" y="115479"/>
                  </a:cubicBezTo>
                  <a:cubicBezTo>
                    <a:pt x="186002" y="82843"/>
                    <a:pt x="156086" y="58366"/>
                    <a:pt x="123450" y="58366"/>
                  </a:cubicBezTo>
                  <a:cubicBezTo>
                    <a:pt x="90814" y="55646"/>
                    <a:pt x="58178" y="82843"/>
                    <a:pt x="58178" y="115479"/>
                  </a:cubicBezTo>
                  <a:cubicBezTo>
                    <a:pt x="58178" y="120918"/>
                    <a:pt x="58178" y="360248"/>
                    <a:pt x="58178" y="362967"/>
                  </a:cubicBezTo>
                  <a:cubicBezTo>
                    <a:pt x="58178" y="395603"/>
                    <a:pt x="88094" y="422800"/>
                    <a:pt x="120730" y="422800"/>
                  </a:cubicBezTo>
                  <a:cubicBezTo>
                    <a:pt x="153366" y="425519"/>
                    <a:pt x="186002" y="395603"/>
                    <a:pt x="186002" y="362967"/>
                  </a:cubicBezTo>
                  <a:cubicBezTo>
                    <a:pt x="186002" y="360248"/>
                    <a:pt x="186002" y="281378"/>
                    <a:pt x="186002" y="213386"/>
                  </a:cubicBezTo>
                  <a:lnTo>
                    <a:pt x="186002" y="213386"/>
                  </a:lnTo>
                  <a:cubicBezTo>
                    <a:pt x="191442" y="186190"/>
                    <a:pt x="205040" y="161713"/>
                    <a:pt x="229517" y="161713"/>
                  </a:cubicBezTo>
                  <a:cubicBezTo>
                    <a:pt x="259433" y="161713"/>
                    <a:pt x="259433" y="194349"/>
                    <a:pt x="259433" y="194349"/>
                  </a:cubicBezTo>
                  <a:lnTo>
                    <a:pt x="259433" y="362967"/>
                  </a:lnTo>
                  <a:cubicBezTo>
                    <a:pt x="259433" y="395603"/>
                    <a:pt x="289349" y="422800"/>
                    <a:pt x="321985" y="422800"/>
                  </a:cubicBezTo>
                  <a:cubicBezTo>
                    <a:pt x="354621" y="425519"/>
                    <a:pt x="387257" y="395603"/>
                    <a:pt x="387257" y="362967"/>
                  </a:cubicBezTo>
                  <a:lnTo>
                    <a:pt x="387257" y="273219"/>
                  </a:lnTo>
                  <a:cubicBezTo>
                    <a:pt x="384537" y="183470"/>
                    <a:pt x="395416" y="71964"/>
                    <a:pt x="302948" y="7468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2CECD138-51CC-425A-86A7-D780954B759C}"/>
                </a:ext>
              </a:extLst>
            </p:cNvPr>
            <p:cNvSpPr/>
            <p:nvPr/>
          </p:nvSpPr>
          <p:spPr>
            <a:xfrm>
              <a:off x="7616289" y="3475234"/>
              <a:ext cx="364436" cy="364434"/>
            </a:xfrm>
            <a:custGeom>
              <a:avLst/>
              <a:gdLst>
                <a:gd name="connsiteX0" fmla="*/ 182218 w 364436"/>
                <a:gd name="connsiteY0" fmla="*/ 73431 h 364434"/>
                <a:gd name="connsiteX1" fmla="*/ 130544 w 364436"/>
                <a:gd name="connsiteY1" fmla="*/ 179499 h 364434"/>
                <a:gd name="connsiteX2" fmla="*/ 182218 w 364436"/>
                <a:gd name="connsiteY2" fmla="*/ 285565 h 364434"/>
                <a:gd name="connsiteX3" fmla="*/ 233891 w 364436"/>
                <a:gd name="connsiteY3" fmla="*/ 179499 h 364434"/>
                <a:gd name="connsiteX4" fmla="*/ 182218 w 364436"/>
                <a:gd name="connsiteY4" fmla="*/ 73431 h 364434"/>
                <a:gd name="connsiteX5" fmla="*/ 182219 w 364436"/>
                <a:gd name="connsiteY5" fmla="*/ 0 h 364434"/>
                <a:gd name="connsiteX6" fmla="*/ 364436 w 364436"/>
                <a:gd name="connsiteY6" fmla="*/ 182217 h 364434"/>
                <a:gd name="connsiteX7" fmla="*/ 182219 w 364436"/>
                <a:gd name="connsiteY7" fmla="*/ 364434 h 364434"/>
                <a:gd name="connsiteX8" fmla="*/ 0 w 364436"/>
                <a:gd name="connsiteY8" fmla="*/ 182217 h 364434"/>
                <a:gd name="connsiteX9" fmla="*/ 182219 w 364436"/>
                <a:gd name="connsiteY9" fmla="*/ 0 h 364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64436" h="364434">
                  <a:moveTo>
                    <a:pt x="182218" y="73431"/>
                  </a:moveTo>
                  <a:cubicBezTo>
                    <a:pt x="152302" y="76151"/>
                    <a:pt x="130544" y="114226"/>
                    <a:pt x="130544" y="179499"/>
                  </a:cubicBezTo>
                  <a:cubicBezTo>
                    <a:pt x="130544" y="244770"/>
                    <a:pt x="146862" y="285565"/>
                    <a:pt x="182218" y="285565"/>
                  </a:cubicBezTo>
                  <a:cubicBezTo>
                    <a:pt x="217573" y="285565"/>
                    <a:pt x="233891" y="247490"/>
                    <a:pt x="233891" y="179499"/>
                  </a:cubicBezTo>
                  <a:cubicBezTo>
                    <a:pt x="233891" y="114226"/>
                    <a:pt x="212134" y="73431"/>
                    <a:pt x="182218" y="73431"/>
                  </a:cubicBezTo>
                  <a:close/>
                  <a:moveTo>
                    <a:pt x="182219" y="0"/>
                  </a:moveTo>
                  <a:cubicBezTo>
                    <a:pt x="282846" y="0"/>
                    <a:pt x="364436" y="81590"/>
                    <a:pt x="364436" y="182217"/>
                  </a:cubicBezTo>
                  <a:cubicBezTo>
                    <a:pt x="364436" y="282844"/>
                    <a:pt x="282846" y="364434"/>
                    <a:pt x="182219" y="364434"/>
                  </a:cubicBezTo>
                  <a:cubicBezTo>
                    <a:pt x="81591" y="364434"/>
                    <a:pt x="0" y="282844"/>
                    <a:pt x="0" y="182217"/>
                  </a:cubicBezTo>
                  <a:cubicBezTo>
                    <a:pt x="0" y="81590"/>
                    <a:pt x="81591" y="0"/>
                    <a:pt x="182219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2672872F-0F50-4B3B-9CEE-35C229AA0CF9}"/>
                </a:ext>
              </a:extLst>
            </p:cNvPr>
            <p:cNvSpPr/>
            <p:nvPr/>
          </p:nvSpPr>
          <p:spPr>
            <a:xfrm>
              <a:off x="6743101" y="3464184"/>
              <a:ext cx="372773" cy="375657"/>
            </a:xfrm>
            <a:custGeom>
              <a:avLst/>
              <a:gdLst>
                <a:gd name="connsiteX0" fmla="*/ 176958 w 372773"/>
                <a:gd name="connsiteY0" fmla="*/ 98080 h 375657"/>
                <a:gd name="connsiteX1" fmla="*/ 125284 w 372773"/>
                <a:gd name="connsiteY1" fmla="*/ 190548 h 375657"/>
                <a:gd name="connsiteX2" fmla="*/ 176958 w 372773"/>
                <a:gd name="connsiteY2" fmla="*/ 283017 h 375657"/>
                <a:gd name="connsiteX3" fmla="*/ 228631 w 372773"/>
                <a:gd name="connsiteY3" fmla="*/ 190548 h 375657"/>
                <a:gd name="connsiteX4" fmla="*/ 176958 w 372773"/>
                <a:gd name="connsiteY4" fmla="*/ 98080 h 375657"/>
                <a:gd name="connsiteX5" fmla="*/ 307501 w 372773"/>
                <a:gd name="connsiteY5" fmla="*/ 172 h 375657"/>
                <a:gd name="connsiteX6" fmla="*/ 372773 w 372773"/>
                <a:gd name="connsiteY6" fmla="*/ 62724 h 375657"/>
                <a:gd name="connsiteX7" fmla="*/ 372773 w 372773"/>
                <a:gd name="connsiteY7" fmla="*/ 312934 h 375657"/>
                <a:gd name="connsiteX8" fmla="*/ 302061 w 372773"/>
                <a:gd name="connsiteY8" fmla="*/ 375486 h 375657"/>
                <a:gd name="connsiteX9" fmla="*/ 239509 w 372773"/>
                <a:gd name="connsiteY9" fmla="*/ 326532 h 375657"/>
                <a:gd name="connsiteX10" fmla="*/ 179677 w 372773"/>
                <a:gd name="connsiteY10" fmla="*/ 370046 h 375657"/>
                <a:gd name="connsiteX11" fmla="*/ 70890 w 372773"/>
                <a:gd name="connsiteY11" fmla="*/ 353728 h 375657"/>
                <a:gd name="connsiteX12" fmla="*/ 128003 w 372773"/>
                <a:gd name="connsiteY12" fmla="*/ 11051 h 375657"/>
                <a:gd name="connsiteX13" fmla="*/ 236790 w 372773"/>
                <a:gd name="connsiteY13" fmla="*/ 70883 h 375657"/>
                <a:gd name="connsiteX14" fmla="*/ 236790 w 372773"/>
                <a:gd name="connsiteY14" fmla="*/ 62724 h 375657"/>
                <a:gd name="connsiteX15" fmla="*/ 307501 w 372773"/>
                <a:gd name="connsiteY15" fmla="*/ 172 h 375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2773" h="375657">
                  <a:moveTo>
                    <a:pt x="176958" y="98080"/>
                  </a:moveTo>
                  <a:cubicBezTo>
                    <a:pt x="147042" y="100800"/>
                    <a:pt x="125284" y="133436"/>
                    <a:pt x="125284" y="190548"/>
                  </a:cubicBezTo>
                  <a:cubicBezTo>
                    <a:pt x="125284" y="247661"/>
                    <a:pt x="141602" y="283017"/>
                    <a:pt x="176958" y="283017"/>
                  </a:cubicBezTo>
                  <a:cubicBezTo>
                    <a:pt x="212314" y="283017"/>
                    <a:pt x="228631" y="247661"/>
                    <a:pt x="228631" y="190548"/>
                  </a:cubicBezTo>
                  <a:cubicBezTo>
                    <a:pt x="228631" y="133436"/>
                    <a:pt x="206874" y="98080"/>
                    <a:pt x="176958" y="98080"/>
                  </a:cubicBezTo>
                  <a:close/>
                  <a:moveTo>
                    <a:pt x="307501" y="172"/>
                  </a:moveTo>
                  <a:cubicBezTo>
                    <a:pt x="340137" y="172"/>
                    <a:pt x="372773" y="30088"/>
                    <a:pt x="372773" y="62724"/>
                  </a:cubicBezTo>
                  <a:cubicBezTo>
                    <a:pt x="372773" y="65444"/>
                    <a:pt x="372773" y="307494"/>
                    <a:pt x="372773" y="312934"/>
                  </a:cubicBezTo>
                  <a:cubicBezTo>
                    <a:pt x="370053" y="348289"/>
                    <a:pt x="337417" y="378205"/>
                    <a:pt x="302061" y="375486"/>
                  </a:cubicBezTo>
                  <a:cubicBezTo>
                    <a:pt x="274865" y="372766"/>
                    <a:pt x="247668" y="353728"/>
                    <a:pt x="239509" y="326532"/>
                  </a:cubicBezTo>
                  <a:cubicBezTo>
                    <a:pt x="225911" y="348289"/>
                    <a:pt x="198715" y="364607"/>
                    <a:pt x="179677" y="370046"/>
                  </a:cubicBezTo>
                  <a:cubicBezTo>
                    <a:pt x="147041" y="378205"/>
                    <a:pt x="100807" y="372766"/>
                    <a:pt x="70890" y="353728"/>
                  </a:cubicBezTo>
                  <a:cubicBezTo>
                    <a:pt x="-35177" y="285737"/>
                    <a:pt x="-27018" y="11051"/>
                    <a:pt x="128003" y="11051"/>
                  </a:cubicBezTo>
                  <a:cubicBezTo>
                    <a:pt x="185116" y="11051"/>
                    <a:pt x="220471" y="49126"/>
                    <a:pt x="236790" y="70883"/>
                  </a:cubicBezTo>
                  <a:cubicBezTo>
                    <a:pt x="236790" y="70883"/>
                    <a:pt x="236790" y="65444"/>
                    <a:pt x="236790" y="62724"/>
                  </a:cubicBezTo>
                  <a:cubicBezTo>
                    <a:pt x="239509" y="27369"/>
                    <a:pt x="272145" y="-2547"/>
                    <a:pt x="307501" y="172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04A581DD-06BD-44EA-9E2D-8FB253851F92}"/>
                </a:ext>
              </a:extLst>
            </p:cNvPr>
            <p:cNvSpPr/>
            <p:nvPr/>
          </p:nvSpPr>
          <p:spPr>
            <a:xfrm>
              <a:off x="8380335" y="3464184"/>
              <a:ext cx="372772" cy="375657"/>
            </a:xfrm>
            <a:custGeom>
              <a:avLst/>
              <a:gdLst>
                <a:gd name="connsiteX0" fmla="*/ 176957 w 372772"/>
                <a:gd name="connsiteY0" fmla="*/ 98080 h 375657"/>
                <a:gd name="connsiteX1" fmla="*/ 125282 w 372772"/>
                <a:gd name="connsiteY1" fmla="*/ 190548 h 375657"/>
                <a:gd name="connsiteX2" fmla="*/ 176957 w 372772"/>
                <a:gd name="connsiteY2" fmla="*/ 283017 h 375657"/>
                <a:gd name="connsiteX3" fmla="*/ 228630 w 372772"/>
                <a:gd name="connsiteY3" fmla="*/ 190548 h 375657"/>
                <a:gd name="connsiteX4" fmla="*/ 176957 w 372772"/>
                <a:gd name="connsiteY4" fmla="*/ 98080 h 375657"/>
                <a:gd name="connsiteX5" fmla="*/ 307501 w 372772"/>
                <a:gd name="connsiteY5" fmla="*/ 172 h 375657"/>
                <a:gd name="connsiteX6" fmla="*/ 372772 w 372772"/>
                <a:gd name="connsiteY6" fmla="*/ 62724 h 375657"/>
                <a:gd name="connsiteX7" fmla="*/ 372772 w 372772"/>
                <a:gd name="connsiteY7" fmla="*/ 312934 h 375657"/>
                <a:gd name="connsiteX8" fmla="*/ 302062 w 372772"/>
                <a:gd name="connsiteY8" fmla="*/ 375486 h 375657"/>
                <a:gd name="connsiteX9" fmla="*/ 239509 w 372772"/>
                <a:gd name="connsiteY9" fmla="*/ 326532 h 375657"/>
                <a:gd name="connsiteX10" fmla="*/ 179677 w 372772"/>
                <a:gd name="connsiteY10" fmla="*/ 370046 h 375657"/>
                <a:gd name="connsiteX11" fmla="*/ 70890 w 372772"/>
                <a:gd name="connsiteY11" fmla="*/ 353728 h 375657"/>
                <a:gd name="connsiteX12" fmla="*/ 128002 w 372772"/>
                <a:gd name="connsiteY12" fmla="*/ 11051 h 375657"/>
                <a:gd name="connsiteX13" fmla="*/ 236790 w 372772"/>
                <a:gd name="connsiteY13" fmla="*/ 70883 h 375657"/>
                <a:gd name="connsiteX14" fmla="*/ 236790 w 372772"/>
                <a:gd name="connsiteY14" fmla="*/ 62724 h 375657"/>
                <a:gd name="connsiteX15" fmla="*/ 307501 w 372772"/>
                <a:gd name="connsiteY15" fmla="*/ 172 h 375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2772" h="375657">
                  <a:moveTo>
                    <a:pt x="176957" y="98080"/>
                  </a:moveTo>
                  <a:cubicBezTo>
                    <a:pt x="147039" y="100800"/>
                    <a:pt x="125282" y="133436"/>
                    <a:pt x="125282" y="190548"/>
                  </a:cubicBezTo>
                  <a:cubicBezTo>
                    <a:pt x="125282" y="247661"/>
                    <a:pt x="141600" y="283017"/>
                    <a:pt x="176957" y="283017"/>
                  </a:cubicBezTo>
                  <a:cubicBezTo>
                    <a:pt x="212312" y="283017"/>
                    <a:pt x="228630" y="247661"/>
                    <a:pt x="228630" y="190548"/>
                  </a:cubicBezTo>
                  <a:cubicBezTo>
                    <a:pt x="228630" y="133436"/>
                    <a:pt x="206873" y="98080"/>
                    <a:pt x="176957" y="98080"/>
                  </a:cubicBezTo>
                  <a:close/>
                  <a:moveTo>
                    <a:pt x="307501" y="172"/>
                  </a:moveTo>
                  <a:cubicBezTo>
                    <a:pt x="340137" y="172"/>
                    <a:pt x="372772" y="30088"/>
                    <a:pt x="372772" y="62724"/>
                  </a:cubicBezTo>
                  <a:cubicBezTo>
                    <a:pt x="372772" y="65444"/>
                    <a:pt x="372772" y="307494"/>
                    <a:pt x="372772" y="312934"/>
                  </a:cubicBezTo>
                  <a:cubicBezTo>
                    <a:pt x="370053" y="348289"/>
                    <a:pt x="337417" y="378205"/>
                    <a:pt x="302062" y="375486"/>
                  </a:cubicBezTo>
                  <a:cubicBezTo>
                    <a:pt x="274865" y="372766"/>
                    <a:pt x="247668" y="353728"/>
                    <a:pt x="239509" y="326532"/>
                  </a:cubicBezTo>
                  <a:cubicBezTo>
                    <a:pt x="228630" y="348289"/>
                    <a:pt x="198714" y="364607"/>
                    <a:pt x="179677" y="370046"/>
                  </a:cubicBezTo>
                  <a:cubicBezTo>
                    <a:pt x="147040" y="378205"/>
                    <a:pt x="100806" y="372766"/>
                    <a:pt x="70890" y="353728"/>
                  </a:cubicBezTo>
                  <a:cubicBezTo>
                    <a:pt x="-35177" y="285737"/>
                    <a:pt x="-27018" y="11051"/>
                    <a:pt x="128002" y="11051"/>
                  </a:cubicBezTo>
                  <a:cubicBezTo>
                    <a:pt x="185116" y="11051"/>
                    <a:pt x="220472" y="49126"/>
                    <a:pt x="236790" y="70883"/>
                  </a:cubicBezTo>
                  <a:cubicBezTo>
                    <a:pt x="236790" y="70883"/>
                    <a:pt x="236790" y="65444"/>
                    <a:pt x="236790" y="62724"/>
                  </a:cubicBezTo>
                  <a:cubicBezTo>
                    <a:pt x="239509" y="27369"/>
                    <a:pt x="272145" y="-2547"/>
                    <a:pt x="307501" y="172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78E29341-2391-4754-93F4-DE7EF2D3370D}"/>
                </a:ext>
              </a:extLst>
            </p:cNvPr>
            <p:cNvSpPr/>
            <p:nvPr/>
          </p:nvSpPr>
          <p:spPr>
            <a:xfrm>
              <a:off x="7389492" y="3444253"/>
              <a:ext cx="217573" cy="435145"/>
            </a:xfrm>
            <a:custGeom>
              <a:avLst/>
              <a:gdLst>
                <a:gd name="connsiteX0" fmla="*/ 186002 w 217572"/>
                <a:gd name="connsiteY0" fmla="*/ 118011 h 435144"/>
                <a:gd name="connsiteX1" fmla="*/ 128890 w 217572"/>
                <a:gd name="connsiteY1" fmla="*/ 58178 h 435144"/>
                <a:gd name="connsiteX2" fmla="*/ 123450 w 217572"/>
                <a:gd name="connsiteY2" fmla="*/ 58178 h 435144"/>
                <a:gd name="connsiteX3" fmla="*/ 58178 w 217572"/>
                <a:gd name="connsiteY3" fmla="*/ 115291 h 435144"/>
                <a:gd name="connsiteX4" fmla="*/ 58178 w 217572"/>
                <a:gd name="connsiteY4" fmla="*/ 232236 h 435144"/>
                <a:gd name="connsiteX5" fmla="*/ 58178 w 217572"/>
                <a:gd name="connsiteY5" fmla="*/ 232236 h 435144"/>
                <a:gd name="connsiteX6" fmla="*/ 58178 w 217572"/>
                <a:gd name="connsiteY6" fmla="*/ 335583 h 435144"/>
                <a:gd name="connsiteX7" fmla="*/ 115291 w 217572"/>
                <a:gd name="connsiteY7" fmla="*/ 395415 h 435144"/>
                <a:gd name="connsiteX8" fmla="*/ 120730 w 217572"/>
                <a:gd name="connsiteY8" fmla="*/ 395415 h 435144"/>
                <a:gd name="connsiteX9" fmla="*/ 186002 w 217572"/>
                <a:gd name="connsiteY9" fmla="*/ 338303 h 435144"/>
                <a:gd name="connsiteX10" fmla="*/ 186002 w 217572"/>
                <a:gd name="connsiteY10" fmla="*/ 240395 h 435144"/>
                <a:gd name="connsiteX11" fmla="*/ 186002 w 217572"/>
                <a:gd name="connsiteY11" fmla="*/ 240395 h 435144"/>
                <a:gd name="connsiteX12" fmla="*/ 186002 w 217572"/>
                <a:gd name="connsiteY12" fmla="*/ 118011 h 435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7572" h="435144">
                  <a:moveTo>
                    <a:pt x="186002" y="118011"/>
                  </a:moveTo>
                  <a:cubicBezTo>
                    <a:pt x="183283" y="85375"/>
                    <a:pt x="158806" y="60898"/>
                    <a:pt x="128890" y="58178"/>
                  </a:cubicBezTo>
                  <a:cubicBezTo>
                    <a:pt x="126170" y="58178"/>
                    <a:pt x="126170" y="58178"/>
                    <a:pt x="123450" y="58178"/>
                  </a:cubicBezTo>
                  <a:cubicBezTo>
                    <a:pt x="96254" y="58178"/>
                    <a:pt x="58178" y="82655"/>
                    <a:pt x="58178" y="115291"/>
                  </a:cubicBezTo>
                  <a:lnTo>
                    <a:pt x="58178" y="232236"/>
                  </a:lnTo>
                  <a:lnTo>
                    <a:pt x="58178" y="232236"/>
                  </a:lnTo>
                  <a:cubicBezTo>
                    <a:pt x="58178" y="270311"/>
                    <a:pt x="58178" y="335583"/>
                    <a:pt x="58178" y="335583"/>
                  </a:cubicBezTo>
                  <a:cubicBezTo>
                    <a:pt x="60898" y="368219"/>
                    <a:pt x="85375" y="392696"/>
                    <a:pt x="115291" y="395415"/>
                  </a:cubicBezTo>
                  <a:cubicBezTo>
                    <a:pt x="118011" y="395415"/>
                    <a:pt x="118011" y="395415"/>
                    <a:pt x="120730" y="395415"/>
                  </a:cubicBezTo>
                  <a:cubicBezTo>
                    <a:pt x="147927" y="395415"/>
                    <a:pt x="186002" y="370938"/>
                    <a:pt x="186002" y="338303"/>
                  </a:cubicBezTo>
                  <a:lnTo>
                    <a:pt x="186002" y="240395"/>
                  </a:lnTo>
                  <a:lnTo>
                    <a:pt x="186002" y="240395"/>
                  </a:lnTo>
                  <a:cubicBezTo>
                    <a:pt x="186002" y="202320"/>
                    <a:pt x="186002" y="118011"/>
                    <a:pt x="186002" y="118011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95B7127F-7A53-40C2-B41D-3D96503E3CC7}"/>
                </a:ext>
              </a:extLst>
            </p:cNvPr>
            <p:cNvSpPr/>
            <p:nvPr/>
          </p:nvSpPr>
          <p:spPr>
            <a:xfrm>
              <a:off x="7392212" y="3280901"/>
              <a:ext cx="217573" cy="217572"/>
            </a:xfrm>
            <a:custGeom>
              <a:avLst/>
              <a:gdLst>
                <a:gd name="connsiteX0" fmla="*/ 183282 w 217572"/>
                <a:gd name="connsiteY0" fmla="*/ 120902 h 217572"/>
                <a:gd name="connsiteX1" fmla="*/ 120730 w 217572"/>
                <a:gd name="connsiteY1" fmla="*/ 183454 h 217572"/>
                <a:gd name="connsiteX2" fmla="*/ 58178 w 217572"/>
                <a:gd name="connsiteY2" fmla="*/ 120902 h 217572"/>
                <a:gd name="connsiteX3" fmla="*/ 120730 w 217572"/>
                <a:gd name="connsiteY3" fmla="*/ 58350 h 217572"/>
                <a:gd name="connsiteX4" fmla="*/ 183282 w 217572"/>
                <a:gd name="connsiteY4" fmla="*/ 120902 h 217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7572" h="217572">
                  <a:moveTo>
                    <a:pt x="183282" y="120902"/>
                  </a:moveTo>
                  <a:cubicBezTo>
                    <a:pt x="183282" y="156258"/>
                    <a:pt x="156086" y="183454"/>
                    <a:pt x="120730" y="183454"/>
                  </a:cubicBezTo>
                  <a:cubicBezTo>
                    <a:pt x="85375" y="183454"/>
                    <a:pt x="58178" y="156258"/>
                    <a:pt x="58178" y="120902"/>
                  </a:cubicBezTo>
                  <a:cubicBezTo>
                    <a:pt x="58178" y="85547"/>
                    <a:pt x="85375" y="58350"/>
                    <a:pt x="120730" y="58350"/>
                  </a:cubicBezTo>
                  <a:cubicBezTo>
                    <a:pt x="153366" y="55630"/>
                    <a:pt x="183282" y="85547"/>
                    <a:pt x="183282" y="120902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214B5140-BD02-4841-AF70-6D377E4DF2E9}"/>
                </a:ext>
              </a:extLst>
            </p:cNvPr>
            <p:cNvSpPr/>
            <p:nvPr/>
          </p:nvSpPr>
          <p:spPr>
            <a:xfrm>
              <a:off x="6005186" y="3416884"/>
              <a:ext cx="380752" cy="462341"/>
            </a:xfrm>
            <a:custGeom>
              <a:avLst/>
              <a:gdLst>
                <a:gd name="connsiteX0" fmla="*/ 270312 w 380752"/>
                <a:gd name="connsiteY0" fmla="*/ 69229 h 462341"/>
                <a:gd name="connsiteX1" fmla="*/ 188722 w 380752"/>
                <a:gd name="connsiteY1" fmla="*/ 134501 h 462341"/>
                <a:gd name="connsiteX2" fmla="*/ 188722 w 380752"/>
                <a:gd name="connsiteY2" fmla="*/ 118183 h 462341"/>
                <a:gd name="connsiteX3" fmla="*/ 126170 w 380752"/>
                <a:gd name="connsiteY3" fmla="*/ 58350 h 462341"/>
                <a:gd name="connsiteX4" fmla="*/ 58178 w 380752"/>
                <a:gd name="connsiteY4" fmla="*/ 118183 h 462341"/>
                <a:gd name="connsiteX5" fmla="*/ 58178 w 380752"/>
                <a:gd name="connsiteY5" fmla="*/ 210651 h 462341"/>
                <a:gd name="connsiteX6" fmla="*/ 58178 w 380752"/>
                <a:gd name="connsiteY6" fmla="*/ 365671 h 462341"/>
                <a:gd name="connsiteX7" fmla="*/ 58178 w 380752"/>
                <a:gd name="connsiteY7" fmla="*/ 365671 h 462341"/>
                <a:gd name="connsiteX8" fmla="*/ 120730 w 380752"/>
                <a:gd name="connsiteY8" fmla="*/ 425504 h 462341"/>
                <a:gd name="connsiteX9" fmla="*/ 186002 w 380752"/>
                <a:gd name="connsiteY9" fmla="*/ 365671 h 462341"/>
                <a:gd name="connsiteX10" fmla="*/ 186002 w 380752"/>
                <a:gd name="connsiteY10" fmla="*/ 365671 h 462341"/>
                <a:gd name="connsiteX11" fmla="*/ 186002 w 380752"/>
                <a:gd name="connsiteY11" fmla="*/ 210651 h 462341"/>
                <a:gd name="connsiteX12" fmla="*/ 215919 w 380752"/>
                <a:gd name="connsiteY12" fmla="*/ 158978 h 462341"/>
                <a:gd name="connsiteX13" fmla="*/ 275751 w 380752"/>
                <a:gd name="connsiteY13" fmla="*/ 221530 h 462341"/>
                <a:gd name="connsiteX14" fmla="*/ 270312 w 380752"/>
                <a:gd name="connsiteY14" fmla="*/ 69229 h 46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0752" h="462341">
                  <a:moveTo>
                    <a:pt x="270312" y="69229"/>
                  </a:moveTo>
                  <a:cubicBezTo>
                    <a:pt x="232236" y="71949"/>
                    <a:pt x="213199" y="99145"/>
                    <a:pt x="188722" y="134501"/>
                  </a:cubicBezTo>
                  <a:cubicBezTo>
                    <a:pt x="188722" y="134501"/>
                    <a:pt x="188722" y="118183"/>
                    <a:pt x="188722" y="118183"/>
                  </a:cubicBezTo>
                  <a:cubicBezTo>
                    <a:pt x="188722" y="85547"/>
                    <a:pt x="158806" y="58350"/>
                    <a:pt x="126170" y="58350"/>
                  </a:cubicBezTo>
                  <a:cubicBezTo>
                    <a:pt x="93534" y="55631"/>
                    <a:pt x="60898" y="85547"/>
                    <a:pt x="58178" y="118183"/>
                  </a:cubicBezTo>
                  <a:lnTo>
                    <a:pt x="58178" y="210651"/>
                  </a:lnTo>
                  <a:lnTo>
                    <a:pt x="58178" y="365671"/>
                  </a:lnTo>
                  <a:lnTo>
                    <a:pt x="58178" y="365671"/>
                  </a:lnTo>
                  <a:cubicBezTo>
                    <a:pt x="58178" y="398307"/>
                    <a:pt x="88094" y="425504"/>
                    <a:pt x="120730" y="425504"/>
                  </a:cubicBezTo>
                  <a:cubicBezTo>
                    <a:pt x="153366" y="428224"/>
                    <a:pt x="186002" y="398307"/>
                    <a:pt x="186002" y="365671"/>
                  </a:cubicBezTo>
                  <a:lnTo>
                    <a:pt x="186002" y="365671"/>
                  </a:lnTo>
                  <a:lnTo>
                    <a:pt x="186002" y="210651"/>
                  </a:lnTo>
                  <a:cubicBezTo>
                    <a:pt x="188722" y="188894"/>
                    <a:pt x="196881" y="158978"/>
                    <a:pt x="215919" y="158978"/>
                  </a:cubicBezTo>
                  <a:cubicBezTo>
                    <a:pt x="243115" y="158978"/>
                    <a:pt x="215919" y="221530"/>
                    <a:pt x="275751" y="221530"/>
                  </a:cubicBezTo>
                  <a:cubicBezTo>
                    <a:pt x="362780" y="221530"/>
                    <a:pt x="373658" y="63790"/>
                    <a:pt x="270312" y="69229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16C21D7B-C520-4401-BFFD-43EA75B9B3F0}"/>
                </a:ext>
              </a:extLst>
            </p:cNvPr>
            <p:cNvSpPr/>
            <p:nvPr/>
          </p:nvSpPr>
          <p:spPr>
            <a:xfrm>
              <a:off x="5693490" y="3475234"/>
              <a:ext cx="337238" cy="364434"/>
            </a:xfrm>
            <a:custGeom>
              <a:avLst/>
              <a:gdLst>
                <a:gd name="connsiteX0" fmla="*/ 180433 w 337238"/>
                <a:gd name="connsiteY0" fmla="*/ 73984 h 364434"/>
                <a:gd name="connsiteX1" fmla="*/ 163180 w 337238"/>
                <a:gd name="connsiteY1" fmla="*/ 78870 h 364434"/>
                <a:gd name="connsiteX2" fmla="*/ 125105 w 337238"/>
                <a:gd name="connsiteY2" fmla="*/ 160461 h 364434"/>
                <a:gd name="connsiteX3" fmla="*/ 171339 w 337238"/>
                <a:gd name="connsiteY3" fmla="*/ 163180 h 364434"/>
                <a:gd name="connsiteX4" fmla="*/ 214854 w 337238"/>
                <a:gd name="connsiteY4" fmla="*/ 108787 h 364434"/>
                <a:gd name="connsiteX5" fmla="*/ 180433 w 337238"/>
                <a:gd name="connsiteY5" fmla="*/ 73984 h 364434"/>
                <a:gd name="connsiteX6" fmla="*/ 174059 w 337238"/>
                <a:gd name="connsiteY6" fmla="*/ 0 h 364434"/>
                <a:gd name="connsiteX7" fmla="*/ 337238 w 337238"/>
                <a:gd name="connsiteY7" fmla="*/ 119665 h 364434"/>
                <a:gd name="connsiteX8" fmla="*/ 133264 w 337238"/>
                <a:gd name="connsiteY8" fmla="*/ 217573 h 364434"/>
                <a:gd name="connsiteX9" fmla="*/ 225732 w 337238"/>
                <a:gd name="connsiteY9" fmla="*/ 277405 h 364434"/>
                <a:gd name="connsiteX10" fmla="*/ 320920 w 337238"/>
                <a:gd name="connsiteY10" fmla="*/ 250208 h 364434"/>
                <a:gd name="connsiteX11" fmla="*/ 174059 w 337238"/>
                <a:gd name="connsiteY11" fmla="*/ 364434 h 364434"/>
                <a:gd name="connsiteX12" fmla="*/ 0 w 337238"/>
                <a:gd name="connsiteY12" fmla="*/ 184937 h 364434"/>
                <a:gd name="connsiteX13" fmla="*/ 174059 w 337238"/>
                <a:gd name="connsiteY13" fmla="*/ 0 h 364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37238" h="364434">
                  <a:moveTo>
                    <a:pt x="180433" y="73984"/>
                  </a:moveTo>
                  <a:cubicBezTo>
                    <a:pt x="174569" y="73941"/>
                    <a:pt x="168620" y="75471"/>
                    <a:pt x="163180" y="78870"/>
                  </a:cubicBezTo>
                  <a:cubicBezTo>
                    <a:pt x="135984" y="95189"/>
                    <a:pt x="127825" y="130544"/>
                    <a:pt x="125105" y="160461"/>
                  </a:cubicBezTo>
                  <a:cubicBezTo>
                    <a:pt x="125105" y="163180"/>
                    <a:pt x="168620" y="160461"/>
                    <a:pt x="171339" y="163180"/>
                  </a:cubicBezTo>
                  <a:cubicBezTo>
                    <a:pt x="195816" y="157741"/>
                    <a:pt x="214854" y="135984"/>
                    <a:pt x="214854" y="108787"/>
                  </a:cubicBezTo>
                  <a:cubicBezTo>
                    <a:pt x="214854" y="88389"/>
                    <a:pt x="198026" y="74111"/>
                    <a:pt x="180433" y="73984"/>
                  </a:cubicBezTo>
                  <a:close/>
                  <a:moveTo>
                    <a:pt x="174059" y="0"/>
                  </a:moveTo>
                  <a:cubicBezTo>
                    <a:pt x="233891" y="0"/>
                    <a:pt x="337238" y="29916"/>
                    <a:pt x="337238" y="119665"/>
                  </a:cubicBezTo>
                  <a:cubicBezTo>
                    <a:pt x="337238" y="209414"/>
                    <a:pt x="244770" y="217573"/>
                    <a:pt x="133264" y="217573"/>
                  </a:cubicBezTo>
                  <a:cubicBezTo>
                    <a:pt x="133264" y="217573"/>
                    <a:pt x="149581" y="277405"/>
                    <a:pt x="225732" y="277405"/>
                  </a:cubicBezTo>
                  <a:cubicBezTo>
                    <a:pt x="301883" y="277405"/>
                    <a:pt x="320920" y="250208"/>
                    <a:pt x="320920" y="250208"/>
                  </a:cubicBezTo>
                  <a:cubicBezTo>
                    <a:pt x="320920" y="250208"/>
                    <a:pt x="315481" y="364434"/>
                    <a:pt x="174059" y="364434"/>
                  </a:cubicBezTo>
                  <a:cubicBezTo>
                    <a:pt x="95188" y="364434"/>
                    <a:pt x="0" y="304602"/>
                    <a:pt x="0" y="184937"/>
                  </a:cubicBezTo>
                  <a:cubicBezTo>
                    <a:pt x="0" y="78870"/>
                    <a:pt x="73431" y="0"/>
                    <a:pt x="174059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DB9B60B4-35FC-49B0-906A-7C704B6B94BA}"/>
                </a:ext>
              </a:extLst>
            </p:cNvPr>
            <p:cNvSpPr/>
            <p:nvPr/>
          </p:nvSpPr>
          <p:spPr>
            <a:xfrm>
              <a:off x="5376945" y="3338014"/>
              <a:ext cx="353556" cy="543931"/>
            </a:xfrm>
            <a:custGeom>
              <a:avLst/>
              <a:gdLst>
                <a:gd name="connsiteX0" fmla="*/ 311107 w 353555"/>
                <a:gd name="connsiteY0" fmla="*/ 433663 h 543931"/>
                <a:gd name="connsiteX1" fmla="*/ 215919 w 353555"/>
                <a:gd name="connsiteY1" fmla="*/ 501654 h 543931"/>
                <a:gd name="connsiteX2" fmla="*/ 98973 w 353555"/>
                <a:gd name="connsiteY2" fmla="*/ 392868 h 543931"/>
                <a:gd name="connsiteX3" fmla="*/ 98973 w 353555"/>
                <a:gd name="connsiteY3" fmla="*/ 221530 h 543931"/>
                <a:gd name="connsiteX4" fmla="*/ 82655 w 353555"/>
                <a:gd name="connsiteY4" fmla="*/ 221530 h 543931"/>
                <a:gd name="connsiteX5" fmla="*/ 58178 w 353555"/>
                <a:gd name="connsiteY5" fmla="*/ 191614 h 543931"/>
                <a:gd name="connsiteX6" fmla="*/ 85375 w 353555"/>
                <a:gd name="connsiteY6" fmla="*/ 164417 h 543931"/>
                <a:gd name="connsiteX7" fmla="*/ 101693 w 353555"/>
                <a:gd name="connsiteY7" fmla="*/ 164417 h 543931"/>
                <a:gd name="connsiteX8" fmla="*/ 101693 w 353555"/>
                <a:gd name="connsiteY8" fmla="*/ 118183 h 543931"/>
                <a:gd name="connsiteX9" fmla="*/ 166965 w 353555"/>
                <a:gd name="connsiteY9" fmla="*/ 58350 h 543931"/>
                <a:gd name="connsiteX10" fmla="*/ 229517 w 353555"/>
                <a:gd name="connsiteY10" fmla="*/ 118183 h 543931"/>
                <a:gd name="connsiteX11" fmla="*/ 229517 w 353555"/>
                <a:gd name="connsiteY11" fmla="*/ 118183 h 543931"/>
                <a:gd name="connsiteX12" fmla="*/ 229517 w 353555"/>
                <a:gd name="connsiteY12" fmla="*/ 164417 h 543931"/>
                <a:gd name="connsiteX13" fmla="*/ 283910 w 353555"/>
                <a:gd name="connsiteY13" fmla="*/ 164417 h 543931"/>
                <a:gd name="connsiteX14" fmla="*/ 308387 w 353555"/>
                <a:gd name="connsiteY14" fmla="*/ 194333 h 543931"/>
                <a:gd name="connsiteX15" fmla="*/ 281190 w 353555"/>
                <a:gd name="connsiteY15" fmla="*/ 221530 h 543931"/>
                <a:gd name="connsiteX16" fmla="*/ 229517 w 353555"/>
                <a:gd name="connsiteY16" fmla="*/ 221530 h 543931"/>
                <a:gd name="connsiteX17" fmla="*/ 229517 w 353555"/>
                <a:gd name="connsiteY17" fmla="*/ 365671 h 543931"/>
                <a:gd name="connsiteX18" fmla="*/ 311107 w 353555"/>
                <a:gd name="connsiteY18" fmla="*/ 433663 h 543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53555" h="543931">
                  <a:moveTo>
                    <a:pt x="311107" y="433663"/>
                  </a:moveTo>
                  <a:cubicBezTo>
                    <a:pt x="311107" y="433663"/>
                    <a:pt x="278471" y="501654"/>
                    <a:pt x="215919" y="501654"/>
                  </a:cubicBezTo>
                  <a:cubicBezTo>
                    <a:pt x="164245" y="501654"/>
                    <a:pt x="101693" y="458140"/>
                    <a:pt x="98973" y="392868"/>
                  </a:cubicBezTo>
                  <a:cubicBezTo>
                    <a:pt x="98973" y="392868"/>
                    <a:pt x="98973" y="297680"/>
                    <a:pt x="98973" y="221530"/>
                  </a:cubicBezTo>
                  <a:lnTo>
                    <a:pt x="82655" y="221530"/>
                  </a:lnTo>
                  <a:cubicBezTo>
                    <a:pt x="74496" y="221530"/>
                    <a:pt x="58178" y="216090"/>
                    <a:pt x="58178" y="191614"/>
                  </a:cubicBezTo>
                  <a:cubicBezTo>
                    <a:pt x="58178" y="167137"/>
                    <a:pt x="77216" y="164417"/>
                    <a:pt x="85375" y="164417"/>
                  </a:cubicBezTo>
                  <a:lnTo>
                    <a:pt x="101693" y="164417"/>
                  </a:lnTo>
                  <a:cubicBezTo>
                    <a:pt x="101693" y="137220"/>
                    <a:pt x="101693" y="118183"/>
                    <a:pt x="101693" y="118183"/>
                  </a:cubicBezTo>
                  <a:cubicBezTo>
                    <a:pt x="104413" y="85547"/>
                    <a:pt x="134329" y="55631"/>
                    <a:pt x="166965" y="58350"/>
                  </a:cubicBezTo>
                  <a:cubicBezTo>
                    <a:pt x="196881" y="61070"/>
                    <a:pt x="229517" y="85547"/>
                    <a:pt x="229517" y="118183"/>
                  </a:cubicBezTo>
                  <a:lnTo>
                    <a:pt x="229517" y="118183"/>
                  </a:lnTo>
                  <a:lnTo>
                    <a:pt x="229517" y="164417"/>
                  </a:lnTo>
                  <a:lnTo>
                    <a:pt x="283910" y="164417"/>
                  </a:lnTo>
                  <a:cubicBezTo>
                    <a:pt x="292069" y="164417"/>
                    <a:pt x="308387" y="169856"/>
                    <a:pt x="308387" y="194333"/>
                  </a:cubicBezTo>
                  <a:cubicBezTo>
                    <a:pt x="308387" y="218810"/>
                    <a:pt x="292069" y="221530"/>
                    <a:pt x="281190" y="221530"/>
                  </a:cubicBezTo>
                  <a:lnTo>
                    <a:pt x="229517" y="221530"/>
                  </a:lnTo>
                  <a:lnTo>
                    <a:pt x="229517" y="365671"/>
                  </a:lnTo>
                  <a:cubicBezTo>
                    <a:pt x="226797" y="409186"/>
                    <a:pt x="267592" y="433663"/>
                    <a:pt x="311107" y="433663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B550272F-F181-4670-9AB4-62C5CF01BC3A}"/>
                </a:ext>
              </a:extLst>
            </p:cNvPr>
            <p:cNvSpPr/>
            <p:nvPr/>
          </p:nvSpPr>
          <p:spPr>
            <a:xfrm>
              <a:off x="7090329" y="3338014"/>
              <a:ext cx="353556" cy="543931"/>
            </a:xfrm>
            <a:custGeom>
              <a:avLst/>
              <a:gdLst>
                <a:gd name="connsiteX0" fmla="*/ 311107 w 353555"/>
                <a:gd name="connsiteY0" fmla="*/ 433663 h 543931"/>
                <a:gd name="connsiteX1" fmla="*/ 215919 w 353555"/>
                <a:gd name="connsiteY1" fmla="*/ 501654 h 543931"/>
                <a:gd name="connsiteX2" fmla="*/ 98973 w 353555"/>
                <a:gd name="connsiteY2" fmla="*/ 392868 h 543931"/>
                <a:gd name="connsiteX3" fmla="*/ 98973 w 353555"/>
                <a:gd name="connsiteY3" fmla="*/ 221530 h 543931"/>
                <a:gd name="connsiteX4" fmla="*/ 82655 w 353555"/>
                <a:gd name="connsiteY4" fmla="*/ 221530 h 543931"/>
                <a:gd name="connsiteX5" fmla="*/ 58178 w 353555"/>
                <a:gd name="connsiteY5" fmla="*/ 191614 h 543931"/>
                <a:gd name="connsiteX6" fmla="*/ 85375 w 353555"/>
                <a:gd name="connsiteY6" fmla="*/ 164417 h 543931"/>
                <a:gd name="connsiteX7" fmla="*/ 101693 w 353555"/>
                <a:gd name="connsiteY7" fmla="*/ 164417 h 543931"/>
                <a:gd name="connsiteX8" fmla="*/ 101693 w 353555"/>
                <a:gd name="connsiteY8" fmla="*/ 118183 h 543931"/>
                <a:gd name="connsiteX9" fmla="*/ 166965 w 353555"/>
                <a:gd name="connsiteY9" fmla="*/ 58350 h 543931"/>
                <a:gd name="connsiteX10" fmla="*/ 229517 w 353555"/>
                <a:gd name="connsiteY10" fmla="*/ 118183 h 543931"/>
                <a:gd name="connsiteX11" fmla="*/ 229517 w 353555"/>
                <a:gd name="connsiteY11" fmla="*/ 118183 h 543931"/>
                <a:gd name="connsiteX12" fmla="*/ 229517 w 353555"/>
                <a:gd name="connsiteY12" fmla="*/ 164417 h 543931"/>
                <a:gd name="connsiteX13" fmla="*/ 283910 w 353555"/>
                <a:gd name="connsiteY13" fmla="*/ 164417 h 543931"/>
                <a:gd name="connsiteX14" fmla="*/ 308387 w 353555"/>
                <a:gd name="connsiteY14" fmla="*/ 194333 h 543931"/>
                <a:gd name="connsiteX15" fmla="*/ 281190 w 353555"/>
                <a:gd name="connsiteY15" fmla="*/ 221530 h 543931"/>
                <a:gd name="connsiteX16" fmla="*/ 229517 w 353555"/>
                <a:gd name="connsiteY16" fmla="*/ 221530 h 543931"/>
                <a:gd name="connsiteX17" fmla="*/ 229517 w 353555"/>
                <a:gd name="connsiteY17" fmla="*/ 365671 h 543931"/>
                <a:gd name="connsiteX18" fmla="*/ 311107 w 353555"/>
                <a:gd name="connsiteY18" fmla="*/ 433663 h 543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53555" h="543931">
                  <a:moveTo>
                    <a:pt x="311107" y="433663"/>
                  </a:moveTo>
                  <a:cubicBezTo>
                    <a:pt x="311107" y="433663"/>
                    <a:pt x="278471" y="501654"/>
                    <a:pt x="215919" y="501654"/>
                  </a:cubicBezTo>
                  <a:cubicBezTo>
                    <a:pt x="164245" y="501654"/>
                    <a:pt x="101693" y="458140"/>
                    <a:pt x="98973" y="392868"/>
                  </a:cubicBezTo>
                  <a:cubicBezTo>
                    <a:pt x="98973" y="392868"/>
                    <a:pt x="98973" y="297680"/>
                    <a:pt x="98973" y="221530"/>
                  </a:cubicBezTo>
                  <a:lnTo>
                    <a:pt x="82655" y="221530"/>
                  </a:lnTo>
                  <a:cubicBezTo>
                    <a:pt x="74496" y="221530"/>
                    <a:pt x="58178" y="216090"/>
                    <a:pt x="58178" y="191614"/>
                  </a:cubicBezTo>
                  <a:cubicBezTo>
                    <a:pt x="58178" y="167137"/>
                    <a:pt x="77216" y="164417"/>
                    <a:pt x="85375" y="164417"/>
                  </a:cubicBezTo>
                  <a:lnTo>
                    <a:pt x="101693" y="164417"/>
                  </a:lnTo>
                  <a:cubicBezTo>
                    <a:pt x="101693" y="137220"/>
                    <a:pt x="101693" y="118183"/>
                    <a:pt x="101693" y="118183"/>
                  </a:cubicBezTo>
                  <a:cubicBezTo>
                    <a:pt x="104412" y="85547"/>
                    <a:pt x="134329" y="55631"/>
                    <a:pt x="166965" y="58350"/>
                  </a:cubicBezTo>
                  <a:cubicBezTo>
                    <a:pt x="196881" y="61070"/>
                    <a:pt x="229517" y="85547"/>
                    <a:pt x="229517" y="118183"/>
                  </a:cubicBezTo>
                  <a:lnTo>
                    <a:pt x="229517" y="118183"/>
                  </a:lnTo>
                  <a:lnTo>
                    <a:pt x="229517" y="164417"/>
                  </a:lnTo>
                  <a:lnTo>
                    <a:pt x="283910" y="164417"/>
                  </a:lnTo>
                  <a:cubicBezTo>
                    <a:pt x="292069" y="164417"/>
                    <a:pt x="308387" y="169856"/>
                    <a:pt x="308387" y="194333"/>
                  </a:cubicBezTo>
                  <a:cubicBezTo>
                    <a:pt x="308387" y="218810"/>
                    <a:pt x="292069" y="221530"/>
                    <a:pt x="281190" y="221530"/>
                  </a:cubicBezTo>
                  <a:lnTo>
                    <a:pt x="229517" y="221530"/>
                  </a:lnTo>
                  <a:lnTo>
                    <a:pt x="229517" y="365671"/>
                  </a:lnTo>
                  <a:cubicBezTo>
                    <a:pt x="229517" y="409186"/>
                    <a:pt x="270312" y="433663"/>
                    <a:pt x="311107" y="433663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BF128CAF-7E33-41B3-941E-1DA081A62D07}"/>
                </a:ext>
              </a:extLst>
            </p:cNvPr>
            <p:cNvSpPr/>
            <p:nvPr/>
          </p:nvSpPr>
          <p:spPr>
            <a:xfrm>
              <a:off x="2080719" y="4178559"/>
              <a:ext cx="462342" cy="788700"/>
            </a:xfrm>
            <a:custGeom>
              <a:avLst/>
              <a:gdLst>
                <a:gd name="connsiteX0" fmla="*/ 403575 w 462341"/>
                <a:gd name="connsiteY0" fmla="*/ 583072 h 788699"/>
                <a:gd name="connsiteX1" fmla="*/ 406295 w 462341"/>
                <a:gd name="connsiteY1" fmla="*/ 596670 h 788699"/>
                <a:gd name="connsiteX2" fmla="*/ 400855 w 462341"/>
                <a:gd name="connsiteY2" fmla="*/ 610268 h 788699"/>
                <a:gd name="connsiteX3" fmla="*/ 389977 w 462341"/>
                <a:gd name="connsiteY3" fmla="*/ 626586 h 788699"/>
                <a:gd name="connsiteX4" fmla="*/ 354621 w 462341"/>
                <a:gd name="connsiteY4" fmla="*/ 675540 h 788699"/>
                <a:gd name="connsiteX5" fmla="*/ 327424 w 462341"/>
                <a:gd name="connsiteY5" fmla="*/ 691858 h 788699"/>
                <a:gd name="connsiteX6" fmla="*/ 292069 w 462341"/>
                <a:gd name="connsiteY6" fmla="*/ 713615 h 788699"/>
                <a:gd name="connsiteX7" fmla="*/ 251274 w 462341"/>
                <a:gd name="connsiteY7" fmla="*/ 724494 h 788699"/>
                <a:gd name="connsiteX8" fmla="*/ 221358 w 462341"/>
                <a:gd name="connsiteY8" fmla="*/ 721774 h 788699"/>
                <a:gd name="connsiteX9" fmla="*/ 191442 w 462341"/>
                <a:gd name="connsiteY9" fmla="*/ 721774 h 788699"/>
                <a:gd name="connsiteX10" fmla="*/ 153366 w 462341"/>
                <a:gd name="connsiteY10" fmla="*/ 713615 h 788699"/>
                <a:gd name="connsiteX11" fmla="*/ 104412 w 462341"/>
                <a:gd name="connsiteY11" fmla="*/ 675540 h 788699"/>
                <a:gd name="connsiteX12" fmla="*/ 104412 w 462341"/>
                <a:gd name="connsiteY12" fmla="*/ 689138 h 788699"/>
                <a:gd name="connsiteX13" fmla="*/ 101693 w 462341"/>
                <a:gd name="connsiteY13" fmla="*/ 710895 h 788699"/>
                <a:gd name="connsiteX14" fmla="*/ 85375 w 462341"/>
                <a:gd name="connsiteY14" fmla="*/ 732653 h 788699"/>
                <a:gd name="connsiteX15" fmla="*/ 69057 w 462341"/>
                <a:gd name="connsiteY15" fmla="*/ 727214 h 788699"/>
                <a:gd name="connsiteX16" fmla="*/ 60898 w 462341"/>
                <a:gd name="connsiteY16" fmla="*/ 710895 h 788699"/>
                <a:gd name="connsiteX17" fmla="*/ 58178 w 462341"/>
                <a:gd name="connsiteY17" fmla="*/ 691858 h 788699"/>
                <a:gd name="connsiteX18" fmla="*/ 60898 w 462341"/>
                <a:gd name="connsiteY18" fmla="*/ 664661 h 788699"/>
                <a:gd name="connsiteX19" fmla="*/ 60898 w 462341"/>
                <a:gd name="connsiteY19" fmla="*/ 607549 h 788699"/>
                <a:gd name="connsiteX20" fmla="*/ 63618 w 462341"/>
                <a:gd name="connsiteY20" fmla="*/ 528679 h 788699"/>
                <a:gd name="connsiteX21" fmla="*/ 69057 w 462341"/>
                <a:gd name="connsiteY21" fmla="*/ 504202 h 788699"/>
                <a:gd name="connsiteX22" fmla="*/ 74496 w 462341"/>
                <a:gd name="connsiteY22" fmla="*/ 493323 h 788699"/>
                <a:gd name="connsiteX23" fmla="*/ 82655 w 462341"/>
                <a:gd name="connsiteY23" fmla="*/ 487884 h 788699"/>
                <a:gd name="connsiteX24" fmla="*/ 90814 w 462341"/>
                <a:gd name="connsiteY24" fmla="*/ 493323 h 788699"/>
                <a:gd name="connsiteX25" fmla="*/ 98973 w 462341"/>
                <a:gd name="connsiteY25" fmla="*/ 512361 h 788699"/>
                <a:gd name="connsiteX26" fmla="*/ 101693 w 462341"/>
                <a:gd name="connsiteY26" fmla="*/ 555875 h 788699"/>
                <a:gd name="connsiteX27" fmla="*/ 101693 w 462341"/>
                <a:gd name="connsiteY27" fmla="*/ 596670 h 788699"/>
                <a:gd name="connsiteX28" fmla="*/ 109852 w 462341"/>
                <a:gd name="connsiteY28" fmla="*/ 626586 h 788699"/>
                <a:gd name="connsiteX29" fmla="*/ 128889 w 462341"/>
                <a:gd name="connsiteY29" fmla="*/ 651063 h 788699"/>
                <a:gd name="connsiteX30" fmla="*/ 153366 w 462341"/>
                <a:gd name="connsiteY30" fmla="*/ 670101 h 788699"/>
                <a:gd name="connsiteX31" fmla="*/ 196881 w 462341"/>
                <a:gd name="connsiteY31" fmla="*/ 678260 h 788699"/>
                <a:gd name="connsiteX32" fmla="*/ 221358 w 462341"/>
                <a:gd name="connsiteY32" fmla="*/ 667381 h 788699"/>
                <a:gd name="connsiteX33" fmla="*/ 253994 w 462341"/>
                <a:gd name="connsiteY33" fmla="*/ 659222 h 788699"/>
                <a:gd name="connsiteX34" fmla="*/ 275751 w 462341"/>
                <a:gd name="connsiteY34" fmla="*/ 637465 h 788699"/>
                <a:gd name="connsiteX35" fmla="*/ 281190 w 462341"/>
                <a:gd name="connsiteY35" fmla="*/ 615708 h 788699"/>
                <a:gd name="connsiteX36" fmla="*/ 278471 w 462341"/>
                <a:gd name="connsiteY36" fmla="*/ 602109 h 788699"/>
                <a:gd name="connsiteX37" fmla="*/ 262153 w 462341"/>
                <a:gd name="connsiteY37" fmla="*/ 572193 h 788699"/>
                <a:gd name="connsiteX38" fmla="*/ 245835 w 462341"/>
                <a:gd name="connsiteY38" fmla="*/ 536838 h 788699"/>
                <a:gd name="connsiteX39" fmla="*/ 196881 w 462341"/>
                <a:gd name="connsiteY39" fmla="*/ 477005 h 788699"/>
                <a:gd name="connsiteX40" fmla="*/ 145207 w 462341"/>
                <a:gd name="connsiteY40" fmla="*/ 419892 h 788699"/>
                <a:gd name="connsiteX41" fmla="*/ 93534 w 462341"/>
                <a:gd name="connsiteY41" fmla="*/ 357340 h 788699"/>
                <a:gd name="connsiteX42" fmla="*/ 66337 w 462341"/>
                <a:gd name="connsiteY42" fmla="*/ 283910 h 788699"/>
                <a:gd name="connsiteX43" fmla="*/ 58178 w 462341"/>
                <a:gd name="connsiteY43" fmla="*/ 224077 h 788699"/>
                <a:gd name="connsiteX44" fmla="*/ 82655 w 462341"/>
                <a:gd name="connsiteY44" fmla="*/ 150647 h 788699"/>
                <a:gd name="connsiteX45" fmla="*/ 137048 w 462341"/>
                <a:gd name="connsiteY45" fmla="*/ 96253 h 788699"/>
                <a:gd name="connsiteX46" fmla="*/ 196881 w 462341"/>
                <a:gd name="connsiteY46" fmla="*/ 77216 h 788699"/>
                <a:gd name="connsiteX47" fmla="*/ 232236 w 462341"/>
                <a:gd name="connsiteY47" fmla="*/ 69057 h 788699"/>
                <a:gd name="connsiteX48" fmla="*/ 262153 w 462341"/>
                <a:gd name="connsiteY48" fmla="*/ 74496 h 788699"/>
                <a:gd name="connsiteX49" fmla="*/ 294789 w 462341"/>
                <a:gd name="connsiteY49" fmla="*/ 85375 h 788699"/>
                <a:gd name="connsiteX50" fmla="*/ 327424 w 462341"/>
                <a:gd name="connsiteY50" fmla="*/ 104412 h 788699"/>
                <a:gd name="connsiteX51" fmla="*/ 332864 w 462341"/>
                <a:gd name="connsiteY51" fmla="*/ 74496 h 788699"/>
                <a:gd name="connsiteX52" fmla="*/ 338303 w 462341"/>
                <a:gd name="connsiteY52" fmla="*/ 63618 h 788699"/>
                <a:gd name="connsiteX53" fmla="*/ 349182 w 462341"/>
                <a:gd name="connsiteY53" fmla="*/ 58178 h 788699"/>
                <a:gd name="connsiteX54" fmla="*/ 357341 w 462341"/>
                <a:gd name="connsiteY54" fmla="*/ 63618 h 788699"/>
                <a:gd name="connsiteX55" fmla="*/ 365500 w 462341"/>
                <a:gd name="connsiteY55" fmla="*/ 82655 h 788699"/>
                <a:gd name="connsiteX56" fmla="*/ 368219 w 462341"/>
                <a:gd name="connsiteY56" fmla="*/ 142488 h 788699"/>
                <a:gd name="connsiteX57" fmla="*/ 368219 w 462341"/>
                <a:gd name="connsiteY57" fmla="*/ 188722 h 788699"/>
                <a:gd name="connsiteX58" fmla="*/ 370939 w 462341"/>
                <a:gd name="connsiteY58" fmla="*/ 245834 h 788699"/>
                <a:gd name="connsiteX59" fmla="*/ 354621 w 462341"/>
                <a:gd name="connsiteY59" fmla="*/ 286629 h 788699"/>
                <a:gd name="connsiteX60" fmla="*/ 338303 w 462341"/>
                <a:gd name="connsiteY60" fmla="*/ 281190 h 788699"/>
                <a:gd name="connsiteX61" fmla="*/ 330144 w 462341"/>
                <a:gd name="connsiteY61" fmla="*/ 264872 h 788699"/>
                <a:gd name="connsiteX62" fmla="*/ 327424 w 462341"/>
                <a:gd name="connsiteY62" fmla="*/ 248554 h 788699"/>
                <a:gd name="connsiteX63" fmla="*/ 330144 w 462341"/>
                <a:gd name="connsiteY63" fmla="*/ 221357 h 788699"/>
                <a:gd name="connsiteX64" fmla="*/ 330144 w 462341"/>
                <a:gd name="connsiteY64" fmla="*/ 188722 h 788699"/>
                <a:gd name="connsiteX65" fmla="*/ 327424 w 462341"/>
                <a:gd name="connsiteY65" fmla="*/ 164245 h 788699"/>
                <a:gd name="connsiteX66" fmla="*/ 311107 w 462341"/>
                <a:gd name="connsiteY66" fmla="*/ 134329 h 788699"/>
                <a:gd name="connsiteX67" fmla="*/ 283910 w 462341"/>
                <a:gd name="connsiteY67" fmla="*/ 118011 h 788699"/>
                <a:gd name="connsiteX68" fmla="*/ 251274 w 462341"/>
                <a:gd name="connsiteY68" fmla="*/ 112571 h 788699"/>
                <a:gd name="connsiteX69" fmla="*/ 215918 w 462341"/>
                <a:gd name="connsiteY69" fmla="*/ 123450 h 788699"/>
                <a:gd name="connsiteX70" fmla="*/ 202320 w 462341"/>
                <a:gd name="connsiteY70" fmla="*/ 147927 h 788699"/>
                <a:gd name="connsiteX71" fmla="*/ 188722 w 462341"/>
                <a:gd name="connsiteY71" fmla="*/ 180563 h 788699"/>
                <a:gd name="connsiteX72" fmla="*/ 183283 w 462341"/>
                <a:gd name="connsiteY72" fmla="*/ 210479 h 788699"/>
                <a:gd name="connsiteX73" fmla="*/ 188722 w 462341"/>
                <a:gd name="connsiteY73" fmla="*/ 226797 h 788699"/>
                <a:gd name="connsiteX74" fmla="*/ 188722 w 462341"/>
                <a:gd name="connsiteY74" fmla="*/ 248554 h 788699"/>
                <a:gd name="connsiteX75" fmla="*/ 210479 w 462341"/>
                <a:gd name="connsiteY75" fmla="*/ 273031 h 788699"/>
                <a:gd name="connsiteX76" fmla="*/ 226797 w 462341"/>
                <a:gd name="connsiteY76" fmla="*/ 300228 h 788699"/>
                <a:gd name="connsiteX77" fmla="*/ 256713 w 462341"/>
                <a:gd name="connsiteY77" fmla="*/ 332864 h 788699"/>
                <a:gd name="connsiteX78" fmla="*/ 275751 w 462341"/>
                <a:gd name="connsiteY78" fmla="*/ 351901 h 788699"/>
                <a:gd name="connsiteX79" fmla="*/ 324705 w 462341"/>
                <a:gd name="connsiteY79" fmla="*/ 400855 h 788699"/>
                <a:gd name="connsiteX80" fmla="*/ 343742 w 462341"/>
                <a:gd name="connsiteY80" fmla="*/ 428051 h 788699"/>
                <a:gd name="connsiteX81" fmla="*/ 351901 w 462341"/>
                <a:gd name="connsiteY81" fmla="*/ 433491 h 788699"/>
                <a:gd name="connsiteX82" fmla="*/ 360060 w 462341"/>
                <a:gd name="connsiteY82" fmla="*/ 447089 h 788699"/>
                <a:gd name="connsiteX83" fmla="*/ 384537 w 462341"/>
                <a:gd name="connsiteY83" fmla="*/ 474286 h 788699"/>
                <a:gd name="connsiteX84" fmla="*/ 395416 w 462341"/>
                <a:gd name="connsiteY84" fmla="*/ 506921 h 788699"/>
                <a:gd name="connsiteX85" fmla="*/ 406295 w 462341"/>
                <a:gd name="connsiteY85" fmla="*/ 536838 h 788699"/>
                <a:gd name="connsiteX86" fmla="*/ 409014 w 462341"/>
                <a:gd name="connsiteY86" fmla="*/ 547716 h 788699"/>
                <a:gd name="connsiteX87" fmla="*/ 406295 w 462341"/>
                <a:gd name="connsiteY87" fmla="*/ 569473 h 788699"/>
                <a:gd name="connsiteX88" fmla="*/ 403575 w 462341"/>
                <a:gd name="connsiteY88" fmla="*/ 583072 h 788699"/>
                <a:gd name="connsiteX89" fmla="*/ 403575 w 462341"/>
                <a:gd name="connsiteY89" fmla="*/ 583072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462341" h="788699">
                  <a:moveTo>
                    <a:pt x="403575" y="583072"/>
                  </a:moveTo>
                  <a:cubicBezTo>
                    <a:pt x="403575" y="588511"/>
                    <a:pt x="406295" y="591231"/>
                    <a:pt x="406295" y="596670"/>
                  </a:cubicBezTo>
                  <a:cubicBezTo>
                    <a:pt x="406295" y="602109"/>
                    <a:pt x="403575" y="604829"/>
                    <a:pt x="400855" y="610268"/>
                  </a:cubicBezTo>
                  <a:cubicBezTo>
                    <a:pt x="398136" y="615708"/>
                    <a:pt x="392696" y="621147"/>
                    <a:pt x="389977" y="626586"/>
                  </a:cubicBezTo>
                  <a:cubicBezTo>
                    <a:pt x="381818" y="645624"/>
                    <a:pt x="368219" y="661942"/>
                    <a:pt x="354621" y="675540"/>
                  </a:cubicBezTo>
                  <a:cubicBezTo>
                    <a:pt x="346462" y="683699"/>
                    <a:pt x="338303" y="686419"/>
                    <a:pt x="327424" y="691858"/>
                  </a:cubicBezTo>
                  <a:cubicBezTo>
                    <a:pt x="316546" y="700017"/>
                    <a:pt x="302948" y="708176"/>
                    <a:pt x="292069" y="713615"/>
                  </a:cubicBezTo>
                  <a:cubicBezTo>
                    <a:pt x="281190" y="719054"/>
                    <a:pt x="264872" y="724494"/>
                    <a:pt x="251274" y="724494"/>
                  </a:cubicBezTo>
                  <a:cubicBezTo>
                    <a:pt x="240395" y="724494"/>
                    <a:pt x="229517" y="721774"/>
                    <a:pt x="221358" y="721774"/>
                  </a:cubicBezTo>
                  <a:cubicBezTo>
                    <a:pt x="213199" y="721774"/>
                    <a:pt x="202320" y="721774"/>
                    <a:pt x="191442" y="721774"/>
                  </a:cubicBezTo>
                  <a:cubicBezTo>
                    <a:pt x="172404" y="721774"/>
                    <a:pt x="172404" y="721774"/>
                    <a:pt x="153366" y="713615"/>
                  </a:cubicBezTo>
                  <a:cubicBezTo>
                    <a:pt x="134329" y="708176"/>
                    <a:pt x="118011" y="691858"/>
                    <a:pt x="104412" y="675540"/>
                  </a:cubicBezTo>
                  <a:cubicBezTo>
                    <a:pt x="104412" y="678260"/>
                    <a:pt x="104412" y="680979"/>
                    <a:pt x="104412" y="689138"/>
                  </a:cubicBezTo>
                  <a:cubicBezTo>
                    <a:pt x="104412" y="694578"/>
                    <a:pt x="104412" y="702737"/>
                    <a:pt x="101693" y="710895"/>
                  </a:cubicBezTo>
                  <a:cubicBezTo>
                    <a:pt x="101693" y="721774"/>
                    <a:pt x="96253" y="732653"/>
                    <a:pt x="85375" y="732653"/>
                  </a:cubicBezTo>
                  <a:cubicBezTo>
                    <a:pt x="77216" y="732653"/>
                    <a:pt x="74496" y="729933"/>
                    <a:pt x="69057" y="727214"/>
                  </a:cubicBezTo>
                  <a:cubicBezTo>
                    <a:pt x="63618" y="724494"/>
                    <a:pt x="60898" y="716335"/>
                    <a:pt x="60898" y="710895"/>
                  </a:cubicBezTo>
                  <a:cubicBezTo>
                    <a:pt x="58178" y="702737"/>
                    <a:pt x="58178" y="697297"/>
                    <a:pt x="58178" y="691858"/>
                  </a:cubicBezTo>
                  <a:cubicBezTo>
                    <a:pt x="58178" y="683699"/>
                    <a:pt x="60898" y="678260"/>
                    <a:pt x="60898" y="664661"/>
                  </a:cubicBezTo>
                  <a:cubicBezTo>
                    <a:pt x="60898" y="656502"/>
                    <a:pt x="60898" y="632026"/>
                    <a:pt x="60898" y="607549"/>
                  </a:cubicBezTo>
                  <a:cubicBezTo>
                    <a:pt x="60898" y="574913"/>
                    <a:pt x="60898" y="542277"/>
                    <a:pt x="63618" y="528679"/>
                  </a:cubicBezTo>
                  <a:cubicBezTo>
                    <a:pt x="63618" y="520520"/>
                    <a:pt x="63618" y="509641"/>
                    <a:pt x="69057" y="504202"/>
                  </a:cubicBezTo>
                  <a:cubicBezTo>
                    <a:pt x="71777" y="501482"/>
                    <a:pt x="71777" y="498762"/>
                    <a:pt x="74496" y="493323"/>
                  </a:cubicBezTo>
                  <a:cubicBezTo>
                    <a:pt x="77216" y="490603"/>
                    <a:pt x="79936" y="487884"/>
                    <a:pt x="82655" y="487884"/>
                  </a:cubicBezTo>
                  <a:cubicBezTo>
                    <a:pt x="85375" y="487884"/>
                    <a:pt x="90814" y="490603"/>
                    <a:pt x="90814" y="493323"/>
                  </a:cubicBezTo>
                  <a:cubicBezTo>
                    <a:pt x="93534" y="498762"/>
                    <a:pt x="98973" y="506921"/>
                    <a:pt x="98973" y="512361"/>
                  </a:cubicBezTo>
                  <a:cubicBezTo>
                    <a:pt x="98973" y="520520"/>
                    <a:pt x="101693" y="536838"/>
                    <a:pt x="101693" y="555875"/>
                  </a:cubicBezTo>
                  <a:cubicBezTo>
                    <a:pt x="101693" y="569473"/>
                    <a:pt x="101693" y="583072"/>
                    <a:pt x="101693" y="596670"/>
                  </a:cubicBezTo>
                  <a:cubicBezTo>
                    <a:pt x="101693" y="607549"/>
                    <a:pt x="104412" y="618427"/>
                    <a:pt x="109852" y="626586"/>
                  </a:cubicBezTo>
                  <a:cubicBezTo>
                    <a:pt x="115291" y="637465"/>
                    <a:pt x="123450" y="642904"/>
                    <a:pt x="128889" y="651063"/>
                  </a:cubicBezTo>
                  <a:cubicBezTo>
                    <a:pt x="137048" y="661942"/>
                    <a:pt x="139768" y="667381"/>
                    <a:pt x="153366" y="670101"/>
                  </a:cubicBezTo>
                  <a:cubicBezTo>
                    <a:pt x="161525" y="670101"/>
                    <a:pt x="183283" y="678260"/>
                    <a:pt x="196881" y="678260"/>
                  </a:cubicBezTo>
                  <a:cubicBezTo>
                    <a:pt x="207759" y="678260"/>
                    <a:pt x="210479" y="672820"/>
                    <a:pt x="221358" y="667381"/>
                  </a:cubicBezTo>
                  <a:cubicBezTo>
                    <a:pt x="232236" y="661942"/>
                    <a:pt x="245835" y="664661"/>
                    <a:pt x="253994" y="659222"/>
                  </a:cubicBezTo>
                  <a:cubicBezTo>
                    <a:pt x="262153" y="653783"/>
                    <a:pt x="273031" y="645624"/>
                    <a:pt x="275751" y="637465"/>
                  </a:cubicBezTo>
                  <a:cubicBezTo>
                    <a:pt x="281190" y="629306"/>
                    <a:pt x="281190" y="621147"/>
                    <a:pt x="281190" y="615708"/>
                  </a:cubicBezTo>
                  <a:cubicBezTo>
                    <a:pt x="281190" y="610268"/>
                    <a:pt x="281190" y="607549"/>
                    <a:pt x="278471" y="602109"/>
                  </a:cubicBezTo>
                  <a:cubicBezTo>
                    <a:pt x="275751" y="591231"/>
                    <a:pt x="267592" y="583072"/>
                    <a:pt x="262153" y="572193"/>
                  </a:cubicBezTo>
                  <a:cubicBezTo>
                    <a:pt x="256713" y="561314"/>
                    <a:pt x="253994" y="547716"/>
                    <a:pt x="245835" y="536838"/>
                  </a:cubicBezTo>
                  <a:cubicBezTo>
                    <a:pt x="232236" y="515080"/>
                    <a:pt x="213199" y="498762"/>
                    <a:pt x="196881" y="477005"/>
                  </a:cubicBezTo>
                  <a:cubicBezTo>
                    <a:pt x="180563" y="457968"/>
                    <a:pt x="164245" y="438930"/>
                    <a:pt x="145207" y="419892"/>
                  </a:cubicBezTo>
                  <a:cubicBezTo>
                    <a:pt x="126170" y="400855"/>
                    <a:pt x="109852" y="379098"/>
                    <a:pt x="93534" y="357340"/>
                  </a:cubicBezTo>
                  <a:cubicBezTo>
                    <a:pt x="77216" y="335583"/>
                    <a:pt x="71777" y="308387"/>
                    <a:pt x="66337" y="283910"/>
                  </a:cubicBezTo>
                  <a:cubicBezTo>
                    <a:pt x="63618" y="267592"/>
                    <a:pt x="58178" y="245834"/>
                    <a:pt x="58178" y="224077"/>
                  </a:cubicBezTo>
                  <a:cubicBezTo>
                    <a:pt x="58178" y="194161"/>
                    <a:pt x="69057" y="175123"/>
                    <a:pt x="82655" y="150647"/>
                  </a:cubicBezTo>
                  <a:cubicBezTo>
                    <a:pt x="96253" y="128889"/>
                    <a:pt x="115291" y="109852"/>
                    <a:pt x="137048" y="96253"/>
                  </a:cubicBezTo>
                  <a:cubicBezTo>
                    <a:pt x="158806" y="82655"/>
                    <a:pt x="172404" y="79936"/>
                    <a:pt x="196881" y="77216"/>
                  </a:cubicBezTo>
                  <a:cubicBezTo>
                    <a:pt x="210479" y="77216"/>
                    <a:pt x="215918" y="69057"/>
                    <a:pt x="232236" y="69057"/>
                  </a:cubicBezTo>
                  <a:cubicBezTo>
                    <a:pt x="243115" y="69057"/>
                    <a:pt x="251274" y="71776"/>
                    <a:pt x="262153" y="74496"/>
                  </a:cubicBezTo>
                  <a:cubicBezTo>
                    <a:pt x="273031" y="77216"/>
                    <a:pt x="283910" y="82655"/>
                    <a:pt x="294789" y="85375"/>
                  </a:cubicBezTo>
                  <a:cubicBezTo>
                    <a:pt x="308387" y="90814"/>
                    <a:pt x="319265" y="96253"/>
                    <a:pt x="327424" y="104412"/>
                  </a:cubicBezTo>
                  <a:cubicBezTo>
                    <a:pt x="327424" y="90814"/>
                    <a:pt x="327424" y="79936"/>
                    <a:pt x="332864" y="74496"/>
                  </a:cubicBezTo>
                  <a:cubicBezTo>
                    <a:pt x="335583" y="71776"/>
                    <a:pt x="335583" y="69057"/>
                    <a:pt x="338303" y="63618"/>
                  </a:cubicBezTo>
                  <a:cubicBezTo>
                    <a:pt x="341023" y="60898"/>
                    <a:pt x="346462" y="58178"/>
                    <a:pt x="349182" y="58178"/>
                  </a:cubicBezTo>
                  <a:cubicBezTo>
                    <a:pt x="351901" y="58178"/>
                    <a:pt x="357341" y="60898"/>
                    <a:pt x="357341" y="63618"/>
                  </a:cubicBezTo>
                  <a:cubicBezTo>
                    <a:pt x="360060" y="69057"/>
                    <a:pt x="365500" y="77216"/>
                    <a:pt x="365500" y="82655"/>
                  </a:cubicBezTo>
                  <a:cubicBezTo>
                    <a:pt x="365500" y="90814"/>
                    <a:pt x="368219" y="123450"/>
                    <a:pt x="368219" y="142488"/>
                  </a:cubicBezTo>
                  <a:cubicBezTo>
                    <a:pt x="368219" y="158806"/>
                    <a:pt x="368219" y="177843"/>
                    <a:pt x="368219" y="188722"/>
                  </a:cubicBezTo>
                  <a:cubicBezTo>
                    <a:pt x="368219" y="213199"/>
                    <a:pt x="370939" y="224077"/>
                    <a:pt x="370939" y="245834"/>
                  </a:cubicBezTo>
                  <a:cubicBezTo>
                    <a:pt x="370939" y="256713"/>
                    <a:pt x="370939" y="286629"/>
                    <a:pt x="354621" y="286629"/>
                  </a:cubicBezTo>
                  <a:cubicBezTo>
                    <a:pt x="346462" y="286629"/>
                    <a:pt x="343742" y="283910"/>
                    <a:pt x="338303" y="281190"/>
                  </a:cubicBezTo>
                  <a:cubicBezTo>
                    <a:pt x="332864" y="278470"/>
                    <a:pt x="330144" y="270311"/>
                    <a:pt x="330144" y="264872"/>
                  </a:cubicBezTo>
                  <a:cubicBezTo>
                    <a:pt x="327424" y="256713"/>
                    <a:pt x="327424" y="251274"/>
                    <a:pt x="327424" y="248554"/>
                  </a:cubicBezTo>
                  <a:cubicBezTo>
                    <a:pt x="327424" y="240395"/>
                    <a:pt x="330144" y="234956"/>
                    <a:pt x="330144" y="221357"/>
                  </a:cubicBezTo>
                  <a:cubicBezTo>
                    <a:pt x="330144" y="213199"/>
                    <a:pt x="330144" y="202320"/>
                    <a:pt x="330144" y="188722"/>
                  </a:cubicBezTo>
                  <a:cubicBezTo>
                    <a:pt x="330144" y="180563"/>
                    <a:pt x="327424" y="172404"/>
                    <a:pt x="327424" y="164245"/>
                  </a:cubicBezTo>
                  <a:cubicBezTo>
                    <a:pt x="324705" y="153366"/>
                    <a:pt x="319265" y="142488"/>
                    <a:pt x="311107" y="134329"/>
                  </a:cubicBezTo>
                  <a:cubicBezTo>
                    <a:pt x="302948" y="126170"/>
                    <a:pt x="294789" y="120730"/>
                    <a:pt x="283910" y="118011"/>
                  </a:cubicBezTo>
                  <a:cubicBezTo>
                    <a:pt x="275751" y="115291"/>
                    <a:pt x="262153" y="112571"/>
                    <a:pt x="251274" y="112571"/>
                  </a:cubicBezTo>
                  <a:cubicBezTo>
                    <a:pt x="237676" y="112571"/>
                    <a:pt x="224077" y="115291"/>
                    <a:pt x="215918" y="123450"/>
                  </a:cubicBezTo>
                  <a:cubicBezTo>
                    <a:pt x="207759" y="128889"/>
                    <a:pt x="205040" y="139768"/>
                    <a:pt x="202320" y="147927"/>
                  </a:cubicBezTo>
                  <a:cubicBezTo>
                    <a:pt x="196881" y="158806"/>
                    <a:pt x="191442" y="166964"/>
                    <a:pt x="188722" y="180563"/>
                  </a:cubicBezTo>
                  <a:cubicBezTo>
                    <a:pt x="186002" y="191441"/>
                    <a:pt x="183283" y="199600"/>
                    <a:pt x="183283" y="210479"/>
                  </a:cubicBezTo>
                  <a:cubicBezTo>
                    <a:pt x="183283" y="215918"/>
                    <a:pt x="186002" y="221357"/>
                    <a:pt x="188722" y="226797"/>
                  </a:cubicBezTo>
                  <a:cubicBezTo>
                    <a:pt x="191442" y="234956"/>
                    <a:pt x="188722" y="243115"/>
                    <a:pt x="188722" y="248554"/>
                  </a:cubicBezTo>
                  <a:cubicBezTo>
                    <a:pt x="191442" y="259433"/>
                    <a:pt x="202320" y="264872"/>
                    <a:pt x="210479" y="273031"/>
                  </a:cubicBezTo>
                  <a:cubicBezTo>
                    <a:pt x="218638" y="281190"/>
                    <a:pt x="221358" y="292069"/>
                    <a:pt x="226797" y="300228"/>
                  </a:cubicBezTo>
                  <a:cubicBezTo>
                    <a:pt x="234956" y="311106"/>
                    <a:pt x="245835" y="321985"/>
                    <a:pt x="256713" y="332864"/>
                  </a:cubicBezTo>
                  <a:cubicBezTo>
                    <a:pt x="259433" y="338303"/>
                    <a:pt x="267592" y="343742"/>
                    <a:pt x="275751" y="351901"/>
                  </a:cubicBezTo>
                  <a:cubicBezTo>
                    <a:pt x="292069" y="368219"/>
                    <a:pt x="311107" y="384537"/>
                    <a:pt x="324705" y="400855"/>
                  </a:cubicBezTo>
                  <a:cubicBezTo>
                    <a:pt x="332864" y="409014"/>
                    <a:pt x="335583" y="419892"/>
                    <a:pt x="343742" y="428051"/>
                  </a:cubicBezTo>
                  <a:cubicBezTo>
                    <a:pt x="346462" y="430771"/>
                    <a:pt x="349182" y="430771"/>
                    <a:pt x="351901" y="433491"/>
                  </a:cubicBezTo>
                  <a:cubicBezTo>
                    <a:pt x="354621" y="436210"/>
                    <a:pt x="357341" y="441650"/>
                    <a:pt x="360060" y="447089"/>
                  </a:cubicBezTo>
                  <a:cubicBezTo>
                    <a:pt x="368219" y="455248"/>
                    <a:pt x="376378" y="463407"/>
                    <a:pt x="384537" y="474286"/>
                  </a:cubicBezTo>
                  <a:cubicBezTo>
                    <a:pt x="389977" y="482445"/>
                    <a:pt x="392696" y="496043"/>
                    <a:pt x="395416" y="506921"/>
                  </a:cubicBezTo>
                  <a:cubicBezTo>
                    <a:pt x="400855" y="517800"/>
                    <a:pt x="400855" y="528679"/>
                    <a:pt x="406295" y="536838"/>
                  </a:cubicBezTo>
                  <a:cubicBezTo>
                    <a:pt x="409014" y="539557"/>
                    <a:pt x="409014" y="544997"/>
                    <a:pt x="409014" y="547716"/>
                  </a:cubicBezTo>
                  <a:cubicBezTo>
                    <a:pt x="409014" y="555875"/>
                    <a:pt x="406295" y="561314"/>
                    <a:pt x="406295" y="569473"/>
                  </a:cubicBezTo>
                  <a:cubicBezTo>
                    <a:pt x="406295" y="574913"/>
                    <a:pt x="403575" y="577632"/>
                    <a:pt x="403575" y="583072"/>
                  </a:cubicBezTo>
                  <a:lnTo>
                    <a:pt x="403575" y="583072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FC35D844-DD99-4858-9C8F-7E64319ECEC1}"/>
                </a:ext>
              </a:extLst>
            </p:cNvPr>
            <p:cNvSpPr/>
            <p:nvPr/>
          </p:nvSpPr>
          <p:spPr>
            <a:xfrm>
              <a:off x="2456032" y="4192158"/>
              <a:ext cx="571128" cy="761503"/>
            </a:xfrm>
            <a:custGeom>
              <a:avLst/>
              <a:gdLst>
                <a:gd name="connsiteX0" fmla="*/ 512361 w 571128"/>
                <a:gd name="connsiteY0" fmla="*/ 79936 h 761503"/>
                <a:gd name="connsiteX1" fmla="*/ 539558 w 571128"/>
                <a:gd name="connsiteY1" fmla="*/ 96253 h 761503"/>
                <a:gd name="connsiteX2" fmla="*/ 534118 w 571128"/>
                <a:gd name="connsiteY2" fmla="*/ 112571 h 761503"/>
                <a:gd name="connsiteX3" fmla="*/ 523240 w 571128"/>
                <a:gd name="connsiteY3" fmla="*/ 120730 h 761503"/>
                <a:gd name="connsiteX4" fmla="*/ 506922 w 571128"/>
                <a:gd name="connsiteY4" fmla="*/ 123450 h 761503"/>
                <a:gd name="connsiteX5" fmla="*/ 477006 w 571128"/>
                <a:gd name="connsiteY5" fmla="*/ 123450 h 761503"/>
                <a:gd name="connsiteX6" fmla="*/ 479725 w 571128"/>
                <a:gd name="connsiteY6" fmla="*/ 145207 h 761503"/>
                <a:gd name="connsiteX7" fmla="*/ 477006 w 571128"/>
                <a:gd name="connsiteY7" fmla="*/ 180563 h 761503"/>
                <a:gd name="connsiteX8" fmla="*/ 482445 w 571128"/>
                <a:gd name="connsiteY8" fmla="*/ 232236 h 761503"/>
                <a:gd name="connsiteX9" fmla="*/ 485165 w 571128"/>
                <a:gd name="connsiteY9" fmla="*/ 283910 h 761503"/>
                <a:gd name="connsiteX10" fmla="*/ 485165 w 571128"/>
                <a:gd name="connsiteY10" fmla="*/ 327424 h 761503"/>
                <a:gd name="connsiteX11" fmla="*/ 487884 w 571128"/>
                <a:gd name="connsiteY11" fmla="*/ 373658 h 761503"/>
                <a:gd name="connsiteX12" fmla="*/ 485165 w 571128"/>
                <a:gd name="connsiteY12" fmla="*/ 419892 h 761503"/>
                <a:gd name="connsiteX13" fmla="*/ 485165 w 571128"/>
                <a:gd name="connsiteY13" fmla="*/ 463407 h 761503"/>
                <a:gd name="connsiteX14" fmla="*/ 482445 w 571128"/>
                <a:gd name="connsiteY14" fmla="*/ 515080 h 761503"/>
                <a:gd name="connsiteX15" fmla="*/ 482445 w 571128"/>
                <a:gd name="connsiteY15" fmla="*/ 558595 h 761503"/>
                <a:gd name="connsiteX16" fmla="*/ 479725 w 571128"/>
                <a:gd name="connsiteY16" fmla="*/ 602109 h 761503"/>
                <a:gd name="connsiteX17" fmla="*/ 485165 w 571128"/>
                <a:gd name="connsiteY17" fmla="*/ 648343 h 761503"/>
                <a:gd name="connsiteX18" fmla="*/ 474286 w 571128"/>
                <a:gd name="connsiteY18" fmla="*/ 675540 h 761503"/>
                <a:gd name="connsiteX19" fmla="*/ 428052 w 571128"/>
                <a:gd name="connsiteY19" fmla="*/ 691858 h 761503"/>
                <a:gd name="connsiteX20" fmla="*/ 387257 w 571128"/>
                <a:gd name="connsiteY20" fmla="*/ 683699 h 761503"/>
                <a:gd name="connsiteX21" fmla="*/ 351901 w 571128"/>
                <a:gd name="connsiteY21" fmla="*/ 664661 h 761503"/>
                <a:gd name="connsiteX22" fmla="*/ 305667 w 571128"/>
                <a:gd name="connsiteY22" fmla="*/ 596670 h 761503"/>
                <a:gd name="connsiteX23" fmla="*/ 270312 w 571128"/>
                <a:gd name="connsiteY23" fmla="*/ 509641 h 761503"/>
                <a:gd name="connsiteX24" fmla="*/ 251274 w 571128"/>
                <a:gd name="connsiteY24" fmla="*/ 460687 h 761503"/>
                <a:gd name="connsiteX25" fmla="*/ 224077 w 571128"/>
                <a:gd name="connsiteY25" fmla="*/ 381817 h 761503"/>
                <a:gd name="connsiteX26" fmla="*/ 207759 w 571128"/>
                <a:gd name="connsiteY26" fmla="*/ 330144 h 761503"/>
                <a:gd name="connsiteX27" fmla="*/ 191442 w 571128"/>
                <a:gd name="connsiteY27" fmla="*/ 286629 h 761503"/>
                <a:gd name="connsiteX28" fmla="*/ 183283 w 571128"/>
                <a:gd name="connsiteY28" fmla="*/ 278470 h 761503"/>
                <a:gd name="connsiteX29" fmla="*/ 180563 w 571128"/>
                <a:gd name="connsiteY29" fmla="*/ 292069 h 761503"/>
                <a:gd name="connsiteX30" fmla="*/ 180563 w 571128"/>
                <a:gd name="connsiteY30" fmla="*/ 305667 h 761503"/>
                <a:gd name="connsiteX31" fmla="*/ 183283 w 571128"/>
                <a:gd name="connsiteY31" fmla="*/ 354621 h 761503"/>
                <a:gd name="connsiteX32" fmla="*/ 188722 w 571128"/>
                <a:gd name="connsiteY32" fmla="*/ 449809 h 761503"/>
                <a:gd name="connsiteX33" fmla="*/ 188722 w 571128"/>
                <a:gd name="connsiteY33" fmla="*/ 479725 h 761503"/>
                <a:gd name="connsiteX34" fmla="*/ 188722 w 571128"/>
                <a:gd name="connsiteY34" fmla="*/ 542277 h 761503"/>
                <a:gd name="connsiteX35" fmla="*/ 186002 w 571128"/>
                <a:gd name="connsiteY35" fmla="*/ 615708 h 761503"/>
                <a:gd name="connsiteX36" fmla="*/ 186002 w 571128"/>
                <a:gd name="connsiteY36" fmla="*/ 637465 h 761503"/>
                <a:gd name="connsiteX37" fmla="*/ 183283 w 571128"/>
                <a:gd name="connsiteY37" fmla="*/ 664661 h 761503"/>
                <a:gd name="connsiteX38" fmla="*/ 226797 w 571128"/>
                <a:gd name="connsiteY38" fmla="*/ 664661 h 761503"/>
                <a:gd name="connsiteX39" fmla="*/ 253994 w 571128"/>
                <a:gd name="connsiteY39" fmla="*/ 680979 h 761503"/>
                <a:gd name="connsiteX40" fmla="*/ 248554 w 571128"/>
                <a:gd name="connsiteY40" fmla="*/ 697297 h 761503"/>
                <a:gd name="connsiteX41" fmla="*/ 234956 w 571128"/>
                <a:gd name="connsiteY41" fmla="*/ 705456 h 761503"/>
                <a:gd name="connsiteX42" fmla="*/ 218638 w 571128"/>
                <a:gd name="connsiteY42" fmla="*/ 708176 h 761503"/>
                <a:gd name="connsiteX43" fmla="*/ 183283 w 571128"/>
                <a:gd name="connsiteY43" fmla="*/ 708176 h 761503"/>
                <a:gd name="connsiteX44" fmla="*/ 150647 w 571128"/>
                <a:gd name="connsiteY44" fmla="*/ 708176 h 761503"/>
                <a:gd name="connsiteX45" fmla="*/ 107132 w 571128"/>
                <a:gd name="connsiteY45" fmla="*/ 708176 h 761503"/>
                <a:gd name="connsiteX46" fmla="*/ 88094 w 571128"/>
                <a:gd name="connsiteY46" fmla="*/ 708176 h 761503"/>
                <a:gd name="connsiteX47" fmla="*/ 69057 w 571128"/>
                <a:gd name="connsiteY47" fmla="*/ 702737 h 761503"/>
                <a:gd name="connsiteX48" fmla="*/ 58178 w 571128"/>
                <a:gd name="connsiteY48" fmla="*/ 686419 h 761503"/>
                <a:gd name="connsiteX49" fmla="*/ 60898 w 571128"/>
                <a:gd name="connsiteY49" fmla="*/ 678260 h 761503"/>
                <a:gd name="connsiteX50" fmla="*/ 77216 w 571128"/>
                <a:gd name="connsiteY50" fmla="*/ 670101 h 761503"/>
                <a:gd name="connsiteX51" fmla="*/ 120730 w 571128"/>
                <a:gd name="connsiteY51" fmla="*/ 664661 h 761503"/>
                <a:gd name="connsiteX52" fmla="*/ 131609 w 571128"/>
                <a:gd name="connsiteY52" fmla="*/ 664661 h 761503"/>
                <a:gd name="connsiteX53" fmla="*/ 134329 w 571128"/>
                <a:gd name="connsiteY53" fmla="*/ 539557 h 761503"/>
                <a:gd name="connsiteX54" fmla="*/ 134329 w 571128"/>
                <a:gd name="connsiteY54" fmla="*/ 504202 h 761503"/>
                <a:gd name="connsiteX55" fmla="*/ 131609 w 571128"/>
                <a:gd name="connsiteY55" fmla="*/ 376378 h 761503"/>
                <a:gd name="connsiteX56" fmla="*/ 131609 w 571128"/>
                <a:gd name="connsiteY56" fmla="*/ 302947 h 761503"/>
                <a:gd name="connsiteX57" fmla="*/ 134329 w 571128"/>
                <a:gd name="connsiteY57" fmla="*/ 221357 h 761503"/>
                <a:gd name="connsiteX58" fmla="*/ 137048 w 571128"/>
                <a:gd name="connsiteY58" fmla="*/ 123450 h 761503"/>
                <a:gd name="connsiteX59" fmla="*/ 107132 w 571128"/>
                <a:gd name="connsiteY59" fmla="*/ 123450 h 761503"/>
                <a:gd name="connsiteX60" fmla="*/ 88094 w 571128"/>
                <a:gd name="connsiteY60" fmla="*/ 123450 h 761503"/>
                <a:gd name="connsiteX61" fmla="*/ 69057 w 571128"/>
                <a:gd name="connsiteY61" fmla="*/ 118011 h 761503"/>
                <a:gd name="connsiteX62" fmla="*/ 58178 w 571128"/>
                <a:gd name="connsiteY62" fmla="*/ 101693 h 761503"/>
                <a:gd name="connsiteX63" fmla="*/ 60898 w 571128"/>
                <a:gd name="connsiteY63" fmla="*/ 93534 h 761503"/>
                <a:gd name="connsiteX64" fmla="*/ 77216 w 571128"/>
                <a:gd name="connsiteY64" fmla="*/ 85375 h 761503"/>
                <a:gd name="connsiteX65" fmla="*/ 131609 w 571128"/>
                <a:gd name="connsiteY65" fmla="*/ 79936 h 761503"/>
                <a:gd name="connsiteX66" fmla="*/ 161525 w 571128"/>
                <a:gd name="connsiteY66" fmla="*/ 79936 h 761503"/>
                <a:gd name="connsiteX67" fmla="*/ 177843 w 571128"/>
                <a:gd name="connsiteY67" fmla="*/ 66337 h 761503"/>
                <a:gd name="connsiteX68" fmla="*/ 202320 w 571128"/>
                <a:gd name="connsiteY68" fmla="*/ 58178 h 761503"/>
                <a:gd name="connsiteX69" fmla="*/ 234956 w 571128"/>
                <a:gd name="connsiteY69" fmla="*/ 77216 h 761503"/>
                <a:gd name="connsiteX70" fmla="*/ 251274 w 571128"/>
                <a:gd name="connsiteY70" fmla="*/ 107132 h 761503"/>
                <a:gd name="connsiteX71" fmla="*/ 267592 w 571128"/>
                <a:gd name="connsiteY71" fmla="*/ 147927 h 761503"/>
                <a:gd name="connsiteX72" fmla="*/ 281190 w 571128"/>
                <a:gd name="connsiteY72" fmla="*/ 183282 h 761503"/>
                <a:gd name="connsiteX73" fmla="*/ 297508 w 571128"/>
                <a:gd name="connsiteY73" fmla="*/ 224077 h 761503"/>
                <a:gd name="connsiteX74" fmla="*/ 308387 w 571128"/>
                <a:gd name="connsiteY74" fmla="*/ 264872 h 761503"/>
                <a:gd name="connsiteX75" fmla="*/ 319265 w 571128"/>
                <a:gd name="connsiteY75" fmla="*/ 300228 h 761503"/>
                <a:gd name="connsiteX76" fmla="*/ 351901 w 571128"/>
                <a:gd name="connsiteY76" fmla="*/ 379098 h 761503"/>
                <a:gd name="connsiteX77" fmla="*/ 365500 w 571128"/>
                <a:gd name="connsiteY77" fmla="*/ 417173 h 761503"/>
                <a:gd name="connsiteX78" fmla="*/ 379098 w 571128"/>
                <a:gd name="connsiteY78" fmla="*/ 457968 h 761503"/>
                <a:gd name="connsiteX79" fmla="*/ 395416 w 571128"/>
                <a:gd name="connsiteY79" fmla="*/ 496043 h 761503"/>
                <a:gd name="connsiteX80" fmla="*/ 406295 w 571128"/>
                <a:gd name="connsiteY80" fmla="*/ 512361 h 761503"/>
                <a:gd name="connsiteX81" fmla="*/ 411734 w 571128"/>
                <a:gd name="connsiteY81" fmla="*/ 531398 h 761503"/>
                <a:gd name="connsiteX82" fmla="*/ 419893 w 571128"/>
                <a:gd name="connsiteY82" fmla="*/ 558595 h 761503"/>
                <a:gd name="connsiteX83" fmla="*/ 425332 w 571128"/>
                <a:gd name="connsiteY83" fmla="*/ 564034 h 761503"/>
                <a:gd name="connsiteX84" fmla="*/ 430771 w 571128"/>
                <a:gd name="connsiteY84" fmla="*/ 558595 h 761503"/>
                <a:gd name="connsiteX85" fmla="*/ 430771 w 571128"/>
                <a:gd name="connsiteY85" fmla="*/ 550436 h 761503"/>
                <a:gd name="connsiteX86" fmla="*/ 430771 w 571128"/>
                <a:gd name="connsiteY86" fmla="*/ 501482 h 761503"/>
                <a:gd name="connsiteX87" fmla="*/ 430771 w 571128"/>
                <a:gd name="connsiteY87" fmla="*/ 403575 h 761503"/>
                <a:gd name="connsiteX88" fmla="*/ 425332 w 571128"/>
                <a:gd name="connsiteY88" fmla="*/ 313826 h 761503"/>
                <a:gd name="connsiteX89" fmla="*/ 425332 w 571128"/>
                <a:gd name="connsiteY89" fmla="*/ 248554 h 761503"/>
                <a:gd name="connsiteX90" fmla="*/ 425332 w 571128"/>
                <a:gd name="connsiteY90" fmla="*/ 210479 h 761503"/>
                <a:gd name="connsiteX91" fmla="*/ 422613 w 571128"/>
                <a:gd name="connsiteY91" fmla="*/ 153366 h 761503"/>
                <a:gd name="connsiteX92" fmla="*/ 425332 w 571128"/>
                <a:gd name="connsiteY92" fmla="*/ 123450 h 761503"/>
                <a:gd name="connsiteX93" fmla="*/ 398136 w 571128"/>
                <a:gd name="connsiteY93" fmla="*/ 123450 h 761503"/>
                <a:gd name="connsiteX94" fmla="*/ 379098 w 571128"/>
                <a:gd name="connsiteY94" fmla="*/ 123450 h 761503"/>
                <a:gd name="connsiteX95" fmla="*/ 360060 w 571128"/>
                <a:gd name="connsiteY95" fmla="*/ 118011 h 761503"/>
                <a:gd name="connsiteX96" fmla="*/ 349182 w 571128"/>
                <a:gd name="connsiteY96" fmla="*/ 101693 h 761503"/>
                <a:gd name="connsiteX97" fmla="*/ 351901 w 571128"/>
                <a:gd name="connsiteY97" fmla="*/ 93534 h 761503"/>
                <a:gd name="connsiteX98" fmla="*/ 368219 w 571128"/>
                <a:gd name="connsiteY98" fmla="*/ 85375 h 761503"/>
                <a:gd name="connsiteX99" fmla="*/ 422613 w 571128"/>
                <a:gd name="connsiteY99" fmla="*/ 79936 h 761503"/>
                <a:gd name="connsiteX100" fmla="*/ 444370 w 571128"/>
                <a:gd name="connsiteY100" fmla="*/ 79936 h 761503"/>
                <a:gd name="connsiteX101" fmla="*/ 463407 w 571128"/>
                <a:gd name="connsiteY101" fmla="*/ 71776 h 761503"/>
                <a:gd name="connsiteX102" fmla="*/ 477006 w 571128"/>
                <a:gd name="connsiteY102" fmla="*/ 79936 h 761503"/>
                <a:gd name="connsiteX103" fmla="*/ 512361 w 571128"/>
                <a:gd name="connsiteY103" fmla="*/ 79936 h 761503"/>
                <a:gd name="connsiteX104" fmla="*/ 512361 w 571128"/>
                <a:gd name="connsiteY104" fmla="*/ 79936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571128" h="761503">
                  <a:moveTo>
                    <a:pt x="512361" y="79936"/>
                  </a:moveTo>
                  <a:cubicBezTo>
                    <a:pt x="520520" y="79936"/>
                    <a:pt x="539558" y="79936"/>
                    <a:pt x="539558" y="96253"/>
                  </a:cubicBezTo>
                  <a:cubicBezTo>
                    <a:pt x="539558" y="104412"/>
                    <a:pt x="539558" y="107132"/>
                    <a:pt x="534118" y="112571"/>
                  </a:cubicBezTo>
                  <a:cubicBezTo>
                    <a:pt x="531399" y="118011"/>
                    <a:pt x="525960" y="120730"/>
                    <a:pt x="523240" y="120730"/>
                  </a:cubicBezTo>
                  <a:cubicBezTo>
                    <a:pt x="515081" y="123450"/>
                    <a:pt x="512361" y="123450"/>
                    <a:pt x="506922" y="123450"/>
                  </a:cubicBezTo>
                  <a:cubicBezTo>
                    <a:pt x="504202" y="123450"/>
                    <a:pt x="490604" y="123450"/>
                    <a:pt x="477006" y="123450"/>
                  </a:cubicBezTo>
                  <a:cubicBezTo>
                    <a:pt x="477006" y="131609"/>
                    <a:pt x="479725" y="137048"/>
                    <a:pt x="479725" y="145207"/>
                  </a:cubicBezTo>
                  <a:cubicBezTo>
                    <a:pt x="479725" y="156086"/>
                    <a:pt x="477006" y="166964"/>
                    <a:pt x="477006" y="180563"/>
                  </a:cubicBezTo>
                  <a:cubicBezTo>
                    <a:pt x="477006" y="196881"/>
                    <a:pt x="479725" y="215918"/>
                    <a:pt x="482445" y="232236"/>
                  </a:cubicBezTo>
                  <a:cubicBezTo>
                    <a:pt x="485165" y="248554"/>
                    <a:pt x="485165" y="267592"/>
                    <a:pt x="485165" y="283910"/>
                  </a:cubicBezTo>
                  <a:cubicBezTo>
                    <a:pt x="485165" y="297508"/>
                    <a:pt x="485165" y="313826"/>
                    <a:pt x="485165" y="327424"/>
                  </a:cubicBezTo>
                  <a:cubicBezTo>
                    <a:pt x="485165" y="343742"/>
                    <a:pt x="487884" y="357340"/>
                    <a:pt x="487884" y="373658"/>
                  </a:cubicBezTo>
                  <a:cubicBezTo>
                    <a:pt x="487884" y="389976"/>
                    <a:pt x="485165" y="403575"/>
                    <a:pt x="485165" y="419892"/>
                  </a:cubicBezTo>
                  <a:cubicBezTo>
                    <a:pt x="485165" y="436210"/>
                    <a:pt x="485165" y="449809"/>
                    <a:pt x="485165" y="463407"/>
                  </a:cubicBezTo>
                  <a:cubicBezTo>
                    <a:pt x="485165" y="479725"/>
                    <a:pt x="485165" y="498762"/>
                    <a:pt x="482445" y="515080"/>
                  </a:cubicBezTo>
                  <a:cubicBezTo>
                    <a:pt x="482445" y="528679"/>
                    <a:pt x="482445" y="542277"/>
                    <a:pt x="482445" y="558595"/>
                  </a:cubicBezTo>
                  <a:cubicBezTo>
                    <a:pt x="482445" y="572193"/>
                    <a:pt x="479725" y="588511"/>
                    <a:pt x="479725" y="602109"/>
                  </a:cubicBezTo>
                  <a:cubicBezTo>
                    <a:pt x="479725" y="615708"/>
                    <a:pt x="485165" y="632026"/>
                    <a:pt x="485165" y="648343"/>
                  </a:cubicBezTo>
                  <a:cubicBezTo>
                    <a:pt x="485165" y="659222"/>
                    <a:pt x="482445" y="670101"/>
                    <a:pt x="474286" y="675540"/>
                  </a:cubicBezTo>
                  <a:cubicBezTo>
                    <a:pt x="460688" y="686419"/>
                    <a:pt x="444370" y="691858"/>
                    <a:pt x="428052" y="691858"/>
                  </a:cubicBezTo>
                  <a:cubicBezTo>
                    <a:pt x="414454" y="691858"/>
                    <a:pt x="400855" y="689138"/>
                    <a:pt x="387257" y="683699"/>
                  </a:cubicBezTo>
                  <a:cubicBezTo>
                    <a:pt x="373659" y="678260"/>
                    <a:pt x="360060" y="672820"/>
                    <a:pt x="351901" y="664661"/>
                  </a:cubicBezTo>
                  <a:cubicBezTo>
                    <a:pt x="330144" y="645624"/>
                    <a:pt x="316546" y="621147"/>
                    <a:pt x="305667" y="596670"/>
                  </a:cubicBezTo>
                  <a:cubicBezTo>
                    <a:pt x="292069" y="569473"/>
                    <a:pt x="281190" y="539557"/>
                    <a:pt x="270312" y="509641"/>
                  </a:cubicBezTo>
                  <a:cubicBezTo>
                    <a:pt x="264872" y="493323"/>
                    <a:pt x="256713" y="477005"/>
                    <a:pt x="251274" y="460687"/>
                  </a:cubicBezTo>
                  <a:cubicBezTo>
                    <a:pt x="240395" y="433491"/>
                    <a:pt x="232236" y="409014"/>
                    <a:pt x="224077" y="381817"/>
                  </a:cubicBezTo>
                  <a:cubicBezTo>
                    <a:pt x="218638" y="365499"/>
                    <a:pt x="213199" y="346462"/>
                    <a:pt x="207759" y="330144"/>
                  </a:cubicBezTo>
                  <a:cubicBezTo>
                    <a:pt x="202320" y="316545"/>
                    <a:pt x="196881" y="300228"/>
                    <a:pt x="191442" y="286629"/>
                  </a:cubicBezTo>
                  <a:cubicBezTo>
                    <a:pt x="188722" y="281190"/>
                    <a:pt x="186002" y="278470"/>
                    <a:pt x="183283" y="278470"/>
                  </a:cubicBezTo>
                  <a:cubicBezTo>
                    <a:pt x="180563" y="278470"/>
                    <a:pt x="180563" y="286629"/>
                    <a:pt x="180563" y="292069"/>
                  </a:cubicBezTo>
                  <a:cubicBezTo>
                    <a:pt x="180563" y="297508"/>
                    <a:pt x="180563" y="302947"/>
                    <a:pt x="180563" y="305667"/>
                  </a:cubicBezTo>
                  <a:cubicBezTo>
                    <a:pt x="180563" y="321985"/>
                    <a:pt x="183283" y="338303"/>
                    <a:pt x="183283" y="354621"/>
                  </a:cubicBezTo>
                  <a:cubicBezTo>
                    <a:pt x="183283" y="387257"/>
                    <a:pt x="186002" y="417173"/>
                    <a:pt x="188722" y="449809"/>
                  </a:cubicBezTo>
                  <a:cubicBezTo>
                    <a:pt x="188722" y="460687"/>
                    <a:pt x="188722" y="468846"/>
                    <a:pt x="188722" y="479725"/>
                  </a:cubicBezTo>
                  <a:cubicBezTo>
                    <a:pt x="188722" y="501482"/>
                    <a:pt x="188722" y="523239"/>
                    <a:pt x="188722" y="542277"/>
                  </a:cubicBezTo>
                  <a:cubicBezTo>
                    <a:pt x="188722" y="566754"/>
                    <a:pt x="186002" y="591231"/>
                    <a:pt x="186002" y="615708"/>
                  </a:cubicBezTo>
                  <a:cubicBezTo>
                    <a:pt x="186002" y="623867"/>
                    <a:pt x="186002" y="632026"/>
                    <a:pt x="186002" y="637465"/>
                  </a:cubicBezTo>
                  <a:cubicBezTo>
                    <a:pt x="186002" y="645624"/>
                    <a:pt x="183283" y="656502"/>
                    <a:pt x="183283" y="664661"/>
                  </a:cubicBezTo>
                  <a:cubicBezTo>
                    <a:pt x="202320" y="664661"/>
                    <a:pt x="218638" y="664661"/>
                    <a:pt x="226797" y="664661"/>
                  </a:cubicBezTo>
                  <a:cubicBezTo>
                    <a:pt x="234956" y="664661"/>
                    <a:pt x="253994" y="664661"/>
                    <a:pt x="253994" y="680979"/>
                  </a:cubicBezTo>
                  <a:cubicBezTo>
                    <a:pt x="253994" y="689138"/>
                    <a:pt x="253994" y="691858"/>
                    <a:pt x="248554" y="697297"/>
                  </a:cubicBezTo>
                  <a:cubicBezTo>
                    <a:pt x="245835" y="702737"/>
                    <a:pt x="240395" y="705456"/>
                    <a:pt x="234956" y="705456"/>
                  </a:cubicBezTo>
                  <a:cubicBezTo>
                    <a:pt x="226797" y="708176"/>
                    <a:pt x="224077" y="708176"/>
                    <a:pt x="218638" y="708176"/>
                  </a:cubicBezTo>
                  <a:cubicBezTo>
                    <a:pt x="215918" y="708176"/>
                    <a:pt x="199600" y="708176"/>
                    <a:pt x="183283" y="708176"/>
                  </a:cubicBezTo>
                  <a:cubicBezTo>
                    <a:pt x="166965" y="708176"/>
                    <a:pt x="153366" y="708176"/>
                    <a:pt x="150647" y="708176"/>
                  </a:cubicBezTo>
                  <a:cubicBezTo>
                    <a:pt x="139768" y="708176"/>
                    <a:pt x="120730" y="708176"/>
                    <a:pt x="107132" y="708176"/>
                  </a:cubicBezTo>
                  <a:cubicBezTo>
                    <a:pt x="101693" y="708176"/>
                    <a:pt x="96253" y="708176"/>
                    <a:pt x="88094" y="708176"/>
                  </a:cubicBezTo>
                  <a:cubicBezTo>
                    <a:pt x="82655" y="708176"/>
                    <a:pt x="74496" y="708176"/>
                    <a:pt x="69057" y="702737"/>
                  </a:cubicBezTo>
                  <a:cubicBezTo>
                    <a:pt x="63618" y="700017"/>
                    <a:pt x="58178" y="691858"/>
                    <a:pt x="58178" y="686419"/>
                  </a:cubicBezTo>
                  <a:cubicBezTo>
                    <a:pt x="58178" y="683699"/>
                    <a:pt x="58178" y="680979"/>
                    <a:pt x="60898" y="678260"/>
                  </a:cubicBezTo>
                  <a:cubicBezTo>
                    <a:pt x="63618" y="675540"/>
                    <a:pt x="71777" y="672820"/>
                    <a:pt x="77216" y="670101"/>
                  </a:cubicBezTo>
                  <a:cubicBezTo>
                    <a:pt x="90814" y="667381"/>
                    <a:pt x="115291" y="664661"/>
                    <a:pt x="120730" y="664661"/>
                  </a:cubicBezTo>
                  <a:cubicBezTo>
                    <a:pt x="123450" y="664661"/>
                    <a:pt x="126170" y="664661"/>
                    <a:pt x="131609" y="664661"/>
                  </a:cubicBezTo>
                  <a:cubicBezTo>
                    <a:pt x="131609" y="623867"/>
                    <a:pt x="134329" y="583072"/>
                    <a:pt x="134329" y="539557"/>
                  </a:cubicBezTo>
                  <a:cubicBezTo>
                    <a:pt x="134329" y="528679"/>
                    <a:pt x="134329" y="515080"/>
                    <a:pt x="134329" y="504202"/>
                  </a:cubicBezTo>
                  <a:cubicBezTo>
                    <a:pt x="131609" y="460687"/>
                    <a:pt x="131609" y="417173"/>
                    <a:pt x="131609" y="376378"/>
                  </a:cubicBezTo>
                  <a:cubicBezTo>
                    <a:pt x="131609" y="351901"/>
                    <a:pt x="131609" y="327424"/>
                    <a:pt x="131609" y="302947"/>
                  </a:cubicBezTo>
                  <a:cubicBezTo>
                    <a:pt x="131609" y="275751"/>
                    <a:pt x="131609" y="248554"/>
                    <a:pt x="134329" y="221357"/>
                  </a:cubicBezTo>
                  <a:cubicBezTo>
                    <a:pt x="134329" y="188722"/>
                    <a:pt x="137048" y="156086"/>
                    <a:pt x="137048" y="123450"/>
                  </a:cubicBezTo>
                  <a:cubicBezTo>
                    <a:pt x="126170" y="123450"/>
                    <a:pt x="115291" y="123450"/>
                    <a:pt x="107132" y="123450"/>
                  </a:cubicBezTo>
                  <a:cubicBezTo>
                    <a:pt x="101693" y="123450"/>
                    <a:pt x="96253" y="123450"/>
                    <a:pt x="88094" y="123450"/>
                  </a:cubicBezTo>
                  <a:cubicBezTo>
                    <a:pt x="82655" y="123450"/>
                    <a:pt x="74496" y="120730"/>
                    <a:pt x="69057" y="118011"/>
                  </a:cubicBezTo>
                  <a:cubicBezTo>
                    <a:pt x="63618" y="115291"/>
                    <a:pt x="58178" y="107132"/>
                    <a:pt x="58178" y="101693"/>
                  </a:cubicBezTo>
                  <a:cubicBezTo>
                    <a:pt x="58178" y="98973"/>
                    <a:pt x="58178" y="96253"/>
                    <a:pt x="60898" y="93534"/>
                  </a:cubicBezTo>
                  <a:cubicBezTo>
                    <a:pt x="63618" y="90814"/>
                    <a:pt x="71777" y="88095"/>
                    <a:pt x="77216" y="85375"/>
                  </a:cubicBezTo>
                  <a:cubicBezTo>
                    <a:pt x="90814" y="82655"/>
                    <a:pt x="126170" y="79936"/>
                    <a:pt x="131609" y="79936"/>
                  </a:cubicBezTo>
                  <a:cubicBezTo>
                    <a:pt x="137048" y="79936"/>
                    <a:pt x="147927" y="79936"/>
                    <a:pt x="161525" y="79936"/>
                  </a:cubicBezTo>
                  <a:cubicBezTo>
                    <a:pt x="166965" y="74496"/>
                    <a:pt x="172404" y="71776"/>
                    <a:pt x="177843" y="66337"/>
                  </a:cubicBezTo>
                  <a:cubicBezTo>
                    <a:pt x="186002" y="60898"/>
                    <a:pt x="194161" y="58178"/>
                    <a:pt x="202320" y="58178"/>
                  </a:cubicBezTo>
                  <a:cubicBezTo>
                    <a:pt x="215918" y="58178"/>
                    <a:pt x="226797" y="63618"/>
                    <a:pt x="234956" y="77216"/>
                  </a:cubicBezTo>
                  <a:cubicBezTo>
                    <a:pt x="240395" y="88095"/>
                    <a:pt x="248554" y="96253"/>
                    <a:pt x="251274" y="107132"/>
                  </a:cubicBezTo>
                  <a:cubicBezTo>
                    <a:pt x="256713" y="120730"/>
                    <a:pt x="259433" y="134329"/>
                    <a:pt x="267592" y="147927"/>
                  </a:cubicBezTo>
                  <a:cubicBezTo>
                    <a:pt x="273031" y="158806"/>
                    <a:pt x="275751" y="172404"/>
                    <a:pt x="281190" y="183282"/>
                  </a:cubicBezTo>
                  <a:cubicBezTo>
                    <a:pt x="286630" y="196881"/>
                    <a:pt x="292069" y="210479"/>
                    <a:pt x="297508" y="224077"/>
                  </a:cubicBezTo>
                  <a:cubicBezTo>
                    <a:pt x="300228" y="237676"/>
                    <a:pt x="305667" y="251274"/>
                    <a:pt x="308387" y="264872"/>
                  </a:cubicBezTo>
                  <a:cubicBezTo>
                    <a:pt x="311107" y="278470"/>
                    <a:pt x="311107" y="289349"/>
                    <a:pt x="319265" y="300228"/>
                  </a:cubicBezTo>
                  <a:cubicBezTo>
                    <a:pt x="332864" y="324704"/>
                    <a:pt x="346462" y="351901"/>
                    <a:pt x="351901" y="379098"/>
                  </a:cubicBezTo>
                  <a:cubicBezTo>
                    <a:pt x="354621" y="392696"/>
                    <a:pt x="360060" y="403575"/>
                    <a:pt x="365500" y="417173"/>
                  </a:cubicBezTo>
                  <a:cubicBezTo>
                    <a:pt x="373659" y="430771"/>
                    <a:pt x="373659" y="444369"/>
                    <a:pt x="379098" y="457968"/>
                  </a:cubicBezTo>
                  <a:cubicBezTo>
                    <a:pt x="381818" y="471566"/>
                    <a:pt x="387257" y="482445"/>
                    <a:pt x="395416" y="496043"/>
                  </a:cubicBezTo>
                  <a:cubicBezTo>
                    <a:pt x="398136" y="501482"/>
                    <a:pt x="403575" y="506921"/>
                    <a:pt x="406295" y="512361"/>
                  </a:cubicBezTo>
                  <a:cubicBezTo>
                    <a:pt x="409014" y="517800"/>
                    <a:pt x="409014" y="525959"/>
                    <a:pt x="411734" y="531398"/>
                  </a:cubicBezTo>
                  <a:cubicBezTo>
                    <a:pt x="414454" y="539557"/>
                    <a:pt x="417173" y="550436"/>
                    <a:pt x="419893" y="558595"/>
                  </a:cubicBezTo>
                  <a:cubicBezTo>
                    <a:pt x="422613" y="561314"/>
                    <a:pt x="422613" y="564034"/>
                    <a:pt x="425332" y="564034"/>
                  </a:cubicBezTo>
                  <a:cubicBezTo>
                    <a:pt x="428052" y="564034"/>
                    <a:pt x="428052" y="561314"/>
                    <a:pt x="430771" y="558595"/>
                  </a:cubicBezTo>
                  <a:cubicBezTo>
                    <a:pt x="430771" y="555875"/>
                    <a:pt x="430771" y="553156"/>
                    <a:pt x="430771" y="550436"/>
                  </a:cubicBezTo>
                  <a:cubicBezTo>
                    <a:pt x="430771" y="534118"/>
                    <a:pt x="430771" y="517800"/>
                    <a:pt x="430771" y="501482"/>
                  </a:cubicBezTo>
                  <a:cubicBezTo>
                    <a:pt x="430771" y="468846"/>
                    <a:pt x="433491" y="436210"/>
                    <a:pt x="430771" y="403575"/>
                  </a:cubicBezTo>
                  <a:cubicBezTo>
                    <a:pt x="430771" y="373658"/>
                    <a:pt x="425332" y="343742"/>
                    <a:pt x="425332" y="313826"/>
                  </a:cubicBezTo>
                  <a:cubicBezTo>
                    <a:pt x="425332" y="292069"/>
                    <a:pt x="425332" y="270311"/>
                    <a:pt x="425332" y="248554"/>
                  </a:cubicBezTo>
                  <a:cubicBezTo>
                    <a:pt x="425332" y="234956"/>
                    <a:pt x="425332" y="224077"/>
                    <a:pt x="425332" y="210479"/>
                  </a:cubicBezTo>
                  <a:cubicBezTo>
                    <a:pt x="425332" y="191441"/>
                    <a:pt x="422613" y="172404"/>
                    <a:pt x="422613" y="153366"/>
                  </a:cubicBezTo>
                  <a:cubicBezTo>
                    <a:pt x="422613" y="142488"/>
                    <a:pt x="422613" y="134329"/>
                    <a:pt x="425332" y="123450"/>
                  </a:cubicBezTo>
                  <a:cubicBezTo>
                    <a:pt x="417173" y="123450"/>
                    <a:pt x="406295" y="123450"/>
                    <a:pt x="398136" y="123450"/>
                  </a:cubicBezTo>
                  <a:cubicBezTo>
                    <a:pt x="392696" y="123450"/>
                    <a:pt x="387257" y="123450"/>
                    <a:pt x="379098" y="123450"/>
                  </a:cubicBezTo>
                  <a:cubicBezTo>
                    <a:pt x="373659" y="123450"/>
                    <a:pt x="365500" y="120730"/>
                    <a:pt x="360060" y="118011"/>
                  </a:cubicBezTo>
                  <a:cubicBezTo>
                    <a:pt x="354621" y="115291"/>
                    <a:pt x="349182" y="107132"/>
                    <a:pt x="349182" y="101693"/>
                  </a:cubicBezTo>
                  <a:cubicBezTo>
                    <a:pt x="349182" y="98973"/>
                    <a:pt x="349182" y="96253"/>
                    <a:pt x="351901" y="93534"/>
                  </a:cubicBezTo>
                  <a:cubicBezTo>
                    <a:pt x="354621" y="90814"/>
                    <a:pt x="362780" y="88095"/>
                    <a:pt x="368219" y="85375"/>
                  </a:cubicBezTo>
                  <a:cubicBezTo>
                    <a:pt x="381818" y="82655"/>
                    <a:pt x="417173" y="79936"/>
                    <a:pt x="422613" y="79936"/>
                  </a:cubicBezTo>
                  <a:cubicBezTo>
                    <a:pt x="428052" y="79936"/>
                    <a:pt x="433491" y="79936"/>
                    <a:pt x="444370" y="79936"/>
                  </a:cubicBezTo>
                  <a:cubicBezTo>
                    <a:pt x="449809" y="74496"/>
                    <a:pt x="455248" y="71776"/>
                    <a:pt x="463407" y="71776"/>
                  </a:cubicBezTo>
                  <a:cubicBezTo>
                    <a:pt x="471566" y="71776"/>
                    <a:pt x="477006" y="74496"/>
                    <a:pt x="477006" y="79936"/>
                  </a:cubicBezTo>
                  <a:cubicBezTo>
                    <a:pt x="490604" y="82655"/>
                    <a:pt x="504202" y="79936"/>
                    <a:pt x="512361" y="79936"/>
                  </a:cubicBezTo>
                  <a:lnTo>
                    <a:pt x="512361" y="79936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B5B50CFE-2A9A-43B6-BAED-D4D319AF496E}"/>
                </a:ext>
              </a:extLst>
            </p:cNvPr>
            <p:cNvSpPr/>
            <p:nvPr/>
          </p:nvSpPr>
          <p:spPr>
            <a:xfrm>
              <a:off x="2987430" y="4242177"/>
              <a:ext cx="494979" cy="674476"/>
            </a:xfrm>
            <a:custGeom>
              <a:avLst/>
              <a:gdLst>
                <a:gd name="connsiteX0" fmla="*/ 228453 w 494979"/>
                <a:gd name="connsiteY0" fmla="*/ 97907 h 674476"/>
                <a:gd name="connsiteX1" fmla="*/ 212135 w 494979"/>
                <a:gd name="connsiteY1" fmla="*/ 119665 h 674476"/>
                <a:gd name="connsiteX2" fmla="*/ 203976 w 494979"/>
                <a:gd name="connsiteY2" fmla="*/ 152300 h 674476"/>
                <a:gd name="connsiteX3" fmla="*/ 201256 w 494979"/>
                <a:gd name="connsiteY3" fmla="*/ 168618 h 674476"/>
                <a:gd name="connsiteX4" fmla="*/ 198537 w 494979"/>
                <a:gd name="connsiteY4" fmla="*/ 184936 h 674476"/>
                <a:gd name="connsiteX5" fmla="*/ 190378 w 494979"/>
                <a:gd name="connsiteY5" fmla="*/ 220292 h 674476"/>
                <a:gd name="connsiteX6" fmla="*/ 171340 w 494979"/>
                <a:gd name="connsiteY6" fmla="*/ 291003 h 674476"/>
                <a:gd name="connsiteX7" fmla="*/ 163180 w 494979"/>
                <a:gd name="connsiteY7" fmla="*/ 323639 h 674476"/>
                <a:gd name="connsiteX8" fmla="*/ 152302 w 494979"/>
                <a:gd name="connsiteY8" fmla="*/ 361714 h 674476"/>
                <a:gd name="connsiteX9" fmla="*/ 146862 w 494979"/>
                <a:gd name="connsiteY9" fmla="*/ 388910 h 674476"/>
                <a:gd name="connsiteX10" fmla="*/ 152302 w 494979"/>
                <a:gd name="connsiteY10" fmla="*/ 391630 h 674476"/>
                <a:gd name="connsiteX11" fmla="*/ 174060 w 494979"/>
                <a:gd name="connsiteY11" fmla="*/ 391630 h 674476"/>
                <a:gd name="connsiteX12" fmla="*/ 195817 w 494979"/>
                <a:gd name="connsiteY12" fmla="*/ 388910 h 674476"/>
                <a:gd name="connsiteX13" fmla="*/ 214855 w 494979"/>
                <a:gd name="connsiteY13" fmla="*/ 388910 h 674476"/>
                <a:gd name="connsiteX14" fmla="*/ 239332 w 494979"/>
                <a:gd name="connsiteY14" fmla="*/ 388910 h 674476"/>
                <a:gd name="connsiteX15" fmla="*/ 252930 w 494979"/>
                <a:gd name="connsiteY15" fmla="*/ 386191 h 674476"/>
                <a:gd name="connsiteX16" fmla="*/ 261089 w 494979"/>
                <a:gd name="connsiteY16" fmla="*/ 386191 h 674476"/>
                <a:gd name="connsiteX17" fmla="*/ 258369 w 494979"/>
                <a:gd name="connsiteY17" fmla="*/ 367153 h 674476"/>
                <a:gd name="connsiteX18" fmla="*/ 252930 w 494979"/>
                <a:gd name="connsiteY18" fmla="*/ 331797 h 674476"/>
                <a:gd name="connsiteX19" fmla="*/ 250210 w 494979"/>
                <a:gd name="connsiteY19" fmla="*/ 244769 h 674476"/>
                <a:gd name="connsiteX20" fmla="*/ 244771 w 494979"/>
                <a:gd name="connsiteY20" fmla="*/ 203974 h 674476"/>
                <a:gd name="connsiteX21" fmla="*/ 239332 w 494979"/>
                <a:gd name="connsiteY21" fmla="*/ 157740 h 674476"/>
                <a:gd name="connsiteX22" fmla="*/ 236612 w 494979"/>
                <a:gd name="connsiteY22" fmla="*/ 119665 h 674476"/>
                <a:gd name="connsiteX23" fmla="*/ 228453 w 494979"/>
                <a:gd name="connsiteY23" fmla="*/ 97907 h 674476"/>
                <a:gd name="connsiteX24" fmla="*/ 274687 w 494979"/>
                <a:gd name="connsiteY24" fmla="*/ 0 h 674476"/>
                <a:gd name="connsiteX25" fmla="*/ 304603 w 494979"/>
                <a:gd name="connsiteY25" fmla="*/ 5439 h 674476"/>
                <a:gd name="connsiteX26" fmla="*/ 320921 w 494979"/>
                <a:gd name="connsiteY26" fmla="*/ 24477 h 674476"/>
                <a:gd name="connsiteX27" fmla="*/ 334519 w 494979"/>
                <a:gd name="connsiteY27" fmla="*/ 43515 h 674476"/>
                <a:gd name="connsiteX28" fmla="*/ 339959 w 494979"/>
                <a:gd name="connsiteY28" fmla="*/ 65272 h 674476"/>
                <a:gd name="connsiteX29" fmla="*/ 348118 w 494979"/>
                <a:gd name="connsiteY29" fmla="*/ 114226 h 674476"/>
                <a:gd name="connsiteX30" fmla="*/ 361716 w 494979"/>
                <a:gd name="connsiteY30" fmla="*/ 163180 h 674476"/>
                <a:gd name="connsiteX31" fmla="*/ 369875 w 494979"/>
                <a:gd name="connsiteY31" fmla="*/ 220293 h 674476"/>
                <a:gd name="connsiteX32" fmla="*/ 378034 w 494979"/>
                <a:gd name="connsiteY32" fmla="*/ 274686 h 674476"/>
                <a:gd name="connsiteX33" fmla="*/ 383473 w 494979"/>
                <a:gd name="connsiteY33" fmla="*/ 301883 h 674476"/>
                <a:gd name="connsiteX34" fmla="*/ 391632 w 494979"/>
                <a:gd name="connsiteY34" fmla="*/ 337238 h 674476"/>
                <a:gd name="connsiteX35" fmla="*/ 397071 w 494979"/>
                <a:gd name="connsiteY35" fmla="*/ 364435 h 674476"/>
                <a:gd name="connsiteX36" fmla="*/ 405230 w 494979"/>
                <a:gd name="connsiteY36" fmla="*/ 383473 h 674476"/>
                <a:gd name="connsiteX37" fmla="*/ 416109 w 494979"/>
                <a:gd name="connsiteY37" fmla="*/ 386192 h 674476"/>
                <a:gd name="connsiteX38" fmla="*/ 426988 w 494979"/>
                <a:gd name="connsiteY38" fmla="*/ 386192 h 674476"/>
                <a:gd name="connsiteX39" fmla="*/ 454184 w 494979"/>
                <a:gd name="connsiteY39" fmla="*/ 397071 h 674476"/>
                <a:gd name="connsiteX40" fmla="*/ 456904 w 494979"/>
                <a:gd name="connsiteY40" fmla="*/ 405230 h 674476"/>
                <a:gd name="connsiteX41" fmla="*/ 451465 w 494979"/>
                <a:gd name="connsiteY41" fmla="*/ 416108 h 674476"/>
                <a:gd name="connsiteX42" fmla="*/ 432427 w 494979"/>
                <a:gd name="connsiteY42" fmla="*/ 429707 h 674476"/>
                <a:gd name="connsiteX43" fmla="*/ 421548 w 494979"/>
                <a:gd name="connsiteY43" fmla="*/ 432426 h 674476"/>
                <a:gd name="connsiteX44" fmla="*/ 413389 w 494979"/>
                <a:gd name="connsiteY44" fmla="*/ 435146 h 674476"/>
                <a:gd name="connsiteX45" fmla="*/ 413389 w 494979"/>
                <a:gd name="connsiteY45" fmla="*/ 440585 h 674476"/>
                <a:gd name="connsiteX46" fmla="*/ 416109 w 494979"/>
                <a:gd name="connsiteY46" fmla="*/ 451464 h 674476"/>
                <a:gd name="connsiteX47" fmla="*/ 418829 w 494979"/>
                <a:gd name="connsiteY47" fmla="*/ 465062 h 674476"/>
                <a:gd name="connsiteX48" fmla="*/ 418829 w 494979"/>
                <a:gd name="connsiteY48" fmla="*/ 475941 h 674476"/>
                <a:gd name="connsiteX49" fmla="*/ 418829 w 494979"/>
                <a:gd name="connsiteY49" fmla="*/ 486820 h 674476"/>
                <a:gd name="connsiteX50" fmla="*/ 426988 w 494979"/>
                <a:gd name="connsiteY50" fmla="*/ 516736 h 674476"/>
                <a:gd name="connsiteX51" fmla="*/ 432427 w 494979"/>
                <a:gd name="connsiteY51" fmla="*/ 543932 h 674476"/>
                <a:gd name="connsiteX52" fmla="*/ 437866 w 494979"/>
                <a:gd name="connsiteY52" fmla="*/ 573848 h 674476"/>
                <a:gd name="connsiteX53" fmla="*/ 443306 w 494979"/>
                <a:gd name="connsiteY53" fmla="*/ 606484 h 674476"/>
                <a:gd name="connsiteX54" fmla="*/ 446025 w 494979"/>
                <a:gd name="connsiteY54" fmla="*/ 617363 h 674476"/>
                <a:gd name="connsiteX55" fmla="*/ 470502 w 494979"/>
                <a:gd name="connsiteY55" fmla="*/ 617363 h 674476"/>
                <a:gd name="connsiteX56" fmla="*/ 494979 w 494979"/>
                <a:gd name="connsiteY56" fmla="*/ 641840 h 674476"/>
                <a:gd name="connsiteX57" fmla="*/ 486820 w 494979"/>
                <a:gd name="connsiteY57" fmla="*/ 655438 h 674476"/>
                <a:gd name="connsiteX58" fmla="*/ 470502 w 494979"/>
                <a:gd name="connsiteY58" fmla="*/ 663597 h 674476"/>
                <a:gd name="connsiteX59" fmla="*/ 446025 w 494979"/>
                <a:gd name="connsiteY59" fmla="*/ 666317 h 674476"/>
                <a:gd name="connsiteX60" fmla="*/ 424268 w 494979"/>
                <a:gd name="connsiteY60" fmla="*/ 666317 h 674476"/>
                <a:gd name="connsiteX61" fmla="*/ 416109 w 494979"/>
                <a:gd name="connsiteY61" fmla="*/ 666317 h 674476"/>
                <a:gd name="connsiteX62" fmla="*/ 402511 w 494979"/>
                <a:gd name="connsiteY62" fmla="*/ 671756 h 674476"/>
                <a:gd name="connsiteX63" fmla="*/ 386193 w 494979"/>
                <a:gd name="connsiteY63" fmla="*/ 674476 h 674476"/>
                <a:gd name="connsiteX64" fmla="*/ 350837 w 494979"/>
                <a:gd name="connsiteY64" fmla="*/ 669036 h 674476"/>
                <a:gd name="connsiteX65" fmla="*/ 329080 w 494979"/>
                <a:gd name="connsiteY65" fmla="*/ 669036 h 674476"/>
                <a:gd name="connsiteX66" fmla="*/ 280126 w 494979"/>
                <a:gd name="connsiteY66" fmla="*/ 669036 h 674476"/>
                <a:gd name="connsiteX67" fmla="*/ 255649 w 494979"/>
                <a:gd name="connsiteY67" fmla="*/ 663597 h 674476"/>
                <a:gd name="connsiteX68" fmla="*/ 239331 w 494979"/>
                <a:gd name="connsiteY68" fmla="*/ 647279 h 674476"/>
                <a:gd name="connsiteX69" fmla="*/ 263808 w 494979"/>
                <a:gd name="connsiteY69" fmla="*/ 630961 h 674476"/>
                <a:gd name="connsiteX70" fmla="*/ 291005 w 494979"/>
                <a:gd name="connsiteY70" fmla="*/ 628241 h 674476"/>
                <a:gd name="connsiteX71" fmla="*/ 288285 w 494979"/>
                <a:gd name="connsiteY71" fmla="*/ 609204 h 674476"/>
                <a:gd name="connsiteX72" fmla="*/ 285565 w 494979"/>
                <a:gd name="connsiteY72" fmla="*/ 582007 h 674476"/>
                <a:gd name="connsiteX73" fmla="*/ 282846 w 494979"/>
                <a:gd name="connsiteY73" fmla="*/ 568409 h 674476"/>
                <a:gd name="connsiteX74" fmla="*/ 285565 w 494979"/>
                <a:gd name="connsiteY74" fmla="*/ 554811 h 674476"/>
                <a:gd name="connsiteX75" fmla="*/ 280126 w 494979"/>
                <a:gd name="connsiteY75" fmla="*/ 538493 h 674476"/>
                <a:gd name="connsiteX76" fmla="*/ 274687 w 494979"/>
                <a:gd name="connsiteY76" fmla="*/ 505857 h 674476"/>
                <a:gd name="connsiteX77" fmla="*/ 271967 w 494979"/>
                <a:gd name="connsiteY77" fmla="*/ 478660 h 674476"/>
                <a:gd name="connsiteX78" fmla="*/ 269247 w 494979"/>
                <a:gd name="connsiteY78" fmla="*/ 446025 h 674476"/>
                <a:gd name="connsiteX79" fmla="*/ 263808 w 494979"/>
                <a:gd name="connsiteY79" fmla="*/ 437866 h 674476"/>
                <a:gd name="connsiteX80" fmla="*/ 252929 w 494979"/>
                <a:gd name="connsiteY80" fmla="*/ 437866 h 674476"/>
                <a:gd name="connsiteX81" fmla="*/ 223013 w 494979"/>
                <a:gd name="connsiteY81" fmla="*/ 440585 h 674476"/>
                <a:gd name="connsiteX82" fmla="*/ 193097 w 494979"/>
                <a:gd name="connsiteY82" fmla="*/ 443305 h 674476"/>
                <a:gd name="connsiteX83" fmla="*/ 168620 w 494979"/>
                <a:gd name="connsiteY83" fmla="*/ 443305 h 674476"/>
                <a:gd name="connsiteX84" fmla="*/ 146862 w 494979"/>
                <a:gd name="connsiteY84" fmla="*/ 440585 h 674476"/>
                <a:gd name="connsiteX85" fmla="*/ 138703 w 494979"/>
                <a:gd name="connsiteY85" fmla="*/ 454184 h 674476"/>
                <a:gd name="connsiteX86" fmla="*/ 133263 w 494979"/>
                <a:gd name="connsiteY86" fmla="*/ 486820 h 674476"/>
                <a:gd name="connsiteX87" fmla="*/ 122385 w 494979"/>
                <a:gd name="connsiteY87" fmla="*/ 541213 h 674476"/>
                <a:gd name="connsiteX88" fmla="*/ 106067 w 494979"/>
                <a:gd name="connsiteY88" fmla="*/ 614643 h 674476"/>
                <a:gd name="connsiteX89" fmla="*/ 135983 w 494979"/>
                <a:gd name="connsiteY89" fmla="*/ 614643 h 674476"/>
                <a:gd name="connsiteX90" fmla="*/ 171340 w 494979"/>
                <a:gd name="connsiteY90" fmla="*/ 630961 h 674476"/>
                <a:gd name="connsiteX91" fmla="*/ 165900 w 494979"/>
                <a:gd name="connsiteY91" fmla="*/ 647279 h 674476"/>
                <a:gd name="connsiteX92" fmla="*/ 149581 w 494979"/>
                <a:gd name="connsiteY92" fmla="*/ 655438 h 674476"/>
                <a:gd name="connsiteX93" fmla="*/ 127824 w 494979"/>
                <a:gd name="connsiteY93" fmla="*/ 658158 h 674476"/>
                <a:gd name="connsiteX94" fmla="*/ 106067 w 494979"/>
                <a:gd name="connsiteY94" fmla="*/ 658158 h 674476"/>
                <a:gd name="connsiteX95" fmla="*/ 62552 w 494979"/>
                <a:gd name="connsiteY95" fmla="*/ 658158 h 674476"/>
                <a:gd name="connsiteX96" fmla="*/ 40795 w 494979"/>
                <a:gd name="connsiteY96" fmla="*/ 658158 h 674476"/>
                <a:gd name="connsiteX97" fmla="*/ 16318 w 494979"/>
                <a:gd name="connsiteY97" fmla="*/ 652718 h 674476"/>
                <a:gd name="connsiteX98" fmla="*/ 0 w 494979"/>
                <a:gd name="connsiteY98" fmla="*/ 636401 h 674476"/>
                <a:gd name="connsiteX99" fmla="*/ 2720 w 494979"/>
                <a:gd name="connsiteY99" fmla="*/ 628241 h 674476"/>
                <a:gd name="connsiteX100" fmla="*/ 24477 w 494979"/>
                <a:gd name="connsiteY100" fmla="*/ 620082 h 674476"/>
                <a:gd name="connsiteX101" fmla="*/ 62552 w 494979"/>
                <a:gd name="connsiteY101" fmla="*/ 617363 h 674476"/>
                <a:gd name="connsiteX102" fmla="*/ 62552 w 494979"/>
                <a:gd name="connsiteY102" fmla="*/ 614643 h 674476"/>
                <a:gd name="connsiteX103" fmla="*/ 65272 w 494979"/>
                <a:gd name="connsiteY103" fmla="*/ 587447 h 674476"/>
                <a:gd name="connsiteX104" fmla="*/ 76151 w 494979"/>
                <a:gd name="connsiteY104" fmla="*/ 522175 h 674476"/>
                <a:gd name="connsiteX105" fmla="*/ 87029 w 494979"/>
                <a:gd name="connsiteY105" fmla="*/ 470501 h 674476"/>
                <a:gd name="connsiteX106" fmla="*/ 92469 w 494979"/>
                <a:gd name="connsiteY106" fmla="*/ 446025 h 674476"/>
                <a:gd name="connsiteX107" fmla="*/ 65272 w 494979"/>
                <a:gd name="connsiteY107" fmla="*/ 432426 h 674476"/>
                <a:gd name="connsiteX108" fmla="*/ 54393 w 494979"/>
                <a:gd name="connsiteY108" fmla="*/ 421548 h 674476"/>
                <a:gd name="connsiteX109" fmla="*/ 73431 w 494979"/>
                <a:gd name="connsiteY109" fmla="*/ 407949 h 674476"/>
                <a:gd name="connsiteX110" fmla="*/ 100628 w 494979"/>
                <a:gd name="connsiteY110" fmla="*/ 399790 h 674476"/>
                <a:gd name="connsiteX111" fmla="*/ 108787 w 494979"/>
                <a:gd name="connsiteY111" fmla="*/ 369874 h 674476"/>
                <a:gd name="connsiteX112" fmla="*/ 125105 w 494979"/>
                <a:gd name="connsiteY112" fmla="*/ 307322 h 674476"/>
                <a:gd name="connsiteX113" fmla="*/ 141423 w 494979"/>
                <a:gd name="connsiteY113" fmla="*/ 242051 h 674476"/>
                <a:gd name="connsiteX114" fmla="*/ 155021 w 494979"/>
                <a:gd name="connsiteY114" fmla="*/ 179498 h 674476"/>
                <a:gd name="connsiteX115" fmla="*/ 168620 w 494979"/>
                <a:gd name="connsiteY115" fmla="*/ 119665 h 674476"/>
                <a:gd name="connsiteX116" fmla="*/ 193097 w 494979"/>
                <a:gd name="connsiteY116" fmla="*/ 57113 h 674476"/>
                <a:gd name="connsiteX117" fmla="*/ 201256 w 494979"/>
                <a:gd name="connsiteY117" fmla="*/ 38075 h 674476"/>
                <a:gd name="connsiteX118" fmla="*/ 217574 w 494979"/>
                <a:gd name="connsiteY118" fmla="*/ 13598 h 674476"/>
                <a:gd name="connsiteX119" fmla="*/ 274687 w 494979"/>
                <a:gd name="connsiteY119" fmla="*/ 0 h 674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</a:cxnLst>
              <a:rect l="l" t="t" r="r" b="b"/>
              <a:pathLst>
                <a:path w="494979" h="674476">
                  <a:moveTo>
                    <a:pt x="228453" y="97907"/>
                  </a:moveTo>
                  <a:cubicBezTo>
                    <a:pt x="220294" y="97907"/>
                    <a:pt x="212135" y="114225"/>
                    <a:pt x="212135" y="119665"/>
                  </a:cubicBezTo>
                  <a:cubicBezTo>
                    <a:pt x="209415" y="130543"/>
                    <a:pt x="206696" y="144141"/>
                    <a:pt x="203976" y="152300"/>
                  </a:cubicBezTo>
                  <a:cubicBezTo>
                    <a:pt x="201256" y="157740"/>
                    <a:pt x="201256" y="163179"/>
                    <a:pt x="201256" y="168618"/>
                  </a:cubicBezTo>
                  <a:cubicBezTo>
                    <a:pt x="201256" y="174058"/>
                    <a:pt x="198537" y="179497"/>
                    <a:pt x="198537" y="184936"/>
                  </a:cubicBezTo>
                  <a:cubicBezTo>
                    <a:pt x="195817" y="195815"/>
                    <a:pt x="193097" y="209413"/>
                    <a:pt x="190378" y="220292"/>
                  </a:cubicBezTo>
                  <a:cubicBezTo>
                    <a:pt x="187658" y="244769"/>
                    <a:pt x="179499" y="269246"/>
                    <a:pt x="171340" y="291003"/>
                  </a:cubicBezTo>
                  <a:cubicBezTo>
                    <a:pt x="168620" y="301881"/>
                    <a:pt x="165900" y="312760"/>
                    <a:pt x="163180" y="323639"/>
                  </a:cubicBezTo>
                  <a:cubicBezTo>
                    <a:pt x="160461" y="337237"/>
                    <a:pt x="157741" y="348115"/>
                    <a:pt x="152302" y="361714"/>
                  </a:cubicBezTo>
                  <a:cubicBezTo>
                    <a:pt x="149582" y="367153"/>
                    <a:pt x="146862" y="383471"/>
                    <a:pt x="146862" y="388910"/>
                  </a:cubicBezTo>
                  <a:cubicBezTo>
                    <a:pt x="146862" y="391630"/>
                    <a:pt x="149582" y="391630"/>
                    <a:pt x="152302" y="391630"/>
                  </a:cubicBezTo>
                  <a:cubicBezTo>
                    <a:pt x="157741" y="391630"/>
                    <a:pt x="171340" y="391630"/>
                    <a:pt x="174060" y="391630"/>
                  </a:cubicBezTo>
                  <a:cubicBezTo>
                    <a:pt x="182219" y="391630"/>
                    <a:pt x="190378" y="391630"/>
                    <a:pt x="195817" y="388910"/>
                  </a:cubicBezTo>
                  <a:cubicBezTo>
                    <a:pt x="201256" y="388910"/>
                    <a:pt x="206696" y="388910"/>
                    <a:pt x="214855" y="388910"/>
                  </a:cubicBezTo>
                  <a:cubicBezTo>
                    <a:pt x="220294" y="388910"/>
                    <a:pt x="228453" y="388910"/>
                    <a:pt x="239332" y="388910"/>
                  </a:cubicBezTo>
                  <a:cubicBezTo>
                    <a:pt x="244771" y="388910"/>
                    <a:pt x="250210" y="388910"/>
                    <a:pt x="252930" y="386191"/>
                  </a:cubicBezTo>
                  <a:cubicBezTo>
                    <a:pt x="258369" y="391630"/>
                    <a:pt x="261089" y="388910"/>
                    <a:pt x="261089" y="386191"/>
                  </a:cubicBezTo>
                  <a:cubicBezTo>
                    <a:pt x="261089" y="380751"/>
                    <a:pt x="258369" y="372592"/>
                    <a:pt x="258369" y="367153"/>
                  </a:cubicBezTo>
                  <a:cubicBezTo>
                    <a:pt x="255650" y="353555"/>
                    <a:pt x="252930" y="342676"/>
                    <a:pt x="252930" y="331797"/>
                  </a:cubicBezTo>
                  <a:cubicBezTo>
                    <a:pt x="252930" y="301881"/>
                    <a:pt x="252930" y="274685"/>
                    <a:pt x="250210" y="244769"/>
                  </a:cubicBezTo>
                  <a:cubicBezTo>
                    <a:pt x="250210" y="231170"/>
                    <a:pt x="247491" y="217572"/>
                    <a:pt x="244771" y="203974"/>
                  </a:cubicBezTo>
                  <a:cubicBezTo>
                    <a:pt x="242051" y="187656"/>
                    <a:pt x="239332" y="174058"/>
                    <a:pt x="239332" y="157740"/>
                  </a:cubicBezTo>
                  <a:cubicBezTo>
                    <a:pt x="239332" y="152300"/>
                    <a:pt x="239332" y="133263"/>
                    <a:pt x="236612" y="119665"/>
                  </a:cubicBezTo>
                  <a:cubicBezTo>
                    <a:pt x="236612" y="106066"/>
                    <a:pt x="233892" y="97907"/>
                    <a:pt x="228453" y="97907"/>
                  </a:cubicBezTo>
                  <a:close/>
                  <a:moveTo>
                    <a:pt x="274687" y="0"/>
                  </a:moveTo>
                  <a:cubicBezTo>
                    <a:pt x="288285" y="0"/>
                    <a:pt x="293724" y="2720"/>
                    <a:pt x="304603" y="5439"/>
                  </a:cubicBezTo>
                  <a:cubicBezTo>
                    <a:pt x="315482" y="10879"/>
                    <a:pt x="315482" y="16318"/>
                    <a:pt x="320921" y="24477"/>
                  </a:cubicBezTo>
                  <a:cubicBezTo>
                    <a:pt x="326360" y="29916"/>
                    <a:pt x="331800" y="35356"/>
                    <a:pt x="334519" y="43515"/>
                  </a:cubicBezTo>
                  <a:cubicBezTo>
                    <a:pt x="337239" y="51674"/>
                    <a:pt x="337239" y="57113"/>
                    <a:pt x="339959" y="65272"/>
                  </a:cubicBezTo>
                  <a:cubicBezTo>
                    <a:pt x="345398" y="78870"/>
                    <a:pt x="342678" y="97908"/>
                    <a:pt x="348118" y="114226"/>
                  </a:cubicBezTo>
                  <a:cubicBezTo>
                    <a:pt x="350837" y="130544"/>
                    <a:pt x="358996" y="146863"/>
                    <a:pt x="361716" y="163180"/>
                  </a:cubicBezTo>
                  <a:cubicBezTo>
                    <a:pt x="364435" y="182218"/>
                    <a:pt x="364435" y="201256"/>
                    <a:pt x="369875" y="220293"/>
                  </a:cubicBezTo>
                  <a:cubicBezTo>
                    <a:pt x="375314" y="239331"/>
                    <a:pt x="378034" y="255649"/>
                    <a:pt x="378034" y="274686"/>
                  </a:cubicBezTo>
                  <a:cubicBezTo>
                    <a:pt x="378034" y="282845"/>
                    <a:pt x="380753" y="293724"/>
                    <a:pt x="383473" y="301883"/>
                  </a:cubicBezTo>
                  <a:cubicBezTo>
                    <a:pt x="386193" y="312762"/>
                    <a:pt x="388912" y="326360"/>
                    <a:pt x="391632" y="337238"/>
                  </a:cubicBezTo>
                  <a:cubicBezTo>
                    <a:pt x="391632" y="342678"/>
                    <a:pt x="394352" y="353556"/>
                    <a:pt x="397071" y="364435"/>
                  </a:cubicBezTo>
                  <a:cubicBezTo>
                    <a:pt x="399791" y="372594"/>
                    <a:pt x="402511" y="380753"/>
                    <a:pt x="405230" y="383473"/>
                  </a:cubicBezTo>
                  <a:cubicBezTo>
                    <a:pt x="407950" y="386192"/>
                    <a:pt x="413389" y="386192"/>
                    <a:pt x="416109" y="386192"/>
                  </a:cubicBezTo>
                  <a:cubicBezTo>
                    <a:pt x="418829" y="386192"/>
                    <a:pt x="424268" y="386192"/>
                    <a:pt x="426988" y="386192"/>
                  </a:cubicBezTo>
                  <a:cubicBezTo>
                    <a:pt x="437866" y="386192"/>
                    <a:pt x="448745" y="388912"/>
                    <a:pt x="454184" y="397071"/>
                  </a:cubicBezTo>
                  <a:cubicBezTo>
                    <a:pt x="456904" y="399790"/>
                    <a:pt x="456904" y="402510"/>
                    <a:pt x="456904" y="405230"/>
                  </a:cubicBezTo>
                  <a:cubicBezTo>
                    <a:pt x="456904" y="407949"/>
                    <a:pt x="454184" y="410669"/>
                    <a:pt x="451465" y="416108"/>
                  </a:cubicBezTo>
                  <a:cubicBezTo>
                    <a:pt x="446025" y="421548"/>
                    <a:pt x="440586" y="426987"/>
                    <a:pt x="432427" y="429707"/>
                  </a:cubicBezTo>
                  <a:cubicBezTo>
                    <a:pt x="429707" y="429707"/>
                    <a:pt x="426988" y="432426"/>
                    <a:pt x="421548" y="432426"/>
                  </a:cubicBezTo>
                  <a:cubicBezTo>
                    <a:pt x="418829" y="432426"/>
                    <a:pt x="416109" y="432426"/>
                    <a:pt x="413389" y="435146"/>
                  </a:cubicBezTo>
                  <a:cubicBezTo>
                    <a:pt x="413389" y="435146"/>
                    <a:pt x="413389" y="437866"/>
                    <a:pt x="413389" y="440585"/>
                  </a:cubicBezTo>
                  <a:cubicBezTo>
                    <a:pt x="413389" y="443305"/>
                    <a:pt x="413389" y="448744"/>
                    <a:pt x="416109" y="451464"/>
                  </a:cubicBezTo>
                  <a:cubicBezTo>
                    <a:pt x="416109" y="456903"/>
                    <a:pt x="418829" y="462343"/>
                    <a:pt x="418829" y="465062"/>
                  </a:cubicBezTo>
                  <a:lnTo>
                    <a:pt x="418829" y="475941"/>
                  </a:lnTo>
                  <a:cubicBezTo>
                    <a:pt x="418829" y="481380"/>
                    <a:pt x="418829" y="484100"/>
                    <a:pt x="418829" y="486820"/>
                  </a:cubicBezTo>
                  <a:cubicBezTo>
                    <a:pt x="421548" y="497698"/>
                    <a:pt x="424268" y="505857"/>
                    <a:pt x="426988" y="516736"/>
                  </a:cubicBezTo>
                  <a:cubicBezTo>
                    <a:pt x="426988" y="524895"/>
                    <a:pt x="429707" y="535773"/>
                    <a:pt x="432427" y="543932"/>
                  </a:cubicBezTo>
                  <a:cubicBezTo>
                    <a:pt x="435147" y="554811"/>
                    <a:pt x="437866" y="562970"/>
                    <a:pt x="437866" y="573848"/>
                  </a:cubicBezTo>
                  <a:cubicBezTo>
                    <a:pt x="437866" y="587447"/>
                    <a:pt x="440586" y="595606"/>
                    <a:pt x="443306" y="606484"/>
                  </a:cubicBezTo>
                  <a:cubicBezTo>
                    <a:pt x="443306" y="609204"/>
                    <a:pt x="446025" y="614643"/>
                    <a:pt x="446025" y="617363"/>
                  </a:cubicBezTo>
                  <a:cubicBezTo>
                    <a:pt x="454184" y="617363"/>
                    <a:pt x="462343" y="617363"/>
                    <a:pt x="470502" y="617363"/>
                  </a:cubicBezTo>
                  <a:cubicBezTo>
                    <a:pt x="478661" y="625522"/>
                    <a:pt x="492259" y="630961"/>
                    <a:pt x="494979" y="641840"/>
                  </a:cubicBezTo>
                  <a:cubicBezTo>
                    <a:pt x="494979" y="647279"/>
                    <a:pt x="489540" y="649999"/>
                    <a:pt x="486820" y="655438"/>
                  </a:cubicBezTo>
                  <a:cubicBezTo>
                    <a:pt x="484100" y="660877"/>
                    <a:pt x="475942" y="663597"/>
                    <a:pt x="470502" y="663597"/>
                  </a:cubicBezTo>
                  <a:cubicBezTo>
                    <a:pt x="459623" y="666317"/>
                    <a:pt x="454184" y="666317"/>
                    <a:pt x="446025" y="666317"/>
                  </a:cubicBezTo>
                  <a:cubicBezTo>
                    <a:pt x="440586" y="666317"/>
                    <a:pt x="432427" y="666317"/>
                    <a:pt x="424268" y="666317"/>
                  </a:cubicBezTo>
                  <a:cubicBezTo>
                    <a:pt x="421548" y="666317"/>
                    <a:pt x="418829" y="666317"/>
                    <a:pt x="416109" y="666317"/>
                  </a:cubicBezTo>
                  <a:cubicBezTo>
                    <a:pt x="410670" y="669036"/>
                    <a:pt x="407950" y="669036"/>
                    <a:pt x="402511" y="671756"/>
                  </a:cubicBezTo>
                  <a:cubicBezTo>
                    <a:pt x="397071" y="671756"/>
                    <a:pt x="391632" y="674476"/>
                    <a:pt x="386193" y="674476"/>
                  </a:cubicBezTo>
                  <a:cubicBezTo>
                    <a:pt x="375314" y="674476"/>
                    <a:pt x="361716" y="671756"/>
                    <a:pt x="350837" y="669036"/>
                  </a:cubicBezTo>
                  <a:cubicBezTo>
                    <a:pt x="342678" y="669036"/>
                    <a:pt x="334519" y="669036"/>
                    <a:pt x="329080" y="669036"/>
                  </a:cubicBezTo>
                  <a:cubicBezTo>
                    <a:pt x="307323" y="669036"/>
                    <a:pt x="288285" y="669036"/>
                    <a:pt x="280126" y="669036"/>
                  </a:cubicBezTo>
                  <a:cubicBezTo>
                    <a:pt x="271967" y="669036"/>
                    <a:pt x="261088" y="669036"/>
                    <a:pt x="255649" y="663597"/>
                  </a:cubicBezTo>
                  <a:cubicBezTo>
                    <a:pt x="250210" y="660877"/>
                    <a:pt x="239331" y="655438"/>
                    <a:pt x="239331" y="647279"/>
                  </a:cubicBezTo>
                  <a:cubicBezTo>
                    <a:pt x="239331" y="636401"/>
                    <a:pt x="255649" y="633681"/>
                    <a:pt x="263808" y="630961"/>
                  </a:cubicBezTo>
                  <a:cubicBezTo>
                    <a:pt x="269247" y="630961"/>
                    <a:pt x="277406" y="630961"/>
                    <a:pt x="291005" y="628241"/>
                  </a:cubicBezTo>
                  <a:cubicBezTo>
                    <a:pt x="291005" y="620082"/>
                    <a:pt x="291005" y="614643"/>
                    <a:pt x="288285" y="609204"/>
                  </a:cubicBezTo>
                  <a:cubicBezTo>
                    <a:pt x="288285" y="601045"/>
                    <a:pt x="285565" y="590166"/>
                    <a:pt x="285565" y="582007"/>
                  </a:cubicBezTo>
                  <a:cubicBezTo>
                    <a:pt x="285565" y="576568"/>
                    <a:pt x="282846" y="573848"/>
                    <a:pt x="282846" y="568409"/>
                  </a:cubicBezTo>
                  <a:cubicBezTo>
                    <a:pt x="282846" y="562970"/>
                    <a:pt x="285565" y="557531"/>
                    <a:pt x="285565" y="554811"/>
                  </a:cubicBezTo>
                  <a:cubicBezTo>
                    <a:pt x="285565" y="549371"/>
                    <a:pt x="282846" y="546652"/>
                    <a:pt x="280126" y="538493"/>
                  </a:cubicBezTo>
                  <a:cubicBezTo>
                    <a:pt x="280126" y="527614"/>
                    <a:pt x="274687" y="516736"/>
                    <a:pt x="274687" y="505857"/>
                  </a:cubicBezTo>
                  <a:cubicBezTo>
                    <a:pt x="274687" y="494978"/>
                    <a:pt x="274687" y="486820"/>
                    <a:pt x="271967" y="478660"/>
                  </a:cubicBezTo>
                  <a:cubicBezTo>
                    <a:pt x="269247" y="467782"/>
                    <a:pt x="269247" y="456903"/>
                    <a:pt x="269247" y="446025"/>
                  </a:cubicBezTo>
                  <a:cubicBezTo>
                    <a:pt x="269247" y="440585"/>
                    <a:pt x="266528" y="437866"/>
                    <a:pt x="263808" y="437866"/>
                  </a:cubicBezTo>
                  <a:cubicBezTo>
                    <a:pt x="261088" y="437866"/>
                    <a:pt x="258369" y="437866"/>
                    <a:pt x="252929" y="437866"/>
                  </a:cubicBezTo>
                  <a:cubicBezTo>
                    <a:pt x="242051" y="437866"/>
                    <a:pt x="231172" y="437866"/>
                    <a:pt x="223013" y="440585"/>
                  </a:cubicBezTo>
                  <a:cubicBezTo>
                    <a:pt x="212135" y="440585"/>
                    <a:pt x="203976" y="443305"/>
                    <a:pt x="193097" y="443305"/>
                  </a:cubicBezTo>
                  <a:cubicBezTo>
                    <a:pt x="184938" y="443305"/>
                    <a:pt x="176779" y="443305"/>
                    <a:pt x="168620" y="443305"/>
                  </a:cubicBezTo>
                  <a:cubicBezTo>
                    <a:pt x="165900" y="443305"/>
                    <a:pt x="155021" y="440585"/>
                    <a:pt x="146862" y="440585"/>
                  </a:cubicBezTo>
                  <a:cubicBezTo>
                    <a:pt x="138703" y="440585"/>
                    <a:pt x="138703" y="448744"/>
                    <a:pt x="138703" y="454184"/>
                  </a:cubicBezTo>
                  <a:cubicBezTo>
                    <a:pt x="138703" y="465062"/>
                    <a:pt x="135983" y="475941"/>
                    <a:pt x="133263" y="486820"/>
                  </a:cubicBezTo>
                  <a:cubicBezTo>
                    <a:pt x="130544" y="505857"/>
                    <a:pt x="125105" y="522175"/>
                    <a:pt x="122385" y="541213"/>
                  </a:cubicBezTo>
                  <a:cubicBezTo>
                    <a:pt x="119665" y="560250"/>
                    <a:pt x="111506" y="595606"/>
                    <a:pt x="106067" y="614643"/>
                  </a:cubicBezTo>
                  <a:cubicBezTo>
                    <a:pt x="114226" y="614643"/>
                    <a:pt x="125105" y="614643"/>
                    <a:pt x="135983" y="614643"/>
                  </a:cubicBezTo>
                  <a:cubicBezTo>
                    <a:pt x="149581" y="614643"/>
                    <a:pt x="171340" y="614643"/>
                    <a:pt x="171340" y="630961"/>
                  </a:cubicBezTo>
                  <a:cubicBezTo>
                    <a:pt x="171340" y="639120"/>
                    <a:pt x="168620" y="639120"/>
                    <a:pt x="165900" y="647279"/>
                  </a:cubicBezTo>
                  <a:cubicBezTo>
                    <a:pt x="163181" y="652718"/>
                    <a:pt x="155021" y="655438"/>
                    <a:pt x="149581" y="655438"/>
                  </a:cubicBezTo>
                  <a:cubicBezTo>
                    <a:pt x="141423" y="658158"/>
                    <a:pt x="135983" y="658158"/>
                    <a:pt x="127824" y="658158"/>
                  </a:cubicBezTo>
                  <a:cubicBezTo>
                    <a:pt x="122385" y="658158"/>
                    <a:pt x="116946" y="658158"/>
                    <a:pt x="106067" y="658158"/>
                  </a:cubicBezTo>
                  <a:cubicBezTo>
                    <a:pt x="92469" y="658158"/>
                    <a:pt x="78870" y="658158"/>
                    <a:pt x="62552" y="658158"/>
                  </a:cubicBezTo>
                  <a:cubicBezTo>
                    <a:pt x="54393" y="658158"/>
                    <a:pt x="46234" y="658158"/>
                    <a:pt x="40795" y="658158"/>
                  </a:cubicBezTo>
                  <a:cubicBezTo>
                    <a:pt x="32636" y="658158"/>
                    <a:pt x="21758" y="658158"/>
                    <a:pt x="16318" y="652718"/>
                  </a:cubicBezTo>
                  <a:cubicBezTo>
                    <a:pt x="8159" y="649999"/>
                    <a:pt x="0" y="641840"/>
                    <a:pt x="0" y="636401"/>
                  </a:cubicBezTo>
                  <a:cubicBezTo>
                    <a:pt x="0" y="633681"/>
                    <a:pt x="0" y="630961"/>
                    <a:pt x="2720" y="628241"/>
                  </a:cubicBezTo>
                  <a:cubicBezTo>
                    <a:pt x="8159" y="625522"/>
                    <a:pt x="16318" y="622802"/>
                    <a:pt x="24477" y="620082"/>
                  </a:cubicBezTo>
                  <a:cubicBezTo>
                    <a:pt x="38075" y="617363"/>
                    <a:pt x="48954" y="617363"/>
                    <a:pt x="62552" y="617363"/>
                  </a:cubicBezTo>
                  <a:cubicBezTo>
                    <a:pt x="62552" y="617363"/>
                    <a:pt x="62552" y="614643"/>
                    <a:pt x="62552" y="614643"/>
                  </a:cubicBezTo>
                  <a:cubicBezTo>
                    <a:pt x="62552" y="603765"/>
                    <a:pt x="65272" y="590166"/>
                    <a:pt x="65272" y="587447"/>
                  </a:cubicBezTo>
                  <a:cubicBezTo>
                    <a:pt x="67992" y="565689"/>
                    <a:pt x="73431" y="543932"/>
                    <a:pt x="76151" y="522175"/>
                  </a:cubicBezTo>
                  <a:cubicBezTo>
                    <a:pt x="78870" y="505857"/>
                    <a:pt x="81590" y="486820"/>
                    <a:pt x="87029" y="470501"/>
                  </a:cubicBezTo>
                  <a:cubicBezTo>
                    <a:pt x="87029" y="465062"/>
                    <a:pt x="92469" y="451464"/>
                    <a:pt x="92469" y="446025"/>
                  </a:cubicBezTo>
                  <a:cubicBezTo>
                    <a:pt x="92469" y="437866"/>
                    <a:pt x="73431" y="437866"/>
                    <a:pt x="65272" y="432426"/>
                  </a:cubicBezTo>
                  <a:cubicBezTo>
                    <a:pt x="59833" y="429707"/>
                    <a:pt x="54393" y="426987"/>
                    <a:pt x="54393" y="421548"/>
                  </a:cubicBezTo>
                  <a:cubicBezTo>
                    <a:pt x="54393" y="413389"/>
                    <a:pt x="62552" y="410669"/>
                    <a:pt x="73431" y="407949"/>
                  </a:cubicBezTo>
                  <a:cubicBezTo>
                    <a:pt x="78870" y="407949"/>
                    <a:pt x="92469" y="405230"/>
                    <a:pt x="100628" y="399790"/>
                  </a:cubicBezTo>
                  <a:cubicBezTo>
                    <a:pt x="106067" y="394351"/>
                    <a:pt x="106067" y="378033"/>
                    <a:pt x="108787" y="369874"/>
                  </a:cubicBezTo>
                  <a:cubicBezTo>
                    <a:pt x="114226" y="348117"/>
                    <a:pt x="119665" y="326360"/>
                    <a:pt x="125105" y="307322"/>
                  </a:cubicBezTo>
                  <a:cubicBezTo>
                    <a:pt x="130544" y="285565"/>
                    <a:pt x="135983" y="263808"/>
                    <a:pt x="141423" y="242051"/>
                  </a:cubicBezTo>
                  <a:cubicBezTo>
                    <a:pt x="146862" y="220293"/>
                    <a:pt x="152301" y="198536"/>
                    <a:pt x="155021" y="179498"/>
                  </a:cubicBezTo>
                  <a:cubicBezTo>
                    <a:pt x="157740" y="160461"/>
                    <a:pt x="163181" y="138703"/>
                    <a:pt x="168620" y="119665"/>
                  </a:cubicBezTo>
                  <a:cubicBezTo>
                    <a:pt x="176779" y="100627"/>
                    <a:pt x="182218" y="76150"/>
                    <a:pt x="193097" y="57113"/>
                  </a:cubicBezTo>
                  <a:lnTo>
                    <a:pt x="201256" y="38075"/>
                  </a:lnTo>
                  <a:cubicBezTo>
                    <a:pt x="206695" y="29916"/>
                    <a:pt x="209415" y="19038"/>
                    <a:pt x="217574" y="13598"/>
                  </a:cubicBezTo>
                  <a:cubicBezTo>
                    <a:pt x="231172" y="2720"/>
                    <a:pt x="255649" y="0"/>
                    <a:pt x="274687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3A3220ED-525E-42D0-945D-DABC984A9613}"/>
                </a:ext>
              </a:extLst>
            </p:cNvPr>
            <p:cNvSpPr/>
            <p:nvPr/>
          </p:nvSpPr>
          <p:spPr>
            <a:xfrm>
              <a:off x="3443268" y="4186718"/>
              <a:ext cx="435145" cy="761503"/>
            </a:xfrm>
            <a:custGeom>
              <a:avLst/>
              <a:gdLst>
                <a:gd name="connsiteX0" fmla="*/ 400855 w 435145"/>
                <a:gd name="connsiteY0" fmla="*/ 678260 h 761503"/>
                <a:gd name="connsiteX1" fmla="*/ 384537 w 435145"/>
                <a:gd name="connsiteY1" fmla="*/ 719054 h 761503"/>
                <a:gd name="connsiteX2" fmla="*/ 368219 w 435145"/>
                <a:gd name="connsiteY2" fmla="*/ 713615 h 761503"/>
                <a:gd name="connsiteX3" fmla="*/ 360060 w 435145"/>
                <a:gd name="connsiteY3" fmla="*/ 697297 h 761503"/>
                <a:gd name="connsiteX4" fmla="*/ 360060 w 435145"/>
                <a:gd name="connsiteY4" fmla="*/ 651063 h 761503"/>
                <a:gd name="connsiteX5" fmla="*/ 332864 w 435145"/>
                <a:gd name="connsiteY5" fmla="*/ 686418 h 761503"/>
                <a:gd name="connsiteX6" fmla="*/ 251274 w 435145"/>
                <a:gd name="connsiteY6" fmla="*/ 721774 h 761503"/>
                <a:gd name="connsiteX7" fmla="*/ 229517 w 435145"/>
                <a:gd name="connsiteY7" fmla="*/ 719054 h 761503"/>
                <a:gd name="connsiteX8" fmla="*/ 158806 w 435145"/>
                <a:gd name="connsiteY8" fmla="*/ 694578 h 761503"/>
                <a:gd name="connsiteX9" fmla="*/ 112571 w 435145"/>
                <a:gd name="connsiteY9" fmla="*/ 659222 h 761503"/>
                <a:gd name="connsiteX10" fmla="*/ 79936 w 435145"/>
                <a:gd name="connsiteY10" fmla="*/ 607548 h 761503"/>
                <a:gd name="connsiteX11" fmla="*/ 63618 w 435145"/>
                <a:gd name="connsiteY11" fmla="*/ 542277 h 761503"/>
                <a:gd name="connsiteX12" fmla="*/ 58178 w 435145"/>
                <a:gd name="connsiteY12" fmla="*/ 471566 h 761503"/>
                <a:gd name="connsiteX13" fmla="*/ 60898 w 435145"/>
                <a:gd name="connsiteY13" fmla="*/ 400855 h 761503"/>
                <a:gd name="connsiteX14" fmla="*/ 66337 w 435145"/>
                <a:gd name="connsiteY14" fmla="*/ 335583 h 761503"/>
                <a:gd name="connsiteX15" fmla="*/ 85375 w 435145"/>
                <a:gd name="connsiteY15" fmla="*/ 267592 h 761503"/>
                <a:gd name="connsiteX16" fmla="*/ 109852 w 435145"/>
                <a:gd name="connsiteY16" fmla="*/ 199600 h 761503"/>
                <a:gd name="connsiteX17" fmla="*/ 145207 w 435145"/>
                <a:gd name="connsiteY17" fmla="*/ 145207 h 761503"/>
                <a:gd name="connsiteX18" fmla="*/ 188722 w 435145"/>
                <a:gd name="connsiteY18" fmla="*/ 96253 h 761503"/>
                <a:gd name="connsiteX19" fmla="*/ 243115 w 435145"/>
                <a:gd name="connsiteY19" fmla="*/ 71776 h 761503"/>
                <a:gd name="connsiteX20" fmla="*/ 286630 w 435145"/>
                <a:gd name="connsiteY20" fmla="*/ 63617 h 761503"/>
                <a:gd name="connsiteX21" fmla="*/ 305667 w 435145"/>
                <a:gd name="connsiteY21" fmla="*/ 66337 h 761503"/>
                <a:gd name="connsiteX22" fmla="*/ 324705 w 435145"/>
                <a:gd name="connsiteY22" fmla="*/ 79936 h 761503"/>
                <a:gd name="connsiteX23" fmla="*/ 341023 w 435145"/>
                <a:gd name="connsiteY23" fmla="*/ 101693 h 761503"/>
                <a:gd name="connsiteX24" fmla="*/ 354621 w 435145"/>
                <a:gd name="connsiteY24" fmla="*/ 123450 h 761503"/>
                <a:gd name="connsiteX25" fmla="*/ 354621 w 435145"/>
                <a:gd name="connsiteY25" fmla="*/ 98973 h 761503"/>
                <a:gd name="connsiteX26" fmla="*/ 360060 w 435145"/>
                <a:gd name="connsiteY26" fmla="*/ 74496 h 761503"/>
                <a:gd name="connsiteX27" fmla="*/ 365500 w 435145"/>
                <a:gd name="connsiteY27" fmla="*/ 63617 h 761503"/>
                <a:gd name="connsiteX28" fmla="*/ 373659 w 435145"/>
                <a:gd name="connsiteY28" fmla="*/ 58178 h 761503"/>
                <a:gd name="connsiteX29" fmla="*/ 381818 w 435145"/>
                <a:gd name="connsiteY29" fmla="*/ 63617 h 761503"/>
                <a:gd name="connsiteX30" fmla="*/ 389977 w 435145"/>
                <a:gd name="connsiteY30" fmla="*/ 82655 h 761503"/>
                <a:gd name="connsiteX31" fmla="*/ 392696 w 435145"/>
                <a:gd name="connsiteY31" fmla="*/ 126170 h 761503"/>
                <a:gd name="connsiteX32" fmla="*/ 395416 w 435145"/>
                <a:gd name="connsiteY32" fmla="*/ 186002 h 761503"/>
                <a:gd name="connsiteX33" fmla="*/ 398136 w 435145"/>
                <a:gd name="connsiteY33" fmla="*/ 237675 h 761503"/>
                <a:gd name="connsiteX34" fmla="*/ 398136 w 435145"/>
                <a:gd name="connsiteY34" fmla="*/ 243115 h 761503"/>
                <a:gd name="connsiteX35" fmla="*/ 395416 w 435145"/>
                <a:gd name="connsiteY35" fmla="*/ 256713 h 761503"/>
                <a:gd name="connsiteX36" fmla="*/ 379098 w 435145"/>
                <a:gd name="connsiteY36" fmla="*/ 278470 h 761503"/>
                <a:gd name="connsiteX37" fmla="*/ 362780 w 435145"/>
                <a:gd name="connsiteY37" fmla="*/ 273031 h 761503"/>
                <a:gd name="connsiteX38" fmla="*/ 354621 w 435145"/>
                <a:gd name="connsiteY38" fmla="*/ 256713 h 761503"/>
                <a:gd name="connsiteX39" fmla="*/ 354621 w 435145"/>
                <a:gd name="connsiteY39" fmla="*/ 213198 h 761503"/>
                <a:gd name="connsiteX40" fmla="*/ 354621 w 435145"/>
                <a:gd name="connsiteY40" fmla="*/ 205040 h 761503"/>
                <a:gd name="connsiteX41" fmla="*/ 338303 w 435145"/>
                <a:gd name="connsiteY41" fmla="*/ 147927 h 761503"/>
                <a:gd name="connsiteX42" fmla="*/ 292069 w 435145"/>
                <a:gd name="connsiteY42" fmla="*/ 107132 h 761503"/>
                <a:gd name="connsiteX43" fmla="*/ 262153 w 435145"/>
                <a:gd name="connsiteY43" fmla="*/ 120730 h 761503"/>
                <a:gd name="connsiteX44" fmla="*/ 251274 w 435145"/>
                <a:gd name="connsiteY44" fmla="*/ 131609 h 761503"/>
                <a:gd name="connsiteX45" fmla="*/ 240395 w 435145"/>
                <a:gd name="connsiteY45" fmla="*/ 139768 h 761503"/>
                <a:gd name="connsiteX46" fmla="*/ 237676 w 435145"/>
                <a:gd name="connsiteY46" fmla="*/ 164245 h 761503"/>
                <a:gd name="connsiteX47" fmla="*/ 226797 w 435145"/>
                <a:gd name="connsiteY47" fmla="*/ 196881 h 761503"/>
                <a:gd name="connsiteX48" fmla="*/ 213199 w 435145"/>
                <a:gd name="connsiteY48" fmla="*/ 259433 h 761503"/>
                <a:gd name="connsiteX49" fmla="*/ 207759 w 435145"/>
                <a:gd name="connsiteY49" fmla="*/ 324704 h 761503"/>
                <a:gd name="connsiteX50" fmla="*/ 207759 w 435145"/>
                <a:gd name="connsiteY50" fmla="*/ 335583 h 761503"/>
                <a:gd name="connsiteX51" fmla="*/ 205040 w 435145"/>
                <a:gd name="connsiteY51" fmla="*/ 349181 h 761503"/>
                <a:gd name="connsiteX52" fmla="*/ 207759 w 435145"/>
                <a:gd name="connsiteY52" fmla="*/ 368219 h 761503"/>
                <a:gd name="connsiteX53" fmla="*/ 207759 w 435145"/>
                <a:gd name="connsiteY53" fmla="*/ 376378 h 761503"/>
                <a:gd name="connsiteX54" fmla="*/ 205040 w 435145"/>
                <a:gd name="connsiteY54" fmla="*/ 387256 h 761503"/>
                <a:gd name="connsiteX55" fmla="*/ 205040 w 435145"/>
                <a:gd name="connsiteY55" fmla="*/ 395415 h 761503"/>
                <a:gd name="connsiteX56" fmla="*/ 205040 w 435145"/>
                <a:gd name="connsiteY56" fmla="*/ 406294 h 761503"/>
                <a:gd name="connsiteX57" fmla="*/ 205040 w 435145"/>
                <a:gd name="connsiteY57" fmla="*/ 425332 h 761503"/>
                <a:gd name="connsiteX58" fmla="*/ 213199 w 435145"/>
                <a:gd name="connsiteY58" fmla="*/ 493323 h 761503"/>
                <a:gd name="connsiteX59" fmla="*/ 221358 w 435145"/>
                <a:gd name="connsiteY59" fmla="*/ 561314 h 761503"/>
                <a:gd name="connsiteX60" fmla="*/ 226797 w 435145"/>
                <a:gd name="connsiteY60" fmla="*/ 591231 h 761503"/>
                <a:gd name="connsiteX61" fmla="*/ 240395 w 435145"/>
                <a:gd name="connsiteY61" fmla="*/ 618427 h 761503"/>
                <a:gd name="connsiteX62" fmla="*/ 283910 w 435145"/>
                <a:gd name="connsiteY62" fmla="*/ 651063 h 761503"/>
                <a:gd name="connsiteX63" fmla="*/ 338303 w 435145"/>
                <a:gd name="connsiteY63" fmla="*/ 612988 h 761503"/>
                <a:gd name="connsiteX64" fmla="*/ 354621 w 435145"/>
                <a:gd name="connsiteY64" fmla="*/ 577632 h 761503"/>
                <a:gd name="connsiteX65" fmla="*/ 357341 w 435145"/>
                <a:gd name="connsiteY65" fmla="*/ 509641 h 761503"/>
                <a:gd name="connsiteX66" fmla="*/ 362780 w 435145"/>
                <a:gd name="connsiteY66" fmla="*/ 485164 h 761503"/>
                <a:gd name="connsiteX67" fmla="*/ 368219 w 435145"/>
                <a:gd name="connsiteY67" fmla="*/ 474286 h 761503"/>
                <a:gd name="connsiteX68" fmla="*/ 376378 w 435145"/>
                <a:gd name="connsiteY68" fmla="*/ 468846 h 761503"/>
                <a:gd name="connsiteX69" fmla="*/ 384537 w 435145"/>
                <a:gd name="connsiteY69" fmla="*/ 474286 h 761503"/>
                <a:gd name="connsiteX70" fmla="*/ 392696 w 435145"/>
                <a:gd name="connsiteY70" fmla="*/ 493323 h 761503"/>
                <a:gd name="connsiteX71" fmla="*/ 395416 w 435145"/>
                <a:gd name="connsiteY71" fmla="*/ 558595 h 761503"/>
                <a:gd name="connsiteX72" fmla="*/ 398136 w 435145"/>
                <a:gd name="connsiteY72" fmla="*/ 618427 h 761503"/>
                <a:gd name="connsiteX73" fmla="*/ 400855 w 435145"/>
                <a:gd name="connsiteY73" fmla="*/ 678260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435145" h="761503">
                  <a:moveTo>
                    <a:pt x="400855" y="678260"/>
                  </a:moveTo>
                  <a:cubicBezTo>
                    <a:pt x="400855" y="689138"/>
                    <a:pt x="400855" y="719054"/>
                    <a:pt x="384537" y="719054"/>
                  </a:cubicBezTo>
                  <a:cubicBezTo>
                    <a:pt x="376378" y="719054"/>
                    <a:pt x="373659" y="716335"/>
                    <a:pt x="368219" y="713615"/>
                  </a:cubicBezTo>
                  <a:cubicBezTo>
                    <a:pt x="362780" y="710895"/>
                    <a:pt x="360060" y="702736"/>
                    <a:pt x="360060" y="697297"/>
                  </a:cubicBezTo>
                  <a:cubicBezTo>
                    <a:pt x="357341" y="680979"/>
                    <a:pt x="357341" y="664661"/>
                    <a:pt x="360060" y="651063"/>
                  </a:cubicBezTo>
                  <a:cubicBezTo>
                    <a:pt x="354621" y="659222"/>
                    <a:pt x="341023" y="678260"/>
                    <a:pt x="332864" y="686418"/>
                  </a:cubicBezTo>
                  <a:cubicBezTo>
                    <a:pt x="311107" y="708176"/>
                    <a:pt x="283910" y="721774"/>
                    <a:pt x="251274" y="721774"/>
                  </a:cubicBezTo>
                  <a:cubicBezTo>
                    <a:pt x="243115" y="721774"/>
                    <a:pt x="237676" y="721774"/>
                    <a:pt x="229517" y="719054"/>
                  </a:cubicBezTo>
                  <a:cubicBezTo>
                    <a:pt x="207759" y="716335"/>
                    <a:pt x="183283" y="708176"/>
                    <a:pt x="158806" y="694578"/>
                  </a:cubicBezTo>
                  <a:cubicBezTo>
                    <a:pt x="142488" y="686418"/>
                    <a:pt x="126170" y="672820"/>
                    <a:pt x="112571" y="659222"/>
                  </a:cubicBezTo>
                  <a:cubicBezTo>
                    <a:pt x="98973" y="642904"/>
                    <a:pt x="88095" y="626586"/>
                    <a:pt x="79936" y="607548"/>
                  </a:cubicBezTo>
                  <a:cubicBezTo>
                    <a:pt x="71777" y="585791"/>
                    <a:pt x="66337" y="566754"/>
                    <a:pt x="63618" y="542277"/>
                  </a:cubicBezTo>
                  <a:cubicBezTo>
                    <a:pt x="60898" y="517800"/>
                    <a:pt x="58178" y="493323"/>
                    <a:pt x="58178" y="471566"/>
                  </a:cubicBezTo>
                  <a:cubicBezTo>
                    <a:pt x="58178" y="447089"/>
                    <a:pt x="58178" y="425332"/>
                    <a:pt x="60898" y="400855"/>
                  </a:cubicBezTo>
                  <a:cubicBezTo>
                    <a:pt x="63618" y="379098"/>
                    <a:pt x="60898" y="357340"/>
                    <a:pt x="66337" y="335583"/>
                  </a:cubicBezTo>
                  <a:cubicBezTo>
                    <a:pt x="69057" y="313826"/>
                    <a:pt x="77216" y="289349"/>
                    <a:pt x="85375" y="267592"/>
                  </a:cubicBezTo>
                  <a:cubicBezTo>
                    <a:pt x="93534" y="243115"/>
                    <a:pt x="98973" y="221357"/>
                    <a:pt x="109852" y="199600"/>
                  </a:cubicBezTo>
                  <a:cubicBezTo>
                    <a:pt x="118011" y="177843"/>
                    <a:pt x="131609" y="161525"/>
                    <a:pt x="145207" y="145207"/>
                  </a:cubicBezTo>
                  <a:cubicBezTo>
                    <a:pt x="158806" y="128889"/>
                    <a:pt x="172404" y="109852"/>
                    <a:pt x="188722" y="96253"/>
                  </a:cubicBezTo>
                  <a:cubicBezTo>
                    <a:pt x="205040" y="82655"/>
                    <a:pt x="224077" y="77216"/>
                    <a:pt x="243115" y="71776"/>
                  </a:cubicBezTo>
                  <a:cubicBezTo>
                    <a:pt x="256713" y="69057"/>
                    <a:pt x="273031" y="63617"/>
                    <a:pt x="286630" y="63617"/>
                  </a:cubicBezTo>
                  <a:cubicBezTo>
                    <a:pt x="292069" y="63617"/>
                    <a:pt x="297508" y="63617"/>
                    <a:pt x="305667" y="66337"/>
                  </a:cubicBezTo>
                  <a:cubicBezTo>
                    <a:pt x="313826" y="69057"/>
                    <a:pt x="319266" y="74496"/>
                    <a:pt x="324705" y="79936"/>
                  </a:cubicBezTo>
                  <a:cubicBezTo>
                    <a:pt x="332864" y="85375"/>
                    <a:pt x="332864" y="93534"/>
                    <a:pt x="341023" y="101693"/>
                  </a:cubicBezTo>
                  <a:cubicBezTo>
                    <a:pt x="346462" y="107132"/>
                    <a:pt x="349182" y="118011"/>
                    <a:pt x="354621" y="123450"/>
                  </a:cubicBezTo>
                  <a:cubicBezTo>
                    <a:pt x="354621" y="115291"/>
                    <a:pt x="354621" y="101693"/>
                    <a:pt x="354621" y="98973"/>
                  </a:cubicBezTo>
                  <a:cubicBezTo>
                    <a:pt x="354621" y="90814"/>
                    <a:pt x="354621" y="79936"/>
                    <a:pt x="360060" y="74496"/>
                  </a:cubicBezTo>
                  <a:cubicBezTo>
                    <a:pt x="362780" y="71776"/>
                    <a:pt x="362780" y="69057"/>
                    <a:pt x="365500" y="63617"/>
                  </a:cubicBezTo>
                  <a:cubicBezTo>
                    <a:pt x="368219" y="60898"/>
                    <a:pt x="370939" y="58178"/>
                    <a:pt x="373659" y="58178"/>
                  </a:cubicBezTo>
                  <a:cubicBezTo>
                    <a:pt x="376378" y="58178"/>
                    <a:pt x="379098" y="60898"/>
                    <a:pt x="381818" y="63617"/>
                  </a:cubicBezTo>
                  <a:cubicBezTo>
                    <a:pt x="384537" y="69057"/>
                    <a:pt x="387257" y="77216"/>
                    <a:pt x="389977" y="82655"/>
                  </a:cubicBezTo>
                  <a:cubicBezTo>
                    <a:pt x="389977" y="90814"/>
                    <a:pt x="392696" y="107132"/>
                    <a:pt x="392696" y="126170"/>
                  </a:cubicBezTo>
                  <a:cubicBezTo>
                    <a:pt x="392696" y="150647"/>
                    <a:pt x="392696" y="177843"/>
                    <a:pt x="395416" y="186002"/>
                  </a:cubicBezTo>
                  <a:cubicBezTo>
                    <a:pt x="398136" y="205040"/>
                    <a:pt x="398136" y="215918"/>
                    <a:pt x="398136" y="237675"/>
                  </a:cubicBezTo>
                  <a:cubicBezTo>
                    <a:pt x="398136" y="240395"/>
                    <a:pt x="398136" y="243115"/>
                    <a:pt x="398136" y="243115"/>
                  </a:cubicBezTo>
                  <a:cubicBezTo>
                    <a:pt x="398136" y="248554"/>
                    <a:pt x="398136" y="251274"/>
                    <a:pt x="395416" y="256713"/>
                  </a:cubicBezTo>
                  <a:cubicBezTo>
                    <a:pt x="392696" y="267592"/>
                    <a:pt x="389977" y="278470"/>
                    <a:pt x="379098" y="278470"/>
                  </a:cubicBezTo>
                  <a:cubicBezTo>
                    <a:pt x="370939" y="278470"/>
                    <a:pt x="368219" y="275751"/>
                    <a:pt x="362780" y="273031"/>
                  </a:cubicBezTo>
                  <a:cubicBezTo>
                    <a:pt x="357341" y="270311"/>
                    <a:pt x="354621" y="262152"/>
                    <a:pt x="354621" y="256713"/>
                  </a:cubicBezTo>
                  <a:cubicBezTo>
                    <a:pt x="349182" y="237675"/>
                    <a:pt x="354621" y="232236"/>
                    <a:pt x="354621" y="213198"/>
                  </a:cubicBezTo>
                  <a:cubicBezTo>
                    <a:pt x="354621" y="210479"/>
                    <a:pt x="354621" y="207759"/>
                    <a:pt x="354621" y="205040"/>
                  </a:cubicBezTo>
                  <a:cubicBezTo>
                    <a:pt x="349182" y="186002"/>
                    <a:pt x="343742" y="169684"/>
                    <a:pt x="338303" y="147927"/>
                  </a:cubicBezTo>
                  <a:cubicBezTo>
                    <a:pt x="332864" y="131609"/>
                    <a:pt x="311107" y="107132"/>
                    <a:pt x="292069" y="107132"/>
                  </a:cubicBezTo>
                  <a:cubicBezTo>
                    <a:pt x="281190" y="107132"/>
                    <a:pt x="270312" y="115291"/>
                    <a:pt x="262153" y="120730"/>
                  </a:cubicBezTo>
                  <a:cubicBezTo>
                    <a:pt x="259433" y="123450"/>
                    <a:pt x="256713" y="126170"/>
                    <a:pt x="251274" y="131609"/>
                  </a:cubicBezTo>
                  <a:cubicBezTo>
                    <a:pt x="248554" y="134329"/>
                    <a:pt x="243115" y="137048"/>
                    <a:pt x="240395" y="139768"/>
                  </a:cubicBezTo>
                  <a:cubicBezTo>
                    <a:pt x="237676" y="145207"/>
                    <a:pt x="240395" y="156086"/>
                    <a:pt x="237676" y="164245"/>
                  </a:cubicBezTo>
                  <a:cubicBezTo>
                    <a:pt x="232236" y="175123"/>
                    <a:pt x="229517" y="186002"/>
                    <a:pt x="226797" y="196881"/>
                  </a:cubicBezTo>
                  <a:cubicBezTo>
                    <a:pt x="221358" y="218638"/>
                    <a:pt x="218638" y="237675"/>
                    <a:pt x="213199" y="259433"/>
                  </a:cubicBezTo>
                  <a:cubicBezTo>
                    <a:pt x="210479" y="281190"/>
                    <a:pt x="207759" y="302947"/>
                    <a:pt x="207759" y="324704"/>
                  </a:cubicBezTo>
                  <a:cubicBezTo>
                    <a:pt x="207759" y="327424"/>
                    <a:pt x="207759" y="332863"/>
                    <a:pt x="207759" y="335583"/>
                  </a:cubicBezTo>
                  <a:cubicBezTo>
                    <a:pt x="207759" y="341022"/>
                    <a:pt x="205040" y="343742"/>
                    <a:pt x="205040" y="349181"/>
                  </a:cubicBezTo>
                  <a:cubicBezTo>
                    <a:pt x="205040" y="354621"/>
                    <a:pt x="207759" y="362779"/>
                    <a:pt x="207759" y="368219"/>
                  </a:cubicBezTo>
                  <a:cubicBezTo>
                    <a:pt x="207759" y="370939"/>
                    <a:pt x="207759" y="373658"/>
                    <a:pt x="207759" y="376378"/>
                  </a:cubicBezTo>
                  <a:cubicBezTo>
                    <a:pt x="205040" y="381817"/>
                    <a:pt x="205040" y="384537"/>
                    <a:pt x="205040" y="387256"/>
                  </a:cubicBezTo>
                  <a:cubicBezTo>
                    <a:pt x="205040" y="389976"/>
                    <a:pt x="205040" y="392696"/>
                    <a:pt x="205040" y="395415"/>
                  </a:cubicBezTo>
                  <a:cubicBezTo>
                    <a:pt x="205040" y="398135"/>
                    <a:pt x="205040" y="403574"/>
                    <a:pt x="205040" y="406294"/>
                  </a:cubicBezTo>
                  <a:cubicBezTo>
                    <a:pt x="205040" y="411733"/>
                    <a:pt x="205040" y="417173"/>
                    <a:pt x="205040" y="425332"/>
                  </a:cubicBezTo>
                  <a:cubicBezTo>
                    <a:pt x="205040" y="449809"/>
                    <a:pt x="213199" y="471566"/>
                    <a:pt x="213199" y="493323"/>
                  </a:cubicBezTo>
                  <a:cubicBezTo>
                    <a:pt x="213199" y="517800"/>
                    <a:pt x="215919" y="539557"/>
                    <a:pt x="221358" y="561314"/>
                  </a:cubicBezTo>
                  <a:cubicBezTo>
                    <a:pt x="224077" y="572193"/>
                    <a:pt x="224077" y="580352"/>
                    <a:pt x="226797" y="591231"/>
                  </a:cubicBezTo>
                  <a:cubicBezTo>
                    <a:pt x="229517" y="599390"/>
                    <a:pt x="237676" y="607548"/>
                    <a:pt x="240395" y="618427"/>
                  </a:cubicBezTo>
                  <a:cubicBezTo>
                    <a:pt x="248554" y="637465"/>
                    <a:pt x="262153" y="651063"/>
                    <a:pt x="283910" y="651063"/>
                  </a:cubicBezTo>
                  <a:cubicBezTo>
                    <a:pt x="302948" y="651063"/>
                    <a:pt x="330144" y="629306"/>
                    <a:pt x="338303" y="612988"/>
                  </a:cubicBezTo>
                  <a:cubicBezTo>
                    <a:pt x="346462" y="599390"/>
                    <a:pt x="351901" y="591231"/>
                    <a:pt x="354621" y="577632"/>
                  </a:cubicBezTo>
                  <a:cubicBezTo>
                    <a:pt x="354621" y="550436"/>
                    <a:pt x="354621" y="517800"/>
                    <a:pt x="357341" y="509641"/>
                  </a:cubicBezTo>
                  <a:cubicBezTo>
                    <a:pt x="357341" y="501482"/>
                    <a:pt x="357341" y="490603"/>
                    <a:pt x="362780" y="485164"/>
                  </a:cubicBezTo>
                  <a:cubicBezTo>
                    <a:pt x="365500" y="482444"/>
                    <a:pt x="365500" y="479725"/>
                    <a:pt x="368219" y="474286"/>
                  </a:cubicBezTo>
                  <a:cubicBezTo>
                    <a:pt x="370939" y="471566"/>
                    <a:pt x="373659" y="468846"/>
                    <a:pt x="376378" y="468846"/>
                  </a:cubicBezTo>
                  <a:cubicBezTo>
                    <a:pt x="379098" y="468846"/>
                    <a:pt x="381818" y="471566"/>
                    <a:pt x="384537" y="474286"/>
                  </a:cubicBezTo>
                  <a:cubicBezTo>
                    <a:pt x="387257" y="479725"/>
                    <a:pt x="389977" y="487884"/>
                    <a:pt x="392696" y="493323"/>
                  </a:cubicBezTo>
                  <a:cubicBezTo>
                    <a:pt x="392696" y="501482"/>
                    <a:pt x="395416" y="539557"/>
                    <a:pt x="395416" y="558595"/>
                  </a:cubicBezTo>
                  <a:cubicBezTo>
                    <a:pt x="395416" y="583072"/>
                    <a:pt x="395416" y="610268"/>
                    <a:pt x="398136" y="618427"/>
                  </a:cubicBezTo>
                  <a:cubicBezTo>
                    <a:pt x="398136" y="648343"/>
                    <a:pt x="400855" y="659222"/>
                    <a:pt x="400855" y="678260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FF9C0273-E1F4-49D7-992B-B560253BF396}"/>
                </a:ext>
              </a:extLst>
            </p:cNvPr>
            <p:cNvSpPr/>
            <p:nvPr/>
          </p:nvSpPr>
          <p:spPr>
            <a:xfrm>
              <a:off x="3829459" y="4200317"/>
              <a:ext cx="598325" cy="761503"/>
            </a:xfrm>
            <a:custGeom>
              <a:avLst/>
              <a:gdLst>
                <a:gd name="connsiteX0" fmla="*/ 360060 w 598324"/>
                <a:gd name="connsiteY0" fmla="*/ 332863 h 761503"/>
                <a:gd name="connsiteX1" fmla="*/ 341023 w 598324"/>
                <a:gd name="connsiteY1" fmla="*/ 370939 h 761503"/>
                <a:gd name="connsiteX2" fmla="*/ 376378 w 598324"/>
                <a:gd name="connsiteY2" fmla="*/ 389976 h 761503"/>
                <a:gd name="connsiteX3" fmla="*/ 425332 w 598324"/>
                <a:gd name="connsiteY3" fmla="*/ 433491 h 761503"/>
                <a:gd name="connsiteX4" fmla="*/ 438930 w 598324"/>
                <a:gd name="connsiteY4" fmla="*/ 463407 h 761503"/>
                <a:gd name="connsiteX5" fmla="*/ 449809 w 598324"/>
                <a:gd name="connsiteY5" fmla="*/ 498762 h 761503"/>
                <a:gd name="connsiteX6" fmla="*/ 457968 w 598324"/>
                <a:gd name="connsiteY6" fmla="*/ 528679 h 761503"/>
                <a:gd name="connsiteX7" fmla="*/ 466127 w 598324"/>
                <a:gd name="connsiteY7" fmla="*/ 564034 h 761503"/>
                <a:gd name="connsiteX8" fmla="*/ 471566 w 598324"/>
                <a:gd name="connsiteY8" fmla="*/ 593950 h 761503"/>
                <a:gd name="connsiteX9" fmla="*/ 479725 w 598324"/>
                <a:gd name="connsiteY9" fmla="*/ 607548 h 761503"/>
                <a:gd name="connsiteX10" fmla="*/ 487884 w 598324"/>
                <a:gd name="connsiteY10" fmla="*/ 623867 h 761503"/>
                <a:gd name="connsiteX11" fmla="*/ 501482 w 598324"/>
                <a:gd name="connsiteY11" fmla="*/ 651063 h 761503"/>
                <a:gd name="connsiteX12" fmla="*/ 523240 w 598324"/>
                <a:gd name="connsiteY12" fmla="*/ 670101 h 761503"/>
                <a:gd name="connsiteX13" fmla="*/ 534119 w 598324"/>
                <a:gd name="connsiteY13" fmla="*/ 686418 h 761503"/>
                <a:gd name="connsiteX14" fmla="*/ 531399 w 598324"/>
                <a:gd name="connsiteY14" fmla="*/ 694578 h 761503"/>
                <a:gd name="connsiteX15" fmla="*/ 498763 w 598324"/>
                <a:gd name="connsiteY15" fmla="*/ 708176 h 761503"/>
                <a:gd name="connsiteX16" fmla="*/ 449809 w 598324"/>
                <a:gd name="connsiteY16" fmla="*/ 700017 h 761503"/>
                <a:gd name="connsiteX17" fmla="*/ 400855 w 598324"/>
                <a:gd name="connsiteY17" fmla="*/ 667381 h 761503"/>
                <a:gd name="connsiteX18" fmla="*/ 381817 w 598324"/>
                <a:gd name="connsiteY18" fmla="*/ 642904 h 761503"/>
                <a:gd name="connsiteX19" fmla="*/ 368219 w 598324"/>
                <a:gd name="connsiteY19" fmla="*/ 610268 h 761503"/>
                <a:gd name="connsiteX20" fmla="*/ 349182 w 598324"/>
                <a:gd name="connsiteY20" fmla="*/ 550436 h 761503"/>
                <a:gd name="connsiteX21" fmla="*/ 338303 w 598324"/>
                <a:gd name="connsiteY21" fmla="*/ 504202 h 761503"/>
                <a:gd name="connsiteX22" fmla="*/ 330144 w 598324"/>
                <a:gd name="connsiteY22" fmla="*/ 477005 h 761503"/>
                <a:gd name="connsiteX23" fmla="*/ 321985 w 598324"/>
                <a:gd name="connsiteY23" fmla="*/ 455248 h 761503"/>
                <a:gd name="connsiteX24" fmla="*/ 305667 w 598324"/>
                <a:gd name="connsiteY24" fmla="*/ 436210 h 761503"/>
                <a:gd name="connsiteX25" fmla="*/ 294788 w 598324"/>
                <a:gd name="connsiteY25" fmla="*/ 441650 h 761503"/>
                <a:gd name="connsiteX26" fmla="*/ 278471 w 598324"/>
                <a:gd name="connsiteY26" fmla="*/ 463407 h 761503"/>
                <a:gd name="connsiteX27" fmla="*/ 264872 w 598324"/>
                <a:gd name="connsiteY27" fmla="*/ 496043 h 761503"/>
                <a:gd name="connsiteX28" fmla="*/ 262153 w 598324"/>
                <a:gd name="connsiteY28" fmla="*/ 517800 h 761503"/>
                <a:gd name="connsiteX29" fmla="*/ 262153 w 598324"/>
                <a:gd name="connsiteY29" fmla="*/ 523239 h 761503"/>
                <a:gd name="connsiteX30" fmla="*/ 262153 w 598324"/>
                <a:gd name="connsiteY30" fmla="*/ 553155 h 761503"/>
                <a:gd name="connsiteX31" fmla="*/ 262153 w 598324"/>
                <a:gd name="connsiteY31" fmla="*/ 629306 h 761503"/>
                <a:gd name="connsiteX32" fmla="*/ 259433 w 598324"/>
                <a:gd name="connsiteY32" fmla="*/ 659222 h 761503"/>
                <a:gd name="connsiteX33" fmla="*/ 283910 w 598324"/>
                <a:gd name="connsiteY33" fmla="*/ 659222 h 761503"/>
                <a:gd name="connsiteX34" fmla="*/ 321985 w 598324"/>
                <a:gd name="connsiteY34" fmla="*/ 675540 h 761503"/>
                <a:gd name="connsiteX35" fmla="*/ 316546 w 598324"/>
                <a:gd name="connsiteY35" fmla="*/ 691858 h 761503"/>
                <a:gd name="connsiteX36" fmla="*/ 300228 w 598324"/>
                <a:gd name="connsiteY36" fmla="*/ 700017 h 761503"/>
                <a:gd name="connsiteX37" fmla="*/ 278471 w 598324"/>
                <a:gd name="connsiteY37" fmla="*/ 702736 h 761503"/>
                <a:gd name="connsiteX38" fmla="*/ 243115 w 598324"/>
                <a:gd name="connsiteY38" fmla="*/ 702736 h 761503"/>
                <a:gd name="connsiteX39" fmla="*/ 221358 w 598324"/>
                <a:gd name="connsiteY39" fmla="*/ 710895 h 761503"/>
                <a:gd name="connsiteX40" fmla="*/ 194161 w 598324"/>
                <a:gd name="connsiteY40" fmla="*/ 702736 h 761503"/>
                <a:gd name="connsiteX41" fmla="*/ 177843 w 598324"/>
                <a:gd name="connsiteY41" fmla="*/ 702736 h 761503"/>
                <a:gd name="connsiteX42" fmla="*/ 126170 w 598324"/>
                <a:gd name="connsiteY42" fmla="*/ 702736 h 761503"/>
                <a:gd name="connsiteX43" fmla="*/ 101693 w 598324"/>
                <a:gd name="connsiteY43" fmla="*/ 702736 h 761503"/>
                <a:gd name="connsiteX44" fmla="*/ 74496 w 598324"/>
                <a:gd name="connsiteY44" fmla="*/ 697297 h 761503"/>
                <a:gd name="connsiteX45" fmla="*/ 58178 w 598324"/>
                <a:gd name="connsiteY45" fmla="*/ 680979 h 761503"/>
                <a:gd name="connsiteX46" fmla="*/ 63617 w 598324"/>
                <a:gd name="connsiteY46" fmla="*/ 672820 h 761503"/>
                <a:gd name="connsiteX47" fmla="*/ 85375 w 598324"/>
                <a:gd name="connsiteY47" fmla="*/ 664661 h 761503"/>
                <a:gd name="connsiteX48" fmla="*/ 128889 w 598324"/>
                <a:gd name="connsiteY48" fmla="*/ 659222 h 761503"/>
                <a:gd name="connsiteX49" fmla="*/ 147927 w 598324"/>
                <a:gd name="connsiteY49" fmla="*/ 659222 h 761503"/>
                <a:gd name="connsiteX50" fmla="*/ 145207 w 598324"/>
                <a:gd name="connsiteY50" fmla="*/ 653783 h 761503"/>
                <a:gd name="connsiteX51" fmla="*/ 131609 w 598324"/>
                <a:gd name="connsiteY51" fmla="*/ 585791 h 761503"/>
                <a:gd name="connsiteX52" fmla="*/ 134329 w 598324"/>
                <a:gd name="connsiteY52" fmla="*/ 498762 h 761503"/>
                <a:gd name="connsiteX53" fmla="*/ 137048 w 598324"/>
                <a:gd name="connsiteY53" fmla="*/ 406294 h 761503"/>
                <a:gd name="connsiteX54" fmla="*/ 134329 w 598324"/>
                <a:gd name="connsiteY54" fmla="*/ 327424 h 761503"/>
                <a:gd name="connsiteX55" fmla="*/ 137048 w 598324"/>
                <a:gd name="connsiteY55" fmla="*/ 253993 h 761503"/>
                <a:gd name="connsiteX56" fmla="*/ 139768 w 598324"/>
                <a:gd name="connsiteY56" fmla="*/ 207759 h 761503"/>
                <a:gd name="connsiteX57" fmla="*/ 137048 w 598324"/>
                <a:gd name="connsiteY57" fmla="*/ 172404 h 761503"/>
                <a:gd name="connsiteX58" fmla="*/ 137048 w 598324"/>
                <a:gd name="connsiteY58" fmla="*/ 112571 h 761503"/>
                <a:gd name="connsiteX59" fmla="*/ 126170 w 598324"/>
                <a:gd name="connsiteY59" fmla="*/ 112571 h 761503"/>
                <a:gd name="connsiteX60" fmla="*/ 101693 w 598324"/>
                <a:gd name="connsiteY60" fmla="*/ 112571 h 761503"/>
                <a:gd name="connsiteX61" fmla="*/ 74496 w 598324"/>
                <a:gd name="connsiteY61" fmla="*/ 107132 h 761503"/>
                <a:gd name="connsiteX62" fmla="*/ 58178 w 598324"/>
                <a:gd name="connsiteY62" fmla="*/ 90814 h 761503"/>
                <a:gd name="connsiteX63" fmla="*/ 63617 w 598324"/>
                <a:gd name="connsiteY63" fmla="*/ 82655 h 761503"/>
                <a:gd name="connsiteX64" fmla="*/ 85375 w 598324"/>
                <a:gd name="connsiteY64" fmla="*/ 74496 h 761503"/>
                <a:gd name="connsiteX65" fmla="*/ 137048 w 598324"/>
                <a:gd name="connsiteY65" fmla="*/ 69057 h 761503"/>
                <a:gd name="connsiteX66" fmla="*/ 145207 w 598324"/>
                <a:gd name="connsiteY66" fmla="*/ 69057 h 761503"/>
                <a:gd name="connsiteX67" fmla="*/ 169684 w 598324"/>
                <a:gd name="connsiteY67" fmla="*/ 58178 h 761503"/>
                <a:gd name="connsiteX68" fmla="*/ 177843 w 598324"/>
                <a:gd name="connsiteY68" fmla="*/ 58178 h 761503"/>
                <a:gd name="connsiteX69" fmla="*/ 205040 w 598324"/>
                <a:gd name="connsiteY69" fmla="*/ 66337 h 761503"/>
                <a:gd name="connsiteX70" fmla="*/ 286629 w 598324"/>
                <a:gd name="connsiteY70" fmla="*/ 63617 h 761503"/>
                <a:gd name="connsiteX71" fmla="*/ 324705 w 598324"/>
                <a:gd name="connsiteY71" fmla="*/ 79936 h 761503"/>
                <a:gd name="connsiteX72" fmla="*/ 319265 w 598324"/>
                <a:gd name="connsiteY72" fmla="*/ 96253 h 761503"/>
                <a:gd name="connsiteX73" fmla="*/ 302948 w 598324"/>
                <a:gd name="connsiteY73" fmla="*/ 104412 h 761503"/>
                <a:gd name="connsiteX74" fmla="*/ 278471 w 598324"/>
                <a:gd name="connsiteY74" fmla="*/ 112571 h 761503"/>
                <a:gd name="connsiteX75" fmla="*/ 232236 w 598324"/>
                <a:gd name="connsiteY75" fmla="*/ 112571 h 761503"/>
                <a:gd name="connsiteX76" fmla="*/ 240395 w 598324"/>
                <a:gd name="connsiteY76" fmla="*/ 137048 h 761503"/>
                <a:gd name="connsiteX77" fmla="*/ 240395 w 598324"/>
                <a:gd name="connsiteY77" fmla="*/ 150647 h 761503"/>
                <a:gd name="connsiteX78" fmla="*/ 243115 w 598324"/>
                <a:gd name="connsiteY78" fmla="*/ 158805 h 761503"/>
                <a:gd name="connsiteX79" fmla="*/ 248554 w 598324"/>
                <a:gd name="connsiteY79" fmla="*/ 188722 h 761503"/>
                <a:gd name="connsiteX80" fmla="*/ 248554 w 598324"/>
                <a:gd name="connsiteY80" fmla="*/ 199600 h 761503"/>
                <a:gd name="connsiteX81" fmla="*/ 248554 w 598324"/>
                <a:gd name="connsiteY81" fmla="*/ 221357 h 761503"/>
                <a:gd name="connsiteX82" fmla="*/ 253994 w 598324"/>
                <a:gd name="connsiteY82" fmla="*/ 264872 h 761503"/>
                <a:gd name="connsiteX83" fmla="*/ 262153 w 598324"/>
                <a:gd name="connsiteY83" fmla="*/ 297508 h 761503"/>
                <a:gd name="connsiteX84" fmla="*/ 264872 w 598324"/>
                <a:gd name="connsiteY84" fmla="*/ 324704 h 761503"/>
                <a:gd name="connsiteX85" fmla="*/ 264872 w 598324"/>
                <a:gd name="connsiteY85" fmla="*/ 332863 h 761503"/>
                <a:gd name="connsiteX86" fmla="*/ 264872 w 598324"/>
                <a:gd name="connsiteY86" fmla="*/ 351901 h 761503"/>
                <a:gd name="connsiteX87" fmla="*/ 262153 w 598324"/>
                <a:gd name="connsiteY87" fmla="*/ 370939 h 761503"/>
                <a:gd name="connsiteX88" fmla="*/ 267592 w 598324"/>
                <a:gd name="connsiteY88" fmla="*/ 384537 h 761503"/>
                <a:gd name="connsiteX89" fmla="*/ 278471 w 598324"/>
                <a:gd name="connsiteY89" fmla="*/ 370939 h 761503"/>
                <a:gd name="connsiteX90" fmla="*/ 297508 w 598324"/>
                <a:gd name="connsiteY90" fmla="*/ 332863 h 761503"/>
                <a:gd name="connsiteX91" fmla="*/ 311106 w 598324"/>
                <a:gd name="connsiteY91" fmla="*/ 305667 h 761503"/>
                <a:gd name="connsiteX92" fmla="*/ 335583 w 598324"/>
                <a:gd name="connsiteY92" fmla="*/ 259433 h 761503"/>
                <a:gd name="connsiteX93" fmla="*/ 354621 w 598324"/>
                <a:gd name="connsiteY93" fmla="*/ 224077 h 761503"/>
                <a:gd name="connsiteX94" fmla="*/ 381817 w 598324"/>
                <a:gd name="connsiteY94" fmla="*/ 172404 h 761503"/>
                <a:gd name="connsiteX95" fmla="*/ 409014 w 598324"/>
                <a:gd name="connsiteY95" fmla="*/ 118011 h 761503"/>
                <a:gd name="connsiteX96" fmla="*/ 411734 w 598324"/>
                <a:gd name="connsiteY96" fmla="*/ 115291 h 761503"/>
                <a:gd name="connsiteX97" fmla="*/ 398136 w 598324"/>
                <a:gd name="connsiteY97" fmla="*/ 115291 h 761503"/>
                <a:gd name="connsiteX98" fmla="*/ 379098 w 598324"/>
                <a:gd name="connsiteY98" fmla="*/ 109852 h 761503"/>
                <a:gd name="connsiteX99" fmla="*/ 368219 w 598324"/>
                <a:gd name="connsiteY99" fmla="*/ 93534 h 761503"/>
                <a:gd name="connsiteX100" fmla="*/ 370939 w 598324"/>
                <a:gd name="connsiteY100" fmla="*/ 85375 h 761503"/>
                <a:gd name="connsiteX101" fmla="*/ 387257 w 598324"/>
                <a:gd name="connsiteY101" fmla="*/ 77216 h 761503"/>
                <a:gd name="connsiteX102" fmla="*/ 422612 w 598324"/>
                <a:gd name="connsiteY102" fmla="*/ 71776 h 761503"/>
                <a:gd name="connsiteX103" fmla="*/ 436211 w 598324"/>
                <a:gd name="connsiteY103" fmla="*/ 71776 h 761503"/>
                <a:gd name="connsiteX104" fmla="*/ 438930 w 598324"/>
                <a:gd name="connsiteY104" fmla="*/ 69057 h 761503"/>
                <a:gd name="connsiteX105" fmla="*/ 452529 w 598324"/>
                <a:gd name="connsiteY105" fmla="*/ 66337 h 761503"/>
                <a:gd name="connsiteX106" fmla="*/ 466127 w 598324"/>
                <a:gd name="connsiteY106" fmla="*/ 69057 h 761503"/>
                <a:gd name="connsiteX107" fmla="*/ 471566 w 598324"/>
                <a:gd name="connsiteY107" fmla="*/ 71776 h 761503"/>
                <a:gd name="connsiteX108" fmla="*/ 515081 w 598324"/>
                <a:gd name="connsiteY108" fmla="*/ 71776 h 761503"/>
                <a:gd name="connsiteX109" fmla="*/ 542277 w 598324"/>
                <a:gd name="connsiteY109" fmla="*/ 88094 h 761503"/>
                <a:gd name="connsiteX110" fmla="*/ 536838 w 598324"/>
                <a:gd name="connsiteY110" fmla="*/ 104412 h 761503"/>
                <a:gd name="connsiteX111" fmla="*/ 525959 w 598324"/>
                <a:gd name="connsiteY111" fmla="*/ 112571 h 761503"/>
                <a:gd name="connsiteX112" fmla="*/ 509642 w 598324"/>
                <a:gd name="connsiteY112" fmla="*/ 115291 h 761503"/>
                <a:gd name="connsiteX113" fmla="*/ 468847 w 598324"/>
                <a:gd name="connsiteY113" fmla="*/ 115291 h 761503"/>
                <a:gd name="connsiteX114" fmla="*/ 457968 w 598324"/>
                <a:gd name="connsiteY114" fmla="*/ 137048 h 761503"/>
                <a:gd name="connsiteX115" fmla="*/ 430771 w 598324"/>
                <a:gd name="connsiteY115" fmla="*/ 194161 h 761503"/>
                <a:gd name="connsiteX116" fmla="*/ 400855 w 598324"/>
                <a:gd name="connsiteY116" fmla="*/ 262152 h 761503"/>
                <a:gd name="connsiteX117" fmla="*/ 360060 w 598324"/>
                <a:gd name="connsiteY117" fmla="*/ 332863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</a:cxnLst>
              <a:rect l="l" t="t" r="r" b="b"/>
              <a:pathLst>
                <a:path w="598324" h="761503">
                  <a:moveTo>
                    <a:pt x="360060" y="332863"/>
                  </a:moveTo>
                  <a:cubicBezTo>
                    <a:pt x="351901" y="343742"/>
                    <a:pt x="341023" y="357340"/>
                    <a:pt x="341023" y="370939"/>
                  </a:cubicBezTo>
                  <a:cubicBezTo>
                    <a:pt x="341023" y="379098"/>
                    <a:pt x="357341" y="381817"/>
                    <a:pt x="376378" y="389976"/>
                  </a:cubicBezTo>
                  <a:cubicBezTo>
                    <a:pt x="395416" y="398135"/>
                    <a:pt x="417173" y="417173"/>
                    <a:pt x="425332" y="433491"/>
                  </a:cubicBezTo>
                  <a:cubicBezTo>
                    <a:pt x="430771" y="444369"/>
                    <a:pt x="436211" y="452528"/>
                    <a:pt x="438930" y="463407"/>
                  </a:cubicBezTo>
                  <a:cubicBezTo>
                    <a:pt x="444370" y="474286"/>
                    <a:pt x="447089" y="487884"/>
                    <a:pt x="449809" y="498762"/>
                  </a:cubicBezTo>
                  <a:cubicBezTo>
                    <a:pt x="452529" y="512361"/>
                    <a:pt x="452529" y="517800"/>
                    <a:pt x="457968" y="528679"/>
                  </a:cubicBezTo>
                  <a:cubicBezTo>
                    <a:pt x="463407" y="539557"/>
                    <a:pt x="463407" y="553155"/>
                    <a:pt x="466127" y="564034"/>
                  </a:cubicBezTo>
                  <a:cubicBezTo>
                    <a:pt x="468847" y="572193"/>
                    <a:pt x="468847" y="585791"/>
                    <a:pt x="471566" y="593950"/>
                  </a:cubicBezTo>
                  <a:cubicBezTo>
                    <a:pt x="474286" y="599390"/>
                    <a:pt x="477006" y="602109"/>
                    <a:pt x="479725" y="607548"/>
                  </a:cubicBezTo>
                  <a:cubicBezTo>
                    <a:pt x="482445" y="612988"/>
                    <a:pt x="487884" y="618427"/>
                    <a:pt x="487884" y="623867"/>
                  </a:cubicBezTo>
                  <a:cubicBezTo>
                    <a:pt x="490604" y="634745"/>
                    <a:pt x="496043" y="642904"/>
                    <a:pt x="501482" y="651063"/>
                  </a:cubicBezTo>
                  <a:cubicBezTo>
                    <a:pt x="506922" y="661942"/>
                    <a:pt x="512361" y="664661"/>
                    <a:pt x="523240" y="670101"/>
                  </a:cubicBezTo>
                  <a:cubicBezTo>
                    <a:pt x="528679" y="672820"/>
                    <a:pt x="534119" y="680979"/>
                    <a:pt x="534119" y="686418"/>
                  </a:cubicBezTo>
                  <a:cubicBezTo>
                    <a:pt x="534119" y="689138"/>
                    <a:pt x="534119" y="691858"/>
                    <a:pt x="531399" y="694578"/>
                  </a:cubicBezTo>
                  <a:cubicBezTo>
                    <a:pt x="525959" y="702736"/>
                    <a:pt x="512361" y="708176"/>
                    <a:pt x="498763" y="708176"/>
                  </a:cubicBezTo>
                  <a:cubicBezTo>
                    <a:pt x="485165" y="708176"/>
                    <a:pt x="466127" y="705456"/>
                    <a:pt x="449809" y="700017"/>
                  </a:cubicBezTo>
                  <a:cubicBezTo>
                    <a:pt x="430771" y="694578"/>
                    <a:pt x="409014" y="675540"/>
                    <a:pt x="400855" y="667381"/>
                  </a:cubicBezTo>
                  <a:cubicBezTo>
                    <a:pt x="392696" y="659222"/>
                    <a:pt x="387257" y="651063"/>
                    <a:pt x="381817" y="642904"/>
                  </a:cubicBezTo>
                  <a:cubicBezTo>
                    <a:pt x="376378" y="632025"/>
                    <a:pt x="370939" y="623867"/>
                    <a:pt x="368219" y="610268"/>
                  </a:cubicBezTo>
                  <a:cubicBezTo>
                    <a:pt x="360060" y="588511"/>
                    <a:pt x="357341" y="574913"/>
                    <a:pt x="349182" y="550436"/>
                  </a:cubicBezTo>
                  <a:cubicBezTo>
                    <a:pt x="343742" y="534118"/>
                    <a:pt x="341023" y="520520"/>
                    <a:pt x="338303" y="504202"/>
                  </a:cubicBezTo>
                  <a:cubicBezTo>
                    <a:pt x="335583" y="493323"/>
                    <a:pt x="332864" y="485164"/>
                    <a:pt x="330144" y="477005"/>
                  </a:cubicBezTo>
                  <a:cubicBezTo>
                    <a:pt x="327424" y="471566"/>
                    <a:pt x="324705" y="463407"/>
                    <a:pt x="321985" y="455248"/>
                  </a:cubicBezTo>
                  <a:cubicBezTo>
                    <a:pt x="316546" y="444369"/>
                    <a:pt x="311106" y="436210"/>
                    <a:pt x="305667" y="436210"/>
                  </a:cubicBezTo>
                  <a:cubicBezTo>
                    <a:pt x="302948" y="436210"/>
                    <a:pt x="300228" y="438930"/>
                    <a:pt x="294788" y="441650"/>
                  </a:cubicBezTo>
                  <a:cubicBezTo>
                    <a:pt x="289349" y="447089"/>
                    <a:pt x="283910" y="455248"/>
                    <a:pt x="278471" y="463407"/>
                  </a:cubicBezTo>
                  <a:cubicBezTo>
                    <a:pt x="270312" y="474286"/>
                    <a:pt x="267592" y="485164"/>
                    <a:pt x="264872" y="496043"/>
                  </a:cubicBezTo>
                  <a:cubicBezTo>
                    <a:pt x="264872" y="504202"/>
                    <a:pt x="262153" y="512361"/>
                    <a:pt x="262153" y="517800"/>
                  </a:cubicBezTo>
                  <a:cubicBezTo>
                    <a:pt x="262153" y="520520"/>
                    <a:pt x="262153" y="520520"/>
                    <a:pt x="262153" y="523239"/>
                  </a:cubicBezTo>
                  <a:cubicBezTo>
                    <a:pt x="262153" y="528679"/>
                    <a:pt x="262153" y="544997"/>
                    <a:pt x="262153" y="553155"/>
                  </a:cubicBezTo>
                  <a:cubicBezTo>
                    <a:pt x="262153" y="583072"/>
                    <a:pt x="264872" y="599390"/>
                    <a:pt x="262153" y="629306"/>
                  </a:cubicBezTo>
                  <a:cubicBezTo>
                    <a:pt x="262153" y="640184"/>
                    <a:pt x="262153" y="648343"/>
                    <a:pt x="259433" y="659222"/>
                  </a:cubicBezTo>
                  <a:cubicBezTo>
                    <a:pt x="270312" y="659222"/>
                    <a:pt x="278471" y="659222"/>
                    <a:pt x="283910" y="659222"/>
                  </a:cubicBezTo>
                  <a:cubicBezTo>
                    <a:pt x="297508" y="659222"/>
                    <a:pt x="321985" y="659222"/>
                    <a:pt x="321985" y="675540"/>
                  </a:cubicBezTo>
                  <a:cubicBezTo>
                    <a:pt x="321985" y="683699"/>
                    <a:pt x="319265" y="686418"/>
                    <a:pt x="316546" y="691858"/>
                  </a:cubicBezTo>
                  <a:cubicBezTo>
                    <a:pt x="311106" y="697297"/>
                    <a:pt x="305667" y="700017"/>
                    <a:pt x="300228" y="700017"/>
                  </a:cubicBezTo>
                  <a:cubicBezTo>
                    <a:pt x="292069" y="702736"/>
                    <a:pt x="283910" y="702736"/>
                    <a:pt x="278471" y="702736"/>
                  </a:cubicBezTo>
                  <a:cubicBezTo>
                    <a:pt x="275751" y="702736"/>
                    <a:pt x="259433" y="702736"/>
                    <a:pt x="243115" y="702736"/>
                  </a:cubicBezTo>
                  <a:cubicBezTo>
                    <a:pt x="237676" y="708176"/>
                    <a:pt x="229517" y="710895"/>
                    <a:pt x="221358" y="710895"/>
                  </a:cubicBezTo>
                  <a:cubicBezTo>
                    <a:pt x="213199" y="710895"/>
                    <a:pt x="202320" y="708176"/>
                    <a:pt x="194161" y="702736"/>
                  </a:cubicBezTo>
                  <a:cubicBezTo>
                    <a:pt x="186002" y="702736"/>
                    <a:pt x="180563" y="702736"/>
                    <a:pt x="177843" y="702736"/>
                  </a:cubicBezTo>
                  <a:cubicBezTo>
                    <a:pt x="164245" y="702736"/>
                    <a:pt x="139768" y="702736"/>
                    <a:pt x="126170" y="702736"/>
                  </a:cubicBezTo>
                  <a:cubicBezTo>
                    <a:pt x="118011" y="702736"/>
                    <a:pt x="109852" y="702736"/>
                    <a:pt x="101693" y="702736"/>
                  </a:cubicBezTo>
                  <a:cubicBezTo>
                    <a:pt x="93534" y="702736"/>
                    <a:pt x="82655" y="702736"/>
                    <a:pt x="74496" y="697297"/>
                  </a:cubicBezTo>
                  <a:cubicBezTo>
                    <a:pt x="66337" y="694578"/>
                    <a:pt x="58178" y="686418"/>
                    <a:pt x="58178" y="680979"/>
                  </a:cubicBezTo>
                  <a:cubicBezTo>
                    <a:pt x="58178" y="678260"/>
                    <a:pt x="58178" y="675540"/>
                    <a:pt x="63617" y="672820"/>
                  </a:cubicBezTo>
                  <a:cubicBezTo>
                    <a:pt x="69057" y="670101"/>
                    <a:pt x="79935" y="667381"/>
                    <a:pt x="85375" y="664661"/>
                  </a:cubicBezTo>
                  <a:cubicBezTo>
                    <a:pt x="104412" y="661942"/>
                    <a:pt x="123450" y="659222"/>
                    <a:pt x="128889" y="659222"/>
                  </a:cubicBezTo>
                  <a:cubicBezTo>
                    <a:pt x="134329" y="659222"/>
                    <a:pt x="139768" y="659222"/>
                    <a:pt x="147927" y="659222"/>
                  </a:cubicBezTo>
                  <a:cubicBezTo>
                    <a:pt x="147927" y="656502"/>
                    <a:pt x="145207" y="653783"/>
                    <a:pt x="145207" y="653783"/>
                  </a:cubicBezTo>
                  <a:cubicBezTo>
                    <a:pt x="131609" y="632025"/>
                    <a:pt x="131609" y="610268"/>
                    <a:pt x="131609" y="585791"/>
                  </a:cubicBezTo>
                  <a:cubicBezTo>
                    <a:pt x="131609" y="555875"/>
                    <a:pt x="131609" y="528679"/>
                    <a:pt x="134329" y="498762"/>
                  </a:cubicBezTo>
                  <a:cubicBezTo>
                    <a:pt x="134329" y="468846"/>
                    <a:pt x="137048" y="436210"/>
                    <a:pt x="137048" y="406294"/>
                  </a:cubicBezTo>
                  <a:cubicBezTo>
                    <a:pt x="137048" y="379098"/>
                    <a:pt x="134329" y="354621"/>
                    <a:pt x="134329" y="327424"/>
                  </a:cubicBezTo>
                  <a:cubicBezTo>
                    <a:pt x="134329" y="302947"/>
                    <a:pt x="137048" y="278470"/>
                    <a:pt x="137048" y="253993"/>
                  </a:cubicBezTo>
                  <a:cubicBezTo>
                    <a:pt x="137048" y="237675"/>
                    <a:pt x="139768" y="224077"/>
                    <a:pt x="139768" y="207759"/>
                  </a:cubicBezTo>
                  <a:cubicBezTo>
                    <a:pt x="139768" y="196881"/>
                    <a:pt x="137048" y="183282"/>
                    <a:pt x="137048" y="172404"/>
                  </a:cubicBezTo>
                  <a:cubicBezTo>
                    <a:pt x="137048" y="150647"/>
                    <a:pt x="137048" y="131609"/>
                    <a:pt x="137048" y="112571"/>
                  </a:cubicBezTo>
                  <a:cubicBezTo>
                    <a:pt x="134329" y="112571"/>
                    <a:pt x="137048" y="112571"/>
                    <a:pt x="126170" y="112571"/>
                  </a:cubicBezTo>
                  <a:cubicBezTo>
                    <a:pt x="118011" y="112571"/>
                    <a:pt x="109852" y="112571"/>
                    <a:pt x="101693" y="112571"/>
                  </a:cubicBezTo>
                  <a:cubicBezTo>
                    <a:pt x="93534" y="112571"/>
                    <a:pt x="82655" y="109852"/>
                    <a:pt x="74496" y="107132"/>
                  </a:cubicBezTo>
                  <a:cubicBezTo>
                    <a:pt x="66337" y="104412"/>
                    <a:pt x="58178" y="96253"/>
                    <a:pt x="58178" y="90814"/>
                  </a:cubicBezTo>
                  <a:cubicBezTo>
                    <a:pt x="58178" y="88094"/>
                    <a:pt x="58178" y="85375"/>
                    <a:pt x="63617" y="82655"/>
                  </a:cubicBezTo>
                  <a:cubicBezTo>
                    <a:pt x="69057" y="79936"/>
                    <a:pt x="79935" y="77216"/>
                    <a:pt x="85375" y="74496"/>
                  </a:cubicBezTo>
                  <a:cubicBezTo>
                    <a:pt x="104412" y="71776"/>
                    <a:pt x="128889" y="69057"/>
                    <a:pt x="137048" y="69057"/>
                  </a:cubicBezTo>
                  <a:cubicBezTo>
                    <a:pt x="137048" y="69057"/>
                    <a:pt x="139768" y="69057"/>
                    <a:pt x="145207" y="69057"/>
                  </a:cubicBezTo>
                  <a:cubicBezTo>
                    <a:pt x="150646" y="60898"/>
                    <a:pt x="158806" y="58178"/>
                    <a:pt x="169684" y="58178"/>
                  </a:cubicBezTo>
                  <a:cubicBezTo>
                    <a:pt x="172404" y="58178"/>
                    <a:pt x="175123" y="58178"/>
                    <a:pt x="177843" y="58178"/>
                  </a:cubicBezTo>
                  <a:cubicBezTo>
                    <a:pt x="186002" y="58178"/>
                    <a:pt x="196881" y="63617"/>
                    <a:pt x="205040" y="66337"/>
                  </a:cubicBezTo>
                  <a:cubicBezTo>
                    <a:pt x="237676" y="66337"/>
                    <a:pt x="273031" y="63617"/>
                    <a:pt x="286629" y="63617"/>
                  </a:cubicBezTo>
                  <a:cubicBezTo>
                    <a:pt x="300228" y="63617"/>
                    <a:pt x="324705" y="63617"/>
                    <a:pt x="324705" y="79936"/>
                  </a:cubicBezTo>
                  <a:cubicBezTo>
                    <a:pt x="324705" y="88094"/>
                    <a:pt x="321985" y="90814"/>
                    <a:pt x="319265" y="96253"/>
                  </a:cubicBezTo>
                  <a:cubicBezTo>
                    <a:pt x="313826" y="101693"/>
                    <a:pt x="308387" y="104412"/>
                    <a:pt x="302948" y="104412"/>
                  </a:cubicBezTo>
                  <a:cubicBezTo>
                    <a:pt x="289349" y="112571"/>
                    <a:pt x="283910" y="112571"/>
                    <a:pt x="278471" y="112571"/>
                  </a:cubicBezTo>
                  <a:cubicBezTo>
                    <a:pt x="273031" y="112571"/>
                    <a:pt x="253994" y="112571"/>
                    <a:pt x="232236" y="112571"/>
                  </a:cubicBezTo>
                  <a:cubicBezTo>
                    <a:pt x="237676" y="120730"/>
                    <a:pt x="240395" y="128889"/>
                    <a:pt x="240395" y="137048"/>
                  </a:cubicBezTo>
                  <a:cubicBezTo>
                    <a:pt x="240395" y="142487"/>
                    <a:pt x="240395" y="145207"/>
                    <a:pt x="240395" y="150647"/>
                  </a:cubicBezTo>
                  <a:cubicBezTo>
                    <a:pt x="240395" y="153366"/>
                    <a:pt x="240395" y="156086"/>
                    <a:pt x="243115" y="158805"/>
                  </a:cubicBezTo>
                  <a:cubicBezTo>
                    <a:pt x="245835" y="169684"/>
                    <a:pt x="245835" y="180563"/>
                    <a:pt x="248554" y="188722"/>
                  </a:cubicBezTo>
                  <a:cubicBezTo>
                    <a:pt x="248554" y="191441"/>
                    <a:pt x="248554" y="194161"/>
                    <a:pt x="248554" y="199600"/>
                  </a:cubicBezTo>
                  <a:cubicBezTo>
                    <a:pt x="248554" y="207759"/>
                    <a:pt x="248554" y="213198"/>
                    <a:pt x="248554" y="221357"/>
                  </a:cubicBezTo>
                  <a:cubicBezTo>
                    <a:pt x="248554" y="234956"/>
                    <a:pt x="251274" y="248554"/>
                    <a:pt x="253994" y="264872"/>
                  </a:cubicBezTo>
                  <a:cubicBezTo>
                    <a:pt x="256713" y="275751"/>
                    <a:pt x="259433" y="286629"/>
                    <a:pt x="262153" y="297508"/>
                  </a:cubicBezTo>
                  <a:cubicBezTo>
                    <a:pt x="264872" y="305667"/>
                    <a:pt x="264872" y="313826"/>
                    <a:pt x="264872" y="324704"/>
                  </a:cubicBezTo>
                  <a:cubicBezTo>
                    <a:pt x="264872" y="327424"/>
                    <a:pt x="264872" y="330144"/>
                    <a:pt x="264872" y="332863"/>
                  </a:cubicBezTo>
                  <a:cubicBezTo>
                    <a:pt x="264872" y="338303"/>
                    <a:pt x="264872" y="346462"/>
                    <a:pt x="264872" y="351901"/>
                  </a:cubicBezTo>
                  <a:cubicBezTo>
                    <a:pt x="264872" y="357340"/>
                    <a:pt x="262153" y="365499"/>
                    <a:pt x="262153" y="370939"/>
                  </a:cubicBezTo>
                  <a:cubicBezTo>
                    <a:pt x="262153" y="376378"/>
                    <a:pt x="264872" y="384537"/>
                    <a:pt x="267592" y="384537"/>
                  </a:cubicBezTo>
                  <a:cubicBezTo>
                    <a:pt x="273031" y="384537"/>
                    <a:pt x="275751" y="376378"/>
                    <a:pt x="278471" y="370939"/>
                  </a:cubicBezTo>
                  <a:cubicBezTo>
                    <a:pt x="283910" y="360060"/>
                    <a:pt x="289349" y="346462"/>
                    <a:pt x="297508" y="332863"/>
                  </a:cubicBezTo>
                  <a:cubicBezTo>
                    <a:pt x="302948" y="324704"/>
                    <a:pt x="305667" y="313826"/>
                    <a:pt x="311106" y="305667"/>
                  </a:cubicBezTo>
                  <a:cubicBezTo>
                    <a:pt x="319265" y="289349"/>
                    <a:pt x="327424" y="275751"/>
                    <a:pt x="335583" y="259433"/>
                  </a:cubicBezTo>
                  <a:cubicBezTo>
                    <a:pt x="341023" y="248554"/>
                    <a:pt x="349182" y="234956"/>
                    <a:pt x="354621" y="224077"/>
                  </a:cubicBezTo>
                  <a:cubicBezTo>
                    <a:pt x="362780" y="207759"/>
                    <a:pt x="370939" y="191441"/>
                    <a:pt x="381817" y="172404"/>
                  </a:cubicBezTo>
                  <a:cubicBezTo>
                    <a:pt x="389977" y="153366"/>
                    <a:pt x="400855" y="134329"/>
                    <a:pt x="409014" y="118011"/>
                  </a:cubicBezTo>
                  <a:cubicBezTo>
                    <a:pt x="409014" y="115291"/>
                    <a:pt x="409014" y="115291"/>
                    <a:pt x="411734" y="115291"/>
                  </a:cubicBezTo>
                  <a:cubicBezTo>
                    <a:pt x="406294" y="115291"/>
                    <a:pt x="400855" y="115291"/>
                    <a:pt x="398136" y="115291"/>
                  </a:cubicBezTo>
                  <a:cubicBezTo>
                    <a:pt x="392696" y="115291"/>
                    <a:pt x="384537" y="115291"/>
                    <a:pt x="379098" y="109852"/>
                  </a:cubicBezTo>
                  <a:cubicBezTo>
                    <a:pt x="373659" y="107132"/>
                    <a:pt x="368219" y="98973"/>
                    <a:pt x="368219" y="93534"/>
                  </a:cubicBezTo>
                  <a:cubicBezTo>
                    <a:pt x="368219" y="90814"/>
                    <a:pt x="368219" y="88094"/>
                    <a:pt x="370939" y="85375"/>
                  </a:cubicBezTo>
                  <a:cubicBezTo>
                    <a:pt x="373659" y="82655"/>
                    <a:pt x="381817" y="79936"/>
                    <a:pt x="387257" y="77216"/>
                  </a:cubicBezTo>
                  <a:cubicBezTo>
                    <a:pt x="400855" y="74496"/>
                    <a:pt x="414453" y="71776"/>
                    <a:pt x="422612" y="71776"/>
                  </a:cubicBezTo>
                  <a:cubicBezTo>
                    <a:pt x="425332" y="71776"/>
                    <a:pt x="430771" y="71776"/>
                    <a:pt x="436211" y="71776"/>
                  </a:cubicBezTo>
                  <a:cubicBezTo>
                    <a:pt x="436211" y="71776"/>
                    <a:pt x="438930" y="69057"/>
                    <a:pt x="438930" y="69057"/>
                  </a:cubicBezTo>
                  <a:cubicBezTo>
                    <a:pt x="444370" y="66337"/>
                    <a:pt x="447089" y="66337"/>
                    <a:pt x="452529" y="66337"/>
                  </a:cubicBezTo>
                  <a:cubicBezTo>
                    <a:pt x="457968" y="66337"/>
                    <a:pt x="460688" y="66337"/>
                    <a:pt x="466127" y="69057"/>
                  </a:cubicBezTo>
                  <a:cubicBezTo>
                    <a:pt x="468847" y="69057"/>
                    <a:pt x="471566" y="71776"/>
                    <a:pt x="471566" y="71776"/>
                  </a:cubicBezTo>
                  <a:cubicBezTo>
                    <a:pt x="490604" y="71776"/>
                    <a:pt x="506922" y="71776"/>
                    <a:pt x="515081" y="71776"/>
                  </a:cubicBezTo>
                  <a:cubicBezTo>
                    <a:pt x="523240" y="71776"/>
                    <a:pt x="542277" y="71776"/>
                    <a:pt x="542277" y="88094"/>
                  </a:cubicBezTo>
                  <a:cubicBezTo>
                    <a:pt x="542277" y="96253"/>
                    <a:pt x="542277" y="98973"/>
                    <a:pt x="536838" y="104412"/>
                  </a:cubicBezTo>
                  <a:cubicBezTo>
                    <a:pt x="534119" y="109852"/>
                    <a:pt x="528679" y="112571"/>
                    <a:pt x="525959" y="112571"/>
                  </a:cubicBezTo>
                  <a:cubicBezTo>
                    <a:pt x="520520" y="115291"/>
                    <a:pt x="515081" y="115291"/>
                    <a:pt x="509642" y="115291"/>
                  </a:cubicBezTo>
                  <a:cubicBezTo>
                    <a:pt x="506922" y="115291"/>
                    <a:pt x="487884" y="115291"/>
                    <a:pt x="468847" y="115291"/>
                  </a:cubicBezTo>
                  <a:cubicBezTo>
                    <a:pt x="466127" y="123450"/>
                    <a:pt x="460688" y="128889"/>
                    <a:pt x="457968" y="137048"/>
                  </a:cubicBezTo>
                  <a:cubicBezTo>
                    <a:pt x="447089" y="156086"/>
                    <a:pt x="438930" y="175123"/>
                    <a:pt x="430771" y="194161"/>
                  </a:cubicBezTo>
                  <a:cubicBezTo>
                    <a:pt x="419893" y="215918"/>
                    <a:pt x="411734" y="240395"/>
                    <a:pt x="400855" y="262152"/>
                  </a:cubicBezTo>
                  <a:cubicBezTo>
                    <a:pt x="387257" y="289349"/>
                    <a:pt x="373659" y="311106"/>
                    <a:pt x="360060" y="332863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C93ECA97-B97C-4583-903C-CA4913633E3F}"/>
                </a:ext>
              </a:extLst>
            </p:cNvPr>
            <p:cNvSpPr/>
            <p:nvPr/>
          </p:nvSpPr>
          <p:spPr>
            <a:xfrm>
              <a:off x="4335316" y="4186718"/>
              <a:ext cx="353556" cy="761503"/>
            </a:xfrm>
            <a:custGeom>
              <a:avLst/>
              <a:gdLst>
                <a:gd name="connsiteX0" fmla="*/ 283910 w 353555"/>
                <a:gd name="connsiteY0" fmla="*/ 672820 h 761503"/>
                <a:gd name="connsiteX1" fmla="*/ 321985 w 353555"/>
                <a:gd name="connsiteY1" fmla="*/ 689138 h 761503"/>
                <a:gd name="connsiteX2" fmla="*/ 316546 w 353555"/>
                <a:gd name="connsiteY2" fmla="*/ 705456 h 761503"/>
                <a:gd name="connsiteX3" fmla="*/ 300228 w 353555"/>
                <a:gd name="connsiteY3" fmla="*/ 713615 h 761503"/>
                <a:gd name="connsiteX4" fmla="*/ 278471 w 353555"/>
                <a:gd name="connsiteY4" fmla="*/ 716335 h 761503"/>
                <a:gd name="connsiteX5" fmla="*/ 237676 w 353555"/>
                <a:gd name="connsiteY5" fmla="*/ 716335 h 761503"/>
                <a:gd name="connsiteX6" fmla="*/ 180563 w 353555"/>
                <a:gd name="connsiteY6" fmla="*/ 719054 h 761503"/>
                <a:gd name="connsiteX7" fmla="*/ 126170 w 353555"/>
                <a:gd name="connsiteY7" fmla="*/ 719054 h 761503"/>
                <a:gd name="connsiteX8" fmla="*/ 101693 w 353555"/>
                <a:gd name="connsiteY8" fmla="*/ 719054 h 761503"/>
                <a:gd name="connsiteX9" fmla="*/ 74496 w 353555"/>
                <a:gd name="connsiteY9" fmla="*/ 713615 h 761503"/>
                <a:gd name="connsiteX10" fmla="*/ 58178 w 353555"/>
                <a:gd name="connsiteY10" fmla="*/ 697297 h 761503"/>
                <a:gd name="connsiteX11" fmla="*/ 63617 w 353555"/>
                <a:gd name="connsiteY11" fmla="*/ 689138 h 761503"/>
                <a:gd name="connsiteX12" fmla="*/ 85375 w 353555"/>
                <a:gd name="connsiteY12" fmla="*/ 680979 h 761503"/>
                <a:gd name="connsiteX13" fmla="*/ 131609 w 353555"/>
                <a:gd name="connsiteY13" fmla="*/ 675540 h 761503"/>
                <a:gd name="connsiteX14" fmla="*/ 142488 w 353555"/>
                <a:gd name="connsiteY14" fmla="*/ 675540 h 761503"/>
                <a:gd name="connsiteX15" fmla="*/ 131609 w 353555"/>
                <a:gd name="connsiteY15" fmla="*/ 653783 h 761503"/>
                <a:gd name="connsiteX16" fmla="*/ 128889 w 353555"/>
                <a:gd name="connsiteY16" fmla="*/ 640184 h 761503"/>
                <a:gd name="connsiteX17" fmla="*/ 128889 w 353555"/>
                <a:gd name="connsiteY17" fmla="*/ 629306 h 761503"/>
                <a:gd name="connsiteX18" fmla="*/ 128889 w 353555"/>
                <a:gd name="connsiteY18" fmla="*/ 621147 h 761503"/>
                <a:gd name="connsiteX19" fmla="*/ 128889 w 353555"/>
                <a:gd name="connsiteY19" fmla="*/ 593950 h 761503"/>
                <a:gd name="connsiteX20" fmla="*/ 128889 w 353555"/>
                <a:gd name="connsiteY20" fmla="*/ 583072 h 761503"/>
                <a:gd name="connsiteX21" fmla="*/ 128889 w 353555"/>
                <a:gd name="connsiteY21" fmla="*/ 436210 h 761503"/>
                <a:gd name="connsiteX22" fmla="*/ 128889 w 353555"/>
                <a:gd name="connsiteY22" fmla="*/ 357340 h 761503"/>
                <a:gd name="connsiteX23" fmla="*/ 131609 w 353555"/>
                <a:gd name="connsiteY23" fmla="*/ 289349 h 761503"/>
                <a:gd name="connsiteX24" fmla="*/ 131609 w 353555"/>
                <a:gd name="connsiteY24" fmla="*/ 251274 h 761503"/>
                <a:gd name="connsiteX25" fmla="*/ 131609 w 353555"/>
                <a:gd name="connsiteY25" fmla="*/ 205040 h 761503"/>
                <a:gd name="connsiteX26" fmla="*/ 131609 w 353555"/>
                <a:gd name="connsiteY26" fmla="*/ 139768 h 761503"/>
                <a:gd name="connsiteX27" fmla="*/ 131609 w 353555"/>
                <a:gd name="connsiteY27" fmla="*/ 128889 h 761503"/>
                <a:gd name="connsiteX28" fmla="*/ 126170 w 353555"/>
                <a:gd name="connsiteY28" fmla="*/ 128889 h 761503"/>
                <a:gd name="connsiteX29" fmla="*/ 101693 w 353555"/>
                <a:gd name="connsiteY29" fmla="*/ 128889 h 761503"/>
                <a:gd name="connsiteX30" fmla="*/ 74496 w 353555"/>
                <a:gd name="connsiteY30" fmla="*/ 123450 h 761503"/>
                <a:gd name="connsiteX31" fmla="*/ 58178 w 353555"/>
                <a:gd name="connsiteY31" fmla="*/ 107132 h 761503"/>
                <a:gd name="connsiteX32" fmla="*/ 60898 w 353555"/>
                <a:gd name="connsiteY32" fmla="*/ 98973 h 761503"/>
                <a:gd name="connsiteX33" fmla="*/ 82655 w 353555"/>
                <a:gd name="connsiteY33" fmla="*/ 93534 h 761503"/>
                <a:gd name="connsiteX34" fmla="*/ 131609 w 353555"/>
                <a:gd name="connsiteY34" fmla="*/ 88094 h 761503"/>
                <a:gd name="connsiteX35" fmla="*/ 131609 w 353555"/>
                <a:gd name="connsiteY35" fmla="*/ 82655 h 761503"/>
                <a:gd name="connsiteX36" fmla="*/ 134329 w 353555"/>
                <a:gd name="connsiteY36" fmla="*/ 71776 h 761503"/>
                <a:gd name="connsiteX37" fmla="*/ 147927 w 353555"/>
                <a:gd name="connsiteY37" fmla="*/ 63617 h 761503"/>
                <a:gd name="connsiteX38" fmla="*/ 164245 w 353555"/>
                <a:gd name="connsiteY38" fmla="*/ 58178 h 761503"/>
                <a:gd name="connsiteX39" fmla="*/ 177843 w 353555"/>
                <a:gd name="connsiteY39" fmla="*/ 58178 h 761503"/>
                <a:gd name="connsiteX40" fmla="*/ 196881 w 353555"/>
                <a:gd name="connsiteY40" fmla="*/ 60898 h 761503"/>
                <a:gd name="connsiteX41" fmla="*/ 232236 w 353555"/>
                <a:gd name="connsiteY41" fmla="*/ 88094 h 761503"/>
                <a:gd name="connsiteX42" fmla="*/ 278471 w 353555"/>
                <a:gd name="connsiteY42" fmla="*/ 88094 h 761503"/>
                <a:gd name="connsiteX43" fmla="*/ 316546 w 353555"/>
                <a:gd name="connsiteY43" fmla="*/ 104412 h 761503"/>
                <a:gd name="connsiteX44" fmla="*/ 311106 w 353555"/>
                <a:gd name="connsiteY44" fmla="*/ 120730 h 761503"/>
                <a:gd name="connsiteX45" fmla="*/ 294788 w 353555"/>
                <a:gd name="connsiteY45" fmla="*/ 128889 h 761503"/>
                <a:gd name="connsiteX46" fmla="*/ 273031 w 353555"/>
                <a:gd name="connsiteY46" fmla="*/ 131609 h 761503"/>
                <a:gd name="connsiteX47" fmla="*/ 243115 w 353555"/>
                <a:gd name="connsiteY47" fmla="*/ 131609 h 761503"/>
                <a:gd name="connsiteX48" fmla="*/ 243115 w 353555"/>
                <a:gd name="connsiteY48" fmla="*/ 134329 h 761503"/>
                <a:gd name="connsiteX49" fmla="*/ 248554 w 353555"/>
                <a:gd name="connsiteY49" fmla="*/ 169684 h 761503"/>
                <a:gd name="connsiteX50" fmla="*/ 251274 w 353555"/>
                <a:gd name="connsiteY50" fmla="*/ 205040 h 761503"/>
                <a:gd name="connsiteX51" fmla="*/ 251274 w 353555"/>
                <a:gd name="connsiteY51" fmla="*/ 240395 h 761503"/>
                <a:gd name="connsiteX52" fmla="*/ 251274 w 353555"/>
                <a:gd name="connsiteY52" fmla="*/ 256713 h 761503"/>
                <a:gd name="connsiteX53" fmla="*/ 253994 w 353555"/>
                <a:gd name="connsiteY53" fmla="*/ 270311 h 761503"/>
                <a:gd name="connsiteX54" fmla="*/ 259433 w 353555"/>
                <a:gd name="connsiteY54" fmla="*/ 343742 h 761503"/>
                <a:gd name="connsiteX55" fmla="*/ 262153 w 353555"/>
                <a:gd name="connsiteY55" fmla="*/ 425332 h 761503"/>
                <a:gd name="connsiteX56" fmla="*/ 264872 w 353555"/>
                <a:gd name="connsiteY56" fmla="*/ 490603 h 761503"/>
                <a:gd name="connsiteX57" fmla="*/ 270312 w 353555"/>
                <a:gd name="connsiteY57" fmla="*/ 564034 h 761503"/>
                <a:gd name="connsiteX58" fmla="*/ 270312 w 353555"/>
                <a:gd name="connsiteY58" fmla="*/ 599390 h 761503"/>
                <a:gd name="connsiteX59" fmla="*/ 270312 w 353555"/>
                <a:gd name="connsiteY59" fmla="*/ 637465 h 761503"/>
                <a:gd name="connsiteX60" fmla="*/ 264872 w 353555"/>
                <a:gd name="connsiteY60" fmla="*/ 670101 h 761503"/>
                <a:gd name="connsiteX61" fmla="*/ 283910 w 353555"/>
                <a:gd name="connsiteY61" fmla="*/ 672820 h 761503"/>
                <a:gd name="connsiteX62" fmla="*/ 283910 w 353555"/>
                <a:gd name="connsiteY62" fmla="*/ 672820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353555" h="761503">
                  <a:moveTo>
                    <a:pt x="283910" y="672820"/>
                  </a:moveTo>
                  <a:cubicBezTo>
                    <a:pt x="297508" y="672820"/>
                    <a:pt x="321985" y="672820"/>
                    <a:pt x="321985" y="689138"/>
                  </a:cubicBezTo>
                  <a:cubicBezTo>
                    <a:pt x="321985" y="697297"/>
                    <a:pt x="319265" y="697297"/>
                    <a:pt x="316546" y="705456"/>
                  </a:cubicBezTo>
                  <a:cubicBezTo>
                    <a:pt x="311106" y="710895"/>
                    <a:pt x="305667" y="713615"/>
                    <a:pt x="300228" y="713615"/>
                  </a:cubicBezTo>
                  <a:cubicBezTo>
                    <a:pt x="292069" y="716335"/>
                    <a:pt x="283910" y="716335"/>
                    <a:pt x="278471" y="716335"/>
                  </a:cubicBezTo>
                  <a:cubicBezTo>
                    <a:pt x="275751" y="716335"/>
                    <a:pt x="256713" y="716335"/>
                    <a:pt x="237676" y="716335"/>
                  </a:cubicBezTo>
                  <a:cubicBezTo>
                    <a:pt x="213199" y="716335"/>
                    <a:pt x="186002" y="719054"/>
                    <a:pt x="180563" y="719054"/>
                  </a:cubicBezTo>
                  <a:cubicBezTo>
                    <a:pt x="166965" y="719054"/>
                    <a:pt x="142488" y="719054"/>
                    <a:pt x="126170" y="719054"/>
                  </a:cubicBezTo>
                  <a:cubicBezTo>
                    <a:pt x="118011" y="719054"/>
                    <a:pt x="109852" y="719054"/>
                    <a:pt x="101693" y="719054"/>
                  </a:cubicBezTo>
                  <a:cubicBezTo>
                    <a:pt x="93534" y="719054"/>
                    <a:pt x="82655" y="719054"/>
                    <a:pt x="74496" y="713615"/>
                  </a:cubicBezTo>
                  <a:cubicBezTo>
                    <a:pt x="66337" y="710895"/>
                    <a:pt x="58178" y="702736"/>
                    <a:pt x="58178" y="697297"/>
                  </a:cubicBezTo>
                  <a:cubicBezTo>
                    <a:pt x="58178" y="694578"/>
                    <a:pt x="58178" y="691858"/>
                    <a:pt x="63617" y="689138"/>
                  </a:cubicBezTo>
                  <a:cubicBezTo>
                    <a:pt x="69057" y="686418"/>
                    <a:pt x="79935" y="683699"/>
                    <a:pt x="85375" y="680979"/>
                  </a:cubicBezTo>
                  <a:cubicBezTo>
                    <a:pt x="104412" y="678260"/>
                    <a:pt x="123450" y="675540"/>
                    <a:pt x="131609" y="675540"/>
                  </a:cubicBezTo>
                  <a:cubicBezTo>
                    <a:pt x="134329" y="675540"/>
                    <a:pt x="137048" y="675540"/>
                    <a:pt x="142488" y="675540"/>
                  </a:cubicBezTo>
                  <a:cubicBezTo>
                    <a:pt x="134329" y="670101"/>
                    <a:pt x="131609" y="661942"/>
                    <a:pt x="131609" y="653783"/>
                  </a:cubicBezTo>
                  <a:cubicBezTo>
                    <a:pt x="131609" y="648343"/>
                    <a:pt x="131609" y="642904"/>
                    <a:pt x="128889" y="640184"/>
                  </a:cubicBezTo>
                  <a:cubicBezTo>
                    <a:pt x="128889" y="637465"/>
                    <a:pt x="128889" y="634745"/>
                    <a:pt x="128889" y="629306"/>
                  </a:cubicBezTo>
                  <a:cubicBezTo>
                    <a:pt x="128889" y="626586"/>
                    <a:pt x="128889" y="623867"/>
                    <a:pt x="128889" y="621147"/>
                  </a:cubicBezTo>
                  <a:cubicBezTo>
                    <a:pt x="128889" y="612988"/>
                    <a:pt x="128889" y="604829"/>
                    <a:pt x="128889" y="593950"/>
                  </a:cubicBezTo>
                  <a:cubicBezTo>
                    <a:pt x="128889" y="591231"/>
                    <a:pt x="128889" y="585791"/>
                    <a:pt x="128889" y="583072"/>
                  </a:cubicBezTo>
                  <a:cubicBezTo>
                    <a:pt x="128889" y="534118"/>
                    <a:pt x="131609" y="485164"/>
                    <a:pt x="128889" y="436210"/>
                  </a:cubicBezTo>
                  <a:cubicBezTo>
                    <a:pt x="128889" y="409014"/>
                    <a:pt x="128889" y="384537"/>
                    <a:pt x="128889" y="357340"/>
                  </a:cubicBezTo>
                  <a:cubicBezTo>
                    <a:pt x="128889" y="335583"/>
                    <a:pt x="131609" y="313826"/>
                    <a:pt x="131609" y="289349"/>
                  </a:cubicBezTo>
                  <a:cubicBezTo>
                    <a:pt x="131609" y="275751"/>
                    <a:pt x="131609" y="264872"/>
                    <a:pt x="131609" y="251274"/>
                  </a:cubicBezTo>
                  <a:cubicBezTo>
                    <a:pt x="131609" y="234956"/>
                    <a:pt x="131609" y="221357"/>
                    <a:pt x="131609" y="205040"/>
                  </a:cubicBezTo>
                  <a:cubicBezTo>
                    <a:pt x="131609" y="183282"/>
                    <a:pt x="131609" y="161525"/>
                    <a:pt x="131609" y="139768"/>
                  </a:cubicBezTo>
                  <a:cubicBezTo>
                    <a:pt x="131609" y="137048"/>
                    <a:pt x="131609" y="134329"/>
                    <a:pt x="131609" y="128889"/>
                  </a:cubicBezTo>
                  <a:cubicBezTo>
                    <a:pt x="128889" y="128889"/>
                    <a:pt x="126170" y="128889"/>
                    <a:pt x="126170" y="128889"/>
                  </a:cubicBezTo>
                  <a:cubicBezTo>
                    <a:pt x="118011" y="128889"/>
                    <a:pt x="109852" y="128889"/>
                    <a:pt x="101693" y="128889"/>
                  </a:cubicBezTo>
                  <a:cubicBezTo>
                    <a:pt x="93534" y="128889"/>
                    <a:pt x="82655" y="128889"/>
                    <a:pt x="74496" y="123450"/>
                  </a:cubicBezTo>
                  <a:cubicBezTo>
                    <a:pt x="66337" y="120730"/>
                    <a:pt x="58178" y="112571"/>
                    <a:pt x="58178" y="107132"/>
                  </a:cubicBezTo>
                  <a:cubicBezTo>
                    <a:pt x="58178" y="104412"/>
                    <a:pt x="58178" y="101693"/>
                    <a:pt x="60898" y="98973"/>
                  </a:cubicBezTo>
                  <a:cubicBezTo>
                    <a:pt x="63617" y="96253"/>
                    <a:pt x="77216" y="93534"/>
                    <a:pt x="82655" y="93534"/>
                  </a:cubicBezTo>
                  <a:cubicBezTo>
                    <a:pt x="98973" y="90814"/>
                    <a:pt x="123450" y="88094"/>
                    <a:pt x="131609" y="88094"/>
                  </a:cubicBezTo>
                  <a:cubicBezTo>
                    <a:pt x="131609" y="85375"/>
                    <a:pt x="131609" y="85375"/>
                    <a:pt x="131609" y="82655"/>
                  </a:cubicBezTo>
                  <a:cubicBezTo>
                    <a:pt x="131609" y="77216"/>
                    <a:pt x="131609" y="74496"/>
                    <a:pt x="134329" y="71776"/>
                  </a:cubicBezTo>
                  <a:cubicBezTo>
                    <a:pt x="137048" y="69057"/>
                    <a:pt x="145207" y="66337"/>
                    <a:pt x="147927" y="63617"/>
                  </a:cubicBezTo>
                  <a:cubicBezTo>
                    <a:pt x="153366" y="60898"/>
                    <a:pt x="158806" y="58178"/>
                    <a:pt x="164245" y="58178"/>
                  </a:cubicBezTo>
                  <a:cubicBezTo>
                    <a:pt x="169684" y="58178"/>
                    <a:pt x="175123" y="58178"/>
                    <a:pt x="177843" y="58178"/>
                  </a:cubicBezTo>
                  <a:cubicBezTo>
                    <a:pt x="183283" y="58178"/>
                    <a:pt x="191442" y="58178"/>
                    <a:pt x="196881" y="60898"/>
                  </a:cubicBezTo>
                  <a:cubicBezTo>
                    <a:pt x="213199" y="63617"/>
                    <a:pt x="224077" y="74496"/>
                    <a:pt x="232236" y="88094"/>
                  </a:cubicBezTo>
                  <a:cubicBezTo>
                    <a:pt x="253994" y="88094"/>
                    <a:pt x="270312" y="88094"/>
                    <a:pt x="278471" y="88094"/>
                  </a:cubicBezTo>
                  <a:cubicBezTo>
                    <a:pt x="292069" y="88094"/>
                    <a:pt x="316546" y="88094"/>
                    <a:pt x="316546" y="104412"/>
                  </a:cubicBezTo>
                  <a:cubicBezTo>
                    <a:pt x="316546" y="112571"/>
                    <a:pt x="313826" y="112571"/>
                    <a:pt x="311106" y="120730"/>
                  </a:cubicBezTo>
                  <a:cubicBezTo>
                    <a:pt x="305667" y="126170"/>
                    <a:pt x="300228" y="128889"/>
                    <a:pt x="294788" y="128889"/>
                  </a:cubicBezTo>
                  <a:cubicBezTo>
                    <a:pt x="286630" y="131609"/>
                    <a:pt x="278471" y="131609"/>
                    <a:pt x="273031" y="131609"/>
                  </a:cubicBezTo>
                  <a:cubicBezTo>
                    <a:pt x="270312" y="131609"/>
                    <a:pt x="259433" y="131609"/>
                    <a:pt x="243115" y="131609"/>
                  </a:cubicBezTo>
                  <a:lnTo>
                    <a:pt x="243115" y="134329"/>
                  </a:lnTo>
                  <a:cubicBezTo>
                    <a:pt x="245835" y="145207"/>
                    <a:pt x="245835" y="158805"/>
                    <a:pt x="248554" y="169684"/>
                  </a:cubicBezTo>
                  <a:cubicBezTo>
                    <a:pt x="251274" y="180563"/>
                    <a:pt x="251274" y="194161"/>
                    <a:pt x="251274" y="205040"/>
                  </a:cubicBezTo>
                  <a:cubicBezTo>
                    <a:pt x="251274" y="215918"/>
                    <a:pt x="251274" y="226797"/>
                    <a:pt x="251274" y="240395"/>
                  </a:cubicBezTo>
                  <a:cubicBezTo>
                    <a:pt x="251274" y="245834"/>
                    <a:pt x="251274" y="251274"/>
                    <a:pt x="251274" y="256713"/>
                  </a:cubicBezTo>
                  <a:cubicBezTo>
                    <a:pt x="251274" y="262152"/>
                    <a:pt x="251274" y="267592"/>
                    <a:pt x="253994" y="270311"/>
                  </a:cubicBezTo>
                  <a:cubicBezTo>
                    <a:pt x="256713" y="294788"/>
                    <a:pt x="256713" y="319265"/>
                    <a:pt x="259433" y="343742"/>
                  </a:cubicBezTo>
                  <a:cubicBezTo>
                    <a:pt x="259433" y="370939"/>
                    <a:pt x="262153" y="398135"/>
                    <a:pt x="262153" y="425332"/>
                  </a:cubicBezTo>
                  <a:cubicBezTo>
                    <a:pt x="262153" y="447089"/>
                    <a:pt x="262153" y="468846"/>
                    <a:pt x="264872" y="490603"/>
                  </a:cubicBezTo>
                  <a:cubicBezTo>
                    <a:pt x="264872" y="515080"/>
                    <a:pt x="270312" y="539557"/>
                    <a:pt x="270312" y="564034"/>
                  </a:cubicBezTo>
                  <a:cubicBezTo>
                    <a:pt x="270312" y="574913"/>
                    <a:pt x="270312" y="588511"/>
                    <a:pt x="270312" y="599390"/>
                  </a:cubicBezTo>
                  <a:cubicBezTo>
                    <a:pt x="270312" y="612988"/>
                    <a:pt x="270312" y="623867"/>
                    <a:pt x="270312" y="637465"/>
                  </a:cubicBezTo>
                  <a:cubicBezTo>
                    <a:pt x="270312" y="648343"/>
                    <a:pt x="270312" y="661942"/>
                    <a:pt x="264872" y="670101"/>
                  </a:cubicBezTo>
                  <a:cubicBezTo>
                    <a:pt x="273031" y="672820"/>
                    <a:pt x="278471" y="672820"/>
                    <a:pt x="283910" y="672820"/>
                  </a:cubicBezTo>
                  <a:lnTo>
                    <a:pt x="283910" y="672820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27E45CBE-6678-447C-B516-5E394D02935C}"/>
                </a:ext>
              </a:extLst>
            </p:cNvPr>
            <p:cNvSpPr/>
            <p:nvPr/>
          </p:nvSpPr>
          <p:spPr>
            <a:xfrm>
              <a:off x="4620880" y="4194877"/>
              <a:ext cx="598325" cy="761503"/>
            </a:xfrm>
            <a:custGeom>
              <a:avLst/>
              <a:gdLst>
                <a:gd name="connsiteX0" fmla="*/ 515081 w 598324"/>
                <a:gd name="connsiteY0" fmla="*/ 79935 h 761503"/>
                <a:gd name="connsiteX1" fmla="*/ 542277 w 598324"/>
                <a:gd name="connsiteY1" fmla="*/ 96253 h 761503"/>
                <a:gd name="connsiteX2" fmla="*/ 536838 w 598324"/>
                <a:gd name="connsiteY2" fmla="*/ 112571 h 761503"/>
                <a:gd name="connsiteX3" fmla="*/ 523240 w 598324"/>
                <a:gd name="connsiteY3" fmla="*/ 120730 h 761503"/>
                <a:gd name="connsiteX4" fmla="*/ 506922 w 598324"/>
                <a:gd name="connsiteY4" fmla="*/ 123450 h 761503"/>
                <a:gd name="connsiteX5" fmla="*/ 477006 w 598324"/>
                <a:gd name="connsiteY5" fmla="*/ 123450 h 761503"/>
                <a:gd name="connsiteX6" fmla="*/ 479725 w 598324"/>
                <a:gd name="connsiteY6" fmla="*/ 145207 h 761503"/>
                <a:gd name="connsiteX7" fmla="*/ 477006 w 598324"/>
                <a:gd name="connsiteY7" fmla="*/ 180563 h 761503"/>
                <a:gd name="connsiteX8" fmla="*/ 482445 w 598324"/>
                <a:gd name="connsiteY8" fmla="*/ 232236 h 761503"/>
                <a:gd name="connsiteX9" fmla="*/ 485165 w 598324"/>
                <a:gd name="connsiteY9" fmla="*/ 283909 h 761503"/>
                <a:gd name="connsiteX10" fmla="*/ 485165 w 598324"/>
                <a:gd name="connsiteY10" fmla="*/ 327424 h 761503"/>
                <a:gd name="connsiteX11" fmla="*/ 487884 w 598324"/>
                <a:gd name="connsiteY11" fmla="*/ 373658 h 761503"/>
                <a:gd name="connsiteX12" fmla="*/ 485165 w 598324"/>
                <a:gd name="connsiteY12" fmla="*/ 419892 h 761503"/>
                <a:gd name="connsiteX13" fmla="*/ 485165 w 598324"/>
                <a:gd name="connsiteY13" fmla="*/ 463407 h 761503"/>
                <a:gd name="connsiteX14" fmla="*/ 482445 w 598324"/>
                <a:gd name="connsiteY14" fmla="*/ 515080 h 761503"/>
                <a:gd name="connsiteX15" fmla="*/ 482445 w 598324"/>
                <a:gd name="connsiteY15" fmla="*/ 558595 h 761503"/>
                <a:gd name="connsiteX16" fmla="*/ 479725 w 598324"/>
                <a:gd name="connsiteY16" fmla="*/ 602109 h 761503"/>
                <a:gd name="connsiteX17" fmla="*/ 485165 w 598324"/>
                <a:gd name="connsiteY17" fmla="*/ 648343 h 761503"/>
                <a:gd name="connsiteX18" fmla="*/ 474286 w 598324"/>
                <a:gd name="connsiteY18" fmla="*/ 675540 h 761503"/>
                <a:gd name="connsiteX19" fmla="*/ 428052 w 598324"/>
                <a:gd name="connsiteY19" fmla="*/ 691858 h 761503"/>
                <a:gd name="connsiteX20" fmla="*/ 387257 w 598324"/>
                <a:gd name="connsiteY20" fmla="*/ 683699 h 761503"/>
                <a:gd name="connsiteX21" fmla="*/ 351901 w 598324"/>
                <a:gd name="connsiteY21" fmla="*/ 664661 h 761503"/>
                <a:gd name="connsiteX22" fmla="*/ 305667 w 598324"/>
                <a:gd name="connsiteY22" fmla="*/ 596670 h 761503"/>
                <a:gd name="connsiteX23" fmla="*/ 270312 w 598324"/>
                <a:gd name="connsiteY23" fmla="*/ 509641 h 761503"/>
                <a:gd name="connsiteX24" fmla="*/ 251274 w 598324"/>
                <a:gd name="connsiteY24" fmla="*/ 460687 h 761503"/>
                <a:gd name="connsiteX25" fmla="*/ 224077 w 598324"/>
                <a:gd name="connsiteY25" fmla="*/ 381817 h 761503"/>
                <a:gd name="connsiteX26" fmla="*/ 207759 w 598324"/>
                <a:gd name="connsiteY26" fmla="*/ 330144 h 761503"/>
                <a:gd name="connsiteX27" fmla="*/ 191442 w 598324"/>
                <a:gd name="connsiteY27" fmla="*/ 286629 h 761503"/>
                <a:gd name="connsiteX28" fmla="*/ 183283 w 598324"/>
                <a:gd name="connsiteY28" fmla="*/ 278470 h 761503"/>
                <a:gd name="connsiteX29" fmla="*/ 180563 w 598324"/>
                <a:gd name="connsiteY29" fmla="*/ 292068 h 761503"/>
                <a:gd name="connsiteX30" fmla="*/ 180563 w 598324"/>
                <a:gd name="connsiteY30" fmla="*/ 305667 h 761503"/>
                <a:gd name="connsiteX31" fmla="*/ 183283 w 598324"/>
                <a:gd name="connsiteY31" fmla="*/ 354620 h 761503"/>
                <a:gd name="connsiteX32" fmla="*/ 188722 w 598324"/>
                <a:gd name="connsiteY32" fmla="*/ 449808 h 761503"/>
                <a:gd name="connsiteX33" fmla="*/ 188722 w 598324"/>
                <a:gd name="connsiteY33" fmla="*/ 479725 h 761503"/>
                <a:gd name="connsiteX34" fmla="*/ 188722 w 598324"/>
                <a:gd name="connsiteY34" fmla="*/ 542277 h 761503"/>
                <a:gd name="connsiteX35" fmla="*/ 186002 w 598324"/>
                <a:gd name="connsiteY35" fmla="*/ 615708 h 761503"/>
                <a:gd name="connsiteX36" fmla="*/ 186002 w 598324"/>
                <a:gd name="connsiteY36" fmla="*/ 637465 h 761503"/>
                <a:gd name="connsiteX37" fmla="*/ 183283 w 598324"/>
                <a:gd name="connsiteY37" fmla="*/ 664661 h 761503"/>
                <a:gd name="connsiteX38" fmla="*/ 226797 w 598324"/>
                <a:gd name="connsiteY38" fmla="*/ 664661 h 761503"/>
                <a:gd name="connsiteX39" fmla="*/ 253994 w 598324"/>
                <a:gd name="connsiteY39" fmla="*/ 680979 h 761503"/>
                <a:gd name="connsiteX40" fmla="*/ 248554 w 598324"/>
                <a:gd name="connsiteY40" fmla="*/ 697297 h 761503"/>
                <a:gd name="connsiteX41" fmla="*/ 234956 w 598324"/>
                <a:gd name="connsiteY41" fmla="*/ 705456 h 761503"/>
                <a:gd name="connsiteX42" fmla="*/ 218638 w 598324"/>
                <a:gd name="connsiteY42" fmla="*/ 708176 h 761503"/>
                <a:gd name="connsiteX43" fmla="*/ 183283 w 598324"/>
                <a:gd name="connsiteY43" fmla="*/ 708176 h 761503"/>
                <a:gd name="connsiteX44" fmla="*/ 150647 w 598324"/>
                <a:gd name="connsiteY44" fmla="*/ 708176 h 761503"/>
                <a:gd name="connsiteX45" fmla="*/ 107132 w 598324"/>
                <a:gd name="connsiteY45" fmla="*/ 708176 h 761503"/>
                <a:gd name="connsiteX46" fmla="*/ 88094 w 598324"/>
                <a:gd name="connsiteY46" fmla="*/ 708176 h 761503"/>
                <a:gd name="connsiteX47" fmla="*/ 69057 w 598324"/>
                <a:gd name="connsiteY47" fmla="*/ 702736 h 761503"/>
                <a:gd name="connsiteX48" fmla="*/ 58178 w 598324"/>
                <a:gd name="connsiteY48" fmla="*/ 686418 h 761503"/>
                <a:gd name="connsiteX49" fmla="*/ 60898 w 598324"/>
                <a:gd name="connsiteY49" fmla="*/ 678259 h 761503"/>
                <a:gd name="connsiteX50" fmla="*/ 77216 w 598324"/>
                <a:gd name="connsiteY50" fmla="*/ 670101 h 761503"/>
                <a:gd name="connsiteX51" fmla="*/ 120730 w 598324"/>
                <a:gd name="connsiteY51" fmla="*/ 664661 h 761503"/>
                <a:gd name="connsiteX52" fmla="*/ 131609 w 598324"/>
                <a:gd name="connsiteY52" fmla="*/ 664661 h 761503"/>
                <a:gd name="connsiteX53" fmla="*/ 134329 w 598324"/>
                <a:gd name="connsiteY53" fmla="*/ 539557 h 761503"/>
                <a:gd name="connsiteX54" fmla="*/ 134329 w 598324"/>
                <a:gd name="connsiteY54" fmla="*/ 504201 h 761503"/>
                <a:gd name="connsiteX55" fmla="*/ 131609 w 598324"/>
                <a:gd name="connsiteY55" fmla="*/ 376378 h 761503"/>
                <a:gd name="connsiteX56" fmla="*/ 131609 w 598324"/>
                <a:gd name="connsiteY56" fmla="*/ 302947 h 761503"/>
                <a:gd name="connsiteX57" fmla="*/ 134329 w 598324"/>
                <a:gd name="connsiteY57" fmla="*/ 221357 h 761503"/>
                <a:gd name="connsiteX58" fmla="*/ 137048 w 598324"/>
                <a:gd name="connsiteY58" fmla="*/ 123450 h 761503"/>
                <a:gd name="connsiteX59" fmla="*/ 107132 w 598324"/>
                <a:gd name="connsiteY59" fmla="*/ 123450 h 761503"/>
                <a:gd name="connsiteX60" fmla="*/ 88094 w 598324"/>
                <a:gd name="connsiteY60" fmla="*/ 123450 h 761503"/>
                <a:gd name="connsiteX61" fmla="*/ 69057 w 598324"/>
                <a:gd name="connsiteY61" fmla="*/ 118011 h 761503"/>
                <a:gd name="connsiteX62" fmla="*/ 58178 w 598324"/>
                <a:gd name="connsiteY62" fmla="*/ 101693 h 761503"/>
                <a:gd name="connsiteX63" fmla="*/ 60898 w 598324"/>
                <a:gd name="connsiteY63" fmla="*/ 93534 h 761503"/>
                <a:gd name="connsiteX64" fmla="*/ 77216 w 598324"/>
                <a:gd name="connsiteY64" fmla="*/ 85375 h 761503"/>
                <a:gd name="connsiteX65" fmla="*/ 131609 w 598324"/>
                <a:gd name="connsiteY65" fmla="*/ 79935 h 761503"/>
                <a:gd name="connsiteX66" fmla="*/ 161525 w 598324"/>
                <a:gd name="connsiteY66" fmla="*/ 79935 h 761503"/>
                <a:gd name="connsiteX67" fmla="*/ 177843 w 598324"/>
                <a:gd name="connsiteY67" fmla="*/ 66337 h 761503"/>
                <a:gd name="connsiteX68" fmla="*/ 202320 w 598324"/>
                <a:gd name="connsiteY68" fmla="*/ 58178 h 761503"/>
                <a:gd name="connsiteX69" fmla="*/ 234956 w 598324"/>
                <a:gd name="connsiteY69" fmla="*/ 77216 h 761503"/>
                <a:gd name="connsiteX70" fmla="*/ 251274 w 598324"/>
                <a:gd name="connsiteY70" fmla="*/ 107132 h 761503"/>
                <a:gd name="connsiteX71" fmla="*/ 267592 w 598324"/>
                <a:gd name="connsiteY71" fmla="*/ 147927 h 761503"/>
                <a:gd name="connsiteX72" fmla="*/ 281190 w 598324"/>
                <a:gd name="connsiteY72" fmla="*/ 183282 h 761503"/>
                <a:gd name="connsiteX73" fmla="*/ 297508 w 598324"/>
                <a:gd name="connsiteY73" fmla="*/ 224077 h 761503"/>
                <a:gd name="connsiteX74" fmla="*/ 308387 w 598324"/>
                <a:gd name="connsiteY74" fmla="*/ 264872 h 761503"/>
                <a:gd name="connsiteX75" fmla="*/ 319265 w 598324"/>
                <a:gd name="connsiteY75" fmla="*/ 300227 h 761503"/>
                <a:gd name="connsiteX76" fmla="*/ 351901 w 598324"/>
                <a:gd name="connsiteY76" fmla="*/ 379097 h 761503"/>
                <a:gd name="connsiteX77" fmla="*/ 365500 w 598324"/>
                <a:gd name="connsiteY77" fmla="*/ 417173 h 761503"/>
                <a:gd name="connsiteX78" fmla="*/ 379098 w 598324"/>
                <a:gd name="connsiteY78" fmla="*/ 457967 h 761503"/>
                <a:gd name="connsiteX79" fmla="*/ 395416 w 598324"/>
                <a:gd name="connsiteY79" fmla="*/ 496043 h 761503"/>
                <a:gd name="connsiteX80" fmla="*/ 406294 w 598324"/>
                <a:gd name="connsiteY80" fmla="*/ 512361 h 761503"/>
                <a:gd name="connsiteX81" fmla="*/ 411734 w 598324"/>
                <a:gd name="connsiteY81" fmla="*/ 531398 h 761503"/>
                <a:gd name="connsiteX82" fmla="*/ 419893 w 598324"/>
                <a:gd name="connsiteY82" fmla="*/ 558595 h 761503"/>
                <a:gd name="connsiteX83" fmla="*/ 425332 w 598324"/>
                <a:gd name="connsiteY83" fmla="*/ 564034 h 761503"/>
                <a:gd name="connsiteX84" fmla="*/ 430771 w 598324"/>
                <a:gd name="connsiteY84" fmla="*/ 558595 h 761503"/>
                <a:gd name="connsiteX85" fmla="*/ 430771 w 598324"/>
                <a:gd name="connsiteY85" fmla="*/ 550436 h 761503"/>
                <a:gd name="connsiteX86" fmla="*/ 430771 w 598324"/>
                <a:gd name="connsiteY86" fmla="*/ 501482 h 761503"/>
                <a:gd name="connsiteX87" fmla="*/ 430771 w 598324"/>
                <a:gd name="connsiteY87" fmla="*/ 403574 h 761503"/>
                <a:gd name="connsiteX88" fmla="*/ 425332 w 598324"/>
                <a:gd name="connsiteY88" fmla="*/ 313826 h 761503"/>
                <a:gd name="connsiteX89" fmla="*/ 425332 w 598324"/>
                <a:gd name="connsiteY89" fmla="*/ 248554 h 761503"/>
                <a:gd name="connsiteX90" fmla="*/ 425332 w 598324"/>
                <a:gd name="connsiteY90" fmla="*/ 210479 h 761503"/>
                <a:gd name="connsiteX91" fmla="*/ 422613 w 598324"/>
                <a:gd name="connsiteY91" fmla="*/ 153366 h 761503"/>
                <a:gd name="connsiteX92" fmla="*/ 425332 w 598324"/>
                <a:gd name="connsiteY92" fmla="*/ 123450 h 761503"/>
                <a:gd name="connsiteX93" fmla="*/ 398136 w 598324"/>
                <a:gd name="connsiteY93" fmla="*/ 123450 h 761503"/>
                <a:gd name="connsiteX94" fmla="*/ 379098 w 598324"/>
                <a:gd name="connsiteY94" fmla="*/ 123450 h 761503"/>
                <a:gd name="connsiteX95" fmla="*/ 360060 w 598324"/>
                <a:gd name="connsiteY95" fmla="*/ 118011 h 761503"/>
                <a:gd name="connsiteX96" fmla="*/ 349182 w 598324"/>
                <a:gd name="connsiteY96" fmla="*/ 101693 h 761503"/>
                <a:gd name="connsiteX97" fmla="*/ 351901 w 598324"/>
                <a:gd name="connsiteY97" fmla="*/ 93534 h 761503"/>
                <a:gd name="connsiteX98" fmla="*/ 368219 w 598324"/>
                <a:gd name="connsiteY98" fmla="*/ 85375 h 761503"/>
                <a:gd name="connsiteX99" fmla="*/ 422613 w 598324"/>
                <a:gd name="connsiteY99" fmla="*/ 79935 h 761503"/>
                <a:gd name="connsiteX100" fmla="*/ 444370 w 598324"/>
                <a:gd name="connsiteY100" fmla="*/ 79935 h 761503"/>
                <a:gd name="connsiteX101" fmla="*/ 463407 w 598324"/>
                <a:gd name="connsiteY101" fmla="*/ 71776 h 761503"/>
                <a:gd name="connsiteX102" fmla="*/ 477006 w 598324"/>
                <a:gd name="connsiteY102" fmla="*/ 79935 h 761503"/>
                <a:gd name="connsiteX103" fmla="*/ 515081 w 598324"/>
                <a:gd name="connsiteY103" fmla="*/ 79935 h 761503"/>
                <a:gd name="connsiteX104" fmla="*/ 515081 w 598324"/>
                <a:gd name="connsiteY104" fmla="*/ 79935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598324" h="761503">
                  <a:moveTo>
                    <a:pt x="515081" y="79935"/>
                  </a:moveTo>
                  <a:cubicBezTo>
                    <a:pt x="523240" y="79935"/>
                    <a:pt x="542277" y="79935"/>
                    <a:pt x="542277" y="96253"/>
                  </a:cubicBezTo>
                  <a:cubicBezTo>
                    <a:pt x="542277" y="104412"/>
                    <a:pt x="542277" y="107132"/>
                    <a:pt x="536838" y="112571"/>
                  </a:cubicBezTo>
                  <a:cubicBezTo>
                    <a:pt x="534119" y="118011"/>
                    <a:pt x="528679" y="120730"/>
                    <a:pt x="523240" y="120730"/>
                  </a:cubicBezTo>
                  <a:cubicBezTo>
                    <a:pt x="515081" y="123450"/>
                    <a:pt x="512361" y="123450"/>
                    <a:pt x="506922" y="123450"/>
                  </a:cubicBezTo>
                  <a:cubicBezTo>
                    <a:pt x="504202" y="123450"/>
                    <a:pt x="490604" y="123450"/>
                    <a:pt x="477006" y="123450"/>
                  </a:cubicBezTo>
                  <a:cubicBezTo>
                    <a:pt x="477006" y="131609"/>
                    <a:pt x="479725" y="137048"/>
                    <a:pt x="479725" y="145207"/>
                  </a:cubicBezTo>
                  <a:cubicBezTo>
                    <a:pt x="479725" y="156086"/>
                    <a:pt x="477006" y="166964"/>
                    <a:pt x="477006" y="180563"/>
                  </a:cubicBezTo>
                  <a:cubicBezTo>
                    <a:pt x="477006" y="196881"/>
                    <a:pt x="479725" y="215918"/>
                    <a:pt x="482445" y="232236"/>
                  </a:cubicBezTo>
                  <a:cubicBezTo>
                    <a:pt x="485165" y="248554"/>
                    <a:pt x="485165" y="267592"/>
                    <a:pt x="485165" y="283909"/>
                  </a:cubicBezTo>
                  <a:cubicBezTo>
                    <a:pt x="485165" y="297508"/>
                    <a:pt x="485165" y="313826"/>
                    <a:pt x="485165" y="327424"/>
                  </a:cubicBezTo>
                  <a:cubicBezTo>
                    <a:pt x="485165" y="343742"/>
                    <a:pt x="487884" y="357340"/>
                    <a:pt x="487884" y="373658"/>
                  </a:cubicBezTo>
                  <a:cubicBezTo>
                    <a:pt x="487884" y="389976"/>
                    <a:pt x="485165" y="403574"/>
                    <a:pt x="485165" y="419892"/>
                  </a:cubicBezTo>
                  <a:cubicBezTo>
                    <a:pt x="485165" y="436210"/>
                    <a:pt x="485165" y="449808"/>
                    <a:pt x="485165" y="463407"/>
                  </a:cubicBezTo>
                  <a:cubicBezTo>
                    <a:pt x="485165" y="479725"/>
                    <a:pt x="485165" y="498762"/>
                    <a:pt x="482445" y="515080"/>
                  </a:cubicBezTo>
                  <a:cubicBezTo>
                    <a:pt x="482445" y="528678"/>
                    <a:pt x="482445" y="542277"/>
                    <a:pt x="482445" y="558595"/>
                  </a:cubicBezTo>
                  <a:cubicBezTo>
                    <a:pt x="482445" y="572193"/>
                    <a:pt x="479725" y="588511"/>
                    <a:pt x="479725" y="602109"/>
                  </a:cubicBezTo>
                  <a:cubicBezTo>
                    <a:pt x="479725" y="615708"/>
                    <a:pt x="485165" y="632025"/>
                    <a:pt x="485165" y="648343"/>
                  </a:cubicBezTo>
                  <a:cubicBezTo>
                    <a:pt x="485165" y="659222"/>
                    <a:pt x="482445" y="670101"/>
                    <a:pt x="474286" y="675540"/>
                  </a:cubicBezTo>
                  <a:cubicBezTo>
                    <a:pt x="460688" y="686418"/>
                    <a:pt x="444370" y="691858"/>
                    <a:pt x="428052" y="691858"/>
                  </a:cubicBezTo>
                  <a:cubicBezTo>
                    <a:pt x="414453" y="691858"/>
                    <a:pt x="400855" y="689138"/>
                    <a:pt x="387257" y="683699"/>
                  </a:cubicBezTo>
                  <a:cubicBezTo>
                    <a:pt x="373659" y="678259"/>
                    <a:pt x="360060" y="672820"/>
                    <a:pt x="351901" y="664661"/>
                  </a:cubicBezTo>
                  <a:cubicBezTo>
                    <a:pt x="330144" y="645624"/>
                    <a:pt x="316546" y="621147"/>
                    <a:pt x="305667" y="596670"/>
                  </a:cubicBezTo>
                  <a:cubicBezTo>
                    <a:pt x="292069" y="569473"/>
                    <a:pt x="281190" y="539557"/>
                    <a:pt x="270312" y="509641"/>
                  </a:cubicBezTo>
                  <a:cubicBezTo>
                    <a:pt x="264872" y="493323"/>
                    <a:pt x="256713" y="477005"/>
                    <a:pt x="251274" y="460687"/>
                  </a:cubicBezTo>
                  <a:cubicBezTo>
                    <a:pt x="240395" y="433490"/>
                    <a:pt x="232236" y="409014"/>
                    <a:pt x="224077" y="381817"/>
                  </a:cubicBezTo>
                  <a:cubicBezTo>
                    <a:pt x="218638" y="365499"/>
                    <a:pt x="213199" y="346462"/>
                    <a:pt x="207759" y="330144"/>
                  </a:cubicBezTo>
                  <a:cubicBezTo>
                    <a:pt x="202320" y="316545"/>
                    <a:pt x="196881" y="300227"/>
                    <a:pt x="191442" y="286629"/>
                  </a:cubicBezTo>
                  <a:cubicBezTo>
                    <a:pt x="188722" y="281190"/>
                    <a:pt x="186002" y="278470"/>
                    <a:pt x="183283" y="278470"/>
                  </a:cubicBezTo>
                  <a:cubicBezTo>
                    <a:pt x="180563" y="278470"/>
                    <a:pt x="180563" y="286629"/>
                    <a:pt x="180563" y="292068"/>
                  </a:cubicBezTo>
                  <a:cubicBezTo>
                    <a:pt x="180563" y="297508"/>
                    <a:pt x="180563" y="302947"/>
                    <a:pt x="180563" y="305667"/>
                  </a:cubicBezTo>
                  <a:cubicBezTo>
                    <a:pt x="180563" y="321985"/>
                    <a:pt x="183283" y="338303"/>
                    <a:pt x="183283" y="354620"/>
                  </a:cubicBezTo>
                  <a:cubicBezTo>
                    <a:pt x="183283" y="387256"/>
                    <a:pt x="186002" y="417173"/>
                    <a:pt x="188722" y="449808"/>
                  </a:cubicBezTo>
                  <a:cubicBezTo>
                    <a:pt x="188722" y="460687"/>
                    <a:pt x="188722" y="468846"/>
                    <a:pt x="188722" y="479725"/>
                  </a:cubicBezTo>
                  <a:cubicBezTo>
                    <a:pt x="188722" y="501482"/>
                    <a:pt x="188722" y="523239"/>
                    <a:pt x="188722" y="542277"/>
                  </a:cubicBezTo>
                  <a:cubicBezTo>
                    <a:pt x="188722" y="566754"/>
                    <a:pt x="186002" y="591231"/>
                    <a:pt x="186002" y="615708"/>
                  </a:cubicBezTo>
                  <a:cubicBezTo>
                    <a:pt x="186002" y="623866"/>
                    <a:pt x="186002" y="632025"/>
                    <a:pt x="186002" y="637465"/>
                  </a:cubicBezTo>
                  <a:cubicBezTo>
                    <a:pt x="186002" y="645624"/>
                    <a:pt x="183283" y="656502"/>
                    <a:pt x="183283" y="664661"/>
                  </a:cubicBezTo>
                  <a:cubicBezTo>
                    <a:pt x="202320" y="664661"/>
                    <a:pt x="218638" y="664661"/>
                    <a:pt x="226797" y="664661"/>
                  </a:cubicBezTo>
                  <a:cubicBezTo>
                    <a:pt x="234956" y="664661"/>
                    <a:pt x="253994" y="664661"/>
                    <a:pt x="253994" y="680979"/>
                  </a:cubicBezTo>
                  <a:cubicBezTo>
                    <a:pt x="253994" y="689138"/>
                    <a:pt x="253994" y="691858"/>
                    <a:pt x="248554" y="697297"/>
                  </a:cubicBezTo>
                  <a:cubicBezTo>
                    <a:pt x="245835" y="702736"/>
                    <a:pt x="240395" y="705456"/>
                    <a:pt x="234956" y="705456"/>
                  </a:cubicBezTo>
                  <a:cubicBezTo>
                    <a:pt x="226797" y="708176"/>
                    <a:pt x="224077" y="708176"/>
                    <a:pt x="218638" y="708176"/>
                  </a:cubicBezTo>
                  <a:cubicBezTo>
                    <a:pt x="215918" y="708176"/>
                    <a:pt x="199600" y="708176"/>
                    <a:pt x="183283" y="708176"/>
                  </a:cubicBezTo>
                  <a:cubicBezTo>
                    <a:pt x="166965" y="708176"/>
                    <a:pt x="153366" y="708176"/>
                    <a:pt x="150647" y="708176"/>
                  </a:cubicBezTo>
                  <a:cubicBezTo>
                    <a:pt x="139768" y="708176"/>
                    <a:pt x="120730" y="708176"/>
                    <a:pt x="107132" y="708176"/>
                  </a:cubicBezTo>
                  <a:cubicBezTo>
                    <a:pt x="101693" y="708176"/>
                    <a:pt x="96254" y="708176"/>
                    <a:pt x="88094" y="708176"/>
                  </a:cubicBezTo>
                  <a:cubicBezTo>
                    <a:pt x="82655" y="708176"/>
                    <a:pt x="74496" y="708176"/>
                    <a:pt x="69057" y="702736"/>
                  </a:cubicBezTo>
                  <a:cubicBezTo>
                    <a:pt x="63617" y="700017"/>
                    <a:pt x="58178" y="691858"/>
                    <a:pt x="58178" y="686418"/>
                  </a:cubicBezTo>
                  <a:cubicBezTo>
                    <a:pt x="58178" y="683699"/>
                    <a:pt x="58178" y="680979"/>
                    <a:pt x="60898" y="678259"/>
                  </a:cubicBezTo>
                  <a:cubicBezTo>
                    <a:pt x="63617" y="675540"/>
                    <a:pt x="71777" y="672820"/>
                    <a:pt x="77216" y="670101"/>
                  </a:cubicBezTo>
                  <a:cubicBezTo>
                    <a:pt x="90814" y="667381"/>
                    <a:pt x="115291" y="664661"/>
                    <a:pt x="120730" y="664661"/>
                  </a:cubicBezTo>
                  <a:cubicBezTo>
                    <a:pt x="123450" y="664661"/>
                    <a:pt x="126170" y="664661"/>
                    <a:pt x="131609" y="664661"/>
                  </a:cubicBezTo>
                  <a:cubicBezTo>
                    <a:pt x="131609" y="623866"/>
                    <a:pt x="134329" y="583072"/>
                    <a:pt x="134329" y="539557"/>
                  </a:cubicBezTo>
                  <a:cubicBezTo>
                    <a:pt x="134329" y="528678"/>
                    <a:pt x="134329" y="515080"/>
                    <a:pt x="134329" y="504201"/>
                  </a:cubicBezTo>
                  <a:cubicBezTo>
                    <a:pt x="131609" y="460687"/>
                    <a:pt x="131609" y="417173"/>
                    <a:pt x="131609" y="376378"/>
                  </a:cubicBezTo>
                  <a:cubicBezTo>
                    <a:pt x="131609" y="351901"/>
                    <a:pt x="131609" y="327424"/>
                    <a:pt x="131609" y="302947"/>
                  </a:cubicBezTo>
                  <a:cubicBezTo>
                    <a:pt x="131609" y="275751"/>
                    <a:pt x="131609" y="248554"/>
                    <a:pt x="134329" y="221357"/>
                  </a:cubicBezTo>
                  <a:cubicBezTo>
                    <a:pt x="134329" y="188722"/>
                    <a:pt x="137048" y="156086"/>
                    <a:pt x="137048" y="123450"/>
                  </a:cubicBezTo>
                  <a:cubicBezTo>
                    <a:pt x="126170" y="123450"/>
                    <a:pt x="115291" y="123450"/>
                    <a:pt x="107132" y="123450"/>
                  </a:cubicBezTo>
                  <a:cubicBezTo>
                    <a:pt x="101693" y="123450"/>
                    <a:pt x="96254" y="123450"/>
                    <a:pt x="88094" y="123450"/>
                  </a:cubicBezTo>
                  <a:cubicBezTo>
                    <a:pt x="82655" y="123450"/>
                    <a:pt x="74496" y="120730"/>
                    <a:pt x="69057" y="118011"/>
                  </a:cubicBezTo>
                  <a:cubicBezTo>
                    <a:pt x="63617" y="115291"/>
                    <a:pt x="58178" y="107132"/>
                    <a:pt x="58178" y="101693"/>
                  </a:cubicBezTo>
                  <a:cubicBezTo>
                    <a:pt x="58178" y="98973"/>
                    <a:pt x="58178" y="96253"/>
                    <a:pt x="60898" y="93534"/>
                  </a:cubicBezTo>
                  <a:cubicBezTo>
                    <a:pt x="63617" y="90814"/>
                    <a:pt x="71777" y="88094"/>
                    <a:pt x="77216" y="85375"/>
                  </a:cubicBezTo>
                  <a:cubicBezTo>
                    <a:pt x="90814" y="82655"/>
                    <a:pt x="126170" y="79935"/>
                    <a:pt x="131609" y="79935"/>
                  </a:cubicBezTo>
                  <a:cubicBezTo>
                    <a:pt x="137048" y="79935"/>
                    <a:pt x="147927" y="79935"/>
                    <a:pt x="161525" y="79935"/>
                  </a:cubicBezTo>
                  <a:cubicBezTo>
                    <a:pt x="166965" y="74496"/>
                    <a:pt x="172404" y="71776"/>
                    <a:pt x="177843" y="66337"/>
                  </a:cubicBezTo>
                  <a:cubicBezTo>
                    <a:pt x="186002" y="60898"/>
                    <a:pt x="194161" y="58178"/>
                    <a:pt x="202320" y="58178"/>
                  </a:cubicBezTo>
                  <a:cubicBezTo>
                    <a:pt x="215918" y="58178"/>
                    <a:pt x="226797" y="63617"/>
                    <a:pt x="234956" y="77216"/>
                  </a:cubicBezTo>
                  <a:cubicBezTo>
                    <a:pt x="240395" y="88094"/>
                    <a:pt x="248554" y="96253"/>
                    <a:pt x="251274" y="107132"/>
                  </a:cubicBezTo>
                  <a:cubicBezTo>
                    <a:pt x="256713" y="120730"/>
                    <a:pt x="259433" y="134328"/>
                    <a:pt x="267592" y="147927"/>
                  </a:cubicBezTo>
                  <a:cubicBezTo>
                    <a:pt x="273031" y="158805"/>
                    <a:pt x="275751" y="172404"/>
                    <a:pt x="281190" y="183282"/>
                  </a:cubicBezTo>
                  <a:cubicBezTo>
                    <a:pt x="286630" y="196881"/>
                    <a:pt x="292069" y="210479"/>
                    <a:pt x="297508" y="224077"/>
                  </a:cubicBezTo>
                  <a:cubicBezTo>
                    <a:pt x="300228" y="237675"/>
                    <a:pt x="305667" y="251274"/>
                    <a:pt x="308387" y="264872"/>
                  </a:cubicBezTo>
                  <a:cubicBezTo>
                    <a:pt x="311106" y="278470"/>
                    <a:pt x="311106" y="289349"/>
                    <a:pt x="319265" y="300227"/>
                  </a:cubicBezTo>
                  <a:cubicBezTo>
                    <a:pt x="332864" y="324704"/>
                    <a:pt x="346462" y="351901"/>
                    <a:pt x="351901" y="379097"/>
                  </a:cubicBezTo>
                  <a:cubicBezTo>
                    <a:pt x="354621" y="392696"/>
                    <a:pt x="360060" y="403574"/>
                    <a:pt x="365500" y="417173"/>
                  </a:cubicBezTo>
                  <a:cubicBezTo>
                    <a:pt x="373659" y="430771"/>
                    <a:pt x="373659" y="444369"/>
                    <a:pt x="379098" y="457967"/>
                  </a:cubicBezTo>
                  <a:cubicBezTo>
                    <a:pt x="381818" y="471566"/>
                    <a:pt x="387257" y="482444"/>
                    <a:pt x="395416" y="496043"/>
                  </a:cubicBezTo>
                  <a:cubicBezTo>
                    <a:pt x="398136" y="501482"/>
                    <a:pt x="403575" y="506921"/>
                    <a:pt x="406294" y="512361"/>
                  </a:cubicBezTo>
                  <a:cubicBezTo>
                    <a:pt x="409014" y="517800"/>
                    <a:pt x="409014" y="525959"/>
                    <a:pt x="411734" y="531398"/>
                  </a:cubicBezTo>
                  <a:cubicBezTo>
                    <a:pt x="414453" y="539557"/>
                    <a:pt x="417173" y="550436"/>
                    <a:pt x="419893" y="558595"/>
                  </a:cubicBezTo>
                  <a:cubicBezTo>
                    <a:pt x="422613" y="561314"/>
                    <a:pt x="422613" y="564034"/>
                    <a:pt x="425332" y="564034"/>
                  </a:cubicBezTo>
                  <a:cubicBezTo>
                    <a:pt x="428052" y="564034"/>
                    <a:pt x="428052" y="561314"/>
                    <a:pt x="430771" y="558595"/>
                  </a:cubicBezTo>
                  <a:cubicBezTo>
                    <a:pt x="430771" y="555875"/>
                    <a:pt x="430771" y="553155"/>
                    <a:pt x="430771" y="550436"/>
                  </a:cubicBezTo>
                  <a:cubicBezTo>
                    <a:pt x="430771" y="534118"/>
                    <a:pt x="430771" y="517800"/>
                    <a:pt x="430771" y="501482"/>
                  </a:cubicBezTo>
                  <a:cubicBezTo>
                    <a:pt x="430771" y="468846"/>
                    <a:pt x="433491" y="436210"/>
                    <a:pt x="430771" y="403574"/>
                  </a:cubicBezTo>
                  <a:cubicBezTo>
                    <a:pt x="430771" y="373658"/>
                    <a:pt x="425332" y="343742"/>
                    <a:pt x="425332" y="313826"/>
                  </a:cubicBezTo>
                  <a:cubicBezTo>
                    <a:pt x="425332" y="292068"/>
                    <a:pt x="425332" y="270311"/>
                    <a:pt x="425332" y="248554"/>
                  </a:cubicBezTo>
                  <a:cubicBezTo>
                    <a:pt x="425332" y="234956"/>
                    <a:pt x="425332" y="224077"/>
                    <a:pt x="425332" y="210479"/>
                  </a:cubicBezTo>
                  <a:cubicBezTo>
                    <a:pt x="425332" y="191441"/>
                    <a:pt x="422613" y="172404"/>
                    <a:pt x="422613" y="153366"/>
                  </a:cubicBezTo>
                  <a:cubicBezTo>
                    <a:pt x="422613" y="142487"/>
                    <a:pt x="422613" y="134328"/>
                    <a:pt x="425332" y="123450"/>
                  </a:cubicBezTo>
                  <a:cubicBezTo>
                    <a:pt x="417173" y="123450"/>
                    <a:pt x="406294" y="123450"/>
                    <a:pt x="398136" y="123450"/>
                  </a:cubicBezTo>
                  <a:cubicBezTo>
                    <a:pt x="392696" y="123450"/>
                    <a:pt x="387257" y="123450"/>
                    <a:pt x="379098" y="123450"/>
                  </a:cubicBezTo>
                  <a:cubicBezTo>
                    <a:pt x="373659" y="123450"/>
                    <a:pt x="365500" y="120730"/>
                    <a:pt x="360060" y="118011"/>
                  </a:cubicBezTo>
                  <a:cubicBezTo>
                    <a:pt x="354621" y="115291"/>
                    <a:pt x="349182" y="107132"/>
                    <a:pt x="349182" y="101693"/>
                  </a:cubicBezTo>
                  <a:cubicBezTo>
                    <a:pt x="349182" y="98973"/>
                    <a:pt x="349182" y="96253"/>
                    <a:pt x="351901" y="93534"/>
                  </a:cubicBezTo>
                  <a:cubicBezTo>
                    <a:pt x="354621" y="90814"/>
                    <a:pt x="362780" y="88094"/>
                    <a:pt x="368219" y="85375"/>
                  </a:cubicBezTo>
                  <a:cubicBezTo>
                    <a:pt x="381818" y="82655"/>
                    <a:pt x="417173" y="79935"/>
                    <a:pt x="422613" y="79935"/>
                  </a:cubicBezTo>
                  <a:cubicBezTo>
                    <a:pt x="428052" y="79935"/>
                    <a:pt x="433491" y="79935"/>
                    <a:pt x="444370" y="79935"/>
                  </a:cubicBezTo>
                  <a:cubicBezTo>
                    <a:pt x="449809" y="74496"/>
                    <a:pt x="455248" y="71776"/>
                    <a:pt x="463407" y="71776"/>
                  </a:cubicBezTo>
                  <a:cubicBezTo>
                    <a:pt x="471566" y="71776"/>
                    <a:pt x="477006" y="74496"/>
                    <a:pt x="477006" y="79935"/>
                  </a:cubicBezTo>
                  <a:cubicBezTo>
                    <a:pt x="493324" y="79935"/>
                    <a:pt x="506922" y="79935"/>
                    <a:pt x="515081" y="79935"/>
                  </a:cubicBezTo>
                  <a:lnTo>
                    <a:pt x="515081" y="79935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891440AF-BE0A-4FCF-8580-12C0D6978EDB}"/>
                </a:ext>
              </a:extLst>
            </p:cNvPr>
            <p:cNvSpPr/>
            <p:nvPr/>
          </p:nvSpPr>
          <p:spPr>
            <a:xfrm>
              <a:off x="5139126" y="4192158"/>
              <a:ext cx="516735" cy="788700"/>
            </a:xfrm>
            <a:custGeom>
              <a:avLst/>
              <a:gdLst>
                <a:gd name="connsiteX0" fmla="*/ 464616 w 516735"/>
                <a:gd name="connsiteY0" fmla="*/ 436210 h 788699"/>
                <a:gd name="connsiteX1" fmla="*/ 445578 w 516735"/>
                <a:gd name="connsiteY1" fmla="*/ 455248 h 788699"/>
                <a:gd name="connsiteX2" fmla="*/ 404784 w 516735"/>
                <a:gd name="connsiteY2" fmla="*/ 466126 h 788699"/>
                <a:gd name="connsiteX3" fmla="*/ 385746 w 516735"/>
                <a:gd name="connsiteY3" fmla="*/ 479725 h 788699"/>
                <a:gd name="connsiteX4" fmla="*/ 388466 w 516735"/>
                <a:gd name="connsiteY4" fmla="*/ 512361 h 788699"/>
                <a:gd name="connsiteX5" fmla="*/ 388466 w 516735"/>
                <a:gd name="connsiteY5" fmla="*/ 544997 h 788699"/>
                <a:gd name="connsiteX6" fmla="*/ 388466 w 516735"/>
                <a:gd name="connsiteY6" fmla="*/ 566754 h 788699"/>
                <a:gd name="connsiteX7" fmla="*/ 391185 w 516735"/>
                <a:gd name="connsiteY7" fmla="*/ 632026 h 788699"/>
                <a:gd name="connsiteX8" fmla="*/ 393905 w 516735"/>
                <a:gd name="connsiteY8" fmla="*/ 683699 h 788699"/>
                <a:gd name="connsiteX9" fmla="*/ 377587 w 516735"/>
                <a:gd name="connsiteY9" fmla="*/ 724494 h 788699"/>
                <a:gd name="connsiteX10" fmla="*/ 361269 w 516735"/>
                <a:gd name="connsiteY10" fmla="*/ 719054 h 788699"/>
                <a:gd name="connsiteX11" fmla="*/ 353110 w 516735"/>
                <a:gd name="connsiteY11" fmla="*/ 702737 h 788699"/>
                <a:gd name="connsiteX12" fmla="*/ 350390 w 516735"/>
                <a:gd name="connsiteY12" fmla="*/ 686419 h 788699"/>
                <a:gd name="connsiteX13" fmla="*/ 353110 w 516735"/>
                <a:gd name="connsiteY13" fmla="*/ 659222 h 788699"/>
                <a:gd name="connsiteX14" fmla="*/ 353110 w 516735"/>
                <a:gd name="connsiteY14" fmla="*/ 656502 h 788699"/>
                <a:gd name="connsiteX15" fmla="*/ 317755 w 516735"/>
                <a:gd name="connsiteY15" fmla="*/ 708176 h 788699"/>
                <a:gd name="connsiteX16" fmla="*/ 241604 w 516735"/>
                <a:gd name="connsiteY16" fmla="*/ 735372 h 788699"/>
                <a:gd name="connsiteX17" fmla="*/ 187211 w 516735"/>
                <a:gd name="connsiteY17" fmla="*/ 727214 h 788699"/>
                <a:gd name="connsiteX18" fmla="*/ 135538 w 516735"/>
                <a:gd name="connsiteY18" fmla="*/ 694578 h 788699"/>
                <a:gd name="connsiteX19" fmla="*/ 86584 w 516735"/>
                <a:gd name="connsiteY19" fmla="*/ 621147 h 788699"/>
                <a:gd name="connsiteX20" fmla="*/ 67546 w 516735"/>
                <a:gd name="connsiteY20" fmla="*/ 555875 h 788699"/>
                <a:gd name="connsiteX21" fmla="*/ 59387 w 516735"/>
                <a:gd name="connsiteY21" fmla="*/ 509641 h 788699"/>
                <a:gd name="connsiteX22" fmla="*/ 59387 w 516735"/>
                <a:gd name="connsiteY22" fmla="*/ 468846 h 788699"/>
                <a:gd name="connsiteX23" fmla="*/ 86584 w 516735"/>
                <a:gd name="connsiteY23" fmla="*/ 302947 h 788699"/>
                <a:gd name="connsiteX24" fmla="*/ 108341 w 516735"/>
                <a:gd name="connsiteY24" fmla="*/ 224077 h 788699"/>
                <a:gd name="connsiteX25" fmla="*/ 146416 w 516735"/>
                <a:gd name="connsiteY25" fmla="*/ 145207 h 788699"/>
                <a:gd name="connsiteX26" fmla="*/ 198090 w 516735"/>
                <a:gd name="connsiteY26" fmla="*/ 85375 h 788699"/>
                <a:gd name="connsiteX27" fmla="*/ 228006 w 516735"/>
                <a:gd name="connsiteY27" fmla="*/ 69057 h 788699"/>
                <a:gd name="connsiteX28" fmla="*/ 268801 w 516735"/>
                <a:gd name="connsiteY28" fmla="*/ 58178 h 788699"/>
                <a:gd name="connsiteX29" fmla="*/ 274240 w 516735"/>
                <a:gd name="connsiteY29" fmla="*/ 58178 h 788699"/>
                <a:gd name="connsiteX30" fmla="*/ 295997 w 516735"/>
                <a:gd name="connsiteY30" fmla="*/ 60898 h 788699"/>
                <a:gd name="connsiteX31" fmla="*/ 331353 w 516735"/>
                <a:gd name="connsiteY31" fmla="*/ 71776 h 788699"/>
                <a:gd name="connsiteX32" fmla="*/ 350390 w 516735"/>
                <a:gd name="connsiteY32" fmla="*/ 93534 h 788699"/>
                <a:gd name="connsiteX33" fmla="*/ 353110 w 516735"/>
                <a:gd name="connsiteY33" fmla="*/ 74496 h 788699"/>
                <a:gd name="connsiteX34" fmla="*/ 358549 w 516735"/>
                <a:gd name="connsiteY34" fmla="*/ 63618 h 788699"/>
                <a:gd name="connsiteX35" fmla="*/ 366708 w 516735"/>
                <a:gd name="connsiteY35" fmla="*/ 58178 h 788699"/>
                <a:gd name="connsiteX36" fmla="*/ 374867 w 516735"/>
                <a:gd name="connsiteY36" fmla="*/ 63618 h 788699"/>
                <a:gd name="connsiteX37" fmla="*/ 383026 w 516735"/>
                <a:gd name="connsiteY37" fmla="*/ 82655 h 788699"/>
                <a:gd name="connsiteX38" fmla="*/ 385746 w 516735"/>
                <a:gd name="connsiteY38" fmla="*/ 126170 h 788699"/>
                <a:gd name="connsiteX39" fmla="*/ 388466 w 516735"/>
                <a:gd name="connsiteY39" fmla="*/ 186002 h 788699"/>
                <a:gd name="connsiteX40" fmla="*/ 391185 w 516735"/>
                <a:gd name="connsiteY40" fmla="*/ 237676 h 788699"/>
                <a:gd name="connsiteX41" fmla="*/ 374867 w 516735"/>
                <a:gd name="connsiteY41" fmla="*/ 278470 h 788699"/>
                <a:gd name="connsiteX42" fmla="*/ 358549 w 516735"/>
                <a:gd name="connsiteY42" fmla="*/ 273031 h 788699"/>
                <a:gd name="connsiteX43" fmla="*/ 350390 w 516735"/>
                <a:gd name="connsiteY43" fmla="*/ 256713 h 788699"/>
                <a:gd name="connsiteX44" fmla="*/ 347671 w 516735"/>
                <a:gd name="connsiteY44" fmla="*/ 240395 h 788699"/>
                <a:gd name="connsiteX45" fmla="*/ 347671 w 516735"/>
                <a:gd name="connsiteY45" fmla="*/ 213199 h 788699"/>
                <a:gd name="connsiteX46" fmla="*/ 344951 w 516735"/>
                <a:gd name="connsiteY46" fmla="*/ 194161 h 788699"/>
                <a:gd name="connsiteX47" fmla="*/ 339512 w 516735"/>
                <a:gd name="connsiteY47" fmla="*/ 150647 h 788699"/>
                <a:gd name="connsiteX48" fmla="*/ 323194 w 516735"/>
                <a:gd name="connsiteY48" fmla="*/ 112571 h 788699"/>
                <a:gd name="connsiteX49" fmla="*/ 293278 w 516735"/>
                <a:gd name="connsiteY49" fmla="*/ 101693 h 788699"/>
                <a:gd name="connsiteX50" fmla="*/ 263361 w 516735"/>
                <a:gd name="connsiteY50" fmla="*/ 120730 h 788699"/>
                <a:gd name="connsiteX51" fmla="*/ 241604 w 516735"/>
                <a:gd name="connsiteY51" fmla="*/ 153366 h 788699"/>
                <a:gd name="connsiteX52" fmla="*/ 233445 w 516735"/>
                <a:gd name="connsiteY52" fmla="*/ 194161 h 788699"/>
                <a:gd name="connsiteX53" fmla="*/ 225286 w 516735"/>
                <a:gd name="connsiteY53" fmla="*/ 232236 h 788699"/>
                <a:gd name="connsiteX54" fmla="*/ 217127 w 516735"/>
                <a:gd name="connsiteY54" fmla="*/ 275751 h 788699"/>
                <a:gd name="connsiteX55" fmla="*/ 211688 w 516735"/>
                <a:gd name="connsiteY55" fmla="*/ 316545 h 788699"/>
                <a:gd name="connsiteX56" fmla="*/ 206249 w 516735"/>
                <a:gd name="connsiteY56" fmla="*/ 354621 h 788699"/>
                <a:gd name="connsiteX57" fmla="*/ 200809 w 516735"/>
                <a:gd name="connsiteY57" fmla="*/ 398135 h 788699"/>
                <a:gd name="connsiteX58" fmla="*/ 195370 w 516735"/>
                <a:gd name="connsiteY58" fmla="*/ 438930 h 788699"/>
                <a:gd name="connsiteX59" fmla="*/ 192650 w 516735"/>
                <a:gd name="connsiteY59" fmla="*/ 474286 h 788699"/>
                <a:gd name="connsiteX60" fmla="*/ 195370 w 516735"/>
                <a:gd name="connsiteY60" fmla="*/ 525959 h 788699"/>
                <a:gd name="connsiteX61" fmla="*/ 208968 w 516735"/>
                <a:gd name="connsiteY61" fmla="*/ 596670 h 788699"/>
                <a:gd name="connsiteX62" fmla="*/ 214407 w 516735"/>
                <a:gd name="connsiteY62" fmla="*/ 623867 h 788699"/>
                <a:gd name="connsiteX63" fmla="*/ 228006 w 516735"/>
                <a:gd name="connsiteY63" fmla="*/ 656502 h 788699"/>
                <a:gd name="connsiteX64" fmla="*/ 271520 w 516735"/>
                <a:gd name="connsiteY64" fmla="*/ 689138 h 788699"/>
                <a:gd name="connsiteX65" fmla="*/ 306876 w 516735"/>
                <a:gd name="connsiteY65" fmla="*/ 664661 h 788699"/>
                <a:gd name="connsiteX66" fmla="*/ 331353 w 516735"/>
                <a:gd name="connsiteY66" fmla="*/ 602109 h 788699"/>
                <a:gd name="connsiteX67" fmla="*/ 336792 w 516735"/>
                <a:gd name="connsiteY67" fmla="*/ 544997 h 788699"/>
                <a:gd name="connsiteX68" fmla="*/ 336792 w 516735"/>
                <a:gd name="connsiteY68" fmla="*/ 498762 h 788699"/>
                <a:gd name="connsiteX69" fmla="*/ 336792 w 516735"/>
                <a:gd name="connsiteY69" fmla="*/ 490603 h 788699"/>
                <a:gd name="connsiteX70" fmla="*/ 320474 w 516735"/>
                <a:gd name="connsiteY70" fmla="*/ 477005 h 788699"/>
                <a:gd name="connsiteX71" fmla="*/ 282399 w 516735"/>
                <a:gd name="connsiteY71" fmla="*/ 479725 h 788699"/>
                <a:gd name="connsiteX72" fmla="*/ 252483 w 516735"/>
                <a:gd name="connsiteY72" fmla="*/ 474286 h 788699"/>
                <a:gd name="connsiteX73" fmla="*/ 247043 w 516735"/>
                <a:gd name="connsiteY73" fmla="*/ 466126 h 788699"/>
                <a:gd name="connsiteX74" fmla="*/ 249763 w 516735"/>
                <a:gd name="connsiteY74" fmla="*/ 457968 h 788699"/>
                <a:gd name="connsiteX75" fmla="*/ 268801 w 516735"/>
                <a:gd name="connsiteY75" fmla="*/ 447089 h 788699"/>
                <a:gd name="connsiteX76" fmla="*/ 312315 w 516735"/>
                <a:gd name="connsiteY76" fmla="*/ 436210 h 788699"/>
                <a:gd name="connsiteX77" fmla="*/ 353110 w 516735"/>
                <a:gd name="connsiteY77" fmla="*/ 430771 h 788699"/>
                <a:gd name="connsiteX78" fmla="*/ 385746 w 516735"/>
                <a:gd name="connsiteY78" fmla="*/ 430771 h 788699"/>
                <a:gd name="connsiteX79" fmla="*/ 437420 w 516735"/>
                <a:gd name="connsiteY79" fmla="*/ 428051 h 788699"/>
                <a:gd name="connsiteX80" fmla="*/ 464616 w 516735"/>
                <a:gd name="connsiteY80" fmla="*/ 436210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516735" h="788699">
                  <a:moveTo>
                    <a:pt x="464616" y="436210"/>
                  </a:moveTo>
                  <a:cubicBezTo>
                    <a:pt x="464616" y="447089"/>
                    <a:pt x="453737" y="452528"/>
                    <a:pt x="445578" y="455248"/>
                  </a:cubicBezTo>
                  <a:cubicBezTo>
                    <a:pt x="434700" y="460687"/>
                    <a:pt x="415662" y="463407"/>
                    <a:pt x="404784" y="466126"/>
                  </a:cubicBezTo>
                  <a:cubicBezTo>
                    <a:pt x="393905" y="466126"/>
                    <a:pt x="385746" y="468846"/>
                    <a:pt x="385746" y="479725"/>
                  </a:cubicBezTo>
                  <a:cubicBezTo>
                    <a:pt x="385746" y="487884"/>
                    <a:pt x="388466" y="506921"/>
                    <a:pt x="388466" y="512361"/>
                  </a:cubicBezTo>
                  <a:cubicBezTo>
                    <a:pt x="388466" y="515080"/>
                    <a:pt x="388466" y="539557"/>
                    <a:pt x="388466" y="544997"/>
                  </a:cubicBezTo>
                  <a:cubicBezTo>
                    <a:pt x="388466" y="550436"/>
                    <a:pt x="388466" y="558595"/>
                    <a:pt x="388466" y="566754"/>
                  </a:cubicBezTo>
                  <a:cubicBezTo>
                    <a:pt x="388466" y="591231"/>
                    <a:pt x="388466" y="621147"/>
                    <a:pt x="391185" y="632026"/>
                  </a:cubicBezTo>
                  <a:cubicBezTo>
                    <a:pt x="393905" y="653783"/>
                    <a:pt x="393905" y="661942"/>
                    <a:pt x="393905" y="683699"/>
                  </a:cubicBezTo>
                  <a:cubicBezTo>
                    <a:pt x="393905" y="694578"/>
                    <a:pt x="393905" y="724494"/>
                    <a:pt x="377587" y="724494"/>
                  </a:cubicBezTo>
                  <a:cubicBezTo>
                    <a:pt x="369428" y="724494"/>
                    <a:pt x="366708" y="721774"/>
                    <a:pt x="361269" y="719054"/>
                  </a:cubicBezTo>
                  <a:cubicBezTo>
                    <a:pt x="355830" y="716335"/>
                    <a:pt x="353110" y="708176"/>
                    <a:pt x="353110" y="702737"/>
                  </a:cubicBezTo>
                  <a:cubicBezTo>
                    <a:pt x="350390" y="694578"/>
                    <a:pt x="350390" y="689138"/>
                    <a:pt x="350390" y="686419"/>
                  </a:cubicBezTo>
                  <a:cubicBezTo>
                    <a:pt x="350390" y="678260"/>
                    <a:pt x="353110" y="672820"/>
                    <a:pt x="353110" y="659222"/>
                  </a:cubicBezTo>
                  <a:lnTo>
                    <a:pt x="353110" y="656502"/>
                  </a:lnTo>
                  <a:cubicBezTo>
                    <a:pt x="347671" y="675540"/>
                    <a:pt x="334072" y="694578"/>
                    <a:pt x="317755" y="708176"/>
                  </a:cubicBezTo>
                  <a:cubicBezTo>
                    <a:pt x="293278" y="727214"/>
                    <a:pt x="274240" y="735372"/>
                    <a:pt x="241604" y="735372"/>
                  </a:cubicBezTo>
                  <a:cubicBezTo>
                    <a:pt x="222566" y="735372"/>
                    <a:pt x="203529" y="732653"/>
                    <a:pt x="187211" y="727214"/>
                  </a:cubicBezTo>
                  <a:cubicBezTo>
                    <a:pt x="165454" y="719054"/>
                    <a:pt x="149136" y="708176"/>
                    <a:pt x="135538" y="694578"/>
                  </a:cubicBezTo>
                  <a:cubicBezTo>
                    <a:pt x="113780" y="672820"/>
                    <a:pt x="100182" y="648343"/>
                    <a:pt x="86584" y="621147"/>
                  </a:cubicBezTo>
                  <a:cubicBezTo>
                    <a:pt x="75705" y="599390"/>
                    <a:pt x="70266" y="580352"/>
                    <a:pt x="67546" y="555875"/>
                  </a:cubicBezTo>
                  <a:cubicBezTo>
                    <a:pt x="64826" y="539557"/>
                    <a:pt x="62107" y="525959"/>
                    <a:pt x="59387" y="509641"/>
                  </a:cubicBezTo>
                  <a:cubicBezTo>
                    <a:pt x="56667" y="493323"/>
                    <a:pt x="59387" y="485164"/>
                    <a:pt x="59387" y="468846"/>
                  </a:cubicBezTo>
                  <a:cubicBezTo>
                    <a:pt x="59387" y="414453"/>
                    <a:pt x="72985" y="362780"/>
                    <a:pt x="86584" y="302947"/>
                  </a:cubicBezTo>
                  <a:cubicBezTo>
                    <a:pt x="92023" y="275751"/>
                    <a:pt x="100182" y="248554"/>
                    <a:pt x="108341" y="224077"/>
                  </a:cubicBezTo>
                  <a:cubicBezTo>
                    <a:pt x="116500" y="196881"/>
                    <a:pt x="130098" y="169684"/>
                    <a:pt x="146416" y="145207"/>
                  </a:cubicBezTo>
                  <a:cubicBezTo>
                    <a:pt x="160014" y="123450"/>
                    <a:pt x="176332" y="101693"/>
                    <a:pt x="198090" y="85375"/>
                  </a:cubicBezTo>
                  <a:cubicBezTo>
                    <a:pt x="206249" y="77216"/>
                    <a:pt x="217127" y="71776"/>
                    <a:pt x="228006" y="69057"/>
                  </a:cubicBezTo>
                  <a:cubicBezTo>
                    <a:pt x="241604" y="63618"/>
                    <a:pt x="255202" y="58178"/>
                    <a:pt x="268801" y="58178"/>
                  </a:cubicBezTo>
                  <a:cubicBezTo>
                    <a:pt x="271520" y="58178"/>
                    <a:pt x="274240" y="58178"/>
                    <a:pt x="274240" y="58178"/>
                  </a:cubicBezTo>
                  <a:cubicBezTo>
                    <a:pt x="279679" y="58178"/>
                    <a:pt x="285119" y="58178"/>
                    <a:pt x="295997" y="60898"/>
                  </a:cubicBezTo>
                  <a:cubicBezTo>
                    <a:pt x="309595" y="63618"/>
                    <a:pt x="320474" y="66337"/>
                    <a:pt x="331353" y="71776"/>
                  </a:cubicBezTo>
                  <a:cubicBezTo>
                    <a:pt x="339512" y="77216"/>
                    <a:pt x="347671" y="85375"/>
                    <a:pt x="350390" y="93534"/>
                  </a:cubicBezTo>
                  <a:cubicBezTo>
                    <a:pt x="350390" y="88095"/>
                    <a:pt x="353110" y="79936"/>
                    <a:pt x="353110" y="74496"/>
                  </a:cubicBezTo>
                  <a:cubicBezTo>
                    <a:pt x="355830" y="71776"/>
                    <a:pt x="355830" y="69057"/>
                    <a:pt x="358549" y="63618"/>
                  </a:cubicBezTo>
                  <a:cubicBezTo>
                    <a:pt x="361269" y="60898"/>
                    <a:pt x="363989" y="58178"/>
                    <a:pt x="366708" y="58178"/>
                  </a:cubicBezTo>
                  <a:cubicBezTo>
                    <a:pt x="369428" y="58178"/>
                    <a:pt x="372148" y="60898"/>
                    <a:pt x="374867" y="63618"/>
                  </a:cubicBezTo>
                  <a:cubicBezTo>
                    <a:pt x="377587" y="69057"/>
                    <a:pt x="380307" y="77216"/>
                    <a:pt x="383026" y="82655"/>
                  </a:cubicBezTo>
                  <a:cubicBezTo>
                    <a:pt x="383026" y="90814"/>
                    <a:pt x="385746" y="107132"/>
                    <a:pt x="385746" y="126170"/>
                  </a:cubicBezTo>
                  <a:cubicBezTo>
                    <a:pt x="385746" y="150647"/>
                    <a:pt x="385746" y="177843"/>
                    <a:pt x="388466" y="186002"/>
                  </a:cubicBezTo>
                  <a:cubicBezTo>
                    <a:pt x="391185" y="207759"/>
                    <a:pt x="391185" y="215918"/>
                    <a:pt x="391185" y="237676"/>
                  </a:cubicBezTo>
                  <a:cubicBezTo>
                    <a:pt x="391185" y="248554"/>
                    <a:pt x="391185" y="278470"/>
                    <a:pt x="374867" y="278470"/>
                  </a:cubicBezTo>
                  <a:cubicBezTo>
                    <a:pt x="366708" y="278470"/>
                    <a:pt x="363989" y="275751"/>
                    <a:pt x="358549" y="273031"/>
                  </a:cubicBezTo>
                  <a:cubicBezTo>
                    <a:pt x="353110" y="270311"/>
                    <a:pt x="350390" y="262152"/>
                    <a:pt x="350390" y="256713"/>
                  </a:cubicBezTo>
                  <a:cubicBezTo>
                    <a:pt x="350390" y="251274"/>
                    <a:pt x="347671" y="245834"/>
                    <a:pt x="347671" y="240395"/>
                  </a:cubicBezTo>
                  <a:cubicBezTo>
                    <a:pt x="347671" y="232236"/>
                    <a:pt x="347671" y="224077"/>
                    <a:pt x="347671" y="213199"/>
                  </a:cubicBezTo>
                  <a:cubicBezTo>
                    <a:pt x="347671" y="207759"/>
                    <a:pt x="347671" y="199600"/>
                    <a:pt x="344951" y="194161"/>
                  </a:cubicBezTo>
                  <a:cubicBezTo>
                    <a:pt x="342232" y="180563"/>
                    <a:pt x="342232" y="164245"/>
                    <a:pt x="339512" y="150647"/>
                  </a:cubicBezTo>
                  <a:cubicBezTo>
                    <a:pt x="336792" y="137048"/>
                    <a:pt x="331353" y="123450"/>
                    <a:pt x="323194" y="112571"/>
                  </a:cubicBezTo>
                  <a:cubicBezTo>
                    <a:pt x="317755" y="104412"/>
                    <a:pt x="304156" y="101693"/>
                    <a:pt x="293278" y="101693"/>
                  </a:cubicBezTo>
                  <a:cubicBezTo>
                    <a:pt x="279679" y="101693"/>
                    <a:pt x="271520" y="109852"/>
                    <a:pt x="263361" y="120730"/>
                  </a:cubicBezTo>
                  <a:cubicBezTo>
                    <a:pt x="257922" y="131609"/>
                    <a:pt x="247043" y="139768"/>
                    <a:pt x="241604" y="153366"/>
                  </a:cubicBezTo>
                  <a:cubicBezTo>
                    <a:pt x="236165" y="166964"/>
                    <a:pt x="233445" y="180563"/>
                    <a:pt x="233445" y="194161"/>
                  </a:cubicBezTo>
                  <a:cubicBezTo>
                    <a:pt x="233445" y="207759"/>
                    <a:pt x="230726" y="218638"/>
                    <a:pt x="225286" y="232236"/>
                  </a:cubicBezTo>
                  <a:cubicBezTo>
                    <a:pt x="219847" y="245834"/>
                    <a:pt x="219847" y="262152"/>
                    <a:pt x="217127" y="275751"/>
                  </a:cubicBezTo>
                  <a:cubicBezTo>
                    <a:pt x="214407" y="289349"/>
                    <a:pt x="214407" y="302947"/>
                    <a:pt x="211688" y="316545"/>
                  </a:cubicBezTo>
                  <a:cubicBezTo>
                    <a:pt x="211688" y="330144"/>
                    <a:pt x="206249" y="341022"/>
                    <a:pt x="206249" y="354621"/>
                  </a:cubicBezTo>
                  <a:cubicBezTo>
                    <a:pt x="203529" y="368219"/>
                    <a:pt x="203529" y="381817"/>
                    <a:pt x="200809" y="398135"/>
                  </a:cubicBezTo>
                  <a:cubicBezTo>
                    <a:pt x="198090" y="411733"/>
                    <a:pt x="198090" y="425332"/>
                    <a:pt x="195370" y="438930"/>
                  </a:cubicBezTo>
                  <a:cubicBezTo>
                    <a:pt x="195370" y="449809"/>
                    <a:pt x="192650" y="463407"/>
                    <a:pt x="192650" y="474286"/>
                  </a:cubicBezTo>
                  <a:cubicBezTo>
                    <a:pt x="192650" y="490603"/>
                    <a:pt x="195370" y="509641"/>
                    <a:pt x="195370" y="525959"/>
                  </a:cubicBezTo>
                  <a:cubicBezTo>
                    <a:pt x="195370" y="550436"/>
                    <a:pt x="203529" y="572193"/>
                    <a:pt x="208968" y="596670"/>
                  </a:cubicBezTo>
                  <a:cubicBezTo>
                    <a:pt x="211688" y="604829"/>
                    <a:pt x="211688" y="615708"/>
                    <a:pt x="214407" y="623867"/>
                  </a:cubicBezTo>
                  <a:cubicBezTo>
                    <a:pt x="217127" y="634745"/>
                    <a:pt x="222566" y="645624"/>
                    <a:pt x="228006" y="656502"/>
                  </a:cubicBezTo>
                  <a:cubicBezTo>
                    <a:pt x="236165" y="670101"/>
                    <a:pt x="252483" y="689138"/>
                    <a:pt x="271520" y="689138"/>
                  </a:cubicBezTo>
                  <a:cubicBezTo>
                    <a:pt x="287838" y="689138"/>
                    <a:pt x="298717" y="675540"/>
                    <a:pt x="306876" y="664661"/>
                  </a:cubicBezTo>
                  <a:cubicBezTo>
                    <a:pt x="320474" y="645624"/>
                    <a:pt x="325914" y="623867"/>
                    <a:pt x="331353" y="602109"/>
                  </a:cubicBezTo>
                  <a:cubicBezTo>
                    <a:pt x="334072" y="583072"/>
                    <a:pt x="336792" y="564034"/>
                    <a:pt x="336792" y="544997"/>
                  </a:cubicBezTo>
                  <a:cubicBezTo>
                    <a:pt x="336792" y="531398"/>
                    <a:pt x="336792" y="512361"/>
                    <a:pt x="336792" y="498762"/>
                  </a:cubicBezTo>
                  <a:cubicBezTo>
                    <a:pt x="336792" y="496043"/>
                    <a:pt x="336792" y="493323"/>
                    <a:pt x="336792" y="490603"/>
                  </a:cubicBezTo>
                  <a:cubicBezTo>
                    <a:pt x="336792" y="479725"/>
                    <a:pt x="336792" y="477005"/>
                    <a:pt x="320474" y="477005"/>
                  </a:cubicBezTo>
                  <a:cubicBezTo>
                    <a:pt x="309595" y="477005"/>
                    <a:pt x="295997" y="479725"/>
                    <a:pt x="282399" y="479725"/>
                  </a:cubicBezTo>
                  <a:cubicBezTo>
                    <a:pt x="271520" y="479725"/>
                    <a:pt x="260642" y="479725"/>
                    <a:pt x="252483" y="474286"/>
                  </a:cubicBezTo>
                  <a:cubicBezTo>
                    <a:pt x="249763" y="471566"/>
                    <a:pt x="247043" y="468846"/>
                    <a:pt x="247043" y="466126"/>
                  </a:cubicBezTo>
                  <a:cubicBezTo>
                    <a:pt x="247043" y="463407"/>
                    <a:pt x="247043" y="460687"/>
                    <a:pt x="249763" y="457968"/>
                  </a:cubicBezTo>
                  <a:cubicBezTo>
                    <a:pt x="255202" y="452528"/>
                    <a:pt x="260642" y="449809"/>
                    <a:pt x="268801" y="447089"/>
                  </a:cubicBezTo>
                  <a:cubicBezTo>
                    <a:pt x="282399" y="441650"/>
                    <a:pt x="295997" y="438930"/>
                    <a:pt x="312315" y="436210"/>
                  </a:cubicBezTo>
                  <a:cubicBezTo>
                    <a:pt x="325914" y="433491"/>
                    <a:pt x="339512" y="433491"/>
                    <a:pt x="353110" y="430771"/>
                  </a:cubicBezTo>
                  <a:cubicBezTo>
                    <a:pt x="363989" y="430771"/>
                    <a:pt x="374867" y="430771"/>
                    <a:pt x="385746" y="430771"/>
                  </a:cubicBezTo>
                  <a:cubicBezTo>
                    <a:pt x="402064" y="430771"/>
                    <a:pt x="426541" y="428051"/>
                    <a:pt x="437420" y="428051"/>
                  </a:cubicBezTo>
                  <a:cubicBezTo>
                    <a:pt x="451018" y="419892"/>
                    <a:pt x="464616" y="425332"/>
                    <a:pt x="464616" y="436210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2824A636-A433-4E44-BCE1-4D747AEE8B2B}"/>
                </a:ext>
              </a:extLst>
            </p:cNvPr>
            <p:cNvSpPr/>
            <p:nvPr/>
          </p:nvSpPr>
          <p:spPr>
            <a:xfrm>
              <a:off x="5651630" y="4181279"/>
              <a:ext cx="734308" cy="788700"/>
            </a:xfrm>
            <a:custGeom>
              <a:avLst/>
              <a:gdLst>
                <a:gd name="connsiteX0" fmla="*/ 653783 w 734307"/>
                <a:gd name="connsiteY0" fmla="*/ 678259 h 788699"/>
                <a:gd name="connsiteX1" fmla="*/ 691859 w 734307"/>
                <a:gd name="connsiteY1" fmla="*/ 694577 h 788699"/>
                <a:gd name="connsiteX2" fmla="*/ 686419 w 734307"/>
                <a:gd name="connsiteY2" fmla="*/ 710895 h 788699"/>
                <a:gd name="connsiteX3" fmla="*/ 670101 w 734307"/>
                <a:gd name="connsiteY3" fmla="*/ 719054 h 788699"/>
                <a:gd name="connsiteX4" fmla="*/ 648344 w 734307"/>
                <a:gd name="connsiteY4" fmla="*/ 721774 h 788699"/>
                <a:gd name="connsiteX5" fmla="*/ 618428 w 734307"/>
                <a:gd name="connsiteY5" fmla="*/ 721774 h 788699"/>
                <a:gd name="connsiteX6" fmla="*/ 572194 w 734307"/>
                <a:gd name="connsiteY6" fmla="*/ 735372 h 788699"/>
                <a:gd name="connsiteX7" fmla="*/ 544997 w 734307"/>
                <a:gd name="connsiteY7" fmla="*/ 729933 h 788699"/>
                <a:gd name="connsiteX8" fmla="*/ 534119 w 734307"/>
                <a:gd name="connsiteY8" fmla="*/ 721774 h 788699"/>
                <a:gd name="connsiteX9" fmla="*/ 496043 w 734307"/>
                <a:gd name="connsiteY9" fmla="*/ 721774 h 788699"/>
                <a:gd name="connsiteX10" fmla="*/ 471566 w 734307"/>
                <a:gd name="connsiteY10" fmla="*/ 721774 h 788699"/>
                <a:gd name="connsiteX11" fmla="*/ 444370 w 734307"/>
                <a:gd name="connsiteY11" fmla="*/ 716335 h 788699"/>
                <a:gd name="connsiteX12" fmla="*/ 428052 w 734307"/>
                <a:gd name="connsiteY12" fmla="*/ 700017 h 788699"/>
                <a:gd name="connsiteX13" fmla="*/ 433491 w 734307"/>
                <a:gd name="connsiteY13" fmla="*/ 691858 h 788699"/>
                <a:gd name="connsiteX14" fmla="*/ 455248 w 734307"/>
                <a:gd name="connsiteY14" fmla="*/ 683699 h 788699"/>
                <a:gd name="connsiteX15" fmla="*/ 506922 w 734307"/>
                <a:gd name="connsiteY15" fmla="*/ 678259 h 788699"/>
                <a:gd name="connsiteX16" fmla="*/ 509641 w 734307"/>
                <a:gd name="connsiteY16" fmla="*/ 678259 h 788699"/>
                <a:gd name="connsiteX17" fmla="*/ 506922 w 734307"/>
                <a:gd name="connsiteY17" fmla="*/ 664661 h 788699"/>
                <a:gd name="connsiteX18" fmla="*/ 498763 w 734307"/>
                <a:gd name="connsiteY18" fmla="*/ 580352 h 788699"/>
                <a:gd name="connsiteX19" fmla="*/ 496043 w 734307"/>
                <a:gd name="connsiteY19" fmla="*/ 479725 h 788699"/>
                <a:gd name="connsiteX20" fmla="*/ 493324 w 734307"/>
                <a:gd name="connsiteY20" fmla="*/ 389976 h 788699"/>
                <a:gd name="connsiteX21" fmla="*/ 490604 w 734307"/>
                <a:gd name="connsiteY21" fmla="*/ 302947 h 788699"/>
                <a:gd name="connsiteX22" fmla="*/ 487884 w 734307"/>
                <a:gd name="connsiteY22" fmla="*/ 229516 h 788699"/>
                <a:gd name="connsiteX23" fmla="*/ 485165 w 734307"/>
                <a:gd name="connsiteY23" fmla="*/ 221357 h 788699"/>
                <a:gd name="connsiteX24" fmla="*/ 482445 w 734307"/>
                <a:gd name="connsiteY24" fmla="*/ 226797 h 788699"/>
                <a:gd name="connsiteX25" fmla="*/ 477006 w 734307"/>
                <a:gd name="connsiteY25" fmla="*/ 262152 h 788699"/>
                <a:gd name="connsiteX26" fmla="*/ 460688 w 734307"/>
                <a:gd name="connsiteY26" fmla="*/ 341022 h 788699"/>
                <a:gd name="connsiteX27" fmla="*/ 444370 w 734307"/>
                <a:gd name="connsiteY27" fmla="*/ 417173 h 788699"/>
                <a:gd name="connsiteX28" fmla="*/ 436211 w 734307"/>
                <a:gd name="connsiteY28" fmla="*/ 455248 h 788699"/>
                <a:gd name="connsiteX29" fmla="*/ 425332 w 734307"/>
                <a:gd name="connsiteY29" fmla="*/ 493323 h 788699"/>
                <a:gd name="connsiteX30" fmla="*/ 411734 w 734307"/>
                <a:gd name="connsiteY30" fmla="*/ 531398 h 788699"/>
                <a:gd name="connsiteX31" fmla="*/ 376378 w 734307"/>
                <a:gd name="connsiteY31" fmla="*/ 547716 h 788699"/>
                <a:gd name="connsiteX32" fmla="*/ 319265 w 734307"/>
                <a:gd name="connsiteY32" fmla="*/ 525959 h 788699"/>
                <a:gd name="connsiteX33" fmla="*/ 289349 w 734307"/>
                <a:gd name="connsiteY33" fmla="*/ 455248 h 788699"/>
                <a:gd name="connsiteX34" fmla="*/ 273031 w 734307"/>
                <a:gd name="connsiteY34" fmla="*/ 373658 h 788699"/>
                <a:gd name="connsiteX35" fmla="*/ 262153 w 734307"/>
                <a:gd name="connsiteY35" fmla="*/ 316545 h 788699"/>
                <a:gd name="connsiteX36" fmla="*/ 245835 w 734307"/>
                <a:gd name="connsiteY36" fmla="*/ 237675 h 788699"/>
                <a:gd name="connsiteX37" fmla="*/ 234956 w 734307"/>
                <a:gd name="connsiteY37" fmla="*/ 196881 h 788699"/>
                <a:gd name="connsiteX38" fmla="*/ 232236 w 734307"/>
                <a:gd name="connsiteY38" fmla="*/ 191441 h 788699"/>
                <a:gd name="connsiteX39" fmla="*/ 226797 w 734307"/>
                <a:gd name="connsiteY39" fmla="*/ 207759 h 788699"/>
                <a:gd name="connsiteX40" fmla="*/ 226797 w 734307"/>
                <a:gd name="connsiteY40" fmla="*/ 232236 h 788699"/>
                <a:gd name="connsiteX41" fmla="*/ 224077 w 734307"/>
                <a:gd name="connsiteY41" fmla="*/ 267592 h 788699"/>
                <a:gd name="connsiteX42" fmla="*/ 221358 w 734307"/>
                <a:gd name="connsiteY42" fmla="*/ 311106 h 788699"/>
                <a:gd name="connsiteX43" fmla="*/ 218638 w 734307"/>
                <a:gd name="connsiteY43" fmla="*/ 360060 h 788699"/>
                <a:gd name="connsiteX44" fmla="*/ 215919 w 734307"/>
                <a:gd name="connsiteY44" fmla="*/ 398135 h 788699"/>
                <a:gd name="connsiteX45" fmla="*/ 213199 w 734307"/>
                <a:gd name="connsiteY45" fmla="*/ 430771 h 788699"/>
                <a:gd name="connsiteX46" fmla="*/ 213199 w 734307"/>
                <a:gd name="connsiteY46" fmla="*/ 455248 h 788699"/>
                <a:gd name="connsiteX47" fmla="*/ 213199 w 734307"/>
                <a:gd name="connsiteY47" fmla="*/ 477005 h 788699"/>
                <a:gd name="connsiteX48" fmla="*/ 207759 w 734307"/>
                <a:gd name="connsiteY48" fmla="*/ 520520 h 788699"/>
                <a:gd name="connsiteX49" fmla="*/ 196881 w 734307"/>
                <a:gd name="connsiteY49" fmla="*/ 610268 h 788699"/>
                <a:gd name="connsiteX50" fmla="*/ 194161 w 734307"/>
                <a:gd name="connsiteY50" fmla="*/ 653783 h 788699"/>
                <a:gd name="connsiteX51" fmla="*/ 191441 w 734307"/>
                <a:gd name="connsiteY51" fmla="*/ 667381 h 788699"/>
                <a:gd name="connsiteX52" fmla="*/ 243115 w 734307"/>
                <a:gd name="connsiteY52" fmla="*/ 667381 h 788699"/>
                <a:gd name="connsiteX53" fmla="*/ 273031 w 734307"/>
                <a:gd name="connsiteY53" fmla="*/ 683699 h 788699"/>
                <a:gd name="connsiteX54" fmla="*/ 262153 w 734307"/>
                <a:gd name="connsiteY54" fmla="*/ 697297 h 788699"/>
                <a:gd name="connsiteX55" fmla="*/ 248554 w 734307"/>
                <a:gd name="connsiteY55" fmla="*/ 705456 h 788699"/>
                <a:gd name="connsiteX56" fmla="*/ 232236 w 734307"/>
                <a:gd name="connsiteY56" fmla="*/ 708176 h 788699"/>
                <a:gd name="connsiteX57" fmla="*/ 166965 w 734307"/>
                <a:gd name="connsiteY57" fmla="*/ 708176 h 788699"/>
                <a:gd name="connsiteX58" fmla="*/ 109852 w 734307"/>
                <a:gd name="connsiteY58" fmla="*/ 708176 h 788699"/>
                <a:gd name="connsiteX59" fmla="*/ 90814 w 734307"/>
                <a:gd name="connsiteY59" fmla="*/ 708176 h 788699"/>
                <a:gd name="connsiteX60" fmla="*/ 69057 w 734307"/>
                <a:gd name="connsiteY60" fmla="*/ 702736 h 788699"/>
                <a:gd name="connsiteX61" fmla="*/ 58178 w 734307"/>
                <a:gd name="connsiteY61" fmla="*/ 686418 h 788699"/>
                <a:gd name="connsiteX62" fmla="*/ 60898 w 734307"/>
                <a:gd name="connsiteY62" fmla="*/ 678259 h 788699"/>
                <a:gd name="connsiteX63" fmla="*/ 77216 w 734307"/>
                <a:gd name="connsiteY63" fmla="*/ 670101 h 788699"/>
                <a:gd name="connsiteX64" fmla="*/ 126170 w 734307"/>
                <a:gd name="connsiteY64" fmla="*/ 664661 h 788699"/>
                <a:gd name="connsiteX65" fmla="*/ 142487 w 734307"/>
                <a:gd name="connsiteY65" fmla="*/ 664661 h 788699"/>
                <a:gd name="connsiteX66" fmla="*/ 147927 w 734307"/>
                <a:gd name="connsiteY66" fmla="*/ 588511 h 788699"/>
                <a:gd name="connsiteX67" fmla="*/ 153366 w 734307"/>
                <a:gd name="connsiteY67" fmla="*/ 493323 h 788699"/>
                <a:gd name="connsiteX68" fmla="*/ 156086 w 734307"/>
                <a:gd name="connsiteY68" fmla="*/ 411733 h 788699"/>
                <a:gd name="connsiteX69" fmla="*/ 161525 w 734307"/>
                <a:gd name="connsiteY69" fmla="*/ 297508 h 788699"/>
                <a:gd name="connsiteX70" fmla="*/ 166965 w 734307"/>
                <a:gd name="connsiteY70" fmla="*/ 240395 h 788699"/>
                <a:gd name="connsiteX71" fmla="*/ 177843 w 734307"/>
                <a:gd name="connsiteY71" fmla="*/ 161525 h 788699"/>
                <a:gd name="connsiteX72" fmla="*/ 183282 w 734307"/>
                <a:gd name="connsiteY72" fmla="*/ 118011 h 788699"/>
                <a:gd name="connsiteX73" fmla="*/ 183282 w 734307"/>
                <a:gd name="connsiteY73" fmla="*/ 115291 h 788699"/>
                <a:gd name="connsiteX74" fmla="*/ 161525 w 734307"/>
                <a:gd name="connsiteY74" fmla="*/ 115291 h 788699"/>
                <a:gd name="connsiteX75" fmla="*/ 137048 w 734307"/>
                <a:gd name="connsiteY75" fmla="*/ 115291 h 788699"/>
                <a:gd name="connsiteX76" fmla="*/ 109852 w 734307"/>
                <a:gd name="connsiteY76" fmla="*/ 109851 h 788699"/>
                <a:gd name="connsiteX77" fmla="*/ 93534 w 734307"/>
                <a:gd name="connsiteY77" fmla="*/ 93534 h 788699"/>
                <a:gd name="connsiteX78" fmla="*/ 98973 w 734307"/>
                <a:gd name="connsiteY78" fmla="*/ 85375 h 788699"/>
                <a:gd name="connsiteX79" fmla="*/ 120730 w 734307"/>
                <a:gd name="connsiteY79" fmla="*/ 77216 h 788699"/>
                <a:gd name="connsiteX80" fmla="*/ 172404 w 734307"/>
                <a:gd name="connsiteY80" fmla="*/ 71776 h 788699"/>
                <a:gd name="connsiteX81" fmla="*/ 234956 w 734307"/>
                <a:gd name="connsiteY81" fmla="*/ 69057 h 788699"/>
                <a:gd name="connsiteX82" fmla="*/ 243115 w 734307"/>
                <a:gd name="connsiteY82" fmla="*/ 69057 h 788699"/>
                <a:gd name="connsiteX83" fmla="*/ 270312 w 734307"/>
                <a:gd name="connsiteY83" fmla="*/ 74496 h 788699"/>
                <a:gd name="connsiteX84" fmla="*/ 308387 w 734307"/>
                <a:gd name="connsiteY84" fmla="*/ 123450 h 788699"/>
                <a:gd name="connsiteX85" fmla="*/ 332864 w 734307"/>
                <a:gd name="connsiteY85" fmla="*/ 202320 h 788699"/>
                <a:gd name="connsiteX86" fmla="*/ 338303 w 734307"/>
                <a:gd name="connsiteY86" fmla="*/ 237675 h 788699"/>
                <a:gd name="connsiteX87" fmla="*/ 349182 w 734307"/>
                <a:gd name="connsiteY87" fmla="*/ 281190 h 788699"/>
                <a:gd name="connsiteX88" fmla="*/ 357341 w 734307"/>
                <a:gd name="connsiteY88" fmla="*/ 316545 h 788699"/>
                <a:gd name="connsiteX89" fmla="*/ 365500 w 734307"/>
                <a:gd name="connsiteY89" fmla="*/ 351901 h 788699"/>
                <a:gd name="connsiteX90" fmla="*/ 376378 w 734307"/>
                <a:gd name="connsiteY90" fmla="*/ 389976 h 788699"/>
                <a:gd name="connsiteX91" fmla="*/ 387257 w 734307"/>
                <a:gd name="connsiteY91" fmla="*/ 414453 h 788699"/>
                <a:gd name="connsiteX92" fmla="*/ 398136 w 734307"/>
                <a:gd name="connsiteY92" fmla="*/ 376378 h 788699"/>
                <a:gd name="connsiteX93" fmla="*/ 406295 w 734307"/>
                <a:gd name="connsiteY93" fmla="*/ 332863 h 788699"/>
                <a:gd name="connsiteX94" fmla="*/ 425332 w 734307"/>
                <a:gd name="connsiteY94" fmla="*/ 243115 h 788699"/>
                <a:gd name="connsiteX95" fmla="*/ 444370 w 734307"/>
                <a:gd name="connsiteY95" fmla="*/ 150646 h 788699"/>
                <a:gd name="connsiteX96" fmla="*/ 477006 w 734307"/>
                <a:gd name="connsiteY96" fmla="*/ 79935 h 788699"/>
                <a:gd name="connsiteX97" fmla="*/ 523240 w 734307"/>
                <a:gd name="connsiteY97" fmla="*/ 58178 h 788699"/>
                <a:gd name="connsiteX98" fmla="*/ 544997 w 734307"/>
                <a:gd name="connsiteY98" fmla="*/ 63617 h 788699"/>
                <a:gd name="connsiteX99" fmla="*/ 612988 w 734307"/>
                <a:gd name="connsiteY99" fmla="*/ 63617 h 788699"/>
                <a:gd name="connsiteX100" fmla="*/ 651064 w 734307"/>
                <a:gd name="connsiteY100" fmla="*/ 79935 h 788699"/>
                <a:gd name="connsiteX101" fmla="*/ 645624 w 734307"/>
                <a:gd name="connsiteY101" fmla="*/ 96253 h 788699"/>
                <a:gd name="connsiteX102" fmla="*/ 629307 w 734307"/>
                <a:gd name="connsiteY102" fmla="*/ 104412 h 788699"/>
                <a:gd name="connsiteX103" fmla="*/ 607549 w 734307"/>
                <a:gd name="connsiteY103" fmla="*/ 107132 h 788699"/>
                <a:gd name="connsiteX104" fmla="*/ 580353 w 734307"/>
                <a:gd name="connsiteY104" fmla="*/ 107132 h 788699"/>
                <a:gd name="connsiteX105" fmla="*/ 583072 w 734307"/>
                <a:gd name="connsiteY105" fmla="*/ 115291 h 788699"/>
                <a:gd name="connsiteX106" fmla="*/ 588512 w 734307"/>
                <a:gd name="connsiteY106" fmla="*/ 156086 h 788699"/>
                <a:gd name="connsiteX107" fmla="*/ 593951 w 734307"/>
                <a:gd name="connsiteY107" fmla="*/ 196881 h 788699"/>
                <a:gd name="connsiteX108" fmla="*/ 599390 w 734307"/>
                <a:gd name="connsiteY108" fmla="*/ 226797 h 788699"/>
                <a:gd name="connsiteX109" fmla="*/ 599390 w 734307"/>
                <a:gd name="connsiteY109" fmla="*/ 232236 h 788699"/>
                <a:gd name="connsiteX110" fmla="*/ 599390 w 734307"/>
                <a:gd name="connsiteY110" fmla="*/ 240395 h 788699"/>
                <a:gd name="connsiteX111" fmla="*/ 602110 w 734307"/>
                <a:gd name="connsiteY111" fmla="*/ 270311 h 788699"/>
                <a:gd name="connsiteX112" fmla="*/ 607549 w 734307"/>
                <a:gd name="connsiteY112" fmla="*/ 308386 h 788699"/>
                <a:gd name="connsiteX113" fmla="*/ 607549 w 734307"/>
                <a:gd name="connsiteY113" fmla="*/ 319265 h 788699"/>
                <a:gd name="connsiteX114" fmla="*/ 612988 w 734307"/>
                <a:gd name="connsiteY114" fmla="*/ 335583 h 788699"/>
                <a:gd name="connsiteX115" fmla="*/ 612988 w 734307"/>
                <a:gd name="connsiteY115" fmla="*/ 346462 h 788699"/>
                <a:gd name="connsiteX116" fmla="*/ 612988 w 734307"/>
                <a:gd name="connsiteY116" fmla="*/ 370939 h 788699"/>
                <a:gd name="connsiteX117" fmla="*/ 612988 w 734307"/>
                <a:gd name="connsiteY117" fmla="*/ 395415 h 788699"/>
                <a:gd name="connsiteX118" fmla="*/ 615708 w 734307"/>
                <a:gd name="connsiteY118" fmla="*/ 422612 h 788699"/>
                <a:gd name="connsiteX119" fmla="*/ 618428 w 734307"/>
                <a:gd name="connsiteY119" fmla="*/ 441650 h 788699"/>
                <a:gd name="connsiteX120" fmla="*/ 618428 w 734307"/>
                <a:gd name="connsiteY120" fmla="*/ 455248 h 788699"/>
                <a:gd name="connsiteX121" fmla="*/ 621147 w 734307"/>
                <a:gd name="connsiteY121" fmla="*/ 463407 h 788699"/>
                <a:gd name="connsiteX122" fmla="*/ 626587 w 734307"/>
                <a:gd name="connsiteY122" fmla="*/ 482444 h 788699"/>
                <a:gd name="connsiteX123" fmla="*/ 629307 w 734307"/>
                <a:gd name="connsiteY123" fmla="*/ 517800 h 788699"/>
                <a:gd name="connsiteX124" fmla="*/ 634746 w 734307"/>
                <a:gd name="connsiteY124" fmla="*/ 561314 h 788699"/>
                <a:gd name="connsiteX125" fmla="*/ 634746 w 734307"/>
                <a:gd name="connsiteY125" fmla="*/ 566754 h 788699"/>
                <a:gd name="connsiteX126" fmla="*/ 634746 w 734307"/>
                <a:gd name="connsiteY126" fmla="*/ 583072 h 788699"/>
                <a:gd name="connsiteX127" fmla="*/ 637466 w 734307"/>
                <a:gd name="connsiteY127" fmla="*/ 607548 h 788699"/>
                <a:gd name="connsiteX128" fmla="*/ 640185 w 734307"/>
                <a:gd name="connsiteY128" fmla="*/ 618427 h 788699"/>
                <a:gd name="connsiteX129" fmla="*/ 640185 w 734307"/>
                <a:gd name="connsiteY129" fmla="*/ 632025 h 788699"/>
                <a:gd name="connsiteX130" fmla="*/ 640185 w 734307"/>
                <a:gd name="connsiteY130" fmla="*/ 640184 h 788699"/>
                <a:gd name="connsiteX131" fmla="*/ 642905 w 734307"/>
                <a:gd name="connsiteY131" fmla="*/ 659222 h 788699"/>
                <a:gd name="connsiteX132" fmla="*/ 642905 w 734307"/>
                <a:gd name="connsiteY132" fmla="*/ 664661 h 788699"/>
                <a:gd name="connsiteX133" fmla="*/ 653783 w 734307"/>
                <a:gd name="connsiteY133" fmla="*/ 678259 h 788699"/>
                <a:gd name="connsiteX134" fmla="*/ 653783 w 734307"/>
                <a:gd name="connsiteY134" fmla="*/ 678259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</a:cxnLst>
              <a:rect l="l" t="t" r="r" b="b"/>
              <a:pathLst>
                <a:path w="734307" h="788699">
                  <a:moveTo>
                    <a:pt x="653783" y="678259"/>
                  </a:moveTo>
                  <a:cubicBezTo>
                    <a:pt x="667382" y="678259"/>
                    <a:pt x="691859" y="678259"/>
                    <a:pt x="691859" y="694577"/>
                  </a:cubicBezTo>
                  <a:cubicBezTo>
                    <a:pt x="691859" y="702736"/>
                    <a:pt x="689139" y="705456"/>
                    <a:pt x="686419" y="710895"/>
                  </a:cubicBezTo>
                  <a:cubicBezTo>
                    <a:pt x="683700" y="716335"/>
                    <a:pt x="675541" y="719054"/>
                    <a:pt x="670101" y="719054"/>
                  </a:cubicBezTo>
                  <a:cubicBezTo>
                    <a:pt x="661942" y="721774"/>
                    <a:pt x="653783" y="721774"/>
                    <a:pt x="648344" y="721774"/>
                  </a:cubicBezTo>
                  <a:cubicBezTo>
                    <a:pt x="645624" y="721774"/>
                    <a:pt x="634746" y="721774"/>
                    <a:pt x="618428" y="721774"/>
                  </a:cubicBezTo>
                  <a:cubicBezTo>
                    <a:pt x="604829" y="729933"/>
                    <a:pt x="588512" y="735372"/>
                    <a:pt x="572194" y="735372"/>
                  </a:cubicBezTo>
                  <a:cubicBezTo>
                    <a:pt x="564035" y="735372"/>
                    <a:pt x="553156" y="732653"/>
                    <a:pt x="544997" y="729933"/>
                  </a:cubicBezTo>
                  <a:cubicBezTo>
                    <a:pt x="539558" y="727213"/>
                    <a:pt x="536838" y="724494"/>
                    <a:pt x="534119" y="721774"/>
                  </a:cubicBezTo>
                  <a:cubicBezTo>
                    <a:pt x="520520" y="721774"/>
                    <a:pt x="509641" y="721774"/>
                    <a:pt x="496043" y="721774"/>
                  </a:cubicBezTo>
                  <a:cubicBezTo>
                    <a:pt x="487884" y="721774"/>
                    <a:pt x="479725" y="721774"/>
                    <a:pt x="471566" y="721774"/>
                  </a:cubicBezTo>
                  <a:cubicBezTo>
                    <a:pt x="463407" y="721774"/>
                    <a:pt x="452529" y="721774"/>
                    <a:pt x="444370" y="716335"/>
                  </a:cubicBezTo>
                  <a:cubicBezTo>
                    <a:pt x="436211" y="713615"/>
                    <a:pt x="428052" y="705456"/>
                    <a:pt x="428052" y="700017"/>
                  </a:cubicBezTo>
                  <a:cubicBezTo>
                    <a:pt x="428052" y="697297"/>
                    <a:pt x="428052" y="694577"/>
                    <a:pt x="433491" y="691858"/>
                  </a:cubicBezTo>
                  <a:cubicBezTo>
                    <a:pt x="438930" y="689138"/>
                    <a:pt x="449809" y="686418"/>
                    <a:pt x="455248" y="683699"/>
                  </a:cubicBezTo>
                  <a:cubicBezTo>
                    <a:pt x="474286" y="680979"/>
                    <a:pt x="498763" y="678259"/>
                    <a:pt x="506922" y="678259"/>
                  </a:cubicBezTo>
                  <a:cubicBezTo>
                    <a:pt x="506922" y="678259"/>
                    <a:pt x="509641" y="678259"/>
                    <a:pt x="509641" y="678259"/>
                  </a:cubicBezTo>
                  <a:cubicBezTo>
                    <a:pt x="509641" y="672820"/>
                    <a:pt x="506922" y="670101"/>
                    <a:pt x="506922" y="664661"/>
                  </a:cubicBezTo>
                  <a:cubicBezTo>
                    <a:pt x="501483" y="640184"/>
                    <a:pt x="501483" y="612988"/>
                    <a:pt x="498763" y="580352"/>
                  </a:cubicBezTo>
                  <a:cubicBezTo>
                    <a:pt x="496043" y="547716"/>
                    <a:pt x="498763" y="512361"/>
                    <a:pt x="496043" y="479725"/>
                  </a:cubicBezTo>
                  <a:cubicBezTo>
                    <a:pt x="493324" y="449808"/>
                    <a:pt x="493324" y="419892"/>
                    <a:pt x="493324" y="389976"/>
                  </a:cubicBezTo>
                  <a:cubicBezTo>
                    <a:pt x="493324" y="360060"/>
                    <a:pt x="490604" y="332863"/>
                    <a:pt x="490604" y="302947"/>
                  </a:cubicBezTo>
                  <a:cubicBezTo>
                    <a:pt x="487884" y="275751"/>
                    <a:pt x="487884" y="240395"/>
                    <a:pt x="487884" y="229516"/>
                  </a:cubicBezTo>
                  <a:cubicBezTo>
                    <a:pt x="487884" y="224077"/>
                    <a:pt x="487884" y="221357"/>
                    <a:pt x="485165" y="221357"/>
                  </a:cubicBezTo>
                  <a:cubicBezTo>
                    <a:pt x="485165" y="221357"/>
                    <a:pt x="482445" y="224077"/>
                    <a:pt x="482445" y="226797"/>
                  </a:cubicBezTo>
                  <a:cubicBezTo>
                    <a:pt x="479725" y="237675"/>
                    <a:pt x="479725" y="251274"/>
                    <a:pt x="477006" y="262152"/>
                  </a:cubicBezTo>
                  <a:cubicBezTo>
                    <a:pt x="471566" y="289349"/>
                    <a:pt x="466127" y="316545"/>
                    <a:pt x="460688" y="341022"/>
                  </a:cubicBezTo>
                  <a:cubicBezTo>
                    <a:pt x="455248" y="365499"/>
                    <a:pt x="447090" y="392696"/>
                    <a:pt x="444370" y="417173"/>
                  </a:cubicBezTo>
                  <a:cubicBezTo>
                    <a:pt x="441650" y="430771"/>
                    <a:pt x="438930" y="441650"/>
                    <a:pt x="436211" y="455248"/>
                  </a:cubicBezTo>
                  <a:cubicBezTo>
                    <a:pt x="433491" y="468846"/>
                    <a:pt x="428052" y="479725"/>
                    <a:pt x="425332" y="493323"/>
                  </a:cubicBezTo>
                  <a:cubicBezTo>
                    <a:pt x="422612" y="506921"/>
                    <a:pt x="419893" y="520520"/>
                    <a:pt x="411734" y="531398"/>
                  </a:cubicBezTo>
                  <a:cubicBezTo>
                    <a:pt x="406295" y="539557"/>
                    <a:pt x="395416" y="547716"/>
                    <a:pt x="376378" y="547716"/>
                  </a:cubicBezTo>
                  <a:cubicBezTo>
                    <a:pt x="357341" y="547716"/>
                    <a:pt x="335583" y="539557"/>
                    <a:pt x="319265" y="525959"/>
                  </a:cubicBezTo>
                  <a:cubicBezTo>
                    <a:pt x="300228" y="506921"/>
                    <a:pt x="294788" y="479725"/>
                    <a:pt x="289349" y="455248"/>
                  </a:cubicBezTo>
                  <a:cubicBezTo>
                    <a:pt x="283910" y="428051"/>
                    <a:pt x="278470" y="400855"/>
                    <a:pt x="273031" y="373658"/>
                  </a:cubicBezTo>
                  <a:cubicBezTo>
                    <a:pt x="273031" y="368219"/>
                    <a:pt x="267592" y="346462"/>
                    <a:pt x="262153" y="316545"/>
                  </a:cubicBezTo>
                  <a:cubicBezTo>
                    <a:pt x="256713" y="292068"/>
                    <a:pt x="251274" y="262152"/>
                    <a:pt x="245835" y="237675"/>
                  </a:cubicBezTo>
                  <a:cubicBezTo>
                    <a:pt x="240395" y="218638"/>
                    <a:pt x="237675" y="205039"/>
                    <a:pt x="234956" y="196881"/>
                  </a:cubicBezTo>
                  <a:cubicBezTo>
                    <a:pt x="232236" y="191441"/>
                    <a:pt x="232236" y="191441"/>
                    <a:pt x="232236" y="191441"/>
                  </a:cubicBezTo>
                  <a:cubicBezTo>
                    <a:pt x="229517" y="191441"/>
                    <a:pt x="229517" y="196881"/>
                    <a:pt x="226797" y="207759"/>
                  </a:cubicBezTo>
                  <a:cubicBezTo>
                    <a:pt x="226797" y="215918"/>
                    <a:pt x="226797" y="229516"/>
                    <a:pt x="226797" y="232236"/>
                  </a:cubicBezTo>
                  <a:cubicBezTo>
                    <a:pt x="226797" y="243115"/>
                    <a:pt x="224077" y="256713"/>
                    <a:pt x="224077" y="267592"/>
                  </a:cubicBezTo>
                  <a:cubicBezTo>
                    <a:pt x="224077" y="278470"/>
                    <a:pt x="224077" y="294788"/>
                    <a:pt x="221358" y="311106"/>
                  </a:cubicBezTo>
                  <a:cubicBezTo>
                    <a:pt x="221358" y="327424"/>
                    <a:pt x="218638" y="343742"/>
                    <a:pt x="218638" y="360060"/>
                  </a:cubicBezTo>
                  <a:cubicBezTo>
                    <a:pt x="218638" y="373658"/>
                    <a:pt x="215919" y="384537"/>
                    <a:pt x="215919" y="398135"/>
                  </a:cubicBezTo>
                  <a:cubicBezTo>
                    <a:pt x="215919" y="409014"/>
                    <a:pt x="213199" y="419892"/>
                    <a:pt x="213199" y="430771"/>
                  </a:cubicBezTo>
                  <a:cubicBezTo>
                    <a:pt x="213199" y="438930"/>
                    <a:pt x="213199" y="447089"/>
                    <a:pt x="213199" y="455248"/>
                  </a:cubicBezTo>
                  <a:cubicBezTo>
                    <a:pt x="213199" y="463407"/>
                    <a:pt x="213199" y="471566"/>
                    <a:pt x="213199" y="477005"/>
                  </a:cubicBezTo>
                  <a:cubicBezTo>
                    <a:pt x="210479" y="490603"/>
                    <a:pt x="207759" y="506921"/>
                    <a:pt x="207759" y="520520"/>
                  </a:cubicBezTo>
                  <a:cubicBezTo>
                    <a:pt x="202320" y="550436"/>
                    <a:pt x="199600" y="580352"/>
                    <a:pt x="196881" y="610268"/>
                  </a:cubicBezTo>
                  <a:cubicBezTo>
                    <a:pt x="196881" y="623866"/>
                    <a:pt x="196881" y="640184"/>
                    <a:pt x="194161" y="653783"/>
                  </a:cubicBezTo>
                  <a:cubicBezTo>
                    <a:pt x="194161" y="659222"/>
                    <a:pt x="194161" y="661942"/>
                    <a:pt x="191441" y="667381"/>
                  </a:cubicBezTo>
                  <a:cubicBezTo>
                    <a:pt x="213199" y="667381"/>
                    <a:pt x="232236" y="667381"/>
                    <a:pt x="243115" y="667381"/>
                  </a:cubicBezTo>
                  <a:cubicBezTo>
                    <a:pt x="253994" y="667381"/>
                    <a:pt x="273031" y="670101"/>
                    <a:pt x="273031" y="683699"/>
                  </a:cubicBezTo>
                  <a:cubicBezTo>
                    <a:pt x="273031" y="691858"/>
                    <a:pt x="267592" y="691858"/>
                    <a:pt x="262153" y="697297"/>
                  </a:cubicBezTo>
                  <a:cubicBezTo>
                    <a:pt x="259433" y="702736"/>
                    <a:pt x="253994" y="705456"/>
                    <a:pt x="248554" y="705456"/>
                  </a:cubicBezTo>
                  <a:cubicBezTo>
                    <a:pt x="240395" y="708176"/>
                    <a:pt x="234956" y="708176"/>
                    <a:pt x="232236" y="708176"/>
                  </a:cubicBezTo>
                  <a:cubicBezTo>
                    <a:pt x="226797" y="708176"/>
                    <a:pt x="175124" y="708176"/>
                    <a:pt x="166965" y="708176"/>
                  </a:cubicBezTo>
                  <a:cubicBezTo>
                    <a:pt x="156086" y="708176"/>
                    <a:pt x="120730" y="708176"/>
                    <a:pt x="109852" y="708176"/>
                  </a:cubicBezTo>
                  <a:cubicBezTo>
                    <a:pt x="104412" y="708176"/>
                    <a:pt x="96253" y="708176"/>
                    <a:pt x="90814" y="708176"/>
                  </a:cubicBezTo>
                  <a:cubicBezTo>
                    <a:pt x="85375" y="708176"/>
                    <a:pt x="77216" y="705456"/>
                    <a:pt x="69057" y="702736"/>
                  </a:cubicBezTo>
                  <a:cubicBezTo>
                    <a:pt x="63617" y="700017"/>
                    <a:pt x="58178" y="691858"/>
                    <a:pt x="58178" y="686418"/>
                  </a:cubicBezTo>
                  <a:cubicBezTo>
                    <a:pt x="58178" y="683699"/>
                    <a:pt x="58178" y="680979"/>
                    <a:pt x="60898" y="678259"/>
                  </a:cubicBezTo>
                  <a:cubicBezTo>
                    <a:pt x="63617" y="675540"/>
                    <a:pt x="71777" y="672820"/>
                    <a:pt x="77216" y="670101"/>
                  </a:cubicBezTo>
                  <a:cubicBezTo>
                    <a:pt x="90814" y="667381"/>
                    <a:pt x="120730" y="664661"/>
                    <a:pt x="126170" y="664661"/>
                  </a:cubicBezTo>
                  <a:cubicBezTo>
                    <a:pt x="128889" y="664661"/>
                    <a:pt x="134329" y="664661"/>
                    <a:pt x="142487" y="664661"/>
                  </a:cubicBezTo>
                  <a:cubicBezTo>
                    <a:pt x="142487" y="640184"/>
                    <a:pt x="147927" y="612988"/>
                    <a:pt x="147927" y="588511"/>
                  </a:cubicBezTo>
                  <a:cubicBezTo>
                    <a:pt x="150646" y="555875"/>
                    <a:pt x="153366" y="523239"/>
                    <a:pt x="153366" y="493323"/>
                  </a:cubicBezTo>
                  <a:cubicBezTo>
                    <a:pt x="153366" y="466126"/>
                    <a:pt x="156086" y="438930"/>
                    <a:pt x="156086" y="411733"/>
                  </a:cubicBezTo>
                  <a:cubicBezTo>
                    <a:pt x="158806" y="373658"/>
                    <a:pt x="158806" y="335583"/>
                    <a:pt x="161525" y="297508"/>
                  </a:cubicBezTo>
                  <a:cubicBezTo>
                    <a:pt x="161525" y="278470"/>
                    <a:pt x="164245" y="259433"/>
                    <a:pt x="166965" y="240395"/>
                  </a:cubicBezTo>
                  <a:cubicBezTo>
                    <a:pt x="169684" y="210479"/>
                    <a:pt x="172404" y="191441"/>
                    <a:pt x="177843" y="161525"/>
                  </a:cubicBezTo>
                  <a:cubicBezTo>
                    <a:pt x="180563" y="147927"/>
                    <a:pt x="180563" y="131609"/>
                    <a:pt x="183282" y="118011"/>
                  </a:cubicBezTo>
                  <a:cubicBezTo>
                    <a:pt x="183282" y="118011"/>
                    <a:pt x="183282" y="115291"/>
                    <a:pt x="183282" y="115291"/>
                  </a:cubicBezTo>
                  <a:cubicBezTo>
                    <a:pt x="177843" y="115291"/>
                    <a:pt x="172404" y="115291"/>
                    <a:pt x="161525" y="115291"/>
                  </a:cubicBezTo>
                  <a:cubicBezTo>
                    <a:pt x="153366" y="115291"/>
                    <a:pt x="145207" y="115291"/>
                    <a:pt x="137048" y="115291"/>
                  </a:cubicBezTo>
                  <a:cubicBezTo>
                    <a:pt x="128889" y="115291"/>
                    <a:pt x="118011" y="115291"/>
                    <a:pt x="109852" y="109851"/>
                  </a:cubicBezTo>
                  <a:cubicBezTo>
                    <a:pt x="101693" y="107132"/>
                    <a:pt x="93534" y="98973"/>
                    <a:pt x="93534" y="93534"/>
                  </a:cubicBezTo>
                  <a:cubicBezTo>
                    <a:pt x="93534" y="90814"/>
                    <a:pt x="93534" y="88094"/>
                    <a:pt x="98973" y="85375"/>
                  </a:cubicBezTo>
                  <a:cubicBezTo>
                    <a:pt x="104412" y="82655"/>
                    <a:pt x="115291" y="79935"/>
                    <a:pt x="120730" y="77216"/>
                  </a:cubicBezTo>
                  <a:cubicBezTo>
                    <a:pt x="139768" y="74496"/>
                    <a:pt x="164245" y="71776"/>
                    <a:pt x="172404" y="71776"/>
                  </a:cubicBezTo>
                  <a:cubicBezTo>
                    <a:pt x="194161" y="71776"/>
                    <a:pt x="210479" y="69057"/>
                    <a:pt x="234956" y="69057"/>
                  </a:cubicBezTo>
                  <a:cubicBezTo>
                    <a:pt x="237675" y="69057"/>
                    <a:pt x="240395" y="69057"/>
                    <a:pt x="243115" y="69057"/>
                  </a:cubicBezTo>
                  <a:cubicBezTo>
                    <a:pt x="251274" y="69057"/>
                    <a:pt x="262153" y="69057"/>
                    <a:pt x="270312" y="74496"/>
                  </a:cubicBezTo>
                  <a:cubicBezTo>
                    <a:pt x="283910" y="82655"/>
                    <a:pt x="300228" y="96253"/>
                    <a:pt x="308387" y="123450"/>
                  </a:cubicBezTo>
                  <a:cubicBezTo>
                    <a:pt x="316546" y="147927"/>
                    <a:pt x="327424" y="175123"/>
                    <a:pt x="332864" y="202320"/>
                  </a:cubicBezTo>
                  <a:cubicBezTo>
                    <a:pt x="335583" y="213198"/>
                    <a:pt x="335583" y="226797"/>
                    <a:pt x="338303" y="237675"/>
                  </a:cubicBezTo>
                  <a:cubicBezTo>
                    <a:pt x="343742" y="251274"/>
                    <a:pt x="346462" y="264872"/>
                    <a:pt x="349182" y="281190"/>
                  </a:cubicBezTo>
                  <a:cubicBezTo>
                    <a:pt x="351901" y="292068"/>
                    <a:pt x="351901" y="305667"/>
                    <a:pt x="357341" y="316545"/>
                  </a:cubicBezTo>
                  <a:cubicBezTo>
                    <a:pt x="362780" y="327424"/>
                    <a:pt x="362780" y="338303"/>
                    <a:pt x="365500" y="351901"/>
                  </a:cubicBezTo>
                  <a:cubicBezTo>
                    <a:pt x="365500" y="357340"/>
                    <a:pt x="373658" y="373658"/>
                    <a:pt x="376378" y="389976"/>
                  </a:cubicBezTo>
                  <a:cubicBezTo>
                    <a:pt x="381817" y="403574"/>
                    <a:pt x="384537" y="414453"/>
                    <a:pt x="387257" y="414453"/>
                  </a:cubicBezTo>
                  <a:cubicBezTo>
                    <a:pt x="392696" y="414453"/>
                    <a:pt x="395416" y="381817"/>
                    <a:pt x="398136" y="376378"/>
                  </a:cubicBezTo>
                  <a:cubicBezTo>
                    <a:pt x="400855" y="362779"/>
                    <a:pt x="403575" y="346462"/>
                    <a:pt x="406295" y="332863"/>
                  </a:cubicBezTo>
                  <a:cubicBezTo>
                    <a:pt x="411734" y="302947"/>
                    <a:pt x="417173" y="273031"/>
                    <a:pt x="425332" y="243115"/>
                  </a:cubicBezTo>
                  <a:cubicBezTo>
                    <a:pt x="430771" y="213198"/>
                    <a:pt x="436211" y="180563"/>
                    <a:pt x="444370" y="150646"/>
                  </a:cubicBezTo>
                  <a:cubicBezTo>
                    <a:pt x="449809" y="126170"/>
                    <a:pt x="460688" y="98973"/>
                    <a:pt x="477006" y="79935"/>
                  </a:cubicBezTo>
                  <a:cubicBezTo>
                    <a:pt x="487884" y="66337"/>
                    <a:pt x="506922" y="58178"/>
                    <a:pt x="523240" y="58178"/>
                  </a:cubicBezTo>
                  <a:cubicBezTo>
                    <a:pt x="528679" y="58178"/>
                    <a:pt x="539558" y="58178"/>
                    <a:pt x="544997" y="63617"/>
                  </a:cubicBezTo>
                  <a:lnTo>
                    <a:pt x="612988" y="63617"/>
                  </a:lnTo>
                  <a:cubicBezTo>
                    <a:pt x="626587" y="63617"/>
                    <a:pt x="651064" y="63617"/>
                    <a:pt x="651064" y="79935"/>
                  </a:cubicBezTo>
                  <a:cubicBezTo>
                    <a:pt x="651064" y="88094"/>
                    <a:pt x="648344" y="88094"/>
                    <a:pt x="645624" y="96253"/>
                  </a:cubicBezTo>
                  <a:cubicBezTo>
                    <a:pt x="640185" y="101693"/>
                    <a:pt x="634746" y="104412"/>
                    <a:pt x="629307" y="104412"/>
                  </a:cubicBezTo>
                  <a:cubicBezTo>
                    <a:pt x="621147" y="107132"/>
                    <a:pt x="612988" y="107132"/>
                    <a:pt x="607549" y="107132"/>
                  </a:cubicBezTo>
                  <a:cubicBezTo>
                    <a:pt x="604829" y="107132"/>
                    <a:pt x="591231" y="107132"/>
                    <a:pt x="580353" y="107132"/>
                  </a:cubicBezTo>
                  <a:cubicBezTo>
                    <a:pt x="580353" y="109851"/>
                    <a:pt x="583072" y="112571"/>
                    <a:pt x="583072" y="115291"/>
                  </a:cubicBezTo>
                  <a:cubicBezTo>
                    <a:pt x="585792" y="128889"/>
                    <a:pt x="585792" y="142487"/>
                    <a:pt x="588512" y="156086"/>
                  </a:cubicBezTo>
                  <a:cubicBezTo>
                    <a:pt x="591231" y="169684"/>
                    <a:pt x="591231" y="183282"/>
                    <a:pt x="593951" y="196881"/>
                  </a:cubicBezTo>
                  <a:cubicBezTo>
                    <a:pt x="593951" y="207759"/>
                    <a:pt x="599390" y="215918"/>
                    <a:pt x="599390" y="226797"/>
                  </a:cubicBezTo>
                  <a:cubicBezTo>
                    <a:pt x="599390" y="229516"/>
                    <a:pt x="599390" y="229516"/>
                    <a:pt x="599390" y="232236"/>
                  </a:cubicBezTo>
                  <a:cubicBezTo>
                    <a:pt x="599390" y="234956"/>
                    <a:pt x="599390" y="237675"/>
                    <a:pt x="599390" y="240395"/>
                  </a:cubicBezTo>
                  <a:cubicBezTo>
                    <a:pt x="599390" y="251274"/>
                    <a:pt x="599390" y="259433"/>
                    <a:pt x="602110" y="270311"/>
                  </a:cubicBezTo>
                  <a:cubicBezTo>
                    <a:pt x="604829" y="283909"/>
                    <a:pt x="607549" y="294788"/>
                    <a:pt x="607549" y="308386"/>
                  </a:cubicBezTo>
                  <a:cubicBezTo>
                    <a:pt x="607549" y="311106"/>
                    <a:pt x="607549" y="316545"/>
                    <a:pt x="607549" y="319265"/>
                  </a:cubicBezTo>
                  <a:cubicBezTo>
                    <a:pt x="607549" y="324704"/>
                    <a:pt x="610269" y="330144"/>
                    <a:pt x="612988" y="335583"/>
                  </a:cubicBezTo>
                  <a:cubicBezTo>
                    <a:pt x="612988" y="338303"/>
                    <a:pt x="612988" y="343742"/>
                    <a:pt x="612988" y="346462"/>
                  </a:cubicBezTo>
                  <a:cubicBezTo>
                    <a:pt x="612988" y="354620"/>
                    <a:pt x="612988" y="362779"/>
                    <a:pt x="612988" y="370939"/>
                  </a:cubicBezTo>
                  <a:cubicBezTo>
                    <a:pt x="612988" y="379097"/>
                    <a:pt x="612988" y="387256"/>
                    <a:pt x="612988" y="395415"/>
                  </a:cubicBezTo>
                  <a:cubicBezTo>
                    <a:pt x="612988" y="403574"/>
                    <a:pt x="615708" y="414453"/>
                    <a:pt x="615708" y="422612"/>
                  </a:cubicBezTo>
                  <a:cubicBezTo>
                    <a:pt x="618428" y="430771"/>
                    <a:pt x="618428" y="436210"/>
                    <a:pt x="618428" y="441650"/>
                  </a:cubicBezTo>
                  <a:cubicBezTo>
                    <a:pt x="618428" y="444369"/>
                    <a:pt x="618428" y="449808"/>
                    <a:pt x="618428" y="455248"/>
                  </a:cubicBezTo>
                  <a:cubicBezTo>
                    <a:pt x="618428" y="460687"/>
                    <a:pt x="618428" y="460687"/>
                    <a:pt x="621147" y="463407"/>
                  </a:cubicBezTo>
                  <a:cubicBezTo>
                    <a:pt x="623867" y="471566"/>
                    <a:pt x="623867" y="477005"/>
                    <a:pt x="626587" y="482444"/>
                  </a:cubicBezTo>
                  <a:cubicBezTo>
                    <a:pt x="629307" y="493323"/>
                    <a:pt x="629307" y="506921"/>
                    <a:pt x="629307" y="517800"/>
                  </a:cubicBezTo>
                  <a:cubicBezTo>
                    <a:pt x="632026" y="534118"/>
                    <a:pt x="632026" y="547716"/>
                    <a:pt x="634746" y="561314"/>
                  </a:cubicBezTo>
                  <a:cubicBezTo>
                    <a:pt x="634746" y="564034"/>
                    <a:pt x="634746" y="564034"/>
                    <a:pt x="634746" y="566754"/>
                  </a:cubicBezTo>
                  <a:cubicBezTo>
                    <a:pt x="634746" y="572193"/>
                    <a:pt x="634746" y="577632"/>
                    <a:pt x="634746" y="583072"/>
                  </a:cubicBezTo>
                  <a:cubicBezTo>
                    <a:pt x="634746" y="596670"/>
                    <a:pt x="637466" y="602109"/>
                    <a:pt x="637466" y="607548"/>
                  </a:cubicBezTo>
                  <a:cubicBezTo>
                    <a:pt x="637466" y="610268"/>
                    <a:pt x="640185" y="615708"/>
                    <a:pt x="640185" y="618427"/>
                  </a:cubicBezTo>
                  <a:cubicBezTo>
                    <a:pt x="640185" y="623866"/>
                    <a:pt x="640185" y="629306"/>
                    <a:pt x="640185" y="632025"/>
                  </a:cubicBezTo>
                  <a:cubicBezTo>
                    <a:pt x="640185" y="634745"/>
                    <a:pt x="640185" y="637465"/>
                    <a:pt x="640185" y="640184"/>
                  </a:cubicBezTo>
                  <a:cubicBezTo>
                    <a:pt x="640185" y="645624"/>
                    <a:pt x="642905" y="653783"/>
                    <a:pt x="642905" y="659222"/>
                  </a:cubicBezTo>
                  <a:cubicBezTo>
                    <a:pt x="642905" y="661942"/>
                    <a:pt x="642905" y="661942"/>
                    <a:pt x="642905" y="664661"/>
                  </a:cubicBezTo>
                  <a:cubicBezTo>
                    <a:pt x="645624" y="678259"/>
                    <a:pt x="651064" y="678259"/>
                    <a:pt x="653783" y="678259"/>
                  </a:cubicBezTo>
                  <a:lnTo>
                    <a:pt x="653783" y="678259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BC039864-996D-45FB-8953-B06D02EC1B41}"/>
                </a:ext>
              </a:extLst>
            </p:cNvPr>
            <p:cNvSpPr/>
            <p:nvPr/>
          </p:nvSpPr>
          <p:spPr>
            <a:xfrm>
              <a:off x="6362526" y="4242177"/>
              <a:ext cx="492259" cy="674476"/>
            </a:xfrm>
            <a:custGeom>
              <a:avLst/>
              <a:gdLst>
                <a:gd name="connsiteX0" fmla="*/ 225733 w 492259"/>
                <a:gd name="connsiteY0" fmla="*/ 97907 h 674476"/>
                <a:gd name="connsiteX1" fmla="*/ 209415 w 492259"/>
                <a:gd name="connsiteY1" fmla="*/ 119665 h 674476"/>
                <a:gd name="connsiteX2" fmla="*/ 201256 w 492259"/>
                <a:gd name="connsiteY2" fmla="*/ 152300 h 674476"/>
                <a:gd name="connsiteX3" fmla="*/ 198536 w 492259"/>
                <a:gd name="connsiteY3" fmla="*/ 168618 h 674476"/>
                <a:gd name="connsiteX4" fmla="*/ 195817 w 492259"/>
                <a:gd name="connsiteY4" fmla="*/ 184936 h 674476"/>
                <a:gd name="connsiteX5" fmla="*/ 187658 w 492259"/>
                <a:gd name="connsiteY5" fmla="*/ 220292 h 674476"/>
                <a:gd name="connsiteX6" fmla="*/ 168620 w 492259"/>
                <a:gd name="connsiteY6" fmla="*/ 291003 h 674476"/>
                <a:gd name="connsiteX7" fmla="*/ 160461 w 492259"/>
                <a:gd name="connsiteY7" fmla="*/ 323639 h 674476"/>
                <a:gd name="connsiteX8" fmla="*/ 149582 w 492259"/>
                <a:gd name="connsiteY8" fmla="*/ 361714 h 674476"/>
                <a:gd name="connsiteX9" fmla="*/ 144143 w 492259"/>
                <a:gd name="connsiteY9" fmla="*/ 388910 h 674476"/>
                <a:gd name="connsiteX10" fmla="*/ 149582 w 492259"/>
                <a:gd name="connsiteY10" fmla="*/ 391630 h 674476"/>
                <a:gd name="connsiteX11" fmla="*/ 171340 w 492259"/>
                <a:gd name="connsiteY11" fmla="*/ 391630 h 674476"/>
                <a:gd name="connsiteX12" fmla="*/ 193097 w 492259"/>
                <a:gd name="connsiteY12" fmla="*/ 388910 h 674476"/>
                <a:gd name="connsiteX13" fmla="*/ 212135 w 492259"/>
                <a:gd name="connsiteY13" fmla="*/ 388910 h 674476"/>
                <a:gd name="connsiteX14" fmla="*/ 236611 w 492259"/>
                <a:gd name="connsiteY14" fmla="*/ 388910 h 674476"/>
                <a:gd name="connsiteX15" fmla="*/ 250210 w 492259"/>
                <a:gd name="connsiteY15" fmla="*/ 386191 h 674476"/>
                <a:gd name="connsiteX16" fmla="*/ 258369 w 492259"/>
                <a:gd name="connsiteY16" fmla="*/ 386191 h 674476"/>
                <a:gd name="connsiteX17" fmla="*/ 255649 w 492259"/>
                <a:gd name="connsiteY17" fmla="*/ 367153 h 674476"/>
                <a:gd name="connsiteX18" fmla="*/ 250210 w 492259"/>
                <a:gd name="connsiteY18" fmla="*/ 331797 h 674476"/>
                <a:gd name="connsiteX19" fmla="*/ 247490 w 492259"/>
                <a:gd name="connsiteY19" fmla="*/ 244769 h 674476"/>
                <a:gd name="connsiteX20" fmla="*/ 242051 w 492259"/>
                <a:gd name="connsiteY20" fmla="*/ 203974 h 674476"/>
                <a:gd name="connsiteX21" fmla="*/ 236611 w 492259"/>
                <a:gd name="connsiteY21" fmla="*/ 157740 h 674476"/>
                <a:gd name="connsiteX22" fmla="*/ 233892 w 492259"/>
                <a:gd name="connsiteY22" fmla="*/ 119665 h 674476"/>
                <a:gd name="connsiteX23" fmla="*/ 225733 w 492259"/>
                <a:gd name="connsiteY23" fmla="*/ 97907 h 674476"/>
                <a:gd name="connsiteX24" fmla="*/ 274687 w 492259"/>
                <a:gd name="connsiteY24" fmla="*/ 0 h 674476"/>
                <a:gd name="connsiteX25" fmla="*/ 304603 w 492259"/>
                <a:gd name="connsiteY25" fmla="*/ 5439 h 674476"/>
                <a:gd name="connsiteX26" fmla="*/ 320921 w 492259"/>
                <a:gd name="connsiteY26" fmla="*/ 24477 h 674476"/>
                <a:gd name="connsiteX27" fmla="*/ 334519 w 492259"/>
                <a:gd name="connsiteY27" fmla="*/ 43515 h 674476"/>
                <a:gd name="connsiteX28" fmla="*/ 339959 w 492259"/>
                <a:gd name="connsiteY28" fmla="*/ 65272 h 674476"/>
                <a:gd name="connsiteX29" fmla="*/ 348118 w 492259"/>
                <a:gd name="connsiteY29" fmla="*/ 114226 h 674476"/>
                <a:gd name="connsiteX30" fmla="*/ 361716 w 492259"/>
                <a:gd name="connsiteY30" fmla="*/ 163180 h 674476"/>
                <a:gd name="connsiteX31" fmla="*/ 369875 w 492259"/>
                <a:gd name="connsiteY31" fmla="*/ 220293 h 674476"/>
                <a:gd name="connsiteX32" fmla="*/ 378034 w 492259"/>
                <a:gd name="connsiteY32" fmla="*/ 274686 h 674476"/>
                <a:gd name="connsiteX33" fmla="*/ 383473 w 492259"/>
                <a:gd name="connsiteY33" fmla="*/ 301883 h 674476"/>
                <a:gd name="connsiteX34" fmla="*/ 391632 w 492259"/>
                <a:gd name="connsiteY34" fmla="*/ 337238 h 674476"/>
                <a:gd name="connsiteX35" fmla="*/ 397071 w 492259"/>
                <a:gd name="connsiteY35" fmla="*/ 364435 h 674476"/>
                <a:gd name="connsiteX36" fmla="*/ 405230 w 492259"/>
                <a:gd name="connsiteY36" fmla="*/ 383473 h 674476"/>
                <a:gd name="connsiteX37" fmla="*/ 416109 w 492259"/>
                <a:gd name="connsiteY37" fmla="*/ 386192 h 674476"/>
                <a:gd name="connsiteX38" fmla="*/ 426988 w 492259"/>
                <a:gd name="connsiteY38" fmla="*/ 386192 h 674476"/>
                <a:gd name="connsiteX39" fmla="*/ 454184 w 492259"/>
                <a:gd name="connsiteY39" fmla="*/ 397071 h 674476"/>
                <a:gd name="connsiteX40" fmla="*/ 456904 w 492259"/>
                <a:gd name="connsiteY40" fmla="*/ 405230 h 674476"/>
                <a:gd name="connsiteX41" fmla="*/ 451464 w 492259"/>
                <a:gd name="connsiteY41" fmla="*/ 416108 h 674476"/>
                <a:gd name="connsiteX42" fmla="*/ 432427 w 492259"/>
                <a:gd name="connsiteY42" fmla="*/ 429707 h 674476"/>
                <a:gd name="connsiteX43" fmla="*/ 421548 w 492259"/>
                <a:gd name="connsiteY43" fmla="*/ 432426 h 674476"/>
                <a:gd name="connsiteX44" fmla="*/ 413389 w 492259"/>
                <a:gd name="connsiteY44" fmla="*/ 435146 h 674476"/>
                <a:gd name="connsiteX45" fmla="*/ 413389 w 492259"/>
                <a:gd name="connsiteY45" fmla="*/ 440585 h 674476"/>
                <a:gd name="connsiteX46" fmla="*/ 416109 w 492259"/>
                <a:gd name="connsiteY46" fmla="*/ 451464 h 674476"/>
                <a:gd name="connsiteX47" fmla="*/ 418829 w 492259"/>
                <a:gd name="connsiteY47" fmla="*/ 465062 h 674476"/>
                <a:gd name="connsiteX48" fmla="*/ 418829 w 492259"/>
                <a:gd name="connsiteY48" fmla="*/ 475941 h 674476"/>
                <a:gd name="connsiteX49" fmla="*/ 418829 w 492259"/>
                <a:gd name="connsiteY49" fmla="*/ 486820 h 674476"/>
                <a:gd name="connsiteX50" fmla="*/ 426988 w 492259"/>
                <a:gd name="connsiteY50" fmla="*/ 516736 h 674476"/>
                <a:gd name="connsiteX51" fmla="*/ 432427 w 492259"/>
                <a:gd name="connsiteY51" fmla="*/ 543932 h 674476"/>
                <a:gd name="connsiteX52" fmla="*/ 437866 w 492259"/>
                <a:gd name="connsiteY52" fmla="*/ 573848 h 674476"/>
                <a:gd name="connsiteX53" fmla="*/ 443306 w 492259"/>
                <a:gd name="connsiteY53" fmla="*/ 606484 h 674476"/>
                <a:gd name="connsiteX54" fmla="*/ 446025 w 492259"/>
                <a:gd name="connsiteY54" fmla="*/ 617363 h 674476"/>
                <a:gd name="connsiteX55" fmla="*/ 470502 w 492259"/>
                <a:gd name="connsiteY55" fmla="*/ 617363 h 674476"/>
                <a:gd name="connsiteX56" fmla="*/ 492259 w 492259"/>
                <a:gd name="connsiteY56" fmla="*/ 641840 h 674476"/>
                <a:gd name="connsiteX57" fmla="*/ 484101 w 492259"/>
                <a:gd name="connsiteY57" fmla="*/ 655438 h 674476"/>
                <a:gd name="connsiteX58" fmla="*/ 467782 w 492259"/>
                <a:gd name="connsiteY58" fmla="*/ 663597 h 674476"/>
                <a:gd name="connsiteX59" fmla="*/ 443306 w 492259"/>
                <a:gd name="connsiteY59" fmla="*/ 666317 h 674476"/>
                <a:gd name="connsiteX60" fmla="*/ 421548 w 492259"/>
                <a:gd name="connsiteY60" fmla="*/ 666317 h 674476"/>
                <a:gd name="connsiteX61" fmla="*/ 413389 w 492259"/>
                <a:gd name="connsiteY61" fmla="*/ 666317 h 674476"/>
                <a:gd name="connsiteX62" fmla="*/ 399791 w 492259"/>
                <a:gd name="connsiteY62" fmla="*/ 671756 h 674476"/>
                <a:gd name="connsiteX63" fmla="*/ 383473 w 492259"/>
                <a:gd name="connsiteY63" fmla="*/ 674476 h 674476"/>
                <a:gd name="connsiteX64" fmla="*/ 348118 w 492259"/>
                <a:gd name="connsiteY64" fmla="*/ 669036 h 674476"/>
                <a:gd name="connsiteX65" fmla="*/ 326360 w 492259"/>
                <a:gd name="connsiteY65" fmla="*/ 669036 h 674476"/>
                <a:gd name="connsiteX66" fmla="*/ 277406 w 492259"/>
                <a:gd name="connsiteY66" fmla="*/ 669036 h 674476"/>
                <a:gd name="connsiteX67" fmla="*/ 252930 w 492259"/>
                <a:gd name="connsiteY67" fmla="*/ 663597 h 674476"/>
                <a:gd name="connsiteX68" fmla="*/ 236611 w 492259"/>
                <a:gd name="connsiteY68" fmla="*/ 647279 h 674476"/>
                <a:gd name="connsiteX69" fmla="*/ 261088 w 492259"/>
                <a:gd name="connsiteY69" fmla="*/ 630961 h 674476"/>
                <a:gd name="connsiteX70" fmla="*/ 288285 w 492259"/>
                <a:gd name="connsiteY70" fmla="*/ 628241 h 674476"/>
                <a:gd name="connsiteX71" fmla="*/ 285565 w 492259"/>
                <a:gd name="connsiteY71" fmla="*/ 609204 h 674476"/>
                <a:gd name="connsiteX72" fmla="*/ 282846 w 492259"/>
                <a:gd name="connsiteY72" fmla="*/ 582007 h 674476"/>
                <a:gd name="connsiteX73" fmla="*/ 280126 w 492259"/>
                <a:gd name="connsiteY73" fmla="*/ 568409 h 674476"/>
                <a:gd name="connsiteX74" fmla="*/ 282846 w 492259"/>
                <a:gd name="connsiteY74" fmla="*/ 554811 h 674476"/>
                <a:gd name="connsiteX75" fmla="*/ 277406 w 492259"/>
                <a:gd name="connsiteY75" fmla="*/ 538493 h 674476"/>
                <a:gd name="connsiteX76" fmla="*/ 271967 w 492259"/>
                <a:gd name="connsiteY76" fmla="*/ 505857 h 674476"/>
                <a:gd name="connsiteX77" fmla="*/ 269247 w 492259"/>
                <a:gd name="connsiteY77" fmla="*/ 478660 h 674476"/>
                <a:gd name="connsiteX78" fmla="*/ 266528 w 492259"/>
                <a:gd name="connsiteY78" fmla="*/ 446025 h 674476"/>
                <a:gd name="connsiteX79" fmla="*/ 261088 w 492259"/>
                <a:gd name="connsiteY79" fmla="*/ 437866 h 674476"/>
                <a:gd name="connsiteX80" fmla="*/ 250210 w 492259"/>
                <a:gd name="connsiteY80" fmla="*/ 437866 h 674476"/>
                <a:gd name="connsiteX81" fmla="*/ 220293 w 492259"/>
                <a:gd name="connsiteY81" fmla="*/ 440585 h 674476"/>
                <a:gd name="connsiteX82" fmla="*/ 190377 w 492259"/>
                <a:gd name="connsiteY82" fmla="*/ 443305 h 674476"/>
                <a:gd name="connsiteX83" fmla="*/ 165900 w 492259"/>
                <a:gd name="connsiteY83" fmla="*/ 443305 h 674476"/>
                <a:gd name="connsiteX84" fmla="*/ 144143 w 492259"/>
                <a:gd name="connsiteY84" fmla="*/ 440585 h 674476"/>
                <a:gd name="connsiteX85" fmla="*/ 135984 w 492259"/>
                <a:gd name="connsiteY85" fmla="*/ 454184 h 674476"/>
                <a:gd name="connsiteX86" fmla="*/ 130545 w 492259"/>
                <a:gd name="connsiteY86" fmla="*/ 486820 h 674476"/>
                <a:gd name="connsiteX87" fmla="*/ 119666 w 492259"/>
                <a:gd name="connsiteY87" fmla="*/ 541213 h 674476"/>
                <a:gd name="connsiteX88" fmla="*/ 103348 w 492259"/>
                <a:gd name="connsiteY88" fmla="*/ 614643 h 674476"/>
                <a:gd name="connsiteX89" fmla="*/ 133264 w 492259"/>
                <a:gd name="connsiteY89" fmla="*/ 614643 h 674476"/>
                <a:gd name="connsiteX90" fmla="*/ 168620 w 492259"/>
                <a:gd name="connsiteY90" fmla="*/ 630961 h 674476"/>
                <a:gd name="connsiteX91" fmla="*/ 163181 w 492259"/>
                <a:gd name="connsiteY91" fmla="*/ 647279 h 674476"/>
                <a:gd name="connsiteX92" fmla="*/ 146863 w 492259"/>
                <a:gd name="connsiteY92" fmla="*/ 655438 h 674476"/>
                <a:gd name="connsiteX93" fmla="*/ 127825 w 492259"/>
                <a:gd name="connsiteY93" fmla="*/ 658158 h 674476"/>
                <a:gd name="connsiteX94" fmla="*/ 106068 w 492259"/>
                <a:gd name="connsiteY94" fmla="*/ 658158 h 674476"/>
                <a:gd name="connsiteX95" fmla="*/ 62552 w 492259"/>
                <a:gd name="connsiteY95" fmla="*/ 658158 h 674476"/>
                <a:gd name="connsiteX96" fmla="*/ 40795 w 492259"/>
                <a:gd name="connsiteY96" fmla="*/ 658158 h 674476"/>
                <a:gd name="connsiteX97" fmla="*/ 16318 w 492259"/>
                <a:gd name="connsiteY97" fmla="*/ 652718 h 674476"/>
                <a:gd name="connsiteX98" fmla="*/ 0 w 492259"/>
                <a:gd name="connsiteY98" fmla="*/ 636401 h 674476"/>
                <a:gd name="connsiteX99" fmla="*/ 2720 w 492259"/>
                <a:gd name="connsiteY99" fmla="*/ 628241 h 674476"/>
                <a:gd name="connsiteX100" fmla="*/ 24477 w 492259"/>
                <a:gd name="connsiteY100" fmla="*/ 620082 h 674476"/>
                <a:gd name="connsiteX101" fmla="*/ 62552 w 492259"/>
                <a:gd name="connsiteY101" fmla="*/ 617363 h 674476"/>
                <a:gd name="connsiteX102" fmla="*/ 62552 w 492259"/>
                <a:gd name="connsiteY102" fmla="*/ 614643 h 674476"/>
                <a:gd name="connsiteX103" fmla="*/ 65272 w 492259"/>
                <a:gd name="connsiteY103" fmla="*/ 587447 h 674476"/>
                <a:gd name="connsiteX104" fmla="*/ 76151 w 492259"/>
                <a:gd name="connsiteY104" fmla="*/ 522175 h 674476"/>
                <a:gd name="connsiteX105" fmla="*/ 87029 w 492259"/>
                <a:gd name="connsiteY105" fmla="*/ 470501 h 674476"/>
                <a:gd name="connsiteX106" fmla="*/ 92468 w 492259"/>
                <a:gd name="connsiteY106" fmla="*/ 446025 h 674476"/>
                <a:gd name="connsiteX107" fmla="*/ 65272 w 492259"/>
                <a:gd name="connsiteY107" fmla="*/ 432426 h 674476"/>
                <a:gd name="connsiteX108" fmla="*/ 54393 w 492259"/>
                <a:gd name="connsiteY108" fmla="*/ 421548 h 674476"/>
                <a:gd name="connsiteX109" fmla="*/ 73431 w 492259"/>
                <a:gd name="connsiteY109" fmla="*/ 407949 h 674476"/>
                <a:gd name="connsiteX110" fmla="*/ 100629 w 492259"/>
                <a:gd name="connsiteY110" fmla="*/ 399790 h 674476"/>
                <a:gd name="connsiteX111" fmla="*/ 108788 w 492259"/>
                <a:gd name="connsiteY111" fmla="*/ 369874 h 674476"/>
                <a:gd name="connsiteX112" fmla="*/ 125105 w 492259"/>
                <a:gd name="connsiteY112" fmla="*/ 307322 h 674476"/>
                <a:gd name="connsiteX113" fmla="*/ 141423 w 492259"/>
                <a:gd name="connsiteY113" fmla="*/ 242051 h 674476"/>
                <a:gd name="connsiteX114" fmla="*/ 155022 w 492259"/>
                <a:gd name="connsiteY114" fmla="*/ 179498 h 674476"/>
                <a:gd name="connsiteX115" fmla="*/ 168620 w 492259"/>
                <a:gd name="connsiteY115" fmla="*/ 119665 h 674476"/>
                <a:gd name="connsiteX116" fmla="*/ 193097 w 492259"/>
                <a:gd name="connsiteY116" fmla="*/ 57113 h 674476"/>
                <a:gd name="connsiteX117" fmla="*/ 201256 w 492259"/>
                <a:gd name="connsiteY117" fmla="*/ 38075 h 674476"/>
                <a:gd name="connsiteX118" fmla="*/ 217574 w 492259"/>
                <a:gd name="connsiteY118" fmla="*/ 13598 h 674476"/>
                <a:gd name="connsiteX119" fmla="*/ 274687 w 492259"/>
                <a:gd name="connsiteY119" fmla="*/ 0 h 674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</a:cxnLst>
              <a:rect l="l" t="t" r="r" b="b"/>
              <a:pathLst>
                <a:path w="492259" h="674476">
                  <a:moveTo>
                    <a:pt x="225733" y="97907"/>
                  </a:moveTo>
                  <a:cubicBezTo>
                    <a:pt x="217574" y="97907"/>
                    <a:pt x="209415" y="114225"/>
                    <a:pt x="209415" y="119665"/>
                  </a:cubicBezTo>
                  <a:cubicBezTo>
                    <a:pt x="206695" y="130543"/>
                    <a:pt x="203976" y="144141"/>
                    <a:pt x="201256" y="152300"/>
                  </a:cubicBezTo>
                  <a:cubicBezTo>
                    <a:pt x="198536" y="157740"/>
                    <a:pt x="198536" y="163179"/>
                    <a:pt x="198536" y="168618"/>
                  </a:cubicBezTo>
                  <a:cubicBezTo>
                    <a:pt x="198536" y="174058"/>
                    <a:pt x="195817" y="179497"/>
                    <a:pt x="195817" y="184936"/>
                  </a:cubicBezTo>
                  <a:cubicBezTo>
                    <a:pt x="193097" y="195815"/>
                    <a:pt x="190377" y="209413"/>
                    <a:pt x="187658" y="220292"/>
                  </a:cubicBezTo>
                  <a:cubicBezTo>
                    <a:pt x="184938" y="244769"/>
                    <a:pt x="176779" y="269246"/>
                    <a:pt x="168620" y="291003"/>
                  </a:cubicBezTo>
                  <a:cubicBezTo>
                    <a:pt x="165900" y="301881"/>
                    <a:pt x="163181" y="312760"/>
                    <a:pt x="160461" y="323639"/>
                  </a:cubicBezTo>
                  <a:cubicBezTo>
                    <a:pt x="157742" y="337237"/>
                    <a:pt x="155022" y="348115"/>
                    <a:pt x="149582" y="361714"/>
                  </a:cubicBezTo>
                  <a:cubicBezTo>
                    <a:pt x="146863" y="367153"/>
                    <a:pt x="144143" y="383471"/>
                    <a:pt x="144143" y="388910"/>
                  </a:cubicBezTo>
                  <a:cubicBezTo>
                    <a:pt x="144143" y="391630"/>
                    <a:pt x="146863" y="391630"/>
                    <a:pt x="149582" y="391630"/>
                  </a:cubicBezTo>
                  <a:cubicBezTo>
                    <a:pt x="155022" y="391630"/>
                    <a:pt x="168620" y="391630"/>
                    <a:pt x="171340" y="391630"/>
                  </a:cubicBezTo>
                  <a:cubicBezTo>
                    <a:pt x="179498" y="391630"/>
                    <a:pt x="187658" y="391630"/>
                    <a:pt x="193097" y="388910"/>
                  </a:cubicBezTo>
                  <a:cubicBezTo>
                    <a:pt x="198536" y="388910"/>
                    <a:pt x="203976" y="388910"/>
                    <a:pt x="212135" y="388910"/>
                  </a:cubicBezTo>
                  <a:cubicBezTo>
                    <a:pt x="217574" y="388910"/>
                    <a:pt x="225733" y="388910"/>
                    <a:pt x="236611" y="388910"/>
                  </a:cubicBezTo>
                  <a:cubicBezTo>
                    <a:pt x="242051" y="388910"/>
                    <a:pt x="247490" y="388910"/>
                    <a:pt x="250210" y="386191"/>
                  </a:cubicBezTo>
                  <a:cubicBezTo>
                    <a:pt x="255649" y="391630"/>
                    <a:pt x="258369" y="388910"/>
                    <a:pt x="258369" y="386191"/>
                  </a:cubicBezTo>
                  <a:cubicBezTo>
                    <a:pt x="258369" y="380751"/>
                    <a:pt x="255649" y="372592"/>
                    <a:pt x="255649" y="367153"/>
                  </a:cubicBezTo>
                  <a:cubicBezTo>
                    <a:pt x="252930" y="353555"/>
                    <a:pt x="250210" y="342676"/>
                    <a:pt x="250210" y="331797"/>
                  </a:cubicBezTo>
                  <a:cubicBezTo>
                    <a:pt x="250210" y="301881"/>
                    <a:pt x="250210" y="274685"/>
                    <a:pt x="247490" y="244769"/>
                  </a:cubicBezTo>
                  <a:cubicBezTo>
                    <a:pt x="247490" y="231170"/>
                    <a:pt x="244771" y="217572"/>
                    <a:pt x="242051" y="203974"/>
                  </a:cubicBezTo>
                  <a:cubicBezTo>
                    <a:pt x="239331" y="187656"/>
                    <a:pt x="236611" y="174058"/>
                    <a:pt x="236611" y="157740"/>
                  </a:cubicBezTo>
                  <a:cubicBezTo>
                    <a:pt x="236611" y="152300"/>
                    <a:pt x="236611" y="133263"/>
                    <a:pt x="233892" y="119665"/>
                  </a:cubicBezTo>
                  <a:cubicBezTo>
                    <a:pt x="233892" y="106066"/>
                    <a:pt x="231172" y="97907"/>
                    <a:pt x="225733" y="97907"/>
                  </a:cubicBezTo>
                  <a:close/>
                  <a:moveTo>
                    <a:pt x="274687" y="0"/>
                  </a:moveTo>
                  <a:cubicBezTo>
                    <a:pt x="288285" y="0"/>
                    <a:pt x="293724" y="2720"/>
                    <a:pt x="304603" y="5439"/>
                  </a:cubicBezTo>
                  <a:cubicBezTo>
                    <a:pt x="315481" y="10879"/>
                    <a:pt x="315481" y="16318"/>
                    <a:pt x="320921" y="24477"/>
                  </a:cubicBezTo>
                  <a:cubicBezTo>
                    <a:pt x="326360" y="29916"/>
                    <a:pt x="331800" y="35356"/>
                    <a:pt x="334519" y="43515"/>
                  </a:cubicBezTo>
                  <a:cubicBezTo>
                    <a:pt x="337239" y="51674"/>
                    <a:pt x="337239" y="57113"/>
                    <a:pt x="339959" y="65272"/>
                  </a:cubicBezTo>
                  <a:cubicBezTo>
                    <a:pt x="345398" y="78870"/>
                    <a:pt x="342678" y="97908"/>
                    <a:pt x="348118" y="114226"/>
                  </a:cubicBezTo>
                  <a:cubicBezTo>
                    <a:pt x="350837" y="130544"/>
                    <a:pt x="358996" y="146863"/>
                    <a:pt x="361716" y="163180"/>
                  </a:cubicBezTo>
                  <a:cubicBezTo>
                    <a:pt x="364435" y="182218"/>
                    <a:pt x="364435" y="201256"/>
                    <a:pt x="369875" y="220293"/>
                  </a:cubicBezTo>
                  <a:cubicBezTo>
                    <a:pt x="375314" y="239331"/>
                    <a:pt x="378034" y="255649"/>
                    <a:pt x="378034" y="274686"/>
                  </a:cubicBezTo>
                  <a:cubicBezTo>
                    <a:pt x="378034" y="282845"/>
                    <a:pt x="380753" y="293724"/>
                    <a:pt x="383473" y="301883"/>
                  </a:cubicBezTo>
                  <a:cubicBezTo>
                    <a:pt x="386193" y="312762"/>
                    <a:pt x="388913" y="326360"/>
                    <a:pt x="391632" y="337238"/>
                  </a:cubicBezTo>
                  <a:cubicBezTo>
                    <a:pt x="391632" y="342678"/>
                    <a:pt x="394352" y="353556"/>
                    <a:pt x="397071" y="364435"/>
                  </a:cubicBezTo>
                  <a:cubicBezTo>
                    <a:pt x="399791" y="372594"/>
                    <a:pt x="402511" y="380753"/>
                    <a:pt x="405230" y="383473"/>
                  </a:cubicBezTo>
                  <a:cubicBezTo>
                    <a:pt x="407950" y="386192"/>
                    <a:pt x="413389" y="386192"/>
                    <a:pt x="416109" y="386192"/>
                  </a:cubicBezTo>
                  <a:cubicBezTo>
                    <a:pt x="418829" y="386192"/>
                    <a:pt x="424268" y="386192"/>
                    <a:pt x="426988" y="386192"/>
                  </a:cubicBezTo>
                  <a:cubicBezTo>
                    <a:pt x="437866" y="386192"/>
                    <a:pt x="448745" y="388912"/>
                    <a:pt x="454184" y="397071"/>
                  </a:cubicBezTo>
                  <a:cubicBezTo>
                    <a:pt x="456904" y="399790"/>
                    <a:pt x="456904" y="402510"/>
                    <a:pt x="456904" y="405230"/>
                  </a:cubicBezTo>
                  <a:cubicBezTo>
                    <a:pt x="456904" y="407949"/>
                    <a:pt x="454184" y="410669"/>
                    <a:pt x="451464" y="416108"/>
                  </a:cubicBezTo>
                  <a:cubicBezTo>
                    <a:pt x="446025" y="421548"/>
                    <a:pt x="440586" y="426987"/>
                    <a:pt x="432427" y="429707"/>
                  </a:cubicBezTo>
                  <a:cubicBezTo>
                    <a:pt x="429707" y="429707"/>
                    <a:pt x="426988" y="432426"/>
                    <a:pt x="421548" y="432426"/>
                  </a:cubicBezTo>
                  <a:cubicBezTo>
                    <a:pt x="418829" y="432426"/>
                    <a:pt x="416109" y="432426"/>
                    <a:pt x="413389" y="435146"/>
                  </a:cubicBezTo>
                  <a:cubicBezTo>
                    <a:pt x="413389" y="435146"/>
                    <a:pt x="413389" y="437866"/>
                    <a:pt x="413389" y="440585"/>
                  </a:cubicBezTo>
                  <a:cubicBezTo>
                    <a:pt x="413389" y="443305"/>
                    <a:pt x="413389" y="448744"/>
                    <a:pt x="416109" y="451464"/>
                  </a:cubicBezTo>
                  <a:cubicBezTo>
                    <a:pt x="416109" y="456903"/>
                    <a:pt x="418829" y="462343"/>
                    <a:pt x="418829" y="465062"/>
                  </a:cubicBezTo>
                  <a:lnTo>
                    <a:pt x="418829" y="475941"/>
                  </a:lnTo>
                  <a:cubicBezTo>
                    <a:pt x="418829" y="481380"/>
                    <a:pt x="418829" y="484100"/>
                    <a:pt x="418829" y="486820"/>
                  </a:cubicBezTo>
                  <a:cubicBezTo>
                    <a:pt x="421548" y="497698"/>
                    <a:pt x="424268" y="505857"/>
                    <a:pt x="426988" y="516736"/>
                  </a:cubicBezTo>
                  <a:cubicBezTo>
                    <a:pt x="426988" y="524895"/>
                    <a:pt x="429707" y="535773"/>
                    <a:pt x="432427" y="543932"/>
                  </a:cubicBezTo>
                  <a:cubicBezTo>
                    <a:pt x="435147" y="554811"/>
                    <a:pt x="437866" y="562970"/>
                    <a:pt x="437866" y="573848"/>
                  </a:cubicBezTo>
                  <a:cubicBezTo>
                    <a:pt x="437866" y="587447"/>
                    <a:pt x="440586" y="595606"/>
                    <a:pt x="443306" y="606484"/>
                  </a:cubicBezTo>
                  <a:cubicBezTo>
                    <a:pt x="443306" y="609204"/>
                    <a:pt x="446025" y="614643"/>
                    <a:pt x="446025" y="617363"/>
                  </a:cubicBezTo>
                  <a:cubicBezTo>
                    <a:pt x="454184" y="617363"/>
                    <a:pt x="462343" y="617363"/>
                    <a:pt x="470502" y="617363"/>
                  </a:cubicBezTo>
                  <a:cubicBezTo>
                    <a:pt x="475942" y="625522"/>
                    <a:pt x="492259" y="630961"/>
                    <a:pt x="492259" y="641840"/>
                  </a:cubicBezTo>
                  <a:cubicBezTo>
                    <a:pt x="492259" y="647279"/>
                    <a:pt x="486820" y="649999"/>
                    <a:pt x="484101" y="655438"/>
                  </a:cubicBezTo>
                  <a:cubicBezTo>
                    <a:pt x="481381" y="660877"/>
                    <a:pt x="473222" y="663597"/>
                    <a:pt x="467782" y="663597"/>
                  </a:cubicBezTo>
                  <a:cubicBezTo>
                    <a:pt x="456904" y="666317"/>
                    <a:pt x="451464" y="666317"/>
                    <a:pt x="443306" y="666317"/>
                  </a:cubicBezTo>
                  <a:cubicBezTo>
                    <a:pt x="437866" y="666317"/>
                    <a:pt x="429707" y="666317"/>
                    <a:pt x="421548" y="666317"/>
                  </a:cubicBezTo>
                  <a:cubicBezTo>
                    <a:pt x="418829" y="666317"/>
                    <a:pt x="416109" y="666317"/>
                    <a:pt x="413389" y="666317"/>
                  </a:cubicBezTo>
                  <a:cubicBezTo>
                    <a:pt x="407950" y="669036"/>
                    <a:pt x="405230" y="669036"/>
                    <a:pt x="399791" y="671756"/>
                  </a:cubicBezTo>
                  <a:cubicBezTo>
                    <a:pt x="394352" y="671756"/>
                    <a:pt x="388913" y="674476"/>
                    <a:pt x="383473" y="674476"/>
                  </a:cubicBezTo>
                  <a:cubicBezTo>
                    <a:pt x="372594" y="674476"/>
                    <a:pt x="358996" y="671756"/>
                    <a:pt x="348118" y="669036"/>
                  </a:cubicBezTo>
                  <a:cubicBezTo>
                    <a:pt x="339959" y="669036"/>
                    <a:pt x="331800" y="669036"/>
                    <a:pt x="326360" y="669036"/>
                  </a:cubicBezTo>
                  <a:cubicBezTo>
                    <a:pt x="304603" y="669036"/>
                    <a:pt x="285565" y="669036"/>
                    <a:pt x="277406" y="669036"/>
                  </a:cubicBezTo>
                  <a:cubicBezTo>
                    <a:pt x="269247" y="669036"/>
                    <a:pt x="258369" y="669036"/>
                    <a:pt x="252930" y="663597"/>
                  </a:cubicBezTo>
                  <a:cubicBezTo>
                    <a:pt x="247490" y="660877"/>
                    <a:pt x="236611" y="655438"/>
                    <a:pt x="236611" y="647279"/>
                  </a:cubicBezTo>
                  <a:cubicBezTo>
                    <a:pt x="236611" y="636401"/>
                    <a:pt x="252930" y="633681"/>
                    <a:pt x="261088" y="630961"/>
                  </a:cubicBezTo>
                  <a:cubicBezTo>
                    <a:pt x="266528" y="630961"/>
                    <a:pt x="274687" y="630961"/>
                    <a:pt x="288285" y="628241"/>
                  </a:cubicBezTo>
                  <a:cubicBezTo>
                    <a:pt x="288285" y="620082"/>
                    <a:pt x="288285" y="614643"/>
                    <a:pt x="285565" y="609204"/>
                  </a:cubicBezTo>
                  <a:cubicBezTo>
                    <a:pt x="285565" y="601045"/>
                    <a:pt x="282846" y="590166"/>
                    <a:pt x="282846" y="582007"/>
                  </a:cubicBezTo>
                  <a:cubicBezTo>
                    <a:pt x="282846" y="576568"/>
                    <a:pt x="280126" y="573848"/>
                    <a:pt x="280126" y="568409"/>
                  </a:cubicBezTo>
                  <a:cubicBezTo>
                    <a:pt x="280126" y="562970"/>
                    <a:pt x="282846" y="557531"/>
                    <a:pt x="282846" y="554811"/>
                  </a:cubicBezTo>
                  <a:cubicBezTo>
                    <a:pt x="282846" y="549371"/>
                    <a:pt x="280126" y="546652"/>
                    <a:pt x="277406" y="538493"/>
                  </a:cubicBezTo>
                  <a:cubicBezTo>
                    <a:pt x="277406" y="527614"/>
                    <a:pt x="271967" y="516736"/>
                    <a:pt x="271967" y="505857"/>
                  </a:cubicBezTo>
                  <a:cubicBezTo>
                    <a:pt x="271967" y="494978"/>
                    <a:pt x="271967" y="486820"/>
                    <a:pt x="269247" y="478660"/>
                  </a:cubicBezTo>
                  <a:cubicBezTo>
                    <a:pt x="266528" y="467782"/>
                    <a:pt x="266528" y="456903"/>
                    <a:pt x="266528" y="446025"/>
                  </a:cubicBezTo>
                  <a:cubicBezTo>
                    <a:pt x="266528" y="440585"/>
                    <a:pt x="263808" y="437866"/>
                    <a:pt x="261088" y="437866"/>
                  </a:cubicBezTo>
                  <a:cubicBezTo>
                    <a:pt x="258369" y="437866"/>
                    <a:pt x="255649" y="437866"/>
                    <a:pt x="250210" y="437866"/>
                  </a:cubicBezTo>
                  <a:cubicBezTo>
                    <a:pt x="239331" y="437866"/>
                    <a:pt x="228452" y="437866"/>
                    <a:pt x="220293" y="440585"/>
                  </a:cubicBezTo>
                  <a:cubicBezTo>
                    <a:pt x="209415" y="440585"/>
                    <a:pt x="201256" y="443305"/>
                    <a:pt x="190377" y="443305"/>
                  </a:cubicBezTo>
                  <a:cubicBezTo>
                    <a:pt x="182218" y="443305"/>
                    <a:pt x="174059" y="443305"/>
                    <a:pt x="165900" y="443305"/>
                  </a:cubicBezTo>
                  <a:cubicBezTo>
                    <a:pt x="163181" y="443305"/>
                    <a:pt x="152302" y="440585"/>
                    <a:pt x="144143" y="440585"/>
                  </a:cubicBezTo>
                  <a:cubicBezTo>
                    <a:pt x="135984" y="440585"/>
                    <a:pt x="135984" y="448744"/>
                    <a:pt x="135984" y="454184"/>
                  </a:cubicBezTo>
                  <a:cubicBezTo>
                    <a:pt x="135984" y="465062"/>
                    <a:pt x="133264" y="475941"/>
                    <a:pt x="130545" y="486820"/>
                  </a:cubicBezTo>
                  <a:cubicBezTo>
                    <a:pt x="127825" y="505857"/>
                    <a:pt x="122386" y="522175"/>
                    <a:pt x="119666" y="541213"/>
                  </a:cubicBezTo>
                  <a:cubicBezTo>
                    <a:pt x="116947" y="560250"/>
                    <a:pt x="108788" y="595606"/>
                    <a:pt x="103348" y="614643"/>
                  </a:cubicBezTo>
                  <a:cubicBezTo>
                    <a:pt x="111507" y="614643"/>
                    <a:pt x="122386" y="614643"/>
                    <a:pt x="133264" y="614643"/>
                  </a:cubicBezTo>
                  <a:cubicBezTo>
                    <a:pt x="146863" y="614643"/>
                    <a:pt x="168620" y="614643"/>
                    <a:pt x="168620" y="630961"/>
                  </a:cubicBezTo>
                  <a:cubicBezTo>
                    <a:pt x="168620" y="639120"/>
                    <a:pt x="165900" y="639120"/>
                    <a:pt x="163181" y="647279"/>
                  </a:cubicBezTo>
                  <a:cubicBezTo>
                    <a:pt x="160461" y="652718"/>
                    <a:pt x="152302" y="655438"/>
                    <a:pt x="146863" y="655438"/>
                  </a:cubicBezTo>
                  <a:cubicBezTo>
                    <a:pt x="138704" y="658158"/>
                    <a:pt x="133264" y="658158"/>
                    <a:pt x="127825" y="658158"/>
                  </a:cubicBezTo>
                  <a:cubicBezTo>
                    <a:pt x="122386" y="658158"/>
                    <a:pt x="116947" y="658158"/>
                    <a:pt x="106068" y="658158"/>
                  </a:cubicBezTo>
                  <a:cubicBezTo>
                    <a:pt x="92468" y="658158"/>
                    <a:pt x="78870" y="658158"/>
                    <a:pt x="62552" y="658158"/>
                  </a:cubicBezTo>
                  <a:cubicBezTo>
                    <a:pt x="54393" y="658158"/>
                    <a:pt x="46234" y="658158"/>
                    <a:pt x="40795" y="658158"/>
                  </a:cubicBezTo>
                  <a:cubicBezTo>
                    <a:pt x="32636" y="658158"/>
                    <a:pt x="21758" y="658158"/>
                    <a:pt x="16318" y="652718"/>
                  </a:cubicBezTo>
                  <a:cubicBezTo>
                    <a:pt x="8159" y="649999"/>
                    <a:pt x="0" y="641840"/>
                    <a:pt x="0" y="636401"/>
                  </a:cubicBezTo>
                  <a:cubicBezTo>
                    <a:pt x="0" y="633681"/>
                    <a:pt x="0" y="630961"/>
                    <a:pt x="2720" y="628241"/>
                  </a:cubicBezTo>
                  <a:cubicBezTo>
                    <a:pt x="8159" y="625522"/>
                    <a:pt x="16318" y="622802"/>
                    <a:pt x="24477" y="620082"/>
                  </a:cubicBezTo>
                  <a:cubicBezTo>
                    <a:pt x="38075" y="617363"/>
                    <a:pt x="48954" y="617363"/>
                    <a:pt x="62552" y="617363"/>
                  </a:cubicBezTo>
                  <a:cubicBezTo>
                    <a:pt x="62552" y="617363"/>
                    <a:pt x="62552" y="614643"/>
                    <a:pt x="62552" y="614643"/>
                  </a:cubicBezTo>
                  <a:cubicBezTo>
                    <a:pt x="62552" y="603765"/>
                    <a:pt x="65272" y="590166"/>
                    <a:pt x="65272" y="587447"/>
                  </a:cubicBezTo>
                  <a:cubicBezTo>
                    <a:pt x="67992" y="565689"/>
                    <a:pt x="73431" y="543932"/>
                    <a:pt x="76151" y="522175"/>
                  </a:cubicBezTo>
                  <a:cubicBezTo>
                    <a:pt x="78870" y="505857"/>
                    <a:pt x="81590" y="486820"/>
                    <a:pt x="87029" y="470501"/>
                  </a:cubicBezTo>
                  <a:cubicBezTo>
                    <a:pt x="87029" y="465062"/>
                    <a:pt x="92468" y="451464"/>
                    <a:pt x="92468" y="446025"/>
                  </a:cubicBezTo>
                  <a:cubicBezTo>
                    <a:pt x="92468" y="437866"/>
                    <a:pt x="73431" y="437866"/>
                    <a:pt x="65272" y="432426"/>
                  </a:cubicBezTo>
                  <a:cubicBezTo>
                    <a:pt x="59833" y="429707"/>
                    <a:pt x="54393" y="426987"/>
                    <a:pt x="54393" y="421548"/>
                  </a:cubicBezTo>
                  <a:cubicBezTo>
                    <a:pt x="54393" y="413389"/>
                    <a:pt x="62552" y="410669"/>
                    <a:pt x="73431" y="407949"/>
                  </a:cubicBezTo>
                  <a:cubicBezTo>
                    <a:pt x="78870" y="407949"/>
                    <a:pt x="92468" y="405230"/>
                    <a:pt x="100629" y="399790"/>
                  </a:cubicBezTo>
                  <a:cubicBezTo>
                    <a:pt x="106068" y="394351"/>
                    <a:pt x="106068" y="378033"/>
                    <a:pt x="108788" y="369874"/>
                  </a:cubicBezTo>
                  <a:cubicBezTo>
                    <a:pt x="114227" y="348117"/>
                    <a:pt x="119666" y="326360"/>
                    <a:pt x="125105" y="307322"/>
                  </a:cubicBezTo>
                  <a:cubicBezTo>
                    <a:pt x="130545" y="285565"/>
                    <a:pt x="135984" y="263808"/>
                    <a:pt x="141423" y="242051"/>
                  </a:cubicBezTo>
                  <a:cubicBezTo>
                    <a:pt x="146863" y="220293"/>
                    <a:pt x="152302" y="198536"/>
                    <a:pt x="155022" y="179498"/>
                  </a:cubicBezTo>
                  <a:cubicBezTo>
                    <a:pt x="157742" y="160461"/>
                    <a:pt x="163181" y="138703"/>
                    <a:pt x="168620" y="119665"/>
                  </a:cubicBezTo>
                  <a:cubicBezTo>
                    <a:pt x="176779" y="100627"/>
                    <a:pt x="182218" y="76150"/>
                    <a:pt x="193097" y="57113"/>
                  </a:cubicBezTo>
                  <a:lnTo>
                    <a:pt x="201256" y="38075"/>
                  </a:lnTo>
                  <a:cubicBezTo>
                    <a:pt x="206695" y="29916"/>
                    <a:pt x="209415" y="19038"/>
                    <a:pt x="217574" y="13598"/>
                  </a:cubicBezTo>
                  <a:cubicBezTo>
                    <a:pt x="231172" y="2720"/>
                    <a:pt x="255649" y="0"/>
                    <a:pt x="274687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E252413E-95D4-436B-9CDD-1C43CDFDF645}"/>
                </a:ext>
              </a:extLst>
            </p:cNvPr>
            <p:cNvSpPr/>
            <p:nvPr/>
          </p:nvSpPr>
          <p:spPr>
            <a:xfrm>
              <a:off x="6876542" y="4244897"/>
              <a:ext cx="462342" cy="677195"/>
            </a:xfrm>
            <a:custGeom>
              <a:avLst/>
              <a:gdLst>
                <a:gd name="connsiteX0" fmla="*/ 214853 w 462342"/>
                <a:gd name="connsiteY0" fmla="*/ 65272 h 677195"/>
                <a:gd name="connsiteX1" fmla="*/ 195815 w 462342"/>
                <a:gd name="connsiteY1" fmla="*/ 73431 h 677195"/>
                <a:gd name="connsiteX2" fmla="*/ 193096 w 462342"/>
                <a:gd name="connsiteY2" fmla="*/ 125105 h 677195"/>
                <a:gd name="connsiteX3" fmla="*/ 190376 w 462342"/>
                <a:gd name="connsiteY3" fmla="*/ 280125 h 677195"/>
                <a:gd name="connsiteX4" fmla="*/ 190376 w 462342"/>
                <a:gd name="connsiteY4" fmla="*/ 301882 h 677195"/>
                <a:gd name="connsiteX5" fmla="*/ 193096 w 462342"/>
                <a:gd name="connsiteY5" fmla="*/ 342677 h 677195"/>
                <a:gd name="connsiteX6" fmla="*/ 195815 w 462342"/>
                <a:gd name="connsiteY6" fmla="*/ 397070 h 677195"/>
                <a:gd name="connsiteX7" fmla="*/ 195815 w 462342"/>
                <a:gd name="connsiteY7" fmla="*/ 443304 h 677195"/>
                <a:gd name="connsiteX8" fmla="*/ 195815 w 462342"/>
                <a:gd name="connsiteY8" fmla="*/ 530333 h 677195"/>
                <a:gd name="connsiteX9" fmla="*/ 193096 w 462342"/>
                <a:gd name="connsiteY9" fmla="*/ 554810 h 677195"/>
                <a:gd name="connsiteX10" fmla="*/ 190376 w 462342"/>
                <a:gd name="connsiteY10" fmla="*/ 603764 h 677195"/>
                <a:gd name="connsiteX11" fmla="*/ 198535 w 462342"/>
                <a:gd name="connsiteY11" fmla="*/ 611923 h 677195"/>
                <a:gd name="connsiteX12" fmla="*/ 214853 w 462342"/>
                <a:gd name="connsiteY12" fmla="*/ 611923 h 677195"/>
                <a:gd name="connsiteX13" fmla="*/ 236610 w 462342"/>
                <a:gd name="connsiteY13" fmla="*/ 611923 h 677195"/>
                <a:gd name="connsiteX14" fmla="*/ 263807 w 462342"/>
                <a:gd name="connsiteY14" fmla="*/ 598325 h 677195"/>
                <a:gd name="connsiteX15" fmla="*/ 277405 w 462342"/>
                <a:gd name="connsiteY15" fmla="*/ 592885 h 677195"/>
                <a:gd name="connsiteX16" fmla="*/ 291004 w 462342"/>
                <a:gd name="connsiteY16" fmla="*/ 573848 h 677195"/>
                <a:gd name="connsiteX17" fmla="*/ 307322 w 462342"/>
                <a:gd name="connsiteY17" fmla="*/ 543931 h 677195"/>
                <a:gd name="connsiteX18" fmla="*/ 326359 w 462342"/>
                <a:gd name="connsiteY18" fmla="*/ 481379 h 677195"/>
                <a:gd name="connsiteX19" fmla="*/ 337238 w 462342"/>
                <a:gd name="connsiteY19" fmla="*/ 413388 h 677195"/>
                <a:gd name="connsiteX20" fmla="*/ 337238 w 462342"/>
                <a:gd name="connsiteY20" fmla="*/ 350836 h 677195"/>
                <a:gd name="connsiteX21" fmla="*/ 334518 w 462342"/>
                <a:gd name="connsiteY21" fmla="*/ 296443 h 677195"/>
                <a:gd name="connsiteX22" fmla="*/ 329079 w 462342"/>
                <a:gd name="connsiteY22" fmla="*/ 244769 h 677195"/>
                <a:gd name="connsiteX23" fmla="*/ 307322 w 462342"/>
                <a:gd name="connsiteY23" fmla="*/ 135983 h 677195"/>
                <a:gd name="connsiteX24" fmla="*/ 271966 w 462342"/>
                <a:gd name="connsiteY24" fmla="*/ 78870 h 677195"/>
                <a:gd name="connsiteX25" fmla="*/ 214853 w 462342"/>
                <a:gd name="connsiteY25" fmla="*/ 65272 h 677195"/>
                <a:gd name="connsiteX26" fmla="*/ 114226 w 462342"/>
                <a:gd name="connsiteY26" fmla="*/ 0 h 677195"/>
                <a:gd name="connsiteX27" fmla="*/ 127824 w 462342"/>
                <a:gd name="connsiteY27" fmla="*/ 0 h 677195"/>
                <a:gd name="connsiteX28" fmla="*/ 146862 w 462342"/>
                <a:gd name="connsiteY28" fmla="*/ 2720 h 677195"/>
                <a:gd name="connsiteX29" fmla="*/ 174059 w 462342"/>
                <a:gd name="connsiteY29" fmla="*/ 21758 h 677195"/>
                <a:gd name="connsiteX30" fmla="*/ 193096 w 462342"/>
                <a:gd name="connsiteY30" fmla="*/ 21758 h 677195"/>
                <a:gd name="connsiteX31" fmla="*/ 261088 w 462342"/>
                <a:gd name="connsiteY31" fmla="*/ 27197 h 677195"/>
                <a:gd name="connsiteX32" fmla="*/ 310042 w 462342"/>
                <a:gd name="connsiteY32" fmla="*/ 35356 h 677195"/>
                <a:gd name="connsiteX33" fmla="*/ 334518 w 462342"/>
                <a:gd name="connsiteY33" fmla="*/ 40795 h 677195"/>
                <a:gd name="connsiteX34" fmla="*/ 356276 w 462342"/>
                <a:gd name="connsiteY34" fmla="*/ 59833 h 677195"/>
                <a:gd name="connsiteX35" fmla="*/ 372593 w 462342"/>
                <a:gd name="connsiteY35" fmla="*/ 76151 h 677195"/>
                <a:gd name="connsiteX36" fmla="*/ 380752 w 462342"/>
                <a:gd name="connsiteY36" fmla="*/ 95188 h 677195"/>
                <a:gd name="connsiteX37" fmla="*/ 405230 w 462342"/>
                <a:gd name="connsiteY37" fmla="*/ 114226 h 677195"/>
                <a:gd name="connsiteX38" fmla="*/ 416108 w 462342"/>
                <a:gd name="connsiteY38" fmla="*/ 141422 h 677195"/>
                <a:gd name="connsiteX39" fmla="*/ 451464 w 462342"/>
                <a:gd name="connsiteY39" fmla="*/ 201256 h 677195"/>
                <a:gd name="connsiteX40" fmla="*/ 456903 w 462342"/>
                <a:gd name="connsiteY40" fmla="*/ 252929 h 677195"/>
                <a:gd name="connsiteX41" fmla="*/ 456903 w 462342"/>
                <a:gd name="connsiteY41" fmla="*/ 291004 h 677195"/>
                <a:gd name="connsiteX42" fmla="*/ 459623 w 462342"/>
                <a:gd name="connsiteY42" fmla="*/ 318201 h 677195"/>
                <a:gd name="connsiteX43" fmla="*/ 459623 w 462342"/>
                <a:gd name="connsiteY43" fmla="*/ 326360 h 677195"/>
                <a:gd name="connsiteX44" fmla="*/ 459623 w 462342"/>
                <a:gd name="connsiteY44" fmla="*/ 348117 h 677195"/>
                <a:gd name="connsiteX45" fmla="*/ 462342 w 462342"/>
                <a:gd name="connsiteY45" fmla="*/ 367155 h 677195"/>
                <a:gd name="connsiteX46" fmla="*/ 456903 w 462342"/>
                <a:gd name="connsiteY46" fmla="*/ 391632 h 677195"/>
                <a:gd name="connsiteX47" fmla="*/ 456903 w 462342"/>
                <a:gd name="connsiteY47" fmla="*/ 418828 h 677195"/>
                <a:gd name="connsiteX48" fmla="*/ 451464 w 462342"/>
                <a:gd name="connsiteY48" fmla="*/ 437866 h 677195"/>
                <a:gd name="connsiteX49" fmla="*/ 446025 w 462342"/>
                <a:gd name="connsiteY49" fmla="*/ 454184 h 677195"/>
                <a:gd name="connsiteX50" fmla="*/ 440585 w 462342"/>
                <a:gd name="connsiteY50" fmla="*/ 481380 h 677195"/>
                <a:gd name="connsiteX51" fmla="*/ 432426 w 462342"/>
                <a:gd name="connsiteY51" fmla="*/ 508577 h 677195"/>
                <a:gd name="connsiteX52" fmla="*/ 418828 w 462342"/>
                <a:gd name="connsiteY52" fmla="*/ 530334 h 677195"/>
                <a:gd name="connsiteX53" fmla="*/ 410669 w 462342"/>
                <a:gd name="connsiteY53" fmla="*/ 549371 h 677195"/>
                <a:gd name="connsiteX54" fmla="*/ 391631 w 462342"/>
                <a:gd name="connsiteY54" fmla="*/ 579288 h 677195"/>
                <a:gd name="connsiteX55" fmla="*/ 337238 w 462342"/>
                <a:gd name="connsiteY55" fmla="*/ 630961 h 677195"/>
                <a:gd name="connsiteX56" fmla="*/ 301883 w 462342"/>
                <a:gd name="connsiteY56" fmla="*/ 647279 h 677195"/>
                <a:gd name="connsiteX57" fmla="*/ 263807 w 462342"/>
                <a:gd name="connsiteY57" fmla="*/ 652718 h 677195"/>
                <a:gd name="connsiteX58" fmla="*/ 233891 w 462342"/>
                <a:gd name="connsiteY58" fmla="*/ 649999 h 677195"/>
                <a:gd name="connsiteX59" fmla="*/ 187657 w 462342"/>
                <a:gd name="connsiteY59" fmla="*/ 652718 h 677195"/>
                <a:gd name="connsiteX60" fmla="*/ 171339 w 462342"/>
                <a:gd name="connsiteY60" fmla="*/ 669036 h 677195"/>
                <a:gd name="connsiteX61" fmla="*/ 155021 w 462342"/>
                <a:gd name="connsiteY61" fmla="*/ 671756 h 677195"/>
                <a:gd name="connsiteX62" fmla="*/ 138703 w 462342"/>
                <a:gd name="connsiteY62" fmla="*/ 674476 h 677195"/>
                <a:gd name="connsiteX63" fmla="*/ 125105 w 462342"/>
                <a:gd name="connsiteY63" fmla="*/ 677195 h 677195"/>
                <a:gd name="connsiteX64" fmla="*/ 106067 w 462342"/>
                <a:gd name="connsiteY64" fmla="*/ 671756 h 677195"/>
                <a:gd name="connsiteX65" fmla="*/ 87029 w 462342"/>
                <a:gd name="connsiteY65" fmla="*/ 658158 h 677195"/>
                <a:gd name="connsiteX66" fmla="*/ 81590 w 462342"/>
                <a:gd name="connsiteY66" fmla="*/ 652718 h 677195"/>
                <a:gd name="connsiteX67" fmla="*/ 67992 w 462342"/>
                <a:gd name="connsiteY67" fmla="*/ 652718 h 677195"/>
                <a:gd name="connsiteX68" fmla="*/ 43515 w 462342"/>
                <a:gd name="connsiteY68" fmla="*/ 652718 h 677195"/>
                <a:gd name="connsiteX69" fmla="*/ 16318 w 462342"/>
                <a:gd name="connsiteY69" fmla="*/ 647279 h 677195"/>
                <a:gd name="connsiteX70" fmla="*/ 0 w 462342"/>
                <a:gd name="connsiteY70" fmla="*/ 630961 h 677195"/>
                <a:gd name="connsiteX71" fmla="*/ 5439 w 462342"/>
                <a:gd name="connsiteY71" fmla="*/ 620083 h 677195"/>
                <a:gd name="connsiteX72" fmla="*/ 27197 w 462342"/>
                <a:gd name="connsiteY72" fmla="*/ 611924 h 677195"/>
                <a:gd name="connsiteX73" fmla="*/ 65272 w 462342"/>
                <a:gd name="connsiteY73" fmla="*/ 609204 h 677195"/>
                <a:gd name="connsiteX74" fmla="*/ 65272 w 462342"/>
                <a:gd name="connsiteY74" fmla="*/ 584727 h 677195"/>
                <a:gd name="connsiteX75" fmla="*/ 62552 w 462342"/>
                <a:gd name="connsiteY75" fmla="*/ 456903 h 677195"/>
                <a:gd name="connsiteX76" fmla="*/ 65272 w 462342"/>
                <a:gd name="connsiteY76" fmla="*/ 337238 h 677195"/>
                <a:gd name="connsiteX77" fmla="*/ 67992 w 462342"/>
                <a:gd name="connsiteY77" fmla="*/ 203975 h 677195"/>
                <a:gd name="connsiteX78" fmla="*/ 70712 w 462342"/>
                <a:gd name="connsiteY78" fmla="*/ 119665 h 677195"/>
                <a:gd name="connsiteX79" fmla="*/ 73431 w 462342"/>
                <a:gd name="connsiteY79" fmla="*/ 67992 h 677195"/>
                <a:gd name="connsiteX80" fmla="*/ 67992 w 462342"/>
                <a:gd name="connsiteY80" fmla="*/ 67992 h 677195"/>
                <a:gd name="connsiteX81" fmla="*/ 43515 w 462342"/>
                <a:gd name="connsiteY81" fmla="*/ 67992 h 677195"/>
                <a:gd name="connsiteX82" fmla="*/ 16318 w 462342"/>
                <a:gd name="connsiteY82" fmla="*/ 62552 h 677195"/>
                <a:gd name="connsiteX83" fmla="*/ 0 w 462342"/>
                <a:gd name="connsiteY83" fmla="*/ 46234 h 677195"/>
                <a:gd name="connsiteX84" fmla="*/ 5439 w 462342"/>
                <a:gd name="connsiteY84" fmla="*/ 35356 h 677195"/>
                <a:gd name="connsiteX85" fmla="*/ 27197 w 462342"/>
                <a:gd name="connsiteY85" fmla="*/ 27197 h 677195"/>
                <a:gd name="connsiteX86" fmla="*/ 76151 w 462342"/>
                <a:gd name="connsiteY86" fmla="*/ 21758 h 677195"/>
                <a:gd name="connsiteX87" fmla="*/ 81590 w 462342"/>
                <a:gd name="connsiteY87" fmla="*/ 13598 h 677195"/>
                <a:gd name="connsiteX88" fmla="*/ 97908 w 462342"/>
                <a:gd name="connsiteY88" fmla="*/ 5439 h 677195"/>
                <a:gd name="connsiteX89" fmla="*/ 114226 w 462342"/>
                <a:gd name="connsiteY89" fmla="*/ 0 h 677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462342" h="677195">
                  <a:moveTo>
                    <a:pt x="214853" y="65272"/>
                  </a:moveTo>
                  <a:cubicBezTo>
                    <a:pt x="203975" y="65272"/>
                    <a:pt x="195815" y="67992"/>
                    <a:pt x="195815" y="73431"/>
                  </a:cubicBezTo>
                  <a:cubicBezTo>
                    <a:pt x="193096" y="78870"/>
                    <a:pt x="193096" y="100628"/>
                    <a:pt x="193096" y="125105"/>
                  </a:cubicBezTo>
                  <a:cubicBezTo>
                    <a:pt x="193096" y="182217"/>
                    <a:pt x="193096" y="266527"/>
                    <a:pt x="190376" y="280125"/>
                  </a:cubicBezTo>
                  <a:cubicBezTo>
                    <a:pt x="190376" y="288284"/>
                    <a:pt x="190376" y="293723"/>
                    <a:pt x="190376" y="301882"/>
                  </a:cubicBezTo>
                  <a:cubicBezTo>
                    <a:pt x="190376" y="315480"/>
                    <a:pt x="190376" y="329079"/>
                    <a:pt x="193096" y="342677"/>
                  </a:cubicBezTo>
                  <a:cubicBezTo>
                    <a:pt x="193096" y="361715"/>
                    <a:pt x="193096" y="378033"/>
                    <a:pt x="195815" y="397070"/>
                  </a:cubicBezTo>
                  <a:cubicBezTo>
                    <a:pt x="195815" y="413388"/>
                    <a:pt x="195815" y="426986"/>
                    <a:pt x="195815" y="443304"/>
                  </a:cubicBezTo>
                  <a:cubicBezTo>
                    <a:pt x="195815" y="465061"/>
                    <a:pt x="198535" y="508576"/>
                    <a:pt x="195815" y="530333"/>
                  </a:cubicBezTo>
                  <a:cubicBezTo>
                    <a:pt x="195815" y="538492"/>
                    <a:pt x="193096" y="546651"/>
                    <a:pt x="193096" y="554810"/>
                  </a:cubicBezTo>
                  <a:cubicBezTo>
                    <a:pt x="193096" y="560249"/>
                    <a:pt x="190376" y="590166"/>
                    <a:pt x="190376" y="603764"/>
                  </a:cubicBezTo>
                  <a:cubicBezTo>
                    <a:pt x="190376" y="609203"/>
                    <a:pt x="190376" y="611923"/>
                    <a:pt x="198535" y="611923"/>
                  </a:cubicBezTo>
                  <a:cubicBezTo>
                    <a:pt x="206694" y="611923"/>
                    <a:pt x="209414" y="611923"/>
                    <a:pt x="214853" y="611923"/>
                  </a:cubicBezTo>
                  <a:cubicBezTo>
                    <a:pt x="223012" y="611923"/>
                    <a:pt x="220293" y="611923"/>
                    <a:pt x="236610" y="611923"/>
                  </a:cubicBezTo>
                  <a:cubicBezTo>
                    <a:pt x="242050" y="611923"/>
                    <a:pt x="258368" y="601044"/>
                    <a:pt x="263807" y="598325"/>
                  </a:cubicBezTo>
                  <a:cubicBezTo>
                    <a:pt x="266527" y="598325"/>
                    <a:pt x="274686" y="592885"/>
                    <a:pt x="277405" y="592885"/>
                  </a:cubicBezTo>
                  <a:cubicBezTo>
                    <a:pt x="285564" y="587446"/>
                    <a:pt x="288284" y="579287"/>
                    <a:pt x="291004" y="573848"/>
                  </a:cubicBezTo>
                  <a:cubicBezTo>
                    <a:pt x="296443" y="562969"/>
                    <a:pt x="301882" y="554810"/>
                    <a:pt x="307322" y="543931"/>
                  </a:cubicBezTo>
                  <a:cubicBezTo>
                    <a:pt x="315481" y="524894"/>
                    <a:pt x="320920" y="524894"/>
                    <a:pt x="326359" y="481379"/>
                  </a:cubicBezTo>
                  <a:cubicBezTo>
                    <a:pt x="329079" y="456903"/>
                    <a:pt x="334518" y="435145"/>
                    <a:pt x="337238" y="413388"/>
                  </a:cubicBezTo>
                  <a:cubicBezTo>
                    <a:pt x="337238" y="391631"/>
                    <a:pt x="337238" y="369873"/>
                    <a:pt x="337238" y="350836"/>
                  </a:cubicBezTo>
                  <a:cubicBezTo>
                    <a:pt x="337238" y="339957"/>
                    <a:pt x="337238" y="320920"/>
                    <a:pt x="334518" y="296443"/>
                  </a:cubicBezTo>
                  <a:cubicBezTo>
                    <a:pt x="331798" y="269246"/>
                    <a:pt x="329079" y="250209"/>
                    <a:pt x="329079" y="244769"/>
                  </a:cubicBezTo>
                  <a:cubicBezTo>
                    <a:pt x="323640" y="206694"/>
                    <a:pt x="318200" y="174058"/>
                    <a:pt x="307322" y="135983"/>
                  </a:cubicBezTo>
                  <a:cubicBezTo>
                    <a:pt x="304602" y="125105"/>
                    <a:pt x="304602" y="108787"/>
                    <a:pt x="271966" y="78870"/>
                  </a:cubicBezTo>
                  <a:cubicBezTo>
                    <a:pt x="263807" y="73431"/>
                    <a:pt x="233891" y="65272"/>
                    <a:pt x="214853" y="65272"/>
                  </a:cubicBezTo>
                  <a:close/>
                  <a:moveTo>
                    <a:pt x="114226" y="0"/>
                  </a:moveTo>
                  <a:cubicBezTo>
                    <a:pt x="119665" y="0"/>
                    <a:pt x="125105" y="0"/>
                    <a:pt x="127824" y="0"/>
                  </a:cubicBezTo>
                  <a:cubicBezTo>
                    <a:pt x="133264" y="0"/>
                    <a:pt x="141422" y="0"/>
                    <a:pt x="146862" y="2720"/>
                  </a:cubicBezTo>
                  <a:cubicBezTo>
                    <a:pt x="157741" y="5439"/>
                    <a:pt x="165900" y="13598"/>
                    <a:pt x="174059" y="21758"/>
                  </a:cubicBezTo>
                  <a:cubicBezTo>
                    <a:pt x="179498" y="21758"/>
                    <a:pt x="187657" y="21758"/>
                    <a:pt x="193096" y="21758"/>
                  </a:cubicBezTo>
                  <a:cubicBezTo>
                    <a:pt x="212134" y="21758"/>
                    <a:pt x="228452" y="27197"/>
                    <a:pt x="261088" y="27197"/>
                  </a:cubicBezTo>
                  <a:cubicBezTo>
                    <a:pt x="277405" y="27197"/>
                    <a:pt x="293723" y="35356"/>
                    <a:pt x="310042" y="35356"/>
                  </a:cubicBezTo>
                  <a:cubicBezTo>
                    <a:pt x="318200" y="35356"/>
                    <a:pt x="329079" y="35356"/>
                    <a:pt x="334518" y="40795"/>
                  </a:cubicBezTo>
                  <a:cubicBezTo>
                    <a:pt x="342677" y="46234"/>
                    <a:pt x="348117" y="54393"/>
                    <a:pt x="356276" y="59833"/>
                  </a:cubicBezTo>
                  <a:cubicBezTo>
                    <a:pt x="361715" y="65272"/>
                    <a:pt x="369874" y="67992"/>
                    <a:pt x="372593" y="76151"/>
                  </a:cubicBezTo>
                  <a:cubicBezTo>
                    <a:pt x="375313" y="81590"/>
                    <a:pt x="378033" y="89749"/>
                    <a:pt x="380752" y="95188"/>
                  </a:cubicBezTo>
                  <a:cubicBezTo>
                    <a:pt x="386192" y="103347"/>
                    <a:pt x="391631" y="106067"/>
                    <a:pt x="405230" y="114226"/>
                  </a:cubicBezTo>
                  <a:cubicBezTo>
                    <a:pt x="413388" y="119665"/>
                    <a:pt x="410669" y="133263"/>
                    <a:pt x="416108" y="141422"/>
                  </a:cubicBezTo>
                  <a:cubicBezTo>
                    <a:pt x="426987" y="160461"/>
                    <a:pt x="446025" y="182218"/>
                    <a:pt x="451464" y="201256"/>
                  </a:cubicBezTo>
                  <a:cubicBezTo>
                    <a:pt x="456903" y="220293"/>
                    <a:pt x="456903" y="236611"/>
                    <a:pt x="456903" y="252929"/>
                  </a:cubicBezTo>
                  <a:cubicBezTo>
                    <a:pt x="456903" y="266527"/>
                    <a:pt x="456903" y="277406"/>
                    <a:pt x="456903" y="291004"/>
                  </a:cubicBezTo>
                  <a:cubicBezTo>
                    <a:pt x="456903" y="299163"/>
                    <a:pt x="456903" y="307322"/>
                    <a:pt x="459623" y="318201"/>
                  </a:cubicBezTo>
                  <a:cubicBezTo>
                    <a:pt x="459623" y="320921"/>
                    <a:pt x="459623" y="323640"/>
                    <a:pt x="459623" y="326360"/>
                  </a:cubicBezTo>
                  <a:cubicBezTo>
                    <a:pt x="462342" y="331799"/>
                    <a:pt x="459623" y="337238"/>
                    <a:pt x="459623" y="348117"/>
                  </a:cubicBezTo>
                  <a:cubicBezTo>
                    <a:pt x="459623" y="350837"/>
                    <a:pt x="462342" y="361715"/>
                    <a:pt x="462342" y="367155"/>
                  </a:cubicBezTo>
                  <a:cubicBezTo>
                    <a:pt x="462342" y="375314"/>
                    <a:pt x="456903" y="383473"/>
                    <a:pt x="456903" y="391632"/>
                  </a:cubicBezTo>
                  <a:cubicBezTo>
                    <a:pt x="456903" y="399790"/>
                    <a:pt x="456903" y="410669"/>
                    <a:pt x="456903" y="418828"/>
                  </a:cubicBezTo>
                  <a:cubicBezTo>
                    <a:pt x="456903" y="421548"/>
                    <a:pt x="454183" y="429707"/>
                    <a:pt x="451464" y="437866"/>
                  </a:cubicBezTo>
                  <a:cubicBezTo>
                    <a:pt x="448744" y="443305"/>
                    <a:pt x="448744" y="451464"/>
                    <a:pt x="446025" y="454184"/>
                  </a:cubicBezTo>
                  <a:cubicBezTo>
                    <a:pt x="443305" y="462343"/>
                    <a:pt x="440585" y="473221"/>
                    <a:pt x="440585" y="481380"/>
                  </a:cubicBezTo>
                  <a:cubicBezTo>
                    <a:pt x="437865" y="489539"/>
                    <a:pt x="437865" y="500418"/>
                    <a:pt x="432426" y="508577"/>
                  </a:cubicBezTo>
                  <a:cubicBezTo>
                    <a:pt x="429706" y="516736"/>
                    <a:pt x="424267" y="522175"/>
                    <a:pt x="418828" y="530334"/>
                  </a:cubicBezTo>
                  <a:cubicBezTo>
                    <a:pt x="416108" y="535773"/>
                    <a:pt x="413388" y="543932"/>
                    <a:pt x="410669" y="549371"/>
                  </a:cubicBezTo>
                  <a:cubicBezTo>
                    <a:pt x="405230" y="557531"/>
                    <a:pt x="397071" y="573848"/>
                    <a:pt x="391631" y="579288"/>
                  </a:cubicBezTo>
                  <a:cubicBezTo>
                    <a:pt x="369874" y="609204"/>
                    <a:pt x="350836" y="620083"/>
                    <a:pt x="337238" y="630961"/>
                  </a:cubicBezTo>
                  <a:cubicBezTo>
                    <a:pt x="326359" y="639120"/>
                    <a:pt x="315481" y="641840"/>
                    <a:pt x="301883" y="647279"/>
                  </a:cubicBezTo>
                  <a:cubicBezTo>
                    <a:pt x="291004" y="649999"/>
                    <a:pt x="277405" y="652718"/>
                    <a:pt x="263807" y="652718"/>
                  </a:cubicBezTo>
                  <a:cubicBezTo>
                    <a:pt x="252929" y="652718"/>
                    <a:pt x="244770" y="649999"/>
                    <a:pt x="233891" y="649999"/>
                  </a:cubicBezTo>
                  <a:cubicBezTo>
                    <a:pt x="206694" y="649999"/>
                    <a:pt x="217573" y="652718"/>
                    <a:pt x="187657" y="652718"/>
                  </a:cubicBezTo>
                  <a:cubicBezTo>
                    <a:pt x="184937" y="660877"/>
                    <a:pt x="179498" y="666317"/>
                    <a:pt x="171339" y="669036"/>
                  </a:cubicBezTo>
                  <a:cubicBezTo>
                    <a:pt x="165900" y="671756"/>
                    <a:pt x="160460" y="671756"/>
                    <a:pt x="155021" y="671756"/>
                  </a:cubicBezTo>
                  <a:cubicBezTo>
                    <a:pt x="149581" y="671756"/>
                    <a:pt x="144142" y="674476"/>
                    <a:pt x="138703" y="674476"/>
                  </a:cubicBezTo>
                  <a:cubicBezTo>
                    <a:pt x="135983" y="674476"/>
                    <a:pt x="127824" y="677195"/>
                    <a:pt x="125105" y="677195"/>
                  </a:cubicBezTo>
                  <a:cubicBezTo>
                    <a:pt x="116946" y="677195"/>
                    <a:pt x="108787" y="671756"/>
                    <a:pt x="106067" y="671756"/>
                  </a:cubicBezTo>
                  <a:cubicBezTo>
                    <a:pt x="100628" y="669036"/>
                    <a:pt x="95188" y="663597"/>
                    <a:pt x="87029" y="658158"/>
                  </a:cubicBezTo>
                  <a:cubicBezTo>
                    <a:pt x="84310" y="655438"/>
                    <a:pt x="81590" y="655438"/>
                    <a:pt x="81590" y="652718"/>
                  </a:cubicBezTo>
                  <a:cubicBezTo>
                    <a:pt x="73431" y="652718"/>
                    <a:pt x="81590" y="652718"/>
                    <a:pt x="67992" y="652718"/>
                  </a:cubicBezTo>
                  <a:cubicBezTo>
                    <a:pt x="59833" y="652718"/>
                    <a:pt x="51674" y="652718"/>
                    <a:pt x="43515" y="652718"/>
                  </a:cubicBezTo>
                  <a:cubicBezTo>
                    <a:pt x="35356" y="652718"/>
                    <a:pt x="24477" y="652718"/>
                    <a:pt x="16318" y="647279"/>
                  </a:cubicBezTo>
                  <a:cubicBezTo>
                    <a:pt x="8159" y="644559"/>
                    <a:pt x="0" y="636401"/>
                    <a:pt x="0" y="630961"/>
                  </a:cubicBezTo>
                  <a:cubicBezTo>
                    <a:pt x="0" y="625522"/>
                    <a:pt x="0" y="622802"/>
                    <a:pt x="5439" y="620083"/>
                  </a:cubicBezTo>
                  <a:cubicBezTo>
                    <a:pt x="10879" y="617363"/>
                    <a:pt x="21758" y="614643"/>
                    <a:pt x="27197" y="611924"/>
                  </a:cubicBezTo>
                  <a:cubicBezTo>
                    <a:pt x="38076" y="609204"/>
                    <a:pt x="54393" y="609204"/>
                    <a:pt x="65272" y="609204"/>
                  </a:cubicBezTo>
                  <a:cubicBezTo>
                    <a:pt x="65272" y="601045"/>
                    <a:pt x="65272" y="592886"/>
                    <a:pt x="65272" y="584727"/>
                  </a:cubicBezTo>
                  <a:cubicBezTo>
                    <a:pt x="65272" y="541213"/>
                    <a:pt x="62552" y="500418"/>
                    <a:pt x="62552" y="456903"/>
                  </a:cubicBezTo>
                  <a:cubicBezTo>
                    <a:pt x="62552" y="440585"/>
                    <a:pt x="65272" y="397071"/>
                    <a:pt x="65272" y="337238"/>
                  </a:cubicBezTo>
                  <a:cubicBezTo>
                    <a:pt x="65272" y="293724"/>
                    <a:pt x="67992" y="247490"/>
                    <a:pt x="67992" y="203975"/>
                  </a:cubicBezTo>
                  <a:cubicBezTo>
                    <a:pt x="67992" y="179498"/>
                    <a:pt x="67992" y="149582"/>
                    <a:pt x="70712" y="119665"/>
                  </a:cubicBezTo>
                  <a:cubicBezTo>
                    <a:pt x="70712" y="103347"/>
                    <a:pt x="73431" y="84309"/>
                    <a:pt x="73431" y="67992"/>
                  </a:cubicBezTo>
                  <a:cubicBezTo>
                    <a:pt x="73431" y="67992"/>
                    <a:pt x="70712" y="67992"/>
                    <a:pt x="67992" y="67992"/>
                  </a:cubicBezTo>
                  <a:cubicBezTo>
                    <a:pt x="59833" y="67992"/>
                    <a:pt x="51674" y="67992"/>
                    <a:pt x="43515" y="67992"/>
                  </a:cubicBezTo>
                  <a:cubicBezTo>
                    <a:pt x="35356" y="67992"/>
                    <a:pt x="24477" y="67992"/>
                    <a:pt x="16318" y="62552"/>
                  </a:cubicBezTo>
                  <a:cubicBezTo>
                    <a:pt x="8159" y="59833"/>
                    <a:pt x="0" y="51674"/>
                    <a:pt x="0" y="46234"/>
                  </a:cubicBezTo>
                  <a:cubicBezTo>
                    <a:pt x="0" y="43515"/>
                    <a:pt x="0" y="38075"/>
                    <a:pt x="5439" y="35356"/>
                  </a:cubicBezTo>
                  <a:cubicBezTo>
                    <a:pt x="10879" y="32636"/>
                    <a:pt x="21758" y="29916"/>
                    <a:pt x="27197" y="27197"/>
                  </a:cubicBezTo>
                  <a:cubicBezTo>
                    <a:pt x="46234" y="24477"/>
                    <a:pt x="65272" y="21758"/>
                    <a:pt x="76151" y="21758"/>
                  </a:cubicBezTo>
                  <a:cubicBezTo>
                    <a:pt x="76151" y="19038"/>
                    <a:pt x="78871" y="16318"/>
                    <a:pt x="81590" y="13598"/>
                  </a:cubicBezTo>
                  <a:cubicBezTo>
                    <a:pt x="84310" y="10879"/>
                    <a:pt x="92469" y="5439"/>
                    <a:pt x="97908" y="5439"/>
                  </a:cubicBezTo>
                  <a:cubicBezTo>
                    <a:pt x="103347" y="2720"/>
                    <a:pt x="108787" y="0"/>
                    <a:pt x="114226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788C5136-65D1-40F1-A383-12AEB2FDD611}"/>
                </a:ext>
              </a:extLst>
            </p:cNvPr>
            <p:cNvSpPr/>
            <p:nvPr/>
          </p:nvSpPr>
          <p:spPr>
            <a:xfrm>
              <a:off x="7310622" y="4197597"/>
              <a:ext cx="489539" cy="761503"/>
            </a:xfrm>
            <a:custGeom>
              <a:avLst/>
              <a:gdLst>
                <a:gd name="connsiteX0" fmla="*/ 433491 w 489538"/>
                <a:gd name="connsiteY0" fmla="*/ 651063 h 761503"/>
                <a:gd name="connsiteX1" fmla="*/ 438930 w 489538"/>
                <a:gd name="connsiteY1" fmla="*/ 661942 h 761503"/>
                <a:gd name="connsiteX2" fmla="*/ 425332 w 489538"/>
                <a:gd name="connsiteY2" fmla="*/ 683699 h 761503"/>
                <a:gd name="connsiteX3" fmla="*/ 400855 w 489538"/>
                <a:gd name="connsiteY3" fmla="*/ 691858 h 761503"/>
                <a:gd name="connsiteX4" fmla="*/ 343742 w 489538"/>
                <a:gd name="connsiteY4" fmla="*/ 700017 h 761503"/>
                <a:gd name="connsiteX5" fmla="*/ 316546 w 489538"/>
                <a:gd name="connsiteY5" fmla="*/ 705456 h 761503"/>
                <a:gd name="connsiteX6" fmla="*/ 275751 w 489538"/>
                <a:gd name="connsiteY6" fmla="*/ 705456 h 761503"/>
                <a:gd name="connsiteX7" fmla="*/ 264872 w 489538"/>
                <a:gd name="connsiteY7" fmla="*/ 708176 h 761503"/>
                <a:gd name="connsiteX8" fmla="*/ 253994 w 489538"/>
                <a:gd name="connsiteY8" fmla="*/ 708176 h 761503"/>
                <a:gd name="connsiteX9" fmla="*/ 240395 w 489538"/>
                <a:gd name="connsiteY9" fmla="*/ 719054 h 761503"/>
                <a:gd name="connsiteX10" fmla="*/ 224077 w 489538"/>
                <a:gd name="connsiteY10" fmla="*/ 721774 h 761503"/>
                <a:gd name="connsiteX11" fmla="*/ 205040 w 489538"/>
                <a:gd name="connsiteY11" fmla="*/ 724494 h 761503"/>
                <a:gd name="connsiteX12" fmla="*/ 191441 w 489538"/>
                <a:gd name="connsiteY12" fmla="*/ 727213 h 761503"/>
                <a:gd name="connsiteX13" fmla="*/ 169684 w 489538"/>
                <a:gd name="connsiteY13" fmla="*/ 721774 h 761503"/>
                <a:gd name="connsiteX14" fmla="*/ 150646 w 489538"/>
                <a:gd name="connsiteY14" fmla="*/ 708176 h 761503"/>
                <a:gd name="connsiteX15" fmla="*/ 139768 w 489538"/>
                <a:gd name="connsiteY15" fmla="*/ 708176 h 761503"/>
                <a:gd name="connsiteX16" fmla="*/ 120730 w 489538"/>
                <a:gd name="connsiteY16" fmla="*/ 708176 h 761503"/>
                <a:gd name="connsiteX17" fmla="*/ 98973 w 489538"/>
                <a:gd name="connsiteY17" fmla="*/ 708176 h 761503"/>
                <a:gd name="connsiteX18" fmla="*/ 74496 w 489538"/>
                <a:gd name="connsiteY18" fmla="*/ 702736 h 761503"/>
                <a:gd name="connsiteX19" fmla="*/ 58178 w 489538"/>
                <a:gd name="connsiteY19" fmla="*/ 683699 h 761503"/>
                <a:gd name="connsiteX20" fmla="*/ 63617 w 489538"/>
                <a:gd name="connsiteY20" fmla="*/ 675540 h 761503"/>
                <a:gd name="connsiteX21" fmla="*/ 85375 w 489538"/>
                <a:gd name="connsiteY21" fmla="*/ 667381 h 761503"/>
                <a:gd name="connsiteX22" fmla="*/ 128889 w 489538"/>
                <a:gd name="connsiteY22" fmla="*/ 661942 h 761503"/>
                <a:gd name="connsiteX23" fmla="*/ 128889 w 489538"/>
                <a:gd name="connsiteY23" fmla="*/ 602109 h 761503"/>
                <a:gd name="connsiteX24" fmla="*/ 126170 w 489538"/>
                <a:gd name="connsiteY24" fmla="*/ 523239 h 761503"/>
                <a:gd name="connsiteX25" fmla="*/ 126170 w 489538"/>
                <a:gd name="connsiteY25" fmla="*/ 468846 h 761503"/>
                <a:gd name="connsiteX26" fmla="*/ 123450 w 489538"/>
                <a:gd name="connsiteY26" fmla="*/ 409014 h 761503"/>
                <a:gd name="connsiteX27" fmla="*/ 123450 w 489538"/>
                <a:gd name="connsiteY27" fmla="*/ 384537 h 761503"/>
                <a:gd name="connsiteX28" fmla="*/ 126170 w 489538"/>
                <a:gd name="connsiteY28" fmla="*/ 349181 h 761503"/>
                <a:gd name="connsiteX29" fmla="*/ 126170 w 489538"/>
                <a:gd name="connsiteY29" fmla="*/ 324704 h 761503"/>
                <a:gd name="connsiteX30" fmla="*/ 128889 w 489538"/>
                <a:gd name="connsiteY30" fmla="*/ 292068 h 761503"/>
                <a:gd name="connsiteX31" fmla="*/ 134329 w 489538"/>
                <a:gd name="connsiteY31" fmla="*/ 234956 h 761503"/>
                <a:gd name="connsiteX32" fmla="*/ 134329 w 489538"/>
                <a:gd name="connsiteY32" fmla="*/ 172404 h 761503"/>
                <a:gd name="connsiteX33" fmla="*/ 137048 w 489538"/>
                <a:gd name="connsiteY33" fmla="*/ 123450 h 761503"/>
                <a:gd name="connsiteX34" fmla="*/ 123450 w 489538"/>
                <a:gd name="connsiteY34" fmla="*/ 123450 h 761503"/>
                <a:gd name="connsiteX35" fmla="*/ 101693 w 489538"/>
                <a:gd name="connsiteY35" fmla="*/ 123450 h 761503"/>
                <a:gd name="connsiteX36" fmla="*/ 77216 w 489538"/>
                <a:gd name="connsiteY36" fmla="*/ 118011 h 761503"/>
                <a:gd name="connsiteX37" fmla="*/ 60898 w 489538"/>
                <a:gd name="connsiteY37" fmla="*/ 98973 h 761503"/>
                <a:gd name="connsiteX38" fmla="*/ 66337 w 489538"/>
                <a:gd name="connsiteY38" fmla="*/ 90814 h 761503"/>
                <a:gd name="connsiteX39" fmla="*/ 88094 w 489538"/>
                <a:gd name="connsiteY39" fmla="*/ 82655 h 761503"/>
                <a:gd name="connsiteX40" fmla="*/ 145207 w 489538"/>
                <a:gd name="connsiteY40" fmla="*/ 77216 h 761503"/>
                <a:gd name="connsiteX41" fmla="*/ 145207 w 489538"/>
                <a:gd name="connsiteY41" fmla="*/ 77216 h 761503"/>
                <a:gd name="connsiteX42" fmla="*/ 153366 w 489538"/>
                <a:gd name="connsiteY42" fmla="*/ 69057 h 761503"/>
                <a:gd name="connsiteX43" fmla="*/ 177843 w 489538"/>
                <a:gd name="connsiteY43" fmla="*/ 60898 h 761503"/>
                <a:gd name="connsiteX44" fmla="*/ 196881 w 489538"/>
                <a:gd name="connsiteY44" fmla="*/ 58178 h 761503"/>
                <a:gd name="connsiteX45" fmla="*/ 205040 w 489538"/>
                <a:gd name="connsiteY45" fmla="*/ 58178 h 761503"/>
                <a:gd name="connsiteX46" fmla="*/ 215919 w 489538"/>
                <a:gd name="connsiteY46" fmla="*/ 63617 h 761503"/>
                <a:gd name="connsiteX47" fmla="*/ 229517 w 489538"/>
                <a:gd name="connsiteY47" fmla="*/ 69057 h 761503"/>
                <a:gd name="connsiteX48" fmla="*/ 256713 w 489538"/>
                <a:gd name="connsiteY48" fmla="*/ 77216 h 761503"/>
                <a:gd name="connsiteX49" fmla="*/ 264872 w 489538"/>
                <a:gd name="connsiteY49" fmla="*/ 77216 h 761503"/>
                <a:gd name="connsiteX50" fmla="*/ 281190 w 489538"/>
                <a:gd name="connsiteY50" fmla="*/ 77216 h 761503"/>
                <a:gd name="connsiteX51" fmla="*/ 330144 w 489538"/>
                <a:gd name="connsiteY51" fmla="*/ 77216 h 761503"/>
                <a:gd name="connsiteX52" fmla="*/ 357341 w 489538"/>
                <a:gd name="connsiteY52" fmla="*/ 79935 h 761503"/>
                <a:gd name="connsiteX53" fmla="*/ 387257 w 489538"/>
                <a:gd name="connsiteY53" fmla="*/ 82655 h 761503"/>
                <a:gd name="connsiteX54" fmla="*/ 406295 w 489538"/>
                <a:gd name="connsiteY54" fmla="*/ 85375 h 761503"/>
                <a:gd name="connsiteX55" fmla="*/ 417173 w 489538"/>
                <a:gd name="connsiteY55" fmla="*/ 79935 h 761503"/>
                <a:gd name="connsiteX56" fmla="*/ 425332 w 489538"/>
                <a:gd name="connsiteY56" fmla="*/ 85375 h 761503"/>
                <a:gd name="connsiteX57" fmla="*/ 433491 w 489538"/>
                <a:gd name="connsiteY57" fmla="*/ 104412 h 761503"/>
                <a:gd name="connsiteX58" fmla="*/ 436211 w 489538"/>
                <a:gd name="connsiteY58" fmla="*/ 137048 h 761503"/>
                <a:gd name="connsiteX59" fmla="*/ 438930 w 489538"/>
                <a:gd name="connsiteY59" fmla="*/ 183282 h 761503"/>
                <a:gd name="connsiteX60" fmla="*/ 422612 w 489538"/>
                <a:gd name="connsiteY60" fmla="*/ 218638 h 761503"/>
                <a:gd name="connsiteX61" fmla="*/ 406295 w 489538"/>
                <a:gd name="connsiteY61" fmla="*/ 213198 h 761503"/>
                <a:gd name="connsiteX62" fmla="*/ 398136 w 489538"/>
                <a:gd name="connsiteY62" fmla="*/ 196881 h 761503"/>
                <a:gd name="connsiteX63" fmla="*/ 395416 w 489538"/>
                <a:gd name="connsiteY63" fmla="*/ 175123 h 761503"/>
                <a:gd name="connsiteX64" fmla="*/ 395416 w 489538"/>
                <a:gd name="connsiteY64" fmla="*/ 153366 h 761503"/>
                <a:gd name="connsiteX65" fmla="*/ 395416 w 489538"/>
                <a:gd name="connsiteY65" fmla="*/ 126170 h 761503"/>
                <a:gd name="connsiteX66" fmla="*/ 370939 w 489538"/>
                <a:gd name="connsiteY66" fmla="*/ 128889 h 761503"/>
                <a:gd name="connsiteX67" fmla="*/ 338303 w 489538"/>
                <a:gd name="connsiteY67" fmla="*/ 131609 h 761503"/>
                <a:gd name="connsiteX68" fmla="*/ 286629 w 489538"/>
                <a:gd name="connsiteY68" fmla="*/ 134328 h 761503"/>
                <a:gd name="connsiteX69" fmla="*/ 273031 w 489538"/>
                <a:gd name="connsiteY69" fmla="*/ 137048 h 761503"/>
                <a:gd name="connsiteX70" fmla="*/ 262153 w 489538"/>
                <a:gd name="connsiteY70" fmla="*/ 142487 h 761503"/>
                <a:gd name="connsiteX71" fmla="*/ 259433 w 489538"/>
                <a:gd name="connsiteY71" fmla="*/ 153366 h 761503"/>
                <a:gd name="connsiteX72" fmla="*/ 262153 w 489538"/>
                <a:gd name="connsiteY72" fmla="*/ 166964 h 761503"/>
                <a:gd name="connsiteX73" fmla="*/ 262153 w 489538"/>
                <a:gd name="connsiteY73" fmla="*/ 196881 h 761503"/>
                <a:gd name="connsiteX74" fmla="*/ 262153 w 489538"/>
                <a:gd name="connsiteY74" fmla="*/ 215918 h 761503"/>
                <a:gd name="connsiteX75" fmla="*/ 262153 w 489538"/>
                <a:gd name="connsiteY75" fmla="*/ 251274 h 761503"/>
                <a:gd name="connsiteX76" fmla="*/ 259433 w 489538"/>
                <a:gd name="connsiteY76" fmla="*/ 278470 h 761503"/>
                <a:gd name="connsiteX77" fmla="*/ 259433 w 489538"/>
                <a:gd name="connsiteY77" fmla="*/ 308386 h 761503"/>
                <a:gd name="connsiteX78" fmla="*/ 259433 w 489538"/>
                <a:gd name="connsiteY78" fmla="*/ 321985 h 761503"/>
                <a:gd name="connsiteX79" fmla="*/ 259433 w 489538"/>
                <a:gd name="connsiteY79" fmla="*/ 332863 h 761503"/>
                <a:gd name="connsiteX80" fmla="*/ 267592 w 489538"/>
                <a:gd name="connsiteY80" fmla="*/ 335583 h 761503"/>
                <a:gd name="connsiteX81" fmla="*/ 281190 w 489538"/>
                <a:gd name="connsiteY81" fmla="*/ 335583 h 761503"/>
                <a:gd name="connsiteX82" fmla="*/ 327424 w 489538"/>
                <a:gd name="connsiteY82" fmla="*/ 338303 h 761503"/>
                <a:gd name="connsiteX83" fmla="*/ 351901 w 489538"/>
                <a:gd name="connsiteY83" fmla="*/ 341022 h 761503"/>
                <a:gd name="connsiteX84" fmla="*/ 351901 w 489538"/>
                <a:gd name="connsiteY84" fmla="*/ 335583 h 761503"/>
                <a:gd name="connsiteX85" fmla="*/ 351901 w 489538"/>
                <a:gd name="connsiteY85" fmla="*/ 313826 h 761503"/>
                <a:gd name="connsiteX86" fmla="*/ 357341 w 489538"/>
                <a:gd name="connsiteY86" fmla="*/ 289349 h 761503"/>
                <a:gd name="connsiteX87" fmla="*/ 373658 w 489538"/>
                <a:gd name="connsiteY87" fmla="*/ 273031 h 761503"/>
                <a:gd name="connsiteX88" fmla="*/ 381817 w 489538"/>
                <a:gd name="connsiteY88" fmla="*/ 278470 h 761503"/>
                <a:gd name="connsiteX89" fmla="*/ 389977 w 489538"/>
                <a:gd name="connsiteY89" fmla="*/ 300228 h 761503"/>
                <a:gd name="connsiteX90" fmla="*/ 395416 w 489538"/>
                <a:gd name="connsiteY90" fmla="*/ 351901 h 761503"/>
                <a:gd name="connsiteX91" fmla="*/ 398136 w 489538"/>
                <a:gd name="connsiteY91" fmla="*/ 409014 h 761503"/>
                <a:gd name="connsiteX92" fmla="*/ 381817 w 489538"/>
                <a:gd name="connsiteY92" fmla="*/ 444369 h 761503"/>
                <a:gd name="connsiteX93" fmla="*/ 365500 w 489538"/>
                <a:gd name="connsiteY93" fmla="*/ 438930 h 761503"/>
                <a:gd name="connsiteX94" fmla="*/ 357341 w 489538"/>
                <a:gd name="connsiteY94" fmla="*/ 422612 h 761503"/>
                <a:gd name="connsiteX95" fmla="*/ 354621 w 489538"/>
                <a:gd name="connsiteY95" fmla="*/ 400855 h 761503"/>
                <a:gd name="connsiteX96" fmla="*/ 354621 w 489538"/>
                <a:gd name="connsiteY96" fmla="*/ 381817 h 761503"/>
                <a:gd name="connsiteX97" fmla="*/ 270312 w 489538"/>
                <a:gd name="connsiteY97" fmla="*/ 381817 h 761503"/>
                <a:gd name="connsiteX98" fmla="*/ 256713 w 489538"/>
                <a:gd name="connsiteY98" fmla="*/ 395415 h 761503"/>
                <a:gd name="connsiteX99" fmla="*/ 253994 w 489538"/>
                <a:gd name="connsiteY99" fmla="*/ 422612 h 761503"/>
                <a:gd name="connsiteX100" fmla="*/ 253994 w 489538"/>
                <a:gd name="connsiteY100" fmla="*/ 433490 h 761503"/>
                <a:gd name="connsiteX101" fmla="*/ 253994 w 489538"/>
                <a:gd name="connsiteY101" fmla="*/ 449809 h 761503"/>
                <a:gd name="connsiteX102" fmla="*/ 256713 w 489538"/>
                <a:gd name="connsiteY102" fmla="*/ 474285 h 761503"/>
                <a:gd name="connsiteX103" fmla="*/ 256713 w 489538"/>
                <a:gd name="connsiteY103" fmla="*/ 496043 h 761503"/>
                <a:gd name="connsiteX104" fmla="*/ 259433 w 489538"/>
                <a:gd name="connsiteY104" fmla="*/ 534118 h 761503"/>
                <a:gd name="connsiteX105" fmla="*/ 259433 w 489538"/>
                <a:gd name="connsiteY105" fmla="*/ 591231 h 761503"/>
                <a:gd name="connsiteX106" fmla="*/ 262153 w 489538"/>
                <a:gd name="connsiteY106" fmla="*/ 618427 h 761503"/>
                <a:gd name="connsiteX107" fmla="*/ 267592 w 489538"/>
                <a:gd name="connsiteY107" fmla="*/ 648343 h 761503"/>
                <a:gd name="connsiteX108" fmla="*/ 292069 w 489538"/>
                <a:gd name="connsiteY108" fmla="*/ 651063 h 761503"/>
                <a:gd name="connsiteX109" fmla="*/ 327424 w 489538"/>
                <a:gd name="connsiteY109" fmla="*/ 651063 h 761503"/>
                <a:gd name="connsiteX110" fmla="*/ 362780 w 489538"/>
                <a:gd name="connsiteY110" fmla="*/ 653783 h 761503"/>
                <a:gd name="connsiteX111" fmla="*/ 395416 w 489538"/>
                <a:gd name="connsiteY111" fmla="*/ 648343 h 761503"/>
                <a:gd name="connsiteX112" fmla="*/ 395416 w 489538"/>
                <a:gd name="connsiteY112" fmla="*/ 618427 h 761503"/>
                <a:gd name="connsiteX113" fmla="*/ 395416 w 489538"/>
                <a:gd name="connsiteY113" fmla="*/ 596670 h 761503"/>
                <a:gd name="connsiteX114" fmla="*/ 398136 w 489538"/>
                <a:gd name="connsiteY114" fmla="*/ 574913 h 761503"/>
                <a:gd name="connsiteX115" fmla="*/ 406295 w 489538"/>
                <a:gd name="connsiteY115" fmla="*/ 558595 h 761503"/>
                <a:gd name="connsiteX116" fmla="*/ 422612 w 489538"/>
                <a:gd name="connsiteY116" fmla="*/ 553155 h 761503"/>
                <a:gd name="connsiteX117" fmla="*/ 438930 w 489538"/>
                <a:gd name="connsiteY117" fmla="*/ 588511 h 761503"/>
                <a:gd name="connsiteX118" fmla="*/ 436211 w 489538"/>
                <a:gd name="connsiteY118" fmla="*/ 645624 h 761503"/>
                <a:gd name="connsiteX119" fmla="*/ 433491 w 489538"/>
                <a:gd name="connsiteY119" fmla="*/ 651063 h 761503"/>
                <a:gd name="connsiteX120" fmla="*/ 433491 w 489538"/>
                <a:gd name="connsiteY120" fmla="*/ 651063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</a:cxnLst>
              <a:rect l="l" t="t" r="r" b="b"/>
              <a:pathLst>
                <a:path w="489538" h="761503">
                  <a:moveTo>
                    <a:pt x="433491" y="651063"/>
                  </a:moveTo>
                  <a:cubicBezTo>
                    <a:pt x="436211" y="653783"/>
                    <a:pt x="438930" y="656502"/>
                    <a:pt x="438930" y="661942"/>
                  </a:cubicBezTo>
                  <a:cubicBezTo>
                    <a:pt x="438930" y="670101"/>
                    <a:pt x="433491" y="678259"/>
                    <a:pt x="425332" y="683699"/>
                  </a:cubicBezTo>
                  <a:cubicBezTo>
                    <a:pt x="417173" y="689138"/>
                    <a:pt x="409014" y="689138"/>
                    <a:pt x="400855" y="691858"/>
                  </a:cubicBezTo>
                  <a:cubicBezTo>
                    <a:pt x="381817" y="694578"/>
                    <a:pt x="362780" y="694578"/>
                    <a:pt x="343742" y="700017"/>
                  </a:cubicBezTo>
                  <a:cubicBezTo>
                    <a:pt x="335583" y="702736"/>
                    <a:pt x="324705" y="702736"/>
                    <a:pt x="316546" y="705456"/>
                  </a:cubicBezTo>
                  <a:cubicBezTo>
                    <a:pt x="308387" y="705456"/>
                    <a:pt x="289349" y="705456"/>
                    <a:pt x="275751" y="705456"/>
                  </a:cubicBezTo>
                  <a:cubicBezTo>
                    <a:pt x="270312" y="705456"/>
                    <a:pt x="267592" y="708176"/>
                    <a:pt x="264872" y="708176"/>
                  </a:cubicBezTo>
                  <a:cubicBezTo>
                    <a:pt x="264872" y="708176"/>
                    <a:pt x="259433" y="708176"/>
                    <a:pt x="253994" y="708176"/>
                  </a:cubicBezTo>
                  <a:cubicBezTo>
                    <a:pt x="251274" y="713615"/>
                    <a:pt x="245835" y="716335"/>
                    <a:pt x="240395" y="719054"/>
                  </a:cubicBezTo>
                  <a:cubicBezTo>
                    <a:pt x="234956" y="721774"/>
                    <a:pt x="229517" y="721774"/>
                    <a:pt x="224077" y="721774"/>
                  </a:cubicBezTo>
                  <a:cubicBezTo>
                    <a:pt x="218638" y="721774"/>
                    <a:pt x="213199" y="724494"/>
                    <a:pt x="205040" y="724494"/>
                  </a:cubicBezTo>
                  <a:cubicBezTo>
                    <a:pt x="202320" y="724494"/>
                    <a:pt x="194161" y="727213"/>
                    <a:pt x="191441" y="727213"/>
                  </a:cubicBezTo>
                  <a:cubicBezTo>
                    <a:pt x="183282" y="727213"/>
                    <a:pt x="172404" y="721774"/>
                    <a:pt x="169684" y="721774"/>
                  </a:cubicBezTo>
                  <a:cubicBezTo>
                    <a:pt x="164245" y="719054"/>
                    <a:pt x="156086" y="713615"/>
                    <a:pt x="150646" y="708176"/>
                  </a:cubicBezTo>
                  <a:cubicBezTo>
                    <a:pt x="145207" y="708176"/>
                    <a:pt x="139768" y="708176"/>
                    <a:pt x="139768" y="708176"/>
                  </a:cubicBezTo>
                  <a:cubicBezTo>
                    <a:pt x="126170" y="708176"/>
                    <a:pt x="137048" y="708176"/>
                    <a:pt x="120730" y="708176"/>
                  </a:cubicBezTo>
                  <a:cubicBezTo>
                    <a:pt x="112571" y="708176"/>
                    <a:pt x="104412" y="708176"/>
                    <a:pt x="98973" y="708176"/>
                  </a:cubicBezTo>
                  <a:cubicBezTo>
                    <a:pt x="90814" y="708176"/>
                    <a:pt x="79936" y="708176"/>
                    <a:pt x="74496" y="702736"/>
                  </a:cubicBezTo>
                  <a:cubicBezTo>
                    <a:pt x="66337" y="700017"/>
                    <a:pt x="58178" y="689138"/>
                    <a:pt x="58178" y="683699"/>
                  </a:cubicBezTo>
                  <a:cubicBezTo>
                    <a:pt x="58178" y="680979"/>
                    <a:pt x="58178" y="678259"/>
                    <a:pt x="63617" y="675540"/>
                  </a:cubicBezTo>
                  <a:cubicBezTo>
                    <a:pt x="69057" y="672820"/>
                    <a:pt x="77216" y="670101"/>
                    <a:pt x="85375" y="667381"/>
                  </a:cubicBezTo>
                  <a:cubicBezTo>
                    <a:pt x="98973" y="664661"/>
                    <a:pt x="115291" y="664661"/>
                    <a:pt x="128889" y="661942"/>
                  </a:cubicBezTo>
                  <a:cubicBezTo>
                    <a:pt x="128889" y="645624"/>
                    <a:pt x="128889" y="623866"/>
                    <a:pt x="128889" y="602109"/>
                  </a:cubicBezTo>
                  <a:cubicBezTo>
                    <a:pt x="128889" y="566754"/>
                    <a:pt x="128889" y="531398"/>
                    <a:pt x="126170" y="523239"/>
                  </a:cubicBezTo>
                  <a:cubicBezTo>
                    <a:pt x="126170" y="517800"/>
                    <a:pt x="126170" y="487884"/>
                    <a:pt x="126170" y="468846"/>
                  </a:cubicBezTo>
                  <a:cubicBezTo>
                    <a:pt x="126170" y="449809"/>
                    <a:pt x="123450" y="430771"/>
                    <a:pt x="123450" y="409014"/>
                  </a:cubicBezTo>
                  <a:cubicBezTo>
                    <a:pt x="123450" y="400855"/>
                    <a:pt x="123450" y="392696"/>
                    <a:pt x="123450" y="384537"/>
                  </a:cubicBezTo>
                  <a:cubicBezTo>
                    <a:pt x="123450" y="373658"/>
                    <a:pt x="126170" y="360060"/>
                    <a:pt x="126170" y="349181"/>
                  </a:cubicBezTo>
                  <a:cubicBezTo>
                    <a:pt x="126170" y="341022"/>
                    <a:pt x="126170" y="332863"/>
                    <a:pt x="126170" y="324704"/>
                  </a:cubicBezTo>
                  <a:cubicBezTo>
                    <a:pt x="126170" y="313826"/>
                    <a:pt x="126170" y="302947"/>
                    <a:pt x="128889" y="292068"/>
                  </a:cubicBezTo>
                  <a:cubicBezTo>
                    <a:pt x="131609" y="273031"/>
                    <a:pt x="134329" y="253993"/>
                    <a:pt x="134329" y="234956"/>
                  </a:cubicBezTo>
                  <a:cubicBezTo>
                    <a:pt x="134329" y="213198"/>
                    <a:pt x="134329" y="191441"/>
                    <a:pt x="134329" y="172404"/>
                  </a:cubicBezTo>
                  <a:cubicBezTo>
                    <a:pt x="134329" y="156086"/>
                    <a:pt x="134329" y="139768"/>
                    <a:pt x="137048" y="123450"/>
                  </a:cubicBezTo>
                  <a:cubicBezTo>
                    <a:pt x="131609" y="123450"/>
                    <a:pt x="134329" y="123450"/>
                    <a:pt x="123450" y="123450"/>
                  </a:cubicBezTo>
                  <a:cubicBezTo>
                    <a:pt x="115291" y="123450"/>
                    <a:pt x="107132" y="123450"/>
                    <a:pt x="101693" y="123450"/>
                  </a:cubicBezTo>
                  <a:cubicBezTo>
                    <a:pt x="93534" y="123450"/>
                    <a:pt x="82655" y="123450"/>
                    <a:pt x="77216" y="118011"/>
                  </a:cubicBezTo>
                  <a:cubicBezTo>
                    <a:pt x="69057" y="115291"/>
                    <a:pt x="60898" y="101693"/>
                    <a:pt x="60898" y="98973"/>
                  </a:cubicBezTo>
                  <a:cubicBezTo>
                    <a:pt x="60898" y="96253"/>
                    <a:pt x="60898" y="93534"/>
                    <a:pt x="66337" y="90814"/>
                  </a:cubicBezTo>
                  <a:cubicBezTo>
                    <a:pt x="71777" y="88094"/>
                    <a:pt x="79936" y="85375"/>
                    <a:pt x="88094" y="82655"/>
                  </a:cubicBezTo>
                  <a:cubicBezTo>
                    <a:pt x="104412" y="79935"/>
                    <a:pt x="131609" y="77216"/>
                    <a:pt x="145207" y="77216"/>
                  </a:cubicBezTo>
                  <a:cubicBezTo>
                    <a:pt x="145207" y="77216"/>
                    <a:pt x="145207" y="77216"/>
                    <a:pt x="145207" y="77216"/>
                  </a:cubicBezTo>
                  <a:cubicBezTo>
                    <a:pt x="145207" y="74496"/>
                    <a:pt x="150646" y="71776"/>
                    <a:pt x="153366" y="69057"/>
                  </a:cubicBezTo>
                  <a:cubicBezTo>
                    <a:pt x="161525" y="63617"/>
                    <a:pt x="169684" y="63617"/>
                    <a:pt x="177843" y="60898"/>
                  </a:cubicBezTo>
                  <a:cubicBezTo>
                    <a:pt x="183282" y="58178"/>
                    <a:pt x="191441" y="58178"/>
                    <a:pt x="196881" y="58178"/>
                  </a:cubicBezTo>
                  <a:cubicBezTo>
                    <a:pt x="199600" y="58178"/>
                    <a:pt x="202320" y="58178"/>
                    <a:pt x="205040" y="58178"/>
                  </a:cubicBezTo>
                  <a:cubicBezTo>
                    <a:pt x="207759" y="58178"/>
                    <a:pt x="213199" y="60898"/>
                    <a:pt x="215919" y="63617"/>
                  </a:cubicBezTo>
                  <a:cubicBezTo>
                    <a:pt x="221358" y="66337"/>
                    <a:pt x="224077" y="66337"/>
                    <a:pt x="229517" y="69057"/>
                  </a:cubicBezTo>
                  <a:cubicBezTo>
                    <a:pt x="237675" y="71776"/>
                    <a:pt x="245835" y="77216"/>
                    <a:pt x="256713" y="77216"/>
                  </a:cubicBezTo>
                  <a:cubicBezTo>
                    <a:pt x="259433" y="77216"/>
                    <a:pt x="262153" y="77216"/>
                    <a:pt x="264872" y="77216"/>
                  </a:cubicBezTo>
                  <a:cubicBezTo>
                    <a:pt x="270312" y="77216"/>
                    <a:pt x="275751" y="77216"/>
                    <a:pt x="281190" y="77216"/>
                  </a:cubicBezTo>
                  <a:cubicBezTo>
                    <a:pt x="292069" y="77216"/>
                    <a:pt x="321985" y="77216"/>
                    <a:pt x="330144" y="77216"/>
                  </a:cubicBezTo>
                  <a:cubicBezTo>
                    <a:pt x="338303" y="77216"/>
                    <a:pt x="349182" y="77216"/>
                    <a:pt x="357341" y="79935"/>
                  </a:cubicBezTo>
                  <a:cubicBezTo>
                    <a:pt x="368219" y="79935"/>
                    <a:pt x="379098" y="82655"/>
                    <a:pt x="387257" y="82655"/>
                  </a:cubicBezTo>
                  <a:cubicBezTo>
                    <a:pt x="392696" y="82655"/>
                    <a:pt x="400855" y="85375"/>
                    <a:pt x="406295" y="85375"/>
                  </a:cubicBezTo>
                  <a:cubicBezTo>
                    <a:pt x="409014" y="82655"/>
                    <a:pt x="414453" y="79935"/>
                    <a:pt x="417173" y="79935"/>
                  </a:cubicBezTo>
                  <a:cubicBezTo>
                    <a:pt x="419893" y="79935"/>
                    <a:pt x="422612" y="79935"/>
                    <a:pt x="425332" y="85375"/>
                  </a:cubicBezTo>
                  <a:cubicBezTo>
                    <a:pt x="428052" y="90814"/>
                    <a:pt x="433491" y="98973"/>
                    <a:pt x="433491" y="104412"/>
                  </a:cubicBezTo>
                  <a:cubicBezTo>
                    <a:pt x="436211" y="131609"/>
                    <a:pt x="436211" y="120730"/>
                    <a:pt x="436211" y="137048"/>
                  </a:cubicBezTo>
                  <a:cubicBezTo>
                    <a:pt x="438930" y="158805"/>
                    <a:pt x="438930" y="158805"/>
                    <a:pt x="438930" y="183282"/>
                  </a:cubicBezTo>
                  <a:cubicBezTo>
                    <a:pt x="438930" y="194161"/>
                    <a:pt x="438930" y="218638"/>
                    <a:pt x="422612" y="218638"/>
                  </a:cubicBezTo>
                  <a:cubicBezTo>
                    <a:pt x="414453" y="218638"/>
                    <a:pt x="411734" y="215918"/>
                    <a:pt x="406295" y="213198"/>
                  </a:cubicBezTo>
                  <a:cubicBezTo>
                    <a:pt x="400855" y="210479"/>
                    <a:pt x="398136" y="202320"/>
                    <a:pt x="398136" y="196881"/>
                  </a:cubicBezTo>
                  <a:cubicBezTo>
                    <a:pt x="395416" y="188722"/>
                    <a:pt x="395416" y="183282"/>
                    <a:pt x="395416" y="175123"/>
                  </a:cubicBezTo>
                  <a:cubicBezTo>
                    <a:pt x="395416" y="169684"/>
                    <a:pt x="395416" y="164245"/>
                    <a:pt x="395416" y="153366"/>
                  </a:cubicBezTo>
                  <a:cubicBezTo>
                    <a:pt x="395416" y="145207"/>
                    <a:pt x="395416" y="134328"/>
                    <a:pt x="395416" y="126170"/>
                  </a:cubicBezTo>
                  <a:cubicBezTo>
                    <a:pt x="387257" y="128889"/>
                    <a:pt x="379098" y="128889"/>
                    <a:pt x="370939" y="128889"/>
                  </a:cubicBezTo>
                  <a:cubicBezTo>
                    <a:pt x="360060" y="128889"/>
                    <a:pt x="349182" y="128889"/>
                    <a:pt x="338303" y="131609"/>
                  </a:cubicBezTo>
                  <a:cubicBezTo>
                    <a:pt x="327424" y="131609"/>
                    <a:pt x="319265" y="134328"/>
                    <a:pt x="286629" y="134328"/>
                  </a:cubicBezTo>
                  <a:cubicBezTo>
                    <a:pt x="281190" y="134328"/>
                    <a:pt x="278470" y="134328"/>
                    <a:pt x="273031" y="137048"/>
                  </a:cubicBezTo>
                  <a:cubicBezTo>
                    <a:pt x="270312" y="137048"/>
                    <a:pt x="264872" y="137048"/>
                    <a:pt x="262153" y="142487"/>
                  </a:cubicBezTo>
                  <a:cubicBezTo>
                    <a:pt x="259433" y="145207"/>
                    <a:pt x="259433" y="150647"/>
                    <a:pt x="259433" y="153366"/>
                  </a:cubicBezTo>
                  <a:cubicBezTo>
                    <a:pt x="259433" y="158805"/>
                    <a:pt x="259433" y="164245"/>
                    <a:pt x="262153" y="166964"/>
                  </a:cubicBezTo>
                  <a:cubicBezTo>
                    <a:pt x="262153" y="177843"/>
                    <a:pt x="262153" y="186002"/>
                    <a:pt x="262153" y="196881"/>
                  </a:cubicBezTo>
                  <a:cubicBezTo>
                    <a:pt x="262153" y="202320"/>
                    <a:pt x="262153" y="210479"/>
                    <a:pt x="262153" y="215918"/>
                  </a:cubicBezTo>
                  <a:cubicBezTo>
                    <a:pt x="262153" y="229516"/>
                    <a:pt x="262153" y="240395"/>
                    <a:pt x="262153" y="251274"/>
                  </a:cubicBezTo>
                  <a:cubicBezTo>
                    <a:pt x="262153" y="259433"/>
                    <a:pt x="259433" y="270311"/>
                    <a:pt x="259433" y="278470"/>
                  </a:cubicBezTo>
                  <a:cubicBezTo>
                    <a:pt x="259433" y="289349"/>
                    <a:pt x="259433" y="297508"/>
                    <a:pt x="259433" y="308386"/>
                  </a:cubicBezTo>
                  <a:cubicBezTo>
                    <a:pt x="259433" y="313826"/>
                    <a:pt x="259433" y="319265"/>
                    <a:pt x="259433" y="321985"/>
                  </a:cubicBezTo>
                  <a:cubicBezTo>
                    <a:pt x="259433" y="324704"/>
                    <a:pt x="259433" y="330144"/>
                    <a:pt x="259433" y="332863"/>
                  </a:cubicBezTo>
                  <a:cubicBezTo>
                    <a:pt x="262153" y="335583"/>
                    <a:pt x="264872" y="335583"/>
                    <a:pt x="267592" y="335583"/>
                  </a:cubicBezTo>
                  <a:cubicBezTo>
                    <a:pt x="273031" y="335583"/>
                    <a:pt x="275751" y="335583"/>
                    <a:pt x="281190" y="335583"/>
                  </a:cubicBezTo>
                  <a:cubicBezTo>
                    <a:pt x="311107" y="335583"/>
                    <a:pt x="319265" y="335583"/>
                    <a:pt x="327424" y="338303"/>
                  </a:cubicBezTo>
                  <a:cubicBezTo>
                    <a:pt x="335583" y="341022"/>
                    <a:pt x="343742" y="341022"/>
                    <a:pt x="351901" y="341022"/>
                  </a:cubicBezTo>
                  <a:cubicBezTo>
                    <a:pt x="351901" y="338303"/>
                    <a:pt x="351901" y="338303"/>
                    <a:pt x="351901" y="335583"/>
                  </a:cubicBezTo>
                  <a:cubicBezTo>
                    <a:pt x="351901" y="327424"/>
                    <a:pt x="351901" y="319265"/>
                    <a:pt x="351901" y="313826"/>
                  </a:cubicBezTo>
                  <a:cubicBezTo>
                    <a:pt x="351901" y="305667"/>
                    <a:pt x="351901" y="294788"/>
                    <a:pt x="357341" y="289349"/>
                  </a:cubicBezTo>
                  <a:cubicBezTo>
                    <a:pt x="360060" y="281190"/>
                    <a:pt x="368219" y="273031"/>
                    <a:pt x="373658" y="273031"/>
                  </a:cubicBezTo>
                  <a:cubicBezTo>
                    <a:pt x="376378" y="273031"/>
                    <a:pt x="379098" y="273031"/>
                    <a:pt x="381817" y="278470"/>
                  </a:cubicBezTo>
                  <a:cubicBezTo>
                    <a:pt x="384537" y="283909"/>
                    <a:pt x="387257" y="292068"/>
                    <a:pt x="389977" y="300228"/>
                  </a:cubicBezTo>
                  <a:cubicBezTo>
                    <a:pt x="392696" y="316545"/>
                    <a:pt x="392696" y="335583"/>
                    <a:pt x="395416" y="351901"/>
                  </a:cubicBezTo>
                  <a:cubicBezTo>
                    <a:pt x="398136" y="373658"/>
                    <a:pt x="398136" y="384537"/>
                    <a:pt x="398136" y="409014"/>
                  </a:cubicBezTo>
                  <a:cubicBezTo>
                    <a:pt x="398136" y="422612"/>
                    <a:pt x="398136" y="444369"/>
                    <a:pt x="381817" y="444369"/>
                  </a:cubicBezTo>
                  <a:cubicBezTo>
                    <a:pt x="373658" y="444369"/>
                    <a:pt x="370939" y="441650"/>
                    <a:pt x="365500" y="438930"/>
                  </a:cubicBezTo>
                  <a:cubicBezTo>
                    <a:pt x="360060" y="436210"/>
                    <a:pt x="357341" y="428051"/>
                    <a:pt x="357341" y="422612"/>
                  </a:cubicBezTo>
                  <a:cubicBezTo>
                    <a:pt x="354621" y="414453"/>
                    <a:pt x="354621" y="409014"/>
                    <a:pt x="354621" y="400855"/>
                  </a:cubicBezTo>
                  <a:cubicBezTo>
                    <a:pt x="354621" y="395415"/>
                    <a:pt x="354621" y="389976"/>
                    <a:pt x="354621" y="381817"/>
                  </a:cubicBezTo>
                  <a:cubicBezTo>
                    <a:pt x="335583" y="381817"/>
                    <a:pt x="308387" y="384537"/>
                    <a:pt x="270312" y="381817"/>
                  </a:cubicBezTo>
                  <a:cubicBezTo>
                    <a:pt x="262153" y="381817"/>
                    <a:pt x="256713" y="387256"/>
                    <a:pt x="256713" y="395415"/>
                  </a:cubicBezTo>
                  <a:cubicBezTo>
                    <a:pt x="256713" y="403574"/>
                    <a:pt x="256713" y="414453"/>
                    <a:pt x="253994" y="422612"/>
                  </a:cubicBezTo>
                  <a:cubicBezTo>
                    <a:pt x="253994" y="425332"/>
                    <a:pt x="253994" y="430771"/>
                    <a:pt x="253994" y="433490"/>
                  </a:cubicBezTo>
                  <a:cubicBezTo>
                    <a:pt x="253994" y="438930"/>
                    <a:pt x="253994" y="444369"/>
                    <a:pt x="253994" y="449809"/>
                  </a:cubicBezTo>
                  <a:cubicBezTo>
                    <a:pt x="253994" y="457967"/>
                    <a:pt x="256713" y="466126"/>
                    <a:pt x="256713" y="474285"/>
                  </a:cubicBezTo>
                  <a:cubicBezTo>
                    <a:pt x="256713" y="482444"/>
                    <a:pt x="256713" y="490603"/>
                    <a:pt x="256713" y="496043"/>
                  </a:cubicBezTo>
                  <a:cubicBezTo>
                    <a:pt x="256713" y="509641"/>
                    <a:pt x="259433" y="520520"/>
                    <a:pt x="259433" y="534118"/>
                  </a:cubicBezTo>
                  <a:cubicBezTo>
                    <a:pt x="259433" y="553155"/>
                    <a:pt x="259433" y="572193"/>
                    <a:pt x="259433" y="591231"/>
                  </a:cubicBezTo>
                  <a:cubicBezTo>
                    <a:pt x="259433" y="602109"/>
                    <a:pt x="262153" y="610268"/>
                    <a:pt x="262153" y="618427"/>
                  </a:cubicBezTo>
                  <a:cubicBezTo>
                    <a:pt x="264872" y="626586"/>
                    <a:pt x="262153" y="642904"/>
                    <a:pt x="267592" y="648343"/>
                  </a:cubicBezTo>
                  <a:cubicBezTo>
                    <a:pt x="270312" y="651063"/>
                    <a:pt x="275751" y="651063"/>
                    <a:pt x="292069" y="651063"/>
                  </a:cubicBezTo>
                  <a:cubicBezTo>
                    <a:pt x="305667" y="651063"/>
                    <a:pt x="319265" y="651063"/>
                    <a:pt x="327424" y="651063"/>
                  </a:cubicBezTo>
                  <a:cubicBezTo>
                    <a:pt x="338303" y="651063"/>
                    <a:pt x="351901" y="653783"/>
                    <a:pt x="362780" y="653783"/>
                  </a:cubicBezTo>
                  <a:cubicBezTo>
                    <a:pt x="376378" y="653783"/>
                    <a:pt x="384537" y="651063"/>
                    <a:pt x="395416" y="648343"/>
                  </a:cubicBezTo>
                  <a:cubicBezTo>
                    <a:pt x="395416" y="637465"/>
                    <a:pt x="395416" y="629306"/>
                    <a:pt x="395416" y="618427"/>
                  </a:cubicBezTo>
                  <a:cubicBezTo>
                    <a:pt x="395416" y="610268"/>
                    <a:pt x="395416" y="602109"/>
                    <a:pt x="395416" y="596670"/>
                  </a:cubicBezTo>
                  <a:cubicBezTo>
                    <a:pt x="395416" y="591231"/>
                    <a:pt x="395416" y="585791"/>
                    <a:pt x="398136" y="574913"/>
                  </a:cubicBezTo>
                  <a:cubicBezTo>
                    <a:pt x="400855" y="569473"/>
                    <a:pt x="400855" y="564034"/>
                    <a:pt x="406295" y="558595"/>
                  </a:cubicBezTo>
                  <a:cubicBezTo>
                    <a:pt x="411734" y="553155"/>
                    <a:pt x="414453" y="553155"/>
                    <a:pt x="422612" y="553155"/>
                  </a:cubicBezTo>
                  <a:cubicBezTo>
                    <a:pt x="436211" y="553155"/>
                    <a:pt x="438930" y="577632"/>
                    <a:pt x="438930" y="588511"/>
                  </a:cubicBezTo>
                  <a:cubicBezTo>
                    <a:pt x="438930" y="612988"/>
                    <a:pt x="438930" y="623866"/>
                    <a:pt x="436211" y="645624"/>
                  </a:cubicBezTo>
                  <a:cubicBezTo>
                    <a:pt x="433491" y="648343"/>
                    <a:pt x="433491" y="648343"/>
                    <a:pt x="433491" y="651063"/>
                  </a:cubicBezTo>
                  <a:lnTo>
                    <a:pt x="433491" y="651063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9724F851-AB55-47D5-B0E8-62214C52C678}"/>
                </a:ext>
              </a:extLst>
            </p:cNvPr>
            <p:cNvSpPr/>
            <p:nvPr/>
          </p:nvSpPr>
          <p:spPr>
            <a:xfrm>
              <a:off x="7912732" y="4250336"/>
              <a:ext cx="465062" cy="658157"/>
            </a:xfrm>
            <a:custGeom>
              <a:avLst/>
              <a:gdLst>
                <a:gd name="connsiteX0" fmla="*/ 193096 w 465062"/>
                <a:gd name="connsiteY0" fmla="*/ 59832 h 658157"/>
                <a:gd name="connsiteX1" fmla="*/ 193096 w 465062"/>
                <a:gd name="connsiteY1" fmla="*/ 114226 h 658157"/>
                <a:gd name="connsiteX2" fmla="*/ 198536 w 465062"/>
                <a:gd name="connsiteY2" fmla="*/ 209414 h 658157"/>
                <a:gd name="connsiteX3" fmla="*/ 201255 w 465062"/>
                <a:gd name="connsiteY3" fmla="*/ 282845 h 658157"/>
                <a:gd name="connsiteX4" fmla="*/ 203975 w 465062"/>
                <a:gd name="connsiteY4" fmla="*/ 315481 h 658157"/>
                <a:gd name="connsiteX5" fmla="*/ 203975 w 465062"/>
                <a:gd name="connsiteY5" fmla="*/ 320920 h 658157"/>
                <a:gd name="connsiteX6" fmla="*/ 212134 w 465062"/>
                <a:gd name="connsiteY6" fmla="*/ 329079 h 658157"/>
                <a:gd name="connsiteX7" fmla="*/ 223013 w 465062"/>
                <a:gd name="connsiteY7" fmla="*/ 329079 h 658157"/>
                <a:gd name="connsiteX8" fmla="*/ 239331 w 465062"/>
                <a:gd name="connsiteY8" fmla="*/ 329079 h 658157"/>
                <a:gd name="connsiteX9" fmla="*/ 280126 w 465062"/>
                <a:gd name="connsiteY9" fmla="*/ 312761 h 658157"/>
                <a:gd name="connsiteX10" fmla="*/ 296443 w 465062"/>
                <a:gd name="connsiteY10" fmla="*/ 288284 h 658157"/>
                <a:gd name="connsiteX11" fmla="*/ 304602 w 465062"/>
                <a:gd name="connsiteY11" fmla="*/ 258368 h 658157"/>
                <a:gd name="connsiteX12" fmla="*/ 312761 w 465062"/>
                <a:gd name="connsiteY12" fmla="*/ 225732 h 658157"/>
                <a:gd name="connsiteX13" fmla="*/ 315481 w 465062"/>
                <a:gd name="connsiteY13" fmla="*/ 195816 h 658157"/>
                <a:gd name="connsiteX14" fmla="*/ 318201 w 465062"/>
                <a:gd name="connsiteY14" fmla="*/ 168619 h 658157"/>
                <a:gd name="connsiteX15" fmla="*/ 312761 w 465062"/>
                <a:gd name="connsiteY15" fmla="*/ 135983 h 658157"/>
                <a:gd name="connsiteX16" fmla="*/ 312761 w 465062"/>
                <a:gd name="connsiteY16" fmla="*/ 122385 h 658157"/>
                <a:gd name="connsiteX17" fmla="*/ 293724 w 465062"/>
                <a:gd name="connsiteY17" fmla="*/ 84309 h 658157"/>
                <a:gd name="connsiteX18" fmla="*/ 280126 w 465062"/>
                <a:gd name="connsiteY18" fmla="*/ 73430 h 658157"/>
                <a:gd name="connsiteX19" fmla="*/ 258368 w 465062"/>
                <a:gd name="connsiteY19" fmla="*/ 62552 h 658157"/>
                <a:gd name="connsiteX20" fmla="*/ 217573 w 465062"/>
                <a:gd name="connsiteY20" fmla="*/ 59832 h 658157"/>
                <a:gd name="connsiteX21" fmla="*/ 111506 w 465062"/>
                <a:gd name="connsiteY21" fmla="*/ 0 h 658157"/>
                <a:gd name="connsiteX22" fmla="*/ 127824 w 465062"/>
                <a:gd name="connsiteY22" fmla="*/ 0 h 658157"/>
                <a:gd name="connsiteX23" fmla="*/ 157741 w 465062"/>
                <a:gd name="connsiteY23" fmla="*/ 5440 h 658157"/>
                <a:gd name="connsiteX24" fmla="*/ 179497 w 465062"/>
                <a:gd name="connsiteY24" fmla="*/ 16318 h 658157"/>
                <a:gd name="connsiteX25" fmla="*/ 209414 w 465062"/>
                <a:gd name="connsiteY25" fmla="*/ 16318 h 658157"/>
                <a:gd name="connsiteX26" fmla="*/ 247489 w 465062"/>
                <a:gd name="connsiteY26" fmla="*/ 16318 h 658157"/>
                <a:gd name="connsiteX27" fmla="*/ 266527 w 465062"/>
                <a:gd name="connsiteY27" fmla="*/ 16318 h 658157"/>
                <a:gd name="connsiteX28" fmla="*/ 312761 w 465062"/>
                <a:gd name="connsiteY28" fmla="*/ 27197 h 658157"/>
                <a:gd name="connsiteX29" fmla="*/ 337238 w 465062"/>
                <a:gd name="connsiteY29" fmla="*/ 38075 h 658157"/>
                <a:gd name="connsiteX30" fmla="*/ 364434 w 465062"/>
                <a:gd name="connsiteY30" fmla="*/ 54393 h 658157"/>
                <a:gd name="connsiteX31" fmla="*/ 386192 w 465062"/>
                <a:gd name="connsiteY31" fmla="*/ 73431 h 658157"/>
                <a:gd name="connsiteX32" fmla="*/ 407949 w 465062"/>
                <a:gd name="connsiteY32" fmla="*/ 103347 h 658157"/>
                <a:gd name="connsiteX33" fmla="*/ 416108 w 465062"/>
                <a:gd name="connsiteY33" fmla="*/ 141422 h 658157"/>
                <a:gd name="connsiteX34" fmla="*/ 418828 w 465062"/>
                <a:gd name="connsiteY34" fmla="*/ 163179 h 658157"/>
                <a:gd name="connsiteX35" fmla="*/ 418828 w 465062"/>
                <a:gd name="connsiteY35" fmla="*/ 171339 h 658157"/>
                <a:gd name="connsiteX36" fmla="*/ 421547 w 465062"/>
                <a:gd name="connsiteY36" fmla="*/ 187656 h 658157"/>
                <a:gd name="connsiteX37" fmla="*/ 418828 w 465062"/>
                <a:gd name="connsiteY37" fmla="*/ 206694 h 658157"/>
                <a:gd name="connsiteX38" fmla="*/ 416108 w 465062"/>
                <a:gd name="connsiteY38" fmla="*/ 233891 h 658157"/>
                <a:gd name="connsiteX39" fmla="*/ 405229 w 465062"/>
                <a:gd name="connsiteY39" fmla="*/ 263807 h 658157"/>
                <a:gd name="connsiteX40" fmla="*/ 394351 w 465062"/>
                <a:gd name="connsiteY40" fmla="*/ 274686 h 658157"/>
                <a:gd name="connsiteX41" fmla="*/ 388912 w 465062"/>
                <a:gd name="connsiteY41" fmla="*/ 285564 h 658157"/>
                <a:gd name="connsiteX42" fmla="*/ 369874 w 465062"/>
                <a:gd name="connsiteY42" fmla="*/ 304602 h 658157"/>
                <a:gd name="connsiteX43" fmla="*/ 358995 w 465062"/>
                <a:gd name="connsiteY43" fmla="*/ 310041 h 658157"/>
                <a:gd name="connsiteX44" fmla="*/ 348117 w 465062"/>
                <a:gd name="connsiteY44" fmla="*/ 320920 h 658157"/>
                <a:gd name="connsiteX45" fmla="*/ 326359 w 465062"/>
                <a:gd name="connsiteY45" fmla="*/ 339957 h 658157"/>
                <a:gd name="connsiteX46" fmla="*/ 312761 w 465062"/>
                <a:gd name="connsiteY46" fmla="*/ 353555 h 658157"/>
                <a:gd name="connsiteX47" fmla="*/ 337238 w 465062"/>
                <a:gd name="connsiteY47" fmla="*/ 380752 h 658157"/>
                <a:gd name="connsiteX48" fmla="*/ 358995 w 465062"/>
                <a:gd name="connsiteY48" fmla="*/ 421547 h 658157"/>
                <a:gd name="connsiteX49" fmla="*/ 372593 w 465062"/>
                <a:gd name="connsiteY49" fmla="*/ 459622 h 658157"/>
                <a:gd name="connsiteX50" fmla="*/ 386192 w 465062"/>
                <a:gd name="connsiteY50" fmla="*/ 514015 h 658157"/>
                <a:gd name="connsiteX51" fmla="*/ 407949 w 465062"/>
                <a:gd name="connsiteY51" fmla="*/ 568408 h 658157"/>
                <a:gd name="connsiteX52" fmla="*/ 421547 w 465062"/>
                <a:gd name="connsiteY52" fmla="*/ 598324 h 658157"/>
                <a:gd name="connsiteX53" fmla="*/ 451463 w 465062"/>
                <a:gd name="connsiteY53" fmla="*/ 628241 h 658157"/>
                <a:gd name="connsiteX54" fmla="*/ 465062 w 465062"/>
                <a:gd name="connsiteY54" fmla="*/ 644559 h 658157"/>
                <a:gd name="connsiteX55" fmla="*/ 462342 w 465062"/>
                <a:gd name="connsiteY55" fmla="*/ 649998 h 658157"/>
                <a:gd name="connsiteX56" fmla="*/ 437865 w 465062"/>
                <a:gd name="connsiteY56" fmla="*/ 658157 h 658157"/>
                <a:gd name="connsiteX57" fmla="*/ 361715 w 465062"/>
                <a:gd name="connsiteY57" fmla="*/ 622801 h 658157"/>
                <a:gd name="connsiteX58" fmla="*/ 320920 w 465062"/>
                <a:gd name="connsiteY58" fmla="*/ 565689 h 658157"/>
                <a:gd name="connsiteX59" fmla="*/ 304602 w 465062"/>
                <a:gd name="connsiteY59" fmla="*/ 530333 h 658157"/>
                <a:gd name="connsiteX60" fmla="*/ 293723 w 465062"/>
                <a:gd name="connsiteY60" fmla="*/ 497697 h 658157"/>
                <a:gd name="connsiteX61" fmla="*/ 282845 w 465062"/>
                <a:gd name="connsiteY61" fmla="*/ 462342 h 658157"/>
                <a:gd name="connsiteX62" fmla="*/ 269246 w 465062"/>
                <a:gd name="connsiteY62" fmla="*/ 424267 h 658157"/>
                <a:gd name="connsiteX63" fmla="*/ 255648 w 465062"/>
                <a:gd name="connsiteY63" fmla="*/ 391631 h 658157"/>
                <a:gd name="connsiteX64" fmla="*/ 236610 w 465062"/>
                <a:gd name="connsiteY64" fmla="*/ 367154 h 658157"/>
                <a:gd name="connsiteX65" fmla="*/ 217573 w 465062"/>
                <a:gd name="connsiteY65" fmla="*/ 361714 h 658157"/>
                <a:gd name="connsiteX66" fmla="*/ 201255 w 465062"/>
                <a:gd name="connsiteY66" fmla="*/ 361714 h 658157"/>
                <a:gd name="connsiteX67" fmla="*/ 198535 w 465062"/>
                <a:gd name="connsiteY67" fmla="*/ 367154 h 658157"/>
                <a:gd name="connsiteX68" fmla="*/ 201255 w 465062"/>
                <a:gd name="connsiteY68" fmla="*/ 388911 h 658157"/>
                <a:gd name="connsiteX69" fmla="*/ 198535 w 465062"/>
                <a:gd name="connsiteY69" fmla="*/ 426986 h 658157"/>
                <a:gd name="connsiteX70" fmla="*/ 203975 w 465062"/>
                <a:gd name="connsiteY70" fmla="*/ 478660 h 658157"/>
                <a:gd name="connsiteX71" fmla="*/ 198535 w 465062"/>
                <a:gd name="connsiteY71" fmla="*/ 552090 h 658157"/>
                <a:gd name="connsiteX72" fmla="*/ 195816 w 465062"/>
                <a:gd name="connsiteY72" fmla="*/ 576567 h 658157"/>
                <a:gd name="connsiteX73" fmla="*/ 198535 w 465062"/>
                <a:gd name="connsiteY73" fmla="*/ 592885 h 658157"/>
                <a:gd name="connsiteX74" fmla="*/ 233891 w 465062"/>
                <a:gd name="connsiteY74" fmla="*/ 592885 h 658157"/>
                <a:gd name="connsiteX75" fmla="*/ 271966 w 465062"/>
                <a:gd name="connsiteY75" fmla="*/ 611923 h 658157"/>
                <a:gd name="connsiteX76" fmla="*/ 266527 w 465062"/>
                <a:gd name="connsiteY76" fmla="*/ 628241 h 658157"/>
                <a:gd name="connsiteX77" fmla="*/ 250209 w 465062"/>
                <a:gd name="connsiteY77" fmla="*/ 636400 h 658157"/>
                <a:gd name="connsiteX78" fmla="*/ 228451 w 465062"/>
                <a:gd name="connsiteY78" fmla="*/ 639119 h 658157"/>
                <a:gd name="connsiteX79" fmla="*/ 187657 w 465062"/>
                <a:gd name="connsiteY79" fmla="*/ 639119 h 658157"/>
                <a:gd name="connsiteX80" fmla="*/ 152301 w 465062"/>
                <a:gd name="connsiteY80" fmla="*/ 652717 h 658157"/>
                <a:gd name="connsiteX81" fmla="*/ 133263 w 465062"/>
                <a:gd name="connsiteY81" fmla="*/ 655437 h 658157"/>
                <a:gd name="connsiteX82" fmla="*/ 122385 w 465062"/>
                <a:gd name="connsiteY82" fmla="*/ 652717 h 658157"/>
                <a:gd name="connsiteX83" fmla="*/ 97908 w 465062"/>
                <a:gd name="connsiteY83" fmla="*/ 639119 h 658157"/>
                <a:gd name="connsiteX84" fmla="*/ 70711 w 465062"/>
                <a:gd name="connsiteY84" fmla="*/ 639119 h 658157"/>
                <a:gd name="connsiteX85" fmla="*/ 46234 w 465062"/>
                <a:gd name="connsiteY85" fmla="*/ 639119 h 658157"/>
                <a:gd name="connsiteX86" fmla="*/ 19038 w 465062"/>
                <a:gd name="connsiteY86" fmla="*/ 630960 h 658157"/>
                <a:gd name="connsiteX87" fmla="*/ 2720 w 465062"/>
                <a:gd name="connsiteY87" fmla="*/ 614642 h 658157"/>
                <a:gd name="connsiteX88" fmla="*/ 8159 w 465062"/>
                <a:gd name="connsiteY88" fmla="*/ 606483 h 658157"/>
                <a:gd name="connsiteX89" fmla="*/ 29916 w 465062"/>
                <a:gd name="connsiteY89" fmla="*/ 598324 h 658157"/>
                <a:gd name="connsiteX90" fmla="*/ 76151 w 465062"/>
                <a:gd name="connsiteY90" fmla="*/ 592885 h 658157"/>
                <a:gd name="connsiteX91" fmla="*/ 73431 w 465062"/>
                <a:gd name="connsiteY91" fmla="*/ 573848 h 658157"/>
                <a:gd name="connsiteX92" fmla="*/ 70711 w 465062"/>
                <a:gd name="connsiteY92" fmla="*/ 500417 h 658157"/>
                <a:gd name="connsiteX93" fmla="*/ 73431 w 465062"/>
                <a:gd name="connsiteY93" fmla="*/ 437865 h 658157"/>
                <a:gd name="connsiteX94" fmla="*/ 70711 w 465062"/>
                <a:gd name="connsiteY94" fmla="*/ 369873 h 658157"/>
                <a:gd name="connsiteX95" fmla="*/ 70711 w 465062"/>
                <a:gd name="connsiteY95" fmla="*/ 293723 h 658157"/>
                <a:gd name="connsiteX96" fmla="*/ 73431 w 465062"/>
                <a:gd name="connsiteY96" fmla="*/ 212133 h 658157"/>
                <a:gd name="connsiteX97" fmla="*/ 76151 w 465062"/>
                <a:gd name="connsiteY97" fmla="*/ 155021 h 658157"/>
                <a:gd name="connsiteX98" fmla="*/ 76151 w 465062"/>
                <a:gd name="connsiteY98" fmla="*/ 119665 h 658157"/>
                <a:gd name="connsiteX99" fmla="*/ 78870 w 465062"/>
                <a:gd name="connsiteY99" fmla="*/ 84310 h 658157"/>
                <a:gd name="connsiteX100" fmla="*/ 76151 w 465062"/>
                <a:gd name="connsiteY100" fmla="*/ 62552 h 658157"/>
                <a:gd name="connsiteX101" fmla="*/ 67992 w 465062"/>
                <a:gd name="connsiteY101" fmla="*/ 62552 h 658157"/>
                <a:gd name="connsiteX102" fmla="*/ 43515 w 465062"/>
                <a:gd name="connsiteY102" fmla="*/ 62552 h 658157"/>
                <a:gd name="connsiteX103" fmla="*/ 16318 w 465062"/>
                <a:gd name="connsiteY103" fmla="*/ 57113 h 658157"/>
                <a:gd name="connsiteX104" fmla="*/ 0 w 465062"/>
                <a:gd name="connsiteY104" fmla="*/ 40795 h 658157"/>
                <a:gd name="connsiteX105" fmla="*/ 5439 w 465062"/>
                <a:gd name="connsiteY105" fmla="*/ 32636 h 658157"/>
                <a:gd name="connsiteX106" fmla="*/ 27197 w 465062"/>
                <a:gd name="connsiteY106" fmla="*/ 24477 h 658157"/>
                <a:gd name="connsiteX107" fmla="*/ 76151 w 465062"/>
                <a:gd name="connsiteY107" fmla="*/ 19038 h 658157"/>
                <a:gd name="connsiteX108" fmla="*/ 78870 w 465062"/>
                <a:gd name="connsiteY108" fmla="*/ 13598 h 658157"/>
                <a:gd name="connsiteX109" fmla="*/ 95188 w 465062"/>
                <a:gd name="connsiteY109" fmla="*/ 5440 h 658157"/>
                <a:gd name="connsiteX110" fmla="*/ 111506 w 465062"/>
                <a:gd name="connsiteY110" fmla="*/ 0 h 658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</a:cxnLst>
              <a:rect l="l" t="t" r="r" b="b"/>
              <a:pathLst>
                <a:path w="465062" h="658157">
                  <a:moveTo>
                    <a:pt x="193096" y="59832"/>
                  </a:moveTo>
                  <a:cubicBezTo>
                    <a:pt x="193096" y="73430"/>
                    <a:pt x="193096" y="89748"/>
                    <a:pt x="193096" y="114226"/>
                  </a:cubicBezTo>
                  <a:cubicBezTo>
                    <a:pt x="193096" y="144142"/>
                    <a:pt x="195816" y="176778"/>
                    <a:pt x="198536" y="209414"/>
                  </a:cubicBezTo>
                  <a:cubicBezTo>
                    <a:pt x="198536" y="247489"/>
                    <a:pt x="201255" y="277406"/>
                    <a:pt x="201255" y="282845"/>
                  </a:cubicBezTo>
                  <a:cubicBezTo>
                    <a:pt x="201255" y="293723"/>
                    <a:pt x="203975" y="304602"/>
                    <a:pt x="203975" y="315481"/>
                  </a:cubicBezTo>
                  <a:cubicBezTo>
                    <a:pt x="203975" y="318200"/>
                    <a:pt x="203975" y="318200"/>
                    <a:pt x="203975" y="320920"/>
                  </a:cubicBezTo>
                  <a:cubicBezTo>
                    <a:pt x="203975" y="326359"/>
                    <a:pt x="206695" y="329079"/>
                    <a:pt x="212134" y="329079"/>
                  </a:cubicBezTo>
                  <a:cubicBezTo>
                    <a:pt x="214854" y="329079"/>
                    <a:pt x="220293" y="329079"/>
                    <a:pt x="223013" y="329079"/>
                  </a:cubicBezTo>
                  <a:cubicBezTo>
                    <a:pt x="228452" y="329079"/>
                    <a:pt x="233891" y="329079"/>
                    <a:pt x="239331" y="329079"/>
                  </a:cubicBezTo>
                  <a:cubicBezTo>
                    <a:pt x="252929" y="329079"/>
                    <a:pt x="271967" y="323640"/>
                    <a:pt x="280126" y="312761"/>
                  </a:cubicBezTo>
                  <a:cubicBezTo>
                    <a:pt x="288284" y="304602"/>
                    <a:pt x="291004" y="299163"/>
                    <a:pt x="296443" y="288284"/>
                  </a:cubicBezTo>
                  <a:cubicBezTo>
                    <a:pt x="299163" y="277406"/>
                    <a:pt x="301883" y="269247"/>
                    <a:pt x="304602" y="258368"/>
                  </a:cubicBezTo>
                  <a:cubicBezTo>
                    <a:pt x="307322" y="244770"/>
                    <a:pt x="310042" y="239330"/>
                    <a:pt x="312761" y="225732"/>
                  </a:cubicBezTo>
                  <a:cubicBezTo>
                    <a:pt x="315481" y="212134"/>
                    <a:pt x="315481" y="209414"/>
                    <a:pt x="315481" y="195816"/>
                  </a:cubicBezTo>
                  <a:cubicBezTo>
                    <a:pt x="315481" y="179498"/>
                    <a:pt x="315481" y="184937"/>
                    <a:pt x="318201" y="168619"/>
                  </a:cubicBezTo>
                  <a:cubicBezTo>
                    <a:pt x="312761" y="152302"/>
                    <a:pt x="312761" y="149582"/>
                    <a:pt x="312761" y="135983"/>
                  </a:cubicBezTo>
                  <a:cubicBezTo>
                    <a:pt x="312761" y="133264"/>
                    <a:pt x="312761" y="127825"/>
                    <a:pt x="312761" y="122385"/>
                  </a:cubicBezTo>
                  <a:cubicBezTo>
                    <a:pt x="312761" y="111507"/>
                    <a:pt x="301883" y="95188"/>
                    <a:pt x="293724" y="84309"/>
                  </a:cubicBezTo>
                  <a:cubicBezTo>
                    <a:pt x="288284" y="78870"/>
                    <a:pt x="285565" y="76150"/>
                    <a:pt x="280126" y="73430"/>
                  </a:cubicBezTo>
                  <a:cubicBezTo>
                    <a:pt x="271967" y="67991"/>
                    <a:pt x="266527" y="65271"/>
                    <a:pt x="258368" y="62552"/>
                  </a:cubicBezTo>
                  <a:cubicBezTo>
                    <a:pt x="244770" y="59832"/>
                    <a:pt x="228452" y="59832"/>
                    <a:pt x="217573" y="59832"/>
                  </a:cubicBezTo>
                  <a:close/>
                  <a:moveTo>
                    <a:pt x="111506" y="0"/>
                  </a:moveTo>
                  <a:cubicBezTo>
                    <a:pt x="114226" y="0"/>
                    <a:pt x="122385" y="0"/>
                    <a:pt x="127824" y="0"/>
                  </a:cubicBezTo>
                  <a:cubicBezTo>
                    <a:pt x="135983" y="0"/>
                    <a:pt x="146862" y="2720"/>
                    <a:pt x="157741" y="5440"/>
                  </a:cubicBezTo>
                  <a:cubicBezTo>
                    <a:pt x="168619" y="8159"/>
                    <a:pt x="176778" y="10879"/>
                    <a:pt x="179497" y="16318"/>
                  </a:cubicBezTo>
                  <a:cubicBezTo>
                    <a:pt x="193096" y="16318"/>
                    <a:pt x="201255" y="16318"/>
                    <a:pt x="209414" y="16318"/>
                  </a:cubicBezTo>
                  <a:cubicBezTo>
                    <a:pt x="220292" y="16318"/>
                    <a:pt x="231171" y="16318"/>
                    <a:pt x="247489" y="16318"/>
                  </a:cubicBezTo>
                  <a:cubicBezTo>
                    <a:pt x="250209" y="16318"/>
                    <a:pt x="258368" y="16318"/>
                    <a:pt x="266527" y="16318"/>
                  </a:cubicBezTo>
                  <a:cubicBezTo>
                    <a:pt x="277405" y="16318"/>
                    <a:pt x="291004" y="21758"/>
                    <a:pt x="312761" y="27197"/>
                  </a:cubicBezTo>
                  <a:cubicBezTo>
                    <a:pt x="320920" y="29917"/>
                    <a:pt x="329079" y="35356"/>
                    <a:pt x="337238" y="38075"/>
                  </a:cubicBezTo>
                  <a:cubicBezTo>
                    <a:pt x="342677" y="40795"/>
                    <a:pt x="353556" y="48954"/>
                    <a:pt x="364434" y="54393"/>
                  </a:cubicBezTo>
                  <a:cubicBezTo>
                    <a:pt x="375313" y="62552"/>
                    <a:pt x="386192" y="67992"/>
                    <a:pt x="386192" y="73431"/>
                  </a:cubicBezTo>
                  <a:cubicBezTo>
                    <a:pt x="391631" y="84310"/>
                    <a:pt x="402510" y="92469"/>
                    <a:pt x="407949" y="103347"/>
                  </a:cubicBezTo>
                  <a:cubicBezTo>
                    <a:pt x="413388" y="116945"/>
                    <a:pt x="416108" y="130544"/>
                    <a:pt x="416108" y="141422"/>
                  </a:cubicBezTo>
                  <a:cubicBezTo>
                    <a:pt x="416108" y="152301"/>
                    <a:pt x="418828" y="157740"/>
                    <a:pt x="418828" y="163179"/>
                  </a:cubicBezTo>
                  <a:cubicBezTo>
                    <a:pt x="418828" y="165899"/>
                    <a:pt x="418828" y="168619"/>
                    <a:pt x="418828" y="171339"/>
                  </a:cubicBezTo>
                  <a:cubicBezTo>
                    <a:pt x="418828" y="174058"/>
                    <a:pt x="421547" y="182217"/>
                    <a:pt x="421547" y="187656"/>
                  </a:cubicBezTo>
                  <a:cubicBezTo>
                    <a:pt x="421547" y="193096"/>
                    <a:pt x="418828" y="201255"/>
                    <a:pt x="418828" y="206694"/>
                  </a:cubicBezTo>
                  <a:cubicBezTo>
                    <a:pt x="418828" y="217573"/>
                    <a:pt x="418828" y="223012"/>
                    <a:pt x="416108" y="233891"/>
                  </a:cubicBezTo>
                  <a:cubicBezTo>
                    <a:pt x="413388" y="244769"/>
                    <a:pt x="410668" y="255648"/>
                    <a:pt x="405229" y="263807"/>
                  </a:cubicBezTo>
                  <a:cubicBezTo>
                    <a:pt x="402510" y="269246"/>
                    <a:pt x="397070" y="269246"/>
                    <a:pt x="394351" y="274686"/>
                  </a:cubicBezTo>
                  <a:cubicBezTo>
                    <a:pt x="391631" y="277405"/>
                    <a:pt x="391631" y="282844"/>
                    <a:pt x="388912" y="285564"/>
                  </a:cubicBezTo>
                  <a:cubicBezTo>
                    <a:pt x="383472" y="291003"/>
                    <a:pt x="375313" y="301882"/>
                    <a:pt x="369874" y="304602"/>
                  </a:cubicBezTo>
                  <a:cubicBezTo>
                    <a:pt x="367154" y="307321"/>
                    <a:pt x="361715" y="307321"/>
                    <a:pt x="358995" y="310041"/>
                  </a:cubicBezTo>
                  <a:cubicBezTo>
                    <a:pt x="356275" y="312761"/>
                    <a:pt x="350836" y="318200"/>
                    <a:pt x="348117" y="320920"/>
                  </a:cubicBezTo>
                  <a:cubicBezTo>
                    <a:pt x="339958" y="326359"/>
                    <a:pt x="334518" y="334518"/>
                    <a:pt x="326359" y="339957"/>
                  </a:cubicBezTo>
                  <a:cubicBezTo>
                    <a:pt x="320920" y="342677"/>
                    <a:pt x="312761" y="342677"/>
                    <a:pt x="312761" y="353555"/>
                  </a:cubicBezTo>
                  <a:cubicBezTo>
                    <a:pt x="312761" y="361714"/>
                    <a:pt x="334518" y="372593"/>
                    <a:pt x="337238" y="380752"/>
                  </a:cubicBezTo>
                  <a:cubicBezTo>
                    <a:pt x="345397" y="394350"/>
                    <a:pt x="353556" y="407948"/>
                    <a:pt x="358995" y="421547"/>
                  </a:cubicBezTo>
                  <a:cubicBezTo>
                    <a:pt x="364434" y="435145"/>
                    <a:pt x="367154" y="446024"/>
                    <a:pt x="372593" y="459622"/>
                  </a:cubicBezTo>
                  <a:cubicBezTo>
                    <a:pt x="378033" y="478660"/>
                    <a:pt x="383472" y="494978"/>
                    <a:pt x="386192" y="514015"/>
                  </a:cubicBezTo>
                  <a:cubicBezTo>
                    <a:pt x="391631" y="533053"/>
                    <a:pt x="402510" y="549371"/>
                    <a:pt x="407949" y="568408"/>
                  </a:cubicBezTo>
                  <a:cubicBezTo>
                    <a:pt x="410668" y="579287"/>
                    <a:pt x="416108" y="590165"/>
                    <a:pt x="421547" y="598324"/>
                  </a:cubicBezTo>
                  <a:cubicBezTo>
                    <a:pt x="435146" y="614642"/>
                    <a:pt x="443305" y="622801"/>
                    <a:pt x="451463" y="628241"/>
                  </a:cubicBezTo>
                  <a:cubicBezTo>
                    <a:pt x="456903" y="630960"/>
                    <a:pt x="465062" y="636400"/>
                    <a:pt x="465062" y="644559"/>
                  </a:cubicBezTo>
                  <a:cubicBezTo>
                    <a:pt x="465062" y="647278"/>
                    <a:pt x="465062" y="647278"/>
                    <a:pt x="462342" y="649998"/>
                  </a:cubicBezTo>
                  <a:cubicBezTo>
                    <a:pt x="456903" y="655437"/>
                    <a:pt x="446024" y="658157"/>
                    <a:pt x="437865" y="658157"/>
                  </a:cubicBezTo>
                  <a:cubicBezTo>
                    <a:pt x="413388" y="658157"/>
                    <a:pt x="378033" y="641839"/>
                    <a:pt x="361715" y="622801"/>
                  </a:cubicBezTo>
                  <a:cubicBezTo>
                    <a:pt x="345397" y="606483"/>
                    <a:pt x="334518" y="584726"/>
                    <a:pt x="320920" y="565689"/>
                  </a:cubicBezTo>
                  <a:cubicBezTo>
                    <a:pt x="315480" y="554810"/>
                    <a:pt x="310041" y="543931"/>
                    <a:pt x="304602" y="530333"/>
                  </a:cubicBezTo>
                  <a:cubicBezTo>
                    <a:pt x="299163" y="519454"/>
                    <a:pt x="296443" y="508576"/>
                    <a:pt x="293723" y="497697"/>
                  </a:cubicBezTo>
                  <a:cubicBezTo>
                    <a:pt x="291004" y="486819"/>
                    <a:pt x="288284" y="473220"/>
                    <a:pt x="282845" y="462342"/>
                  </a:cubicBezTo>
                  <a:cubicBezTo>
                    <a:pt x="280125" y="448743"/>
                    <a:pt x="274686" y="437865"/>
                    <a:pt x="269246" y="424267"/>
                  </a:cubicBezTo>
                  <a:cubicBezTo>
                    <a:pt x="266527" y="416108"/>
                    <a:pt x="261087" y="402509"/>
                    <a:pt x="255648" y="391631"/>
                  </a:cubicBezTo>
                  <a:cubicBezTo>
                    <a:pt x="250209" y="380752"/>
                    <a:pt x="244770" y="375313"/>
                    <a:pt x="236610" y="367154"/>
                  </a:cubicBezTo>
                  <a:cubicBezTo>
                    <a:pt x="231171" y="361714"/>
                    <a:pt x="223012" y="361714"/>
                    <a:pt x="217573" y="361714"/>
                  </a:cubicBezTo>
                  <a:cubicBezTo>
                    <a:pt x="212134" y="361714"/>
                    <a:pt x="206694" y="361714"/>
                    <a:pt x="201255" y="361714"/>
                  </a:cubicBezTo>
                  <a:cubicBezTo>
                    <a:pt x="198535" y="361714"/>
                    <a:pt x="198535" y="364434"/>
                    <a:pt x="198535" y="367154"/>
                  </a:cubicBezTo>
                  <a:cubicBezTo>
                    <a:pt x="198535" y="375313"/>
                    <a:pt x="201255" y="386191"/>
                    <a:pt x="201255" y="388911"/>
                  </a:cubicBezTo>
                  <a:cubicBezTo>
                    <a:pt x="201255" y="402509"/>
                    <a:pt x="198535" y="413388"/>
                    <a:pt x="198535" y="426986"/>
                  </a:cubicBezTo>
                  <a:cubicBezTo>
                    <a:pt x="198535" y="446024"/>
                    <a:pt x="203975" y="456902"/>
                    <a:pt x="203975" y="478660"/>
                  </a:cubicBezTo>
                  <a:cubicBezTo>
                    <a:pt x="203975" y="503136"/>
                    <a:pt x="201255" y="527613"/>
                    <a:pt x="198535" y="552090"/>
                  </a:cubicBezTo>
                  <a:cubicBezTo>
                    <a:pt x="198535" y="560249"/>
                    <a:pt x="195816" y="568408"/>
                    <a:pt x="195816" y="576567"/>
                  </a:cubicBezTo>
                  <a:cubicBezTo>
                    <a:pt x="195816" y="582006"/>
                    <a:pt x="195816" y="587446"/>
                    <a:pt x="198535" y="592885"/>
                  </a:cubicBezTo>
                  <a:cubicBezTo>
                    <a:pt x="212134" y="592885"/>
                    <a:pt x="225732" y="592885"/>
                    <a:pt x="233891" y="592885"/>
                  </a:cubicBezTo>
                  <a:cubicBezTo>
                    <a:pt x="247489" y="592885"/>
                    <a:pt x="271966" y="592885"/>
                    <a:pt x="271966" y="611923"/>
                  </a:cubicBezTo>
                  <a:cubicBezTo>
                    <a:pt x="271966" y="620082"/>
                    <a:pt x="269246" y="622801"/>
                    <a:pt x="266527" y="628241"/>
                  </a:cubicBezTo>
                  <a:cubicBezTo>
                    <a:pt x="261087" y="633680"/>
                    <a:pt x="255648" y="636400"/>
                    <a:pt x="250209" y="636400"/>
                  </a:cubicBezTo>
                  <a:cubicBezTo>
                    <a:pt x="239330" y="639119"/>
                    <a:pt x="233891" y="639119"/>
                    <a:pt x="228451" y="639119"/>
                  </a:cubicBezTo>
                  <a:cubicBezTo>
                    <a:pt x="223012" y="639119"/>
                    <a:pt x="206694" y="639119"/>
                    <a:pt x="187657" y="639119"/>
                  </a:cubicBezTo>
                  <a:cubicBezTo>
                    <a:pt x="176778" y="647278"/>
                    <a:pt x="163180" y="649998"/>
                    <a:pt x="152301" y="652717"/>
                  </a:cubicBezTo>
                  <a:cubicBezTo>
                    <a:pt x="146862" y="652717"/>
                    <a:pt x="138703" y="655437"/>
                    <a:pt x="133263" y="655437"/>
                  </a:cubicBezTo>
                  <a:cubicBezTo>
                    <a:pt x="130544" y="655437"/>
                    <a:pt x="125104" y="655437"/>
                    <a:pt x="122385" y="652717"/>
                  </a:cubicBezTo>
                  <a:cubicBezTo>
                    <a:pt x="114226" y="649998"/>
                    <a:pt x="103347" y="644559"/>
                    <a:pt x="97908" y="639119"/>
                  </a:cubicBezTo>
                  <a:cubicBezTo>
                    <a:pt x="87029" y="639119"/>
                    <a:pt x="78870" y="639119"/>
                    <a:pt x="70711" y="639119"/>
                  </a:cubicBezTo>
                  <a:cubicBezTo>
                    <a:pt x="62552" y="639119"/>
                    <a:pt x="54393" y="639119"/>
                    <a:pt x="46234" y="639119"/>
                  </a:cubicBezTo>
                  <a:cubicBezTo>
                    <a:pt x="38075" y="639119"/>
                    <a:pt x="27197" y="633680"/>
                    <a:pt x="19038" y="630960"/>
                  </a:cubicBezTo>
                  <a:cubicBezTo>
                    <a:pt x="10879" y="628241"/>
                    <a:pt x="2720" y="620082"/>
                    <a:pt x="2720" y="614642"/>
                  </a:cubicBezTo>
                  <a:cubicBezTo>
                    <a:pt x="2720" y="611923"/>
                    <a:pt x="2720" y="609203"/>
                    <a:pt x="8159" y="606483"/>
                  </a:cubicBezTo>
                  <a:cubicBezTo>
                    <a:pt x="13599" y="603764"/>
                    <a:pt x="24477" y="601044"/>
                    <a:pt x="29916" y="598324"/>
                  </a:cubicBezTo>
                  <a:cubicBezTo>
                    <a:pt x="43515" y="595605"/>
                    <a:pt x="62552" y="595605"/>
                    <a:pt x="76151" y="592885"/>
                  </a:cubicBezTo>
                  <a:cubicBezTo>
                    <a:pt x="76151" y="587446"/>
                    <a:pt x="73431" y="582006"/>
                    <a:pt x="73431" y="573848"/>
                  </a:cubicBezTo>
                  <a:cubicBezTo>
                    <a:pt x="73431" y="565689"/>
                    <a:pt x="70711" y="516735"/>
                    <a:pt x="70711" y="500417"/>
                  </a:cubicBezTo>
                  <a:cubicBezTo>
                    <a:pt x="70711" y="481379"/>
                    <a:pt x="73431" y="456902"/>
                    <a:pt x="73431" y="437865"/>
                  </a:cubicBezTo>
                  <a:cubicBezTo>
                    <a:pt x="73431" y="416108"/>
                    <a:pt x="70711" y="391631"/>
                    <a:pt x="70711" y="369873"/>
                  </a:cubicBezTo>
                  <a:cubicBezTo>
                    <a:pt x="70711" y="345397"/>
                    <a:pt x="70711" y="318200"/>
                    <a:pt x="70711" y="293723"/>
                  </a:cubicBezTo>
                  <a:cubicBezTo>
                    <a:pt x="70711" y="266526"/>
                    <a:pt x="73431" y="239330"/>
                    <a:pt x="73431" y="212133"/>
                  </a:cubicBezTo>
                  <a:cubicBezTo>
                    <a:pt x="73431" y="187656"/>
                    <a:pt x="76151" y="179498"/>
                    <a:pt x="76151" y="155021"/>
                  </a:cubicBezTo>
                  <a:cubicBezTo>
                    <a:pt x="76151" y="144142"/>
                    <a:pt x="76151" y="130544"/>
                    <a:pt x="76151" y="119665"/>
                  </a:cubicBezTo>
                  <a:cubicBezTo>
                    <a:pt x="76151" y="106067"/>
                    <a:pt x="78870" y="95188"/>
                    <a:pt x="78870" y="84310"/>
                  </a:cubicBezTo>
                  <a:cubicBezTo>
                    <a:pt x="78870" y="78870"/>
                    <a:pt x="78870" y="70711"/>
                    <a:pt x="76151" y="62552"/>
                  </a:cubicBezTo>
                  <a:cubicBezTo>
                    <a:pt x="76151" y="62552"/>
                    <a:pt x="73431" y="62552"/>
                    <a:pt x="67992" y="62552"/>
                  </a:cubicBezTo>
                  <a:cubicBezTo>
                    <a:pt x="59833" y="62552"/>
                    <a:pt x="51674" y="62552"/>
                    <a:pt x="43515" y="62552"/>
                  </a:cubicBezTo>
                  <a:cubicBezTo>
                    <a:pt x="35356" y="62552"/>
                    <a:pt x="24477" y="59833"/>
                    <a:pt x="16318" y="57113"/>
                  </a:cubicBezTo>
                  <a:cubicBezTo>
                    <a:pt x="8159" y="54393"/>
                    <a:pt x="0" y="43515"/>
                    <a:pt x="0" y="40795"/>
                  </a:cubicBezTo>
                  <a:cubicBezTo>
                    <a:pt x="0" y="38075"/>
                    <a:pt x="0" y="35356"/>
                    <a:pt x="5439" y="32636"/>
                  </a:cubicBezTo>
                  <a:cubicBezTo>
                    <a:pt x="10879" y="29917"/>
                    <a:pt x="21758" y="27197"/>
                    <a:pt x="27197" y="24477"/>
                  </a:cubicBezTo>
                  <a:cubicBezTo>
                    <a:pt x="46234" y="21758"/>
                    <a:pt x="62552" y="19038"/>
                    <a:pt x="76151" y="19038"/>
                  </a:cubicBezTo>
                  <a:cubicBezTo>
                    <a:pt x="76151" y="16318"/>
                    <a:pt x="78870" y="16318"/>
                    <a:pt x="78870" y="13598"/>
                  </a:cubicBezTo>
                  <a:cubicBezTo>
                    <a:pt x="84309" y="10879"/>
                    <a:pt x="89749" y="8159"/>
                    <a:pt x="95188" y="5440"/>
                  </a:cubicBezTo>
                  <a:cubicBezTo>
                    <a:pt x="100628" y="2720"/>
                    <a:pt x="106067" y="0"/>
                    <a:pt x="111506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100ABB2F-82B3-4313-9667-9D4CAE736D8E}"/>
                </a:ext>
              </a:extLst>
            </p:cNvPr>
            <p:cNvSpPr/>
            <p:nvPr/>
          </p:nvSpPr>
          <p:spPr>
            <a:xfrm>
              <a:off x="8346812" y="4186718"/>
              <a:ext cx="353556" cy="761503"/>
            </a:xfrm>
            <a:custGeom>
              <a:avLst/>
              <a:gdLst>
                <a:gd name="connsiteX0" fmla="*/ 283910 w 353555"/>
                <a:gd name="connsiteY0" fmla="*/ 672820 h 761503"/>
                <a:gd name="connsiteX1" fmla="*/ 321985 w 353555"/>
                <a:gd name="connsiteY1" fmla="*/ 689138 h 761503"/>
                <a:gd name="connsiteX2" fmla="*/ 316546 w 353555"/>
                <a:gd name="connsiteY2" fmla="*/ 705456 h 761503"/>
                <a:gd name="connsiteX3" fmla="*/ 300228 w 353555"/>
                <a:gd name="connsiteY3" fmla="*/ 713615 h 761503"/>
                <a:gd name="connsiteX4" fmla="*/ 278471 w 353555"/>
                <a:gd name="connsiteY4" fmla="*/ 716335 h 761503"/>
                <a:gd name="connsiteX5" fmla="*/ 237676 w 353555"/>
                <a:gd name="connsiteY5" fmla="*/ 716335 h 761503"/>
                <a:gd name="connsiteX6" fmla="*/ 180563 w 353555"/>
                <a:gd name="connsiteY6" fmla="*/ 719054 h 761503"/>
                <a:gd name="connsiteX7" fmla="*/ 126170 w 353555"/>
                <a:gd name="connsiteY7" fmla="*/ 719054 h 761503"/>
                <a:gd name="connsiteX8" fmla="*/ 101693 w 353555"/>
                <a:gd name="connsiteY8" fmla="*/ 719054 h 761503"/>
                <a:gd name="connsiteX9" fmla="*/ 74496 w 353555"/>
                <a:gd name="connsiteY9" fmla="*/ 713615 h 761503"/>
                <a:gd name="connsiteX10" fmla="*/ 58178 w 353555"/>
                <a:gd name="connsiteY10" fmla="*/ 697297 h 761503"/>
                <a:gd name="connsiteX11" fmla="*/ 63618 w 353555"/>
                <a:gd name="connsiteY11" fmla="*/ 689138 h 761503"/>
                <a:gd name="connsiteX12" fmla="*/ 85375 w 353555"/>
                <a:gd name="connsiteY12" fmla="*/ 680979 h 761503"/>
                <a:gd name="connsiteX13" fmla="*/ 131609 w 353555"/>
                <a:gd name="connsiteY13" fmla="*/ 675540 h 761503"/>
                <a:gd name="connsiteX14" fmla="*/ 142488 w 353555"/>
                <a:gd name="connsiteY14" fmla="*/ 675540 h 761503"/>
                <a:gd name="connsiteX15" fmla="*/ 131609 w 353555"/>
                <a:gd name="connsiteY15" fmla="*/ 653783 h 761503"/>
                <a:gd name="connsiteX16" fmla="*/ 128890 w 353555"/>
                <a:gd name="connsiteY16" fmla="*/ 640184 h 761503"/>
                <a:gd name="connsiteX17" fmla="*/ 128890 w 353555"/>
                <a:gd name="connsiteY17" fmla="*/ 629306 h 761503"/>
                <a:gd name="connsiteX18" fmla="*/ 128890 w 353555"/>
                <a:gd name="connsiteY18" fmla="*/ 621147 h 761503"/>
                <a:gd name="connsiteX19" fmla="*/ 128890 w 353555"/>
                <a:gd name="connsiteY19" fmla="*/ 593950 h 761503"/>
                <a:gd name="connsiteX20" fmla="*/ 128890 w 353555"/>
                <a:gd name="connsiteY20" fmla="*/ 583072 h 761503"/>
                <a:gd name="connsiteX21" fmla="*/ 128890 w 353555"/>
                <a:gd name="connsiteY21" fmla="*/ 436210 h 761503"/>
                <a:gd name="connsiteX22" fmla="*/ 128890 w 353555"/>
                <a:gd name="connsiteY22" fmla="*/ 357340 h 761503"/>
                <a:gd name="connsiteX23" fmla="*/ 131609 w 353555"/>
                <a:gd name="connsiteY23" fmla="*/ 289349 h 761503"/>
                <a:gd name="connsiteX24" fmla="*/ 131609 w 353555"/>
                <a:gd name="connsiteY24" fmla="*/ 251274 h 761503"/>
                <a:gd name="connsiteX25" fmla="*/ 131609 w 353555"/>
                <a:gd name="connsiteY25" fmla="*/ 205040 h 761503"/>
                <a:gd name="connsiteX26" fmla="*/ 131609 w 353555"/>
                <a:gd name="connsiteY26" fmla="*/ 139768 h 761503"/>
                <a:gd name="connsiteX27" fmla="*/ 131609 w 353555"/>
                <a:gd name="connsiteY27" fmla="*/ 128889 h 761503"/>
                <a:gd name="connsiteX28" fmla="*/ 126170 w 353555"/>
                <a:gd name="connsiteY28" fmla="*/ 128889 h 761503"/>
                <a:gd name="connsiteX29" fmla="*/ 101693 w 353555"/>
                <a:gd name="connsiteY29" fmla="*/ 128889 h 761503"/>
                <a:gd name="connsiteX30" fmla="*/ 74496 w 353555"/>
                <a:gd name="connsiteY30" fmla="*/ 123450 h 761503"/>
                <a:gd name="connsiteX31" fmla="*/ 58178 w 353555"/>
                <a:gd name="connsiteY31" fmla="*/ 107132 h 761503"/>
                <a:gd name="connsiteX32" fmla="*/ 60898 w 353555"/>
                <a:gd name="connsiteY32" fmla="*/ 98973 h 761503"/>
                <a:gd name="connsiteX33" fmla="*/ 82655 w 353555"/>
                <a:gd name="connsiteY33" fmla="*/ 93534 h 761503"/>
                <a:gd name="connsiteX34" fmla="*/ 131609 w 353555"/>
                <a:gd name="connsiteY34" fmla="*/ 88094 h 761503"/>
                <a:gd name="connsiteX35" fmla="*/ 131609 w 353555"/>
                <a:gd name="connsiteY35" fmla="*/ 82655 h 761503"/>
                <a:gd name="connsiteX36" fmla="*/ 134329 w 353555"/>
                <a:gd name="connsiteY36" fmla="*/ 71776 h 761503"/>
                <a:gd name="connsiteX37" fmla="*/ 147927 w 353555"/>
                <a:gd name="connsiteY37" fmla="*/ 63617 h 761503"/>
                <a:gd name="connsiteX38" fmla="*/ 164245 w 353555"/>
                <a:gd name="connsiteY38" fmla="*/ 58178 h 761503"/>
                <a:gd name="connsiteX39" fmla="*/ 177843 w 353555"/>
                <a:gd name="connsiteY39" fmla="*/ 58178 h 761503"/>
                <a:gd name="connsiteX40" fmla="*/ 196881 w 353555"/>
                <a:gd name="connsiteY40" fmla="*/ 60898 h 761503"/>
                <a:gd name="connsiteX41" fmla="*/ 232237 w 353555"/>
                <a:gd name="connsiteY41" fmla="*/ 88094 h 761503"/>
                <a:gd name="connsiteX42" fmla="*/ 278471 w 353555"/>
                <a:gd name="connsiteY42" fmla="*/ 88094 h 761503"/>
                <a:gd name="connsiteX43" fmla="*/ 316546 w 353555"/>
                <a:gd name="connsiteY43" fmla="*/ 104412 h 761503"/>
                <a:gd name="connsiteX44" fmla="*/ 311107 w 353555"/>
                <a:gd name="connsiteY44" fmla="*/ 120730 h 761503"/>
                <a:gd name="connsiteX45" fmla="*/ 294789 w 353555"/>
                <a:gd name="connsiteY45" fmla="*/ 128889 h 761503"/>
                <a:gd name="connsiteX46" fmla="*/ 273032 w 353555"/>
                <a:gd name="connsiteY46" fmla="*/ 131609 h 761503"/>
                <a:gd name="connsiteX47" fmla="*/ 243115 w 353555"/>
                <a:gd name="connsiteY47" fmla="*/ 131609 h 761503"/>
                <a:gd name="connsiteX48" fmla="*/ 243115 w 353555"/>
                <a:gd name="connsiteY48" fmla="*/ 134329 h 761503"/>
                <a:gd name="connsiteX49" fmla="*/ 248554 w 353555"/>
                <a:gd name="connsiteY49" fmla="*/ 169684 h 761503"/>
                <a:gd name="connsiteX50" fmla="*/ 251274 w 353555"/>
                <a:gd name="connsiteY50" fmla="*/ 205040 h 761503"/>
                <a:gd name="connsiteX51" fmla="*/ 251274 w 353555"/>
                <a:gd name="connsiteY51" fmla="*/ 240395 h 761503"/>
                <a:gd name="connsiteX52" fmla="*/ 251274 w 353555"/>
                <a:gd name="connsiteY52" fmla="*/ 256713 h 761503"/>
                <a:gd name="connsiteX53" fmla="*/ 253994 w 353555"/>
                <a:gd name="connsiteY53" fmla="*/ 270311 h 761503"/>
                <a:gd name="connsiteX54" fmla="*/ 259433 w 353555"/>
                <a:gd name="connsiteY54" fmla="*/ 343742 h 761503"/>
                <a:gd name="connsiteX55" fmla="*/ 262153 w 353555"/>
                <a:gd name="connsiteY55" fmla="*/ 425332 h 761503"/>
                <a:gd name="connsiteX56" fmla="*/ 264872 w 353555"/>
                <a:gd name="connsiteY56" fmla="*/ 490603 h 761503"/>
                <a:gd name="connsiteX57" fmla="*/ 270312 w 353555"/>
                <a:gd name="connsiteY57" fmla="*/ 564034 h 761503"/>
                <a:gd name="connsiteX58" fmla="*/ 270312 w 353555"/>
                <a:gd name="connsiteY58" fmla="*/ 599390 h 761503"/>
                <a:gd name="connsiteX59" fmla="*/ 270312 w 353555"/>
                <a:gd name="connsiteY59" fmla="*/ 637465 h 761503"/>
                <a:gd name="connsiteX60" fmla="*/ 264872 w 353555"/>
                <a:gd name="connsiteY60" fmla="*/ 670101 h 761503"/>
                <a:gd name="connsiteX61" fmla="*/ 283910 w 353555"/>
                <a:gd name="connsiteY61" fmla="*/ 672820 h 761503"/>
                <a:gd name="connsiteX62" fmla="*/ 283910 w 353555"/>
                <a:gd name="connsiteY62" fmla="*/ 672820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353555" h="761503">
                  <a:moveTo>
                    <a:pt x="283910" y="672820"/>
                  </a:moveTo>
                  <a:cubicBezTo>
                    <a:pt x="297508" y="672820"/>
                    <a:pt x="321985" y="672820"/>
                    <a:pt x="321985" y="689138"/>
                  </a:cubicBezTo>
                  <a:cubicBezTo>
                    <a:pt x="321985" y="697297"/>
                    <a:pt x="319266" y="697297"/>
                    <a:pt x="316546" y="705456"/>
                  </a:cubicBezTo>
                  <a:cubicBezTo>
                    <a:pt x="311107" y="710895"/>
                    <a:pt x="305667" y="713615"/>
                    <a:pt x="300228" y="713615"/>
                  </a:cubicBezTo>
                  <a:cubicBezTo>
                    <a:pt x="292069" y="716335"/>
                    <a:pt x="283910" y="716335"/>
                    <a:pt x="278471" y="716335"/>
                  </a:cubicBezTo>
                  <a:cubicBezTo>
                    <a:pt x="275751" y="716335"/>
                    <a:pt x="256713" y="716335"/>
                    <a:pt x="237676" y="716335"/>
                  </a:cubicBezTo>
                  <a:cubicBezTo>
                    <a:pt x="213199" y="716335"/>
                    <a:pt x="186003" y="719054"/>
                    <a:pt x="180563" y="719054"/>
                  </a:cubicBezTo>
                  <a:cubicBezTo>
                    <a:pt x="166965" y="719054"/>
                    <a:pt x="142488" y="719054"/>
                    <a:pt x="126170" y="719054"/>
                  </a:cubicBezTo>
                  <a:cubicBezTo>
                    <a:pt x="118011" y="719054"/>
                    <a:pt x="109852" y="719054"/>
                    <a:pt x="101693" y="719054"/>
                  </a:cubicBezTo>
                  <a:cubicBezTo>
                    <a:pt x="93534" y="719054"/>
                    <a:pt x="82655" y="719054"/>
                    <a:pt x="74496" y="713615"/>
                  </a:cubicBezTo>
                  <a:cubicBezTo>
                    <a:pt x="66337" y="710895"/>
                    <a:pt x="58178" y="702736"/>
                    <a:pt x="58178" y="697297"/>
                  </a:cubicBezTo>
                  <a:cubicBezTo>
                    <a:pt x="58178" y="694578"/>
                    <a:pt x="58178" y="691858"/>
                    <a:pt x="63618" y="689138"/>
                  </a:cubicBezTo>
                  <a:cubicBezTo>
                    <a:pt x="69057" y="686418"/>
                    <a:pt x="79936" y="683699"/>
                    <a:pt x="85375" y="680979"/>
                  </a:cubicBezTo>
                  <a:cubicBezTo>
                    <a:pt x="104413" y="678260"/>
                    <a:pt x="123450" y="675540"/>
                    <a:pt x="131609" y="675540"/>
                  </a:cubicBezTo>
                  <a:cubicBezTo>
                    <a:pt x="134329" y="675540"/>
                    <a:pt x="137049" y="675540"/>
                    <a:pt x="142488" y="675540"/>
                  </a:cubicBezTo>
                  <a:cubicBezTo>
                    <a:pt x="134329" y="670101"/>
                    <a:pt x="131609" y="661942"/>
                    <a:pt x="131609" y="653783"/>
                  </a:cubicBezTo>
                  <a:cubicBezTo>
                    <a:pt x="131609" y="648343"/>
                    <a:pt x="131609" y="642904"/>
                    <a:pt x="128890" y="640184"/>
                  </a:cubicBezTo>
                  <a:cubicBezTo>
                    <a:pt x="128890" y="637465"/>
                    <a:pt x="128890" y="634745"/>
                    <a:pt x="128890" y="629306"/>
                  </a:cubicBezTo>
                  <a:cubicBezTo>
                    <a:pt x="128890" y="626586"/>
                    <a:pt x="128890" y="623867"/>
                    <a:pt x="128890" y="621147"/>
                  </a:cubicBezTo>
                  <a:cubicBezTo>
                    <a:pt x="128890" y="612988"/>
                    <a:pt x="128890" y="604829"/>
                    <a:pt x="128890" y="593950"/>
                  </a:cubicBezTo>
                  <a:cubicBezTo>
                    <a:pt x="128890" y="591231"/>
                    <a:pt x="128890" y="585791"/>
                    <a:pt x="128890" y="583072"/>
                  </a:cubicBezTo>
                  <a:cubicBezTo>
                    <a:pt x="128890" y="534118"/>
                    <a:pt x="131609" y="485164"/>
                    <a:pt x="128890" y="436210"/>
                  </a:cubicBezTo>
                  <a:cubicBezTo>
                    <a:pt x="128890" y="409014"/>
                    <a:pt x="128890" y="384537"/>
                    <a:pt x="128890" y="357340"/>
                  </a:cubicBezTo>
                  <a:cubicBezTo>
                    <a:pt x="128890" y="335583"/>
                    <a:pt x="131609" y="313826"/>
                    <a:pt x="131609" y="289349"/>
                  </a:cubicBezTo>
                  <a:cubicBezTo>
                    <a:pt x="131609" y="275751"/>
                    <a:pt x="131609" y="264872"/>
                    <a:pt x="131609" y="251274"/>
                  </a:cubicBezTo>
                  <a:cubicBezTo>
                    <a:pt x="131609" y="234956"/>
                    <a:pt x="131609" y="221357"/>
                    <a:pt x="131609" y="205040"/>
                  </a:cubicBezTo>
                  <a:cubicBezTo>
                    <a:pt x="131609" y="183282"/>
                    <a:pt x="131609" y="161525"/>
                    <a:pt x="131609" y="139768"/>
                  </a:cubicBezTo>
                  <a:cubicBezTo>
                    <a:pt x="131609" y="137048"/>
                    <a:pt x="131609" y="134329"/>
                    <a:pt x="131609" y="128889"/>
                  </a:cubicBezTo>
                  <a:cubicBezTo>
                    <a:pt x="128890" y="128889"/>
                    <a:pt x="126170" y="128889"/>
                    <a:pt x="126170" y="128889"/>
                  </a:cubicBezTo>
                  <a:cubicBezTo>
                    <a:pt x="118011" y="128889"/>
                    <a:pt x="109852" y="128889"/>
                    <a:pt x="101693" y="128889"/>
                  </a:cubicBezTo>
                  <a:cubicBezTo>
                    <a:pt x="93534" y="128889"/>
                    <a:pt x="82655" y="128889"/>
                    <a:pt x="74496" y="123450"/>
                  </a:cubicBezTo>
                  <a:cubicBezTo>
                    <a:pt x="66337" y="120730"/>
                    <a:pt x="58178" y="112571"/>
                    <a:pt x="58178" y="107132"/>
                  </a:cubicBezTo>
                  <a:cubicBezTo>
                    <a:pt x="58178" y="104412"/>
                    <a:pt x="58178" y="101693"/>
                    <a:pt x="60898" y="98973"/>
                  </a:cubicBezTo>
                  <a:cubicBezTo>
                    <a:pt x="63618" y="96253"/>
                    <a:pt x="77216" y="93534"/>
                    <a:pt x="82655" y="93534"/>
                  </a:cubicBezTo>
                  <a:cubicBezTo>
                    <a:pt x="98973" y="90814"/>
                    <a:pt x="123450" y="88094"/>
                    <a:pt x="131609" y="88094"/>
                  </a:cubicBezTo>
                  <a:cubicBezTo>
                    <a:pt x="131609" y="85375"/>
                    <a:pt x="131609" y="85375"/>
                    <a:pt x="131609" y="82655"/>
                  </a:cubicBezTo>
                  <a:cubicBezTo>
                    <a:pt x="131609" y="77216"/>
                    <a:pt x="131609" y="74496"/>
                    <a:pt x="134329" y="71776"/>
                  </a:cubicBezTo>
                  <a:cubicBezTo>
                    <a:pt x="137049" y="69057"/>
                    <a:pt x="145208" y="66337"/>
                    <a:pt x="147927" y="63617"/>
                  </a:cubicBezTo>
                  <a:cubicBezTo>
                    <a:pt x="153366" y="60898"/>
                    <a:pt x="158806" y="58178"/>
                    <a:pt x="164245" y="58178"/>
                  </a:cubicBezTo>
                  <a:cubicBezTo>
                    <a:pt x="169684" y="58178"/>
                    <a:pt x="175124" y="58178"/>
                    <a:pt x="177843" y="58178"/>
                  </a:cubicBezTo>
                  <a:cubicBezTo>
                    <a:pt x="183283" y="58178"/>
                    <a:pt x="191442" y="58178"/>
                    <a:pt x="196881" y="60898"/>
                  </a:cubicBezTo>
                  <a:cubicBezTo>
                    <a:pt x="213199" y="63617"/>
                    <a:pt x="224078" y="74496"/>
                    <a:pt x="232237" y="88094"/>
                  </a:cubicBezTo>
                  <a:cubicBezTo>
                    <a:pt x="253994" y="88094"/>
                    <a:pt x="270312" y="88094"/>
                    <a:pt x="278471" y="88094"/>
                  </a:cubicBezTo>
                  <a:cubicBezTo>
                    <a:pt x="292069" y="88094"/>
                    <a:pt x="316546" y="88094"/>
                    <a:pt x="316546" y="104412"/>
                  </a:cubicBezTo>
                  <a:cubicBezTo>
                    <a:pt x="316546" y="112571"/>
                    <a:pt x="313826" y="112571"/>
                    <a:pt x="311107" y="120730"/>
                  </a:cubicBezTo>
                  <a:cubicBezTo>
                    <a:pt x="305667" y="126170"/>
                    <a:pt x="300228" y="128889"/>
                    <a:pt x="294789" y="128889"/>
                  </a:cubicBezTo>
                  <a:cubicBezTo>
                    <a:pt x="286630" y="131609"/>
                    <a:pt x="278471" y="131609"/>
                    <a:pt x="273032" y="131609"/>
                  </a:cubicBezTo>
                  <a:cubicBezTo>
                    <a:pt x="270312" y="131609"/>
                    <a:pt x="259433" y="131609"/>
                    <a:pt x="243115" y="131609"/>
                  </a:cubicBezTo>
                  <a:lnTo>
                    <a:pt x="243115" y="134329"/>
                  </a:lnTo>
                  <a:cubicBezTo>
                    <a:pt x="245835" y="145207"/>
                    <a:pt x="245835" y="158805"/>
                    <a:pt x="248554" y="169684"/>
                  </a:cubicBezTo>
                  <a:cubicBezTo>
                    <a:pt x="251274" y="180563"/>
                    <a:pt x="251274" y="194161"/>
                    <a:pt x="251274" y="205040"/>
                  </a:cubicBezTo>
                  <a:cubicBezTo>
                    <a:pt x="251274" y="215918"/>
                    <a:pt x="251274" y="226797"/>
                    <a:pt x="251274" y="240395"/>
                  </a:cubicBezTo>
                  <a:cubicBezTo>
                    <a:pt x="251274" y="245834"/>
                    <a:pt x="251274" y="251274"/>
                    <a:pt x="251274" y="256713"/>
                  </a:cubicBezTo>
                  <a:cubicBezTo>
                    <a:pt x="251274" y="262152"/>
                    <a:pt x="251274" y="267592"/>
                    <a:pt x="253994" y="270311"/>
                  </a:cubicBezTo>
                  <a:cubicBezTo>
                    <a:pt x="256713" y="294788"/>
                    <a:pt x="256713" y="319265"/>
                    <a:pt x="259433" y="343742"/>
                  </a:cubicBezTo>
                  <a:cubicBezTo>
                    <a:pt x="259433" y="370939"/>
                    <a:pt x="262153" y="398135"/>
                    <a:pt x="262153" y="425332"/>
                  </a:cubicBezTo>
                  <a:cubicBezTo>
                    <a:pt x="262153" y="447089"/>
                    <a:pt x="262153" y="468846"/>
                    <a:pt x="264872" y="490603"/>
                  </a:cubicBezTo>
                  <a:cubicBezTo>
                    <a:pt x="264872" y="515080"/>
                    <a:pt x="270312" y="539557"/>
                    <a:pt x="270312" y="564034"/>
                  </a:cubicBezTo>
                  <a:cubicBezTo>
                    <a:pt x="270312" y="574913"/>
                    <a:pt x="270312" y="588511"/>
                    <a:pt x="270312" y="599390"/>
                  </a:cubicBezTo>
                  <a:cubicBezTo>
                    <a:pt x="270312" y="612988"/>
                    <a:pt x="270312" y="623867"/>
                    <a:pt x="270312" y="637465"/>
                  </a:cubicBezTo>
                  <a:cubicBezTo>
                    <a:pt x="270312" y="648343"/>
                    <a:pt x="270312" y="661942"/>
                    <a:pt x="264872" y="670101"/>
                  </a:cubicBezTo>
                  <a:cubicBezTo>
                    <a:pt x="273032" y="672820"/>
                    <a:pt x="278471" y="672820"/>
                    <a:pt x="283910" y="672820"/>
                  </a:cubicBezTo>
                  <a:lnTo>
                    <a:pt x="283910" y="672820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BF1535FC-5A93-427B-B4B5-A62EC2FC69C2}"/>
                </a:ext>
              </a:extLst>
            </p:cNvPr>
            <p:cNvSpPr/>
            <p:nvPr/>
          </p:nvSpPr>
          <p:spPr>
            <a:xfrm>
              <a:off x="8652924" y="4192158"/>
              <a:ext cx="516735" cy="788700"/>
            </a:xfrm>
            <a:custGeom>
              <a:avLst/>
              <a:gdLst>
                <a:gd name="connsiteX0" fmla="*/ 464616 w 516735"/>
                <a:gd name="connsiteY0" fmla="*/ 436210 h 788699"/>
                <a:gd name="connsiteX1" fmla="*/ 445578 w 516735"/>
                <a:gd name="connsiteY1" fmla="*/ 455248 h 788699"/>
                <a:gd name="connsiteX2" fmla="*/ 404783 w 516735"/>
                <a:gd name="connsiteY2" fmla="*/ 466126 h 788699"/>
                <a:gd name="connsiteX3" fmla="*/ 385746 w 516735"/>
                <a:gd name="connsiteY3" fmla="*/ 479725 h 788699"/>
                <a:gd name="connsiteX4" fmla="*/ 388466 w 516735"/>
                <a:gd name="connsiteY4" fmla="*/ 512361 h 788699"/>
                <a:gd name="connsiteX5" fmla="*/ 388466 w 516735"/>
                <a:gd name="connsiteY5" fmla="*/ 544997 h 788699"/>
                <a:gd name="connsiteX6" fmla="*/ 388466 w 516735"/>
                <a:gd name="connsiteY6" fmla="*/ 566754 h 788699"/>
                <a:gd name="connsiteX7" fmla="*/ 391185 w 516735"/>
                <a:gd name="connsiteY7" fmla="*/ 632026 h 788699"/>
                <a:gd name="connsiteX8" fmla="*/ 393905 w 516735"/>
                <a:gd name="connsiteY8" fmla="*/ 683699 h 788699"/>
                <a:gd name="connsiteX9" fmla="*/ 377587 w 516735"/>
                <a:gd name="connsiteY9" fmla="*/ 724494 h 788699"/>
                <a:gd name="connsiteX10" fmla="*/ 361269 w 516735"/>
                <a:gd name="connsiteY10" fmla="*/ 719054 h 788699"/>
                <a:gd name="connsiteX11" fmla="*/ 353110 w 516735"/>
                <a:gd name="connsiteY11" fmla="*/ 702737 h 788699"/>
                <a:gd name="connsiteX12" fmla="*/ 350390 w 516735"/>
                <a:gd name="connsiteY12" fmla="*/ 686419 h 788699"/>
                <a:gd name="connsiteX13" fmla="*/ 353110 w 516735"/>
                <a:gd name="connsiteY13" fmla="*/ 659222 h 788699"/>
                <a:gd name="connsiteX14" fmla="*/ 353110 w 516735"/>
                <a:gd name="connsiteY14" fmla="*/ 656502 h 788699"/>
                <a:gd name="connsiteX15" fmla="*/ 317754 w 516735"/>
                <a:gd name="connsiteY15" fmla="*/ 708176 h 788699"/>
                <a:gd name="connsiteX16" fmla="*/ 241604 w 516735"/>
                <a:gd name="connsiteY16" fmla="*/ 735372 h 788699"/>
                <a:gd name="connsiteX17" fmla="*/ 187211 w 516735"/>
                <a:gd name="connsiteY17" fmla="*/ 727214 h 788699"/>
                <a:gd name="connsiteX18" fmla="*/ 135537 w 516735"/>
                <a:gd name="connsiteY18" fmla="*/ 694578 h 788699"/>
                <a:gd name="connsiteX19" fmla="*/ 86583 w 516735"/>
                <a:gd name="connsiteY19" fmla="*/ 621147 h 788699"/>
                <a:gd name="connsiteX20" fmla="*/ 67546 w 516735"/>
                <a:gd name="connsiteY20" fmla="*/ 555875 h 788699"/>
                <a:gd name="connsiteX21" fmla="*/ 59387 w 516735"/>
                <a:gd name="connsiteY21" fmla="*/ 509641 h 788699"/>
                <a:gd name="connsiteX22" fmla="*/ 59387 w 516735"/>
                <a:gd name="connsiteY22" fmla="*/ 468846 h 788699"/>
                <a:gd name="connsiteX23" fmla="*/ 86583 w 516735"/>
                <a:gd name="connsiteY23" fmla="*/ 302947 h 788699"/>
                <a:gd name="connsiteX24" fmla="*/ 108341 w 516735"/>
                <a:gd name="connsiteY24" fmla="*/ 224077 h 788699"/>
                <a:gd name="connsiteX25" fmla="*/ 146416 w 516735"/>
                <a:gd name="connsiteY25" fmla="*/ 145207 h 788699"/>
                <a:gd name="connsiteX26" fmla="*/ 198090 w 516735"/>
                <a:gd name="connsiteY26" fmla="*/ 85375 h 788699"/>
                <a:gd name="connsiteX27" fmla="*/ 228006 w 516735"/>
                <a:gd name="connsiteY27" fmla="*/ 69057 h 788699"/>
                <a:gd name="connsiteX28" fmla="*/ 268801 w 516735"/>
                <a:gd name="connsiteY28" fmla="*/ 58178 h 788699"/>
                <a:gd name="connsiteX29" fmla="*/ 274240 w 516735"/>
                <a:gd name="connsiteY29" fmla="*/ 58178 h 788699"/>
                <a:gd name="connsiteX30" fmla="*/ 295997 w 516735"/>
                <a:gd name="connsiteY30" fmla="*/ 60898 h 788699"/>
                <a:gd name="connsiteX31" fmla="*/ 331353 w 516735"/>
                <a:gd name="connsiteY31" fmla="*/ 71776 h 788699"/>
                <a:gd name="connsiteX32" fmla="*/ 350390 w 516735"/>
                <a:gd name="connsiteY32" fmla="*/ 93534 h 788699"/>
                <a:gd name="connsiteX33" fmla="*/ 353110 w 516735"/>
                <a:gd name="connsiteY33" fmla="*/ 74496 h 788699"/>
                <a:gd name="connsiteX34" fmla="*/ 358549 w 516735"/>
                <a:gd name="connsiteY34" fmla="*/ 63618 h 788699"/>
                <a:gd name="connsiteX35" fmla="*/ 366708 w 516735"/>
                <a:gd name="connsiteY35" fmla="*/ 58178 h 788699"/>
                <a:gd name="connsiteX36" fmla="*/ 374867 w 516735"/>
                <a:gd name="connsiteY36" fmla="*/ 63618 h 788699"/>
                <a:gd name="connsiteX37" fmla="*/ 383027 w 516735"/>
                <a:gd name="connsiteY37" fmla="*/ 82655 h 788699"/>
                <a:gd name="connsiteX38" fmla="*/ 385746 w 516735"/>
                <a:gd name="connsiteY38" fmla="*/ 126170 h 788699"/>
                <a:gd name="connsiteX39" fmla="*/ 388466 w 516735"/>
                <a:gd name="connsiteY39" fmla="*/ 186002 h 788699"/>
                <a:gd name="connsiteX40" fmla="*/ 391185 w 516735"/>
                <a:gd name="connsiteY40" fmla="*/ 237676 h 788699"/>
                <a:gd name="connsiteX41" fmla="*/ 374867 w 516735"/>
                <a:gd name="connsiteY41" fmla="*/ 278470 h 788699"/>
                <a:gd name="connsiteX42" fmla="*/ 358549 w 516735"/>
                <a:gd name="connsiteY42" fmla="*/ 273031 h 788699"/>
                <a:gd name="connsiteX43" fmla="*/ 350390 w 516735"/>
                <a:gd name="connsiteY43" fmla="*/ 256713 h 788699"/>
                <a:gd name="connsiteX44" fmla="*/ 347671 w 516735"/>
                <a:gd name="connsiteY44" fmla="*/ 240395 h 788699"/>
                <a:gd name="connsiteX45" fmla="*/ 347671 w 516735"/>
                <a:gd name="connsiteY45" fmla="*/ 213199 h 788699"/>
                <a:gd name="connsiteX46" fmla="*/ 344951 w 516735"/>
                <a:gd name="connsiteY46" fmla="*/ 194161 h 788699"/>
                <a:gd name="connsiteX47" fmla="*/ 339512 w 516735"/>
                <a:gd name="connsiteY47" fmla="*/ 150647 h 788699"/>
                <a:gd name="connsiteX48" fmla="*/ 323194 w 516735"/>
                <a:gd name="connsiteY48" fmla="*/ 112571 h 788699"/>
                <a:gd name="connsiteX49" fmla="*/ 293278 w 516735"/>
                <a:gd name="connsiteY49" fmla="*/ 101693 h 788699"/>
                <a:gd name="connsiteX50" fmla="*/ 263361 w 516735"/>
                <a:gd name="connsiteY50" fmla="*/ 120730 h 788699"/>
                <a:gd name="connsiteX51" fmla="*/ 241604 w 516735"/>
                <a:gd name="connsiteY51" fmla="*/ 153366 h 788699"/>
                <a:gd name="connsiteX52" fmla="*/ 233445 w 516735"/>
                <a:gd name="connsiteY52" fmla="*/ 194161 h 788699"/>
                <a:gd name="connsiteX53" fmla="*/ 225286 w 516735"/>
                <a:gd name="connsiteY53" fmla="*/ 232236 h 788699"/>
                <a:gd name="connsiteX54" fmla="*/ 217127 w 516735"/>
                <a:gd name="connsiteY54" fmla="*/ 275751 h 788699"/>
                <a:gd name="connsiteX55" fmla="*/ 211688 w 516735"/>
                <a:gd name="connsiteY55" fmla="*/ 316545 h 788699"/>
                <a:gd name="connsiteX56" fmla="*/ 206249 w 516735"/>
                <a:gd name="connsiteY56" fmla="*/ 354621 h 788699"/>
                <a:gd name="connsiteX57" fmla="*/ 200809 w 516735"/>
                <a:gd name="connsiteY57" fmla="*/ 398135 h 788699"/>
                <a:gd name="connsiteX58" fmla="*/ 195370 w 516735"/>
                <a:gd name="connsiteY58" fmla="*/ 438930 h 788699"/>
                <a:gd name="connsiteX59" fmla="*/ 192650 w 516735"/>
                <a:gd name="connsiteY59" fmla="*/ 474286 h 788699"/>
                <a:gd name="connsiteX60" fmla="*/ 195370 w 516735"/>
                <a:gd name="connsiteY60" fmla="*/ 525959 h 788699"/>
                <a:gd name="connsiteX61" fmla="*/ 208968 w 516735"/>
                <a:gd name="connsiteY61" fmla="*/ 596670 h 788699"/>
                <a:gd name="connsiteX62" fmla="*/ 214407 w 516735"/>
                <a:gd name="connsiteY62" fmla="*/ 623867 h 788699"/>
                <a:gd name="connsiteX63" fmla="*/ 228006 w 516735"/>
                <a:gd name="connsiteY63" fmla="*/ 656502 h 788699"/>
                <a:gd name="connsiteX64" fmla="*/ 271520 w 516735"/>
                <a:gd name="connsiteY64" fmla="*/ 689138 h 788699"/>
                <a:gd name="connsiteX65" fmla="*/ 306876 w 516735"/>
                <a:gd name="connsiteY65" fmla="*/ 664661 h 788699"/>
                <a:gd name="connsiteX66" fmla="*/ 331353 w 516735"/>
                <a:gd name="connsiteY66" fmla="*/ 602109 h 788699"/>
                <a:gd name="connsiteX67" fmla="*/ 336792 w 516735"/>
                <a:gd name="connsiteY67" fmla="*/ 544997 h 788699"/>
                <a:gd name="connsiteX68" fmla="*/ 336792 w 516735"/>
                <a:gd name="connsiteY68" fmla="*/ 498762 h 788699"/>
                <a:gd name="connsiteX69" fmla="*/ 336792 w 516735"/>
                <a:gd name="connsiteY69" fmla="*/ 490603 h 788699"/>
                <a:gd name="connsiteX70" fmla="*/ 320474 w 516735"/>
                <a:gd name="connsiteY70" fmla="*/ 477005 h 788699"/>
                <a:gd name="connsiteX71" fmla="*/ 282399 w 516735"/>
                <a:gd name="connsiteY71" fmla="*/ 479725 h 788699"/>
                <a:gd name="connsiteX72" fmla="*/ 252483 w 516735"/>
                <a:gd name="connsiteY72" fmla="*/ 474286 h 788699"/>
                <a:gd name="connsiteX73" fmla="*/ 247044 w 516735"/>
                <a:gd name="connsiteY73" fmla="*/ 466126 h 788699"/>
                <a:gd name="connsiteX74" fmla="*/ 249763 w 516735"/>
                <a:gd name="connsiteY74" fmla="*/ 457968 h 788699"/>
                <a:gd name="connsiteX75" fmla="*/ 268801 w 516735"/>
                <a:gd name="connsiteY75" fmla="*/ 447089 h 788699"/>
                <a:gd name="connsiteX76" fmla="*/ 312315 w 516735"/>
                <a:gd name="connsiteY76" fmla="*/ 436210 h 788699"/>
                <a:gd name="connsiteX77" fmla="*/ 353110 w 516735"/>
                <a:gd name="connsiteY77" fmla="*/ 430771 h 788699"/>
                <a:gd name="connsiteX78" fmla="*/ 385746 w 516735"/>
                <a:gd name="connsiteY78" fmla="*/ 430771 h 788699"/>
                <a:gd name="connsiteX79" fmla="*/ 437420 w 516735"/>
                <a:gd name="connsiteY79" fmla="*/ 428051 h 788699"/>
                <a:gd name="connsiteX80" fmla="*/ 464616 w 516735"/>
                <a:gd name="connsiteY80" fmla="*/ 436210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516735" h="788699">
                  <a:moveTo>
                    <a:pt x="464616" y="436210"/>
                  </a:moveTo>
                  <a:cubicBezTo>
                    <a:pt x="464616" y="447089"/>
                    <a:pt x="453738" y="452528"/>
                    <a:pt x="445578" y="455248"/>
                  </a:cubicBezTo>
                  <a:cubicBezTo>
                    <a:pt x="434700" y="460687"/>
                    <a:pt x="415662" y="463407"/>
                    <a:pt x="404783" y="466126"/>
                  </a:cubicBezTo>
                  <a:cubicBezTo>
                    <a:pt x="393905" y="466126"/>
                    <a:pt x="385746" y="468846"/>
                    <a:pt x="385746" y="479725"/>
                  </a:cubicBezTo>
                  <a:cubicBezTo>
                    <a:pt x="385746" y="487884"/>
                    <a:pt x="388466" y="506921"/>
                    <a:pt x="388466" y="512361"/>
                  </a:cubicBezTo>
                  <a:cubicBezTo>
                    <a:pt x="388466" y="515080"/>
                    <a:pt x="388466" y="539557"/>
                    <a:pt x="388466" y="544997"/>
                  </a:cubicBezTo>
                  <a:cubicBezTo>
                    <a:pt x="388466" y="550436"/>
                    <a:pt x="388466" y="558595"/>
                    <a:pt x="388466" y="566754"/>
                  </a:cubicBezTo>
                  <a:cubicBezTo>
                    <a:pt x="388466" y="591231"/>
                    <a:pt x="388466" y="621147"/>
                    <a:pt x="391185" y="632026"/>
                  </a:cubicBezTo>
                  <a:cubicBezTo>
                    <a:pt x="393905" y="653783"/>
                    <a:pt x="393905" y="661942"/>
                    <a:pt x="393905" y="683699"/>
                  </a:cubicBezTo>
                  <a:cubicBezTo>
                    <a:pt x="393905" y="694578"/>
                    <a:pt x="393905" y="724494"/>
                    <a:pt x="377587" y="724494"/>
                  </a:cubicBezTo>
                  <a:cubicBezTo>
                    <a:pt x="369428" y="724494"/>
                    <a:pt x="366708" y="721774"/>
                    <a:pt x="361269" y="719054"/>
                  </a:cubicBezTo>
                  <a:cubicBezTo>
                    <a:pt x="355830" y="716335"/>
                    <a:pt x="353110" y="708176"/>
                    <a:pt x="353110" y="702737"/>
                  </a:cubicBezTo>
                  <a:cubicBezTo>
                    <a:pt x="350390" y="694578"/>
                    <a:pt x="350390" y="689138"/>
                    <a:pt x="350390" y="686419"/>
                  </a:cubicBezTo>
                  <a:cubicBezTo>
                    <a:pt x="350390" y="678260"/>
                    <a:pt x="353110" y="672820"/>
                    <a:pt x="353110" y="659222"/>
                  </a:cubicBezTo>
                  <a:lnTo>
                    <a:pt x="353110" y="656502"/>
                  </a:lnTo>
                  <a:cubicBezTo>
                    <a:pt x="347671" y="675540"/>
                    <a:pt x="334073" y="694578"/>
                    <a:pt x="317754" y="708176"/>
                  </a:cubicBezTo>
                  <a:cubicBezTo>
                    <a:pt x="293278" y="727214"/>
                    <a:pt x="274240" y="735372"/>
                    <a:pt x="241604" y="735372"/>
                  </a:cubicBezTo>
                  <a:cubicBezTo>
                    <a:pt x="222566" y="735372"/>
                    <a:pt x="203529" y="732653"/>
                    <a:pt x="187211" y="727214"/>
                  </a:cubicBezTo>
                  <a:cubicBezTo>
                    <a:pt x="165454" y="719054"/>
                    <a:pt x="149136" y="708176"/>
                    <a:pt x="135537" y="694578"/>
                  </a:cubicBezTo>
                  <a:cubicBezTo>
                    <a:pt x="113780" y="672820"/>
                    <a:pt x="100182" y="648343"/>
                    <a:pt x="86583" y="621147"/>
                  </a:cubicBezTo>
                  <a:cubicBezTo>
                    <a:pt x="75705" y="599390"/>
                    <a:pt x="70266" y="580352"/>
                    <a:pt x="67546" y="555875"/>
                  </a:cubicBezTo>
                  <a:cubicBezTo>
                    <a:pt x="64826" y="539557"/>
                    <a:pt x="62107" y="525959"/>
                    <a:pt x="59387" y="509641"/>
                  </a:cubicBezTo>
                  <a:cubicBezTo>
                    <a:pt x="56667" y="493323"/>
                    <a:pt x="59387" y="485164"/>
                    <a:pt x="59387" y="468846"/>
                  </a:cubicBezTo>
                  <a:cubicBezTo>
                    <a:pt x="59387" y="414453"/>
                    <a:pt x="72985" y="362780"/>
                    <a:pt x="86583" y="302947"/>
                  </a:cubicBezTo>
                  <a:cubicBezTo>
                    <a:pt x="92023" y="275751"/>
                    <a:pt x="100182" y="248554"/>
                    <a:pt x="108341" y="224077"/>
                  </a:cubicBezTo>
                  <a:cubicBezTo>
                    <a:pt x="116500" y="196881"/>
                    <a:pt x="130098" y="169684"/>
                    <a:pt x="146416" y="145207"/>
                  </a:cubicBezTo>
                  <a:cubicBezTo>
                    <a:pt x="160014" y="123450"/>
                    <a:pt x="176332" y="101693"/>
                    <a:pt x="198090" y="85375"/>
                  </a:cubicBezTo>
                  <a:cubicBezTo>
                    <a:pt x="206249" y="77216"/>
                    <a:pt x="217127" y="71776"/>
                    <a:pt x="228006" y="69057"/>
                  </a:cubicBezTo>
                  <a:cubicBezTo>
                    <a:pt x="241604" y="63618"/>
                    <a:pt x="255202" y="58178"/>
                    <a:pt x="268801" y="58178"/>
                  </a:cubicBezTo>
                  <a:cubicBezTo>
                    <a:pt x="271520" y="58178"/>
                    <a:pt x="274240" y="58178"/>
                    <a:pt x="274240" y="58178"/>
                  </a:cubicBezTo>
                  <a:cubicBezTo>
                    <a:pt x="279679" y="58178"/>
                    <a:pt x="285119" y="58178"/>
                    <a:pt x="295997" y="60898"/>
                  </a:cubicBezTo>
                  <a:cubicBezTo>
                    <a:pt x="309595" y="63618"/>
                    <a:pt x="320474" y="66337"/>
                    <a:pt x="331353" y="71776"/>
                  </a:cubicBezTo>
                  <a:cubicBezTo>
                    <a:pt x="339512" y="77216"/>
                    <a:pt x="347671" y="85375"/>
                    <a:pt x="350390" y="93534"/>
                  </a:cubicBezTo>
                  <a:cubicBezTo>
                    <a:pt x="350390" y="88095"/>
                    <a:pt x="353110" y="79936"/>
                    <a:pt x="353110" y="74496"/>
                  </a:cubicBezTo>
                  <a:cubicBezTo>
                    <a:pt x="355830" y="71776"/>
                    <a:pt x="355830" y="69057"/>
                    <a:pt x="358549" y="63618"/>
                  </a:cubicBezTo>
                  <a:cubicBezTo>
                    <a:pt x="361269" y="60898"/>
                    <a:pt x="363989" y="58178"/>
                    <a:pt x="366708" y="58178"/>
                  </a:cubicBezTo>
                  <a:cubicBezTo>
                    <a:pt x="369428" y="58178"/>
                    <a:pt x="372148" y="60898"/>
                    <a:pt x="374867" y="63618"/>
                  </a:cubicBezTo>
                  <a:cubicBezTo>
                    <a:pt x="377587" y="69057"/>
                    <a:pt x="380307" y="77216"/>
                    <a:pt x="383027" y="82655"/>
                  </a:cubicBezTo>
                  <a:cubicBezTo>
                    <a:pt x="383027" y="90814"/>
                    <a:pt x="385746" y="107132"/>
                    <a:pt x="385746" y="126170"/>
                  </a:cubicBezTo>
                  <a:cubicBezTo>
                    <a:pt x="385746" y="150647"/>
                    <a:pt x="385746" y="177843"/>
                    <a:pt x="388466" y="186002"/>
                  </a:cubicBezTo>
                  <a:cubicBezTo>
                    <a:pt x="391185" y="207759"/>
                    <a:pt x="391185" y="215918"/>
                    <a:pt x="391185" y="237676"/>
                  </a:cubicBezTo>
                  <a:cubicBezTo>
                    <a:pt x="391185" y="248554"/>
                    <a:pt x="391185" y="278470"/>
                    <a:pt x="374867" y="278470"/>
                  </a:cubicBezTo>
                  <a:cubicBezTo>
                    <a:pt x="366708" y="278470"/>
                    <a:pt x="363989" y="275751"/>
                    <a:pt x="358549" y="273031"/>
                  </a:cubicBezTo>
                  <a:cubicBezTo>
                    <a:pt x="353110" y="270311"/>
                    <a:pt x="350390" y="262152"/>
                    <a:pt x="350390" y="256713"/>
                  </a:cubicBezTo>
                  <a:cubicBezTo>
                    <a:pt x="350390" y="251274"/>
                    <a:pt x="347671" y="245834"/>
                    <a:pt x="347671" y="240395"/>
                  </a:cubicBezTo>
                  <a:cubicBezTo>
                    <a:pt x="347671" y="232236"/>
                    <a:pt x="347671" y="224077"/>
                    <a:pt x="347671" y="213199"/>
                  </a:cubicBezTo>
                  <a:cubicBezTo>
                    <a:pt x="347671" y="207759"/>
                    <a:pt x="347671" y="199600"/>
                    <a:pt x="344951" y="194161"/>
                  </a:cubicBezTo>
                  <a:cubicBezTo>
                    <a:pt x="342232" y="180563"/>
                    <a:pt x="342232" y="164245"/>
                    <a:pt x="339512" y="150647"/>
                  </a:cubicBezTo>
                  <a:cubicBezTo>
                    <a:pt x="336792" y="137048"/>
                    <a:pt x="331353" y="123450"/>
                    <a:pt x="323194" y="112571"/>
                  </a:cubicBezTo>
                  <a:cubicBezTo>
                    <a:pt x="317754" y="104412"/>
                    <a:pt x="304156" y="101693"/>
                    <a:pt x="293278" y="101693"/>
                  </a:cubicBezTo>
                  <a:cubicBezTo>
                    <a:pt x="279679" y="101693"/>
                    <a:pt x="271520" y="109852"/>
                    <a:pt x="263361" y="120730"/>
                  </a:cubicBezTo>
                  <a:cubicBezTo>
                    <a:pt x="257922" y="131609"/>
                    <a:pt x="247044" y="139768"/>
                    <a:pt x="241604" y="153366"/>
                  </a:cubicBezTo>
                  <a:cubicBezTo>
                    <a:pt x="236165" y="166964"/>
                    <a:pt x="233445" y="180563"/>
                    <a:pt x="233445" y="194161"/>
                  </a:cubicBezTo>
                  <a:cubicBezTo>
                    <a:pt x="233445" y="207759"/>
                    <a:pt x="230725" y="218638"/>
                    <a:pt x="225286" y="232236"/>
                  </a:cubicBezTo>
                  <a:cubicBezTo>
                    <a:pt x="219847" y="245834"/>
                    <a:pt x="219847" y="262152"/>
                    <a:pt x="217127" y="275751"/>
                  </a:cubicBezTo>
                  <a:cubicBezTo>
                    <a:pt x="214407" y="289349"/>
                    <a:pt x="214407" y="302947"/>
                    <a:pt x="211688" y="316545"/>
                  </a:cubicBezTo>
                  <a:cubicBezTo>
                    <a:pt x="211688" y="330144"/>
                    <a:pt x="206249" y="341022"/>
                    <a:pt x="206249" y="354621"/>
                  </a:cubicBezTo>
                  <a:cubicBezTo>
                    <a:pt x="203529" y="368219"/>
                    <a:pt x="203529" y="381817"/>
                    <a:pt x="200809" y="398135"/>
                  </a:cubicBezTo>
                  <a:cubicBezTo>
                    <a:pt x="198090" y="411733"/>
                    <a:pt x="198090" y="425332"/>
                    <a:pt x="195370" y="438930"/>
                  </a:cubicBezTo>
                  <a:cubicBezTo>
                    <a:pt x="195370" y="449809"/>
                    <a:pt x="192650" y="463407"/>
                    <a:pt x="192650" y="474286"/>
                  </a:cubicBezTo>
                  <a:cubicBezTo>
                    <a:pt x="192650" y="490603"/>
                    <a:pt x="195370" y="509641"/>
                    <a:pt x="195370" y="525959"/>
                  </a:cubicBezTo>
                  <a:cubicBezTo>
                    <a:pt x="195370" y="550436"/>
                    <a:pt x="203529" y="572193"/>
                    <a:pt x="208968" y="596670"/>
                  </a:cubicBezTo>
                  <a:cubicBezTo>
                    <a:pt x="211688" y="604829"/>
                    <a:pt x="211688" y="615708"/>
                    <a:pt x="214407" y="623867"/>
                  </a:cubicBezTo>
                  <a:cubicBezTo>
                    <a:pt x="217127" y="634745"/>
                    <a:pt x="222566" y="645624"/>
                    <a:pt x="228006" y="656502"/>
                  </a:cubicBezTo>
                  <a:cubicBezTo>
                    <a:pt x="236165" y="670101"/>
                    <a:pt x="252483" y="689138"/>
                    <a:pt x="271520" y="689138"/>
                  </a:cubicBezTo>
                  <a:cubicBezTo>
                    <a:pt x="287838" y="689138"/>
                    <a:pt x="298717" y="675540"/>
                    <a:pt x="306876" y="664661"/>
                  </a:cubicBezTo>
                  <a:cubicBezTo>
                    <a:pt x="320474" y="645624"/>
                    <a:pt x="325914" y="623867"/>
                    <a:pt x="331353" y="602109"/>
                  </a:cubicBezTo>
                  <a:cubicBezTo>
                    <a:pt x="334073" y="583072"/>
                    <a:pt x="336792" y="564034"/>
                    <a:pt x="336792" y="544997"/>
                  </a:cubicBezTo>
                  <a:cubicBezTo>
                    <a:pt x="336792" y="531398"/>
                    <a:pt x="336792" y="512361"/>
                    <a:pt x="336792" y="498762"/>
                  </a:cubicBezTo>
                  <a:cubicBezTo>
                    <a:pt x="336792" y="496043"/>
                    <a:pt x="336792" y="493323"/>
                    <a:pt x="336792" y="490603"/>
                  </a:cubicBezTo>
                  <a:cubicBezTo>
                    <a:pt x="336792" y="479725"/>
                    <a:pt x="336792" y="477005"/>
                    <a:pt x="320474" y="477005"/>
                  </a:cubicBezTo>
                  <a:cubicBezTo>
                    <a:pt x="309595" y="477005"/>
                    <a:pt x="295997" y="479725"/>
                    <a:pt x="282399" y="479725"/>
                  </a:cubicBezTo>
                  <a:cubicBezTo>
                    <a:pt x="271520" y="479725"/>
                    <a:pt x="260642" y="479725"/>
                    <a:pt x="252483" y="474286"/>
                  </a:cubicBezTo>
                  <a:cubicBezTo>
                    <a:pt x="249763" y="471566"/>
                    <a:pt x="247044" y="468846"/>
                    <a:pt x="247044" y="466126"/>
                  </a:cubicBezTo>
                  <a:cubicBezTo>
                    <a:pt x="247044" y="463407"/>
                    <a:pt x="247044" y="460687"/>
                    <a:pt x="249763" y="457968"/>
                  </a:cubicBezTo>
                  <a:cubicBezTo>
                    <a:pt x="255202" y="452528"/>
                    <a:pt x="260642" y="449809"/>
                    <a:pt x="268801" y="447089"/>
                  </a:cubicBezTo>
                  <a:cubicBezTo>
                    <a:pt x="282399" y="441650"/>
                    <a:pt x="295997" y="438930"/>
                    <a:pt x="312315" y="436210"/>
                  </a:cubicBezTo>
                  <a:cubicBezTo>
                    <a:pt x="325914" y="433491"/>
                    <a:pt x="339512" y="433491"/>
                    <a:pt x="353110" y="430771"/>
                  </a:cubicBezTo>
                  <a:cubicBezTo>
                    <a:pt x="363989" y="430771"/>
                    <a:pt x="374867" y="430771"/>
                    <a:pt x="385746" y="430771"/>
                  </a:cubicBezTo>
                  <a:cubicBezTo>
                    <a:pt x="402064" y="430771"/>
                    <a:pt x="426541" y="428051"/>
                    <a:pt x="437420" y="428051"/>
                  </a:cubicBezTo>
                  <a:cubicBezTo>
                    <a:pt x="451018" y="422612"/>
                    <a:pt x="464616" y="425332"/>
                    <a:pt x="464616" y="436210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B88832EF-632C-43A0-AFE1-06D043A20CAF}"/>
                </a:ext>
              </a:extLst>
            </p:cNvPr>
            <p:cNvSpPr/>
            <p:nvPr/>
          </p:nvSpPr>
          <p:spPr>
            <a:xfrm>
              <a:off x="9053923" y="4178559"/>
              <a:ext cx="625521" cy="788700"/>
            </a:xfrm>
            <a:custGeom>
              <a:avLst/>
              <a:gdLst>
                <a:gd name="connsiteX0" fmla="*/ 536838 w 625521"/>
                <a:gd name="connsiteY0" fmla="*/ 680979 h 788699"/>
                <a:gd name="connsiteX1" fmla="*/ 574913 w 625521"/>
                <a:gd name="connsiteY1" fmla="*/ 697297 h 788699"/>
                <a:gd name="connsiteX2" fmla="*/ 566755 w 625521"/>
                <a:gd name="connsiteY2" fmla="*/ 713615 h 788699"/>
                <a:gd name="connsiteX3" fmla="*/ 550437 w 625521"/>
                <a:gd name="connsiteY3" fmla="*/ 721774 h 788699"/>
                <a:gd name="connsiteX4" fmla="*/ 528680 w 625521"/>
                <a:gd name="connsiteY4" fmla="*/ 724494 h 788699"/>
                <a:gd name="connsiteX5" fmla="*/ 417174 w 625521"/>
                <a:gd name="connsiteY5" fmla="*/ 724494 h 788699"/>
                <a:gd name="connsiteX6" fmla="*/ 398136 w 625521"/>
                <a:gd name="connsiteY6" fmla="*/ 724494 h 788699"/>
                <a:gd name="connsiteX7" fmla="*/ 373659 w 625521"/>
                <a:gd name="connsiteY7" fmla="*/ 724494 h 788699"/>
                <a:gd name="connsiteX8" fmla="*/ 346462 w 625521"/>
                <a:gd name="connsiteY8" fmla="*/ 719054 h 788699"/>
                <a:gd name="connsiteX9" fmla="*/ 330144 w 625521"/>
                <a:gd name="connsiteY9" fmla="*/ 702737 h 788699"/>
                <a:gd name="connsiteX10" fmla="*/ 335584 w 625521"/>
                <a:gd name="connsiteY10" fmla="*/ 694578 h 788699"/>
                <a:gd name="connsiteX11" fmla="*/ 357341 w 625521"/>
                <a:gd name="connsiteY11" fmla="*/ 686419 h 788699"/>
                <a:gd name="connsiteX12" fmla="*/ 395416 w 625521"/>
                <a:gd name="connsiteY12" fmla="*/ 680979 h 788699"/>
                <a:gd name="connsiteX13" fmla="*/ 381817 w 625521"/>
                <a:gd name="connsiteY13" fmla="*/ 656502 h 788699"/>
                <a:gd name="connsiteX14" fmla="*/ 379098 w 625521"/>
                <a:gd name="connsiteY14" fmla="*/ 585791 h 788699"/>
                <a:gd name="connsiteX15" fmla="*/ 379098 w 625521"/>
                <a:gd name="connsiteY15" fmla="*/ 517800 h 788699"/>
                <a:gd name="connsiteX16" fmla="*/ 379098 w 625521"/>
                <a:gd name="connsiteY16" fmla="*/ 474286 h 788699"/>
                <a:gd name="connsiteX17" fmla="*/ 379098 w 625521"/>
                <a:gd name="connsiteY17" fmla="*/ 430771 h 788699"/>
                <a:gd name="connsiteX18" fmla="*/ 381817 w 625521"/>
                <a:gd name="connsiteY18" fmla="*/ 411733 h 788699"/>
                <a:gd name="connsiteX19" fmla="*/ 379098 w 625521"/>
                <a:gd name="connsiteY19" fmla="*/ 400855 h 788699"/>
                <a:gd name="connsiteX20" fmla="*/ 370939 w 625521"/>
                <a:gd name="connsiteY20" fmla="*/ 398135 h 788699"/>
                <a:gd name="connsiteX21" fmla="*/ 338304 w 625521"/>
                <a:gd name="connsiteY21" fmla="*/ 400855 h 788699"/>
                <a:gd name="connsiteX22" fmla="*/ 289349 w 625521"/>
                <a:gd name="connsiteY22" fmla="*/ 403575 h 788699"/>
                <a:gd name="connsiteX23" fmla="*/ 264872 w 625521"/>
                <a:gd name="connsiteY23" fmla="*/ 400855 h 788699"/>
                <a:gd name="connsiteX24" fmla="*/ 259433 w 625521"/>
                <a:gd name="connsiteY24" fmla="*/ 406294 h 788699"/>
                <a:gd name="connsiteX25" fmla="*/ 259433 w 625521"/>
                <a:gd name="connsiteY25" fmla="*/ 425332 h 788699"/>
                <a:gd name="connsiteX26" fmla="*/ 259433 w 625521"/>
                <a:gd name="connsiteY26" fmla="*/ 449809 h 788699"/>
                <a:gd name="connsiteX27" fmla="*/ 259433 w 625521"/>
                <a:gd name="connsiteY27" fmla="*/ 471566 h 788699"/>
                <a:gd name="connsiteX28" fmla="*/ 259433 w 625521"/>
                <a:gd name="connsiteY28" fmla="*/ 504202 h 788699"/>
                <a:gd name="connsiteX29" fmla="*/ 259433 w 625521"/>
                <a:gd name="connsiteY29" fmla="*/ 509641 h 788699"/>
                <a:gd name="connsiteX30" fmla="*/ 256714 w 625521"/>
                <a:gd name="connsiteY30" fmla="*/ 542277 h 788699"/>
                <a:gd name="connsiteX31" fmla="*/ 256714 w 625521"/>
                <a:gd name="connsiteY31" fmla="*/ 577632 h 788699"/>
                <a:gd name="connsiteX32" fmla="*/ 256714 w 625521"/>
                <a:gd name="connsiteY32" fmla="*/ 612988 h 788699"/>
                <a:gd name="connsiteX33" fmla="*/ 253994 w 625521"/>
                <a:gd name="connsiteY33" fmla="*/ 656502 h 788699"/>
                <a:gd name="connsiteX34" fmla="*/ 256714 w 625521"/>
                <a:gd name="connsiteY34" fmla="*/ 678260 h 788699"/>
                <a:gd name="connsiteX35" fmla="*/ 286629 w 625521"/>
                <a:gd name="connsiteY35" fmla="*/ 694578 h 788699"/>
                <a:gd name="connsiteX36" fmla="*/ 281191 w 625521"/>
                <a:gd name="connsiteY36" fmla="*/ 710895 h 788699"/>
                <a:gd name="connsiteX37" fmla="*/ 264872 w 625521"/>
                <a:gd name="connsiteY37" fmla="*/ 719054 h 788699"/>
                <a:gd name="connsiteX38" fmla="*/ 243116 w 625521"/>
                <a:gd name="connsiteY38" fmla="*/ 721774 h 788699"/>
                <a:gd name="connsiteX39" fmla="*/ 243116 w 625521"/>
                <a:gd name="connsiteY39" fmla="*/ 721774 h 788699"/>
                <a:gd name="connsiteX40" fmla="*/ 232236 w 625521"/>
                <a:gd name="connsiteY40" fmla="*/ 727214 h 788699"/>
                <a:gd name="connsiteX41" fmla="*/ 224078 w 625521"/>
                <a:gd name="connsiteY41" fmla="*/ 735372 h 788699"/>
                <a:gd name="connsiteX42" fmla="*/ 213199 w 625521"/>
                <a:gd name="connsiteY42" fmla="*/ 738092 h 788699"/>
                <a:gd name="connsiteX43" fmla="*/ 183283 w 625521"/>
                <a:gd name="connsiteY43" fmla="*/ 727214 h 788699"/>
                <a:gd name="connsiteX44" fmla="*/ 175124 w 625521"/>
                <a:gd name="connsiteY44" fmla="*/ 719054 h 788699"/>
                <a:gd name="connsiteX45" fmla="*/ 145208 w 625521"/>
                <a:gd name="connsiteY45" fmla="*/ 719054 h 788699"/>
                <a:gd name="connsiteX46" fmla="*/ 126170 w 625521"/>
                <a:gd name="connsiteY46" fmla="*/ 719054 h 788699"/>
                <a:gd name="connsiteX47" fmla="*/ 101693 w 625521"/>
                <a:gd name="connsiteY47" fmla="*/ 719054 h 788699"/>
                <a:gd name="connsiteX48" fmla="*/ 74496 w 625521"/>
                <a:gd name="connsiteY48" fmla="*/ 713615 h 788699"/>
                <a:gd name="connsiteX49" fmla="*/ 58178 w 625521"/>
                <a:gd name="connsiteY49" fmla="*/ 697297 h 788699"/>
                <a:gd name="connsiteX50" fmla="*/ 63618 w 625521"/>
                <a:gd name="connsiteY50" fmla="*/ 689138 h 788699"/>
                <a:gd name="connsiteX51" fmla="*/ 85375 w 625521"/>
                <a:gd name="connsiteY51" fmla="*/ 680979 h 788699"/>
                <a:gd name="connsiteX52" fmla="*/ 131609 w 625521"/>
                <a:gd name="connsiteY52" fmla="*/ 675540 h 788699"/>
                <a:gd name="connsiteX53" fmla="*/ 131609 w 625521"/>
                <a:gd name="connsiteY53" fmla="*/ 667381 h 788699"/>
                <a:gd name="connsiteX54" fmla="*/ 131609 w 625521"/>
                <a:gd name="connsiteY54" fmla="*/ 651063 h 788699"/>
                <a:gd name="connsiteX55" fmla="*/ 131609 w 625521"/>
                <a:gd name="connsiteY55" fmla="*/ 618427 h 788699"/>
                <a:gd name="connsiteX56" fmla="*/ 131609 w 625521"/>
                <a:gd name="connsiteY56" fmla="*/ 580352 h 788699"/>
                <a:gd name="connsiteX57" fmla="*/ 131609 w 625521"/>
                <a:gd name="connsiteY57" fmla="*/ 531398 h 788699"/>
                <a:gd name="connsiteX58" fmla="*/ 131609 w 625521"/>
                <a:gd name="connsiteY58" fmla="*/ 466126 h 788699"/>
                <a:gd name="connsiteX59" fmla="*/ 131609 w 625521"/>
                <a:gd name="connsiteY59" fmla="*/ 422612 h 788699"/>
                <a:gd name="connsiteX60" fmla="*/ 131609 w 625521"/>
                <a:gd name="connsiteY60" fmla="*/ 411733 h 788699"/>
                <a:gd name="connsiteX61" fmla="*/ 131609 w 625521"/>
                <a:gd name="connsiteY61" fmla="*/ 398135 h 788699"/>
                <a:gd name="connsiteX62" fmla="*/ 126170 w 625521"/>
                <a:gd name="connsiteY62" fmla="*/ 389976 h 788699"/>
                <a:gd name="connsiteX63" fmla="*/ 101693 w 625521"/>
                <a:gd name="connsiteY63" fmla="*/ 387257 h 788699"/>
                <a:gd name="connsiteX64" fmla="*/ 77216 w 625521"/>
                <a:gd name="connsiteY64" fmla="*/ 376378 h 788699"/>
                <a:gd name="connsiteX65" fmla="*/ 82655 w 625521"/>
                <a:gd name="connsiteY65" fmla="*/ 368219 h 788699"/>
                <a:gd name="connsiteX66" fmla="*/ 98973 w 625521"/>
                <a:gd name="connsiteY66" fmla="*/ 360060 h 788699"/>
                <a:gd name="connsiteX67" fmla="*/ 118011 w 625521"/>
                <a:gd name="connsiteY67" fmla="*/ 357340 h 788699"/>
                <a:gd name="connsiteX68" fmla="*/ 131609 w 625521"/>
                <a:gd name="connsiteY68" fmla="*/ 351901 h 788699"/>
                <a:gd name="connsiteX69" fmla="*/ 131609 w 625521"/>
                <a:gd name="connsiteY69" fmla="*/ 343742 h 788699"/>
                <a:gd name="connsiteX70" fmla="*/ 131609 w 625521"/>
                <a:gd name="connsiteY70" fmla="*/ 270311 h 788699"/>
                <a:gd name="connsiteX71" fmla="*/ 137048 w 625521"/>
                <a:gd name="connsiteY71" fmla="*/ 145207 h 788699"/>
                <a:gd name="connsiteX72" fmla="*/ 139768 w 625521"/>
                <a:gd name="connsiteY72" fmla="*/ 123450 h 788699"/>
                <a:gd name="connsiteX73" fmla="*/ 123450 w 625521"/>
                <a:gd name="connsiteY73" fmla="*/ 123450 h 788699"/>
                <a:gd name="connsiteX74" fmla="*/ 118011 w 625521"/>
                <a:gd name="connsiteY74" fmla="*/ 123450 h 788699"/>
                <a:gd name="connsiteX75" fmla="*/ 101693 w 625521"/>
                <a:gd name="connsiteY75" fmla="*/ 123450 h 788699"/>
                <a:gd name="connsiteX76" fmla="*/ 74496 w 625521"/>
                <a:gd name="connsiteY76" fmla="*/ 118011 h 788699"/>
                <a:gd name="connsiteX77" fmla="*/ 58178 w 625521"/>
                <a:gd name="connsiteY77" fmla="*/ 101693 h 788699"/>
                <a:gd name="connsiteX78" fmla="*/ 63618 w 625521"/>
                <a:gd name="connsiteY78" fmla="*/ 93534 h 788699"/>
                <a:gd name="connsiteX79" fmla="*/ 85375 w 625521"/>
                <a:gd name="connsiteY79" fmla="*/ 85375 h 788699"/>
                <a:gd name="connsiteX80" fmla="*/ 137048 w 625521"/>
                <a:gd name="connsiteY80" fmla="*/ 82655 h 788699"/>
                <a:gd name="connsiteX81" fmla="*/ 147927 w 625521"/>
                <a:gd name="connsiteY81" fmla="*/ 82655 h 788699"/>
                <a:gd name="connsiteX82" fmla="*/ 186003 w 625521"/>
                <a:gd name="connsiteY82" fmla="*/ 58178 h 788699"/>
                <a:gd name="connsiteX83" fmla="*/ 226797 w 625521"/>
                <a:gd name="connsiteY83" fmla="*/ 79936 h 788699"/>
                <a:gd name="connsiteX84" fmla="*/ 253994 w 625521"/>
                <a:gd name="connsiteY84" fmla="*/ 79936 h 788699"/>
                <a:gd name="connsiteX85" fmla="*/ 294789 w 625521"/>
                <a:gd name="connsiteY85" fmla="*/ 96253 h 788699"/>
                <a:gd name="connsiteX86" fmla="*/ 283910 w 625521"/>
                <a:gd name="connsiteY86" fmla="*/ 112571 h 788699"/>
                <a:gd name="connsiteX87" fmla="*/ 267592 w 625521"/>
                <a:gd name="connsiteY87" fmla="*/ 120730 h 788699"/>
                <a:gd name="connsiteX88" fmla="*/ 245835 w 625521"/>
                <a:gd name="connsiteY88" fmla="*/ 123450 h 788699"/>
                <a:gd name="connsiteX89" fmla="*/ 237676 w 625521"/>
                <a:gd name="connsiteY89" fmla="*/ 123450 h 788699"/>
                <a:gd name="connsiteX90" fmla="*/ 240396 w 625521"/>
                <a:gd name="connsiteY90" fmla="*/ 128889 h 788699"/>
                <a:gd name="connsiteX91" fmla="*/ 251274 w 625521"/>
                <a:gd name="connsiteY91" fmla="*/ 177843 h 788699"/>
                <a:gd name="connsiteX92" fmla="*/ 256714 w 625521"/>
                <a:gd name="connsiteY92" fmla="*/ 226797 h 788699"/>
                <a:gd name="connsiteX93" fmla="*/ 262153 w 625521"/>
                <a:gd name="connsiteY93" fmla="*/ 273031 h 788699"/>
                <a:gd name="connsiteX94" fmla="*/ 262153 w 625521"/>
                <a:gd name="connsiteY94" fmla="*/ 289349 h 788699"/>
                <a:gd name="connsiteX95" fmla="*/ 262153 w 625521"/>
                <a:gd name="connsiteY95" fmla="*/ 297508 h 788699"/>
                <a:gd name="connsiteX96" fmla="*/ 264872 w 625521"/>
                <a:gd name="connsiteY96" fmla="*/ 321985 h 788699"/>
                <a:gd name="connsiteX97" fmla="*/ 270312 w 625521"/>
                <a:gd name="connsiteY97" fmla="*/ 335583 h 788699"/>
                <a:gd name="connsiteX98" fmla="*/ 270312 w 625521"/>
                <a:gd name="connsiteY98" fmla="*/ 338303 h 788699"/>
                <a:gd name="connsiteX99" fmla="*/ 270312 w 625521"/>
                <a:gd name="connsiteY99" fmla="*/ 346462 h 788699"/>
                <a:gd name="connsiteX100" fmla="*/ 278471 w 625521"/>
                <a:gd name="connsiteY100" fmla="*/ 354621 h 788699"/>
                <a:gd name="connsiteX101" fmla="*/ 338304 w 625521"/>
                <a:gd name="connsiteY101" fmla="*/ 349181 h 788699"/>
                <a:gd name="connsiteX102" fmla="*/ 365500 w 625521"/>
                <a:gd name="connsiteY102" fmla="*/ 349181 h 788699"/>
                <a:gd name="connsiteX103" fmla="*/ 381817 w 625521"/>
                <a:gd name="connsiteY103" fmla="*/ 349181 h 788699"/>
                <a:gd name="connsiteX104" fmla="*/ 392697 w 625521"/>
                <a:gd name="connsiteY104" fmla="*/ 338303 h 788699"/>
                <a:gd name="connsiteX105" fmla="*/ 389977 w 625521"/>
                <a:gd name="connsiteY105" fmla="*/ 313826 h 788699"/>
                <a:gd name="connsiteX106" fmla="*/ 392697 w 625521"/>
                <a:gd name="connsiteY106" fmla="*/ 262152 h 788699"/>
                <a:gd name="connsiteX107" fmla="*/ 395416 w 625521"/>
                <a:gd name="connsiteY107" fmla="*/ 224077 h 788699"/>
                <a:gd name="connsiteX108" fmla="*/ 398136 w 625521"/>
                <a:gd name="connsiteY108" fmla="*/ 177843 h 788699"/>
                <a:gd name="connsiteX109" fmla="*/ 395416 w 625521"/>
                <a:gd name="connsiteY109" fmla="*/ 153366 h 788699"/>
                <a:gd name="connsiteX110" fmla="*/ 395416 w 625521"/>
                <a:gd name="connsiteY110" fmla="*/ 137048 h 788699"/>
                <a:gd name="connsiteX111" fmla="*/ 379098 w 625521"/>
                <a:gd name="connsiteY111" fmla="*/ 137048 h 788699"/>
                <a:gd name="connsiteX112" fmla="*/ 351902 w 625521"/>
                <a:gd name="connsiteY112" fmla="*/ 131609 h 788699"/>
                <a:gd name="connsiteX113" fmla="*/ 338304 w 625521"/>
                <a:gd name="connsiteY113" fmla="*/ 115291 h 788699"/>
                <a:gd name="connsiteX114" fmla="*/ 343742 w 625521"/>
                <a:gd name="connsiteY114" fmla="*/ 107132 h 788699"/>
                <a:gd name="connsiteX115" fmla="*/ 362780 w 625521"/>
                <a:gd name="connsiteY115" fmla="*/ 98973 h 788699"/>
                <a:gd name="connsiteX116" fmla="*/ 395416 w 625521"/>
                <a:gd name="connsiteY116" fmla="*/ 96253 h 788699"/>
                <a:gd name="connsiteX117" fmla="*/ 403575 w 625521"/>
                <a:gd name="connsiteY117" fmla="*/ 90814 h 788699"/>
                <a:gd name="connsiteX118" fmla="*/ 422612 w 625521"/>
                <a:gd name="connsiteY118" fmla="*/ 88095 h 788699"/>
                <a:gd name="connsiteX119" fmla="*/ 428052 w 625521"/>
                <a:gd name="connsiteY119" fmla="*/ 88095 h 788699"/>
                <a:gd name="connsiteX120" fmla="*/ 447090 w 625521"/>
                <a:gd name="connsiteY120" fmla="*/ 90814 h 788699"/>
                <a:gd name="connsiteX121" fmla="*/ 455249 w 625521"/>
                <a:gd name="connsiteY121" fmla="*/ 96253 h 788699"/>
                <a:gd name="connsiteX122" fmla="*/ 525960 w 625521"/>
                <a:gd name="connsiteY122" fmla="*/ 93534 h 788699"/>
                <a:gd name="connsiteX123" fmla="*/ 561315 w 625521"/>
                <a:gd name="connsiteY123" fmla="*/ 109852 h 788699"/>
                <a:gd name="connsiteX124" fmla="*/ 555876 w 625521"/>
                <a:gd name="connsiteY124" fmla="*/ 126170 h 788699"/>
                <a:gd name="connsiteX125" fmla="*/ 539558 w 625521"/>
                <a:gd name="connsiteY125" fmla="*/ 134329 h 788699"/>
                <a:gd name="connsiteX126" fmla="*/ 517800 w 625521"/>
                <a:gd name="connsiteY126" fmla="*/ 137048 h 788699"/>
                <a:gd name="connsiteX127" fmla="*/ 477006 w 625521"/>
                <a:gd name="connsiteY127" fmla="*/ 137048 h 788699"/>
                <a:gd name="connsiteX128" fmla="*/ 485165 w 625521"/>
                <a:gd name="connsiteY128" fmla="*/ 161525 h 788699"/>
                <a:gd name="connsiteX129" fmla="*/ 496043 w 625521"/>
                <a:gd name="connsiteY129" fmla="*/ 210479 h 788699"/>
                <a:gd name="connsiteX130" fmla="*/ 501483 w 625521"/>
                <a:gd name="connsiteY130" fmla="*/ 251274 h 788699"/>
                <a:gd name="connsiteX131" fmla="*/ 506922 w 625521"/>
                <a:gd name="connsiteY131" fmla="*/ 292069 h 788699"/>
                <a:gd name="connsiteX132" fmla="*/ 506922 w 625521"/>
                <a:gd name="connsiteY132" fmla="*/ 321985 h 788699"/>
                <a:gd name="connsiteX133" fmla="*/ 509642 w 625521"/>
                <a:gd name="connsiteY133" fmla="*/ 341022 h 788699"/>
                <a:gd name="connsiteX134" fmla="*/ 509642 w 625521"/>
                <a:gd name="connsiteY134" fmla="*/ 343742 h 788699"/>
                <a:gd name="connsiteX135" fmla="*/ 517800 w 625521"/>
                <a:gd name="connsiteY135" fmla="*/ 349181 h 788699"/>
                <a:gd name="connsiteX136" fmla="*/ 528680 w 625521"/>
                <a:gd name="connsiteY136" fmla="*/ 349181 h 788699"/>
                <a:gd name="connsiteX137" fmla="*/ 550437 w 625521"/>
                <a:gd name="connsiteY137" fmla="*/ 357340 h 788699"/>
                <a:gd name="connsiteX138" fmla="*/ 550437 w 625521"/>
                <a:gd name="connsiteY138" fmla="*/ 362780 h 788699"/>
                <a:gd name="connsiteX139" fmla="*/ 534119 w 625521"/>
                <a:gd name="connsiteY139" fmla="*/ 384537 h 788699"/>
                <a:gd name="connsiteX140" fmla="*/ 520520 w 625521"/>
                <a:gd name="connsiteY140" fmla="*/ 389976 h 788699"/>
                <a:gd name="connsiteX141" fmla="*/ 512362 w 625521"/>
                <a:gd name="connsiteY141" fmla="*/ 395415 h 788699"/>
                <a:gd name="connsiteX142" fmla="*/ 512362 w 625521"/>
                <a:gd name="connsiteY142" fmla="*/ 398135 h 788699"/>
                <a:gd name="connsiteX143" fmla="*/ 512362 w 625521"/>
                <a:gd name="connsiteY143" fmla="*/ 409014 h 788699"/>
                <a:gd name="connsiteX144" fmla="*/ 512362 w 625521"/>
                <a:gd name="connsiteY144" fmla="*/ 414453 h 788699"/>
                <a:gd name="connsiteX145" fmla="*/ 512362 w 625521"/>
                <a:gd name="connsiteY145" fmla="*/ 438930 h 788699"/>
                <a:gd name="connsiteX146" fmla="*/ 515081 w 625521"/>
                <a:gd name="connsiteY146" fmla="*/ 504202 h 788699"/>
                <a:gd name="connsiteX147" fmla="*/ 520520 w 625521"/>
                <a:gd name="connsiteY147" fmla="*/ 572193 h 788699"/>
                <a:gd name="connsiteX148" fmla="*/ 517800 w 625521"/>
                <a:gd name="connsiteY148" fmla="*/ 604829 h 788699"/>
                <a:gd name="connsiteX149" fmla="*/ 512362 w 625521"/>
                <a:gd name="connsiteY149" fmla="*/ 661942 h 788699"/>
                <a:gd name="connsiteX150" fmla="*/ 509642 w 625521"/>
                <a:gd name="connsiteY150" fmla="*/ 670101 h 788699"/>
                <a:gd name="connsiteX151" fmla="*/ 512362 w 625521"/>
                <a:gd name="connsiteY151" fmla="*/ 680979 h 788699"/>
                <a:gd name="connsiteX152" fmla="*/ 512362 w 625521"/>
                <a:gd name="connsiteY152" fmla="*/ 686419 h 788699"/>
                <a:gd name="connsiteX153" fmla="*/ 536838 w 625521"/>
                <a:gd name="connsiteY153" fmla="*/ 680979 h 788699"/>
                <a:gd name="connsiteX154" fmla="*/ 536838 w 625521"/>
                <a:gd name="connsiteY154" fmla="*/ 680979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</a:cxnLst>
              <a:rect l="l" t="t" r="r" b="b"/>
              <a:pathLst>
                <a:path w="625521" h="788699">
                  <a:moveTo>
                    <a:pt x="536838" y="680979"/>
                  </a:moveTo>
                  <a:cubicBezTo>
                    <a:pt x="550437" y="680979"/>
                    <a:pt x="574913" y="680979"/>
                    <a:pt x="574913" y="697297"/>
                  </a:cubicBezTo>
                  <a:cubicBezTo>
                    <a:pt x="574913" y="705456"/>
                    <a:pt x="572194" y="708176"/>
                    <a:pt x="566755" y="713615"/>
                  </a:cubicBezTo>
                  <a:cubicBezTo>
                    <a:pt x="561315" y="719054"/>
                    <a:pt x="555876" y="721774"/>
                    <a:pt x="550437" y="721774"/>
                  </a:cubicBezTo>
                  <a:cubicBezTo>
                    <a:pt x="539558" y="724494"/>
                    <a:pt x="534119" y="724494"/>
                    <a:pt x="528680" y="724494"/>
                  </a:cubicBezTo>
                  <a:cubicBezTo>
                    <a:pt x="517800" y="724494"/>
                    <a:pt x="428052" y="724494"/>
                    <a:pt x="417174" y="724494"/>
                  </a:cubicBezTo>
                  <a:cubicBezTo>
                    <a:pt x="403575" y="724494"/>
                    <a:pt x="414454" y="724494"/>
                    <a:pt x="398136" y="724494"/>
                  </a:cubicBezTo>
                  <a:cubicBezTo>
                    <a:pt x="389977" y="724494"/>
                    <a:pt x="381817" y="724494"/>
                    <a:pt x="373659" y="724494"/>
                  </a:cubicBezTo>
                  <a:cubicBezTo>
                    <a:pt x="365500" y="724494"/>
                    <a:pt x="354621" y="721774"/>
                    <a:pt x="346462" y="719054"/>
                  </a:cubicBezTo>
                  <a:cubicBezTo>
                    <a:pt x="338304" y="716335"/>
                    <a:pt x="330144" y="708176"/>
                    <a:pt x="330144" y="702737"/>
                  </a:cubicBezTo>
                  <a:cubicBezTo>
                    <a:pt x="330144" y="700017"/>
                    <a:pt x="330144" y="697297"/>
                    <a:pt x="335584" y="694578"/>
                  </a:cubicBezTo>
                  <a:cubicBezTo>
                    <a:pt x="341023" y="691858"/>
                    <a:pt x="351902" y="689138"/>
                    <a:pt x="357341" y="686419"/>
                  </a:cubicBezTo>
                  <a:cubicBezTo>
                    <a:pt x="373659" y="683699"/>
                    <a:pt x="387257" y="680979"/>
                    <a:pt x="395416" y="680979"/>
                  </a:cubicBezTo>
                  <a:cubicBezTo>
                    <a:pt x="387257" y="675540"/>
                    <a:pt x="384537" y="670101"/>
                    <a:pt x="381817" y="656502"/>
                  </a:cubicBezTo>
                  <a:cubicBezTo>
                    <a:pt x="379098" y="632026"/>
                    <a:pt x="379098" y="610268"/>
                    <a:pt x="379098" y="585791"/>
                  </a:cubicBezTo>
                  <a:cubicBezTo>
                    <a:pt x="379098" y="564034"/>
                    <a:pt x="379098" y="542277"/>
                    <a:pt x="379098" y="517800"/>
                  </a:cubicBezTo>
                  <a:cubicBezTo>
                    <a:pt x="379098" y="504202"/>
                    <a:pt x="379098" y="487884"/>
                    <a:pt x="379098" y="474286"/>
                  </a:cubicBezTo>
                  <a:cubicBezTo>
                    <a:pt x="379098" y="457968"/>
                    <a:pt x="376379" y="444369"/>
                    <a:pt x="379098" y="430771"/>
                  </a:cubicBezTo>
                  <a:cubicBezTo>
                    <a:pt x="379098" y="425332"/>
                    <a:pt x="381817" y="417173"/>
                    <a:pt x="381817" y="411733"/>
                  </a:cubicBezTo>
                  <a:cubicBezTo>
                    <a:pt x="381817" y="406294"/>
                    <a:pt x="381817" y="403575"/>
                    <a:pt x="379098" y="400855"/>
                  </a:cubicBezTo>
                  <a:cubicBezTo>
                    <a:pt x="376379" y="400855"/>
                    <a:pt x="373659" y="398135"/>
                    <a:pt x="370939" y="398135"/>
                  </a:cubicBezTo>
                  <a:cubicBezTo>
                    <a:pt x="360061" y="398135"/>
                    <a:pt x="343742" y="400855"/>
                    <a:pt x="338304" y="400855"/>
                  </a:cubicBezTo>
                  <a:cubicBezTo>
                    <a:pt x="330144" y="400855"/>
                    <a:pt x="319266" y="403575"/>
                    <a:pt x="289349" y="403575"/>
                  </a:cubicBezTo>
                  <a:cubicBezTo>
                    <a:pt x="275751" y="403575"/>
                    <a:pt x="267592" y="400855"/>
                    <a:pt x="264872" y="400855"/>
                  </a:cubicBezTo>
                  <a:cubicBezTo>
                    <a:pt x="262153" y="400855"/>
                    <a:pt x="259433" y="400855"/>
                    <a:pt x="259433" y="406294"/>
                  </a:cubicBezTo>
                  <a:cubicBezTo>
                    <a:pt x="259433" y="414453"/>
                    <a:pt x="259433" y="419892"/>
                    <a:pt x="259433" y="425332"/>
                  </a:cubicBezTo>
                  <a:cubicBezTo>
                    <a:pt x="259433" y="433491"/>
                    <a:pt x="259433" y="441650"/>
                    <a:pt x="259433" y="449809"/>
                  </a:cubicBezTo>
                  <a:cubicBezTo>
                    <a:pt x="259433" y="457968"/>
                    <a:pt x="259433" y="463407"/>
                    <a:pt x="259433" y="471566"/>
                  </a:cubicBezTo>
                  <a:cubicBezTo>
                    <a:pt x="259433" y="482445"/>
                    <a:pt x="259433" y="493323"/>
                    <a:pt x="259433" y="504202"/>
                  </a:cubicBezTo>
                  <a:cubicBezTo>
                    <a:pt x="259433" y="506921"/>
                    <a:pt x="259433" y="506921"/>
                    <a:pt x="259433" y="509641"/>
                  </a:cubicBezTo>
                  <a:cubicBezTo>
                    <a:pt x="259433" y="520520"/>
                    <a:pt x="256714" y="531398"/>
                    <a:pt x="256714" y="542277"/>
                  </a:cubicBezTo>
                  <a:cubicBezTo>
                    <a:pt x="256714" y="553156"/>
                    <a:pt x="256714" y="566754"/>
                    <a:pt x="256714" y="577632"/>
                  </a:cubicBezTo>
                  <a:cubicBezTo>
                    <a:pt x="256714" y="588511"/>
                    <a:pt x="256714" y="599390"/>
                    <a:pt x="256714" y="612988"/>
                  </a:cubicBezTo>
                  <a:cubicBezTo>
                    <a:pt x="256714" y="629306"/>
                    <a:pt x="253994" y="642904"/>
                    <a:pt x="253994" y="656502"/>
                  </a:cubicBezTo>
                  <a:cubicBezTo>
                    <a:pt x="253994" y="664661"/>
                    <a:pt x="256714" y="672820"/>
                    <a:pt x="256714" y="678260"/>
                  </a:cubicBezTo>
                  <a:cubicBezTo>
                    <a:pt x="270312" y="678260"/>
                    <a:pt x="286629" y="680979"/>
                    <a:pt x="286629" y="694578"/>
                  </a:cubicBezTo>
                  <a:cubicBezTo>
                    <a:pt x="286629" y="702737"/>
                    <a:pt x="283910" y="705456"/>
                    <a:pt x="281191" y="710895"/>
                  </a:cubicBezTo>
                  <a:cubicBezTo>
                    <a:pt x="275751" y="716335"/>
                    <a:pt x="270312" y="719054"/>
                    <a:pt x="264872" y="719054"/>
                  </a:cubicBezTo>
                  <a:cubicBezTo>
                    <a:pt x="256714" y="721774"/>
                    <a:pt x="248554" y="721774"/>
                    <a:pt x="243116" y="721774"/>
                  </a:cubicBezTo>
                  <a:cubicBezTo>
                    <a:pt x="243116" y="721774"/>
                    <a:pt x="243116" y="721774"/>
                    <a:pt x="243116" y="721774"/>
                  </a:cubicBezTo>
                  <a:cubicBezTo>
                    <a:pt x="237676" y="724494"/>
                    <a:pt x="237676" y="724494"/>
                    <a:pt x="232236" y="727214"/>
                  </a:cubicBezTo>
                  <a:cubicBezTo>
                    <a:pt x="229517" y="729933"/>
                    <a:pt x="229517" y="732653"/>
                    <a:pt x="224078" y="735372"/>
                  </a:cubicBezTo>
                  <a:cubicBezTo>
                    <a:pt x="221358" y="738092"/>
                    <a:pt x="215919" y="738092"/>
                    <a:pt x="213199" y="738092"/>
                  </a:cubicBezTo>
                  <a:cubicBezTo>
                    <a:pt x="199601" y="738092"/>
                    <a:pt x="188722" y="735372"/>
                    <a:pt x="183283" y="727214"/>
                  </a:cubicBezTo>
                  <a:cubicBezTo>
                    <a:pt x="180563" y="724494"/>
                    <a:pt x="177843" y="721774"/>
                    <a:pt x="175124" y="719054"/>
                  </a:cubicBezTo>
                  <a:cubicBezTo>
                    <a:pt x="161526" y="719054"/>
                    <a:pt x="150646" y="719054"/>
                    <a:pt x="145208" y="719054"/>
                  </a:cubicBezTo>
                  <a:cubicBezTo>
                    <a:pt x="131609" y="719054"/>
                    <a:pt x="142488" y="719054"/>
                    <a:pt x="126170" y="719054"/>
                  </a:cubicBezTo>
                  <a:cubicBezTo>
                    <a:pt x="118011" y="719054"/>
                    <a:pt x="109852" y="719054"/>
                    <a:pt x="101693" y="719054"/>
                  </a:cubicBezTo>
                  <a:cubicBezTo>
                    <a:pt x="93534" y="719054"/>
                    <a:pt x="82655" y="719054"/>
                    <a:pt x="74496" y="713615"/>
                  </a:cubicBezTo>
                  <a:cubicBezTo>
                    <a:pt x="66338" y="710895"/>
                    <a:pt x="58178" y="702737"/>
                    <a:pt x="58178" y="697297"/>
                  </a:cubicBezTo>
                  <a:cubicBezTo>
                    <a:pt x="58178" y="694578"/>
                    <a:pt x="58178" y="691858"/>
                    <a:pt x="63618" y="689138"/>
                  </a:cubicBezTo>
                  <a:cubicBezTo>
                    <a:pt x="69057" y="686419"/>
                    <a:pt x="79936" y="683699"/>
                    <a:pt x="85375" y="680979"/>
                  </a:cubicBezTo>
                  <a:cubicBezTo>
                    <a:pt x="98973" y="678260"/>
                    <a:pt x="118011" y="678260"/>
                    <a:pt x="131609" y="675540"/>
                  </a:cubicBezTo>
                  <a:cubicBezTo>
                    <a:pt x="131609" y="672820"/>
                    <a:pt x="131609" y="670101"/>
                    <a:pt x="131609" y="667381"/>
                  </a:cubicBezTo>
                  <a:cubicBezTo>
                    <a:pt x="131609" y="661942"/>
                    <a:pt x="131609" y="656502"/>
                    <a:pt x="131609" y="651063"/>
                  </a:cubicBezTo>
                  <a:cubicBezTo>
                    <a:pt x="131609" y="640184"/>
                    <a:pt x="131609" y="629306"/>
                    <a:pt x="131609" y="618427"/>
                  </a:cubicBezTo>
                  <a:cubicBezTo>
                    <a:pt x="131609" y="604829"/>
                    <a:pt x="131609" y="593950"/>
                    <a:pt x="131609" y="580352"/>
                  </a:cubicBezTo>
                  <a:cubicBezTo>
                    <a:pt x="131609" y="564034"/>
                    <a:pt x="131609" y="547716"/>
                    <a:pt x="131609" y="531398"/>
                  </a:cubicBezTo>
                  <a:cubicBezTo>
                    <a:pt x="131609" y="509641"/>
                    <a:pt x="131609" y="487884"/>
                    <a:pt x="131609" y="466126"/>
                  </a:cubicBezTo>
                  <a:cubicBezTo>
                    <a:pt x="131609" y="452528"/>
                    <a:pt x="131609" y="436210"/>
                    <a:pt x="131609" y="422612"/>
                  </a:cubicBezTo>
                  <a:cubicBezTo>
                    <a:pt x="131609" y="419892"/>
                    <a:pt x="131609" y="414453"/>
                    <a:pt x="131609" y="411733"/>
                  </a:cubicBezTo>
                  <a:cubicBezTo>
                    <a:pt x="131609" y="409014"/>
                    <a:pt x="131609" y="400855"/>
                    <a:pt x="131609" y="398135"/>
                  </a:cubicBezTo>
                  <a:cubicBezTo>
                    <a:pt x="131609" y="392696"/>
                    <a:pt x="131609" y="392696"/>
                    <a:pt x="126170" y="389976"/>
                  </a:cubicBezTo>
                  <a:cubicBezTo>
                    <a:pt x="123450" y="389976"/>
                    <a:pt x="109852" y="387257"/>
                    <a:pt x="101693" y="387257"/>
                  </a:cubicBezTo>
                  <a:cubicBezTo>
                    <a:pt x="90814" y="384537"/>
                    <a:pt x="77216" y="381817"/>
                    <a:pt x="77216" y="376378"/>
                  </a:cubicBezTo>
                  <a:cubicBezTo>
                    <a:pt x="77216" y="373658"/>
                    <a:pt x="79936" y="370939"/>
                    <a:pt x="82655" y="368219"/>
                  </a:cubicBezTo>
                  <a:cubicBezTo>
                    <a:pt x="88095" y="365499"/>
                    <a:pt x="93534" y="362780"/>
                    <a:pt x="98973" y="360060"/>
                  </a:cubicBezTo>
                  <a:cubicBezTo>
                    <a:pt x="104413" y="360060"/>
                    <a:pt x="112571" y="357340"/>
                    <a:pt x="118011" y="357340"/>
                  </a:cubicBezTo>
                  <a:cubicBezTo>
                    <a:pt x="126170" y="354621"/>
                    <a:pt x="128890" y="357340"/>
                    <a:pt x="131609" y="351901"/>
                  </a:cubicBezTo>
                  <a:cubicBezTo>
                    <a:pt x="131609" y="349181"/>
                    <a:pt x="131609" y="346462"/>
                    <a:pt x="131609" y="343742"/>
                  </a:cubicBezTo>
                  <a:cubicBezTo>
                    <a:pt x="131609" y="319265"/>
                    <a:pt x="131609" y="294788"/>
                    <a:pt x="131609" y="270311"/>
                  </a:cubicBezTo>
                  <a:cubicBezTo>
                    <a:pt x="131609" y="226797"/>
                    <a:pt x="131609" y="186002"/>
                    <a:pt x="137048" y="145207"/>
                  </a:cubicBezTo>
                  <a:cubicBezTo>
                    <a:pt x="137048" y="139768"/>
                    <a:pt x="137048" y="131609"/>
                    <a:pt x="139768" y="123450"/>
                  </a:cubicBezTo>
                  <a:cubicBezTo>
                    <a:pt x="134329" y="123450"/>
                    <a:pt x="137048" y="123450"/>
                    <a:pt x="123450" y="123450"/>
                  </a:cubicBezTo>
                  <a:cubicBezTo>
                    <a:pt x="120731" y="123450"/>
                    <a:pt x="120731" y="123450"/>
                    <a:pt x="118011" y="123450"/>
                  </a:cubicBezTo>
                  <a:cubicBezTo>
                    <a:pt x="112571" y="123450"/>
                    <a:pt x="107133" y="123450"/>
                    <a:pt x="101693" y="123450"/>
                  </a:cubicBezTo>
                  <a:cubicBezTo>
                    <a:pt x="93534" y="123450"/>
                    <a:pt x="82655" y="120730"/>
                    <a:pt x="74496" y="118011"/>
                  </a:cubicBezTo>
                  <a:cubicBezTo>
                    <a:pt x="66338" y="115291"/>
                    <a:pt x="58178" y="107132"/>
                    <a:pt x="58178" y="101693"/>
                  </a:cubicBezTo>
                  <a:cubicBezTo>
                    <a:pt x="58178" y="98973"/>
                    <a:pt x="58178" y="96253"/>
                    <a:pt x="63618" y="93534"/>
                  </a:cubicBezTo>
                  <a:cubicBezTo>
                    <a:pt x="66338" y="90814"/>
                    <a:pt x="77216" y="88095"/>
                    <a:pt x="85375" y="85375"/>
                  </a:cubicBezTo>
                  <a:cubicBezTo>
                    <a:pt x="104413" y="82655"/>
                    <a:pt x="128890" y="82655"/>
                    <a:pt x="137048" y="82655"/>
                  </a:cubicBezTo>
                  <a:cubicBezTo>
                    <a:pt x="139768" y="82655"/>
                    <a:pt x="142488" y="82655"/>
                    <a:pt x="147927" y="82655"/>
                  </a:cubicBezTo>
                  <a:cubicBezTo>
                    <a:pt x="153366" y="69057"/>
                    <a:pt x="164245" y="58178"/>
                    <a:pt x="186003" y="58178"/>
                  </a:cubicBezTo>
                  <a:cubicBezTo>
                    <a:pt x="202321" y="58178"/>
                    <a:pt x="215919" y="66337"/>
                    <a:pt x="226797" y="79936"/>
                  </a:cubicBezTo>
                  <a:cubicBezTo>
                    <a:pt x="237676" y="79936"/>
                    <a:pt x="248554" y="79936"/>
                    <a:pt x="253994" y="79936"/>
                  </a:cubicBezTo>
                  <a:cubicBezTo>
                    <a:pt x="267592" y="79936"/>
                    <a:pt x="294789" y="79936"/>
                    <a:pt x="294789" y="96253"/>
                  </a:cubicBezTo>
                  <a:cubicBezTo>
                    <a:pt x="294789" y="104412"/>
                    <a:pt x="289349" y="107132"/>
                    <a:pt x="283910" y="112571"/>
                  </a:cubicBezTo>
                  <a:cubicBezTo>
                    <a:pt x="278471" y="118011"/>
                    <a:pt x="273031" y="120730"/>
                    <a:pt x="267592" y="120730"/>
                  </a:cubicBezTo>
                  <a:cubicBezTo>
                    <a:pt x="259433" y="123450"/>
                    <a:pt x="251274" y="123450"/>
                    <a:pt x="245835" y="123450"/>
                  </a:cubicBezTo>
                  <a:cubicBezTo>
                    <a:pt x="245835" y="123450"/>
                    <a:pt x="243116" y="123450"/>
                    <a:pt x="237676" y="123450"/>
                  </a:cubicBezTo>
                  <a:cubicBezTo>
                    <a:pt x="237676" y="126170"/>
                    <a:pt x="237676" y="126170"/>
                    <a:pt x="240396" y="128889"/>
                  </a:cubicBezTo>
                  <a:cubicBezTo>
                    <a:pt x="245835" y="145207"/>
                    <a:pt x="248554" y="161525"/>
                    <a:pt x="251274" y="177843"/>
                  </a:cubicBezTo>
                  <a:cubicBezTo>
                    <a:pt x="253994" y="194161"/>
                    <a:pt x="253994" y="210479"/>
                    <a:pt x="256714" y="226797"/>
                  </a:cubicBezTo>
                  <a:cubicBezTo>
                    <a:pt x="259433" y="243115"/>
                    <a:pt x="262153" y="256713"/>
                    <a:pt x="262153" y="273031"/>
                  </a:cubicBezTo>
                  <a:cubicBezTo>
                    <a:pt x="262153" y="278470"/>
                    <a:pt x="262153" y="283910"/>
                    <a:pt x="262153" y="289349"/>
                  </a:cubicBezTo>
                  <a:lnTo>
                    <a:pt x="262153" y="297508"/>
                  </a:lnTo>
                  <a:cubicBezTo>
                    <a:pt x="262153" y="305667"/>
                    <a:pt x="262153" y="313826"/>
                    <a:pt x="264872" y="321985"/>
                  </a:cubicBezTo>
                  <a:cubicBezTo>
                    <a:pt x="264872" y="327424"/>
                    <a:pt x="270312" y="330144"/>
                    <a:pt x="270312" y="335583"/>
                  </a:cubicBezTo>
                  <a:cubicBezTo>
                    <a:pt x="270312" y="335583"/>
                    <a:pt x="270312" y="338303"/>
                    <a:pt x="270312" y="338303"/>
                  </a:cubicBezTo>
                  <a:cubicBezTo>
                    <a:pt x="270312" y="341022"/>
                    <a:pt x="270312" y="343742"/>
                    <a:pt x="270312" y="346462"/>
                  </a:cubicBezTo>
                  <a:cubicBezTo>
                    <a:pt x="270312" y="351901"/>
                    <a:pt x="273031" y="354621"/>
                    <a:pt x="278471" y="354621"/>
                  </a:cubicBezTo>
                  <a:cubicBezTo>
                    <a:pt x="289349" y="354621"/>
                    <a:pt x="335584" y="351901"/>
                    <a:pt x="338304" y="349181"/>
                  </a:cubicBezTo>
                  <a:cubicBezTo>
                    <a:pt x="346462" y="349181"/>
                    <a:pt x="357341" y="349181"/>
                    <a:pt x="365500" y="349181"/>
                  </a:cubicBezTo>
                  <a:cubicBezTo>
                    <a:pt x="370939" y="349181"/>
                    <a:pt x="376379" y="349181"/>
                    <a:pt x="381817" y="349181"/>
                  </a:cubicBezTo>
                  <a:cubicBezTo>
                    <a:pt x="387257" y="349181"/>
                    <a:pt x="392697" y="346462"/>
                    <a:pt x="392697" y="338303"/>
                  </a:cubicBezTo>
                  <a:cubicBezTo>
                    <a:pt x="392697" y="330144"/>
                    <a:pt x="389977" y="316545"/>
                    <a:pt x="389977" y="313826"/>
                  </a:cubicBezTo>
                  <a:cubicBezTo>
                    <a:pt x="389977" y="294788"/>
                    <a:pt x="389977" y="278470"/>
                    <a:pt x="392697" y="262152"/>
                  </a:cubicBezTo>
                  <a:cubicBezTo>
                    <a:pt x="392697" y="259433"/>
                    <a:pt x="395416" y="243115"/>
                    <a:pt x="395416" y="224077"/>
                  </a:cubicBezTo>
                  <a:cubicBezTo>
                    <a:pt x="395416" y="207759"/>
                    <a:pt x="398136" y="188722"/>
                    <a:pt x="398136" y="177843"/>
                  </a:cubicBezTo>
                  <a:cubicBezTo>
                    <a:pt x="398136" y="169684"/>
                    <a:pt x="395416" y="158806"/>
                    <a:pt x="395416" y="153366"/>
                  </a:cubicBezTo>
                  <a:cubicBezTo>
                    <a:pt x="395416" y="145207"/>
                    <a:pt x="395416" y="142488"/>
                    <a:pt x="395416" y="137048"/>
                  </a:cubicBezTo>
                  <a:cubicBezTo>
                    <a:pt x="389977" y="137048"/>
                    <a:pt x="384537" y="137048"/>
                    <a:pt x="379098" y="137048"/>
                  </a:cubicBezTo>
                  <a:cubicBezTo>
                    <a:pt x="370939" y="137048"/>
                    <a:pt x="360061" y="134329"/>
                    <a:pt x="351902" y="131609"/>
                  </a:cubicBezTo>
                  <a:cubicBezTo>
                    <a:pt x="343742" y="128889"/>
                    <a:pt x="338304" y="120730"/>
                    <a:pt x="338304" y="115291"/>
                  </a:cubicBezTo>
                  <a:cubicBezTo>
                    <a:pt x="338304" y="112571"/>
                    <a:pt x="338304" y="109852"/>
                    <a:pt x="343742" y="107132"/>
                  </a:cubicBezTo>
                  <a:cubicBezTo>
                    <a:pt x="349182" y="104412"/>
                    <a:pt x="357341" y="101693"/>
                    <a:pt x="362780" y="98973"/>
                  </a:cubicBezTo>
                  <a:cubicBezTo>
                    <a:pt x="373659" y="96253"/>
                    <a:pt x="387257" y="96253"/>
                    <a:pt x="395416" y="96253"/>
                  </a:cubicBezTo>
                  <a:cubicBezTo>
                    <a:pt x="398136" y="93534"/>
                    <a:pt x="400855" y="90814"/>
                    <a:pt x="403575" y="90814"/>
                  </a:cubicBezTo>
                  <a:cubicBezTo>
                    <a:pt x="411734" y="90814"/>
                    <a:pt x="419893" y="88095"/>
                    <a:pt x="422612" y="88095"/>
                  </a:cubicBezTo>
                  <a:cubicBezTo>
                    <a:pt x="425332" y="88095"/>
                    <a:pt x="425332" y="88095"/>
                    <a:pt x="428052" y="88095"/>
                  </a:cubicBezTo>
                  <a:cubicBezTo>
                    <a:pt x="433492" y="88095"/>
                    <a:pt x="441650" y="88095"/>
                    <a:pt x="447090" y="90814"/>
                  </a:cubicBezTo>
                  <a:cubicBezTo>
                    <a:pt x="449809" y="90814"/>
                    <a:pt x="452529" y="93534"/>
                    <a:pt x="455249" y="96253"/>
                  </a:cubicBezTo>
                  <a:cubicBezTo>
                    <a:pt x="482445" y="96253"/>
                    <a:pt x="509642" y="93534"/>
                    <a:pt x="525960" y="93534"/>
                  </a:cubicBezTo>
                  <a:cubicBezTo>
                    <a:pt x="539558" y="93534"/>
                    <a:pt x="561315" y="93534"/>
                    <a:pt x="561315" y="109852"/>
                  </a:cubicBezTo>
                  <a:cubicBezTo>
                    <a:pt x="561315" y="118011"/>
                    <a:pt x="561315" y="120730"/>
                    <a:pt x="555876" y="126170"/>
                  </a:cubicBezTo>
                  <a:cubicBezTo>
                    <a:pt x="550437" y="131609"/>
                    <a:pt x="544997" y="134329"/>
                    <a:pt x="539558" y="134329"/>
                  </a:cubicBezTo>
                  <a:cubicBezTo>
                    <a:pt x="531399" y="137048"/>
                    <a:pt x="523240" y="137048"/>
                    <a:pt x="517800" y="137048"/>
                  </a:cubicBezTo>
                  <a:cubicBezTo>
                    <a:pt x="515081" y="137048"/>
                    <a:pt x="498763" y="137048"/>
                    <a:pt x="477006" y="137048"/>
                  </a:cubicBezTo>
                  <a:cubicBezTo>
                    <a:pt x="479725" y="145207"/>
                    <a:pt x="485165" y="153366"/>
                    <a:pt x="485165" y="161525"/>
                  </a:cubicBezTo>
                  <a:cubicBezTo>
                    <a:pt x="487885" y="177843"/>
                    <a:pt x="493324" y="194161"/>
                    <a:pt x="496043" y="210479"/>
                  </a:cubicBezTo>
                  <a:cubicBezTo>
                    <a:pt x="498763" y="224077"/>
                    <a:pt x="498763" y="237676"/>
                    <a:pt x="501483" y="251274"/>
                  </a:cubicBezTo>
                  <a:cubicBezTo>
                    <a:pt x="504202" y="264872"/>
                    <a:pt x="506922" y="275751"/>
                    <a:pt x="506922" y="292069"/>
                  </a:cubicBezTo>
                  <a:cubicBezTo>
                    <a:pt x="506922" y="302947"/>
                    <a:pt x="506922" y="311106"/>
                    <a:pt x="506922" y="321985"/>
                  </a:cubicBezTo>
                  <a:cubicBezTo>
                    <a:pt x="506922" y="327424"/>
                    <a:pt x="509642" y="335583"/>
                    <a:pt x="509642" y="341022"/>
                  </a:cubicBezTo>
                  <a:cubicBezTo>
                    <a:pt x="509642" y="343742"/>
                    <a:pt x="509642" y="343742"/>
                    <a:pt x="509642" y="343742"/>
                  </a:cubicBezTo>
                  <a:cubicBezTo>
                    <a:pt x="509642" y="349181"/>
                    <a:pt x="515081" y="349181"/>
                    <a:pt x="517800" y="349181"/>
                  </a:cubicBezTo>
                  <a:cubicBezTo>
                    <a:pt x="520520" y="349181"/>
                    <a:pt x="523240" y="349181"/>
                    <a:pt x="528680" y="349181"/>
                  </a:cubicBezTo>
                  <a:cubicBezTo>
                    <a:pt x="536838" y="349181"/>
                    <a:pt x="547717" y="349181"/>
                    <a:pt x="550437" y="357340"/>
                  </a:cubicBezTo>
                  <a:cubicBezTo>
                    <a:pt x="550437" y="360060"/>
                    <a:pt x="550437" y="360060"/>
                    <a:pt x="550437" y="362780"/>
                  </a:cubicBezTo>
                  <a:cubicBezTo>
                    <a:pt x="550437" y="370939"/>
                    <a:pt x="539558" y="381817"/>
                    <a:pt x="534119" y="384537"/>
                  </a:cubicBezTo>
                  <a:cubicBezTo>
                    <a:pt x="531399" y="387257"/>
                    <a:pt x="523240" y="387257"/>
                    <a:pt x="520520" y="389976"/>
                  </a:cubicBezTo>
                  <a:cubicBezTo>
                    <a:pt x="515081" y="389976"/>
                    <a:pt x="512362" y="392696"/>
                    <a:pt x="512362" y="395415"/>
                  </a:cubicBezTo>
                  <a:cubicBezTo>
                    <a:pt x="512362" y="395415"/>
                    <a:pt x="512362" y="398135"/>
                    <a:pt x="512362" y="398135"/>
                  </a:cubicBezTo>
                  <a:cubicBezTo>
                    <a:pt x="512362" y="400855"/>
                    <a:pt x="512362" y="406294"/>
                    <a:pt x="512362" y="409014"/>
                  </a:cubicBezTo>
                  <a:cubicBezTo>
                    <a:pt x="512362" y="411733"/>
                    <a:pt x="512362" y="411733"/>
                    <a:pt x="512362" y="414453"/>
                  </a:cubicBezTo>
                  <a:cubicBezTo>
                    <a:pt x="512362" y="422612"/>
                    <a:pt x="512362" y="430771"/>
                    <a:pt x="512362" y="438930"/>
                  </a:cubicBezTo>
                  <a:cubicBezTo>
                    <a:pt x="512362" y="460687"/>
                    <a:pt x="512362" y="482445"/>
                    <a:pt x="515081" y="504202"/>
                  </a:cubicBezTo>
                  <a:cubicBezTo>
                    <a:pt x="517800" y="525959"/>
                    <a:pt x="520520" y="550436"/>
                    <a:pt x="520520" y="572193"/>
                  </a:cubicBezTo>
                  <a:cubicBezTo>
                    <a:pt x="520520" y="583072"/>
                    <a:pt x="520520" y="593950"/>
                    <a:pt x="517800" y="604829"/>
                  </a:cubicBezTo>
                  <a:cubicBezTo>
                    <a:pt x="515081" y="623867"/>
                    <a:pt x="515081" y="642904"/>
                    <a:pt x="512362" y="661942"/>
                  </a:cubicBezTo>
                  <a:cubicBezTo>
                    <a:pt x="512362" y="664661"/>
                    <a:pt x="509642" y="667381"/>
                    <a:pt x="509642" y="670101"/>
                  </a:cubicBezTo>
                  <a:cubicBezTo>
                    <a:pt x="509642" y="672820"/>
                    <a:pt x="512362" y="678260"/>
                    <a:pt x="512362" y="680979"/>
                  </a:cubicBezTo>
                  <a:cubicBezTo>
                    <a:pt x="512362" y="683699"/>
                    <a:pt x="512362" y="686419"/>
                    <a:pt x="512362" y="686419"/>
                  </a:cubicBezTo>
                  <a:cubicBezTo>
                    <a:pt x="517800" y="680979"/>
                    <a:pt x="528680" y="680979"/>
                    <a:pt x="536838" y="680979"/>
                  </a:cubicBezTo>
                  <a:lnTo>
                    <a:pt x="536838" y="680979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872BE12F-3FBC-4635-99C7-4788DC937AE2}"/>
                </a:ext>
              </a:extLst>
            </p:cNvPr>
            <p:cNvSpPr/>
            <p:nvPr/>
          </p:nvSpPr>
          <p:spPr>
            <a:xfrm>
              <a:off x="9592416" y="4192158"/>
              <a:ext cx="516735" cy="761503"/>
            </a:xfrm>
            <a:custGeom>
              <a:avLst/>
              <a:gdLst>
                <a:gd name="connsiteX0" fmla="*/ 463407 w 516735"/>
                <a:gd name="connsiteY0" fmla="*/ 194161 h 761503"/>
                <a:gd name="connsiteX1" fmla="*/ 447089 w 516735"/>
                <a:gd name="connsiteY1" fmla="*/ 226797 h 761503"/>
                <a:gd name="connsiteX2" fmla="*/ 430771 w 516735"/>
                <a:gd name="connsiteY2" fmla="*/ 221357 h 761503"/>
                <a:gd name="connsiteX3" fmla="*/ 422612 w 516735"/>
                <a:gd name="connsiteY3" fmla="*/ 207759 h 761503"/>
                <a:gd name="connsiteX4" fmla="*/ 419893 w 516735"/>
                <a:gd name="connsiteY4" fmla="*/ 188722 h 761503"/>
                <a:gd name="connsiteX5" fmla="*/ 419893 w 516735"/>
                <a:gd name="connsiteY5" fmla="*/ 139768 h 761503"/>
                <a:gd name="connsiteX6" fmla="*/ 419893 w 516735"/>
                <a:gd name="connsiteY6" fmla="*/ 120730 h 761503"/>
                <a:gd name="connsiteX7" fmla="*/ 395416 w 516735"/>
                <a:gd name="connsiteY7" fmla="*/ 120730 h 761503"/>
                <a:gd name="connsiteX8" fmla="*/ 370939 w 516735"/>
                <a:gd name="connsiteY8" fmla="*/ 120730 h 761503"/>
                <a:gd name="connsiteX9" fmla="*/ 346461 w 516735"/>
                <a:gd name="connsiteY9" fmla="*/ 123450 h 761503"/>
                <a:gd name="connsiteX10" fmla="*/ 335583 w 516735"/>
                <a:gd name="connsiteY10" fmla="*/ 123450 h 761503"/>
                <a:gd name="connsiteX11" fmla="*/ 335583 w 516735"/>
                <a:gd name="connsiteY11" fmla="*/ 123450 h 761503"/>
                <a:gd name="connsiteX12" fmla="*/ 324704 w 516735"/>
                <a:gd name="connsiteY12" fmla="*/ 128889 h 761503"/>
                <a:gd name="connsiteX13" fmla="*/ 327424 w 516735"/>
                <a:gd name="connsiteY13" fmla="*/ 139768 h 761503"/>
                <a:gd name="connsiteX14" fmla="*/ 330144 w 516735"/>
                <a:gd name="connsiteY14" fmla="*/ 175123 h 761503"/>
                <a:gd name="connsiteX15" fmla="*/ 330144 w 516735"/>
                <a:gd name="connsiteY15" fmla="*/ 199600 h 761503"/>
                <a:gd name="connsiteX16" fmla="*/ 327424 w 516735"/>
                <a:gd name="connsiteY16" fmla="*/ 224077 h 761503"/>
                <a:gd name="connsiteX17" fmla="*/ 330144 w 516735"/>
                <a:gd name="connsiteY17" fmla="*/ 251274 h 761503"/>
                <a:gd name="connsiteX18" fmla="*/ 327424 w 516735"/>
                <a:gd name="connsiteY18" fmla="*/ 278470 h 761503"/>
                <a:gd name="connsiteX19" fmla="*/ 327424 w 516735"/>
                <a:gd name="connsiteY19" fmla="*/ 332864 h 761503"/>
                <a:gd name="connsiteX20" fmla="*/ 330144 w 516735"/>
                <a:gd name="connsiteY20" fmla="*/ 357340 h 761503"/>
                <a:gd name="connsiteX21" fmla="*/ 330144 w 516735"/>
                <a:gd name="connsiteY21" fmla="*/ 368219 h 761503"/>
                <a:gd name="connsiteX22" fmla="*/ 332863 w 516735"/>
                <a:gd name="connsiteY22" fmla="*/ 387257 h 761503"/>
                <a:gd name="connsiteX23" fmla="*/ 332863 w 516735"/>
                <a:gd name="connsiteY23" fmla="*/ 433491 h 761503"/>
                <a:gd name="connsiteX24" fmla="*/ 332863 w 516735"/>
                <a:gd name="connsiteY24" fmla="*/ 487884 h 761503"/>
                <a:gd name="connsiteX25" fmla="*/ 330144 w 516735"/>
                <a:gd name="connsiteY25" fmla="*/ 512361 h 761503"/>
                <a:gd name="connsiteX26" fmla="*/ 330144 w 516735"/>
                <a:gd name="connsiteY26" fmla="*/ 539557 h 761503"/>
                <a:gd name="connsiteX27" fmla="*/ 332863 w 516735"/>
                <a:gd name="connsiteY27" fmla="*/ 593950 h 761503"/>
                <a:gd name="connsiteX28" fmla="*/ 332863 w 516735"/>
                <a:gd name="connsiteY28" fmla="*/ 648343 h 761503"/>
                <a:gd name="connsiteX29" fmla="*/ 332863 w 516735"/>
                <a:gd name="connsiteY29" fmla="*/ 656502 h 761503"/>
                <a:gd name="connsiteX30" fmla="*/ 357341 w 516735"/>
                <a:gd name="connsiteY30" fmla="*/ 656502 h 761503"/>
                <a:gd name="connsiteX31" fmla="*/ 395416 w 516735"/>
                <a:gd name="connsiteY31" fmla="*/ 675540 h 761503"/>
                <a:gd name="connsiteX32" fmla="*/ 389976 w 516735"/>
                <a:gd name="connsiteY32" fmla="*/ 691858 h 761503"/>
                <a:gd name="connsiteX33" fmla="*/ 373658 w 516735"/>
                <a:gd name="connsiteY33" fmla="*/ 700017 h 761503"/>
                <a:gd name="connsiteX34" fmla="*/ 351901 w 516735"/>
                <a:gd name="connsiteY34" fmla="*/ 702737 h 761503"/>
                <a:gd name="connsiteX35" fmla="*/ 319265 w 516735"/>
                <a:gd name="connsiteY35" fmla="*/ 702737 h 761503"/>
                <a:gd name="connsiteX36" fmla="*/ 311106 w 516735"/>
                <a:gd name="connsiteY36" fmla="*/ 708176 h 761503"/>
                <a:gd name="connsiteX37" fmla="*/ 289349 w 516735"/>
                <a:gd name="connsiteY37" fmla="*/ 713615 h 761503"/>
                <a:gd name="connsiteX38" fmla="*/ 270311 w 516735"/>
                <a:gd name="connsiteY38" fmla="*/ 713615 h 761503"/>
                <a:gd name="connsiteX39" fmla="*/ 243115 w 516735"/>
                <a:gd name="connsiteY39" fmla="*/ 705456 h 761503"/>
                <a:gd name="connsiteX40" fmla="*/ 237675 w 516735"/>
                <a:gd name="connsiteY40" fmla="*/ 702737 h 761503"/>
                <a:gd name="connsiteX41" fmla="*/ 199600 w 516735"/>
                <a:gd name="connsiteY41" fmla="*/ 702737 h 761503"/>
                <a:gd name="connsiteX42" fmla="*/ 175123 w 516735"/>
                <a:gd name="connsiteY42" fmla="*/ 702737 h 761503"/>
                <a:gd name="connsiteX43" fmla="*/ 147927 w 516735"/>
                <a:gd name="connsiteY43" fmla="*/ 697297 h 761503"/>
                <a:gd name="connsiteX44" fmla="*/ 131609 w 516735"/>
                <a:gd name="connsiteY44" fmla="*/ 678260 h 761503"/>
                <a:gd name="connsiteX45" fmla="*/ 137048 w 516735"/>
                <a:gd name="connsiteY45" fmla="*/ 670101 h 761503"/>
                <a:gd name="connsiteX46" fmla="*/ 158805 w 516735"/>
                <a:gd name="connsiteY46" fmla="*/ 661942 h 761503"/>
                <a:gd name="connsiteX47" fmla="*/ 199600 w 516735"/>
                <a:gd name="connsiteY47" fmla="*/ 659222 h 761503"/>
                <a:gd name="connsiteX48" fmla="*/ 199600 w 516735"/>
                <a:gd name="connsiteY48" fmla="*/ 659222 h 761503"/>
                <a:gd name="connsiteX49" fmla="*/ 196880 w 516735"/>
                <a:gd name="connsiteY49" fmla="*/ 629306 h 761503"/>
                <a:gd name="connsiteX50" fmla="*/ 199600 w 516735"/>
                <a:gd name="connsiteY50" fmla="*/ 574913 h 761503"/>
                <a:gd name="connsiteX51" fmla="*/ 202320 w 516735"/>
                <a:gd name="connsiteY51" fmla="*/ 523239 h 761503"/>
                <a:gd name="connsiteX52" fmla="*/ 205040 w 516735"/>
                <a:gd name="connsiteY52" fmla="*/ 460687 h 761503"/>
                <a:gd name="connsiteX53" fmla="*/ 205040 w 516735"/>
                <a:gd name="connsiteY53" fmla="*/ 417173 h 761503"/>
                <a:gd name="connsiteX54" fmla="*/ 207759 w 516735"/>
                <a:gd name="connsiteY54" fmla="*/ 392696 h 761503"/>
                <a:gd name="connsiteX55" fmla="*/ 210478 w 516735"/>
                <a:gd name="connsiteY55" fmla="*/ 368219 h 761503"/>
                <a:gd name="connsiteX56" fmla="*/ 210478 w 516735"/>
                <a:gd name="connsiteY56" fmla="*/ 313826 h 761503"/>
                <a:gd name="connsiteX57" fmla="*/ 210478 w 516735"/>
                <a:gd name="connsiteY57" fmla="*/ 259433 h 761503"/>
                <a:gd name="connsiteX58" fmla="*/ 210478 w 516735"/>
                <a:gd name="connsiteY58" fmla="*/ 213199 h 761503"/>
                <a:gd name="connsiteX59" fmla="*/ 210478 w 516735"/>
                <a:gd name="connsiteY59" fmla="*/ 145207 h 761503"/>
                <a:gd name="connsiteX60" fmla="*/ 213198 w 516735"/>
                <a:gd name="connsiteY60" fmla="*/ 131609 h 761503"/>
                <a:gd name="connsiteX61" fmla="*/ 205040 w 516735"/>
                <a:gd name="connsiteY61" fmla="*/ 123450 h 761503"/>
                <a:gd name="connsiteX62" fmla="*/ 161525 w 516735"/>
                <a:gd name="connsiteY62" fmla="*/ 123450 h 761503"/>
                <a:gd name="connsiteX63" fmla="*/ 112571 w 516735"/>
                <a:gd name="connsiteY63" fmla="*/ 120730 h 761503"/>
                <a:gd name="connsiteX64" fmla="*/ 104412 w 516735"/>
                <a:gd name="connsiteY64" fmla="*/ 118011 h 761503"/>
                <a:gd name="connsiteX65" fmla="*/ 107132 w 516735"/>
                <a:gd name="connsiteY65" fmla="*/ 191441 h 761503"/>
                <a:gd name="connsiteX66" fmla="*/ 90814 w 516735"/>
                <a:gd name="connsiteY66" fmla="*/ 224077 h 761503"/>
                <a:gd name="connsiteX67" fmla="*/ 74496 w 516735"/>
                <a:gd name="connsiteY67" fmla="*/ 218638 h 761503"/>
                <a:gd name="connsiteX68" fmla="*/ 66337 w 516735"/>
                <a:gd name="connsiteY68" fmla="*/ 205040 h 761503"/>
                <a:gd name="connsiteX69" fmla="*/ 63617 w 516735"/>
                <a:gd name="connsiteY69" fmla="*/ 186002 h 761503"/>
                <a:gd name="connsiteX70" fmla="*/ 63617 w 516735"/>
                <a:gd name="connsiteY70" fmla="*/ 145207 h 761503"/>
                <a:gd name="connsiteX71" fmla="*/ 63617 w 516735"/>
                <a:gd name="connsiteY71" fmla="*/ 109852 h 761503"/>
                <a:gd name="connsiteX72" fmla="*/ 58178 w 516735"/>
                <a:gd name="connsiteY72" fmla="*/ 96253 h 761503"/>
                <a:gd name="connsiteX73" fmla="*/ 66337 w 516735"/>
                <a:gd name="connsiteY73" fmla="*/ 85375 h 761503"/>
                <a:gd name="connsiteX74" fmla="*/ 93533 w 516735"/>
                <a:gd name="connsiteY74" fmla="*/ 77216 h 761503"/>
                <a:gd name="connsiteX75" fmla="*/ 115290 w 516735"/>
                <a:gd name="connsiteY75" fmla="*/ 77216 h 761503"/>
                <a:gd name="connsiteX76" fmla="*/ 169684 w 516735"/>
                <a:gd name="connsiteY76" fmla="*/ 74496 h 761503"/>
                <a:gd name="connsiteX77" fmla="*/ 194161 w 516735"/>
                <a:gd name="connsiteY77" fmla="*/ 71776 h 761503"/>
                <a:gd name="connsiteX78" fmla="*/ 196880 w 516735"/>
                <a:gd name="connsiteY78" fmla="*/ 71776 h 761503"/>
                <a:gd name="connsiteX79" fmla="*/ 210478 w 516735"/>
                <a:gd name="connsiteY79" fmla="*/ 71776 h 761503"/>
                <a:gd name="connsiteX80" fmla="*/ 218638 w 516735"/>
                <a:gd name="connsiteY80" fmla="*/ 71776 h 761503"/>
                <a:gd name="connsiteX81" fmla="*/ 237675 w 516735"/>
                <a:gd name="connsiteY81" fmla="*/ 60898 h 761503"/>
                <a:gd name="connsiteX82" fmla="*/ 253993 w 516735"/>
                <a:gd name="connsiteY82" fmla="*/ 58178 h 761503"/>
                <a:gd name="connsiteX83" fmla="*/ 283910 w 516735"/>
                <a:gd name="connsiteY83" fmla="*/ 60898 h 761503"/>
                <a:gd name="connsiteX84" fmla="*/ 294788 w 516735"/>
                <a:gd name="connsiteY84" fmla="*/ 66337 h 761503"/>
                <a:gd name="connsiteX85" fmla="*/ 305667 w 516735"/>
                <a:gd name="connsiteY85" fmla="*/ 74496 h 761503"/>
                <a:gd name="connsiteX86" fmla="*/ 313826 w 516735"/>
                <a:gd name="connsiteY86" fmla="*/ 74496 h 761503"/>
                <a:gd name="connsiteX87" fmla="*/ 327424 w 516735"/>
                <a:gd name="connsiteY87" fmla="*/ 74496 h 761503"/>
                <a:gd name="connsiteX88" fmla="*/ 354621 w 516735"/>
                <a:gd name="connsiteY88" fmla="*/ 74496 h 761503"/>
                <a:gd name="connsiteX89" fmla="*/ 422612 w 516735"/>
                <a:gd name="connsiteY89" fmla="*/ 74496 h 761503"/>
                <a:gd name="connsiteX90" fmla="*/ 455248 w 516735"/>
                <a:gd name="connsiteY90" fmla="*/ 79936 h 761503"/>
                <a:gd name="connsiteX91" fmla="*/ 466127 w 516735"/>
                <a:gd name="connsiteY91" fmla="*/ 98973 h 761503"/>
                <a:gd name="connsiteX92" fmla="*/ 463407 w 516735"/>
                <a:gd name="connsiteY92" fmla="*/ 109852 h 761503"/>
                <a:gd name="connsiteX93" fmla="*/ 463407 w 516735"/>
                <a:gd name="connsiteY93" fmla="*/ 120730 h 761503"/>
                <a:gd name="connsiteX94" fmla="*/ 463407 w 516735"/>
                <a:gd name="connsiteY94" fmla="*/ 194161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</a:cxnLst>
              <a:rect l="l" t="t" r="r" b="b"/>
              <a:pathLst>
                <a:path w="516735" h="761503">
                  <a:moveTo>
                    <a:pt x="463407" y="194161"/>
                  </a:moveTo>
                  <a:cubicBezTo>
                    <a:pt x="463407" y="205040"/>
                    <a:pt x="463407" y="226797"/>
                    <a:pt x="447089" y="226797"/>
                  </a:cubicBezTo>
                  <a:cubicBezTo>
                    <a:pt x="438930" y="226797"/>
                    <a:pt x="436211" y="226797"/>
                    <a:pt x="430771" y="221357"/>
                  </a:cubicBezTo>
                  <a:cubicBezTo>
                    <a:pt x="425332" y="218638"/>
                    <a:pt x="422612" y="210479"/>
                    <a:pt x="422612" y="207759"/>
                  </a:cubicBezTo>
                  <a:cubicBezTo>
                    <a:pt x="419893" y="199600"/>
                    <a:pt x="419893" y="194161"/>
                    <a:pt x="419893" y="188722"/>
                  </a:cubicBezTo>
                  <a:cubicBezTo>
                    <a:pt x="419893" y="183282"/>
                    <a:pt x="419893" y="147927"/>
                    <a:pt x="419893" y="139768"/>
                  </a:cubicBezTo>
                  <a:cubicBezTo>
                    <a:pt x="419893" y="134329"/>
                    <a:pt x="419893" y="128889"/>
                    <a:pt x="419893" y="120730"/>
                  </a:cubicBezTo>
                  <a:cubicBezTo>
                    <a:pt x="411734" y="120730"/>
                    <a:pt x="403574" y="120730"/>
                    <a:pt x="395416" y="120730"/>
                  </a:cubicBezTo>
                  <a:cubicBezTo>
                    <a:pt x="387256" y="120730"/>
                    <a:pt x="379098" y="120730"/>
                    <a:pt x="370939" y="120730"/>
                  </a:cubicBezTo>
                  <a:cubicBezTo>
                    <a:pt x="362780" y="120730"/>
                    <a:pt x="354621" y="123450"/>
                    <a:pt x="346461" y="123450"/>
                  </a:cubicBezTo>
                  <a:cubicBezTo>
                    <a:pt x="343742" y="123450"/>
                    <a:pt x="341023" y="123450"/>
                    <a:pt x="335583" y="123450"/>
                  </a:cubicBezTo>
                  <a:cubicBezTo>
                    <a:pt x="335583" y="123450"/>
                    <a:pt x="335583" y="123450"/>
                    <a:pt x="335583" y="123450"/>
                  </a:cubicBezTo>
                  <a:cubicBezTo>
                    <a:pt x="327424" y="123450"/>
                    <a:pt x="324704" y="126170"/>
                    <a:pt x="324704" y="128889"/>
                  </a:cubicBezTo>
                  <a:cubicBezTo>
                    <a:pt x="324704" y="131609"/>
                    <a:pt x="324704" y="137048"/>
                    <a:pt x="327424" y="139768"/>
                  </a:cubicBezTo>
                  <a:cubicBezTo>
                    <a:pt x="330144" y="147927"/>
                    <a:pt x="330144" y="166964"/>
                    <a:pt x="330144" y="175123"/>
                  </a:cubicBezTo>
                  <a:cubicBezTo>
                    <a:pt x="330144" y="183282"/>
                    <a:pt x="330144" y="191441"/>
                    <a:pt x="330144" y="199600"/>
                  </a:cubicBezTo>
                  <a:cubicBezTo>
                    <a:pt x="330144" y="207759"/>
                    <a:pt x="327424" y="215918"/>
                    <a:pt x="327424" y="224077"/>
                  </a:cubicBezTo>
                  <a:cubicBezTo>
                    <a:pt x="327424" y="232236"/>
                    <a:pt x="330144" y="243115"/>
                    <a:pt x="330144" y="251274"/>
                  </a:cubicBezTo>
                  <a:cubicBezTo>
                    <a:pt x="330144" y="259433"/>
                    <a:pt x="330144" y="267592"/>
                    <a:pt x="327424" y="278470"/>
                  </a:cubicBezTo>
                  <a:cubicBezTo>
                    <a:pt x="327424" y="294788"/>
                    <a:pt x="327424" y="313826"/>
                    <a:pt x="327424" y="332864"/>
                  </a:cubicBezTo>
                  <a:cubicBezTo>
                    <a:pt x="327424" y="341022"/>
                    <a:pt x="327424" y="349181"/>
                    <a:pt x="330144" y="357340"/>
                  </a:cubicBezTo>
                  <a:cubicBezTo>
                    <a:pt x="330144" y="360060"/>
                    <a:pt x="330144" y="365499"/>
                    <a:pt x="330144" y="368219"/>
                  </a:cubicBezTo>
                  <a:cubicBezTo>
                    <a:pt x="330144" y="373658"/>
                    <a:pt x="332863" y="384537"/>
                    <a:pt x="332863" y="387257"/>
                  </a:cubicBezTo>
                  <a:cubicBezTo>
                    <a:pt x="332863" y="406294"/>
                    <a:pt x="332863" y="414453"/>
                    <a:pt x="332863" y="433491"/>
                  </a:cubicBezTo>
                  <a:cubicBezTo>
                    <a:pt x="332863" y="452528"/>
                    <a:pt x="335583" y="468846"/>
                    <a:pt x="332863" y="487884"/>
                  </a:cubicBezTo>
                  <a:cubicBezTo>
                    <a:pt x="332863" y="496043"/>
                    <a:pt x="330144" y="504202"/>
                    <a:pt x="330144" y="512361"/>
                  </a:cubicBezTo>
                  <a:cubicBezTo>
                    <a:pt x="330144" y="520520"/>
                    <a:pt x="330144" y="531398"/>
                    <a:pt x="330144" y="539557"/>
                  </a:cubicBezTo>
                  <a:cubicBezTo>
                    <a:pt x="330144" y="558595"/>
                    <a:pt x="330144" y="574913"/>
                    <a:pt x="332863" y="593950"/>
                  </a:cubicBezTo>
                  <a:cubicBezTo>
                    <a:pt x="332863" y="610268"/>
                    <a:pt x="332863" y="632026"/>
                    <a:pt x="332863" y="648343"/>
                  </a:cubicBezTo>
                  <a:cubicBezTo>
                    <a:pt x="332863" y="651063"/>
                    <a:pt x="332863" y="653783"/>
                    <a:pt x="332863" y="656502"/>
                  </a:cubicBezTo>
                  <a:cubicBezTo>
                    <a:pt x="343742" y="656502"/>
                    <a:pt x="351901" y="656502"/>
                    <a:pt x="357341" y="656502"/>
                  </a:cubicBezTo>
                  <a:cubicBezTo>
                    <a:pt x="370939" y="656502"/>
                    <a:pt x="395416" y="659222"/>
                    <a:pt x="395416" y="675540"/>
                  </a:cubicBezTo>
                  <a:cubicBezTo>
                    <a:pt x="395416" y="683699"/>
                    <a:pt x="392696" y="686419"/>
                    <a:pt x="389976" y="691858"/>
                  </a:cubicBezTo>
                  <a:cubicBezTo>
                    <a:pt x="384537" y="697297"/>
                    <a:pt x="379098" y="700017"/>
                    <a:pt x="373658" y="700017"/>
                  </a:cubicBezTo>
                  <a:cubicBezTo>
                    <a:pt x="365499" y="702737"/>
                    <a:pt x="357341" y="702737"/>
                    <a:pt x="351901" y="702737"/>
                  </a:cubicBezTo>
                  <a:cubicBezTo>
                    <a:pt x="349181" y="702737"/>
                    <a:pt x="335583" y="702737"/>
                    <a:pt x="319265" y="702737"/>
                  </a:cubicBezTo>
                  <a:cubicBezTo>
                    <a:pt x="316546" y="705456"/>
                    <a:pt x="313826" y="705456"/>
                    <a:pt x="311106" y="708176"/>
                  </a:cubicBezTo>
                  <a:cubicBezTo>
                    <a:pt x="302948" y="713615"/>
                    <a:pt x="297508" y="713615"/>
                    <a:pt x="289349" y="713615"/>
                  </a:cubicBezTo>
                  <a:cubicBezTo>
                    <a:pt x="283910" y="713615"/>
                    <a:pt x="278470" y="713615"/>
                    <a:pt x="270311" y="713615"/>
                  </a:cubicBezTo>
                  <a:cubicBezTo>
                    <a:pt x="259433" y="713615"/>
                    <a:pt x="251273" y="710895"/>
                    <a:pt x="243115" y="705456"/>
                  </a:cubicBezTo>
                  <a:cubicBezTo>
                    <a:pt x="240395" y="705456"/>
                    <a:pt x="237675" y="702737"/>
                    <a:pt x="237675" y="702737"/>
                  </a:cubicBezTo>
                  <a:cubicBezTo>
                    <a:pt x="224077" y="702737"/>
                    <a:pt x="213198" y="702737"/>
                    <a:pt x="199600" y="702737"/>
                  </a:cubicBezTo>
                  <a:cubicBezTo>
                    <a:pt x="191441" y="702737"/>
                    <a:pt x="183282" y="702737"/>
                    <a:pt x="175123" y="702737"/>
                  </a:cubicBezTo>
                  <a:cubicBezTo>
                    <a:pt x="166965" y="702737"/>
                    <a:pt x="156085" y="702737"/>
                    <a:pt x="147927" y="697297"/>
                  </a:cubicBezTo>
                  <a:cubicBezTo>
                    <a:pt x="139768" y="694578"/>
                    <a:pt x="131609" y="680979"/>
                    <a:pt x="131609" y="678260"/>
                  </a:cubicBezTo>
                  <a:cubicBezTo>
                    <a:pt x="131609" y="675540"/>
                    <a:pt x="131609" y="672820"/>
                    <a:pt x="137048" y="670101"/>
                  </a:cubicBezTo>
                  <a:cubicBezTo>
                    <a:pt x="142487" y="667381"/>
                    <a:pt x="153366" y="664661"/>
                    <a:pt x="158805" y="661942"/>
                  </a:cubicBezTo>
                  <a:cubicBezTo>
                    <a:pt x="175123" y="659222"/>
                    <a:pt x="191441" y="659222"/>
                    <a:pt x="199600" y="659222"/>
                  </a:cubicBezTo>
                  <a:lnTo>
                    <a:pt x="199600" y="659222"/>
                  </a:lnTo>
                  <a:cubicBezTo>
                    <a:pt x="199600" y="648343"/>
                    <a:pt x="196880" y="640184"/>
                    <a:pt x="196880" y="629306"/>
                  </a:cubicBezTo>
                  <a:cubicBezTo>
                    <a:pt x="196880" y="612988"/>
                    <a:pt x="196880" y="591231"/>
                    <a:pt x="199600" y="574913"/>
                  </a:cubicBezTo>
                  <a:cubicBezTo>
                    <a:pt x="199600" y="558595"/>
                    <a:pt x="199600" y="539557"/>
                    <a:pt x="202320" y="523239"/>
                  </a:cubicBezTo>
                  <a:cubicBezTo>
                    <a:pt x="202320" y="501482"/>
                    <a:pt x="205040" y="482445"/>
                    <a:pt x="205040" y="460687"/>
                  </a:cubicBezTo>
                  <a:cubicBezTo>
                    <a:pt x="205040" y="447089"/>
                    <a:pt x="205040" y="430771"/>
                    <a:pt x="205040" y="417173"/>
                  </a:cubicBezTo>
                  <a:cubicBezTo>
                    <a:pt x="205040" y="409014"/>
                    <a:pt x="207759" y="400855"/>
                    <a:pt x="207759" y="392696"/>
                  </a:cubicBezTo>
                  <a:cubicBezTo>
                    <a:pt x="207759" y="384537"/>
                    <a:pt x="210478" y="376378"/>
                    <a:pt x="210478" y="368219"/>
                  </a:cubicBezTo>
                  <a:cubicBezTo>
                    <a:pt x="210478" y="351901"/>
                    <a:pt x="210478" y="332864"/>
                    <a:pt x="210478" y="313826"/>
                  </a:cubicBezTo>
                  <a:cubicBezTo>
                    <a:pt x="210478" y="294788"/>
                    <a:pt x="210478" y="275751"/>
                    <a:pt x="210478" y="259433"/>
                  </a:cubicBezTo>
                  <a:cubicBezTo>
                    <a:pt x="210478" y="243115"/>
                    <a:pt x="210478" y="226797"/>
                    <a:pt x="210478" y="213199"/>
                  </a:cubicBezTo>
                  <a:cubicBezTo>
                    <a:pt x="210478" y="194161"/>
                    <a:pt x="210478" y="164245"/>
                    <a:pt x="210478" y="145207"/>
                  </a:cubicBezTo>
                  <a:cubicBezTo>
                    <a:pt x="210478" y="139768"/>
                    <a:pt x="213198" y="134329"/>
                    <a:pt x="213198" y="131609"/>
                  </a:cubicBezTo>
                  <a:cubicBezTo>
                    <a:pt x="213198" y="126170"/>
                    <a:pt x="207759" y="123450"/>
                    <a:pt x="205040" y="123450"/>
                  </a:cubicBezTo>
                  <a:cubicBezTo>
                    <a:pt x="199600" y="123450"/>
                    <a:pt x="166965" y="123450"/>
                    <a:pt x="161525" y="123450"/>
                  </a:cubicBezTo>
                  <a:cubicBezTo>
                    <a:pt x="145207" y="123450"/>
                    <a:pt x="128889" y="123450"/>
                    <a:pt x="112571" y="120730"/>
                  </a:cubicBezTo>
                  <a:cubicBezTo>
                    <a:pt x="109852" y="120730"/>
                    <a:pt x="107132" y="120730"/>
                    <a:pt x="104412" y="118011"/>
                  </a:cubicBezTo>
                  <a:cubicBezTo>
                    <a:pt x="107132" y="137048"/>
                    <a:pt x="107132" y="172404"/>
                    <a:pt x="107132" y="191441"/>
                  </a:cubicBezTo>
                  <a:cubicBezTo>
                    <a:pt x="107132" y="202320"/>
                    <a:pt x="107132" y="224077"/>
                    <a:pt x="90814" y="224077"/>
                  </a:cubicBezTo>
                  <a:cubicBezTo>
                    <a:pt x="82655" y="224077"/>
                    <a:pt x="79935" y="221357"/>
                    <a:pt x="74496" y="218638"/>
                  </a:cubicBezTo>
                  <a:cubicBezTo>
                    <a:pt x="69057" y="215918"/>
                    <a:pt x="66337" y="210479"/>
                    <a:pt x="66337" y="205040"/>
                  </a:cubicBezTo>
                  <a:cubicBezTo>
                    <a:pt x="63617" y="196881"/>
                    <a:pt x="63617" y="191441"/>
                    <a:pt x="63617" y="186002"/>
                  </a:cubicBezTo>
                  <a:cubicBezTo>
                    <a:pt x="63617" y="180563"/>
                    <a:pt x="63617" y="153366"/>
                    <a:pt x="63617" y="145207"/>
                  </a:cubicBezTo>
                  <a:cubicBezTo>
                    <a:pt x="63617" y="134329"/>
                    <a:pt x="63617" y="120730"/>
                    <a:pt x="63617" y="109852"/>
                  </a:cubicBezTo>
                  <a:cubicBezTo>
                    <a:pt x="60897" y="104412"/>
                    <a:pt x="58178" y="101693"/>
                    <a:pt x="58178" y="96253"/>
                  </a:cubicBezTo>
                  <a:cubicBezTo>
                    <a:pt x="58178" y="93534"/>
                    <a:pt x="60897" y="88095"/>
                    <a:pt x="66337" y="85375"/>
                  </a:cubicBezTo>
                  <a:cubicBezTo>
                    <a:pt x="74496" y="79936"/>
                    <a:pt x="77215" y="77216"/>
                    <a:pt x="93533" y="77216"/>
                  </a:cubicBezTo>
                  <a:cubicBezTo>
                    <a:pt x="101692" y="77216"/>
                    <a:pt x="109852" y="77216"/>
                    <a:pt x="115290" y="77216"/>
                  </a:cubicBezTo>
                  <a:cubicBezTo>
                    <a:pt x="134328" y="77216"/>
                    <a:pt x="150646" y="77216"/>
                    <a:pt x="169684" y="74496"/>
                  </a:cubicBezTo>
                  <a:cubicBezTo>
                    <a:pt x="177843" y="74496"/>
                    <a:pt x="186002" y="71776"/>
                    <a:pt x="194161" y="71776"/>
                  </a:cubicBezTo>
                  <a:cubicBezTo>
                    <a:pt x="194161" y="71776"/>
                    <a:pt x="196880" y="71776"/>
                    <a:pt x="196880" y="71776"/>
                  </a:cubicBezTo>
                  <a:cubicBezTo>
                    <a:pt x="199600" y="71776"/>
                    <a:pt x="205040" y="71776"/>
                    <a:pt x="210478" y="71776"/>
                  </a:cubicBezTo>
                  <a:cubicBezTo>
                    <a:pt x="213198" y="71776"/>
                    <a:pt x="215918" y="71776"/>
                    <a:pt x="218638" y="71776"/>
                  </a:cubicBezTo>
                  <a:cubicBezTo>
                    <a:pt x="224077" y="69057"/>
                    <a:pt x="229516" y="63618"/>
                    <a:pt x="237675" y="60898"/>
                  </a:cubicBezTo>
                  <a:cubicBezTo>
                    <a:pt x="243115" y="58178"/>
                    <a:pt x="248554" y="58178"/>
                    <a:pt x="253993" y="58178"/>
                  </a:cubicBezTo>
                  <a:cubicBezTo>
                    <a:pt x="264872" y="58178"/>
                    <a:pt x="273031" y="58178"/>
                    <a:pt x="283910" y="60898"/>
                  </a:cubicBezTo>
                  <a:cubicBezTo>
                    <a:pt x="286629" y="60898"/>
                    <a:pt x="292068" y="63618"/>
                    <a:pt x="294788" y="66337"/>
                  </a:cubicBezTo>
                  <a:cubicBezTo>
                    <a:pt x="297508" y="69057"/>
                    <a:pt x="302948" y="71776"/>
                    <a:pt x="305667" y="74496"/>
                  </a:cubicBezTo>
                  <a:cubicBezTo>
                    <a:pt x="308386" y="74496"/>
                    <a:pt x="311106" y="74496"/>
                    <a:pt x="313826" y="74496"/>
                  </a:cubicBezTo>
                  <a:cubicBezTo>
                    <a:pt x="319265" y="74496"/>
                    <a:pt x="321985" y="74496"/>
                    <a:pt x="327424" y="74496"/>
                  </a:cubicBezTo>
                  <a:cubicBezTo>
                    <a:pt x="335583" y="74496"/>
                    <a:pt x="346461" y="74496"/>
                    <a:pt x="354621" y="74496"/>
                  </a:cubicBezTo>
                  <a:cubicBezTo>
                    <a:pt x="376378" y="74496"/>
                    <a:pt x="400855" y="74496"/>
                    <a:pt x="422612" y="74496"/>
                  </a:cubicBezTo>
                  <a:cubicBezTo>
                    <a:pt x="433491" y="74496"/>
                    <a:pt x="447089" y="74496"/>
                    <a:pt x="455248" y="79936"/>
                  </a:cubicBezTo>
                  <a:cubicBezTo>
                    <a:pt x="460687" y="82655"/>
                    <a:pt x="466127" y="90814"/>
                    <a:pt x="466127" y="98973"/>
                  </a:cubicBezTo>
                  <a:cubicBezTo>
                    <a:pt x="466127" y="101693"/>
                    <a:pt x="466127" y="107132"/>
                    <a:pt x="463407" y="109852"/>
                  </a:cubicBezTo>
                  <a:cubicBezTo>
                    <a:pt x="463407" y="112571"/>
                    <a:pt x="463407" y="112571"/>
                    <a:pt x="463407" y="120730"/>
                  </a:cubicBezTo>
                  <a:cubicBezTo>
                    <a:pt x="463407" y="142488"/>
                    <a:pt x="463407" y="172404"/>
                    <a:pt x="463407" y="194161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759346416"/>
      </p:ext>
    </p:extLst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le Slide Func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10">
            <a:extLst>
              <a:ext uri="{FF2B5EF4-FFF2-40B4-BE49-F238E27FC236}">
                <a16:creationId xmlns:a16="http://schemas.microsoft.com/office/drawing/2014/main" id="{655B1FCA-4D49-4122-B6E9-D550AA0C5E76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0" y="2"/>
            <a:ext cx="5266036" cy="6857999"/>
          </a:xfrm>
          <a:custGeom>
            <a:avLst/>
            <a:gdLst>
              <a:gd name="connsiteX0" fmla="*/ 0 w 5266036"/>
              <a:gd name="connsiteY0" fmla="*/ 0 h 6857999"/>
              <a:gd name="connsiteX1" fmla="*/ 3014696 w 5266036"/>
              <a:gd name="connsiteY1" fmla="*/ 0 h 6857999"/>
              <a:gd name="connsiteX2" fmla="*/ 3040982 w 5266036"/>
              <a:gd name="connsiteY2" fmla="*/ 11408 h 6857999"/>
              <a:gd name="connsiteX3" fmla="*/ 5250901 w 5266036"/>
              <a:gd name="connsiteY3" fmla="*/ 4085922 h 6857999"/>
              <a:gd name="connsiteX4" fmla="*/ 3435696 w 5266036"/>
              <a:gd name="connsiteY4" fmla="*/ 6839477 h 6857999"/>
              <a:gd name="connsiteX5" fmla="*/ 3398838 w 5266036"/>
              <a:gd name="connsiteY5" fmla="*/ 6857999 h 6857999"/>
              <a:gd name="connsiteX6" fmla="*/ 0 w 5266036"/>
              <a:gd name="connsiteY6" fmla="*/ 6857999 h 6857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266036" h="6857999">
                <a:moveTo>
                  <a:pt x="0" y="0"/>
                </a:moveTo>
                <a:lnTo>
                  <a:pt x="3014696" y="0"/>
                </a:lnTo>
                <a:lnTo>
                  <a:pt x="3040982" y="11408"/>
                </a:lnTo>
                <a:cubicBezTo>
                  <a:pt x="4562919" y="717837"/>
                  <a:pt x="5390071" y="2397951"/>
                  <a:pt x="5250901" y="4085922"/>
                </a:cubicBezTo>
                <a:cubicBezTo>
                  <a:pt x="5138669" y="5484335"/>
                  <a:pt x="4361602" y="6343612"/>
                  <a:pt x="3435696" y="6839477"/>
                </a:cubicBezTo>
                <a:lnTo>
                  <a:pt x="3398838" y="6857999"/>
                </a:lnTo>
                <a:lnTo>
                  <a:pt x="0" y="6857999"/>
                </a:lnTo>
                <a:close/>
              </a:path>
            </a:pathLst>
          </a:custGeom>
          <a:solidFill>
            <a:srgbClr val="D9D9D9"/>
          </a:solidFill>
        </p:spPr>
        <p:txBody>
          <a:bodyPr wrap="square" tIns="3657600">
            <a:noAutofit/>
          </a:bodyPr>
          <a:lstStyle>
            <a:lvl1pPr marL="0" marR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tx1"/>
              </a:buClr>
              <a:buSzTx/>
              <a:buFont typeface="Arial" panose="020B0604020202020204" pitchFamily="34" charset="0"/>
              <a:buNone/>
              <a:tabLst/>
              <a:defRPr sz="1600"/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1200"/>
              </a:spcBef>
              <a:spcAft>
                <a:spcPts val="0"/>
              </a:spcAft>
              <a:buClr>
                <a:schemeClr val="tx1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Click icon to insert picture</a:t>
            </a:r>
            <a:br>
              <a:rPr lang="en-US"/>
            </a:br>
            <a:r>
              <a:rPr lang="en-US"/>
              <a:t>(minimum recommended size for </a:t>
            </a:r>
            <a:br>
              <a:rPr lang="en-US"/>
            </a:br>
            <a:r>
              <a:rPr lang="en-US"/>
              <a:t>half slide image is 640 x 720 pixels)</a:t>
            </a:r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76608E2E-E744-4878-A234-60F6B6711C89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6096000" y="3306349"/>
            <a:ext cx="5715000" cy="731520"/>
          </a:xfrm>
        </p:spPr>
        <p:txBody>
          <a:bodyPr/>
          <a:lstStyle>
            <a:lvl1pPr marL="0" indent="0">
              <a:spcBef>
                <a:spcPts val="0"/>
              </a:spcBef>
              <a:buFontTx/>
              <a:buNone/>
              <a:defRPr sz="2000"/>
            </a:lvl1pPr>
            <a:lvl2pPr marL="0" indent="0">
              <a:spcBef>
                <a:spcPts val="0"/>
              </a:spcBef>
              <a:buFontTx/>
              <a:buNone/>
              <a:defRPr sz="2000"/>
            </a:lvl2pPr>
            <a:lvl3pPr marL="0" indent="0">
              <a:spcBef>
                <a:spcPts val="0"/>
              </a:spcBef>
              <a:buFontTx/>
              <a:buNone/>
              <a:defRPr sz="2000"/>
            </a:lvl3pPr>
            <a:lvl4pPr marL="0" indent="0">
              <a:spcBef>
                <a:spcPts val="0"/>
              </a:spcBef>
              <a:buFontTx/>
              <a:buNone/>
              <a:defRPr sz="2000"/>
            </a:lvl4pPr>
            <a:lvl5pPr marL="0" indent="0">
              <a:spcBef>
                <a:spcPts val="0"/>
              </a:spcBef>
              <a:buFontTx/>
              <a:buNone/>
              <a:defRPr sz="2000"/>
            </a:lvl5pPr>
            <a:lvl6pPr marL="0" indent="0">
              <a:spcBef>
                <a:spcPts val="0"/>
              </a:spcBef>
              <a:buFontTx/>
              <a:buNone/>
              <a:defRPr sz="2000"/>
            </a:lvl6pPr>
            <a:lvl7pPr marL="0" indent="0">
              <a:spcBef>
                <a:spcPts val="0"/>
              </a:spcBef>
              <a:buFontTx/>
              <a:buNone/>
              <a:defRPr sz="2000"/>
            </a:lvl7pPr>
            <a:lvl8pPr marL="0" indent="0">
              <a:spcBef>
                <a:spcPts val="0"/>
              </a:spcBef>
              <a:buFontTx/>
              <a:buNone/>
              <a:defRPr sz="2000"/>
            </a:lvl8pPr>
            <a:lvl9pPr marL="0" indent="0">
              <a:spcBef>
                <a:spcPts val="0"/>
              </a:spcBef>
              <a:buFontTx/>
              <a:buNone/>
              <a:defRPr sz="2000"/>
            </a:lvl9pPr>
          </a:lstStyle>
          <a:p>
            <a:pPr lvl="0"/>
            <a:r>
              <a:rPr lang="en-US"/>
              <a:t>Subtitle or Presenter Name</a:t>
            </a:r>
          </a:p>
        </p:txBody>
      </p:sp>
      <p:sp>
        <p:nvSpPr>
          <p:cNvPr id="10" name="Title 9">
            <a:extLst>
              <a:ext uri="{FF2B5EF4-FFF2-40B4-BE49-F238E27FC236}">
                <a16:creationId xmlns:a16="http://schemas.microsoft.com/office/drawing/2014/main" id="{3534CB02-81D9-4803-9899-8E6A2EABA97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0" y="457200"/>
            <a:ext cx="5715000" cy="2565401"/>
          </a:xfrm>
        </p:spPr>
        <p:txBody>
          <a:bodyPr/>
          <a:lstStyle>
            <a:lvl1pPr>
              <a:lnSpc>
                <a:spcPct val="82000"/>
              </a:lnSpc>
              <a:defRPr sz="6600" b="0"/>
            </a:lvl1pPr>
          </a:lstStyle>
          <a:p>
            <a:r>
              <a:rPr lang="en-US" altLang="zh-CN"/>
              <a:t>Click to edit Master title style</a:t>
            </a:r>
            <a:endParaRPr lang="en-US"/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0A6D84BC-9F4C-46D1-BCFD-02C11A706D43}"/>
              </a:ext>
            </a:extLst>
          </p:cNvPr>
          <p:cNvGrpSpPr>
            <a:grpSpLocks noChangeAspect="1"/>
          </p:cNvGrpSpPr>
          <p:nvPr/>
        </p:nvGrpSpPr>
        <p:grpSpPr>
          <a:xfrm>
            <a:off x="7025923" y="5543531"/>
            <a:ext cx="2286000" cy="880288"/>
            <a:chOff x="2078951" y="1888610"/>
            <a:chExt cx="8030200" cy="3092248"/>
          </a:xfrm>
          <a:solidFill>
            <a:srgbClr val="4F2170"/>
          </a:solidFill>
        </p:grpSpPr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5272DA5A-B0A1-4433-AF19-58D29499701D}"/>
                </a:ext>
              </a:extLst>
            </p:cNvPr>
            <p:cNvSpPr/>
            <p:nvPr/>
          </p:nvSpPr>
          <p:spPr>
            <a:xfrm>
              <a:off x="2078951" y="2872694"/>
              <a:ext cx="951880" cy="652717"/>
            </a:xfrm>
            <a:custGeom>
              <a:avLst/>
              <a:gdLst>
                <a:gd name="connsiteX0" fmla="*/ 903041 w 951880"/>
                <a:gd name="connsiteY0" fmla="*/ 330574 h 652717"/>
                <a:gd name="connsiteX1" fmla="*/ 780656 w 951880"/>
                <a:gd name="connsiteY1" fmla="*/ 379528 h 652717"/>
                <a:gd name="connsiteX2" fmla="*/ 598439 w 951880"/>
                <a:gd name="connsiteY2" fmla="*/ 311537 h 652717"/>
                <a:gd name="connsiteX3" fmla="*/ 505970 w 951880"/>
                <a:gd name="connsiteY3" fmla="*/ 164675 h 652717"/>
                <a:gd name="connsiteX4" fmla="*/ 266640 w 951880"/>
                <a:gd name="connsiteY4" fmla="*/ 61329 h 652717"/>
                <a:gd name="connsiteX5" fmla="*/ 103461 w 951880"/>
                <a:gd name="connsiteY5" fmla="*/ 458398 h 652717"/>
                <a:gd name="connsiteX6" fmla="*/ 756179 w 951880"/>
                <a:gd name="connsiteY6" fmla="*/ 485595 h 652717"/>
                <a:gd name="connsiteX7" fmla="*/ 903041 w 951880"/>
                <a:gd name="connsiteY7" fmla="*/ 330574 h 65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51880" h="652717">
                  <a:moveTo>
                    <a:pt x="903041" y="330574"/>
                  </a:moveTo>
                  <a:cubicBezTo>
                    <a:pt x="867685" y="363210"/>
                    <a:pt x="813292" y="374089"/>
                    <a:pt x="780656" y="379528"/>
                  </a:cubicBezTo>
                  <a:cubicBezTo>
                    <a:pt x="712664" y="387687"/>
                    <a:pt x="641953" y="365930"/>
                    <a:pt x="598439" y="311537"/>
                  </a:cubicBezTo>
                  <a:cubicBezTo>
                    <a:pt x="563083" y="268022"/>
                    <a:pt x="544046" y="210910"/>
                    <a:pt x="505970" y="164675"/>
                  </a:cubicBezTo>
                  <a:cubicBezTo>
                    <a:pt x="448858" y="93964"/>
                    <a:pt x="359109" y="45011"/>
                    <a:pt x="266640" y="61329"/>
                  </a:cubicBezTo>
                  <a:cubicBezTo>
                    <a:pt x="81704" y="93964"/>
                    <a:pt x="114" y="308817"/>
                    <a:pt x="103461" y="458398"/>
                  </a:cubicBezTo>
                  <a:cubicBezTo>
                    <a:pt x="253042" y="670531"/>
                    <a:pt x="584840" y="635176"/>
                    <a:pt x="756179" y="485595"/>
                  </a:cubicBezTo>
                  <a:cubicBezTo>
                    <a:pt x="813292" y="442080"/>
                    <a:pt x="862246" y="390407"/>
                    <a:pt x="903041" y="33057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010AB75D-54FA-4127-838D-A2CDC911B648}"/>
                </a:ext>
              </a:extLst>
            </p:cNvPr>
            <p:cNvSpPr/>
            <p:nvPr/>
          </p:nvSpPr>
          <p:spPr>
            <a:xfrm>
              <a:off x="9151831" y="2872694"/>
              <a:ext cx="951880" cy="652717"/>
            </a:xfrm>
            <a:custGeom>
              <a:avLst/>
              <a:gdLst>
                <a:gd name="connsiteX0" fmla="*/ 58178 w 951880"/>
                <a:gd name="connsiteY0" fmla="*/ 330574 h 652717"/>
                <a:gd name="connsiteX1" fmla="*/ 180563 w 951880"/>
                <a:gd name="connsiteY1" fmla="*/ 379528 h 652717"/>
                <a:gd name="connsiteX2" fmla="*/ 362780 w 951880"/>
                <a:gd name="connsiteY2" fmla="*/ 311537 h 652717"/>
                <a:gd name="connsiteX3" fmla="*/ 455249 w 951880"/>
                <a:gd name="connsiteY3" fmla="*/ 164675 h 652717"/>
                <a:gd name="connsiteX4" fmla="*/ 694578 w 951880"/>
                <a:gd name="connsiteY4" fmla="*/ 61329 h 652717"/>
                <a:gd name="connsiteX5" fmla="*/ 857758 w 951880"/>
                <a:gd name="connsiteY5" fmla="*/ 458398 h 652717"/>
                <a:gd name="connsiteX6" fmla="*/ 205040 w 951880"/>
                <a:gd name="connsiteY6" fmla="*/ 485595 h 652717"/>
                <a:gd name="connsiteX7" fmla="*/ 58178 w 951880"/>
                <a:gd name="connsiteY7" fmla="*/ 330574 h 65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51880" h="652717">
                  <a:moveTo>
                    <a:pt x="58178" y="330574"/>
                  </a:moveTo>
                  <a:cubicBezTo>
                    <a:pt x="96253" y="363210"/>
                    <a:pt x="147927" y="374089"/>
                    <a:pt x="180563" y="379528"/>
                  </a:cubicBezTo>
                  <a:cubicBezTo>
                    <a:pt x="248554" y="387687"/>
                    <a:pt x="319266" y="365930"/>
                    <a:pt x="362780" y="311537"/>
                  </a:cubicBezTo>
                  <a:cubicBezTo>
                    <a:pt x="398136" y="268022"/>
                    <a:pt x="417174" y="210910"/>
                    <a:pt x="455249" y="164675"/>
                  </a:cubicBezTo>
                  <a:cubicBezTo>
                    <a:pt x="512362" y="93964"/>
                    <a:pt x="602110" y="45011"/>
                    <a:pt x="694578" y="61329"/>
                  </a:cubicBezTo>
                  <a:cubicBezTo>
                    <a:pt x="879515" y="93964"/>
                    <a:pt x="961105" y="308817"/>
                    <a:pt x="857758" y="458398"/>
                  </a:cubicBezTo>
                  <a:cubicBezTo>
                    <a:pt x="708176" y="670531"/>
                    <a:pt x="376379" y="635176"/>
                    <a:pt x="205040" y="485595"/>
                  </a:cubicBezTo>
                  <a:cubicBezTo>
                    <a:pt x="150646" y="442080"/>
                    <a:pt x="101693" y="390407"/>
                    <a:pt x="58178" y="33057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C73C4E44-0B9D-4D7D-A72A-E10AA3E25788}"/>
                </a:ext>
              </a:extLst>
            </p:cNvPr>
            <p:cNvSpPr/>
            <p:nvPr/>
          </p:nvSpPr>
          <p:spPr>
            <a:xfrm>
              <a:off x="8001294" y="2010994"/>
              <a:ext cx="734308" cy="299162"/>
            </a:xfrm>
            <a:custGeom>
              <a:avLst/>
              <a:gdLst>
                <a:gd name="connsiteX0" fmla="*/ 596792 w 734307"/>
                <a:gd name="connsiteY0" fmla="*/ 58178 h 299162"/>
                <a:gd name="connsiteX1" fmla="*/ 148048 w 734307"/>
                <a:gd name="connsiteY1" fmla="*/ 58178 h 299162"/>
                <a:gd name="connsiteX2" fmla="*/ 58299 w 734307"/>
                <a:gd name="connsiteY2" fmla="*/ 150646 h 299162"/>
                <a:gd name="connsiteX3" fmla="*/ 148048 w 734307"/>
                <a:gd name="connsiteY3" fmla="*/ 251274 h 299162"/>
                <a:gd name="connsiteX4" fmla="*/ 596792 w 734307"/>
                <a:gd name="connsiteY4" fmla="*/ 251274 h 299162"/>
                <a:gd name="connsiteX5" fmla="*/ 686541 w 734307"/>
                <a:gd name="connsiteY5" fmla="*/ 158805 h 299162"/>
                <a:gd name="connsiteX6" fmla="*/ 596792 w 734307"/>
                <a:gd name="connsiteY6" fmla="*/ 58178 h 299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4307" h="299162">
                  <a:moveTo>
                    <a:pt x="596792" y="58178"/>
                  </a:moveTo>
                  <a:cubicBezTo>
                    <a:pt x="591353" y="58178"/>
                    <a:pt x="153487" y="58178"/>
                    <a:pt x="148048" y="58178"/>
                  </a:cubicBezTo>
                  <a:cubicBezTo>
                    <a:pt x="99094" y="60898"/>
                    <a:pt x="61019" y="104412"/>
                    <a:pt x="58299" y="150646"/>
                  </a:cubicBezTo>
                  <a:cubicBezTo>
                    <a:pt x="55580" y="199600"/>
                    <a:pt x="99094" y="248554"/>
                    <a:pt x="148048" y="251274"/>
                  </a:cubicBezTo>
                  <a:cubicBezTo>
                    <a:pt x="153487" y="251274"/>
                    <a:pt x="591353" y="251274"/>
                    <a:pt x="596792" y="251274"/>
                  </a:cubicBezTo>
                  <a:cubicBezTo>
                    <a:pt x="645746" y="248554"/>
                    <a:pt x="683821" y="205040"/>
                    <a:pt x="686541" y="158805"/>
                  </a:cubicBezTo>
                  <a:cubicBezTo>
                    <a:pt x="689260" y="109852"/>
                    <a:pt x="648465" y="60898"/>
                    <a:pt x="596792" y="58178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5F17AEE1-933D-430A-938B-044F9EEF7E0F}"/>
                </a:ext>
              </a:extLst>
            </p:cNvPr>
            <p:cNvSpPr/>
            <p:nvPr/>
          </p:nvSpPr>
          <p:spPr>
            <a:xfrm>
              <a:off x="4920042" y="2277520"/>
              <a:ext cx="1006274" cy="951879"/>
            </a:xfrm>
            <a:custGeom>
              <a:avLst/>
              <a:gdLst>
                <a:gd name="connsiteX0" fmla="*/ 884954 w 1006273"/>
                <a:gd name="connsiteY0" fmla="*/ 746251 h 951879"/>
                <a:gd name="connsiteX1" fmla="*/ 874076 w 1006273"/>
                <a:gd name="connsiteY1" fmla="*/ 670101 h 951879"/>
                <a:gd name="connsiteX2" fmla="*/ 874076 w 1006273"/>
                <a:gd name="connsiteY2" fmla="*/ 536837 h 951879"/>
                <a:gd name="connsiteX3" fmla="*/ 689139 w 1006273"/>
                <a:gd name="connsiteY3" fmla="*/ 88094 h 951879"/>
                <a:gd name="connsiteX4" fmla="*/ 428052 w 1006273"/>
                <a:gd name="connsiteY4" fmla="*/ 253993 h 951879"/>
                <a:gd name="connsiteX5" fmla="*/ 196881 w 1006273"/>
                <a:gd name="connsiteY5" fmla="*/ 58178 h 951879"/>
                <a:gd name="connsiteX6" fmla="*/ 58178 w 1006273"/>
                <a:gd name="connsiteY6" fmla="*/ 128889 h 951879"/>
                <a:gd name="connsiteX7" fmla="*/ 142488 w 1006273"/>
                <a:gd name="connsiteY7" fmla="*/ 273031 h 951879"/>
                <a:gd name="connsiteX8" fmla="*/ 142488 w 1006273"/>
                <a:gd name="connsiteY8" fmla="*/ 757130 h 951879"/>
                <a:gd name="connsiteX9" fmla="*/ 283910 w 1006273"/>
                <a:gd name="connsiteY9" fmla="*/ 895832 h 951879"/>
                <a:gd name="connsiteX10" fmla="*/ 428052 w 1006273"/>
                <a:gd name="connsiteY10" fmla="*/ 757130 h 951879"/>
                <a:gd name="connsiteX11" fmla="*/ 428052 w 1006273"/>
                <a:gd name="connsiteY11" fmla="*/ 400855 h 951879"/>
                <a:gd name="connsiteX12" fmla="*/ 523240 w 1006273"/>
                <a:gd name="connsiteY12" fmla="*/ 283910 h 951879"/>
                <a:gd name="connsiteX13" fmla="*/ 591231 w 1006273"/>
                <a:gd name="connsiteY13" fmla="*/ 354621 h 951879"/>
                <a:gd name="connsiteX14" fmla="*/ 591231 w 1006273"/>
                <a:gd name="connsiteY14" fmla="*/ 697297 h 951879"/>
                <a:gd name="connsiteX15" fmla="*/ 593951 w 1006273"/>
                <a:gd name="connsiteY15" fmla="*/ 729933 h 951879"/>
                <a:gd name="connsiteX16" fmla="*/ 610269 w 1006273"/>
                <a:gd name="connsiteY16" fmla="*/ 778887 h 951879"/>
                <a:gd name="connsiteX17" fmla="*/ 822402 w 1006273"/>
                <a:gd name="connsiteY17" fmla="*/ 893112 h 951879"/>
                <a:gd name="connsiteX18" fmla="*/ 961105 w 1006273"/>
                <a:gd name="connsiteY18" fmla="*/ 822401 h 951879"/>
                <a:gd name="connsiteX19" fmla="*/ 884954 w 1006273"/>
                <a:gd name="connsiteY19" fmla="*/ 746251 h 951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006273" h="951879">
                  <a:moveTo>
                    <a:pt x="884954" y="746251"/>
                  </a:moveTo>
                  <a:cubicBezTo>
                    <a:pt x="879515" y="721774"/>
                    <a:pt x="876795" y="694578"/>
                    <a:pt x="874076" y="670101"/>
                  </a:cubicBezTo>
                  <a:cubicBezTo>
                    <a:pt x="874076" y="634745"/>
                    <a:pt x="874076" y="583072"/>
                    <a:pt x="874076" y="536837"/>
                  </a:cubicBezTo>
                  <a:cubicBezTo>
                    <a:pt x="879515" y="373658"/>
                    <a:pt x="909431" y="88094"/>
                    <a:pt x="689139" y="88094"/>
                  </a:cubicBezTo>
                  <a:cubicBezTo>
                    <a:pt x="539558" y="88094"/>
                    <a:pt x="452529" y="213199"/>
                    <a:pt x="428052" y="253993"/>
                  </a:cubicBezTo>
                  <a:cubicBezTo>
                    <a:pt x="425332" y="139768"/>
                    <a:pt x="335583" y="58178"/>
                    <a:pt x="196881" y="58178"/>
                  </a:cubicBezTo>
                  <a:cubicBezTo>
                    <a:pt x="109852" y="58178"/>
                    <a:pt x="58178" y="128889"/>
                    <a:pt x="58178" y="128889"/>
                  </a:cubicBezTo>
                  <a:cubicBezTo>
                    <a:pt x="58178" y="128889"/>
                    <a:pt x="142488" y="158805"/>
                    <a:pt x="142488" y="273031"/>
                  </a:cubicBezTo>
                  <a:cubicBezTo>
                    <a:pt x="142488" y="354621"/>
                    <a:pt x="142488" y="757130"/>
                    <a:pt x="142488" y="757130"/>
                  </a:cubicBezTo>
                  <a:cubicBezTo>
                    <a:pt x="145207" y="827841"/>
                    <a:pt x="194161" y="895832"/>
                    <a:pt x="283910" y="895832"/>
                  </a:cubicBezTo>
                  <a:cubicBezTo>
                    <a:pt x="373659" y="895832"/>
                    <a:pt x="428052" y="827841"/>
                    <a:pt x="428052" y="757130"/>
                  </a:cubicBezTo>
                  <a:lnTo>
                    <a:pt x="428052" y="400855"/>
                  </a:lnTo>
                  <a:cubicBezTo>
                    <a:pt x="441650" y="343742"/>
                    <a:pt x="474286" y="283910"/>
                    <a:pt x="523240" y="283910"/>
                  </a:cubicBezTo>
                  <a:cubicBezTo>
                    <a:pt x="585792" y="283910"/>
                    <a:pt x="591231" y="354621"/>
                    <a:pt x="591231" y="354621"/>
                  </a:cubicBezTo>
                  <a:lnTo>
                    <a:pt x="591231" y="697297"/>
                  </a:lnTo>
                  <a:cubicBezTo>
                    <a:pt x="591231" y="708176"/>
                    <a:pt x="593951" y="719054"/>
                    <a:pt x="593951" y="729933"/>
                  </a:cubicBezTo>
                  <a:cubicBezTo>
                    <a:pt x="596671" y="748971"/>
                    <a:pt x="602110" y="765289"/>
                    <a:pt x="610269" y="778887"/>
                  </a:cubicBezTo>
                  <a:cubicBezTo>
                    <a:pt x="645624" y="846878"/>
                    <a:pt x="719055" y="893112"/>
                    <a:pt x="822402" y="893112"/>
                  </a:cubicBezTo>
                  <a:cubicBezTo>
                    <a:pt x="909431" y="893112"/>
                    <a:pt x="961105" y="822401"/>
                    <a:pt x="961105" y="822401"/>
                  </a:cubicBezTo>
                  <a:cubicBezTo>
                    <a:pt x="961105" y="822401"/>
                    <a:pt x="909431" y="808803"/>
                    <a:pt x="884954" y="746251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4A198EB9-1147-497F-9629-D20241548224}"/>
                </a:ext>
              </a:extLst>
            </p:cNvPr>
            <p:cNvSpPr/>
            <p:nvPr/>
          </p:nvSpPr>
          <p:spPr>
            <a:xfrm>
              <a:off x="7552331" y="1888610"/>
              <a:ext cx="489539" cy="1332631"/>
            </a:xfrm>
            <a:custGeom>
              <a:avLst/>
              <a:gdLst>
                <a:gd name="connsiteX0" fmla="*/ 368560 w 489538"/>
                <a:gd name="connsiteY0" fmla="*/ 1135162 h 1332630"/>
                <a:gd name="connsiteX1" fmla="*/ 357681 w 489538"/>
                <a:gd name="connsiteY1" fmla="*/ 1059011 h 1332630"/>
                <a:gd name="connsiteX2" fmla="*/ 357681 w 489538"/>
                <a:gd name="connsiteY2" fmla="*/ 207759 h 1332630"/>
                <a:gd name="connsiteX3" fmla="*/ 208099 w 489538"/>
                <a:gd name="connsiteY3" fmla="*/ 58178 h 1332630"/>
                <a:gd name="connsiteX4" fmla="*/ 58518 w 489538"/>
                <a:gd name="connsiteY4" fmla="*/ 207759 h 1332630"/>
                <a:gd name="connsiteX5" fmla="*/ 58518 w 489538"/>
                <a:gd name="connsiteY5" fmla="*/ 961104 h 1332630"/>
                <a:gd name="connsiteX6" fmla="*/ 85715 w 489538"/>
                <a:gd name="connsiteY6" fmla="*/ 1159639 h 1332630"/>
                <a:gd name="connsiteX7" fmla="*/ 306007 w 489538"/>
                <a:gd name="connsiteY7" fmla="*/ 1282023 h 1332630"/>
                <a:gd name="connsiteX8" fmla="*/ 444710 w 489538"/>
                <a:gd name="connsiteY8" fmla="*/ 1211312 h 1332630"/>
                <a:gd name="connsiteX9" fmla="*/ 368560 w 489538"/>
                <a:gd name="connsiteY9" fmla="*/ 1135162 h 1332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89538" h="1332630">
                  <a:moveTo>
                    <a:pt x="368560" y="1135162"/>
                  </a:moveTo>
                  <a:cubicBezTo>
                    <a:pt x="363120" y="1110685"/>
                    <a:pt x="357681" y="1083488"/>
                    <a:pt x="357681" y="1059011"/>
                  </a:cubicBezTo>
                  <a:lnTo>
                    <a:pt x="357681" y="207759"/>
                  </a:lnTo>
                  <a:cubicBezTo>
                    <a:pt x="357681" y="126170"/>
                    <a:pt x="289689" y="58178"/>
                    <a:pt x="208099" y="58178"/>
                  </a:cubicBezTo>
                  <a:cubicBezTo>
                    <a:pt x="126510" y="58178"/>
                    <a:pt x="58518" y="126170"/>
                    <a:pt x="58518" y="207759"/>
                  </a:cubicBezTo>
                  <a:lnTo>
                    <a:pt x="58518" y="961104"/>
                  </a:lnTo>
                  <a:cubicBezTo>
                    <a:pt x="58518" y="1029095"/>
                    <a:pt x="53079" y="1097086"/>
                    <a:pt x="85715" y="1159639"/>
                  </a:cubicBezTo>
                  <a:cubicBezTo>
                    <a:pt x="118351" y="1227630"/>
                    <a:pt x="202660" y="1282023"/>
                    <a:pt x="306007" y="1282023"/>
                  </a:cubicBezTo>
                  <a:cubicBezTo>
                    <a:pt x="393036" y="1282023"/>
                    <a:pt x="444710" y="1211312"/>
                    <a:pt x="444710" y="1211312"/>
                  </a:cubicBezTo>
                  <a:cubicBezTo>
                    <a:pt x="444710" y="1211312"/>
                    <a:pt x="393036" y="1197714"/>
                    <a:pt x="368560" y="1135162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C489DA5D-3FDF-41B6-8FEC-3BAA766E6DD2}"/>
                </a:ext>
              </a:extLst>
            </p:cNvPr>
            <p:cNvSpPr/>
            <p:nvPr/>
          </p:nvSpPr>
          <p:spPr>
            <a:xfrm>
              <a:off x="4162324" y="2357456"/>
              <a:ext cx="815899" cy="815898"/>
            </a:xfrm>
            <a:custGeom>
              <a:avLst/>
              <a:gdLst>
                <a:gd name="connsiteX0" fmla="*/ 407949 w 815899"/>
                <a:gd name="connsiteY0" fmla="*/ 174058 h 815898"/>
                <a:gd name="connsiteX1" fmla="*/ 293723 w 815899"/>
                <a:gd name="connsiteY1" fmla="*/ 407950 h 815898"/>
                <a:gd name="connsiteX2" fmla="*/ 410669 w 815899"/>
                <a:gd name="connsiteY2" fmla="*/ 641840 h 815898"/>
                <a:gd name="connsiteX3" fmla="*/ 522175 w 815899"/>
                <a:gd name="connsiteY3" fmla="*/ 407950 h 815898"/>
                <a:gd name="connsiteX4" fmla="*/ 407949 w 815899"/>
                <a:gd name="connsiteY4" fmla="*/ 174058 h 815898"/>
                <a:gd name="connsiteX5" fmla="*/ 407950 w 815899"/>
                <a:gd name="connsiteY5" fmla="*/ 0 h 815898"/>
                <a:gd name="connsiteX6" fmla="*/ 815899 w 815899"/>
                <a:gd name="connsiteY6" fmla="*/ 407949 h 815898"/>
                <a:gd name="connsiteX7" fmla="*/ 407950 w 815899"/>
                <a:gd name="connsiteY7" fmla="*/ 815898 h 815898"/>
                <a:gd name="connsiteX8" fmla="*/ 0 w 815899"/>
                <a:gd name="connsiteY8" fmla="*/ 407949 h 815898"/>
                <a:gd name="connsiteX9" fmla="*/ 407950 w 815899"/>
                <a:gd name="connsiteY9" fmla="*/ 0 h 815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5899" h="815898">
                  <a:moveTo>
                    <a:pt x="407949" y="174058"/>
                  </a:moveTo>
                  <a:cubicBezTo>
                    <a:pt x="342677" y="174058"/>
                    <a:pt x="293723" y="263807"/>
                    <a:pt x="293723" y="407950"/>
                  </a:cubicBezTo>
                  <a:cubicBezTo>
                    <a:pt x="293723" y="552091"/>
                    <a:pt x="331799" y="639120"/>
                    <a:pt x="410669" y="641840"/>
                  </a:cubicBezTo>
                  <a:cubicBezTo>
                    <a:pt x="489539" y="641840"/>
                    <a:pt x="527614" y="552091"/>
                    <a:pt x="522175" y="407950"/>
                  </a:cubicBezTo>
                  <a:cubicBezTo>
                    <a:pt x="522175" y="263807"/>
                    <a:pt x="473221" y="176778"/>
                    <a:pt x="407949" y="174058"/>
                  </a:cubicBezTo>
                  <a:close/>
                  <a:moveTo>
                    <a:pt x="407950" y="0"/>
                  </a:moveTo>
                  <a:cubicBezTo>
                    <a:pt x="633682" y="0"/>
                    <a:pt x="815899" y="182217"/>
                    <a:pt x="815899" y="407949"/>
                  </a:cubicBezTo>
                  <a:cubicBezTo>
                    <a:pt x="815899" y="633681"/>
                    <a:pt x="633682" y="815898"/>
                    <a:pt x="407950" y="815898"/>
                  </a:cubicBezTo>
                  <a:cubicBezTo>
                    <a:pt x="182218" y="815898"/>
                    <a:pt x="0" y="633681"/>
                    <a:pt x="0" y="407949"/>
                  </a:cubicBezTo>
                  <a:cubicBezTo>
                    <a:pt x="0" y="182217"/>
                    <a:pt x="182218" y="0"/>
                    <a:pt x="407950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97AA4C2C-CCD9-4698-B061-F47DE3A46C84}"/>
                </a:ext>
              </a:extLst>
            </p:cNvPr>
            <p:cNvSpPr/>
            <p:nvPr/>
          </p:nvSpPr>
          <p:spPr>
            <a:xfrm>
              <a:off x="5884871" y="1946788"/>
              <a:ext cx="912802" cy="1223846"/>
            </a:xfrm>
            <a:custGeom>
              <a:avLst/>
              <a:gdLst>
                <a:gd name="connsiteX0" fmla="*/ 387907 w 912802"/>
                <a:gd name="connsiteY0" fmla="*/ 620081 h 1223846"/>
                <a:gd name="connsiteX1" fmla="*/ 273681 w 912802"/>
                <a:gd name="connsiteY1" fmla="*/ 824055 h 1223846"/>
                <a:gd name="connsiteX2" fmla="*/ 390627 w 912802"/>
                <a:gd name="connsiteY2" fmla="*/ 1028029 h 1223846"/>
                <a:gd name="connsiteX3" fmla="*/ 502132 w 912802"/>
                <a:gd name="connsiteY3" fmla="*/ 824055 h 1223846"/>
                <a:gd name="connsiteX4" fmla="*/ 387907 w 912802"/>
                <a:gd name="connsiteY4" fmla="*/ 620081 h 1223846"/>
                <a:gd name="connsiteX5" fmla="*/ 676192 w 912802"/>
                <a:gd name="connsiteY5" fmla="*/ 0 h 1223846"/>
                <a:gd name="connsiteX6" fmla="*/ 825773 w 912802"/>
                <a:gd name="connsiteY6" fmla="*/ 149581 h 1223846"/>
                <a:gd name="connsiteX7" fmla="*/ 825773 w 912802"/>
                <a:gd name="connsiteY7" fmla="*/ 1000834 h 1223846"/>
                <a:gd name="connsiteX8" fmla="*/ 836651 w 912802"/>
                <a:gd name="connsiteY8" fmla="*/ 1076985 h 1223846"/>
                <a:gd name="connsiteX9" fmla="*/ 912802 w 912802"/>
                <a:gd name="connsiteY9" fmla="*/ 1150415 h 1223846"/>
                <a:gd name="connsiteX10" fmla="*/ 774099 w 912802"/>
                <a:gd name="connsiteY10" fmla="*/ 1221126 h 1223846"/>
                <a:gd name="connsiteX11" fmla="*/ 553807 w 912802"/>
                <a:gd name="connsiteY11" fmla="*/ 1098742 h 1223846"/>
                <a:gd name="connsiteX12" fmla="*/ 548367 w 912802"/>
                <a:gd name="connsiteY12" fmla="*/ 1085144 h 1223846"/>
                <a:gd name="connsiteX13" fmla="*/ 398786 w 912802"/>
                <a:gd name="connsiteY13" fmla="*/ 1212967 h 1223846"/>
                <a:gd name="connsiteX14" fmla="*/ 156736 w 912802"/>
                <a:gd name="connsiteY14" fmla="*/ 1180332 h 1223846"/>
                <a:gd name="connsiteX15" fmla="*/ 287280 w 912802"/>
                <a:gd name="connsiteY15" fmla="*/ 416107 h 1223846"/>
                <a:gd name="connsiteX16" fmla="*/ 526611 w 912802"/>
                <a:gd name="connsiteY16" fmla="*/ 552091 h 1223846"/>
                <a:gd name="connsiteX17" fmla="*/ 526611 w 912802"/>
                <a:gd name="connsiteY17" fmla="*/ 149581 h 1223846"/>
                <a:gd name="connsiteX18" fmla="*/ 676192 w 912802"/>
                <a:gd name="connsiteY18" fmla="*/ 0 h 1223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12802" h="1223846">
                  <a:moveTo>
                    <a:pt x="387907" y="620081"/>
                  </a:moveTo>
                  <a:cubicBezTo>
                    <a:pt x="322635" y="620081"/>
                    <a:pt x="273681" y="698951"/>
                    <a:pt x="273681" y="824055"/>
                  </a:cubicBezTo>
                  <a:cubicBezTo>
                    <a:pt x="273681" y="949160"/>
                    <a:pt x="311756" y="1028029"/>
                    <a:pt x="390627" y="1028029"/>
                  </a:cubicBezTo>
                  <a:cubicBezTo>
                    <a:pt x="466777" y="1025310"/>
                    <a:pt x="504852" y="949160"/>
                    <a:pt x="502132" y="824055"/>
                  </a:cubicBezTo>
                  <a:cubicBezTo>
                    <a:pt x="502132" y="698951"/>
                    <a:pt x="455898" y="622801"/>
                    <a:pt x="387907" y="620081"/>
                  </a:cubicBezTo>
                  <a:close/>
                  <a:moveTo>
                    <a:pt x="676192" y="0"/>
                  </a:moveTo>
                  <a:cubicBezTo>
                    <a:pt x="757781" y="0"/>
                    <a:pt x="825773" y="67992"/>
                    <a:pt x="825773" y="149581"/>
                  </a:cubicBezTo>
                  <a:lnTo>
                    <a:pt x="825773" y="1000834"/>
                  </a:lnTo>
                  <a:cubicBezTo>
                    <a:pt x="828492" y="1025311"/>
                    <a:pt x="831212" y="1052508"/>
                    <a:pt x="836651" y="1076985"/>
                  </a:cubicBezTo>
                  <a:cubicBezTo>
                    <a:pt x="861128" y="1139537"/>
                    <a:pt x="912802" y="1150415"/>
                    <a:pt x="912802" y="1150415"/>
                  </a:cubicBezTo>
                  <a:cubicBezTo>
                    <a:pt x="912802" y="1150415"/>
                    <a:pt x="861128" y="1221126"/>
                    <a:pt x="774099" y="1221126"/>
                  </a:cubicBezTo>
                  <a:cubicBezTo>
                    <a:pt x="670752" y="1221126"/>
                    <a:pt x="589162" y="1166733"/>
                    <a:pt x="553807" y="1098742"/>
                  </a:cubicBezTo>
                  <a:cubicBezTo>
                    <a:pt x="551087" y="1093303"/>
                    <a:pt x="551087" y="1090583"/>
                    <a:pt x="548367" y="1085144"/>
                  </a:cubicBezTo>
                  <a:cubicBezTo>
                    <a:pt x="534769" y="1147696"/>
                    <a:pt x="450460" y="1199369"/>
                    <a:pt x="398786" y="1212967"/>
                  </a:cubicBezTo>
                  <a:cubicBezTo>
                    <a:pt x="322636" y="1234725"/>
                    <a:pt x="222008" y="1223846"/>
                    <a:pt x="156736" y="1180332"/>
                  </a:cubicBezTo>
                  <a:cubicBezTo>
                    <a:pt x="-79874" y="1028031"/>
                    <a:pt x="-58117" y="416107"/>
                    <a:pt x="287280" y="416107"/>
                  </a:cubicBezTo>
                  <a:cubicBezTo>
                    <a:pt x="412385" y="416107"/>
                    <a:pt x="491255" y="503137"/>
                    <a:pt x="526611" y="552091"/>
                  </a:cubicBezTo>
                  <a:lnTo>
                    <a:pt x="526611" y="149581"/>
                  </a:lnTo>
                  <a:cubicBezTo>
                    <a:pt x="526611" y="67992"/>
                    <a:pt x="594602" y="0"/>
                    <a:pt x="676192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6899E50A-6EE7-43FA-8BC5-A3FC97DE7DC4}"/>
                </a:ext>
              </a:extLst>
            </p:cNvPr>
            <p:cNvSpPr/>
            <p:nvPr/>
          </p:nvSpPr>
          <p:spPr>
            <a:xfrm>
              <a:off x="6789513" y="2362895"/>
              <a:ext cx="747906" cy="810458"/>
            </a:xfrm>
            <a:custGeom>
              <a:avLst/>
              <a:gdLst>
                <a:gd name="connsiteX0" fmla="*/ 394818 w 747906"/>
                <a:gd name="connsiteY0" fmla="*/ 163222 h 810458"/>
                <a:gd name="connsiteX1" fmla="*/ 356275 w 747906"/>
                <a:gd name="connsiteY1" fmla="*/ 174058 h 810458"/>
                <a:gd name="connsiteX2" fmla="*/ 274685 w 747906"/>
                <a:gd name="connsiteY2" fmla="*/ 356275 h 810458"/>
                <a:gd name="connsiteX3" fmla="*/ 375313 w 747906"/>
                <a:gd name="connsiteY3" fmla="*/ 358994 h 810458"/>
                <a:gd name="connsiteX4" fmla="*/ 473220 w 747906"/>
                <a:gd name="connsiteY4" fmla="*/ 239329 h 810458"/>
                <a:gd name="connsiteX5" fmla="*/ 394818 w 747906"/>
                <a:gd name="connsiteY5" fmla="*/ 163222 h 810458"/>
                <a:gd name="connsiteX6" fmla="*/ 386192 w 747906"/>
                <a:gd name="connsiteY6" fmla="*/ 0 h 810458"/>
                <a:gd name="connsiteX7" fmla="*/ 747906 w 747906"/>
                <a:gd name="connsiteY7" fmla="*/ 266526 h 810458"/>
                <a:gd name="connsiteX8" fmla="*/ 291004 w 747906"/>
                <a:gd name="connsiteY8" fmla="*/ 484100 h 810458"/>
                <a:gd name="connsiteX9" fmla="*/ 497698 w 747906"/>
                <a:gd name="connsiteY9" fmla="*/ 617363 h 810458"/>
                <a:gd name="connsiteX10" fmla="*/ 712551 w 747906"/>
                <a:gd name="connsiteY10" fmla="*/ 557530 h 810458"/>
                <a:gd name="connsiteX11" fmla="*/ 388912 w 747906"/>
                <a:gd name="connsiteY11" fmla="*/ 810458 h 810458"/>
                <a:gd name="connsiteX12" fmla="*/ 0 w 747906"/>
                <a:gd name="connsiteY12" fmla="*/ 413389 h 810458"/>
                <a:gd name="connsiteX13" fmla="*/ 386192 w 747906"/>
                <a:gd name="connsiteY13" fmla="*/ 0 h 810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47906" h="810458">
                  <a:moveTo>
                    <a:pt x="394818" y="163222"/>
                  </a:moveTo>
                  <a:cubicBezTo>
                    <a:pt x="381772" y="163179"/>
                    <a:pt x="368514" y="166579"/>
                    <a:pt x="356275" y="174058"/>
                  </a:cubicBezTo>
                  <a:cubicBezTo>
                    <a:pt x="299162" y="212133"/>
                    <a:pt x="282844" y="291003"/>
                    <a:pt x="274685" y="356275"/>
                  </a:cubicBezTo>
                  <a:cubicBezTo>
                    <a:pt x="274685" y="364434"/>
                    <a:pt x="369873" y="358994"/>
                    <a:pt x="375313" y="358994"/>
                  </a:cubicBezTo>
                  <a:cubicBezTo>
                    <a:pt x="432425" y="345396"/>
                    <a:pt x="473220" y="301881"/>
                    <a:pt x="473220" y="239329"/>
                  </a:cubicBezTo>
                  <a:cubicBezTo>
                    <a:pt x="471181" y="194455"/>
                    <a:pt x="433956" y="163349"/>
                    <a:pt x="394818" y="163222"/>
                  </a:cubicBezTo>
                  <a:close/>
                  <a:moveTo>
                    <a:pt x="386192" y="0"/>
                  </a:moveTo>
                  <a:cubicBezTo>
                    <a:pt x="519455" y="0"/>
                    <a:pt x="747906" y="65272"/>
                    <a:pt x="747906" y="266526"/>
                  </a:cubicBezTo>
                  <a:cubicBezTo>
                    <a:pt x="747906" y="467782"/>
                    <a:pt x="538493" y="484100"/>
                    <a:pt x="291004" y="484100"/>
                  </a:cubicBezTo>
                  <a:cubicBezTo>
                    <a:pt x="291004" y="484100"/>
                    <a:pt x="326359" y="617363"/>
                    <a:pt x="497698" y="617363"/>
                  </a:cubicBezTo>
                  <a:cubicBezTo>
                    <a:pt x="669036" y="617363"/>
                    <a:pt x="712551" y="557530"/>
                    <a:pt x="712551" y="557530"/>
                  </a:cubicBezTo>
                  <a:cubicBezTo>
                    <a:pt x="712551" y="557530"/>
                    <a:pt x="696233" y="810458"/>
                    <a:pt x="388912" y="810458"/>
                  </a:cubicBezTo>
                  <a:cubicBezTo>
                    <a:pt x="212134" y="810458"/>
                    <a:pt x="0" y="677195"/>
                    <a:pt x="0" y="413389"/>
                  </a:cubicBezTo>
                  <a:cubicBezTo>
                    <a:pt x="0" y="176778"/>
                    <a:pt x="163180" y="0"/>
                    <a:pt x="386192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AAB6D96F-3061-42BC-92D0-1BF63F8246F4}"/>
                </a:ext>
              </a:extLst>
            </p:cNvPr>
            <p:cNvSpPr/>
            <p:nvPr/>
          </p:nvSpPr>
          <p:spPr>
            <a:xfrm>
              <a:off x="7988882" y="2362895"/>
              <a:ext cx="747906" cy="810458"/>
            </a:xfrm>
            <a:custGeom>
              <a:avLst/>
              <a:gdLst>
                <a:gd name="connsiteX0" fmla="*/ 394818 w 747906"/>
                <a:gd name="connsiteY0" fmla="*/ 163222 h 810458"/>
                <a:gd name="connsiteX1" fmla="*/ 356275 w 747906"/>
                <a:gd name="connsiteY1" fmla="*/ 174058 h 810458"/>
                <a:gd name="connsiteX2" fmla="*/ 274685 w 747906"/>
                <a:gd name="connsiteY2" fmla="*/ 356275 h 810458"/>
                <a:gd name="connsiteX3" fmla="*/ 375313 w 747906"/>
                <a:gd name="connsiteY3" fmla="*/ 358994 h 810458"/>
                <a:gd name="connsiteX4" fmla="*/ 473220 w 747906"/>
                <a:gd name="connsiteY4" fmla="*/ 239329 h 810458"/>
                <a:gd name="connsiteX5" fmla="*/ 394818 w 747906"/>
                <a:gd name="connsiteY5" fmla="*/ 163222 h 810458"/>
                <a:gd name="connsiteX6" fmla="*/ 386192 w 747906"/>
                <a:gd name="connsiteY6" fmla="*/ 0 h 810458"/>
                <a:gd name="connsiteX7" fmla="*/ 747906 w 747906"/>
                <a:gd name="connsiteY7" fmla="*/ 266526 h 810458"/>
                <a:gd name="connsiteX8" fmla="*/ 291004 w 747906"/>
                <a:gd name="connsiteY8" fmla="*/ 484100 h 810458"/>
                <a:gd name="connsiteX9" fmla="*/ 497697 w 747906"/>
                <a:gd name="connsiteY9" fmla="*/ 617363 h 810458"/>
                <a:gd name="connsiteX10" fmla="*/ 712551 w 747906"/>
                <a:gd name="connsiteY10" fmla="*/ 557530 h 810458"/>
                <a:gd name="connsiteX11" fmla="*/ 388911 w 747906"/>
                <a:gd name="connsiteY11" fmla="*/ 810458 h 810458"/>
                <a:gd name="connsiteX12" fmla="*/ 0 w 747906"/>
                <a:gd name="connsiteY12" fmla="*/ 413389 h 810458"/>
                <a:gd name="connsiteX13" fmla="*/ 386192 w 747906"/>
                <a:gd name="connsiteY13" fmla="*/ 0 h 810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47906" h="810458">
                  <a:moveTo>
                    <a:pt x="394818" y="163222"/>
                  </a:moveTo>
                  <a:cubicBezTo>
                    <a:pt x="381772" y="163179"/>
                    <a:pt x="368514" y="166579"/>
                    <a:pt x="356275" y="174058"/>
                  </a:cubicBezTo>
                  <a:cubicBezTo>
                    <a:pt x="299162" y="212133"/>
                    <a:pt x="282844" y="291003"/>
                    <a:pt x="274685" y="356275"/>
                  </a:cubicBezTo>
                  <a:cubicBezTo>
                    <a:pt x="274685" y="364434"/>
                    <a:pt x="369873" y="358994"/>
                    <a:pt x="375313" y="358994"/>
                  </a:cubicBezTo>
                  <a:cubicBezTo>
                    <a:pt x="432426" y="345396"/>
                    <a:pt x="473220" y="301881"/>
                    <a:pt x="473220" y="239329"/>
                  </a:cubicBezTo>
                  <a:cubicBezTo>
                    <a:pt x="471181" y="194455"/>
                    <a:pt x="433955" y="163349"/>
                    <a:pt x="394818" y="163222"/>
                  </a:cubicBezTo>
                  <a:close/>
                  <a:moveTo>
                    <a:pt x="386192" y="0"/>
                  </a:moveTo>
                  <a:cubicBezTo>
                    <a:pt x="519455" y="0"/>
                    <a:pt x="747906" y="65272"/>
                    <a:pt x="747906" y="266526"/>
                  </a:cubicBezTo>
                  <a:cubicBezTo>
                    <a:pt x="747906" y="467782"/>
                    <a:pt x="538492" y="484100"/>
                    <a:pt x="291004" y="484100"/>
                  </a:cubicBezTo>
                  <a:cubicBezTo>
                    <a:pt x="291004" y="484100"/>
                    <a:pt x="326359" y="617363"/>
                    <a:pt x="497697" y="617363"/>
                  </a:cubicBezTo>
                  <a:cubicBezTo>
                    <a:pt x="669036" y="617363"/>
                    <a:pt x="712551" y="557530"/>
                    <a:pt x="712551" y="557530"/>
                  </a:cubicBezTo>
                  <a:cubicBezTo>
                    <a:pt x="712551" y="557530"/>
                    <a:pt x="696233" y="810458"/>
                    <a:pt x="388911" y="810458"/>
                  </a:cubicBezTo>
                  <a:cubicBezTo>
                    <a:pt x="212133" y="810458"/>
                    <a:pt x="0" y="677195"/>
                    <a:pt x="0" y="413389"/>
                  </a:cubicBezTo>
                  <a:cubicBezTo>
                    <a:pt x="0" y="176778"/>
                    <a:pt x="163180" y="0"/>
                    <a:pt x="386192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46E90DD0-D326-4354-B19D-6B25CA8E122A}"/>
                </a:ext>
              </a:extLst>
            </p:cNvPr>
            <p:cNvSpPr/>
            <p:nvPr/>
          </p:nvSpPr>
          <p:spPr>
            <a:xfrm>
              <a:off x="8683414" y="2274801"/>
              <a:ext cx="897487" cy="951879"/>
            </a:xfrm>
            <a:custGeom>
              <a:avLst/>
              <a:gdLst>
                <a:gd name="connsiteX0" fmla="*/ 580988 w 897487"/>
                <a:gd name="connsiteY0" fmla="*/ 667381 h 951879"/>
                <a:gd name="connsiteX1" fmla="*/ 409649 w 897487"/>
                <a:gd name="connsiteY1" fmla="*/ 667381 h 951879"/>
                <a:gd name="connsiteX2" fmla="*/ 591866 w 897487"/>
                <a:gd name="connsiteY2" fmla="*/ 525959 h 951879"/>
                <a:gd name="connsiteX3" fmla="*/ 842075 w 897487"/>
                <a:gd name="connsiteY3" fmla="*/ 123450 h 951879"/>
                <a:gd name="connsiteX4" fmla="*/ 842075 w 897487"/>
                <a:gd name="connsiteY4" fmla="*/ 123450 h 951879"/>
                <a:gd name="connsiteX5" fmla="*/ 798560 w 897487"/>
                <a:gd name="connsiteY5" fmla="*/ 58178 h 951879"/>
                <a:gd name="connsiteX6" fmla="*/ 746887 w 897487"/>
                <a:gd name="connsiteY6" fmla="*/ 107132 h 951879"/>
                <a:gd name="connsiteX7" fmla="*/ 697933 w 897487"/>
                <a:gd name="connsiteY7" fmla="*/ 115291 h 951879"/>
                <a:gd name="connsiteX8" fmla="*/ 219273 w 897487"/>
                <a:gd name="connsiteY8" fmla="*/ 115291 h 951879"/>
                <a:gd name="connsiteX9" fmla="*/ 102328 w 897487"/>
                <a:gd name="connsiteY9" fmla="*/ 224077 h 951879"/>
                <a:gd name="connsiteX10" fmla="*/ 213834 w 897487"/>
                <a:gd name="connsiteY10" fmla="*/ 332863 h 951879"/>
                <a:gd name="connsiteX11" fmla="*/ 485800 w 897487"/>
                <a:gd name="connsiteY11" fmla="*/ 335583 h 951879"/>
                <a:gd name="connsiteX12" fmla="*/ 134964 w 897487"/>
                <a:gd name="connsiteY12" fmla="*/ 615708 h 951879"/>
                <a:gd name="connsiteX13" fmla="*/ 61533 w 897487"/>
                <a:gd name="connsiteY13" fmla="*/ 884953 h 951879"/>
                <a:gd name="connsiteX14" fmla="*/ 398771 w 897487"/>
                <a:gd name="connsiteY14" fmla="*/ 806083 h 951879"/>
                <a:gd name="connsiteX15" fmla="*/ 529314 w 897487"/>
                <a:gd name="connsiteY15" fmla="*/ 863196 h 951879"/>
                <a:gd name="connsiteX16" fmla="*/ 782242 w 897487"/>
                <a:gd name="connsiteY16" fmla="*/ 607549 h 951879"/>
                <a:gd name="connsiteX17" fmla="*/ 580988 w 897487"/>
                <a:gd name="connsiteY17" fmla="*/ 667381 h 951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97487" h="951879">
                  <a:moveTo>
                    <a:pt x="580988" y="667381"/>
                  </a:moveTo>
                  <a:lnTo>
                    <a:pt x="409649" y="667381"/>
                  </a:lnTo>
                  <a:cubicBezTo>
                    <a:pt x="423248" y="667381"/>
                    <a:pt x="548352" y="561314"/>
                    <a:pt x="591866" y="525959"/>
                  </a:cubicBezTo>
                  <a:cubicBezTo>
                    <a:pt x="700653" y="433491"/>
                    <a:pt x="899188" y="297508"/>
                    <a:pt x="842075" y="123450"/>
                  </a:cubicBezTo>
                  <a:lnTo>
                    <a:pt x="842075" y="123450"/>
                  </a:lnTo>
                  <a:cubicBezTo>
                    <a:pt x="831197" y="82655"/>
                    <a:pt x="798560" y="58178"/>
                    <a:pt x="798560" y="58178"/>
                  </a:cubicBezTo>
                  <a:cubicBezTo>
                    <a:pt x="798560" y="58178"/>
                    <a:pt x="787682" y="90814"/>
                    <a:pt x="746887" y="107132"/>
                  </a:cubicBezTo>
                  <a:cubicBezTo>
                    <a:pt x="730569" y="109852"/>
                    <a:pt x="714251" y="115291"/>
                    <a:pt x="697933" y="115291"/>
                  </a:cubicBezTo>
                  <a:cubicBezTo>
                    <a:pt x="684334" y="115291"/>
                    <a:pt x="219273" y="115291"/>
                    <a:pt x="219273" y="115291"/>
                  </a:cubicBezTo>
                  <a:cubicBezTo>
                    <a:pt x="156721" y="115291"/>
                    <a:pt x="105048" y="166964"/>
                    <a:pt x="102328" y="224077"/>
                  </a:cubicBezTo>
                  <a:cubicBezTo>
                    <a:pt x="102328" y="283910"/>
                    <a:pt x="151282" y="332863"/>
                    <a:pt x="213834" y="332863"/>
                  </a:cubicBezTo>
                  <a:lnTo>
                    <a:pt x="485800" y="335583"/>
                  </a:lnTo>
                  <a:cubicBezTo>
                    <a:pt x="360695" y="406294"/>
                    <a:pt x="211114" y="487884"/>
                    <a:pt x="134964" y="615708"/>
                  </a:cubicBezTo>
                  <a:cubicBezTo>
                    <a:pt x="91449" y="689138"/>
                    <a:pt x="45215" y="800644"/>
                    <a:pt x="61533" y="884953"/>
                  </a:cubicBezTo>
                  <a:cubicBezTo>
                    <a:pt x="121366" y="830560"/>
                    <a:pt x="279106" y="778887"/>
                    <a:pt x="398771" y="806083"/>
                  </a:cubicBezTo>
                  <a:cubicBezTo>
                    <a:pt x="445005" y="814242"/>
                    <a:pt x="491239" y="838719"/>
                    <a:pt x="529314" y="863196"/>
                  </a:cubicBezTo>
                  <a:cubicBezTo>
                    <a:pt x="755046" y="1004618"/>
                    <a:pt x="891029" y="727213"/>
                    <a:pt x="782242" y="607549"/>
                  </a:cubicBezTo>
                  <a:cubicBezTo>
                    <a:pt x="784962" y="607549"/>
                    <a:pt x="722410" y="667381"/>
                    <a:pt x="580988" y="667381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FC8EBEE1-EF8C-4C52-8690-44C2ACEA5D70}"/>
                </a:ext>
              </a:extLst>
            </p:cNvPr>
            <p:cNvSpPr/>
            <p:nvPr/>
          </p:nvSpPr>
          <p:spPr>
            <a:xfrm>
              <a:off x="2624650" y="1948442"/>
              <a:ext cx="1903761" cy="1577400"/>
            </a:xfrm>
            <a:custGeom>
              <a:avLst/>
              <a:gdLst>
                <a:gd name="connsiteX0" fmla="*/ 1559430 w 1903760"/>
                <a:gd name="connsiteY0" fmla="*/ 1165078 h 1577399"/>
                <a:gd name="connsiteX1" fmla="*/ 1369054 w 1903760"/>
                <a:gd name="connsiteY1" fmla="*/ 593950 h 1577399"/>
                <a:gd name="connsiteX2" fmla="*/ 1483279 w 1903760"/>
                <a:gd name="connsiteY2" fmla="*/ 126170 h 1577399"/>
                <a:gd name="connsiteX3" fmla="*/ 1311941 w 1903760"/>
                <a:gd name="connsiteY3" fmla="*/ 58178 h 1577399"/>
                <a:gd name="connsiteX4" fmla="*/ 1078050 w 1903760"/>
                <a:gd name="connsiteY4" fmla="*/ 205040 h 1577399"/>
                <a:gd name="connsiteX5" fmla="*/ 846879 w 1903760"/>
                <a:gd name="connsiteY5" fmla="*/ 523239 h 1577399"/>
                <a:gd name="connsiteX6" fmla="*/ 645624 w 1903760"/>
                <a:gd name="connsiteY6" fmla="*/ 210479 h 1577399"/>
                <a:gd name="connsiteX7" fmla="*/ 455248 w 1903760"/>
                <a:gd name="connsiteY7" fmla="*/ 63617 h 1577399"/>
                <a:gd name="connsiteX8" fmla="*/ 234956 w 1903760"/>
                <a:gd name="connsiteY8" fmla="*/ 137048 h 1577399"/>
                <a:gd name="connsiteX9" fmla="*/ 316546 w 1903760"/>
                <a:gd name="connsiteY9" fmla="*/ 588511 h 1577399"/>
                <a:gd name="connsiteX10" fmla="*/ 58178 w 1903760"/>
                <a:gd name="connsiteY10" fmla="*/ 1072610 h 1577399"/>
                <a:gd name="connsiteX11" fmla="*/ 474286 w 1903760"/>
                <a:gd name="connsiteY11" fmla="*/ 1020936 h 1577399"/>
                <a:gd name="connsiteX12" fmla="*/ 555876 w 1903760"/>
                <a:gd name="connsiteY12" fmla="*/ 572193 h 1577399"/>
                <a:gd name="connsiteX13" fmla="*/ 830561 w 1903760"/>
                <a:gd name="connsiteY13" fmla="*/ 993740 h 1577399"/>
                <a:gd name="connsiteX14" fmla="*/ 1140602 w 1903760"/>
                <a:gd name="connsiteY14" fmla="*/ 574913 h 1577399"/>
                <a:gd name="connsiteX15" fmla="*/ 1567589 w 1903760"/>
                <a:gd name="connsiteY15" fmla="*/ 1526792 h 1577399"/>
                <a:gd name="connsiteX16" fmla="*/ 1866751 w 1903760"/>
                <a:gd name="connsiteY16" fmla="*/ 1322818 h 1577399"/>
                <a:gd name="connsiteX17" fmla="*/ 1559430 w 1903760"/>
                <a:gd name="connsiteY17" fmla="*/ 1165078 h 1577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903760" h="1577399">
                  <a:moveTo>
                    <a:pt x="1559430" y="1165078"/>
                  </a:moveTo>
                  <a:cubicBezTo>
                    <a:pt x="1420727" y="1012777"/>
                    <a:pt x="1377213" y="762569"/>
                    <a:pt x="1369054" y="593950"/>
                  </a:cubicBezTo>
                  <a:cubicBezTo>
                    <a:pt x="1360895" y="449809"/>
                    <a:pt x="1369054" y="199600"/>
                    <a:pt x="1483279" y="126170"/>
                  </a:cubicBezTo>
                  <a:cubicBezTo>
                    <a:pt x="1445204" y="77216"/>
                    <a:pt x="1369054" y="58178"/>
                    <a:pt x="1311941" y="58178"/>
                  </a:cubicBezTo>
                  <a:cubicBezTo>
                    <a:pt x="1184117" y="58178"/>
                    <a:pt x="1121565" y="142488"/>
                    <a:pt x="1078050" y="205040"/>
                  </a:cubicBezTo>
                  <a:cubicBezTo>
                    <a:pt x="1064452" y="224077"/>
                    <a:pt x="846879" y="523239"/>
                    <a:pt x="846879" y="523239"/>
                  </a:cubicBezTo>
                  <a:cubicBezTo>
                    <a:pt x="846879" y="523239"/>
                    <a:pt x="667382" y="243115"/>
                    <a:pt x="645624" y="210479"/>
                  </a:cubicBezTo>
                  <a:cubicBezTo>
                    <a:pt x="615708" y="164245"/>
                    <a:pt x="555876" y="77216"/>
                    <a:pt x="455248" y="63617"/>
                  </a:cubicBezTo>
                  <a:cubicBezTo>
                    <a:pt x="411734" y="58178"/>
                    <a:pt x="297508" y="52739"/>
                    <a:pt x="234956" y="137048"/>
                  </a:cubicBezTo>
                  <a:cubicBezTo>
                    <a:pt x="341023" y="221357"/>
                    <a:pt x="338303" y="438930"/>
                    <a:pt x="316546" y="588511"/>
                  </a:cubicBezTo>
                  <a:cubicBezTo>
                    <a:pt x="248554" y="1031815"/>
                    <a:pt x="58178" y="1072610"/>
                    <a:pt x="58178" y="1072610"/>
                  </a:cubicBezTo>
                  <a:cubicBezTo>
                    <a:pt x="156086" y="1333696"/>
                    <a:pt x="403575" y="1230350"/>
                    <a:pt x="474286" y="1020936"/>
                  </a:cubicBezTo>
                  <a:cubicBezTo>
                    <a:pt x="520520" y="884953"/>
                    <a:pt x="550436" y="713615"/>
                    <a:pt x="555876" y="572193"/>
                  </a:cubicBezTo>
                  <a:lnTo>
                    <a:pt x="830561" y="993740"/>
                  </a:lnTo>
                  <a:cubicBezTo>
                    <a:pt x="830561" y="993740"/>
                    <a:pt x="1140602" y="574913"/>
                    <a:pt x="1140602" y="574913"/>
                  </a:cubicBezTo>
                  <a:cubicBezTo>
                    <a:pt x="1088929" y="1314659"/>
                    <a:pt x="1344577" y="1526792"/>
                    <a:pt x="1567589" y="1526792"/>
                  </a:cubicBezTo>
                  <a:cubicBezTo>
                    <a:pt x="1790601" y="1526792"/>
                    <a:pt x="1866751" y="1322818"/>
                    <a:pt x="1866751" y="1322818"/>
                  </a:cubicBezTo>
                  <a:cubicBezTo>
                    <a:pt x="1744367" y="1314659"/>
                    <a:pt x="1641019" y="1252107"/>
                    <a:pt x="1559430" y="1165078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60406D85-B240-4DDD-A872-237D9A7B6040}"/>
                </a:ext>
              </a:extLst>
            </p:cNvPr>
            <p:cNvSpPr/>
            <p:nvPr/>
          </p:nvSpPr>
          <p:spPr>
            <a:xfrm>
              <a:off x="4792218" y="3234839"/>
              <a:ext cx="271966" cy="652717"/>
            </a:xfrm>
            <a:custGeom>
              <a:avLst/>
              <a:gdLst>
                <a:gd name="connsiteX0" fmla="*/ 88095 w 271965"/>
                <a:gd name="connsiteY0" fmla="*/ 120730 h 652717"/>
                <a:gd name="connsiteX1" fmla="*/ 93534 w 271965"/>
                <a:gd name="connsiteY1" fmla="*/ 153366 h 652717"/>
                <a:gd name="connsiteX2" fmla="*/ 93534 w 271965"/>
                <a:gd name="connsiteY2" fmla="*/ 544997 h 652717"/>
                <a:gd name="connsiteX3" fmla="*/ 156086 w 271965"/>
                <a:gd name="connsiteY3" fmla="*/ 604829 h 652717"/>
                <a:gd name="connsiteX4" fmla="*/ 221358 w 271965"/>
                <a:gd name="connsiteY4" fmla="*/ 544997 h 652717"/>
                <a:gd name="connsiteX5" fmla="*/ 221358 w 271965"/>
                <a:gd name="connsiteY5" fmla="*/ 194161 h 652717"/>
                <a:gd name="connsiteX6" fmla="*/ 210479 w 271965"/>
                <a:gd name="connsiteY6" fmla="*/ 109852 h 652717"/>
                <a:gd name="connsiteX7" fmla="*/ 118011 w 271965"/>
                <a:gd name="connsiteY7" fmla="*/ 58178 h 652717"/>
                <a:gd name="connsiteX8" fmla="*/ 58178 w 271965"/>
                <a:gd name="connsiteY8" fmla="*/ 88094 h 652717"/>
                <a:gd name="connsiteX9" fmla="*/ 88095 w 271965"/>
                <a:gd name="connsiteY9" fmla="*/ 120730 h 65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1965" h="652717">
                  <a:moveTo>
                    <a:pt x="88095" y="120730"/>
                  </a:moveTo>
                  <a:cubicBezTo>
                    <a:pt x="90814" y="131609"/>
                    <a:pt x="90814" y="142487"/>
                    <a:pt x="93534" y="153366"/>
                  </a:cubicBezTo>
                  <a:cubicBezTo>
                    <a:pt x="93534" y="156086"/>
                    <a:pt x="93534" y="542277"/>
                    <a:pt x="93534" y="544997"/>
                  </a:cubicBezTo>
                  <a:cubicBezTo>
                    <a:pt x="93534" y="577632"/>
                    <a:pt x="123450" y="604829"/>
                    <a:pt x="156086" y="604829"/>
                  </a:cubicBezTo>
                  <a:cubicBezTo>
                    <a:pt x="188722" y="607548"/>
                    <a:pt x="221358" y="577632"/>
                    <a:pt x="221358" y="544997"/>
                  </a:cubicBezTo>
                  <a:cubicBezTo>
                    <a:pt x="221358" y="539557"/>
                    <a:pt x="221358" y="194161"/>
                    <a:pt x="221358" y="194161"/>
                  </a:cubicBezTo>
                  <a:cubicBezTo>
                    <a:pt x="221358" y="164245"/>
                    <a:pt x="224078" y="134329"/>
                    <a:pt x="210479" y="109852"/>
                  </a:cubicBezTo>
                  <a:cubicBezTo>
                    <a:pt x="196881" y="79935"/>
                    <a:pt x="158806" y="58178"/>
                    <a:pt x="118011" y="58178"/>
                  </a:cubicBezTo>
                  <a:cubicBezTo>
                    <a:pt x="79936" y="58178"/>
                    <a:pt x="58178" y="88094"/>
                    <a:pt x="58178" y="88094"/>
                  </a:cubicBezTo>
                  <a:cubicBezTo>
                    <a:pt x="58178" y="88094"/>
                    <a:pt x="77216" y="93534"/>
                    <a:pt x="88095" y="120730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14692158-F77E-4CC1-B129-4C7D59571AEE}"/>
                </a:ext>
              </a:extLst>
            </p:cNvPr>
            <p:cNvSpPr/>
            <p:nvPr/>
          </p:nvSpPr>
          <p:spPr>
            <a:xfrm>
              <a:off x="8751819" y="3234667"/>
              <a:ext cx="271966" cy="652717"/>
            </a:xfrm>
            <a:custGeom>
              <a:avLst/>
              <a:gdLst>
                <a:gd name="connsiteX0" fmla="*/ 191663 w 271965"/>
                <a:gd name="connsiteY0" fmla="*/ 542449 h 652717"/>
                <a:gd name="connsiteX1" fmla="*/ 186224 w 271965"/>
                <a:gd name="connsiteY1" fmla="*/ 509813 h 652717"/>
                <a:gd name="connsiteX2" fmla="*/ 186224 w 271965"/>
                <a:gd name="connsiteY2" fmla="*/ 118183 h 652717"/>
                <a:gd name="connsiteX3" fmla="*/ 123672 w 271965"/>
                <a:gd name="connsiteY3" fmla="*/ 58350 h 652717"/>
                <a:gd name="connsiteX4" fmla="*/ 58400 w 271965"/>
                <a:gd name="connsiteY4" fmla="*/ 118183 h 652717"/>
                <a:gd name="connsiteX5" fmla="*/ 58400 w 271965"/>
                <a:gd name="connsiteY5" fmla="*/ 469018 h 652717"/>
                <a:gd name="connsiteX6" fmla="*/ 69279 w 271965"/>
                <a:gd name="connsiteY6" fmla="*/ 553328 h 652717"/>
                <a:gd name="connsiteX7" fmla="*/ 161747 w 271965"/>
                <a:gd name="connsiteY7" fmla="*/ 605001 h 652717"/>
                <a:gd name="connsiteX8" fmla="*/ 221580 w 271965"/>
                <a:gd name="connsiteY8" fmla="*/ 575085 h 652717"/>
                <a:gd name="connsiteX9" fmla="*/ 191663 w 271965"/>
                <a:gd name="connsiteY9" fmla="*/ 542449 h 65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1965" h="652717">
                  <a:moveTo>
                    <a:pt x="191663" y="542449"/>
                  </a:moveTo>
                  <a:cubicBezTo>
                    <a:pt x="188944" y="531570"/>
                    <a:pt x="186224" y="520692"/>
                    <a:pt x="186224" y="509813"/>
                  </a:cubicBezTo>
                  <a:cubicBezTo>
                    <a:pt x="186224" y="507093"/>
                    <a:pt x="186224" y="120902"/>
                    <a:pt x="186224" y="118183"/>
                  </a:cubicBezTo>
                  <a:cubicBezTo>
                    <a:pt x="186224" y="85547"/>
                    <a:pt x="156308" y="58350"/>
                    <a:pt x="123672" y="58350"/>
                  </a:cubicBezTo>
                  <a:cubicBezTo>
                    <a:pt x="91036" y="55631"/>
                    <a:pt x="58400" y="85547"/>
                    <a:pt x="58400" y="118183"/>
                  </a:cubicBezTo>
                  <a:cubicBezTo>
                    <a:pt x="58400" y="123622"/>
                    <a:pt x="58400" y="469018"/>
                    <a:pt x="58400" y="469018"/>
                  </a:cubicBezTo>
                  <a:cubicBezTo>
                    <a:pt x="58400" y="498934"/>
                    <a:pt x="55680" y="528851"/>
                    <a:pt x="69279" y="553328"/>
                  </a:cubicBezTo>
                  <a:cubicBezTo>
                    <a:pt x="82877" y="583244"/>
                    <a:pt x="120953" y="605001"/>
                    <a:pt x="161747" y="605001"/>
                  </a:cubicBezTo>
                  <a:cubicBezTo>
                    <a:pt x="199822" y="605001"/>
                    <a:pt x="221580" y="575085"/>
                    <a:pt x="221580" y="575085"/>
                  </a:cubicBezTo>
                  <a:cubicBezTo>
                    <a:pt x="221580" y="575085"/>
                    <a:pt x="202542" y="566926"/>
                    <a:pt x="191663" y="542449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C0135833-3309-460C-8E4A-15D74B05AF6B}"/>
                </a:ext>
              </a:extLst>
            </p:cNvPr>
            <p:cNvSpPr/>
            <p:nvPr/>
          </p:nvSpPr>
          <p:spPr>
            <a:xfrm>
              <a:off x="6320666" y="3416868"/>
              <a:ext cx="435145" cy="462341"/>
            </a:xfrm>
            <a:custGeom>
              <a:avLst/>
              <a:gdLst>
                <a:gd name="connsiteX0" fmla="*/ 302948 w 435145"/>
                <a:gd name="connsiteY0" fmla="*/ 74684 h 462341"/>
                <a:gd name="connsiteX1" fmla="*/ 186003 w 435145"/>
                <a:gd name="connsiteY1" fmla="*/ 148115 h 462341"/>
                <a:gd name="connsiteX2" fmla="*/ 186003 w 435145"/>
                <a:gd name="connsiteY2" fmla="*/ 148115 h 462341"/>
                <a:gd name="connsiteX3" fmla="*/ 186003 w 435145"/>
                <a:gd name="connsiteY3" fmla="*/ 115479 h 462341"/>
                <a:gd name="connsiteX4" fmla="*/ 123450 w 435145"/>
                <a:gd name="connsiteY4" fmla="*/ 58366 h 462341"/>
                <a:gd name="connsiteX5" fmla="*/ 58178 w 435145"/>
                <a:gd name="connsiteY5" fmla="*/ 115479 h 462341"/>
                <a:gd name="connsiteX6" fmla="*/ 58178 w 435145"/>
                <a:gd name="connsiteY6" fmla="*/ 362967 h 462341"/>
                <a:gd name="connsiteX7" fmla="*/ 120730 w 435145"/>
                <a:gd name="connsiteY7" fmla="*/ 422800 h 462341"/>
                <a:gd name="connsiteX8" fmla="*/ 186003 w 435145"/>
                <a:gd name="connsiteY8" fmla="*/ 362967 h 462341"/>
                <a:gd name="connsiteX9" fmla="*/ 186003 w 435145"/>
                <a:gd name="connsiteY9" fmla="*/ 213386 h 462341"/>
                <a:gd name="connsiteX10" fmla="*/ 186003 w 435145"/>
                <a:gd name="connsiteY10" fmla="*/ 213386 h 462341"/>
                <a:gd name="connsiteX11" fmla="*/ 229517 w 435145"/>
                <a:gd name="connsiteY11" fmla="*/ 161713 h 462341"/>
                <a:gd name="connsiteX12" fmla="*/ 259433 w 435145"/>
                <a:gd name="connsiteY12" fmla="*/ 194349 h 462341"/>
                <a:gd name="connsiteX13" fmla="*/ 259433 w 435145"/>
                <a:gd name="connsiteY13" fmla="*/ 362967 h 462341"/>
                <a:gd name="connsiteX14" fmla="*/ 321985 w 435145"/>
                <a:gd name="connsiteY14" fmla="*/ 422800 h 462341"/>
                <a:gd name="connsiteX15" fmla="*/ 387257 w 435145"/>
                <a:gd name="connsiteY15" fmla="*/ 362967 h 462341"/>
                <a:gd name="connsiteX16" fmla="*/ 387257 w 435145"/>
                <a:gd name="connsiteY16" fmla="*/ 273219 h 462341"/>
                <a:gd name="connsiteX17" fmla="*/ 302948 w 435145"/>
                <a:gd name="connsiteY17" fmla="*/ 74684 h 46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5145" h="462341">
                  <a:moveTo>
                    <a:pt x="302948" y="74684"/>
                  </a:moveTo>
                  <a:cubicBezTo>
                    <a:pt x="234956" y="74684"/>
                    <a:pt x="196881" y="131797"/>
                    <a:pt x="186003" y="148115"/>
                  </a:cubicBezTo>
                  <a:lnTo>
                    <a:pt x="186003" y="148115"/>
                  </a:lnTo>
                  <a:cubicBezTo>
                    <a:pt x="186003" y="129077"/>
                    <a:pt x="186003" y="115479"/>
                    <a:pt x="186003" y="115479"/>
                  </a:cubicBezTo>
                  <a:cubicBezTo>
                    <a:pt x="186003" y="82843"/>
                    <a:pt x="156086" y="58366"/>
                    <a:pt x="123450" y="58366"/>
                  </a:cubicBezTo>
                  <a:cubicBezTo>
                    <a:pt x="90814" y="55646"/>
                    <a:pt x="58178" y="82843"/>
                    <a:pt x="58178" y="115479"/>
                  </a:cubicBezTo>
                  <a:cubicBezTo>
                    <a:pt x="58178" y="120918"/>
                    <a:pt x="58178" y="360248"/>
                    <a:pt x="58178" y="362967"/>
                  </a:cubicBezTo>
                  <a:cubicBezTo>
                    <a:pt x="58178" y="395603"/>
                    <a:pt x="88095" y="422800"/>
                    <a:pt x="120730" y="422800"/>
                  </a:cubicBezTo>
                  <a:cubicBezTo>
                    <a:pt x="153366" y="425519"/>
                    <a:pt x="186003" y="395603"/>
                    <a:pt x="186003" y="362967"/>
                  </a:cubicBezTo>
                  <a:cubicBezTo>
                    <a:pt x="186003" y="360248"/>
                    <a:pt x="186003" y="281378"/>
                    <a:pt x="186003" y="213386"/>
                  </a:cubicBezTo>
                  <a:lnTo>
                    <a:pt x="186003" y="213386"/>
                  </a:lnTo>
                  <a:cubicBezTo>
                    <a:pt x="191442" y="186190"/>
                    <a:pt x="205040" y="161713"/>
                    <a:pt x="229517" y="161713"/>
                  </a:cubicBezTo>
                  <a:cubicBezTo>
                    <a:pt x="259433" y="161713"/>
                    <a:pt x="259433" y="194349"/>
                    <a:pt x="259433" y="194349"/>
                  </a:cubicBezTo>
                  <a:lnTo>
                    <a:pt x="259433" y="362967"/>
                  </a:lnTo>
                  <a:cubicBezTo>
                    <a:pt x="259433" y="395603"/>
                    <a:pt x="289349" y="422800"/>
                    <a:pt x="321985" y="422800"/>
                  </a:cubicBezTo>
                  <a:cubicBezTo>
                    <a:pt x="354621" y="425519"/>
                    <a:pt x="387257" y="395603"/>
                    <a:pt x="387257" y="362967"/>
                  </a:cubicBezTo>
                  <a:lnTo>
                    <a:pt x="387257" y="273219"/>
                  </a:lnTo>
                  <a:cubicBezTo>
                    <a:pt x="387257" y="183470"/>
                    <a:pt x="395416" y="71964"/>
                    <a:pt x="302948" y="7468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25215576-30F2-4AAD-8485-216D0761A724}"/>
                </a:ext>
              </a:extLst>
            </p:cNvPr>
            <p:cNvSpPr/>
            <p:nvPr/>
          </p:nvSpPr>
          <p:spPr>
            <a:xfrm>
              <a:off x="7960620" y="3416868"/>
              <a:ext cx="435145" cy="462341"/>
            </a:xfrm>
            <a:custGeom>
              <a:avLst/>
              <a:gdLst>
                <a:gd name="connsiteX0" fmla="*/ 302948 w 435145"/>
                <a:gd name="connsiteY0" fmla="*/ 74684 h 462341"/>
                <a:gd name="connsiteX1" fmla="*/ 186002 w 435145"/>
                <a:gd name="connsiteY1" fmla="*/ 148115 h 462341"/>
                <a:gd name="connsiteX2" fmla="*/ 186002 w 435145"/>
                <a:gd name="connsiteY2" fmla="*/ 148115 h 462341"/>
                <a:gd name="connsiteX3" fmla="*/ 186002 w 435145"/>
                <a:gd name="connsiteY3" fmla="*/ 115479 h 462341"/>
                <a:gd name="connsiteX4" fmla="*/ 123450 w 435145"/>
                <a:gd name="connsiteY4" fmla="*/ 58366 h 462341"/>
                <a:gd name="connsiteX5" fmla="*/ 58178 w 435145"/>
                <a:gd name="connsiteY5" fmla="*/ 115479 h 462341"/>
                <a:gd name="connsiteX6" fmla="*/ 58178 w 435145"/>
                <a:gd name="connsiteY6" fmla="*/ 362967 h 462341"/>
                <a:gd name="connsiteX7" fmla="*/ 120730 w 435145"/>
                <a:gd name="connsiteY7" fmla="*/ 422800 h 462341"/>
                <a:gd name="connsiteX8" fmla="*/ 186002 w 435145"/>
                <a:gd name="connsiteY8" fmla="*/ 362967 h 462341"/>
                <a:gd name="connsiteX9" fmla="*/ 186002 w 435145"/>
                <a:gd name="connsiteY9" fmla="*/ 213386 h 462341"/>
                <a:gd name="connsiteX10" fmla="*/ 186002 w 435145"/>
                <a:gd name="connsiteY10" fmla="*/ 213386 h 462341"/>
                <a:gd name="connsiteX11" fmla="*/ 229517 w 435145"/>
                <a:gd name="connsiteY11" fmla="*/ 161713 h 462341"/>
                <a:gd name="connsiteX12" fmla="*/ 259433 w 435145"/>
                <a:gd name="connsiteY12" fmla="*/ 194349 h 462341"/>
                <a:gd name="connsiteX13" fmla="*/ 259433 w 435145"/>
                <a:gd name="connsiteY13" fmla="*/ 362967 h 462341"/>
                <a:gd name="connsiteX14" fmla="*/ 321985 w 435145"/>
                <a:gd name="connsiteY14" fmla="*/ 422800 h 462341"/>
                <a:gd name="connsiteX15" fmla="*/ 387257 w 435145"/>
                <a:gd name="connsiteY15" fmla="*/ 362967 h 462341"/>
                <a:gd name="connsiteX16" fmla="*/ 387257 w 435145"/>
                <a:gd name="connsiteY16" fmla="*/ 273219 h 462341"/>
                <a:gd name="connsiteX17" fmla="*/ 302948 w 435145"/>
                <a:gd name="connsiteY17" fmla="*/ 74684 h 46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5145" h="462341">
                  <a:moveTo>
                    <a:pt x="302948" y="74684"/>
                  </a:moveTo>
                  <a:cubicBezTo>
                    <a:pt x="234956" y="74684"/>
                    <a:pt x="196881" y="131797"/>
                    <a:pt x="186002" y="148115"/>
                  </a:cubicBezTo>
                  <a:lnTo>
                    <a:pt x="186002" y="148115"/>
                  </a:lnTo>
                  <a:cubicBezTo>
                    <a:pt x="186002" y="129077"/>
                    <a:pt x="186002" y="115479"/>
                    <a:pt x="186002" y="115479"/>
                  </a:cubicBezTo>
                  <a:cubicBezTo>
                    <a:pt x="186002" y="82843"/>
                    <a:pt x="156086" y="58366"/>
                    <a:pt x="123450" y="58366"/>
                  </a:cubicBezTo>
                  <a:cubicBezTo>
                    <a:pt x="90814" y="55646"/>
                    <a:pt x="58178" y="82843"/>
                    <a:pt x="58178" y="115479"/>
                  </a:cubicBezTo>
                  <a:cubicBezTo>
                    <a:pt x="58178" y="120918"/>
                    <a:pt x="58178" y="360248"/>
                    <a:pt x="58178" y="362967"/>
                  </a:cubicBezTo>
                  <a:cubicBezTo>
                    <a:pt x="58178" y="395603"/>
                    <a:pt x="88095" y="422800"/>
                    <a:pt x="120730" y="422800"/>
                  </a:cubicBezTo>
                  <a:cubicBezTo>
                    <a:pt x="153366" y="425519"/>
                    <a:pt x="186002" y="395603"/>
                    <a:pt x="186002" y="362967"/>
                  </a:cubicBezTo>
                  <a:cubicBezTo>
                    <a:pt x="186002" y="360248"/>
                    <a:pt x="186002" y="281378"/>
                    <a:pt x="186002" y="213386"/>
                  </a:cubicBezTo>
                  <a:lnTo>
                    <a:pt x="186002" y="213386"/>
                  </a:lnTo>
                  <a:cubicBezTo>
                    <a:pt x="191442" y="186190"/>
                    <a:pt x="205040" y="161713"/>
                    <a:pt x="229517" y="161713"/>
                  </a:cubicBezTo>
                  <a:cubicBezTo>
                    <a:pt x="259433" y="161713"/>
                    <a:pt x="259433" y="194349"/>
                    <a:pt x="259433" y="194349"/>
                  </a:cubicBezTo>
                  <a:lnTo>
                    <a:pt x="259433" y="362967"/>
                  </a:lnTo>
                  <a:cubicBezTo>
                    <a:pt x="259433" y="395603"/>
                    <a:pt x="289349" y="422800"/>
                    <a:pt x="321985" y="422800"/>
                  </a:cubicBezTo>
                  <a:cubicBezTo>
                    <a:pt x="354621" y="425519"/>
                    <a:pt x="387257" y="395603"/>
                    <a:pt x="387257" y="362967"/>
                  </a:cubicBezTo>
                  <a:lnTo>
                    <a:pt x="387257" y="273219"/>
                  </a:lnTo>
                  <a:cubicBezTo>
                    <a:pt x="384537" y="183470"/>
                    <a:pt x="395416" y="71964"/>
                    <a:pt x="302948" y="7468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197F4014-0506-40C3-9D6E-9D29B34F6404}"/>
                </a:ext>
              </a:extLst>
            </p:cNvPr>
            <p:cNvSpPr/>
            <p:nvPr/>
          </p:nvSpPr>
          <p:spPr>
            <a:xfrm>
              <a:off x="5020669" y="3416868"/>
              <a:ext cx="435145" cy="462341"/>
            </a:xfrm>
            <a:custGeom>
              <a:avLst/>
              <a:gdLst>
                <a:gd name="connsiteX0" fmla="*/ 302948 w 435145"/>
                <a:gd name="connsiteY0" fmla="*/ 74684 h 462341"/>
                <a:gd name="connsiteX1" fmla="*/ 186002 w 435145"/>
                <a:gd name="connsiteY1" fmla="*/ 148115 h 462341"/>
                <a:gd name="connsiteX2" fmla="*/ 186002 w 435145"/>
                <a:gd name="connsiteY2" fmla="*/ 148115 h 462341"/>
                <a:gd name="connsiteX3" fmla="*/ 186002 w 435145"/>
                <a:gd name="connsiteY3" fmla="*/ 115479 h 462341"/>
                <a:gd name="connsiteX4" fmla="*/ 123450 w 435145"/>
                <a:gd name="connsiteY4" fmla="*/ 58366 h 462341"/>
                <a:gd name="connsiteX5" fmla="*/ 58178 w 435145"/>
                <a:gd name="connsiteY5" fmla="*/ 115479 h 462341"/>
                <a:gd name="connsiteX6" fmla="*/ 58178 w 435145"/>
                <a:gd name="connsiteY6" fmla="*/ 362967 h 462341"/>
                <a:gd name="connsiteX7" fmla="*/ 120730 w 435145"/>
                <a:gd name="connsiteY7" fmla="*/ 422800 h 462341"/>
                <a:gd name="connsiteX8" fmla="*/ 186002 w 435145"/>
                <a:gd name="connsiteY8" fmla="*/ 362967 h 462341"/>
                <a:gd name="connsiteX9" fmla="*/ 186002 w 435145"/>
                <a:gd name="connsiteY9" fmla="*/ 213386 h 462341"/>
                <a:gd name="connsiteX10" fmla="*/ 186002 w 435145"/>
                <a:gd name="connsiteY10" fmla="*/ 213386 h 462341"/>
                <a:gd name="connsiteX11" fmla="*/ 229517 w 435145"/>
                <a:gd name="connsiteY11" fmla="*/ 161713 h 462341"/>
                <a:gd name="connsiteX12" fmla="*/ 259433 w 435145"/>
                <a:gd name="connsiteY12" fmla="*/ 194349 h 462341"/>
                <a:gd name="connsiteX13" fmla="*/ 259433 w 435145"/>
                <a:gd name="connsiteY13" fmla="*/ 362967 h 462341"/>
                <a:gd name="connsiteX14" fmla="*/ 321985 w 435145"/>
                <a:gd name="connsiteY14" fmla="*/ 422800 h 462341"/>
                <a:gd name="connsiteX15" fmla="*/ 387257 w 435145"/>
                <a:gd name="connsiteY15" fmla="*/ 362967 h 462341"/>
                <a:gd name="connsiteX16" fmla="*/ 387257 w 435145"/>
                <a:gd name="connsiteY16" fmla="*/ 273219 h 462341"/>
                <a:gd name="connsiteX17" fmla="*/ 302948 w 435145"/>
                <a:gd name="connsiteY17" fmla="*/ 74684 h 46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5145" h="462341">
                  <a:moveTo>
                    <a:pt x="302948" y="74684"/>
                  </a:moveTo>
                  <a:cubicBezTo>
                    <a:pt x="234956" y="74684"/>
                    <a:pt x="196881" y="131797"/>
                    <a:pt x="186002" y="148115"/>
                  </a:cubicBezTo>
                  <a:lnTo>
                    <a:pt x="186002" y="148115"/>
                  </a:lnTo>
                  <a:cubicBezTo>
                    <a:pt x="186002" y="129077"/>
                    <a:pt x="186002" y="115479"/>
                    <a:pt x="186002" y="115479"/>
                  </a:cubicBezTo>
                  <a:cubicBezTo>
                    <a:pt x="186002" y="82843"/>
                    <a:pt x="156086" y="58366"/>
                    <a:pt x="123450" y="58366"/>
                  </a:cubicBezTo>
                  <a:cubicBezTo>
                    <a:pt x="90814" y="55646"/>
                    <a:pt x="58178" y="82843"/>
                    <a:pt x="58178" y="115479"/>
                  </a:cubicBezTo>
                  <a:cubicBezTo>
                    <a:pt x="58178" y="120918"/>
                    <a:pt x="58178" y="360248"/>
                    <a:pt x="58178" y="362967"/>
                  </a:cubicBezTo>
                  <a:cubicBezTo>
                    <a:pt x="58178" y="395603"/>
                    <a:pt x="88094" y="422800"/>
                    <a:pt x="120730" y="422800"/>
                  </a:cubicBezTo>
                  <a:cubicBezTo>
                    <a:pt x="153366" y="425519"/>
                    <a:pt x="186002" y="395603"/>
                    <a:pt x="186002" y="362967"/>
                  </a:cubicBezTo>
                  <a:cubicBezTo>
                    <a:pt x="186002" y="360248"/>
                    <a:pt x="186002" y="281378"/>
                    <a:pt x="186002" y="213386"/>
                  </a:cubicBezTo>
                  <a:lnTo>
                    <a:pt x="186002" y="213386"/>
                  </a:lnTo>
                  <a:cubicBezTo>
                    <a:pt x="191442" y="186190"/>
                    <a:pt x="205040" y="161713"/>
                    <a:pt x="229517" y="161713"/>
                  </a:cubicBezTo>
                  <a:cubicBezTo>
                    <a:pt x="259433" y="161713"/>
                    <a:pt x="259433" y="194349"/>
                    <a:pt x="259433" y="194349"/>
                  </a:cubicBezTo>
                  <a:lnTo>
                    <a:pt x="259433" y="362967"/>
                  </a:lnTo>
                  <a:cubicBezTo>
                    <a:pt x="259433" y="395603"/>
                    <a:pt x="289349" y="422800"/>
                    <a:pt x="321985" y="422800"/>
                  </a:cubicBezTo>
                  <a:cubicBezTo>
                    <a:pt x="354621" y="425519"/>
                    <a:pt x="387257" y="395603"/>
                    <a:pt x="387257" y="362967"/>
                  </a:cubicBezTo>
                  <a:lnTo>
                    <a:pt x="387257" y="273219"/>
                  </a:lnTo>
                  <a:cubicBezTo>
                    <a:pt x="384537" y="183470"/>
                    <a:pt x="395416" y="71964"/>
                    <a:pt x="302948" y="7468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2CECD138-51CC-425A-86A7-D780954B759C}"/>
                </a:ext>
              </a:extLst>
            </p:cNvPr>
            <p:cNvSpPr/>
            <p:nvPr/>
          </p:nvSpPr>
          <p:spPr>
            <a:xfrm>
              <a:off x="7616289" y="3475234"/>
              <a:ext cx="364436" cy="364434"/>
            </a:xfrm>
            <a:custGeom>
              <a:avLst/>
              <a:gdLst>
                <a:gd name="connsiteX0" fmla="*/ 182218 w 364436"/>
                <a:gd name="connsiteY0" fmla="*/ 73431 h 364434"/>
                <a:gd name="connsiteX1" fmla="*/ 130544 w 364436"/>
                <a:gd name="connsiteY1" fmla="*/ 179499 h 364434"/>
                <a:gd name="connsiteX2" fmla="*/ 182218 w 364436"/>
                <a:gd name="connsiteY2" fmla="*/ 285565 h 364434"/>
                <a:gd name="connsiteX3" fmla="*/ 233891 w 364436"/>
                <a:gd name="connsiteY3" fmla="*/ 179499 h 364434"/>
                <a:gd name="connsiteX4" fmla="*/ 182218 w 364436"/>
                <a:gd name="connsiteY4" fmla="*/ 73431 h 364434"/>
                <a:gd name="connsiteX5" fmla="*/ 182219 w 364436"/>
                <a:gd name="connsiteY5" fmla="*/ 0 h 364434"/>
                <a:gd name="connsiteX6" fmla="*/ 364436 w 364436"/>
                <a:gd name="connsiteY6" fmla="*/ 182217 h 364434"/>
                <a:gd name="connsiteX7" fmla="*/ 182219 w 364436"/>
                <a:gd name="connsiteY7" fmla="*/ 364434 h 364434"/>
                <a:gd name="connsiteX8" fmla="*/ 0 w 364436"/>
                <a:gd name="connsiteY8" fmla="*/ 182217 h 364434"/>
                <a:gd name="connsiteX9" fmla="*/ 182219 w 364436"/>
                <a:gd name="connsiteY9" fmla="*/ 0 h 364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64436" h="364434">
                  <a:moveTo>
                    <a:pt x="182218" y="73431"/>
                  </a:moveTo>
                  <a:cubicBezTo>
                    <a:pt x="152302" y="76151"/>
                    <a:pt x="130544" y="114226"/>
                    <a:pt x="130544" y="179499"/>
                  </a:cubicBezTo>
                  <a:cubicBezTo>
                    <a:pt x="130544" y="244770"/>
                    <a:pt x="146862" y="285565"/>
                    <a:pt x="182218" y="285565"/>
                  </a:cubicBezTo>
                  <a:cubicBezTo>
                    <a:pt x="217573" y="285565"/>
                    <a:pt x="233891" y="247490"/>
                    <a:pt x="233891" y="179499"/>
                  </a:cubicBezTo>
                  <a:cubicBezTo>
                    <a:pt x="233891" y="114226"/>
                    <a:pt x="212134" y="73431"/>
                    <a:pt x="182218" y="73431"/>
                  </a:cubicBezTo>
                  <a:close/>
                  <a:moveTo>
                    <a:pt x="182219" y="0"/>
                  </a:moveTo>
                  <a:cubicBezTo>
                    <a:pt x="282846" y="0"/>
                    <a:pt x="364436" y="81590"/>
                    <a:pt x="364436" y="182217"/>
                  </a:cubicBezTo>
                  <a:cubicBezTo>
                    <a:pt x="364436" y="282844"/>
                    <a:pt x="282846" y="364434"/>
                    <a:pt x="182219" y="364434"/>
                  </a:cubicBezTo>
                  <a:cubicBezTo>
                    <a:pt x="81591" y="364434"/>
                    <a:pt x="0" y="282844"/>
                    <a:pt x="0" y="182217"/>
                  </a:cubicBezTo>
                  <a:cubicBezTo>
                    <a:pt x="0" y="81590"/>
                    <a:pt x="81591" y="0"/>
                    <a:pt x="182219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2672872F-0F50-4B3B-9CEE-35C229AA0CF9}"/>
                </a:ext>
              </a:extLst>
            </p:cNvPr>
            <p:cNvSpPr/>
            <p:nvPr/>
          </p:nvSpPr>
          <p:spPr>
            <a:xfrm>
              <a:off x="6743101" y="3464184"/>
              <a:ext cx="372773" cy="375657"/>
            </a:xfrm>
            <a:custGeom>
              <a:avLst/>
              <a:gdLst>
                <a:gd name="connsiteX0" fmla="*/ 176958 w 372773"/>
                <a:gd name="connsiteY0" fmla="*/ 98080 h 375657"/>
                <a:gd name="connsiteX1" fmla="*/ 125284 w 372773"/>
                <a:gd name="connsiteY1" fmla="*/ 190548 h 375657"/>
                <a:gd name="connsiteX2" fmla="*/ 176958 w 372773"/>
                <a:gd name="connsiteY2" fmla="*/ 283017 h 375657"/>
                <a:gd name="connsiteX3" fmla="*/ 228631 w 372773"/>
                <a:gd name="connsiteY3" fmla="*/ 190548 h 375657"/>
                <a:gd name="connsiteX4" fmla="*/ 176958 w 372773"/>
                <a:gd name="connsiteY4" fmla="*/ 98080 h 375657"/>
                <a:gd name="connsiteX5" fmla="*/ 307501 w 372773"/>
                <a:gd name="connsiteY5" fmla="*/ 172 h 375657"/>
                <a:gd name="connsiteX6" fmla="*/ 372773 w 372773"/>
                <a:gd name="connsiteY6" fmla="*/ 62724 h 375657"/>
                <a:gd name="connsiteX7" fmla="*/ 372773 w 372773"/>
                <a:gd name="connsiteY7" fmla="*/ 312934 h 375657"/>
                <a:gd name="connsiteX8" fmla="*/ 302061 w 372773"/>
                <a:gd name="connsiteY8" fmla="*/ 375486 h 375657"/>
                <a:gd name="connsiteX9" fmla="*/ 239509 w 372773"/>
                <a:gd name="connsiteY9" fmla="*/ 326532 h 375657"/>
                <a:gd name="connsiteX10" fmla="*/ 179677 w 372773"/>
                <a:gd name="connsiteY10" fmla="*/ 370046 h 375657"/>
                <a:gd name="connsiteX11" fmla="*/ 70890 w 372773"/>
                <a:gd name="connsiteY11" fmla="*/ 353728 h 375657"/>
                <a:gd name="connsiteX12" fmla="*/ 128003 w 372773"/>
                <a:gd name="connsiteY12" fmla="*/ 11051 h 375657"/>
                <a:gd name="connsiteX13" fmla="*/ 236790 w 372773"/>
                <a:gd name="connsiteY13" fmla="*/ 70883 h 375657"/>
                <a:gd name="connsiteX14" fmla="*/ 236790 w 372773"/>
                <a:gd name="connsiteY14" fmla="*/ 62724 h 375657"/>
                <a:gd name="connsiteX15" fmla="*/ 307501 w 372773"/>
                <a:gd name="connsiteY15" fmla="*/ 172 h 375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2773" h="375657">
                  <a:moveTo>
                    <a:pt x="176958" y="98080"/>
                  </a:moveTo>
                  <a:cubicBezTo>
                    <a:pt x="147042" y="100800"/>
                    <a:pt x="125284" y="133436"/>
                    <a:pt x="125284" y="190548"/>
                  </a:cubicBezTo>
                  <a:cubicBezTo>
                    <a:pt x="125284" y="247661"/>
                    <a:pt x="141602" y="283017"/>
                    <a:pt x="176958" y="283017"/>
                  </a:cubicBezTo>
                  <a:cubicBezTo>
                    <a:pt x="212314" y="283017"/>
                    <a:pt x="228631" y="247661"/>
                    <a:pt x="228631" y="190548"/>
                  </a:cubicBezTo>
                  <a:cubicBezTo>
                    <a:pt x="228631" y="133436"/>
                    <a:pt x="206874" y="98080"/>
                    <a:pt x="176958" y="98080"/>
                  </a:cubicBezTo>
                  <a:close/>
                  <a:moveTo>
                    <a:pt x="307501" y="172"/>
                  </a:moveTo>
                  <a:cubicBezTo>
                    <a:pt x="340137" y="172"/>
                    <a:pt x="372773" y="30088"/>
                    <a:pt x="372773" y="62724"/>
                  </a:cubicBezTo>
                  <a:cubicBezTo>
                    <a:pt x="372773" y="65444"/>
                    <a:pt x="372773" y="307494"/>
                    <a:pt x="372773" y="312934"/>
                  </a:cubicBezTo>
                  <a:cubicBezTo>
                    <a:pt x="370053" y="348289"/>
                    <a:pt x="337417" y="378205"/>
                    <a:pt x="302061" y="375486"/>
                  </a:cubicBezTo>
                  <a:cubicBezTo>
                    <a:pt x="274865" y="372766"/>
                    <a:pt x="247668" y="353728"/>
                    <a:pt x="239509" y="326532"/>
                  </a:cubicBezTo>
                  <a:cubicBezTo>
                    <a:pt x="225911" y="348289"/>
                    <a:pt x="198715" y="364607"/>
                    <a:pt x="179677" y="370046"/>
                  </a:cubicBezTo>
                  <a:cubicBezTo>
                    <a:pt x="147041" y="378205"/>
                    <a:pt x="100807" y="372766"/>
                    <a:pt x="70890" y="353728"/>
                  </a:cubicBezTo>
                  <a:cubicBezTo>
                    <a:pt x="-35177" y="285737"/>
                    <a:pt x="-27018" y="11051"/>
                    <a:pt x="128003" y="11051"/>
                  </a:cubicBezTo>
                  <a:cubicBezTo>
                    <a:pt x="185116" y="11051"/>
                    <a:pt x="220471" y="49126"/>
                    <a:pt x="236790" y="70883"/>
                  </a:cubicBezTo>
                  <a:cubicBezTo>
                    <a:pt x="236790" y="70883"/>
                    <a:pt x="236790" y="65444"/>
                    <a:pt x="236790" y="62724"/>
                  </a:cubicBezTo>
                  <a:cubicBezTo>
                    <a:pt x="239509" y="27369"/>
                    <a:pt x="272145" y="-2547"/>
                    <a:pt x="307501" y="172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04A581DD-06BD-44EA-9E2D-8FB253851F92}"/>
                </a:ext>
              </a:extLst>
            </p:cNvPr>
            <p:cNvSpPr/>
            <p:nvPr/>
          </p:nvSpPr>
          <p:spPr>
            <a:xfrm>
              <a:off x="8380335" y="3464184"/>
              <a:ext cx="372772" cy="375657"/>
            </a:xfrm>
            <a:custGeom>
              <a:avLst/>
              <a:gdLst>
                <a:gd name="connsiteX0" fmla="*/ 176957 w 372772"/>
                <a:gd name="connsiteY0" fmla="*/ 98080 h 375657"/>
                <a:gd name="connsiteX1" fmla="*/ 125282 w 372772"/>
                <a:gd name="connsiteY1" fmla="*/ 190548 h 375657"/>
                <a:gd name="connsiteX2" fmla="*/ 176957 w 372772"/>
                <a:gd name="connsiteY2" fmla="*/ 283017 h 375657"/>
                <a:gd name="connsiteX3" fmla="*/ 228630 w 372772"/>
                <a:gd name="connsiteY3" fmla="*/ 190548 h 375657"/>
                <a:gd name="connsiteX4" fmla="*/ 176957 w 372772"/>
                <a:gd name="connsiteY4" fmla="*/ 98080 h 375657"/>
                <a:gd name="connsiteX5" fmla="*/ 307501 w 372772"/>
                <a:gd name="connsiteY5" fmla="*/ 172 h 375657"/>
                <a:gd name="connsiteX6" fmla="*/ 372772 w 372772"/>
                <a:gd name="connsiteY6" fmla="*/ 62724 h 375657"/>
                <a:gd name="connsiteX7" fmla="*/ 372772 w 372772"/>
                <a:gd name="connsiteY7" fmla="*/ 312934 h 375657"/>
                <a:gd name="connsiteX8" fmla="*/ 302062 w 372772"/>
                <a:gd name="connsiteY8" fmla="*/ 375486 h 375657"/>
                <a:gd name="connsiteX9" fmla="*/ 239509 w 372772"/>
                <a:gd name="connsiteY9" fmla="*/ 326532 h 375657"/>
                <a:gd name="connsiteX10" fmla="*/ 179677 w 372772"/>
                <a:gd name="connsiteY10" fmla="*/ 370046 h 375657"/>
                <a:gd name="connsiteX11" fmla="*/ 70890 w 372772"/>
                <a:gd name="connsiteY11" fmla="*/ 353728 h 375657"/>
                <a:gd name="connsiteX12" fmla="*/ 128002 w 372772"/>
                <a:gd name="connsiteY12" fmla="*/ 11051 h 375657"/>
                <a:gd name="connsiteX13" fmla="*/ 236790 w 372772"/>
                <a:gd name="connsiteY13" fmla="*/ 70883 h 375657"/>
                <a:gd name="connsiteX14" fmla="*/ 236790 w 372772"/>
                <a:gd name="connsiteY14" fmla="*/ 62724 h 375657"/>
                <a:gd name="connsiteX15" fmla="*/ 307501 w 372772"/>
                <a:gd name="connsiteY15" fmla="*/ 172 h 375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2772" h="375657">
                  <a:moveTo>
                    <a:pt x="176957" y="98080"/>
                  </a:moveTo>
                  <a:cubicBezTo>
                    <a:pt x="147039" y="100800"/>
                    <a:pt x="125282" y="133436"/>
                    <a:pt x="125282" y="190548"/>
                  </a:cubicBezTo>
                  <a:cubicBezTo>
                    <a:pt x="125282" y="247661"/>
                    <a:pt x="141600" y="283017"/>
                    <a:pt x="176957" y="283017"/>
                  </a:cubicBezTo>
                  <a:cubicBezTo>
                    <a:pt x="212312" y="283017"/>
                    <a:pt x="228630" y="247661"/>
                    <a:pt x="228630" y="190548"/>
                  </a:cubicBezTo>
                  <a:cubicBezTo>
                    <a:pt x="228630" y="133436"/>
                    <a:pt x="206873" y="98080"/>
                    <a:pt x="176957" y="98080"/>
                  </a:cubicBezTo>
                  <a:close/>
                  <a:moveTo>
                    <a:pt x="307501" y="172"/>
                  </a:moveTo>
                  <a:cubicBezTo>
                    <a:pt x="340137" y="172"/>
                    <a:pt x="372772" y="30088"/>
                    <a:pt x="372772" y="62724"/>
                  </a:cubicBezTo>
                  <a:cubicBezTo>
                    <a:pt x="372772" y="65444"/>
                    <a:pt x="372772" y="307494"/>
                    <a:pt x="372772" y="312934"/>
                  </a:cubicBezTo>
                  <a:cubicBezTo>
                    <a:pt x="370053" y="348289"/>
                    <a:pt x="337417" y="378205"/>
                    <a:pt x="302062" y="375486"/>
                  </a:cubicBezTo>
                  <a:cubicBezTo>
                    <a:pt x="274865" y="372766"/>
                    <a:pt x="247668" y="353728"/>
                    <a:pt x="239509" y="326532"/>
                  </a:cubicBezTo>
                  <a:cubicBezTo>
                    <a:pt x="228630" y="348289"/>
                    <a:pt x="198714" y="364607"/>
                    <a:pt x="179677" y="370046"/>
                  </a:cubicBezTo>
                  <a:cubicBezTo>
                    <a:pt x="147040" y="378205"/>
                    <a:pt x="100806" y="372766"/>
                    <a:pt x="70890" y="353728"/>
                  </a:cubicBezTo>
                  <a:cubicBezTo>
                    <a:pt x="-35177" y="285737"/>
                    <a:pt x="-27018" y="11051"/>
                    <a:pt x="128002" y="11051"/>
                  </a:cubicBezTo>
                  <a:cubicBezTo>
                    <a:pt x="185116" y="11051"/>
                    <a:pt x="220472" y="49126"/>
                    <a:pt x="236790" y="70883"/>
                  </a:cubicBezTo>
                  <a:cubicBezTo>
                    <a:pt x="236790" y="70883"/>
                    <a:pt x="236790" y="65444"/>
                    <a:pt x="236790" y="62724"/>
                  </a:cubicBezTo>
                  <a:cubicBezTo>
                    <a:pt x="239509" y="27369"/>
                    <a:pt x="272145" y="-2547"/>
                    <a:pt x="307501" y="172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78E29341-2391-4754-93F4-DE7EF2D3370D}"/>
                </a:ext>
              </a:extLst>
            </p:cNvPr>
            <p:cNvSpPr/>
            <p:nvPr/>
          </p:nvSpPr>
          <p:spPr>
            <a:xfrm>
              <a:off x="7389492" y="3444253"/>
              <a:ext cx="217573" cy="435145"/>
            </a:xfrm>
            <a:custGeom>
              <a:avLst/>
              <a:gdLst>
                <a:gd name="connsiteX0" fmla="*/ 186002 w 217572"/>
                <a:gd name="connsiteY0" fmla="*/ 118011 h 435144"/>
                <a:gd name="connsiteX1" fmla="*/ 128890 w 217572"/>
                <a:gd name="connsiteY1" fmla="*/ 58178 h 435144"/>
                <a:gd name="connsiteX2" fmla="*/ 123450 w 217572"/>
                <a:gd name="connsiteY2" fmla="*/ 58178 h 435144"/>
                <a:gd name="connsiteX3" fmla="*/ 58178 w 217572"/>
                <a:gd name="connsiteY3" fmla="*/ 115291 h 435144"/>
                <a:gd name="connsiteX4" fmla="*/ 58178 w 217572"/>
                <a:gd name="connsiteY4" fmla="*/ 232236 h 435144"/>
                <a:gd name="connsiteX5" fmla="*/ 58178 w 217572"/>
                <a:gd name="connsiteY5" fmla="*/ 232236 h 435144"/>
                <a:gd name="connsiteX6" fmla="*/ 58178 w 217572"/>
                <a:gd name="connsiteY6" fmla="*/ 335583 h 435144"/>
                <a:gd name="connsiteX7" fmla="*/ 115291 w 217572"/>
                <a:gd name="connsiteY7" fmla="*/ 395415 h 435144"/>
                <a:gd name="connsiteX8" fmla="*/ 120730 w 217572"/>
                <a:gd name="connsiteY8" fmla="*/ 395415 h 435144"/>
                <a:gd name="connsiteX9" fmla="*/ 186002 w 217572"/>
                <a:gd name="connsiteY9" fmla="*/ 338303 h 435144"/>
                <a:gd name="connsiteX10" fmla="*/ 186002 w 217572"/>
                <a:gd name="connsiteY10" fmla="*/ 240395 h 435144"/>
                <a:gd name="connsiteX11" fmla="*/ 186002 w 217572"/>
                <a:gd name="connsiteY11" fmla="*/ 240395 h 435144"/>
                <a:gd name="connsiteX12" fmla="*/ 186002 w 217572"/>
                <a:gd name="connsiteY12" fmla="*/ 118011 h 435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7572" h="435144">
                  <a:moveTo>
                    <a:pt x="186002" y="118011"/>
                  </a:moveTo>
                  <a:cubicBezTo>
                    <a:pt x="183283" y="85375"/>
                    <a:pt x="158806" y="60898"/>
                    <a:pt x="128890" y="58178"/>
                  </a:cubicBezTo>
                  <a:cubicBezTo>
                    <a:pt x="126170" y="58178"/>
                    <a:pt x="126170" y="58178"/>
                    <a:pt x="123450" y="58178"/>
                  </a:cubicBezTo>
                  <a:cubicBezTo>
                    <a:pt x="96254" y="58178"/>
                    <a:pt x="58178" y="82655"/>
                    <a:pt x="58178" y="115291"/>
                  </a:cubicBezTo>
                  <a:lnTo>
                    <a:pt x="58178" y="232236"/>
                  </a:lnTo>
                  <a:lnTo>
                    <a:pt x="58178" y="232236"/>
                  </a:lnTo>
                  <a:cubicBezTo>
                    <a:pt x="58178" y="270311"/>
                    <a:pt x="58178" y="335583"/>
                    <a:pt x="58178" y="335583"/>
                  </a:cubicBezTo>
                  <a:cubicBezTo>
                    <a:pt x="60898" y="368219"/>
                    <a:pt x="85375" y="392696"/>
                    <a:pt x="115291" y="395415"/>
                  </a:cubicBezTo>
                  <a:cubicBezTo>
                    <a:pt x="118011" y="395415"/>
                    <a:pt x="118011" y="395415"/>
                    <a:pt x="120730" y="395415"/>
                  </a:cubicBezTo>
                  <a:cubicBezTo>
                    <a:pt x="147927" y="395415"/>
                    <a:pt x="186002" y="370938"/>
                    <a:pt x="186002" y="338303"/>
                  </a:cubicBezTo>
                  <a:lnTo>
                    <a:pt x="186002" y="240395"/>
                  </a:lnTo>
                  <a:lnTo>
                    <a:pt x="186002" y="240395"/>
                  </a:lnTo>
                  <a:cubicBezTo>
                    <a:pt x="186002" y="202320"/>
                    <a:pt x="186002" y="118011"/>
                    <a:pt x="186002" y="118011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95B7127F-7A53-40C2-B41D-3D96503E3CC7}"/>
                </a:ext>
              </a:extLst>
            </p:cNvPr>
            <p:cNvSpPr/>
            <p:nvPr/>
          </p:nvSpPr>
          <p:spPr>
            <a:xfrm>
              <a:off x="7392212" y="3280901"/>
              <a:ext cx="217573" cy="217572"/>
            </a:xfrm>
            <a:custGeom>
              <a:avLst/>
              <a:gdLst>
                <a:gd name="connsiteX0" fmla="*/ 183282 w 217572"/>
                <a:gd name="connsiteY0" fmla="*/ 120902 h 217572"/>
                <a:gd name="connsiteX1" fmla="*/ 120730 w 217572"/>
                <a:gd name="connsiteY1" fmla="*/ 183454 h 217572"/>
                <a:gd name="connsiteX2" fmla="*/ 58178 w 217572"/>
                <a:gd name="connsiteY2" fmla="*/ 120902 h 217572"/>
                <a:gd name="connsiteX3" fmla="*/ 120730 w 217572"/>
                <a:gd name="connsiteY3" fmla="*/ 58350 h 217572"/>
                <a:gd name="connsiteX4" fmla="*/ 183282 w 217572"/>
                <a:gd name="connsiteY4" fmla="*/ 120902 h 217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7572" h="217572">
                  <a:moveTo>
                    <a:pt x="183282" y="120902"/>
                  </a:moveTo>
                  <a:cubicBezTo>
                    <a:pt x="183282" y="156258"/>
                    <a:pt x="156086" y="183454"/>
                    <a:pt x="120730" y="183454"/>
                  </a:cubicBezTo>
                  <a:cubicBezTo>
                    <a:pt x="85375" y="183454"/>
                    <a:pt x="58178" y="156258"/>
                    <a:pt x="58178" y="120902"/>
                  </a:cubicBezTo>
                  <a:cubicBezTo>
                    <a:pt x="58178" y="85547"/>
                    <a:pt x="85375" y="58350"/>
                    <a:pt x="120730" y="58350"/>
                  </a:cubicBezTo>
                  <a:cubicBezTo>
                    <a:pt x="153366" y="55630"/>
                    <a:pt x="183282" y="85547"/>
                    <a:pt x="183282" y="120902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214B5140-BD02-4841-AF70-6D377E4DF2E9}"/>
                </a:ext>
              </a:extLst>
            </p:cNvPr>
            <p:cNvSpPr/>
            <p:nvPr/>
          </p:nvSpPr>
          <p:spPr>
            <a:xfrm>
              <a:off x="6005186" y="3416884"/>
              <a:ext cx="380752" cy="462341"/>
            </a:xfrm>
            <a:custGeom>
              <a:avLst/>
              <a:gdLst>
                <a:gd name="connsiteX0" fmla="*/ 270312 w 380752"/>
                <a:gd name="connsiteY0" fmla="*/ 69229 h 462341"/>
                <a:gd name="connsiteX1" fmla="*/ 188722 w 380752"/>
                <a:gd name="connsiteY1" fmla="*/ 134501 h 462341"/>
                <a:gd name="connsiteX2" fmla="*/ 188722 w 380752"/>
                <a:gd name="connsiteY2" fmla="*/ 118183 h 462341"/>
                <a:gd name="connsiteX3" fmla="*/ 126170 w 380752"/>
                <a:gd name="connsiteY3" fmla="*/ 58350 h 462341"/>
                <a:gd name="connsiteX4" fmla="*/ 58178 w 380752"/>
                <a:gd name="connsiteY4" fmla="*/ 118183 h 462341"/>
                <a:gd name="connsiteX5" fmla="*/ 58178 w 380752"/>
                <a:gd name="connsiteY5" fmla="*/ 210651 h 462341"/>
                <a:gd name="connsiteX6" fmla="*/ 58178 w 380752"/>
                <a:gd name="connsiteY6" fmla="*/ 365671 h 462341"/>
                <a:gd name="connsiteX7" fmla="*/ 58178 w 380752"/>
                <a:gd name="connsiteY7" fmla="*/ 365671 h 462341"/>
                <a:gd name="connsiteX8" fmla="*/ 120730 w 380752"/>
                <a:gd name="connsiteY8" fmla="*/ 425504 h 462341"/>
                <a:gd name="connsiteX9" fmla="*/ 186002 w 380752"/>
                <a:gd name="connsiteY9" fmla="*/ 365671 h 462341"/>
                <a:gd name="connsiteX10" fmla="*/ 186002 w 380752"/>
                <a:gd name="connsiteY10" fmla="*/ 365671 h 462341"/>
                <a:gd name="connsiteX11" fmla="*/ 186002 w 380752"/>
                <a:gd name="connsiteY11" fmla="*/ 210651 h 462341"/>
                <a:gd name="connsiteX12" fmla="*/ 215919 w 380752"/>
                <a:gd name="connsiteY12" fmla="*/ 158978 h 462341"/>
                <a:gd name="connsiteX13" fmla="*/ 275751 w 380752"/>
                <a:gd name="connsiteY13" fmla="*/ 221530 h 462341"/>
                <a:gd name="connsiteX14" fmla="*/ 270312 w 380752"/>
                <a:gd name="connsiteY14" fmla="*/ 69229 h 46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0752" h="462341">
                  <a:moveTo>
                    <a:pt x="270312" y="69229"/>
                  </a:moveTo>
                  <a:cubicBezTo>
                    <a:pt x="232236" y="71949"/>
                    <a:pt x="213199" y="99145"/>
                    <a:pt x="188722" y="134501"/>
                  </a:cubicBezTo>
                  <a:cubicBezTo>
                    <a:pt x="188722" y="134501"/>
                    <a:pt x="188722" y="118183"/>
                    <a:pt x="188722" y="118183"/>
                  </a:cubicBezTo>
                  <a:cubicBezTo>
                    <a:pt x="188722" y="85547"/>
                    <a:pt x="158806" y="58350"/>
                    <a:pt x="126170" y="58350"/>
                  </a:cubicBezTo>
                  <a:cubicBezTo>
                    <a:pt x="93534" y="55631"/>
                    <a:pt x="60898" y="85547"/>
                    <a:pt x="58178" y="118183"/>
                  </a:cubicBezTo>
                  <a:lnTo>
                    <a:pt x="58178" y="210651"/>
                  </a:lnTo>
                  <a:lnTo>
                    <a:pt x="58178" y="365671"/>
                  </a:lnTo>
                  <a:lnTo>
                    <a:pt x="58178" y="365671"/>
                  </a:lnTo>
                  <a:cubicBezTo>
                    <a:pt x="58178" y="398307"/>
                    <a:pt x="88094" y="425504"/>
                    <a:pt x="120730" y="425504"/>
                  </a:cubicBezTo>
                  <a:cubicBezTo>
                    <a:pt x="153366" y="428224"/>
                    <a:pt x="186002" y="398307"/>
                    <a:pt x="186002" y="365671"/>
                  </a:cubicBezTo>
                  <a:lnTo>
                    <a:pt x="186002" y="365671"/>
                  </a:lnTo>
                  <a:lnTo>
                    <a:pt x="186002" y="210651"/>
                  </a:lnTo>
                  <a:cubicBezTo>
                    <a:pt x="188722" y="188894"/>
                    <a:pt x="196881" y="158978"/>
                    <a:pt x="215919" y="158978"/>
                  </a:cubicBezTo>
                  <a:cubicBezTo>
                    <a:pt x="243115" y="158978"/>
                    <a:pt x="215919" y="221530"/>
                    <a:pt x="275751" y="221530"/>
                  </a:cubicBezTo>
                  <a:cubicBezTo>
                    <a:pt x="362780" y="221530"/>
                    <a:pt x="373658" y="63790"/>
                    <a:pt x="270312" y="69229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16C21D7B-C520-4401-BFFD-43EA75B9B3F0}"/>
                </a:ext>
              </a:extLst>
            </p:cNvPr>
            <p:cNvSpPr/>
            <p:nvPr/>
          </p:nvSpPr>
          <p:spPr>
            <a:xfrm>
              <a:off x="5693490" y="3475234"/>
              <a:ext cx="337238" cy="364434"/>
            </a:xfrm>
            <a:custGeom>
              <a:avLst/>
              <a:gdLst>
                <a:gd name="connsiteX0" fmla="*/ 180433 w 337238"/>
                <a:gd name="connsiteY0" fmla="*/ 73984 h 364434"/>
                <a:gd name="connsiteX1" fmla="*/ 163180 w 337238"/>
                <a:gd name="connsiteY1" fmla="*/ 78870 h 364434"/>
                <a:gd name="connsiteX2" fmla="*/ 125105 w 337238"/>
                <a:gd name="connsiteY2" fmla="*/ 160461 h 364434"/>
                <a:gd name="connsiteX3" fmla="*/ 171339 w 337238"/>
                <a:gd name="connsiteY3" fmla="*/ 163180 h 364434"/>
                <a:gd name="connsiteX4" fmla="*/ 214854 w 337238"/>
                <a:gd name="connsiteY4" fmla="*/ 108787 h 364434"/>
                <a:gd name="connsiteX5" fmla="*/ 180433 w 337238"/>
                <a:gd name="connsiteY5" fmla="*/ 73984 h 364434"/>
                <a:gd name="connsiteX6" fmla="*/ 174059 w 337238"/>
                <a:gd name="connsiteY6" fmla="*/ 0 h 364434"/>
                <a:gd name="connsiteX7" fmla="*/ 337238 w 337238"/>
                <a:gd name="connsiteY7" fmla="*/ 119665 h 364434"/>
                <a:gd name="connsiteX8" fmla="*/ 133264 w 337238"/>
                <a:gd name="connsiteY8" fmla="*/ 217573 h 364434"/>
                <a:gd name="connsiteX9" fmla="*/ 225732 w 337238"/>
                <a:gd name="connsiteY9" fmla="*/ 277405 h 364434"/>
                <a:gd name="connsiteX10" fmla="*/ 320920 w 337238"/>
                <a:gd name="connsiteY10" fmla="*/ 250208 h 364434"/>
                <a:gd name="connsiteX11" fmla="*/ 174059 w 337238"/>
                <a:gd name="connsiteY11" fmla="*/ 364434 h 364434"/>
                <a:gd name="connsiteX12" fmla="*/ 0 w 337238"/>
                <a:gd name="connsiteY12" fmla="*/ 184937 h 364434"/>
                <a:gd name="connsiteX13" fmla="*/ 174059 w 337238"/>
                <a:gd name="connsiteY13" fmla="*/ 0 h 364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37238" h="364434">
                  <a:moveTo>
                    <a:pt x="180433" y="73984"/>
                  </a:moveTo>
                  <a:cubicBezTo>
                    <a:pt x="174569" y="73941"/>
                    <a:pt x="168620" y="75471"/>
                    <a:pt x="163180" y="78870"/>
                  </a:cubicBezTo>
                  <a:cubicBezTo>
                    <a:pt x="135984" y="95189"/>
                    <a:pt x="127825" y="130544"/>
                    <a:pt x="125105" y="160461"/>
                  </a:cubicBezTo>
                  <a:cubicBezTo>
                    <a:pt x="125105" y="163180"/>
                    <a:pt x="168620" y="160461"/>
                    <a:pt x="171339" y="163180"/>
                  </a:cubicBezTo>
                  <a:cubicBezTo>
                    <a:pt x="195816" y="157741"/>
                    <a:pt x="214854" y="135984"/>
                    <a:pt x="214854" y="108787"/>
                  </a:cubicBezTo>
                  <a:cubicBezTo>
                    <a:pt x="214854" y="88389"/>
                    <a:pt x="198026" y="74111"/>
                    <a:pt x="180433" y="73984"/>
                  </a:cubicBezTo>
                  <a:close/>
                  <a:moveTo>
                    <a:pt x="174059" y="0"/>
                  </a:moveTo>
                  <a:cubicBezTo>
                    <a:pt x="233891" y="0"/>
                    <a:pt x="337238" y="29916"/>
                    <a:pt x="337238" y="119665"/>
                  </a:cubicBezTo>
                  <a:cubicBezTo>
                    <a:pt x="337238" y="209414"/>
                    <a:pt x="244770" y="217573"/>
                    <a:pt x="133264" y="217573"/>
                  </a:cubicBezTo>
                  <a:cubicBezTo>
                    <a:pt x="133264" y="217573"/>
                    <a:pt x="149581" y="277405"/>
                    <a:pt x="225732" y="277405"/>
                  </a:cubicBezTo>
                  <a:cubicBezTo>
                    <a:pt x="301883" y="277405"/>
                    <a:pt x="320920" y="250208"/>
                    <a:pt x="320920" y="250208"/>
                  </a:cubicBezTo>
                  <a:cubicBezTo>
                    <a:pt x="320920" y="250208"/>
                    <a:pt x="315481" y="364434"/>
                    <a:pt x="174059" y="364434"/>
                  </a:cubicBezTo>
                  <a:cubicBezTo>
                    <a:pt x="95188" y="364434"/>
                    <a:pt x="0" y="304602"/>
                    <a:pt x="0" y="184937"/>
                  </a:cubicBezTo>
                  <a:cubicBezTo>
                    <a:pt x="0" y="78870"/>
                    <a:pt x="73431" y="0"/>
                    <a:pt x="174059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DB9B60B4-35FC-49B0-906A-7C704B6B94BA}"/>
                </a:ext>
              </a:extLst>
            </p:cNvPr>
            <p:cNvSpPr/>
            <p:nvPr/>
          </p:nvSpPr>
          <p:spPr>
            <a:xfrm>
              <a:off x="5376945" y="3338014"/>
              <a:ext cx="353556" cy="543931"/>
            </a:xfrm>
            <a:custGeom>
              <a:avLst/>
              <a:gdLst>
                <a:gd name="connsiteX0" fmla="*/ 311107 w 353555"/>
                <a:gd name="connsiteY0" fmla="*/ 433663 h 543931"/>
                <a:gd name="connsiteX1" fmla="*/ 215919 w 353555"/>
                <a:gd name="connsiteY1" fmla="*/ 501654 h 543931"/>
                <a:gd name="connsiteX2" fmla="*/ 98973 w 353555"/>
                <a:gd name="connsiteY2" fmla="*/ 392868 h 543931"/>
                <a:gd name="connsiteX3" fmla="*/ 98973 w 353555"/>
                <a:gd name="connsiteY3" fmla="*/ 221530 h 543931"/>
                <a:gd name="connsiteX4" fmla="*/ 82655 w 353555"/>
                <a:gd name="connsiteY4" fmla="*/ 221530 h 543931"/>
                <a:gd name="connsiteX5" fmla="*/ 58178 w 353555"/>
                <a:gd name="connsiteY5" fmla="*/ 191614 h 543931"/>
                <a:gd name="connsiteX6" fmla="*/ 85375 w 353555"/>
                <a:gd name="connsiteY6" fmla="*/ 164417 h 543931"/>
                <a:gd name="connsiteX7" fmla="*/ 101693 w 353555"/>
                <a:gd name="connsiteY7" fmla="*/ 164417 h 543931"/>
                <a:gd name="connsiteX8" fmla="*/ 101693 w 353555"/>
                <a:gd name="connsiteY8" fmla="*/ 118183 h 543931"/>
                <a:gd name="connsiteX9" fmla="*/ 166965 w 353555"/>
                <a:gd name="connsiteY9" fmla="*/ 58350 h 543931"/>
                <a:gd name="connsiteX10" fmla="*/ 229517 w 353555"/>
                <a:gd name="connsiteY10" fmla="*/ 118183 h 543931"/>
                <a:gd name="connsiteX11" fmla="*/ 229517 w 353555"/>
                <a:gd name="connsiteY11" fmla="*/ 118183 h 543931"/>
                <a:gd name="connsiteX12" fmla="*/ 229517 w 353555"/>
                <a:gd name="connsiteY12" fmla="*/ 164417 h 543931"/>
                <a:gd name="connsiteX13" fmla="*/ 283910 w 353555"/>
                <a:gd name="connsiteY13" fmla="*/ 164417 h 543931"/>
                <a:gd name="connsiteX14" fmla="*/ 308387 w 353555"/>
                <a:gd name="connsiteY14" fmla="*/ 194333 h 543931"/>
                <a:gd name="connsiteX15" fmla="*/ 281190 w 353555"/>
                <a:gd name="connsiteY15" fmla="*/ 221530 h 543931"/>
                <a:gd name="connsiteX16" fmla="*/ 229517 w 353555"/>
                <a:gd name="connsiteY16" fmla="*/ 221530 h 543931"/>
                <a:gd name="connsiteX17" fmla="*/ 229517 w 353555"/>
                <a:gd name="connsiteY17" fmla="*/ 365671 h 543931"/>
                <a:gd name="connsiteX18" fmla="*/ 311107 w 353555"/>
                <a:gd name="connsiteY18" fmla="*/ 433663 h 543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53555" h="543931">
                  <a:moveTo>
                    <a:pt x="311107" y="433663"/>
                  </a:moveTo>
                  <a:cubicBezTo>
                    <a:pt x="311107" y="433663"/>
                    <a:pt x="278471" y="501654"/>
                    <a:pt x="215919" y="501654"/>
                  </a:cubicBezTo>
                  <a:cubicBezTo>
                    <a:pt x="164245" y="501654"/>
                    <a:pt x="101693" y="458140"/>
                    <a:pt x="98973" y="392868"/>
                  </a:cubicBezTo>
                  <a:cubicBezTo>
                    <a:pt x="98973" y="392868"/>
                    <a:pt x="98973" y="297680"/>
                    <a:pt x="98973" y="221530"/>
                  </a:cubicBezTo>
                  <a:lnTo>
                    <a:pt x="82655" y="221530"/>
                  </a:lnTo>
                  <a:cubicBezTo>
                    <a:pt x="74496" y="221530"/>
                    <a:pt x="58178" y="216090"/>
                    <a:pt x="58178" y="191614"/>
                  </a:cubicBezTo>
                  <a:cubicBezTo>
                    <a:pt x="58178" y="167137"/>
                    <a:pt x="77216" y="164417"/>
                    <a:pt x="85375" y="164417"/>
                  </a:cubicBezTo>
                  <a:lnTo>
                    <a:pt x="101693" y="164417"/>
                  </a:lnTo>
                  <a:cubicBezTo>
                    <a:pt x="101693" y="137220"/>
                    <a:pt x="101693" y="118183"/>
                    <a:pt x="101693" y="118183"/>
                  </a:cubicBezTo>
                  <a:cubicBezTo>
                    <a:pt x="104413" y="85547"/>
                    <a:pt x="134329" y="55631"/>
                    <a:pt x="166965" y="58350"/>
                  </a:cubicBezTo>
                  <a:cubicBezTo>
                    <a:pt x="196881" y="61070"/>
                    <a:pt x="229517" y="85547"/>
                    <a:pt x="229517" y="118183"/>
                  </a:cubicBezTo>
                  <a:lnTo>
                    <a:pt x="229517" y="118183"/>
                  </a:lnTo>
                  <a:lnTo>
                    <a:pt x="229517" y="164417"/>
                  </a:lnTo>
                  <a:lnTo>
                    <a:pt x="283910" y="164417"/>
                  </a:lnTo>
                  <a:cubicBezTo>
                    <a:pt x="292069" y="164417"/>
                    <a:pt x="308387" y="169856"/>
                    <a:pt x="308387" y="194333"/>
                  </a:cubicBezTo>
                  <a:cubicBezTo>
                    <a:pt x="308387" y="218810"/>
                    <a:pt x="292069" y="221530"/>
                    <a:pt x="281190" y="221530"/>
                  </a:cubicBezTo>
                  <a:lnTo>
                    <a:pt x="229517" y="221530"/>
                  </a:lnTo>
                  <a:lnTo>
                    <a:pt x="229517" y="365671"/>
                  </a:lnTo>
                  <a:cubicBezTo>
                    <a:pt x="226797" y="409186"/>
                    <a:pt x="267592" y="433663"/>
                    <a:pt x="311107" y="433663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B550272F-F181-4670-9AB4-62C5CF01BC3A}"/>
                </a:ext>
              </a:extLst>
            </p:cNvPr>
            <p:cNvSpPr/>
            <p:nvPr/>
          </p:nvSpPr>
          <p:spPr>
            <a:xfrm>
              <a:off x="7090329" y="3338014"/>
              <a:ext cx="353556" cy="543931"/>
            </a:xfrm>
            <a:custGeom>
              <a:avLst/>
              <a:gdLst>
                <a:gd name="connsiteX0" fmla="*/ 311107 w 353555"/>
                <a:gd name="connsiteY0" fmla="*/ 433663 h 543931"/>
                <a:gd name="connsiteX1" fmla="*/ 215919 w 353555"/>
                <a:gd name="connsiteY1" fmla="*/ 501654 h 543931"/>
                <a:gd name="connsiteX2" fmla="*/ 98973 w 353555"/>
                <a:gd name="connsiteY2" fmla="*/ 392868 h 543931"/>
                <a:gd name="connsiteX3" fmla="*/ 98973 w 353555"/>
                <a:gd name="connsiteY3" fmla="*/ 221530 h 543931"/>
                <a:gd name="connsiteX4" fmla="*/ 82655 w 353555"/>
                <a:gd name="connsiteY4" fmla="*/ 221530 h 543931"/>
                <a:gd name="connsiteX5" fmla="*/ 58178 w 353555"/>
                <a:gd name="connsiteY5" fmla="*/ 191614 h 543931"/>
                <a:gd name="connsiteX6" fmla="*/ 85375 w 353555"/>
                <a:gd name="connsiteY6" fmla="*/ 164417 h 543931"/>
                <a:gd name="connsiteX7" fmla="*/ 101693 w 353555"/>
                <a:gd name="connsiteY7" fmla="*/ 164417 h 543931"/>
                <a:gd name="connsiteX8" fmla="*/ 101693 w 353555"/>
                <a:gd name="connsiteY8" fmla="*/ 118183 h 543931"/>
                <a:gd name="connsiteX9" fmla="*/ 166965 w 353555"/>
                <a:gd name="connsiteY9" fmla="*/ 58350 h 543931"/>
                <a:gd name="connsiteX10" fmla="*/ 229517 w 353555"/>
                <a:gd name="connsiteY10" fmla="*/ 118183 h 543931"/>
                <a:gd name="connsiteX11" fmla="*/ 229517 w 353555"/>
                <a:gd name="connsiteY11" fmla="*/ 118183 h 543931"/>
                <a:gd name="connsiteX12" fmla="*/ 229517 w 353555"/>
                <a:gd name="connsiteY12" fmla="*/ 164417 h 543931"/>
                <a:gd name="connsiteX13" fmla="*/ 283910 w 353555"/>
                <a:gd name="connsiteY13" fmla="*/ 164417 h 543931"/>
                <a:gd name="connsiteX14" fmla="*/ 308387 w 353555"/>
                <a:gd name="connsiteY14" fmla="*/ 194333 h 543931"/>
                <a:gd name="connsiteX15" fmla="*/ 281190 w 353555"/>
                <a:gd name="connsiteY15" fmla="*/ 221530 h 543931"/>
                <a:gd name="connsiteX16" fmla="*/ 229517 w 353555"/>
                <a:gd name="connsiteY16" fmla="*/ 221530 h 543931"/>
                <a:gd name="connsiteX17" fmla="*/ 229517 w 353555"/>
                <a:gd name="connsiteY17" fmla="*/ 365671 h 543931"/>
                <a:gd name="connsiteX18" fmla="*/ 311107 w 353555"/>
                <a:gd name="connsiteY18" fmla="*/ 433663 h 543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53555" h="543931">
                  <a:moveTo>
                    <a:pt x="311107" y="433663"/>
                  </a:moveTo>
                  <a:cubicBezTo>
                    <a:pt x="311107" y="433663"/>
                    <a:pt x="278471" y="501654"/>
                    <a:pt x="215919" y="501654"/>
                  </a:cubicBezTo>
                  <a:cubicBezTo>
                    <a:pt x="164245" y="501654"/>
                    <a:pt x="101693" y="458140"/>
                    <a:pt x="98973" y="392868"/>
                  </a:cubicBezTo>
                  <a:cubicBezTo>
                    <a:pt x="98973" y="392868"/>
                    <a:pt x="98973" y="297680"/>
                    <a:pt x="98973" y="221530"/>
                  </a:cubicBezTo>
                  <a:lnTo>
                    <a:pt x="82655" y="221530"/>
                  </a:lnTo>
                  <a:cubicBezTo>
                    <a:pt x="74496" y="221530"/>
                    <a:pt x="58178" y="216090"/>
                    <a:pt x="58178" y="191614"/>
                  </a:cubicBezTo>
                  <a:cubicBezTo>
                    <a:pt x="58178" y="167137"/>
                    <a:pt x="77216" y="164417"/>
                    <a:pt x="85375" y="164417"/>
                  </a:cubicBezTo>
                  <a:lnTo>
                    <a:pt x="101693" y="164417"/>
                  </a:lnTo>
                  <a:cubicBezTo>
                    <a:pt x="101693" y="137220"/>
                    <a:pt x="101693" y="118183"/>
                    <a:pt x="101693" y="118183"/>
                  </a:cubicBezTo>
                  <a:cubicBezTo>
                    <a:pt x="104412" y="85547"/>
                    <a:pt x="134329" y="55631"/>
                    <a:pt x="166965" y="58350"/>
                  </a:cubicBezTo>
                  <a:cubicBezTo>
                    <a:pt x="196881" y="61070"/>
                    <a:pt x="229517" y="85547"/>
                    <a:pt x="229517" y="118183"/>
                  </a:cubicBezTo>
                  <a:lnTo>
                    <a:pt x="229517" y="118183"/>
                  </a:lnTo>
                  <a:lnTo>
                    <a:pt x="229517" y="164417"/>
                  </a:lnTo>
                  <a:lnTo>
                    <a:pt x="283910" y="164417"/>
                  </a:lnTo>
                  <a:cubicBezTo>
                    <a:pt x="292069" y="164417"/>
                    <a:pt x="308387" y="169856"/>
                    <a:pt x="308387" y="194333"/>
                  </a:cubicBezTo>
                  <a:cubicBezTo>
                    <a:pt x="308387" y="218810"/>
                    <a:pt x="292069" y="221530"/>
                    <a:pt x="281190" y="221530"/>
                  </a:cubicBezTo>
                  <a:lnTo>
                    <a:pt x="229517" y="221530"/>
                  </a:lnTo>
                  <a:lnTo>
                    <a:pt x="229517" y="365671"/>
                  </a:lnTo>
                  <a:cubicBezTo>
                    <a:pt x="229517" y="409186"/>
                    <a:pt x="270312" y="433663"/>
                    <a:pt x="311107" y="433663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BF128CAF-7E33-41B3-941E-1DA081A62D07}"/>
                </a:ext>
              </a:extLst>
            </p:cNvPr>
            <p:cNvSpPr/>
            <p:nvPr/>
          </p:nvSpPr>
          <p:spPr>
            <a:xfrm>
              <a:off x="2080719" y="4178559"/>
              <a:ext cx="462342" cy="788700"/>
            </a:xfrm>
            <a:custGeom>
              <a:avLst/>
              <a:gdLst>
                <a:gd name="connsiteX0" fmla="*/ 403575 w 462341"/>
                <a:gd name="connsiteY0" fmla="*/ 583072 h 788699"/>
                <a:gd name="connsiteX1" fmla="*/ 406295 w 462341"/>
                <a:gd name="connsiteY1" fmla="*/ 596670 h 788699"/>
                <a:gd name="connsiteX2" fmla="*/ 400855 w 462341"/>
                <a:gd name="connsiteY2" fmla="*/ 610268 h 788699"/>
                <a:gd name="connsiteX3" fmla="*/ 389977 w 462341"/>
                <a:gd name="connsiteY3" fmla="*/ 626586 h 788699"/>
                <a:gd name="connsiteX4" fmla="*/ 354621 w 462341"/>
                <a:gd name="connsiteY4" fmla="*/ 675540 h 788699"/>
                <a:gd name="connsiteX5" fmla="*/ 327424 w 462341"/>
                <a:gd name="connsiteY5" fmla="*/ 691858 h 788699"/>
                <a:gd name="connsiteX6" fmla="*/ 292069 w 462341"/>
                <a:gd name="connsiteY6" fmla="*/ 713615 h 788699"/>
                <a:gd name="connsiteX7" fmla="*/ 251274 w 462341"/>
                <a:gd name="connsiteY7" fmla="*/ 724494 h 788699"/>
                <a:gd name="connsiteX8" fmla="*/ 221358 w 462341"/>
                <a:gd name="connsiteY8" fmla="*/ 721774 h 788699"/>
                <a:gd name="connsiteX9" fmla="*/ 191442 w 462341"/>
                <a:gd name="connsiteY9" fmla="*/ 721774 h 788699"/>
                <a:gd name="connsiteX10" fmla="*/ 153366 w 462341"/>
                <a:gd name="connsiteY10" fmla="*/ 713615 h 788699"/>
                <a:gd name="connsiteX11" fmla="*/ 104412 w 462341"/>
                <a:gd name="connsiteY11" fmla="*/ 675540 h 788699"/>
                <a:gd name="connsiteX12" fmla="*/ 104412 w 462341"/>
                <a:gd name="connsiteY12" fmla="*/ 689138 h 788699"/>
                <a:gd name="connsiteX13" fmla="*/ 101693 w 462341"/>
                <a:gd name="connsiteY13" fmla="*/ 710895 h 788699"/>
                <a:gd name="connsiteX14" fmla="*/ 85375 w 462341"/>
                <a:gd name="connsiteY14" fmla="*/ 732653 h 788699"/>
                <a:gd name="connsiteX15" fmla="*/ 69057 w 462341"/>
                <a:gd name="connsiteY15" fmla="*/ 727214 h 788699"/>
                <a:gd name="connsiteX16" fmla="*/ 60898 w 462341"/>
                <a:gd name="connsiteY16" fmla="*/ 710895 h 788699"/>
                <a:gd name="connsiteX17" fmla="*/ 58178 w 462341"/>
                <a:gd name="connsiteY17" fmla="*/ 691858 h 788699"/>
                <a:gd name="connsiteX18" fmla="*/ 60898 w 462341"/>
                <a:gd name="connsiteY18" fmla="*/ 664661 h 788699"/>
                <a:gd name="connsiteX19" fmla="*/ 60898 w 462341"/>
                <a:gd name="connsiteY19" fmla="*/ 607549 h 788699"/>
                <a:gd name="connsiteX20" fmla="*/ 63618 w 462341"/>
                <a:gd name="connsiteY20" fmla="*/ 528679 h 788699"/>
                <a:gd name="connsiteX21" fmla="*/ 69057 w 462341"/>
                <a:gd name="connsiteY21" fmla="*/ 504202 h 788699"/>
                <a:gd name="connsiteX22" fmla="*/ 74496 w 462341"/>
                <a:gd name="connsiteY22" fmla="*/ 493323 h 788699"/>
                <a:gd name="connsiteX23" fmla="*/ 82655 w 462341"/>
                <a:gd name="connsiteY23" fmla="*/ 487884 h 788699"/>
                <a:gd name="connsiteX24" fmla="*/ 90814 w 462341"/>
                <a:gd name="connsiteY24" fmla="*/ 493323 h 788699"/>
                <a:gd name="connsiteX25" fmla="*/ 98973 w 462341"/>
                <a:gd name="connsiteY25" fmla="*/ 512361 h 788699"/>
                <a:gd name="connsiteX26" fmla="*/ 101693 w 462341"/>
                <a:gd name="connsiteY26" fmla="*/ 555875 h 788699"/>
                <a:gd name="connsiteX27" fmla="*/ 101693 w 462341"/>
                <a:gd name="connsiteY27" fmla="*/ 596670 h 788699"/>
                <a:gd name="connsiteX28" fmla="*/ 109852 w 462341"/>
                <a:gd name="connsiteY28" fmla="*/ 626586 h 788699"/>
                <a:gd name="connsiteX29" fmla="*/ 128889 w 462341"/>
                <a:gd name="connsiteY29" fmla="*/ 651063 h 788699"/>
                <a:gd name="connsiteX30" fmla="*/ 153366 w 462341"/>
                <a:gd name="connsiteY30" fmla="*/ 670101 h 788699"/>
                <a:gd name="connsiteX31" fmla="*/ 196881 w 462341"/>
                <a:gd name="connsiteY31" fmla="*/ 678260 h 788699"/>
                <a:gd name="connsiteX32" fmla="*/ 221358 w 462341"/>
                <a:gd name="connsiteY32" fmla="*/ 667381 h 788699"/>
                <a:gd name="connsiteX33" fmla="*/ 253994 w 462341"/>
                <a:gd name="connsiteY33" fmla="*/ 659222 h 788699"/>
                <a:gd name="connsiteX34" fmla="*/ 275751 w 462341"/>
                <a:gd name="connsiteY34" fmla="*/ 637465 h 788699"/>
                <a:gd name="connsiteX35" fmla="*/ 281190 w 462341"/>
                <a:gd name="connsiteY35" fmla="*/ 615708 h 788699"/>
                <a:gd name="connsiteX36" fmla="*/ 278471 w 462341"/>
                <a:gd name="connsiteY36" fmla="*/ 602109 h 788699"/>
                <a:gd name="connsiteX37" fmla="*/ 262153 w 462341"/>
                <a:gd name="connsiteY37" fmla="*/ 572193 h 788699"/>
                <a:gd name="connsiteX38" fmla="*/ 245835 w 462341"/>
                <a:gd name="connsiteY38" fmla="*/ 536838 h 788699"/>
                <a:gd name="connsiteX39" fmla="*/ 196881 w 462341"/>
                <a:gd name="connsiteY39" fmla="*/ 477005 h 788699"/>
                <a:gd name="connsiteX40" fmla="*/ 145207 w 462341"/>
                <a:gd name="connsiteY40" fmla="*/ 419892 h 788699"/>
                <a:gd name="connsiteX41" fmla="*/ 93534 w 462341"/>
                <a:gd name="connsiteY41" fmla="*/ 357340 h 788699"/>
                <a:gd name="connsiteX42" fmla="*/ 66337 w 462341"/>
                <a:gd name="connsiteY42" fmla="*/ 283910 h 788699"/>
                <a:gd name="connsiteX43" fmla="*/ 58178 w 462341"/>
                <a:gd name="connsiteY43" fmla="*/ 224077 h 788699"/>
                <a:gd name="connsiteX44" fmla="*/ 82655 w 462341"/>
                <a:gd name="connsiteY44" fmla="*/ 150647 h 788699"/>
                <a:gd name="connsiteX45" fmla="*/ 137048 w 462341"/>
                <a:gd name="connsiteY45" fmla="*/ 96253 h 788699"/>
                <a:gd name="connsiteX46" fmla="*/ 196881 w 462341"/>
                <a:gd name="connsiteY46" fmla="*/ 77216 h 788699"/>
                <a:gd name="connsiteX47" fmla="*/ 232236 w 462341"/>
                <a:gd name="connsiteY47" fmla="*/ 69057 h 788699"/>
                <a:gd name="connsiteX48" fmla="*/ 262153 w 462341"/>
                <a:gd name="connsiteY48" fmla="*/ 74496 h 788699"/>
                <a:gd name="connsiteX49" fmla="*/ 294789 w 462341"/>
                <a:gd name="connsiteY49" fmla="*/ 85375 h 788699"/>
                <a:gd name="connsiteX50" fmla="*/ 327424 w 462341"/>
                <a:gd name="connsiteY50" fmla="*/ 104412 h 788699"/>
                <a:gd name="connsiteX51" fmla="*/ 332864 w 462341"/>
                <a:gd name="connsiteY51" fmla="*/ 74496 h 788699"/>
                <a:gd name="connsiteX52" fmla="*/ 338303 w 462341"/>
                <a:gd name="connsiteY52" fmla="*/ 63618 h 788699"/>
                <a:gd name="connsiteX53" fmla="*/ 349182 w 462341"/>
                <a:gd name="connsiteY53" fmla="*/ 58178 h 788699"/>
                <a:gd name="connsiteX54" fmla="*/ 357341 w 462341"/>
                <a:gd name="connsiteY54" fmla="*/ 63618 h 788699"/>
                <a:gd name="connsiteX55" fmla="*/ 365500 w 462341"/>
                <a:gd name="connsiteY55" fmla="*/ 82655 h 788699"/>
                <a:gd name="connsiteX56" fmla="*/ 368219 w 462341"/>
                <a:gd name="connsiteY56" fmla="*/ 142488 h 788699"/>
                <a:gd name="connsiteX57" fmla="*/ 368219 w 462341"/>
                <a:gd name="connsiteY57" fmla="*/ 188722 h 788699"/>
                <a:gd name="connsiteX58" fmla="*/ 370939 w 462341"/>
                <a:gd name="connsiteY58" fmla="*/ 245834 h 788699"/>
                <a:gd name="connsiteX59" fmla="*/ 354621 w 462341"/>
                <a:gd name="connsiteY59" fmla="*/ 286629 h 788699"/>
                <a:gd name="connsiteX60" fmla="*/ 338303 w 462341"/>
                <a:gd name="connsiteY60" fmla="*/ 281190 h 788699"/>
                <a:gd name="connsiteX61" fmla="*/ 330144 w 462341"/>
                <a:gd name="connsiteY61" fmla="*/ 264872 h 788699"/>
                <a:gd name="connsiteX62" fmla="*/ 327424 w 462341"/>
                <a:gd name="connsiteY62" fmla="*/ 248554 h 788699"/>
                <a:gd name="connsiteX63" fmla="*/ 330144 w 462341"/>
                <a:gd name="connsiteY63" fmla="*/ 221357 h 788699"/>
                <a:gd name="connsiteX64" fmla="*/ 330144 w 462341"/>
                <a:gd name="connsiteY64" fmla="*/ 188722 h 788699"/>
                <a:gd name="connsiteX65" fmla="*/ 327424 w 462341"/>
                <a:gd name="connsiteY65" fmla="*/ 164245 h 788699"/>
                <a:gd name="connsiteX66" fmla="*/ 311107 w 462341"/>
                <a:gd name="connsiteY66" fmla="*/ 134329 h 788699"/>
                <a:gd name="connsiteX67" fmla="*/ 283910 w 462341"/>
                <a:gd name="connsiteY67" fmla="*/ 118011 h 788699"/>
                <a:gd name="connsiteX68" fmla="*/ 251274 w 462341"/>
                <a:gd name="connsiteY68" fmla="*/ 112571 h 788699"/>
                <a:gd name="connsiteX69" fmla="*/ 215918 w 462341"/>
                <a:gd name="connsiteY69" fmla="*/ 123450 h 788699"/>
                <a:gd name="connsiteX70" fmla="*/ 202320 w 462341"/>
                <a:gd name="connsiteY70" fmla="*/ 147927 h 788699"/>
                <a:gd name="connsiteX71" fmla="*/ 188722 w 462341"/>
                <a:gd name="connsiteY71" fmla="*/ 180563 h 788699"/>
                <a:gd name="connsiteX72" fmla="*/ 183283 w 462341"/>
                <a:gd name="connsiteY72" fmla="*/ 210479 h 788699"/>
                <a:gd name="connsiteX73" fmla="*/ 188722 w 462341"/>
                <a:gd name="connsiteY73" fmla="*/ 226797 h 788699"/>
                <a:gd name="connsiteX74" fmla="*/ 188722 w 462341"/>
                <a:gd name="connsiteY74" fmla="*/ 248554 h 788699"/>
                <a:gd name="connsiteX75" fmla="*/ 210479 w 462341"/>
                <a:gd name="connsiteY75" fmla="*/ 273031 h 788699"/>
                <a:gd name="connsiteX76" fmla="*/ 226797 w 462341"/>
                <a:gd name="connsiteY76" fmla="*/ 300228 h 788699"/>
                <a:gd name="connsiteX77" fmla="*/ 256713 w 462341"/>
                <a:gd name="connsiteY77" fmla="*/ 332864 h 788699"/>
                <a:gd name="connsiteX78" fmla="*/ 275751 w 462341"/>
                <a:gd name="connsiteY78" fmla="*/ 351901 h 788699"/>
                <a:gd name="connsiteX79" fmla="*/ 324705 w 462341"/>
                <a:gd name="connsiteY79" fmla="*/ 400855 h 788699"/>
                <a:gd name="connsiteX80" fmla="*/ 343742 w 462341"/>
                <a:gd name="connsiteY80" fmla="*/ 428051 h 788699"/>
                <a:gd name="connsiteX81" fmla="*/ 351901 w 462341"/>
                <a:gd name="connsiteY81" fmla="*/ 433491 h 788699"/>
                <a:gd name="connsiteX82" fmla="*/ 360060 w 462341"/>
                <a:gd name="connsiteY82" fmla="*/ 447089 h 788699"/>
                <a:gd name="connsiteX83" fmla="*/ 384537 w 462341"/>
                <a:gd name="connsiteY83" fmla="*/ 474286 h 788699"/>
                <a:gd name="connsiteX84" fmla="*/ 395416 w 462341"/>
                <a:gd name="connsiteY84" fmla="*/ 506921 h 788699"/>
                <a:gd name="connsiteX85" fmla="*/ 406295 w 462341"/>
                <a:gd name="connsiteY85" fmla="*/ 536838 h 788699"/>
                <a:gd name="connsiteX86" fmla="*/ 409014 w 462341"/>
                <a:gd name="connsiteY86" fmla="*/ 547716 h 788699"/>
                <a:gd name="connsiteX87" fmla="*/ 406295 w 462341"/>
                <a:gd name="connsiteY87" fmla="*/ 569473 h 788699"/>
                <a:gd name="connsiteX88" fmla="*/ 403575 w 462341"/>
                <a:gd name="connsiteY88" fmla="*/ 583072 h 788699"/>
                <a:gd name="connsiteX89" fmla="*/ 403575 w 462341"/>
                <a:gd name="connsiteY89" fmla="*/ 583072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462341" h="788699">
                  <a:moveTo>
                    <a:pt x="403575" y="583072"/>
                  </a:moveTo>
                  <a:cubicBezTo>
                    <a:pt x="403575" y="588511"/>
                    <a:pt x="406295" y="591231"/>
                    <a:pt x="406295" y="596670"/>
                  </a:cubicBezTo>
                  <a:cubicBezTo>
                    <a:pt x="406295" y="602109"/>
                    <a:pt x="403575" y="604829"/>
                    <a:pt x="400855" y="610268"/>
                  </a:cubicBezTo>
                  <a:cubicBezTo>
                    <a:pt x="398136" y="615708"/>
                    <a:pt x="392696" y="621147"/>
                    <a:pt x="389977" y="626586"/>
                  </a:cubicBezTo>
                  <a:cubicBezTo>
                    <a:pt x="381818" y="645624"/>
                    <a:pt x="368219" y="661942"/>
                    <a:pt x="354621" y="675540"/>
                  </a:cubicBezTo>
                  <a:cubicBezTo>
                    <a:pt x="346462" y="683699"/>
                    <a:pt x="338303" y="686419"/>
                    <a:pt x="327424" y="691858"/>
                  </a:cubicBezTo>
                  <a:cubicBezTo>
                    <a:pt x="316546" y="700017"/>
                    <a:pt x="302948" y="708176"/>
                    <a:pt x="292069" y="713615"/>
                  </a:cubicBezTo>
                  <a:cubicBezTo>
                    <a:pt x="281190" y="719054"/>
                    <a:pt x="264872" y="724494"/>
                    <a:pt x="251274" y="724494"/>
                  </a:cubicBezTo>
                  <a:cubicBezTo>
                    <a:pt x="240395" y="724494"/>
                    <a:pt x="229517" y="721774"/>
                    <a:pt x="221358" y="721774"/>
                  </a:cubicBezTo>
                  <a:cubicBezTo>
                    <a:pt x="213199" y="721774"/>
                    <a:pt x="202320" y="721774"/>
                    <a:pt x="191442" y="721774"/>
                  </a:cubicBezTo>
                  <a:cubicBezTo>
                    <a:pt x="172404" y="721774"/>
                    <a:pt x="172404" y="721774"/>
                    <a:pt x="153366" y="713615"/>
                  </a:cubicBezTo>
                  <a:cubicBezTo>
                    <a:pt x="134329" y="708176"/>
                    <a:pt x="118011" y="691858"/>
                    <a:pt x="104412" y="675540"/>
                  </a:cubicBezTo>
                  <a:cubicBezTo>
                    <a:pt x="104412" y="678260"/>
                    <a:pt x="104412" y="680979"/>
                    <a:pt x="104412" y="689138"/>
                  </a:cubicBezTo>
                  <a:cubicBezTo>
                    <a:pt x="104412" y="694578"/>
                    <a:pt x="104412" y="702737"/>
                    <a:pt x="101693" y="710895"/>
                  </a:cubicBezTo>
                  <a:cubicBezTo>
                    <a:pt x="101693" y="721774"/>
                    <a:pt x="96253" y="732653"/>
                    <a:pt x="85375" y="732653"/>
                  </a:cubicBezTo>
                  <a:cubicBezTo>
                    <a:pt x="77216" y="732653"/>
                    <a:pt x="74496" y="729933"/>
                    <a:pt x="69057" y="727214"/>
                  </a:cubicBezTo>
                  <a:cubicBezTo>
                    <a:pt x="63618" y="724494"/>
                    <a:pt x="60898" y="716335"/>
                    <a:pt x="60898" y="710895"/>
                  </a:cubicBezTo>
                  <a:cubicBezTo>
                    <a:pt x="58178" y="702737"/>
                    <a:pt x="58178" y="697297"/>
                    <a:pt x="58178" y="691858"/>
                  </a:cubicBezTo>
                  <a:cubicBezTo>
                    <a:pt x="58178" y="683699"/>
                    <a:pt x="60898" y="678260"/>
                    <a:pt x="60898" y="664661"/>
                  </a:cubicBezTo>
                  <a:cubicBezTo>
                    <a:pt x="60898" y="656502"/>
                    <a:pt x="60898" y="632026"/>
                    <a:pt x="60898" y="607549"/>
                  </a:cubicBezTo>
                  <a:cubicBezTo>
                    <a:pt x="60898" y="574913"/>
                    <a:pt x="60898" y="542277"/>
                    <a:pt x="63618" y="528679"/>
                  </a:cubicBezTo>
                  <a:cubicBezTo>
                    <a:pt x="63618" y="520520"/>
                    <a:pt x="63618" y="509641"/>
                    <a:pt x="69057" y="504202"/>
                  </a:cubicBezTo>
                  <a:cubicBezTo>
                    <a:pt x="71777" y="501482"/>
                    <a:pt x="71777" y="498762"/>
                    <a:pt x="74496" y="493323"/>
                  </a:cubicBezTo>
                  <a:cubicBezTo>
                    <a:pt x="77216" y="490603"/>
                    <a:pt x="79936" y="487884"/>
                    <a:pt x="82655" y="487884"/>
                  </a:cubicBezTo>
                  <a:cubicBezTo>
                    <a:pt x="85375" y="487884"/>
                    <a:pt x="90814" y="490603"/>
                    <a:pt x="90814" y="493323"/>
                  </a:cubicBezTo>
                  <a:cubicBezTo>
                    <a:pt x="93534" y="498762"/>
                    <a:pt x="98973" y="506921"/>
                    <a:pt x="98973" y="512361"/>
                  </a:cubicBezTo>
                  <a:cubicBezTo>
                    <a:pt x="98973" y="520520"/>
                    <a:pt x="101693" y="536838"/>
                    <a:pt x="101693" y="555875"/>
                  </a:cubicBezTo>
                  <a:cubicBezTo>
                    <a:pt x="101693" y="569473"/>
                    <a:pt x="101693" y="583072"/>
                    <a:pt x="101693" y="596670"/>
                  </a:cubicBezTo>
                  <a:cubicBezTo>
                    <a:pt x="101693" y="607549"/>
                    <a:pt x="104412" y="618427"/>
                    <a:pt x="109852" y="626586"/>
                  </a:cubicBezTo>
                  <a:cubicBezTo>
                    <a:pt x="115291" y="637465"/>
                    <a:pt x="123450" y="642904"/>
                    <a:pt x="128889" y="651063"/>
                  </a:cubicBezTo>
                  <a:cubicBezTo>
                    <a:pt x="137048" y="661942"/>
                    <a:pt x="139768" y="667381"/>
                    <a:pt x="153366" y="670101"/>
                  </a:cubicBezTo>
                  <a:cubicBezTo>
                    <a:pt x="161525" y="670101"/>
                    <a:pt x="183283" y="678260"/>
                    <a:pt x="196881" y="678260"/>
                  </a:cubicBezTo>
                  <a:cubicBezTo>
                    <a:pt x="207759" y="678260"/>
                    <a:pt x="210479" y="672820"/>
                    <a:pt x="221358" y="667381"/>
                  </a:cubicBezTo>
                  <a:cubicBezTo>
                    <a:pt x="232236" y="661942"/>
                    <a:pt x="245835" y="664661"/>
                    <a:pt x="253994" y="659222"/>
                  </a:cubicBezTo>
                  <a:cubicBezTo>
                    <a:pt x="262153" y="653783"/>
                    <a:pt x="273031" y="645624"/>
                    <a:pt x="275751" y="637465"/>
                  </a:cubicBezTo>
                  <a:cubicBezTo>
                    <a:pt x="281190" y="629306"/>
                    <a:pt x="281190" y="621147"/>
                    <a:pt x="281190" y="615708"/>
                  </a:cubicBezTo>
                  <a:cubicBezTo>
                    <a:pt x="281190" y="610268"/>
                    <a:pt x="281190" y="607549"/>
                    <a:pt x="278471" y="602109"/>
                  </a:cubicBezTo>
                  <a:cubicBezTo>
                    <a:pt x="275751" y="591231"/>
                    <a:pt x="267592" y="583072"/>
                    <a:pt x="262153" y="572193"/>
                  </a:cubicBezTo>
                  <a:cubicBezTo>
                    <a:pt x="256713" y="561314"/>
                    <a:pt x="253994" y="547716"/>
                    <a:pt x="245835" y="536838"/>
                  </a:cubicBezTo>
                  <a:cubicBezTo>
                    <a:pt x="232236" y="515080"/>
                    <a:pt x="213199" y="498762"/>
                    <a:pt x="196881" y="477005"/>
                  </a:cubicBezTo>
                  <a:cubicBezTo>
                    <a:pt x="180563" y="457968"/>
                    <a:pt x="164245" y="438930"/>
                    <a:pt x="145207" y="419892"/>
                  </a:cubicBezTo>
                  <a:cubicBezTo>
                    <a:pt x="126170" y="400855"/>
                    <a:pt x="109852" y="379098"/>
                    <a:pt x="93534" y="357340"/>
                  </a:cubicBezTo>
                  <a:cubicBezTo>
                    <a:pt x="77216" y="335583"/>
                    <a:pt x="71777" y="308387"/>
                    <a:pt x="66337" y="283910"/>
                  </a:cubicBezTo>
                  <a:cubicBezTo>
                    <a:pt x="63618" y="267592"/>
                    <a:pt x="58178" y="245834"/>
                    <a:pt x="58178" y="224077"/>
                  </a:cubicBezTo>
                  <a:cubicBezTo>
                    <a:pt x="58178" y="194161"/>
                    <a:pt x="69057" y="175123"/>
                    <a:pt x="82655" y="150647"/>
                  </a:cubicBezTo>
                  <a:cubicBezTo>
                    <a:pt x="96253" y="128889"/>
                    <a:pt x="115291" y="109852"/>
                    <a:pt x="137048" y="96253"/>
                  </a:cubicBezTo>
                  <a:cubicBezTo>
                    <a:pt x="158806" y="82655"/>
                    <a:pt x="172404" y="79936"/>
                    <a:pt x="196881" y="77216"/>
                  </a:cubicBezTo>
                  <a:cubicBezTo>
                    <a:pt x="210479" y="77216"/>
                    <a:pt x="215918" y="69057"/>
                    <a:pt x="232236" y="69057"/>
                  </a:cubicBezTo>
                  <a:cubicBezTo>
                    <a:pt x="243115" y="69057"/>
                    <a:pt x="251274" y="71776"/>
                    <a:pt x="262153" y="74496"/>
                  </a:cubicBezTo>
                  <a:cubicBezTo>
                    <a:pt x="273031" y="77216"/>
                    <a:pt x="283910" y="82655"/>
                    <a:pt x="294789" y="85375"/>
                  </a:cubicBezTo>
                  <a:cubicBezTo>
                    <a:pt x="308387" y="90814"/>
                    <a:pt x="319265" y="96253"/>
                    <a:pt x="327424" y="104412"/>
                  </a:cubicBezTo>
                  <a:cubicBezTo>
                    <a:pt x="327424" y="90814"/>
                    <a:pt x="327424" y="79936"/>
                    <a:pt x="332864" y="74496"/>
                  </a:cubicBezTo>
                  <a:cubicBezTo>
                    <a:pt x="335583" y="71776"/>
                    <a:pt x="335583" y="69057"/>
                    <a:pt x="338303" y="63618"/>
                  </a:cubicBezTo>
                  <a:cubicBezTo>
                    <a:pt x="341023" y="60898"/>
                    <a:pt x="346462" y="58178"/>
                    <a:pt x="349182" y="58178"/>
                  </a:cubicBezTo>
                  <a:cubicBezTo>
                    <a:pt x="351901" y="58178"/>
                    <a:pt x="357341" y="60898"/>
                    <a:pt x="357341" y="63618"/>
                  </a:cubicBezTo>
                  <a:cubicBezTo>
                    <a:pt x="360060" y="69057"/>
                    <a:pt x="365500" y="77216"/>
                    <a:pt x="365500" y="82655"/>
                  </a:cubicBezTo>
                  <a:cubicBezTo>
                    <a:pt x="365500" y="90814"/>
                    <a:pt x="368219" y="123450"/>
                    <a:pt x="368219" y="142488"/>
                  </a:cubicBezTo>
                  <a:cubicBezTo>
                    <a:pt x="368219" y="158806"/>
                    <a:pt x="368219" y="177843"/>
                    <a:pt x="368219" y="188722"/>
                  </a:cubicBezTo>
                  <a:cubicBezTo>
                    <a:pt x="368219" y="213199"/>
                    <a:pt x="370939" y="224077"/>
                    <a:pt x="370939" y="245834"/>
                  </a:cubicBezTo>
                  <a:cubicBezTo>
                    <a:pt x="370939" y="256713"/>
                    <a:pt x="370939" y="286629"/>
                    <a:pt x="354621" y="286629"/>
                  </a:cubicBezTo>
                  <a:cubicBezTo>
                    <a:pt x="346462" y="286629"/>
                    <a:pt x="343742" y="283910"/>
                    <a:pt x="338303" y="281190"/>
                  </a:cubicBezTo>
                  <a:cubicBezTo>
                    <a:pt x="332864" y="278470"/>
                    <a:pt x="330144" y="270311"/>
                    <a:pt x="330144" y="264872"/>
                  </a:cubicBezTo>
                  <a:cubicBezTo>
                    <a:pt x="327424" y="256713"/>
                    <a:pt x="327424" y="251274"/>
                    <a:pt x="327424" y="248554"/>
                  </a:cubicBezTo>
                  <a:cubicBezTo>
                    <a:pt x="327424" y="240395"/>
                    <a:pt x="330144" y="234956"/>
                    <a:pt x="330144" y="221357"/>
                  </a:cubicBezTo>
                  <a:cubicBezTo>
                    <a:pt x="330144" y="213199"/>
                    <a:pt x="330144" y="202320"/>
                    <a:pt x="330144" y="188722"/>
                  </a:cubicBezTo>
                  <a:cubicBezTo>
                    <a:pt x="330144" y="180563"/>
                    <a:pt x="327424" y="172404"/>
                    <a:pt x="327424" y="164245"/>
                  </a:cubicBezTo>
                  <a:cubicBezTo>
                    <a:pt x="324705" y="153366"/>
                    <a:pt x="319265" y="142488"/>
                    <a:pt x="311107" y="134329"/>
                  </a:cubicBezTo>
                  <a:cubicBezTo>
                    <a:pt x="302948" y="126170"/>
                    <a:pt x="294789" y="120730"/>
                    <a:pt x="283910" y="118011"/>
                  </a:cubicBezTo>
                  <a:cubicBezTo>
                    <a:pt x="275751" y="115291"/>
                    <a:pt x="262153" y="112571"/>
                    <a:pt x="251274" y="112571"/>
                  </a:cubicBezTo>
                  <a:cubicBezTo>
                    <a:pt x="237676" y="112571"/>
                    <a:pt x="224077" y="115291"/>
                    <a:pt x="215918" y="123450"/>
                  </a:cubicBezTo>
                  <a:cubicBezTo>
                    <a:pt x="207759" y="128889"/>
                    <a:pt x="205040" y="139768"/>
                    <a:pt x="202320" y="147927"/>
                  </a:cubicBezTo>
                  <a:cubicBezTo>
                    <a:pt x="196881" y="158806"/>
                    <a:pt x="191442" y="166964"/>
                    <a:pt x="188722" y="180563"/>
                  </a:cubicBezTo>
                  <a:cubicBezTo>
                    <a:pt x="186002" y="191441"/>
                    <a:pt x="183283" y="199600"/>
                    <a:pt x="183283" y="210479"/>
                  </a:cubicBezTo>
                  <a:cubicBezTo>
                    <a:pt x="183283" y="215918"/>
                    <a:pt x="186002" y="221357"/>
                    <a:pt x="188722" y="226797"/>
                  </a:cubicBezTo>
                  <a:cubicBezTo>
                    <a:pt x="191442" y="234956"/>
                    <a:pt x="188722" y="243115"/>
                    <a:pt x="188722" y="248554"/>
                  </a:cubicBezTo>
                  <a:cubicBezTo>
                    <a:pt x="191442" y="259433"/>
                    <a:pt x="202320" y="264872"/>
                    <a:pt x="210479" y="273031"/>
                  </a:cubicBezTo>
                  <a:cubicBezTo>
                    <a:pt x="218638" y="281190"/>
                    <a:pt x="221358" y="292069"/>
                    <a:pt x="226797" y="300228"/>
                  </a:cubicBezTo>
                  <a:cubicBezTo>
                    <a:pt x="234956" y="311106"/>
                    <a:pt x="245835" y="321985"/>
                    <a:pt x="256713" y="332864"/>
                  </a:cubicBezTo>
                  <a:cubicBezTo>
                    <a:pt x="259433" y="338303"/>
                    <a:pt x="267592" y="343742"/>
                    <a:pt x="275751" y="351901"/>
                  </a:cubicBezTo>
                  <a:cubicBezTo>
                    <a:pt x="292069" y="368219"/>
                    <a:pt x="311107" y="384537"/>
                    <a:pt x="324705" y="400855"/>
                  </a:cubicBezTo>
                  <a:cubicBezTo>
                    <a:pt x="332864" y="409014"/>
                    <a:pt x="335583" y="419892"/>
                    <a:pt x="343742" y="428051"/>
                  </a:cubicBezTo>
                  <a:cubicBezTo>
                    <a:pt x="346462" y="430771"/>
                    <a:pt x="349182" y="430771"/>
                    <a:pt x="351901" y="433491"/>
                  </a:cubicBezTo>
                  <a:cubicBezTo>
                    <a:pt x="354621" y="436210"/>
                    <a:pt x="357341" y="441650"/>
                    <a:pt x="360060" y="447089"/>
                  </a:cubicBezTo>
                  <a:cubicBezTo>
                    <a:pt x="368219" y="455248"/>
                    <a:pt x="376378" y="463407"/>
                    <a:pt x="384537" y="474286"/>
                  </a:cubicBezTo>
                  <a:cubicBezTo>
                    <a:pt x="389977" y="482445"/>
                    <a:pt x="392696" y="496043"/>
                    <a:pt x="395416" y="506921"/>
                  </a:cubicBezTo>
                  <a:cubicBezTo>
                    <a:pt x="400855" y="517800"/>
                    <a:pt x="400855" y="528679"/>
                    <a:pt x="406295" y="536838"/>
                  </a:cubicBezTo>
                  <a:cubicBezTo>
                    <a:pt x="409014" y="539557"/>
                    <a:pt x="409014" y="544997"/>
                    <a:pt x="409014" y="547716"/>
                  </a:cubicBezTo>
                  <a:cubicBezTo>
                    <a:pt x="409014" y="555875"/>
                    <a:pt x="406295" y="561314"/>
                    <a:pt x="406295" y="569473"/>
                  </a:cubicBezTo>
                  <a:cubicBezTo>
                    <a:pt x="406295" y="574913"/>
                    <a:pt x="403575" y="577632"/>
                    <a:pt x="403575" y="583072"/>
                  </a:cubicBezTo>
                  <a:lnTo>
                    <a:pt x="403575" y="583072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FC35D844-DD99-4858-9C8F-7E64319ECEC1}"/>
                </a:ext>
              </a:extLst>
            </p:cNvPr>
            <p:cNvSpPr/>
            <p:nvPr/>
          </p:nvSpPr>
          <p:spPr>
            <a:xfrm>
              <a:off x="2456032" y="4192158"/>
              <a:ext cx="571128" cy="761503"/>
            </a:xfrm>
            <a:custGeom>
              <a:avLst/>
              <a:gdLst>
                <a:gd name="connsiteX0" fmla="*/ 512361 w 571128"/>
                <a:gd name="connsiteY0" fmla="*/ 79936 h 761503"/>
                <a:gd name="connsiteX1" fmla="*/ 539558 w 571128"/>
                <a:gd name="connsiteY1" fmla="*/ 96253 h 761503"/>
                <a:gd name="connsiteX2" fmla="*/ 534118 w 571128"/>
                <a:gd name="connsiteY2" fmla="*/ 112571 h 761503"/>
                <a:gd name="connsiteX3" fmla="*/ 523240 w 571128"/>
                <a:gd name="connsiteY3" fmla="*/ 120730 h 761503"/>
                <a:gd name="connsiteX4" fmla="*/ 506922 w 571128"/>
                <a:gd name="connsiteY4" fmla="*/ 123450 h 761503"/>
                <a:gd name="connsiteX5" fmla="*/ 477006 w 571128"/>
                <a:gd name="connsiteY5" fmla="*/ 123450 h 761503"/>
                <a:gd name="connsiteX6" fmla="*/ 479725 w 571128"/>
                <a:gd name="connsiteY6" fmla="*/ 145207 h 761503"/>
                <a:gd name="connsiteX7" fmla="*/ 477006 w 571128"/>
                <a:gd name="connsiteY7" fmla="*/ 180563 h 761503"/>
                <a:gd name="connsiteX8" fmla="*/ 482445 w 571128"/>
                <a:gd name="connsiteY8" fmla="*/ 232236 h 761503"/>
                <a:gd name="connsiteX9" fmla="*/ 485165 w 571128"/>
                <a:gd name="connsiteY9" fmla="*/ 283910 h 761503"/>
                <a:gd name="connsiteX10" fmla="*/ 485165 w 571128"/>
                <a:gd name="connsiteY10" fmla="*/ 327424 h 761503"/>
                <a:gd name="connsiteX11" fmla="*/ 487884 w 571128"/>
                <a:gd name="connsiteY11" fmla="*/ 373658 h 761503"/>
                <a:gd name="connsiteX12" fmla="*/ 485165 w 571128"/>
                <a:gd name="connsiteY12" fmla="*/ 419892 h 761503"/>
                <a:gd name="connsiteX13" fmla="*/ 485165 w 571128"/>
                <a:gd name="connsiteY13" fmla="*/ 463407 h 761503"/>
                <a:gd name="connsiteX14" fmla="*/ 482445 w 571128"/>
                <a:gd name="connsiteY14" fmla="*/ 515080 h 761503"/>
                <a:gd name="connsiteX15" fmla="*/ 482445 w 571128"/>
                <a:gd name="connsiteY15" fmla="*/ 558595 h 761503"/>
                <a:gd name="connsiteX16" fmla="*/ 479725 w 571128"/>
                <a:gd name="connsiteY16" fmla="*/ 602109 h 761503"/>
                <a:gd name="connsiteX17" fmla="*/ 485165 w 571128"/>
                <a:gd name="connsiteY17" fmla="*/ 648343 h 761503"/>
                <a:gd name="connsiteX18" fmla="*/ 474286 w 571128"/>
                <a:gd name="connsiteY18" fmla="*/ 675540 h 761503"/>
                <a:gd name="connsiteX19" fmla="*/ 428052 w 571128"/>
                <a:gd name="connsiteY19" fmla="*/ 691858 h 761503"/>
                <a:gd name="connsiteX20" fmla="*/ 387257 w 571128"/>
                <a:gd name="connsiteY20" fmla="*/ 683699 h 761503"/>
                <a:gd name="connsiteX21" fmla="*/ 351901 w 571128"/>
                <a:gd name="connsiteY21" fmla="*/ 664661 h 761503"/>
                <a:gd name="connsiteX22" fmla="*/ 305667 w 571128"/>
                <a:gd name="connsiteY22" fmla="*/ 596670 h 761503"/>
                <a:gd name="connsiteX23" fmla="*/ 270312 w 571128"/>
                <a:gd name="connsiteY23" fmla="*/ 509641 h 761503"/>
                <a:gd name="connsiteX24" fmla="*/ 251274 w 571128"/>
                <a:gd name="connsiteY24" fmla="*/ 460687 h 761503"/>
                <a:gd name="connsiteX25" fmla="*/ 224077 w 571128"/>
                <a:gd name="connsiteY25" fmla="*/ 381817 h 761503"/>
                <a:gd name="connsiteX26" fmla="*/ 207759 w 571128"/>
                <a:gd name="connsiteY26" fmla="*/ 330144 h 761503"/>
                <a:gd name="connsiteX27" fmla="*/ 191442 w 571128"/>
                <a:gd name="connsiteY27" fmla="*/ 286629 h 761503"/>
                <a:gd name="connsiteX28" fmla="*/ 183283 w 571128"/>
                <a:gd name="connsiteY28" fmla="*/ 278470 h 761503"/>
                <a:gd name="connsiteX29" fmla="*/ 180563 w 571128"/>
                <a:gd name="connsiteY29" fmla="*/ 292069 h 761503"/>
                <a:gd name="connsiteX30" fmla="*/ 180563 w 571128"/>
                <a:gd name="connsiteY30" fmla="*/ 305667 h 761503"/>
                <a:gd name="connsiteX31" fmla="*/ 183283 w 571128"/>
                <a:gd name="connsiteY31" fmla="*/ 354621 h 761503"/>
                <a:gd name="connsiteX32" fmla="*/ 188722 w 571128"/>
                <a:gd name="connsiteY32" fmla="*/ 449809 h 761503"/>
                <a:gd name="connsiteX33" fmla="*/ 188722 w 571128"/>
                <a:gd name="connsiteY33" fmla="*/ 479725 h 761503"/>
                <a:gd name="connsiteX34" fmla="*/ 188722 w 571128"/>
                <a:gd name="connsiteY34" fmla="*/ 542277 h 761503"/>
                <a:gd name="connsiteX35" fmla="*/ 186002 w 571128"/>
                <a:gd name="connsiteY35" fmla="*/ 615708 h 761503"/>
                <a:gd name="connsiteX36" fmla="*/ 186002 w 571128"/>
                <a:gd name="connsiteY36" fmla="*/ 637465 h 761503"/>
                <a:gd name="connsiteX37" fmla="*/ 183283 w 571128"/>
                <a:gd name="connsiteY37" fmla="*/ 664661 h 761503"/>
                <a:gd name="connsiteX38" fmla="*/ 226797 w 571128"/>
                <a:gd name="connsiteY38" fmla="*/ 664661 h 761503"/>
                <a:gd name="connsiteX39" fmla="*/ 253994 w 571128"/>
                <a:gd name="connsiteY39" fmla="*/ 680979 h 761503"/>
                <a:gd name="connsiteX40" fmla="*/ 248554 w 571128"/>
                <a:gd name="connsiteY40" fmla="*/ 697297 h 761503"/>
                <a:gd name="connsiteX41" fmla="*/ 234956 w 571128"/>
                <a:gd name="connsiteY41" fmla="*/ 705456 h 761503"/>
                <a:gd name="connsiteX42" fmla="*/ 218638 w 571128"/>
                <a:gd name="connsiteY42" fmla="*/ 708176 h 761503"/>
                <a:gd name="connsiteX43" fmla="*/ 183283 w 571128"/>
                <a:gd name="connsiteY43" fmla="*/ 708176 h 761503"/>
                <a:gd name="connsiteX44" fmla="*/ 150647 w 571128"/>
                <a:gd name="connsiteY44" fmla="*/ 708176 h 761503"/>
                <a:gd name="connsiteX45" fmla="*/ 107132 w 571128"/>
                <a:gd name="connsiteY45" fmla="*/ 708176 h 761503"/>
                <a:gd name="connsiteX46" fmla="*/ 88094 w 571128"/>
                <a:gd name="connsiteY46" fmla="*/ 708176 h 761503"/>
                <a:gd name="connsiteX47" fmla="*/ 69057 w 571128"/>
                <a:gd name="connsiteY47" fmla="*/ 702737 h 761503"/>
                <a:gd name="connsiteX48" fmla="*/ 58178 w 571128"/>
                <a:gd name="connsiteY48" fmla="*/ 686419 h 761503"/>
                <a:gd name="connsiteX49" fmla="*/ 60898 w 571128"/>
                <a:gd name="connsiteY49" fmla="*/ 678260 h 761503"/>
                <a:gd name="connsiteX50" fmla="*/ 77216 w 571128"/>
                <a:gd name="connsiteY50" fmla="*/ 670101 h 761503"/>
                <a:gd name="connsiteX51" fmla="*/ 120730 w 571128"/>
                <a:gd name="connsiteY51" fmla="*/ 664661 h 761503"/>
                <a:gd name="connsiteX52" fmla="*/ 131609 w 571128"/>
                <a:gd name="connsiteY52" fmla="*/ 664661 h 761503"/>
                <a:gd name="connsiteX53" fmla="*/ 134329 w 571128"/>
                <a:gd name="connsiteY53" fmla="*/ 539557 h 761503"/>
                <a:gd name="connsiteX54" fmla="*/ 134329 w 571128"/>
                <a:gd name="connsiteY54" fmla="*/ 504202 h 761503"/>
                <a:gd name="connsiteX55" fmla="*/ 131609 w 571128"/>
                <a:gd name="connsiteY55" fmla="*/ 376378 h 761503"/>
                <a:gd name="connsiteX56" fmla="*/ 131609 w 571128"/>
                <a:gd name="connsiteY56" fmla="*/ 302947 h 761503"/>
                <a:gd name="connsiteX57" fmla="*/ 134329 w 571128"/>
                <a:gd name="connsiteY57" fmla="*/ 221357 h 761503"/>
                <a:gd name="connsiteX58" fmla="*/ 137048 w 571128"/>
                <a:gd name="connsiteY58" fmla="*/ 123450 h 761503"/>
                <a:gd name="connsiteX59" fmla="*/ 107132 w 571128"/>
                <a:gd name="connsiteY59" fmla="*/ 123450 h 761503"/>
                <a:gd name="connsiteX60" fmla="*/ 88094 w 571128"/>
                <a:gd name="connsiteY60" fmla="*/ 123450 h 761503"/>
                <a:gd name="connsiteX61" fmla="*/ 69057 w 571128"/>
                <a:gd name="connsiteY61" fmla="*/ 118011 h 761503"/>
                <a:gd name="connsiteX62" fmla="*/ 58178 w 571128"/>
                <a:gd name="connsiteY62" fmla="*/ 101693 h 761503"/>
                <a:gd name="connsiteX63" fmla="*/ 60898 w 571128"/>
                <a:gd name="connsiteY63" fmla="*/ 93534 h 761503"/>
                <a:gd name="connsiteX64" fmla="*/ 77216 w 571128"/>
                <a:gd name="connsiteY64" fmla="*/ 85375 h 761503"/>
                <a:gd name="connsiteX65" fmla="*/ 131609 w 571128"/>
                <a:gd name="connsiteY65" fmla="*/ 79936 h 761503"/>
                <a:gd name="connsiteX66" fmla="*/ 161525 w 571128"/>
                <a:gd name="connsiteY66" fmla="*/ 79936 h 761503"/>
                <a:gd name="connsiteX67" fmla="*/ 177843 w 571128"/>
                <a:gd name="connsiteY67" fmla="*/ 66337 h 761503"/>
                <a:gd name="connsiteX68" fmla="*/ 202320 w 571128"/>
                <a:gd name="connsiteY68" fmla="*/ 58178 h 761503"/>
                <a:gd name="connsiteX69" fmla="*/ 234956 w 571128"/>
                <a:gd name="connsiteY69" fmla="*/ 77216 h 761503"/>
                <a:gd name="connsiteX70" fmla="*/ 251274 w 571128"/>
                <a:gd name="connsiteY70" fmla="*/ 107132 h 761503"/>
                <a:gd name="connsiteX71" fmla="*/ 267592 w 571128"/>
                <a:gd name="connsiteY71" fmla="*/ 147927 h 761503"/>
                <a:gd name="connsiteX72" fmla="*/ 281190 w 571128"/>
                <a:gd name="connsiteY72" fmla="*/ 183282 h 761503"/>
                <a:gd name="connsiteX73" fmla="*/ 297508 w 571128"/>
                <a:gd name="connsiteY73" fmla="*/ 224077 h 761503"/>
                <a:gd name="connsiteX74" fmla="*/ 308387 w 571128"/>
                <a:gd name="connsiteY74" fmla="*/ 264872 h 761503"/>
                <a:gd name="connsiteX75" fmla="*/ 319265 w 571128"/>
                <a:gd name="connsiteY75" fmla="*/ 300228 h 761503"/>
                <a:gd name="connsiteX76" fmla="*/ 351901 w 571128"/>
                <a:gd name="connsiteY76" fmla="*/ 379098 h 761503"/>
                <a:gd name="connsiteX77" fmla="*/ 365500 w 571128"/>
                <a:gd name="connsiteY77" fmla="*/ 417173 h 761503"/>
                <a:gd name="connsiteX78" fmla="*/ 379098 w 571128"/>
                <a:gd name="connsiteY78" fmla="*/ 457968 h 761503"/>
                <a:gd name="connsiteX79" fmla="*/ 395416 w 571128"/>
                <a:gd name="connsiteY79" fmla="*/ 496043 h 761503"/>
                <a:gd name="connsiteX80" fmla="*/ 406295 w 571128"/>
                <a:gd name="connsiteY80" fmla="*/ 512361 h 761503"/>
                <a:gd name="connsiteX81" fmla="*/ 411734 w 571128"/>
                <a:gd name="connsiteY81" fmla="*/ 531398 h 761503"/>
                <a:gd name="connsiteX82" fmla="*/ 419893 w 571128"/>
                <a:gd name="connsiteY82" fmla="*/ 558595 h 761503"/>
                <a:gd name="connsiteX83" fmla="*/ 425332 w 571128"/>
                <a:gd name="connsiteY83" fmla="*/ 564034 h 761503"/>
                <a:gd name="connsiteX84" fmla="*/ 430771 w 571128"/>
                <a:gd name="connsiteY84" fmla="*/ 558595 h 761503"/>
                <a:gd name="connsiteX85" fmla="*/ 430771 w 571128"/>
                <a:gd name="connsiteY85" fmla="*/ 550436 h 761503"/>
                <a:gd name="connsiteX86" fmla="*/ 430771 w 571128"/>
                <a:gd name="connsiteY86" fmla="*/ 501482 h 761503"/>
                <a:gd name="connsiteX87" fmla="*/ 430771 w 571128"/>
                <a:gd name="connsiteY87" fmla="*/ 403575 h 761503"/>
                <a:gd name="connsiteX88" fmla="*/ 425332 w 571128"/>
                <a:gd name="connsiteY88" fmla="*/ 313826 h 761503"/>
                <a:gd name="connsiteX89" fmla="*/ 425332 w 571128"/>
                <a:gd name="connsiteY89" fmla="*/ 248554 h 761503"/>
                <a:gd name="connsiteX90" fmla="*/ 425332 w 571128"/>
                <a:gd name="connsiteY90" fmla="*/ 210479 h 761503"/>
                <a:gd name="connsiteX91" fmla="*/ 422613 w 571128"/>
                <a:gd name="connsiteY91" fmla="*/ 153366 h 761503"/>
                <a:gd name="connsiteX92" fmla="*/ 425332 w 571128"/>
                <a:gd name="connsiteY92" fmla="*/ 123450 h 761503"/>
                <a:gd name="connsiteX93" fmla="*/ 398136 w 571128"/>
                <a:gd name="connsiteY93" fmla="*/ 123450 h 761503"/>
                <a:gd name="connsiteX94" fmla="*/ 379098 w 571128"/>
                <a:gd name="connsiteY94" fmla="*/ 123450 h 761503"/>
                <a:gd name="connsiteX95" fmla="*/ 360060 w 571128"/>
                <a:gd name="connsiteY95" fmla="*/ 118011 h 761503"/>
                <a:gd name="connsiteX96" fmla="*/ 349182 w 571128"/>
                <a:gd name="connsiteY96" fmla="*/ 101693 h 761503"/>
                <a:gd name="connsiteX97" fmla="*/ 351901 w 571128"/>
                <a:gd name="connsiteY97" fmla="*/ 93534 h 761503"/>
                <a:gd name="connsiteX98" fmla="*/ 368219 w 571128"/>
                <a:gd name="connsiteY98" fmla="*/ 85375 h 761503"/>
                <a:gd name="connsiteX99" fmla="*/ 422613 w 571128"/>
                <a:gd name="connsiteY99" fmla="*/ 79936 h 761503"/>
                <a:gd name="connsiteX100" fmla="*/ 444370 w 571128"/>
                <a:gd name="connsiteY100" fmla="*/ 79936 h 761503"/>
                <a:gd name="connsiteX101" fmla="*/ 463407 w 571128"/>
                <a:gd name="connsiteY101" fmla="*/ 71776 h 761503"/>
                <a:gd name="connsiteX102" fmla="*/ 477006 w 571128"/>
                <a:gd name="connsiteY102" fmla="*/ 79936 h 761503"/>
                <a:gd name="connsiteX103" fmla="*/ 512361 w 571128"/>
                <a:gd name="connsiteY103" fmla="*/ 79936 h 761503"/>
                <a:gd name="connsiteX104" fmla="*/ 512361 w 571128"/>
                <a:gd name="connsiteY104" fmla="*/ 79936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571128" h="761503">
                  <a:moveTo>
                    <a:pt x="512361" y="79936"/>
                  </a:moveTo>
                  <a:cubicBezTo>
                    <a:pt x="520520" y="79936"/>
                    <a:pt x="539558" y="79936"/>
                    <a:pt x="539558" y="96253"/>
                  </a:cubicBezTo>
                  <a:cubicBezTo>
                    <a:pt x="539558" y="104412"/>
                    <a:pt x="539558" y="107132"/>
                    <a:pt x="534118" y="112571"/>
                  </a:cubicBezTo>
                  <a:cubicBezTo>
                    <a:pt x="531399" y="118011"/>
                    <a:pt x="525960" y="120730"/>
                    <a:pt x="523240" y="120730"/>
                  </a:cubicBezTo>
                  <a:cubicBezTo>
                    <a:pt x="515081" y="123450"/>
                    <a:pt x="512361" y="123450"/>
                    <a:pt x="506922" y="123450"/>
                  </a:cubicBezTo>
                  <a:cubicBezTo>
                    <a:pt x="504202" y="123450"/>
                    <a:pt x="490604" y="123450"/>
                    <a:pt x="477006" y="123450"/>
                  </a:cubicBezTo>
                  <a:cubicBezTo>
                    <a:pt x="477006" y="131609"/>
                    <a:pt x="479725" y="137048"/>
                    <a:pt x="479725" y="145207"/>
                  </a:cubicBezTo>
                  <a:cubicBezTo>
                    <a:pt x="479725" y="156086"/>
                    <a:pt x="477006" y="166964"/>
                    <a:pt x="477006" y="180563"/>
                  </a:cubicBezTo>
                  <a:cubicBezTo>
                    <a:pt x="477006" y="196881"/>
                    <a:pt x="479725" y="215918"/>
                    <a:pt x="482445" y="232236"/>
                  </a:cubicBezTo>
                  <a:cubicBezTo>
                    <a:pt x="485165" y="248554"/>
                    <a:pt x="485165" y="267592"/>
                    <a:pt x="485165" y="283910"/>
                  </a:cubicBezTo>
                  <a:cubicBezTo>
                    <a:pt x="485165" y="297508"/>
                    <a:pt x="485165" y="313826"/>
                    <a:pt x="485165" y="327424"/>
                  </a:cubicBezTo>
                  <a:cubicBezTo>
                    <a:pt x="485165" y="343742"/>
                    <a:pt x="487884" y="357340"/>
                    <a:pt x="487884" y="373658"/>
                  </a:cubicBezTo>
                  <a:cubicBezTo>
                    <a:pt x="487884" y="389976"/>
                    <a:pt x="485165" y="403575"/>
                    <a:pt x="485165" y="419892"/>
                  </a:cubicBezTo>
                  <a:cubicBezTo>
                    <a:pt x="485165" y="436210"/>
                    <a:pt x="485165" y="449809"/>
                    <a:pt x="485165" y="463407"/>
                  </a:cubicBezTo>
                  <a:cubicBezTo>
                    <a:pt x="485165" y="479725"/>
                    <a:pt x="485165" y="498762"/>
                    <a:pt x="482445" y="515080"/>
                  </a:cubicBezTo>
                  <a:cubicBezTo>
                    <a:pt x="482445" y="528679"/>
                    <a:pt x="482445" y="542277"/>
                    <a:pt x="482445" y="558595"/>
                  </a:cubicBezTo>
                  <a:cubicBezTo>
                    <a:pt x="482445" y="572193"/>
                    <a:pt x="479725" y="588511"/>
                    <a:pt x="479725" y="602109"/>
                  </a:cubicBezTo>
                  <a:cubicBezTo>
                    <a:pt x="479725" y="615708"/>
                    <a:pt x="485165" y="632026"/>
                    <a:pt x="485165" y="648343"/>
                  </a:cubicBezTo>
                  <a:cubicBezTo>
                    <a:pt x="485165" y="659222"/>
                    <a:pt x="482445" y="670101"/>
                    <a:pt x="474286" y="675540"/>
                  </a:cubicBezTo>
                  <a:cubicBezTo>
                    <a:pt x="460688" y="686419"/>
                    <a:pt x="444370" y="691858"/>
                    <a:pt x="428052" y="691858"/>
                  </a:cubicBezTo>
                  <a:cubicBezTo>
                    <a:pt x="414454" y="691858"/>
                    <a:pt x="400855" y="689138"/>
                    <a:pt x="387257" y="683699"/>
                  </a:cubicBezTo>
                  <a:cubicBezTo>
                    <a:pt x="373659" y="678260"/>
                    <a:pt x="360060" y="672820"/>
                    <a:pt x="351901" y="664661"/>
                  </a:cubicBezTo>
                  <a:cubicBezTo>
                    <a:pt x="330144" y="645624"/>
                    <a:pt x="316546" y="621147"/>
                    <a:pt x="305667" y="596670"/>
                  </a:cubicBezTo>
                  <a:cubicBezTo>
                    <a:pt x="292069" y="569473"/>
                    <a:pt x="281190" y="539557"/>
                    <a:pt x="270312" y="509641"/>
                  </a:cubicBezTo>
                  <a:cubicBezTo>
                    <a:pt x="264872" y="493323"/>
                    <a:pt x="256713" y="477005"/>
                    <a:pt x="251274" y="460687"/>
                  </a:cubicBezTo>
                  <a:cubicBezTo>
                    <a:pt x="240395" y="433491"/>
                    <a:pt x="232236" y="409014"/>
                    <a:pt x="224077" y="381817"/>
                  </a:cubicBezTo>
                  <a:cubicBezTo>
                    <a:pt x="218638" y="365499"/>
                    <a:pt x="213199" y="346462"/>
                    <a:pt x="207759" y="330144"/>
                  </a:cubicBezTo>
                  <a:cubicBezTo>
                    <a:pt x="202320" y="316545"/>
                    <a:pt x="196881" y="300228"/>
                    <a:pt x="191442" y="286629"/>
                  </a:cubicBezTo>
                  <a:cubicBezTo>
                    <a:pt x="188722" y="281190"/>
                    <a:pt x="186002" y="278470"/>
                    <a:pt x="183283" y="278470"/>
                  </a:cubicBezTo>
                  <a:cubicBezTo>
                    <a:pt x="180563" y="278470"/>
                    <a:pt x="180563" y="286629"/>
                    <a:pt x="180563" y="292069"/>
                  </a:cubicBezTo>
                  <a:cubicBezTo>
                    <a:pt x="180563" y="297508"/>
                    <a:pt x="180563" y="302947"/>
                    <a:pt x="180563" y="305667"/>
                  </a:cubicBezTo>
                  <a:cubicBezTo>
                    <a:pt x="180563" y="321985"/>
                    <a:pt x="183283" y="338303"/>
                    <a:pt x="183283" y="354621"/>
                  </a:cubicBezTo>
                  <a:cubicBezTo>
                    <a:pt x="183283" y="387257"/>
                    <a:pt x="186002" y="417173"/>
                    <a:pt x="188722" y="449809"/>
                  </a:cubicBezTo>
                  <a:cubicBezTo>
                    <a:pt x="188722" y="460687"/>
                    <a:pt x="188722" y="468846"/>
                    <a:pt x="188722" y="479725"/>
                  </a:cubicBezTo>
                  <a:cubicBezTo>
                    <a:pt x="188722" y="501482"/>
                    <a:pt x="188722" y="523239"/>
                    <a:pt x="188722" y="542277"/>
                  </a:cubicBezTo>
                  <a:cubicBezTo>
                    <a:pt x="188722" y="566754"/>
                    <a:pt x="186002" y="591231"/>
                    <a:pt x="186002" y="615708"/>
                  </a:cubicBezTo>
                  <a:cubicBezTo>
                    <a:pt x="186002" y="623867"/>
                    <a:pt x="186002" y="632026"/>
                    <a:pt x="186002" y="637465"/>
                  </a:cubicBezTo>
                  <a:cubicBezTo>
                    <a:pt x="186002" y="645624"/>
                    <a:pt x="183283" y="656502"/>
                    <a:pt x="183283" y="664661"/>
                  </a:cubicBezTo>
                  <a:cubicBezTo>
                    <a:pt x="202320" y="664661"/>
                    <a:pt x="218638" y="664661"/>
                    <a:pt x="226797" y="664661"/>
                  </a:cubicBezTo>
                  <a:cubicBezTo>
                    <a:pt x="234956" y="664661"/>
                    <a:pt x="253994" y="664661"/>
                    <a:pt x="253994" y="680979"/>
                  </a:cubicBezTo>
                  <a:cubicBezTo>
                    <a:pt x="253994" y="689138"/>
                    <a:pt x="253994" y="691858"/>
                    <a:pt x="248554" y="697297"/>
                  </a:cubicBezTo>
                  <a:cubicBezTo>
                    <a:pt x="245835" y="702737"/>
                    <a:pt x="240395" y="705456"/>
                    <a:pt x="234956" y="705456"/>
                  </a:cubicBezTo>
                  <a:cubicBezTo>
                    <a:pt x="226797" y="708176"/>
                    <a:pt x="224077" y="708176"/>
                    <a:pt x="218638" y="708176"/>
                  </a:cubicBezTo>
                  <a:cubicBezTo>
                    <a:pt x="215918" y="708176"/>
                    <a:pt x="199600" y="708176"/>
                    <a:pt x="183283" y="708176"/>
                  </a:cubicBezTo>
                  <a:cubicBezTo>
                    <a:pt x="166965" y="708176"/>
                    <a:pt x="153366" y="708176"/>
                    <a:pt x="150647" y="708176"/>
                  </a:cubicBezTo>
                  <a:cubicBezTo>
                    <a:pt x="139768" y="708176"/>
                    <a:pt x="120730" y="708176"/>
                    <a:pt x="107132" y="708176"/>
                  </a:cubicBezTo>
                  <a:cubicBezTo>
                    <a:pt x="101693" y="708176"/>
                    <a:pt x="96253" y="708176"/>
                    <a:pt x="88094" y="708176"/>
                  </a:cubicBezTo>
                  <a:cubicBezTo>
                    <a:pt x="82655" y="708176"/>
                    <a:pt x="74496" y="708176"/>
                    <a:pt x="69057" y="702737"/>
                  </a:cubicBezTo>
                  <a:cubicBezTo>
                    <a:pt x="63618" y="700017"/>
                    <a:pt x="58178" y="691858"/>
                    <a:pt x="58178" y="686419"/>
                  </a:cubicBezTo>
                  <a:cubicBezTo>
                    <a:pt x="58178" y="683699"/>
                    <a:pt x="58178" y="680979"/>
                    <a:pt x="60898" y="678260"/>
                  </a:cubicBezTo>
                  <a:cubicBezTo>
                    <a:pt x="63618" y="675540"/>
                    <a:pt x="71777" y="672820"/>
                    <a:pt x="77216" y="670101"/>
                  </a:cubicBezTo>
                  <a:cubicBezTo>
                    <a:pt x="90814" y="667381"/>
                    <a:pt x="115291" y="664661"/>
                    <a:pt x="120730" y="664661"/>
                  </a:cubicBezTo>
                  <a:cubicBezTo>
                    <a:pt x="123450" y="664661"/>
                    <a:pt x="126170" y="664661"/>
                    <a:pt x="131609" y="664661"/>
                  </a:cubicBezTo>
                  <a:cubicBezTo>
                    <a:pt x="131609" y="623867"/>
                    <a:pt x="134329" y="583072"/>
                    <a:pt x="134329" y="539557"/>
                  </a:cubicBezTo>
                  <a:cubicBezTo>
                    <a:pt x="134329" y="528679"/>
                    <a:pt x="134329" y="515080"/>
                    <a:pt x="134329" y="504202"/>
                  </a:cubicBezTo>
                  <a:cubicBezTo>
                    <a:pt x="131609" y="460687"/>
                    <a:pt x="131609" y="417173"/>
                    <a:pt x="131609" y="376378"/>
                  </a:cubicBezTo>
                  <a:cubicBezTo>
                    <a:pt x="131609" y="351901"/>
                    <a:pt x="131609" y="327424"/>
                    <a:pt x="131609" y="302947"/>
                  </a:cubicBezTo>
                  <a:cubicBezTo>
                    <a:pt x="131609" y="275751"/>
                    <a:pt x="131609" y="248554"/>
                    <a:pt x="134329" y="221357"/>
                  </a:cubicBezTo>
                  <a:cubicBezTo>
                    <a:pt x="134329" y="188722"/>
                    <a:pt x="137048" y="156086"/>
                    <a:pt x="137048" y="123450"/>
                  </a:cubicBezTo>
                  <a:cubicBezTo>
                    <a:pt x="126170" y="123450"/>
                    <a:pt x="115291" y="123450"/>
                    <a:pt x="107132" y="123450"/>
                  </a:cubicBezTo>
                  <a:cubicBezTo>
                    <a:pt x="101693" y="123450"/>
                    <a:pt x="96253" y="123450"/>
                    <a:pt x="88094" y="123450"/>
                  </a:cubicBezTo>
                  <a:cubicBezTo>
                    <a:pt x="82655" y="123450"/>
                    <a:pt x="74496" y="120730"/>
                    <a:pt x="69057" y="118011"/>
                  </a:cubicBezTo>
                  <a:cubicBezTo>
                    <a:pt x="63618" y="115291"/>
                    <a:pt x="58178" y="107132"/>
                    <a:pt x="58178" y="101693"/>
                  </a:cubicBezTo>
                  <a:cubicBezTo>
                    <a:pt x="58178" y="98973"/>
                    <a:pt x="58178" y="96253"/>
                    <a:pt x="60898" y="93534"/>
                  </a:cubicBezTo>
                  <a:cubicBezTo>
                    <a:pt x="63618" y="90814"/>
                    <a:pt x="71777" y="88095"/>
                    <a:pt x="77216" y="85375"/>
                  </a:cubicBezTo>
                  <a:cubicBezTo>
                    <a:pt x="90814" y="82655"/>
                    <a:pt x="126170" y="79936"/>
                    <a:pt x="131609" y="79936"/>
                  </a:cubicBezTo>
                  <a:cubicBezTo>
                    <a:pt x="137048" y="79936"/>
                    <a:pt x="147927" y="79936"/>
                    <a:pt x="161525" y="79936"/>
                  </a:cubicBezTo>
                  <a:cubicBezTo>
                    <a:pt x="166965" y="74496"/>
                    <a:pt x="172404" y="71776"/>
                    <a:pt x="177843" y="66337"/>
                  </a:cubicBezTo>
                  <a:cubicBezTo>
                    <a:pt x="186002" y="60898"/>
                    <a:pt x="194161" y="58178"/>
                    <a:pt x="202320" y="58178"/>
                  </a:cubicBezTo>
                  <a:cubicBezTo>
                    <a:pt x="215918" y="58178"/>
                    <a:pt x="226797" y="63618"/>
                    <a:pt x="234956" y="77216"/>
                  </a:cubicBezTo>
                  <a:cubicBezTo>
                    <a:pt x="240395" y="88095"/>
                    <a:pt x="248554" y="96253"/>
                    <a:pt x="251274" y="107132"/>
                  </a:cubicBezTo>
                  <a:cubicBezTo>
                    <a:pt x="256713" y="120730"/>
                    <a:pt x="259433" y="134329"/>
                    <a:pt x="267592" y="147927"/>
                  </a:cubicBezTo>
                  <a:cubicBezTo>
                    <a:pt x="273031" y="158806"/>
                    <a:pt x="275751" y="172404"/>
                    <a:pt x="281190" y="183282"/>
                  </a:cubicBezTo>
                  <a:cubicBezTo>
                    <a:pt x="286630" y="196881"/>
                    <a:pt x="292069" y="210479"/>
                    <a:pt x="297508" y="224077"/>
                  </a:cubicBezTo>
                  <a:cubicBezTo>
                    <a:pt x="300228" y="237676"/>
                    <a:pt x="305667" y="251274"/>
                    <a:pt x="308387" y="264872"/>
                  </a:cubicBezTo>
                  <a:cubicBezTo>
                    <a:pt x="311107" y="278470"/>
                    <a:pt x="311107" y="289349"/>
                    <a:pt x="319265" y="300228"/>
                  </a:cubicBezTo>
                  <a:cubicBezTo>
                    <a:pt x="332864" y="324704"/>
                    <a:pt x="346462" y="351901"/>
                    <a:pt x="351901" y="379098"/>
                  </a:cubicBezTo>
                  <a:cubicBezTo>
                    <a:pt x="354621" y="392696"/>
                    <a:pt x="360060" y="403575"/>
                    <a:pt x="365500" y="417173"/>
                  </a:cubicBezTo>
                  <a:cubicBezTo>
                    <a:pt x="373659" y="430771"/>
                    <a:pt x="373659" y="444369"/>
                    <a:pt x="379098" y="457968"/>
                  </a:cubicBezTo>
                  <a:cubicBezTo>
                    <a:pt x="381818" y="471566"/>
                    <a:pt x="387257" y="482445"/>
                    <a:pt x="395416" y="496043"/>
                  </a:cubicBezTo>
                  <a:cubicBezTo>
                    <a:pt x="398136" y="501482"/>
                    <a:pt x="403575" y="506921"/>
                    <a:pt x="406295" y="512361"/>
                  </a:cubicBezTo>
                  <a:cubicBezTo>
                    <a:pt x="409014" y="517800"/>
                    <a:pt x="409014" y="525959"/>
                    <a:pt x="411734" y="531398"/>
                  </a:cubicBezTo>
                  <a:cubicBezTo>
                    <a:pt x="414454" y="539557"/>
                    <a:pt x="417173" y="550436"/>
                    <a:pt x="419893" y="558595"/>
                  </a:cubicBezTo>
                  <a:cubicBezTo>
                    <a:pt x="422613" y="561314"/>
                    <a:pt x="422613" y="564034"/>
                    <a:pt x="425332" y="564034"/>
                  </a:cubicBezTo>
                  <a:cubicBezTo>
                    <a:pt x="428052" y="564034"/>
                    <a:pt x="428052" y="561314"/>
                    <a:pt x="430771" y="558595"/>
                  </a:cubicBezTo>
                  <a:cubicBezTo>
                    <a:pt x="430771" y="555875"/>
                    <a:pt x="430771" y="553156"/>
                    <a:pt x="430771" y="550436"/>
                  </a:cubicBezTo>
                  <a:cubicBezTo>
                    <a:pt x="430771" y="534118"/>
                    <a:pt x="430771" y="517800"/>
                    <a:pt x="430771" y="501482"/>
                  </a:cubicBezTo>
                  <a:cubicBezTo>
                    <a:pt x="430771" y="468846"/>
                    <a:pt x="433491" y="436210"/>
                    <a:pt x="430771" y="403575"/>
                  </a:cubicBezTo>
                  <a:cubicBezTo>
                    <a:pt x="430771" y="373658"/>
                    <a:pt x="425332" y="343742"/>
                    <a:pt x="425332" y="313826"/>
                  </a:cubicBezTo>
                  <a:cubicBezTo>
                    <a:pt x="425332" y="292069"/>
                    <a:pt x="425332" y="270311"/>
                    <a:pt x="425332" y="248554"/>
                  </a:cubicBezTo>
                  <a:cubicBezTo>
                    <a:pt x="425332" y="234956"/>
                    <a:pt x="425332" y="224077"/>
                    <a:pt x="425332" y="210479"/>
                  </a:cubicBezTo>
                  <a:cubicBezTo>
                    <a:pt x="425332" y="191441"/>
                    <a:pt x="422613" y="172404"/>
                    <a:pt x="422613" y="153366"/>
                  </a:cubicBezTo>
                  <a:cubicBezTo>
                    <a:pt x="422613" y="142488"/>
                    <a:pt x="422613" y="134329"/>
                    <a:pt x="425332" y="123450"/>
                  </a:cubicBezTo>
                  <a:cubicBezTo>
                    <a:pt x="417173" y="123450"/>
                    <a:pt x="406295" y="123450"/>
                    <a:pt x="398136" y="123450"/>
                  </a:cubicBezTo>
                  <a:cubicBezTo>
                    <a:pt x="392696" y="123450"/>
                    <a:pt x="387257" y="123450"/>
                    <a:pt x="379098" y="123450"/>
                  </a:cubicBezTo>
                  <a:cubicBezTo>
                    <a:pt x="373659" y="123450"/>
                    <a:pt x="365500" y="120730"/>
                    <a:pt x="360060" y="118011"/>
                  </a:cubicBezTo>
                  <a:cubicBezTo>
                    <a:pt x="354621" y="115291"/>
                    <a:pt x="349182" y="107132"/>
                    <a:pt x="349182" y="101693"/>
                  </a:cubicBezTo>
                  <a:cubicBezTo>
                    <a:pt x="349182" y="98973"/>
                    <a:pt x="349182" y="96253"/>
                    <a:pt x="351901" y="93534"/>
                  </a:cubicBezTo>
                  <a:cubicBezTo>
                    <a:pt x="354621" y="90814"/>
                    <a:pt x="362780" y="88095"/>
                    <a:pt x="368219" y="85375"/>
                  </a:cubicBezTo>
                  <a:cubicBezTo>
                    <a:pt x="381818" y="82655"/>
                    <a:pt x="417173" y="79936"/>
                    <a:pt x="422613" y="79936"/>
                  </a:cubicBezTo>
                  <a:cubicBezTo>
                    <a:pt x="428052" y="79936"/>
                    <a:pt x="433491" y="79936"/>
                    <a:pt x="444370" y="79936"/>
                  </a:cubicBezTo>
                  <a:cubicBezTo>
                    <a:pt x="449809" y="74496"/>
                    <a:pt x="455248" y="71776"/>
                    <a:pt x="463407" y="71776"/>
                  </a:cubicBezTo>
                  <a:cubicBezTo>
                    <a:pt x="471566" y="71776"/>
                    <a:pt x="477006" y="74496"/>
                    <a:pt x="477006" y="79936"/>
                  </a:cubicBezTo>
                  <a:cubicBezTo>
                    <a:pt x="490604" y="82655"/>
                    <a:pt x="504202" y="79936"/>
                    <a:pt x="512361" y="79936"/>
                  </a:cubicBezTo>
                  <a:lnTo>
                    <a:pt x="512361" y="79936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B5B50CFE-2A9A-43B6-BAED-D4D319AF496E}"/>
                </a:ext>
              </a:extLst>
            </p:cNvPr>
            <p:cNvSpPr/>
            <p:nvPr/>
          </p:nvSpPr>
          <p:spPr>
            <a:xfrm>
              <a:off x="2987430" y="4242177"/>
              <a:ext cx="494979" cy="674476"/>
            </a:xfrm>
            <a:custGeom>
              <a:avLst/>
              <a:gdLst>
                <a:gd name="connsiteX0" fmla="*/ 228453 w 494979"/>
                <a:gd name="connsiteY0" fmla="*/ 97907 h 674476"/>
                <a:gd name="connsiteX1" fmla="*/ 212135 w 494979"/>
                <a:gd name="connsiteY1" fmla="*/ 119665 h 674476"/>
                <a:gd name="connsiteX2" fmla="*/ 203976 w 494979"/>
                <a:gd name="connsiteY2" fmla="*/ 152300 h 674476"/>
                <a:gd name="connsiteX3" fmla="*/ 201256 w 494979"/>
                <a:gd name="connsiteY3" fmla="*/ 168618 h 674476"/>
                <a:gd name="connsiteX4" fmla="*/ 198537 w 494979"/>
                <a:gd name="connsiteY4" fmla="*/ 184936 h 674476"/>
                <a:gd name="connsiteX5" fmla="*/ 190378 w 494979"/>
                <a:gd name="connsiteY5" fmla="*/ 220292 h 674476"/>
                <a:gd name="connsiteX6" fmla="*/ 171340 w 494979"/>
                <a:gd name="connsiteY6" fmla="*/ 291003 h 674476"/>
                <a:gd name="connsiteX7" fmla="*/ 163180 w 494979"/>
                <a:gd name="connsiteY7" fmla="*/ 323639 h 674476"/>
                <a:gd name="connsiteX8" fmla="*/ 152302 w 494979"/>
                <a:gd name="connsiteY8" fmla="*/ 361714 h 674476"/>
                <a:gd name="connsiteX9" fmla="*/ 146862 w 494979"/>
                <a:gd name="connsiteY9" fmla="*/ 388910 h 674476"/>
                <a:gd name="connsiteX10" fmla="*/ 152302 w 494979"/>
                <a:gd name="connsiteY10" fmla="*/ 391630 h 674476"/>
                <a:gd name="connsiteX11" fmla="*/ 174060 w 494979"/>
                <a:gd name="connsiteY11" fmla="*/ 391630 h 674476"/>
                <a:gd name="connsiteX12" fmla="*/ 195817 w 494979"/>
                <a:gd name="connsiteY12" fmla="*/ 388910 h 674476"/>
                <a:gd name="connsiteX13" fmla="*/ 214855 w 494979"/>
                <a:gd name="connsiteY13" fmla="*/ 388910 h 674476"/>
                <a:gd name="connsiteX14" fmla="*/ 239332 w 494979"/>
                <a:gd name="connsiteY14" fmla="*/ 388910 h 674476"/>
                <a:gd name="connsiteX15" fmla="*/ 252930 w 494979"/>
                <a:gd name="connsiteY15" fmla="*/ 386191 h 674476"/>
                <a:gd name="connsiteX16" fmla="*/ 261089 w 494979"/>
                <a:gd name="connsiteY16" fmla="*/ 386191 h 674476"/>
                <a:gd name="connsiteX17" fmla="*/ 258369 w 494979"/>
                <a:gd name="connsiteY17" fmla="*/ 367153 h 674476"/>
                <a:gd name="connsiteX18" fmla="*/ 252930 w 494979"/>
                <a:gd name="connsiteY18" fmla="*/ 331797 h 674476"/>
                <a:gd name="connsiteX19" fmla="*/ 250210 w 494979"/>
                <a:gd name="connsiteY19" fmla="*/ 244769 h 674476"/>
                <a:gd name="connsiteX20" fmla="*/ 244771 w 494979"/>
                <a:gd name="connsiteY20" fmla="*/ 203974 h 674476"/>
                <a:gd name="connsiteX21" fmla="*/ 239332 w 494979"/>
                <a:gd name="connsiteY21" fmla="*/ 157740 h 674476"/>
                <a:gd name="connsiteX22" fmla="*/ 236612 w 494979"/>
                <a:gd name="connsiteY22" fmla="*/ 119665 h 674476"/>
                <a:gd name="connsiteX23" fmla="*/ 228453 w 494979"/>
                <a:gd name="connsiteY23" fmla="*/ 97907 h 674476"/>
                <a:gd name="connsiteX24" fmla="*/ 274687 w 494979"/>
                <a:gd name="connsiteY24" fmla="*/ 0 h 674476"/>
                <a:gd name="connsiteX25" fmla="*/ 304603 w 494979"/>
                <a:gd name="connsiteY25" fmla="*/ 5439 h 674476"/>
                <a:gd name="connsiteX26" fmla="*/ 320921 w 494979"/>
                <a:gd name="connsiteY26" fmla="*/ 24477 h 674476"/>
                <a:gd name="connsiteX27" fmla="*/ 334519 w 494979"/>
                <a:gd name="connsiteY27" fmla="*/ 43515 h 674476"/>
                <a:gd name="connsiteX28" fmla="*/ 339959 w 494979"/>
                <a:gd name="connsiteY28" fmla="*/ 65272 h 674476"/>
                <a:gd name="connsiteX29" fmla="*/ 348118 w 494979"/>
                <a:gd name="connsiteY29" fmla="*/ 114226 h 674476"/>
                <a:gd name="connsiteX30" fmla="*/ 361716 w 494979"/>
                <a:gd name="connsiteY30" fmla="*/ 163180 h 674476"/>
                <a:gd name="connsiteX31" fmla="*/ 369875 w 494979"/>
                <a:gd name="connsiteY31" fmla="*/ 220293 h 674476"/>
                <a:gd name="connsiteX32" fmla="*/ 378034 w 494979"/>
                <a:gd name="connsiteY32" fmla="*/ 274686 h 674476"/>
                <a:gd name="connsiteX33" fmla="*/ 383473 w 494979"/>
                <a:gd name="connsiteY33" fmla="*/ 301883 h 674476"/>
                <a:gd name="connsiteX34" fmla="*/ 391632 w 494979"/>
                <a:gd name="connsiteY34" fmla="*/ 337238 h 674476"/>
                <a:gd name="connsiteX35" fmla="*/ 397071 w 494979"/>
                <a:gd name="connsiteY35" fmla="*/ 364435 h 674476"/>
                <a:gd name="connsiteX36" fmla="*/ 405230 w 494979"/>
                <a:gd name="connsiteY36" fmla="*/ 383473 h 674476"/>
                <a:gd name="connsiteX37" fmla="*/ 416109 w 494979"/>
                <a:gd name="connsiteY37" fmla="*/ 386192 h 674476"/>
                <a:gd name="connsiteX38" fmla="*/ 426988 w 494979"/>
                <a:gd name="connsiteY38" fmla="*/ 386192 h 674476"/>
                <a:gd name="connsiteX39" fmla="*/ 454184 w 494979"/>
                <a:gd name="connsiteY39" fmla="*/ 397071 h 674476"/>
                <a:gd name="connsiteX40" fmla="*/ 456904 w 494979"/>
                <a:gd name="connsiteY40" fmla="*/ 405230 h 674476"/>
                <a:gd name="connsiteX41" fmla="*/ 451465 w 494979"/>
                <a:gd name="connsiteY41" fmla="*/ 416108 h 674476"/>
                <a:gd name="connsiteX42" fmla="*/ 432427 w 494979"/>
                <a:gd name="connsiteY42" fmla="*/ 429707 h 674476"/>
                <a:gd name="connsiteX43" fmla="*/ 421548 w 494979"/>
                <a:gd name="connsiteY43" fmla="*/ 432426 h 674476"/>
                <a:gd name="connsiteX44" fmla="*/ 413389 w 494979"/>
                <a:gd name="connsiteY44" fmla="*/ 435146 h 674476"/>
                <a:gd name="connsiteX45" fmla="*/ 413389 w 494979"/>
                <a:gd name="connsiteY45" fmla="*/ 440585 h 674476"/>
                <a:gd name="connsiteX46" fmla="*/ 416109 w 494979"/>
                <a:gd name="connsiteY46" fmla="*/ 451464 h 674476"/>
                <a:gd name="connsiteX47" fmla="*/ 418829 w 494979"/>
                <a:gd name="connsiteY47" fmla="*/ 465062 h 674476"/>
                <a:gd name="connsiteX48" fmla="*/ 418829 w 494979"/>
                <a:gd name="connsiteY48" fmla="*/ 475941 h 674476"/>
                <a:gd name="connsiteX49" fmla="*/ 418829 w 494979"/>
                <a:gd name="connsiteY49" fmla="*/ 486820 h 674476"/>
                <a:gd name="connsiteX50" fmla="*/ 426988 w 494979"/>
                <a:gd name="connsiteY50" fmla="*/ 516736 h 674476"/>
                <a:gd name="connsiteX51" fmla="*/ 432427 w 494979"/>
                <a:gd name="connsiteY51" fmla="*/ 543932 h 674476"/>
                <a:gd name="connsiteX52" fmla="*/ 437866 w 494979"/>
                <a:gd name="connsiteY52" fmla="*/ 573848 h 674476"/>
                <a:gd name="connsiteX53" fmla="*/ 443306 w 494979"/>
                <a:gd name="connsiteY53" fmla="*/ 606484 h 674476"/>
                <a:gd name="connsiteX54" fmla="*/ 446025 w 494979"/>
                <a:gd name="connsiteY54" fmla="*/ 617363 h 674476"/>
                <a:gd name="connsiteX55" fmla="*/ 470502 w 494979"/>
                <a:gd name="connsiteY55" fmla="*/ 617363 h 674476"/>
                <a:gd name="connsiteX56" fmla="*/ 494979 w 494979"/>
                <a:gd name="connsiteY56" fmla="*/ 641840 h 674476"/>
                <a:gd name="connsiteX57" fmla="*/ 486820 w 494979"/>
                <a:gd name="connsiteY57" fmla="*/ 655438 h 674476"/>
                <a:gd name="connsiteX58" fmla="*/ 470502 w 494979"/>
                <a:gd name="connsiteY58" fmla="*/ 663597 h 674476"/>
                <a:gd name="connsiteX59" fmla="*/ 446025 w 494979"/>
                <a:gd name="connsiteY59" fmla="*/ 666317 h 674476"/>
                <a:gd name="connsiteX60" fmla="*/ 424268 w 494979"/>
                <a:gd name="connsiteY60" fmla="*/ 666317 h 674476"/>
                <a:gd name="connsiteX61" fmla="*/ 416109 w 494979"/>
                <a:gd name="connsiteY61" fmla="*/ 666317 h 674476"/>
                <a:gd name="connsiteX62" fmla="*/ 402511 w 494979"/>
                <a:gd name="connsiteY62" fmla="*/ 671756 h 674476"/>
                <a:gd name="connsiteX63" fmla="*/ 386193 w 494979"/>
                <a:gd name="connsiteY63" fmla="*/ 674476 h 674476"/>
                <a:gd name="connsiteX64" fmla="*/ 350837 w 494979"/>
                <a:gd name="connsiteY64" fmla="*/ 669036 h 674476"/>
                <a:gd name="connsiteX65" fmla="*/ 329080 w 494979"/>
                <a:gd name="connsiteY65" fmla="*/ 669036 h 674476"/>
                <a:gd name="connsiteX66" fmla="*/ 280126 w 494979"/>
                <a:gd name="connsiteY66" fmla="*/ 669036 h 674476"/>
                <a:gd name="connsiteX67" fmla="*/ 255649 w 494979"/>
                <a:gd name="connsiteY67" fmla="*/ 663597 h 674476"/>
                <a:gd name="connsiteX68" fmla="*/ 239331 w 494979"/>
                <a:gd name="connsiteY68" fmla="*/ 647279 h 674476"/>
                <a:gd name="connsiteX69" fmla="*/ 263808 w 494979"/>
                <a:gd name="connsiteY69" fmla="*/ 630961 h 674476"/>
                <a:gd name="connsiteX70" fmla="*/ 291005 w 494979"/>
                <a:gd name="connsiteY70" fmla="*/ 628241 h 674476"/>
                <a:gd name="connsiteX71" fmla="*/ 288285 w 494979"/>
                <a:gd name="connsiteY71" fmla="*/ 609204 h 674476"/>
                <a:gd name="connsiteX72" fmla="*/ 285565 w 494979"/>
                <a:gd name="connsiteY72" fmla="*/ 582007 h 674476"/>
                <a:gd name="connsiteX73" fmla="*/ 282846 w 494979"/>
                <a:gd name="connsiteY73" fmla="*/ 568409 h 674476"/>
                <a:gd name="connsiteX74" fmla="*/ 285565 w 494979"/>
                <a:gd name="connsiteY74" fmla="*/ 554811 h 674476"/>
                <a:gd name="connsiteX75" fmla="*/ 280126 w 494979"/>
                <a:gd name="connsiteY75" fmla="*/ 538493 h 674476"/>
                <a:gd name="connsiteX76" fmla="*/ 274687 w 494979"/>
                <a:gd name="connsiteY76" fmla="*/ 505857 h 674476"/>
                <a:gd name="connsiteX77" fmla="*/ 271967 w 494979"/>
                <a:gd name="connsiteY77" fmla="*/ 478660 h 674476"/>
                <a:gd name="connsiteX78" fmla="*/ 269247 w 494979"/>
                <a:gd name="connsiteY78" fmla="*/ 446025 h 674476"/>
                <a:gd name="connsiteX79" fmla="*/ 263808 w 494979"/>
                <a:gd name="connsiteY79" fmla="*/ 437866 h 674476"/>
                <a:gd name="connsiteX80" fmla="*/ 252929 w 494979"/>
                <a:gd name="connsiteY80" fmla="*/ 437866 h 674476"/>
                <a:gd name="connsiteX81" fmla="*/ 223013 w 494979"/>
                <a:gd name="connsiteY81" fmla="*/ 440585 h 674476"/>
                <a:gd name="connsiteX82" fmla="*/ 193097 w 494979"/>
                <a:gd name="connsiteY82" fmla="*/ 443305 h 674476"/>
                <a:gd name="connsiteX83" fmla="*/ 168620 w 494979"/>
                <a:gd name="connsiteY83" fmla="*/ 443305 h 674476"/>
                <a:gd name="connsiteX84" fmla="*/ 146862 w 494979"/>
                <a:gd name="connsiteY84" fmla="*/ 440585 h 674476"/>
                <a:gd name="connsiteX85" fmla="*/ 138703 w 494979"/>
                <a:gd name="connsiteY85" fmla="*/ 454184 h 674476"/>
                <a:gd name="connsiteX86" fmla="*/ 133263 w 494979"/>
                <a:gd name="connsiteY86" fmla="*/ 486820 h 674476"/>
                <a:gd name="connsiteX87" fmla="*/ 122385 w 494979"/>
                <a:gd name="connsiteY87" fmla="*/ 541213 h 674476"/>
                <a:gd name="connsiteX88" fmla="*/ 106067 w 494979"/>
                <a:gd name="connsiteY88" fmla="*/ 614643 h 674476"/>
                <a:gd name="connsiteX89" fmla="*/ 135983 w 494979"/>
                <a:gd name="connsiteY89" fmla="*/ 614643 h 674476"/>
                <a:gd name="connsiteX90" fmla="*/ 171340 w 494979"/>
                <a:gd name="connsiteY90" fmla="*/ 630961 h 674476"/>
                <a:gd name="connsiteX91" fmla="*/ 165900 w 494979"/>
                <a:gd name="connsiteY91" fmla="*/ 647279 h 674476"/>
                <a:gd name="connsiteX92" fmla="*/ 149581 w 494979"/>
                <a:gd name="connsiteY92" fmla="*/ 655438 h 674476"/>
                <a:gd name="connsiteX93" fmla="*/ 127824 w 494979"/>
                <a:gd name="connsiteY93" fmla="*/ 658158 h 674476"/>
                <a:gd name="connsiteX94" fmla="*/ 106067 w 494979"/>
                <a:gd name="connsiteY94" fmla="*/ 658158 h 674476"/>
                <a:gd name="connsiteX95" fmla="*/ 62552 w 494979"/>
                <a:gd name="connsiteY95" fmla="*/ 658158 h 674476"/>
                <a:gd name="connsiteX96" fmla="*/ 40795 w 494979"/>
                <a:gd name="connsiteY96" fmla="*/ 658158 h 674476"/>
                <a:gd name="connsiteX97" fmla="*/ 16318 w 494979"/>
                <a:gd name="connsiteY97" fmla="*/ 652718 h 674476"/>
                <a:gd name="connsiteX98" fmla="*/ 0 w 494979"/>
                <a:gd name="connsiteY98" fmla="*/ 636401 h 674476"/>
                <a:gd name="connsiteX99" fmla="*/ 2720 w 494979"/>
                <a:gd name="connsiteY99" fmla="*/ 628241 h 674476"/>
                <a:gd name="connsiteX100" fmla="*/ 24477 w 494979"/>
                <a:gd name="connsiteY100" fmla="*/ 620082 h 674476"/>
                <a:gd name="connsiteX101" fmla="*/ 62552 w 494979"/>
                <a:gd name="connsiteY101" fmla="*/ 617363 h 674476"/>
                <a:gd name="connsiteX102" fmla="*/ 62552 w 494979"/>
                <a:gd name="connsiteY102" fmla="*/ 614643 h 674476"/>
                <a:gd name="connsiteX103" fmla="*/ 65272 w 494979"/>
                <a:gd name="connsiteY103" fmla="*/ 587447 h 674476"/>
                <a:gd name="connsiteX104" fmla="*/ 76151 w 494979"/>
                <a:gd name="connsiteY104" fmla="*/ 522175 h 674476"/>
                <a:gd name="connsiteX105" fmla="*/ 87029 w 494979"/>
                <a:gd name="connsiteY105" fmla="*/ 470501 h 674476"/>
                <a:gd name="connsiteX106" fmla="*/ 92469 w 494979"/>
                <a:gd name="connsiteY106" fmla="*/ 446025 h 674476"/>
                <a:gd name="connsiteX107" fmla="*/ 65272 w 494979"/>
                <a:gd name="connsiteY107" fmla="*/ 432426 h 674476"/>
                <a:gd name="connsiteX108" fmla="*/ 54393 w 494979"/>
                <a:gd name="connsiteY108" fmla="*/ 421548 h 674476"/>
                <a:gd name="connsiteX109" fmla="*/ 73431 w 494979"/>
                <a:gd name="connsiteY109" fmla="*/ 407949 h 674476"/>
                <a:gd name="connsiteX110" fmla="*/ 100628 w 494979"/>
                <a:gd name="connsiteY110" fmla="*/ 399790 h 674476"/>
                <a:gd name="connsiteX111" fmla="*/ 108787 w 494979"/>
                <a:gd name="connsiteY111" fmla="*/ 369874 h 674476"/>
                <a:gd name="connsiteX112" fmla="*/ 125105 w 494979"/>
                <a:gd name="connsiteY112" fmla="*/ 307322 h 674476"/>
                <a:gd name="connsiteX113" fmla="*/ 141423 w 494979"/>
                <a:gd name="connsiteY113" fmla="*/ 242051 h 674476"/>
                <a:gd name="connsiteX114" fmla="*/ 155021 w 494979"/>
                <a:gd name="connsiteY114" fmla="*/ 179498 h 674476"/>
                <a:gd name="connsiteX115" fmla="*/ 168620 w 494979"/>
                <a:gd name="connsiteY115" fmla="*/ 119665 h 674476"/>
                <a:gd name="connsiteX116" fmla="*/ 193097 w 494979"/>
                <a:gd name="connsiteY116" fmla="*/ 57113 h 674476"/>
                <a:gd name="connsiteX117" fmla="*/ 201256 w 494979"/>
                <a:gd name="connsiteY117" fmla="*/ 38075 h 674476"/>
                <a:gd name="connsiteX118" fmla="*/ 217574 w 494979"/>
                <a:gd name="connsiteY118" fmla="*/ 13598 h 674476"/>
                <a:gd name="connsiteX119" fmla="*/ 274687 w 494979"/>
                <a:gd name="connsiteY119" fmla="*/ 0 h 674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</a:cxnLst>
              <a:rect l="l" t="t" r="r" b="b"/>
              <a:pathLst>
                <a:path w="494979" h="674476">
                  <a:moveTo>
                    <a:pt x="228453" y="97907"/>
                  </a:moveTo>
                  <a:cubicBezTo>
                    <a:pt x="220294" y="97907"/>
                    <a:pt x="212135" y="114225"/>
                    <a:pt x="212135" y="119665"/>
                  </a:cubicBezTo>
                  <a:cubicBezTo>
                    <a:pt x="209415" y="130543"/>
                    <a:pt x="206696" y="144141"/>
                    <a:pt x="203976" y="152300"/>
                  </a:cubicBezTo>
                  <a:cubicBezTo>
                    <a:pt x="201256" y="157740"/>
                    <a:pt x="201256" y="163179"/>
                    <a:pt x="201256" y="168618"/>
                  </a:cubicBezTo>
                  <a:cubicBezTo>
                    <a:pt x="201256" y="174058"/>
                    <a:pt x="198537" y="179497"/>
                    <a:pt x="198537" y="184936"/>
                  </a:cubicBezTo>
                  <a:cubicBezTo>
                    <a:pt x="195817" y="195815"/>
                    <a:pt x="193097" y="209413"/>
                    <a:pt x="190378" y="220292"/>
                  </a:cubicBezTo>
                  <a:cubicBezTo>
                    <a:pt x="187658" y="244769"/>
                    <a:pt x="179499" y="269246"/>
                    <a:pt x="171340" y="291003"/>
                  </a:cubicBezTo>
                  <a:cubicBezTo>
                    <a:pt x="168620" y="301881"/>
                    <a:pt x="165900" y="312760"/>
                    <a:pt x="163180" y="323639"/>
                  </a:cubicBezTo>
                  <a:cubicBezTo>
                    <a:pt x="160461" y="337237"/>
                    <a:pt x="157741" y="348115"/>
                    <a:pt x="152302" y="361714"/>
                  </a:cubicBezTo>
                  <a:cubicBezTo>
                    <a:pt x="149582" y="367153"/>
                    <a:pt x="146862" y="383471"/>
                    <a:pt x="146862" y="388910"/>
                  </a:cubicBezTo>
                  <a:cubicBezTo>
                    <a:pt x="146862" y="391630"/>
                    <a:pt x="149582" y="391630"/>
                    <a:pt x="152302" y="391630"/>
                  </a:cubicBezTo>
                  <a:cubicBezTo>
                    <a:pt x="157741" y="391630"/>
                    <a:pt x="171340" y="391630"/>
                    <a:pt x="174060" y="391630"/>
                  </a:cubicBezTo>
                  <a:cubicBezTo>
                    <a:pt x="182219" y="391630"/>
                    <a:pt x="190378" y="391630"/>
                    <a:pt x="195817" y="388910"/>
                  </a:cubicBezTo>
                  <a:cubicBezTo>
                    <a:pt x="201256" y="388910"/>
                    <a:pt x="206696" y="388910"/>
                    <a:pt x="214855" y="388910"/>
                  </a:cubicBezTo>
                  <a:cubicBezTo>
                    <a:pt x="220294" y="388910"/>
                    <a:pt x="228453" y="388910"/>
                    <a:pt x="239332" y="388910"/>
                  </a:cubicBezTo>
                  <a:cubicBezTo>
                    <a:pt x="244771" y="388910"/>
                    <a:pt x="250210" y="388910"/>
                    <a:pt x="252930" y="386191"/>
                  </a:cubicBezTo>
                  <a:cubicBezTo>
                    <a:pt x="258369" y="391630"/>
                    <a:pt x="261089" y="388910"/>
                    <a:pt x="261089" y="386191"/>
                  </a:cubicBezTo>
                  <a:cubicBezTo>
                    <a:pt x="261089" y="380751"/>
                    <a:pt x="258369" y="372592"/>
                    <a:pt x="258369" y="367153"/>
                  </a:cubicBezTo>
                  <a:cubicBezTo>
                    <a:pt x="255650" y="353555"/>
                    <a:pt x="252930" y="342676"/>
                    <a:pt x="252930" y="331797"/>
                  </a:cubicBezTo>
                  <a:cubicBezTo>
                    <a:pt x="252930" y="301881"/>
                    <a:pt x="252930" y="274685"/>
                    <a:pt x="250210" y="244769"/>
                  </a:cubicBezTo>
                  <a:cubicBezTo>
                    <a:pt x="250210" y="231170"/>
                    <a:pt x="247491" y="217572"/>
                    <a:pt x="244771" y="203974"/>
                  </a:cubicBezTo>
                  <a:cubicBezTo>
                    <a:pt x="242051" y="187656"/>
                    <a:pt x="239332" y="174058"/>
                    <a:pt x="239332" y="157740"/>
                  </a:cubicBezTo>
                  <a:cubicBezTo>
                    <a:pt x="239332" y="152300"/>
                    <a:pt x="239332" y="133263"/>
                    <a:pt x="236612" y="119665"/>
                  </a:cubicBezTo>
                  <a:cubicBezTo>
                    <a:pt x="236612" y="106066"/>
                    <a:pt x="233892" y="97907"/>
                    <a:pt x="228453" y="97907"/>
                  </a:cubicBezTo>
                  <a:close/>
                  <a:moveTo>
                    <a:pt x="274687" y="0"/>
                  </a:moveTo>
                  <a:cubicBezTo>
                    <a:pt x="288285" y="0"/>
                    <a:pt x="293724" y="2720"/>
                    <a:pt x="304603" y="5439"/>
                  </a:cubicBezTo>
                  <a:cubicBezTo>
                    <a:pt x="315482" y="10879"/>
                    <a:pt x="315482" y="16318"/>
                    <a:pt x="320921" y="24477"/>
                  </a:cubicBezTo>
                  <a:cubicBezTo>
                    <a:pt x="326360" y="29916"/>
                    <a:pt x="331800" y="35356"/>
                    <a:pt x="334519" y="43515"/>
                  </a:cubicBezTo>
                  <a:cubicBezTo>
                    <a:pt x="337239" y="51674"/>
                    <a:pt x="337239" y="57113"/>
                    <a:pt x="339959" y="65272"/>
                  </a:cubicBezTo>
                  <a:cubicBezTo>
                    <a:pt x="345398" y="78870"/>
                    <a:pt x="342678" y="97908"/>
                    <a:pt x="348118" y="114226"/>
                  </a:cubicBezTo>
                  <a:cubicBezTo>
                    <a:pt x="350837" y="130544"/>
                    <a:pt x="358996" y="146863"/>
                    <a:pt x="361716" y="163180"/>
                  </a:cubicBezTo>
                  <a:cubicBezTo>
                    <a:pt x="364435" y="182218"/>
                    <a:pt x="364435" y="201256"/>
                    <a:pt x="369875" y="220293"/>
                  </a:cubicBezTo>
                  <a:cubicBezTo>
                    <a:pt x="375314" y="239331"/>
                    <a:pt x="378034" y="255649"/>
                    <a:pt x="378034" y="274686"/>
                  </a:cubicBezTo>
                  <a:cubicBezTo>
                    <a:pt x="378034" y="282845"/>
                    <a:pt x="380753" y="293724"/>
                    <a:pt x="383473" y="301883"/>
                  </a:cubicBezTo>
                  <a:cubicBezTo>
                    <a:pt x="386193" y="312762"/>
                    <a:pt x="388912" y="326360"/>
                    <a:pt x="391632" y="337238"/>
                  </a:cubicBezTo>
                  <a:cubicBezTo>
                    <a:pt x="391632" y="342678"/>
                    <a:pt x="394352" y="353556"/>
                    <a:pt x="397071" y="364435"/>
                  </a:cubicBezTo>
                  <a:cubicBezTo>
                    <a:pt x="399791" y="372594"/>
                    <a:pt x="402511" y="380753"/>
                    <a:pt x="405230" y="383473"/>
                  </a:cubicBezTo>
                  <a:cubicBezTo>
                    <a:pt x="407950" y="386192"/>
                    <a:pt x="413389" y="386192"/>
                    <a:pt x="416109" y="386192"/>
                  </a:cubicBezTo>
                  <a:cubicBezTo>
                    <a:pt x="418829" y="386192"/>
                    <a:pt x="424268" y="386192"/>
                    <a:pt x="426988" y="386192"/>
                  </a:cubicBezTo>
                  <a:cubicBezTo>
                    <a:pt x="437866" y="386192"/>
                    <a:pt x="448745" y="388912"/>
                    <a:pt x="454184" y="397071"/>
                  </a:cubicBezTo>
                  <a:cubicBezTo>
                    <a:pt x="456904" y="399790"/>
                    <a:pt x="456904" y="402510"/>
                    <a:pt x="456904" y="405230"/>
                  </a:cubicBezTo>
                  <a:cubicBezTo>
                    <a:pt x="456904" y="407949"/>
                    <a:pt x="454184" y="410669"/>
                    <a:pt x="451465" y="416108"/>
                  </a:cubicBezTo>
                  <a:cubicBezTo>
                    <a:pt x="446025" y="421548"/>
                    <a:pt x="440586" y="426987"/>
                    <a:pt x="432427" y="429707"/>
                  </a:cubicBezTo>
                  <a:cubicBezTo>
                    <a:pt x="429707" y="429707"/>
                    <a:pt x="426988" y="432426"/>
                    <a:pt x="421548" y="432426"/>
                  </a:cubicBezTo>
                  <a:cubicBezTo>
                    <a:pt x="418829" y="432426"/>
                    <a:pt x="416109" y="432426"/>
                    <a:pt x="413389" y="435146"/>
                  </a:cubicBezTo>
                  <a:cubicBezTo>
                    <a:pt x="413389" y="435146"/>
                    <a:pt x="413389" y="437866"/>
                    <a:pt x="413389" y="440585"/>
                  </a:cubicBezTo>
                  <a:cubicBezTo>
                    <a:pt x="413389" y="443305"/>
                    <a:pt x="413389" y="448744"/>
                    <a:pt x="416109" y="451464"/>
                  </a:cubicBezTo>
                  <a:cubicBezTo>
                    <a:pt x="416109" y="456903"/>
                    <a:pt x="418829" y="462343"/>
                    <a:pt x="418829" y="465062"/>
                  </a:cubicBezTo>
                  <a:lnTo>
                    <a:pt x="418829" y="475941"/>
                  </a:lnTo>
                  <a:cubicBezTo>
                    <a:pt x="418829" y="481380"/>
                    <a:pt x="418829" y="484100"/>
                    <a:pt x="418829" y="486820"/>
                  </a:cubicBezTo>
                  <a:cubicBezTo>
                    <a:pt x="421548" y="497698"/>
                    <a:pt x="424268" y="505857"/>
                    <a:pt x="426988" y="516736"/>
                  </a:cubicBezTo>
                  <a:cubicBezTo>
                    <a:pt x="426988" y="524895"/>
                    <a:pt x="429707" y="535773"/>
                    <a:pt x="432427" y="543932"/>
                  </a:cubicBezTo>
                  <a:cubicBezTo>
                    <a:pt x="435147" y="554811"/>
                    <a:pt x="437866" y="562970"/>
                    <a:pt x="437866" y="573848"/>
                  </a:cubicBezTo>
                  <a:cubicBezTo>
                    <a:pt x="437866" y="587447"/>
                    <a:pt x="440586" y="595606"/>
                    <a:pt x="443306" y="606484"/>
                  </a:cubicBezTo>
                  <a:cubicBezTo>
                    <a:pt x="443306" y="609204"/>
                    <a:pt x="446025" y="614643"/>
                    <a:pt x="446025" y="617363"/>
                  </a:cubicBezTo>
                  <a:cubicBezTo>
                    <a:pt x="454184" y="617363"/>
                    <a:pt x="462343" y="617363"/>
                    <a:pt x="470502" y="617363"/>
                  </a:cubicBezTo>
                  <a:cubicBezTo>
                    <a:pt x="478661" y="625522"/>
                    <a:pt x="492259" y="630961"/>
                    <a:pt x="494979" y="641840"/>
                  </a:cubicBezTo>
                  <a:cubicBezTo>
                    <a:pt x="494979" y="647279"/>
                    <a:pt x="489540" y="649999"/>
                    <a:pt x="486820" y="655438"/>
                  </a:cubicBezTo>
                  <a:cubicBezTo>
                    <a:pt x="484100" y="660877"/>
                    <a:pt x="475942" y="663597"/>
                    <a:pt x="470502" y="663597"/>
                  </a:cubicBezTo>
                  <a:cubicBezTo>
                    <a:pt x="459623" y="666317"/>
                    <a:pt x="454184" y="666317"/>
                    <a:pt x="446025" y="666317"/>
                  </a:cubicBezTo>
                  <a:cubicBezTo>
                    <a:pt x="440586" y="666317"/>
                    <a:pt x="432427" y="666317"/>
                    <a:pt x="424268" y="666317"/>
                  </a:cubicBezTo>
                  <a:cubicBezTo>
                    <a:pt x="421548" y="666317"/>
                    <a:pt x="418829" y="666317"/>
                    <a:pt x="416109" y="666317"/>
                  </a:cubicBezTo>
                  <a:cubicBezTo>
                    <a:pt x="410670" y="669036"/>
                    <a:pt x="407950" y="669036"/>
                    <a:pt x="402511" y="671756"/>
                  </a:cubicBezTo>
                  <a:cubicBezTo>
                    <a:pt x="397071" y="671756"/>
                    <a:pt x="391632" y="674476"/>
                    <a:pt x="386193" y="674476"/>
                  </a:cubicBezTo>
                  <a:cubicBezTo>
                    <a:pt x="375314" y="674476"/>
                    <a:pt x="361716" y="671756"/>
                    <a:pt x="350837" y="669036"/>
                  </a:cubicBezTo>
                  <a:cubicBezTo>
                    <a:pt x="342678" y="669036"/>
                    <a:pt x="334519" y="669036"/>
                    <a:pt x="329080" y="669036"/>
                  </a:cubicBezTo>
                  <a:cubicBezTo>
                    <a:pt x="307323" y="669036"/>
                    <a:pt x="288285" y="669036"/>
                    <a:pt x="280126" y="669036"/>
                  </a:cubicBezTo>
                  <a:cubicBezTo>
                    <a:pt x="271967" y="669036"/>
                    <a:pt x="261088" y="669036"/>
                    <a:pt x="255649" y="663597"/>
                  </a:cubicBezTo>
                  <a:cubicBezTo>
                    <a:pt x="250210" y="660877"/>
                    <a:pt x="239331" y="655438"/>
                    <a:pt x="239331" y="647279"/>
                  </a:cubicBezTo>
                  <a:cubicBezTo>
                    <a:pt x="239331" y="636401"/>
                    <a:pt x="255649" y="633681"/>
                    <a:pt x="263808" y="630961"/>
                  </a:cubicBezTo>
                  <a:cubicBezTo>
                    <a:pt x="269247" y="630961"/>
                    <a:pt x="277406" y="630961"/>
                    <a:pt x="291005" y="628241"/>
                  </a:cubicBezTo>
                  <a:cubicBezTo>
                    <a:pt x="291005" y="620082"/>
                    <a:pt x="291005" y="614643"/>
                    <a:pt x="288285" y="609204"/>
                  </a:cubicBezTo>
                  <a:cubicBezTo>
                    <a:pt x="288285" y="601045"/>
                    <a:pt x="285565" y="590166"/>
                    <a:pt x="285565" y="582007"/>
                  </a:cubicBezTo>
                  <a:cubicBezTo>
                    <a:pt x="285565" y="576568"/>
                    <a:pt x="282846" y="573848"/>
                    <a:pt x="282846" y="568409"/>
                  </a:cubicBezTo>
                  <a:cubicBezTo>
                    <a:pt x="282846" y="562970"/>
                    <a:pt x="285565" y="557531"/>
                    <a:pt x="285565" y="554811"/>
                  </a:cubicBezTo>
                  <a:cubicBezTo>
                    <a:pt x="285565" y="549371"/>
                    <a:pt x="282846" y="546652"/>
                    <a:pt x="280126" y="538493"/>
                  </a:cubicBezTo>
                  <a:cubicBezTo>
                    <a:pt x="280126" y="527614"/>
                    <a:pt x="274687" y="516736"/>
                    <a:pt x="274687" y="505857"/>
                  </a:cubicBezTo>
                  <a:cubicBezTo>
                    <a:pt x="274687" y="494978"/>
                    <a:pt x="274687" y="486820"/>
                    <a:pt x="271967" y="478660"/>
                  </a:cubicBezTo>
                  <a:cubicBezTo>
                    <a:pt x="269247" y="467782"/>
                    <a:pt x="269247" y="456903"/>
                    <a:pt x="269247" y="446025"/>
                  </a:cubicBezTo>
                  <a:cubicBezTo>
                    <a:pt x="269247" y="440585"/>
                    <a:pt x="266528" y="437866"/>
                    <a:pt x="263808" y="437866"/>
                  </a:cubicBezTo>
                  <a:cubicBezTo>
                    <a:pt x="261088" y="437866"/>
                    <a:pt x="258369" y="437866"/>
                    <a:pt x="252929" y="437866"/>
                  </a:cubicBezTo>
                  <a:cubicBezTo>
                    <a:pt x="242051" y="437866"/>
                    <a:pt x="231172" y="437866"/>
                    <a:pt x="223013" y="440585"/>
                  </a:cubicBezTo>
                  <a:cubicBezTo>
                    <a:pt x="212135" y="440585"/>
                    <a:pt x="203976" y="443305"/>
                    <a:pt x="193097" y="443305"/>
                  </a:cubicBezTo>
                  <a:cubicBezTo>
                    <a:pt x="184938" y="443305"/>
                    <a:pt x="176779" y="443305"/>
                    <a:pt x="168620" y="443305"/>
                  </a:cubicBezTo>
                  <a:cubicBezTo>
                    <a:pt x="165900" y="443305"/>
                    <a:pt x="155021" y="440585"/>
                    <a:pt x="146862" y="440585"/>
                  </a:cubicBezTo>
                  <a:cubicBezTo>
                    <a:pt x="138703" y="440585"/>
                    <a:pt x="138703" y="448744"/>
                    <a:pt x="138703" y="454184"/>
                  </a:cubicBezTo>
                  <a:cubicBezTo>
                    <a:pt x="138703" y="465062"/>
                    <a:pt x="135983" y="475941"/>
                    <a:pt x="133263" y="486820"/>
                  </a:cubicBezTo>
                  <a:cubicBezTo>
                    <a:pt x="130544" y="505857"/>
                    <a:pt x="125105" y="522175"/>
                    <a:pt x="122385" y="541213"/>
                  </a:cubicBezTo>
                  <a:cubicBezTo>
                    <a:pt x="119665" y="560250"/>
                    <a:pt x="111506" y="595606"/>
                    <a:pt x="106067" y="614643"/>
                  </a:cubicBezTo>
                  <a:cubicBezTo>
                    <a:pt x="114226" y="614643"/>
                    <a:pt x="125105" y="614643"/>
                    <a:pt x="135983" y="614643"/>
                  </a:cubicBezTo>
                  <a:cubicBezTo>
                    <a:pt x="149581" y="614643"/>
                    <a:pt x="171340" y="614643"/>
                    <a:pt x="171340" y="630961"/>
                  </a:cubicBezTo>
                  <a:cubicBezTo>
                    <a:pt x="171340" y="639120"/>
                    <a:pt x="168620" y="639120"/>
                    <a:pt x="165900" y="647279"/>
                  </a:cubicBezTo>
                  <a:cubicBezTo>
                    <a:pt x="163181" y="652718"/>
                    <a:pt x="155021" y="655438"/>
                    <a:pt x="149581" y="655438"/>
                  </a:cubicBezTo>
                  <a:cubicBezTo>
                    <a:pt x="141423" y="658158"/>
                    <a:pt x="135983" y="658158"/>
                    <a:pt x="127824" y="658158"/>
                  </a:cubicBezTo>
                  <a:cubicBezTo>
                    <a:pt x="122385" y="658158"/>
                    <a:pt x="116946" y="658158"/>
                    <a:pt x="106067" y="658158"/>
                  </a:cubicBezTo>
                  <a:cubicBezTo>
                    <a:pt x="92469" y="658158"/>
                    <a:pt x="78870" y="658158"/>
                    <a:pt x="62552" y="658158"/>
                  </a:cubicBezTo>
                  <a:cubicBezTo>
                    <a:pt x="54393" y="658158"/>
                    <a:pt x="46234" y="658158"/>
                    <a:pt x="40795" y="658158"/>
                  </a:cubicBezTo>
                  <a:cubicBezTo>
                    <a:pt x="32636" y="658158"/>
                    <a:pt x="21758" y="658158"/>
                    <a:pt x="16318" y="652718"/>
                  </a:cubicBezTo>
                  <a:cubicBezTo>
                    <a:pt x="8159" y="649999"/>
                    <a:pt x="0" y="641840"/>
                    <a:pt x="0" y="636401"/>
                  </a:cubicBezTo>
                  <a:cubicBezTo>
                    <a:pt x="0" y="633681"/>
                    <a:pt x="0" y="630961"/>
                    <a:pt x="2720" y="628241"/>
                  </a:cubicBezTo>
                  <a:cubicBezTo>
                    <a:pt x="8159" y="625522"/>
                    <a:pt x="16318" y="622802"/>
                    <a:pt x="24477" y="620082"/>
                  </a:cubicBezTo>
                  <a:cubicBezTo>
                    <a:pt x="38075" y="617363"/>
                    <a:pt x="48954" y="617363"/>
                    <a:pt x="62552" y="617363"/>
                  </a:cubicBezTo>
                  <a:cubicBezTo>
                    <a:pt x="62552" y="617363"/>
                    <a:pt x="62552" y="614643"/>
                    <a:pt x="62552" y="614643"/>
                  </a:cubicBezTo>
                  <a:cubicBezTo>
                    <a:pt x="62552" y="603765"/>
                    <a:pt x="65272" y="590166"/>
                    <a:pt x="65272" y="587447"/>
                  </a:cubicBezTo>
                  <a:cubicBezTo>
                    <a:pt x="67992" y="565689"/>
                    <a:pt x="73431" y="543932"/>
                    <a:pt x="76151" y="522175"/>
                  </a:cubicBezTo>
                  <a:cubicBezTo>
                    <a:pt x="78870" y="505857"/>
                    <a:pt x="81590" y="486820"/>
                    <a:pt x="87029" y="470501"/>
                  </a:cubicBezTo>
                  <a:cubicBezTo>
                    <a:pt x="87029" y="465062"/>
                    <a:pt x="92469" y="451464"/>
                    <a:pt x="92469" y="446025"/>
                  </a:cubicBezTo>
                  <a:cubicBezTo>
                    <a:pt x="92469" y="437866"/>
                    <a:pt x="73431" y="437866"/>
                    <a:pt x="65272" y="432426"/>
                  </a:cubicBezTo>
                  <a:cubicBezTo>
                    <a:pt x="59833" y="429707"/>
                    <a:pt x="54393" y="426987"/>
                    <a:pt x="54393" y="421548"/>
                  </a:cubicBezTo>
                  <a:cubicBezTo>
                    <a:pt x="54393" y="413389"/>
                    <a:pt x="62552" y="410669"/>
                    <a:pt x="73431" y="407949"/>
                  </a:cubicBezTo>
                  <a:cubicBezTo>
                    <a:pt x="78870" y="407949"/>
                    <a:pt x="92469" y="405230"/>
                    <a:pt x="100628" y="399790"/>
                  </a:cubicBezTo>
                  <a:cubicBezTo>
                    <a:pt x="106067" y="394351"/>
                    <a:pt x="106067" y="378033"/>
                    <a:pt x="108787" y="369874"/>
                  </a:cubicBezTo>
                  <a:cubicBezTo>
                    <a:pt x="114226" y="348117"/>
                    <a:pt x="119665" y="326360"/>
                    <a:pt x="125105" y="307322"/>
                  </a:cubicBezTo>
                  <a:cubicBezTo>
                    <a:pt x="130544" y="285565"/>
                    <a:pt x="135983" y="263808"/>
                    <a:pt x="141423" y="242051"/>
                  </a:cubicBezTo>
                  <a:cubicBezTo>
                    <a:pt x="146862" y="220293"/>
                    <a:pt x="152301" y="198536"/>
                    <a:pt x="155021" y="179498"/>
                  </a:cubicBezTo>
                  <a:cubicBezTo>
                    <a:pt x="157740" y="160461"/>
                    <a:pt x="163181" y="138703"/>
                    <a:pt x="168620" y="119665"/>
                  </a:cubicBezTo>
                  <a:cubicBezTo>
                    <a:pt x="176779" y="100627"/>
                    <a:pt x="182218" y="76150"/>
                    <a:pt x="193097" y="57113"/>
                  </a:cubicBezTo>
                  <a:lnTo>
                    <a:pt x="201256" y="38075"/>
                  </a:lnTo>
                  <a:cubicBezTo>
                    <a:pt x="206695" y="29916"/>
                    <a:pt x="209415" y="19038"/>
                    <a:pt x="217574" y="13598"/>
                  </a:cubicBezTo>
                  <a:cubicBezTo>
                    <a:pt x="231172" y="2720"/>
                    <a:pt x="255649" y="0"/>
                    <a:pt x="274687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3A3220ED-525E-42D0-945D-DABC984A9613}"/>
                </a:ext>
              </a:extLst>
            </p:cNvPr>
            <p:cNvSpPr/>
            <p:nvPr/>
          </p:nvSpPr>
          <p:spPr>
            <a:xfrm>
              <a:off x="3443268" y="4186718"/>
              <a:ext cx="435145" cy="761503"/>
            </a:xfrm>
            <a:custGeom>
              <a:avLst/>
              <a:gdLst>
                <a:gd name="connsiteX0" fmla="*/ 400855 w 435145"/>
                <a:gd name="connsiteY0" fmla="*/ 678260 h 761503"/>
                <a:gd name="connsiteX1" fmla="*/ 384537 w 435145"/>
                <a:gd name="connsiteY1" fmla="*/ 719054 h 761503"/>
                <a:gd name="connsiteX2" fmla="*/ 368219 w 435145"/>
                <a:gd name="connsiteY2" fmla="*/ 713615 h 761503"/>
                <a:gd name="connsiteX3" fmla="*/ 360060 w 435145"/>
                <a:gd name="connsiteY3" fmla="*/ 697297 h 761503"/>
                <a:gd name="connsiteX4" fmla="*/ 360060 w 435145"/>
                <a:gd name="connsiteY4" fmla="*/ 651063 h 761503"/>
                <a:gd name="connsiteX5" fmla="*/ 332864 w 435145"/>
                <a:gd name="connsiteY5" fmla="*/ 686418 h 761503"/>
                <a:gd name="connsiteX6" fmla="*/ 251274 w 435145"/>
                <a:gd name="connsiteY6" fmla="*/ 721774 h 761503"/>
                <a:gd name="connsiteX7" fmla="*/ 229517 w 435145"/>
                <a:gd name="connsiteY7" fmla="*/ 719054 h 761503"/>
                <a:gd name="connsiteX8" fmla="*/ 158806 w 435145"/>
                <a:gd name="connsiteY8" fmla="*/ 694578 h 761503"/>
                <a:gd name="connsiteX9" fmla="*/ 112571 w 435145"/>
                <a:gd name="connsiteY9" fmla="*/ 659222 h 761503"/>
                <a:gd name="connsiteX10" fmla="*/ 79936 w 435145"/>
                <a:gd name="connsiteY10" fmla="*/ 607548 h 761503"/>
                <a:gd name="connsiteX11" fmla="*/ 63618 w 435145"/>
                <a:gd name="connsiteY11" fmla="*/ 542277 h 761503"/>
                <a:gd name="connsiteX12" fmla="*/ 58178 w 435145"/>
                <a:gd name="connsiteY12" fmla="*/ 471566 h 761503"/>
                <a:gd name="connsiteX13" fmla="*/ 60898 w 435145"/>
                <a:gd name="connsiteY13" fmla="*/ 400855 h 761503"/>
                <a:gd name="connsiteX14" fmla="*/ 66337 w 435145"/>
                <a:gd name="connsiteY14" fmla="*/ 335583 h 761503"/>
                <a:gd name="connsiteX15" fmla="*/ 85375 w 435145"/>
                <a:gd name="connsiteY15" fmla="*/ 267592 h 761503"/>
                <a:gd name="connsiteX16" fmla="*/ 109852 w 435145"/>
                <a:gd name="connsiteY16" fmla="*/ 199600 h 761503"/>
                <a:gd name="connsiteX17" fmla="*/ 145207 w 435145"/>
                <a:gd name="connsiteY17" fmla="*/ 145207 h 761503"/>
                <a:gd name="connsiteX18" fmla="*/ 188722 w 435145"/>
                <a:gd name="connsiteY18" fmla="*/ 96253 h 761503"/>
                <a:gd name="connsiteX19" fmla="*/ 243115 w 435145"/>
                <a:gd name="connsiteY19" fmla="*/ 71776 h 761503"/>
                <a:gd name="connsiteX20" fmla="*/ 286630 w 435145"/>
                <a:gd name="connsiteY20" fmla="*/ 63617 h 761503"/>
                <a:gd name="connsiteX21" fmla="*/ 305667 w 435145"/>
                <a:gd name="connsiteY21" fmla="*/ 66337 h 761503"/>
                <a:gd name="connsiteX22" fmla="*/ 324705 w 435145"/>
                <a:gd name="connsiteY22" fmla="*/ 79936 h 761503"/>
                <a:gd name="connsiteX23" fmla="*/ 341023 w 435145"/>
                <a:gd name="connsiteY23" fmla="*/ 101693 h 761503"/>
                <a:gd name="connsiteX24" fmla="*/ 354621 w 435145"/>
                <a:gd name="connsiteY24" fmla="*/ 123450 h 761503"/>
                <a:gd name="connsiteX25" fmla="*/ 354621 w 435145"/>
                <a:gd name="connsiteY25" fmla="*/ 98973 h 761503"/>
                <a:gd name="connsiteX26" fmla="*/ 360060 w 435145"/>
                <a:gd name="connsiteY26" fmla="*/ 74496 h 761503"/>
                <a:gd name="connsiteX27" fmla="*/ 365500 w 435145"/>
                <a:gd name="connsiteY27" fmla="*/ 63617 h 761503"/>
                <a:gd name="connsiteX28" fmla="*/ 373659 w 435145"/>
                <a:gd name="connsiteY28" fmla="*/ 58178 h 761503"/>
                <a:gd name="connsiteX29" fmla="*/ 381818 w 435145"/>
                <a:gd name="connsiteY29" fmla="*/ 63617 h 761503"/>
                <a:gd name="connsiteX30" fmla="*/ 389977 w 435145"/>
                <a:gd name="connsiteY30" fmla="*/ 82655 h 761503"/>
                <a:gd name="connsiteX31" fmla="*/ 392696 w 435145"/>
                <a:gd name="connsiteY31" fmla="*/ 126170 h 761503"/>
                <a:gd name="connsiteX32" fmla="*/ 395416 w 435145"/>
                <a:gd name="connsiteY32" fmla="*/ 186002 h 761503"/>
                <a:gd name="connsiteX33" fmla="*/ 398136 w 435145"/>
                <a:gd name="connsiteY33" fmla="*/ 237675 h 761503"/>
                <a:gd name="connsiteX34" fmla="*/ 398136 w 435145"/>
                <a:gd name="connsiteY34" fmla="*/ 243115 h 761503"/>
                <a:gd name="connsiteX35" fmla="*/ 395416 w 435145"/>
                <a:gd name="connsiteY35" fmla="*/ 256713 h 761503"/>
                <a:gd name="connsiteX36" fmla="*/ 379098 w 435145"/>
                <a:gd name="connsiteY36" fmla="*/ 278470 h 761503"/>
                <a:gd name="connsiteX37" fmla="*/ 362780 w 435145"/>
                <a:gd name="connsiteY37" fmla="*/ 273031 h 761503"/>
                <a:gd name="connsiteX38" fmla="*/ 354621 w 435145"/>
                <a:gd name="connsiteY38" fmla="*/ 256713 h 761503"/>
                <a:gd name="connsiteX39" fmla="*/ 354621 w 435145"/>
                <a:gd name="connsiteY39" fmla="*/ 213198 h 761503"/>
                <a:gd name="connsiteX40" fmla="*/ 354621 w 435145"/>
                <a:gd name="connsiteY40" fmla="*/ 205040 h 761503"/>
                <a:gd name="connsiteX41" fmla="*/ 338303 w 435145"/>
                <a:gd name="connsiteY41" fmla="*/ 147927 h 761503"/>
                <a:gd name="connsiteX42" fmla="*/ 292069 w 435145"/>
                <a:gd name="connsiteY42" fmla="*/ 107132 h 761503"/>
                <a:gd name="connsiteX43" fmla="*/ 262153 w 435145"/>
                <a:gd name="connsiteY43" fmla="*/ 120730 h 761503"/>
                <a:gd name="connsiteX44" fmla="*/ 251274 w 435145"/>
                <a:gd name="connsiteY44" fmla="*/ 131609 h 761503"/>
                <a:gd name="connsiteX45" fmla="*/ 240395 w 435145"/>
                <a:gd name="connsiteY45" fmla="*/ 139768 h 761503"/>
                <a:gd name="connsiteX46" fmla="*/ 237676 w 435145"/>
                <a:gd name="connsiteY46" fmla="*/ 164245 h 761503"/>
                <a:gd name="connsiteX47" fmla="*/ 226797 w 435145"/>
                <a:gd name="connsiteY47" fmla="*/ 196881 h 761503"/>
                <a:gd name="connsiteX48" fmla="*/ 213199 w 435145"/>
                <a:gd name="connsiteY48" fmla="*/ 259433 h 761503"/>
                <a:gd name="connsiteX49" fmla="*/ 207759 w 435145"/>
                <a:gd name="connsiteY49" fmla="*/ 324704 h 761503"/>
                <a:gd name="connsiteX50" fmla="*/ 207759 w 435145"/>
                <a:gd name="connsiteY50" fmla="*/ 335583 h 761503"/>
                <a:gd name="connsiteX51" fmla="*/ 205040 w 435145"/>
                <a:gd name="connsiteY51" fmla="*/ 349181 h 761503"/>
                <a:gd name="connsiteX52" fmla="*/ 207759 w 435145"/>
                <a:gd name="connsiteY52" fmla="*/ 368219 h 761503"/>
                <a:gd name="connsiteX53" fmla="*/ 207759 w 435145"/>
                <a:gd name="connsiteY53" fmla="*/ 376378 h 761503"/>
                <a:gd name="connsiteX54" fmla="*/ 205040 w 435145"/>
                <a:gd name="connsiteY54" fmla="*/ 387256 h 761503"/>
                <a:gd name="connsiteX55" fmla="*/ 205040 w 435145"/>
                <a:gd name="connsiteY55" fmla="*/ 395415 h 761503"/>
                <a:gd name="connsiteX56" fmla="*/ 205040 w 435145"/>
                <a:gd name="connsiteY56" fmla="*/ 406294 h 761503"/>
                <a:gd name="connsiteX57" fmla="*/ 205040 w 435145"/>
                <a:gd name="connsiteY57" fmla="*/ 425332 h 761503"/>
                <a:gd name="connsiteX58" fmla="*/ 213199 w 435145"/>
                <a:gd name="connsiteY58" fmla="*/ 493323 h 761503"/>
                <a:gd name="connsiteX59" fmla="*/ 221358 w 435145"/>
                <a:gd name="connsiteY59" fmla="*/ 561314 h 761503"/>
                <a:gd name="connsiteX60" fmla="*/ 226797 w 435145"/>
                <a:gd name="connsiteY60" fmla="*/ 591231 h 761503"/>
                <a:gd name="connsiteX61" fmla="*/ 240395 w 435145"/>
                <a:gd name="connsiteY61" fmla="*/ 618427 h 761503"/>
                <a:gd name="connsiteX62" fmla="*/ 283910 w 435145"/>
                <a:gd name="connsiteY62" fmla="*/ 651063 h 761503"/>
                <a:gd name="connsiteX63" fmla="*/ 338303 w 435145"/>
                <a:gd name="connsiteY63" fmla="*/ 612988 h 761503"/>
                <a:gd name="connsiteX64" fmla="*/ 354621 w 435145"/>
                <a:gd name="connsiteY64" fmla="*/ 577632 h 761503"/>
                <a:gd name="connsiteX65" fmla="*/ 357341 w 435145"/>
                <a:gd name="connsiteY65" fmla="*/ 509641 h 761503"/>
                <a:gd name="connsiteX66" fmla="*/ 362780 w 435145"/>
                <a:gd name="connsiteY66" fmla="*/ 485164 h 761503"/>
                <a:gd name="connsiteX67" fmla="*/ 368219 w 435145"/>
                <a:gd name="connsiteY67" fmla="*/ 474286 h 761503"/>
                <a:gd name="connsiteX68" fmla="*/ 376378 w 435145"/>
                <a:gd name="connsiteY68" fmla="*/ 468846 h 761503"/>
                <a:gd name="connsiteX69" fmla="*/ 384537 w 435145"/>
                <a:gd name="connsiteY69" fmla="*/ 474286 h 761503"/>
                <a:gd name="connsiteX70" fmla="*/ 392696 w 435145"/>
                <a:gd name="connsiteY70" fmla="*/ 493323 h 761503"/>
                <a:gd name="connsiteX71" fmla="*/ 395416 w 435145"/>
                <a:gd name="connsiteY71" fmla="*/ 558595 h 761503"/>
                <a:gd name="connsiteX72" fmla="*/ 398136 w 435145"/>
                <a:gd name="connsiteY72" fmla="*/ 618427 h 761503"/>
                <a:gd name="connsiteX73" fmla="*/ 400855 w 435145"/>
                <a:gd name="connsiteY73" fmla="*/ 678260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435145" h="761503">
                  <a:moveTo>
                    <a:pt x="400855" y="678260"/>
                  </a:moveTo>
                  <a:cubicBezTo>
                    <a:pt x="400855" y="689138"/>
                    <a:pt x="400855" y="719054"/>
                    <a:pt x="384537" y="719054"/>
                  </a:cubicBezTo>
                  <a:cubicBezTo>
                    <a:pt x="376378" y="719054"/>
                    <a:pt x="373659" y="716335"/>
                    <a:pt x="368219" y="713615"/>
                  </a:cubicBezTo>
                  <a:cubicBezTo>
                    <a:pt x="362780" y="710895"/>
                    <a:pt x="360060" y="702736"/>
                    <a:pt x="360060" y="697297"/>
                  </a:cubicBezTo>
                  <a:cubicBezTo>
                    <a:pt x="357341" y="680979"/>
                    <a:pt x="357341" y="664661"/>
                    <a:pt x="360060" y="651063"/>
                  </a:cubicBezTo>
                  <a:cubicBezTo>
                    <a:pt x="354621" y="659222"/>
                    <a:pt x="341023" y="678260"/>
                    <a:pt x="332864" y="686418"/>
                  </a:cubicBezTo>
                  <a:cubicBezTo>
                    <a:pt x="311107" y="708176"/>
                    <a:pt x="283910" y="721774"/>
                    <a:pt x="251274" y="721774"/>
                  </a:cubicBezTo>
                  <a:cubicBezTo>
                    <a:pt x="243115" y="721774"/>
                    <a:pt x="237676" y="721774"/>
                    <a:pt x="229517" y="719054"/>
                  </a:cubicBezTo>
                  <a:cubicBezTo>
                    <a:pt x="207759" y="716335"/>
                    <a:pt x="183283" y="708176"/>
                    <a:pt x="158806" y="694578"/>
                  </a:cubicBezTo>
                  <a:cubicBezTo>
                    <a:pt x="142488" y="686418"/>
                    <a:pt x="126170" y="672820"/>
                    <a:pt x="112571" y="659222"/>
                  </a:cubicBezTo>
                  <a:cubicBezTo>
                    <a:pt x="98973" y="642904"/>
                    <a:pt x="88095" y="626586"/>
                    <a:pt x="79936" y="607548"/>
                  </a:cubicBezTo>
                  <a:cubicBezTo>
                    <a:pt x="71777" y="585791"/>
                    <a:pt x="66337" y="566754"/>
                    <a:pt x="63618" y="542277"/>
                  </a:cubicBezTo>
                  <a:cubicBezTo>
                    <a:pt x="60898" y="517800"/>
                    <a:pt x="58178" y="493323"/>
                    <a:pt x="58178" y="471566"/>
                  </a:cubicBezTo>
                  <a:cubicBezTo>
                    <a:pt x="58178" y="447089"/>
                    <a:pt x="58178" y="425332"/>
                    <a:pt x="60898" y="400855"/>
                  </a:cubicBezTo>
                  <a:cubicBezTo>
                    <a:pt x="63618" y="379098"/>
                    <a:pt x="60898" y="357340"/>
                    <a:pt x="66337" y="335583"/>
                  </a:cubicBezTo>
                  <a:cubicBezTo>
                    <a:pt x="69057" y="313826"/>
                    <a:pt x="77216" y="289349"/>
                    <a:pt x="85375" y="267592"/>
                  </a:cubicBezTo>
                  <a:cubicBezTo>
                    <a:pt x="93534" y="243115"/>
                    <a:pt x="98973" y="221357"/>
                    <a:pt x="109852" y="199600"/>
                  </a:cubicBezTo>
                  <a:cubicBezTo>
                    <a:pt x="118011" y="177843"/>
                    <a:pt x="131609" y="161525"/>
                    <a:pt x="145207" y="145207"/>
                  </a:cubicBezTo>
                  <a:cubicBezTo>
                    <a:pt x="158806" y="128889"/>
                    <a:pt x="172404" y="109852"/>
                    <a:pt x="188722" y="96253"/>
                  </a:cubicBezTo>
                  <a:cubicBezTo>
                    <a:pt x="205040" y="82655"/>
                    <a:pt x="224077" y="77216"/>
                    <a:pt x="243115" y="71776"/>
                  </a:cubicBezTo>
                  <a:cubicBezTo>
                    <a:pt x="256713" y="69057"/>
                    <a:pt x="273031" y="63617"/>
                    <a:pt x="286630" y="63617"/>
                  </a:cubicBezTo>
                  <a:cubicBezTo>
                    <a:pt x="292069" y="63617"/>
                    <a:pt x="297508" y="63617"/>
                    <a:pt x="305667" y="66337"/>
                  </a:cubicBezTo>
                  <a:cubicBezTo>
                    <a:pt x="313826" y="69057"/>
                    <a:pt x="319266" y="74496"/>
                    <a:pt x="324705" y="79936"/>
                  </a:cubicBezTo>
                  <a:cubicBezTo>
                    <a:pt x="332864" y="85375"/>
                    <a:pt x="332864" y="93534"/>
                    <a:pt x="341023" y="101693"/>
                  </a:cubicBezTo>
                  <a:cubicBezTo>
                    <a:pt x="346462" y="107132"/>
                    <a:pt x="349182" y="118011"/>
                    <a:pt x="354621" y="123450"/>
                  </a:cubicBezTo>
                  <a:cubicBezTo>
                    <a:pt x="354621" y="115291"/>
                    <a:pt x="354621" y="101693"/>
                    <a:pt x="354621" y="98973"/>
                  </a:cubicBezTo>
                  <a:cubicBezTo>
                    <a:pt x="354621" y="90814"/>
                    <a:pt x="354621" y="79936"/>
                    <a:pt x="360060" y="74496"/>
                  </a:cubicBezTo>
                  <a:cubicBezTo>
                    <a:pt x="362780" y="71776"/>
                    <a:pt x="362780" y="69057"/>
                    <a:pt x="365500" y="63617"/>
                  </a:cubicBezTo>
                  <a:cubicBezTo>
                    <a:pt x="368219" y="60898"/>
                    <a:pt x="370939" y="58178"/>
                    <a:pt x="373659" y="58178"/>
                  </a:cubicBezTo>
                  <a:cubicBezTo>
                    <a:pt x="376378" y="58178"/>
                    <a:pt x="379098" y="60898"/>
                    <a:pt x="381818" y="63617"/>
                  </a:cubicBezTo>
                  <a:cubicBezTo>
                    <a:pt x="384537" y="69057"/>
                    <a:pt x="387257" y="77216"/>
                    <a:pt x="389977" y="82655"/>
                  </a:cubicBezTo>
                  <a:cubicBezTo>
                    <a:pt x="389977" y="90814"/>
                    <a:pt x="392696" y="107132"/>
                    <a:pt x="392696" y="126170"/>
                  </a:cubicBezTo>
                  <a:cubicBezTo>
                    <a:pt x="392696" y="150647"/>
                    <a:pt x="392696" y="177843"/>
                    <a:pt x="395416" y="186002"/>
                  </a:cubicBezTo>
                  <a:cubicBezTo>
                    <a:pt x="398136" y="205040"/>
                    <a:pt x="398136" y="215918"/>
                    <a:pt x="398136" y="237675"/>
                  </a:cubicBezTo>
                  <a:cubicBezTo>
                    <a:pt x="398136" y="240395"/>
                    <a:pt x="398136" y="243115"/>
                    <a:pt x="398136" y="243115"/>
                  </a:cubicBezTo>
                  <a:cubicBezTo>
                    <a:pt x="398136" y="248554"/>
                    <a:pt x="398136" y="251274"/>
                    <a:pt x="395416" y="256713"/>
                  </a:cubicBezTo>
                  <a:cubicBezTo>
                    <a:pt x="392696" y="267592"/>
                    <a:pt x="389977" y="278470"/>
                    <a:pt x="379098" y="278470"/>
                  </a:cubicBezTo>
                  <a:cubicBezTo>
                    <a:pt x="370939" y="278470"/>
                    <a:pt x="368219" y="275751"/>
                    <a:pt x="362780" y="273031"/>
                  </a:cubicBezTo>
                  <a:cubicBezTo>
                    <a:pt x="357341" y="270311"/>
                    <a:pt x="354621" y="262152"/>
                    <a:pt x="354621" y="256713"/>
                  </a:cubicBezTo>
                  <a:cubicBezTo>
                    <a:pt x="349182" y="237675"/>
                    <a:pt x="354621" y="232236"/>
                    <a:pt x="354621" y="213198"/>
                  </a:cubicBezTo>
                  <a:cubicBezTo>
                    <a:pt x="354621" y="210479"/>
                    <a:pt x="354621" y="207759"/>
                    <a:pt x="354621" y="205040"/>
                  </a:cubicBezTo>
                  <a:cubicBezTo>
                    <a:pt x="349182" y="186002"/>
                    <a:pt x="343742" y="169684"/>
                    <a:pt x="338303" y="147927"/>
                  </a:cubicBezTo>
                  <a:cubicBezTo>
                    <a:pt x="332864" y="131609"/>
                    <a:pt x="311107" y="107132"/>
                    <a:pt x="292069" y="107132"/>
                  </a:cubicBezTo>
                  <a:cubicBezTo>
                    <a:pt x="281190" y="107132"/>
                    <a:pt x="270312" y="115291"/>
                    <a:pt x="262153" y="120730"/>
                  </a:cubicBezTo>
                  <a:cubicBezTo>
                    <a:pt x="259433" y="123450"/>
                    <a:pt x="256713" y="126170"/>
                    <a:pt x="251274" y="131609"/>
                  </a:cubicBezTo>
                  <a:cubicBezTo>
                    <a:pt x="248554" y="134329"/>
                    <a:pt x="243115" y="137048"/>
                    <a:pt x="240395" y="139768"/>
                  </a:cubicBezTo>
                  <a:cubicBezTo>
                    <a:pt x="237676" y="145207"/>
                    <a:pt x="240395" y="156086"/>
                    <a:pt x="237676" y="164245"/>
                  </a:cubicBezTo>
                  <a:cubicBezTo>
                    <a:pt x="232236" y="175123"/>
                    <a:pt x="229517" y="186002"/>
                    <a:pt x="226797" y="196881"/>
                  </a:cubicBezTo>
                  <a:cubicBezTo>
                    <a:pt x="221358" y="218638"/>
                    <a:pt x="218638" y="237675"/>
                    <a:pt x="213199" y="259433"/>
                  </a:cubicBezTo>
                  <a:cubicBezTo>
                    <a:pt x="210479" y="281190"/>
                    <a:pt x="207759" y="302947"/>
                    <a:pt x="207759" y="324704"/>
                  </a:cubicBezTo>
                  <a:cubicBezTo>
                    <a:pt x="207759" y="327424"/>
                    <a:pt x="207759" y="332863"/>
                    <a:pt x="207759" y="335583"/>
                  </a:cubicBezTo>
                  <a:cubicBezTo>
                    <a:pt x="207759" y="341022"/>
                    <a:pt x="205040" y="343742"/>
                    <a:pt x="205040" y="349181"/>
                  </a:cubicBezTo>
                  <a:cubicBezTo>
                    <a:pt x="205040" y="354621"/>
                    <a:pt x="207759" y="362779"/>
                    <a:pt x="207759" y="368219"/>
                  </a:cubicBezTo>
                  <a:cubicBezTo>
                    <a:pt x="207759" y="370939"/>
                    <a:pt x="207759" y="373658"/>
                    <a:pt x="207759" y="376378"/>
                  </a:cubicBezTo>
                  <a:cubicBezTo>
                    <a:pt x="205040" y="381817"/>
                    <a:pt x="205040" y="384537"/>
                    <a:pt x="205040" y="387256"/>
                  </a:cubicBezTo>
                  <a:cubicBezTo>
                    <a:pt x="205040" y="389976"/>
                    <a:pt x="205040" y="392696"/>
                    <a:pt x="205040" y="395415"/>
                  </a:cubicBezTo>
                  <a:cubicBezTo>
                    <a:pt x="205040" y="398135"/>
                    <a:pt x="205040" y="403574"/>
                    <a:pt x="205040" y="406294"/>
                  </a:cubicBezTo>
                  <a:cubicBezTo>
                    <a:pt x="205040" y="411733"/>
                    <a:pt x="205040" y="417173"/>
                    <a:pt x="205040" y="425332"/>
                  </a:cubicBezTo>
                  <a:cubicBezTo>
                    <a:pt x="205040" y="449809"/>
                    <a:pt x="213199" y="471566"/>
                    <a:pt x="213199" y="493323"/>
                  </a:cubicBezTo>
                  <a:cubicBezTo>
                    <a:pt x="213199" y="517800"/>
                    <a:pt x="215919" y="539557"/>
                    <a:pt x="221358" y="561314"/>
                  </a:cubicBezTo>
                  <a:cubicBezTo>
                    <a:pt x="224077" y="572193"/>
                    <a:pt x="224077" y="580352"/>
                    <a:pt x="226797" y="591231"/>
                  </a:cubicBezTo>
                  <a:cubicBezTo>
                    <a:pt x="229517" y="599390"/>
                    <a:pt x="237676" y="607548"/>
                    <a:pt x="240395" y="618427"/>
                  </a:cubicBezTo>
                  <a:cubicBezTo>
                    <a:pt x="248554" y="637465"/>
                    <a:pt x="262153" y="651063"/>
                    <a:pt x="283910" y="651063"/>
                  </a:cubicBezTo>
                  <a:cubicBezTo>
                    <a:pt x="302948" y="651063"/>
                    <a:pt x="330144" y="629306"/>
                    <a:pt x="338303" y="612988"/>
                  </a:cubicBezTo>
                  <a:cubicBezTo>
                    <a:pt x="346462" y="599390"/>
                    <a:pt x="351901" y="591231"/>
                    <a:pt x="354621" y="577632"/>
                  </a:cubicBezTo>
                  <a:cubicBezTo>
                    <a:pt x="354621" y="550436"/>
                    <a:pt x="354621" y="517800"/>
                    <a:pt x="357341" y="509641"/>
                  </a:cubicBezTo>
                  <a:cubicBezTo>
                    <a:pt x="357341" y="501482"/>
                    <a:pt x="357341" y="490603"/>
                    <a:pt x="362780" y="485164"/>
                  </a:cubicBezTo>
                  <a:cubicBezTo>
                    <a:pt x="365500" y="482444"/>
                    <a:pt x="365500" y="479725"/>
                    <a:pt x="368219" y="474286"/>
                  </a:cubicBezTo>
                  <a:cubicBezTo>
                    <a:pt x="370939" y="471566"/>
                    <a:pt x="373659" y="468846"/>
                    <a:pt x="376378" y="468846"/>
                  </a:cubicBezTo>
                  <a:cubicBezTo>
                    <a:pt x="379098" y="468846"/>
                    <a:pt x="381818" y="471566"/>
                    <a:pt x="384537" y="474286"/>
                  </a:cubicBezTo>
                  <a:cubicBezTo>
                    <a:pt x="387257" y="479725"/>
                    <a:pt x="389977" y="487884"/>
                    <a:pt x="392696" y="493323"/>
                  </a:cubicBezTo>
                  <a:cubicBezTo>
                    <a:pt x="392696" y="501482"/>
                    <a:pt x="395416" y="539557"/>
                    <a:pt x="395416" y="558595"/>
                  </a:cubicBezTo>
                  <a:cubicBezTo>
                    <a:pt x="395416" y="583072"/>
                    <a:pt x="395416" y="610268"/>
                    <a:pt x="398136" y="618427"/>
                  </a:cubicBezTo>
                  <a:cubicBezTo>
                    <a:pt x="398136" y="648343"/>
                    <a:pt x="400855" y="659222"/>
                    <a:pt x="400855" y="678260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FF9C0273-E1F4-49D7-992B-B560253BF396}"/>
                </a:ext>
              </a:extLst>
            </p:cNvPr>
            <p:cNvSpPr/>
            <p:nvPr/>
          </p:nvSpPr>
          <p:spPr>
            <a:xfrm>
              <a:off x="3829459" y="4200317"/>
              <a:ext cx="598325" cy="761503"/>
            </a:xfrm>
            <a:custGeom>
              <a:avLst/>
              <a:gdLst>
                <a:gd name="connsiteX0" fmla="*/ 360060 w 598324"/>
                <a:gd name="connsiteY0" fmla="*/ 332863 h 761503"/>
                <a:gd name="connsiteX1" fmla="*/ 341023 w 598324"/>
                <a:gd name="connsiteY1" fmla="*/ 370939 h 761503"/>
                <a:gd name="connsiteX2" fmla="*/ 376378 w 598324"/>
                <a:gd name="connsiteY2" fmla="*/ 389976 h 761503"/>
                <a:gd name="connsiteX3" fmla="*/ 425332 w 598324"/>
                <a:gd name="connsiteY3" fmla="*/ 433491 h 761503"/>
                <a:gd name="connsiteX4" fmla="*/ 438930 w 598324"/>
                <a:gd name="connsiteY4" fmla="*/ 463407 h 761503"/>
                <a:gd name="connsiteX5" fmla="*/ 449809 w 598324"/>
                <a:gd name="connsiteY5" fmla="*/ 498762 h 761503"/>
                <a:gd name="connsiteX6" fmla="*/ 457968 w 598324"/>
                <a:gd name="connsiteY6" fmla="*/ 528679 h 761503"/>
                <a:gd name="connsiteX7" fmla="*/ 466127 w 598324"/>
                <a:gd name="connsiteY7" fmla="*/ 564034 h 761503"/>
                <a:gd name="connsiteX8" fmla="*/ 471566 w 598324"/>
                <a:gd name="connsiteY8" fmla="*/ 593950 h 761503"/>
                <a:gd name="connsiteX9" fmla="*/ 479725 w 598324"/>
                <a:gd name="connsiteY9" fmla="*/ 607548 h 761503"/>
                <a:gd name="connsiteX10" fmla="*/ 487884 w 598324"/>
                <a:gd name="connsiteY10" fmla="*/ 623867 h 761503"/>
                <a:gd name="connsiteX11" fmla="*/ 501482 w 598324"/>
                <a:gd name="connsiteY11" fmla="*/ 651063 h 761503"/>
                <a:gd name="connsiteX12" fmla="*/ 523240 w 598324"/>
                <a:gd name="connsiteY12" fmla="*/ 670101 h 761503"/>
                <a:gd name="connsiteX13" fmla="*/ 534119 w 598324"/>
                <a:gd name="connsiteY13" fmla="*/ 686418 h 761503"/>
                <a:gd name="connsiteX14" fmla="*/ 531399 w 598324"/>
                <a:gd name="connsiteY14" fmla="*/ 694578 h 761503"/>
                <a:gd name="connsiteX15" fmla="*/ 498763 w 598324"/>
                <a:gd name="connsiteY15" fmla="*/ 708176 h 761503"/>
                <a:gd name="connsiteX16" fmla="*/ 449809 w 598324"/>
                <a:gd name="connsiteY16" fmla="*/ 700017 h 761503"/>
                <a:gd name="connsiteX17" fmla="*/ 400855 w 598324"/>
                <a:gd name="connsiteY17" fmla="*/ 667381 h 761503"/>
                <a:gd name="connsiteX18" fmla="*/ 381817 w 598324"/>
                <a:gd name="connsiteY18" fmla="*/ 642904 h 761503"/>
                <a:gd name="connsiteX19" fmla="*/ 368219 w 598324"/>
                <a:gd name="connsiteY19" fmla="*/ 610268 h 761503"/>
                <a:gd name="connsiteX20" fmla="*/ 349182 w 598324"/>
                <a:gd name="connsiteY20" fmla="*/ 550436 h 761503"/>
                <a:gd name="connsiteX21" fmla="*/ 338303 w 598324"/>
                <a:gd name="connsiteY21" fmla="*/ 504202 h 761503"/>
                <a:gd name="connsiteX22" fmla="*/ 330144 w 598324"/>
                <a:gd name="connsiteY22" fmla="*/ 477005 h 761503"/>
                <a:gd name="connsiteX23" fmla="*/ 321985 w 598324"/>
                <a:gd name="connsiteY23" fmla="*/ 455248 h 761503"/>
                <a:gd name="connsiteX24" fmla="*/ 305667 w 598324"/>
                <a:gd name="connsiteY24" fmla="*/ 436210 h 761503"/>
                <a:gd name="connsiteX25" fmla="*/ 294788 w 598324"/>
                <a:gd name="connsiteY25" fmla="*/ 441650 h 761503"/>
                <a:gd name="connsiteX26" fmla="*/ 278471 w 598324"/>
                <a:gd name="connsiteY26" fmla="*/ 463407 h 761503"/>
                <a:gd name="connsiteX27" fmla="*/ 264872 w 598324"/>
                <a:gd name="connsiteY27" fmla="*/ 496043 h 761503"/>
                <a:gd name="connsiteX28" fmla="*/ 262153 w 598324"/>
                <a:gd name="connsiteY28" fmla="*/ 517800 h 761503"/>
                <a:gd name="connsiteX29" fmla="*/ 262153 w 598324"/>
                <a:gd name="connsiteY29" fmla="*/ 523239 h 761503"/>
                <a:gd name="connsiteX30" fmla="*/ 262153 w 598324"/>
                <a:gd name="connsiteY30" fmla="*/ 553155 h 761503"/>
                <a:gd name="connsiteX31" fmla="*/ 262153 w 598324"/>
                <a:gd name="connsiteY31" fmla="*/ 629306 h 761503"/>
                <a:gd name="connsiteX32" fmla="*/ 259433 w 598324"/>
                <a:gd name="connsiteY32" fmla="*/ 659222 h 761503"/>
                <a:gd name="connsiteX33" fmla="*/ 283910 w 598324"/>
                <a:gd name="connsiteY33" fmla="*/ 659222 h 761503"/>
                <a:gd name="connsiteX34" fmla="*/ 321985 w 598324"/>
                <a:gd name="connsiteY34" fmla="*/ 675540 h 761503"/>
                <a:gd name="connsiteX35" fmla="*/ 316546 w 598324"/>
                <a:gd name="connsiteY35" fmla="*/ 691858 h 761503"/>
                <a:gd name="connsiteX36" fmla="*/ 300228 w 598324"/>
                <a:gd name="connsiteY36" fmla="*/ 700017 h 761503"/>
                <a:gd name="connsiteX37" fmla="*/ 278471 w 598324"/>
                <a:gd name="connsiteY37" fmla="*/ 702736 h 761503"/>
                <a:gd name="connsiteX38" fmla="*/ 243115 w 598324"/>
                <a:gd name="connsiteY38" fmla="*/ 702736 h 761503"/>
                <a:gd name="connsiteX39" fmla="*/ 221358 w 598324"/>
                <a:gd name="connsiteY39" fmla="*/ 710895 h 761503"/>
                <a:gd name="connsiteX40" fmla="*/ 194161 w 598324"/>
                <a:gd name="connsiteY40" fmla="*/ 702736 h 761503"/>
                <a:gd name="connsiteX41" fmla="*/ 177843 w 598324"/>
                <a:gd name="connsiteY41" fmla="*/ 702736 h 761503"/>
                <a:gd name="connsiteX42" fmla="*/ 126170 w 598324"/>
                <a:gd name="connsiteY42" fmla="*/ 702736 h 761503"/>
                <a:gd name="connsiteX43" fmla="*/ 101693 w 598324"/>
                <a:gd name="connsiteY43" fmla="*/ 702736 h 761503"/>
                <a:gd name="connsiteX44" fmla="*/ 74496 w 598324"/>
                <a:gd name="connsiteY44" fmla="*/ 697297 h 761503"/>
                <a:gd name="connsiteX45" fmla="*/ 58178 w 598324"/>
                <a:gd name="connsiteY45" fmla="*/ 680979 h 761503"/>
                <a:gd name="connsiteX46" fmla="*/ 63617 w 598324"/>
                <a:gd name="connsiteY46" fmla="*/ 672820 h 761503"/>
                <a:gd name="connsiteX47" fmla="*/ 85375 w 598324"/>
                <a:gd name="connsiteY47" fmla="*/ 664661 h 761503"/>
                <a:gd name="connsiteX48" fmla="*/ 128889 w 598324"/>
                <a:gd name="connsiteY48" fmla="*/ 659222 h 761503"/>
                <a:gd name="connsiteX49" fmla="*/ 147927 w 598324"/>
                <a:gd name="connsiteY49" fmla="*/ 659222 h 761503"/>
                <a:gd name="connsiteX50" fmla="*/ 145207 w 598324"/>
                <a:gd name="connsiteY50" fmla="*/ 653783 h 761503"/>
                <a:gd name="connsiteX51" fmla="*/ 131609 w 598324"/>
                <a:gd name="connsiteY51" fmla="*/ 585791 h 761503"/>
                <a:gd name="connsiteX52" fmla="*/ 134329 w 598324"/>
                <a:gd name="connsiteY52" fmla="*/ 498762 h 761503"/>
                <a:gd name="connsiteX53" fmla="*/ 137048 w 598324"/>
                <a:gd name="connsiteY53" fmla="*/ 406294 h 761503"/>
                <a:gd name="connsiteX54" fmla="*/ 134329 w 598324"/>
                <a:gd name="connsiteY54" fmla="*/ 327424 h 761503"/>
                <a:gd name="connsiteX55" fmla="*/ 137048 w 598324"/>
                <a:gd name="connsiteY55" fmla="*/ 253993 h 761503"/>
                <a:gd name="connsiteX56" fmla="*/ 139768 w 598324"/>
                <a:gd name="connsiteY56" fmla="*/ 207759 h 761503"/>
                <a:gd name="connsiteX57" fmla="*/ 137048 w 598324"/>
                <a:gd name="connsiteY57" fmla="*/ 172404 h 761503"/>
                <a:gd name="connsiteX58" fmla="*/ 137048 w 598324"/>
                <a:gd name="connsiteY58" fmla="*/ 112571 h 761503"/>
                <a:gd name="connsiteX59" fmla="*/ 126170 w 598324"/>
                <a:gd name="connsiteY59" fmla="*/ 112571 h 761503"/>
                <a:gd name="connsiteX60" fmla="*/ 101693 w 598324"/>
                <a:gd name="connsiteY60" fmla="*/ 112571 h 761503"/>
                <a:gd name="connsiteX61" fmla="*/ 74496 w 598324"/>
                <a:gd name="connsiteY61" fmla="*/ 107132 h 761503"/>
                <a:gd name="connsiteX62" fmla="*/ 58178 w 598324"/>
                <a:gd name="connsiteY62" fmla="*/ 90814 h 761503"/>
                <a:gd name="connsiteX63" fmla="*/ 63617 w 598324"/>
                <a:gd name="connsiteY63" fmla="*/ 82655 h 761503"/>
                <a:gd name="connsiteX64" fmla="*/ 85375 w 598324"/>
                <a:gd name="connsiteY64" fmla="*/ 74496 h 761503"/>
                <a:gd name="connsiteX65" fmla="*/ 137048 w 598324"/>
                <a:gd name="connsiteY65" fmla="*/ 69057 h 761503"/>
                <a:gd name="connsiteX66" fmla="*/ 145207 w 598324"/>
                <a:gd name="connsiteY66" fmla="*/ 69057 h 761503"/>
                <a:gd name="connsiteX67" fmla="*/ 169684 w 598324"/>
                <a:gd name="connsiteY67" fmla="*/ 58178 h 761503"/>
                <a:gd name="connsiteX68" fmla="*/ 177843 w 598324"/>
                <a:gd name="connsiteY68" fmla="*/ 58178 h 761503"/>
                <a:gd name="connsiteX69" fmla="*/ 205040 w 598324"/>
                <a:gd name="connsiteY69" fmla="*/ 66337 h 761503"/>
                <a:gd name="connsiteX70" fmla="*/ 286629 w 598324"/>
                <a:gd name="connsiteY70" fmla="*/ 63617 h 761503"/>
                <a:gd name="connsiteX71" fmla="*/ 324705 w 598324"/>
                <a:gd name="connsiteY71" fmla="*/ 79936 h 761503"/>
                <a:gd name="connsiteX72" fmla="*/ 319265 w 598324"/>
                <a:gd name="connsiteY72" fmla="*/ 96253 h 761503"/>
                <a:gd name="connsiteX73" fmla="*/ 302948 w 598324"/>
                <a:gd name="connsiteY73" fmla="*/ 104412 h 761503"/>
                <a:gd name="connsiteX74" fmla="*/ 278471 w 598324"/>
                <a:gd name="connsiteY74" fmla="*/ 112571 h 761503"/>
                <a:gd name="connsiteX75" fmla="*/ 232236 w 598324"/>
                <a:gd name="connsiteY75" fmla="*/ 112571 h 761503"/>
                <a:gd name="connsiteX76" fmla="*/ 240395 w 598324"/>
                <a:gd name="connsiteY76" fmla="*/ 137048 h 761503"/>
                <a:gd name="connsiteX77" fmla="*/ 240395 w 598324"/>
                <a:gd name="connsiteY77" fmla="*/ 150647 h 761503"/>
                <a:gd name="connsiteX78" fmla="*/ 243115 w 598324"/>
                <a:gd name="connsiteY78" fmla="*/ 158805 h 761503"/>
                <a:gd name="connsiteX79" fmla="*/ 248554 w 598324"/>
                <a:gd name="connsiteY79" fmla="*/ 188722 h 761503"/>
                <a:gd name="connsiteX80" fmla="*/ 248554 w 598324"/>
                <a:gd name="connsiteY80" fmla="*/ 199600 h 761503"/>
                <a:gd name="connsiteX81" fmla="*/ 248554 w 598324"/>
                <a:gd name="connsiteY81" fmla="*/ 221357 h 761503"/>
                <a:gd name="connsiteX82" fmla="*/ 253994 w 598324"/>
                <a:gd name="connsiteY82" fmla="*/ 264872 h 761503"/>
                <a:gd name="connsiteX83" fmla="*/ 262153 w 598324"/>
                <a:gd name="connsiteY83" fmla="*/ 297508 h 761503"/>
                <a:gd name="connsiteX84" fmla="*/ 264872 w 598324"/>
                <a:gd name="connsiteY84" fmla="*/ 324704 h 761503"/>
                <a:gd name="connsiteX85" fmla="*/ 264872 w 598324"/>
                <a:gd name="connsiteY85" fmla="*/ 332863 h 761503"/>
                <a:gd name="connsiteX86" fmla="*/ 264872 w 598324"/>
                <a:gd name="connsiteY86" fmla="*/ 351901 h 761503"/>
                <a:gd name="connsiteX87" fmla="*/ 262153 w 598324"/>
                <a:gd name="connsiteY87" fmla="*/ 370939 h 761503"/>
                <a:gd name="connsiteX88" fmla="*/ 267592 w 598324"/>
                <a:gd name="connsiteY88" fmla="*/ 384537 h 761503"/>
                <a:gd name="connsiteX89" fmla="*/ 278471 w 598324"/>
                <a:gd name="connsiteY89" fmla="*/ 370939 h 761503"/>
                <a:gd name="connsiteX90" fmla="*/ 297508 w 598324"/>
                <a:gd name="connsiteY90" fmla="*/ 332863 h 761503"/>
                <a:gd name="connsiteX91" fmla="*/ 311106 w 598324"/>
                <a:gd name="connsiteY91" fmla="*/ 305667 h 761503"/>
                <a:gd name="connsiteX92" fmla="*/ 335583 w 598324"/>
                <a:gd name="connsiteY92" fmla="*/ 259433 h 761503"/>
                <a:gd name="connsiteX93" fmla="*/ 354621 w 598324"/>
                <a:gd name="connsiteY93" fmla="*/ 224077 h 761503"/>
                <a:gd name="connsiteX94" fmla="*/ 381817 w 598324"/>
                <a:gd name="connsiteY94" fmla="*/ 172404 h 761503"/>
                <a:gd name="connsiteX95" fmla="*/ 409014 w 598324"/>
                <a:gd name="connsiteY95" fmla="*/ 118011 h 761503"/>
                <a:gd name="connsiteX96" fmla="*/ 411734 w 598324"/>
                <a:gd name="connsiteY96" fmla="*/ 115291 h 761503"/>
                <a:gd name="connsiteX97" fmla="*/ 398136 w 598324"/>
                <a:gd name="connsiteY97" fmla="*/ 115291 h 761503"/>
                <a:gd name="connsiteX98" fmla="*/ 379098 w 598324"/>
                <a:gd name="connsiteY98" fmla="*/ 109852 h 761503"/>
                <a:gd name="connsiteX99" fmla="*/ 368219 w 598324"/>
                <a:gd name="connsiteY99" fmla="*/ 93534 h 761503"/>
                <a:gd name="connsiteX100" fmla="*/ 370939 w 598324"/>
                <a:gd name="connsiteY100" fmla="*/ 85375 h 761503"/>
                <a:gd name="connsiteX101" fmla="*/ 387257 w 598324"/>
                <a:gd name="connsiteY101" fmla="*/ 77216 h 761503"/>
                <a:gd name="connsiteX102" fmla="*/ 422612 w 598324"/>
                <a:gd name="connsiteY102" fmla="*/ 71776 h 761503"/>
                <a:gd name="connsiteX103" fmla="*/ 436211 w 598324"/>
                <a:gd name="connsiteY103" fmla="*/ 71776 h 761503"/>
                <a:gd name="connsiteX104" fmla="*/ 438930 w 598324"/>
                <a:gd name="connsiteY104" fmla="*/ 69057 h 761503"/>
                <a:gd name="connsiteX105" fmla="*/ 452529 w 598324"/>
                <a:gd name="connsiteY105" fmla="*/ 66337 h 761503"/>
                <a:gd name="connsiteX106" fmla="*/ 466127 w 598324"/>
                <a:gd name="connsiteY106" fmla="*/ 69057 h 761503"/>
                <a:gd name="connsiteX107" fmla="*/ 471566 w 598324"/>
                <a:gd name="connsiteY107" fmla="*/ 71776 h 761503"/>
                <a:gd name="connsiteX108" fmla="*/ 515081 w 598324"/>
                <a:gd name="connsiteY108" fmla="*/ 71776 h 761503"/>
                <a:gd name="connsiteX109" fmla="*/ 542277 w 598324"/>
                <a:gd name="connsiteY109" fmla="*/ 88094 h 761503"/>
                <a:gd name="connsiteX110" fmla="*/ 536838 w 598324"/>
                <a:gd name="connsiteY110" fmla="*/ 104412 h 761503"/>
                <a:gd name="connsiteX111" fmla="*/ 525959 w 598324"/>
                <a:gd name="connsiteY111" fmla="*/ 112571 h 761503"/>
                <a:gd name="connsiteX112" fmla="*/ 509642 w 598324"/>
                <a:gd name="connsiteY112" fmla="*/ 115291 h 761503"/>
                <a:gd name="connsiteX113" fmla="*/ 468847 w 598324"/>
                <a:gd name="connsiteY113" fmla="*/ 115291 h 761503"/>
                <a:gd name="connsiteX114" fmla="*/ 457968 w 598324"/>
                <a:gd name="connsiteY114" fmla="*/ 137048 h 761503"/>
                <a:gd name="connsiteX115" fmla="*/ 430771 w 598324"/>
                <a:gd name="connsiteY115" fmla="*/ 194161 h 761503"/>
                <a:gd name="connsiteX116" fmla="*/ 400855 w 598324"/>
                <a:gd name="connsiteY116" fmla="*/ 262152 h 761503"/>
                <a:gd name="connsiteX117" fmla="*/ 360060 w 598324"/>
                <a:gd name="connsiteY117" fmla="*/ 332863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</a:cxnLst>
              <a:rect l="l" t="t" r="r" b="b"/>
              <a:pathLst>
                <a:path w="598324" h="761503">
                  <a:moveTo>
                    <a:pt x="360060" y="332863"/>
                  </a:moveTo>
                  <a:cubicBezTo>
                    <a:pt x="351901" y="343742"/>
                    <a:pt x="341023" y="357340"/>
                    <a:pt x="341023" y="370939"/>
                  </a:cubicBezTo>
                  <a:cubicBezTo>
                    <a:pt x="341023" y="379098"/>
                    <a:pt x="357341" y="381817"/>
                    <a:pt x="376378" y="389976"/>
                  </a:cubicBezTo>
                  <a:cubicBezTo>
                    <a:pt x="395416" y="398135"/>
                    <a:pt x="417173" y="417173"/>
                    <a:pt x="425332" y="433491"/>
                  </a:cubicBezTo>
                  <a:cubicBezTo>
                    <a:pt x="430771" y="444369"/>
                    <a:pt x="436211" y="452528"/>
                    <a:pt x="438930" y="463407"/>
                  </a:cubicBezTo>
                  <a:cubicBezTo>
                    <a:pt x="444370" y="474286"/>
                    <a:pt x="447089" y="487884"/>
                    <a:pt x="449809" y="498762"/>
                  </a:cubicBezTo>
                  <a:cubicBezTo>
                    <a:pt x="452529" y="512361"/>
                    <a:pt x="452529" y="517800"/>
                    <a:pt x="457968" y="528679"/>
                  </a:cubicBezTo>
                  <a:cubicBezTo>
                    <a:pt x="463407" y="539557"/>
                    <a:pt x="463407" y="553155"/>
                    <a:pt x="466127" y="564034"/>
                  </a:cubicBezTo>
                  <a:cubicBezTo>
                    <a:pt x="468847" y="572193"/>
                    <a:pt x="468847" y="585791"/>
                    <a:pt x="471566" y="593950"/>
                  </a:cubicBezTo>
                  <a:cubicBezTo>
                    <a:pt x="474286" y="599390"/>
                    <a:pt x="477006" y="602109"/>
                    <a:pt x="479725" y="607548"/>
                  </a:cubicBezTo>
                  <a:cubicBezTo>
                    <a:pt x="482445" y="612988"/>
                    <a:pt x="487884" y="618427"/>
                    <a:pt x="487884" y="623867"/>
                  </a:cubicBezTo>
                  <a:cubicBezTo>
                    <a:pt x="490604" y="634745"/>
                    <a:pt x="496043" y="642904"/>
                    <a:pt x="501482" y="651063"/>
                  </a:cubicBezTo>
                  <a:cubicBezTo>
                    <a:pt x="506922" y="661942"/>
                    <a:pt x="512361" y="664661"/>
                    <a:pt x="523240" y="670101"/>
                  </a:cubicBezTo>
                  <a:cubicBezTo>
                    <a:pt x="528679" y="672820"/>
                    <a:pt x="534119" y="680979"/>
                    <a:pt x="534119" y="686418"/>
                  </a:cubicBezTo>
                  <a:cubicBezTo>
                    <a:pt x="534119" y="689138"/>
                    <a:pt x="534119" y="691858"/>
                    <a:pt x="531399" y="694578"/>
                  </a:cubicBezTo>
                  <a:cubicBezTo>
                    <a:pt x="525959" y="702736"/>
                    <a:pt x="512361" y="708176"/>
                    <a:pt x="498763" y="708176"/>
                  </a:cubicBezTo>
                  <a:cubicBezTo>
                    <a:pt x="485165" y="708176"/>
                    <a:pt x="466127" y="705456"/>
                    <a:pt x="449809" y="700017"/>
                  </a:cubicBezTo>
                  <a:cubicBezTo>
                    <a:pt x="430771" y="694578"/>
                    <a:pt x="409014" y="675540"/>
                    <a:pt x="400855" y="667381"/>
                  </a:cubicBezTo>
                  <a:cubicBezTo>
                    <a:pt x="392696" y="659222"/>
                    <a:pt x="387257" y="651063"/>
                    <a:pt x="381817" y="642904"/>
                  </a:cubicBezTo>
                  <a:cubicBezTo>
                    <a:pt x="376378" y="632025"/>
                    <a:pt x="370939" y="623867"/>
                    <a:pt x="368219" y="610268"/>
                  </a:cubicBezTo>
                  <a:cubicBezTo>
                    <a:pt x="360060" y="588511"/>
                    <a:pt x="357341" y="574913"/>
                    <a:pt x="349182" y="550436"/>
                  </a:cubicBezTo>
                  <a:cubicBezTo>
                    <a:pt x="343742" y="534118"/>
                    <a:pt x="341023" y="520520"/>
                    <a:pt x="338303" y="504202"/>
                  </a:cubicBezTo>
                  <a:cubicBezTo>
                    <a:pt x="335583" y="493323"/>
                    <a:pt x="332864" y="485164"/>
                    <a:pt x="330144" y="477005"/>
                  </a:cubicBezTo>
                  <a:cubicBezTo>
                    <a:pt x="327424" y="471566"/>
                    <a:pt x="324705" y="463407"/>
                    <a:pt x="321985" y="455248"/>
                  </a:cubicBezTo>
                  <a:cubicBezTo>
                    <a:pt x="316546" y="444369"/>
                    <a:pt x="311106" y="436210"/>
                    <a:pt x="305667" y="436210"/>
                  </a:cubicBezTo>
                  <a:cubicBezTo>
                    <a:pt x="302948" y="436210"/>
                    <a:pt x="300228" y="438930"/>
                    <a:pt x="294788" y="441650"/>
                  </a:cubicBezTo>
                  <a:cubicBezTo>
                    <a:pt x="289349" y="447089"/>
                    <a:pt x="283910" y="455248"/>
                    <a:pt x="278471" y="463407"/>
                  </a:cubicBezTo>
                  <a:cubicBezTo>
                    <a:pt x="270312" y="474286"/>
                    <a:pt x="267592" y="485164"/>
                    <a:pt x="264872" y="496043"/>
                  </a:cubicBezTo>
                  <a:cubicBezTo>
                    <a:pt x="264872" y="504202"/>
                    <a:pt x="262153" y="512361"/>
                    <a:pt x="262153" y="517800"/>
                  </a:cubicBezTo>
                  <a:cubicBezTo>
                    <a:pt x="262153" y="520520"/>
                    <a:pt x="262153" y="520520"/>
                    <a:pt x="262153" y="523239"/>
                  </a:cubicBezTo>
                  <a:cubicBezTo>
                    <a:pt x="262153" y="528679"/>
                    <a:pt x="262153" y="544997"/>
                    <a:pt x="262153" y="553155"/>
                  </a:cubicBezTo>
                  <a:cubicBezTo>
                    <a:pt x="262153" y="583072"/>
                    <a:pt x="264872" y="599390"/>
                    <a:pt x="262153" y="629306"/>
                  </a:cubicBezTo>
                  <a:cubicBezTo>
                    <a:pt x="262153" y="640184"/>
                    <a:pt x="262153" y="648343"/>
                    <a:pt x="259433" y="659222"/>
                  </a:cubicBezTo>
                  <a:cubicBezTo>
                    <a:pt x="270312" y="659222"/>
                    <a:pt x="278471" y="659222"/>
                    <a:pt x="283910" y="659222"/>
                  </a:cubicBezTo>
                  <a:cubicBezTo>
                    <a:pt x="297508" y="659222"/>
                    <a:pt x="321985" y="659222"/>
                    <a:pt x="321985" y="675540"/>
                  </a:cubicBezTo>
                  <a:cubicBezTo>
                    <a:pt x="321985" y="683699"/>
                    <a:pt x="319265" y="686418"/>
                    <a:pt x="316546" y="691858"/>
                  </a:cubicBezTo>
                  <a:cubicBezTo>
                    <a:pt x="311106" y="697297"/>
                    <a:pt x="305667" y="700017"/>
                    <a:pt x="300228" y="700017"/>
                  </a:cubicBezTo>
                  <a:cubicBezTo>
                    <a:pt x="292069" y="702736"/>
                    <a:pt x="283910" y="702736"/>
                    <a:pt x="278471" y="702736"/>
                  </a:cubicBezTo>
                  <a:cubicBezTo>
                    <a:pt x="275751" y="702736"/>
                    <a:pt x="259433" y="702736"/>
                    <a:pt x="243115" y="702736"/>
                  </a:cubicBezTo>
                  <a:cubicBezTo>
                    <a:pt x="237676" y="708176"/>
                    <a:pt x="229517" y="710895"/>
                    <a:pt x="221358" y="710895"/>
                  </a:cubicBezTo>
                  <a:cubicBezTo>
                    <a:pt x="213199" y="710895"/>
                    <a:pt x="202320" y="708176"/>
                    <a:pt x="194161" y="702736"/>
                  </a:cubicBezTo>
                  <a:cubicBezTo>
                    <a:pt x="186002" y="702736"/>
                    <a:pt x="180563" y="702736"/>
                    <a:pt x="177843" y="702736"/>
                  </a:cubicBezTo>
                  <a:cubicBezTo>
                    <a:pt x="164245" y="702736"/>
                    <a:pt x="139768" y="702736"/>
                    <a:pt x="126170" y="702736"/>
                  </a:cubicBezTo>
                  <a:cubicBezTo>
                    <a:pt x="118011" y="702736"/>
                    <a:pt x="109852" y="702736"/>
                    <a:pt x="101693" y="702736"/>
                  </a:cubicBezTo>
                  <a:cubicBezTo>
                    <a:pt x="93534" y="702736"/>
                    <a:pt x="82655" y="702736"/>
                    <a:pt x="74496" y="697297"/>
                  </a:cubicBezTo>
                  <a:cubicBezTo>
                    <a:pt x="66337" y="694578"/>
                    <a:pt x="58178" y="686418"/>
                    <a:pt x="58178" y="680979"/>
                  </a:cubicBezTo>
                  <a:cubicBezTo>
                    <a:pt x="58178" y="678260"/>
                    <a:pt x="58178" y="675540"/>
                    <a:pt x="63617" y="672820"/>
                  </a:cubicBezTo>
                  <a:cubicBezTo>
                    <a:pt x="69057" y="670101"/>
                    <a:pt x="79935" y="667381"/>
                    <a:pt x="85375" y="664661"/>
                  </a:cubicBezTo>
                  <a:cubicBezTo>
                    <a:pt x="104412" y="661942"/>
                    <a:pt x="123450" y="659222"/>
                    <a:pt x="128889" y="659222"/>
                  </a:cubicBezTo>
                  <a:cubicBezTo>
                    <a:pt x="134329" y="659222"/>
                    <a:pt x="139768" y="659222"/>
                    <a:pt x="147927" y="659222"/>
                  </a:cubicBezTo>
                  <a:cubicBezTo>
                    <a:pt x="147927" y="656502"/>
                    <a:pt x="145207" y="653783"/>
                    <a:pt x="145207" y="653783"/>
                  </a:cubicBezTo>
                  <a:cubicBezTo>
                    <a:pt x="131609" y="632025"/>
                    <a:pt x="131609" y="610268"/>
                    <a:pt x="131609" y="585791"/>
                  </a:cubicBezTo>
                  <a:cubicBezTo>
                    <a:pt x="131609" y="555875"/>
                    <a:pt x="131609" y="528679"/>
                    <a:pt x="134329" y="498762"/>
                  </a:cubicBezTo>
                  <a:cubicBezTo>
                    <a:pt x="134329" y="468846"/>
                    <a:pt x="137048" y="436210"/>
                    <a:pt x="137048" y="406294"/>
                  </a:cubicBezTo>
                  <a:cubicBezTo>
                    <a:pt x="137048" y="379098"/>
                    <a:pt x="134329" y="354621"/>
                    <a:pt x="134329" y="327424"/>
                  </a:cubicBezTo>
                  <a:cubicBezTo>
                    <a:pt x="134329" y="302947"/>
                    <a:pt x="137048" y="278470"/>
                    <a:pt x="137048" y="253993"/>
                  </a:cubicBezTo>
                  <a:cubicBezTo>
                    <a:pt x="137048" y="237675"/>
                    <a:pt x="139768" y="224077"/>
                    <a:pt x="139768" y="207759"/>
                  </a:cubicBezTo>
                  <a:cubicBezTo>
                    <a:pt x="139768" y="196881"/>
                    <a:pt x="137048" y="183282"/>
                    <a:pt x="137048" y="172404"/>
                  </a:cubicBezTo>
                  <a:cubicBezTo>
                    <a:pt x="137048" y="150647"/>
                    <a:pt x="137048" y="131609"/>
                    <a:pt x="137048" y="112571"/>
                  </a:cubicBezTo>
                  <a:cubicBezTo>
                    <a:pt x="134329" y="112571"/>
                    <a:pt x="137048" y="112571"/>
                    <a:pt x="126170" y="112571"/>
                  </a:cubicBezTo>
                  <a:cubicBezTo>
                    <a:pt x="118011" y="112571"/>
                    <a:pt x="109852" y="112571"/>
                    <a:pt x="101693" y="112571"/>
                  </a:cubicBezTo>
                  <a:cubicBezTo>
                    <a:pt x="93534" y="112571"/>
                    <a:pt x="82655" y="109852"/>
                    <a:pt x="74496" y="107132"/>
                  </a:cubicBezTo>
                  <a:cubicBezTo>
                    <a:pt x="66337" y="104412"/>
                    <a:pt x="58178" y="96253"/>
                    <a:pt x="58178" y="90814"/>
                  </a:cubicBezTo>
                  <a:cubicBezTo>
                    <a:pt x="58178" y="88094"/>
                    <a:pt x="58178" y="85375"/>
                    <a:pt x="63617" y="82655"/>
                  </a:cubicBezTo>
                  <a:cubicBezTo>
                    <a:pt x="69057" y="79936"/>
                    <a:pt x="79935" y="77216"/>
                    <a:pt x="85375" y="74496"/>
                  </a:cubicBezTo>
                  <a:cubicBezTo>
                    <a:pt x="104412" y="71776"/>
                    <a:pt x="128889" y="69057"/>
                    <a:pt x="137048" y="69057"/>
                  </a:cubicBezTo>
                  <a:cubicBezTo>
                    <a:pt x="137048" y="69057"/>
                    <a:pt x="139768" y="69057"/>
                    <a:pt x="145207" y="69057"/>
                  </a:cubicBezTo>
                  <a:cubicBezTo>
                    <a:pt x="150646" y="60898"/>
                    <a:pt x="158806" y="58178"/>
                    <a:pt x="169684" y="58178"/>
                  </a:cubicBezTo>
                  <a:cubicBezTo>
                    <a:pt x="172404" y="58178"/>
                    <a:pt x="175123" y="58178"/>
                    <a:pt x="177843" y="58178"/>
                  </a:cubicBezTo>
                  <a:cubicBezTo>
                    <a:pt x="186002" y="58178"/>
                    <a:pt x="196881" y="63617"/>
                    <a:pt x="205040" y="66337"/>
                  </a:cubicBezTo>
                  <a:cubicBezTo>
                    <a:pt x="237676" y="66337"/>
                    <a:pt x="273031" y="63617"/>
                    <a:pt x="286629" y="63617"/>
                  </a:cubicBezTo>
                  <a:cubicBezTo>
                    <a:pt x="300228" y="63617"/>
                    <a:pt x="324705" y="63617"/>
                    <a:pt x="324705" y="79936"/>
                  </a:cubicBezTo>
                  <a:cubicBezTo>
                    <a:pt x="324705" y="88094"/>
                    <a:pt x="321985" y="90814"/>
                    <a:pt x="319265" y="96253"/>
                  </a:cubicBezTo>
                  <a:cubicBezTo>
                    <a:pt x="313826" y="101693"/>
                    <a:pt x="308387" y="104412"/>
                    <a:pt x="302948" y="104412"/>
                  </a:cubicBezTo>
                  <a:cubicBezTo>
                    <a:pt x="289349" y="112571"/>
                    <a:pt x="283910" y="112571"/>
                    <a:pt x="278471" y="112571"/>
                  </a:cubicBezTo>
                  <a:cubicBezTo>
                    <a:pt x="273031" y="112571"/>
                    <a:pt x="253994" y="112571"/>
                    <a:pt x="232236" y="112571"/>
                  </a:cubicBezTo>
                  <a:cubicBezTo>
                    <a:pt x="237676" y="120730"/>
                    <a:pt x="240395" y="128889"/>
                    <a:pt x="240395" y="137048"/>
                  </a:cubicBezTo>
                  <a:cubicBezTo>
                    <a:pt x="240395" y="142487"/>
                    <a:pt x="240395" y="145207"/>
                    <a:pt x="240395" y="150647"/>
                  </a:cubicBezTo>
                  <a:cubicBezTo>
                    <a:pt x="240395" y="153366"/>
                    <a:pt x="240395" y="156086"/>
                    <a:pt x="243115" y="158805"/>
                  </a:cubicBezTo>
                  <a:cubicBezTo>
                    <a:pt x="245835" y="169684"/>
                    <a:pt x="245835" y="180563"/>
                    <a:pt x="248554" y="188722"/>
                  </a:cubicBezTo>
                  <a:cubicBezTo>
                    <a:pt x="248554" y="191441"/>
                    <a:pt x="248554" y="194161"/>
                    <a:pt x="248554" y="199600"/>
                  </a:cubicBezTo>
                  <a:cubicBezTo>
                    <a:pt x="248554" y="207759"/>
                    <a:pt x="248554" y="213198"/>
                    <a:pt x="248554" y="221357"/>
                  </a:cubicBezTo>
                  <a:cubicBezTo>
                    <a:pt x="248554" y="234956"/>
                    <a:pt x="251274" y="248554"/>
                    <a:pt x="253994" y="264872"/>
                  </a:cubicBezTo>
                  <a:cubicBezTo>
                    <a:pt x="256713" y="275751"/>
                    <a:pt x="259433" y="286629"/>
                    <a:pt x="262153" y="297508"/>
                  </a:cubicBezTo>
                  <a:cubicBezTo>
                    <a:pt x="264872" y="305667"/>
                    <a:pt x="264872" y="313826"/>
                    <a:pt x="264872" y="324704"/>
                  </a:cubicBezTo>
                  <a:cubicBezTo>
                    <a:pt x="264872" y="327424"/>
                    <a:pt x="264872" y="330144"/>
                    <a:pt x="264872" y="332863"/>
                  </a:cubicBezTo>
                  <a:cubicBezTo>
                    <a:pt x="264872" y="338303"/>
                    <a:pt x="264872" y="346462"/>
                    <a:pt x="264872" y="351901"/>
                  </a:cubicBezTo>
                  <a:cubicBezTo>
                    <a:pt x="264872" y="357340"/>
                    <a:pt x="262153" y="365499"/>
                    <a:pt x="262153" y="370939"/>
                  </a:cubicBezTo>
                  <a:cubicBezTo>
                    <a:pt x="262153" y="376378"/>
                    <a:pt x="264872" y="384537"/>
                    <a:pt x="267592" y="384537"/>
                  </a:cubicBezTo>
                  <a:cubicBezTo>
                    <a:pt x="273031" y="384537"/>
                    <a:pt x="275751" y="376378"/>
                    <a:pt x="278471" y="370939"/>
                  </a:cubicBezTo>
                  <a:cubicBezTo>
                    <a:pt x="283910" y="360060"/>
                    <a:pt x="289349" y="346462"/>
                    <a:pt x="297508" y="332863"/>
                  </a:cubicBezTo>
                  <a:cubicBezTo>
                    <a:pt x="302948" y="324704"/>
                    <a:pt x="305667" y="313826"/>
                    <a:pt x="311106" y="305667"/>
                  </a:cubicBezTo>
                  <a:cubicBezTo>
                    <a:pt x="319265" y="289349"/>
                    <a:pt x="327424" y="275751"/>
                    <a:pt x="335583" y="259433"/>
                  </a:cubicBezTo>
                  <a:cubicBezTo>
                    <a:pt x="341023" y="248554"/>
                    <a:pt x="349182" y="234956"/>
                    <a:pt x="354621" y="224077"/>
                  </a:cubicBezTo>
                  <a:cubicBezTo>
                    <a:pt x="362780" y="207759"/>
                    <a:pt x="370939" y="191441"/>
                    <a:pt x="381817" y="172404"/>
                  </a:cubicBezTo>
                  <a:cubicBezTo>
                    <a:pt x="389977" y="153366"/>
                    <a:pt x="400855" y="134329"/>
                    <a:pt x="409014" y="118011"/>
                  </a:cubicBezTo>
                  <a:cubicBezTo>
                    <a:pt x="409014" y="115291"/>
                    <a:pt x="409014" y="115291"/>
                    <a:pt x="411734" y="115291"/>
                  </a:cubicBezTo>
                  <a:cubicBezTo>
                    <a:pt x="406294" y="115291"/>
                    <a:pt x="400855" y="115291"/>
                    <a:pt x="398136" y="115291"/>
                  </a:cubicBezTo>
                  <a:cubicBezTo>
                    <a:pt x="392696" y="115291"/>
                    <a:pt x="384537" y="115291"/>
                    <a:pt x="379098" y="109852"/>
                  </a:cubicBezTo>
                  <a:cubicBezTo>
                    <a:pt x="373659" y="107132"/>
                    <a:pt x="368219" y="98973"/>
                    <a:pt x="368219" y="93534"/>
                  </a:cubicBezTo>
                  <a:cubicBezTo>
                    <a:pt x="368219" y="90814"/>
                    <a:pt x="368219" y="88094"/>
                    <a:pt x="370939" y="85375"/>
                  </a:cubicBezTo>
                  <a:cubicBezTo>
                    <a:pt x="373659" y="82655"/>
                    <a:pt x="381817" y="79936"/>
                    <a:pt x="387257" y="77216"/>
                  </a:cubicBezTo>
                  <a:cubicBezTo>
                    <a:pt x="400855" y="74496"/>
                    <a:pt x="414453" y="71776"/>
                    <a:pt x="422612" y="71776"/>
                  </a:cubicBezTo>
                  <a:cubicBezTo>
                    <a:pt x="425332" y="71776"/>
                    <a:pt x="430771" y="71776"/>
                    <a:pt x="436211" y="71776"/>
                  </a:cubicBezTo>
                  <a:cubicBezTo>
                    <a:pt x="436211" y="71776"/>
                    <a:pt x="438930" y="69057"/>
                    <a:pt x="438930" y="69057"/>
                  </a:cubicBezTo>
                  <a:cubicBezTo>
                    <a:pt x="444370" y="66337"/>
                    <a:pt x="447089" y="66337"/>
                    <a:pt x="452529" y="66337"/>
                  </a:cubicBezTo>
                  <a:cubicBezTo>
                    <a:pt x="457968" y="66337"/>
                    <a:pt x="460688" y="66337"/>
                    <a:pt x="466127" y="69057"/>
                  </a:cubicBezTo>
                  <a:cubicBezTo>
                    <a:pt x="468847" y="69057"/>
                    <a:pt x="471566" y="71776"/>
                    <a:pt x="471566" y="71776"/>
                  </a:cubicBezTo>
                  <a:cubicBezTo>
                    <a:pt x="490604" y="71776"/>
                    <a:pt x="506922" y="71776"/>
                    <a:pt x="515081" y="71776"/>
                  </a:cubicBezTo>
                  <a:cubicBezTo>
                    <a:pt x="523240" y="71776"/>
                    <a:pt x="542277" y="71776"/>
                    <a:pt x="542277" y="88094"/>
                  </a:cubicBezTo>
                  <a:cubicBezTo>
                    <a:pt x="542277" y="96253"/>
                    <a:pt x="542277" y="98973"/>
                    <a:pt x="536838" y="104412"/>
                  </a:cubicBezTo>
                  <a:cubicBezTo>
                    <a:pt x="534119" y="109852"/>
                    <a:pt x="528679" y="112571"/>
                    <a:pt x="525959" y="112571"/>
                  </a:cubicBezTo>
                  <a:cubicBezTo>
                    <a:pt x="520520" y="115291"/>
                    <a:pt x="515081" y="115291"/>
                    <a:pt x="509642" y="115291"/>
                  </a:cubicBezTo>
                  <a:cubicBezTo>
                    <a:pt x="506922" y="115291"/>
                    <a:pt x="487884" y="115291"/>
                    <a:pt x="468847" y="115291"/>
                  </a:cubicBezTo>
                  <a:cubicBezTo>
                    <a:pt x="466127" y="123450"/>
                    <a:pt x="460688" y="128889"/>
                    <a:pt x="457968" y="137048"/>
                  </a:cubicBezTo>
                  <a:cubicBezTo>
                    <a:pt x="447089" y="156086"/>
                    <a:pt x="438930" y="175123"/>
                    <a:pt x="430771" y="194161"/>
                  </a:cubicBezTo>
                  <a:cubicBezTo>
                    <a:pt x="419893" y="215918"/>
                    <a:pt x="411734" y="240395"/>
                    <a:pt x="400855" y="262152"/>
                  </a:cubicBezTo>
                  <a:cubicBezTo>
                    <a:pt x="387257" y="289349"/>
                    <a:pt x="373659" y="311106"/>
                    <a:pt x="360060" y="332863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C93ECA97-B97C-4583-903C-CA4913633E3F}"/>
                </a:ext>
              </a:extLst>
            </p:cNvPr>
            <p:cNvSpPr/>
            <p:nvPr/>
          </p:nvSpPr>
          <p:spPr>
            <a:xfrm>
              <a:off x="4335316" y="4186718"/>
              <a:ext cx="353556" cy="761503"/>
            </a:xfrm>
            <a:custGeom>
              <a:avLst/>
              <a:gdLst>
                <a:gd name="connsiteX0" fmla="*/ 283910 w 353555"/>
                <a:gd name="connsiteY0" fmla="*/ 672820 h 761503"/>
                <a:gd name="connsiteX1" fmla="*/ 321985 w 353555"/>
                <a:gd name="connsiteY1" fmla="*/ 689138 h 761503"/>
                <a:gd name="connsiteX2" fmla="*/ 316546 w 353555"/>
                <a:gd name="connsiteY2" fmla="*/ 705456 h 761503"/>
                <a:gd name="connsiteX3" fmla="*/ 300228 w 353555"/>
                <a:gd name="connsiteY3" fmla="*/ 713615 h 761503"/>
                <a:gd name="connsiteX4" fmla="*/ 278471 w 353555"/>
                <a:gd name="connsiteY4" fmla="*/ 716335 h 761503"/>
                <a:gd name="connsiteX5" fmla="*/ 237676 w 353555"/>
                <a:gd name="connsiteY5" fmla="*/ 716335 h 761503"/>
                <a:gd name="connsiteX6" fmla="*/ 180563 w 353555"/>
                <a:gd name="connsiteY6" fmla="*/ 719054 h 761503"/>
                <a:gd name="connsiteX7" fmla="*/ 126170 w 353555"/>
                <a:gd name="connsiteY7" fmla="*/ 719054 h 761503"/>
                <a:gd name="connsiteX8" fmla="*/ 101693 w 353555"/>
                <a:gd name="connsiteY8" fmla="*/ 719054 h 761503"/>
                <a:gd name="connsiteX9" fmla="*/ 74496 w 353555"/>
                <a:gd name="connsiteY9" fmla="*/ 713615 h 761503"/>
                <a:gd name="connsiteX10" fmla="*/ 58178 w 353555"/>
                <a:gd name="connsiteY10" fmla="*/ 697297 h 761503"/>
                <a:gd name="connsiteX11" fmla="*/ 63617 w 353555"/>
                <a:gd name="connsiteY11" fmla="*/ 689138 h 761503"/>
                <a:gd name="connsiteX12" fmla="*/ 85375 w 353555"/>
                <a:gd name="connsiteY12" fmla="*/ 680979 h 761503"/>
                <a:gd name="connsiteX13" fmla="*/ 131609 w 353555"/>
                <a:gd name="connsiteY13" fmla="*/ 675540 h 761503"/>
                <a:gd name="connsiteX14" fmla="*/ 142488 w 353555"/>
                <a:gd name="connsiteY14" fmla="*/ 675540 h 761503"/>
                <a:gd name="connsiteX15" fmla="*/ 131609 w 353555"/>
                <a:gd name="connsiteY15" fmla="*/ 653783 h 761503"/>
                <a:gd name="connsiteX16" fmla="*/ 128889 w 353555"/>
                <a:gd name="connsiteY16" fmla="*/ 640184 h 761503"/>
                <a:gd name="connsiteX17" fmla="*/ 128889 w 353555"/>
                <a:gd name="connsiteY17" fmla="*/ 629306 h 761503"/>
                <a:gd name="connsiteX18" fmla="*/ 128889 w 353555"/>
                <a:gd name="connsiteY18" fmla="*/ 621147 h 761503"/>
                <a:gd name="connsiteX19" fmla="*/ 128889 w 353555"/>
                <a:gd name="connsiteY19" fmla="*/ 593950 h 761503"/>
                <a:gd name="connsiteX20" fmla="*/ 128889 w 353555"/>
                <a:gd name="connsiteY20" fmla="*/ 583072 h 761503"/>
                <a:gd name="connsiteX21" fmla="*/ 128889 w 353555"/>
                <a:gd name="connsiteY21" fmla="*/ 436210 h 761503"/>
                <a:gd name="connsiteX22" fmla="*/ 128889 w 353555"/>
                <a:gd name="connsiteY22" fmla="*/ 357340 h 761503"/>
                <a:gd name="connsiteX23" fmla="*/ 131609 w 353555"/>
                <a:gd name="connsiteY23" fmla="*/ 289349 h 761503"/>
                <a:gd name="connsiteX24" fmla="*/ 131609 w 353555"/>
                <a:gd name="connsiteY24" fmla="*/ 251274 h 761503"/>
                <a:gd name="connsiteX25" fmla="*/ 131609 w 353555"/>
                <a:gd name="connsiteY25" fmla="*/ 205040 h 761503"/>
                <a:gd name="connsiteX26" fmla="*/ 131609 w 353555"/>
                <a:gd name="connsiteY26" fmla="*/ 139768 h 761503"/>
                <a:gd name="connsiteX27" fmla="*/ 131609 w 353555"/>
                <a:gd name="connsiteY27" fmla="*/ 128889 h 761503"/>
                <a:gd name="connsiteX28" fmla="*/ 126170 w 353555"/>
                <a:gd name="connsiteY28" fmla="*/ 128889 h 761503"/>
                <a:gd name="connsiteX29" fmla="*/ 101693 w 353555"/>
                <a:gd name="connsiteY29" fmla="*/ 128889 h 761503"/>
                <a:gd name="connsiteX30" fmla="*/ 74496 w 353555"/>
                <a:gd name="connsiteY30" fmla="*/ 123450 h 761503"/>
                <a:gd name="connsiteX31" fmla="*/ 58178 w 353555"/>
                <a:gd name="connsiteY31" fmla="*/ 107132 h 761503"/>
                <a:gd name="connsiteX32" fmla="*/ 60898 w 353555"/>
                <a:gd name="connsiteY32" fmla="*/ 98973 h 761503"/>
                <a:gd name="connsiteX33" fmla="*/ 82655 w 353555"/>
                <a:gd name="connsiteY33" fmla="*/ 93534 h 761503"/>
                <a:gd name="connsiteX34" fmla="*/ 131609 w 353555"/>
                <a:gd name="connsiteY34" fmla="*/ 88094 h 761503"/>
                <a:gd name="connsiteX35" fmla="*/ 131609 w 353555"/>
                <a:gd name="connsiteY35" fmla="*/ 82655 h 761503"/>
                <a:gd name="connsiteX36" fmla="*/ 134329 w 353555"/>
                <a:gd name="connsiteY36" fmla="*/ 71776 h 761503"/>
                <a:gd name="connsiteX37" fmla="*/ 147927 w 353555"/>
                <a:gd name="connsiteY37" fmla="*/ 63617 h 761503"/>
                <a:gd name="connsiteX38" fmla="*/ 164245 w 353555"/>
                <a:gd name="connsiteY38" fmla="*/ 58178 h 761503"/>
                <a:gd name="connsiteX39" fmla="*/ 177843 w 353555"/>
                <a:gd name="connsiteY39" fmla="*/ 58178 h 761503"/>
                <a:gd name="connsiteX40" fmla="*/ 196881 w 353555"/>
                <a:gd name="connsiteY40" fmla="*/ 60898 h 761503"/>
                <a:gd name="connsiteX41" fmla="*/ 232236 w 353555"/>
                <a:gd name="connsiteY41" fmla="*/ 88094 h 761503"/>
                <a:gd name="connsiteX42" fmla="*/ 278471 w 353555"/>
                <a:gd name="connsiteY42" fmla="*/ 88094 h 761503"/>
                <a:gd name="connsiteX43" fmla="*/ 316546 w 353555"/>
                <a:gd name="connsiteY43" fmla="*/ 104412 h 761503"/>
                <a:gd name="connsiteX44" fmla="*/ 311106 w 353555"/>
                <a:gd name="connsiteY44" fmla="*/ 120730 h 761503"/>
                <a:gd name="connsiteX45" fmla="*/ 294788 w 353555"/>
                <a:gd name="connsiteY45" fmla="*/ 128889 h 761503"/>
                <a:gd name="connsiteX46" fmla="*/ 273031 w 353555"/>
                <a:gd name="connsiteY46" fmla="*/ 131609 h 761503"/>
                <a:gd name="connsiteX47" fmla="*/ 243115 w 353555"/>
                <a:gd name="connsiteY47" fmla="*/ 131609 h 761503"/>
                <a:gd name="connsiteX48" fmla="*/ 243115 w 353555"/>
                <a:gd name="connsiteY48" fmla="*/ 134329 h 761503"/>
                <a:gd name="connsiteX49" fmla="*/ 248554 w 353555"/>
                <a:gd name="connsiteY49" fmla="*/ 169684 h 761503"/>
                <a:gd name="connsiteX50" fmla="*/ 251274 w 353555"/>
                <a:gd name="connsiteY50" fmla="*/ 205040 h 761503"/>
                <a:gd name="connsiteX51" fmla="*/ 251274 w 353555"/>
                <a:gd name="connsiteY51" fmla="*/ 240395 h 761503"/>
                <a:gd name="connsiteX52" fmla="*/ 251274 w 353555"/>
                <a:gd name="connsiteY52" fmla="*/ 256713 h 761503"/>
                <a:gd name="connsiteX53" fmla="*/ 253994 w 353555"/>
                <a:gd name="connsiteY53" fmla="*/ 270311 h 761503"/>
                <a:gd name="connsiteX54" fmla="*/ 259433 w 353555"/>
                <a:gd name="connsiteY54" fmla="*/ 343742 h 761503"/>
                <a:gd name="connsiteX55" fmla="*/ 262153 w 353555"/>
                <a:gd name="connsiteY55" fmla="*/ 425332 h 761503"/>
                <a:gd name="connsiteX56" fmla="*/ 264872 w 353555"/>
                <a:gd name="connsiteY56" fmla="*/ 490603 h 761503"/>
                <a:gd name="connsiteX57" fmla="*/ 270312 w 353555"/>
                <a:gd name="connsiteY57" fmla="*/ 564034 h 761503"/>
                <a:gd name="connsiteX58" fmla="*/ 270312 w 353555"/>
                <a:gd name="connsiteY58" fmla="*/ 599390 h 761503"/>
                <a:gd name="connsiteX59" fmla="*/ 270312 w 353555"/>
                <a:gd name="connsiteY59" fmla="*/ 637465 h 761503"/>
                <a:gd name="connsiteX60" fmla="*/ 264872 w 353555"/>
                <a:gd name="connsiteY60" fmla="*/ 670101 h 761503"/>
                <a:gd name="connsiteX61" fmla="*/ 283910 w 353555"/>
                <a:gd name="connsiteY61" fmla="*/ 672820 h 761503"/>
                <a:gd name="connsiteX62" fmla="*/ 283910 w 353555"/>
                <a:gd name="connsiteY62" fmla="*/ 672820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353555" h="761503">
                  <a:moveTo>
                    <a:pt x="283910" y="672820"/>
                  </a:moveTo>
                  <a:cubicBezTo>
                    <a:pt x="297508" y="672820"/>
                    <a:pt x="321985" y="672820"/>
                    <a:pt x="321985" y="689138"/>
                  </a:cubicBezTo>
                  <a:cubicBezTo>
                    <a:pt x="321985" y="697297"/>
                    <a:pt x="319265" y="697297"/>
                    <a:pt x="316546" y="705456"/>
                  </a:cubicBezTo>
                  <a:cubicBezTo>
                    <a:pt x="311106" y="710895"/>
                    <a:pt x="305667" y="713615"/>
                    <a:pt x="300228" y="713615"/>
                  </a:cubicBezTo>
                  <a:cubicBezTo>
                    <a:pt x="292069" y="716335"/>
                    <a:pt x="283910" y="716335"/>
                    <a:pt x="278471" y="716335"/>
                  </a:cubicBezTo>
                  <a:cubicBezTo>
                    <a:pt x="275751" y="716335"/>
                    <a:pt x="256713" y="716335"/>
                    <a:pt x="237676" y="716335"/>
                  </a:cubicBezTo>
                  <a:cubicBezTo>
                    <a:pt x="213199" y="716335"/>
                    <a:pt x="186002" y="719054"/>
                    <a:pt x="180563" y="719054"/>
                  </a:cubicBezTo>
                  <a:cubicBezTo>
                    <a:pt x="166965" y="719054"/>
                    <a:pt x="142488" y="719054"/>
                    <a:pt x="126170" y="719054"/>
                  </a:cubicBezTo>
                  <a:cubicBezTo>
                    <a:pt x="118011" y="719054"/>
                    <a:pt x="109852" y="719054"/>
                    <a:pt x="101693" y="719054"/>
                  </a:cubicBezTo>
                  <a:cubicBezTo>
                    <a:pt x="93534" y="719054"/>
                    <a:pt x="82655" y="719054"/>
                    <a:pt x="74496" y="713615"/>
                  </a:cubicBezTo>
                  <a:cubicBezTo>
                    <a:pt x="66337" y="710895"/>
                    <a:pt x="58178" y="702736"/>
                    <a:pt x="58178" y="697297"/>
                  </a:cubicBezTo>
                  <a:cubicBezTo>
                    <a:pt x="58178" y="694578"/>
                    <a:pt x="58178" y="691858"/>
                    <a:pt x="63617" y="689138"/>
                  </a:cubicBezTo>
                  <a:cubicBezTo>
                    <a:pt x="69057" y="686418"/>
                    <a:pt x="79935" y="683699"/>
                    <a:pt x="85375" y="680979"/>
                  </a:cubicBezTo>
                  <a:cubicBezTo>
                    <a:pt x="104412" y="678260"/>
                    <a:pt x="123450" y="675540"/>
                    <a:pt x="131609" y="675540"/>
                  </a:cubicBezTo>
                  <a:cubicBezTo>
                    <a:pt x="134329" y="675540"/>
                    <a:pt x="137048" y="675540"/>
                    <a:pt x="142488" y="675540"/>
                  </a:cubicBezTo>
                  <a:cubicBezTo>
                    <a:pt x="134329" y="670101"/>
                    <a:pt x="131609" y="661942"/>
                    <a:pt x="131609" y="653783"/>
                  </a:cubicBezTo>
                  <a:cubicBezTo>
                    <a:pt x="131609" y="648343"/>
                    <a:pt x="131609" y="642904"/>
                    <a:pt x="128889" y="640184"/>
                  </a:cubicBezTo>
                  <a:cubicBezTo>
                    <a:pt x="128889" y="637465"/>
                    <a:pt x="128889" y="634745"/>
                    <a:pt x="128889" y="629306"/>
                  </a:cubicBezTo>
                  <a:cubicBezTo>
                    <a:pt x="128889" y="626586"/>
                    <a:pt x="128889" y="623867"/>
                    <a:pt x="128889" y="621147"/>
                  </a:cubicBezTo>
                  <a:cubicBezTo>
                    <a:pt x="128889" y="612988"/>
                    <a:pt x="128889" y="604829"/>
                    <a:pt x="128889" y="593950"/>
                  </a:cubicBezTo>
                  <a:cubicBezTo>
                    <a:pt x="128889" y="591231"/>
                    <a:pt x="128889" y="585791"/>
                    <a:pt x="128889" y="583072"/>
                  </a:cubicBezTo>
                  <a:cubicBezTo>
                    <a:pt x="128889" y="534118"/>
                    <a:pt x="131609" y="485164"/>
                    <a:pt x="128889" y="436210"/>
                  </a:cubicBezTo>
                  <a:cubicBezTo>
                    <a:pt x="128889" y="409014"/>
                    <a:pt x="128889" y="384537"/>
                    <a:pt x="128889" y="357340"/>
                  </a:cubicBezTo>
                  <a:cubicBezTo>
                    <a:pt x="128889" y="335583"/>
                    <a:pt x="131609" y="313826"/>
                    <a:pt x="131609" y="289349"/>
                  </a:cubicBezTo>
                  <a:cubicBezTo>
                    <a:pt x="131609" y="275751"/>
                    <a:pt x="131609" y="264872"/>
                    <a:pt x="131609" y="251274"/>
                  </a:cubicBezTo>
                  <a:cubicBezTo>
                    <a:pt x="131609" y="234956"/>
                    <a:pt x="131609" y="221357"/>
                    <a:pt x="131609" y="205040"/>
                  </a:cubicBezTo>
                  <a:cubicBezTo>
                    <a:pt x="131609" y="183282"/>
                    <a:pt x="131609" y="161525"/>
                    <a:pt x="131609" y="139768"/>
                  </a:cubicBezTo>
                  <a:cubicBezTo>
                    <a:pt x="131609" y="137048"/>
                    <a:pt x="131609" y="134329"/>
                    <a:pt x="131609" y="128889"/>
                  </a:cubicBezTo>
                  <a:cubicBezTo>
                    <a:pt x="128889" y="128889"/>
                    <a:pt x="126170" y="128889"/>
                    <a:pt x="126170" y="128889"/>
                  </a:cubicBezTo>
                  <a:cubicBezTo>
                    <a:pt x="118011" y="128889"/>
                    <a:pt x="109852" y="128889"/>
                    <a:pt x="101693" y="128889"/>
                  </a:cubicBezTo>
                  <a:cubicBezTo>
                    <a:pt x="93534" y="128889"/>
                    <a:pt x="82655" y="128889"/>
                    <a:pt x="74496" y="123450"/>
                  </a:cubicBezTo>
                  <a:cubicBezTo>
                    <a:pt x="66337" y="120730"/>
                    <a:pt x="58178" y="112571"/>
                    <a:pt x="58178" y="107132"/>
                  </a:cubicBezTo>
                  <a:cubicBezTo>
                    <a:pt x="58178" y="104412"/>
                    <a:pt x="58178" y="101693"/>
                    <a:pt x="60898" y="98973"/>
                  </a:cubicBezTo>
                  <a:cubicBezTo>
                    <a:pt x="63617" y="96253"/>
                    <a:pt x="77216" y="93534"/>
                    <a:pt x="82655" y="93534"/>
                  </a:cubicBezTo>
                  <a:cubicBezTo>
                    <a:pt x="98973" y="90814"/>
                    <a:pt x="123450" y="88094"/>
                    <a:pt x="131609" y="88094"/>
                  </a:cubicBezTo>
                  <a:cubicBezTo>
                    <a:pt x="131609" y="85375"/>
                    <a:pt x="131609" y="85375"/>
                    <a:pt x="131609" y="82655"/>
                  </a:cubicBezTo>
                  <a:cubicBezTo>
                    <a:pt x="131609" y="77216"/>
                    <a:pt x="131609" y="74496"/>
                    <a:pt x="134329" y="71776"/>
                  </a:cubicBezTo>
                  <a:cubicBezTo>
                    <a:pt x="137048" y="69057"/>
                    <a:pt x="145207" y="66337"/>
                    <a:pt x="147927" y="63617"/>
                  </a:cubicBezTo>
                  <a:cubicBezTo>
                    <a:pt x="153366" y="60898"/>
                    <a:pt x="158806" y="58178"/>
                    <a:pt x="164245" y="58178"/>
                  </a:cubicBezTo>
                  <a:cubicBezTo>
                    <a:pt x="169684" y="58178"/>
                    <a:pt x="175123" y="58178"/>
                    <a:pt x="177843" y="58178"/>
                  </a:cubicBezTo>
                  <a:cubicBezTo>
                    <a:pt x="183283" y="58178"/>
                    <a:pt x="191442" y="58178"/>
                    <a:pt x="196881" y="60898"/>
                  </a:cubicBezTo>
                  <a:cubicBezTo>
                    <a:pt x="213199" y="63617"/>
                    <a:pt x="224077" y="74496"/>
                    <a:pt x="232236" y="88094"/>
                  </a:cubicBezTo>
                  <a:cubicBezTo>
                    <a:pt x="253994" y="88094"/>
                    <a:pt x="270312" y="88094"/>
                    <a:pt x="278471" y="88094"/>
                  </a:cubicBezTo>
                  <a:cubicBezTo>
                    <a:pt x="292069" y="88094"/>
                    <a:pt x="316546" y="88094"/>
                    <a:pt x="316546" y="104412"/>
                  </a:cubicBezTo>
                  <a:cubicBezTo>
                    <a:pt x="316546" y="112571"/>
                    <a:pt x="313826" y="112571"/>
                    <a:pt x="311106" y="120730"/>
                  </a:cubicBezTo>
                  <a:cubicBezTo>
                    <a:pt x="305667" y="126170"/>
                    <a:pt x="300228" y="128889"/>
                    <a:pt x="294788" y="128889"/>
                  </a:cubicBezTo>
                  <a:cubicBezTo>
                    <a:pt x="286630" y="131609"/>
                    <a:pt x="278471" y="131609"/>
                    <a:pt x="273031" y="131609"/>
                  </a:cubicBezTo>
                  <a:cubicBezTo>
                    <a:pt x="270312" y="131609"/>
                    <a:pt x="259433" y="131609"/>
                    <a:pt x="243115" y="131609"/>
                  </a:cubicBezTo>
                  <a:lnTo>
                    <a:pt x="243115" y="134329"/>
                  </a:lnTo>
                  <a:cubicBezTo>
                    <a:pt x="245835" y="145207"/>
                    <a:pt x="245835" y="158805"/>
                    <a:pt x="248554" y="169684"/>
                  </a:cubicBezTo>
                  <a:cubicBezTo>
                    <a:pt x="251274" y="180563"/>
                    <a:pt x="251274" y="194161"/>
                    <a:pt x="251274" y="205040"/>
                  </a:cubicBezTo>
                  <a:cubicBezTo>
                    <a:pt x="251274" y="215918"/>
                    <a:pt x="251274" y="226797"/>
                    <a:pt x="251274" y="240395"/>
                  </a:cubicBezTo>
                  <a:cubicBezTo>
                    <a:pt x="251274" y="245834"/>
                    <a:pt x="251274" y="251274"/>
                    <a:pt x="251274" y="256713"/>
                  </a:cubicBezTo>
                  <a:cubicBezTo>
                    <a:pt x="251274" y="262152"/>
                    <a:pt x="251274" y="267592"/>
                    <a:pt x="253994" y="270311"/>
                  </a:cubicBezTo>
                  <a:cubicBezTo>
                    <a:pt x="256713" y="294788"/>
                    <a:pt x="256713" y="319265"/>
                    <a:pt x="259433" y="343742"/>
                  </a:cubicBezTo>
                  <a:cubicBezTo>
                    <a:pt x="259433" y="370939"/>
                    <a:pt x="262153" y="398135"/>
                    <a:pt x="262153" y="425332"/>
                  </a:cubicBezTo>
                  <a:cubicBezTo>
                    <a:pt x="262153" y="447089"/>
                    <a:pt x="262153" y="468846"/>
                    <a:pt x="264872" y="490603"/>
                  </a:cubicBezTo>
                  <a:cubicBezTo>
                    <a:pt x="264872" y="515080"/>
                    <a:pt x="270312" y="539557"/>
                    <a:pt x="270312" y="564034"/>
                  </a:cubicBezTo>
                  <a:cubicBezTo>
                    <a:pt x="270312" y="574913"/>
                    <a:pt x="270312" y="588511"/>
                    <a:pt x="270312" y="599390"/>
                  </a:cubicBezTo>
                  <a:cubicBezTo>
                    <a:pt x="270312" y="612988"/>
                    <a:pt x="270312" y="623867"/>
                    <a:pt x="270312" y="637465"/>
                  </a:cubicBezTo>
                  <a:cubicBezTo>
                    <a:pt x="270312" y="648343"/>
                    <a:pt x="270312" y="661942"/>
                    <a:pt x="264872" y="670101"/>
                  </a:cubicBezTo>
                  <a:cubicBezTo>
                    <a:pt x="273031" y="672820"/>
                    <a:pt x="278471" y="672820"/>
                    <a:pt x="283910" y="672820"/>
                  </a:cubicBezTo>
                  <a:lnTo>
                    <a:pt x="283910" y="672820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27E45CBE-6678-447C-B516-5E394D02935C}"/>
                </a:ext>
              </a:extLst>
            </p:cNvPr>
            <p:cNvSpPr/>
            <p:nvPr/>
          </p:nvSpPr>
          <p:spPr>
            <a:xfrm>
              <a:off x="4620880" y="4194877"/>
              <a:ext cx="598325" cy="761503"/>
            </a:xfrm>
            <a:custGeom>
              <a:avLst/>
              <a:gdLst>
                <a:gd name="connsiteX0" fmla="*/ 515081 w 598324"/>
                <a:gd name="connsiteY0" fmla="*/ 79935 h 761503"/>
                <a:gd name="connsiteX1" fmla="*/ 542277 w 598324"/>
                <a:gd name="connsiteY1" fmla="*/ 96253 h 761503"/>
                <a:gd name="connsiteX2" fmla="*/ 536838 w 598324"/>
                <a:gd name="connsiteY2" fmla="*/ 112571 h 761503"/>
                <a:gd name="connsiteX3" fmla="*/ 523240 w 598324"/>
                <a:gd name="connsiteY3" fmla="*/ 120730 h 761503"/>
                <a:gd name="connsiteX4" fmla="*/ 506922 w 598324"/>
                <a:gd name="connsiteY4" fmla="*/ 123450 h 761503"/>
                <a:gd name="connsiteX5" fmla="*/ 477006 w 598324"/>
                <a:gd name="connsiteY5" fmla="*/ 123450 h 761503"/>
                <a:gd name="connsiteX6" fmla="*/ 479725 w 598324"/>
                <a:gd name="connsiteY6" fmla="*/ 145207 h 761503"/>
                <a:gd name="connsiteX7" fmla="*/ 477006 w 598324"/>
                <a:gd name="connsiteY7" fmla="*/ 180563 h 761503"/>
                <a:gd name="connsiteX8" fmla="*/ 482445 w 598324"/>
                <a:gd name="connsiteY8" fmla="*/ 232236 h 761503"/>
                <a:gd name="connsiteX9" fmla="*/ 485165 w 598324"/>
                <a:gd name="connsiteY9" fmla="*/ 283909 h 761503"/>
                <a:gd name="connsiteX10" fmla="*/ 485165 w 598324"/>
                <a:gd name="connsiteY10" fmla="*/ 327424 h 761503"/>
                <a:gd name="connsiteX11" fmla="*/ 487884 w 598324"/>
                <a:gd name="connsiteY11" fmla="*/ 373658 h 761503"/>
                <a:gd name="connsiteX12" fmla="*/ 485165 w 598324"/>
                <a:gd name="connsiteY12" fmla="*/ 419892 h 761503"/>
                <a:gd name="connsiteX13" fmla="*/ 485165 w 598324"/>
                <a:gd name="connsiteY13" fmla="*/ 463407 h 761503"/>
                <a:gd name="connsiteX14" fmla="*/ 482445 w 598324"/>
                <a:gd name="connsiteY14" fmla="*/ 515080 h 761503"/>
                <a:gd name="connsiteX15" fmla="*/ 482445 w 598324"/>
                <a:gd name="connsiteY15" fmla="*/ 558595 h 761503"/>
                <a:gd name="connsiteX16" fmla="*/ 479725 w 598324"/>
                <a:gd name="connsiteY16" fmla="*/ 602109 h 761503"/>
                <a:gd name="connsiteX17" fmla="*/ 485165 w 598324"/>
                <a:gd name="connsiteY17" fmla="*/ 648343 h 761503"/>
                <a:gd name="connsiteX18" fmla="*/ 474286 w 598324"/>
                <a:gd name="connsiteY18" fmla="*/ 675540 h 761503"/>
                <a:gd name="connsiteX19" fmla="*/ 428052 w 598324"/>
                <a:gd name="connsiteY19" fmla="*/ 691858 h 761503"/>
                <a:gd name="connsiteX20" fmla="*/ 387257 w 598324"/>
                <a:gd name="connsiteY20" fmla="*/ 683699 h 761503"/>
                <a:gd name="connsiteX21" fmla="*/ 351901 w 598324"/>
                <a:gd name="connsiteY21" fmla="*/ 664661 h 761503"/>
                <a:gd name="connsiteX22" fmla="*/ 305667 w 598324"/>
                <a:gd name="connsiteY22" fmla="*/ 596670 h 761503"/>
                <a:gd name="connsiteX23" fmla="*/ 270312 w 598324"/>
                <a:gd name="connsiteY23" fmla="*/ 509641 h 761503"/>
                <a:gd name="connsiteX24" fmla="*/ 251274 w 598324"/>
                <a:gd name="connsiteY24" fmla="*/ 460687 h 761503"/>
                <a:gd name="connsiteX25" fmla="*/ 224077 w 598324"/>
                <a:gd name="connsiteY25" fmla="*/ 381817 h 761503"/>
                <a:gd name="connsiteX26" fmla="*/ 207759 w 598324"/>
                <a:gd name="connsiteY26" fmla="*/ 330144 h 761503"/>
                <a:gd name="connsiteX27" fmla="*/ 191442 w 598324"/>
                <a:gd name="connsiteY27" fmla="*/ 286629 h 761503"/>
                <a:gd name="connsiteX28" fmla="*/ 183283 w 598324"/>
                <a:gd name="connsiteY28" fmla="*/ 278470 h 761503"/>
                <a:gd name="connsiteX29" fmla="*/ 180563 w 598324"/>
                <a:gd name="connsiteY29" fmla="*/ 292068 h 761503"/>
                <a:gd name="connsiteX30" fmla="*/ 180563 w 598324"/>
                <a:gd name="connsiteY30" fmla="*/ 305667 h 761503"/>
                <a:gd name="connsiteX31" fmla="*/ 183283 w 598324"/>
                <a:gd name="connsiteY31" fmla="*/ 354620 h 761503"/>
                <a:gd name="connsiteX32" fmla="*/ 188722 w 598324"/>
                <a:gd name="connsiteY32" fmla="*/ 449808 h 761503"/>
                <a:gd name="connsiteX33" fmla="*/ 188722 w 598324"/>
                <a:gd name="connsiteY33" fmla="*/ 479725 h 761503"/>
                <a:gd name="connsiteX34" fmla="*/ 188722 w 598324"/>
                <a:gd name="connsiteY34" fmla="*/ 542277 h 761503"/>
                <a:gd name="connsiteX35" fmla="*/ 186002 w 598324"/>
                <a:gd name="connsiteY35" fmla="*/ 615708 h 761503"/>
                <a:gd name="connsiteX36" fmla="*/ 186002 w 598324"/>
                <a:gd name="connsiteY36" fmla="*/ 637465 h 761503"/>
                <a:gd name="connsiteX37" fmla="*/ 183283 w 598324"/>
                <a:gd name="connsiteY37" fmla="*/ 664661 h 761503"/>
                <a:gd name="connsiteX38" fmla="*/ 226797 w 598324"/>
                <a:gd name="connsiteY38" fmla="*/ 664661 h 761503"/>
                <a:gd name="connsiteX39" fmla="*/ 253994 w 598324"/>
                <a:gd name="connsiteY39" fmla="*/ 680979 h 761503"/>
                <a:gd name="connsiteX40" fmla="*/ 248554 w 598324"/>
                <a:gd name="connsiteY40" fmla="*/ 697297 h 761503"/>
                <a:gd name="connsiteX41" fmla="*/ 234956 w 598324"/>
                <a:gd name="connsiteY41" fmla="*/ 705456 h 761503"/>
                <a:gd name="connsiteX42" fmla="*/ 218638 w 598324"/>
                <a:gd name="connsiteY42" fmla="*/ 708176 h 761503"/>
                <a:gd name="connsiteX43" fmla="*/ 183283 w 598324"/>
                <a:gd name="connsiteY43" fmla="*/ 708176 h 761503"/>
                <a:gd name="connsiteX44" fmla="*/ 150647 w 598324"/>
                <a:gd name="connsiteY44" fmla="*/ 708176 h 761503"/>
                <a:gd name="connsiteX45" fmla="*/ 107132 w 598324"/>
                <a:gd name="connsiteY45" fmla="*/ 708176 h 761503"/>
                <a:gd name="connsiteX46" fmla="*/ 88094 w 598324"/>
                <a:gd name="connsiteY46" fmla="*/ 708176 h 761503"/>
                <a:gd name="connsiteX47" fmla="*/ 69057 w 598324"/>
                <a:gd name="connsiteY47" fmla="*/ 702736 h 761503"/>
                <a:gd name="connsiteX48" fmla="*/ 58178 w 598324"/>
                <a:gd name="connsiteY48" fmla="*/ 686418 h 761503"/>
                <a:gd name="connsiteX49" fmla="*/ 60898 w 598324"/>
                <a:gd name="connsiteY49" fmla="*/ 678259 h 761503"/>
                <a:gd name="connsiteX50" fmla="*/ 77216 w 598324"/>
                <a:gd name="connsiteY50" fmla="*/ 670101 h 761503"/>
                <a:gd name="connsiteX51" fmla="*/ 120730 w 598324"/>
                <a:gd name="connsiteY51" fmla="*/ 664661 h 761503"/>
                <a:gd name="connsiteX52" fmla="*/ 131609 w 598324"/>
                <a:gd name="connsiteY52" fmla="*/ 664661 h 761503"/>
                <a:gd name="connsiteX53" fmla="*/ 134329 w 598324"/>
                <a:gd name="connsiteY53" fmla="*/ 539557 h 761503"/>
                <a:gd name="connsiteX54" fmla="*/ 134329 w 598324"/>
                <a:gd name="connsiteY54" fmla="*/ 504201 h 761503"/>
                <a:gd name="connsiteX55" fmla="*/ 131609 w 598324"/>
                <a:gd name="connsiteY55" fmla="*/ 376378 h 761503"/>
                <a:gd name="connsiteX56" fmla="*/ 131609 w 598324"/>
                <a:gd name="connsiteY56" fmla="*/ 302947 h 761503"/>
                <a:gd name="connsiteX57" fmla="*/ 134329 w 598324"/>
                <a:gd name="connsiteY57" fmla="*/ 221357 h 761503"/>
                <a:gd name="connsiteX58" fmla="*/ 137048 w 598324"/>
                <a:gd name="connsiteY58" fmla="*/ 123450 h 761503"/>
                <a:gd name="connsiteX59" fmla="*/ 107132 w 598324"/>
                <a:gd name="connsiteY59" fmla="*/ 123450 h 761503"/>
                <a:gd name="connsiteX60" fmla="*/ 88094 w 598324"/>
                <a:gd name="connsiteY60" fmla="*/ 123450 h 761503"/>
                <a:gd name="connsiteX61" fmla="*/ 69057 w 598324"/>
                <a:gd name="connsiteY61" fmla="*/ 118011 h 761503"/>
                <a:gd name="connsiteX62" fmla="*/ 58178 w 598324"/>
                <a:gd name="connsiteY62" fmla="*/ 101693 h 761503"/>
                <a:gd name="connsiteX63" fmla="*/ 60898 w 598324"/>
                <a:gd name="connsiteY63" fmla="*/ 93534 h 761503"/>
                <a:gd name="connsiteX64" fmla="*/ 77216 w 598324"/>
                <a:gd name="connsiteY64" fmla="*/ 85375 h 761503"/>
                <a:gd name="connsiteX65" fmla="*/ 131609 w 598324"/>
                <a:gd name="connsiteY65" fmla="*/ 79935 h 761503"/>
                <a:gd name="connsiteX66" fmla="*/ 161525 w 598324"/>
                <a:gd name="connsiteY66" fmla="*/ 79935 h 761503"/>
                <a:gd name="connsiteX67" fmla="*/ 177843 w 598324"/>
                <a:gd name="connsiteY67" fmla="*/ 66337 h 761503"/>
                <a:gd name="connsiteX68" fmla="*/ 202320 w 598324"/>
                <a:gd name="connsiteY68" fmla="*/ 58178 h 761503"/>
                <a:gd name="connsiteX69" fmla="*/ 234956 w 598324"/>
                <a:gd name="connsiteY69" fmla="*/ 77216 h 761503"/>
                <a:gd name="connsiteX70" fmla="*/ 251274 w 598324"/>
                <a:gd name="connsiteY70" fmla="*/ 107132 h 761503"/>
                <a:gd name="connsiteX71" fmla="*/ 267592 w 598324"/>
                <a:gd name="connsiteY71" fmla="*/ 147927 h 761503"/>
                <a:gd name="connsiteX72" fmla="*/ 281190 w 598324"/>
                <a:gd name="connsiteY72" fmla="*/ 183282 h 761503"/>
                <a:gd name="connsiteX73" fmla="*/ 297508 w 598324"/>
                <a:gd name="connsiteY73" fmla="*/ 224077 h 761503"/>
                <a:gd name="connsiteX74" fmla="*/ 308387 w 598324"/>
                <a:gd name="connsiteY74" fmla="*/ 264872 h 761503"/>
                <a:gd name="connsiteX75" fmla="*/ 319265 w 598324"/>
                <a:gd name="connsiteY75" fmla="*/ 300227 h 761503"/>
                <a:gd name="connsiteX76" fmla="*/ 351901 w 598324"/>
                <a:gd name="connsiteY76" fmla="*/ 379097 h 761503"/>
                <a:gd name="connsiteX77" fmla="*/ 365500 w 598324"/>
                <a:gd name="connsiteY77" fmla="*/ 417173 h 761503"/>
                <a:gd name="connsiteX78" fmla="*/ 379098 w 598324"/>
                <a:gd name="connsiteY78" fmla="*/ 457967 h 761503"/>
                <a:gd name="connsiteX79" fmla="*/ 395416 w 598324"/>
                <a:gd name="connsiteY79" fmla="*/ 496043 h 761503"/>
                <a:gd name="connsiteX80" fmla="*/ 406294 w 598324"/>
                <a:gd name="connsiteY80" fmla="*/ 512361 h 761503"/>
                <a:gd name="connsiteX81" fmla="*/ 411734 w 598324"/>
                <a:gd name="connsiteY81" fmla="*/ 531398 h 761503"/>
                <a:gd name="connsiteX82" fmla="*/ 419893 w 598324"/>
                <a:gd name="connsiteY82" fmla="*/ 558595 h 761503"/>
                <a:gd name="connsiteX83" fmla="*/ 425332 w 598324"/>
                <a:gd name="connsiteY83" fmla="*/ 564034 h 761503"/>
                <a:gd name="connsiteX84" fmla="*/ 430771 w 598324"/>
                <a:gd name="connsiteY84" fmla="*/ 558595 h 761503"/>
                <a:gd name="connsiteX85" fmla="*/ 430771 w 598324"/>
                <a:gd name="connsiteY85" fmla="*/ 550436 h 761503"/>
                <a:gd name="connsiteX86" fmla="*/ 430771 w 598324"/>
                <a:gd name="connsiteY86" fmla="*/ 501482 h 761503"/>
                <a:gd name="connsiteX87" fmla="*/ 430771 w 598324"/>
                <a:gd name="connsiteY87" fmla="*/ 403574 h 761503"/>
                <a:gd name="connsiteX88" fmla="*/ 425332 w 598324"/>
                <a:gd name="connsiteY88" fmla="*/ 313826 h 761503"/>
                <a:gd name="connsiteX89" fmla="*/ 425332 w 598324"/>
                <a:gd name="connsiteY89" fmla="*/ 248554 h 761503"/>
                <a:gd name="connsiteX90" fmla="*/ 425332 w 598324"/>
                <a:gd name="connsiteY90" fmla="*/ 210479 h 761503"/>
                <a:gd name="connsiteX91" fmla="*/ 422613 w 598324"/>
                <a:gd name="connsiteY91" fmla="*/ 153366 h 761503"/>
                <a:gd name="connsiteX92" fmla="*/ 425332 w 598324"/>
                <a:gd name="connsiteY92" fmla="*/ 123450 h 761503"/>
                <a:gd name="connsiteX93" fmla="*/ 398136 w 598324"/>
                <a:gd name="connsiteY93" fmla="*/ 123450 h 761503"/>
                <a:gd name="connsiteX94" fmla="*/ 379098 w 598324"/>
                <a:gd name="connsiteY94" fmla="*/ 123450 h 761503"/>
                <a:gd name="connsiteX95" fmla="*/ 360060 w 598324"/>
                <a:gd name="connsiteY95" fmla="*/ 118011 h 761503"/>
                <a:gd name="connsiteX96" fmla="*/ 349182 w 598324"/>
                <a:gd name="connsiteY96" fmla="*/ 101693 h 761503"/>
                <a:gd name="connsiteX97" fmla="*/ 351901 w 598324"/>
                <a:gd name="connsiteY97" fmla="*/ 93534 h 761503"/>
                <a:gd name="connsiteX98" fmla="*/ 368219 w 598324"/>
                <a:gd name="connsiteY98" fmla="*/ 85375 h 761503"/>
                <a:gd name="connsiteX99" fmla="*/ 422613 w 598324"/>
                <a:gd name="connsiteY99" fmla="*/ 79935 h 761503"/>
                <a:gd name="connsiteX100" fmla="*/ 444370 w 598324"/>
                <a:gd name="connsiteY100" fmla="*/ 79935 h 761503"/>
                <a:gd name="connsiteX101" fmla="*/ 463407 w 598324"/>
                <a:gd name="connsiteY101" fmla="*/ 71776 h 761503"/>
                <a:gd name="connsiteX102" fmla="*/ 477006 w 598324"/>
                <a:gd name="connsiteY102" fmla="*/ 79935 h 761503"/>
                <a:gd name="connsiteX103" fmla="*/ 515081 w 598324"/>
                <a:gd name="connsiteY103" fmla="*/ 79935 h 761503"/>
                <a:gd name="connsiteX104" fmla="*/ 515081 w 598324"/>
                <a:gd name="connsiteY104" fmla="*/ 79935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598324" h="761503">
                  <a:moveTo>
                    <a:pt x="515081" y="79935"/>
                  </a:moveTo>
                  <a:cubicBezTo>
                    <a:pt x="523240" y="79935"/>
                    <a:pt x="542277" y="79935"/>
                    <a:pt x="542277" y="96253"/>
                  </a:cubicBezTo>
                  <a:cubicBezTo>
                    <a:pt x="542277" y="104412"/>
                    <a:pt x="542277" y="107132"/>
                    <a:pt x="536838" y="112571"/>
                  </a:cubicBezTo>
                  <a:cubicBezTo>
                    <a:pt x="534119" y="118011"/>
                    <a:pt x="528679" y="120730"/>
                    <a:pt x="523240" y="120730"/>
                  </a:cubicBezTo>
                  <a:cubicBezTo>
                    <a:pt x="515081" y="123450"/>
                    <a:pt x="512361" y="123450"/>
                    <a:pt x="506922" y="123450"/>
                  </a:cubicBezTo>
                  <a:cubicBezTo>
                    <a:pt x="504202" y="123450"/>
                    <a:pt x="490604" y="123450"/>
                    <a:pt x="477006" y="123450"/>
                  </a:cubicBezTo>
                  <a:cubicBezTo>
                    <a:pt x="477006" y="131609"/>
                    <a:pt x="479725" y="137048"/>
                    <a:pt x="479725" y="145207"/>
                  </a:cubicBezTo>
                  <a:cubicBezTo>
                    <a:pt x="479725" y="156086"/>
                    <a:pt x="477006" y="166964"/>
                    <a:pt x="477006" y="180563"/>
                  </a:cubicBezTo>
                  <a:cubicBezTo>
                    <a:pt x="477006" y="196881"/>
                    <a:pt x="479725" y="215918"/>
                    <a:pt x="482445" y="232236"/>
                  </a:cubicBezTo>
                  <a:cubicBezTo>
                    <a:pt x="485165" y="248554"/>
                    <a:pt x="485165" y="267592"/>
                    <a:pt x="485165" y="283909"/>
                  </a:cubicBezTo>
                  <a:cubicBezTo>
                    <a:pt x="485165" y="297508"/>
                    <a:pt x="485165" y="313826"/>
                    <a:pt x="485165" y="327424"/>
                  </a:cubicBezTo>
                  <a:cubicBezTo>
                    <a:pt x="485165" y="343742"/>
                    <a:pt x="487884" y="357340"/>
                    <a:pt x="487884" y="373658"/>
                  </a:cubicBezTo>
                  <a:cubicBezTo>
                    <a:pt x="487884" y="389976"/>
                    <a:pt x="485165" y="403574"/>
                    <a:pt x="485165" y="419892"/>
                  </a:cubicBezTo>
                  <a:cubicBezTo>
                    <a:pt x="485165" y="436210"/>
                    <a:pt x="485165" y="449808"/>
                    <a:pt x="485165" y="463407"/>
                  </a:cubicBezTo>
                  <a:cubicBezTo>
                    <a:pt x="485165" y="479725"/>
                    <a:pt x="485165" y="498762"/>
                    <a:pt x="482445" y="515080"/>
                  </a:cubicBezTo>
                  <a:cubicBezTo>
                    <a:pt x="482445" y="528678"/>
                    <a:pt x="482445" y="542277"/>
                    <a:pt x="482445" y="558595"/>
                  </a:cubicBezTo>
                  <a:cubicBezTo>
                    <a:pt x="482445" y="572193"/>
                    <a:pt x="479725" y="588511"/>
                    <a:pt x="479725" y="602109"/>
                  </a:cubicBezTo>
                  <a:cubicBezTo>
                    <a:pt x="479725" y="615708"/>
                    <a:pt x="485165" y="632025"/>
                    <a:pt x="485165" y="648343"/>
                  </a:cubicBezTo>
                  <a:cubicBezTo>
                    <a:pt x="485165" y="659222"/>
                    <a:pt x="482445" y="670101"/>
                    <a:pt x="474286" y="675540"/>
                  </a:cubicBezTo>
                  <a:cubicBezTo>
                    <a:pt x="460688" y="686418"/>
                    <a:pt x="444370" y="691858"/>
                    <a:pt x="428052" y="691858"/>
                  </a:cubicBezTo>
                  <a:cubicBezTo>
                    <a:pt x="414453" y="691858"/>
                    <a:pt x="400855" y="689138"/>
                    <a:pt x="387257" y="683699"/>
                  </a:cubicBezTo>
                  <a:cubicBezTo>
                    <a:pt x="373659" y="678259"/>
                    <a:pt x="360060" y="672820"/>
                    <a:pt x="351901" y="664661"/>
                  </a:cubicBezTo>
                  <a:cubicBezTo>
                    <a:pt x="330144" y="645624"/>
                    <a:pt x="316546" y="621147"/>
                    <a:pt x="305667" y="596670"/>
                  </a:cubicBezTo>
                  <a:cubicBezTo>
                    <a:pt x="292069" y="569473"/>
                    <a:pt x="281190" y="539557"/>
                    <a:pt x="270312" y="509641"/>
                  </a:cubicBezTo>
                  <a:cubicBezTo>
                    <a:pt x="264872" y="493323"/>
                    <a:pt x="256713" y="477005"/>
                    <a:pt x="251274" y="460687"/>
                  </a:cubicBezTo>
                  <a:cubicBezTo>
                    <a:pt x="240395" y="433490"/>
                    <a:pt x="232236" y="409014"/>
                    <a:pt x="224077" y="381817"/>
                  </a:cubicBezTo>
                  <a:cubicBezTo>
                    <a:pt x="218638" y="365499"/>
                    <a:pt x="213199" y="346462"/>
                    <a:pt x="207759" y="330144"/>
                  </a:cubicBezTo>
                  <a:cubicBezTo>
                    <a:pt x="202320" y="316545"/>
                    <a:pt x="196881" y="300227"/>
                    <a:pt x="191442" y="286629"/>
                  </a:cubicBezTo>
                  <a:cubicBezTo>
                    <a:pt x="188722" y="281190"/>
                    <a:pt x="186002" y="278470"/>
                    <a:pt x="183283" y="278470"/>
                  </a:cubicBezTo>
                  <a:cubicBezTo>
                    <a:pt x="180563" y="278470"/>
                    <a:pt x="180563" y="286629"/>
                    <a:pt x="180563" y="292068"/>
                  </a:cubicBezTo>
                  <a:cubicBezTo>
                    <a:pt x="180563" y="297508"/>
                    <a:pt x="180563" y="302947"/>
                    <a:pt x="180563" y="305667"/>
                  </a:cubicBezTo>
                  <a:cubicBezTo>
                    <a:pt x="180563" y="321985"/>
                    <a:pt x="183283" y="338303"/>
                    <a:pt x="183283" y="354620"/>
                  </a:cubicBezTo>
                  <a:cubicBezTo>
                    <a:pt x="183283" y="387256"/>
                    <a:pt x="186002" y="417173"/>
                    <a:pt x="188722" y="449808"/>
                  </a:cubicBezTo>
                  <a:cubicBezTo>
                    <a:pt x="188722" y="460687"/>
                    <a:pt x="188722" y="468846"/>
                    <a:pt x="188722" y="479725"/>
                  </a:cubicBezTo>
                  <a:cubicBezTo>
                    <a:pt x="188722" y="501482"/>
                    <a:pt x="188722" y="523239"/>
                    <a:pt x="188722" y="542277"/>
                  </a:cubicBezTo>
                  <a:cubicBezTo>
                    <a:pt x="188722" y="566754"/>
                    <a:pt x="186002" y="591231"/>
                    <a:pt x="186002" y="615708"/>
                  </a:cubicBezTo>
                  <a:cubicBezTo>
                    <a:pt x="186002" y="623866"/>
                    <a:pt x="186002" y="632025"/>
                    <a:pt x="186002" y="637465"/>
                  </a:cubicBezTo>
                  <a:cubicBezTo>
                    <a:pt x="186002" y="645624"/>
                    <a:pt x="183283" y="656502"/>
                    <a:pt x="183283" y="664661"/>
                  </a:cubicBezTo>
                  <a:cubicBezTo>
                    <a:pt x="202320" y="664661"/>
                    <a:pt x="218638" y="664661"/>
                    <a:pt x="226797" y="664661"/>
                  </a:cubicBezTo>
                  <a:cubicBezTo>
                    <a:pt x="234956" y="664661"/>
                    <a:pt x="253994" y="664661"/>
                    <a:pt x="253994" y="680979"/>
                  </a:cubicBezTo>
                  <a:cubicBezTo>
                    <a:pt x="253994" y="689138"/>
                    <a:pt x="253994" y="691858"/>
                    <a:pt x="248554" y="697297"/>
                  </a:cubicBezTo>
                  <a:cubicBezTo>
                    <a:pt x="245835" y="702736"/>
                    <a:pt x="240395" y="705456"/>
                    <a:pt x="234956" y="705456"/>
                  </a:cubicBezTo>
                  <a:cubicBezTo>
                    <a:pt x="226797" y="708176"/>
                    <a:pt x="224077" y="708176"/>
                    <a:pt x="218638" y="708176"/>
                  </a:cubicBezTo>
                  <a:cubicBezTo>
                    <a:pt x="215918" y="708176"/>
                    <a:pt x="199600" y="708176"/>
                    <a:pt x="183283" y="708176"/>
                  </a:cubicBezTo>
                  <a:cubicBezTo>
                    <a:pt x="166965" y="708176"/>
                    <a:pt x="153366" y="708176"/>
                    <a:pt x="150647" y="708176"/>
                  </a:cubicBezTo>
                  <a:cubicBezTo>
                    <a:pt x="139768" y="708176"/>
                    <a:pt x="120730" y="708176"/>
                    <a:pt x="107132" y="708176"/>
                  </a:cubicBezTo>
                  <a:cubicBezTo>
                    <a:pt x="101693" y="708176"/>
                    <a:pt x="96254" y="708176"/>
                    <a:pt x="88094" y="708176"/>
                  </a:cubicBezTo>
                  <a:cubicBezTo>
                    <a:pt x="82655" y="708176"/>
                    <a:pt x="74496" y="708176"/>
                    <a:pt x="69057" y="702736"/>
                  </a:cubicBezTo>
                  <a:cubicBezTo>
                    <a:pt x="63617" y="700017"/>
                    <a:pt x="58178" y="691858"/>
                    <a:pt x="58178" y="686418"/>
                  </a:cubicBezTo>
                  <a:cubicBezTo>
                    <a:pt x="58178" y="683699"/>
                    <a:pt x="58178" y="680979"/>
                    <a:pt x="60898" y="678259"/>
                  </a:cubicBezTo>
                  <a:cubicBezTo>
                    <a:pt x="63617" y="675540"/>
                    <a:pt x="71777" y="672820"/>
                    <a:pt x="77216" y="670101"/>
                  </a:cubicBezTo>
                  <a:cubicBezTo>
                    <a:pt x="90814" y="667381"/>
                    <a:pt x="115291" y="664661"/>
                    <a:pt x="120730" y="664661"/>
                  </a:cubicBezTo>
                  <a:cubicBezTo>
                    <a:pt x="123450" y="664661"/>
                    <a:pt x="126170" y="664661"/>
                    <a:pt x="131609" y="664661"/>
                  </a:cubicBezTo>
                  <a:cubicBezTo>
                    <a:pt x="131609" y="623866"/>
                    <a:pt x="134329" y="583072"/>
                    <a:pt x="134329" y="539557"/>
                  </a:cubicBezTo>
                  <a:cubicBezTo>
                    <a:pt x="134329" y="528678"/>
                    <a:pt x="134329" y="515080"/>
                    <a:pt x="134329" y="504201"/>
                  </a:cubicBezTo>
                  <a:cubicBezTo>
                    <a:pt x="131609" y="460687"/>
                    <a:pt x="131609" y="417173"/>
                    <a:pt x="131609" y="376378"/>
                  </a:cubicBezTo>
                  <a:cubicBezTo>
                    <a:pt x="131609" y="351901"/>
                    <a:pt x="131609" y="327424"/>
                    <a:pt x="131609" y="302947"/>
                  </a:cubicBezTo>
                  <a:cubicBezTo>
                    <a:pt x="131609" y="275751"/>
                    <a:pt x="131609" y="248554"/>
                    <a:pt x="134329" y="221357"/>
                  </a:cubicBezTo>
                  <a:cubicBezTo>
                    <a:pt x="134329" y="188722"/>
                    <a:pt x="137048" y="156086"/>
                    <a:pt x="137048" y="123450"/>
                  </a:cubicBezTo>
                  <a:cubicBezTo>
                    <a:pt x="126170" y="123450"/>
                    <a:pt x="115291" y="123450"/>
                    <a:pt x="107132" y="123450"/>
                  </a:cubicBezTo>
                  <a:cubicBezTo>
                    <a:pt x="101693" y="123450"/>
                    <a:pt x="96254" y="123450"/>
                    <a:pt x="88094" y="123450"/>
                  </a:cubicBezTo>
                  <a:cubicBezTo>
                    <a:pt x="82655" y="123450"/>
                    <a:pt x="74496" y="120730"/>
                    <a:pt x="69057" y="118011"/>
                  </a:cubicBezTo>
                  <a:cubicBezTo>
                    <a:pt x="63617" y="115291"/>
                    <a:pt x="58178" y="107132"/>
                    <a:pt x="58178" y="101693"/>
                  </a:cubicBezTo>
                  <a:cubicBezTo>
                    <a:pt x="58178" y="98973"/>
                    <a:pt x="58178" y="96253"/>
                    <a:pt x="60898" y="93534"/>
                  </a:cubicBezTo>
                  <a:cubicBezTo>
                    <a:pt x="63617" y="90814"/>
                    <a:pt x="71777" y="88094"/>
                    <a:pt x="77216" y="85375"/>
                  </a:cubicBezTo>
                  <a:cubicBezTo>
                    <a:pt x="90814" y="82655"/>
                    <a:pt x="126170" y="79935"/>
                    <a:pt x="131609" y="79935"/>
                  </a:cubicBezTo>
                  <a:cubicBezTo>
                    <a:pt x="137048" y="79935"/>
                    <a:pt x="147927" y="79935"/>
                    <a:pt x="161525" y="79935"/>
                  </a:cubicBezTo>
                  <a:cubicBezTo>
                    <a:pt x="166965" y="74496"/>
                    <a:pt x="172404" y="71776"/>
                    <a:pt x="177843" y="66337"/>
                  </a:cubicBezTo>
                  <a:cubicBezTo>
                    <a:pt x="186002" y="60898"/>
                    <a:pt x="194161" y="58178"/>
                    <a:pt x="202320" y="58178"/>
                  </a:cubicBezTo>
                  <a:cubicBezTo>
                    <a:pt x="215918" y="58178"/>
                    <a:pt x="226797" y="63617"/>
                    <a:pt x="234956" y="77216"/>
                  </a:cubicBezTo>
                  <a:cubicBezTo>
                    <a:pt x="240395" y="88094"/>
                    <a:pt x="248554" y="96253"/>
                    <a:pt x="251274" y="107132"/>
                  </a:cubicBezTo>
                  <a:cubicBezTo>
                    <a:pt x="256713" y="120730"/>
                    <a:pt x="259433" y="134328"/>
                    <a:pt x="267592" y="147927"/>
                  </a:cubicBezTo>
                  <a:cubicBezTo>
                    <a:pt x="273031" y="158805"/>
                    <a:pt x="275751" y="172404"/>
                    <a:pt x="281190" y="183282"/>
                  </a:cubicBezTo>
                  <a:cubicBezTo>
                    <a:pt x="286630" y="196881"/>
                    <a:pt x="292069" y="210479"/>
                    <a:pt x="297508" y="224077"/>
                  </a:cubicBezTo>
                  <a:cubicBezTo>
                    <a:pt x="300228" y="237675"/>
                    <a:pt x="305667" y="251274"/>
                    <a:pt x="308387" y="264872"/>
                  </a:cubicBezTo>
                  <a:cubicBezTo>
                    <a:pt x="311106" y="278470"/>
                    <a:pt x="311106" y="289349"/>
                    <a:pt x="319265" y="300227"/>
                  </a:cubicBezTo>
                  <a:cubicBezTo>
                    <a:pt x="332864" y="324704"/>
                    <a:pt x="346462" y="351901"/>
                    <a:pt x="351901" y="379097"/>
                  </a:cubicBezTo>
                  <a:cubicBezTo>
                    <a:pt x="354621" y="392696"/>
                    <a:pt x="360060" y="403574"/>
                    <a:pt x="365500" y="417173"/>
                  </a:cubicBezTo>
                  <a:cubicBezTo>
                    <a:pt x="373659" y="430771"/>
                    <a:pt x="373659" y="444369"/>
                    <a:pt x="379098" y="457967"/>
                  </a:cubicBezTo>
                  <a:cubicBezTo>
                    <a:pt x="381818" y="471566"/>
                    <a:pt x="387257" y="482444"/>
                    <a:pt x="395416" y="496043"/>
                  </a:cubicBezTo>
                  <a:cubicBezTo>
                    <a:pt x="398136" y="501482"/>
                    <a:pt x="403575" y="506921"/>
                    <a:pt x="406294" y="512361"/>
                  </a:cubicBezTo>
                  <a:cubicBezTo>
                    <a:pt x="409014" y="517800"/>
                    <a:pt x="409014" y="525959"/>
                    <a:pt x="411734" y="531398"/>
                  </a:cubicBezTo>
                  <a:cubicBezTo>
                    <a:pt x="414453" y="539557"/>
                    <a:pt x="417173" y="550436"/>
                    <a:pt x="419893" y="558595"/>
                  </a:cubicBezTo>
                  <a:cubicBezTo>
                    <a:pt x="422613" y="561314"/>
                    <a:pt x="422613" y="564034"/>
                    <a:pt x="425332" y="564034"/>
                  </a:cubicBezTo>
                  <a:cubicBezTo>
                    <a:pt x="428052" y="564034"/>
                    <a:pt x="428052" y="561314"/>
                    <a:pt x="430771" y="558595"/>
                  </a:cubicBezTo>
                  <a:cubicBezTo>
                    <a:pt x="430771" y="555875"/>
                    <a:pt x="430771" y="553155"/>
                    <a:pt x="430771" y="550436"/>
                  </a:cubicBezTo>
                  <a:cubicBezTo>
                    <a:pt x="430771" y="534118"/>
                    <a:pt x="430771" y="517800"/>
                    <a:pt x="430771" y="501482"/>
                  </a:cubicBezTo>
                  <a:cubicBezTo>
                    <a:pt x="430771" y="468846"/>
                    <a:pt x="433491" y="436210"/>
                    <a:pt x="430771" y="403574"/>
                  </a:cubicBezTo>
                  <a:cubicBezTo>
                    <a:pt x="430771" y="373658"/>
                    <a:pt x="425332" y="343742"/>
                    <a:pt x="425332" y="313826"/>
                  </a:cubicBezTo>
                  <a:cubicBezTo>
                    <a:pt x="425332" y="292068"/>
                    <a:pt x="425332" y="270311"/>
                    <a:pt x="425332" y="248554"/>
                  </a:cubicBezTo>
                  <a:cubicBezTo>
                    <a:pt x="425332" y="234956"/>
                    <a:pt x="425332" y="224077"/>
                    <a:pt x="425332" y="210479"/>
                  </a:cubicBezTo>
                  <a:cubicBezTo>
                    <a:pt x="425332" y="191441"/>
                    <a:pt x="422613" y="172404"/>
                    <a:pt x="422613" y="153366"/>
                  </a:cubicBezTo>
                  <a:cubicBezTo>
                    <a:pt x="422613" y="142487"/>
                    <a:pt x="422613" y="134328"/>
                    <a:pt x="425332" y="123450"/>
                  </a:cubicBezTo>
                  <a:cubicBezTo>
                    <a:pt x="417173" y="123450"/>
                    <a:pt x="406294" y="123450"/>
                    <a:pt x="398136" y="123450"/>
                  </a:cubicBezTo>
                  <a:cubicBezTo>
                    <a:pt x="392696" y="123450"/>
                    <a:pt x="387257" y="123450"/>
                    <a:pt x="379098" y="123450"/>
                  </a:cubicBezTo>
                  <a:cubicBezTo>
                    <a:pt x="373659" y="123450"/>
                    <a:pt x="365500" y="120730"/>
                    <a:pt x="360060" y="118011"/>
                  </a:cubicBezTo>
                  <a:cubicBezTo>
                    <a:pt x="354621" y="115291"/>
                    <a:pt x="349182" y="107132"/>
                    <a:pt x="349182" y="101693"/>
                  </a:cubicBezTo>
                  <a:cubicBezTo>
                    <a:pt x="349182" y="98973"/>
                    <a:pt x="349182" y="96253"/>
                    <a:pt x="351901" y="93534"/>
                  </a:cubicBezTo>
                  <a:cubicBezTo>
                    <a:pt x="354621" y="90814"/>
                    <a:pt x="362780" y="88094"/>
                    <a:pt x="368219" y="85375"/>
                  </a:cubicBezTo>
                  <a:cubicBezTo>
                    <a:pt x="381818" y="82655"/>
                    <a:pt x="417173" y="79935"/>
                    <a:pt x="422613" y="79935"/>
                  </a:cubicBezTo>
                  <a:cubicBezTo>
                    <a:pt x="428052" y="79935"/>
                    <a:pt x="433491" y="79935"/>
                    <a:pt x="444370" y="79935"/>
                  </a:cubicBezTo>
                  <a:cubicBezTo>
                    <a:pt x="449809" y="74496"/>
                    <a:pt x="455248" y="71776"/>
                    <a:pt x="463407" y="71776"/>
                  </a:cubicBezTo>
                  <a:cubicBezTo>
                    <a:pt x="471566" y="71776"/>
                    <a:pt x="477006" y="74496"/>
                    <a:pt x="477006" y="79935"/>
                  </a:cubicBezTo>
                  <a:cubicBezTo>
                    <a:pt x="493324" y="79935"/>
                    <a:pt x="506922" y="79935"/>
                    <a:pt x="515081" y="79935"/>
                  </a:cubicBezTo>
                  <a:lnTo>
                    <a:pt x="515081" y="79935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891440AF-BE0A-4FCF-8580-12C0D6978EDB}"/>
                </a:ext>
              </a:extLst>
            </p:cNvPr>
            <p:cNvSpPr/>
            <p:nvPr/>
          </p:nvSpPr>
          <p:spPr>
            <a:xfrm>
              <a:off x="5139126" y="4192158"/>
              <a:ext cx="516735" cy="788700"/>
            </a:xfrm>
            <a:custGeom>
              <a:avLst/>
              <a:gdLst>
                <a:gd name="connsiteX0" fmla="*/ 464616 w 516735"/>
                <a:gd name="connsiteY0" fmla="*/ 436210 h 788699"/>
                <a:gd name="connsiteX1" fmla="*/ 445578 w 516735"/>
                <a:gd name="connsiteY1" fmla="*/ 455248 h 788699"/>
                <a:gd name="connsiteX2" fmla="*/ 404784 w 516735"/>
                <a:gd name="connsiteY2" fmla="*/ 466126 h 788699"/>
                <a:gd name="connsiteX3" fmla="*/ 385746 w 516735"/>
                <a:gd name="connsiteY3" fmla="*/ 479725 h 788699"/>
                <a:gd name="connsiteX4" fmla="*/ 388466 w 516735"/>
                <a:gd name="connsiteY4" fmla="*/ 512361 h 788699"/>
                <a:gd name="connsiteX5" fmla="*/ 388466 w 516735"/>
                <a:gd name="connsiteY5" fmla="*/ 544997 h 788699"/>
                <a:gd name="connsiteX6" fmla="*/ 388466 w 516735"/>
                <a:gd name="connsiteY6" fmla="*/ 566754 h 788699"/>
                <a:gd name="connsiteX7" fmla="*/ 391185 w 516735"/>
                <a:gd name="connsiteY7" fmla="*/ 632026 h 788699"/>
                <a:gd name="connsiteX8" fmla="*/ 393905 w 516735"/>
                <a:gd name="connsiteY8" fmla="*/ 683699 h 788699"/>
                <a:gd name="connsiteX9" fmla="*/ 377587 w 516735"/>
                <a:gd name="connsiteY9" fmla="*/ 724494 h 788699"/>
                <a:gd name="connsiteX10" fmla="*/ 361269 w 516735"/>
                <a:gd name="connsiteY10" fmla="*/ 719054 h 788699"/>
                <a:gd name="connsiteX11" fmla="*/ 353110 w 516735"/>
                <a:gd name="connsiteY11" fmla="*/ 702737 h 788699"/>
                <a:gd name="connsiteX12" fmla="*/ 350390 w 516735"/>
                <a:gd name="connsiteY12" fmla="*/ 686419 h 788699"/>
                <a:gd name="connsiteX13" fmla="*/ 353110 w 516735"/>
                <a:gd name="connsiteY13" fmla="*/ 659222 h 788699"/>
                <a:gd name="connsiteX14" fmla="*/ 353110 w 516735"/>
                <a:gd name="connsiteY14" fmla="*/ 656502 h 788699"/>
                <a:gd name="connsiteX15" fmla="*/ 317755 w 516735"/>
                <a:gd name="connsiteY15" fmla="*/ 708176 h 788699"/>
                <a:gd name="connsiteX16" fmla="*/ 241604 w 516735"/>
                <a:gd name="connsiteY16" fmla="*/ 735372 h 788699"/>
                <a:gd name="connsiteX17" fmla="*/ 187211 w 516735"/>
                <a:gd name="connsiteY17" fmla="*/ 727214 h 788699"/>
                <a:gd name="connsiteX18" fmla="*/ 135538 w 516735"/>
                <a:gd name="connsiteY18" fmla="*/ 694578 h 788699"/>
                <a:gd name="connsiteX19" fmla="*/ 86584 w 516735"/>
                <a:gd name="connsiteY19" fmla="*/ 621147 h 788699"/>
                <a:gd name="connsiteX20" fmla="*/ 67546 w 516735"/>
                <a:gd name="connsiteY20" fmla="*/ 555875 h 788699"/>
                <a:gd name="connsiteX21" fmla="*/ 59387 w 516735"/>
                <a:gd name="connsiteY21" fmla="*/ 509641 h 788699"/>
                <a:gd name="connsiteX22" fmla="*/ 59387 w 516735"/>
                <a:gd name="connsiteY22" fmla="*/ 468846 h 788699"/>
                <a:gd name="connsiteX23" fmla="*/ 86584 w 516735"/>
                <a:gd name="connsiteY23" fmla="*/ 302947 h 788699"/>
                <a:gd name="connsiteX24" fmla="*/ 108341 w 516735"/>
                <a:gd name="connsiteY24" fmla="*/ 224077 h 788699"/>
                <a:gd name="connsiteX25" fmla="*/ 146416 w 516735"/>
                <a:gd name="connsiteY25" fmla="*/ 145207 h 788699"/>
                <a:gd name="connsiteX26" fmla="*/ 198090 w 516735"/>
                <a:gd name="connsiteY26" fmla="*/ 85375 h 788699"/>
                <a:gd name="connsiteX27" fmla="*/ 228006 w 516735"/>
                <a:gd name="connsiteY27" fmla="*/ 69057 h 788699"/>
                <a:gd name="connsiteX28" fmla="*/ 268801 w 516735"/>
                <a:gd name="connsiteY28" fmla="*/ 58178 h 788699"/>
                <a:gd name="connsiteX29" fmla="*/ 274240 w 516735"/>
                <a:gd name="connsiteY29" fmla="*/ 58178 h 788699"/>
                <a:gd name="connsiteX30" fmla="*/ 295997 w 516735"/>
                <a:gd name="connsiteY30" fmla="*/ 60898 h 788699"/>
                <a:gd name="connsiteX31" fmla="*/ 331353 w 516735"/>
                <a:gd name="connsiteY31" fmla="*/ 71776 h 788699"/>
                <a:gd name="connsiteX32" fmla="*/ 350390 w 516735"/>
                <a:gd name="connsiteY32" fmla="*/ 93534 h 788699"/>
                <a:gd name="connsiteX33" fmla="*/ 353110 w 516735"/>
                <a:gd name="connsiteY33" fmla="*/ 74496 h 788699"/>
                <a:gd name="connsiteX34" fmla="*/ 358549 w 516735"/>
                <a:gd name="connsiteY34" fmla="*/ 63618 h 788699"/>
                <a:gd name="connsiteX35" fmla="*/ 366708 w 516735"/>
                <a:gd name="connsiteY35" fmla="*/ 58178 h 788699"/>
                <a:gd name="connsiteX36" fmla="*/ 374867 w 516735"/>
                <a:gd name="connsiteY36" fmla="*/ 63618 h 788699"/>
                <a:gd name="connsiteX37" fmla="*/ 383026 w 516735"/>
                <a:gd name="connsiteY37" fmla="*/ 82655 h 788699"/>
                <a:gd name="connsiteX38" fmla="*/ 385746 w 516735"/>
                <a:gd name="connsiteY38" fmla="*/ 126170 h 788699"/>
                <a:gd name="connsiteX39" fmla="*/ 388466 w 516735"/>
                <a:gd name="connsiteY39" fmla="*/ 186002 h 788699"/>
                <a:gd name="connsiteX40" fmla="*/ 391185 w 516735"/>
                <a:gd name="connsiteY40" fmla="*/ 237676 h 788699"/>
                <a:gd name="connsiteX41" fmla="*/ 374867 w 516735"/>
                <a:gd name="connsiteY41" fmla="*/ 278470 h 788699"/>
                <a:gd name="connsiteX42" fmla="*/ 358549 w 516735"/>
                <a:gd name="connsiteY42" fmla="*/ 273031 h 788699"/>
                <a:gd name="connsiteX43" fmla="*/ 350390 w 516735"/>
                <a:gd name="connsiteY43" fmla="*/ 256713 h 788699"/>
                <a:gd name="connsiteX44" fmla="*/ 347671 w 516735"/>
                <a:gd name="connsiteY44" fmla="*/ 240395 h 788699"/>
                <a:gd name="connsiteX45" fmla="*/ 347671 w 516735"/>
                <a:gd name="connsiteY45" fmla="*/ 213199 h 788699"/>
                <a:gd name="connsiteX46" fmla="*/ 344951 w 516735"/>
                <a:gd name="connsiteY46" fmla="*/ 194161 h 788699"/>
                <a:gd name="connsiteX47" fmla="*/ 339512 w 516735"/>
                <a:gd name="connsiteY47" fmla="*/ 150647 h 788699"/>
                <a:gd name="connsiteX48" fmla="*/ 323194 w 516735"/>
                <a:gd name="connsiteY48" fmla="*/ 112571 h 788699"/>
                <a:gd name="connsiteX49" fmla="*/ 293278 w 516735"/>
                <a:gd name="connsiteY49" fmla="*/ 101693 h 788699"/>
                <a:gd name="connsiteX50" fmla="*/ 263361 w 516735"/>
                <a:gd name="connsiteY50" fmla="*/ 120730 h 788699"/>
                <a:gd name="connsiteX51" fmla="*/ 241604 w 516735"/>
                <a:gd name="connsiteY51" fmla="*/ 153366 h 788699"/>
                <a:gd name="connsiteX52" fmla="*/ 233445 w 516735"/>
                <a:gd name="connsiteY52" fmla="*/ 194161 h 788699"/>
                <a:gd name="connsiteX53" fmla="*/ 225286 w 516735"/>
                <a:gd name="connsiteY53" fmla="*/ 232236 h 788699"/>
                <a:gd name="connsiteX54" fmla="*/ 217127 w 516735"/>
                <a:gd name="connsiteY54" fmla="*/ 275751 h 788699"/>
                <a:gd name="connsiteX55" fmla="*/ 211688 w 516735"/>
                <a:gd name="connsiteY55" fmla="*/ 316545 h 788699"/>
                <a:gd name="connsiteX56" fmla="*/ 206249 w 516735"/>
                <a:gd name="connsiteY56" fmla="*/ 354621 h 788699"/>
                <a:gd name="connsiteX57" fmla="*/ 200809 w 516735"/>
                <a:gd name="connsiteY57" fmla="*/ 398135 h 788699"/>
                <a:gd name="connsiteX58" fmla="*/ 195370 w 516735"/>
                <a:gd name="connsiteY58" fmla="*/ 438930 h 788699"/>
                <a:gd name="connsiteX59" fmla="*/ 192650 w 516735"/>
                <a:gd name="connsiteY59" fmla="*/ 474286 h 788699"/>
                <a:gd name="connsiteX60" fmla="*/ 195370 w 516735"/>
                <a:gd name="connsiteY60" fmla="*/ 525959 h 788699"/>
                <a:gd name="connsiteX61" fmla="*/ 208968 w 516735"/>
                <a:gd name="connsiteY61" fmla="*/ 596670 h 788699"/>
                <a:gd name="connsiteX62" fmla="*/ 214407 w 516735"/>
                <a:gd name="connsiteY62" fmla="*/ 623867 h 788699"/>
                <a:gd name="connsiteX63" fmla="*/ 228006 w 516735"/>
                <a:gd name="connsiteY63" fmla="*/ 656502 h 788699"/>
                <a:gd name="connsiteX64" fmla="*/ 271520 w 516735"/>
                <a:gd name="connsiteY64" fmla="*/ 689138 h 788699"/>
                <a:gd name="connsiteX65" fmla="*/ 306876 w 516735"/>
                <a:gd name="connsiteY65" fmla="*/ 664661 h 788699"/>
                <a:gd name="connsiteX66" fmla="*/ 331353 w 516735"/>
                <a:gd name="connsiteY66" fmla="*/ 602109 h 788699"/>
                <a:gd name="connsiteX67" fmla="*/ 336792 w 516735"/>
                <a:gd name="connsiteY67" fmla="*/ 544997 h 788699"/>
                <a:gd name="connsiteX68" fmla="*/ 336792 w 516735"/>
                <a:gd name="connsiteY68" fmla="*/ 498762 h 788699"/>
                <a:gd name="connsiteX69" fmla="*/ 336792 w 516735"/>
                <a:gd name="connsiteY69" fmla="*/ 490603 h 788699"/>
                <a:gd name="connsiteX70" fmla="*/ 320474 w 516735"/>
                <a:gd name="connsiteY70" fmla="*/ 477005 h 788699"/>
                <a:gd name="connsiteX71" fmla="*/ 282399 w 516735"/>
                <a:gd name="connsiteY71" fmla="*/ 479725 h 788699"/>
                <a:gd name="connsiteX72" fmla="*/ 252483 w 516735"/>
                <a:gd name="connsiteY72" fmla="*/ 474286 h 788699"/>
                <a:gd name="connsiteX73" fmla="*/ 247043 w 516735"/>
                <a:gd name="connsiteY73" fmla="*/ 466126 h 788699"/>
                <a:gd name="connsiteX74" fmla="*/ 249763 w 516735"/>
                <a:gd name="connsiteY74" fmla="*/ 457968 h 788699"/>
                <a:gd name="connsiteX75" fmla="*/ 268801 w 516735"/>
                <a:gd name="connsiteY75" fmla="*/ 447089 h 788699"/>
                <a:gd name="connsiteX76" fmla="*/ 312315 w 516735"/>
                <a:gd name="connsiteY76" fmla="*/ 436210 h 788699"/>
                <a:gd name="connsiteX77" fmla="*/ 353110 w 516735"/>
                <a:gd name="connsiteY77" fmla="*/ 430771 h 788699"/>
                <a:gd name="connsiteX78" fmla="*/ 385746 w 516735"/>
                <a:gd name="connsiteY78" fmla="*/ 430771 h 788699"/>
                <a:gd name="connsiteX79" fmla="*/ 437420 w 516735"/>
                <a:gd name="connsiteY79" fmla="*/ 428051 h 788699"/>
                <a:gd name="connsiteX80" fmla="*/ 464616 w 516735"/>
                <a:gd name="connsiteY80" fmla="*/ 436210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516735" h="788699">
                  <a:moveTo>
                    <a:pt x="464616" y="436210"/>
                  </a:moveTo>
                  <a:cubicBezTo>
                    <a:pt x="464616" y="447089"/>
                    <a:pt x="453737" y="452528"/>
                    <a:pt x="445578" y="455248"/>
                  </a:cubicBezTo>
                  <a:cubicBezTo>
                    <a:pt x="434700" y="460687"/>
                    <a:pt x="415662" y="463407"/>
                    <a:pt x="404784" y="466126"/>
                  </a:cubicBezTo>
                  <a:cubicBezTo>
                    <a:pt x="393905" y="466126"/>
                    <a:pt x="385746" y="468846"/>
                    <a:pt x="385746" y="479725"/>
                  </a:cubicBezTo>
                  <a:cubicBezTo>
                    <a:pt x="385746" y="487884"/>
                    <a:pt x="388466" y="506921"/>
                    <a:pt x="388466" y="512361"/>
                  </a:cubicBezTo>
                  <a:cubicBezTo>
                    <a:pt x="388466" y="515080"/>
                    <a:pt x="388466" y="539557"/>
                    <a:pt x="388466" y="544997"/>
                  </a:cubicBezTo>
                  <a:cubicBezTo>
                    <a:pt x="388466" y="550436"/>
                    <a:pt x="388466" y="558595"/>
                    <a:pt x="388466" y="566754"/>
                  </a:cubicBezTo>
                  <a:cubicBezTo>
                    <a:pt x="388466" y="591231"/>
                    <a:pt x="388466" y="621147"/>
                    <a:pt x="391185" y="632026"/>
                  </a:cubicBezTo>
                  <a:cubicBezTo>
                    <a:pt x="393905" y="653783"/>
                    <a:pt x="393905" y="661942"/>
                    <a:pt x="393905" y="683699"/>
                  </a:cubicBezTo>
                  <a:cubicBezTo>
                    <a:pt x="393905" y="694578"/>
                    <a:pt x="393905" y="724494"/>
                    <a:pt x="377587" y="724494"/>
                  </a:cubicBezTo>
                  <a:cubicBezTo>
                    <a:pt x="369428" y="724494"/>
                    <a:pt x="366708" y="721774"/>
                    <a:pt x="361269" y="719054"/>
                  </a:cubicBezTo>
                  <a:cubicBezTo>
                    <a:pt x="355830" y="716335"/>
                    <a:pt x="353110" y="708176"/>
                    <a:pt x="353110" y="702737"/>
                  </a:cubicBezTo>
                  <a:cubicBezTo>
                    <a:pt x="350390" y="694578"/>
                    <a:pt x="350390" y="689138"/>
                    <a:pt x="350390" y="686419"/>
                  </a:cubicBezTo>
                  <a:cubicBezTo>
                    <a:pt x="350390" y="678260"/>
                    <a:pt x="353110" y="672820"/>
                    <a:pt x="353110" y="659222"/>
                  </a:cubicBezTo>
                  <a:lnTo>
                    <a:pt x="353110" y="656502"/>
                  </a:lnTo>
                  <a:cubicBezTo>
                    <a:pt x="347671" y="675540"/>
                    <a:pt x="334072" y="694578"/>
                    <a:pt x="317755" y="708176"/>
                  </a:cubicBezTo>
                  <a:cubicBezTo>
                    <a:pt x="293278" y="727214"/>
                    <a:pt x="274240" y="735372"/>
                    <a:pt x="241604" y="735372"/>
                  </a:cubicBezTo>
                  <a:cubicBezTo>
                    <a:pt x="222566" y="735372"/>
                    <a:pt x="203529" y="732653"/>
                    <a:pt x="187211" y="727214"/>
                  </a:cubicBezTo>
                  <a:cubicBezTo>
                    <a:pt x="165454" y="719054"/>
                    <a:pt x="149136" y="708176"/>
                    <a:pt x="135538" y="694578"/>
                  </a:cubicBezTo>
                  <a:cubicBezTo>
                    <a:pt x="113780" y="672820"/>
                    <a:pt x="100182" y="648343"/>
                    <a:pt x="86584" y="621147"/>
                  </a:cubicBezTo>
                  <a:cubicBezTo>
                    <a:pt x="75705" y="599390"/>
                    <a:pt x="70266" y="580352"/>
                    <a:pt x="67546" y="555875"/>
                  </a:cubicBezTo>
                  <a:cubicBezTo>
                    <a:pt x="64826" y="539557"/>
                    <a:pt x="62107" y="525959"/>
                    <a:pt x="59387" y="509641"/>
                  </a:cubicBezTo>
                  <a:cubicBezTo>
                    <a:pt x="56667" y="493323"/>
                    <a:pt x="59387" y="485164"/>
                    <a:pt x="59387" y="468846"/>
                  </a:cubicBezTo>
                  <a:cubicBezTo>
                    <a:pt x="59387" y="414453"/>
                    <a:pt x="72985" y="362780"/>
                    <a:pt x="86584" y="302947"/>
                  </a:cubicBezTo>
                  <a:cubicBezTo>
                    <a:pt x="92023" y="275751"/>
                    <a:pt x="100182" y="248554"/>
                    <a:pt x="108341" y="224077"/>
                  </a:cubicBezTo>
                  <a:cubicBezTo>
                    <a:pt x="116500" y="196881"/>
                    <a:pt x="130098" y="169684"/>
                    <a:pt x="146416" y="145207"/>
                  </a:cubicBezTo>
                  <a:cubicBezTo>
                    <a:pt x="160014" y="123450"/>
                    <a:pt x="176332" y="101693"/>
                    <a:pt x="198090" y="85375"/>
                  </a:cubicBezTo>
                  <a:cubicBezTo>
                    <a:pt x="206249" y="77216"/>
                    <a:pt x="217127" y="71776"/>
                    <a:pt x="228006" y="69057"/>
                  </a:cubicBezTo>
                  <a:cubicBezTo>
                    <a:pt x="241604" y="63618"/>
                    <a:pt x="255202" y="58178"/>
                    <a:pt x="268801" y="58178"/>
                  </a:cubicBezTo>
                  <a:cubicBezTo>
                    <a:pt x="271520" y="58178"/>
                    <a:pt x="274240" y="58178"/>
                    <a:pt x="274240" y="58178"/>
                  </a:cubicBezTo>
                  <a:cubicBezTo>
                    <a:pt x="279679" y="58178"/>
                    <a:pt x="285119" y="58178"/>
                    <a:pt x="295997" y="60898"/>
                  </a:cubicBezTo>
                  <a:cubicBezTo>
                    <a:pt x="309595" y="63618"/>
                    <a:pt x="320474" y="66337"/>
                    <a:pt x="331353" y="71776"/>
                  </a:cubicBezTo>
                  <a:cubicBezTo>
                    <a:pt x="339512" y="77216"/>
                    <a:pt x="347671" y="85375"/>
                    <a:pt x="350390" y="93534"/>
                  </a:cubicBezTo>
                  <a:cubicBezTo>
                    <a:pt x="350390" y="88095"/>
                    <a:pt x="353110" y="79936"/>
                    <a:pt x="353110" y="74496"/>
                  </a:cubicBezTo>
                  <a:cubicBezTo>
                    <a:pt x="355830" y="71776"/>
                    <a:pt x="355830" y="69057"/>
                    <a:pt x="358549" y="63618"/>
                  </a:cubicBezTo>
                  <a:cubicBezTo>
                    <a:pt x="361269" y="60898"/>
                    <a:pt x="363989" y="58178"/>
                    <a:pt x="366708" y="58178"/>
                  </a:cubicBezTo>
                  <a:cubicBezTo>
                    <a:pt x="369428" y="58178"/>
                    <a:pt x="372148" y="60898"/>
                    <a:pt x="374867" y="63618"/>
                  </a:cubicBezTo>
                  <a:cubicBezTo>
                    <a:pt x="377587" y="69057"/>
                    <a:pt x="380307" y="77216"/>
                    <a:pt x="383026" y="82655"/>
                  </a:cubicBezTo>
                  <a:cubicBezTo>
                    <a:pt x="383026" y="90814"/>
                    <a:pt x="385746" y="107132"/>
                    <a:pt x="385746" y="126170"/>
                  </a:cubicBezTo>
                  <a:cubicBezTo>
                    <a:pt x="385746" y="150647"/>
                    <a:pt x="385746" y="177843"/>
                    <a:pt x="388466" y="186002"/>
                  </a:cubicBezTo>
                  <a:cubicBezTo>
                    <a:pt x="391185" y="207759"/>
                    <a:pt x="391185" y="215918"/>
                    <a:pt x="391185" y="237676"/>
                  </a:cubicBezTo>
                  <a:cubicBezTo>
                    <a:pt x="391185" y="248554"/>
                    <a:pt x="391185" y="278470"/>
                    <a:pt x="374867" y="278470"/>
                  </a:cubicBezTo>
                  <a:cubicBezTo>
                    <a:pt x="366708" y="278470"/>
                    <a:pt x="363989" y="275751"/>
                    <a:pt x="358549" y="273031"/>
                  </a:cubicBezTo>
                  <a:cubicBezTo>
                    <a:pt x="353110" y="270311"/>
                    <a:pt x="350390" y="262152"/>
                    <a:pt x="350390" y="256713"/>
                  </a:cubicBezTo>
                  <a:cubicBezTo>
                    <a:pt x="350390" y="251274"/>
                    <a:pt x="347671" y="245834"/>
                    <a:pt x="347671" y="240395"/>
                  </a:cubicBezTo>
                  <a:cubicBezTo>
                    <a:pt x="347671" y="232236"/>
                    <a:pt x="347671" y="224077"/>
                    <a:pt x="347671" y="213199"/>
                  </a:cubicBezTo>
                  <a:cubicBezTo>
                    <a:pt x="347671" y="207759"/>
                    <a:pt x="347671" y="199600"/>
                    <a:pt x="344951" y="194161"/>
                  </a:cubicBezTo>
                  <a:cubicBezTo>
                    <a:pt x="342232" y="180563"/>
                    <a:pt x="342232" y="164245"/>
                    <a:pt x="339512" y="150647"/>
                  </a:cubicBezTo>
                  <a:cubicBezTo>
                    <a:pt x="336792" y="137048"/>
                    <a:pt x="331353" y="123450"/>
                    <a:pt x="323194" y="112571"/>
                  </a:cubicBezTo>
                  <a:cubicBezTo>
                    <a:pt x="317755" y="104412"/>
                    <a:pt x="304156" y="101693"/>
                    <a:pt x="293278" y="101693"/>
                  </a:cubicBezTo>
                  <a:cubicBezTo>
                    <a:pt x="279679" y="101693"/>
                    <a:pt x="271520" y="109852"/>
                    <a:pt x="263361" y="120730"/>
                  </a:cubicBezTo>
                  <a:cubicBezTo>
                    <a:pt x="257922" y="131609"/>
                    <a:pt x="247043" y="139768"/>
                    <a:pt x="241604" y="153366"/>
                  </a:cubicBezTo>
                  <a:cubicBezTo>
                    <a:pt x="236165" y="166964"/>
                    <a:pt x="233445" y="180563"/>
                    <a:pt x="233445" y="194161"/>
                  </a:cubicBezTo>
                  <a:cubicBezTo>
                    <a:pt x="233445" y="207759"/>
                    <a:pt x="230726" y="218638"/>
                    <a:pt x="225286" y="232236"/>
                  </a:cubicBezTo>
                  <a:cubicBezTo>
                    <a:pt x="219847" y="245834"/>
                    <a:pt x="219847" y="262152"/>
                    <a:pt x="217127" y="275751"/>
                  </a:cubicBezTo>
                  <a:cubicBezTo>
                    <a:pt x="214407" y="289349"/>
                    <a:pt x="214407" y="302947"/>
                    <a:pt x="211688" y="316545"/>
                  </a:cubicBezTo>
                  <a:cubicBezTo>
                    <a:pt x="211688" y="330144"/>
                    <a:pt x="206249" y="341022"/>
                    <a:pt x="206249" y="354621"/>
                  </a:cubicBezTo>
                  <a:cubicBezTo>
                    <a:pt x="203529" y="368219"/>
                    <a:pt x="203529" y="381817"/>
                    <a:pt x="200809" y="398135"/>
                  </a:cubicBezTo>
                  <a:cubicBezTo>
                    <a:pt x="198090" y="411733"/>
                    <a:pt x="198090" y="425332"/>
                    <a:pt x="195370" y="438930"/>
                  </a:cubicBezTo>
                  <a:cubicBezTo>
                    <a:pt x="195370" y="449809"/>
                    <a:pt x="192650" y="463407"/>
                    <a:pt x="192650" y="474286"/>
                  </a:cubicBezTo>
                  <a:cubicBezTo>
                    <a:pt x="192650" y="490603"/>
                    <a:pt x="195370" y="509641"/>
                    <a:pt x="195370" y="525959"/>
                  </a:cubicBezTo>
                  <a:cubicBezTo>
                    <a:pt x="195370" y="550436"/>
                    <a:pt x="203529" y="572193"/>
                    <a:pt x="208968" y="596670"/>
                  </a:cubicBezTo>
                  <a:cubicBezTo>
                    <a:pt x="211688" y="604829"/>
                    <a:pt x="211688" y="615708"/>
                    <a:pt x="214407" y="623867"/>
                  </a:cubicBezTo>
                  <a:cubicBezTo>
                    <a:pt x="217127" y="634745"/>
                    <a:pt x="222566" y="645624"/>
                    <a:pt x="228006" y="656502"/>
                  </a:cubicBezTo>
                  <a:cubicBezTo>
                    <a:pt x="236165" y="670101"/>
                    <a:pt x="252483" y="689138"/>
                    <a:pt x="271520" y="689138"/>
                  </a:cubicBezTo>
                  <a:cubicBezTo>
                    <a:pt x="287838" y="689138"/>
                    <a:pt x="298717" y="675540"/>
                    <a:pt x="306876" y="664661"/>
                  </a:cubicBezTo>
                  <a:cubicBezTo>
                    <a:pt x="320474" y="645624"/>
                    <a:pt x="325914" y="623867"/>
                    <a:pt x="331353" y="602109"/>
                  </a:cubicBezTo>
                  <a:cubicBezTo>
                    <a:pt x="334072" y="583072"/>
                    <a:pt x="336792" y="564034"/>
                    <a:pt x="336792" y="544997"/>
                  </a:cubicBezTo>
                  <a:cubicBezTo>
                    <a:pt x="336792" y="531398"/>
                    <a:pt x="336792" y="512361"/>
                    <a:pt x="336792" y="498762"/>
                  </a:cubicBezTo>
                  <a:cubicBezTo>
                    <a:pt x="336792" y="496043"/>
                    <a:pt x="336792" y="493323"/>
                    <a:pt x="336792" y="490603"/>
                  </a:cubicBezTo>
                  <a:cubicBezTo>
                    <a:pt x="336792" y="479725"/>
                    <a:pt x="336792" y="477005"/>
                    <a:pt x="320474" y="477005"/>
                  </a:cubicBezTo>
                  <a:cubicBezTo>
                    <a:pt x="309595" y="477005"/>
                    <a:pt x="295997" y="479725"/>
                    <a:pt x="282399" y="479725"/>
                  </a:cubicBezTo>
                  <a:cubicBezTo>
                    <a:pt x="271520" y="479725"/>
                    <a:pt x="260642" y="479725"/>
                    <a:pt x="252483" y="474286"/>
                  </a:cubicBezTo>
                  <a:cubicBezTo>
                    <a:pt x="249763" y="471566"/>
                    <a:pt x="247043" y="468846"/>
                    <a:pt x="247043" y="466126"/>
                  </a:cubicBezTo>
                  <a:cubicBezTo>
                    <a:pt x="247043" y="463407"/>
                    <a:pt x="247043" y="460687"/>
                    <a:pt x="249763" y="457968"/>
                  </a:cubicBezTo>
                  <a:cubicBezTo>
                    <a:pt x="255202" y="452528"/>
                    <a:pt x="260642" y="449809"/>
                    <a:pt x="268801" y="447089"/>
                  </a:cubicBezTo>
                  <a:cubicBezTo>
                    <a:pt x="282399" y="441650"/>
                    <a:pt x="295997" y="438930"/>
                    <a:pt x="312315" y="436210"/>
                  </a:cubicBezTo>
                  <a:cubicBezTo>
                    <a:pt x="325914" y="433491"/>
                    <a:pt x="339512" y="433491"/>
                    <a:pt x="353110" y="430771"/>
                  </a:cubicBezTo>
                  <a:cubicBezTo>
                    <a:pt x="363989" y="430771"/>
                    <a:pt x="374867" y="430771"/>
                    <a:pt x="385746" y="430771"/>
                  </a:cubicBezTo>
                  <a:cubicBezTo>
                    <a:pt x="402064" y="430771"/>
                    <a:pt x="426541" y="428051"/>
                    <a:pt x="437420" y="428051"/>
                  </a:cubicBezTo>
                  <a:cubicBezTo>
                    <a:pt x="451018" y="419892"/>
                    <a:pt x="464616" y="425332"/>
                    <a:pt x="464616" y="436210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2824A636-A433-4E44-BCE1-4D747AEE8B2B}"/>
                </a:ext>
              </a:extLst>
            </p:cNvPr>
            <p:cNvSpPr/>
            <p:nvPr/>
          </p:nvSpPr>
          <p:spPr>
            <a:xfrm>
              <a:off x="5651630" y="4181279"/>
              <a:ext cx="734308" cy="788700"/>
            </a:xfrm>
            <a:custGeom>
              <a:avLst/>
              <a:gdLst>
                <a:gd name="connsiteX0" fmla="*/ 653783 w 734307"/>
                <a:gd name="connsiteY0" fmla="*/ 678259 h 788699"/>
                <a:gd name="connsiteX1" fmla="*/ 691859 w 734307"/>
                <a:gd name="connsiteY1" fmla="*/ 694577 h 788699"/>
                <a:gd name="connsiteX2" fmla="*/ 686419 w 734307"/>
                <a:gd name="connsiteY2" fmla="*/ 710895 h 788699"/>
                <a:gd name="connsiteX3" fmla="*/ 670101 w 734307"/>
                <a:gd name="connsiteY3" fmla="*/ 719054 h 788699"/>
                <a:gd name="connsiteX4" fmla="*/ 648344 w 734307"/>
                <a:gd name="connsiteY4" fmla="*/ 721774 h 788699"/>
                <a:gd name="connsiteX5" fmla="*/ 618428 w 734307"/>
                <a:gd name="connsiteY5" fmla="*/ 721774 h 788699"/>
                <a:gd name="connsiteX6" fmla="*/ 572194 w 734307"/>
                <a:gd name="connsiteY6" fmla="*/ 735372 h 788699"/>
                <a:gd name="connsiteX7" fmla="*/ 544997 w 734307"/>
                <a:gd name="connsiteY7" fmla="*/ 729933 h 788699"/>
                <a:gd name="connsiteX8" fmla="*/ 534119 w 734307"/>
                <a:gd name="connsiteY8" fmla="*/ 721774 h 788699"/>
                <a:gd name="connsiteX9" fmla="*/ 496043 w 734307"/>
                <a:gd name="connsiteY9" fmla="*/ 721774 h 788699"/>
                <a:gd name="connsiteX10" fmla="*/ 471566 w 734307"/>
                <a:gd name="connsiteY10" fmla="*/ 721774 h 788699"/>
                <a:gd name="connsiteX11" fmla="*/ 444370 w 734307"/>
                <a:gd name="connsiteY11" fmla="*/ 716335 h 788699"/>
                <a:gd name="connsiteX12" fmla="*/ 428052 w 734307"/>
                <a:gd name="connsiteY12" fmla="*/ 700017 h 788699"/>
                <a:gd name="connsiteX13" fmla="*/ 433491 w 734307"/>
                <a:gd name="connsiteY13" fmla="*/ 691858 h 788699"/>
                <a:gd name="connsiteX14" fmla="*/ 455248 w 734307"/>
                <a:gd name="connsiteY14" fmla="*/ 683699 h 788699"/>
                <a:gd name="connsiteX15" fmla="*/ 506922 w 734307"/>
                <a:gd name="connsiteY15" fmla="*/ 678259 h 788699"/>
                <a:gd name="connsiteX16" fmla="*/ 509641 w 734307"/>
                <a:gd name="connsiteY16" fmla="*/ 678259 h 788699"/>
                <a:gd name="connsiteX17" fmla="*/ 506922 w 734307"/>
                <a:gd name="connsiteY17" fmla="*/ 664661 h 788699"/>
                <a:gd name="connsiteX18" fmla="*/ 498763 w 734307"/>
                <a:gd name="connsiteY18" fmla="*/ 580352 h 788699"/>
                <a:gd name="connsiteX19" fmla="*/ 496043 w 734307"/>
                <a:gd name="connsiteY19" fmla="*/ 479725 h 788699"/>
                <a:gd name="connsiteX20" fmla="*/ 493324 w 734307"/>
                <a:gd name="connsiteY20" fmla="*/ 389976 h 788699"/>
                <a:gd name="connsiteX21" fmla="*/ 490604 w 734307"/>
                <a:gd name="connsiteY21" fmla="*/ 302947 h 788699"/>
                <a:gd name="connsiteX22" fmla="*/ 487884 w 734307"/>
                <a:gd name="connsiteY22" fmla="*/ 229516 h 788699"/>
                <a:gd name="connsiteX23" fmla="*/ 485165 w 734307"/>
                <a:gd name="connsiteY23" fmla="*/ 221357 h 788699"/>
                <a:gd name="connsiteX24" fmla="*/ 482445 w 734307"/>
                <a:gd name="connsiteY24" fmla="*/ 226797 h 788699"/>
                <a:gd name="connsiteX25" fmla="*/ 477006 w 734307"/>
                <a:gd name="connsiteY25" fmla="*/ 262152 h 788699"/>
                <a:gd name="connsiteX26" fmla="*/ 460688 w 734307"/>
                <a:gd name="connsiteY26" fmla="*/ 341022 h 788699"/>
                <a:gd name="connsiteX27" fmla="*/ 444370 w 734307"/>
                <a:gd name="connsiteY27" fmla="*/ 417173 h 788699"/>
                <a:gd name="connsiteX28" fmla="*/ 436211 w 734307"/>
                <a:gd name="connsiteY28" fmla="*/ 455248 h 788699"/>
                <a:gd name="connsiteX29" fmla="*/ 425332 w 734307"/>
                <a:gd name="connsiteY29" fmla="*/ 493323 h 788699"/>
                <a:gd name="connsiteX30" fmla="*/ 411734 w 734307"/>
                <a:gd name="connsiteY30" fmla="*/ 531398 h 788699"/>
                <a:gd name="connsiteX31" fmla="*/ 376378 w 734307"/>
                <a:gd name="connsiteY31" fmla="*/ 547716 h 788699"/>
                <a:gd name="connsiteX32" fmla="*/ 319265 w 734307"/>
                <a:gd name="connsiteY32" fmla="*/ 525959 h 788699"/>
                <a:gd name="connsiteX33" fmla="*/ 289349 w 734307"/>
                <a:gd name="connsiteY33" fmla="*/ 455248 h 788699"/>
                <a:gd name="connsiteX34" fmla="*/ 273031 w 734307"/>
                <a:gd name="connsiteY34" fmla="*/ 373658 h 788699"/>
                <a:gd name="connsiteX35" fmla="*/ 262153 w 734307"/>
                <a:gd name="connsiteY35" fmla="*/ 316545 h 788699"/>
                <a:gd name="connsiteX36" fmla="*/ 245835 w 734307"/>
                <a:gd name="connsiteY36" fmla="*/ 237675 h 788699"/>
                <a:gd name="connsiteX37" fmla="*/ 234956 w 734307"/>
                <a:gd name="connsiteY37" fmla="*/ 196881 h 788699"/>
                <a:gd name="connsiteX38" fmla="*/ 232236 w 734307"/>
                <a:gd name="connsiteY38" fmla="*/ 191441 h 788699"/>
                <a:gd name="connsiteX39" fmla="*/ 226797 w 734307"/>
                <a:gd name="connsiteY39" fmla="*/ 207759 h 788699"/>
                <a:gd name="connsiteX40" fmla="*/ 226797 w 734307"/>
                <a:gd name="connsiteY40" fmla="*/ 232236 h 788699"/>
                <a:gd name="connsiteX41" fmla="*/ 224077 w 734307"/>
                <a:gd name="connsiteY41" fmla="*/ 267592 h 788699"/>
                <a:gd name="connsiteX42" fmla="*/ 221358 w 734307"/>
                <a:gd name="connsiteY42" fmla="*/ 311106 h 788699"/>
                <a:gd name="connsiteX43" fmla="*/ 218638 w 734307"/>
                <a:gd name="connsiteY43" fmla="*/ 360060 h 788699"/>
                <a:gd name="connsiteX44" fmla="*/ 215919 w 734307"/>
                <a:gd name="connsiteY44" fmla="*/ 398135 h 788699"/>
                <a:gd name="connsiteX45" fmla="*/ 213199 w 734307"/>
                <a:gd name="connsiteY45" fmla="*/ 430771 h 788699"/>
                <a:gd name="connsiteX46" fmla="*/ 213199 w 734307"/>
                <a:gd name="connsiteY46" fmla="*/ 455248 h 788699"/>
                <a:gd name="connsiteX47" fmla="*/ 213199 w 734307"/>
                <a:gd name="connsiteY47" fmla="*/ 477005 h 788699"/>
                <a:gd name="connsiteX48" fmla="*/ 207759 w 734307"/>
                <a:gd name="connsiteY48" fmla="*/ 520520 h 788699"/>
                <a:gd name="connsiteX49" fmla="*/ 196881 w 734307"/>
                <a:gd name="connsiteY49" fmla="*/ 610268 h 788699"/>
                <a:gd name="connsiteX50" fmla="*/ 194161 w 734307"/>
                <a:gd name="connsiteY50" fmla="*/ 653783 h 788699"/>
                <a:gd name="connsiteX51" fmla="*/ 191441 w 734307"/>
                <a:gd name="connsiteY51" fmla="*/ 667381 h 788699"/>
                <a:gd name="connsiteX52" fmla="*/ 243115 w 734307"/>
                <a:gd name="connsiteY52" fmla="*/ 667381 h 788699"/>
                <a:gd name="connsiteX53" fmla="*/ 273031 w 734307"/>
                <a:gd name="connsiteY53" fmla="*/ 683699 h 788699"/>
                <a:gd name="connsiteX54" fmla="*/ 262153 w 734307"/>
                <a:gd name="connsiteY54" fmla="*/ 697297 h 788699"/>
                <a:gd name="connsiteX55" fmla="*/ 248554 w 734307"/>
                <a:gd name="connsiteY55" fmla="*/ 705456 h 788699"/>
                <a:gd name="connsiteX56" fmla="*/ 232236 w 734307"/>
                <a:gd name="connsiteY56" fmla="*/ 708176 h 788699"/>
                <a:gd name="connsiteX57" fmla="*/ 166965 w 734307"/>
                <a:gd name="connsiteY57" fmla="*/ 708176 h 788699"/>
                <a:gd name="connsiteX58" fmla="*/ 109852 w 734307"/>
                <a:gd name="connsiteY58" fmla="*/ 708176 h 788699"/>
                <a:gd name="connsiteX59" fmla="*/ 90814 w 734307"/>
                <a:gd name="connsiteY59" fmla="*/ 708176 h 788699"/>
                <a:gd name="connsiteX60" fmla="*/ 69057 w 734307"/>
                <a:gd name="connsiteY60" fmla="*/ 702736 h 788699"/>
                <a:gd name="connsiteX61" fmla="*/ 58178 w 734307"/>
                <a:gd name="connsiteY61" fmla="*/ 686418 h 788699"/>
                <a:gd name="connsiteX62" fmla="*/ 60898 w 734307"/>
                <a:gd name="connsiteY62" fmla="*/ 678259 h 788699"/>
                <a:gd name="connsiteX63" fmla="*/ 77216 w 734307"/>
                <a:gd name="connsiteY63" fmla="*/ 670101 h 788699"/>
                <a:gd name="connsiteX64" fmla="*/ 126170 w 734307"/>
                <a:gd name="connsiteY64" fmla="*/ 664661 h 788699"/>
                <a:gd name="connsiteX65" fmla="*/ 142487 w 734307"/>
                <a:gd name="connsiteY65" fmla="*/ 664661 h 788699"/>
                <a:gd name="connsiteX66" fmla="*/ 147927 w 734307"/>
                <a:gd name="connsiteY66" fmla="*/ 588511 h 788699"/>
                <a:gd name="connsiteX67" fmla="*/ 153366 w 734307"/>
                <a:gd name="connsiteY67" fmla="*/ 493323 h 788699"/>
                <a:gd name="connsiteX68" fmla="*/ 156086 w 734307"/>
                <a:gd name="connsiteY68" fmla="*/ 411733 h 788699"/>
                <a:gd name="connsiteX69" fmla="*/ 161525 w 734307"/>
                <a:gd name="connsiteY69" fmla="*/ 297508 h 788699"/>
                <a:gd name="connsiteX70" fmla="*/ 166965 w 734307"/>
                <a:gd name="connsiteY70" fmla="*/ 240395 h 788699"/>
                <a:gd name="connsiteX71" fmla="*/ 177843 w 734307"/>
                <a:gd name="connsiteY71" fmla="*/ 161525 h 788699"/>
                <a:gd name="connsiteX72" fmla="*/ 183282 w 734307"/>
                <a:gd name="connsiteY72" fmla="*/ 118011 h 788699"/>
                <a:gd name="connsiteX73" fmla="*/ 183282 w 734307"/>
                <a:gd name="connsiteY73" fmla="*/ 115291 h 788699"/>
                <a:gd name="connsiteX74" fmla="*/ 161525 w 734307"/>
                <a:gd name="connsiteY74" fmla="*/ 115291 h 788699"/>
                <a:gd name="connsiteX75" fmla="*/ 137048 w 734307"/>
                <a:gd name="connsiteY75" fmla="*/ 115291 h 788699"/>
                <a:gd name="connsiteX76" fmla="*/ 109852 w 734307"/>
                <a:gd name="connsiteY76" fmla="*/ 109851 h 788699"/>
                <a:gd name="connsiteX77" fmla="*/ 93534 w 734307"/>
                <a:gd name="connsiteY77" fmla="*/ 93534 h 788699"/>
                <a:gd name="connsiteX78" fmla="*/ 98973 w 734307"/>
                <a:gd name="connsiteY78" fmla="*/ 85375 h 788699"/>
                <a:gd name="connsiteX79" fmla="*/ 120730 w 734307"/>
                <a:gd name="connsiteY79" fmla="*/ 77216 h 788699"/>
                <a:gd name="connsiteX80" fmla="*/ 172404 w 734307"/>
                <a:gd name="connsiteY80" fmla="*/ 71776 h 788699"/>
                <a:gd name="connsiteX81" fmla="*/ 234956 w 734307"/>
                <a:gd name="connsiteY81" fmla="*/ 69057 h 788699"/>
                <a:gd name="connsiteX82" fmla="*/ 243115 w 734307"/>
                <a:gd name="connsiteY82" fmla="*/ 69057 h 788699"/>
                <a:gd name="connsiteX83" fmla="*/ 270312 w 734307"/>
                <a:gd name="connsiteY83" fmla="*/ 74496 h 788699"/>
                <a:gd name="connsiteX84" fmla="*/ 308387 w 734307"/>
                <a:gd name="connsiteY84" fmla="*/ 123450 h 788699"/>
                <a:gd name="connsiteX85" fmla="*/ 332864 w 734307"/>
                <a:gd name="connsiteY85" fmla="*/ 202320 h 788699"/>
                <a:gd name="connsiteX86" fmla="*/ 338303 w 734307"/>
                <a:gd name="connsiteY86" fmla="*/ 237675 h 788699"/>
                <a:gd name="connsiteX87" fmla="*/ 349182 w 734307"/>
                <a:gd name="connsiteY87" fmla="*/ 281190 h 788699"/>
                <a:gd name="connsiteX88" fmla="*/ 357341 w 734307"/>
                <a:gd name="connsiteY88" fmla="*/ 316545 h 788699"/>
                <a:gd name="connsiteX89" fmla="*/ 365500 w 734307"/>
                <a:gd name="connsiteY89" fmla="*/ 351901 h 788699"/>
                <a:gd name="connsiteX90" fmla="*/ 376378 w 734307"/>
                <a:gd name="connsiteY90" fmla="*/ 389976 h 788699"/>
                <a:gd name="connsiteX91" fmla="*/ 387257 w 734307"/>
                <a:gd name="connsiteY91" fmla="*/ 414453 h 788699"/>
                <a:gd name="connsiteX92" fmla="*/ 398136 w 734307"/>
                <a:gd name="connsiteY92" fmla="*/ 376378 h 788699"/>
                <a:gd name="connsiteX93" fmla="*/ 406295 w 734307"/>
                <a:gd name="connsiteY93" fmla="*/ 332863 h 788699"/>
                <a:gd name="connsiteX94" fmla="*/ 425332 w 734307"/>
                <a:gd name="connsiteY94" fmla="*/ 243115 h 788699"/>
                <a:gd name="connsiteX95" fmla="*/ 444370 w 734307"/>
                <a:gd name="connsiteY95" fmla="*/ 150646 h 788699"/>
                <a:gd name="connsiteX96" fmla="*/ 477006 w 734307"/>
                <a:gd name="connsiteY96" fmla="*/ 79935 h 788699"/>
                <a:gd name="connsiteX97" fmla="*/ 523240 w 734307"/>
                <a:gd name="connsiteY97" fmla="*/ 58178 h 788699"/>
                <a:gd name="connsiteX98" fmla="*/ 544997 w 734307"/>
                <a:gd name="connsiteY98" fmla="*/ 63617 h 788699"/>
                <a:gd name="connsiteX99" fmla="*/ 612988 w 734307"/>
                <a:gd name="connsiteY99" fmla="*/ 63617 h 788699"/>
                <a:gd name="connsiteX100" fmla="*/ 651064 w 734307"/>
                <a:gd name="connsiteY100" fmla="*/ 79935 h 788699"/>
                <a:gd name="connsiteX101" fmla="*/ 645624 w 734307"/>
                <a:gd name="connsiteY101" fmla="*/ 96253 h 788699"/>
                <a:gd name="connsiteX102" fmla="*/ 629307 w 734307"/>
                <a:gd name="connsiteY102" fmla="*/ 104412 h 788699"/>
                <a:gd name="connsiteX103" fmla="*/ 607549 w 734307"/>
                <a:gd name="connsiteY103" fmla="*/ 107132 h 788699"/>
                <a:gd name="connsiteX104" fmla="*/ 580353 w 734307"/>
                <a:gd name="connsiteY104" fmla="*/ 107132 h 788699"/>
                <a:gd name="connsiteX105" fmla="*/ 583072 w 734307"/>
                <a:gd name="connsiteY105" fmla="*/ 115291 h 788699"/>
                <a:gd name="connsiteX106" fmla="*/ 588512 w 734307"/>
                <a:gd name="connsiteY106" fmla="*/ 156086 h 788699"/>
                <a:gd name="connsiteX107" fmla="*/ 593951 w 734307"/>
                <a:gd name="connsiteY107" fmla="*/ 196881 h 788699"/>
                <a:gd name="connsiteX108" fmla="*/ 599390 w 734307"/>
                <a:gd name="connsiteY108" fmla="*/ 226797 h 788699"/>
                <a:gd name="connsiteX109" fmla="*/ 599390 w 734307"/>
                <a:gd name="connsiteY109" fmla="*/ 232236 h 788699"/>
                <a:gd name="connsiteX110" fmla="*/ 599390 w 734307"/>
                <a:gd name="connsiteY110" fmla="*/ 240395 h 788699"/>
                <a:gd name="connsiteX111" fmla="*/ 602110 w 734307"/>
                <a:gd name="connsiteY111" fmla="*/ 270311 h 788699"/>
                <a:gd name="connsiteX112" fmla="*/ 607549 w 734307"/>
                <a:gd name="connsiteY112" fmla="*/ 308386 h 788699"/>
                <a:gd name="connsiteX113" fmla="*/ 607549 w 734307"/>
                <a:gd name="connsiteY113" fmla="*/ 319265 h 788699"/>
                <a:gd name="connsiteX114" fmla="*/ 612988 w 734307"/>
                <a:gd name="connsiteY114" fmla="*/ 335583 h 788699"/>
                <a:gd name="connsiteX115" fmla="*/ 612988 w 734307"/>
                <a:gd name="connsiteY115" fmla="*/ 346462 h 788699"/>
                <a:gd name="connsiteX116" fmla="*/ 612988 w 734307"/>
                <a:gd name="connsiteY116" fmla="*/ 370939 h 788699"/>
                <a:gd name="connsiteX117" fmla="*/ 612988 w 734307"/>
                <a:gd name="connsiteY117" fmla="*/ 395415 h 788699"/>
                <a:gd name="connsiteX118" fmla="*/ 615708 w 734307"/>
                <a:gd name="connsiteY118" fmla="*/ 422612 h 788699"/>
                <a:gd name="connsiteX119" fmla="*/ 618428 w 734307"/>
                <a:gd name="connsiteY119" fmla="*/ 441650 h 788699"/>
                <a:gd name="connsiteX120" fmla="*/ 618428 w 734307"/>
                <a:gd name="connsiteY120" fmla="*/ 455248 h 788699"/>
                <a:gd name="connsiteX121" fmla="*/ 621147 w 734307"/>
                <a:gd name="connsiteY121" fmla="*/ 463407 h 788699"/>
                <a:gd name="connsiteX122" fmla="*/ 626587 w 734307"/>
                <a:gd name="connsiteY122" fmla="*/ 482444 h 788699"/>
                <a:gd name="connsiteX123" fmla="*/ 629307 w 734307"/>
                <a:gd name="connsiteY123" fmla="*/ 517800 h 788699"/>
                <a:gd name="connsiteX124" fmla="*/ 634746 w 734307"/>
                <a:gd name="connsiteY124" fmla="*/ 561314 h 788699"/>
                <a:gd name="connsiteX125" fmla="*/ 634746 w 734307"/>
                <a:gd name="connsiteY125" fmla="*/ 566754 h 788699"/>
                <a:gd name="connsiteX126" fmla="*/ 634746 w 734307"/>
                <a:gd name="connsiteY126" fmla="*/ 583072 h 788699"/>
                <a:gd name="connsiteX127" fmla="*/ 637466 w 734307"/>
                <a:gd name="connsiteY127" fmla="*/ 607548 h 788699"/>
                <a:gd name="connsiteX128" fmla="*/ 640185 w 734307"/>
                <a:gd name="connsiteY128" fmla="*/ 618427 h 788699"/>
                <a:gd name="connsiteX129" fmla="*/ 640185 w 734307"/>
                <a:gd name="connsiteY129" fmla="*/ 632025 h 788699"/>
                <a:gd name="connsiteX130" fmla="*/ 640185 w 734307"/>
                <a:gd name="connsiteY130" fmla="*/ 640184 h 788699"/>
                <a:gd name="connsiteX131" fmla="*/ 642905 w 734307"/>
                <a:gd name="connsiteY131" fmla="*/ 659222 h 788699"/>
                <a:gd name="connsiteX132" fmla="*/ 642905 w 734307"/>
                <a:gd name="connsiteY132" fmla="*/ 664661 h 788699"/>
                <a:gd name="connsiteX133" fmla="*/ 653783 w 734307"/>
                <a:gd name="connsiteY133" fmla="*/ 678259 h 788699"/>
                <a:gd name="connsiteX134" fmla="*/ 653783 w 734307"/>
                <a:gd name="connsiteY134" fmla="*/ 678259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</a:cxnLst>
              <a:rect l="l" t="t" r="r" b="b"/>
              <a:pathLst>
                <a:path w="734307" h="788699">
                  <a:moveTo>
                    <a:pt x="653783" y="678259"/>
                  </a:moveTo>
                  <a:cubicBezTo>
                    <a:pt x="667382" y="678259"/>
                    <a:pt x="691859" y="678259"/>
                    <a:pt x="691859" y="694577"/>
                  </a:cubicBezTo>
                  <a:cubicBezTo>
                    <a:pt x="691859" y="702736"/>
                    <a:pt x="689139" y="705456"/>
                    <a:pt x="686419" y="710895"/>
                  </a:cubicBezTo>
                  <a:cubicBezTo>
                    <a:pt x="683700" y="716335"/>
                    <a:pt x="675541" y="719054"/>
                    <a:pt x="670101" y="719054"/>
                  </a:cubicBezTo>
                  <a:cubicBezTo>
                    <a:pt x="661942" y="721774"/>
                    <a:pt x="653783" y="721774"/>
                    <a:pt x="648344" y="721774"/>
                  </a:cubicBezTo>
                  <a:cubicBezTo>
                    <a:pt x="645624" y="721774"/>
                    <a:pt x="634746" y="721774"/>
                    <a:pt x="618428" y="721774"/>
                  </a:cubicBezTo>
                  <a:cubicBezTo>
                    <a:pt x="604829" y="729933"/>
                    <a:pt x="588512" y="735372"/>
                    <a:pt x="572194" y="735372"/>
                  </a:cubicBezTo>
                  <a:cubicBezTo>
                    <a:pt x="564035" y="735372"/>
                    <a:pt x="553156" y="732653"/>
                    <a:pt x="544997" y="729933"/>
                  </a:cubicBezTo>
                  <a:cubicBezTo>
                    <a:pt x="539558" y="727213"/>
                    <a:pt x="536838" y="724494"/>
                    <a:pt x="534119" y="721774"/>
                  </a:cubicBezTo>
                  <a:cubicBezTo>
                    <a:pt x="520520" y="721774"/>
                    <a:pt x="509641" y="721774"/>
                    <a:pt x="496043" y="721774"/>
                  </a:cubicBezTo>
                  <a:cubicBezTo>
                    <a:pt x="487884" y="721774"/>
                    <a:pt x="479725" y="721774"/>
                    <a:pt x="471566" y="721774"/>
                  </a:cubicBezTo>
                  <a:cubicBezTo>
                    <a:pt x="463407" y="721774"/>
                    <a:pt x="452529" y="721774"/>
                    <a:pt x="444370" y="716335"/>
                  </a:cubicBezTo>
                  <a:cubicBezTo>
                    <a:pt x="436211" y="713615"/>
                    <a:pt x="428052" y="705456"/>
                    <a:pt x="428052" y="700017"/>
                  </a:cubicBezTo>
                  <a:cubicBezTo>
                    <a:pt x="428052" y="697297"/>
                    <a:pt x="428052" y="694577"/>
                    <a:pt x="433491" y="691858"/>
                  </a:cubicBezTo>
                  <a:cubicBezTo>
                    <a:pt x="438930" y="689138"/>
                    <a:pt x="449809" y="686418"/>
                    <a:pt x="455248" y="683699"/>
                  </a:cubicBezTo>
                  <a:cubicBezTo>
                    <a:pt x="474286" y="680979"/>
                    <a:pt x="498763" y="678259"/>
                    <a:pt x="506922" y="678259"/>
                  </a:cubicBezTo>
                  <a:cubicBezTo>
                    <a:pt x="506922" y="678259"/>
                    <a:pt x="509641" y="678259"/>
                    <a:pt x="509641" y="678259"/>
                  </a:cubicBezTo>
                  <a:cubicBezTo>
                    <a:pt x="509641" y="672820"/>
                    <a:pt x="506922" y="670101"/>
                    <a:pt x="506922" y="664661"/>
                  </a:cubicBezTo>
                  <a:cubicBezTo>
                    <a:pt x="501483" y="640184"/>
                    <a:pt x="501483" y="612988"/>
                    <a:pt x="498763" y="580352"/>
                  </a:cubicBezTo>
                  <a:cubicBezTo>
                    <a:pt x="496043" y="547716"/>
                    <a:pt x="498763" y="512361"/>
                    <a:pt x="496043" y="479725"/>
                  </a:cubicBezTo>
                  <a:cubicBezTo>
                    <a:pt x="493324" y="449808"/>
                    <a:pt x="493324" y="419892"/>
                    <a:pt x="493324" y="389976"/>
                  </a:cubicBezTo>
                  <a:cubicBezTo>
                    <a:pt x="493324" y="360060"/>
                    <a:pt x="490604" y="332863"/>
                    <a:pt x="490604" y="302947"/>
                  </a:cubicBezTo>
                  <a:cubicBezTo>
                    <a:pt x="487884" y="275751"/>
                    <a:pt x="487884" y="240395"/>
                    <a:pt x="487884" y="229516"/>
                  </a:cubicBezTo>
                  <a:cubicBezTo>
                    <a:pt x="487884" y="224077"/>
                    <a:pt x="487884" y="221357"/>
                    <a:pt x="485165" y="221357"/>
                  </a:cubicBezTo>
                  <a:cubicBezTo>
                    <a:pt x="485165" y="221357"/>
                    <a:pt x="482445" y="224077"/>
                    <a:pt x="482445" y="226797"/>
                  </a:cubicBezTo>
                  <a:cubicBezTo>
                    <a:pt x="479725" y="237675"/>
                    <a:pt x="479725" y="251274"/>
                    <a:pt x="477006" y="262152"/>
                  </a:cubicBezTo>
                  <a:cubicBezTo>
                    <a:pt x="471566" y="289349"/>
                    <a:pt x="466127" y="316545"/>
                    <a:pt x="460688" y="341022"/>
                  </a:cubicBezTo>
                  <a:cubicBezTo>
                    <a:pt x="455248" y="365499"/>
                    <a:pt x="447090" y="392696"/>
                    <a:pt x="444370" y="417173"/>
                  </a:cubicBezTo>
                  <a:cubicBezTo>
                    <a:pt x="441650" y="430771"/>
                    <a:pt x="438930" y="441650"/>
                    <a:pt x="436211" y="455248"/>
                  </a:cubicBezTo>
                  <a:cubicBezTo>
                    <a:pt x="433491" y="468846"/>
                    <a:pt x="428052" y="479725"/>
                    <a:pt x="425332" y="493323"/>
                  </a:cubicBezTo>
                  <a:cubicBezTo>
                    <a:pt x="422612" y="506921"/>
                    <a:pt x="419893" y="520520"/>
                    <a:pt x="411734" y="531398"/>
                  </a:cubicBezTo>
                  <a:cubicBezTo>
                    <a:pt x="406295" y="539557"/>
                    <a:pt x="395416" y="547716"/>
                    <a:pt x="376378" y="547716"/>
                  </a:cubicBezTo>
                  <a:cubicBezTo>
                    <a:pt x="357341" y="547716"/>
                    <a:pt x="335583" y="539557"/>
                    <a:pt x="319265" y="525959"/>
                  </a:cubicBezTo>
                  <a:cubicBezTo>
                    <a:pt x="300228" y="506921"/>
                    <a:pt x="294788" y="479725"/>
                    <a:pt x="289349" y="455248"/>
                  </a:cubicBezTo>
                  <a:cubicBezTo>
                    <a:pt x="283910" y="428051"/>
                    <a:pt x="278470" y="400855"/>
                    <a:pt x="273031" y="373658"/>
                  </a:cubicBezTo>
                  <a:cubicBezTo>
                    <a:pt x="273031" y="368219"/>
                    <a:pt x="267592" y="346462"/>
                    <a:pt x="262153" y="316545"/>
                  </a:cubicBezTo>
                  <a:cubicBezTo>
                    <a:pt x="256713" y="292068"/>
                    <a:pt x="251274" y="262152"/>
                    <a:pt x="245835" y="237675"/>
                  </a:cubicBezTo>
                  <a:cubicBezTo>
                    <a:pt x="240395" y="218638"/>
                    <a:pt x="237675" y="205039"/>
                    <a:pt x="234956" y="196881"/>
                  </a:cubicBezTo>
                  <a:cubicBezTo>
                    <a:pt x="232236" y="191441"/>
                    <a:pt x="232236" y="191441"/>
                    <a:pt x="232236" y="191441"/>
                  </a:cubicBezTo>
                  <a:cubicBezTo>
                    <a:pt x="229517" y="191441"/>
                    <a:pt x="229517" y="196881"/>
                    <a:pt x="226797" y="207759"/>
                  </a:cubicBezTo>
                  <a:cubicBezTo>
                    <a:pt x="226797" y="215918"/>
                    <a:pt x="226797" y="229516"/>
                    <a:pt x="226797" y="232236"/>
                  </a:cubicBezTo>
                  <a:cubicBezTo>
                    <a:pt x="226797" y="243115"/>
                    <a:pt x="224077" y="256713"/>
                    <a:pt x="224077" y="267592"/>
                  </a:cubicBezTo>
                  <a:cubicBezTo>
                    <a:pt x="224077" y="278470"/>
                    <a:pt x="224077" y="294788"/>
                    <a:pt x="221358" y="311106"/>
                  </a:cubicBezTo>
                  <a:cubicBezTo>
                    <a:pt x="221358" y="327424"/>
                    <a:pt x="218638" y="343742"/>
                    <a:pt x="218638" y="360060"/>
                  </a:cubicBezTo>
                  <a:cubicBezTo>
                    <a:pt x="218638" y="373658"/>
                    <a:pt x="215919" y="384537"/>
                    <a:pt x="215919" y="398135"/>
                  </a:cubicBezTo>
                  <a:cubicBezTo>
                    <a:pt x="215919" y="409014"/>
                    <a:pt x="213199" y="419892"/>
                    <a:pt x="213199" y="430771"/>
                  </a:cubicBezTo>
                  <a:cubicBezTo>
                    <a:pt x="213199" y="438930"/>
                    <a:pt x="213199" y="447089"/>
                    <a:pt x="213199" y="455248"/>
                  </a:cubicBezTo>
                  <a:cubicBezTo>
                    <a:pt x="213199" y="463407"/>
                    <a:pt x="213199" y="471566"/>
                    <a:pt x="213199" y="477005"/>
                  </a:cubicBezTo>
                  <a:cubicBezTo>
                    <a:pt x="210479" y="490603"/>
                    <a:pt x="207759" y="506921"/>
                    <a:pt x="207759" y="520520"/>
                  </a:cubicBezTo>
                  <a:cubicBezTo>
                    <a:pt x="202320" y="550436"/>
                    <a:pt x="199600" y="580352"/>
                    <a:pt x="196881" y="610268"/>
                  </a:cubicBezTo>
                  <a:cubicBezTo>
                    <a:pt x="196881" y="623866"/>
                    <a:pt x="196881" y="640184"/>
                    <a:pt x="194161" y="653783"/>
                  </a:cubicBezTo>
                  <a:cubicBezTo>
                    <a:pt x="194161" y="659222"/>
                    <a:pt x="194161" y="661942"/>
                    <a:pt x="191441" y="667381"/>
                  </a:cubicBezTo>
                  <a:cubicBezTo>
                    <a:pt x="213199" y="667381"/>
                    <a:pt x="232236" y="667381"/>
                    <a:pt x="243115" y="667381"/>
                  </a:cubicBezTo>
                  <a:cubicBezTo>
                    <a:pt x="253994" y="667381"/>
                    <a:pt x="273031" y="670101"/>
                    <a:pt x="273031" y="683699"/>
                  </a:cubicBezTo>
                  <a:cubicBezTo>
                    <a:pt x="273031" y="691858"/>
                    <a:pt x="267592" y="691858"/>
                    <a:pt x="262153" y="697297"/>
                  </a:cubicBezTo>
                  <a:cubicBezTo>
                    <a:pt x="259433" y="702736"/>
                    <a:pt x="253994" y="705456"/>
                    <a:pt x="248554" y="705456"/>
                  </a:cubicBezTo>
                  <a:cubicBezTo>
                    <a:pt x="240395" y="708176"/>
                    <a:pt x="234956" y="708176"/>
                    <a:pt x="232236" y="708176"/>
                  </a:cubicBezTo>
                  <a:cubicBezTo>
                    <a:pt x="226797" y="708176"/>
                    <a:pt x="175124" y="708176"/>
                    <a:pt x="166965" y="708176"/>
                  </a:cubicBezTo>
                  <a:cubicBezTo>
                    <a:pt x="156086" y="708176"/>
                    <a:pt x="120730" y="708176"/>
                    <a:pt x="109852" y="708176"/>
                  </a:cubicBezTo>
                  <a:cubicBezTo>
                    <a:pt x="104412" y="708176"/>
                    <a:pt x="96253" y="708176"/>
                    <a:pt x="90814" y="708176"/>
                  </a:cubicBezTo>
                  <a:cubicBezTo>
                    <a:pt x="85375" y="708176"/>
                    <a:pt x="77216" y="705456"/>
                    <a:pt x="69057" y="702736"/>
                  </a:cubicBezTo>
                  <a:cubicBezTo>
                    <a:pt x="63617" y="700017"/>
                    <a:pt x="58178" y="691858"/>
                    <a:pt x="58178" y="686418"/>
                  </a:cubicBezTo>
                  <a:cubicBezTo>
                    <a:pt x="58178" y="683699"/>
                    <a:pt x="58178" y="680979"/>
                    <a:pt x="60898" y="678259"/>
                  </a:cubicBezTo>
                  <a:cubicBezTo>
                    <a:pt x="63617" y="675540"/>
                    <a:pt x="71777" y="672820"/>
                    <a:pt x="77216" y="670101"/>
                  </a:cubicBezTo>
                  <a:cubicBezTo>
                    <a:pt x="90814" y="667381"/>
                    <a:pt x="120730" y="664661"/>
                    <a:pt x="126170" y="664661"/>
                  </a:cubicBezTo>
                  <a:cubicBezTo>
                    <a:pt x="128889" y="664661"/>
                    <a:pt x="134329" y="664661"/>
                    <a:pt x="142487" y="664661"/>
                  </a:cubicBezTo>
                  <a:cubicBezTo>
                    <a:pt x="142487" y="640184"/>
                    <a:pt x="147927" y="612988"/>
                    <a:pt x="147927" y="588511"/>
                  </a:cubicBezTo>
                  <a:cubicBezTo>
                    <a:pt x="150646" y="555875"/>
                    <a:pt x="153366" y="523239"/>
                    <a:pt x="153366" y="493323"/>
                  </a:cubicBezTo>
                  <a:cubicBezTo>
                    <a:pt x="153366" y="466126"/>
                    <a:pt x="156086" y="438930"/>
                    <a:pt x="156086" y="411733"/>
                  </a:cubicBezTo>
                  <a:cubicBezTo>
                    <a:pt x="158806" y="373658"/>
                    <a:pt x="158806" y="335583"/>
                    <a:pt x="161525" y="297508"/>
                  </a:cubicBezTo>
                  <a:cubicBezTo>
                    <a:pt x="161525" y="278470"/>
                    <a:pt x="164245" y="259433"/>
                    <a:pt x="166965" y="240395"/>
                  </a:cubicBezTo>
                  <a:cubicBezTo>
                    <a:pt x="169684" y="210479"/>
                    <a:pt x="172404" y="191441"/>
                    <a:pt x="177843" y="161525"/>
                  </a:cubicBezTo>
                  <a:cubicBezTo>
                    <a:pt x="180563" y="147927"/>
                    <a:pt x="180563" y="131609"/>
                    <a:pt x="183282" y="118011"/>
                  </a:cubicBezTo>
                  <a:cubicBezTo>
                    <a:pt x="183282" y="118011"/>
                    <a:pt x="183282" y="115291"/>
                    <a:pt x="183282" y="115291"/>
                  </a:cubicBezTo>
                  <a:cubicBezTo>
                    <a:pt x="177843" y="115291"/>
                    <a:pt x="172404" y="115291"/>
                    <a:pt x="161525" y="115291"/>
                  </a:cubicBezTo>
                  <a:cubicBezTo>
                    <a:pt x="153366" y="115291"/>
                    <a:pt x="145207" y="115291"/>
                    <a:pt x="137048" y="115291"/>
                  </a:cubicBezTo>
                  <a:cubicBezTo>
                    <a:pt x="128889" y="115291"/>
                    <a:pt x="118011" y="115291"/>
                    <a:pt x="109852" y="109851"/>
                  </a:cubicBezTo>
                  <a:cubicBezTo>
                    <a:pt x="101693" y="107132"/>
                    <a:pt x="93534" y="98973"/>
                    <a:pt x="93534" y="93534"/>
                  </a:cubicBezTo>
                  <a:cubicBezTo>
                    <a:pt x="93534" y="90814"/>
                    <a:pt x="93534" y="88094"/>
                    <a:pt x="98973" y="85375"/>
                  </a:cubicBezTo>
                  <a:cubicBezTo>
                    <a:pt x="104412" y="82655"/>
                    <a:pt x="115291" y="79935"/>
                    <a:pt x="120730" y="77216"/>
                  </a:cubicBezTo>
                  <a:cubicBezTo>
                    <a:pt x="139768" y="74496"/>
                    <a:pt x="164245" y="71776"/>
                    <a:pt x="172404" y="71776"/>
                  </a:cubicBezTo>
                  <a:cubicBezTo>
                    <a:pt x="194161" y="71776"/>
                    <a:pt x="210479" y="69057"/>
                    <a:pt x="234956" y="69057"/>
                  </a:cubicBezTo>
                  <a:cubicBezTo>
                    <a:pt x="237675" y="69057"/>
                    <a:pt x="240395" y="69057"/>
                    <a:pt x="243115" y="69057"/>
                  </a:cubicBezTo>
                  <a:cubicBezTo>
                    <a:pt x="251274" y="69057"/>
                    <a:pt x="262153" y="69057"/>
                    <a:pt x="270312" y="74496"/>
                  </a:cubicBezTo>
                  <a:cubicBezTo>
                    <a:pt x="283910" y="82655"/>
                    <a:pt x="300228" y="96253"/>
                    <a:pt x="308387" y="123450"/>
                  </a:cubicBezTo>
                  <a:cubicBezTo>
                    <a:pt x="316546" y="147927"/>
                    <a:pt x="327424" y="175123"/>
                    <a:pt x="332864" y="202320"/>
                  </a:cubicBezTo>
                  <a:cubicBezTo>
                    <a:pt x="335583" y="213198"/>
                    <a:pt x="335583" y="226797"/>
                    <a:pt x="338303" y="237675"/>
                  </a:cubicBezTo>
                  <a:cubicBezTo>
                    <a:pt x="343742" y="251274"/>
                    <a:pt x="346462" y="264872"/>
                    <a:pt x="349182" y="281190"/>
                  </a:cubicBezTo>
                  <a:cubicBezTo>
                    <a:pt x="351901" y="292068"/>
                    <a:pt x="351901" y="305667"/>
                    <a:pt x="357341" y="316545"/>
                  </a:cubicBezTo>
                  <a:cubicBezTo>
                    <a:pt x="362780" y="327424"/>
                    <a:pt x="362780" y="338303"/>
                    <a:pt x="365500" y="351901"/>
                  </a:cubicBezTo>
                  <a:cubicBezTo>
                    <a:pt x="365500" y="357340"/>
                    <a:pt x="373658" y="373658"/>
                    <a:pt x="376378" y="389976"/>
                  </a:cubicBezTo>
                  <a:cubicBezTo>
                    <a:pt x="381817" y="403574"/>
                    <a:pt x="384537" y="414453"/>
                    <a:pt x="387257" y="414453"/>
                  </a:cubicBezTo>
                  <a:cubicBezTo>
                    <a:pt x="392696" y="414453"/>
                    <a:pt x="395416" y="381817"/>
                    <a:pt x="398136" y="376378"/>
                  </a:cubicBezTo>
                  <a:cubicBezTo>
                    <a:pt x="400855" y="362779"/>
                    <a:pt x="403575" y="346462"/>
                    <a:pt x="406295" y="332863"/>
                  </a:cubicBezTo>
                  <a:cubicBezTo>
                    <a:pt x="411734" y="302947"/>
                    <a:pt x="417173" y="273031"/>
                    <a:pt x="425332" y="243115"/>
                  </a:cubicBezTo>
                  <a:cubicBezTo>
                    <a:pt x="430771" y="213198"/>
                    <a:pt x="436211" y="180563"/>
                    <a:pt x="444370" y="150646"/>
                  </a:cubicBezTo>
                  <a:cubicBezTo>
                    <a:pt x="449809" y="126170"/>
                    <a:pt x="460688" y="98973"/>
                    <a:pt x="477006" y="79935"/>
                  </a:cubicBezTo>
                  <a:cubicBezTo>
                    <a:pt x="487884" y="66337"/>
                    <a:pt x="506922" y="58178"/>
                    <a:pt x="523240" y="58178"/>
                  </a:cubicBezTo>
                  <a:cubicBezTo>
                    <a:pt x="528679" y="58178"/>
                    <a:pt x="539558" y="58178"/>
                    <a:pt x="544997" y="63617"/>
                  </a:cubicBezTo>
                  <a:lnTo>
                    <a:pt x="612988" y="63617"/>
                  </a:lnTo>
                  <a:cubicBezTo>
                    <a:pt x="626587" y="63617"/>
                    <a:pt x="651064" y="63617"/>
                    <a:pt x="651064" y="79935"/>
                  </a:cubicBezTo>
                  <a:cubicBezTo>
                    <a:pt x="651064" y="88094"/>
                    <a:pt x="648344" y="88094"/>
                    <a:pt x="645624" y="96253"/>
                  </a:cubicBezTo>
                  <a:cubicBezTo>
                    <a:pt x="640185" y="101693"/>
                    <a:pt x="634746" y="104412"/>
                    <a:pt x="629307" y="104412"/>
                  </a:cubicBezTo>
                  <a:cubicBezTo>
                    <a:pt x="621147" y="107132"/>
                    <a:pt x="612988" y="107132"/>
                    <a:pt x="607549" y="107132"/>
                  </a:cubicBezTo>
                  <a:cubicBezTo>
                    <a:pt x="604829" y="107132"/>
                    <a:pt x="591231" y="107132"/>
                    <a:pt x="580353" y="107132"/>
                  </a:cubicBezTo>
                  <a:cubicBezTo>
                    <a:pt x="580353" y="109851"/>
                    <a:pt x="583072" y="112571"/>
                    <a:pt x="583072" y="115291"/>
                  </a:cubicBezTo>
                  <a:cubicBezTo>
                    <a:pt x="585792" y="128889"/>
                    <a:pt x="585792" y="142487"/>
                    <a:pt x="588512" y="156086"/>
                  </a:cubicBezTo>
                  <a:cubicBezTo>
                    <a:pt x="591231" y="169684"/>
                    <a:pt x="591231" y="183282"/>
                    <a:pt x="593951" y="196881"/>
                  </a:cubicBezTo>
                  <a:cubicBezTo>
                    <a:pt x="593951" y="207759"/>
                    <a:pt x="599390" y="215918"/>
                    <a:pt x="599390" y="226797"/>
                  </a:cubicBezTo>
                  <a:cubicBezTo>
                    <a:pt x="599390" y="229516"/>
                    <a:pt x="599390" y="229516"/>
                    <a:pt x="599390" y="232236"/>
                  </a:cubicBezTo>
                  <a:cubicBezTo>
                    <a:pt x="599390" y="234956"/>
                    <a:pt x="599390" y="237675"/>
                    <a:pt x="599390" y="240395"/>
                  </a:cubicBezTo>
                  <a:cubicBezTo>
                    <a:pt x="599390" y="251274"/>
                    <a:pt x="599390" y="259433"/>
                    <a:pt x="602110" y="270311"/>
                  </a:cubicBezTo>
                  <a:cubicBezTo>
                    <a:pt x="604829" y="283909"/>
                    <a:pt x="607549" y="294788"/>
                    <a:pt x="607549" y="308386"/>
                  </a:cubicBezTo>
                  <a:cubicBezTo>
                    <a:pt x="607549" y="311106"/>
                    <a:pt x="607549" y="316545"/>
                    <a:pt x="607549" y="319265"/>
                  </a:cubicBezTo>
                  <a:cubicBezTo>
                    <a:pt x="607549" y="324704"/>
                    <a:pt x="610269" y="330144"/>
                    <a:pt x="612988" y="335583"/>
                  </a:cubicBezTo>
                  <a:cubicBezTo>
                    <a:pt x="612988" y="338303"/>
                    <a:pt x="612988" y="343742"/>
                    <a:pt x="612988" y="346462"/>
                  </a:cubicBezTo>
                  <a:cubicBezTo>
                    <a:pt x="612988" y="354620"/>
                    <a:pt x="612988" y="362779"/>
                    <a:pt x="612988" y="370939"/>
                  </a:cubicBezTo>
                  <a:cubicBezTo>
                    <a:pt x="612988" y="379097"/>
                    <a:pt x="612988" y="387256"/>
                    <a:pt x="612988" y="395415"/>
                  </a:cubicBezTo>
                  <a:cubicBezTo>
                    <a:pt x="612988" y="403574"/>
                    <a:pt x="615708" y="414453"/>
                    <a:pt x="615708" y="422612"/>
                  </a:cubicBezTo>
                  <a:cubicBezTo>
                    <a:pt x="618428" y="430771"/>
                    <a:pt x="618428" y="436210"/>
                    <a:pt x="618428" y="441650"/>
                  </a:cubicBezTo>
                  <a:cubicBezTo>
                    <a:pt x="618428" y="444369"/>
                    <a:pt x="618428" y="449808"/>
                    <a:pt x="618428" y="455248"/>
                  </a:cubicBezTo>
                  <a:cubicBezTo>
                    <a:pt x="618428" y="460687"/>
                    <a:pt x="618428" y="460687"/>
                    <a:pt x="621147" y="463407"/>
                  </a:cubicBezTo>
                  <a:cubicBezTo>
                    <a:pt x="623867" y="471566"/>
                    <a:pt x="623867" y="477005"/>
                    <a:pt x="626587" y="482444"/>
                  </a:cubicBezTo>
                  <a:cubicBezTo>
                    <a:pt x="629307" y="493323"/>
                    <a:pt x="629307" y="506921"/>
                    <a:pt x="629307" y="517800"/>
                  </a:cubicBezTo>
                  <a:cubicBezTo>
                    <a:pt x="632026" y="534118"/>
                    <a:pt x="632026" y="547716"/>
                    <a:pt x="634746" y="561314"/>
                  </a:cubicBezTo>
                  <a:cubicBezTo>
                    <a:pt x="634746" y="564034"/>
                    <a:pt x="634746" y="564034"/>
                    <a:pt x="634746" y="566754"/>
                  </a:cubicBezTo>
                  <a:cubicBezTo>
                    <a:pt x="634746" y="572193"/>
                    <a:pt x="634746" y="577632"/>
                    <a:pt x="634746" y="583072"/>
                  </a:cubicBezTo>
                  <a:cubicBezTo>
                    <a:pt x="634746" y="596670"/>
                    <a:pt x="637466" y="602109"/>
                    <a:pt x="637466" y="607548"/>
                  </a:cubicBezTo>
                  <a:cubicBezTo>
                    <a:pt x="637466" y="610268"/>
                    <a:pt x="640185" y="615708"/>
                    <a:pt x="640185" y="618427"/>
                  </a:cubicBezTo>
                  <a:cubicBezTo>
                    <a:pt x="640185" y="623866"/>
                    <a:pt x="640185" y="629306"/>
                    <a:pt x="640185" y="632025"/>
                  </a:cubicBezTo>
                  <a:cubicBezTo>
                    <a:pt x="640185" y="634745"/>
                    <a:pt x="640185" y="637465"/>
                    <a:pt x="640185" y="640184"/>
                  </a:cubicBezTo>
                  <a:cubicBezTo>
                    <a:pt x="640185" y="645624"/>
                    <a:pt x="642905" y="653783"/>
                    <a:pt x="642905" y="659222"/>
                  </a:cubicBezTo>
                  <a:cubicBezTo>
                    <a:pt x="642905" y="661942"/>
                    <a:pt x="642905" y="661942"/>
                    <a:pt x="642905" y="664661"/>
                  </a:cubicBezTo>
                  <a:cubicBezTo>
                    <a:pt x="645624" y="678259"/>
                    <a:pt x="651064" y="678259"/>
                    <a:pt x="653783" y="678259"/>
                  </a:cubicBezTo>
                  <a:lnTo>
                    <a:pt x="653783" y="678259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BC039864-996D-45FB-8953-B06D02EC1B41}"/>
                </a:ext>
              </a:extLst>
            </p:cNvPr>
            <p:cNvSpPr/>
            <p:nvPr/>
          </p:nvSpPr>
          <p:spPr>
            <a:xfrm>
              <a:off x="6362526" y="4242177"/>
              <a:ext cx="492259" cy="674476"/>
            </a:xfrm>
            <a:custGeom>
              <a:avLst/>
              <a:gdLst>
                <a:gd name="connsiteX0" fmla="*/ 225733 w 492259"/>
                <a:gd name="connsiteY0" fmla="*/ 97907 h 674476"/>
                <a:gd name="connsiteX1" fmla="*/ 209415 w 492259"/>
                <a:gd name="connsiteY1" fmla="*/ 119665 h 674476"/>
                <a:gd name="connsiteX2" fmla="*/ 201256 w 492259"/>
                <a:gd name="connsiteY2" fmla="*/ 152300 h 674476"/>
                <a:gd name="connsiteX3" fmla="*/ 198536 w 492259"/>
                <a:gd name="connsiteY3" fmla="*/ 168618 h 674476"/>
                <a:gd name="connsiteX4" fmla="*/ 195817 w 492259"/>
                <a:gd name="connsiteY4" fmla="*/ 184936 h 674476"/>
                <a:gd name="connsiteX5" fmla="*/ 187658 w 492259"/>
                <a:gd name="connsiteY5" fmla="*/ 220292 h 674476"/>
                <a:gd name="connsiteX6" fmla="*/ 168620 w 492259"/>
                <a:gd name="connsiteY6" fmla="*/ 291003 h 674476"/>
                <a:gd name="connsiteX7" fmla="*/ 160461 w 492259"/>
                <a:gd name="connsiteY7" fmla="*/ 323639 h 674476"/>
                <a:gd name="connsiteX8" fmla="*/ 149582 w 492259"/>
                <a:gd name="connsiteY8" fmla="*/ 361714 h 674476"/>
                <a:gd name="connsiteX9" fmla="*/ 144143 w 492259"/>
                <a:gd name="connsiteY9" fmla="*/ 388910 h 674476"/>
                <a:gd name="connsiteX10" fmla="*/ 149582 w 492259"/>
                <a:gd name="connsiteY10" fmla="*/ 391630 h 674476"/>
                <a:gd name="connsiteX11" fmla="*/ 171340 w 492259"/>
                <a:gd name="connsiteY11" fmla="*/ 391630 h 674476"/>
                <a:gd name="connsiteX12" fmla="*/ 193097 w 492259"/>
                <a:gd name="connsiteY12" fmla="*/ 388910 h 674476"/>
                <a:gd name="connsiteX13" fmla="*/ 212135 w 492259"/>
                <a:gd name="connsiteY13" fmla="*/ 388910 h 674476"/>
                <a:gd name="connsiteX14" fmla="*/ 236611 w 492259"/>
                <a:gd name="connsiteY14" fmla="*/ 388910 h 674476"/>
                <a:gd name="connsiteX15" fmla="*/ 250210 w 492259"/>
                <a:gd name="connsiteY15" fmla="*/ 386191 h 674476"/>
                <a:gd name="connsiteX16" fmla="*/ 258369 w 492259"/>
                <a:gd name="connsiteY16" fmla="*/ 386191 h 674476"/>
                <a:gd name="connsiteX17" fmla="*/ 255649 w 492259"/>
                <a:gd name="connsiteY17" fmla="*/ 367153 h 674476"/>
                <a:gd name="connsiteX18" fmla="*/ 250210 w 492259"/>
                <a:gd name="connsiteY18" fmla="*/ 331797 h 674476"/>
                <a:gd name="connsiteX19" fmla="*/ 247490 w 492259"/>
                <a:gd name="connsiteY19" fmla="*/ 244769 h 674476"/>
                <a:gd name="connsiteX20" fmla="*/ 242051 w 492259"/>
                <a:gd name="connsiteY20" fmla="*/ 203974 h 674476"/>
                <a:gd name="connsiteX21" fmla="*/ 236611 w 492259"/>
                <a:gd name="connsiteY21" fmla="*/ 157740 h 674476"/>
                <a:gd name="connsiteX22" fmla="*/ 233892 w 492259"/>
                <a:gd name="connsiteY22" fmla="*/ 119665 h 674476"/>
                <a:gd name="connsiteX23" fmla="*/ 225733 w 492259"/>
                <a:gd name="connsiteY23" fmla="*/ 97907 h 674476"/>
                <a:gd name="connsiteX24" fmla="*/ 274687 w 492259"/>
                <a:gd name="connsiteY24" fmla="*/ 0 h 674476"/>
                <a:gd name="connsiteX25" fmla="*/ 304603 w 492259"/>
                <a:gd name="connsiteY25" fmla="*/ 5439 h 674476"/>
                <a:gd name="connsiteX26" fmla="*/ 320921 w 492259"/>
                <a:gd name="connsiteY26" fmla="*/ 24477 h 674476"/>
                <a:gd name="connsiteX27" fmla="*/ 334519 w 492259"/>
                <a:gd name="connsiteY27" fmla="*/ 43515 h 674476"/>
                <a:gd name="connsiteX28" fmla="*/ 339959 w 492259"/>
                <a:gd name="connsiteY28" fmla="*/ 65272 h 674476"/>
                <a:gd name="connsiteX29" fmla="*/ 348118 w 492259"/>
                <a:gd name="connsiteY29" fmla="*/ 114226 h 674476"/>
                <a:gd name="connsiteX30" fmla="*/ 361716 w 492259"/>
                <a:gd name="connsiteY30" fmla="*/ 163180 h 674476"/>
                <a:gd name="connsiteX31" fmla="*/ 369875 w 492259"/>
                <a:gd name="connsiteY31" fmla="*/ 220293 h 674476"/>
                <a:gd name="connsiteX32" fmla="*/ 378034 w 492259"/>
                <a:gd name="connsiteY32" fmla="*/ 274686 h 674476"/>
                <a:gd name="connsiteX33" fmla="*/ 383473 w 492259"/>
                <a:gd name="connsiteY33" fmla="*/ 301883 h 674476"/>
                <a:gd name="connsiteX34" fmla="*/ 391632 w 492259"/>
                <a:gd name="connsiteY34" fmla="*/ 337238 h 674476"/>
                <a:gd name="connsiteX35" fmla="*/ 397071 w 492259"/>
                <a:gd name="connsiteY35" fmla="*/ 364435 h 674476"/>
                <a:gd name="connsiteX36" fmla="*/ 405230 w 492259"/>
                <a:gd name="connsiteY36" fmla="*/ 383473 h 674476"/>
                <a:gd name="connsiteX37" fmla="*/ 416109 w 492259"/>
                <a:gd name="connsiteY37" fmla="*/ 386192 h 674476"/>
                <a:gd name="connsiteX38" fmla="*/ 426988 w 492259"/>
                <a:gd name="connsiteY38" fmla="*/ 386192 h 674476"/>
                <a:gd name="connsiteX39" fmla="*/ 454184 w 492259"/>
                <a:gd name="connsiteY39" fmla="*/ 397071 h 674476"/>
                <a:gd name="connsiteX40" fmla="*/ 456904 w 492259"/>
                <a:gd name="connsiteY40" fmla="*/ 405230 h 674476"/>
                <a:gd name="connsiteX41" fmla="*/ 451464 w 492259"/>
                <a:gd name="connsiteY41" fmla="*/ 416108 h 674476"/>
                <a:gd name="connsiteX42" fmla="*/ 432427 w 492259"/>
                <a:gd name="connsiteY42" fmla="*/ 429707 h 674476"/>
                <a:gd name="connsiteX43" fmla="*/ 421548 w 492259"/>
                <a:gd name="connsiteY43" fmla="*/ 432426 h 674476"/>
                <a:gd name="connsiteX44" fmla="*/ 413389 w 492259"/>
                <a:gd name="connsiteY44" fmla="*/ 435146 h 674476"/>
                <a:gd name="connsiteX45" fmla="*/ 413389 w 492259"/>
                <a:gd name="connsiteY45" fmla="*/ 440585 h 674476"/>
                <a:gd name="connsiteX46" fmla="*/ 416109 w 492259"/>
                <a:gd name="connsiteY46" fmla="*/ 451464 h 674476"/>
                <a:gd name="connsiteX47" fmla="*/ 418829 w 492259"/>
                <a:gd name="connsiteY47" fmla="*/ 465062 h 674476"/>
                <a:gd name="connsiteX48" fmla="*/ 418829 w 492259"/>
                <a:gd name="connsiteY48" fmla="*/ 475941 h 674476"/>
                <a:gd name="connsiteX49" fmla="*/ 418829 w 492259"/>
                <a:gd name="connsiteY49" fmla="*/ 486820 h 674476"/>
                <a:gd name="connsiteX50" fmla="*/ 426988 w 492259"/>
                <a:gd name="connsiteY50" fmla="*/ 516736 h 674476"/>
                <a:gd name="connsiteX51" fmla="*/ 432427 w 492259"/>
                <a:gd name="connsiteY51" fmla="*/ 543932 h 674476"/>
                <a:gd name="connsiteX52" fmla="*/ 437866 w 492259"/>
                <a:gd name="connsiteY52" fmla="*/ 573848 h 674476"/>
                <a:gd name="connsiteX53" fmla="*/ 443306 w 492259"/>
                <a:gd name="connsiteY53" fmla="*/ 606484 h 674476"/>
                <a:gd name="connsiteX54" fmla="*/ 446025 w 492259"/>
                <a:gd name="connsiteY54" fmla="*/ 617363 h 674476"/>
                <a:gd name="connsiteX55" fmla="*/ 470502 w 492259"/>
                <a:gd name="connsiteY55" fmla="*/ 617363 h 674476"/>
                <a:gd name="connsiteX56" fmla="*/ 492259 w 492259"/>
                <a:gd name="connsiteY56" fmla="*/ 641840 h 674476"/>
                <a:gd name="connsiteX57" fmla="*/ 484101 w 492259"/>
                <a:gd name="connsiteY57" fmla="*/ 655438 h 674476"/>
                <a:gd name="connsiteX58" fmla="*/ 467782 w 492259"/>
                <a:gd name="connsiteY58" fmla="*/ 663597 h 674476"/>
                <a:gd name="connsiteX59" fmla="*/ 443306 w 492259"/>
                <a:gd name="connsiteY59" fmla="*/ 666317 h 674476"/>
                <a:gd name="connsiteX60" fmla="*/ 421548 w 492259"/>
                <a:gd name="connsiteY60" fmla="*/ 666317 h 674476"/>
                <a:gd name="connsiteX61" fmla="*/ 413389 w 492259"/>
                <a:gd name="connsiteY61" fmla="*/ 666317 h 674476"/>
                <a:gd name="connsiteX62" fmla="*/ 399791 w 492259"/>
                <a:gd name="connsiteY62" fmla="*/ 671756 h 674476"/>
                <a:gd name="connsiteX63" fmla="*/ 383473 w 492259"/>
                <a:gd name="connsiteY63" fmla="*/ 674476 h 674476"/>
                <a:gd name="connsiteX64" fmla="*/ 348118 w 492259"/>
                <a:gd name="connsiteY64" fmla="*/ 669036 h 674476"/>
                <a:gd name="connsiteX65" fmla="*/ 326360 w 492259"/>
                <a:gd name="connsiteY65" fmla="*/ 669036 h 674476"/>
                <a:gd name="connsiteX66" fmla="*/ 277406 w 492259"/>
                <a:gd name="connsiteY66" fmla="*/ 669036 h 674476"/>
                <a:gd name="connsiteX67" fmla="*/ 252930 w 492259"/>
                <a:gd name="connsiteY67" fmla="*/ 663597 h 674476"/>
                <a:gd name="connsiteX68" fmla="*/ 236611 w 492259"/>
                <a:gd name="connsiteY68" fmla="*/ 647279 h 674476"/>
                <a:gd name="connsiteX69" fmla="*/ 261088 w 492259"/>
                <a:gd name="connsiteY69" fmla="*/ 630961 h 674476"/>
                <a:gd name="connsiteX70" fmla="*/ 288285 w 492259"/>
                <a:gd name="connsiteY70" fmla="*/ 628241 h 674476"/>
                <a:gd name="connsiteX71" fmla="*/ 285565 w 492259"/>
                <a:gd name="connsiteY71" fmla="*/ 609204 h 674476"/>
                <a:gd name="connsiteX72" fmla="*/ 282846 w 492259"/>
                <a:gd name="connsiteY72" fmla="*/ 582007 h 674476"/>
                <a:gd name="connsiteX73" fmla="*/ 280126 w 492259"/>
                <a:gd name="connsiteY73" fmla="*/ 568409 h 674476"/>
                <a:gd name="connsiteX74" fmla="*/ 282846 w 492259"/>
                <a:gd name="connsiteY74" fmla="*/ 554811 h 674476"/>
                <a:gd name="connsiteX75" fmla="*/ 277406 w 492259"/>
                <a:gd name="connsiteY75" fmla="*/ 538493 h 674476"/>
                <a:gd name="connsiteX76" fmla="*/ 271967 w 492259"/>
                <a:gd name="connsiteY76" fmla="*/ 505857 h 674476"/>
                <a:gd name="connsiteX77" fmla="*/ 269247 w 492259"/>
                <a:gd name="connsiteY77" fmla="*/ 478660 h 674476"/>
                <a:gd name="connsiteX78" fmla="*/ 266528 w 492259"/>
                <a:gd name="connsiteY78" fmla="*/ 446025 h 674476"/>
                <a:gd name="connsiteX79" fmla="*/ 261088 w 492259"/>
                <a:gd name="connsiteY79" fmla="*/ 437866 h 674476"/>
                <a:gd name="connsiteX80" fmla="*/ 250210 w 492259"/>
                <a:gd name="connsiteY80" fmla="*/ 437866 h 674476"/>
                <a:gd name="connsiteX81" fmla="*/ 220293 w 492259"/>
                <a:gd name="connsiteY81" fmla="*/ 440585 h 674476"/>
                <a:gd name="connsiteX82" fmla="*/ 190377 w 492259"/>
                <a:gd name="connsiteY82" fmla="*/ 443305 h 674476"/>
                <a:gd name="connsiteX83" fmla="*/ 165900 w 492259"/>
                <a:gd name="connsiteY83" fmla="*/ 443305 h 674476"/>
                <a:gd name="connsiteX84" fmla="*/ 144143 w 492259"/>
                <a:gd name="connsiteY84" fmla="*/ 440585 h 674476"/>
                <a:gd name="connsiteX85" fmla="*/ 135984 w 492259"/>
                <a:gd name="connsiteY85" fmla="*/ 454184 h 674476"/>
                <a:gd name="connsiteX86" fmla="*/ 130545 w 492259"/>
                <a:gd name="connsiteY86" fmla="*/ 486820 h 674476"/>
                <a:gd name="connsiteX87" fmla="*/ 119666 w 492259"/>
                <a:gd name="connsiteY87" fmla="*/ 541213 h 674476"/>
                <a:gd name="connsiteX88" fmla="*/ 103348 w 492259"/>
                <a:gd name="connsiteY88" fmla="*/ 614643 h 674476"/>
                <a:gd name="connsiteX89" fmla="*/ 133264 w 492259"/>
                <a:gd name="connsiteY89" fmla="*/ 614643 h 674476"/>
                <a:gd name="connsiteX90" fmla="*/ 168620 w 492259"/>
                <a:gd name="connsiteY90" fmla="*/ 630961 h 674476"/>
                <a:gd name="connsiteX91" fmla="*/ 163181 w 492259"/>
                <a:gd name="connsiteY91" fmla="*/ 647279 h 674476"/>
                <a:gd name="connsiteX92" fmla="*/ 146863 w 492259"/>
                <a:gd name="connsiteY92" fmla="*/ 655438 h 674476"/>
                <a:gd name="connsiteX93" fmla="*/ 127825 w 492259"/>
                <a:gd name="connsiteY93" fmla="*/ 658158 h 674476"/>
                <a:gd name="connsiteX94" fmla="*/ 106068 w 492259"/>
                <a:gd name="connsiteY94" fmla="*/ 658158 h 674476"/>
                <a:gd name="connsiteX95" fmla="*/ 62552 w 492259"/>
                <a:gd name="connsiteY95" fmla="*/ 658158 h 674476"/>
                <a:gd name="connsiteX96" fmla="*/ 40795 w 492259"/>
                <a:gd name="connsiteY96" fmla="*/ 658158 h 674476"/>
                <a:gd name="connsiteX97" fmla="*/ 16318 w 492259"/>
                <a:gd name="connsiteY97" fmla="*/ 652718 h 674476"/>
                <a:gd name="connsiteX98" fmla="*/ 0 w 492259"/>
                <a:gd name="connsiteY98" fmla="*/ 636401 h 674476"/>
                <a:gd name="connsiteX99" fmla="*/ 2720 w 492259"/>
                <a:gd name="connsiteY99" fmla="*/ 628241 h 674476"/>
                <a:gd name="connsiteX100" fmla="*/ 24477 w 492259"/>
                <a:gd name="connsiteY100" fmla="*/ 620082 h 674476"/>
                <a:gd name="connsiteX101" fmla="*/ 62552 w 492259"/>
                <a:gd name="connsiteY101" fmla="*/ 617363 h 674476"/>
                <a:gd name="connsiteX102" fmla="*/ 62552 w 492259"/>
                <a:gd name="connsiteY102" fmla="*/ 614643 h 674476"/>
                <a:gd name="connsiteX103" fmla="*/ 65272 w 492259"/>
                <a:gd name="connsiteY103" fmla="*/ 587447 h 674476"/>
                <a:gd name="connsiteX104" fmla="*/ 76151 w 492259"/>
                <a:gd name="connsiteY104" fmla="*/ 522175 h 674476"/>
                <a:gd name="connsiteX105" fmla="*/ 87029 w 492259"/>
                <a:gd name="connsiteY105" fmla="*/ 470501 h 674476"/>
                <a:gd name="connsiteX106" fmla="*/ 92468 w 492259"/>
                <a:gd name="connsiteY106" fmla="*/ 446025 h 674476"/>
                <a:gd name="connsiteX107" fmla="*/ 65272 w 492259"/>
                <a:gd name="connsiteY107" fmla="*/ 432426 h 674476"/>
                <a:gd name="connsiteX108" fmla="*/ 54393 w 492259"/>
                <a:gd name="connsiteY108" fmla="*/ 421548 h 674476"/>
                <a:gd name="connsiteX109" fmla="*/ 73431 w 492259"/>
                <a:gd name="connsiteY109" fmla="*/ 407949 h 674476"/>
                <a:gd name="connsiteX110" fmla="*/ 100629 w 492259"/>
                <a:gd name="connsiteY110" fmla="*/ 399790 h 674476"/>
                <a:gd name="connsiteX111" fmla="*/ 108788 w 492259"/>
                <a:gd name="connsiteY111" fmla="*/ 369874 h 674476"/>
                <a:gd name="connsiteX112" fmla="*/ 125105 w 492259"/>
                <a:gd name="connsiteY112" fmla="*/ 307322 h 674476"/>
                <a:gd name="connsiteX113" fmla="*/ 141423 w 492259"/>
                <a:gd name="connsiteY113" fmla="*/ 242051 h 674476"/>
                <a:gd name="connsiteX114" fmla="*/ 155022 w 492259"/>
                <a:gd name="connsiteY114" fmla="*/ 179498 h 674476"/>
                <a:gd name="connsiteX115" fmla="*/ 168620 w 492259"/>
                <a:gd name="connsiteY115" fmla="*/ 119665 h 674476"/>
                <a:gd name="connsiteX116" fmla="*/ 193097 w 492259"/>
                <a:gd name="connsiteY116" fmla="*/ 57113 h 674476"/>
                <a:gd name="connsiteX117" fmla="*/ 201256 w 492259"/>
                <a:gd name="connsiteY117" fmla="*/ 38075 h 674476"/>
                <a:gd name="connsiteX118" fmla="*/ 217574 w 492259"/>
                <a:gd name="connsiteY118" fmla="*/ 13598 h 674476"/>
                <a:gd name="connsiteX119" fmla="*/ 274687 w 492259"/>
                <a:gd name="connsiteY119" fmla="*/ 0 h 674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</a:cxnLst>
              <a:rect l="l" t="t" r="r" b="b"/>
              <a:pathLst>
                <a:path w="492259" h="674476">
                  <a:moveTo>
                    <a:pt x="225733" y="97907"/>
                  </a:moveTo>
                  <a:cubicBezTo>
                    <a:pt x="217574" y="97907"/>
                    <a:pt x="209415" y="114225"/>
                    <a:pt x="209415" y="119665"/>
                  </a:cubicBezTo>
                  <a:cubicBezTo>
                    <a:pt x="206695" y="130543"/>
                    <a:pt x="203976" y="144141"/>
                    <a:pt x="201256" y="152300"/>
                  </a:cubicBezTo>
                  <a:cubicBezTo>
                    <a:pt x="198536" y="157740"/>
                    <a:pt x="198536" y="163179"/>
                    <a:pt x="198536" y="168618"/>
                  </a:cubicBezTo>
                  <a:cubicBezTo>
                    <a:pt x="198536" y="174058"/>
                    <a:pt x="195817" y="179497"/>
                    <a:pt x="195817" y="184936"/>
                  </a:cubicBezTo>
                  <a:cubicBezTo>
                    <a:pt x="193097" y="195815"/>
                    <a:pt x="190377" y="209413"/>
                    <a:pt x="187658" y="220292"/>
                  </a:cubicBezTo>
                  <a:cubicBezTo>
                    <a:pt x="184938" y="244769"/>
                    <a:pt x="176779" y="269246"/>
                    <a:pt x="168620" y="291003"/>
                  </a:cubicBezTo>
                  <a:cubicBezTo>
                    <a:pt x="165900" y="301881"/>
                    <a:pt x="163181" y="312760"/>
                    <a:pt x="160461" y="323639"/>
                  </a:cubicBezTo>
                  <a:cubicBezTo>
                    <a:pt x="157742" y="337237"/>
                    <a:pt x="155022" y="348115"/>
                    <a:pt x="149582" y="361714"/>
                  </a:cubicBezTo>
                  <a:cubicBezTo>
                    <a:pt x="146863" y="367153"/>
                    <a:pt x="144143" y="383471"/>
                    <a:pt x="144143" y="388910"/>
                  </a:cubicBezTo>
                  <a:cubicBezTo>
                    <a:pt x="144143" y="391630"/>
                    <a:pt x="146863" y="391630"/>
                    <a:pt x="149582" y="391630"/>
                  </a:cubicBezTo>
                  <a:cubicBezTo>
                    <a:pt x="155022" y="391630"/>
                    <a:pt x="168620" y="391630"/>
                    <a:pt x="171340" y="391630"/>
                  </a:cubicBezTo>
                  <a:cubicBezTo>
                    <a:pt x="179498" y="391630"/>
                    <a:pt x="187658" y="391630"/>
                    <a:pt x="193097" y="388910"/>
                  </a:cubicBezTo>
                  <a:cubicBezTo>
                    <a:pt x="198536" y="388910"/>
                    <a:pt x="203976" y="388910"/>
                    <a:pt x="212135" y="388910"/>
                  </a:cubicBezTo>
                  <a:cubicBezTo>
                    <a:pt x="217574" y="388910"/>
                    <a:pt x="225733" y="388910"/>
                    <a:pt x="236611" y="388910"/>
                  </a:cubicBezTo>
                  <a:cubicBezTo>
                    <a:pt x="242051" y="388910"/>
                    <a:pt x="247490" y="388910"/>
                    <a:pt x="250210" y="386191"/>
                  </a:cubicBezTo>
                  <a:cubicBezTo>
                    <a:pt x="255649" y="391630"/>
                    <a:pt x="258369" y="388910"/>
                    <a:pt x="258369" y="386191"/>
                  </a:cubicBezTo>
                  <a:cubicBezTo>
                    <a:pt x="258369" y="380751"/>
                    <a:pt x="255649" y="372592"/>
                    <a:pt x="255649" y="367153"/>
                  </a:cubicBezTo>
                  <a:cubicBezTo>
                    <a:pt x="252930" y="353555"/>
                    <a:pt x="250210" y="342676"/>
                    <a:pt x="250210" y="331797"/>
                  </a:cubicBezTo>
                  <a:cubicBezTo>
                    <a:pt x="250210" y="301881"/>
                    <a:pt x="250210" y="274685"/>
                    <a:pt x="247490" y="244769"/>
                  </a:cubicBezTo>
                  <a:cubicBezTo>
                    <a:pt x="247490" y="231170"/>
                    <a:pt x="244771" y="217572"/>
                    <a:pt x="242051" y="203974"/>
                  </a:cubicBezTo>
                  <a:cubicBezTo>
                    <a:pt x="239331" y="187656"/>
                    <a:pt x="236611" y="174058"/>
                    <a:pt x="236611" y="157740"/>
                  </a:cubicBezTo>
                  <a:cubicBezTo>
                    <a:pt x="236611" y="152300"/>
                    <a:pt x="236611" y="133263"/>
                    <a:pt x="233892" y="119665"/>
                  </a:cubicBezTo>
                  <a:cubicBezTo>
                    <a:pt x="233892" y="106066"/>
                    <a:pt x="231172" y="97907"/>
                    <a:pt x="225733" y="97907"/>
                  </a:cubicBezTo>
                  <a:close/>
                  <a:moveTo>
                    <a:pt x="274687" y="0"/>
                  </a:moveTo>
                  <a:cubicBezTo>
                    <a:pt x="288285" y="0"/>
                    <a:pt x="293724" y="2720"/>
                    <a:pt x="304603" y="5439"/>
                  </a:cubicBezTo>
                  <a:cubicBezTo>
                    <a:pt x="315481" y="10879"/>
                    <a:pt x="315481" y="16318"/>
                    <a:pt x="320921" y="24477"/>
                  </a:cubicBezTo>
                  <a:cubicBezTo>
                    <a:pt x="326360" y="29916"/>
                    <a:pt x="331800" y="35356"/>
                    <a:pt x="334519" y="43515"/>
                  </a:cubicBezTo>
                  <a:cubicBezTo>
                    <a:pt x="337239" y="51674"/>
                    <a:pt x="337239" y="57113"/>
                    <a:pt x="339959" y="65272"/>
                  </a:cubicBezTo>
                  <a:cubicBezTo>
                    <a:pt x="345398" y="78870"/>
                    <a:pt x="342678" y="97908"/>
                    <a:pt x="348118" y="114226"/>
                  </a:cubicBezTo>
                  <a:cubicBezTo>
                    <a:pt x="350837" y="130544"/>
                    <a:pt x="358996" y="146863"/>
                    <a:pt x="361716" y="163180"/>
                  </a:cubicBezTo>
                  <a:cubicBezTo>
                    <a:pt x="364435" y="182218"/>
                    <a:pt x="364435" y="201256"/>
                    <a:pt x="369875" y="220293"/>
                  </a:cubicBezTo>
                  <a:cubicBezTo>
                    <a:pt x="375314" y="239331"/>
                    <a:pt x="378034" y="255649"/>
                    <a:pt x="378034" y="274686"/>
                  </a:cubicBezTo>
                  <a:cubicBezTo>
                    <a:pt x="378034" y="282845"/>
                    <a:pt x="380753" y="293724"/>
                    <a:pt x="383473" y="301883"/>
                  </a:cubicBezTo>
                  <a:cubicBezTo>
                    <a:pt x="386193" y="312762"/>
                    <a:pt x="388913" y="326360"/>
                    <a:pt x="391632" y="337238"/>
                  </a:cubicBezTo>
                  <a:cubicBezTo>
                    <a:pt x="391632" y="342678"/>
                    <a:pt x="394352" y="353556"/>
                    <a:pt x="397071" y="364435"/>
                  </a:cubicBezTo>
                  <a:cubicBezTo>
                    <a:pt x="399791" y="372594"/>
                    <a:pt x="402511" y="380753"/>
                    <a:pt x="405230" y="383473"/>
                  </a:cubicBezTo>
                  <a:cubicBezTo>
                    <a:pt x="407950" y="386192"/>
                    <a:pt x="413389" y="386192"/>
                    <a:pt x="416109" y="386192"/>
                  </a:cubicBezTo>
                  <a:cubicBezTo>
                    <a:pt x="418829" y="386192"/>
                    <a:pt x="424268" y="386192"/>
                    <a:pt x="426988" y="386192"/>
                  </a:cubicBezTo>
                  <a:cubicBezTo>
                    <a:pt x="437866" y="386192"/>
                    <a:pt x="448745" y="388912"/>
                    <a:pt x="454184" y="397071"/>
                  </a:cubicBezTo>
                  <a:cubicBezTo>
                    <a:pt x="456904" y="399790"/>
                    <a:pt x="456904" y="402510"/>
                    <a:pt x="456904" y="405230"/>
                  </a:cubicBezTo>
                  <a:cubicBezTo>
                    <a:pt x="456904" y="407949"/>
                    <a:pt x="454184" y="410669"/>
                    <a:pt x="451464" y="416108"/>
                  </a:cubicBezTo>
                  <a:cubicBezTo>
                    <a:pt x="446025" y="421548"/>
                    <a:pt x="440586" y="426987"/>
                    <a:pt x="432427" y="429707"/>
                  </a:cubicBezTo>
                  <a:cubicBezTo>
                    <a:pt x="429707" y="429707"/>
                    <a:pt x="426988" y="432426"/>
                    <a:pt x="421548" y="432426"/>
                  </a:cubicBezTo>
                  <a:cubicBezTo>
                    <a:pt x="418829" y="432426"/>
                    <a:pt x="416109" y="432426"/>
                    <a:pt x="413389" y="435146"/>
                  </a:cubicBezTo>
                  <a:cubicBezTo>
                    <a:pt x="413389" y="435146"/>
                    <a:pt x="413389" y="437866"/>
                    <a:pt x="413389" y="440585"/>
                  </a:cubicBezTo>
                  <a:cubicBezTo>
                    <a:pt x="413389" y="443305"/>
                    <a:pt x="413389" y="448744"/>
                    <a:pt x="416109" y="451464"/>
                  </a:cubicBezTo>
                  <a:cubicBezTo>
                    <a:pt x="416109" y="456903"/>
                    <a:pt x="418829" y="462343"/>
                    <a:pt x="418829" y="465062"/>
                  </a:cubicBezTo>
                  <a:lnTo>
                    <a:pt x="418829" y="475941"/>
                  </a:lnTo>
                  <a:cubicBezTo>
                    <a:pt x="418829" y="481380"/>
                    <a:pt x="418829" y="484100"/>
                    <a:pt x="418829" y="486820"/>
                  </a:cubicBezTo>
                  <a:cubicBezTo>
                    <a:pt x="421548" y="497698"/>
                    <a:pt x="424268" y="505857"/>
                    <a:pt x="426988" y="516736"/>
                  </a:cubicBezTo>
                  <a:cubicBezTo>
                    <a:pt x="426988" y="524895"/>
                    <a:pt x="429707" y="535773"/>
                    <a:pt x="432427" y="543932"/>
                  </a:cubicBezTo>
                  <a:cubicBezTo>
                    <a:pt x="435147" y="554811"/>
                    <a:pt x="437866" y="562970"/>
                    <a:pt x="437866" y="573848"/>
                  </a:cubicBezTo>
                  <a:cubicBezTo>
                    <a:pt x="437866" y="587447"/>
                    <a:pt x="440586" y="595606"/>
                    <a:pt x="443306" y="606484"/>
                  </a:cubicBezTo>
                  <a:cubicBezTo>
                    <a:pt x="443306" y="609204"/>
                    <a:pt x="446025" y="614643"/>
                    <a:pt x="446025" y="617363"/>
                  </a:cubicBezTo>
                  <a:cubicBezTo>
                    <a:pt x="454184" y="617363"/>
                    <a:pt x="462343" y="617363"/>
                    <a:pt x="470502" y="617363"/>
                  </a:cubicBezTo>
                  <a:cubicBezTo>
                    <a:pt x="475942" y="625522"/>
                    <a:pt x="492259" y="630961"/>
                    <a:pt x="492259" y="641840"/>
                  </a:cubicBezTo>
                  <a:cubicBezTo>
                    <a:pt x="492259" y="647279"/>
                    <a:pt x="486820" y="649999"/>
                    <a:pt x="484101" y="655438"/>
                  </a:cubicBezTo>
                  <a:cubicBezTo>
                    <a:pt x="481381" y="660877"/>
                    <a:pt x="473222" y="663597"/>
                    <a:pt x="467782" y="663597"/>
                  </a:cubicBezTo>
                  <a:cubicBezTo>
                    <a:pt x="456904" y="666317"/>
                    <a:pt x="451464" y="666317"/>
                    <a:pt x="443306" y="666317"/>
                  </a:cubicBezTo>
                  <a:cubicBezTo>
                    <a:pt x="437866" y="666317"/>
                    <a:pt x="429707" y="666317"/>
                    <a:pt x="421548" y="666317"/>
                  </a:cubicBezTo>
                  <a:cubicBezTo>
                    <a:pt x="418829" y="666317"/>
                    <a:pt x="416109" y="666317"/>
                    <a:pt x="413389" y="666317"/>
                  </a:cubicBezTo>
                  <a:cubicBezTo>
                    <a:pt x="407950" y="669036"/>
                    <a:pt x="405230" y="669036"/>
                    <a:pt x="399791" y="671756"/>
                  </a:cubicBezTo>
                  <a:cubicBezTo>
                    <a:pt x="394352" y="671756"/>
                    <a:pt x="388913" y="674476"/>
                    <a:pt x="383473" y="674476"/>
                  </a:cubicBezTo>
                  <a:cubicBezTo>
                    <a:pt x="372594" y="674476"/>
                    <a:pt x="358996" y="671756"/>
                    <a:pt x="348118" y="669036"/>
                  </a:cubicBezTo>
                  <a:cubicBezTo>
                    <a:pt x="339959" y="669036"/>
                    <a:pt x="331800" y="669036"/>
                    <a:pt x="326360" y="669036"/>
                  </a:cubicBezTo>
                  <a:cubicBezTo>
                    <a:pt x="304603" y="669036"/>
                    <a:pt x="285565" y="669036"/>
                    <a:pt x="277406" y="669036"/>
                  </a:cubicBezTo>
                  <a:cubicBezTo>
                    <a:pt x="269247" y="669036"/>
                    <a:pt x="258369" y="669036"/>
                    <a:pt x="252930" y="663597"/>
                  </a:cubicBezTo>
                  <a:cubicBezTo>
                    <a:pt x="247490" y="660877"/>
                    <a:pt x="236611" y="655438"/>
                    <a:pt x="236611" y="647279"/>
                  </a:cubicBezTo>
                  <a:cubicBezTo>
                    <a:pt x="236611" y="636401"/>
                    <a:pt x="252930" y="633681"/>
                    <a:pt x="261088" y="630961"/>
                  </a:cubicBezTo>
                  <a:cubicBezTo>
                    <a:pt x="266528" y="630961"/>
                    <a:pt x="274687" y="630961"/>
                    <a:pt x="288285" y="628241"/>
                  </a:cubicBezTo>
                  <a:cubicBezTo>
                    <a:pt x="288285" y="620082"/>
                    <a:pt x="288285" y="614643"/>
                    <a:pt x="285565" y="609204"/>
                  </a:cubicBezTo>
                  <a:cubicBezTo>
                    <a:pt x="285565" y="601045"/>
                    <a:pt x="282846" y="590166"/>
                    <a:pt x="282846" y="582007"/>
                  </a:cubicBezTo>
                  <a:cubicBezTo>
                    <a:pt x="282846" y="576568"/>
                    <a:pt x="280126" y="573848"/>
                    <a:pt x="280126" y="568409"/>
                  </a:cubicBezTo>
                  <a:cubicBezTo>
                    <a:pt x="280126" y="562970"/>
                    <a:pt x="282846" y="557531"/>
                    <a:pt x="282846" y="554811"/>
                  </a:cubicBezTo>
                  <a:cubicBezTo>
                    <a:pt x="282846" y="549371"/>
                    <a:pt x="280126" y="546652"/>
                    <a:pt x="277406" y="538493"/>
                  </a:cubicBezTo>
                  <a:cubicBezTo>
                    <a:pt x="277406" y="527614"/>
                    <a:pt x="271967" y="516736"/>
                    <a:pt x="271967" y="505857"/>
                  </a:cubicBezTo>
                  <a:cubicBezTo>
                    <a:pt x="271967" y="494978"/>
                    <a:pt x="271967" y="486820"/>
                    <a:pt x="269247" y="478660"/>
                  </a:cubicBezTo>
                  <a:cubicBezTo>
                    <a:pt x="266528" y="467782"/>
                    <a:pt x="266528" y="456903"/>
                    <a:pt x="266528" y="446025"/>
                  </a:cubicBezTo>
                  <a:cubicBezTo>
                    <a:pt x="266528" y="440585"/>
                    <a:pt x="263808" y="437866"/>
                    <a:pt x="261088" y="437866"/>
                  </a:cubicBezTo>
                  <a:cubicBezTo>
                    <a:pt x="258369" y="437866"/>
                    <a:pt x="255649" y="437866"/>
                    <a:pt x="250210" y="437866"/>
                  </a:cubicBezTo>
                  <a:cubicBezTo>
                    <a:pt x="239331" y="437866"/>
                    <a:pt x="228452" y="437866"/>
                    <a:pt x="220293" y="440585"/>
                  </a:cubicBezTo>
                  <a:cubicBezTo>
                    <a:pt x="209415" y="440585"/>
                    <a:pt x="201256" y="443305"/>
                    <a:pt x="190377" y="443305"/>
                  </a:cubicBezTo>
                  <a:cubicBezTo>
                    <a:pt x="182218" y="443305"/>
                    <a:pt x="174059" y="443305"/>
                    <a:pt x="165900" y="443305"/>
                  </a:cubicBezTo>
                  <a:cubicBezTo>
                    <a:pt x="163181" y="443305"/>
                    <a:pt x="152302" y="440585"/>
                    <a:pt x="144143" y="440585"/>
                  </a:cubicBezTo>
                  <a:cubicBezTo>
                    <a:pt x="135984" y="440585"/>
                    <a:pt x="135984" y="448744"/>
                    <a:pt x="135984" y="454184"/>
                  </a:cubicBezTo>
                  <a:cubicBezTo>
                    <a:pt x="135984" y="465062"/>
                    <a:pt x="133264" y="475941"/>
                    <a:pt x="130545" y="486820"/>
                  </a:cubicBezTo>
                  <a:cubicBezTo>
                    <a:pt x="127825" y="505857"/>
                    <a:pt x="122386" y="522175"/>
                    <a:pt x="119666" y="541213"/>
                  </a:cubicBezTo>
                  <a:cubicBezTo>
                    <a:pt x="116947" y="560250"/>
                    <a:pt x="108788" y="595606"/>
                    <a:pt x="103348" y="614643"/>
                  </a:cubicBezTo>
                  <a:cubicBezTo>
                    <a:pt x="111507" y="614643"/>
                    <a:pt x="122386" y="614643"/>
                    <a:pt x="133264" y="614643"/>
                  </a:cubicBezTo>
                  <a:cubicBezTo>
                    <a:pt x="146863" y="614643"/>
                    <a:pt x="168620" y="614643"/>
                    <a:pt x="168620" y="630961"/>
                  </a:cubicBezTo>
                  <a:cubicBezTo>
                    <a:pt x="168620" y="639120"/>
                    <a:pt x="165900" y="639120"/>
                    <a:pt x="163181" y="647279"/>
                  </a:cubicBezTo>
                  <a:cubicBezTo>
                    <a:pt x="160461" y="652718"/>
                    <a:pt x="152302" y="655438"/>
                    <a:pt x="146863" y="655438"/>
                  </a:cubicBezTo>
                  <a:cubicBezTo>
                    <a:pt x="138704" y="658158"/>
                    <a:pt x="133264" y="658158"/>
                    <a:pt x="127825" y="658158"/>
                  </a:cubicBezTo>
                  <a:cubicBezTo>
                    <a:pt x="122386" y="658158"/>
                    <a:pt x="116947" y="658158"/>
                    <a:pt x="106068" y="658158"/>
                  </a:cubicBezTo>
                  <a:cubicBezTo>
                    <a:pt x="92468" y="658158"/>
                    <a:pt x="78870" y="658158"/>
                    <a:pt x="62552" y="658158"/>
                  </a:cubicBezTo>
                  <a:cubicBezTo>
                    <a:pt x="54393" y="658158"/>
                    <a:pt x="46234" y="658158"/>
                    <a:pt x="40795" y="658158"/>
                  </a:cubicBezTo>
                  <a:cubicBezTo>
                    <a:pt x="32636" y="658158"/>
                    <a:pt x="21758" y="658158"/>
                    <a:pt x="16318" y="652718"/>
                  </a:cubicBezTo>
                  <a:cubicBezTo>
                    <a:pt x="8159" y="649999"/>
                    <a:pt x="0" y="641840"/>
                    <a:pt x="0" y="636401"/>
                  </a:cubicBezTo>
                  <a:cubicBezTo>
                    <a:pt x="0" y="633681"/>
                    <a:pt x="0" y="630961"/>
                    <a:pt x="2720" y="628241"/>
                  </a:cubicBezTo>
                  <a:cubicBezTo>
                    <a:pt x="8159" y="625522"/>
                    <a:pt x="16318" y="622802"/>
                    <a:pt x="24477" y="620082"/>
                  </a:cubicBezTo>
                  <a:cubicBezTo>
                    <a:pt x="38075" y="617363"/>
                    <a:pt x="48954" y="617363"/>
                    <a:pt x="62552" y="617363"/>
                  </a:cubicBezTo>
                  <a:cubicBezTo>
                    <a:pt x="62552" y="617363"/>
                    <a:pt x="62552" y="614643"/>
                    <a:pt x="62552" y="614643"/>
                  </a:cubicBezTo>
                  <a:cubicBezTo>
                    <a:pt x="62552" y="603765"/>
                    <a:pt x="65272" y="590166"/>
                    <a:pt x="65272" y="587447"/>
                  </a:cubicBezTo>
                  <a:cubicBezTo>
                    <a:pt x="67992" y="565689"/>
                    <a:pt x="73431" y="543932"/>
                    <a:pt x="76151" y="522175"/>
                  </a:cubicBezTo>
                  <a:cubicBezTo>
                    <a:pt x="78870" y="505857"/>
                    <a:pt x="81590" y="486820"/>
                    <a:pt x="87029" y="470501"/>
                  </a:cubicBezTo>
                  <a:cubicBezTo>
                    <a:pt x="87029" y="465062"/>
                    <a:pt x="92468" y="451464"/>
                    <a:pt x="92468" y="446025"/>
                  </a:cubicBezTo>
                  <a:cubicBezTo>
                    <a:pt x="92468" y="437866"/>
                    <a:pt x="73431" y="437866"/>
                    <a:pt x="65272" y="432426"/>
                  </a:cubicBezTo>
                  <a:cubicBezTo>
                    <a:pt x="59833" y="429707"/>
                    <a:pt x="54393" y="426987"/>
                    <a:pt x="54393" y="421548"/>
                  </a:cubicBezTo>
                  <a:cubicBezTo>
                    <a:pt x="54393" y="413389"/>
                    <a:pt x="62552" y="410669"/>
                    <a:pt x="73431" y="407949"/>
                  </a:cubicBezTo>
                  <a:cubicBezTo>
                    <a:pt x="78870" y="407949"/>
                    <a:pt x="92468" y="405230"/>
                    <a:pt x="100629" y="399790"/>
                  </a:cubicBezTo>
                  <a:cubicBezTo>
                    <a:pt x="106068" y="394351"/>
                    <a:pt x="106068" y="378033"/>
                    <a:pt x="108788" y="369874"/>
                  </a:cubicBezTo>
                  <a:cubicBezTo>
                    <a:pt x="114227" y="348117"/>
                    <a:pt x="119666" y="326360"/>
                    <a:pt x="125105" y="307322"/>
                  </a:cubicBezTo>
                  <a:cubicBezTo>
                    <a:pt x="130545" y="285565"/>
                    <a:pt x="135984" y="263808"/>
                    <a:pt x="141423" y="242051"/>
                  </a:cubicBezTo>
                  <a:cubicBezTo>
                    <a:pt x="146863" y="220293"/>
                    <a:pt x="152302" y="198536"/>
                    <a:pt x="155022" y="179498"/>
                  </a:cubicBezTo>
                  <a:cubicBezTo>
                    <a:pt x="157742" y="160461"/>
                    <a:pt x="163181" y="138703"/>
                    <a:pt x="168620" y="119665"/>
                  </a:cubicBezTo>
                  <a:cubicBezTo>
                    <a:pt x="176779" y="100627"/>
                    <a:pt x="182218" y="76150"/>
                    <a:pt x="193097" y="57113"/>
                  </a:cubicBezTo>
                  <a:lnTo>
                    <a:pt x="201256" y="38075"/>
                  </a:lnTo>
                  <a:cubicBezTo>
                    <a:pt x="206695" y="29916"/>
                    <a:pt x="209415" y="19038"/>
                    <a:pt x="217574" y="13598"/>
                  </a:cubicBezTo>
                  <a:cubicBezTo>
                    <a:pt x="231172" y="2720"/>
                    <a:pt x="255649" y="0"/>
                    <a:pt x="274687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E252413E-95D4-436B-9CDD-1C43CDFDF645}"/>
                </a:ext>
              </a:extLst>
            </p:cNvPr>
            <p:cNvSpPr/>
            <p:nvPr/>
          </p:nvSpPr>
          <p:spPr>
            <a:xfrm>
              <a:off x="6876542" y="4244897"/>
              <a:ext cx="462342" cy="677195"/>
            </a:xfrm>
            <a:custGeom>
              <a:avLst/>
              <a:gdLst>
                <a:gd name="connsiteX0" fmla="*/ 214853 w 462342"/>
                <a:gd name="connsiteY0" fmla="*/ 65272 h 677195"/>
                <a:gd name="connsiteX1" fmla="*/ 195815 w 462342"/>
                <a:gd name="connsiteY1" fmla="*/ 73431 h 677195"/>
                <a:gd name="connsiteX2" fmla="*/ 193096 w 462342"/>
                <a:gd name="connsiteY2" fmla="*/ 125105 h 677195"/>
                <a:gd name="connsiteX3" fmla="*/ 190376 w 462342"/>
                <a:gd name="connsiteY3" fmla="*/ 280125 h 677195"/>
                <a:gd name="connsiteX4" fmla="*/ 190376 w 462342"/>
                <a:gd name="connsiteY4" fmla="*/ 301882 h 677195"/>
                <a:gd name="connsiteX5" fmla="*/ 193096 w 462342"/>
                <a:gd name="connsiteY5" fmla="*/ 342677 h 677195"/>
                <a:gd name="connsiteX6" fmla="*/ 195815 w 462342"/>
                <a:gd name="connsiteY6" fmla="*/ 397070 h 677195"/>
                <a:gd name="connsiteX7" fmla="*/ 195815 w 462342"/>
                <a:gd name="connsiteY7" fmla="*/ 443304 h 677195"/>
                <a:gd name="connsiteX8" fmla="*/ 195815 w 462342"/>
                <a:gd name="connsiteY8" fmla="*/ 530333 h 677195"/>
                <a:gd name="connsiteX9" fmla="*/ 193096 w 462342"/>
                <a:gd name="connsiteY9" fmla="*/ 554810 h 677195"/>
                <a:gd name="connsiteX10" fmla="*/ 190376 w 462342"/>
                <a:gd name="connsiteY10" fmla="*/ 603764 h 677195"/>
                <a:gd name="connsiteX11" fmla="*/ 198535 w 462342"/>
                <a:gd name="connsiteY11" fmla="*/ 611923 h 677195"/>
                <a:gd name="connsiteX12" fmla="*/ 214853 w 462342"/>
                <a:gd name="connsiteY12" fmla="*/ 611923 h 677195"/>
                <a:gd name="connsiteX13" fmla="*/ 236610 w 462342"/>
                <a:gd name="connsiteY13" fmla="*/ 611923 h 677195"/>
                <a:gd name="connsiteX14" fmla="*/ 263807 w 462342"/>
                <a:gd name="connsiteY14" fmla="*/ 598325 h 677195"/>
                <a:gd name="connsiteX15" fmla="*/ 277405 w 462342"/>
                <a:gd name="connsiteY15" fmla="*/ 592885 h 677195"/>
                <a:gd name="connsiteX16" fmla="*/ 291004 w 462342"/>
                <a:gd name="connsiteY16" fmla="*/ 573848 h 677195"/>
                <a:gd name="connsiteX17" fmla="*/ 307322 w 462342"/>
                <a:gd name="connsiteY17" fmla="*/ 543931 h 677195"/>
                <a:gd name="connsiteX18" fmla="*/ 326359 w 462342"/>
                <a:gd name="connsiteY18" fmla="*/ 481379 h 677195"/>
                <a:gd name="connsiteX19" fmla="*/ 337238 w 462342"/>
                <a:gd name="connsiteY19" fmla="*/ 413388 h 677195"/>
                <a:gd name="connsiteX20" fmla="*/ 337238 w 462342"/>
                <a:gd name="connsiteY20" fmla="*/ 350836 h 677195"/>
                <a:gd name="connsiteX21" fmla="*/ 334518 w 462342"/>
                <a:gd name="connsiteY21" fmla="*/ 296443 h 677195"/>
                <a:gd name="connsiteX22" fmla="*/ 329079 w 462342"/>
                <a:gd name="connsiteY22" fmla="*/ 244769 h 677195"/>
                <a:gd name="connsiteX23" fmla="*/ 307322 w 462342"/>
                <a:gd name="connsiteY23" fmla="*/ 135983 h 677195"/>
                <a:gd name="connsiteX24" fmla="*/ 271966 w 462342"/>
                <a:gd name="connsiteY24" fmla="*/ 78870 h 677195"/>
                <a:gd name="connsiteX25" fmla="*/ 214853 w 462342"/>
                <a:gd name="connsiteY25" fmla="*/ 65272 h 677195"/>
                <a:gd name="connsiteX26" fmla="*/ 114226 w 462342"/>
                <a:gd name="connsiteY26" fmla="*/ 0 h 677195"/>
                <a:gd name="connsiteX27" fmla="*/ 127824 w 462342"/>
                <a:gd name="connsiteY27" fmla="*/ 0 h 677195"/>
                <a:gd name="connsiteX28" fmla="*/ 146862 w 462342"/>
                <a:gd name="connsiteY28" fmla="*/ 2720 h 677195"/>
                <a:gd name="connsiteX29" fmla="*/ 174059 w 462342"/>
                <a:gd name="connsiteY29" fmla="*/ 21758 h 677195"/>
                <a:gd name="connsiteX30" fmla="*/ 193096 w 462342"/>
                <a:gd name="connsiteY30" fmla="*/ 21758 h 677195"/>
                <a:gd name="connsiteX31" fmla="*/ 261088 w 462342"/>
                <a:gd name="connsiteY31" fmla="*/ 27197 h 677195"/>
                <a:gd name="connsiteX32" fmla="*/ 310042 w 462342"/>
                <a:gd name="connsiteY32" fmla="*/ 35356 h 677195"/>
                <a:gd name="connsiteX33" fmla="*/ 334518 w 462342"/>
                <a:gd name="connsiteY33" fmla="*/ 40795 h 677195"/>
                <a:gd name="connsiteX34" fmla="*/ 356276 w 462342"/>
                <a:gd name="connsiteY34" fmla="*/ 59833 h 677195"/>
                <a:gd name="connsiteX35" fmla="*/ 372593 w 462342"/>
                <a:gd name="connsiteY35" fmla="*/ 76151 h 677195"/>
                <a:gd name="connsiteX36" fmla="*/ 380752 w 462342"/>
                <a:gd name="connsiteY36" fmla="*/ 95188 h 677195"/>
                <a:gd name="connsiteX37" fmla="*/ 405230 w 462342"/>
                <a:gd name="connsiteY37" fmla="*/ 114226 h 677195"/>
                <a:gd name="connsiteX38" fmla="*/ 416108 w 462342"/>
                <a:gd name="connsiteY38" fmla="*/ 141422 h 677195"/>
                <a:gd name="connsiteX39" fmla="*/ 451464 w 462342"/>
                <a:gd name="connsiteY39" fmla="*/ 201256 h 677195"/>
                <a:gd name="connsiteX40" fmla="*/ 456903 w 462342"/>
                <a:gd name="connsiteY40" fmla="*/ 252929 h 677195"/>
                <a:gd name="connsiteX41" fmla="*/ 456903 w 462342"/>
                <a:gd name="connsiteY41" fmla="*/ 291004 h 677195"/>
                <a:gd name="connsiteX42" fmla="*/ 459623 w 462342"/>
                <a:gd name="connsiteY42" fmla="*/ 318201 h 677195"/>
                <a:gd name="connsiteX43" fmla="*/ 459623 w 462342"/>
                <a:gd name="connsiteY43" fmla="*/ 326360 h 677195"/>
                <a:gd name="connsiteX44" fmla="*/ 459623 w 462342"/>
                <a:gd name="connsiteY44" fmla="*/ 348117 h 677195"/>
                <a:gd name="connsiteX45" fmla="*/ 462342 w 462342"/>
                <a:gd name="connsiteY45" fmla="*/ 367155 h 677195"/>
                <a:gd name="connsiteX46" fmla="*/ 456903 w 462342"/>
                <a:gd name="connsiteY46" fmla="*/ 391632 h 677195"/>
                <a:gd name="connsiteX47" fmla="*/ 456903 w 462342"/>
                <a:gd name="connsiteY47" fmla="*/ 418828 h 677195"/>
                <a:gd name="connsiteX48" fmla="*/ 451464 w 462342"/>
                <a:gd name="connsiteY48" fmla="*/ 437866 h 677195"/>
                <a:gd name="connsiteX49" fmla="*/ 446025 w 462342"/>
                <a:gd name="connsiteY49" fmla="*/ 454184 h 677195"/>
                <a:gd name="connsiteX50" fmla="*/ 440585 w 462342"/>
                <a:gd name="connsiteY50" fmla="*/ 481380 h 677195"/>
                <a:gd name="connsiteX51" fmla="*/ 432426 w 462342"/>
                <a:gd name="connsiteY51" fmla="*/ 508577 h 677195"/>
                <a:gd name="connsiteX52" fmla="*/ 418828 w 462342"/>
                <a:gd name="connsiteY52" fmla="*/ 530334 h 677195"/>
                <a:gd name="connsiteX53" fmla="*/ 410669 w 462342"/>
                <a:gd name="connsiteY53" fmla="*/ 549371 h 677195"/>
                <a:gd name="connsiteX54" fmla="*/ 391631 w 462342"/>
                <a:gd name="connsiteY54" fmla="*/ 579288 h 677195"/>
                <a:gd name="connsiteX55" fmla="*/ 337238 w 462342"/>
                <a:gd name="connsiteY55" fmla="*/ 630961 h 677195"/>
                <a:gd name="connsiteX56" fmla="*/ 301883 w 462342"/>
                <a:gd name="connsiteY56" fmla="*/ 647279 h 677195"/>
                <a:gd name="connsiteX57" fmla="*/ 263807 w 462342"/>
                <a:gd name="connsiteY57" fmla="*/ 652718 h 677195"/>
                <a:gd name="connsiteX58" fmla="*/ 233891 w 462342"/>
                <a:gd name="connsiteY58" fmla="*/ 649999 h 677195"/>
                <a:gd name="connsiteX59" fmla="*/ 187657 w 462342"/>
                <a:gd name="connsiteY59" fmla="*/ 652718 h 677195"/>
                <a:gd name="connsiteX60" fmla="*/ 171339 w 462342"/>
                <a:gd name="connsiteY60" fmla="*/ 669036 h 677195"/>
                <a:gd name="connsiteX61" fmla="*/ 155021 w 462342"/>
                <a:gd name="connsiteY61" fmla="*/ 671756 h 677195"/>
                <a:gd name="connsiteX62" fmla="*/ 138703 w 462342"/>
                <a:gd name="connsiteY62" fmla="*/ 674476 h 677195"/>
                <a:gd name="connsiteX63" fmla="*/ 125105 w 462342"/>
                <a:gd name="connsiteY63" fmla="*/ 677195 h 677195"/>
                <a:gd name="connsiteX64" fmla="*/ 106067 w 462342"/>
                <a:gd name="connsiteY64" fmla="*/ 671756 h 677195"/>
                <a:gd name="connsiteX65" fmla="*/ 87029 w 462342"/>
                <a:gd name="connsiteY65" fmla="*/ 658158 h 677195"/>
                <a:gd name="connsiteX66" fmla="*/ 81590 w 462342"/>
                <a:gd name="connsiteY66" fmla="*/ 652718 h 677195"/>
                <a:gd name="connsiteX67" fmla="*/ 67992 w 462342"/>
                <a:gd name="connsiteY67" fmla="*/ 652718 h 677195"/>
                <a:gd name="connsiteX68" fmla="*/ 43515 w 462342"/>
                <a:gd name="connsiteY68" fmla="*/ 652718 h 677195"/>
                <a:gd name="connsiteX69" fmla="*/ 16318 w 462342"/>
                <a:gd name="connsiteY69" fmla="*/ 647279 h 677195"/>
                <a:gd name="connsiteX70" fmla="*/ 0 w 462342"/>
                <a:gd name="connsiteY70" fmla="*/ 630961 h 677195"/>
                <a:gd name="connsiteX71" fmla="*/ 5439 w 462342"/>
                <a:gd name="connsiteY71" fmla="*/ 620083 h 677195"/>
                <a:gd name="connsiteX72" fmla="*/ 27197 w 462342"/>
                <a:gd name="connsiteY72" fmla="*/ 611924 h 677195"/>
                <a:gd name="connsiteX73" fmla="*/ 65272 w 462342"/>
                <a:gd name="connsiteY73" fmla="*/ 609204 h 677195"/>
                <a:gd name="connsiteX74" fmla="*/ 65272 w 462342"/>
                <a:gd name="connsiteY74" fmla="*/ 584727 h 677195"/>
                <a:gd name="connsiteX75" fmla="*/ 62552 w 462342"/>
                <a:gd name="connsiteY75" fmla="*/ 456903 h 677195"/>
                <a:gd name="connsiteX76" fmla="*/ 65272 w 462342"/>
                <a:gd name="connsiteY76" fmla="*/ 337238 h 677195"/>
                <a:gd name="connsiteX77" fmla="*/ 67992 w 462342"/>
                <a:gd name="connsiteY77" fmla="*/ 203975 h 677195"/>
                <a:gd name="connsiteX78" fmla="*/ 70712 w 462342"/>
                <a:gd name="connsiteY78" fmla="*/ 119665 h 677195"/>
                <a:gd name="connsiteX79" fmla="*/ 73431 w 462342"/>
                <a:gd name="connsiteY79" fmla="*/ 67992 h 677195"/>
                <a:gd name="connsiteX80" fmla="*/ 67992 w 462342"/>
                <a:gd name="connsiteY80" fmla="*/ 67992 h 677195"/>
                <a:gd name="connsiteX81" fmla="*/ 43515 w 462342"/>
                <a:gd name="connsiteY81" fmla="*/ 67992 h 677195"/>
                <a:gd name="connsiteX82" fmla="*/ 16318 w 462342"/>
                <a:gd name="connsiteY82" fmla="*/ 62552 h 677195"/>
                <a:gd name="connsiteX83" fmla="*/ 0 w 462342"/>
                <a:gd name="connsiteY83" fmla="*/ 46234 h 677195"/>
                <a:gd name="connsiteX84" fmla="*/ 5439 w 462342"/>
                <a:gd name="connsiteY84" fmla="*/ 35356 h 677195"/>
                <a:gd name="connsiteX85" fmla="*/ 27197 w 462342"/>
                <a:gd name="connsiteY85" fmla="*/ 27197 h 677195"/>
                <a:gd name="connsiteX86" fmla="*/ 76151 w 462342"/>
                <a:gd name="connsiteY86" fmla="*/ 21758 h 677195"/>
                <a:gd name="connsiteX87" fmla="*/ 81590 w 462342"/>
                <a:gd name="connsiteY87" fmla="*/ 13598 h 677195"/>
                <a:gd name="connsiteX88" fmla="*/ 97908 w 462342"/>
                <a:gd name="connsiteY88" fmla="*/ 5439 h 677195"/>
                <a:gd name="connsiteX89" fmla="*/ 114226 w 462342"/>
                <a:gd name="connsiteY89" fmla="*/ 0 h 677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462342" h="677195">
                  <a:moveTo>
                    <a:pt x="214853" y="65272"/>
                  </a:moveTo>
                  <a:cubicBezTo>
                    <a:pt x="203975" y="65272"/>
                    <a:pt x="195815" y="67992"/>
                    <a:pt x="195815" y="73431"/>
                  </a:cubicBezTo>
                  <a:cubicBezTo>
                    <a:pt x="193096" y="78870"/>
                    <a:pt x="193096" y="100628"/>
                    <a:pt x="193096" y="125105"/>
                  </a:cubicBezTo>
                  <a:cubicBezTo>
                    <a:pt x="193096" y="182217"/>
                    <a:pt x="193096" y="266527"/>
                    <a:pt x="190376" y="280125"/>
                  </a:cubicBezTo>
                  <a:cubicBezTo>
                    <a:pt x="190376" y="288284"/>
                    <a:pt x="190376" y="293723"/>
                    <a:pt x="190376" y="301882"/>
                  </a:cubicBezTo>
                  <a:cubicBezTo>
                    <a:pt x="190376" y="315480"/>
                    <a:pt x="190376" y="329079"/>
                    <a:pt x="193096" y="342677"/>
                  </a:cubicBezTo>
                  <a:cubicBezTo>
                    <a:pt x="193096" y="361715"/>
                    <a:pt x="193096" y="378033"/>
                    <a:pt x="195815" y="397070"/>
                  </a:cubicBezTo>
                  <a:cubicBezTo>
                    <a:pt x="195815" y="413388"/>
                    <a:pt x="195815" y="426986"/>
                    <a:pt x="195815" y="443304"/>
                  </a:cubicBezTo>
                  <a:cubicBezTo>
                    <a:pt x="195815" y="465061"/>
                    <a:pt x="198535" y="508576"/>
                    <a:pt x="195815" y="530333"/>
                  </a:cubicBezTo>
                  <a:cubicBezTo>
                    <a:pt x="195815" y="538492"/>
                    <a:pt x="193096" y="546651"/>
                    <a:pt x="193096" y="554810"/>
                  </a:cubicBezTo>
                  <a:cubicBezTo>
                    <a:pt x="193096" y="560249"/>
                    <a:pt x="190376" y="590166"/>
                    <a:pt x="190376" y="603764"/>
                  </a:cubicBezTo>
                  <a:cubicBezTo>
                    <a:pt x="190376" y="609203"/>
                    <a:pt x="190376" y="611923"/>
                    <a:pt x="198535" y="611923"/>
                  </a:cubicBezTo>
                  <a:cubicBezTo>
                    <a:pt x="206694" y="611923"/>
                    <a:pt x="209414" y="611923"/>
                    <a:pt x="214853" y="611923"/>
                  </a:cubicBezTo>
                  <a:cubicBezTo>
                    <a:pt x="223012" y="611923"/>
                    <a:pt x="220293" y="611923"/>
                    <a:pt x="236610" y="611923"/>
                  </a:cubicBezTo>
                  <a:cubicBezTo>
                    <a:pt x="242050" y="611923"/>
                    <a:pt x="258368" y="601044"/>
                    <a:pt x="263807" y="598325"/>
                  </a:cubicBezTo>
                  <a:cubicBezTo>
                    <a:pt x="266527" y="598325"/>
                    <a:pt x="274686" y="592885"/>
                    <a:pt x="277405" y="592885"/>
                  </a:cubicBezTo>
                  <a:cubicBezTo>
                    <a:pt x="285564" y="587446"/>
                    <a:pt x="288284" y="579287"/>
                    <a:pt x="291004" y="573848"/>
                  </a:cubicBezTo>
                  <a:cubicBezTo>
                    <a:pt x="296443" y="562969"/>
                    <a:pt x="301882" y="554810"/>
                    <a:pt x="307322" y="543931"/>
                  </a:cubicBezTo>
                  <a:cubicBezTo>
                    <a:pt x="315481" y="524894"/>
                    <a:pt x="320920" y="524894"/>
                    <a:pt x="326359" y="481379"/>
                  </a:cubicBezTo>
                  <a:cubicBezTo>
                    <a:pt x="329079" y="456903"/>
                    <a:pt x="334518" y="435145"/>
                    <a:pt x="337238" y="413388"/>
                  </a:cubicBezTo>
                  <a:cubicBezTo>
                    <a:pt x="337238" y="391631"/>
                    <a:pt x="337238" y="369873"/>
                    <a:pt x="337238" y="350836"/>
                  </a:cubicBezTo>
                  <a:cubicBezTo>
                    <a:pt x="337238" y="339957"/>
                    <a:pt x="337238" y="320920"/>
                    <a:pt x="334518" y="296443"/>
                  </a:cubicBezTo>
                  <a:cubicBezTo>
                    <a:pt x="331798" y="269246"/>
                    <a:pt x="329079" y="250209"/>
                    <a:pt x="329079" y="244769"/>
                  </a:cubicBezTo>
                  <a:cubicBezTo>
                    <a:pt x="323640" y="206694"/>
                    <a:pt x="318200" y="174058"/>
                    <a:pt x="307322" y="135983"/>
                  </a:cubicBezTo>
                  <a:cubicBezTo>
                    <a:pt x="304602" y="125105"/>
                    <a:pt x="304602" y="108787"/>
                    <a:pt x="271966" y="78870"/>
                  </a:cubicBezTo>
                  <a:cubicBezTo>
                    <a:pt x="263807" y="73431"/>
                    <a:pt x="233891" y="65272"/>
                    <a:pt x="214853" y="65272"/>
                  </a:cubicBezTo>
                  <a:close/>
                  <a:moveTo>
                    <a:pt x="114226" y="0"/>
                  </a:moveTo>
                  <a:cubicBezTo>
                    <a:pt x="119665" y="0"/>
                    <a:pt x="125105" y="0"/>
                    <a:pt x="127824" y="0"/>
                  </a:cubicBezTo>
                  <a:cubicBezTo>
                    <a:pt x="133264" y="0"/>
                    <a:pt x="141422" y="0"/>
                    <a:pt x="146862" y="2720"/>
                  </a:cubicBezTo>
                  <a:cubicBezTo>
                    <a:pt x="157741" y="5439"/>
                    <a:pt x="165900" y="13598"/>
                    <a:pt x="174059" y="21758"/>
                  </a:cubicBezTo>
                  <a:cubicBezTo>
                    <a:pt x="179498" y="21758"/>
                    <a:pt x="187657" y="21758"/>
                    <a:pt x="193096" y="21758"/>
                  </a:cubicBezTo>
                  <a:cubicBezTo>
                    <a:pt x="212134" y="21758"/>
                    <a:pt x="228452" y="27197"/>
                    <a:pt x="261088" y="27197"/>
                  </a:cubicBezTo>
                  <a:cubicBezTo>
                    <a:pt x="277405" y="27197"/>
                    <a:pt x="293723" y="35356"/>
                    <a:pt x="310042" y="35356"/>
                  </a:cubicBezTo>
                  <a:cubicBezTo>
                    <a:pt x="318200" y="35356"/>
                    <a:pt x="329079" y="35356"/>
                    <a:pt x="334518" y="40795"/>
                  </a:cubicBezTo>
                  <a:cubicBezTo>
                    <a:pt x="342677" y="46234"/>
                    <a:pt x="348117" y="54393"/>
                    <a:pt x="356276" y="59833"/>
                  </a:cubicBezTo>
                  <a:cubicBezTo>
                    <a:pt x="361715" y="65272"/>
                    <a:pt x="369874" y="67992"/>
                    <a:pt x="372593" y="76151"/>
                  </a:cubicBezTo>
                  <a:cubicBezTo>
                    <a:pt x="375313" y="81590"/>
                    <a:pt x="378033" y="89749"/>
                    <a:pt x="380752" y="95188"/>
                  </a:cubicBezTo>
                  <a:cubicBezTo>
                    <a:pt x="386192" y="103347"/>
                    <a:pt x="391631" y="106067"/>
                    <a:pt x="405230" y="114226"/>
                  </a:cubicBezTo>
                  <a:cubicBezTo>
                    <a:pt x="413388" y="119665"/>
                    <a:pt x="410669" y="133263"/>
                    <a:pt x="416108" y="141422"/>
                  </a:cubicBezTo>
                  <a:cubicBezTo>
                    <a:pt x="426987" y="160461"/>
                    <a:pt x="446025" y="182218"/>
                    <a:pt x="451464" y="201256"/>
                  </a:cubicBezTo>
                  <a:cubicBezTo>
                    <a:pt x="456903" y="220293"/>
                    <a:pt x="456903" y="236611"/>
                    <a:pt x="456903" y="252929"/>
                  </a:cubicBezTo>
                  <a:cubicBezTo>
                    <a:pt x="456903" y="266527"/>
                    <a:pt x="456903" y="277406"/>
                    <a:pt x="456903" y="291004"/>
                  </a:cubicBezTo>
                  <a:cubicBezTo>
                    <a:pt x="456903" y="299163"/>
                    <a:pt x="456903" y="307322"/>
                    <a:pt x="459623" y="318201"/>
                  </a:cubicBezTo>
                  <a:cubicBezTo>
                    <a:pt x="459623" y="320921"/>
                    <a:pt x="459623" y="323640"/>
                    <a:pt x="459623" y="326360"/>
                  </a:cubicBezTo>
                  <a:cubicBezTo>
                    <a:pt x="462342" y="331799"/>
                    <a:pt x="459623" y="337238"/>
                    <a:pt x="459623" y="348117"/>
                  </a:cubicBezTo>
                  <a:cubicBezTo>
                    <a:pt x="459623" y="350837"/>
                    <a:pt x="462342" y="361715"/>
                    <a:pt x="462342" y="367155"/>
                  </a:cubicBezTo>
                  <a:cubicBezTo>
                    <a:pt x="462342" y="375314"/>
                    <a:pt x="456903" y="383473"/>
                    <a:pt x="456903" y="391632"/>
                  </a:cubicBezTo>
                  <a:cubicBezTo>
                    <a:pt x="456903" y="399790"/>
                    <a:pt x="456903" y="410669"/>
                    <a:pt x="456903" y="418828"/>
                  </a:cubicBezTo>
                  <a:cubicBezTo>
                    <a:pt x="456903" y="421548"/>
                    <a:pt x="454183" y="429707"/>
                    <a:pt x="451464" y="437866"/>
                  </a:cubicBezTo>
                  <a:cubicBezTo>
                    <a:pt x="448744" y="443305"/>
                    <a:pt x="448744" y="451464"/>
                    <a:pt x="446025" y="454184"/>
                  </a:cubicBezTo>
                  <a:cubicBezTo>
                    <a:pt x="443305" y="462343"/>
                    <a:pt x="440585" y="473221"/>
                    <a:pt x="440585" y="481380"/>
                  </a:cubicBezTo>
                  <a:cubicBezTo>
                    <a:pt x="437865" y="489539"/>
                    <a:pt x="437865" y="500418"/>
                    <a:pt x="432426" y="508577"/>
                  </a:cubicBezTo>
                  <a:cubicBezTo>
                    <a:pt x="429706" y="516736"/>
                    <a:pt x="424267" y="522175"/>
                    <a:pt x="418828" y="530334"/>
                  </a:cubicBezTo>
                  <a:cubicBezTo>
                    <a:pt x="416108" y="535773"/>
                    <a:pt x="413388" y="543932"/>
                    <a:pt x="410669" y="549371"/>
                  </a:cubicBezTo>
                  <a:cubicBezTo>
                    <a:pt x="405230" y="557531"/>
                    <a:pt x="397071" y="573848"/>
                    <a:pt x="391631" y="579288"/>
                  </a:cubicBezTo>
                  <a:cubicBezTo>
                    <a:pt x="369874" y="609204"/>
                    <a:pt x="350836" y="620083"/>
                    <a:pt x="337238" y="630961"/>
                  </a:cubicBezTo>
                  <a:cubicBezTo>
                    <a:pt x="326359" y="639120"/>
                    <a:pt x="315481" y="641840"/>
                    <a:pt x="301883" y="647279"/>
                  </a:cubicBezTo>
                  <a:cubicBezTo>
                    <a:pt x="291004" y="649999"/>
                    <a:pt x="277405" y="652718"/>
                    <a:pt x="263807" y="652718"/>
                  </a:cubicBezTo>
                  <a:cubicBezTo>
                    <a:pt x="252929" y="652718"/>
                    <a:pt x="244770" y="649999"/>
                    <a:pt x="233891" y="649999"/>
                  </a:cubicBezTo>
                  <a:cubicBezTo>
                    <a:pt x="206694" y="649999"/>
                    <a:pt x="217573" y="652718"/>
                    <a:pt x="187657" y="652718"/>
                  </a:cubicBezTo>
                  <a:cubicBezTo>
                    <a:pt x="184937" y="660877"/>
                    <a:pt x="179498" y="666317"/>
                    <a:pt x="171339" y="669036"/>
                  </a:cubicBezTo>
                  <a:cubicBezTo>
                    <a:pt x="165900" y="671756"/>
                    <a:pt x="160460" y="671756"/>
                    <a:pt x="155021" y="671756"/>
                  </a:cubicBezTo>
                  <a:cubicBezTo>
                    <a:pt x="149581" y="671756"/>
                    <a:pt x="144142" y="674476"/>
                    <a:pt x="138703" y="674476"/>
                  </a:cubicBezTo>
                  <a:cubicBezTo>
                    <a:pt x="135983" y="674476"/>
                    <a:pt x="127824" y="677195"/>
                    <a:pt x="125105" y="677195"/>
                  </a:cubicBezTo>
                  <a:cubicBezTo>
                    <a:pt x="116946" y="677195"/>
                    <a:pt x="108787" y="671756"/>
                    <a:pt x="106067" y="671756"/>
                  </a:cubicBezTo>
                  <a:cubicBezTo>
                    <a:pt x="100628" y="669036"/>
                    <a:pt x="95188" y="663597"/>
                    <a:pt x="87029" y="658158"/>
                  </a:cubicBezTo>
                  <a:cubicBezTo>
                    <a:pt x="84310" y="655438"/>
                    <a:pt x="81590" y="655438"/>
                    <a:pt x="81590" y="652718"/>
                  </a:cubicBezTo>
                  <a:cubicBezTo>
                    <a:pt x="73431" y="652718"/>
                    <a:pt x="81590" y="652718"/>
                    <a:pt x="67992" y="652718"/>
                  </a:cubicBezTo>
                  <a:cubicBezTo>
                    <a:pt x="59833" y="652718"/>
                    <a:pt x="51674" y="652718"/>
                    <a:pt x="43515" y="652718"/>
                  </a:cubicBezTo>
                  <a:cubicBezTo>
                    <a:pt x="35356" y="652718"/>
                    <a:pt x="24477" y="652718"/>
                    <a:pt x="16318" y="647279"/>
                  </a:cubicBezTo>
                  <a:cubicBezTo>
                    <a:pt x="8159" y="644559"/>
                    <a:pt x="0" y="636401"/>
                    <a:pt x="0" y="630961"/>
                  </a:cubicBezTo>
                  <a:cubicBezTo>
                    <a:pt x="0" y="625522"/>
                    <a:pt x="0" y="622802"/>
                    <a:pt x="5439" y="620083"/>
                  </a:cubicBezTo>
                  <a:cubicBezTo>
                    <a:pt x="10879" y="617363"/>
                    <a:pt x="21758" y="614643"/>
                    <a:pt x="27197" y="611924"/>
                  </a:cubicBezTo>
                  <a:cubicBezTo>
                    <a:pt x="38076" y="609204"/>
                    <a:pt x="54393" y="609204"/>
                    <a:pt x="65272" y="609204"/>
                  </a:cubicBezTo>
                  <a:cubicBezTo>
                    <a:pt x="65272" y="601045"/>
                    <a:pt x="65272" y="592886"/>
                    <a:pt x="65272" y="584727"/>
                  </a:cubicBezTo>
                  <a:cubicBezTo>
                    <a:pt x="65272" y="541213"/>
                    <a:pt x="62552" y="500418"/>
                    <a:pt x="62552" y="456903"/>
                  </a:cubicBezTo>
                  <a:cubicBezTo>
                    <a:pt x="62552" y="440585"/>
                    <a:pt x="65272" y="397071"/>
                    <a:pt x="65272" y="337238"/>
                  </a:cubicBezTo>
                  <a:cubicBezTo>
                    <a:pt x="65272" y="293724"/>
                    <a:pt x="67992" y="247490"/>
                    <a:pt x="67992" y="203975"/>
                  </a:cubicBezTo>
                  <a:cubicBezTo>
                    <a:pt x="67992" y="179498"/>
                    <a:pt x="67992" y="149582"/>
                    <a:pt x="70712" y="119665"/>
                  </a:cubicBezTo>
                  <a:cubicBezTo>
                    <a:pt x="70712" y="103347"/>
                    <a:pt x="73431" y="84309"/>
                    <a:pt x="73431" y="67992"/>
                  </a:cubicBezTo>
                  <a:cubicBezTo>
                    <a:pt x="73431" y="67992"/>
                    <a:pt x="70712" y="67992"/>
                    <a:pt x="67992" y="67992"/>
                  </a:cubicBezTo>
                  <a:cubicBezTo>
                    <a:pt x="59833" y="67992"/>
                    <a:pt x="51674" y="67992"/>
                    <a:pt x="43515" y="67992"/>
                  </a:cubicBezTo>
                  <a:cubicBezTo>
                    <a:pt x="35356" y="67992"/>
                    <a:pt x="24477" y="67992"/>
                    <a:pt x="16318" y="62552"/>
                  </a:cubicBezTo>
                  <a:cubicBezTo>
                    <a:pt x="8159" y="59833"/>
                    <a:pt x="0" y="51674"/>
                    <a:pt x="0" y="46234"/>
                  </a:cubicBezTo>
                  <a:cubicBezTo>
                    <a:pt x="0" y="43515"/>
                    <a:pt x="0" y="38075"/>
                    <a:pt x="5439" y="35356"/>
                  </a:cubicBezTo>
                  <a:cubicBezTo>
                    <a:pt x="10879" y="32636"/>
                    <a:pt x="21758" y="29916"/>
                    <a:pt x="27197" y="27197"/>
                  </a:cubicBezTo>
                  <a:cubicBezTo>
                    <a:pt x="46234" y="24477"/>
                    <a:pt x="65272" y="21758"/>
                    <a:pt x="76151" y="21758"/>
                  </a:cubicBezTo>
                  <a:cubicBezTo>
                    <a:pt x="76151" y="19038"/>
                    <a:pt x="78871" y="16318"/>
                    <a:pt x="81590" y="13598"/>
                  </a:cubicBezTo>
                  <a:cubicBezTo>
                    <a:pt x="84310" y="10879"/>
                    <a:pt x="92469" y="5439"/>
                    <a:pt x="97908" y="5439"/>
                  </a:cubicBezTo>
                  <a:cubicBezTo>
                    <a:pt x="103347" y="2720"/>
                    <a:pt x="108787" y="0"/>
                    <a:pt x="114226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788C5136-65D1-40F1-A383-12AEB2FDD611}"/>
                </a:ext>
              </a:extLst>
            </p:cNvPr>
            <p:cNvSpPr/>
            <p:nvPr/>
          </p:nvSpPr>
          <p:spPr>
            <a:xfrm>
              <a:off x="7310622" y="4197597"/>
              <a:ext cx="489539" cy="761503"/>
            </a:xfrm>
            <a:custGeom>
              <a:avLst/>
              <a:gdLst>
                <a:gd name="connsiteX0" fmla="*/ 433491 w 489538"/>
                <a:gd name="connsiteY0" fmla="*/ 651063 h 761503"/>
                <a:gd name="connsiteX1" fmla="*/ 438930 w 489538"/>
                <a:gd name="connsiteY1" fmla="*/ 661942 h 761503"/>
                <a:gd name="connsiteX2" fmla="*/ 425332 w 489538"/>
                <a:gd name="connsiteY2" fmla="*/ 683699 h 761503"/>
                <a:gd name="connsiteX3" fmla="*/ 400855 w 489538"/>
                <a:gd name="connsiteY3" fmla="*/ 691858 h 761503"/>
                <a:gd name="connsiteX4" fmla="*/ 343742 w 489538"/>
                <a:gd name="connsiteY4" fmla="*/ 700017 h 761503"/>
                <a:gd name="connsiteX5" fmla="*/ 316546 w 489538"/>
                <a:gd name="connsiteY5" fmla="*/ 705456 h 761503"/>
                <a:gd name="connsiteX6" fmla="*/ 275751 w 489538"/>
                <a:gd name="connsiteY6" fmla="*/ 705456 h 761503"/>
                <a:gd name="connsiteX7" fmla="*/ 264872 w 489538"/>
                <a:gd name="connsiteY7" fmla="*/ 708176 h 761503"/>
                <a:gd name="connsiteX8" fmla="*/ 253994 w 489538"/>
                <a:gd name="connsiteY8" fmla="*/ 708176 h 761503"/>
                <a:gd name="connsiteX9" fmla="*/ 240395 w 489538"/>
                <a:gd name="connsiteY9" fmla="*/ 719054 h 761503"/>
                <a:gd name="connsiteX10" fmla="*/ 224077 w 489538"/>
                <a:gd name="connsiteY10" fmla="*/ 721774 h 761503"/>
                <a:gd name="connsiteX11" fmla="*/ 205040 w 489538"/>
                <a:gd name="connsiteY11" fmla="*/ 724494 h 761503"/>
                <a:gd name="connsiteX12" fmla="*/ 191441 w 489538"/>
                <a:gd name="connsiteY12" fmla="*/ 727213 h 761503"/>
                <a:gd name="connsiteX13" fmla="*/ 169684 w 489538"/>
                <a:gd name="connsiteY13" fmla="*/ 721774 h 761503"/>
                <a:gd name="connsiteX14" fmla="*/ 150646 w 489538"/>
                <a:gd name="connsiteY14" fmla="*/ 708176 h 761503"/>
                <a:gd name="connsiteX15" fmla="*/ 139768 w 489538"/>
                <a:gd name="connsiteY15" fmla="*/ 708176 h 761503"/>
                <a:gd name="connsiteX16" fmla="*/ 120730 w 489538"/>
                <a:gd name="connsiteY16" fmla="*/ 708176 h 761503"/>
                <a:gd name="connsiteX17" fmla="*/ 98973 w 489538"/>
                <a:gd name="connsiteY17" fmla="*/ 708176 h 761503"/>
                <a:gd name="connsiteX18" fmla="*/ 74496 w 489538"/>
                <a:gd name="connsiteY18" fmla="*/ 702736 h 761503"/>
                <a:gd name="connsiteX19" fmla="*/ 58178 w 489538"/>
                <a:gd name="connsiteY19" fmla="*/ 683699 h 761503"/>
                <a:gd name="connsiteX20" fmla="*/ 63617 w 489538"/>
                <a:gd name="connsiteY20" fmla="*/ 675540 h 761503"/>
                <a:gd name="connsiteX21" fmla="*/ 85375 w 489538"/>
                <a:gd name="connsiteY21" fmla="*/ 667381 h 761503"/>
                <a:gd name="connsiteX22" fmla="*/ 128889 w 489538"/>
                <a:gd name="connsiteY22" fmla="*/ 661942 h 761503"/>
                <a:gd name="connsiteX23" fmla="*/ 128889 w 489538"/>
                <a:gd name="connsiteY23" fmla="*/ 602109 h 761503"/>
                <a:gd name="connsiteX24" fmla="*/ 126170 w 489538"/>
                <a:gd name="connsiteY24" fmla="*/ 523239 h 761503"/>
                <a:gd name="connsiteX25" fmla="*/ 126170 w 489538"/>
                <a:gd name="connsiteY25" fmla="*/ 468846 h 761503"/>
                <a:gd name="connsiteX26" fmla="*/ 123450 w 489538"/>
                <a:gd name="connsiteY26" fmla="*/ 409014 h 761503"/>
                <a:gd name="connsiteX27" fmla="*/ 123450 w 489538"/>
                <a:gd name="connsiteY27" fmla="*/ 384537 h 761503"/>
                <a:gd name="connsiteX28" fmla="*/ 126170 w 489538"/>
                <a:gd name="connsiteY28" fmla="*/ 349181 h 761503"/>
                <a:gd name="connsiteX29" fmla="*/ 126170 w 489538"/>
                <a:gd name="connsiteY29" fmla="*/ 324704 h 761503"/>
                <a:gd name="connsiteX30" fmla="*/ 128889 w 489538"/>
                <a:gd name="connsiteY30" fmla="*/ 292068 h 761503"/>
                <a:gd name="connsiteX31" fmla="*/ 134329 w 489538"/>
                <a:gd name="connsiteY31" fmla="*/ 234956 h 761503"/>
                <a:gd name="connsiteX32" fmla="*/ 134329 w 489538"/>
                <a:gd name="connsiteY32" fmla="*/ 172404 h 761503"/>
                <a:gd name="connsiteX33" fmla="*/ 137048 w 489538"/>
                <a:gd name="connsiteY33" fmla="*/ 123450 h 761503"/>
                <a:gd name="connsiteX34" fmla="*/ 123450 w 489538"/>
                <a:gd name="connsiteY34" fmla="*/ 123450 h 761503"/>
                <a:gd name="connsiteX35" fmla="*/ 101693 w 489538"/>
                <a:gd name="connsiteY35" fmla="*/ 123450 h 761503"/>
                <a:gd name="connsiteX36" fmla="*/ 77216 w 489538"/>
                <a:gd name="connsiteY36" fmla="*/ 118011 h 761503"/>
                <a:gd name="connsiteX37" fmla="*/ 60898 w 489538"/>
                <a:gd name="connsiteY37" fmla="*/ 98973 h 761503"/>
                <a:gd name="connsiteX38" fmla="*/ 66337 w 489538"/>
                <a:gd name="connsiteY38" fmla="*/ 90814 h 761503"/>
                <a:gd name="connsiteX39" fmla="*/ 88094 w 489538"/>
                <a:gd name="connsiteY39" fmla="*/ 82655 h 761503"/>
                <a:gd name="connsiteX40" fmla="*/ 145207 w 489538"/>
                <a:gd name="connsiteY40" fmla="*/ 77216 h 761503"/>
                <a:gd name="connsiteX41" fmla="*/ 145207 w 489538"/>
                <a:gd name="connsiteY41" fmla="*/ 77216 h 761503"/>
                <a:gd name="connsiteX42" fmla="*/ 153366 w 489538"/>
                <a:gd name="connsiteY42" fmla="*/ 69057 h 761503"/>
                <a:gd name="connsiteX43" fmla="*/ 177843 w 489538"/>
                <a:gd name="connsiteY43" fmla="*/ 60898 h 761503"/>
                <a:gd name="connsiteX44" fmla="*/ 196881 w 489538"/>
                <a:gd name="connsiteY44" fmla="*/ 58178 h 761503"/>
                <a:gd name="connsiteX45" fmla="*/ 205040 w 489538"/>
                <a:gd name="connsiteY45" fmla="*/ 58178 h 761503"/>
                <a:gd name="connsiteX46" fmla="*/ 215919 w 489538"/>
                <a:gd name="connsiteY46" fmla="*/ 63617 h 761503"/>
                <a:gd name="connsiteX47" fmla="*/ 229517 w 489538"/>
                <a:gd name="connsiteY47" fmla="*/ 69057 h 761503"/>
                <a:gd name="connsiteX48" fmla="*/ 256713 w 489538"/>
                <a:gd name="connsiteY48" fmla="*/ 77216 h 761503"/>
                <a:gd name="connsiteX49" fmla="*/ 264872 w 489538"/>
                <a:gd name="connsiteY49" fmla="*/ 77216 h 761503"/>
                <a:gd name="connsiteX50" fmla="*/ 281190 w 489538"/>
                <a:gd name="connsiteY50" fmla="*/ 77216 h 761503"/>
                <a:gd name="connsiteX51" fmla="*/ 330144 w 489538"/>
                <a:gd name="connsiteY51" fmla="*/ 77216 h 761503"/>
                <a:gd name="connsiteX52" fmla="*/ 357341 w 489538"/>
                <a:gd name="connsiteY52" fmla="*/ 79935 h 761503"/>
                <a:gd name="connsiteX53" fmla="*/ 387257 w 489538"/>
                <a:gd name="connsiteY53" fmla="*/ 82655 h 761503"/>
                <a:gd name="connsiteX54" fmla="*/ 406295 w 489538"/>
                <a:gd name="connsiteY54" fmla="*/ 85375 h 761503"/>
                <a:gd name="connsiteX55" fmla="*/ 417173 w 489538"/>
                <a:gd name="connsiteY55" fmla="*/ 79935 h 761503"/>
                <a:gd name="connsiteX56" fmla="*/ 425332 w 489538"/>
                <a:gd name="connsiteY56" fmla="*/ 85375 h 761503"/>
                <a:gd name="connsiteX57" fmla="*/ 433491 w 489538"/>
                <a:gd name="connsiteY57" fmla="*/ 104412 h 761503"/>
                <a:gd name="connsiteX58" fmla="*/ 436211 w 489538"/>
                <a:gd name="connsiteY58" fmla="*/ 137048 h 761503"/>
                <a:gd name="connsiteX59" fmla="*/ 438930 w 489538"/>
                <a:gd name="connsiteY59" fmla="*/ 183282 h 761503"/>
                <a:gd name="connsiteX60" fmla="*/ 422612 w 489538"/>
                <a:gd name="connsiteY60" fmla="*/ 218638 h 761503"/>
                <a:gd name="connsiteX61" fmla="*/ 406295 w 489538"/>
                <a:gd name="connsiteY61" fmla="*/ 213198 h 761503"/>
                <a:gd name="connsiteX62" fmla="*/ 398136 w 489538"/>
                <a:gd name="connsiteY62" fmla="*/ 196881 h 761503"/>
                <a:gd name="connsiteX63" fmla="*/ 395416 w 489538"/>
                <a:gd name="connsiteY63" fmla="*/ 175123 h 761503"/>
                <a:gd name="connsiteX64" fmla="*/ 395416 w 489538"/>
                <a:gd name="connsiteY64" fmla="*/ 153366 h 761503"/>
                <a:gd name="connsiteX65" fmla="*/ 395416 w 489538"/>
                <a:gd name="connsiteY65" fmla="*/ 126170 h 761503"/>
                <a:gd name="connsiteX66" fmla="*/ 370939 w 489538"/>
                <a:gd name="connsiteY66" fmla="*/ 128889 h 761503"/>
                <a:gd name="connsiteX67" fmla="*/ 338303 w 489538"/>
                <a:gd name="connsiteY67" fmla="*/ 131609 h 761503"/>
                <a:gd name="connsiteX68" fmla="*/ 286629 w 489538"/>
                <a:gd name="connsiteY68" fmla="*/ 134328 h 761503"/>
                <a:gd name="connsiteX69" fmla="*/ 273031 w 489538"/>
                <a:gd name="connsiteY69" fmla="*/ 137048 h 761503"/>
                <a:gd name="connsiteX70" fmla="*/ 262153 w 489538"/>
                <a:gd name="connsiteY70" fmla="*/ 142487 h 761503"/>
                <a:gd name="connsiteX71" fmla="*/ 259433 w 489538"/>
                <a:gd name="connsiteY71" fmla="*/ 153366 h 761503"/>
                <a:gd name="connsiteX72" fmla="*/ 262153 w 489538"/>
                <a:gd name="connsiteY72" fmla="*/ 166964 h 761503"/>
                <a:gd name="connsiteX73" fmla="*/ 262153 w 489538"/>
                <a:gd name="connsiteY73" fmla="*/ 196881 h 761503"/>
                <a:gd name="connsiteX74" fmla="*/ 262153 w 489538"/>
                <a:gd name="connsiteY74" fmla="*/ 215918 h 761503"/>
                <a:gd name="connsiteX75" fmla="*/ 262153 w 489538"/>
                <a:gd name="connsiteY75" fmla="*/ 251274 h 761503"/>
                <a:gd name="connsiteX76" fmla="*/ 259433 w 489538"/>
                <a:gd name="connsiteY76" fmla="*/ 278470 h 761503"/>
                <a:gd name="connsiteX77" fmla="*/ 259433 w 489538"/>
                <a:gd name="connsiteY77" fmla="*/ 308386 h 761503"/>
                <a:gd name="connsiteX78" fmla="*/ 259433 w 489538"/>
                <a:gd name="connsiteY78" fmla="*/ 321985 h 761503"/>
                <a:gd name="connsiteX79" fmla="*/ 259433 w 489538"/>
                <a:gd name="connsiteY79" fmla="*/ 332863 h 761503"/>
                <a:gd name="connsiteX80" fmla="*/ 267592 w 489538"/>
                <a:gd name="connsiteY80" fmla="*/ 335583 h 761503"/>
                <a:gd name="connsiteX81" fmla="*/ 281190 w 489538"/>
                <a:gd name="connsiteY81" fmla="*/ 335583 h 761503"/>
                <a:gd name="connsiteX82" fmla="*/ 327424 w 489538"/>
                <a:gd name="connsiteY82" fmla="*/ 338303 h 761503"/>
                <a:gd name="connsiteX83" fmla="*/ 351901 w 489538"/>
                <a:gd name="connsiteY83" fmla="*/ 341022 h 761503"/>
                <a:gd name="connsiteX84" fmla="*/ 351901 w 489538"/>
                <a:gd name="connsiteY84" fmla="*/ 335583 h 761503"/>
                <a:gd name="connsiteX85" fmla="*/ 351901 w 489538"/>
                <a:gd name="connsiteY85" fmla="*/ 313826 h 761503"/>
                <a:gd name="connsiteX86" fmla="*/ 357341 w 489538"/>
                <a:gd name="connsiteY86" fmla="*/ 289349 h 761503"/>
                <a:gd name="connsiteX87" fmla="*/ 373658 w 489538"/>
                <a:gd name="connsiteY87" fmla="*/ 273031 h 761503"/>
                <a:gd name="connsiteX88" fmla="*/ 381817 w 489538"/>
                <a:gd name="connsiteY88" fmla="*/ 278470 h 761503"/>
                <a:gd name="connsiteX89" fmla="*/ 389977 w 489538"/>
                <a:gd name="connsiteY89" fmla="*/ 300228 h 761503"/>
                <a:gd name="connsiteX90" fmla="*/ 395416 w 489538"/>
                <a:gd name="connsiteY90" fmla="*/ 351901 h 761503"/>
                <a:gd name="connsiteX91" fmla="*/ 398136 w 489538"/>
                <a:gd name="connsiteY91" fmla="*/ 409014 h 761503"/>
                <a:gd name="connsiteX92" fmla="*/ 381817 w 489538"/>
                <a:gd name="connsiteY92" fmla="*/ 444369 h 761503"/>
                <a:gd name="connsiteX93" fmla="*/ 365500 w 489538"/>
                <a:gd name="connsiteY93" fmla="*/ 438930 h 761503"/>
                <a:gd name="connsiteX94" fmla="*/ 357341 w 489538"/>
                <a:gd name="connsiteY94" fmla="*/ 422612 h 761503"/>
                <a:gd name="connsiteX95" fmla="*/ 354621 w 489538"/>
                <a:gd name="connsiteY95" fmla="*/ 400855 h 761503"/>
                <a:gd name="connsiteX96" fmla="*/ 354621 w 489538"/>
                <a:gd name="connsiteY96" fmla="*/ 381817 h 761503"/>
                <a:gd name="connsiteX97" fmla="*/ 270312 w 489538"/>
                <a:gd name="connsiteY97" fmla="*/ 381817 h 761503"/>
                <a:gd name="connsiteX98" fmla="*/ 256713 w 489538"/>
                <a:gd name="connsiteY98" fmla="*/ 395415 h 761503"/>
                <a:gd name="connsiteX99" fmla="*/ 253994 w 489538"/>
                <a:gd name="connsiteY99" fmla="*/ 422612 h 761503"/>
                <a:gd name="connsiteX100" fmla="*/ 253994 w 489538"/>
                <a:gd name="connsiteY100" fmla="*/ 433490 h 761503"/>
                <a:gd name="connsiteX101" fmla="*/ 253994 w 489538"/>
                <a:gd name="connsiteY101" fmla="*/ 449809 h 761503"/>
                <a:gd name="connsiteX102" fmla="*/ 256713 w 489538"/>
                <a:gd name="connsiteY102" fmla="*/ 474285 h 761503"/>
                <a:gd name="connsiteX103" fmla="*/ 256713 w 489538"/>
                <a:gd name="connsiteY103" fmla="*/ 496043 h 761503"/>
                <a:gd name="connsiteX104" fmla="*/ 259433 w 489538"/>
                <a:gd name="connsiteY104" fmla="*/ 534118 h 761503"/>
                <a:gd name="connsiteX105" fmla="*/ 259433 w 489538"/>
                <a:gd name="connsiteY105" fmla="*/ 591231 h 761503"/>
                <a:gd name="connsiteX106" fmla="*/ 262153 w 489538"/>
                <a:gd name="connsiteY106" fmla="*/ 618427 h 761503"/>
                <a:gd name="connsiteX107" fmla="*/ 267592 w 489538"/>
                <a:gd name="connsiteY107" fmla="*/ 648343 h 761503"/>
                <a:gd name="connsiteX108" fmla="*/ 292069 w 489538"/>
                <a:gd name="connsiteY108" fmla="*/ 651063 h 761503"/>
                <a:gd name="connsiteX109" fmla="*/ 327424 w 489538"/>
                <a:gd name="connsiteY109" fmla="*/ 651063 h 761503"/>
                <a:gd name="connsiteX110" fmla="*/ 362780 w 489538"/>
                <a:gd name="connsiteY110" fmla="*/ 653783 h 761503"/>
                <a:gd name="connsiteX111" fmla="*/ 395416 w 489538"/>
                <a:gd name="connsiteY111" fmla="*/ 648343 h 761503"/>
                <a:gd name="connsiteX112" fmla="*/ 395416 w 489538"/>
                <a:gd name="connsiteY112" fmla="*/ 618427 h 761503"/>
                <a:gd name="connsiteX113" fmla="*/ 395416 w 489538"/>
                <a:gd name="connsiteY113" fmla="*/ 596670 h 761503"/>
                <a:gd name="connsiteX114" fmla="*/ 398136 w 489538"/>
                <a:gd name="connsiteY114" fmla="*/ 574913 h 761503"/>
                <a:gd name="connsiteX115" fmla="*/ 406295 w 489538"/>
                <a:gd name="connsiteY115" fmla="*/ 558595 h 761503"/>
                <a:gd name="connsiteX116" fmla="*/ 422612 w 489538"/>
                <a:gd name="connsiteY116" fmla="*/ 553155 h 761503"/>
                <a:gd name="connsiteX117" fmla="*/ 438930 w 489538"/>
                <a:gd name="connsiteY117" fmla="*/ 588511 h 761503"/>
                <a:gd name="connsiteX118" fmla="*/ 436211 w 489538"/>
                <a:gd name="connsiteY118" fmla="*/ 645624 h 761503"/>
                <a:gd name="connsiteX119" fmla="*/ 433491 w 489538"/>
                <a:gd name="connsiteY119" fmla="*/ 651063 h 761503"/>
                <a:gd name="connsiteX120" fmla="*/ 433491 w 489538"/>
                <a:gd name="connsiteY120" fmla="*/ 651063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</a:cxnLst>
              <a:rect l="l" t="t" r="r" b="b"/>
              <a:pathLst>
                <a:path w="489538" h="761503">
                  <a:moveTo>
                    <a:pt x="433491" y="651063"/>
                  </a:moveTo>
                  <a:cubicBezTo>
                    <a:pt x="436211" y="653783"/>
                    <a:pt x="438930" y="656502"/>
                    <a:pt x="438930" y="661942"/>
                  </a:cubicBezTo>
                  <a:cubicBezTo>
                    <a:pt x="438930" y="670101"/>
                    <a:pt x="433491" y="678259"/>
                    <a:pt x="425332" y="683699"/>
                  </a:cubicBezTo>
                  <a:cubicBezTo>
                    <a:pt x="417173" y="689138"/>
                    <a:pt x="409014" y="689138"/>
                    <a:pt x="400855" y="691858"/>
                  </a:cubicBezTo>
                  <a:cubicBezTo>
                    <a:pt x="381817" y="694578"/>
                    <a:pt x="362780" y="694578"/>
                    <a:pt x="343742" y="700017"/>
                  </a:cubicBezTo>
                  <a:cubicBezTo>
                    <a:pt x="335583" y="702736"/>
                    <a:pt x="324705" y="702736"/>
                    <a:pt x="316546" y="705456"/>
                  </a:cubicBezTo>
                  <a:cubicBezTo>
                    <a:pt x="308387" y="705456"/>
                    <a:pt x="289349" y="705456"/>
                    <a:pt x="275751" y="705456"/>
                  </a:cubicBezTo>
                  <a:cubicBezTo>
                    <a:pt x="270312" y="705456"/>
                    <a:pt x="267592" y="708176"/>
                    <a:pt x="264872" y="708176"/>
                  </a:cubicBezTo>
                  <a:cubicBezTo>
                    <a:pt x="264872" y="708176"/>
                    <a:pt x="259433" y="708176"/>
                    <a:pt x="253994" y="708176"/>
                  </a:cubicBezTo>
                  <a:cubicBezTo>
                    <a:pt x="251274" y="713615"/>
                    <a:pt x="245835" y="716335"/>
                    <a:pt x="240395" y="719054"/>
                  </a:cubicBezTo>
                  <a:cubicBezTo>
                    <a:pt x="234956" y="721774"/>
                    <a:pt x="229517" y="721774"/>
                    <a:pt x="224077" y="721774"/>
                  </a:cubicBezTo>
                  <a:cubicBezTo>
                    <a:pt x="218638" y="721774"/>
                    <a:pt x="213199" y="724494"/>
                    <a:pt x="205040" y="724494"/>
                  </a:cubicBezTo>
                  <a:cubicBezTo>
                    <a:pt x="202320" y="724494"/>
                    <a:pt x="194161" y="727213"/>
                    <a:pt x="191441" y="727213"/>
                  </a:cubicBezTo>
                  <a:cubicBezTo>
                    <a:pt x="183282" y="727213"/>
                    <a:pt x="172404" y="721774"/>
                    <a:pt x="169684" y="721774"/>
                  </a:cubicBezTo>
                  <a:cubicBezTo>
                    <a:pt x="164245" y="719054"/>
                    <a:pt x="156086" y="713615"/>
                    <a:pt x="150646" y="708176"/>
                  </a:cubicBezTo>
                  <a:cubicBezTo>
                    <a:pt x="145207" y="708176"/>
                    <a:pt x="139768" y="708176"/>
                    <a:pt x="139768" y="708176"/>
                  </a:cubicBezTo>
                  <a:cubicBezTo>
                    <a:pt x="126170" y="708176"/>
                    <a:pt x="137048" y="708176"/>
                    <a:pt x="120730" y="708176"/>
                  </a:cubicBezTo>
                  <a:cubicBezTo>
                    <a:pt x="112571" y="708176"/>
                    <a:pt x="104412" y="708176"/>
                    <a:pt x="98973" y="708176"/>
                  </a:cubicBezTo>
                  <a:cubicBezTo>
                    <a:pt x="90814" y="708176"/>
                    <a:pt x="79936" y="708176"/>
                    <a:pt x="74496" y="702736"/>
                  </a:cubicBezTo>
                  <a:cubicBezTo>
                    <a:pt x="66337" y="700017"/>
                    <a:pt x="58178" y="689138"/>
                    <a:pt x="58178" y="683699"/>
                  </a:cubicBezTo>
                  <a:cubicBezTo>
                    <a:pt x="58178" y="680979"/>
                    <a:pt x="58178" y="678259"/>
                    <a:pt x="63617" y="675540"/>
                  </a:cubicBezTo>
                  <a:cubicBezTo>
                    <a:pt x="69057" y="672820"/>
                    <a:pt x="77216" y="670101"/>
                    <a:pt x="85375" y="667381"/>
                  </a:cubicBezTo>
                  <a:cubicBezTo>
                    <a:pt x="98973" y="664661"/>
                    <a:pt x="115291" y="664661"/>
                    <a:pt x="128889" y="661942"/>
                  </a:cubicBezTo>
                  <a:cubicBezTo>
                    <a:pt x="128889" y="645624"/>
                    <a:pt x="128889" y="623866"/>
                    <a:pt x="128889" y="602109"/>
                  </a:cubicBezTo>
                  <a:cubicBezTo>
                    <a:pt x="128889" y="566754"/>
                    <a:pt x="128889" y="531398"/>
                    <a:pt x="126170" y="523239"/>
                  </a:cubicBezTo>
                  <a:cubicBezTo>
                    <a:pt x="126170" y="517800"/>
                    <a:pt x="126170" y="487884"/>
                    <a:pt x="126170" y="468846"/>
                  </a:cubicBezTo>
                  <a:cubicBezTo>
                    <a:pt x="126170" y="449809"/>
                    <a:pt x="123450" y="430771"/>
                    <a:pt x="123450" y="409014"/>
                  </a:cubicBezTo>
                  <a:cubicBezTo>
                    <a:pt x="123450" y="400855"/>
                    <a:pt x="123450" y="392696"/>
                    <a:pt x="123450" y="384537"/>
                  </a:cubicBezTo>
                  <a:cubicBezTo>
                    <a:pt x="123450" y="373658"/>
                    <a:pt x="126170" y="360060"/>
                    <a:pt x="126170" y="349181"/>
                  </a:cubicBezTo>
                  <a:cubicBezTo>
                    <a:pt x="126170" y="341022"/>
                    <a:pt x="126170" y="332863"/>
                    <a:pt x="126170" y="324704"/>
                  </a:cubicBezTo>
                  <a:cubicBezTo>
                    <a:pt x="126170" y="313826"/>
                    <a:pt x="126170" y="302947"/>
                    <a:pt x="128889" y="292068"/>
                  </a:cubicBezTo>
                  <a:cubicBezTo>
                    <a:pt x="131609" y="273031"/>
                    <a:pt x="134329" y="253993"/>
                    <a:pt x="134329" y="234956"/>
                  </a:cubicBezTo>
                  <a:cubicBezTo>
                    <a:pt x="134329" y="213198"/>
                    <a:pt x="134329" y="191441"/>
                    <a:pt x="134329" y="172404"/>
                  </a:cubicBezTo>
                  <a:cubicBezTo>
                    <a:pt x="134329" y="156086"/>
                    <a:pt x="134329" y="139768"/>
                    <a:pt x="137048" y="123450"/>
                  </a:cubicBezTo>
                  <a:cubicBezTo>
                    <a:pt x="131609" y="123450"/>
                    <a:pt x="134329" y="123450"/>
                    <a:pt x="123450" y="123450"/>
                  </a:cubicBezTo>
                  <a:cubicBezTo>
                    <a:pt x="115291" y="123450"/>
                    <a:pt x="107132" y="123450"/>
                    <a:pt x="101693" y="123450"/>
                  </a:cubicBezTo>
                  <a:cubicBezTo>
                    <a:pt x="93534" y="123450"/>
                    <a:pt x="82655" y="123450"/>
                    <a:pt x="77216" y="118011"/>
                  </a:cubicBezTo>
                  <a:cubicBezTo>
                    <a:pt x="69057" y="115291"/>
                    <a:pt x="60898" y="101693"/>
                    <a:pt x="60898" y="98973"/>
                  </a:cubicBezTo>
                  <a:cubicBezTo>
                    <a:pt x="60898" y="96253"/>
                    <a:pt x="60898" y="93534"/>
                    <a:pt x="66337" y="90814"/>
                  </a:cubicBezTo>
                  <a:cubicBezTo>
                    <a:pt x="71777" y="88094"/>
                    <a:pt x="79936" y="85375"/>
                    <a:pt x="88094" y="82655"/>
                  </a:cubicBezTo>
                  <a:cubicBezTo>
                    <a:pt x="104412" y="79935"/>
                    <a:pt x="131609" y="77216"/>
                    <a:pt x="145207" y="77216"/>
                  </a:cubicBezTo>
                  <a:cubicBezTo>
                    <a:pt x="145207" y="77216"/>
                    <a:pt x="145207" y="77216"/>
                    <a:pt x="145207" y="77216"/>
                  </a:cubicBezTo>
                  <a:cubicBezTo>
                    <a:pt x="145207" y="74496"/>
                    <a:pt x="150646" y="71776"/>
                    <a:pt x="153366" y="69057"/>
                  </a:cubicBezTo>
                  <a:cubicBezTo>
                    <a:pt x="161525" y="63617"/>
                    <a:pt x="169684" y="63617"/>
                    <a:pt x="177843" y="60898"/>
                  </a:cubicBezTo>
                  <a:cubicBezTo>
                    <a:pt x="183282" y="58178"/>
                    <a:pt x="191441" y="58178"/>
                    <a:pt x="196881" y="58178"/>
                  </a:cubicBezTo>
                  <a:cubicBezTo>
                    <a:pt x="199600" y="58178"/>
                    <a:pt x="202320" y="58178"/>
                    <a:pt x="205040" y="58178"/>
                  </a:cubicBezTo>
                  <a:cubicBezTo>
                    <a:pt x="207759" y="58178"/>
                    <a:pt x="213199" y="60898"/>
                    <a:pt x="215919" y="63617"/>
                  </a:cubicBezTo>
                  <a:cubicBezTo>
                    <a:pt x="221358" y="66337"/>
                    <a:pt x="224077" y="66337"/>
                    <a:pt x="229517" y="69057"/>
                  </a:cubicBezTo>
                  <a:cubicBezTo>
                    <a:pt x="237675" y="71776"/>
                    <a:pt x="245835" y="77216"/>
                    <a:pt x="256713" y="77216"/>
                  </a:cubicBezTo>
                  <a:cubicBezTo>
                    <a:pt x="259433" y="77216"/>
                    <a:pt x="262153" y="77216"/>
                    <a:pt x="264872" y="77216"/>
                  </a:cubicBezTo>
                  <a:cubicBezTo>
                    <a:pt x="270312" y="77216"/>
                    <a:pt x="275751" y="77216"/>
                    <a:pt x="281190" y="77216"/>
                  </a:cubicBezTo>
                  <a:cubicBezTo>
                    <a:pt x="292069" y="77216"/>
                    <a:pt x="321985" y="77216"/>
                    <a:pt x="330144" y="77216"/>
                  </a:cubicBezTo>
                  <a:cubicBezTo>
                    <a:pt x="338303" y="77216"/>
                    <a:pt x="349182" y="77216"/>
                    <a:pt x="357341" y="79935"/>
                  </a:cubicBezTo>
                  <a:cubicBezTo>
                    <a:pt x="368219" y="79935"/>
                    <a:pt x="379098" y="82655"/>
                    <a:pt x="387257" y="82655"/>
                  </a:cubicBezTo>
                  <a:cubicBezTo>
                    <a:pt x="392696" y="82655"/>
                    <a:pt x="400855" y="85375"/>
                    <a:pt x="406295" y="85375"/>
                  </a:cubicBezTo>
                  <a:cubicBezTo>
                    <a:pt x="409014" y="82655"/>
                    <a:pt x="414453" y="79935"/>
                    <a:pt x="417173" y="79935"/>
                  </a:cubicBezTo>
                  <a:cubicBezTo>
                    <a:pt x="419893" y="79935"/>
                    <a:pt x="422612" y="79935"/>
                    <a:pt x="425332" y="85375"/>
                  </a:cubicBezTo>
                  <a:cubicBezTo>
                    <a:pt x="428052" y="90814"/>
                    <a:pt x="433491" y="98973"/>
                    <a:pt x="433491" y="104412"/>
                  </a:cubicBezTo>
                  <a:cubicBezTo>
                    <a:pt x="436211" y="131609"/>
                    <a:pt x="436211" y="120730"/>
                    <a:pt x="436211" y="137048"/>
                  </a:cubicBezTo>
                  <a:cubicBezTo>
                    <a:pt x="438930" y="158805"/>
                    <a:pt x="438930" y="158805"/>
                    <a:pt x="438930" y="183282"/>
                  </a:cubicBezTo>
                  <a:cubicBezTo>
                    <a:pt x="438930" y="194161"/>
                    <a:pt x="438930" y="218638"/>
                    <a:pt x="422612" y="218638"/>
                  </a:cubicBezTo>
                  <a:cubicBezTo>
                    <a:pt x="414453" y="218638"/>
                    <a:pt x="411734" y="215918"/>
                    <a:pt x="406295" y="213198"/>
                  </a:cubicBezTo>
                  <a:cubicBezTo>
                    <a:pt x="400855" y="210479"/>
                    <a:pt x="398136" y="202320"/>
                    <a:pt x="398136" y="196881"/>
                  </a:cubicBezTo>
                  <a:cubicBezTo>
                    <a:pt x="395416" y="188722"/>
                    <a:pt x="395416" y="183282"/>
                    <a:pt x="395416" y="175123"/>
                  </a:cubicBezTo>
                  <a:cubicBezTo>
                    <a:pt x="395416" y="169684"/>
                    <a:pt x="395416" y="164245"/>
                    <a:pt x="395416" y="153366"/>
                  </a:cubicBezTo>
                  <a:cubicBezTo>
                    <a:pt x="395416" y="145207"/>
                    <a:pt x="395416" y="134328"/>
                    <a:pt x="395416" y="126170"/>
                  </a:cubicBezTo>
                  <a:cubicBezTo>
                    <a:pt x="387257" y="128889"/>
                    <a:pt x="379098" y="128889"/>
                    <a:pt x="370939" y="128889"/>
                  </a:cubicBezTo>
                  <a:cubicBezTo>
                    <a:pt x="360060" y="128889"/>
                    <a:pt x="349182" y="128889"/>
                    <a:pt x="338303" y="131609"/>
                  </a:cubicBezTo>
                  <a:cubicBezTo>
                    <a:pt x="327424" y="131609"/>
                    <a:pt x="319265" y="134328"/>
                    <a:pt x="286629" y="134328"/>
                  </a:cubicBezTo>
                  <a:cubicBezTo>
                    <a:pt x="281190" y="134328"/>
                    <a:pt x="278470" y="134328"/>
                    <a:pt x="273031" y="137048"/>
                  </a:cubicBezTo>
                  <a:cubicBezTo>
                    <a:pt x="270312" y="137048"/>
                    <a:pt x="264872" y="137048"/>
                    <a:pt x="262153" y="142487"/>
                  </a:cubicBezTo>
                  <a:cubicBezTo>
                    <a:pt x="259433" y="145207"/>
                    <a:pt x="259433" y="150647"/>
                    <a:pt x="259433" y="153366"/>
                  </a:cubicBezTo>
                  <a:cubicBezTo>
                    <a:pt x="259433" y="158805"/>
                    <a:pt x="259433" y="164245"/>
                    <a:pt x="262153" y="166964"/>
                  </a:cubicBezTo>
                  <a:cubicBezTo>
                    <a:pt x="262153" y="177843"/>
                    <a:pt x="262153" y="186002"/>
                    <a:pt x="262153" y="196881"/>
                  </a:cubicBezTo>
                  <a:cubicBezTo>
                    <a:pt x="262153" y="202320"/>
                    <a:pt x="262153" y="210479"/>
                    <a:pt x="262153" y="215918"/>
                  </a:cubicBezTo>
                  <a:cubicBezTo>
                    <a:pt x="262153" y="229516"/>
                    <a:pt x="262153" y="240395"/>
                    <a:pt x="262153" y="251274"/>
                  </a:cubicBezTo>
                  <a:cubicBezTo>
                    <a:pt x="262153" y="259433"/>
                    <a:pt x="259433" y="270311"/>
                    <a:pt x="259433" y="278470"/>
                  </a:cubicBezTo>
                  <a:cubicBezTo>
                    <a:pt x="259433" y="289349"/>
                    <a:pt x="259433" y="297508"/>
                    <a:pt x="259433" y="308386"/>
                  </a:cubicBezTo>
                  <a:cubicBezTo>
                    <a:pt x="259433" y="313826"/>
                    <a:pt x="259433" y="319265"/>
                    <a:pt x="259433" y="321985"/>
                  </a:cubicBezTo>
                  <a:cubicBezTo>
                    <a:pt x="259433" y="324704"/>
                    <a:pt x="259433" y="330144"/>
                    <a:pt x="259433" y="332863"/>
                  </a:cubicBezTo>
                  <a:cubicBezTo>
                    <a:pt x="262153" y="335583"/>
                    <a:pt x="264872" y="335583"/>
                    <a:pt x="267592" y="335583"/>
                  </a:cubicBezTo>
                  <a:cubicBezTo>
                    <a:pt x="273031" y="335583"/>
                    <a:pt x="275751" y="335583"/>
                    <a:pt x="281190" y="335583"/>
                  </a:cubicBezTo>
                  <a:cubicBezTo>
                    <a:pt x="311107" y="335583"/>
                    <a:pt x="319265" y="335583"/>
                    <a:pt x="327424" y="338303"/>
                  </a:cubicBezTo>
                  <a:cubicBezTo>
                    <a:pt x="335583" y="341022"/>
                    <a:pt x="343742" y="341022"/>
                    <a:pt x="351901" y="341022"/>
                  </a:cubicBezTo>
                  <a:cubicBezTo>
                    <a:pt x="351901" y="338303"/>
                    <a:pt x="351901" y="338303"/>
                    <a:pt x="351901" y="335583"/>
                  </a:cubicBezTo>
                  <a:cubicBezTo>
                    <a:pt x="351901" y="327424"/>
                    <a:pt x="351901" y="319265"/>
                    <a:pt x="351901" y="313826"/>
                  </a:cubicBezTo>
                  <a:cubicBezTo>
                    <a:pt x="351901" y="305667"/>
                    <a:pt x="351901" y="294788"/>
                    <a:pt x="357341" y="289349"/>
                  </a:cubicBezTo>
                  <a:cubicBezTo>
                    <a:pt x="360060" y="281190"/>
                    <a:pt x="368219" y="273031"/>
                    <a:pt x="373658" y="273031"/>
                  </a:cubicBezTo>
                  <a:cubicBezTo>
                    <a:pt x="376378" y="273031"/>
                    <a:pt x="379098" y="273031"/>
                    <a:pt x="381817" y="278470"/>
                  </a:cubicBezTo>
                  <a:cubicBezTo>
                    <a:pt x="384537" y="283909"/>
                    <a:pt x="387257" y="292068"/>
                    <a:pt x="389977" y="300228"/>
                  </a:cubicBezTo>
                  <a:cubicBezTo>
                    <a:pt x="392696" y="316545"/>
                    <a:pt x="392696" y="335583"/>
                    <a:pt x="395416" y="351901"/>
                  </a:cubicBezTo>
                  <a:cubicBezTo>
                    <a:pt x="398136" y="373658"/>
                    <a:pt x="398136" y="384537"/>
                    <a:pt x="398136" y="409014"/>
                  </a:cubicBezTo>
                  <a:cubicBezTo>
                    <a:pt x="398136" y="422612"/>
                    <a:pt x="398136" y="444369"/>
                    <a:pt x="381817" y="444369"/>
                  </a:cubicBezTo>
                  <a:cubicBezTo>
                    <a:pt x="373658" y="444369"/>
                    <a:pt x="370939" y="441650"/>
                    <a:pt x="365500" y="438930"/>
                  </a:cubicBezTo>
                  <a:cubicBezTo>
                    <a:pt x="360060" y="436210"/>
                    <a:pt x="357341" y="428051"/>
                    <a:pt x="357341" y="422612"/>
                  </a:cubicBezTo>
                  <a:cubicBezTo>
                    <a:pt x="354621" y="414453"/>
                    <a:pt x="354621" y="409014"/>
                    <a:pt x="354621" y="400855"/>
                  </a:cubicBezTo>
                  <a:cubicBezTo>
                    <a:pt x="354621" y="395415"/>
                    <a:pt x="354621" y="389976"/>
                    <a:pt x="354621" y="381817"/>
                  </a:cubicBezTo>
                  <a:cubicBezTo>
                    <a:pt x="335583" y="381817"/>
                    <a:pt x="308387" y="384537"/>
                    <a:pt x="270312" y="381817"/>
                  </a:cubicBezTo>
                  <a:cubicBezTo>
                    <a:pt x="262153" y="381817"/>
                    <a:pt x="256713" y="387256"/>
                    <a:pt x="256713" y="395415"/>
                  </a:cubicBezTo>
                  <a:cubicBezTo>
                    <a:pt x="256713" y="403574"/>
                    <a:pt x="256713" y="414453"/>
                    <a:pt x="253994" y="422612"/>
                  </a:cubicBezTo>
                  <a:cubicBezTo>
                    <a:pt x="253994" y="425332"/>
                    <a:pt x="253994" y="430771"/>
                    <a:pt x="253994" y="433490"/>
                  </a:cubicBezTo>
                  <a:cubicBezTo>
                    <a:pt x="253994" y="438930"/>
                    <a:pt x="253994" y="444369"/>
                    <a:pt x="253994" y="449809"/>
                  </a:cubicBezTo>
                  <a:cubicBezTo>
                    <a:pt x="253994" y="457967"/>
                    <a:pt x="256713" y="466126"/>
                    <a:pt x="256713" y="474285"/>
                  </a:cubicBezTo>
                  <a:cubicBezTo>
                    <a:pt x="256713" y="482444"/>
                    <a:pt x="256713" y="490603"/>
                    <a:pt x="256713" y="496043"/>
                  </a:cubicBezTo>
                  <a:cubicBezTo>
                    <a:pt x="256713" y="509641"/>
                    <a:pt x="259433" y="520520"/>
                    <a:pt x="259433" y="534118"/>
                  </a:cubicBezTo>
                  <a:cubicBezTo>
                    <a:pt x="259433" y="553155"/>
                    <a:pt x="259433" y="572193"/>
                    <a:pt x="259433" y="591231"/>
                  </a:cubicBezTo>
                  <a:cubicBezTo>
                    <a:pt x="259433" y="602109"/>
                    <a:pt x="262153" y="610268"/>
                    <a:pt x="262153" y="618427"/>
                  </a:cubicBezTo>
                  <a:cubicBezTo>
                    <a:pt x="264872" y="626586"/>
                    <a:pt x="262153" y="642904"/>
                    <a:pt x="267592" y="648343"/>
                  </a:cubicBezTo>
                  <a:cubicBezTo>
                    <a:pt x="270312" y="651063"/>
                    <a:pt x="275751" y="651063"/>
                    <a:pt x="292069" y="651063"/>
                  </a:cubicBezTo>
                  <a:cubicBezTo>
                    <a:pt x="305667" y="651063"/>
                    <a:pt x="319265" y="651063"/>
                    <a:pt x="327424" y="651063"/>
                  </a:cubicBezTo>
                  <a:cubicBezTo>
                    <a:pt x="338303" y="651063"/>
                    <a:pt x="351901" y="653783"/>
                    <a:pt x="362780" y="653783"/>
                  </a:cubicBezTo>
                  <a:cubicBezTo>
                    <a:pt x="376378" y="653783"/>
                    <a:pt x="384537" y="651063"/>
                    <a:pt x="395416" y="648343"/>
                  </a:cubicBezTo>
                  <a:cubicBezTo>
                    <a:pt x="395416" y="637465"/>
                    <a:pt x="395416" y="629306"/>
                    <a:pt x="395416" y="618427"/>
                  </a:cubicBezTo>
                  <a:cubicBezTo>
                    <a:pt x="395416" y="610268"/>
                    <a:pt x="395416" y="602109"/>
                    <a:pt x="395416" y="596670"/>
                  </a:cubicBezTo>
                  <a:cubicBezTo>
                    <a:pt x="395416" y="591231"/>
                    <a:pt x="395416" y="585791"/>
                    <a:pt x="398136" y="574913"/>
                  </a:cubicBezTo>
                  <a:cubicBezTo>
                    <a:pt x="400855" y="569473"/>
                    <a:pt x="400855" y="564034"/>
                    <a:pt x="406295" y="558595"/>
                  </a:cubicBezTo>
                  <a:cubicBezTo>
                    <a:pt x="411734" y="553155"/>
                    <a:pt x="414453" y="553155"/>
                    <a:pt x="422612" y="553155"/>
                  </a:cubicBezTo>
                  <a:cubicBezTo>
                    <a:pt x="436211" y="553155"/>
                    <a:pt x="438930" y="577632"/>
                    <a:pt x="438930" y="588511"/>
                  </a:cubicBezTo>
                  <a:cubicBezTo>
                    <a:pt x="438930" y="612988"/>
                    <a:pt x="438930" y="623866"/>
                    <a:pt x="436211" y="645624"/>
                  </a:cubicBezTo>
                  <a:cubicBezTo>
                    <a:pt x="433491" y="648343"/>
                    <a:pt x="433491" y="648343"/>
                    <a:pt x="433491" y="651063"/>
                  </a:cubicBezTo>
                  <a:lnTo>
                    <a:pt x="433491" y="651063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9724F851-AB55-47D5-B0E8-62214C52C678}"/>
                </a:ext>
              </a:extLst>
            </p:cNvPr>
            <p:cNvSpPr/>
            <p:nvPr/>
          </p:nvSpPr>
          <p:spPr>
            <a:xfrm>
              <a:off x="7912732" y="4250336"/>
              <a:ext cx="465062" cy="658157"/>
            </a:xfrm>
            <a:custGeom>
              <a:avLst/>
              <a:gdLst>
                <a:gd name="connsiteX0" fmla="*/ 193096 w 465062"/>
                <a:gd name="connsiteY0" fmla="*/ 59832 h 658157"/>
                <a:gd name="connsiteX1" fmla="*/ 193096 w 465062"/>
                <a:gd name="connsiteY1" fmla="*/ 114226 h 658157"/>
                <a:gd name="connsiteX2" fmla="*/ 198536 w 465062"/>
                <a:gd name="connsiteY2" fmla="*/ 209414 h 658157"/>
                <a:gd name="connsiteX3" fmla="*/ 201255 w 465062"/>
                <a:gd name="connsiteY3" fmla="*/ 282845 h 658157"/>
                <a:gd name="connsiteX4" fmla="*/ 203975 w 465062"/>
                <a:gd name="connsiteY4" fmla="*/ 315481 h 658157"/>
                <a:gd name="connsiteX5" fmla="*/ 203975 w 465062"/>
                <a:gd name="connsiteY5" fmla="*/ 320920 h 658157"/>
                <a:gd name="connsiteX6" fmla="*/ 212134 w 465062"/>
                <a:gd name="connsiteY6" fmla="*/ 329079 h 658157"/>
                <a:gd name="connsiteX7" fmla="*/ 223013 w 465062"/>
                <a:gd name="connsiteY7" fmla="*/ 329079 h 658157"/>
                <a:gd name="connsiteX8" fmla="*/ 239331 w 465062"/>
                <a:gd name="connsiteY8" fmla="*/ 329079 h 658157"/>
                <a:gd name="connsiteX9" fmla="*/ 280126 w 465062"/>
                <a:gd name="connsiteY9" fmla="*/ 312761 h 658157"/>
                <a:gd name="connsiteX10" fmla="*/ 296443 w 465062"/>
                <a:gd name="connsiteY10" fmla="*/ 288284 h 658157"/>
                <a:gd name="connsiteX11" fmla="*/ 304602 w 465062"/>
                <a:gd name="connsiteY11" fmla="*/ 258368 h 658157"/>
                <a:gd name="connsiteX12" fmla="*/ 312761 w 465062"/>
                <a:gd name="connsiteY12" fmla="*/ 225732 h 658157"/>
                <a:gd name="connsiteX13" fmla="*/ 315481 w 465062"/>
                <a:gd name="connsiteY13" fmla="*/ 195816 h 658157"/>
                <a:gd name="connsiteX14" fmla="*/ 318201 w 465062"/>
                <a:gd name="connsiteY14" fmla="*/ 168619 h 658157"/>
                <a:gd name="connsiteX15" fmla="*/ 312761 w 465062"/>
                <a:gd name="connsiteY15" fmla="*/ 135983 h 658157"/>
                <a:gd name="connsiteX16" fmla="*/ 312761 w 465062"/>
                <a:gd name="connsiteY16" fmla="*/ 122385 h 658157"/>
                <a:gd name="connsiteX17" fmla="*/ 293724 w 465062"/>
                <a:gd name="connsiteY17" fmla="*/ 84309 h 658157"/>
                <a:gd name="connsiteX18" fmla="*/ 280126 w 465062"/>
                <a:gd name="connsiteY18" fmla="*/ 73430 h 658157"/>
                <a:gd name="connsiteX19" fmla="*/ 258368 w 465062"/>
                <a:gd name="connsiteY19" fmla="*/ 62552 h 658157"/>
                <a:gd name="connsiteX20" fmla="*/ 217573 w 465062"/>
                <a:gd name="connsiteY20" fmla="*/ 59832 h 658157"/>
                <a:gd name="connsiteX21" fmla="*/ 111506 w 465062"/>
                <a:gd name="connsiteY21" fmla="*/ 0 h 658157"/>
                <a:gd name="connsiteX22" fmla="*/ 127824 w 465062"/>
                <a:gd name="connsiteY22" fmla="*/ 0 h 658157"/>
                <a:gd name="connsiteX23" fmla="*/ 157741 w 465062"/>
                <a:gd name="connsiteY23" fmla="*/ 5440 h 658157"/>
                <a:gd name="connsiteX24" fmla="*/ 179497 w 465062"/>
                <a:gd name="connsiteY24" fmla="*/ 16318 h 658157"/>
                <a:gd name="connsiteX25" fmla="*/ 209414 w 465062"/>
                <a:gd name="connsiteY25" fmla="*/ 16318 h 658157"/>
                <a:gd name="connsiteX26" fmla="*/ 247489 w 465062"/>
                <a:gd name="connsiteY26" fmla="*/ 16318 h 658157"/>
                <a:gd name="connsiteX27" fmla="*/ 266527 w 465062"/>
                <a:gd name="connsiteY27" fmla="*/ 16318 h 658157"/>
                <a:gd name="connsiteX28" fmla="*/ 312761 w 465062"/>
                <a:gd name="connsiteY28" fmla="*/ 27197 h 658157"/>
                <a:gd name="connsiteX29" fmla="*/ 337238 w 465062"/>
                <a:gd name="connsiteY29" fmla="*/ 38075 h 658157"/>
                <a:gd name="connsiteX30" fmla="*/ 364434 w 465062"/>
                <a:gd name="connsiteY30" fmla="*/ 54393 h 658157"/>
                <a:gd name="connsiteX31" fmla="*/ 386192 w 465062"/>
                <a:gd name="connsiteY31" fmla="*/ 73431 h 658157"/>
                <a:gd name="connsiteX32" fmla="*/ 407949 w 465062"/>
                <a:gd name="connsiteY32" fmla="*/ 103347 h 658157"/>
                <a:gd name="connsiteX33" fmla="*/ 416108 w 465062"/>
                <a:gd name="connsiteY33" fmla="*/ 141422 h 658157"/>
                <a:gd name="connsiteX34" fmla="*/ 418828 w 465062"/>
                <a:gd name="connsiteY34" fmla="*/ 163179 h 658157"/>
                <a:gd name="connsiteX35" fmla="*/ 418828 w 465062"/>
                <a:gd name="connsiteY35" fmla="*/ 171339 h 658157"/>
                <a:gd name="connsiteX36" fmla="*/ 421547 w 465062"/>
                <a:gd name="connsiteY36" fmla="*/ 187656 h 658157"/>
                <a:gd name="connsiteX37" fmla="*/ 418828 w 465062"/>
                <a:gd name="connsiteY37" fmla="*/ 206694 h 658157"/>
                <a:gd name="connsiteX38" fmla="*/ 416108 w 465062"/>
                <a:gd name="connsiteY38" fmla="*/ 233891 h 658157"/>
                <a:gd name="connsiteX39" fmla="*/ 405229 w 465062"/>
                <a:gd name="connsiteY39" fmla="*/ 263807 h 658157"/>
                <a:gd name="connsiteX40" fmla="*/ 394351 w 465062"/>
                <a:gd name="connsiteY40" fmla="*/ 274686 h 658157"/>
                <a:gd name="connsiteX41" fmla="*/ 388912 w 465062"/>
                <a:gd name="connsiteY41" fmla="*/ 285564 h 658157"/>
                <a:gd name="connsiteX42" fmla="*/ 369874 w 465062"/>
                <a:gd name="connsiteY42" fmla="*/ 304602 h 658157"/>
                <a:gd name="connsiteX43" fmla="*/ 358995 w 465062"/>
                <a:gd name="connsiteY43" fmla="*/ 310041 h 658157"/>
                <a:gd name="connsiteX44" fmla="*/ 348117 w 465062"/>
                <a:gd name="connsiteY44" fmla="*/ 320920 h 658157"/>
                <a:gd name="connsiteX45" fmla="*/ 326359 w 465062"/>
                <a:gd name="connsiteY45" fmla="*/ 339957 h 658157"/>
                <a:gd name="connsiteX46" fmla="*/ 312761 w 465062"/>
                <a:gd name="connsiteY46" fmla="*/ 353555 h 658157"/>
                <a:gd name="connsiteX47" fmla="*/ 337238 w 465062"/>
                <a:gd name="connsiteY47" fmla="*/ 380752 h 658157"/>
                <a:gd name="connsiteX48" fmla="*/ 358995 w 465062"/>
                <a:gd name="connsiteY48" fmla="*/ 421547 h 658157"/>
                <a:gd name="connsiteX49" fmla="*/ 372593 w 465062"/>
                <a:gd name="connsiteY49" fmla="*/ 459622 h 658157"/>
                <a:gd name="connsiteX50" fmla="*/ 386192 w 465062"/>
                <a:gd name="connsiteY50" fmla="*/ 514015 h 658157"/>
                <a:gd name="connsiteX51" fmla="*/ 407949 w 465062"/>
                <a:gd name="connsiteY51" fmla="*/ 568408 h 658157"/>
                <a:gd name="connsiteX52" fmla="*/ 421547 w 465062"/>
                <a:gd name="connsiteY52" fmla="*/ 598324 h 658157"/>
                <a:gd name="connsiteX53" fmla="*/ 451463 w 465062"/>
                <a:gd name="connsiteY53" fmla="*/ 628241 h 658157"/>
                <a:gd name="connsiteX54" fmla="*/ 465062 w 465062"/>
                <a:gd name="connsiteY54" fmla="*/ 644559 h 658157"/>
                <a:gd name="connsiteX55" fmla="*/ 462342 w 465062"/>
                <a:gd name="connsiteY55" fmla="*/ 649998 h 658157"/>
                <a:gd name="connsiteX56" fmla="*/ 437865 w 465062"/>
                <a:gd name="connsiteY56" fmla="*/ 658157 h 658157"/>
                <a:gd name="connsiteX57" fmla="*/ 361715 w 465062"/>
                <a:gd name="connsiteY57" fmla="*/ 622801 h 658157"/>
                <a:gd name="connsiteX58" fmla="*/ 320920 w 465062"/>
                <a:gd name="connsiteY58" fmla="*/ 565689 h 658157"/>
                <a:gd name="connsiteX59" fmla="*/ 304602 w 465062"/>
                <a:gd name="connsiteY59" fmla="*/ 530333 h 658157"/>
                <a:gd name="connsiteX60" fmla="*/ 293723 w 465062"/>
                <a:gd name="connsiteY60" fmla="*/ 497697 h 658157"/>
                <a:gd name="connsiteX61" fmla="*/ 282845 w 465062"/>
                <a:gd name="connsiteY61" fmla="*/ 462342 h 658157"/>
                <a:gd name="connsiteX62" fmla="*/ 269246 w 465062"/>
                <a:gd name="connsiteY62" fmla="*/ 424267 h 658157"/>
                <a:gd name="connsiteX63" fmla="*/ 255648 w 465062"/>
                <a:gd name="connsiteY63" fmla="*/ 391631 h 658157"/>
                <a:gd name="connsiteX64" fmla="*/ 236610 w 465062"/>
                <a:gd name="connsiteY64" fmla="*/ 367154 h 658157"/>
                <a:gd name="connsiteX65" fmla="*/ 217573 w 465062"/>
                <a:gd name="connsiteY65" fmla="*/ 361714 h 658157"/>
                <a:gd name="connsiteX66" fmla="*/ 201255 w 465062"/>
                <a:gd name="connsiteY66" fmla="*/ 361714 h 658157"/>
                <a:gd name="connsiteX67" fmla="*/ 198535 w 465062"/>
                <a:gd name="connsiteY67" fmla="*/ 367154 h 658157"/>
                <a:gd name="connsiteX68" fmla="*/ 201255 w 465062"/>
                <a:gd name="connsiteY68" fmla="*/ 388911 h 658157"/>
                <a:gd name="connsiteX69" fmla="*/ 198535 w 465062"/>
                <a:gd name="connsiteY69" fmla="*/ 426986 h 658157"/>
                <a:gd name="connsiteX70" fmla="*/ 203975 w 465062"/>
                <a:gd name="connsiteY70" fmla="*/ 478660 h 658157"/>
                <a:gd name="connsiteX71" fmla="*/ 198535 w 465062"/>
                <a:gd name="connsiteY71" fmla="*/ 552090 h 658157"/>
                <a:gd name="connsiteX72" fmla="*/ 195816 w 465062"/>
                <a:gd name="connsiteY72" fmla="*/ 576567 h 658157"/>
                <a:gd name="connsiteX73" fmla="*/ 198535 w 465062"/>
                <a:gd name="connsiteY73" fmla="*/ 592885 h 658157"/>
                <a:gd name="connsiteX74" fmla="*/ 233891 w 465062"/>
                <a:gd name="connsiteY74" fmla="*/ 592885 h 658157"/>
                <a:gd name="connsiteX75" fmla="*/ 271966 w 465062"/>
                <a:gd name="connsiteY75" fmla="*/ 611923 h 658157"/>
                <a:gd name="connsiteX76" fmla="*/ 266527 w 465062"/>
                <a:gd name="connsiteY76" fmla="*/ 628241 h 658157"/>
                <a:gd name="connsiteX77" fmla="*/ 250209 w 465062"/>
                <a:gd name="connsiteY77" fmla="*/ 636400 h 658157"/>
                <a:gd name="connsiteX78" fmla="*/ 228451 w 465062"/>
                <a:gd name="connsiteY78" fmla="*/ 639119 h 658157"/>
                <a:gd name="connsiteX79" fmla="*/ 187657 w 465062"/>
                <a:gd name="connsiteY79" fmla="*/ 639119 h 658157"/>
                <a:gd name="connsiteX80" fmla="*/ 152301 w 465062"/>
                <a:gd name="connsiteY80" fmla="*/ 652717 h 658157"/>
                <a:gd name="connsiteX81" fmla="*/ 133263 w 465062"/>
                <a:gd name="connsiteY81" fmla="*/ 655437 h 658157"/>
                <a:gd name="connsiteX82" fmla="*/ 122385 w 465062"/>
                <a:gd name="connsiteY82" fmla="*/ 652717 h 658157"/>
                <a:gd name="connsiteX83" fmla="*/ 97908 w 465062"/>
                <a:gd name="connsiteY83" fmla="*/ 639119 h 658157"/>
                <a:gd name="connsiteX84" fmla="*/ 70711 w 465062"/>
                <a:gd name="connsiteY84" fmla="*/ 639119 h 658157"/>
                <a:gd name="connsiteX85" fmla="*/ 46234 w 465062"/>
                <a:gd name="connsiteY85" fmla="*/ 639119 h 658157"/>
                <a:gd name="connsiteX86" fmla="*/ 19038 w 465062"/>
                <a:gd name="connsiteY86" fmla="*/ 630960 h 658157"/>
                <a:gd name="connsiteX87" fmla="*/ 2720 w 465062"/>
                <a:gd name="connsiteY87" fmla="*/ 614642 h 658157"/>
                <a:gd name="connsiteX88" fmla="*/ 8159 w 465062"/>
                <a:gd name="connsiteY88" fmla="*/ 606483 h 658157"/>
                <a:gd name="connsiteX89" fmla="*/ 29916 w 465062"/>
                <a:gd name="connsiteY89" fmla="*/ 598324 h 658157"/>
                <a:gd name="connsiteX90" fmla="*/ 76151 w 465062"/>
                <a:gd name="connsiteY90" fmla="*/ 592885 h 658157"/>
                <a:gd name="connsiteX91" fmla="*/ 73431 w 465062"/>
                <a:gd name="connsiteY91" fmla="*/ 573848 h 658157"/>
                <a:gd name="connsiteX92" fmla="*/ 70711 w 465062"/>
                <a:gd name="connsiteY92" fmla="*/ 500417 h 658157"/>
                <a:gd name="connsiteX93" fmla="*/ 73431 w 465062"/>
                <a:gd name="connsiteY93" fmla="*/ 437865 h 658157"/>
                <a:gd name="connsiteX94" fmla="*/ 70711 w 465062"/>
                <a:gd name="connsiteY94" fmla="*/ 369873 h 658157"/>
                <a:gd name="connsiteX95" fmla="*/ 70711 w 465062"/>
                <a:gd name="connsiteY95" fmla="*/ 293723 h 658157"/>
                <a:gd name="connsiteX96" fmla="*/ 73431 w 465062"/>
                <a:gd name="connsiteY96" fmla="*/ 212133 h 658157"/>
                <a:gd name="connsiteX97" fmla="*/ 76151 w 465062"/>
                <a:gd name="connsiteY97" fmla="*/ 155021 h 658157"/>
                <a:gd name="connsiteX98" fmla="*/ 76151 w 465062"/>
                <a:gd name="connsiteY98" fmla="*/ 119665 h 658157"/>
                <a:gd name="connsiteX99" fmla="*/ 78870 w 465062"/>
                <a:gd name="connsiteY99" fmla="*/ 84310 h 658157"/>
                <a:gd name="connsiteX100" fmla="*/ 76151 w 465062"/>
                <a:gd name="connsiteY100" fmla="*/ 62552 h 658157"/>
                <a:gd name="connsiteX101" fmla="*/ 67992 w 465062"/>
                <a:gd name="connsiteY101" fmla="*/ 62552 h 658157"/>
                <a:gd name="connsiteX102" fmla="*/ 43515 w 465062"/>
                <a:gd name="connsiteY102" fmla="*/ 62552 h 658157"/>
                <a:gd name="connsiteX103" fmla="*/ 16318 w 465062"/>
                <a:gd name="connsiteY103" fmla="*/ 57113 h 658157"/>
                <a:gd name="connsiteX104" fmla="*/ 0 w 465062"/>
                <a:gd name="connsiteY104" fmla="*/ 40795 h 658157"/>
                <a:gd name="connsiteX105" fmla="*/ 5439 w 465062"/>
                <a:gd name="connsiteY105" fmla="*/ 32636 h 658157"/>
                <a:gd name="connsiteX106" fmla="*/ 27197 w 465062"/>
                <a:gd name="connsiteY106" fmla="*/ 24477 h 658157"/>
                <a:gd name="connsiteX107" fmla="*/ 76151 w 465062"/>
                <a:gd name="connsiteY107" fmla="*/ 19038 h 658157"/>
                <a:gd name="connsiteX108" fmla="*/ 78870 w 465062"/>
                <a:gd name="connsiteY108" fmla="*/ 13598 h 658157"/>
                <a:gd name="connsiteX109" fmla="*/ 95188 w 465062"/>
                <a:gd name="connsiteY109" fmla="*/ 5440 h 658157"/>
                <a:gd name="connsiteX110" fmla="*/ 111506 w 465062"/>
                <a:gd name="connsiteY110" fmla="*/ 0 h 658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</a:cxnLst>
              <a:rect l="l" t="t" r="r" b="b"/>
              <a:pathLst>
                <a:path w="465062" h="658157">
                  <a:moveTo>
                    <a:pt x="193096" y="59832"/>
                  </a:moveTo>
                  <a:cubicBezTo>
                    <a:pt x="193096" y="73430"/>
                    <a:pt x="193096" y="89748"/>
                    <a:pt x="193096" y="114226"/>
                  </a:cubicBezTo>
                  <a:cubicBezTo>
                    <a:pt x="193096" y="144142"/>
                    <a:pt x="195816" y="176778"/>
                    <a:pt x="198536" y="209414"/>
                  </a:cubicBezTo>
                  <a:cubicBezTo>
                    <a:pt x="198536" y="247489"/>
                    <a:pt x="201255" y="277406"/>
                    <a:pt x="201255" y="282845"/>
                  </a:cubicBezTo>
                  <a:cubicBezTo>
                    <a:pt x="201255" y="293723"/>
                    <a:pt x="203975" y="304602"/>
                    <a:pt x="203975" y="315481"/>
                  </a:cubicBezTo>
                  <a:cubicBezTo>
                    <a:pt x="203975" y="318200"/>
                    <a:pt x="203975" y="318200"/>
                    <a:pt x="203975" y="320920"/>
                  </a:cubicBezTo>
                  <a:cubicBezTo>
                    <a:pt x="203975" y="326359"/>
                    <a:pt x="206695" y="329079"/>
                    <a:pt x="212134" y="329079"/>
                  </a:cubicBezTo>
                  <a:cubicBezTo>
                    <a:pt x="214854" y="329079"/>
                    <a:pt x="220293" y="329079"/>
                    <a:pt x="223013" y="329079"/>
                  </a:cubicBezTo>
                  <a:cubicBezTo>
                    <a:pt x="228452" y="329079"/>
                    <a:pt x="233891" y="329079"/>
                    <a:pt x="239331" y="329079"/>
                  </a:cubicBezTo>
                  <a:cubicBezTo>
                    <a:pt x="252929" y="329079"/>
                    <a:pt x="271967" y="323640"/>
                    <a:pt x="280126" y="312761"/>
                  </a:cubicBezTo>
                  <a:cubicBezTo>
                    <a:pt x="288284" y="304602"/>
                    <a:pt x="291004" y="299163"/>
                    <a:pt x="296443" y="288284"/>
                  </a:cubicBezTo>
                  <a:cubicBezTo>
                    <a:pt x="299163" y="277406"/>
                    <a:pt x="301883" y="269247"/>
                    <a:pt x="304602" y="258368"/>
                  </a:cubicBezTo>
                  <a:cubicBezTo>
                    <a:pt x="307322" y="244770"/>
                    <a:pt x="310042" y="239330"/>
                    <a:pt x="312761" y="225732"/>
                  </a:cubicBezTo>
                  <a:cubicBezTo>
                    <a:pt x="315481" y="212134"/>
                    <a:pt x="315481" y="209414"/>
                    <a:pt x="315481" y="195816"/>
                  </a:cubicBezTo>
                  <a:cubicBezTo>
                    <a:pt x="315481" y="179498"/>
                    <a:pt x="315481" y="184937"/>
                    <a:pt x="318201" y="168619"/>
                  </a:cubicBezTo>
                  <a:cubicBezTo>
                    <a:pt x="312761" y="152302"/>
                    <a:pt x="312761" y="149582"/>
                    <a:pt x="312761" y="135983"/>
                  </a:cubicBezTo>
                  <a:cubicBezTo>
                    <a:pt x="312761" y="133264"/>
                    <a:pt x="312761" y="127825"/>
                    <a:pt x="312761" y="122385"/>
                  </a:cubicBezTo>
                  <a:cubicBezTo>
                    <a:pt x="312761" y="111507"/>
                    <a:pt x="301883" y="95188"/>
                    <a:pt x="293724" y="84309"/>
                  </a:cubicBezTo>
                  <a:cubicBezTo>
                    <a:pt x="288284" y="78870"/>
                    <a:pt x="285565" y="76150"/>
                    <a:pt x="280126" y="73430"/>
                  </a:cubicBezTo>
                  <a:cubicBezTo>
                    <a:pt x="271967" y="67991"/>
                    <a:pt x="266527" y="65271"/>
                    <a:pt x="258368" y="62552"/>
                  </a:cubicBezTo>
                  <a:cubicBezTo>
                    <a:pt x="244770" y="59832"/>
                    <a:pt x="228452" y="59832"/>
                    <a:pt x="217573" y="59832"/>
                  </a:cubicBezTo>
                  <a:close/>
                  <a:moveTo>
                    <a:pt x="111506" y="0"/>
                  </a:moveTo>
                  <a:cubicBezTo>
                    <a:pt x="114226" y="0"/>
                    <a:pt x="122385" y="0"/>
                    <a:pt x="127824" y="0"/>
                  </a:cubicBezTo>
                  <a:cubicBezTo>
                    <a:pt x="135983" y="0"/>
                    <a:pt x="146862" y="2720"/>
                    <a:pt x="157741" y="5440"/>
                  </a:cubicBezTo>
                  <a:cubicBezTo>
                    <a:pt x="168619" y="8159"/>
                    <a:pt x="176778" y="10879"/>
                    <a:pt x="179497" y="16318"/>
                  </a:cubicBezTo>
                  <a:cubicBezTo>
                    <a:pt x="193096" y="16318"/>
                    <a:pt x="201255" y="16318"/>
                    <a:pt x="209414" y="16318"/>
                  </a:cubicBezTo>
                  <a:cubicBezTo>
                    <a:pt x="220292" y="16318"/>
                    <a:pt x="231171" y="16318"/>
                    <a:pt x="247489" y="16318"/>
                  </a:cubicBezTo>
                  <a:cubicBezTo>
                    <a:pt x="250209" y="16318"/>
                    <a:pt x="258368" y="16318"/>
                    <a:pt x="266527" y="16318"/>
                  </a:cubicBezTo>
                  <a:cubicBezTo>
                    <a:pt x="277405" y="16318"/>
                    <a:pt x="291004" y="21758"/>
                    <a:pt x="312761" y="27197"/>
                  </a:cubicBezTo>
                  <a:cubicBezTo>
                    <a:pt x="320920" y="29917"/>
                    <a:pt x="329079" y="35356"/>
                    <a:pt x="337238" y="38075"/>
                  </a:cubicBezTo>
                  <a:cubicBezTo>
                    <a:pt x="342677" y="40795"/>
                    <a:pt x="353556" y="48954"/>
                    <a:pt x="364434" y="54393"/>
                  </a:cubicBezTo>
                  <a:cubicBezTo>
                    <a:pt x="375313" y="62552"/>
                    <a:pt x="386192" y="67992"/>
                    <a:pt x="386192" y="73431"/>
                  </a:cubicBezTo>
                  <a:cubicBezTo>
                    <a:pt x="391631" y="84310"/>
                    <a:pt x="402510" y="92469"/>
                    <a:pt x="407949" y="103347"/>
                  </a:cubicBezTo>
                  <a:cubicBezTo>
                    <a:pt x="413388" y="116945"/>
                    <a:pt x="416108" y="130544"/>
                    <a:pt x="416108" y="141422"/>
                  </a:cubicBezTo>
                  <a:cubicBezTo>
                    <a:pt x="416108" y="152301"/>
                    <a:pt x="418828" y="157740"/>
                    <a:pt x="418828" y="163179"/>
                  </a:cubicBezTo>
                  <a:cubicBezTo>
                    <a:pt x="418828" y="165899"/>
                    <a:pt x="418828" y="168619"/>
                    <a:pt x="418828" y="171339"/>
                  </a:cubicBezTo>
                  <a:cubicBezTo>
                    <a:pt x="418828" y="174058"/>
                    <a:pt x="421547" y="182217"/>
                    <a:pt x="421547" y="187656"/>
                  </a:cubicBezTo>
                  <a:cubicBezTo>
                    <a:pt x="421547" y="193096"/>
                    <a:pt x="418828" y="201255"/>
                    <a:pt x="418828" y="206694"/>
                  </a:cubicBezTo>
                  <a:cubicBezTo>
                    <a:pt x="418828" y="217573"/>
                    <a:pt x="418828" y="223012"/>
                    <a:pt x="416108" y="233891"/>
                  </a:cubicBezTo>
                  <a:cubicBezTo>
                    <a:pt x="413388" y="244769"/>
                    <a:pt x="410668" y="255648"/>
                    <a:pt x="405229" y="263807"/>
                  </a:cubicBezTo>
                  <a:cubicBezTo>
                    <a:pt x="402510" y="269246"/>
                    <a:pt x="397070" y="269246"/>
                    <a:pt x="394351" y="274686"/>
                  </a:cubicBezTo>
                  <a:cubicBezTo>
                    <a:pt x="391631" y="277405"/>
                    <a:pt x="391631" y="282844"/>
                    <a:pt x="388912" y="285564"/>
                  </a:cubicBezTo>
                  <a:cubicBezTo>
                    <a:pt x="383472" y="291003"/>
                    <a:pt x="375313" y="301882"/>
                    <a:pt x="369874" y="304602"/>
                  </a:cubicBezTo>
                  <a:cubicBezTo>
                    <a:pt x="367154" y="307321"/>
                    <a:pt x="361715" y="307321"/>
                    <a:pt x="358995" y="310041"/>
                  </a:cubicBezTo>
                  <a:cubicBezTo>
                    <a:pt x="356275" y="312761"/>
                    <a:pt x="350836" y="318200"/>
                    <a:pt x="348117" y="320920"/>
                  </a:cubicBezTo>
                  <a:cubicBezTo>
                    <a:pt x="339958" y="326359"/>
                    <a:pt x="334518" y="334518"/>
                    <a:pt x="326359" y="339957"/>
                  </a:cubicBezTo>
                  <a:cubicBezTo>
                    <a:pt x="320920" y="342677"/>
                    <a:pt x="312761" y="342677"/>
                    <a:pt x="312761" y="353555"/>
                  </a:cubicBezTo>
                  <a:cubicBezTo>
                    <a:pt x="312761" y="361714"/>
                    <a:pt x="334518" y="372593"/>
                    <a:pt x="337238" y="380752"/>
                  </a:cubicBezTo>
                  <a:cubicBezTo>
                    <a:pt x="345397" y="394350"/>
                    <a:pt x="353556" y="407948"/>
                    <a:pt x="358995" y="421547"/>
                  </a:cubicBezTo>
                  <a:cubicBezTo>
                    <a:pt x="364434" y="435145"/>
                    <a:pt x="367154" y="446024"/>
                    <a:pt x="372593" y="459622"/>
                  </a:cubicBezTo>
                  <a:cubicBezTo>
                    <a:pt x="378033" y="478660"/>
                    <a:pt x="383472" y="494978"/>
                    <a:pt x="386192" y="514015"/>
                  </a:cubicBezTo>
                  <a:cubicBezTo>
                    <a:pt x="391631" y="533053"/>
                    <a:pt x="402510" y="549371"/>
                    <a:pt x="407949" y="568408"/>
                  </a:cubicBezTo>
                  <a:cubicBezTo>
                    <a:pt x="410668" y="579287"/>
                    <a:pt x="416108" y="590165"/>
                    <a:pt x="421547" y="598324"/>
                  </a:cubicBezTo>
                  <a:cubicBezTo>
                    <a:pt x="435146" y="614642"/>
                    <a:pt x="443305" y="622801"/>
                    <a:pt x="451463" y="628241"/>
                  </a:cubicBezTo>
                  <a:cubicBezTo>
                    <a:pt x="456903" y="630960"/>
                    <a:pt x="465062" y="636400"/>
                    <a:pt x="465062" y="644559"/>
                  </a:cubicBezTo>
                  <a:cubicBezTo>
                    <a:pt x="465062" y="647278"/>
                    <a:pt x="465062" y="647278"/>
                    <a:pt x="462342" y="649998"/>
                  </a:cubicBezTo>
                  <a:cubicBezTo>
                    <a:pt x="456903" y="655437"/>
                    <a:pt x="446024" y="658157"/>
                    <a:pt x="437865" y="658157"/>
                  </a:cubicBezTo>
                  <a:cubicBezTo>
                    <a:pt x="413388" y="658157"/>
                    <a:pt x="378033" y="641839"/>
                    <a:pt x="361715" y="622801"/>
                  </a:cubicBezTo>
                  <a:cubicBezTo>
                    <a:pt x="345397" y="606483"/>
                    <a:pt x="334518" y="584726"/>
                    <a:pt x="320920" y="565689"/>
                  </a:cubicBezTo>
                  <a:cubicBezTo>
                    <a:pt x="315480" y="554810"/>
                    <a:pt x="310041" y="543931"/>
                    <a:pt x="304602" y="530333"/>
                  </a:cubicBezTo>
                  <a:cubicBezTo>
                    <a:pt x="299163" y="519454"/>
                    <a:pt x="296443" y="508576"/>
                    <a:pt x="293723" y="497697"/>
                  </a:cubicBezTo>
                  <a:cubicBezTo>
                    <a:pt x="291004" y="486819"/>
                    <a:pt x="288284" y="473220"/>
                    <a:pt x="282845" y="462342"/>
                  </a:cubicBezTo>
                  <a:cubicBezTo>
                    <a:pt x="280125" y="448743"/>
                    <a:pt x="274686" y="437865"/>
                    <a:pt x="269246" y="424267"/>
                  </a:cubicBezTo>
                  <a:cubicBezTo>
                    <a:pt x="266527" y="416108"/>
                    <a:pt x="261087" y="402509"/>
                    <a:pt x="255648" y="391631"/>
                  </a:cubicBezTo>
                  <a:cubicBezTo>
                    <a:pt x="250209" y="380752"/>
                    <a:pt x="244770" y="375313"/>
                    <a:pt x="236610" y="367154"/>
                  </a:cubicBezTo>
                  <a:cubicBezTo>
                    <a:pt x="231171" y="361714"/>
                    <a:pt x="223012" y="361714"/>
                    <a:pt x="217573" y="361714"/>
                  </a:cubicBezTo>
                  <a:cubicBezTo>
                    <a:pt x="212134" y="361714"/>
                    <a:pt x="206694" y="361714"/>
                    <a:pt x="201255" y="361714"/>
                  </a:cubicBezTo>
                  <a:cubicBezTo>
                    <a:pt x="198535" y="361714"/>
                    <a:pt x="198535" y="364434"/>
                    <a:pt x="198535" y="367154"/>
                  </a:cubicBezTo>
                  <a:cubicBezTo>
                    <a:pt x="198535" y="375313"/>
                    <a:pt x="201255" y="386191"/>
                    <a:pt x="201255" y="388911"/>
                  </a:cubicBezTo>
                  <a:cubicBezTo>
                    <a:pt x="201255" y="402509"/>
                    <a:pt x="198535" y="413388"/>
                    <a:pt x="198535" y="426986"/>
                  </a:cubicBezTo>
                  <a:cubicBezTo>
                    <a:pt x="198535" y="446024"/>
                    <a:pt x="203975" y="456902"/>
                    <a:pt x="203975" y="478660"/>
                  </a:cubicBezTo>
                  <a:cubicBezTo>
                    <a:pt x="203975" y="503136"/>
                    <a:pt x="201255" y="527613"/>
                    <a:pt x="198535" y="552090"/>
                  </a:cubicBezTo>
                  <a:cubicBezTo>
                    <a:pt x="198535" y="560249"/>
                    <a:pt x="195816" y="568408"/>
                    <a:pt x="195816" y="576567"/>
                  </a:cubicBezTo>
                  <a:cubicBezTo>
                    <a:pt x="195816" y="582006"/>
                    <a:pt x="195816" y="587446"/>
                    <a:pt x="198535" y="592885"/>
                  </a:cubicBezTo>
                  <a:cubicBezTo>
                    <a:pt x="212134" y="592885"/>
                    <a:pt x="225732" y="592885"/>
                    <a:pt x="233891" y="592885"/>
                  </a:cubicBezTo>
                  <a:cubicBezTo>
                    <a:pt x="247489" y="592885"/>
                    <a:pt x="271966" y="592885"/>
                    <a:pt x="271966" y="611923"/>
                  </a:cubicBezTo>
                  <a:cubicBezTo>
                    <a:pt x="271966" y="620082"/>
                    <a:pt x="269246" y="622801"/>
                    <a:pt x="266527" y="628241"/>
                  </a:cubicBezTo>
                  <a:cubicBezTo>
                    <a:pt x="261087" y="633680"/>
                    <a:pt x="255648" y="636400"/>
                    <a:pt x="250209" y="636400"/>
                  </a:cubicBezTo>
                  <a:cubicBezTo>
                    <a:pt x="239330" y="639119"/>
                    <a:pt x="233891" y="639119"/>
                    <a:pt x="228451" y="639119"/>
                  </a:cubicBezTo>
                  <a:cubicBezTo>
                    <a:pt x="223012" y="639119"/>
                    <a:pt x="206694" y="639119"/>
                    <a:pt x="187657" y="639119"/>
                  </a:cubicBezTo>
                  <a:cubicBezTo>
                    <a:pt x="176778" y="647278"/>
                    <a:pt x="163180" y="649998"/>
                    <a:pt x="152301" y="652717"/>
                  </a:cubicBezTo>
                  <a:cubicBezTo>
                    <a:pt x="146862" y="652717"/>
                    <a:pt x="138703" y="655437"/>
                    <a:pt x="133263" y="655437"/>
                  </a:cubicBezTo>
                  <a:cubicBezTo>
                    <a:pt x="130544" y="655437"/>
                    <a:pt x="125104" y="655437"/>
                    <a:pt x="122385" y="652717"/>
                  </a:cubicBezTo>
                  <a:cubicBezTo>
                    <a:pt x="114226" y="649998"/>
                    <a:pt x="103347" y="644559"/>
                    <a:pt x="97908" y="639119"/>
                  </a:cubicBezTo>
                  <a:cubicBezTo>
                    <a:pt x="87029" y="639119"/>
                    <a:pt x="78870" y="639119"/>
                    <a:pt x="70711" y="639119"/>
                  </a:cubicBezTo>
                  <a:cubicBezTo>
                    <a:pt x="62552" y="639119"/>
                    <a:pt x="54393" y="639119"/>
                    <a:pt x="46234" y="639119"/>
                  </a:cubicBezTo>
                  <a:cubicBezTo>
                    <a:pt x="38075" y="639119"/>
                    <a:pt x="27197" y="633680"/>
                    <a:pt x="19038" y="630960"/>
                  </a:cubicBezTo>
                  <a:cubicBezTo>
                    <a:pt x="10879" y="628241"/>
                    <a:pt x="2720" y="620082"/>
                    <a:pt x="2720" y="614642"/>
                  </a:cubicBezTo>
                  <a:cubicBezTo>
                    <a:pt x="2720" y="611923"/>
                    <a:pt x="2720" y="609203"/>
                    <a:pt x="8159" y="606483"/>
                  </a:cubicBezTo>
                  <a:cubicBezTo>
                    <a:pt x="13599" y="603764"/>
                    <a:pt x="24477" y="601044"/>
                    <a:pt x="29916" y="598324"/>
                  </a:cubicBezTo>
                  <a:cubicBezTo>
                    <a:pt x="43515" y="595605"/>
                    <a:pt x="62552" y="595605"/>
                    <a:pt x="76151" y="592885"/>
                  </a:cubicBezTo>
                  <a:cubicBezTo>
                    <a:pt x="76151" y="587446"/>
                    <a:pt x="73431" y="582006"/>
                    <a:pt x="73431" y="573848"/>
                  </a:cubicBezTo>
                  <a:cubicBezTo>
                    <a:pt x="73431" y="565689"/>
                    <a:pt x="70711" y="516735"/>
                    <a:pt x="70711" y="500417"/>
                  </a:cubicBezTo>
                  <a:cubicBezTo>
                    <a:pt x="70711" y="481379"/>
                    <a:pt x="73431" y="456902"/>
                    <a:pt x="73431" y="437865"/>
                  </a:cubicBezTo>
                  <a:cubicBezTo>
                    <a:pt x="73431" y="416108"/>
                    <a:pt x="70711" y="391631"/>
                    <a:pt x="70711" y="369873"/>
                  </a:cubicBezTo>
                  <a:cubicBezTo>
                    <a:pt x="70711" y="345397"/>
                    <a:pt x="70711" y="318200"/>
                    <a:pt x="70711" y="293723"/>
                  </a:cubicBezTo>
                  <a:cubicBezTo>
                    <a:pt x="70711" y="266526"/>
                    <a:pt x="73431" y="239330"/>
                    <a:pt x="73431" y="212133"/>
                  </a:cubicBezTo>
                  <a:cubicBezTo>
                    <a:pt x="73431" y="187656"/>
                    <a:pt x="76151" y="179498"/>
                    <a:pt x="76151" y="155021"/>
                  </a:cubicBezTo>
                  <a:cubicBezTo>
                    <a:pt x="76151" y="144142"/>
                    <a:pt x="76151" y="130544"/>
                    <a:pt x="76151" y="119665"/>
                  </a:cubicBezTo>
                  <a:cubicBezTo>
                    <a:pt x="76151" y="106067"/>
                    <a:pt x="78870" y="95188"/>
                    <a:pt x="78870" y="84310"/>
                  </a:cubicBezTo>
                  <a:cubicBezTo>
                    <a:pt x="78870" y="78870"/>
                    <a:pt x="78870" y="70711"/>
                    <a:pt x="76151" y="62552"/>
                  </a:cubicBezTo>
                  <a:cubicBezTo>
                    <a:pt x="76151" y="62552"/>
                    <a:pt x="73431" y="62552"/>
                    <a:pt x="67992" y="62552"/>
                  </a:cubicBezTo>
                  <a:cubicBezTo>
                    <a:pt x="59833" y="62552"/>
                    <a:pt x="51674" y="62552"/>
                    <a:pt x="43515" y="62552"/>
                  </a:cubicBezTo>
                  <a:cubicBezTo>
                    <a:pt x="35356" y="62552"/>
                    <a:pt x="24477" y="59833"/>
                    <a:pt x="16318" y="57113"/>
                  </a:cubicBezTo>
                  <a:cubicBezTo>
                    <a:pt x="8159" y="54393"/>
                    <a:pt x="0" y="43515"/>
                    <a:pt x="0" y="40795"/>
                  </a:cubicBezTo>
                  <a:cubicBezTo>
                    <a:pt x="0" y="38075"/>
                    <a:pt x="0" y="35356"/>
                    <a:pt x="5439" y="32636"/>
                  </a:cubicBezTo>
                  <a:cubicBezTo>
                    <a:pt x="10879" y="29917"/>
                    <a:pt x="21758" y="27197"/>
                    <a:pt x="27197" y="24477"/>
                  </a:cubicBezTo>
                  <a:cubicBezTo>
                    <a:pt x="46234" y="21758"/>
                    <a:pt x="62552" y="19038"/>
                    <a:pt x="76151" y="19038"/>
                  </a:cubicBezTo>
                  <a:cubicBezTo>
                    <a:pt x="76151" y="16318"/>
                    <a:pt x="78870" y="16318"/>
                    <a:pt x="78870" y="13598"/>
                  </a:cubicBezTo>
                  <a:cubicBezTo>
                    <a:pt x="84309" y="10879"/>
                    <a:pt x="89749" y="8159"/>
                    <a:pt x="95188" y="5440"/>
                  </a:cubicBezTo>
                  <a:cubicBezTo>
                    <a:pt x="100628" y="2720"/>
                    <a:pt x="106067" y="0"/>
                    <a:pt x="111506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100ABB2F-82B3-4313-9667-9D4CAE736D8E}"/>
                </a:ext>
              </a:extLst>
            </p:cNvPr>
            <p:cNvSpPr/>
            <p:nvPr/>
          </p:nvSpPr>
          <p:spPr>
            <a:xfrm>
              <a:off x="8346812" y="4186718"/>
              <a:ext cx="353556" cy="761503"/>
            </a:xfrm>
            <a:custGeom>
              <a:avLst/>
              <a:gdLst>
                <a:gd name="connsiteX0" fmla="*/ 283910 w 353555"/>
                <a:gd name="connsiteY0" fmla="*/ 672820 h 761503"/>
                <a:gd name="connsiteX1" fmla="*/ 321985 w 353555"/>
                <a:gd name="connsiteY1" fmla="*/ 689138 h 761503"/>
                <a:gd name="connsiteX2" fmla="*/ 316546 w 353555"/>
                <a:gd name="connsiteY2" fmla="*/ 705456 h 761503"/>
                <a:gd name="connsiteX3" fmla="*/ 300228 w 353555"/>
                <a:gd name="connsiteY3" fmla="*/ 713615 h 761503"/>
                <a:gd name="connsiteX4" fmla="*/ 278471 w 353555"/>
                <a:gd name="connsiteY4" fmla="*/ 716335 h 761503"/>
                <a:gd name="connsiteX5" fmla="*/ 237676 w 353555"/>
                <a:gd name="connsiteY5" fmla="*/ 716335 h 761503"/>
                <a:gd name="connsiteX6" fmla="*/ 180563 w 353555"/>
                <a:gd name="connsiteY6" fmla="*/ 719054 h 761503"/>
                <a:gd name="connsiteX7" fmla="*/ 126170 w 353555"/>
                <a:gd name="connsiteY7" fmla="*/ 719054 h 761503"/>
                <a:gd name="connsiteX8" fmla="*/ 101693 w 353555"/>
                <a:gd name="connsiteY8" fmla="*/ 719054 h 761503"/>
                <a:gd name="connsiteX9" fmla="*/ 74496 w 353555"/>
                <a:gd name="connsiteY9" fmla="*/ 713615 h 761503"/>
                <a:gd name="connsiteX10" fmla="*/ 58178 w 353555"/>
                <a:gd name="connsiteY10" fmla="*/ 697297 h 761503"/>
                <a:gd name="connsiteX11" fmla="*/ 63618 w 353555"/>
                <a:gd name="connsiteY11" fmla="*/ 689138 h 761503"/>
                <a:gd name="connsiteX12" fmla="*/ 85375 w 353555"/>
                <a:gd name="connsiteY12" fmla="*/ 680979 h 761503"/>
                <a:gd name="connsiteX13" fmla="*/ 131609 w 353555"/>
                <a:gd name="connsiteY13" fmla="*/ 675540 h 761503"/>
                <a:gd name="connsiteX14" fmla="*/ 142488 w 353555"/>
                <a:gd name="connsiteY14" fmla="*/ 675540 h 761503"/>
                <a:gd name="connsiteX15" fmla="*/ 131609 w 353555"/>
                <a:gd name="connsiteY15" fmla="*/ 653783 h 761503"/>
                <a:gd name="connsiteX16" fmla="*/ 128890 w 353555"/>
                <a:gd name="connsiteY16" fmla="*/ 640184 h 761503"/>
                <a:gd name="connsiteX17" fmla="*/ 128890 w 353555"/>
                <a:gd name="connsiteY17" fmla="*/ 629306 h 761503"/>
                <a:gd name="connsiteX18" fmla="*/ 128890 w 353555"/>
                <a:gd name="connsiteY18" fmla="*/ 621147 h 761503"/>
                <a:gd name="connsiteX19" fmla="*/ 128890 w 353555"/>
                <a:gd name="connsiteY19" fmla="*/ 593950 h 761503"/>
                <a:gd name="connsiteX20" fmla="*/ 128890 w 353555"/>
                <a:gd name="connsiteY20" fmla="*/ 583072 h 761503"/>
                <a:gd name="connsiteX21" fmla="*/ 128890 w 353555"/>
                <a:gd name="connsiteY21" fmla="*/ 436210 h 761503"/>
                <a:gd name="connsiteX22" fmla="*/ 128890 w 353555"/>
                <a:gd name="connsiteY22" fmla="*/ 357340 h 761503"/>
                <a:gd name="connsiteX23" fmla="*/ 131609 w 353555"/>
                <a:gd name="connsiteY23" fmla="*/ 289349 h 761503"/>
                <a:gd name="connsiteX24" fmla="*/ 131609 w 353555"/>
                <a:gd name="connsiteY24" fmla="*/ 251274 h 761503"/>
                <a:gd name="connsiteX25" fmla="*/ 131609 w 353555"/>
                <a:gd name="connsiteY25" fmla="*/ 205040 h 761503"/>
                <a:gd name="connsiteX26" fmla="*/ 131609 w 353555"/>
                <a:gd name="connsiteY26" fmla="*/ 139768 h 761503"/>
                <a:gd name="connsiteX27" fmla="*/ 131609 w 353555"/>
                <a:gd name="connsiteY27" fmla="*/ 128889 h 761503"/>
                <a:gd name="connsiteX28" fmla="*/ 126170 w 353555"/>
                <a:gd name="connsiteY28" fmla="*/ 128889 h 761503"/>
                <a:gd name="connsiteX29" fmla="*/ 101693 w 353555"/>
                <a:gd name="connsiteY29" fmla="*/ 128889 h 761503"/>
                <a:gd name="connsiteX30" fmla="*/ 74496 w 353555"/>
                <a:gd name="connsiteY30" fmla="*/ 123450 h 761503"/>
                <a:gd name="connsiteX31" fmla="*/ 58178 w 353555"/>
                <a:gd name="connsiteY31" fmla="*/ 107132 h 761503"/>
                <a:gd name="connsiteX32" fmla="*/ 60898 w 353555"/>
                <a:gd name="connsiteY32" fmla="*/ 98973 h 761503"/>
                <a:gd name="connsiteX33" fmla="*/ 82655 w 353555"/>
                <a:gd name="connsiteY33" fmla="*/ 93534 h 761503"/>
                <a:gd name="connsiteX34" fmla="*/ 131609 w 353555"/>
                <a:gd name="connsiteY34" fmla="*/ 88094 h 761503"/>
                <a:gd name="connsiteX35" fmla="*/ 131609 w 353555"/>
                <a:gd name="connsiteY35" fmla="*/ 82655 h 761503"/>
                <a:gd name="connsiteX36" fmla="*/ 134329 w 353555"/>
                <a:gd name="connsiteY36" fmla="*/ 71776 h 761503"/>
                <a:gd name="connsiteX37" fmla="*/ 147927 w 353555"/>
                <a:gd name="connsiteY37" fmla="*/ 63617 h 761503"/>
                <a:gd name="connsiteX38" fmla="*/ 164245 w 353555"/>
                <a:gd name="connsiteY38" fmla="*/ 58178 h 761503"/>
                <a:gd name="connsiteX39" fmla="*/ 177843 w 353555"/>
                <a:gd name="connsiteY39" fmla="*/ 58178 h 761503"/>
                <a:gd name="connsiteX40" fmla="*/ 196881 w 353555"/>
                <a:gd name="connsiteY40" fmla="*/ 60898 h 761503"/>
                <a:gd name="connsiteX41" fmla="*/ 232237 w 353555"/>
                <a:gd name="connsiteY41" fmla="*/ 88094 h 761503"/>
                <a:gd name="connsiteX42" fmla="*/ 278471 w 353555"/>
                <a:gd name="connsiteY42" fmla="*/ 88094 h 761503"/>
                <a:gd name="connsiteX43" fmla="*/ 316546 w 353555"/>
                <a:gd name="connsiteY43" fmla="*/ 104412 h 761503"/>
                <a:gd name="connsiteX44" fmla="*/ 311107 w 353555"/>
                <a:gd name="connsiteY44" fmla="*/ 120730 h 761503"/>
                <a:gd name="connsiteX45" fmla="*/ 294789 w 353555"/>
                <a:gd name="connsiteY45" fmla="*/ 128889 h 761503"/>
                <a:gd name="connsiteX46" fmla="*/ 273032 w 353555"/>
                <a:gd name="connsiteY46" fmla="*/ 131609 h 761503"/>
                <a:gd name="connsiteX47" fmla="*/ 243115 w 353555"/>
                <a:gd name="connsiteY47" fmla="*/ 131609 h 761503"/>
                <a:gd name="connsiteX48" fmla="*/ 243115 w 353555"/>
                <a:gd name="connsiteY48" fmla="*/ 134329 h 761503"/>
                <a:gd name="connsiteX49" fmla="*/ 248554 w 353555"/>
                <a:gd name="connsiteY49" fmla="*/ 169684 h 761503"/>
                <a:gd name="connsiteX50" fmla="*/ 251274 w 353555"/>
                <a:gd name="connsiteY50" fmla="*/ 205040 h 761503"/>
                <a:gd name="connsiteX51" fmla="*/ 251274 w 353555"/>
                <a:gd name="connsiteY51" fmla="*/ 240395 h 761503"/>
                <a:gd name="connsiteX52" fmla="*/ 251274 w 353555"/>
                <a:gd name="connsiteY52" fmla="*/ 256713 h 761503"/>
                <a:gd name="connsiteX53" fmla="*/ 253994 w 353555"/>
                <a:gd name="connsiteY53" fmla="*/ 270311 h 761503"/>
                <a:gd name="connsiteX54" fmla="*/ 259433 w 353555"/>
                <a:gd name="connsiteY54" fmla="*/ 343742 h 761503"/>
                <a:gd name="connsiteX55" fmla="*/ 262153 w 353555"/>
                <a:gd name="connsiteY55" fmla="*/ 425332 h 761503"/>
                <a:gd name="connsiteX56" fmla="*/ 264872 w 353555"/>
                <a:gd name="connsiteY56" fmla="*/ 490603 h 761503"/>
                <a:gd name="connsiteX57" fmla="*/ 270312 w 353555"/>
                <a:gd name="connsiteY57" fmla="*/ 564034 h 761503"/>
                <a:gd name="connsiteX58" fmla="*/ 270312 w 353555"/>
                <a:gd name="connsiteY58" fmla="*/ 599390 h 761503"/>
                <a:gd name="connsiteX59" fmla="*/ 270312 w 353555"/>
                <a:gd name="connsiteY59" fmla="*/ 637465 h 761503"/>
                <a:gd name="connsiteX60" fmla="*/ 264872 w 353555"/>
                <a:gd name="connsiteY60" fmla="*/ 670101 h 761503"/>
                <a:gd name="connsiteX61" fmla="*/ 283910 w 353555"/>
                <a:gd name="connsiteY61" fmla="*/ 672820 h 761503"/>
                <a:gd name="connsiteX62" fmla="*/ 283910 w 353555"/>
                <a:gd name="connsiteY62" fmla="*/ 672820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353555" h="761503">
                  <a:moveTo>
                    <a:pt x="283910" y="672820"/>
                  </a:moveTo>
                  <a:cubicBezTo>
                    <a:pt x="297508" y="672820"/>
                    <a:pt x="321985" y="672820"/>
                    <a:pt x="321985" y="689138"/>
                  </a:cubicBezTo>
                  <a:cubicBezTo>
                    <a:pt x="321985" y="697297"/>
                    <a:pt x="319266" y="697297"/>
                    <a:pt x="316546" y="705456"/>
                  </a:cubicBezTo>
                  <a:cubicBezTo>
                    <a:pt x="311107" y="710895"/>
                    <a:pt x="305667" y="713615"/>
                    <a:pt x="300228" y="713615"/>
                  </a:cubicBezTo>
                  <a:cubicBezTo>
                    <a:pt x="292069" y="716335"/>
                    <a:pt x="283910" y="716335"/>
                    <a:pt x="278471" y="716335"/>
                  </a:cubicBezTo>
                  <a:cubicBezTo>
                    <a:pt x="275751" y="716335"/>
                    <a:pt x="256713" y="716335"/>
                    <a:pt x="237676" y="716335"/>
                  </a:cubicBezTo>
                  <a:cubicBezTo>
                    <a:pt x="213199" y="716335"/>
                    <a:pt x="186003" y="719054"/>
                    <a:pt x="180563" y="719054"/>
                  </a:cubicBezTo>
                  <a:cubicBezTo>
                    <a:pt x="166965" y="719054"/>
                    <a:pt x="142488" y="719054"/>
                    <a:pt x="126170" y="719054"/>
                  </a:cubicBezTo>
                  <a:cubicBezTo>
                    <a:pt x="118011" y="719054"/>
                    <a:pt x="109852" y="719054"/>
                    <a:pt x="101693" y="719054"/>
                  </a:cubicBezTo>
                  <a:cubicBezTo>
                    <a:pt x="93534" y="719054"/>
                    <a:pt x="82655" y="719054"/>
                    <a:pt x="74496" y="713615"/>
                  </a:cubicBezTo>
                  <a:cubicBezTo>
                    <a:pt x="66337" y="710895"/>
                    <a:pt x="58178" y="702736"/>
                    <a:pt x="58178" y="697297"/>
                  </a:cubicBezTo>
                  <a:cubicBezTo>
                    <a:pt x="58178" y="694578"/>
                    <a:pt x="58178" y="691858"/>
                    <a:pt x="63618" y="689138"/>
                  </a:cubicBezTo>
                  <a:cubicBezTo>
                    <a:pt x="69057" y="686418"/>
                    <a:pt x="79936" y="683699"/>
                    <a:pt x="85375" y="680979"/>
                  </a:cubicBezTo>
                  <a:cubicBezTo>
                    <a:pt x="104413" y="678260"/>
                    <a:pt x="123450" y="675540"/>
                    <a:pt x="131609" y="675540"/>
                  </a:cubicBezTo>
                  <a:cubicBezTo>
                    <a:pt x="134329" y="675540"/>
                    <a:pt x="137049" y="675540"/>
                    <a:pt x="142488" y="675540"/>
                  </a:cubicBezTo>
                  <a:cubicBezTo>
                    <a:pt x="134329" y="670101"/>
                    <a:pt x="131609" y="661942"/>
                    <a:pt x="131609" y="653783"/>
                  </a:cubicBezTo>
                  <a:cubicBezTo>
                    <a:pt x="131609" y="648343"/>
                    <a:pt x="131609" y="642904"/>
                    <a:pt x="128890" y="640184"/>
                  </a:cubicBezTo>
                  <a:cubicBezTo>
                    <a:pt x="128890" y="637465"/>
                    <a:pt x="128890" y="634745"/>
                    <a:pt x="128890" y="629306"/>
                  </a:cubicBezTo>
                  <a:cubicBezTo>
                    <a:pt x="128890" y="626586"/>
                    <a:pt x="128890" y="623867"/>
                    <a:pt x="128890" y="621147"/>
                  </a:cubicBezTo>
                  <a:cubicBezTo>
                    <a:pt x="128890" y="612988"/>
                    <a:pt x="128890" y="604829"/>
                    <a:pt x="128890" y="593950"/>
                  </a:cubicBezTo>
                  <a:cubicBezTo>
                    <a:pt x="128890" y="591231"/>
                    <a:pt x="128890" y="585791"/>
                    <a:pt x="128890" y="583072"/>
                  </a:cubicBezTo>
                  <a:cubicBezTo>
                    <a:pt x="128890" y="534118"/>
                    <a:pt x="131609" y="485164"/>
                    <a:pt x="128890" y="436210"/>
                  </a:cubicBezTo>
                  <a:cubicBezTo>
                    <a:pt x="128890" y="409014"/>
                    <a:pt x="128890" y="384537"/>
                    <a:pt x="128890" y="357340"/>
                  </a:cubicBezTo>
                  <a:cubicBezTo>
                    <a:pt x="128890" y="335583"/>
                    <a:pt x="131609" y="313826"/>
                    <a:pt x="131609" y="289349"/>
                  </a:cubicBezTo>
                  <a:cubicBezTo>
                    <a:pt x="131609" y="275751"/>
                    <a:pt x="131609" y="264872"/>
                    <a:pt x="131609" y="251274"/>
                  </a:cubicBezTo>
                  <a:cubicBezTo>
                    <a:pt x="131609" y="234956"/>
                    <a:pt x="131609" y="221357"/>
                    <a:pt x="131609" y="205040"/>
                  </a:cubicBezTo>
                  <a:cubicBezTo>
                    <a:pt x="131609" y="183282"/>
                    <a:pt x="131609" y="161525"/>
                    <a:pt x="131609" y="139768"/>
                  </a:cubicBezTo>
                  <a:cubicBezTo>
                    <a:pt x="131609" y="137048"/>
                    <a:pt x="131609" y="134329"/>
                    <a:pt x="131609" y="128889"/>
                  </a:cubicBezTo>
                  <a:cubicBezTo>
                    <a:pt x="128890" y="128889"/>
                    <a:pt x="126170" y="128889"/>
                    <a:pt x="126170" y="128889"/>
                  </a:cubicBezTo>
                  <a:cubicBezTo>
                    <a:pt x="118011" y="128889"/>
                    <a:pt x="109852" y="128889"/>
                    <a:pt x="101693" y="128889"/>
                  </a:cubicBezTo>
                  <a:cubicBezTo>
                    <a:pt x="93534" y="128889"/>
                    <a:pt x="82655" y="128889"/>
                    <a:pt x="74496" y="123450"/>
                  </a:cubicBezTo>
                  <a:cubicBezTo>
                    <a:pt x="66337" y="120730"/>
                    <a:pt x="58178" y="112571"/>
                    <a:pt x="58178" y="107132"/>
                  </a:cubicBezTo>
                  <a:cubicBezTo>
                    <a:pt x="58178" y="104412"/>
                    <a:pt x="58178" y="101693"/>
                    <a:pt x="60898" y="98973"/>
                  </a:cubicBezTo>
                  <a:cubicBezTo>
                    <a:pt x="63618" y="96253"/>
                    <a:pt x="77216" y="93534"/>
                    <a:pt x="82655" y="93534"/>
                  </a:cubicBezTo>
                  <a:cubicBezTo>
                    <a:pt x="98973" y="90814"/>
                    <a:pt x="123450" y="88094"/>
                    <a:pt x="131609" y="88094"/>
                  </a:cubicBezTo>
                  <a:cubicBezTo>
                    <a:pt x="131609" y="85375"/>
                    <a:pt x="131609" y="85375"/>
                    <a:pt x="131609" y="82655"/>
                  </a:cubicBezTo>
                  <a:cubicBezTo>
                    <a:pt x="131609" y="77216"/>
                    <a:pt x="131609" y="74496"/>
                    <a:pt x="134329" y="71776"/>
                  </a:cubicBezTo>
                  <a:cubicBezTo>
                    <a:pt x="137049" y="69057"/>
                    <a:pt x="145208" y="66337"/>
                    <a:pt x="147927" y="63617"/>
                  </a:cubicBezTo>
                  <a:cubicBezTo>
                    <a:pt x="153366" y="60898"/>
                    <a:pt x="158806" y="58178"/>
                    <a:pt x="164245" y="58178"/>
                  </a:cubicBezTo>
                  <a:cubicBezTo>
                    <a:pt x="169684" y="58178"/>
                    <a:pt x="175124" y="58178"/>
                    <a:pt x="177843" y="58178"/>
                  </a:cubicBezTo>
                  <a:cubicBezTo>
                    <a:pt x="183283" y="58178"/>
                    <a:pt x="191442" y="58178"/>
                    <a:pt x="196881" y="60898"/>
                  </a:cubicBezTo>
                  <a:cubicBezTo>
                    <a:pt x="213199" y="63617"/>
                    <a:pt x="224078" y="74496"/>
                    <a:pt x="232237" y="88094"/>
                  </a:cubicBezTo>
                  <a:cubicBezTo>
                    <a:pt x="253994" y="88094"/>
                    <a:pt x="270312" y="88094"/>
                    <a:pt x="278471" y="88094"/>
                  </a:cubicBezTo>
                  <a:cubicBezTo>
                    <a:pt x="292069" y="88094"/>
                    <a:pt x="316546" y="88094"/>
                    <a:pt x="316546" y="104412"/>
                  </a:cubicBezTo>
                  <a:cubicBezTo>
                    <a:pt x="316546" y="112571"/>
                    <a:pt x="313826" y="112571"/>
                    <a:pt x="311107" y="120730"/>
                  </a:cubicBezTo>
                  <a:cubicBezTo>
                    <a:pt x="305667" y="126170"/>
                    <a:pt x="300228" y="128889"/>
                    <a:pt x="294789" y="128889"/>
                  </a:cubicBezTo>
                  <a:cubicBezTo>
                    <a:pt x="286630" y="131609"/>
                    <a:pt x="278471" y="131609"/>
                    <a:pt x="273032" y="131609"/>
                  </a:cubicBezTo>
                  <a:cubicBezTo>
                    <a:pt x="270312" y="131609"/>
                    <a:pt x="259433" y="131609"/>
                    <a:pt x="243115" y="131609"/>
                  </a:cubicBezTo>
                  <a:lnTo>
                    <a:pt x="243115" y="134329"/>
                  </a:lnTo>
                  <a:cubicBezTo>
                    <a:pt x="245835" y="145207"/>
                    <a:pt x="245835" y="158805"/>
                    <a:pt x="248554" y="169684"/>
                  </a:cubicBezTo>
                  <a:cubicBezTo>
                    <a:pt x="251274" y="180563"/>
                    <a:pt x="251274" y="194161"/>
                    <a:pt x="251274" y="205040"/>
                  </a:cubicBezTo>
                  <a:cubicBezTo>
                    <a:pt x="251274" y="215918"/>
                    <a:pt x="251274" y="226797"/>
                    <a:pt x="251274" y="240395"/>
                  </a:cubicBezTo>
                  <a:cubicBezTo>
                    <a:pt x="251274" y="245834"/>
                    <a:pt x="251274" y="251274"/>
                    <a:pt x="251274" y="256713"/>
                  </a:cubicBezTo>
                  <a:cubicBezTo>
                    <a:pt x="251274" y="262152"/>
                    <a:pt x="251274" y="267592"/>
                    <a:pt x="253994" y="270311"/>
                  </a:cubicBezTo>
                  <a:cubicBezTo>
                    <a:pt x="256713" y="294788"/>
                    <a:pt x="256713" y="319265"/>
                    <a:pt x="259433" y="343742"/>
                  </a:cubicBezTo>
                  <a:cubicBezTo>
                    <a:pt x="259433" y="370939"/>
                    <a:pt x="262153" y="398135"/>
                    <a:pt x="262153" y="425332"/>
                  </a:cubicBezTo>
                  <a:cubicBezTo>
                    <a:pt x="262153" y="447089"/>
                    <a:pt x="262153" y="468846"/>
                    <a:pt x="264872" y="490603"/>
                  </a:cubicBezTo>
                  <a:cubicBezTo>
                    <a:pt x="264872" y="515080"/>
                    <a:pt x="270312" y="539557"/>
                    <a:pt x="270312" y="564034"/>
                  </a:cubicBezTo>
                  <a:cubicBezTo>
                    <a:pt x="270312" y="574913"/>
                    <a:pt x="270312" y="588511"/>
                    <a:pt x="270312" y="599390"/>
                  </a:cubicBezTo>
                  <a:cubicBezTo>
                    <a:pt x="270312" y="612988"/>
                    <a:pt x="270312" y="623867"/>
                    <a:pt x="270312" y="637465"/>
                  </a:cubicBezTo>
                  <a:cubicBezTo>
                    <a:pt x="270312" y="648343"/>
                    <a:pt x="270312" y="661942"/>
                    <a:pt x="264872" y="670101"/>
                  </a:cubicBezTo>
                  <a:cubicBezTo>
                    <a:pt x="273032" y="672820"/>
                    <a:pt x="278471" y="672820"/>
                    <a:pt x="283910" y="672820"/>
                  </a:cubicBezTo>
                  <a:lnTo>
                    <a:pt x="283910" y="672820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BF1535FC-5A93-427B-B4B5-A62EC2FC69C2}"/>
                </a:ext>
              </a:extLst>
            </p:cNvPr>
            <p:cNvSpPr/>
            <p:nvPr/>
          </p:nvSpPr>
          <p:spPr>
            <a:xfrm>
              <a:off x="8652924" y="4192158"/>
              <a:ext cx="516735" cy="788700"/>
            </a:xfrm>
            <a:custGeom>
              <a:avLst/>
              <a:gdLst>
                <a:gd name="connsiteX0" fmla="*/ 464616 w 516735"/>
                <a:gd name="connsiteY0" fmla="*/ 436210 h 788699"/>
                <a:gd name="connsiteX1" fmla="*/ 445578 w 516735"/>
                <a:gd name="connsiteY1" fmla="*/ 455248 h 788699"/>
                <a:gd name="connsiteX2" fmla="*/ 404783 w 516735"/>
                <a:gd name="connsiteY2" fmla="*/ 466126 h 788699"/>
                <a:gd name="connsiteX3" fmla="*/ 385746 w 516735"/>
                <a:gd name="connsiteY3" fmla="*/ 479725 h 788699"/>
                <a:gd name="connsiteX4" fmla="*/ 388466 w 516735"/>
                <a:gd name="connsiteY4" fmla="*/ 512361 h 788699"/>
                <a:gd name="connsiteX5" fmla="*/ 388466 w 516735"/>
                <a:gd name="connsiteY5" fmla="*/ 544997 h 788699"/>
                <a:gd name="connsiteX6" fmla="*/ 388466 w 516735"/>
                <a:gd name="connsiteY6" fmla="*/ 566754 h 788699"/>
                <a:gd name="connsiteX7" fmla="*/ 391185 w 516735"/>
                <a:gd name="connsiteY7" fmla="*/ 632026 h 788699"/>
                <a:gd name="connsiteX8" fmla="*/ 393905 w 516735"/>
                <a:gd name="connsiteY8" fmla="*/ 683699 h 788699"/>
                <a:gd name="connsiteX9" fmla="*/ 377587 w 516735"/>
                <a:gd name="connsiteY9" fmla="*/ 724494 h 788699"/>
                <a:gd name="connsiteX10" fmla="*/ 361269 w 516735"/>
                <a:gd name="connsiteY10" fmla="*/ 719054 h 788699"/>
                <a:gd name="connsiteX11" fmla="*/ 353110 w 516735"/>
                <a:gd name="connsiteY11" fmla="*/ 702737 h 788699"/>
                <a:gd name="connsiteX12" fmla="*/ 350390 w 516735"/>
                <a:gd name="connsiteY12" fmla="*/ 686419 h 788699"/>
                <a:gd name="connsiteX13" fmla="*/ 353110 w 516735"/>
                <a:gd name="connsiteY13" fmla="*/ 659222 h 788699"/>
                <a:gd name="connsiteX14" fmla="*/ 353110 w 516735"/>
                <a:gd name="connsiteY14" fmla="*/ 656502 h 788699"/>
                <a:gd name="connsiteX15" fmla="*/ 317754 w 516735"/>
                <a:gd name="connsiteY15" fmla="*/ 708176 h 788699"/>
                <a:gd name="connsiteX16" fmla="*/ 241604 w 516735"/>
                <a:gd name="connsiteY16" fmla="*/ 735372 h 788699"/>
                <a:gd name="connsiteX17" fmla="*/ 187211 w 516735"/>
                <a:gd name="connsiteY17" fmla="*/ 727214 h 788699"/>
                <a:gd name="connsiteX18" fmla="*/ 135537 w 516735"/>
                <a:gd name="connsiteY18" fmla="*/ 694578 h 788699"/>
                <a:gd name="connsiteX19" fmla="*/ 86583 w 516735"/>
                <a:gd name="connsiteY19" fmla="*/ 621147 h 788699"/>
                <a:gd name="connsiteX20" fmla="*/ 67546 w 516735"/>
                <a:gd name="connsiteY20" fmla="*/ 555875 h 788699"/>
                <a:gd name="connsiteX21" fmla="*/ 59387 w 516735"/>
                <a:gd name="connsiteY21" fmla="*/ 509641 h 788699"/>
                <a:gd name="connsiteX22" fmla="*/ 59387 w 516735"/>
                <a:gd name="connsiteY22" fmla="*/ 468846 h 788699"/>
                <a:gd name="connsiteX23" fmla="*/ 86583 w 516735"/>
                <a:gd name="connsiteY23" fmla="*/ 302947 h 788699"/>
                <a:gd name="connsiteX24" fmla="*/ 108341 w 516735"/>
                <a:gd name="connsiteY24" fmla="*/ 224077 h 788699"/>
                <a:gd name="connsiteX25" fmla="*/ 146416 w 516735"/>
                <a:gd name="connsiteY25" fmla="*/ 145207 h 788699"/>
                <a:gd name="connsiteX26" fmla="*/ 198090 w 516735"/>
                <a:gd name="connsiteY26" fmla="*/ 85375 h 788699"/>
                <a:gd name="connsiteX27" fmla="*/ 228006 w 516735"/>
                <a:gd name="connsiteY27" fmla="*/ 69057 h 788699"/>
                <a:gd name="connsiteX28" fmla="*/ 268801 w 516735"/>
                <a:gd name="connsiteY28" fmla="*/ 58178 h 788699"/>
                <a:gd name="connsiteX29" fmla="*/ 274240 w 516735"/>
                <a:gd name="connsiteY29" fmla="*/ 58178 h 788699"/>
                <a:gd name="connsiteX30" fmla="*/ 295997 w 516735"/>
                <a:gd name="connsiteY30" fmla="*/ 60898 h 788699"/>
                <a:gd name="connsiteX31" fmla="*/ 331353 w 516735"/>
                <a:gd name="connsiteY31" fmla="*/ 71776 h 788699"/>
                <a:gd name="connsiteX32" fmla="*/ 350390 w 516735"/>
                <a:gd name="connsiteY32" fmla="*/ 93534 h 788699"/>
                <a:gd name="connsiteX33" fmla="*/ 353110 w 516735"/>
                <a:gd name="connsiteY33" fmla="*/ 74496 h 788699"/>
                <a:gd name="connsiteX34" fmla="*/ 358549 w 516735"/>
                <a:gd name="connsiteY34" fmla="*/ 63618 h 788699"/>
                <a:gd name="connsiteX35" fmla="*/ 366708 w 516735"/>
                <a:gd name="connsiteY35" fmla="*/ 58178 h 788699"/>
                <a:gd name="connsiteX36" fmla="*/ 374867 w 516735"/>
                <a:gd name="connsiteY36" fmla="*/ 63618 h 788699"/>
                <a:gd name="connsiteX37" fmla="*/ 383027 w 516735"/>
                <a:gd name="connsiteY37" fmla="*/ 82655 h 788699"/>
                <a:gd name="connsiteX38" fmla="*/ 385746 w 516735"/>
                <a:gd name="connsiteY38" fmla="*/ 126170 h 788699"/>
                <a:gd name="connsiteX39" fmla="*/ 388466 w 516735"/>
                <a:gd name="connsiteY39" fmla="*/ 186002 h 788699"/>
                <a:gd name="connsiteX40" fmla="*/ 391185 w 516735"/>
                <a:gd name="connsiteY40" fmla="*/ 237676 h 788699"/>
                <a:gd name="connsiteX41" fmla="*/ 374867 w 516735"/>
                <a:gd name="connsiteY41" fmla="*/ 278470 h 788699"/>
                <a:gd name="connsiteX42" fmla="*/ 358549 w 516735"/>
                <a:gd name="connsiteY42" fmla="*/ 273031 h 788699"/>
                <a:gd name="connsiteX43" fmla="*/ 350390 w 516735"/>
                <a:gd name="connsiteY43" fmla="*/ 256713 h 788699"/>
                <a:gd name="connsiteX44" fmla="*/ 347671 w 516735"/>
                <a:gd name="connsiteY44" fmla="*/ 240395 h 788699"/>
                <a:gd name="connsiteX45" fmla="*/ 347671 w 516735"/>
                <a:gd name="connsiteY45" fmla="*/ 213199 h 788699"/>
                <a:gd name="connsiteX46" fmla="*/ 344951 w 516735"/>
                <a:gd name="connsiteY46" fmla="*/ 194161 h 788699"/>
                <a:gd name="connsiteX47" fmla="*/ 339512 w 516735"/>
                <a:gd name="connsiteY47" fmla="*/ 150647 h 788699"/>
                <a:gd name="connsiteX48" fmla="*/ 323194 w 516735"/>
                <a:gd name="connsiteY48" fmla="*/ 112571 h 788699"/>
                <a:gd name="connsiteX49" fmla="*/ 293278 w 516735"/>
                <a:gd name="connsiteY49" fmla="*/ 101693 h 788699"/>
                <a:gd name="connsiteX50" fmla="*/ 263361 w 516735"/>
                <a:gd name="connsiteY50" fmla="*/ 120730 h 788699"/>
                <a:gd name="connsiteX51" fmla="*/ 241604 w 516735"/>
                <a:gd name="connsiteY51" fmla="*/ 153366 h 788699"/>
                <a:gd name="connsiteX52" fmla="*/ 233445 w 516735"/>
                <a:gd name="connsiteY52" fmla="*/ 194161 h 788699"/>
                <a:gd name="connsiteX53" fmla="*/ 225286 w 516735"/>
                <a:gd name="connsiteY53" fmla="*/ 232236 h 788699"/>
                <a:gd name="connsiteX54" fmla="*/ 217127 w 516735"/>
                <a:gd name="connsiteY54" fmla="*/ 275751 h 788699"/>
                <a:gd name="connsiteX55" fmla="*/ 211688 w 516735"/>
                <a:gd name="connsiteY55" fmla="*/ 316545 h 788699"/>
                <a:gd name="connsiteX56" fmla="*/ 206249 w 516735"/>
                <a:gd name="connsiteY56" fmla="*/ 354621 h 788699"/>
                <a:gd name="connsiteX57" fmla="*/ 200809 w 516735"/>
                <a:gd name="connsiteY57" fmla="*/ 398135 h 788699"/>
                <a:gd name="connsiteX58" fmla="*/ 195370 w 516735"/>
                <a:gd name="connsiteY58" fmla="*/ 438930 h 788699"/>
                <a:gd name="connsiteX59" fmla="*/ 192650 w 516735"/>
                <a:gd name="connsiteY59" fmla="*/ 474286 h 788699"/>
                <a:gd name="connsiteX60" fmla="*/ 195370 w 516735"/>
                <a:gd name="connsiteY60" fmla="*/ 525959 h 788699"/>
                <a:gd name="connsiteX61" fmla="*/ 208968 w 516735"/>
                <a:gd name="connsiteY61" fmla="*/ 596670 h 788699"/>
                <a:gd name="connsiteX62" fmla="*/ 214407 w 516735"/>
                <a:gd name="connsiteY62" fmla="*/ 623867 h 788699"/>
                <a:gd name="connsiteX63" fmla="*/ 228006 w 516735"/>
                <a:gd name="connsiteY63" fmla="*/ 656502 h 788699"/>
                <a:gd name="connsiteX64" fmla="*/ 271520 w 516735"/>
                <a:gd name="connsiteY64" fmla="*/ 689138 h 788699"/>
                <a:gd name="connsiteX65" fmla="*/ 306876 w 516735"/>
                <a:gd name="connsiteY65" fmla="*/ 664661 h 788699"/>
                <a:gd name="connsiteX66" fmla="*/ 331353 w 516735"/>
                <a:gd name="connsiteY66" fmla="*/ 602109 h 788699"/>
                <a:gd name="connsiteX67" fmla="*/ 336792 w 516735"/>
                <a:gd name="connsiteY67" fmla="*/ 544997 h 788699"/>
                <a:gd name="connsiteX68" fmla="*/ 336792 w 516735"/>
                <a:gd name="connsiteY68" fmla="*/ 498762 h 788699"/>
                <a:gd name="connsiteX69" fmla="*/ 336792 w 516735"/>
                <a:gd name="connsiteY69" fmla="*/ 490603 h 788699"/>
                <a:gd name="connsiteX70" fmla="*/ 320474 w 516735"/>
                <a:gd name="connsiteY70" fmla="*/ 477005 h 788699"/>
                <a:gd name="connsiteX71" fmla="*/ 282399 w 516735"/>
                <a:gd name="connsiteY71" fmla="*/ 479725 h 788699"/>
                <a:gd name="connsiteX72" fmla="*/ 252483 w 516735"/>
                <a:gd name="connsiteY72" fmla="*/ 474286 h 788699"/>
                <a:gd name="connsiteX73" fmla="*/ 247044 w 516735"/>
                <a:gd name="connsiteY73" fmla="*/ 466126 h 788699"/>
                <a:gd name="connsiteX74" fmla="*/ 249763 w 516735"/>
                <a:gd name="connsiteY74" fmla="*/ 457968 h 788699"/>
                <a:gd name="connsiteX75" fmla="*/ 268801 w 516735"/>
                <a:gd name="connsiteY75" fmla="*/ 447089 h 788699"/>
                <a:gd name="connsiteX76" fmla="*/ 312315 w 516735"/>
                <a:gd name="connsiteY76" fmla="*/ 436210 h 788699"/>
                <a:gd name="connsiteX77" fmla="*/ 353110 w 516735"/>
                <a:gd name="connsiteY77" fmla="*/ 430771 h 788699"/>
                <a:gd name="connsiteX78" fmla="*/ 385746 w 516735"/>
                <a:gd name="connsiteY78" fmla="*/ 430771 h 788699"/>
                <a:gd name="connsiteX79" fmla="*/ 437420 w 516735"/>
                <a:gd name="connsiteY79" fmla="*/ 428051 h 788699"/>
                <a:gd name="connsiteX80" fmla="*/ 464616 w 516735"/>
                <a:gd name="connsiteY80" fmla="*/ 436210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516735" h="788699">
                  <a:moveTo>
                    <a:pt x="464616" y="436210"/>
                  </a:moveTo>
                  <a:cubicBezTo>
                    <a:pt x="464616" y="447089"/>
                    <a:pt x="453738" y="452528"/>
                    <a:pt x="445578" y="455248"/>
                  </a:cubicBezTo>
                  <a:cubicBezTo>
                    <a:pt x="434700" y="460687"/>
                    <a:pt x="415662" y="463407"/>
                    <a:pt x="404783" y="466126"/>
                  </a:cubicBezTo>
                  <a:cubicBezTo>
                    <a:pt x="393905" y="466126"/>
                    <a:pt x="385746" y="468846"/>
                    <a:pt x="385746" y="479725"/>
                  </a:cubicBezTo>
                  <a:cubicBezTo>
                    <a:pt x="385746" y="487884"/>
                    <a:pt x="388466" y="506921"/>
                    <a:pt x="388466" y="512361"/>
                  </a:cubicBezTo>
                  <a:cubicBezTo>
                    <a:pt x="388466" y="515080"/>
                    <a:pt x="388466" y="539557"/>
                    <a:pt x="388466" y="544997"/>
                  </a:cubicBezTo>
                  <a:cubicBezTo>
                    <a:pt x="388466" y="550436"/>
                    <a:pt x="388466" y="558595"/>
                    <a:pt x="388466" y="566754"/>
                  </a:cubicBezTo>
                  <a:cubicBezTo>
                    <a:pt x="388466" y="591231"/>
                    <a:pt x="388466" y="621147"/>
                    <a:pt x="391185" y="632026"/>
                  </a:cubicBezTo>
                  <a:cubicBezTo>
                    <a:pt x="393905" y="653783"/>
                    <a:pt x="393905" y="661942"/>
                    <a:pt x="393905" y="683699"/>
                  </a:cubicBezTo>
                  <a:cubicBezTo>
                    <a:pt x="393905" y="694578"/>
                    <a:pt x="393905" y="724494"/>
                    <a:pt x="377587" y="724494"/>
                  </a:cubicBezTo>
                  <a:cubicBezTo>
                    <a:pt x="369428" y="724494"/>
                    <a:pt x="366708" y="721774"/>
                    <a:pt x="361269" y="719054"/>
                  </a:cubicBezTo>
                  <a:cubicBezTo>
                    <a:pt x="355830" y="716335"/>
                    <a:pt x="353110" y="708176"/>
                    <a:pt x="353110" y="702737"/>
                  </a:cubicBezTo>
                  <a:cubicBezTo>
                    <a:pt x="350390" y="694578"/>
                    <a:pt x="350390" y="689138"/>
                    <a:pt x="350390" y="686419"/>
                  </a:cubicBezTo>
                  <a:cubicBezTo>
                    <a:pt x="350390" y="678260"/>
                    <a:pt x="353110" y="672820"/>
                    <a:pt x="353110" y="659222"/>
                  </a:cubicBezTo>
                  <a:lnTo>
                    <a:pt x="353110" y="656502"/>
                  </a:lnTo>
                  <a:cubicBezTo>
                    <a:pt x="347671" y="675540"/>
                    <a:pt x="334073" y="694578"/>
                    <a:pt x="317754" y="708176"/>
                  </a:cubicBezTo>
                  <a:cubicBezTo>
                    <a:pt x="293278" y="727214"/>
                    <a:pt x="274240" y="735372"/>
                    <a:pt x="241604" y="735372"/>
                  </a:cubicBezTo>
                  <a:cubicBezTo>
                    <a:pt x="222566" y="735372"/>
                    <a:pt x="203529" y="732653"/>
                    <a:pt x="187211" y="727214"/>
                  </a:cubicBezTo>
                  <a:cubicBezTo>
                    <a:pt x="165454" y="719054"/>
                    <a:pt x="149136" y="708176"/>
                    <a:pt x="135537" y="694578"/>
                  </a:cubicBezTo>
                  <a:cubicBezTo>
                    <a:pt x="113780" y="672820"/>
                    <a:pt x="100182" y="648343"/>
                    <a:pt x="86583" y="621147"/>
                  </a:cubicBezTo>
                  <a:cubicBezTo>
                    <a:pt x="75705" y="599390"/>
                    <a:pt x="70266" y="580352"/>
                    <a:pt x="67546" y="555875"/>
                  </a:cubicBezTo>
                  <a:cubicBezTo>
                    <a:pt x="64826" y="539557"/>
                    <a:pt x="62107" y="525959"/>
                    <a:pt x="59387" y="509641"/>
                  </a:cubicBezTo>
                  <a:cubicBezTo>
                    <a:pt x="56667" y="493323"/>
                    <a:pt x="59387" y="485164"/>
                    <a:pt x="59387" y="468846"/>
                  </a:cubicBezTo>
                  <a:cubicBezTo>
                    <a:pt x="59387" y="414453"/>
                    <a:pt x="72985" y="362780"/>
                    <a:pt x="86583" y="302947"/>
                  </a:cubicBezTo>
                  <a:cubicBezTo>
                    <a:pt x="92023" y="275751"/>
                    <a:pt x="100182" y="248554"/>
                    <a:pt x="108341" y="224077"/>
                  </a:cubicBezTo>
                  <a:cubicBezTo>
                    <a:pt x="116500" y="196881"/>
                    <a:pt x="130098" y="169684"/>
                    <a:pt x="146416" y="145207"/>
                  </a:cubicBezTo>
                  <a:cubicBezTo>
                    <a:pt x="160014" y="123450"/>
                    <a:pt x="176332" y="101693"/>
                    <a:pt x="198090" y="85375"/>
                  </a:cubicBezTo>
                  <a:cubicBezTo>
                    <a:pt x="206249" y="77216"/>
                    <a:pt x="217127" y="71776"/>
                    <a:pt x="228006" y="69057"/>
                  </a:cubicBezTo>
                  <a:cubicBezTo>
                    <a:pt x="241604" y="63618"/>
                    <a:pt x="255202" y="58178"/>
                    <a:pt x="268801" y="58178"/>
                  </a:cubicBezTo>
                  <a:cubicBezTo>
                    <a:pt x="271520" y="58178"/>
                    <a:pt x="274240" y="58178"/>
                    <a:pt x="274240" y="58178"/>
                  </a:cubicBezTo>
                  <a:cubicBezTo>
                    <a:pt x="279679" y="58178"/>
                    <a:pt x="285119" y="58178"/>
                    <a:pt x="295997" y="60898"/>
                  </a:cubicBezTo>
                  <a:cubicBezTo>
                    <a:pt x="309595" y="63618"/>
                    <a:pt x="320474" y="66337"/>
                    <a:pt x="331353" y="71776"/>
                  </a:cubicBezTo>
                  <a:cubicBezTo>
                    <a:pt x="339512" y="77216"/>
                    <a:pt x="347671" y="85375"/>
                    <a:pt x="350390" y="93534"/>
                  </a:cubicBezTo>
                  <a:cubicBezTo>
                    <a:pt x="350390" y="88095"/>
                    <a:pt x="353110" y="79936"/>
                    <a:pt x="353110" y="74496"/>
                  </a:cubicBezTo>
                  <a:cubicBezTo>
                    <a:pt x="355830" y="71776"/>
                    <a:pt x="355830" y="69057"/>
                    <a:pt x="358549" y="63618"/>
                  </a:cubicBezTo>
                  <a:cubicBezTo>
                    <a:pt x="361269" y="60898"/>
                    <a:pt x="363989" y="58178"/>
                    <a:pt x="366708" y="58178"/>
                  </a:cubicBezTo>
                  <a:cubicBezTo>
                    <a:pt x="369428" y="58178"/>
                    <a:pt x="372148" y="60898"/>
                    <a:pt x="374867" y="63618"/>
                  </a:cubicBezTo>
                  <a:cubicBezTo>
                    <a:pt x="377587" y="69057"/>
                    <a:pt x="380307" y="77216"/>
                    <a:pt x="383027" y="82655"/>
                  </a:cubicBezTo>
                  <a:cubicBezTo>
                    <a:pt x="383027" y="90814"/>
                    <a:pt x="385746" y="107132"/>
                    <a:pt x="385746" y="126170"/>
                  </a:cubicBezTo>
                  <a:cubicBezTo>
                    <a:pt x="385746" y="150647"/>
                    <a:pt x="385746" y="177843"/>
                    <a:pt x="388466" y="186002"/>
                  </a:cubicBezTo>
                  <a:cubicBezTo>
                    <a:pt x="391185" y="207759"/>
                    <a:pt x="391185" y="215918"/>
                    <a:pt x="391185" y="237676"/>
                  </a:cubicBezTo>
                  <a:cubicBezTo>
                    <a:pt x="391185" y="248554"/>
                    <a:pt x="391185" y="278470"/>
                    <a:pt x="374867" y="278470"/>
                  </a:cubicBezTo>
                  <a:cubicBezTo>
                    <a:pt x="366708" y="278470"/>
                    <a:pt x="363989" y="275751"/>
                    <a:pt x="358549" y="273031"/>
                  </a:cubicBezTo>
                  <a:cubicBezTo>
                    <a:pt x="353110" y="270311"/>
                    <a:pt x="350390" y="262152"/>
                    <a:pt x="350390" y="256713"/>
                  </a:cubicBezTo>
                  <a:cubicBezTo>
                    <a:pt x="350390" y="251274"/>
                    <a:pt x="347671" y="245834"/>
                    <a:pt x="347671" y="240395"/>
                  </a:cubicBezTo>
                  <a:cubicBezTo>
                    <a:pt x="347671" y="232236"/>
                    <a:pt x="347671" y="224077"/>
                    <a:pt x="347671" y="213199"/>
                  </a:cubicBezTo>
                  <a:cubicBezTo>
                    <a:pt x="347671" y="207759"/>
                    <a:pt x="347671" y="199600"/>
                    <a:pt x="344951" y="194161"/>
                  </a:cubicBezTo>
                  <a:cubicBezTo>
                    <a:pt x="342232" y="180563"/>
                    <a:pt x="342232" y="164245"/>
                    <a:pt x="339512" y="150647"/>
                  </a:cubicBezTo>
                  <a:cubicBezTo>
                    <a:pt x="336792" y="137048"/>
                    <a:pt x="331353" y="123450"/>
                    <a:pt x="323194" y="112571"/>
                  </a:cubicBezTo>
                  <a:cubicBezTo>
                    <a:pt x="317754" y="104412"/>
                    <a:pt x="304156" y="101693"/>
                    <a:pt x="293278" y="101693"/>
                  </a:cubicBezTo>
                  <a:cubicBezTo>
                    <a:pt x="279679" y="101693"/>
                    <a:pt x="271520" y="109852"/>
                    <a:pt x="263361" y="120730"/>
                  </a:cubicBezTo>
                  <a:cubicBezTo>
                    <a:pt x="257922" y="131609"/>
                    <a:pt x="247044" y="139768"/>
                    <a:pt x="241604" y="153366"/>
                  </a:cubicBezTo>
                  <a:cubicBezTo>
                    <a:pt x="236165" y="166964"/>
                    <a:pt x="233445" y="180563"/>
                    <a:pt x="233445" y="194161"/>
                  </a:cubicBezTo>
                  <a:cubicBezTo>
                    <a:pt x="233445" y="207759"/>
                    <a:pt x="230725" y="218638"/>
                    <a:pt x="225286" y="232236"/>
                  </a:cubicBezTo>
                  <a:cubicBezTo>
                    <a:pt x="219847" y="245834"/>
                    <a:pt x="219847" y="262152"/>
                    <a:pt x="217127" y="275751"/>
                  </a:cubicBezTo>
                  <a:cubicBezTo>
                    <a:pt x="214407" y="289349"/>
                    <a:pt x="214407" y="302947"/>
                    <a:pt x="211688" y="316545"/>
                  </a:cubicBezTo>
                  <a:cubicBezTo>
                    <a:pt x="211688" y="330144"/>
                    <a:pt x="206249" y="341022"/>
                    <a:pt x="206249" y="354621"/>
                  </a:cubicBezTo>
                  <a:cubicBezTo>
                    <a:pt x="203529" y="368219"/>
                    <a:pt x="203529" y="381817"/>
                    <a:pt x="200809" y="398135"/>
                  </a:cubicBezTo>
                  <a:cubicBezTo>
                    <a:pt x="198090" y="411733"/>
                    <a:pt x="198090" y="425332"/>
                    <a:pt x="195370" y="438930"/>
                  </a:cubicBezTo>
                  <a:cubicBezTo>
                    <a:pt x="195370" y="449809"/>
                    <a:pt x="192650" y="463407"/>
                    <a:pt x="192650" y="474286"/>
                  </a:cubicBezTo>
                  <a:cubicBezTo>
                    <a:pt x="192650" y="490603"/>
                    <a:pt x="195370" y="509641"/>
                    <a:pt x="195370" y="525959"/>
                  </a:cubicBezTo>
                  <a:cubicBezTo>
                    <a:pt x="195370" y="550436"/>
                    <a:pt x="203529" y="572193"/>
                    <a:pt x="208968" y="596670"/>
                  </a:cubicBezTo>
                  <a:cubicBezTo>
                    <a:pt x="211688" y="604829"/>
                    <a:pt x="211688" y="615708"/>
                    <a:pt x="214407" y="623867"/>
                  </a:cubicBezTo>
                  <a:cubicBezTo>
                    <a:pt x="217127" y="634745"/>
                    <a:pt x="222566" y="645624"/>
                    <a:pt x="228006" y="656502"/>
                  </a:cubicBezTo>
                  <a:cubicBezTo>
                    <a:pt x="236165" y="670101"/>
                    <a:pt x="252483" y="689138"/>
                    <a:pt x="271520" y="689138"/>
                  </a:cubicBezTo>
                  <a:cubicBezTo>
                    <a:pt x="287838" y="689138"/>
                    <a:pt x="298717" y="675540"/>
                    <a:pt x="306876" y="664661"/>
                  </a:cubicBezTo>
                  <a:cubicBezTo>
                    <a:pt x="320474" y="645624"/>
                    <a:pt x="325914" y="623867"/>
                    <a:pt x="331353" y="602109"/>
                  </a:cubicBezTo>
                  <a:cubicBezTo>
                    <a:pt x="334073" y="583072"/>
                    <a:pt x="336792" y="564034"/>
                    <a:pt x="336792" y="544997"/>
                  </a:cubicBezTo>
                  <a:cubicBezTo>
                    <a:pt x="336792" y="531398"/>
                    <a:pt x="336792" y="512361"/>
                    <a:pt x="336792" y="498762"/>
                  </a:cubicBezTo>
                  <a:cubicBezTo>
                    <a:pt x="336792" y="496043"/>
                    <a:pt x="336792" y="493323"/>
                    <a:pt x="336792" y="490603"/>
                  </a:cubicBezTo>
                  <a:cubicBezTo>
                    <a:pt x="336792" y="479725"/>
                    <a:pt x="336792" y="477005"/>
                    <a:pt x="320474" y="477005"/>
                  </a:cubicBezTo>
                  <a:cubicBezTo>
                    <a:pt x="309595" y="477005"/>
                    <a:pt x="295997" y="479725"/>
                    <a:pt x="282399" y="479725"/>
                  </a:cubicBezTo>
                  <a:cubicBezTo>
                    <a:pt x="271520" y="479725"/>
                    <a:pt x="260642" y="479725"/>
                    <a:pt x="252483" y="474286"/>
                  </a:cubicBezTo>
                  <a:cubicBezTo>
                    <a:pt x="249763" y="471566"/>
                    <a:pt x="247044" y="468846"/>
                    <a:pt x="247044" y="466126"/>
                  </a:cubicBezTo>
                  <a:cubicBezTo>
                    <a:pt x="247044" y="463407"/>
                    <a:pt x="247044" y="460687"/>
                    <a:pt x="249763" y="457968"/>
                  </a:cubicBezTo>
                  <a:cubicBezTo>
                    <a:pt x="255202" y="452528"/>
                    <a:pt x="260642" y="449809"/>
                    <a:pt x="268801" y="447089"/>
                  </a:cubicBezTo>
                  <a:cubicBezTo>
                    <a:pt x="282399" y="441650"/>
                    <a:pt x="295997" y="438930"/>
                    <a:pt x="312315" y="436210"/>
                  </a:cubicBezTo>
                  <a:cubicBezTo>
                    <a:pt x="325914" y="433491"/>
                    <a:pt x="339512" y="433491"/>
                    <a:pt x="353110" y="430771"/>
                  </a:cubicBezTo>
                  <a:cubicBezTo>
                    <a:pt x="363989" y="430771"/>
                    <a:pt x="374867" y="430771"/>
                    <a:pt x="385746" y="430771"/>
                  </a:cubicBezTo>
                  <a:cubicBezTo>
                    <a:pt x="402064" y="430771"/>
                    <a:pt x="426541" y="428051"/>
                    <a:pt x="437420" y="428051"/>
                  </a:cubicBezTo>
                  <a:cubicBezTo>
                    <a:pt x="451018" y="422612"/>
                    <a:pt x="464616" y="425332"/>
                    <a:pt x="464616" y="436210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B88832EF-632C-43A0-AFE1-06D043A20CAF}"/>
                </a:ext>
              </a:extLst>
            </p:cNvPr>
            <p:cNvSpPr/>
            <p:nvPr/>
          </p:nvSpPr>
          <p:spPr>
            <a:xfrm>
              <a:off x="9053923" y="4178559"/>
              <a:ext cx="625521" cy="788700"/>
            </a:xfrm>
            <a:custGeom>
              <a:avLst/>
              <a:gdLst>
                <a:gd name="connsiteX0" fmla="*/ 536838 w 625521"/>
                <a:gd name="connsiteY0" fmla="*/ 680979 h 788699"/>
                <a:gd name="connsiteX1" fmla="*/ 574913 w 625521"/>
                <a:gd name="connsiteY1" fmla="*/ 697297 h 788699"/>
                <a:gd name="connsiteX2" fmla="*/ 566755 w 625521"/>
                <a:gd name="connsiteY2" fmla="*/ 713615 h 788699"/>
                <a:gd name="connsiteX3" fmla="*/ 550437 w 625521"/>
                <a:gd name="connsiteY3" fmla="*/ 721774 h 788699"/>
                <a:gd name="connsiteX4" fmla="*/ 528680 w 625521"/>
                <a:gd name="connsiteY4" fmla="*/ 724494 h 788699"/>
                <a:gd name="connsiteX5" fmla="*/ 417174 w 625521"/>
                <a:gd name="connsiteY5" fmla="*/ 724494 h 788699"/>
                <a:gd name="connsiteX6" fmla="*/ 398136 w 625521"/>
                <a:gd name="connsiteY6" fmla="*/ 724494 h 788699"/>
                <a:gd name="connsiteX7" fmla="*/ 373659 w 625521"/>
                <a:gd name="connsiteY7" fmla="*/ 724494 h 788699"/>
                <a:gd name="connsiteX8" fmla="*/ 346462 w 625521"/>
                <a:gd name="connsiteY8" fmla="*/ 719054 h 788699"/>
                <a:gd name="connsiteX9" fmla="*/ 330144 w 625521"/>
                <a:gd name="connsiteY9" fmla="*/ 702737 h 788699"/>
                <a:gd name="connsiteX10" fmla="*/ 335584 w 625521"/>
                <a:gd name="connsiteY10" fmla="*/ 694578 h 788699"/>
                <a:gd name="connsiteX11" fmla="*/ 357341 w 625521"/>
                <a:gd name="connsiteY11" fmla="*/ 686419 h 788699"/>
                <a:gd name="connsiteX12" fmla="*/ 395416 w 625521"/>
                <a:gd name="connsiteY12" fmla="*/ 680979 h 788699"/>
                <a:gd name="connsiteX13" fmla="*/ 381817 w 625521"/>
                <a:gd name="connsiteY13" fmla="*/ 656502 h 788699"/>
                <a:gd name="connsiteX14" fmla="*/ 379098 w 625521"/>
                <a:gd name="connsiteY14" fmla="*/ 585791 h 788699"/>
                <a:gd name="connsiteX15" fmla="*/ 379098 w 625521"/>
                <a:gd name="connsiteY15" fmla="*/ 517800 h 788699"/>
                <a:gd name="connsiteX16" fmla="*/ 379098 w 625521"/>
                <a:gd name="connsiteY16" fmla="*/ 474286 h 788699"/>
                <a:gd name="connsiteX17" fmla="*/ 379098 w 625521"/>
                <a:gd name="connsiteY17" fmla="*/ 430771 h 788699"/>
                <a:gd name="connsiteX18" fmla="*/ 381817 w 625521"/>
                <a:gd name="connsiteY18" fmla="*/ 411733 h 788699"/>
                <a:gd name="connsiteX19" fmla="*/ 379098 w 625521"/>
                <a:gd name="connsiteY19" fmla="*/ 400855 h 788699"/>
                <a:gd name="connsiteX20" fmla="*/ 370939 w 625521"/>
                <a:gd name="connsiteY20" fmla="*/ 398135 h 788699"/>
                <a:gd name="connsiteX21" fmla="*/ 338304 w 625521"/>
                <a:gd name="connsiteY21" fmla="*/ 400855 h 788699"/>
                <a:gd name="connsiteX22" fmla="*/ 289349 w 625521"/>
                <a:gd name="connsiteY22" fmla="*/ 403575 h 788699"/>
                <a:gd name="connsiteX23" fmla="*/ 264872 w 625521"/>
                <a:gd name="connsiteY23" fmla="*/ 400855 h 788699"/>
                <a:gd name="connsiteX24" fmla="*/ 259433 w 625521"/>
                <a:gd name="connsiteY24" fmla="*/ 406294 h 788699"/>
                <a:gd name="connsiteX25" fmla="*/ 259433 w 625521"/>
                <a:gd name="connsiteY25" fmla="*/ 425332 h 788699"/>
                <a:gd name="connsiteX26" fmla="*/ 259433 w 625521"/>
                <a:gd name="connsiteY26" fmla="*/ 449809 h 788699"/>
                <a:gd name="connsiteX27" fmla="*/ 259433 w 625521"/>
                <a:gd name="connsiteY27" fmla="*/ 471566 h 788699"/>
                <a:gd name="connsiteX28" fmla="*/ 259433 w 625521"/>
                <a:gd name="connsiteY28" fmla="*/ 504202 h 788699"/>
                <a:gd name="connsiteX29" fmla="*/ 259433 w 625521"/>
                <a:gd name="connsiteY29" fmla="*/ 509641 h 788699"/>
                <a:gd name="connsiteX30" fmla="*/ 256714 w 625521"/>
                <a:gd name="connsiteY30" fmla="*/ 542277 h 788699"/>
                <a:gd name="connsiteX31" fmla="*/ 256714 w 625521"/>
                <a:gd name="connsiteY31" fmla="*/ 577632 h 788699"/>
                <a:gd name="connsiteX32" fmla="*/ 256714 w 625521"/>
                <a:gd name="connsiteY32" fmla="*/ 612988 h 788699"/>
                <a:gd name="connsiteX33" fmla="*/ 253994 w 625521"/>
                <a:gd name="connsiteY33" fmla="*/ 656502 h 788699"/>
                <a:gd name="connsiteX34" fmla="*/ 256714 w 625521"/>
                <a:gd name="connsiteY34" fmla="*/ 678260 h 788699"/>
                <a:gd name="connsiteX35" fmla="*/ 286629 w 625521"/>
                <a:gd name="connsiteY35" fmla="*/ 694578 h 788699"/>
                <a:gd name="connsiteX36" fmla="*/ 281191 w 625521"/>
                <a:gd name="connsiteY36" fmla="*/ 710895 h 788699"/>
                <a:gd name="connsiteX37" fmla="*/ 264872 w 625521"/>
                <a:gd name="connsiteY37" fmla="*/ 719054 h 788699"/>
                <a:gd name="connsiteX38" fmla="*/ 243116 w 625521"/>
                <a:gd name="connsiteY38" fmla="*/ 721774 h 788699"/>
                <a:gd name="connsiteX39" fmla="*/ 243116 w 625521"/>
                <a:gd name="connsiteY39" fmla="*/ 721774 h 788699"/>
                <a:gd name="connsiteX40" fmla="*/ 232236 w 625521"/>
                <a:gd name="connsiteY40" fmla="*/ 727214 h 788699"/>
                <a:gd name="connsiteX41" fmla="*/ 224078 w 625521"/>
                <a:gd name="connsiteY41" fmla="*/ 735372 h 788699"/>
                <a:gd name="connsiteX42" fmla="*/ 213199 w 625521"/>
                <a:gd name="connsiteY42" fmla="*/ 738092 h 788699"/>
                <a:gd name="connsiteX43" fmla="*/ 183283 w 625521"/>
                <a:gd name="connsiteY43" fmla="*/ 727214 h 788699"/>
                <a:gd name="connsiteX44" fmla="*/ 175124 w 625521"/>
                <a:gd name="connsiteY44" fmla="*/ 719054 h 788699"/>
                <a:gd name="connsiteX45" fmla="*/ 145208 w 625521"/>
                <a:gd name="connsiteY45" fmla="*/ 719054 h 788699"/>
                <a:gd name="connsiteX46" fmla="*/ 126170 w 625521"/>
                <a:gd name="connsiteY46" fmla="*/ 719054 h 788699"/>
                <a:gd name="connsiteX47" fmla="*/ 101693 w 625521"/>
                <a:gd name="connsiteY47" fmla="*/ 719054 h 788699"/>
                <a:gd name="connsiteX48" fmla="*/ 74496 w 625521"/>
                <a:gd name="connsiteY48" fmla="*/ 713615 h 788699"/>
                <a:gd name="connsiteX49" fmla="*/ 58178 w 625521"/>
                <a:gd name="connsiteY49" fmla="*/ 697297 h 788699"/>
                <a:gd name="connsiteX50" fmla="*/ 63618 w 625521"/>
                <a:gd name="connsiteY50" fmla="*/ 689138 h 788699"/>
                <a:gd name="connsiteX51" fmla="*/ 85375 w 625521"/>
                <a:gd name="connsiteY51" fmla="*/ 680979 h 788699"/>
                <a:gd name="connsiteX52" fmla="*/ 131609 w 625521"/>
                <a:gd name="connsiteY52" fmla="*/ 675540 h 788699"/>
                <a:gd name="connsiteX53" fmla="*/ 131609 w 625521"/>
                <a:gd name="connsiteY53" fmla="*/ 667381 h 788699"/>
                <a:gd name="connsiteX54" fmla="*/ 131609 w 625521"/>
                <a:gd name="connsiteY54" fmla="*/ 651063 h 788699"/>
                <a:gd name="connsiteX55" fmla="*/ 131609 w 625521"/>
                <a:gd name="connsiteY55" fmla="*/ 618427 h 788699"/>
                <a:gd name="connsiteX56" fmla="*/ 131609 w 625521"/>
                <a:gd name="connsiteY56" fmla="*/ 580352 h 788699"/>
                <a:gd name="connsiteX57" fmla="*/ 131609 w 625521"/>
                <a:gd name="connsiteY57" fmla="*/ 531398 h 788699"/>
                <a:gd name="connsiteX58" fmla="*/ 131609 w 625521"/>
                <a:gd name="connsiteY58" fmla="*/ 466126 h 788699"/>
                <a:gd name="connsiteX59" fmla="*/ 131609 w 625521"/>
                <a:gd name="connsiteY59" fmla="*/ 422612 h 788699"/>
                <a:gd name="connsiteX60" fmla="*/ 131609 w 625521"/>
                <a:gd name="connsiteY60" fmla="*/ 411733 h 788699"/>
                <a:gd name="connsiteX61" fmla="*/ 131609 w 625521"/>
                <a:gd name="connsiteY61" fmla="*/ 398135 h 788699"/>
                <a:gd name="connsiteX62" fmla="*/ 126170 w 625521"/>
                <a:gd name="connsiteY62" fmla="*/ 389976 h 788699"/>
                <a:gd name="connsiteX63" fmla="*/ 101693 w 625521"/>
                <a:gd name="connsiteY63" fmla="*/ 387257 h 788699"/>
                <a:gd name="connsiteX64" fmla="*/ 77216 w 625521"/>
                <a:gd name="connsiteY64" fmla="*/ 376378 h 788699"/>
                <a:gd name="connsiteX65" fmla="*/ 82655 w 625521"/>
                <a:gd name="connsiteY65" fmla="*/ 368219 h 788699"/>
                <a:gd name="connsiteX66" fmla="*/ 98973 w 625521"/>
                <a:gd name="connsiteY66" fmla="*/ 360060 h 788699"/>
                <a:gd name="connsiteX67" fmla="*/ 118011 w 625521"/>
                <a:gd name="connsiteY67" fmla="*/ 357340 h 788699"/>
                <a:gd name="connsiteX68" fmla="*/ 131609 w 625521"/>
                <a:gd name="connsiteY68" fmla="*/ 351901 h 788699"/>
                <a:gd name="connsiteX69" fmla="*/ 131609 w 625521"/>
                <a:gd name="connsiteY69" fmla="*/ 343742 h 788699"/>
                <a:gd name="connsiteX70" fmla="*/ 131609 w 625521"/>
                <a:gd name="connsiteY70" fmla="*/ 270311 h 788699"/>
                <a:gd name="connsiteX71" fmla="*/ 137048 w 625521"/>
                <a:gd name="connsiteY71" fmla="*/ 145207 h 788699"/>
                <a:gd name="connsiteX72" fmla="*/ 139768 w 625521"/>
                <a:gd name="connsiteY72" fmla="*/ 123450 h 788699"/>
                <a:gd name="connsiteX73" fmla="*/ 123450 w 625521"/>
                <a:gd name="connsiteY73" fmla="*/ 123450 h 788699"/>
                <a:gd name="connsiteX74" fmla="*/ 118011 w 625521"/>
                <a:gd name="connsiteY74" fmla="*/ 123450 h 788699"/>
                <a:gd name="connsiteX75" fmla="*/ 101693 w 625521"/>
                <a:gd name="connsiteY75" fmla="*/ 123450 h 788699"/>
                <a:gd name="connsiteX76" fmla="*/ 74496 w 625521"/>
                <a:gd name="connsiteY76" fmla="*/ 118011 h 788699"/>
                <a:gd name="connsiteX77" fmla="*/ 58178 w 625521"/>
                <a:gd name="connsiteY77" fmla="*/ 101693 h 788699"/>
                <a:gd name="connsiteX78" fmla="*/ 63618 w 625521"/>
                <a:gd name="connsiteY78" fmla="*/ 93534 h 788699"/>
                <a:gd name="connsiteX79" fmla="*/ 85375 w 625521"/>
                <a:gd name="connsiteY79" fmla="*/ 85375 h 788699"/>
                <a:gd name="connsiteX80" fmla="*/ 137048 w 625521"/>
                <a:gd name="connsiteY80" fmla="*/ 82655 h 788699"/>
                <a:gd name="connsiteX81" fmla="*/ 147927 w 625521"/>
                <a:gd name="connsiteY81" fmla="*/ 82655 h 788699"/>
                <a:gd name="connsiteX82" fmla="*/ 186003 w 625521"/>
                <a:gd name="connsiteY82" fmla="*/ 58178 h 788699"/>
                <a:gd name="connsiteX83" fmla="*/ 226797 w 625521"/>
                <a:gd name="connsiteY83" fmla="*/ 79936 h 788699"/>
                <a:gd name="connsiteX84" fmla="*/ 253994 w 625521"/>
                <a:gd name="connsiteY84" fmla="*/ 79936 h 788699"/>
                <a:gd name="connsiteX85" fmla="*/ 294789 w 625521"/>
                <a:gd name="connsiteY85" fmla="*/ 96253 h 788699"/>
                <a:gd name="connsiteX86" fmla="*/ 283910 w 625521"/>
                <a:gd name="connsiteY86" fmla="*/ 112571 h 788699"/>
                <a:gd name="connsiteX87" fmla="*/ 267592 w 625521"/>
                <a:gd name="connsiteY87" fmla="*/ 120730 h 788699"/>
                <a:gd name="connsiteX88" fmla="*/ 245835 w 625521"/>
                <a:gd name="connsiteY88" fmla="*/ 123450 h 788699"/>
                <a:gd name="connsiteX89" fmla="*/ 237676 w 625521"/>
                <a:gd name="connsiteY89" fmla="*/ 123450 h 788699"/>
                <a:gd name="connsiteX90" fmla="*/ 240396 w 625521"/>
                <a:gd name="connsiteY90" fmla="*/ 128889 h 788699"/>
                <a:gd name="connsiteX91" fmla="*/ 251274 w 625521"/>
                <a:gd name="connsiteY91" fmla="*/ 177843 h 788699"/>
                <a:gd name="connsiteX92" fmla="*/ 256714 w 625521"/>
                <a:gd name="connsiteY92" fmla="*/ 226797 h 788699"/>
                <a:gd name="connsiteX93" fmla="*/ 262153 w 625521"/>
                <a:gd name="connsiteY93" fmla="*/ 273031 h 788699"/>
                <a:gd name="connsiteX94" fmla="*/ 262153 w 625521"/>
                <a:gd name="connsiteY94" fmla="*/ 289349 h 788699"/>
                <a:gd name="connsiteX95" fmla="*/ 262153 w 625521"/>
                <a:gd name="connsiteY95" fmla="*/ 297508 h 788699"/>
                <a:gd name="connsiteX96" fmla="*/ 264872 w 625521"/>
                <a:gd name="connsiteY96" fmla="*/ 321985 h 788699"/>
                <a:gd name="connsiteX97" fmla="*/ 270312 w 625521"/>
                <a:gd name="connsiteY97" fmla="*/ 335583 h 788699"/>
                <a:gd name="connsiteX98" fmla="*/ 270312 w 625521"/>
                <a:gd name="connsiteY98" fmla="*/ 338303 h 788699"/>
                <a:gd name="connsiteX99" fmla="*/ 270312 w 625521"/>
                <a:gd name="connsiteY99" fmla="*/ 346462 h 788699"/>
                <a:gd name="connsiteX100" fmla="*/ 278471 w 625521"/>
                <a:gd name="connsiteY100" fmla="*/ 354621 h 788699"/>
                <a:gd name="connsiteX101" fmla="*/ 338304 w 625521"/>
                <a:gd name="connsiteY101" fmla="*/ 349181 h 788699"/>
                <a:gd name="connsiteX102" fmla="*/ 365500 w 625521"/>
                <a:gd name="connsiteY102" fmla="*/ 349181 h 788699"/>
                <a:gd name="connsiteX103" fmla="*/ 381817 w 625521"/>
                <a:gd name="connsiteY103" fmla="*/ 349181 h 788699"/>
                <a:gd name="connsiteX104" fmla="*/ 392697 w 625521"/>
                <a:gd name="connsiteY104" fmla="*/ 338303 h 788699"/>
                <a:gd name="connsiteX105" fmla="*/ 389977 w 625521"/>
                <a:gd name="connsiteY105" fmla="*/ 313826 h 788699"/>
                <a:gd name="connsiteX106" fmla="*/ 392697 w 625521"/>
                <a:gd name="connsiteY106" fmla="*/ 262152 h 788699"/>
                <a:gd name="connsiteX107" fmla="*/ 395416 w 625521"/>
                <a:gd name="connsiteY107" fmla="*/ 224077 h 788699"/>
                <a:gd name="connsiteX108" fmla="*/ 398136 w 625521"/>
                <a:gd name="connsiteY108" fmla="*/ 177843 h 788699"/>
                <a:gd name="connsiteX109" fmla="*/ 395416 w 625521"/>
                <a:gd name="connsiteY109" fmla="*/ 153366 h 788699"/>
                <a:gd name="connsiteX110" fmla="*/ 395416 w 625521"/>
                <a:gd name="connsiteY110" fmla="*/ 137048 h 788699"/>
                <a:gd name="connsiteX111" fmla="*/ 379098 w 625521"/>
                <a:gd name="connsiteY111" fmla="*/ 137048 h 788699"/>
                <a:gd name="connsiteX112" fmla="*/ 351902 w 625521"/>
                <a:gd name="connsiteY112" fmla="*/ 131609 h 788699"/>
                <a:gd name="connsiteX113" fmla="*/ 338304 w 625521"/>
                <a:gd name="connsiteY113" fmla="*/ 115291 h 788699"/>
                <a:gd name="connsiteX114" fmla="*/ 343742 w 625521"/>
                <a:gd name="connsiteY114" fmla="*/ 107132 h 788699"/>
                <a:gd name="connsiteX115" fmla="*/ 362780 w 625521"/>
                <a:gd name="connsiteY115" fmla="*/ 98973 h 788699"/>
                <a:gd name="connsiteX116" fmla="*/ 395416 w 625521"/>
                <a:gd name="connsiteY116" fmla="*/ 96253 h 788699"/>
                <a:gd name="connsiteX117" fmla="*/ 403575 w 625521"/>
                <a:gd name="connsiteY117" fmla="*/ 90814 h 788699"/>
                <a:gd name="connsiteX118" fmla="*/ 422612 w 625521"/>
                <a:gd name="connsiteY118" fmla="*/ 88095 h 788699"/>
                <a:gd name="connsiteX119" fmla="*/ 428052 w 625521"/>
                <a:gd name="connsiteY119" fmla="*/ 88095 h 788699"/>
                <a:gd name="connsiteX120" fmla="*/ 447090 w 625521"/>
                <a:gd name="connsiteY120" fmla="*/ 90814 h 788699"/>
                <a:gd name="connsiteX121" fmla="*/ 455249 w 625521"/>
                <a:gd name="connsiteY121" fmla="*/ 96253 h 788699"/>
                <a:gd name="connsiteX122" fmla="*/ 525960 w 625521"/>
                <a:gd name="connsiteY122" fmla="*/ 93534 h 788699"/>
                <a:gd name="connsiteX123" fmla="*/ 561315 w 625521"/>
                <a:gd name="connsiteY123" fmla="*/ 109852 h 788699"/>
                <a:gd name="connsiteX124" fmla="*/ 555876 w 625521"/>
                <a:gd name="connsiteY124" fmla="*/ 126170 h 788699"/>
                <a:gd name="connsiteX125" fmla="*/ 539558 w 625521"/>
                <a:gd name="connsiteY125" fmla="*/ 134329 h 788699"/>
                <a:gd name="connsiteX126" fmla="*/ 517800 w 625521"/>
                <a:gd name="connsiteY126" fmla="*/ 137048 h 788699"/>
                <a:gd name="connsiteX127" fmla="*/ 477006 w 625521"/>
                <a:gd name="connsiteY127" fmla="*/ 137048 h 788699"/>
                <a:gd name="connsiteX128" fmla="*/ 485165 w 625521"/>
                <a:gd name="connsiteY128" fmla="*/ 161525 h 788699"/>
                <a:gd name="connsiteX129" fmla="*/ 496043 w 625521"/>
                <a:gd name="connsiteY129" fmla="*/ 210479 h 788699"/>
                <a:gd name="connsiteX130" fmla="*/ 501483 w 625521"/>
                <a:gd name="connsiteY130" fmla="*/ 251274 h 788699"/>
                <a:gd name="connsiteX131" fmla="*/ 506922 w 625521"/>
                <a:gd name="connsiteY131" fmla="*/ 292069 h 788699"/>
                <a:gd name="connsiteX132" fmla="*/ 506922 w 625521"/>
                <a:gd name="connsiteY132" fmla="*/ 321985 h 788699"/>
                <a:gd name="connsiteX133" fmla="*/ 509642 w 625521"/>
                <a:gd name="connsiteY133" fmla="*/ 341022 h 788699"/>
                <a:gd name="connsiteX134" fmla="*/ 509642 w 625521"/>
                <a:gd name="connsiteY134" fmla="*/ 343742 h 788699"/>
                <a:gd name="connsiteX135" fmla="*/ 517800 w 625521"/>
                <a:gd name="connsiteY135" fmla="*/ 349181 h 788699"/>
                <a:gd name="connsiteX136" fmla="*/ 528680 w 625521"/>
                <a:gd name="connsiteY136" fmla="*/ 349181 h 788699"/>
                <a:gd name="connsiteX137" fmla="*/ 550437 w 625521"/>
                <a:gd name="connsiteY137" fmla="*/ 357340 h 788699"/>
                <a:gd name="connsiteX138" fmla="*/ 550437 w 625521"/>
                <a:gd name="connsiteY138" fmla="*/ 362780 h 788699"/>
                <a:gd name="connsiteX139" fmla="*/ 534119 w 625521"/>
                <a:gd name="connsiteY139" fmla="*/ 384537 h 788699"/>
                <a:gd name="connsiteX140" fmla="*/ 520520 w 625521"/>
                <a:gd name="connsiteY140" fmla="*/ 389976 h 788699"/>
                <a:gd name="connsiteX141" fmla="*/ 512362 w 625521"/>
                <a:gd name="connsiteY141" fmla="*/ 395415 h 788699"/>
                <a:gd name="connsiteX142" fmla="*/ 512362 w 625521"/>
                <a:gd name="connsiteY142" fmla="*/ 398135 h 788699"/>
                <a:gd name="connsiteX143" fmla="*/ 512362 w 625521"/>
                <a:gd name="connsiteY143" fmla="*/ 409014 h 788699"/>
                <a:gd name="connsiteX144" fmla="*/ 512362 w 625521"/>
                <a:gd name="connsiteY144" fmla="*/ 414453 h 788699"/>
                <a:gd name="connsiteX145" fmla="*/ 512362 w 625521"/>
                <a:gd name="connsiteY145" fmla="*/ 438930 h 788699"/>
                <a:gd name="connsiteX146" fmla="*/ 515081 w 625521"/>
                <a:gd name="connsiteY146" fmla="*/ 504202 h 788699"/>
                <a:gd name="connsiteX147" fmla="*/ 520520 w 625521"/>
                <a:gd name="connsiteY147" fmla="*/ 572193 h 788699"/>
                <a:gd name="connsiteX148" fmla="*/ 517800 w 625521"/>
                <a:gd name="connsiteY148" fmla="*/ 604829 h 788699"/>
                <a:gd name="connsiteX149" fmla="*/ 512362 w 625521"/>
                <a:gd name="connsiteY149" fmla="*/ 661942 h 788699"/>
                <a:gd name="connsiteX150" fmla="*/ 509642 w 625521"/>
                <a:gd name="connsiteY150" fmla="*/ 670101 h 788699"/>
                <a:gd name="connsiteX151" fmla="*/ 512362 w 625521"/>
                <a:gd name="connsiteY151" fmla="*/ 680979 h 788699"/>
                <a:gd name="connsiteX152" fmla="*/ 512362 w 625521"/>
                <a:gd name="connsiteY152" fmla="*/ 686419 h 788699"/>
                <a:gd name="connsiteX153" fmla="*/ 536838 w 625521"/>
                <a:gd name="connsiteY153" fmla="*/ 680979 h 788699"/>
                <a:gd name="connsiteX154" fmla="*/ 536838 w 625521"/>
                <a:gd name="connsiteY154" fmla="*/ 680979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</a:cxnLst>
              <a:rect l="l" t="t" r="r" b="b"/>
              <a:pathLst>
                <a:path w="625521" h="788699">
                  <a:moveTo>
                    <a:pt x="536838" y="680979"/>
                  </a:moveTo>
                  <a:cubicBezTo>
                    <a:pt x="550437" y="680979"/>
                    <a:pt x="574913" y="680979"/>
                    <a:pt x="574913" y="697297"/>
                  </a:cubicBezTo>
                  <a:cubicBezTo>
                    <a:pt x="574913" y="705456"/>
                    <a:pt x="572194" y="708176"/>
                    <a:pt x="566755" y="713615"/>
                  </a:cubicBezTo>
                  <a:cubicBezTo>
                    <a:pt x="561315" y="719054"/>
                    <a:pt x="555876" y="721774"/>
                    <a:pt x="550437" y="721774"/>
                  </a:cubicBezTo>
                  <a:cubicBezTo>
                    <a:pt x="539558" y="724494"/>
                    <a:pt x="534119" y="724494"/>
                    <a:pt x="528680" y="724494"/>
                  </a:cubicBezTo>
                  <a:cubicBezTo>
                    <a:pt x="517800" y="724494"/>
                    <a:pt x="428052" y="724494"/>
                    <a:pt x="417174" y="724494"/>
                  </a:cubicBezTo>
                  <a:cubicBezTo>
                    <a:pt x="403575" y="724494"/>
                    <a:pt x="414454" y="724494"/>
                    <a:pt x="398136" y="724494"/>
                  </a:cubicBezTo>
                  <a:cubicBezTo>
                    <a:pt x="389977" y="724494"/>
                    <a:pt x="381817" y="724494"/>
                    <a:pt x="373659" y="724494"/>
                  </a:cubicBezTo>
                  <a:cubicBezTo>
                    <a:pt x="365500" y="724494"/>
                    <a:pt x="354621" y="721774"/>
                    <a:pt x="346462" y="719054"/>
                  </a:cubicBezTo>
                  <a:cubicBezTo>
                    <a:pt x="338304" y="716335"/>
                    <a:pt x="330144" y="708176"/>
                    <a:pt x="330144" y="702737"/>
                  </a:cubicBezTo>
                  <a:cubicBezTo>
                    <a:pt x="330144" y="700017"/>
                    <a:pt x="330144" y="697297"/>
                    <a:pt x="335584" y="694578"/>
                  </a:cubicBezTo>
                  <a:cubicBezTo>
                    <a:pt x="341023" y="691858"/>
                    <a:pt x="351902" y="689138"/>
                    <a:pt x="357341" y="686419"/>
                  </a:cubicBezTo>
                  <a:cubicBezTo>
                    <a:pt x="373659" y="683699"/>
                    <a:pt x="387257" y="680979"/>
                    <a:pt x="395416" y="680979"/>
                  </a:cubicBezTo>
                  <a:cubicBezTo>
                    <a:pt x="387257" y="675540"/>
                    <a:pt x="384537" y="670101"/>
                    <a:pt x="381817" y="656502"/>
                  </a:cubicBezTo>
                  <a:cubicBezTo>
                    <a:pt x="379098" y="632026"/>
                    <a:pt x="379098" y="610268"/>
                    <a:pt x="379098" y="585791"/>
                  </a:cubicBezTo>
                  <a:cubicBezTo>
                    <a:pt x="379098" y="564034"/>
                    <a:pt x="379098" y="542277"/>
                    <a:pt x="379098" y="517800"/>
                  </a:cubicBezTo>
                  <a:cubicBezTo>
                    <a:pt x="379098" y="504202"/>
                    <a:pt x="379098" y="487884"/>
                    <a:pt x="379098" y="474286"/>
                  </a:cubicBezTo>
                  <a:cubicBezTo>
                    <a:pt x="379098" y="457968"/>
                    <a:pt x="376379" y="444369"/>
                    <a:pt x="379098" y="430771"/>
                  </a:cubicBezTo>
                  <a:cubicBezTo>
                    <a:pt x="379098" y="425332"/>
                    <a:pt x="381817" y="417173"/>
                    <a:pt x="381817" y="411733"/>
                  </a:cubicBezTo>
                  <a:cubicBezTo>
                    <a:pt x="381817" y="406294"/>
                    <a:pt x="381817" y="403575"/>
                    <a:pt x="379098" y="400855"/>
                  </a:cubicBezTo>
                  <a:cubicBezTo>
                    <a:pt x="376379" y="400855"/>
                    <a:pt x="373659" y="398135"/>
                    <a:pt x="370939" y="398135"/>
                  </a:cubicBezTo>
                  <a:cubicBezTo>
                    <a:pt x="360061" y="398135"/>
                    <a:pt x="343742" y="400855"/>
                    <a:pt x="338304" y="400855"/>
                  </a:cubicBezTo>
                  <a:cubicBezTo>
                    <a:pt x="330144" y="400855"/>
                    <a:pt x="319266" y="403575"/>
                    <a:pt x="289349" y="403575"/>
                  </a:cubicBezTo>
                  <a:cubicBezTo>
                    <a:pt x="275751" y="403575"/>
                    <a:pt x="267592" y="400855"/>
                    <a:pt x="264872" y="400855"/>
                  </a:cubicBezTo>
                  <a:cubicBezTo>
                    <a:pt x="262153" y="400855"/>
                    <a:pt x="259433" y="400855"/>
                    <a:pt x="259433" y="406294"/>
                  </a:cubicBezTo>
                  <a:cubicBezTo>
                    <a:pt x="259433" y="414453"/>
                    <a:pt x="259433" y="419892"/>
                    <a:pt x="259433" y="425332"/>
                  </a:cubicBezTo>
                  <a:cubicBezTo>
                    <a:pt x="259433" y="433491"/>
                    <a:pt x="259433" y="441650"/>
                    <a:pt x="259433" y="449809"/>
                  </a:cubicBezTo>
                  <a:cubicBezTo>
                    <a:pt x="259433" y="457968"/>
                    <a:pt x="259433" y="463407"/>
                    <a:pt x="259433" y="471566"/>
                  </a:cubicBezTo>
                  <a:cubicBezTo>
                    <a:pt x="259433" y="482445"/>
                    <a:pt x="259433" y="493323"/>
                    <a:pt x="259433" y="504202"/>
                  </a:cubicBezTo>
                  <a:cubicBezTo>
                    <a:pt x="259433" y="506921"/>
                    <a:pt x="259433" y="506921"/>
                    <a:pt x="259433" y="509641"/>
                  </a:cubicBezTo>
                  <a:cubicBezTo>
                    <a:pt x="259433" y="520520"/>
                    <a:pt x="256714" y="531398"/>
                    <a:pt x="256714" y="542277"/>
                  </a:cubicBezTo>
                  <a:cubicBezTo>
                    <a:pt x="256714" y="553156"/>
                    <a:pt x="256714" y="566754"/>
                    <a:pt x="256714" y="577632"/>
                  </a:cubicBezTo>
                  <a:cubicBezTo>
                    <a:pt x="256714" y="588511"/>
                    <a:pt x="256714" y="599390"/>
                    <a:pt x="256714" y="612988"/>
                  </a:cubicBezTo>
                  <a:cubicBezTo>
                    <a:pt x="256714" y="629306"/>
                    <a:pt x="253994" y="642904"/>
                    <a:pt x="253994" y="656502"/>
                  </a:cubicBezTo>
                  <a:cubicBezTo>
                    <a:pt x="253994" y="664661"/>
                    <a:pt x="256714" y="672820"/>
                    <a:pt x="256714" y="678260"/>
                  </a:cubicBezTo>
                  <a:cubicBezTo>
                    <a:pt x="270312" y="678260"/>
                    <a:pt x="286629" y="680979"/>
                    <a:pt x="286629" y="694578"/>
                  </a:cubicBezTo>
                  <a:cubicBezTo>
                    <a:pt x="286629" y="702737"/>
                    <a:pt x="283910" y="705456"/>
                    <a:pt x="281191" y="710895"/>
                  </a:cubicBezTo>
                  <a:cubicBezTo>
                    <a:pt x="275751" y="716335"/>
                    <a:pt x="270312" y="719054"/>
                    <a:pt x="264872" y="719054"/>
                  </a:cubicBezTo>
                  <a:cubicBezTo>
                    <a:pt x="256714" y="721774"/>
                    <a:pt x="248554" y="721774"/>
                    <a:pt x="243116" y="721774"/>
                  </a:cubicBezTo>
                  <a:cubicBezTo>
                    <a:pt x="243116" y="721774"/>
                    <a:pt x="243116" y="721774"/>
                    <a:pt x="243116" y="721774"/>
                  </a:cubicBezTo>
                  <a:cubicBezTo>
                    <a:pt x="237676" y="724494"/>
                    <a:pt x="237676" y="724494"/>
                    <a:pt x="232236" y="727214"/>
                  </a:cubicBezTo>
                  <a:cubicBezTo>
                    <a:pt x="229517" y="729933"/>
                    <a:pt x="229517" y="732653"/>
                    <a:pt x="224078" y="735372"/>
                  </a:cubicBezTo>
                  <a:cubicBezTo>
                    <a:pt x="221358" y="738092"/>
                    <a:pt x="215919" y="738092"/>
                    <a:pt x="213199" y="738092"/>
                  </a:cubicBezTo>
                  <a:cubicBezTo>
                    <a:pt x="199601" y="738092"/>
                    <a:pt x="188722" y="735372"/>
                    <a:pt x="183283" y="727214"/>
                  </a:cubicBezTo>
                  <a:cubicBezTo>
                    <a:pt x="180563" y="724494"/>
                    <a:pt x="177843" y="721774"/>
                    <a:pt x="175124" y="719054"/>
                  </a:cubicBezTo>
                  <a:cubicBezTo>
                    <a:pt x="161526" y="719054"/>
                    <a:pt x="150646" y="719054"/>
                    <a:pt x="145208" y="719054"/>
                  </a:cubicBezTo>
                  <a:cubicBezTo>
                    <a:pt x="131609" y="719054"/>
                    <a:pt x="142488" y="719054"/>
                    <a:pt x="126170" y="719054"/>
                  </a:cubicBezTo>
                  <a:cubicBezTo>
                    <a:pt x="118011" y="719054"/>
                    <a:pt x="109852" y="719054"/>
                    <a:pt x="101693" y="719054"/>
                  </a:cubicBezTo>
                  <a:cubicBezTo>
                    <a:pt x="93534" y="719054"/>
                    <a:pt x="82655" y="719054"/>
                    <a:pt x="74496" y="713615"/>
                  </a:cubicBezTo>
                  <a:cubicBezTo>
                    <a:pt x="66338" y="710895"/>
                    <a:pt x="58178" y="702737"/>
                    <a:pt x="58178" y="697297"/>
                  </a:cubicBezTo>
                  <a:cubicBezTo>
                    <a:pt x="58178" y="694578"/>
                    <a:pt x="58178" y="691858"/>
                    <a:pt x="63618" y="689138"/>
                  </a:cubicBezTo>
                  <a:cubicBezTo>
                    <a:pt x="69057" y="686419"/>
                    <a:pt x="79936" y="683699"/>
                    <a:pt x="85375" y="680979"/>
                  </a:cubicBezTo>
                  <a:cubicBezTo>
                    <a:pt x="98973" y="678260"/>
                    <a:pt x="118011" y="678260"/>
                    <a:pt x="131609" y="675540"/>
                  </a:cubicBezTo>
                  <a:cubicBezTo>
                    <a:pt x="131609" y="672820"/>
                    <a:pt x="131609" y="670101"/>
                    <a:pt x="131609" y="667381"/>
                  </a:cubicBezTo>
                  <a:cubicBezTo>
                    <a:pt x="131609" y="661942"/>
                    <a:pt x="131609" y="656502"/>
                    <a:pt x="131609" y="651063"/>
                  </a:cubicBezTo>
                  <a:cubicBezTo>
                    <a:pt x="131609" y="640184"/>
                    <a:pt x="131609" y="629306"/>
                    <a:pt x="131609" y="618427"/>
                  </a:cubicBezTo>
                  <a:cubicBezTo>
                    <a:pt x="131609" y="604829"/>
                    <a:pt x="131609" y="593950"/>
                    <a:pt x="131609" y="580352"/>
                  </a:cubicBezTo>
                  <a:cubicBezTo>
                    <a:pt x="131609" y="564034"/>
                    <a:pt x="131609" y="547716"/>
                    <a:pt x="131609" y="531398"/>
                  </a:cubicBezTo>
                  <a:cubicBezTo>
                    <a:pt x="131609" y="509641"/>
                    <a:pt x="131609" y="487884"/>
                    <a:pt x="131609" y="466126"/>
                  </a:cubicBezTo>
                  <a:cubicBezTo>
                    <a:pt x="131609" y="452528"/>
                    <a:pt x="131609" y="436210"/>
                    <a:pt x="131609" y="422612"/>
                  </a:cubicBezTo>
                  <a:cubicBezTo>
                    <a:pt x="131609" y="419892"/>
                    <a:pt x="131609" y="414453"/>
                    <a:pt x="131609" y="411733"/>
                  </a:cubicBezTo>
                  <a:cubicBezTo>
                    <a:pt x="131609" y="409014"/>
                    <a:pt x="131609" y="400855"/>
                    <a:pt x="131609" y="398135"/>
                  </a:cubicBezTo>
                  <a:cubicBezTo>
                    <a:pt x="131609" y="392696"/>
                    <a:pt x="131609" y="392696"/>
                    <a:pt x="126170" y="389976"/>
                  </a:cubicBezTo>
                  <a:cubicBezTo>
                    <a:pt x="123450" y="389976"/>
                    <a:pt x="109852" y="387257"/>
                    <a:pt x="101693" y="387257"/>
                  </a:cubicBezTo>
                  <a:cubicBezTo>
                    <a:pt x="90814" y="384537"/>
                    <a:pt x="77216" y="381817"/>
                    <a:pt x="77216" y="376378"/>
                  </a:cubicBezTo>
                  <a:cubicBezTo>
                    <a:pt x="77216" y="373658"/>
                    <a:pt x="79936" y="370939"/>
                    <a:pt x="82655" y="368219"/>
                  </a:cubicBezTo>
                  <a:cubicBezTo>
                    <a:pt x="88095" y="365499"/>
                    <a:pt x="93534" y="362780"/>
                    <a:pt x="98973" y="360060"/>
                  </a:cubicBezTo>
                  <a:cubicBezTo>
                    <a:pt x="104413" y="360060"/>
                    <a:pt x="112571" y="357340"/>
                    <a:pt x="118011" y="357340"/>
                  </a:cubicBezTo>
                  <a:cubicBezTo>
                    <a:pt x="126170" y="354621"/>
                    <a:pt x="128890" y="357340"/>
                    <a:pt x="131609" y="351901"/>
                  </a:cubicBezTo>
                  <a:cubicBezTo>
                    <a:pt x="131609" y="349181"/>
                    <a:pt x="131609" y="346462"/>
                    <a:pt x="131609" y="343742"/>
                  </a:cubicBezTo>
                  <a:cubicBezTo>
                    <a:pt x="131609" y="319265"/>
                    <a:pt x="131609" y="294788"/>
                    <a:pt x="131609" y="270311"/>
                  </a:cubicBezTo>
                  <a:cubicBezTo>
                    <a:pt x="131609" y="226797"/>
                    <a:pt x="131609" y="186002"/>
                    <a:pt x="137048" y="145207"/>
                  </a:cubicBezTo>
                  <a:cubicBezTo>
                    <a:pt x="137048" y="139768"/>
                    <a:pt x="137048" y="131609"/>
                    <a:pt x="139768" y="123450"/>
                  </a:cubicBezTo>
                  <a:cubicBezTo>
                    <a:pt x="134329" y="123450"/>
                    <a:pt x="137048" y="123450"/>
                    <a:pt x="123450" y="123450"/>
                  </a:cubicBezTo>
                  <a:cubicBezTo>
                    <a:pt x="120731" y="123450"/>
                    <a:pt x="120731" y="123450"/>
                    <a:pt x="118011" y="123450"/>
                  </a:cubicBezTo>
                  <a:cubicBezTo>
                    <a:pt x="112571" y="123450"/>
                    <a:pt x="107133" y="123450"/>
                    <a:pt x="101693" y="123450"/>
                  </a:cubicBezTo>
                  <a:cubicBezTo>
                    <a:pt x="93534" y="123450"/>
                    <a:pt x="82655" y="120730"/>
                    <a:pt x="74496" y="118011"/>
                  </a:cubicBezTo>
                  <a:cubicBezTo>
                    <a:pt x="66338" y="115291"/>
                    <a:pt x="58178" y="107132"/>
                    <a:pt x="58178" y="101693"/>
                  </a:cubicBezTo>
                  <a:cubicBezTo>
                    <a:pt x="58178" y="98973"/>
                    <a:pt x="58178" y="96253"/>
                    <a:pt x="63618" y="93534"/>
                  </a:cubicBezTo>
                  <a:cubicBezTo>
                    <a:pt x="66338" y="90814"/>
                    <a:pt x="77216" y="88095"/>
                    <a:pt x="85375" y="85375"/>
                  </a:cubicBezTo>
                  <a:cubicBezTo>
                    <a:pt x="104413" y="82655"/>
                    <a:pt x="128890" y="82655"/>
                    <a:pt x="137048" y="82655"/>
                  </a:cubicBezTo>
                  <a:cubicBezTo>
                    <a:pt x="139768" y="82655"/>
                    <a:pt x="142488" y="82655"/>
                    <a:pt x="147927" y="82655"/>
                  </a:cubicBezTo>
                  <a:cubicBezTo>
                    <a:pt x="153366" y="69057"/>
                    <a:pt x="164245" y="58178"/>
                    <a:pt x="186003" y="58178"/>
                  </a:cubicBezTo>
                  <a:cubicBezTo>
                    <a:pt x="202321" y="58178"/>
                    <a:pt x="215919" y="66337"/>
                    <a:pt x="226797" y="79936"/>
                  </a:cubicBezTo>
                  <a:cubicBezTo>
                    <a:pt x="237676" y="79936"/>
                    <a:pt x="248554" y="79936"/>
                    <a:pt x="253994" y="79936"/>
                  </a:cubicBezTo>
                  <a:cubicBezTo>
                    <a:pt x="267592" y="79936"/>
                    <a:pt x="294789" y="79936"/>
                    <a:pt x="294789" y="96253"/>
                  </a:cubicBezTo>
                  <a:cubicBezTo>
                    <a:pt x="294789" y="104412"/>
                    <a:pt x="289349" y="107132"/>
                    <a:pt x="283910" y="112571"/>
                  </a:cubicBezTo>
                  <a:cubicBezTo>
                    <a:pt x="278471" y="118011"/>
                    <a:pt x="273031" y="120730"/>
                    <a:pt x="267592" y="120730"/>
                  </a:cubicBezTo>
                  <a:cubicBezTo>
                    <a:pt x="259433" y="123450"/>
                    <a:pt x="251274" y="123450"/>
                    <a:pt x="245835" y="123450"/>
                  </a:cubicBezTo>
                  <a:cubicBezTo>
                    <a:pt x="245835" y="123450"/>
                    <a:pt x="243116" y="123450"/>
                    <a:pt x="237676" y="123450"/>
                  </a:cubicBezTo>
                  <a:cubicBezTo>
                    <a:pt x="237676" y="126170"/>
                    <a:pt x="237676" y="126170"/>
                    <a:pt x="240396" y="128889"/>
                  </a:cubicBezTo>
                  <a:cubicBezTo>
                    <a:pt x="245835" y="145207"/>
                    <a:pt x="248554" y="161525"/>
                    <a:pt x="251274" y="177843"/>
                  </a:cubicBezTo>
                  <a:cubicBezTo>
                    <a:pt x="253994" y="194161"/>
                    <a:pt x="253994" y="210479"/>
                    <a:pt x="256714" y="226797"/>
                  </a:cubicBezTo>
                  <a:cubicBezTo>
                    <a:pt x="259433" y="243115"/>
                    <a:pt x="262153" y="256713"/>
                    <a:pt x="262153" y="273031"/>
                  </a:cubicBezTo>
                  <a:cubicBezTo>
                    <a:pt x="262153" y="278470"/>
                    <a:pt x="262153" y="283910"/>
                    <a:pt x="262153" y="289349"/>
                  </a:cubicBezTo>
                  <a:lnTo>
                    <a:pt x="262153" y="297508"/>
                  </a:lnTo>
                  <a:cubicBezTo>
                    <a:pt x="262153" y="305667"/>
                    <a:pt x="262153" y="313826"/>
                    <a:pt x="264872" y="321985"/>
                  </a:cubicBezTo>
                  <a:cubicBezTo>
                    <a:pt x="264872" y="327424"/>
                    <a:pt x="270312" y="330144"/>
                    <a:pt x="270312" y="335583"/>
                  </a:cubicBezTo>
                  <a:cubicBezTo>
                    <a:pt x="270312" y="335583"/>
                    <a:pt x="270312" y="338303"/>
                    <a:pt x="270312" y="338303"/>
                  </a:cubicBezTo>
                  <a:cubicBezTo>
                    <a:pt x="270312" y="341022"/>
                    <a:pt x="270312" y="343742"/>
                    <a:pt x="270312" y="346462"/>
                  </a:cubicBezTo>
                  <a:cubicBezTo>
                    <a:pt x="270312" y="351901"/>
                    <a:pt x="273031" y="354621"/>
                    <a:pt x="278471" y="354621"/>
                  </a:cubicBezTo>
                  <a:cubicBezTo>
                    <a:pt x="289349" y="354621"/>
                    <a:pt x="335584" y="351901"/>
                    <a:pt x="338304" y="349181"/>
                  </a:cubicBezTo>
                  <a:cubicBezTo>
                    <a:pt x="346462" y="349181"/>
                    <a:pt x="357341" y="349181"/>
                    <a:pt x="365500" y="349181"/>
                  </a:cubicBezTo>
                  <a:cubicBezTo>
                    <a:pt x="370939" y="349181"/>
                    <a:pt x="376379" y="349181"/>
                    <a:pt x="381817" y="349181"/>
                  </a:cubicBezTo>
                  <a:cubicBezTo>
                    <a:pt x="387257" y="349181"/>
                    <a:pt x="392697" y="346462"/>
                    <a:pt x="392697" y="338303"/>
                  </a:cubicBezTo>
                  <a:cubicBezTo>
                    <a:pt x="392697" y="330144"/>
                    <a:pt x="389977" y="316545"/>
                    <a:pt x="389977" y="313826"/>
                  </a:cubicBezTo>
                  <a:cubicBezTo>
                    <a:pt x="389977" y="294788"/>
                    <a:pt x="389977" y="278470"/>
                    <a:pt x="392697" y="262152"/>
                  </a:cubicBezTo>
                  <a:cubicBezTo>
                    <a:pt x="392697" y="259433"/>
                    <a:pt x="395416" y="243115"/>
                    <a:pt x="395416" y="224077"/>
                  </a:cubicBezTo>
                  <a:cubicBezTo>
                    <a:pt x="395416" y="207759"/>
                    <a:pt x="398136" y="188722"/>
                    <a:pt x="398136" y="177843"/>
                  </a:cubicBezTo>
                  <a:cubicBezTo>
                    <a:pt x="398136" y="169684"/>
                    <a:pt x="395416" y="158806"/>
                    <a:pt x="395416" y="153366"/>
                  </a:cubicBezTo>
                  <a:cubicBezTo>
                    <a:pt x="395416" y="145207"/>
                    <a:pt x="395416" y="142488"/>
                    <a:pt x="395416" y="137048"/>
                  </a:cubicBezTo>
                  <a:cubicBezTo>
                    <a:pt x="389977" y="137048"/>
                    <a:pt x="384537" y="137048"/>
                    <a:pt x="379098" y="137048"/>
                  </a:cubicBezTo>
                  <a:cubicBezTo>
                    <a:pt x="370939" y="137048"/>
                    <a:pt x="360061" y="134329"/>
                    <a:pt x="351902" y="131609"/>
                  </a:cubicBezTo>
                  <a:cubicBezTo>
                    <a:pt x="343742" y="128889"/>
                    <a:pt x="338304" y="120730"/>
                    <a:pt x="338304" y="115291"/>
                  </a:cubicBezTo>
                  <a:cubicBezTo>
                    <a:pt x="338304" y="112571"/>
                    <a:pt x="338304" y="109852"/>
                    <a:pt x="343742" y="107132"/>
                  </a:cubicBezTo>
                  <a:cubicBezTo>
                    <a:pt x="349182" y="104412"/>
                    <a:pt x="357341" y="101693"/>
                    <a:pt x="362780" y="98973"/>
                  </a:cubicBezTo>
                  <a:cubicBezTo>
                    <a:pt x="373659" y="96253"/>
                    <a:pt x="387257" y="96253"/>
                    <a:pt x="395416" y="96253"/>
                  </a:cubicBezTo>
                  <a:cubicBezTo>
                    <a:pt x="398136" y="93534"/>
                    <a:pt x="400855" y="90814"/>
                    <a:pt x="403575" y="90814"/>
                  </a:cubicBezTo>
                  <a:cubicBezTo>
                    <a:pt x="411734" y="90814"/>
                    <a:pt x="419893" y="88095"/>
                    <a:pt x="422612" y="88095"/>
                  </a:cubicBezTo>
                  <a:cubicBezTo>
                    <a:pt x="425332" y="88095"/>
                    <a:pt x="425332" y="88095"/>
                    <a:pt x="428052" y="88095"/>
                  </a:cubicBezTo>
                  <a:cubicBezTo>
                    <a:pt x="433492" y="88095"/>
                    <a:pt x="441650" y="88095"/>
                    <a:pt x="447090" y="90814"/>
                  </a:cubicBezTo>
                  <a:cubicBezTo>
                    <a:pt x="449809" y="90814"/>
                    <a:pt x="452529" y="93534"/>
                    <a:pt x="455249" y="96253"/>
                  </a:cubicBezTo>
                  <a:cubicBezTo>
                    <a:pt x="482445" y="96253"/>
                    <a:pt x="509642" y="93534"/>
                    <a:pt x="525960" y="93534"/>
                  </a:cubicBezTo>
                  <a:cubicBezTo>
                    <a:pt x="539558" y="93534"/>
                    <a:pt x="561315" y="93534"/>
                    <a:pt x="561315" y="109852"/>
                  </a:cubicBezTo>
                  <a:cubicBezTo>
                    <a:pt x="561315" y="118011"/>
                    <a:pt x="561315" y="120730"/>
                    <a:pt x="555876" y="126170"/>
                  </a:cubicBezTo>
                  <a:cubicBezTo>
                    <a:pt x="550437" y="131609"/>
                    <a:pt x="544997" y="134329"/>
                    <a:pt x="539558" y="134329"/>
                  </a:cubicBezTo>
                  <a:cubicBezTo>
                    <a:pt x="531399" y="137048"/>
                    <a:pt x="523240" y="137048"/>
                    <a:pt x="517800" y="137048"/>
                  </a:cubicBezTo>
                  <a:cubicBezTo>
                    <a:pt x="515081" y="137048"/>
                    <a:pt x="498763" y="137048"/>
                    <a:pt x="477006" y="137048"/>
                  </a:cubicBezTo>
                  <a:cubicBezTo>
                    <a:pt x="479725" y="145207"/>
                    <a:pt x="485165" y="153366"/>
                    <a:pt x="485165" y="161525"/>
                  </a:cubicBezTo>
                  <a:cubicBezTo>
                    <a:pt x="487885" y="177843"/>
                    <a:pt x="493324" y="194161"/>
                    <a:pt x="496043" y="210479"/>
                  </a:cubicBezTo>
                  <a:cubicBezTo>
                    <a:pt x="498763" y="224077"/>
                    <a:pt x="498763" y="237676"/>
                    <a:pt x="501483" y="251274"/>
                  </a:cubicBezTo>
                  <a:cubicBezTo>
                    <a:pt x="504202" y="264872"/>
                    <a:pt x="506922" y="275751"/>
                    <a:pt x="506922" y="292069"/>
                  </a:cubicBezTo>
                  <a:cubicBezTo>
                    <a:pt x="506922" y="302947"/>
                    <a:pt x="506922" y="311106"/>
                    <a:pt x="506922" y="321985"/>
                  </a:cubicBezTo>
                  <a:cubicBezTo>
                    <a:pt x="506922" y="327424"/>
                    <a:pt x="509642" y="335583"/>
                    <a:pt x="509642" y="341022"/>
                  </a:cubicBezTo>
                  <a:cubicBezTo>
                    <a:pt x="509642" y="343742"/>
                    <a:pt x="509642" y="343742"/>
                    <a:pt x="509642" y="343742"/>
                  </a:cubicBezTo>
                  <a:cubicBezTo>
                    <a:pt x="509642" y="349181"/>
                    <a:pt x="515081" y="349181"/>
                    <a:pt x="517800" y="349181"/>
                  </a:cubicBezTo>
                  <a:cubicBezTo>
                    <a:pt x="520520" y="349181"/>
                    <a:pt x="523240" y="349181"/>
                    <a:pt x="528680" y="349181"/>
                  </a:cubicBezTo>
                  <a:cubicBezTo>
                    <a:pt x="536838" y="349181"/>
                    <a:pt x="547717" y="349181"/>
                    <a:pt x="550437" y="357340"/>
                  </a:cubicBezTo>
                  <a:cubicBezTo>
                    <a:pt x="550437" y="360060"/>
                    <a:pt x="550437" y="360060"/>
                    <a:pt x="550437" y="362780"/>
                  </a:cubicBezTo>
                  <a:cubicBezTo>
                    <a:pt x="550437" y="370939"/>
                    <a:pt x="539558" y="381817"/>
                    <a:pt x="534119" y="384537"/>
                  </a:cubicBezTo>
                  <a:cubicBezTo>
                    <a:pt x="531399" y="387257"/>
                    <a:pt x="523240" y="387257"/>
                    <a:pt x="520520" y="389976"/>
                  </a:cubicBezTo>
                  <a:cubicBezTo>
                    <a:pt x="515081" y="389976"/>
                    <a:pt x="512362" y="392696"/>
                    <a:pt x="512362" y="395415"/>
                  </a:cubicBezTo>
                  <a:cubicBezTo>
                    <a:pt x="512362" y="395415"/>
                    <a:pt x="512362" y="398135"/>
                    <a:pt x="512362" y="398135"/>
                  </a:cubicBezTo>
                  <a:cubicBezTo>
                    <a:pt x="512362" y="400855"/>
                    <a:pt x="512362" y="406294"/>
                    <a:pt x="512362" y="409014"/>
                  </a:cubicBezTo>
                  <a:cubicBezTo>
                    <a:pt x="512362" y="411733"/>
                    <a:pt x="512362" y="411733"/>
                    <a:pt x="512362" y="414453"/>
                  </a:cubicBezTo>
                  <a:cubicBezTo>
                    <a:pt x="512362" y="422612"/>
                    <a:pt x="512362" y="430771"/>
                    <a:pt x="512362" y="438930"/>
                  </a:cubicBezTo>
                  <a:cubicBezTo>
                    <a:pt x="512362" y="460687"/>
                    <a:pt x="512362" y="482445"/>
                    <a:pt x="515081" y="504202"/>
                  </a:cubicBezTo>
                  <a:cubicBezTo>
                    <a:pt x="517800" y="525959"/>
                    <a:pt x="520520" y="550436"/>
                    <a:pt x="520520" y="572193"/>
                  </a:cubicBezTo>
                  <a:cubicBezTo>
                    <a:pt x="520520" y="583072"/>
                    <a:pt x="520520" y="593950"/>
                    <a:pt x="517800" y="604829"/>
                  </a:cubicBezTo>
                  <a:cubicBezTo>
                    <a:pt x="515081" y="623867"/>
                    <a:pt x="515081" y="642904"/>
                    <a:pt x="512362" y="661942"/>
                  </a:cubicBezTo>
                  <a:cubicBezTo>
                    <a:pt x="512362" y="664661"/>
                    <a:pt x="509642" y="667381"/>
                    <a:pt x="509642" y="670101"/>
                  </a:cubicBezTo>
                  <a:cubicBezTo>
                    <a:pt x="509642" y="672820"/>
                    <a:pt x="512362" y="678260"/>
                    <a:pt x="512362" y="680979"/>
                  </a:cubicBezTo>
                  <a:cubicBezTo>
                    <a:pt x="512362" y="683699"/>
                    <a:pt x="512362" y="686419"/>
                    <a:pt x="512362" y="686419"/>
                  </a:cubicBezTo>
                  <a:cubicBezTo>
                    <a:pt x="517800" y="680979"/>
                    <a:pt x="528680" y="680979"/>
                    <a:pt x="536838" y="680979"/>
                  </a:cubicBezTo>
                  <a:lnTo>
                    <a:pt x="536838" y="680979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872BE12F-3FBC-4635-99C7-4788DC937AE2}"/>
                </a:ext>
              </a:extLst>
            </p:cNvPr>
            <p:cNvSpPr/>
            <p:nvPr/>
          </p:nvSpPr>
          <p:spPr>
            <a:xfrm>
              <a:off x="9592416" y="4192158"/>
              <a:ext cx="516735" cy="761503"/>
            </a:xfrm>
            <a:custGeom>
              <a:avLst/>
              <a:gdLst>
                <a:gd name="connsiteX0" fmla="*/ 463407 w 516735"/>
                <a:gd name="connsiteY0" fmla="*/ 194161 h 761503"/>
                <a:gd name="connsiteX1" fmla="*/ 447089 w 516735"/>
                <a:gd name="connsiteY1" fmla="*/ 226797 h 761503"/>
                <a:gd name="connsiteX2" fmla="*/ 430771 w 516735"/>
                <a:gd name="connsiteY2" fmla="*/ 221357 h 761503"/>
                <a:gd name="connsiteX3" fmla="*/ 422612 w 516735"/>
                <a:gd name="connsiteY3" fmla="*/ 207759 h 761503"/>
                <a:gd name="connsiteX4" fmla="*/ 419893 w 516735"/>
                <a:gd name="connsiteY4" fmla="*/ 188722 h 761503"/>
                <a:gd name="connsiteX5" fmla="*/ 419893 w 516735"/>
                <a:gd name="connsiteY5" fmla="*/ 139768 h 761503"/>
                <a:gd name="connsiteX6" fmla="*/ 419893 w 516735"/>
                <a:gd name="connsiteY6" fmla="*/ 120730 h 761503"/>
                <a:gd name="connsiteX7" fmla="*/ 395416 w 516735"/>
                <a:gd name="connsiteY7" fmla="*/ 120730 h 761503"/>
                <a:gd name="connsiteX8" fmla="*/ 370939 w 516735"/>
                <a:gd name="connsiteY8" fmla="*/ 120730 h 761503"/>
                <a:gd name="connsiteX9" fmla="*/ 346461 w 516735"/>
                <a:gd name="connsiteY9" fmla="*/ 123450 h 761503"/>
                <a:gd name="connsiteX10" fmla="*/ 335583 w 516735"/>
                <a:gd name="connsiteY10" fmla="*/ 123450 h 761503"/>
                <a:gd name="connsiteX11" fmla="*/ 335583 w 516735"/>
                <a:gd name="connsiteY11" fmla="*/ 123450 h 761503"/>
                <a:gd name="connsiteX12" fmla="*/ 324704 w 516735"/>
                <a:gd name="connsiteY12" fmla="*/ 128889 h 761503"/>
                <a:gd name="connsiteX13" fmla="*/ 327424 w 516735"/>
                <a:gd name="connsiteY13" fmla="*/ 139768 h 761503"/>
                <a:gd name="connsiteX14" fmla="*/ 330144 w 516735"/>
                <a:gd name="connsiteY14" fmla="*/ 175123 h 761503"/>
                <a:gd name="connsiteX15" fmla="*/ 330144 w 516735"/>
                <a:gd name="connsiteY15" fmla="*/ 199600 h 761503"/>
                <a:gd name="connsiteX16" fmla="*/ 327424 w 516735"/>
                <a:gd name="connsiteY16" fmla="*/ 224077 h 761503"/>
                <a:gd name="connsiteX17" fmla="*/ 330144 w 516735"/>
                <a:gd name="connsiteY17" fmla="*/ 251274 h 761503"/>
                <a:gd name="connsiteX18" fmla="*/ 327424 w 516735"/>
                <a:gd name="connsiteY18" fmla="*/ 278470 h 761503"/>
                <a:gd name="connsiteX19" fmla="*/ 327424 w 516735"/>
                <a:gd name="connsiteY19" fmla="*/ 332864 h 761503"/>
                <a:gd name="connsiteX20" fmla="*/ 330144 w 516735"/>
                <a:gd name="connsiteY20" fmla="*/ 357340 h 761503"/>
                <a:gd name="connsiteX21" fmla="*/ 330144 w 516735"/>
                <a:gd name="connsiteY21" fmla="*/ 368219 h 761503"/>
                <a:gd name="connsiteX22" fmla="*/ 332863 w 516735"/>
                <a:gd name="connsiteY22" fmla="*/ 387257 h 761503"/>
                <a:gd name="connsiteX23" fmla="*/ 332863 w 516735"/>
                <a:gd name="connsiteY23" fmla="*/ 433491 h 761503"/>
                <a:gd name="connsiteX24" fmla="*/ 332863 w 516735"/>
                <a:gd name="connsiteY24" fmla="*/ 487884 h 761503"/>
                <a:gd name="connsiteX25" fmla="*/ 330144 w 516735"/>
                <a:gd name="connsiteY25" fmla="*/ 512361 h 761503"/>
                <a:gd name="connsiteX26" fmla="*/ 330144 w 516735"/>
                <a:gd name="connsiteY26" fmla="*/ 539557 h 761503"/>
                <a:gd name="connsiteX27" fmla="*/ 332863 w 516735"/>
                <a:gd name="connsiteY27" fmla="*/ 593950 h 761503"/>
                <a:gd name="connsiteX28" fmla="*/ 332863 w 516735"/>
                <a:gd name="connsiteY28" fmla="*/ 648343 h 761503"/>
                <a:gd name="connsiteX29" fmla="*/ 332863 w 516735"/>
                <a:gd name="connsiteY29" fmla="*/ 656502 h 761503"/>
                <a:gd name="connsiteX30" fmla="*/ 357341 w 516735"/>
                <a:gd name="connsiteY30" fmla="*/ 656502 h 761503"/>
                <a:gd name="connsiteX31" fmla="*/ 395416 w 516735"/>
                <a:gd name="connsiteY31" fmla="*/ 675540 h 761503"/>
                <a:gd name="connsiteX32" fmla="*/ 389976 w 516735"/>
                <a:gd name="connsiteY32" fmla="*/ 691858 h 761503"/>
                <a:gd name="connsiteX33" fmla="*/ 373658 w 516735"/>
                <a:gd name="connsiteY33" fmla="*/ 700017 h 761503"/>
                <a:gd name="connsiteX34" fmla="*/ 351901 w 516735"/>
                <a:gd name="connsiteY34" fmla="*/ 702737 h 761503"/>
                <a:gd name="connsiteX35" fmla="*/ 319265 w 516735"/>
                <a:gd name="connsiteY35" fmla="*/ 702737 h 761503"/>
                <a:gd name="connsiteX36" fmla="*/ 311106 w 516735"/>
                <a:gd name="connsiteY36" fmla="*/ 708176 h 761503"/>
                <a:gd name="connsiteX37" fmla="*/ 289349 w 516735"/>
                <a:gd name="connsiteY37" fmla="*/ 713615 h 761503"/>
                <a:gd name="connsiteX38" fmla="*/ 270311 w 516735"/>
                <a:gd name="connsiteY38" fmla="*/ 713615 h 761503"/>
                <a:gd name="connsiteX39" fmla="*/ 243115 w 516735"/>
                <a:gd name="connsiteY39" fmla="*/ 705456 h 761503"/>
                <a:gd name="connsiteX40" fmla="*/ 237675 w 516735"/>
                <a:gd name="connsiteY40" fmla="*/ 702737 h 761503"/>
                <a:gd name="connsiteX41" fmla="*/ 199600 w 516735"/>
                <a:gd name="connsiteY41" fmla="*/ 702737 h 761503"/>
                <a:gd name="connsiteX42" fmla="*/ 175123 w 516735"/>
                <a:gd name="connsiteY42" fmla="*/ 702737 h 761503"/>
                <a:gd name="connsiteX43" fmla="*/ 147927 w 516735"/>
                <a:gd name="connsiteY43" fmla="*/ 697297 h 761503"/>
                <a:gd name="connsiteX44" fmla="*/ 131609 w 516735"/>
                <a:gd name="connsiteY44" fmla="*/ 678260 h 761503"/>
                <a:gd name="connsiteX45" fmla="*/ 137048 w 516735"/>
                <a:gd name="connsiteY45" fmla="*/ 670101 h 761503"/>
                <a:gd name="connsiteX46" fmla="*/ 158805 w 516735"/>
                <a:gd name="connsiteY46" fmla="*/ 661942 h 761503"/>
                <a:gd name="connsiteX47" fmla="*/ 199600 w 516735"/>
                <a:gd name="connsiteY47" fmla="*/ 659222 h 761503"/>
                <a:gd name="connsiteX48" fmla="*/ 199600 w 516735"/>
                <a:gd name="connsiteY48" fmla="*/ 659222 h 761503"/>
                <a:gd name="connsiteX49" fmla="*/ 196880 w 516735"/>
                <a:gd name="connsiteY49" fmla="*/ 629306 h 761503"/>
                <a:gd name="connsiteX50" fmla="*/ 199600 w 516735"/>
                <a:gd name="connsiteY50" fmla="*/ 574913 h 761503"/>
                <a:gd name="connsiteX51" fmla="*/ 202320 w 516735"/>
                <a:gd name="connsiteY51" fmla="*/ 523239 h 761503"/>
                <a:gd name="connsiteX52" fmla="*/ 205040 w 516735"/>
                <a:gd name="connsiteY52" fmla="*/ 460687 h 761503"/>
                <a:gd name="connsiteX53" fmla="*/ 205040 w 516735"/>
                <a:gd name="connsiteY53" fmla="*/ 417173 h 761503"/>
                <a:gd name="connsiteX54" fmla="*/ 207759 w 516735"/>
                <a:gd name="connsiteY54" fmla="*/ 392696 h 761503"/>
                <a:gd name="connsiteX55" fmla="*/ 210478 w 516735"/>
                <a:gd name="connsiteY55" fmla="*/ 368219 h 761503"/>
                <a:gd name="connsiteX56" fmla="*/ 210478 w 516735"/>
                <a:gd name="connsiteY56" fmla="*/ 313826 h 761503"/>
                <a:gd name="connsiteX57" fmla="*/ 210478 w 516735"/>
                <a:gd name="connsiteY57" fmla="*/ 259433 h 761503"/>
                <a:gd name="connsiteX58" fmla="*/ 210478 w 516735"/>
                <a:gd name="connsiteY58" fmla="*/ 213199 h 761503"/>
                <a:gd name="connsiteX59" fmla="*/ 210478 w 516735"/>
                <a:gd name="connsiteY59" fmla="*/ 145207 h 761503"/>
                <a:gd name="connsiteX60" fmla="*/ 213198 w 516735"/>
                <a:gd name="connsiteY60" fmla="*/ 131609 h 761503"/>
                <a:gd name="connsiteX61" fmla="*/ 205040 w 516735"/>
                <a:gd name="connsiteY61" fmla="*/ 123450 h 761503"/>
                <a:gd name="connsiteX62" fmla="*/ 161525 w 516735"/>
                <a:gd name="connsiteY62" fmla="*/ 123450 h 761503"/>
                <a:gd name="connsiteX63" fmla="*/ 112571 w 516735"/>
                <a:gd name="connsiteY63" fmla="*/ 120730 h 761503"/>
                <a:gd name="connsiteX64" fmla="*/ 104412 w 516735"/>
                <a:gd name="connsiteY64" fmla="*/ 118011 h 761503"/>
                <a:gd name="connsiteX65" fmla="*/ 107132 w 516735"/>
                <a:gd name="connsiteY65" fmla="*/ 191441 h 761503"/>
                <a:gd name="connsiteX66" fmla="*/ 90814 w 516735"/>
                <a:gd name="connsiteY66" fmla="*/ 224077 h 761503"/>
                <a:gd name="connsiteX67" fmla="*/ 74496 w 516735"/>
                <a:gd name="connsiteY67" fmla="*/ 218638 h 761503"/>
                <a:gd name="connsiteX68" fmla="*/ 66337 w 516735"/>
                <a:gd name="connsiteY68" fmla="*/ 205040 h 761503"/>
                <a:gd name="connsiteX69" fmla="*/ 63617 w 516735"/>
                <a:gd name="connsiteY69" fmla="*/ 186002 h 761503"/>
                <a:gd name="connsiteX70" fmla="*/ 63617 w 516735"/>
                <a:gd name="connsiteY70" fmla="*/ 145207 h 761503"/>
                <a:gd name="connsiteX71" fmla="*/ 63617 w 516735"/>
                <a:gd name="connsiteY71" fmla="*/ 109852 h 761503"/>
                <a:gd name="connsiteX72" fmla="*/ 58178 w 516735"/>
                <a:gd name="connsiteY72" fmla="*/ 96253 h 761503"/>
                <a:gd name="connsiteX73" fmla="*/ 66337 w 516735"/>
                <a:gd name="connsiteY73" fmla="*/ 85375 h 761503"/>
                <a:gd name="connsiteX74" fmla="*/ 93533 w 516735"/>
                <a:gd name="connsiteY74" fmla="*/ 77216 h 761503"/>
                <a:gd name="connsiteX75" fmla="*/ 115290 w 516735"/>
                <a:gd name="connsiteY75" fmla="*/ 77216 h 761503"/>
                <a:gd name="connsiteX76" fmla="*/ 169684 w 516735"/>
                <a:gd name="connsiteY76" fmla="*/ 74496 h 761503"/>
                <a:gd name="connsiteX77" fmla="*/ 194161 w 516735"/>
                <a:gd name="connsiteY77" fmla="*/ 71776 h 761503"/>
                <a:gd name="connsiteX78" fmla="*/ 196880 w 516735"/>
                <a:gd name="connsiteY78" fmla="*/ 71776 h 761503"/>
                <a:gd name="connsiteX79" fmla="*/ 210478 w 516735"/>
                <a:gd name="connsiteY79" fmla="*/ 71776 h 761503"/>
                <a:gd name="connsiteX80" fmla="*/ 218638 w 516735"/>
                <a:gd name="connsiteY80" fmla="*/ 71776 h 761503"/>
                <a:gd name="connsiteX81" fmla="*/ 237675 w 516735"/>
                <a:gd name="connsiteY81" fmla="*/ 60898 h 761503"/>
                <a:gd name="connsiteX82" fmla="*/ 253993 w 516735"/>
                <a:gd name="connsiteY82" fmla="*/ 58178 h 761503"/>
                <a:gd name="connsiteX83" fmla="*/ 283910 w 516735"/>
                <a:gd name="connsiteY83" fmla="*/ 60898 h 761503"/>
                <a:gd name="connsiteX84" fmla="*/ 294788 w 516735"/>
                <a:gd name="connsiteY84" fmla="*/ 66337 h 761503"/>
                <a:gd name="connsiteX85" fmla="*/ 305667 w 516735"/>
                <a:gd name="connsiteY85" fmla="*/ 74496 h 761503"/>
                <a:gd name="connsiteX86" fmla="*/ 313826 w 516735"/>
                <a:gd name="connsiteY86" fmla="*/ 74496 h 761503"/>
                <a:gd name="connsiteX87" fmla="*/ 327424 w 516735"/>
                <a:gd name="connsiteY87" fmla="*/ 74496 h 761503"/>
                <a:gd name="connsiteX88" fmla="*/ 354621 w 516735"/>
                <a:gd name="connsiteY88" fmla="*/ 74496 h 761503"/>
                <a:gd name="connsiteX89" fmla="*/ 422612 w 516735"/>
                <a:gd name="connsiteY89" fmla="*/ 74496 h 761503"/>
                <a:gd name="connsiteX90" fmla="*/ 455248 w 516735"/>
                <a:gd name="connsiteY90" fmla="*/ 79936 h 761503"/>
                <a:gd name="connsiteX91" fmla="*/ 466127 w 516735"/>
                <a:gd name="connsiteY91" fmla="*/ 98973 h 761503"/>
                <a:gd name="connsiteX92" fmla="*/ 463407 w 516735"/>
                <a:gd name="connsiteY92" fmla="*/ 109852 h 761503"/>
                <a:gd name="connsiteX93" fmla="*/ 463407 w 516735"/>
                <a:gd name="connsiteY93" fmla="*/ 120730 h 761503"/>
                <a:gd name="connsiteX94" fmla="*/ 463407 w 516735"/>
                <a:gd name="connsiteY94" fmla="*/ 194161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</a:cxnLst>
              <a:rect l="l" t="t" r="r" b="b"/>
              <a:pathLst>
                <a:path w="516735" h="761503">
                  <a:moveTo>
                    <a:pt x="463407" y="194161"/>
                  </a:moveTo>
                  <a:cubicBezTo>
                    <a:pt x="463407" y="205040"/>
                    <a:pt x="463407" y="226797"/>
                    <a:pt x="447089" y="226797"/>
                  </a:cubicBezTo>
                  <a:cubicBezTo>
                    <a:pt x="438930" y="226797"/>
                    <a:pt x="436211" y="226797"/>
                    <a:pt x="430771" y="221357"/>
                  </a:cubicBezTo>
                  <a:cubicBezTo>
                    <a:pt x="425332" y="218638"/>
                    <a:pt x="422612" y="210479"/>
                    <a:pt x="422612" y="207759"/>
                  </a:cubicBezTo>
                  <a:cubicBezTo>
                    <a:pt x="419893" y="199600"/>
                    <a:pt x="419893" y="194161"/>
                    <a:pt x="419893" y="188722"/>
                  </a:cubicBezTo>
                  <a:cubicBezTo>
                    <a:pt x="419893" y="183282"/>
                    <a:pt x="419893" y="147927"/>
                    <a:pt x="419893" y="139768"/>
                  </a:cubicBezTo>
                  <a:cubicBezTo>
                    <a:pt x="419893" y="134329"/>
                    <a:pt x="419893" y="128889"/>
                    <a:pt x="419893" y="120730"/>
                  </a:cubicBezTo>
                  <a:cubicBezTo>
                    <a:pt x="411734" y="120730"/>
                    <a:pt x="403574" y="120730"/>
                    <a:pt x="395416" y="120730"/>
                  </a:cubicBezTo>
                  <a:cubicBezTo>
                    <a:pt x="387256" y="120730"/>
                    <a:pt x="379098" y="120730"/>
                    <a:pt x="370939" y="120730"/>
                  </a:cubicBezTo>
                  <a:cubicBezTo>
                    <a:pt x="362780" y="120730"/>
                    <a:pt x="354621" y="123450"/>
                    <a:pt x="346461" y="123450"/>
                  </a:cubicBezTo>
                  <a:cubicBezTo>
                    <a:pt x="343742" y="123450"/>
                    <a:pt x="341023" y="123450"/>
                    <a:pt x="335583" y="123450"/>
                  </a:cubicBezTo>
                  <a:cubicBezTo>
                    <a:pt x="335583" y="123450"/>
                    <a:pt x="335583" y="123450"/>
                    <a:pt x="335583" y="123450"/>
                  </a:cubicBezTo>
                  <a:cubicBezTo>
                    <a:pt x="327424" y="123450"/>
                    <a:pt x="324704" y="126170"/>
                    <a:pt x="324704" y="128889"/>
                  </a:cubicBezTo>
                  <a:cubicBezTo>
                    <a:pt x="324704" y="131609"/>
                    <a:pt x="324704" y="137048"/>
                    <a:pt x="327424" y="139768"/>
                  </a:cubicBezTo>
                  <a:cubicBezTo>
                    <a:pt x="330144" y="147927"/>
                    <a:pt x="330144" y="166964"/>
                    <a:pt x="330144" y="175123"/>
                  </a:cubicBezTo>
                  <a:cubicBezTo>
                    <a:pt x="330144" y="183282"/>
                    <a:pt x="330144" y="191441"/>
                    <a:pt x="330144" y="199600"/>
                  </a:cubicBezTo>
                  <a:cubicBezTo>
                    <a:pt x="330144" y="207759"/>
                    <a:pt x="327424" y="215918"/>
                    <a:pt x="327424" y="224077"/>
                  </a:cubicBezTo>
                  <a:cubicBezTo>
                    <a:pt x="327424" y="232236"/>
                    <a:pt x="330144" y="243115"/>
                    <a:pt x="330144" y="251274"/>
                  </a:cubicBezTo>
                  <a:cubicBezTo>
                    <a:pt x="330144" y="259433"/>
                    <a:pt x="330144" y="267592"/>
                    <a:pt x="327424" y="278470"/>
                  </a:cubicBezTo>
                  <a:cubicBezTo>
                    <a:pt x="327424" y="294788"/>
                    <a:pt x="327424" y="313826"/>
                    <a:pt x="327424" y="332864"/>
                  </a:cubicBezTo>
                  <a:cubicBezTo>
                    <a:pt x="327424" y="341022"/>
                    <a:pt x="327424" y="349181"/>
                    <a:pt x="330144" y="357340"/>
                  </a:cubicBezTo>
                  <a:cubicBezTo>
                    <a:pt x="330144" y="360060"/>
                    <a:pt x="330144" y="365499"/>
                    <a:pt x="330144" y="368219"/>
                  </a:cubicBezTo>
                  <a:cubicBezTo>
                    <a:pt x="330144" y="373658"/>
                    <a:pt x="332863" y="384537"/>
                    <a:pt x="332863" y="387257"/>
                  </a:cubicBezTo>
                  <a:cubicBezTo>
                    <a:pt x="332863" y="406294"/>
                    <a:pt x="332863" y="414453"/>
                    <a:pt x="332863" y="433491"/>
                  </a:cubicBezTo>
                  <a:cubicBezTo>
                    <a:pt x="332863" y="452528"/>
                    <a:pt x="335583" y="468846"/>
                    <a:pt x="332863" y="487884"/>
                  </a:cubicBezTo>
                  <a:cubicBezTo>
                    <a:pt x="332863" y="496043"/>
                    <a:pt x="330144" y="504202"/>
                    <a:pt x="330144" y="512361"/>
                  </a:cubicBezTo>
                  <a:cubicBezTo>
                    <a:pt x="330144" y="520520"/>
                    <a:pt x="330144" y="531398"/>
                    <a:pt x="330144" y="539557"/>
                  </a:cubicBezTo>
                  <a:cubicBezTo>
                    <a:pt x="330144" y="558595"/>
                    <a:pt x="330144" y="574913"/>
                    <a:pt x="332863" y="593950"/>
                  </a:cubicBezTo>
                  <a:cubicBezTo>
                    <a:pt x="332863" y="610268"/>
                    <a:pt x="332863" y="632026"/>
                    <a:pt x="332863" y="648343"/>
                  </a:cubicBezTo>
                  <a:cubicBezTo>
                    <a:pt x="332863" y="651063"/>
                    <a:pt x="332863" y="653783"/>
                    <a:pt x="332863" y="656502"/>
                  </a:cubicBezTo>
                  <a:cubicBezTo>
                    <a:pt x="343742" y="656502"/>
                    <a:pt x="351901" y="656502"/>
                    <a:pt x="357341" y="656502"/>
                  </a:cubicBezTo>
                  <a:cubicBezTo>
                    <a:pt x="370939" y="656502"/>
                    <a:pt x="395416" y="659222"/>
                    <a:pt x="395416" y="675540"/>
                  </a:cubicBezTo>
                  <a:cubicBezTo>
                    <a:pt x="395416" y="683699"/>
                    <a:pt x="392696" y="686419"/>
                    <a:pt x="389976" y="691858"/>
                  </a:cubicBezTo>
                  <a:cubicBezTo>
                    <a:pt x="384537" y="697297"/>
                    <a:pt x="379098" y="700017"/>
                    <a:pt x="373658" y="700017"/>
                  </a:cubicBezTo>
                  <a:cubicBezTo>
                    <a:pt x="365499" y="702737"/>
                    <a:pt x="357341" y="702737"/>
                    <a:pt x="351901" y="702737"/>
                  </a:cubicBezTo>
                  <a:cubicBezTo>
                    <a:pt x="349181" y="702737"/>
                    <a:pt x="335583" y="702737"/>
                    <a:pt x="319265" y="702737"/>
                  </a:cubicBezTo>
                  <a:cubicBezTo>
                    <a:pt x="316546" y="705456"/>
                    <a:pt x="313826" y="705456"/>
                    <a:pt x="311106" y="708176"/>
                  </a:cubicBezTo>
                  <a:cubicBezTo>
                    <a:pt x="302948" y="713615"/>
                    <a:pt x="297508" y="713615"/>
                    <a:pt x="289349" y="713615"/>
                  </a:cubicBezTo>
                  <a:cubicBezTo>
                    <a:pt x="283910" y="713615"/>
                    <a:pt x="278470" y="713615"/>
                    <a:pt x="270311" y="713615"/>
                  </a:cubicBezTo>
                  <a:cubicBezTo>
                    <a:pt x="259433" y="713615"/>
                    <a:pt x="251273" y="710895"/>
                    <a:pt x="243115" y="705456"/>
                  </a:cubicBezTo>
                  <a:cubicBezTo>
                    <a:pt x="240395" y="705456"/>
                    <a:pt x="237675" y="702737"/>
                    <a:pt x="237675" y="702737"/>
                  </a:cubicBezTo>
                  <a:cubicBezTo>
                    <a:pt x="224077" y="702737"/>
                    <a:pt x="213198" y="702737"/>
                    <a:pt x="199600" y="702737"/>
                  </a:cubicBezTo>
                  <a:cubicBezTo>
                    <a:pt x="191441" y="702737"/>
                    <a:pt x="183282" y="702737"/>
                    <a:pt x="175123" y="702737"/>
                  </a:cubicBezTo>
                  <a:cubicBezTo>
                    <a:pt x="166965" y="702737"/>
                    <a:pt x="156085" y="702737"/>
                    <a:pt x="147927" y="697297"/>
                  </a:cubicBezTo>
                  <a:cubicBezTo>
                    <a:pt x="139768" y="694578"/>
                    <a:pt x="131609" y="680979"/>
                    <a:pt x="131609" y="678260"/>
                  </a:cubicBezTo>
                  <a:cubicBezTo>
                    <a:pt x="131609" y="675540"/>
                    <a:pt x="131609" y="672820"/>
                    <a:pt x="137048" y="670101"/>
                  </a:cubicBezTo>
                  <a:cubicBezTo>
                    <a:pt x="142487" y="667381"/>
                    <a:pt x="153366" y="664661"/>
                    <a:pt x="158805" y="661942"/>
                  </a:cubicBezTo>
                  <a:cubicBezTo>
                    <a:pt x="175123" y="659222"/>
                    <a:pt x="191441" y="659222"/>
                    <a:pt x="199600" y="659222"/>
                  </a:cubicBezTo>
                  <a:lnTo>
                    <a:pt x="199600" y="659222"/>
                  </a:lnTo>
                  <a:cubicBezTo>
                    <a:pt x="199600" y="648343"/>
                    <a:pt x="196880" y="640184"/>
                    <a:pt x="196880" y="629306"/>
                  </a:cubicBezTo>
                  <a:cubicBezTo>
                    <a:pt x="196880" y="612988"/>
                    <a:pt x="196880" y="591231"/>
                    <a:pt x="199600" y="574913"/>
                  </a:cubicBezTo>
                  <a:cubicBezTo>
                    <a:pt x="199600" y="558595"/>
                    <a:pt x="199600" y="539557"/>
                    <a:pt x="202320" y="523239"/>
                  </a:cubicBezTo>
                  <a:cubicBezTo>
                    <a:pt x="202320" y="501482"/>
                    <a:pt x="205040" y="482445"/>
                    <a:pt x="205040" y="460687"/>
                  </a:cubicBezTo>
                  <a:cubicBezTo>
                    <a:pt x="205040" y="447089"/>
                    <a:pt x="205040" y="430771"/>
                    <a:pt x="205040" y="417173"/>
                  </a:cubicBezTo>
                  <a:cubicBezTo>
                    <a:pt x="205040" y="409014"/>
                    <a:pt x="207759" y="400855"/>
                    <a:pt x="207759" y="392696"/>
                  </a:cubicBezTo>
                  <a:cubicBezTo>
                    <a:pt x="207759" y="384537"/>
                    <a:pt x="210478" y="376378"/>
                    <a:pt x="210478" y="368219"/>
                  </a:cubicBezTo>
                  <a:cubicBezTo>
                    <a:pt x="210478" y="351901"/>
                    <a:pt x="210478" y="332864"/>
                    <a:pt x="210478" y="313826"/>
                  </a:cubicBezTo>
                  <a:cubicBezTo>
                    <a:pt x="210478" y="294788"/>
                    <a:pt x="210478" y="275751"/>
                    <a:pt x="210478" y="259433"/>
                  </a:cubicBezTo>
                  <a:cubicBezTo>
                    <a:pt x="210478" y="243115"/>
                    <a:pt x="210478" y="226797"/>
                    <a:pt x="210478" y="213199"/>
                  </a:cubicBezTo>
                  <a:cubicBezTo>
                    <a:pt x="210478" y="194161"/>
                    <a:pt x="210478" y="164245"/>
                    <a:pt x="210478" y="145207"/>
                  </a:cubicBezTo>
                  <a:cubicBezTo>
                    <a:pt x="210478" y="139768"/>
                    <a:pt x="213198" y="134329"/>
                    <a:pt x="213198" y="131609"/>
                  </a:cubicBezTo>
                  <a:cubicBezTo>
                    <a:pt x="213198" y="126170"/>
                    <a:pt x="207759" y="123450"/>
                    <a:pt x="205040" y="123450"/>
                  </a:cubicBezTo>
                  <a:cubicBezTo>
                    <a:pt x="199600" y="123450"/>
                    <a:pt x="166965" y="123450"/>
                    <a:pt x="161525" y="123450"/>
                  </a:cubicBezTo>
                  <a:cubicBezTo>
                    <a:pt x="145207" y="123450"/>
                    <a:pt x="128889" y="123450"/>
                    <a:pt x="112571" y="120730"/>
                  </a:cubicBezTo>
                  <a:cubicBezTo>
                    <a:pt x="109852" y="120730"/>
                    <a:pt x="107132" y="120730"/>
                    <a:pt x="104412" y="118011"/>
                  </a:cubicBezTo>
                  <a:cubicBezTo>
                    <a:pt x="107132" y="137048"/>
                    <a:pt x="107132" y="172404"/>
                    <a:pt x="107132" y="191441"/>
                  </a:cubicBezTo>
                  <a:cubicBezTo>
                    <a:pt x="107132" y="202320"/>
                    <a:pt x="107132" y="224077"/>
                    <a:pt x="90814" y="224077"/>
                  </a:cubicBezTo>
                  <a:cubicBezTo>
                    <a:pt x="82655" y="224077"/>
                    <a:pt x="79935" y="221357"/>
                    <a:pt x="74496" y="218638"/>
                  </a:cubicBezTo>
                  <a:cubicBezTo>
                    <a:pt x="69057" y="215918"/>
                    <a:pt x="66337" y="210479"/>
                    <a:pt x="66337" y="205040"/>
                  </a:cubicBezTo>
                  <a:cubicBezTo>
                    <a:pt x="63617" y="196881"/>
                    <a:pt x="63617" y="191441"/>
                    <a:pt x="63617" y="186002"/>
                  </a:cubicBezTo>
                  <a:cubicBezTo>
                    <a:pt x="63617" y="180563"/>
                    <a:pt x="63617" y="153366"/>
                    <a:pt x="63617" y="145207"/>
                  </a:cubicBezTo>
                  <a:cubicBezTo>
                    <a:pt x="63617" y="134329"/>
                    <a:pt x="63617" y="120730"/>
                    <a:pt x="63617" y="109852"/>
                  </a:cubicBezTo>
                  <a:cubicBezTo>
                    <a:pt x="60897" y="104412"/>
                    <a:pt x="58178" y="101693"/>
                    <a:pt x="58178" y="96253"/>
                  </a:cubicBezTo>
                  <a:cubicBezTo>
                    <a:pt x="58178" y="93534"/>
                    <a:pt x="60897" y="88095"/>
                    <a:pt x="66337" y="85375"/>
                  </a:cubicBezTo>
                  <a:cubicBezTo>
                    <a:pt x="74496" y="79936"/>
                    <a:pt x="77215" y="77216"/>
                    <a:pt x="93533" y="77216"/>
                  </a:cubicBezTo>
                  <a:cubicBezTo>
                    <a:pt x="101692" y="77216"/>
                    <a:pt x="109852" y="77216"/>
                    <a:pt x="115290" y="77216"/>
                  </a:cubicBezTo>
                  <a:cubicBezTo>
                    <a:pt x="134328" y="77216"/>
                    <a:pt x="150646" y="77216"/>
                    <a:pt x="169684" y="74496"/>
                  </a:cubicBezTo>
                  <a:cubicBezTo>
                    <a:pt x="177843" y="74496"/>
                    <a:pt x="186002" y="71776"/>
                    <a:pt x="194161" y="71776"/>
                  </a:cubicBezTo>
                  <a:cubicBezTo>
                    <a:pt x="194161" y="71776"/>
                    <a:pt x="196880" y="71776"/>
                    <a:pt x="196880" y="71776"/>
                  </a:cubicBezTo>
                  <a:cubicBezTo>
                    <a:pt x="199600" y="71776"/>
                    <a:pt x="205040" y="71776"/>
                    <a:pt x="210478" y="71776"/>
                  </a:cubicBezTo>
                  <a:cubicBezTo>
                    <a:pt x="213198" y="71776"/>
                    <a:pt x="215918" y="71776"/>
                    <a:pt x="218638" y="71776"/>
                  </a:cubicBezTo>
                  <a:cubicBezTo>
                    <a:pt x="224077" y="69057"/>
                    <a:pt x="229516" y="63618"/>
                    <a:pt x="237675" y="60898"/>
                  </a:cubicBezTo>
                  <a:cubicBezTo>
                    <a:pt x="243115" y="58178"/>
                    <a:pt x="248554" y="58178"/>
                    <a:pt x="253993" y="58178"/>
                  </a:cubicBezTo>
                  <a:cubicBezTo>
                    <a:pt x="264872" y="58178"/>
                    <a:pt x="273031" y="58178"/>
                    <a:pt x="283910" y="60898"/>
                  </a:cubicBezTo>
                  <a:cubicBezTo>
                    <a:pt x="286629" y="60898"/>
                    <a:pt x="292068" y="63618"/>
                    <a:pt x="294788" y="66337"/>
                  </a:cubicBezTo>
                  <a:cubicBezTo>
                    <a:pt x="297508" y="69057"/>
                    <a:pt x="302948" y="71776"/>
                    <a:pt x="305667" y="74496"/>
                  </a:cubicBezTo>
                  <a:cubicBezTo>
                    <a:pt x="308386" y="74496"/>
                    <a:pt x="311106" y="74496"/>
                    <a:pt x="313826" y="74496"/>
                  </a:cubicBezTo>
                  <a:cubicBezTo>
                    <a:pt x="319265" y="74496"/>
                    <a:pt x="321985" y="74496"/>
                    <a:pt x="327424" y="74496"/>
                  </a:cubicBezTo>
                  <a:cubicBezTo>
                    <a:pt x="335583" y="74496"/>
                    <a:pt x="346461" y="74496"/>
                    <a:pt x="354621" y="74496"/>
                  </a:cubicBezTo>
                  <a:cubicBezTo>
                    <a:pt x="376378" y="74496"/>
                    <a:pt x="400855" y="74496"/>
                    <a:pt x="422612" y="74496"/>
                  </a:cubicBezTo>
                  <a:cubicBezTo>
                    <a:pt x="433491" y="74496"/>
                    <a:pt x="447089" y="74496"/>
                    <a:pt x="455248" y="79936"/>
                  </a:cubicBezTo>
                  <a:cubicBezTo>
                    <a:pt x="460687" y="82655"/>
                    <a:pt x="466127" y="90814"/>
                    <a:pt x="466127" y="98973"/>
                  </a:cubicBezTo>
                  <a:cubicBezTo>
                    <a:pt x="466127" y="101693"/>
                    <a:pt x="466127" y="107132"/>
                    <a:pt x="463407" y="109852"/>
                  </a:cubicBezTo>
                  <a:cubicBezTo>
                    <a:pt x="463407" y="112571"/>
                    <a:pt x="463407" y="112571"/>
                    <a:pt x="463407" y="120730"/>
                  </a:cubicBezTo>
                  <a:cubicBezTo>
                    <a:pt x="463407" y="142488"/>
                    <a:pt x="463407" y="172404"/>
                    <a:pt x="463407" y="194161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pic>
        <p:nvPicPr>
          <p:cNvPr id="54" name="Graphic 53">
            <a:extLst>
              <a:ext uri="{FF2B5EF4-FFF2-40B4-BE49-F238E27FC236}">
                <a16:creationId xmlns:a16="http://schemas.microsoft.com/office/drawing/2014/main" id="{7044E344-4143-45A0-BB19-DE4ABD7362F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9716080" y="5240354"/>
            <a:ext cx="45719" cy="134871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55003237"/>
      </p:ext>
    </p:extLst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 Wor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>
            <a:extLst>
              <a:ext uri="{FF2B5EF4-FFF2-40B4-BE49-F238E27FC236}">
                <a16:creationId xmlns:a16="http://schemas.microsoft.com/office/drawing/2014/main" id="{CA58538C-6DCE-48AB-8A34-6553092FE476}"/>
              </a:ext>
            </a:extLst>
          </p:cNvPr>
          <p:cNvGrpSpPr/>
          <p:nvPr/>
        </p:nvGrpSpPr>
        <p:grpSpPr bwMode="ltGray">
          <a:xfrm>
            <a:off x="0" y="1"/>
            <a:ext cx="5266036" cy="6858000"/>
            <a:chOff x="0" y="1"/>
            <a:chExt cx="5266036" cy="6858000"/>
          </a:xfrm>
        </p:grpSpPr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284F7992-9D3F-4C17-B64D-6183DCA4456E}"/>
                </a:ext>
              </a:extLst>
            </p:cNvPr>
            <p:cNvSpPr/>
            <p:nvPr/>
          </p:nvSpPr>
          <p:spPr bwMode="ltGray">
            <a:xfrm>
              <a:off x="0" y="1"/>
              <a:ext cx="5266036" cy="6858000"/>
            </a:xfrm>
            <a:custGeom>
              <a:avLst/>
              <a:gdLst>
                <a:gd name="connsiteX0" fmla="*/ 0 w 5266036"/>
                <a:gd name="connsiteY0" fmla="*/ 0 h 6858000"/>
                <a:gd name="connsiteX1" fmla="*/ 3014696 w 5266036"/>
                <a:gd name="connsiteY1" fmla="*/ 0 h 6858000"/>
                <a:gd name="connsiteX2" fmla="*/ 3040982 w 5266036"/>
                <a:gd name="connsiteY2" fmla="*/ 11408 h 6858000"/>
                <a:gd name="connsiteX3" fmla="*/ 5250901 w 5266036"/>
                <a:gd name="connsiteY3" fmla="*/ 4085922 h 6858000"/>
                <a:gd name="connsiteX4" fmla="*/ 3435696 w 5266036"/>
                <a:gd name="connsiteY4" fmla="*/ 6839477 h 6858000"/>
                <a:gd name="connsiteX5" fmla="*/ 3398836 w 5266036"/>
                <a:gd name="connsiteY5" fmla="*/ 6858000 h 6858000"/>
                <a:gd name="connsiteX6" fmla="*/ 0 w 5266036"/>
                <a:gd name="connsiteY6" fmla="*/ 6858000 h 6858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66036" h="6858000">
                  <a:moveTo>
                    <a:pt x="0" y="0"/>
                  </a:moveTo>
                  <a:lnTo>
                    <a:pt x="3014696" y="0"/>
                  </a:lnTo>
                  <a:lnTo>
                    <a:pt x="3040982" y="11408"/>
                  </a:lnTo>
                  <a:cubicBezTo>
                    <a:pt x="4562919" y="717837"/>
                    <a:pt x="5390071" y="2397951"/>
                    <a:pt x="5250901" y="4085922"/>
                  </a:cubicBezTo>
                  <a:cubicBezTo>
                    <a:pt x="5138669" y="5484335"/>
                    <a:pt x="4361602" y="6343612"/>
                    <a:pt x="3435696" y="6839477"/>
                  </a:cubicBezTo>
                  <a:lnTo>
                    <a:pt x="3398836" y="6858000"/>
                  </a:lnTo>
                  <a:lnTo>
                    <a:pt x="0" y="6858000"/>
                  </a:lnTo>
                  <a:close/>
                </a:path>
              </a:pathLst>
            </a:custGeom>
            <a:solidFill>
              <a:srgbClr val="4F2170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768B0534-2EEE-4824-8F44-ACC22A3132AF}"/>
                </a:ext>
              </a:extLst>
            </p:cNvPr>
            <p:cNvSpPr/>
            <p:nvPr/>
          </p:nvSpPr>
          <p:spPr bwMode="ltGray">
            <a:xfrm>
              <a:off x="1" y="99439"/>
              <a:ext cx="287275" cy="1443098"/>
            </a:xfrm>
            <a:custGeom>
              <a:avLst/>
              <a:gdLst>
                <a:gd name="connsiteX0" fmla="*/ 94635 w 287275"/>
                <a:gd name="connsiteY0" fmla="*/ 646457 h 1443098"/>
                <a:gd name="connsiteX1" fmla="*/ 110030 w 287275"/>
                <a:gd name="connsiteY1" fmla="*/ 646457 h 1443098"/>
                <a:gd name="connsiteX2" fmla="*/ 176725 w 287275"/>
                <a:gd name="connsiteY2" fmla="*/ 1205691 h 1443098"/>
                <a:gd name="connsiteX3" fmla="*/ 17148 w 287275"/>
                <a:gd name="connsiteY3" fmla="*/ 1435626 h 1443098"/>
                <a:gd name="connsiteX4" fmla="*/ 0 w 287275"/>
                <a:gd name="connsiteY4" fmla="*/ 1443098 h 1443098"/>
                <a:gd name="connsiteX5" fmla="*/ 0 w 287275"/>
                <a:gd name="connsiteY5" fmla="*/ 675806 h 1443098"/>
                <a:gd name="connsiteX6" fmla="*/ 79246 w 287275"/>
                <a:gd name="connsiteY6" fmla="*/ 0 h 1443098"/>
                <a:gd name="connsiteX7" fmla="*/ 161336 w 287275"/>
                <a:gd name="connsiteY7" fmla="*/ 10261 h 1443098"/>
                <a:gd name="connsiteX8" fmla="*/ 145941 w 287275"/>
                <a:gd name="connsiteY8" fmla="*/ 287314 h 1443098"/>
                <a:gd name="connsiteX9" fmla="*/ 62169 w 287275"/>
                <a:gd name="connsiteY9" fmla="*/ 305030 h 1443098"/>
                <a:gd name="connsiteX10" fmla="*/ 0 w 287275"/>
                <a:gd name="connsiteY10" fmla="*/ 311825 h 1443098"/>
                <a:gd name="connsiteX11" fmla="*/ 0 w 287275"/>
                <a:gd name="connsiteY11" fmla="*/ 20391 h 14430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87275" h="1443098">
                  <a:moveTo>
                    <a:pt x="94635" y="646457"/>
                  </a:moveTo>
                  <a:cubicBezTo>
                    <a:pt x="99769" y="646457"/>
                    <a:pt x="104897" y="646457"/>
                    <a:pt x="110030" y="646457"/>
                  </a:cubicBezTo>
                  <a:cubicBezTo>
                    <a:pt x="438389" y="692630"/>
                    <a:pt x="217770" y="1000466"/>
                    <a:pt x="176725" y="1205691"/>
                  </a:cubicBezTo>
                  <a:cubicBezTo>
                    <a:pt x="145302" y="1376283"/>
                    <a:pt x="141374" y="1381895"/>
                    <a:pt x="17148" y="1435626"/>
                  </a:cubicBezTo>
                  <a:lnTo>
                    <a:pt x="0" y="1443098"/>
                  </a:lnTo>
                  <a:lnTo>
                    <a:pt x="0" y="675806"/>
                  </a:lnTo>
                  <a:close/>
                  <a:moveTo>
                    <a:pt x="79246" y="0"/>
                  </a:moveTo>
                  <a:cubicBezTo>
                    <a:pt x="99769" y="0"/>
                    <a:pt x="120291" y="5128"/>
                    <a:pt x="161336" y="10261"/>
                  </a:cubicBezTo>
                  <a:cubicBezTo>
                    <a:pt x="325515" y="92351"/>
                    <a:pt x="274209" y="246269"/>
                    <a:pt x="145941" y="287314"/>
                  </a:cubicBezTo>
                  <a:cubicBezTo>
                    <a:pt x="116441" y="296292"/>
                    <a:pt x="88864" y="301422"/>
                    <a:pt x="62169" y="305030"/>
                  </a:cubicBezTo>
                  <a:lnTo>
                    <a:pt x="0" y="311825"/>
                  </a:lnTo>
                  <a:lnTo>
                    <a:pt x="0" y="20391"/>
                  </a:lnTo>
                  <a:close/>
                </a:path>
              </a:pathLst>
            </a:custGeom>
            <a:solidFill>
              <a:srgbClr val="724D8D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89E5AB32-14B9-4441-BD18-CA3B7FA72F4A}"/>
                </a:ext>
              </a:extLst>
            </p:cNvPr>
            <p:cNvSpPr/>
            <p:nvPr/>
          </p:nvSpPr>
          <p:spPr bwMode="ltGray">
            <a:xfrm>
              <a:off x="0" y="3622695"/>
              <a:ext cx="911379" cy="2599608"/>
            </a:xfrm>
            <a:custGeom>
              <a:avLst/>
              <a:gdLst>
                <a:gd name="connsiteX0" fmla="*/ 0 w 911379"/>
                <a:gd name="connsiteY0" fmla="*/ 3000131 h 3315846"/>
                <a:gd name="connsiteX1" fmla="*/ 9176 w 911379"/>
                <a:gd name="connsiteY1" fmla="*/ 3027252 h 3315846"/>
                <a:gd name="connsiteX2" fmla="*/ 27935 w 911379"/>
                <a:gd name="connsiteY2" fmla="*/ 3315846 h 3315846"/>
                <a:gd name="connsiteX3" fmla="*/ 17673 w 911379"/>
                <a:gd name="connsiteY3" fmla="*/ 3315846 h 3315846"/>
                <a:gd name="connsiteX4" fmla="*/ 0 w 911379"/>
                <a:gd name="connsiteY4" fmla="*/ 3309186 h 3315846"/>
                <a:gd name="connsiteX5" fmla="*/ 0 w 911379"/>
                <a:gd name="connsiteY5" fmla="*/ 0 h 3315846"/>
                <a:gd name="connsiteX6" fmla="*/ 63852 w 911379"/>
                <a:gd name="connsiteY6" fmla="*/ 32258 h 3315846"/>
                <a:gd name="connsiteX7" fmla="*/ 253681 w 911379"/>
                <a:gd name="connsiteY7" fmla="*/ 140003 h 3315846"/>
                <a:gd name="connsiteX8" fmla="*/ 376816 w 911379"/>
                <a:gd name="connsiteY8" fmla="*/ 432445 h 3315846"/>
                <a:gd name="connsiteX9" fmla="*/ 587173 w 911379"/>
                <a:gd name="connsiteY9" fmla="*/ 545318 h 3315846"/>
                <a:gd name="connsiteX10" fmla="*/ 900137 w 911379"/>
                <a:gd name="connsiteY10" fmla="*/ 919855 h 3315846"/>
                <a:gd name="connsiteX11" fmla="*/ 664129 w 911379"/>
                <a:gd name="connsiteY11" fmla="*/ 1284126 h 3315846"/>
                <a:gd name="connsiteX12" fmla="*/ 566651 w 911379"/>
                <a:gd name="connsiteY12" fmla="*/ 1684313 h 3315846"/>
                <a:gd name="connsiteX13" fmla="*/ 304987 w 911379"/>
                <a:gd name="connsiteY13" fmla="*/ 2002411 h 3315846"/>
                <a:gd name="connsiteX14" fmla="*/ 63852 w 911379"/>
                <a:gd name="connsiteY14" fmla="*/ 2489821 h 3315846"/>
                <a:gd name="connsiteX15" fmla="*/ 0 w 911379"/>
                <a:gd name="connsiteY15" fmla="*/ 2599608 h 3315846"/>
                <a:gd name="connsiteX0" fmla="*/ 0 w 911379"/>
                <a:gd name="connsiteY0" fmla="*/ 3000131 h 3315846"/>
                <a:gd name="connsiteX1" fmla="*/ 9176 w 911379"/>
                <a:gd name="connsiteY1" fmla="*/ 3027252 h 3315846"/>
                <a:gd name="connsiteX2" fmla="*/ 27935 w 911379"/>
                <a:gd name="connsiteY2" fmla="*/ 3315846 h 3315846"/>
                <a:gd name="connsiteX3" fmla="*/ 17673 w 911379"/>
                <a:gd name="connsiteY3" fmla="*/ 3315846 h 3315846"/>
                <a:gd name="connsiteX4" fmla="*/ 0 w 911379"/>
                <a:gd name="connsiteY4" fmla="*/ 3000131 h 3315846"/>
                <a:gd name="connsiteX5" fmla="*/ 0 w 911379"/>
                <a:gd name="connsiteY5" fmla="*/ 0 h 3315846"/>
                <a:gd name="connsiteX6" fmla="*/ 63852 w 911379"/>
                <a:gd name="connsiteY6" fmla="*/ 32258 h 3315846"/>
                <a:gd name="connsiteX7" fmla="*/ 253681 w 911379"/>
                <a:gd name="connsiteY7" fmla="*/ 140003 h 3315846"/>
                <a:gd name="connsiteX8" fmla="*/ 376816 w 911379"/>
                <a:gd name="connsiteY8" fmla="*/ 432445 h 3315846"/>
                <a:gd name="connsiteX9" fmla="*/ 587173 w 911379"/>
                <a:gd name="connsiteY9" fmla="*/ 545318 h 3315846"/>
                <a:gd name="connsiteX10" fmla="*/ 900137 w 911379"/>
                <a:gd name="connsiteY10" fmla="*/ 919855 h 3315846"/>
                <a:gd name="connsiteX11" fmla="*/ 664129 w 911379"/>
                <a:gd name="connsiteY11" fmla="*/ 1284126 h 3315846"/>
                <a:gd name="connsiteX12" fmla="*/ 566651 w 911379"/>
                <a:gd name="connsiteY12" fmla="*/ 1684313 h 3315846"/>
                <a:gd name="connsiteX13" fmla="*/ 304987 w 911379"/>
                <a:gd name="connsiteY13" fmla="*/ 2002411 h 3315846"/>
                <a:gd name="connsiteX14" fmla="*/ 63852 w 911379"/>
                <a:gd name="connsiteY14" fmla="*/ 2489821 h 3315846"/>
                <a:gd name="connsiteX15" fmla="*/ 0 w 911379"/>
                <a:gd name="connsiteY15" fmla="*/ 2599608 h 3315846"/>
                <a:gd name="connsiteX16" fmla="*/ 0 w 911379"/>
                <a:gd name="connsiteY16" fmla="*/ 0 h 3315846"/>
                <a:gd name="connsiteX0" fmla="*/ 0 w 911379"/>
                <a:gd name="connsiteY0" fmla="*/ 3000131 h 3315846"/>
                <a:gd name="connsiteX1" fmla="*/ 9176 w 911379"/>
                <a:gd name="connsiteY1" fmla="*/ 3027252 h 3315846"/>
                <a:gd name="connsiteX2" fmla="*/ 27935 w 911379"/>
                <a:gd name="connsiteY2" fmla="*/ 3315846 h 3315846"/>
                <a:gd name="connsiteX3" fmla="*/ 0 w 911379"/>
                <a:gd name="connsiteY3" fmla="*/ 3000131 h 3315846"/>
                <a:gd name="connsiteX4" fmla="*/ 0 w 911379"/>
                <a:gd name="connsiteY4" fmla="*/ 0 h 3315846"/>
                <a:gd name="connsiteX5" fmla="*/ 63852 w 911379"/>
                <a:gd name="connsiteY5" fmla="*/ 32258 h 3315846"/>
                <a:gd name="connsiteX6" fmla="*/ 253681 w 911379"/>
                <a:gd name="connsiteY6" fmla="*/ 140003 h 3315846"/>
                <a:gd name="connsiteX7" fmla="*/ 376816 w 911379"/>
                <a:gd name="connsiteY7" fmla="*/ 432445 h 3315846"/>
                <a:gd name="connsiteX8" fmla="*/ 587173 w 911379"/>
                <a:gd name="connsiteY8" fmla="*/ 545318 h 3315846"/>
                <a:gd name="connsiteX9" fmla="*/ 900137 w 911379"/>
                <a:gd name="connsiteY9" fmla="*/ 919855 h 3315846"/>
                <a:gd name="connsiteX10" fmla="*/ 664129 w 911379"/>
                <a:gd name="connsiteY10" fmla="*/ 1284126 h 3315846"/>
                <a:gd name="connsiteX11" fmla="*/ 566651 w 911379"/>
                <a:gd name="connsiteY11" fmla="*/ 1684313 h 3315846"/>
                <a:gd name="connsiteX12" fmla="*/ 304987 w 911379"/>
                <a:gd name="connsiteY12" fmla="*/ 2002411 h 3315846"/>
                <a:gd name="connsiteX13" fmla="*/ 63852 w 911379"/>
                <a:gd name="connsiteY13" fmla="*/ 2489821 h 3315846"/>
                <a:gd name="connsiteX14" fmla="*/ 0 w 911379"/>
                <a:gd name="connsiteY14" fmla="*/ 2599608 h 3315846"/>
                <a:gd name="connsiteX15" fmla="*/ 0 w 911379"/>
                <a:gd name="connsiteY15" fmla="*/ 0 h 3315846"/>
                <a:gd name="connsiteX0" fmla="*/ 0 w 911379"/>
                <a:gd name="connsiteY0" fmla="*/ 3000131 h 3027252"/>
                <a:gd name="connsiteX1" fmla="*/ 9176 w 911379"/>
                <a:gd name="connsiteY1" fmla="*/ 3027252 h 3027252"/>
                <a:gd name="connsiteX2" fmla="*/ 0 w 911379"/>
                <a:gd name="connsiteY2" fmla="*/ 3000131 h 3027252"/>
                <a:gd name="connsiteX3" fmla="*/ 0 w 911379"/>
                <a:gd name="connsiteY3" fmla="*/ 0 h 3027252"/>
                <a:gd name="connsiteX4" fmla="*/ 63852 w 911379"/>
                <a:gd name="connsiteY4" fmla="*/ 32258 h 3027252"/>
                <a:gd name="connsiteX5" fmla="*/ 253681 w 911379"/>
                <a:gd name="connsiteY5" fmla="*/ 140003 h 3027252"/>
                <a:gd name="connsiteX6" fmla="*/ 376816 w 911379"/>
                <a:gd name="connsiteY6" fmla="*/ 432445 h 3027252"/>
                <a:gd name="connsiteX7" fmla="*/ 587173 w 911379"/>
                <a:gd name="connsiteY7" fmla="*/ 545318 h 3027252"/>
                <a:gd name="connsiteX8" fmla="*/ 900137 w 911379"/>
                <a:gd name="connsiteY8" fmla="*/ 919855 h 3027252"/>
                <a:gd name="connsiteX9" fmla="*/ 664129 w 911379"/>
                <a:gd name="connsiteY9" fmla="*/ 1284126 h 3027252"/>
                <a:gd name="connsiteX10" fmla="*/ 566651 w 911379"/>
                <a:gd name="connsiteY10" fmla="*/ 1684313 h 3027252"/>
                <a:gd name="connsiteX11" fmla="*/ 304987 w 911379"/>
                <a:gd name="connsiteY11" fmla="*/ 2002411 h 3027252"/>
                <a:gd name="connsiteX12" fmla="*/ 63852 w 911379"/>
                <a:gd name="connsiteY12" fmla="*/ 2489821 h 3027252"/>
                <a:gd name="connsiteX13" fmla="*/ 0 w 911379"/>
                <a:gd name="connsiteY13" fmla="*/ 2599608 h 3027252"/>
                <a:gd name="connsiteX14" fmla="*/ 0 w 911379"/>
                <a:gd name="connsiteY14" fmla="*/ 0 h 3027252"/>
                <a:gd name="connsiteX0" fmla="*/ 0 w 911379"/>
                <a:gd name="connsiteY0" fmla="*/ 0 h 2599608"/>
                <a:gd name="connsiteX1" fmla="*/ 63852 w 911379"/>
                <a:gd name="connsiteY1" fmla="*/ 32258 h 2599608"/>
                <a:gd name="connsiteX2" fmla="*/ 253681 w 911379"/>
                <a:gd name="connsiteY2" fmla="*/ 140003 h 2599608"/>
                <a:gd name="connsiteX3" fmla="*/ 376816 w 911379"/>
                <a:gd name="connsiteY3" fmla="*/ 432445 h 2599608"/>
                <a:gd name="connsiteX4" fmla="*/ 587173 w 911379"/>
                <a:gd name="connsiteY4" fmla="*/ 545318 h 2599608"/>
                <a:gd name="connsiteX5" fmla="*/ 900137 w 911379"/>
                <a:gd name="connsiteY5" fmla="*/ 919855 h 2599608"/>
                <a:gd name="connsiteX6" fmla="*/ 664129 w 911379"/>
                <a:gd name="connsiteY6" fmla="*/ 1284126 h 2599608"/>
                <a:gd name="connsiteX7" fmla="*/ 566651 w 911379"/>
                <a:gd name="connsiteY7" fmla="*/ 1684313 h 2599608"/>
                <a:gd name="connsiteX8" fmla="*/ 304987 w 911379"/>
                <a:gd name="connsiteY8" fmla="*/ 2002411 h 2599608"/>
                <a:gd name="connsiteX9" fmla="*/ 63852 w 911379"/>
                <a:gd name="connsiteY9" fmla="*/ 2489821 h 2599608"/>
                <a:gd name="connsiteX10" fmla="*/ 0 w 911379"/>
                <a:gd name="connsiteY10" fmla="*/ 2599608 h 2599608"/>
                <a:gd name="connsiteX11" fmla="*/ 0 w 911379"/>
                <a:gd name="connsiteY11" fmla="*/ 0 h 2599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11379" h="2599608">
                  <a:moveTo>
                    <a:pt x="0" y="0"/>
                  </a:moveTo>
                  <a:lnTo>
                    <a:pt x="63852" y="32258"/>
                  </a:lnTo>
                  <a:cubicBezTo>
                    <a:pt x="140808" y="68175"/>
                    <a:pt x="192114" y="57913"/>
                    <a:pt x="253681" y="140003"/>
                  </a:cubicBezTo>
                  <a:cubicBezTo>
                    <a:pt x="320382" y="232354"/>
                    <a:pt x="289598" y="340094"/>
                    <a:pt x="376816" y="432445"/>
                  </a:cubicBezTo>
                  <a:cubicBezTo>
                    <a:pt x="433255" y="494012"/>
                    <a:pt x="520473" y="504273"/>
                    <a:pt x="587173" y="545318"/>
                  </a:cubicBezTo>
                  <a:cubicBezTo>
                    <a:pt x="720569" y="627408"/>
                    <a:pt x="966838" y="724892"/>
                    <a:pt x="900137" y="919855"/>
                  </a:cubicBezTo>
                  <a:cubicBezTo>
                    <a:pt x="843703" y="1089163"/>
                    <a:pt x="623085" y="1058379"/>
                    <a:pt x="664129" y="1284126"/>
                  </a:cubicBezTo>
                  <a:cubicBezTo>
                    <a:pt x="700046" y="1509872"/>
                    <a:pt x="828309" y="1550917"/>
                    <a:pt x="566651" y="1684313"/>
                  </a:cubicBezTo>
                  <a:cubicBezTo>
                    <a:pt x="366555" y="1786925"/>
                    <a:pt x="366555" y="1812581"/>
                    <a:pt x="304987" y="2002411"/>
                  </a:cubicBezTo>
                  <a:cubicBezTo>
                    <a:pt x="253681" y="2166590"/>
                    <a:pt x="156202" y="2341031"/>
                    <a:pt x="63852" y="2489821"/>
                  </a:cubicBezTo>
                  <a:lnTo>
                    <a:pt x="0" y="25996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24D8D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DD488622-94FE-4C3B-93ED-066BAA75BF59}"/>
                </a:ext>
              </a:extLst>
            </p:cNvPr>
            <p:cNvSpPr/>
            <p:nvPr/>
          </p:nvSpPr>
          <p:spPr bwMode="ltGray">
            <a:xfrm>
              <a:off x="266515" y="81480"/>
              <a:ext cx="1128733" cy="1128733"/>
            </a:xfrm>
            <a:custGeom>
              <a:avLst/>
              <a:gdLst>
                <a:gd name="connsiteX0" fmla="*/ 92869 w 209550"/>
                <a:gd name="connsiteY0" fmla="*/ 7144 h 209550"/>
                <a:gd name="connsiteX1" fmla="*/ 92869 w 209550"/>
                <a:gd name="connsiteY1" fmla="*/ 7144 h 209550"/>
                <a:gd name="connsiteX2" fmla="*/ 7144 w 209550"/>
                <a:gd name="connsiteY2" fmla="*/ 29051 h 209550"/>
                <a:gd name="connsiteX3" fmla="*/ 7144 w 209550"/>
                <a:gd name="connsiteY3" fmla="*/ 30004 h 209550"/>
                <a:gd name="connsiteX4" fmla="*/ 16669 w 209550"/>
                <a:gd name="connsiteY4" fmla="*/ 42386 h 209550"/>
                <a:gd name="connsiteX5" fmla="*/ 25241 w 209550"/>
                <a:gd name="connsiteY5" fmla="*/ 41434 h 209550"/>
                <a:gd name="connsiteX6" fmla="*/ 63341 w 209550"/>
                <a:gd name="connsiteY6" fmla="*/ 165259 h 209550"/>
                <a:gd name="connsiteX7" fmla="*/ 88106 w 209550"/>
                <a:gd name="connsiteY7" fmla="*/ 202406 h 209550"/>
                <a:gd name="connsiteX8" fmla="*/ 105251 w 209550"/>
                <a:gd name="connsiteY8" fmla="*/ 193834 h 209550"/>
                <a:gd name="connsiteX9" fmla="*/ 128111 w 209550"/>
                <a:gd name="connsiteY9" fmla="*/ 149066 h 209550"/>
                <a:gd name="connsiteX10" fmla="*/ 165259 w 209550"/>
                <a:gd name="connsiteY10" fmla="*/ 120491 h 209550"/>
                <a:gd name="connsiteX11" fmla="*/ 92869 w 209550"/>
                <a:gd name="connsiteY11" fmla="*/ 7144 h 209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9550" h="209550">
                  <a:moveTo>
                    <a:pt x="92869" y="7144"/>
                  </a:moveTo>
                  <a:cubicBezTo>
                    <a:pt x="91916" y="7144"/>
                    <a:pt x="91916" y="7144"/>
                    <a:pt x="92869" y="7144"/>
                  </a:cubicBezTo>
                  <a:cubicBezTo>
                    <a:pt x="63341" y="12859"/>
                    <a:pt x="34766" y="20479"/>
                    <a:pt x="7144" y="29051"/>
                  </a:cubicBezTo>
                  <a:cubicBezTo>
                    <a:pt x="7144" y="29051"/>
                    <a:pt x="7144" y="30004"/>
                    <a:pt x="7144" y="30004"/>
                  </a:cubicBezTo>
                  <a:lnTo>
                    <a:pt x="16669" y="42386"/>
                  </a:lnTo>
                  <a:cubicBezTo>
                    <a:pt x="19526" y="41434"/>
                    <a:pt x="22384" y="41434"/>
                    <a:pt x="25241" y="41434"/>
                  </a:cubicBezTo>
                  <a:cubicBezTo>
                    <a:pt x="74771" y="41434"/>
                    <a:pt x="57626" y="134779"/>
                    <a:pt x="63341" y="165259"/>
                  </a:cubicBezTo>
                  <a:cubicBezTo>
                    <a:pt x="67151" y="183356"/>
                    <a:pt x="74771" y="202406"/>
                    <a:pt x="88106" y="202406"/>
                  </a:cubicBezTo>
                  <a:cubicBezTo>
                    <a:pt x="92869" y="202406"/>
                    <a:pt x="98584" y="199549"/>
                    <a:pt x="105251" y="193834"/>
                  </a:cubicBezTo>
                  <a:cubicBezTo>
                    <a:pt x="115729" y="183356"/>
                    <a:pt x="116681" y="162401"/>
                    <a:pt x="128111" y="149066"/>
                  </a:cubicBezTo>
                  <a:cubicBezTo>
                    <a:pt x="138589" y="136684"/>
                    <a:pt x="152876" y="130969"/>
                    <a:pt x="165259" y="120491"/>
                  </a:cubicBezTo>
                  <a:cubicBezTo>
                    <a:pt x="265271" y="38576"/>
                    <a:pt x="172879" y="7144"/>
                    <a:pt x="92869" y="7144"/>
                  </a:cubicBezTo>
                </a:path>
              </a:pathLst>
            </a:custGeom>
            <a:solidFill>
              <a:srgbClr val="724D8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0C0FA815-C9EC-4D30-BDA4-05095D08506E}"/>
                </a:ext>
              </a:extLst>
            </p:cNvPr>
            <p:cNvSpPr/>
            <p:nvPr/>
          </p:nvSpPr>
          <p:spPr bwMode="ltGray">
            <a:xfrm>
              <a:off x="1807406" y="19914"/>
              <a:ext cx="3232281" cy="5848895"/>
            </a:xfrm>
            <a:custGeom>
              <a:avLst/>
              <a:gdLst>
                <a:gd name="connsiteX0" fmla="*/ 227806 w 600075"/>
                <a:gd name="connsiteY0" fmla="*/ 7144 h 1085850"/>
                <a:gd name="connsiteX1" fmla="*/ 219234 w 600075"/>
                <a:gd name="connsiteY1" fmla="*/ 18574 h 1085850"/>
                <a:gd name="connsiteX2" fmla="*/ 183039 w 600075"/>
                <a:gd name="connsiteY2" fmla="*/ 66199 h 1085850"/>
                <a:gd name="connsiteX3" fmla="*/ 161131 w 600075"/>
                <a:gd name="connsiteY3" fmla="*/ 73819 h 1085850"/>
                <a:gd name="connsiteX4" fmla="*/ 130651 w 600075"/>
                <a:gd name="connsiteY4" fmla="*/ 63341 h 1085850"/>
                <a:gd name="connsiteX5" fmla="*/ 105886 w 600075"/>
                <a:gd name="connsiteY5" fmla="*/ 57626 h 1085850"/>
                <a:gd name="connsiteX6" fmla="*/ 83979 w 600075"/>
                <a:gd name="connsiteY6" fmla="*/ 113824 h 1085850"/>
                <a:gd name="connsiteX7" fmla="*/ 104934 w 600075"/>
                <a:gd name="connsiteY7" fmla="*/ 173831 h 1085850"/>
                <a:gd name="connsiteX8" fmla="*/ 124936 w 600075"/>
                <a:gd name="connsiteY8" fmla="*/ 167164 h 1085850"/>
                <a:gd name="connsiteX9" fmla="*/ 156369 w 600075"/>
                <a:gd name="connsiteY9" fmla="*/ 135731 h 1085850"/>
                <a:gd name="connsiteX10" fmla="*/ 172561 w 600075"/>
                <a:gd name="connsiteY10" fmla="*/ 151924 h 1085850"/>
                <a:gd name="connsiteX11" fmla="*/ 157321 w 600075"/>
                <a:gd name="connsiteY11" fmla="*/ 202406 h 1085850"/>
                <a:gd name="connsiteX12" fmla="*/ 71596 w 600075"/>
                <a:gd name="connsiteY12" fmla="*/ 252889 h 1085850"/>
                <a:gd name="connsiteX13" fmla="*/ 68739 w 600075"/>
                <a:gd name="connsiteY13" fmla="*/ 294799 h 1085850"/>
                <a:gd name="connsiteX14" fmla="*/ 43021 w 600075"/>
                <a:gd name="connsiteY14" fmla="*/ 356711 h 1085850"/>
                <a:gd name="connsiteX15" fmla="*/ 62071 w 600075"/>
                <a:gd name="connsiteY15" fmla="*/ 370999 h 1085850"/>
                <a:gd name="connsiteX16" fmla="*/ 131604 w 600075"/>
                <a:gd name="connsiteY16" fmla="*/ 313849 h 1085850"/>
                <a:gd name="connsiteX17" fmla="*/ 167799 w 600075"/>
                <a:gd name="connsiteY17" fmla="*/ 295751 h 1085850"/>
                <a:gd name="connsiteX18" fmla="*/ 199231 w 600075"/>
                <a:gd name="connsiteY18" fmla="*/ 308134 h 1085850"/>
                <a:gd name="connsiteX19" fmla="*/ 237331 w 600075"/>
                <a:gd name="connsiteY19" fmla="*/ 320516 h 1085850"/>
                <a:gd name="connsiteX20" fmla="*/ 242094 w 600075"/>
                <a:gd name="connsiteY20" fmla="*/ 320516 h 1085850"/>
                <a:gd name="connsiteX21" fmla="*/ 270669 w 600075"/>
                <a:gd name="connsiteY21" fmla="*/ 291941 h 1085850"/>
                <a:gd name="connsiteX22" fmla="*/ 287814 w 600075"/>
                <a:gd name="connsiteY22" fmla="*/ 270034 h 1085850"/>
                <a:gd name="connsiteX23" fmla="*/ 290671 w 600075"/>
                <a:gd name="connsiteY23" fmla="*/ 270034 h 1085850"/>
                <a:gd name="connsiteX24" fmla="*/ 321151 w 600075"/>
                <a:gd name="connsiteY24" fmla="*/ 304324 h 1085850"/>
                <a:gd name="connsiteX25" fmla="*/ 292576 w 600075"/>
                <a:gd name="connsiteY25" fmla="*/ 355759 h 1085850"/>
                <a:gd name="connsiteX26" fmla="*/ 326866 w 600075"/>
                <a:gd name="connsiteY26" fmla="*/ 416719 h 1085850"/>
                <a:gd name="connsiteX27" fmla="*/ 291624 w 600075"/>
                <a:gd name="connsiteY27" fmla="*/ 428149 h 1085850"/>
                <a:gd name="connsiteX28" fmla="*/ 232569 w 600075"/>
                <a:gd name="connsiteY28" fmla="*/ 418624 h 1085850"/>
                <a:gd name="connsiteX29" fmla="*/ 225901 w 600075"/>
                <a:gd name="connsiteY29" fmla="*/ 418624 h 1085850"/>
                <a:gd name="connsiteX30" fmla="*/ 217329 w 600075"/>
                <a:gd name="connsiteY30" fmla="*/ 418624 h 1085850"/>
                <a:gd name="connsiteX31" fmla="*/ 208756 w 600075"/>
                <a:gd name="connsiteY31" fmla="*/ 418624 h 1085850"/>
                <a:gd name="connsiteX32" fmla="*/ 191611 w 600075"/>
                <a:gd name="connsiteY32" fmla="*/ 415766 h 1085850"/>
                <a:gd name="connsiteX33" fmla="*/ 156369 w 600075"/>
                <a:gd name="connsiteY33" fmla="*/ 390049 h 1085850"/>
                <a:gd name="connsiteX34" fmla="*/ 151606 w 600075"/>
                <a:gd name="connsiteY34" fmla="*/ 390049 h 1085850"/>
                <a:gd name="connsiteX35" fmla="*/ 68739 w 600075"/>
                <a:gd name="connsiteY35" fmla="*/ 433864 h 1085850"/>
                <a:gd name="connsiteX36" fmla="*/ 18256 w 600075"/>
                <a:gd name="connsiteY36" fmla="*/ 501491 h 1085850"/>
                <a:gd name="connsiteX37" fmla="*/ 35401 w 600075"/>
                <a:gd name="connsiteY37" fmla="*/ 668179 h 1085850"/>
                <a:gd name="connsiteX38" fmla="*/ 82074 w 600075"/>
                <a:gd name="connsiteY38" fmla="*/ 683419 h 1085850"/>
                <a:gd name="connsiteX39" fmla="*/ 130651 w 600075"/>
                <a:gd name="connsiteY39" fmla="*/ 678656 h 1085850"/>
                <a:gd name="connsiteX40" fmla="*/ 162084 w 600075"/>
                <a:gd name="connsiteY40" fmla="*/ 676751 h 1085850"/>
                <a:gd name="connsiteX41" fmla="*/ 207804 w 600075"/>
                <a:gd name="connsiteY41" fmla="*/ 731044 h 1085850"/>
                <a:gd name="connsiteX42" fmla="*/ 214471 w 600075"/>
                <a:gd name="connsiteY42" fmla="*/ 812006 h 1085850"/>
                <a:gd name="connsiteX43" fmla="*/ 233521 w 600075"/>
                <a:gd name="connsiteY43" fmla="*/ 892016 h 1085850"/>
                <a:gd name="connsiteX44" fmla="*/ 202089 w 600075"/>
                <a:gd name="connsiteY44" fmla="*/ 1046321 h 1085850"/>
                <a:gd name="connsiteX45" fmla="*/ 223044 w 600075"/>
                <a:gd name="connsiteY45" fmla="*/ 1084421 h 1085850"/>
                <a:gd name="connsiteX46" fmla="*/ 256381 w 600075"/>
                <a:gd name="connsiteY46" fmla="*/ 1060609 h 1085850"/>
                <a:gd name="connsiteX47" fmla="*/ 335439 w 600075"/>
                <a:gd name="connsiteY47" fmla="*/ 977741 h 1085850"/>
                <a:gd name="connsiteX48" fmla="*/ 402114 w 600075"/>
                <a:gd name="connsiteY48" fmla="*/ 823436 h 1085850"/>
                <a:gd name="connsiteX49" fmla="*/ 404971 w 600075"/>
                <a:gd name="connsiteY49" fmla="*/ 746284 h 1085850"/>
                <a:gd name="connsiteX50" fmla="*/ 446881 w 600075"/>
                <a:gd name="connsiteY50" fmla="*/ 645319 h 1085850"/>
                <a:gd name="connsiteX51" fmla="*/ 434499 w 600075"/>
                <a:gd name="connsiteY51" fmla="*/ 600551 h 1085850"/>
                <a:gd name="connsiteX52" fmla="*/ 444024 w 600075"/>
                <a:gd name="connsiteY52" fmla="*/ 549116 h 1085850"/>
                <a:gd name="connsiteX53" fmla="*/ 466884 w 600075"/>
                <a:gd name="connsiteY53" fmla="*/ 499586 h 1085850"/>
                <a:gd name="connsiteX54" fmla="*/ 431641 w 600075"/>
                <a:gd name="connsiteY54" fmla="*/ 443389 h 1085850"/>
                <a:gd name="connsiteX55" fmla="*/ 446881 w 600075"/>
                <a:gd name="connsiteY55" fmla="*/ 440531 h 1085850"/>
                <a:gd name="connsiteX56" fmla="*/ 528796 w 600075"/>
                <a:gd name="connsiteY56" fmla="*/ 591979 h 1085850"/>
                <a:gd name="connsiteX57" fmla="*/ 551656 w 600075"/>
                <a:gd name="connsiteY57" fmla="*/ 634841 h 1085850"/>
                <a:gd name="connsiteX58" fmla="*/ 570706 w 600075"/>
                <a:gd name="connsiteY58" fmla="*/ 602456 h 1085850"/>
                <a:gd name="connsiteX59" fmla="*/ 592614 w 600075"/>
                <a:gd name="connsiteY59" fmla="*/ 519589 h 1085850"/>
                <a:gd name="connsiteX60" fmla="*/ 563086 w 600075"/>
                <a:gd name="connsiteY60" fmla="*/ 356711 h 1085850"/>
                <a:gd name="connsiteX61" fmla="*/ 450691 w 600075"/>
                <a:gd name="connsiteY61" fmla="*/ 161449 h 1085850"/>
                <a:gd name="connsiteX62" fmla="*/ 227806 w 600075"/>
                <a:gd name="connsiteY62" fmla="*/ 7144 h 1085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600075" h="1085850">
                  <a:moveTo>
                    <a:pt x="227806" y="7144"/>
                  </a:moveTo>
                  <a:lnTo>
                    <a:pt x="219234" y="18574"/>
                  </a:lnTo>
                  <a:cubicBezTo>
                    <a:pt x="223044" y="42386"/>
                    <a:pt x="201136" y="56674"/>
                    <a:pt x="183039" y="66199"/>
                  </a:cubicBezTo>
                  <a:cubicBezTo>
                    <a:pt x="172561" y="70961"/>
                    <a:pt x="165894" y="73819"/>
                    <a:pt x="161131" y="73819"/>
                  </a:cubicBezTo>
                  <a:cubicBezTo>
                    <a:pt x="153511" y="73819"/>
                    <a:pt x="147796" y="69056"/>
                    <a:pt x="130651" y="63341"/>
                  </a:cubicBezTo>
                  <a:cubicBezTo>
                    <a:pt x="120174" y="59531"/>
                    <a:pt x="111601" y="57626"/>
                    <a:pt x="105886" y="57626"/>
                  </a:cubicBezTo>
                  <a:cubicBezTo>
                    <a:pt x="83026" y="57626"/>
                    <a:pt x="83979" y="81439"/>
                    <a:pt x="83979" y="113824"/>
                  </a:cubicBezTo>
                  <a:cubicBezTo>
                    <a:pt x="83979" y="136684"/>
                    <a:pt x="82074" y="173831"/>
                    <a:pt x="104934" y="173831"/>
                  </a:cubicBezTo>
                  <a:cubicBezTo>
                    <a:pt x="109696" y="173831"/>
                    <a:pt x="116364" y="171926"/>
                    <a:pt x="124936" y="167164"/>
                  </a:cubicBezTo>
                  <a:cubicBezTo>
                    <a:pt x="136366" y="160496"/>
                    <a:pt x="144939" y="135731"/>
                    <a:pt x="156369" y="135731"/>
                  </a:cubicBezTo>
                  <a:cubicBezTo>
                    <a:pt x="161131" y="135731"/>
                    <a:pt x="166846" y="140494"/>
                    <a:pt x="172561" y="151924"/>
                  </a:cubicBezTo>
                  <a:cubicBezTo>
                    <a:pt x="182086" y="169069"/>
                    <a:pt x="167799" y="191929"/>
                    <a:pt x="157321" y="202406"/>
                  </a:cubicBezTo>
                  <a:cubicBezTo>
                    <a:pt x="128746" y="229076"/>
                    <a:pt x="83979" y="207169"/>
                    <a:pt x="71596" y="252889"/>
                  </a:cubicBezTo>
                  <a:cubicBezTo>
                    <a:pt x="67786" y="266224"/>
                    <a:pt x="73501" y="281464"/>
                    <a:pt x="68739" y="294799"/>
                  </a:cubicBezTo>
                  <a:cubicBezTo>
                    <a:pt x="63024" y="310991"/>
                    <a:pt x="31591" y="335756"/>
                    <a:pt x="43021" y="356711"/>
                  </a:cubicBezTo>
                  <a:cubicBezTo>
                    <a:pt x="48736" y="367189"/>
                    <a:pt x="55404" y="370999"/>
                    <a:pt x="62071" y="370999"/>
                  </a:cubicBezTo>
                  <a:cubicBezTo>
                    <a:pt x="86836" y="370999"/>
                    <a:pt x="118269" y="325279"/>
                    <a:pt x="131604" y="313849"/>
                  </a:cubicBezTo>
                  <a:cubicBezTo>
                    <a:pt x="146844" y="300514"/>
                    <a:pt x="158274" y="295751"/>
                    <a:pt x="167799" y="295751"/>
                  </a:cubicBezTo>
                  <a:cubicBezTo>
                    <a:pt x="179229" y="295751"/>
                    <a:pt x="187801" y="301466"/>
                    <a:pt x="199231" y="308134"/>
                  </a:cubicBezTo>
                  <a:cubicBezTo>
                    <a:pt x="209709" y="313849"/>
                    <a:pt x="221139" y="320516"/>
                    <a:pt x="237331" y="320516"/>
                  </a:cubicBezTo>
                  <a:cubicBezTo>
                    <a:pt x="239236" y="320516"/>
                    <a:pt x="240189" y="320516"/>
                    <a:pt x="242094" y="320516"/>
                  </a:cubicBezTo>
                  <a:cubicBezTo>
                    <a:pt x="268764" y="318611"/>
                    <a:pt x="259239" y="310039"/>
                    <a:pt x="270669" y="291941"/>
                  </a:cubicBezTo>
                  <a:cubicBezTo>
                    <a:pt x="277336" y="280511"/>
                    <a:pt x="270669" y="270034"/>
                    <a:pt x="287814" y="270034"/>
                  </a:cubicBezTo>
                  <a:cubicBezTo>
                    <a:pt x="288766" y="270034"/>
                    <a:pt x="289719" y="270034"/>
                    <a:pt x="290671" y="270034"/>
                  </a:cubicBezTo>
                  <a:cubicBezTo>
                    <a:pt x="301149" y="270986"/>
                    <a:pt x="318294" y="294799"/>
                    <a:pt x="321151" y="304324"/>
                  </a:cubicBezTo>
                  <a:cubicBezTo>
                    <a:pt x="327819" y="333851"/>
                    <a:pt x="303054" y="334804"/>
                    <a:pt x="292576" y="355759"/>
                  </a:cubicBezTo>
                  <a:cubicBezTo>
                    <a:pt x="276384" y="391954"/>
                    <a:pt x="313531" y="391001"/>
                    <a:pt x="326866" y="416719"/>
                  </a:cubicBezTo>
                  <a:cubicBezTo>
                    <a:pt x="315436" y="425291"/>
                    <a:pt x="304006" y="428149"/>
                    <a:pt x="291624" y="428149"/>
                  </a:cubicBezTo>
                  <a:cubicBezTo>
                    <a:pt x="272574" y="428149"/>
                    <a:pt x="252571" y="420529"/>
                    <a:pt x="232569" y="418624"/>
                  </a:cubicBezTo>
                  <a:cubicBezTo>
                    <a:pt x="230664" y="418624"/>
                    <a:pt x="227806" y="418624"/>
                    <a:pt x="225901" y="418624"/>
                  </a:cubicBezTo>
                  <a:cubicBezTo>
                    <a:pt x="223044" y="418624"/>
                    <a:pt x="220186" y="418624"/>
                    <a:pt x="217329" y="418624"/>
                  </a:cubicBezTo>
                  <a:cubicBezTo>
                    <a:pt x="214471" y="418624"/>
                    <a:pt x="211614" y="418624"/>
                    <a:pt x="208756" y="418624"/>
                  </a:cubicBezTo>
                  <a:cubicBezTo>
                    <a:pt x="203041" y="418624"/>
                    <a:pt x="197326" y="417671"/>
                    <a:pt x="191611" y="415766"/>
                  </a:cubicBezTo>
                  <a:cubicBezTo>
                    <a:pt x="174466" y="408146"/>
                    <a:pt x="183039" y="392906"/>
                    <a:pt x="156369" y="390049"/>
                  </a:cubicBezTo>
                  <a:cubicBezTo>
                    <a:pt x="154464" y="390049"/>
                    <a:pt x="152559" y="390049"/>
                    <a:pt x="151606" y="390049"/>
                  </a:cubicBezTo>
                  <a:cubicBezTo>
                    <a:pt x="120174" y="390049"/>
                    <a:pt x="96361" y="420529"/>
                    <a:pt x="68739" y="433864"/>
                  </a:cubicBezTo>
                  <a:cubicBezTo>
                    <a:pt x="31591" y="451961"/>
                    <a:pt x="23019" y="463391"/>
                    <a:pt x="18256" y="501491"/>
                  </a:cubicBezTo>
                  <a:cubicBezTo>
                    <a:pt x="11589" y="551974"/>
                    <a:pt x="-10319" y="627221"/>
                    <a:pt x="35401" y="668179"/>
                  </a:cubicBezTo>
                  <a:cubicBezTo>
                    <a:pt x="48736" y="680561"/>
                    <a:pt x="64929" y="683419"/>
                    <a:pt x="82074" y="683419"/>
                  </a:cubicBezTo>
                  <a:cubicBezTo>
                    <a:pt x="98266" y="683419"/>
                    <a:pt x="114459" y="680561"/>
                    <a:pt x="130651" y="678656"/>
                  </a:cubicBezTo>
                  <a:cubicBezTo>
                    <a:pt x="142081" y="677704"/>
                    <a:pt x="152559" y="676751"/>
                    <a:pt x="162084" y="676751"/>
                  </a:cubicBezTo>
                  <a:cubicBezTo>
                    <a:pt x="193516" y="676751"/>
                    <a:pt x="208756" y="687229"/>
                    <a:pt x="207804" y="731044"/>
                  </a:cubicBezTo>
                  <a:cubicBezTo>
                    <a:pt x="207804" y="758666"/>
                    <a:pt x="204946" y="786289"/>
                    <a:pt x="214471" y="812006"/>
                  </a:cubicBezTo>
                  <a:cubicBezTo>
                    <a:pt x="223996" y="840581"/>
                    <a:pt x="236379" y="860584"/>
                    <a:pt x="233521" y="892016"/>
                  </a:cubicBezTo>
                  <a:cubicBezTo>
                    <a:pt x="228759" y="947261"/>
                    <a:pt x="196374" y="987266"/>
                    <a:pt x="202089" y="1046321"/>
                  </a:cubicBezTo>
                  <a:cubicBezTo>
                    <a:pt x="204946" y="1072039"/>
                    <a:pt x="211614" y="1084421"/>
                    <a:pt x="223044" y="1084421"/>
                  </a:cubicBezTo>
                  <a:cubicBezTo>
                    <a:pt x="231616" y="1084421"/>
                    <a:pt x="243046" y="1075849"/>
                    <a:pt x="256381" y="1060609"/>
                  </a:cubicBezTo>
                  <a:cubicBezTo>
                    <a:pt x="281146" y="1031081"/>
                    <a:pt x="309721" y="1006316"/>
                    <a:pt x="335439" y="977741"/>
                  </a:cubicBezTo>
                  <a:cubicBezTo>
                    <a:pt x="367824" y="942499"/>
                    <a:pt x="395446" y="870109"/>
                    <a:pt x="402114" y="823436"/>
                  </a:cubicBezTo>
                  <a:cubicBezTo>
                    <a:pt x="404971" y="797719"/>
                    <a:pt x="399256" y="771049"/>
                    <a:pt x="404971" y="746284"/>
                  </a:cubicBezTo>
                  <a:cubicBezTo>
                    <a:pt x="411639" y="709136"/>
                    <a:pt x="441166" y="680561"/>
                    <a:pt x="446881" y="645319"/>
                  </a:cubicBezTo>
                  <a:cubicBezTo>
                    <a:pt x="451644" y="617696"/>
                    <a:pt x="440214" y="623411"/>
                    <a:pt x="434499" y="600551"/>
                  </a:cubicBezTo>
                  <a:cubicBezTo>
                    <a:pt x="429736" y="583406"/>
                    <a:pt x="437356" y="563404"/>
                    <a:pt x="444024" y="549116"/>
                  </a:cubicBezTo>
                  <a:cubicBezTo>
                    <a:pt x="451644" y="532924"/>
                    <a:pt x="469741" y="519589"/>
                    <a:pt x="466884" y="499586"/>
                  </a:cubicBezTo>
                  <a:cubicBezTo>
                    <a:pt x="464026" y="477679"/>
                    <a:pt x="435451" y="464344"/>
                    <a:pt x="431641" y="443389"/>
                  </a:cubicBezTo>
                  <a:cubicBezTo>
                    <a:pt x="436404" y="441484"/>
                    <a:pt x="442119" y="440531"/>
                    <a:pt x="446881" y="440531"/>
                  </a:cubicBezTo>
                  <a:cubicBezTo>
                    <a:pt x="497364" y="440531"/>
                    <a:pt x="524034" y="557689"/>
                    <a:pt x="528796" y="591979"/>
                  </a:cubicBezTo>
                  <a:cubicBezTo>
                    <a:pt x="532606" y="618649"/>
                    <a:pt x="542131" y="634841"/>
                    <a:pt x="551656" y="634841"/>
                  </a:cubicBezTo>
                  <a:cubicBezTo>
                    <a:pt x="559276" y="634841"/>
                    <a:pt x="565944" y="625316"/>
                    <a:pt x="570706" y="602456"/>
                  </a:cubicBezTo>
                  <a:cubicBezTo>
                    <a:pt x="576421" y="572929"/>
                    <a:pt x="584994" y="546259"/>
                    <a:pt x="592614" y="519589"/>
                  </a:cubicBezTo>
                  <a:cubicBezTo>
                    <a:pt x="611664" y="448151"/>
                    <a:pt x="594519" y="416719"/>
                    <a:pt x="563086" y="356711"/>
                  </a:cubicBezTo>
                  <a:cubicBezTo>
                    <a:pt x="529749" y="293846"/>
                    <a:pt x="494506" y="219551"/>
                    <a:pt x="450691" y="161449"/>
                  </a:cubicBezTo>
                  <a:cubicBezTo>
                    <a:pt x="393541" y="91916"/>
                    <a:pt x="300196" y="51911"/>
                    <a:pt x="227806" y="7144"/>
                  </a:cubicBezTo>
                </a:path>
              </a:pathLst>
            </a:custGeom>
            <a:solidFill>
              <a:srgbClr val="724D8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9F4D19D0-5A2E-4607-8554-BC7B192680F6}"/>
                </a:ext>
              </a:extLst>
            </p:cNvPr>
            <p:cNvSpPr/>
            <p:nvPr/>
          </p:nvSpPr>
          <p:spPr bwMode="ltGray">
            <a:xfrm>
              <a:off x="3991507" y="4180841"/>
              <a:ext cx="1128733" cy="2206164"/>
            </a:xfrm>
            <a:custGeom>
              <a:avLst/>
              <a:gdLst>
                <a:gd name="connsiteX0" fmla="*/ 192849 w 209550"/>
                <a:gd name="connsiteY0" fmla="*/ 7144 h 409575"/>
                <a:gd name="connsiteX1" fmla="*/ 161417 w 209550"/>
                <a:gd name="connsiteY1" fmla="*/ 45244 h 409575"/>
                <a:gd name="connsiteX2" fmla="*/ 154749 w 209550"/>
                <a:gd name="connsiteY2" fmla="*/ 99536 h 409575"/>
                <a:gd name="connsiteX3" fmla="*/ 120459 w 209550"/>
                <a:gd name="connsiteY3" fmla="*/ 171926 h 409575"/>
                <a:gd name="connsiteX4" fmla="*/ 74739 w 209550"/>
                <a:gd name="connsiteY4" fmla="*/ 258604 h 409575"/>
                <a:gd name="connsiteX5" fmla="*/ 10921 w 209550"/>
                <a:gd name="connsiteY5" fmla="*/ 329089 h 409575"/>
                <a:gd name="connsiteX6" fmla="*/ 9969 w 209550"/>
                <a:gd name="connsiteY6" fmla="*/ 395764 h 409575"/>
                <a:gd name="connsiteX7" fmla="*/ 22351 w 209550"/>
                <a:gd name="connsiteY7" fmla="*/ 407194 h 409575"/>
                <a:gd name="connsiteX8" fmla="*/ 28066 w 209550"/>
                <a:gd name="connsiteY8" fmla="*/ 405289 h 409575"/>
                <a:gd name="connsiteX9" fmla="*/ 42354 w 209550"/>
                <a:gd name="connsiteY9" fmla="*/ 391954 h 409575"/>
                <a:gd name="connsiteX10" fmla="*/ 69976 w 209550"/>
                <a:gd name="connsiteY10" fmla="*/ 351949 h 409575"/>
                <a:gd name="connsiteX11" fmla="*/ 163321 w 209550"/>
                <a:gd name="connsiteY11" fmla="*/ 190024 h 409575"/>
                <a:gd name="connsiteX12" fmla="*/ 199517 w 209550"/>
                <a:gd name="connsiteY12" fmla="*/ 19526 h 409575"/>
                <a:gd name="connsiteX13" fmla="*/ 192849 w 209550"/>
                <a:gd name="connsiteY13" fmla="*/ 7144 h 409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09550" h="409575">
                  <a:moveTo>
                    <a:pt x="192849" y="7144"/>
                  </a:moveTo>
                  <a:cubicBezTo>
                    <a:pt x="187134" y="24289"/>
                    <a:pt x="168084" y="30004"/>
                    <a:pt x="161417" y="45244"/>
                  </a:cubicBezTo>
                  <a:cubicBezTo>
                    <a:pt x="156654" y="58579"/>
                    <a:pt x="157606" y="84296"/>
                    <a:pt x="154749" y="99536"/>
                  </a:cubicBezTo>
                  <a:cubicBezTo>
                    <a:pt x="149034" y="131921"/>
                    <a:pt x="137604" y="144304"/>
                    <a:pt x="120459" y="171926"/>
                  </a:cubicBezTo>
                  <a:cubicBezTo>
                    <a:pt x="102361" y="199549"/>
                    <a:pt x="96646" y="233839"/>
                    <a:pt x="74739" y="258604"/>
                  </a:cubicBezTo>
                  <a:cubicBezTo>
                    <a:pt x="53784" y="282416"/>
                    <a:pt x="19494" y="295751"/>
                    <a:pt x="10921" y="329089"/>
                  </a:cubicBezTo>
                  <a:cubicBezTo>
                    <a:pt x="7111" y="341471"/>
                    <a:pt x="5206" y="383381"/>
                    <a:pt x="9969" y="395764"/>
                  </a:cubicBezTo>
                  <a:cubicBezTo>
                    <a:pt x="13779" y="403384"/>
                    <a:pt x="17589" y="407194"/>
                    <a:pt x="22351" y="407194"/>
                  </a:cubicBezTo>
                  <a:cubicBezTo>
                    <a:pt x="24256" y="407194"/>
                    <a:pt x="26161" y="406241"/>
                    <a:pt x="28066" y="405289"/>
                  </a:cubicBezTo>
                  <a:cubicBezTo>
                    <a:pt x="32829" y="401479"/>
                    <a:pt x="37591" y="396716"/>
                    <a:pt x="42354" y="391954"/>
                  </a:cubicBezTo>
                  <a:cubicBezTo>
                    <a:pt x="52831" y="379571"/>
                    <a:pt x="62356" y="362426"/>
                    <a:pt x="69976" y="351949"/>
                  </a:cubicBezTo>
                  <a:cubicBezTo>
                    <a:pt x="106171" y="300514"/>
                    <a:pt x="131889" y="243364"/>
                    <a:pt x="163321" y="190024"/>
                  </a:cubicBezTo>
                  <a:cubicBezTo>
                    <a:pt x="195706" y="135731"/>
                    <a:pt x="218567" y="82391"/>
                    <a:pt x="199517" y="19526"/>
                  </a:cubicBezTo>
                  <a:lnTo>
                    <a:pt x="192849" y="7144"/>
                  </a:lnTo>
                  <a:close/>
                </a:path>
              </a:pathLst>
            </a:custGeom>
            <a:solidFill>
              <a:srgbClr val="724D8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67B06B57-87F2-4999-9051-9130D4219140}"/>
                </a:ext>
              </a:extLst>
            </p:cNvPr>
            <p:cNvSpPr/>
            <p:nvPr/>
          </p:nvSpPr>
          <p:spPr bwMode="ltGray">
            <a:xfrm>
              <a:off x="3811259" y="4868343"/>
              <a:ext cx="359144" cy="718287"/>
            </a:xfrm>
            <a:custGeom>
              <a:avLst/>
              <a:gdLst>
                <a:gd name="connsiteX0" fmla="*/ 68197 w 66675"/>
                <a:gd name="connsiteY0" fmla="*/ 7144 h 133350"/>
                <a:gd name="connsiteX1" fmla="*/ 55814 w 66675"/>
                <a:gd name="connsiteY1" fmla="*/ 26194 h 133350"/>
                <a:gd name="connsiteX2" fmla="*/ 8189 w 66675"/>
                <a:gd name="connsiteY2" fmla="*/ 133826 h 133350"/>
                <a:gd name="connsiteX3" fmla="*/ 68197 w 66675"/>
                <a:gd name="connsiteY3" fmla="*/ 7144 h 133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675" h="133350">
                  <a:moveTo>
                    <a:pt x="68197" y="7144"/>
                  </a:moveTo>
                  <a:lnTo>
                    <a:pt x="55814" y="26194"/>
                  </a:lnTo>
                  <a:cubicBezTo>
                    <a:pt x="46289" y="54769"/>
                    <a:pt x="-383" y="106204"/>
                    <a:pt x="8189" y="133826"/>
                  </a:cubicBezTo>
                  <a:cubicBezTo>
                    <a:pt x="66292" y="124301"/>
                    <a:pt x="68197" y="53816"/>
                    <a:pt x="68197" y="7144"/>
                  </a:cubicBezTo>
                </a:path>
              </a:pathLst>
            </a:custGeom>
            <a:solidFill>
              <a:srgbClr val="724D8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16E1C2E2-BB89-4D6F-9E26-4819552D2F46}"/>
              </a:ext>
            </a:extLst>
          </p:cNvPr>
          <p:cNvGrpSpPr>
            <a:grpSpLocks noChangeAspect="1"/>
          </p:cNvGrpSpPr>
          <p:nvPr/>
        </p:nvGrpSpPr>
        <p:grpSpPr>
          <a:xfrm>
            <a:off x="1075883" y="5227486"/>
            <a:ext cx="2286000" cy="880288"/>
            <a:chOff x="2078951" y="1888610"/>
            <a:chExt cx="8030200" cy="3092248"/>
          </a:xfrm>
          <a:solidFill>
            <a:srgbClr val="FFFFFF"/>
          </a:solidFill>
        </p:grpSpPr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951AEA87-C235-450A-AFCD-D7D7402D584D}"/>
                </a:ext>
              </a:extLst>
            </p:cNvPr>
            <p:cNvSpPr/>
            <p:nvPr/>
          </p:nvSpPr>
          <p:spPr>
            <a:xfrm>
              <a:off x="2078951" y="2872694"/>
              <a:ext cx="951880" cy="652717"/>
            </a:xfrm>
            <a:custGeom>
              <a:avLst/>
              <a:gdLst>
                <a:gd name="connsiteX0" fmla="*/ 903041 w 951880"/>
                <a:gd name="connsiteY0" fmla="*/ 330574 h 652717"/>
                <a:gd name="connsiteX1" fmla="*/ 780656 w 951880"/>
                <a:gd name="connsiteY1" fmla="*/ 379528 h 652717"/>
                <a:gd name="connsiteX2" fmla="*/ 598439 w 951880"/>
                <a:gd name="connsiteY2" fmla="*/ 311537 h 652717"/>
                <a:gd name="connsiteX3" fmla="*/ 505970 w 951880"/>
                <a:gd name="connsiteY3" fmla="*/ 164675 h 652717"/>
                <a:gd name="connsiteX4" fmla="*/ 266640 w 951880"/>
                <a:gd name="connsiteY4" fmla="*/ 61329 h 652717"/>
                <a:gd name="connsiteX5" fmla="*/ 103461 w 951880"/>
                <a:gd name="connsiteY5" fmla="*/ 458398 h 652717"/>
                <a:gd name="connsiteX6" fmla="*/ 756179 w 951880"/>
                <a:gd name="connsiteY6" fmla="*/ 485595 h 652717"/>
                <a:gd name="connsiteX7" fmla="*/ 903041 w 951880"/>
                <a:gd name="connsiteY7" fmla="*/ 330574 h 65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51880" h="652717">
                  <a:moveTo>
                    <a:pt x="903041" y="330574"/>
                  </a:moveTo>
                  <a:cubicBezTo>
                    <a:pt x="867685" y="363210"/>
                    <a:pt x="813292" y="374089"/>
                    <a:pt x="780656" y="379528"/>
                  </a:cubicBezTo>
                  <a:cubicBezTo>
                    <a:pt x="712664" y="387687"/>
                    <a:pt x="641953" y="365930"/>
                    <a:pt x="598439" y="311537"/>
                  </a:cubicBezTo>
                  <a:cubicBezTo>
                    <a:pt x="563083" y="268022"/>
                    <a:pt x="544046" y="210910"/>
                    <a:pt x="505970" y="164675"/>
                  </a:cubicBezTo>
                  <a:cubicBezTo>
                    <a:pt x="448858" y="93964"/>
                    <a:pt x="359109" y="45011"/>
                    <a:pt x="266640" y="61329"/>
                  </a:cubicBezTo>
                  <a:cubicBezTo>
                    <a:pt x="81704" y="93964"/>
                    <a:pt x="114" y="308817"/>
                    <a:pt x="103461" y="458398"/>
                  </a:cubicBezTo>
                  <a:cubicBezTo>
                    <a:pt x="253042" y="670531"/>
                    <a:pt x="584840" y="635176"/>
                    <a:pt x="756179" y="485595"/>
                  </a:cubicBezTo>
                  <a:cubicBezTo>
                    <a:pt x="813292" y="442080"/>
                    <a:pt x="862246" y="390407"/>
                    <a:pt x="903041" y="33057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05CE8A05-C7FA-4C3B-8336-544EA5285D5A}"/>
                </a:ext>
              </a:extLst>
            </p:cNvPr>
            <p:cNvSpPr/>
            <p:nvPr/>
          </p:nvSpPr>
          <p:spPr>
            <a:xfrm>
              <a:off x="9151831" y="2872694"/>
              <a:ext cx="951880" cy="652717"/>
            </a:xfrm>
            <a:custGeom>
              <a:avLst/>
              <a:gdLst>
                <a:gd name="connsiteX0" fmla="*/ 58178 w 951880"/>
                <a:gd name="connsiteY0" fmla="*/ 330574 h 652717"/>
                <a:gd name="connsiteX1" fmla="*/ 180563 w 951880"/>
                <a:gd name="connsiteY1" fmla="*/ 379528 h 652717"/>
                <a:gd name="connsiteX2" fmla="*/ 362780 w 951880"/>
                <a:gd name="connsiteY2" fmla="*/ 311537 h 652717"/>
                <a:gd name="connsiteX3" fmla="*/ 455249 w 951880"/>
                <a:gd name="connsiteY3" fmla="*/ 164675 h 652717"/>
                <a:gd name="connsiteX4" fmla="*/ 694578 w 951880"/>
                <a:gd name="connsiteY4" fmla="*/ 61329 h 652717"/>
                <a:gd name="connsiteX5" fmla="*/ 857758 w 951880"/>
                <a:gd name="connsiteY5" fmla="*/ 458398 h 652717"/>
                <a:gd name="connsiteX6" fmla="*/ 205040 w 951880"/>
                <a:gd name="connsiteY6" fmla="*/ 485595 h 652717"/>
                <a:gd name="connsiteX7" fmla="*/ 58178 w 951880"/>
                <a:gd name="connsiteY7" fmla="*/ 330574 h 65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51880" h="652717">
                  <a:moveTo>
                    <a:pt x="58178" y="330574"/>
                  </a:moveTo>
                  <a:cubicBezTo>
                    <a:pt x="96253" y="363210"/>
                    <a:pt x="147927" y="374089"/>
                    <a:pt x="180563" y="379528"/>
                  </a:cubicBezTo>
                  <a:cubicBezTo>
                    <a:pt x="248554" y="387687"/>
                    <a:pt x="319266" y="365930"/>
                    <a:pt x="362780" y="311537"/>
                  </a:cubicBezTo>
                  <a:cubicBezTo>
                    <a:pt x="398136" y="268022"/>
                    <a:pt x="417174" y="210910"/>
                    <a:pt x="455249" y="164675"/>
                  </a:cubicBezTo>
                  <a:cubicBezTo>
                    <a:pt x="512362" y="93964"/>
                    <a:pt x="602110" y="45011"/>
                    <a:pt x="694578" y="61329"/>
                  </a:cubicBezTo>
                  <a:cubicBezTo>
                    <a:pt x="879515" y="93964"/>
                    <a:pt x="961105" y="308817"/>
                    <a:pt x="857758" y="458398"/>
                  </a:cubicBezTo>
                  <a:cubicBezTo>
                    <a:pt x="708176" y="670531"/>
                    <a:pt x="376379" y="635176"/>
                    <a:pt x="205040" y="485595"/>
                  </a:cubicBezTo>
                  <a:cubicBezTo>
                    <a:pt x="150646" y="442080"/>
                    <a:pt x="101693" y="390407"/>
                    <a:pt x="58178" y="33057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3BA579D5-98DD-4625-9DD5-1FCE1B6ABB39}"/>
                </a:ext>
              </a:extLst>
            </p:cNvPr>
            <p:cNvSpPr/>
            <p:nvPr/>
          </p:nvSpPr>
          <p:spPr>
            <a:xfrm>
              <a:off x="8001294" y="2010994"/>
              <a:ext cx="734308" cy="299162"/>
            </a:xfrm>
            <a:custGeom>
              <a:avLst/>
              <a:gdLst>
                <a:gd name="connsiteX0" fmla="*/ 596792 w 734307"/>
                <a:gd name="connsiteY0" fmla="*/ 58178 h 299162"/>
                <a:gd name="connsiteX1" fmla="*/ 148048 w 734307"/>
                <a:gd name="connsiteY1" fmla="*/ 58178 h 299162"/>
                <a:gd name="connsiteX2" fmla="*/ 58299 w 734307"/>
                <a:gd name="connsiteY2" fmla="*/ 150646 h 299162"/>
                <a:gd name="connsiteX3" fmla="*/ 148048 w 734307"/>
                <a:gd name="connsiteY3" fmla="*/ 251274 h 299162"/>
                <a:gd name="connsiteX4" fmla="*/ 596792 w 734307"/>
                <a:gd name="connsiteY4" fmla="*/ 251274 h 299162"/>
                <a:gd name="connsiteX5" fmla="*/ 686541 w 734307"/>
                <a:gd name="connsiteY5" fmla="*/ 158805 h 299162"/>
                <a:gd name="connsiteX6" fmla="*/ 596792 w 734307"/>
                <a:gd name="connsiteY6" fmla="*/ 58178 h 299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4307" h="299162">
                  <a:moveTo>
                    <a:pt x="596792" y="58178"/>
                  </a:moveTo>
                  <a:cubicBezTo>
                    <a:pt x="591353" y="58178"/>
                    <a:pt x="153487" y="58178"/>
                    <a:pt x="148048" y="58178"/>
                  </a:cubicBezTo>
                  <a:cubicBezTo>
                    <a:pt x="99094" y="60898"/>
                    <a:pt x="61019" y="104412"/>
                    <a:pt x="58299" y="150646"/>
                  </a:cubicBezTo>
                  <a:cubicBezTo>
                    <a:pt x="55580" y="199600"/>
                    <a:pt x="99094" y="248554"/>
                    <a:pt x="148048" y="251274"/>
                  </a:cubicBezTo>
                  <a:cubicBezTo>
                    <a:pt x="153487" y="251274"/>
                    <a:pt x="591353" y="251274"/>
                    <a:pt x="596792" y="251274"/>
                  </a:cubicBezTo>
                  <a:cubicBezTo>
                    <a:pt x="645746" y="248554"/>
                    <a:pt x="683821" y="205040"/>
                    <a:pt x="686541" y="158805"/>
                  </a:cubicBezTo>
                  <a:cubicBezTo>
                    <a:pt x="689260" y="109852"/>
                    <a:pt x="648465" y="60898"/>
                    <a:pt x="596792" y="58178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AE511275-1C6B-4F4E-8A9B-E40DF8FAEF2B}"/>
                </a:ext>
              </a:extLst>
            </p:cNvPr>
            <p:cNvSpPr/>
            <p:nvPr/>
          </p:nvSpPr>
          <p:spPr>
            <a:xfrm>
              <a:off x="4920042" y="2277520"/>
              <a:ext cx="1006274" cy="951879"/>
            </a:xfrm>
            <a:custGeom>
              <a:avLst/>
              <a:gdLst>
                <a:gd name="connsiteX0" fmla="*/ 884954 w 1006273"/>
                <a:gd name="connsiteY0" fmla="*/ 746251 h 951879"/>
                <a:gd name="connsiteX1" fmla="*/ 874076 w 1006273"/>
                <a:gd name="connsiteY1" fmla="*/ 670101 h 951879"/>
                <a:gd name="connsiteX2" fmla="*/ 874076 w 1006273"/>
                <a:gd name="connsiteY2" fmla="*/ 536837 h 951879"/>
                <a:gd name="connsiteX3" fmla="*/ 689139 w 1006273"/>
                <a:gd name="connsiteY3" fmla="*/ 88094 h 951879"/>
                <a:gd name="connsiteX4" fmla="*/ 428052 w 1006273"/>
                <a:gd name="connsiteY4" fmla="*/ 253993 h 951879"/>
                <a:gd name="connsiteX5" fmla="*/ 196881 w 1006273"/>
                <a:gd name="connsiteY5" fmla="*/ 58178 h 951879"/>
                <a:gd name="connsiteX6" fmla="*/ 58178 w 1006273"/>
                <a:gd name="connsiteY6" fmla="*/ 128889 h 951879"/>
                <a:gd name="connsiteX7" fmla="*/ 142488 w 1006273"/>
                <a:gd name="connsiteY7" fmla="*/ 273031 h 951879"/>
                <a:gd name="connsiteX8" fmla="*/ 142488 w 1006273"/>
                <a:gd name="connsiteY8" fmla="*/ 757130 h 951879"/>
                <a:gd name="connsiteX9" fmla="*/ 283910 w 1006273"/>
                <a:gd name="connsiteY9" fmla="*/ 895832 h 951879"/>
                <a:gd name="connsiteX10" fmla="*/ 428052 w 1006273"/>
                <a:gd name="connsiteY10" fmla="*/ 757130 h 951879"/>
                <a:gd name="connsiteX11" fmla="*/ 428052 w 1006273"/>
                <a:gd name="connsiteY11" fmla="*/ 400855 h 951879"/>
                <a:gd name="connsiteX12" fmla="*/ 523240 w 1006273"/>
                <a:gd name="connsiteY12" fmla="*/ 283910 h 951879"/>
                <a:gd name="connsiteX13" fmla="*/ 591231 w 1006273"/>
                <a:gd name="connsiteY13" fmla="*/ 354621 h 951879"/>
                <a:gd name="connsiteX14" fmla="*/ 591231 w 1006273"/>
                <a:gd name="connsiteY14" fmla="*/ 697297 h 951879"/>
                <a:gd name="connsiteX15" fmla="*/ 593951 w 1006273"/>
                <a:gd name="connsiteY15" fmla="*/ 729933 h 951879"/>
                <a:gd name="connsiteX16" fmla="*/ 610269 w 1006273"/>
                <a:gd name="connsiteY16" fmla="*/ 778887 h 951879"/>
                <a:gd name="connsiteX17" fmla="*/ 822402 w 1006273"/>
                <a:gd name="connsiteY17" fmla="*/ 893112 h 951879"/>
                <a:gd name="connsiteX18" fmla="*/ 961105 w 1006273"/>
                <a:gd name="connsiteY18" fmla="*/ 822401 h 951879"/>
                <a:gd name="connsiteX19" fmla="*/ 884954 w 1006273"/>
                <a:gd name="connsiteY19" fmla="*/ 746251 h 951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006273" h="951879">
                  <a:moveTo>
                    <a:pt x="884954" y="746251"/>
                  </a:moveTo>
                  <a:cubicBezTo>
                    <a:pt x="879515" y="721774"/>
                    <a:pt x="876795" y="694578"/>
                    <a:pt x="874076" y="670101"/>
                  </a:cubicBezTo>
                  <a:cubicBezTo>
                    <a:pt x="874076" y="634745"/>
                    <a:pt x="874076" y="583072"/>
                    <a:pt x="874076" y="536837"/>
                  </a:cubicBezTo>
                  <a:cubicBezTo>
                    <a:pt x="879515" y="373658"/>
                    <a:pt x="909431" y="88094"/>
                    <a:pt x="689139" y="88094"/>
                  </a:cubicBezTo>
                  <a:cubicBezTo>
                    <a:pt x="539558" y="88094"/>
                    <a:pt x="452529" y="213199"/>
                    <a:pt x="428052" y="253993"/>
                  </a:cubicBezTo>
                  <a:cubicBezTo>
                    <a:pt x="425332" y="139768"/>
                    <a:pt x="335583" y="58178"/>
                    <a:pt x="196881" y="58178"/>
                  </a:cubicBezTo>
                  <a:cubicBezTo>
                    <a:pt x="109852" y="58178"/>
                    <a:pt x="58178" y="128889"/>
                    <a:pt x="58178" y="128889"/>
                  </a:cubicBezTo>
                  <a:cubicBezTo>
                    <a:pt x="58178" y="128889"/>
                    <a:pt x="142488" y="158805"/>
                    <a:pt x="142488" y="273031"/>
                  </a:cubicBezTo>
                  <a:cubicBezTo>
                    <a:pt x="142488" y="354621"/>
                    <a:pt x="142488" y="757130"/>
                    <a:pt x="142488" y="757130"/>
                  </a:cubicBezTo>
                  <a:cubicBezTo>
                    <a:pt x="145207" y="827841"/>
                    <a:pt x="194161" y="895832"/>
                    <a:pt x="283910" y="895832"/>
                  </a:cubicBezTo>
                  <a:cubicBezTo>
                    <a:pt x="373659" y="895832"/>
                    <a:pt x="428052" y="827841"/>
                    <a:pt x="428052" y="757130"/>
                  </a:cubicBezTo>
                  <a:lnTo>
                    <a:pt x="428052" y="400855"/>
                  </a:lnTo>
                  <a:cubicBezTo>
                    <a:pt x="441650" y="343742"/>
                    <a:pt x="474286" y="283910"/>
                    <a:pt x="523240" y="283910"/>
                  </a:cubicBezTo>
                  <a:cubicBezTo>
                    <a:pt x="585792" y="283910"/>
                    <a:pt x="591231" y="354621"/>
                    <a:pt x="591231" y="354621"/>
                  </a:cubicBezTo>
                  <a:lnTo>
                    <a:pt x="591231" y="697297"/>
                  </a:lnTo>
                  <a:cubicBezTo>
                    <a:pt x="591231" y="708176"/>
                    <a:pt x="593951" y="719054"/>
                    <a:pt x="593951" y="729933"/>
                  </a:cubicBezTo>
                  <a:cubicBezTo>
                    <a:pt x="596671" y="748971"/>
                    <a:pt x="602110" y="765289"/>
                    <a:pt x="610269" y="778887"/>
                  </a:cubicBezTo>
                  <a:cubicBezTo>
                    <a:pt x="645624" y="846878"/>
                    <a:pt x="719055" y="893112"/>
                    <a:pt x="822402" y="893112"/>
                  </a:cubicBezTo>
                  <a:cubicBezTo>
                    <a:pt x="909431" y="893112"/>
                    <a:pt x="961105" y="822401"/>
                    <a:pt x="961105" y="822401"/>
                  </a:cubicBezTo>
                  <a:cubicBezTo>
                    <a:pt x="961105" y="822401"/>
                    <a:pt x="909431" y="808803"/>
                    <a:pt x="884954" y="746251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938331E1-8771-498E-825A-8979204BF675}"/>
                </a:ext>
              </a:extLst>
            </p:cNvPr>
            <p:cNvSpPr/>
            <p:nvPr/>
          </p:nvSpPr>
          <p:spPr>
            <a:xfrm>
              <a:off x="7552331" y="1888610"/>
              <a:ext cx="489539" cy="1332631"/>
            </a:xfrm>
            <a:custGeom>
              <a:avLst/>
              <a:gdLst>
                <a:gd name="connsiteX0" fmla="*/ 368560 w 489538"/>
                <a:gd name="connsiteY0" fmla="*/ 1135162 h 1332630"/>
                <a:gd name="connsiteX1" fmla="*/ 357681 w 489538"/>
                <a:gd name="connsiteY1" fmla="*/ 1059011 h 1332630"/>
                <a:gd name="connsiteX2" fmla="*/ 357681 w 489538"/>
                <a:gd name="connsiteY2" fmla="*/ 207759 h 1332630"/>
                <a:gd name="connsiteX3" fmla="*/ 208099 w 489538"/>
                <a:gd name="connsiteY3" fmla="*/ 58178 h 1332630"/>
                <a:gd name="connsiteX4" fmla="*/ 58518 w 489538"/>
                <a:gd name="connsiteY4" fmla="*/ 207759 h 1332630"/>
                <a:gd name="connsiteX5" fmla="*/ 58518 w 489538"/>
                <a:gd name="connsiteY5" fmla="*/ 961104 h 1332630"/>
                <a:gd name="connsiteX6" fmla="*/ 85715 w 489538"/>
                <a:gd name="connsiteY6" fmla="*/ 1159639 h 1332630"/>
                <a:gd name="connsiteX7" fmla="*/ 306007 w 489538"/>
                <a:gd name="connsiteY7" fmla="*/ 1282023 h 1332630"/>
                <a:gd name="connsiteX8" fmla="*/ 444710 w 489538"/>
                <a:gd name="connsiteY8" fmla="*/ 1211312 h 1332630"/>
                <a:gd name="connsiteX9" fmla="*/ 368560 w 489538"/>
                <a:gd name="connsiteY9" fmla="*/ 1135162 h 1332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89538" h="1332630">
                  <a:moveTo>
                    <a:pt x="368560" y="1135162"/>
                  </a:moveTo>
                  <a:cubicBezTo>
                    <a:pt x="363120" y="1110685"/>
                    <a:pt x="357681" y="1083488"/>
                    <a:pt x="357681" y="1059011"/>
                  </a:cubicBezTo>
                  <a:lnTo>
                    <a:pt x="357681" y="207759"/>
                  </a:lnTo>
                  <a:cubicBezTo>
                    <a:pt x="357681" y="126170"/>
                    <a:pt x="289689" y="58178"/>
                    <a:pt x="208099" y="58178"/>
                  </a:cubicBezTo>
                  <a:cubicBezTo>
                    <a:pt x="126510" y="58178"/>
                    <a:pt x="58518" y="126170"/>
                    <a:pt x="58518" y="207759"/>
                  </a:cubicBezTo>
                  <a:lnTo>
                    <a:pt x="58518" y="961104"/>
                  </a:lnTo>
                  <a:cubicBezTo>
                    <a:pt x="58518" y="1029095"/>
                    <a:pt x="53079" y="1097086"/>
                    <a:pt x="85715" y="1159639"/>
                  </a:cubicBezTo>
                  <a:cubicBezTo>
                    <a:pt x="118351" y="1227630"/>
                    <a:pt x="202660" y="1282023"/>
                    <a:pt x="306007" y="1282023"/>
                  </a:cubicBezTo>
                  <a:cubicBezTo>
                    <a:pt x="393036" y="1282023"/>
                    <a:pt x="444710" y="1211312"/>
                    <a:pt x="444710" y="1211312"/>
                  </a:cubicBezTo>
                  <a:cubicBezTo>
                    <a:pt x="444710" y="1211312"/>
                    <a:pt x="393036" y="1197714"/>
                    <a:pt x="368560" y="1135162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4E0F7623-F722-46A3-8DCD-E4C303E014A0}"/>
                </a:ext>
              </a:extLst>
            </p:cNvPr>
            <p:cNvSpPr/>
            <p:nvPr/>
          </p:nvSpPr>
          <p:spPr>
            <a:xfrm>
              <a:off x="4162324" y="2357456"/>
              <a:ext cx="815899" cy="815898"/>
            </a:xfrm>
            <a:custGeom>
              <a:avLst/>
              <a:gdLst>
                <a:gd name="connsiteX0" fmla="*/ 407949 w 815899"/>
                <a:gd name="connsiteY0" fmla="*/ 174058 h 815898"/>
                <a:gd name="connsiteX1" fmla="*/ 293723 w 815899"/>
                <a:gd name="connsiteY1" fmla="*/ 407950 h 815898"/>
                <a:gd name="connsiteX2" fmla="*/ 410669 w 815899"/>
                <a:gd name="connsiteY2" fmla="*/ 641840 h 815898"/>
                <a:gd name="connsiteX3" fmla="*/ 522175 w 815899"/>
                <a:gd name="connsiteY3" fmla="*/ 407950 h 815898"/>
                <a:gd name="connsiteX4" fmla="*/ 407949 w 815899"/>
                <a:gd name="connsiteY4" fmla="*/ 174058 h 815898"/>
                <a:gd name="connsiteX5" fmla="*/ 407950 w 815899"/>
                <a:gd name="connsiteY5" fmla="*/ 0 h 815898"/>
                <a:gd name="connsiteX6" fmla="*/ 815899 w 815899"/>
                <a:gd name="connsiteY6" fmla="*/ 407949 h 815898"/>
                <a:gd name="connsiteX7" fmla="*/ 407950 w 815899"/>
                <a:gd name="connsiteY7" fmla="*/ 815898 h 815898"/>
                <a:gd name="connsiteX8" fmla="*/ 0 w 815899"/>
                <a:gd name="connsiteY8" fmla="*/ 407949 h 815898"/>
                <a:gd name="connsiteX9" fmla="*/ 407950 w 815899"/>
                <a:gd name="connsiteY9" fmla="*/ 0 h 815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5899" h="815898">
                  <a:moveTo>
                    <a:pt x="407949" y="174058"/>
                  </a:moveTo>
                  <a:cubicBezTo>
                    <a:pt x="342677" y="174058"/>
                    <a:pt x="293723" y="263807"/>
                    <a:pt x="293723" y="407950"/>
                  </a:cubicBezTo>
                  <a:cubicBezTo>
                    <a:pt x="293723" y="552091"/>
                    <a:pt x="331799" y="639120"/>
                    <a:pt x="410669" y="641840"/>
                  </a:cubicBezTo>
                  <a:cubicBezTo>
                    <a:pt x="489539" y="641840"/>
                    <a:pt x="527614" y="552091"/>
                    <a:pt x="522175" y="407950"/>
                  </a:cubicBezTo>
                  <a:cubicBezTo>
                    <a:pt x="522175" y="263807"/>
                    <a:pt x="473221" y="176778"/>
                    <a:pt x="407949" y="174058"/>
                  </a:cubicBezTo>
                  <a:close/>
                  <a:moveTo>
                    <a:pt x="407950" y="0"/>
                  </a:moveTo>
                  <a:cubicBezTo>
                    <a:pt x="633682" y="0"/>
                    <a:pt x="815899" y="182217"/>
                    <a:pt x="815899" y="407949"/>
                  </a:cubicBezTo>
                  <a:cubicBezTo>
                    <a:pt x="815899" y="633681"/>
                    <a:pt x="633682" y="815898"/>
                    <a:pt x="407950" y="815898"/>
                  </a:cubicBezTo>
                  <a:cubicBezTo>
                    <a:pt x="182218" y="815898"/>
                    <a:pt x="0" y="633681"/>
                    <a:pt x="0" y="407949"/>
                  </a:cubicBezTo>
                  <a:cubicBezTo>
                    <a:pt x="0" y="182217"/>
                    <a:pt x="182218" y="0"/>
                    <a:pt x="407950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492D88A5-EFC5-4878-92A8-90872B618E80}"/>
                </a:ext>
              </a:extLst>
            </p:cNvPr>
            <p:cNvSpPr/>
            <p:nvPr/>
          </p:nvSpPr>
          <p:spPr>
            <a:xfrm>
              <a:off x="5884871" y="1946788"/>
              <a:ext cx="912802" cy="1223846"/>
            </a:xfrm>
            <a:custGeom>
              <a:avLst/>
              <a:gdLst>
                <a:gd name="connsiteX0" fmla="*/ 387907 w 912802"/>
                <a:gd name="connsiteY0" fmla="*/ 620081 h 1223846"/>
                <a:gd name="connsiteX1" fmla="*/ 273681 w 912802"/>
                <a:gd name="connsiteY1" fmla="*/ 824055 h 1223846"/>
                <a:gd name="connsiteX2" fmla="*/ 390627 w 912802"/>
                <a:gd name="connsiteY2" fmla="*/ 1028029 h 1223846"/>
                <a:gd name="connsiteX3" fmla="*/ 502132 w 912802"/>
                <a:gd name="connsiteY3" fmla="*/ 824055 h 1223846"/>
                <a:gd name="connsiteX4" fmla="*/ 387907 w 912802"/>
                <a:gd name="connsiteY4" fmla="*/ 620081 h 1223846"/>
                <a:gd name="connsiteX5" fmla="*/ 676192 w 912802"/>
                <a:gd name="connsiteY5" fmla="*/ 0 h 1223846"/>
                <a:gd name="connsiteX6" fmla="*/ 825773 w 912802"/>
                <a:gd name="connsiteY6" fmla="*/ 149581 h 1223846"/>
                <a:gd name="connsiteX7" fmla="*/ 825773 w 912802"/>
                <a:gd name="connsiteY7" fmla="*/ 1000834 h 1223846"/>
                <a:gd name="connsiteX8" fmla="*/ 836651 w 912802"/>
                <a:gd name="connsiteY8" fmla="*/ 1076985 h 1223846"/>
                <a:gd name="connsiteX9" fmla="*/ 912802 w 912802"/>
                <a:gd name="connsiteY9" fmla="*/ 1150415 h 1223846"/>
                <a:gd name="connsiteX10" fmla="*/ 774099 w 912802"/>
                <a:gd name="connsiteY10" fmla="*/ 1221126 h 1223846"/>
                <a:gd name="connsiteX11" fmla="*/ 553807 w 912802"/>
                <a:gd name="connsiteY11" fmla="*/ 1098742 h 1223846"/>
                <a:gd name="connsiteX12" fmla="*/ 548367 w 912802"/>
                <a:gd name="connsiteY12" fmla="*/ 1085144 h 1223846"/>
                <a:gd name="connsiteX13" fmla="*/ 398786 w 912802"/>
                <a:gd name="connsiteY13" fmla="*/ 1212967 h 1223846"/>
                <a:gd name="connsiteX14" fmla="*/ 156736 w 912802"/>
                <a:gd name="connsiteY14" fmla="*/ 1180332 h 1223846"/>
                <a:gd name="connsiteX15" fmla="*/ 287280 w 912802"/>
                <a:gd name="connsiteY15" fmla="*/ 416107 h 1223846"/>
                <a:gd name="connsiteX16" fmla="*/ 526611 w 912802"/>
                <a:gd name="connsiteY16" fmla="*/ 552091 h 1223846"/>
                <a:gd name="connsiteX17" fmla="*/ 526611 w 912802"/>
                <a:gd name="connsiteY17" fmla="*/ 149581 h 1223846"/>
                <a:gd name="connsiteX18" fmla="*/ 676192 w 912802"/>
                <a:gd name="connsiteY18" fmla="*/ 0 h 1223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12802" h="1223846">
                  <a:moveTo>
                    <a:pt x="387907" y="620081"/>
                  </a:moveTo>
                  <a:cubicBezTo>
                    <a:pt x="322635" y="620081"/>
                    <a:pt x="273681" y="698951"/>
                    <a:pt x="273681" y="824055"/>
                  </a:cubicBezTo>
                  <a:cubicBezTo>
                    <a:pt x="273681" y="949160"/>
                    <a:pt x="311756" y="1028029"/>
                    <a:pt x="390627" y="1028029"/>
                  </a:cubicBezTo>
                  <a:cubicBezTo>
                    <a:pt x="466777" y="1025310"/>
                    <a:pt x="504852" y="949160"/>
                    <a:pt x="502132" y="824055"/>
                  </a:cubicBezTo>
                  <a:cubicBezTo>
                    <a:pt x="502132" y="698951"/>
                    <a:pt x="455898" y="622801"/>
                    <a:pt x="387907" y="620081"/>
                  </a:cubicBezTo>
                  <a:close/>
                  <a:moveTo>
                    <a:pt x="676192" y="0"/>
                  </a:moveTo>
                  <a:cubicBezTo>
                    <a:pt x="757781" y="0"/>
                    <a:pt x="825773" y="67992"/>
                    <a:pt x="825773" y="149581"/>
                  </a:cubicBezTo>
                  <a:lnTo>
                    <a:pt x="825773" y="1000834"/>
                  </a:lnTo>
                  <a:cubicBezTo>
                    <a:pt x="828492" y="1025311"/>
                    <a:pt x="831212" y="1052508"/>
                    <a:pt x="836651" y="1076985"/>
                  </a:cubicBezTo>
                  <a:cubicBezTo>
                    <a:pt x="861128" y="1139537"/>
                    <a:pt x="912802" y="1150415"/>
                    <a:pt x="912802" y="1150415"/>
                  </a:cubicBezTo>
                  <a:cubicBezTo>
                    <a:pt x="912802" y="1150415"/>
                    <a:pt x="861128" y="1221126"/>
                    <a:pt x="774099" y="1221126"/>
                  </a:cubicBezTo>
                  <a:cubicBezTo>
                    <a:pt x="670752" y="1221126"/>
                    <a:pt x="589162" y="1166733"/>
                    <a:pt x="553807" y="1098742"/>
                  </a:cubicBezTo>
                  <a:cubicBezTo>
                    <a:pt x="551087" y="1093303"/>
                    <a:pt x="551087" y="1090583"/>
                    <a:pt x="548367" y="1085144"/>
                  </a:cubicBezTo>
                  <a:cubicBezTo>
                    <a:pt x="534769" y="1147696"/>
                    <a:pt x="450460" y="1199369"/>
                    <a:pt x="398786" y="1212967"/>
                  </a:cubicBezTo>
                  <a:cubicBezTo>
                    <a:pt x="322636" y="1234725"/>
                    <a:pt x="222008" y="1223846"/>
                    <a:pt x="156736" y="1180332"/>
                  </a:cubicBezTo>
                  <a:cubicBezTo>
                    <a:pt x="-79874" y="1028031"/>
                    <a:pt x="-58117" y="416107"/>
                    <a:pt x="287280" y="416107"/>
                  </a:cubicBezTo>
                  <a:cubicBezTo>
                    <a:pt x="412385" y="416107"/>
                    <a:pt x="491255" y="503137"/>
                    <a:pt x="526611" y="552091"/>
                  </a:cubicBezTo>
                  <a:lnTo>
                    <a:pt x="526611" y="149581"/>
                  </a:lnTo>
                  <a:cubicBezTo>
                    <a:pt x="526611" y="67992"/>
                    <a:pt x="594602" y="0"/>
                    <a:pt x="676192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D2C98FC1-954B-4A65-A246-E2EB71113B59}"/>
                </a:ext>
              </a:extLst>
            </p:cNvPr>
            <p:cNvSpPr/>
            <p:nvPr/>
          </p:nvSpPr>
          <p:spPr>
            <a:xfrm>
              <a:off x="6789513" y="2362895"/>
              <a:ext cx="747906" cy="810458"/>
            </a:xfrm>
            <a:custGeom>
              <a:avLst/>
              <a:gdLst>
                <a:gd name="connsiteX0" fmla="*/ 394818 w 747906"/>
                <a:gd name="connsiteY0" fmla="*/ 163222 h 810458"/>
                <a:gd name="connsiteX1" fmla="*/ 356275 w 747906"/>
                <a:gd name="connsiteY1" fmla="*/ 174058 h 810458"/>
                <a:gd name="connsiteX2" fmla="*/ 274685 w 747906"/>
                <a:gd name="connsiteY2" fmla="*/ 356275 h 810458"/>
                <a:gd name="connsiteX3" fmla="*/ 375313 w 747906"/>
                <a:gd name="connsiteY3" fmla="*/ 358994 h 810458"/>
                <a:gd name="connsiteX4" fmla="*/ 473220 w 747906"/>
                <a:gd name="connsiteY4" fmla="*/ 239329 h 810458"/>
                <a:gd name="connsiteX5" fmla="*/ 394818 w 747906"/>
                <a:gd name="connsiteY5" fmla="*/ 163222 h 810458"/>
                <a:gd name="connsiteX6" fmla="*/ 386192 w 747906"/>
                <a:gd name="connsiteY6" fmla="*/ 0 h 810458"/>
                <a:gd name="connsiteX7" fmla="*/ 747906 w 747906"/>
                <a:gd name="connsiteY7" fmla="*/ 266526 h 810458"/>
                <a:gd name="connsiteX8" fmla="*/ 291004 w 747906"/>
                <a:gd name="connsiteY8" fmla="*/ 484100 h 810458"/>
                <a:gd name="connsiteX9" fmla="*/ 497698 w 747906"/>
                <a:gd name="connsiteY9" fmla="*/ 617363 h 810458"/>
                <a:gd name="connsiteX10" fmla="*/ 712551 w 747906"/>
                <a:gd name="connsiteY10" fmla="*/ 557530 h 810458"/>
                <a:gd name="connsiteX11" fmla="*/ 388912 w 747906"/>
                <a:gd name="connsiteY11" fmla="*/ 810458 h 810458"/>
                <a:gd name="connsiteX12" fmla="*/ 0 w 747906"/>
                <a:gd name="connsiteY12" fmla="*/ 413389 h 810458"/>
                <a:gd name="connsiteX13" fmla="*/ 386192 w 747906"/>
                <a:gd name="connsiteY13" fmla="*/ 0 h 810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47906" h="810458">
                  <a:moveTo>
                    <a:pt x="394818" y="163222"/>
                  </a:moveTo>
                  <a:cubicBezTo>
                    <a:pt x="381772" y="163179"/>
                    <a:pt x="368514" y="166579"/>
                    <a:pt x="356275" y="174058"/>
                  </a:cubicBezTo>
                  <a:cubicBezTo>
                    <a:pt x="299162" y="212133"/>
                    <a:pt x="282844" y="291003"/>
                    <a:pt x="274685" y="356275"/>
                  </a:cubicBezTo>
                  <a:cubicBezTo>
                    <a:pt x="274685" y="364434"/>
                    <a:pt x="369873" y="358994"/>
                    <a:pt x="375313" y="358994"/>
                  </a:cubicBezTo>
                  <a:cubicBezTo>
                    <a:pt x="432425" y="345396"/>
                    <a:pt x="473220" y="301881"/>
                    <a:pt x="473220" y="239329"/>
                  </a:cubicBezTo>
                  <a:cubicBezTo>
                    <a:pt x="471181" y="194455"/>
                    <a:pt x="433956" y="163349"/>
                    <a:pt x="394818" y="163222"/>
                  </a:cubicBezTo>
                  <a:close/>
                  <a:moveTo>
                    <a:pt x="386192" y="0"/>
                  </a:moveTo>
                  <a:cubicBezTo>
                    <a:pt x="519455" y="0"/>
                    <a:pt x="747906" y="65272"/>
                    <a:pt x="747906" y="266526"/>
                  </a:cubicBezTo>
                  <a:cubicBezTo>
                    <a:pt x="747906" y="467782"/>
                    <a:pt x="538493" y="484100"/>
                    <a:pt x="291004" y="484100"/>
                  </a:cubicBezTo>
                  <a:cubicBezTo>
                    <a:pt x="291004" y="484100"/>
                    <a:pt x="326359" y="617363"/>
                    <a:pt x="497698" y="617363"/>
                  </a:cubicBezTo>
                  <a:cubicBezTo>
                    <a:pt x="669036" y="617363"/>
                    <a:pt x="712551" y="557530"/>
                    <a:pt x="712551" y="557530"/>
                  </a:cubicBezTo>
                  <a:cubicBezTo>
                    <a:pt x="712551" y="557530"/>
                    <a:pt x="696233" y="810458"/>
                    <a:pt x="388912" y="810458"/>
                  </a:cubicBezTo>
                  <a:cubicBezTo>
                    <a:pt x="212134" y="810458"/>
                    <a:pt x="0" y="677195"/>
                    <a:pt x="0" y="413389"/>
                  </a:cubicBezTo>
                  <a:cubicBezTo>
                    <a:pt x="0" y="176778"/>
                    <a:pt x="163180" y="0"/>
                    <a:pt x="386192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1E73EAB4-BAF9-4B68-B129-BC041994C622}"/>
                </a:ext>
              </a:extLst>
            </p:cNvPr>
            <p:cNvSpPr/>
            <p:nvPr/>
          </p:nvSpPr>
          <p:spPr>
            <a:xfrm>
              <a:off x="7988882" y="2362895"/>
              <a:ext cx="747906" cy="810458"/>
            </a:xfrm>
            <a:custGeom>
              <a:avLst/>
              <a:gdLst>
                <a:gd name="connsiteX0" fmla="*/ 394818 w 747906"/>
                <a:gd name="connsiteY0" fmla="*/ 163222 h 810458"/>
                <a:gd name="connsiteX1" fmla="*/ 356275 w 747906"/>
                <a:gd name="connsiteY1" fmla="*/ 174058 h 810458"/>
                <a:gd name="connsiteX2" fmla="*/ 274685 w 747906"/>
                <a:gd name="connsiteY2" fmla="*/ 356275 h 810458"/>
                <a:gd name="connsiteX3" fmla="*/ 375313 w 747906"/>
                <a:gd name="connsiteY3" fmla="*/ 358994 h 810458"/>
                <a:gd name="connsiteX4" fmla="*/ 473220 w 747906"/>
                <a:gd name="connsiteY4" fmla="*/ 239329 h 810458"/>
                <a:gd name="connsiteX5" fmla="*/ 394818 w 747906"/>
                <a:gd name="connsiteY5" fmla="*/ 163222 h 810458"/>
                <a:gd name="connsiteX6" fmla="*/ 386192 w 747906"/>
                <a:gd name="connsiteY6" fmla="*/ 0 h 810458"/>
                <a:gd name="connsiteX7" fmla="*/ 747906 w 747906"/>
                <a:gd name="connsiteY7" fmla="*/ 266526 h 810458"/>
                <a:gd name="connsiteX8" fmla="*/ 291004 w 747906"/>
                <a:gd name="connsiteY8" fmla="*/ 484100 h 810458"/>
                <a:gd name="connsiteX9" fmla="*/ 497697 w 747906"/>
                <a:gd name="connsiteY9" fmla="*/ 617363 h 810458"/>
                <a:gd name="connsiteX10" fmla="*/ 712551 w 747906"/>
                <a:gd name="connsiteY10" fmla="*/ 557530 h 810458"/>
                <a:gd name="connsiteX11" fmla="*/ 388911 w 747906"/>
                <a:gd name="connsiteY11" fmla="*/ 810458 h 810458"/>
                <a:gd name="connsiteX12" fmla="*/ 0 w 747906"/>
                <a:gd name="connsiteY12" fmla="*/ 413389 h 810458"/>
                <a:gd name="connsiteX13" fmla="*/ 386192 w 747906"/>
                <a:gd name="connsiteY13" fmla="*/ 0 h 810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47906" h="810458">
                  <a:moveTo>
                    <a:pt x="394818" y="163222"/>
                  </a:moveTo>
                  <a:cubicBezTo>
                    <a:pt x="381772" y="163179"/>
                    <a:pt x="368514" y="166579"/>
                    <a:pt x="356275" y="174058"/>
                  </a:cubicBezTo>
                  <a:cubicBezTo>
                    <a:pt x="299162" y="212133"/>
                    <a:pt x="282844" y="291003"/>
                    <a:pt x="274685" y="356275"/>
                  </a:cubicBezTo>
                  <a:cubicBezTo>
                    <a:pt x="274685" y="364434"/>
                    <a:pt x="369873" y="358994"/>
                    <a:pt x="375313" y="358994"/>
                  </a:cubicBezTo>
                  <a:cubicBezTo>
                    <a:pt x="432426" y="345396"/>
                    <a:pt x="473220" y="301881"/>
                    <a:pt x="473220" y="239329"/>
                  </a:cubicBezTo>
                  <a:cubicBezTo>
                    <a:pt x="471181" y="194455"/>
                    <a:pt x="433955" y="163349"/>
                    <a:pt x="394818" y="163222"/>
                  </a:cubicBezTo>
                  <a:close/>
                  <a:moveTo>
                    <a:pt x="386192" y="0"/>
                  </a:moveTo>
                  <a:cubicBezTo>
                    <a:pt x="519455" y="0"/>
                    <a:pt x="747906" y="65272"/>
                    <a:pt x="747906" y="266526"/>
                  </a:cubicBezTo>
                  <a:cubicBezTo>
                    <a:pt x="747906" y="467782"/>
                    <a:pt x="538492" y="484100"/>
                    <a:pt x="291004" y="484100"/>
                  </a:cubicBezTo>
                  <a:cubicBezTo>
                    <a:pt x="291004" y="484100"/>
                    <a:pt x="326359" y="617363"/>
                    <a:pt x="497697" y="617363"/>
                  </a:cubicBezTo>
                  <a:cubicBezTo>
                    <a:pt x="669036" y="617363"/>
                    <a:pt x="712551" y="557530"/>
                    <a:pt x="712551" y="557530"/>
                  </a:cubicBezTo>
                  <a:cubicBezTo>
                    <a:pt x="712551" y="557530"/>
                    <a:pt x="696233" y="810458"/>
                    <a:pt x="388911" y="810458"/>
                  </a:cubicBezTo>
                  <a:cubicBezTo>
                    <a:pt x="212133" y="810458"/>
                    <a:pt x="0" y="677195"/>
                    <a:pt x="0" y="413389"/>
                  </a:cubicBezTo>
                  <a:cubicBezTo>
                    <a:pt x="0" y="176778"/>
                    <a:pt x="163180" y="0"/>
                    <a:pt x="386192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E9538EBC-4DC7-4383-9295-D6A8D0233665}"/>
                </a:ext>
              </a:extLst>
            </p:cNvPr>
            <p:cNvSpPr/>
            <p:nvPr/>
          </p:nvSpPr>
          <p:spPr>
            <a:xfrm>
              <a:off x="8683414" y="2274801"/>
              <a:ext cx="897487" cy="951879"/>
            </a:xfrm>
            <a:custGeom>
              <a:avLst/>
              <a:gdLst>
                <a:gd name="connsiteX0" fmla="*/ 580988 w 897487"/>
                <a:gd name="connsiteY0" fmla="*/ 667381 h 951879"/>
                <a:gd name="connsiteX1" fmla="*/ 409649 w 897487"/>
                <a:gd name="connsiteY1" fmla="*/ 667381 h 951879"/>
                <a:gd name="connsiteX2" fmla="*/ 591866 w 897487"/>
                <a:gd name="connsiteY2" fmla="*/ 525959 h 951879"/>
                <a:gd name="connsiteX3" fmla="*/ 842075 w 897487"/>
                <a:gd name="connsiteY3" fmla="*/ 123450 h 951879"/>
                <a:gd name="connsiteX4" fmla="*/ 842075 w 897487"/>
                <a:gd name="connsiteY4" fmla="*/ 123450 h 951879"/>
                <a:gd name="connsiteX5" fmla="*/ 798560 w 897487"/>
                <a:gd name="connsiteY5" fmla="*/ 58178 h 951879"/>
                <a:gd name="connsiteX6" fmla="*/ 746887 w 897487"/>
                <a:gd name="connsiteY6" fmla="*/ 107132 h 951879"/>
                <a:gd name="connsiteX7" fmla="*/ 697933 w 897487"/>
                <a:gd name="connsiteY7" fmla="*/ 115291 h 951879"/>
                <a:gd name="connsiteX8" fmla="*/ 219273 w 897487"/>
                <a:gd name="connsiteY8" fmla="*/ 115291 h 951879"/>
                <a:gd name="connsiteX9" fmla="*/ 102328 w 897487"/>
                <a:gd name="connsiteY9" fmla="*/ 224077 h 951879"/>
                <a:gd name="connsiteX10" fmla="*/ 213834 w 897487"/>
                <a:gd name="connsiteY10" fmla="*/ 332863 h 951879"/>
                <a:gd name="connsiteX11" fmla="*/ 485800 w 897487"/>
                <a:gd name="connsiteY11" fmla="*/ 335583 h 951879"/>
                <a:gd name="connsiteX12" fmla="*/ 134964 w 897487"/>
                <a:gd name="connsiteY12" fmla="*/ 615708 h 951879"/>
                <a:gd name="connsiteX13" fmla="*/ 61533 w 897487"/>
                <a:gd name="connsiteY13" fmla="*/ 884953 h 951879"/>
                <a:gd name="connsiteX14" fmla="*/ 398771 w 897487"/>
                <a:gd name="connsiteY14" fmla="*/ 806083 h 951879"/>
                <a:gd name="connsiteX15" fmla="*/ 529314 w 897487"/>
                <a:gd name="connsiteY15" fmla="*/ 863196 h 951879"/>
                <a:gd name="connsiteX16" fmla="*/ 782242 w 897487"/>
                <a:gd name="connsiteY16" fmla="*/ 607549 h 951879"/>
                <a:gd name="connsiteX17" fmla="*/ 580988 w 897487"/>
                <a:gd name="connsiteY17" fmla="*/ 667381 h 951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97487" h="951879">
                  <a:moveTo>
                    <a:pt x="580988" y="667381"/>
                  </a:moveTo>
                  <a:lnTo>
                    <a:pt x="409649" y="667381"/>
                  </a:lnTo>
                  <a:cubicBezTo>
                    <a:pt x="423248" y="667381"/>
                    <a:pt x="548352" y="561314"/>
                    <a:pt x="591866" y="525959"/>
                  </a:cubicBezTo>
                  <a:cubicBezTo>
                    <a:pt x="700653" y="433491"/>
                    <a:pt x="899188" y="297508"/>
                    <a:pt x="842075" y="123450"/>
                  </a:cubicBezTo>
                  <a:lnTo>
                    <a:pt x="842075" y="123450"/>
                  </a:lnTo>
                  <a:cubicBezTo>
                    <a:pt x="831197" y="82655"/>
                    <a:pt x="798560" y="58178"/>
                    <a:pt x="798560" y="58178"/>
                  </a:cubicBezTo>
                  <a:cubicBezTo>
                    <a:pt x="798560" y="58178"/>
                    <a:pt x="787682" y="90814"/>
                    <a:pt x="746887" y="107132"/>
                  </a:cubicBezTo>
                  <a:cubicBezTo>
                    <a:pt x="730569" y="109852"/>
                    <a:pt x="714251" y="115291"/>
                    <a:pt x="697933" y="115291"/>
                  </a:cubicBezTo>
                  <a:cubicBezTo>
                    <a:pt x="684334" y="115291"/>
                    <a:pt x="219273" y="115291"/>
                    <a:pt x="219273" y="115291"/>
                  </a:cubicBezTo>
                  <a:cubicBezTo>
                    <a:pt x="156721" y="115291"/>
                    <a:pt x="105048" y="166964"/>
                    <a:pt x="102328" y="224077"/>
                  </a:cubicBezTo>
                  <a:cubicBezTo>
                    <a:pt x="102328" y="283910"/>
                    <a:pt x="151282" y="332863"/>
                    <a:pt x="213834" y="332863"/>
                  </a:cubicBezTo>
                  <a:lnTo>
                    <a:pt x="485800" y="335583"/>
                  </a:lnTo>
                  <a:cubicBezTo>
                    <a:pt x="360695" y="406294"/>
                    <a:pt x="211114" y="487884"/>
                    <a:pt x="134964" y="615708"/>
                  </a:cubicBezTo>
                  <a:cubicBezTo>
                    <a:pt x="91449" y="689138"/>
                    <a:pt x="45215" y="800644"/>
                    <a:pt x="61533" y="884953"/>
                  </a:cubicBezTo>
                  <a:cubicBezTo>
                    <a:pt x="121366" y="830560"/>
                    <a:pt x="279106" y="778887"/>
                    <a:pt x="398771" y="806083"/>
                  </a:cubicBezTo>
                  <a:cubicBezTo>
                    <a:pt x="445005" y="814242"/>
                    <a:pt x="491239" y="838719"/>
                    <a:pt x="529314" y="863196"/>
                  </a:cubicBezTo>
                  <a:cubicBezTo>
                    <a:pt x="755046" y="1004618"/>
                    <a:pt x="891029" y="727213"/>
                    <a:pt x="782242" y="607549"/>
                  </a:cubicBezTo>
                  <a:cubicBezTo>
                    <a:pt x="784962" y="607549"/>
                    <a:pt x="722410" y="667381"/>
                    <a:pt x="580988" y="667381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BDA212C6-92C7-4E68-89C9-A94713A119D9}"/>
                </a:ext>
              </a:extLst>
            </p:cNvPr>
            <p:cNvSpPr/>
            <p:nvPr/>
          </p:nvSpPr>
          <p:spPr>
            <a:xfrm>
              <a:off x="2624650" y="1948442"/>
              <a:ext cx="1903761" cy="1577400"/>
            </a:xfrm>
            <a:custGeom>
              <a:avLst/>
              <a:gdLst>
                <a:gd name="connsiteX0" fmla="*/ 1559430 w 1903760"/>
                <a:gd name="connsiteY0" fmla="*/ 1165078 h 1577399"/>
                <a:gd name="connsiteX1" fmla="*/ 1369054 w 1903760"/>
                <a:gd name="connsiteY1" fmla="*/ 593950 h 1577399"/>
                <a:gd name="connsiteX2" fmla="*/ 1483279 w 1903760"/>
                <a:gd name="connsiteY2" fmla="*/ 126170 h 1577399"/>
                <a:gd name="connsiteX3" fmla="*/ 1311941 w 1903760"/>
                <a:gd name="connsiteY3" fmla="*/ 58178 h 1577399"/>
                <a:gd name="connsiteX4" fmla="*/ 1078050 w 1903760"/>
                <a:gd name="connsiteY4" fmla="*/ 205040 h 1577399"/>
                <a:gd name="connsiteX5" fmla="*/ 846879 w 1903760"/>
                <a:gd name="connsiteY5" fmla="*/ 523239 h 1577399"/>
                <a:gd name="connsiteX6" fmla="*/ 645624 w 1903760"/>
                <a:gd name="connsiteY6" fmla="*/ 210479 h 1577399"/>
                <a:gd name="connsiteX7" fmla="*/ 455248 w 1903760"/>
                <a:gd name="connsiteY7" fmla="*/ 63617 h 1577399"/>
                <a:gd name="connsiteX8" fmla="*/ 234956 w 1903760"/>
                <a:gd name="connsiteY8" fmla="*/ 137048 h 1577399"/>
                <a:gd name="connsiteX9" fmla="*/ 316546 w 1903760"/>
                <a:gd name="connsiteY9" fmla="*/ 588511 h 1577399"/>
                <a:gd name="connsiteX10" fmla="*/ 58178 w 1903760"/>
                <a:gd name="connsiteY10" fmla="*/ 1072610 h 1577399"/>
                <a:gd name="connsiteX11" fmla="*/ 474286 w 1903760"/>
                <a:gd name="connsiteY11" fmla="*/ 1020936 h 1577399"/>
                <a:gd name="connsiteX12" fmla="*/ 555876 w 1903760"/>
                <a:gd name="connsiteY12" fmla="*/ 572193 h 1577399"/>
                <a:gd name="connsiteX13" fmla="*/ 830561 w 1903760"/>
                <a:gd name="connsiteY13" fmla="*/ 993740 h 1577399"/>
                <a:gd name="connsiteX14" fmla="*/ 1140602 w 1903760"/>
                <a:gd name="connsiteY14" fmla="*/ 574913 h 1577399"/>
                <a:gd name="connsiteX15" fmla="*/ 1567589 w 1903760"/>
                <a:gd name="connsiteY15" fmla="*/ 1526792 h 1577399"/>
                <a:gd name="connsiteX16" fmla="*/ 1866751 w 1903760"/>
                <a:gd name="connsiteY16" fmla="*/ 1322818 h 1577399"/>
                <a:gd name="connsiteX17" fmla="*/ 1559430 w 1903760"/>
                <a:gd name="connsiteY17" fmla="*/ 1165078 h 1577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903760" h="1577399">
                  <a:moveTo>
                    <a:pt x="1559430" y="1165078"/>
                  </a:moveTo>
                  <a:cubicBezTo>
                    <a:pt x="1420727" y="1012777"/>
                    <a:pt x="1377213" y="762569"/>
                    <a:pt x="1369054" y="593950"/>
                  </a:cubicBezTo>
                  <a:cubicBezTo>
                    <a:pt x="1360895" y="449809"/>
                    <a:pt x="1369054" y="199600"/>
                    <a:pt x="1483279" y="126170"/>
                  </a:cubicBezTo>
                  <a:cubicBezTo>
                    <a:pt x="1445204" y="77216"/>
                    <a:pt x="1369054" y="58178"/>
                    <a:pt x="1311941" y="58178"/>
                  </a:cubicBezTo>
                  <a:cubicBezTo>
                    <a:pt x="1184117" y="58178"/>
                    <a:pt x="1121565" y="142488"/>
                    <a:pt x="1078050" y="205040"/>
                  </a:cubicBezTo>
                  <a:cubicBezTo>
                    <a:pt x="1064452" y="224077"/>
                    <a:pt x="846879" y="523239"/>
                    <a:pt x="846879" y="523239"/>
                  </a:cubicBezTo>
                  <a:cubicBezTo>
                    <a:pt x="846879" y="523239"/>
                    <a:pt x="667382" y="243115"/>
                    <a:pt x="645624" y="210479"/>
                  </a:cubicBezTo>
                  <a:cubicBezTo>
                    <a:pt x="615708" y="164245"/>
                    <a:pt x="555876" y="77216"/>
                    <a:pt x="455248" y="63617"/>
                  </a:cubicBezTo>
                  <a:cubicBezTo>
                    <a:pt x="411734" y="58178"/>
                    <a:pt x="297508" y="52739"/>
                    <a:pt x="234956" y="137048"/>
                  </a:cubicBezTo>
                  <a:cubicBezTo>
                    <a:pt x="341023" y="221357"/>
                    <a:pt x="338303" y="438930"/>
                    <a:pt x="316546" y="588511"/>
                  </a:cubicBezTo>
                  <a:cubicBezTo>
                    <a:pt x="248554" y="1031815"/>
                    <a:pt x="58178" y="1072610"/>
                    <a:pt x="58178" y="1072610"/>
                  </a:cubicBezTo>
                  <a:cubicBezTo>
                    <a:pt x="156086" y="1333696"/>
                    <a:pt x="403575" y="1230350"/>
                    <a:pt x="474286" y="1020936"/>
                  </a:cubicBezTo>
                  <a:cubicBezTo>
                    <a:pt x="520520" y="884953"/>
                    <a:pt x="550436" y="713615"/>
                    <a:pt x="555876" y="572193"/>
                  </a:cubicBezTo>
                  <a:lnTo>
                    <a:pt x="830561" y="993740"/>
                  </a:lnTo>
                  <a:cubicBezTo>
                    <a:pt x="830561" y="993740"/>
                    <a:pt x="1140602" y="574913"/>
                    <a:pt x="1140602" y="574913"/>
                  </a:cubicBezTo>
                  <a:cubicBezTo>
                    <a:pt x="1088929" y="1314659"/>
                    <a:pt x="1344577" y="1526792"/>
                    <a:pt x="1567589" y="1526792"/>
                  </a:cubicBezTo>
                  <a:cubicBezTo>
                    <a:pt x="1790601" y="1526792"/>
                    <a:pt x="1866751" y="1322818"/>
                    <a:pt x="1866751" y="1322818"/>
                  </a:cubicBezTo>
                  <a:cubicBezTo>
                    <a:pt x="1744367" y="1314659"/>
                    <a:pt x="1641019" y="1252107"/>
                    <a:pt x="1559430" y="1165078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552029A9-C9A8-49B6-B3B4-DDB77AA1AAB4}"/>
                </a:ext>
              </a:extLst>
            </p:cNvPr>
            <p:cNvSpPr/>
            <p:nvPr/>
          </p:nvSpPr>
          <p:spPr>
            <a:xfrm>
              <a:off x="4792218" y="3234839"/>
              <a:ext cx="271966" cy="652717"/>
            </a:xfrm>
            <a:custGeom>
              <a:avLst/>
              <a:gdLst>
                <a:gd name="connsiteX0" fmla="*/ 88095 w 271965"/>
                <a:gd name="connsiteY0" fmla="*/ 120730 h 652717"/>
                <a:gd name="connsiteX1" fmla="*/ 93534 w 271965"/>
                <a:gd name="connsiteY1" fmla="*/ 153366 h 652717"/>
                <a:gd name="connsiteX2" fmla="*/ 93534 w 271965"/>
                <a:gd name="connsiteY2" fmla="*/ 544997 h 652717"/>
                <a:gd name="connsiteX3" fmla="*/ 156086 w 271965"/>
                <a:gd name="connsiteY3" fmla="*/ 604829 h 652717"/>
                <a:gd name="connsiteX4" fmla="*/ 221358 w 271965"/>
                <a:gd name="connsiteY4" fmla="*/ 544997 h 652717"/>
                <a:gd name="connsiteX5" fmla="*/ 221358 w 271965"/>
                <a:gd name="connsiteY5" fmla="*/ 194161 h 652717"/>
                <a:gd name="connsiteX6" fmla="*/ 210479 w 271965"/>
                <a:gd name="connsiteY6" fmla="*/ 109852 h 652717"/>
                <a:gd name="connsiteX7" fmla="*/ 118011 w 271965"/>
                <a:gd name="connsiteY7" fmla="*/ 58178 h 652717"/>
                <a:gd name="connsiteX8" fmla="*/ 58178 w 271965"/>
                <a:gd name="connsiteY8" fmla="*/ 88094 h 652717"/>
                <a:gd name="connsiteX9" fmla="*/ 88095 w 271965"/>
                <a:gd name="connsiteY9" fmla="*/ 120730 h 65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1965" h="652717">
                  <a:moveTo>
                    <a:pt x="88095" y="120730"/>
                  </a:moveTo>
                  <a:cubicBezTo>
                    <a:pt x="90814" y="131609"/>
                    <a:pt x="90814" y="142487"/>
                    <a:pt x="93534" y="153366"/>
                  </a:cubicBezTo>
                  <a:cubicBezTo>
                    <a:pt x="93534" y="156086"/>
                    <a:pt x="93534" y="542277"/>
                    <a:pt x="93534" y="544997"/>
                  </a:cubicBezTo>
                  <a:cubicBezTo>
                    <a:pt x="93534" y="577632"/>
                    <a:pt x="123450" y="604829"/>
                    <a:pt x="156086" y="604829"/>
                  </a:cubicBezTo>
                  <a:cubicBezTo>
                    <a:pt x="188722" y="607548"/>
                    <a:pt x="221358" y="577632"/>
                    <a:pt x="221358" y="544997"/>
                  </a:cubicBezTo>
                  <a:cubicBezTo>
                    <a:pt x="221358" y="539557"/>
                    <a:pt x="221358" y="194161"/>
                    <a:pt x="221358" y="194161"/>
                  </a:cubicBezTo>
                  <a:cubicBezTo>
                    <a:pt x="221358" y="164245"/>
                    <a:pt x="224078" y="134329"/>
                    <a:pt x="210479" y="109852"/>
                  </a:cubicBezTo>
                  <a:cubicBezTo>
                    <a:pt x="196881" y="79935"/>
                    <a:pt x="158806" y="58178"/>
                    <a:pt x="118011" y="58178"/>
                  </a:cubicBezTo>
                  <a:cubicBezTo>
                    <a:pt x="79936" y="58178"/>
                    <a:pt x="58178" y="88094"/>
                    <a:pt x="58178" y="88094"/>
                  </a:cubicBezTo>
                  <a:cubicBezTo>
                    <a:pt x="58178" y="88094"/>
                    <a:pt x="77216" y="93534"/>
                    <a:pt x="88095" y="120730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79F85ABB-A50C-40B7-AC49-BB3E72D927CF}"/>
                </a:ext>
              </a:extLst>
            </p:cNvPr>
            <p:cNvSpPr/>
            <p:nvPr/>
          </p:nvSpPr>
          <p:spPr>
            <a:xfrm>
              <a:off x="8751819" y="3234667"/>
              <a:ext cx="271966" cy="652717"/>
            </a:xfrm>
            <a:custGeom>
              <a:avLst/>
              <a:gdLst>
                <a:gd name="connsiteX0" fmla="*/ 191663 w 271965"/>
                <a:gd name="connsiteY0" fmla="*/ 542449 h 652717"/>
                <a:gd name="connsiteX1" fmla="*/ 186224 w 271965"/>
                <a:gd name="connsiteY1" fmla="*/ 509813 h 652717"/>
                <a:gd name="connsiteX2" fmla="*/ 186224 w 271965"/>
                <a:gd name="connsiteY2" fmla="*/ 118183 h 652717"/>
                <a:gd name="connsiteX3" fmla="*/ 123672 w 271965"/>
                <a:gd name="connsiteY3" fmla="*/ 58350 h 652717"/>
                <a:gd name="connsiteX4" fmla="*/ 58400 w 271965"/>
                <a:gd name="connsiteY4" fmla="*/ 118183 h 652717"/>
                <a:gd name="connsiteX5" fmla="*/ 58400 w 271965"/>
                <a:gd name="connsiteY5" fmla="*/ 469018 h 652717"/>
                <a:gd name="connsiteX6" fmla="*/ 69279 w 271965"/>
                <a:gd name="connsiteY6" fmla="*/ 553328 h 652717"/>
                <a:gd name="connsiteX7" fmla="*/ 161747 w 271965"/>
                <a:gd name="connsiteY7" fmla="*/ 605001 h 652717"/>
                <a:gd name="connsiteX8" fmla="*/ 221580 w 271965"/>
                <a:gd name="connsiteY8" fmla="*/ 575085 h 652717"/>
                <a:gd name="connsiteX9" fmla="*/ 191663 w 271965"/>
                <a:gd name="connsiteY9" fmla="*/ 542449 h 65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1965" h="652717">
                  <a:moveTo>
                    <a:pt x="191663" y="542449"/>
                  </a:moveTo>
                  <a:cubicBezTo>
                    <a:pt x="188944" y="531570"/>
                    <a:pt x="186224" y="520692"/>
                    <a:pt x="186224" y="509813"/>
                  </a:cubicBezTo>
                  <a:cubicBezTo>
                    <a:pt x="186224" y="507093"/>
                    <a:pt x="186224" y="120902"/>
                    <a:pt x="186224" y="118183"/>
                  </a:cubicBezTo>
                  <a:cubicBezTo>
                    <a:pt x="186224" y="85547"/>
                    <a:pt x="156308" y="58350"/>
                    <a:pt x="123672" y="58350"/>
                  </a:cubicBezTo>
                  <a:cubicBezTo>
                    <a:pt x="91036" y="55631"/>
                    <a:pt x="58400" y="85547"/>
                    <a:pt x="58400" y="118183"/>
                  </a:cubicBezTo>
                  <a:cubicBezTo>
                    <a:pt x="58400" y="123622"/>
                    <a:pt x="58400" y="469018"/>
                    <a:pt x="58400" y="469018"/>
                  </a:cubicBezTo>
                  <a:cubicBezTo>
                    <a:pt x="58400" y="498934"/>
                    <a:pt x="55680" y="528851"/>
                    <a:pt x="69279" y="553328"/>
                  </a:cubicBezTo>
                  <a:cubicBezTo>
                    <a:pt x="82877" y="583244"/>
                    <a:pt x="120953" y="605001"/>
                    <a:pt x="161747" y="605001"/>
                  </a:cubicBezTo>
                  <a:cubicBezTo>
                    <a:pt x="199822" y="605001"/>
                    <a:pt x="221580" y="575085"/>
                    <a:pt x="221580" y="575085"/>
                  </a:cubicBezTo>
                  <a:cubicBezTo>
                    <a:pt x="221580" y="575085"/>
                    <a:pt x="202542" y="566926"/>
                    <a:pt x="191663" y="542449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22DD841B-152A-4831-B1D2-6E495BE1B1B6}"/>
                </a:ext>
              </a:extLst>
            </p:cNvPr>
            <p:cNvSpPr/>
            <p:nvPr/>
          </p:nvSpPr>
          <p:spPr>
            <a:xfrm>
              <a:off x="6320666" y="3416868"/>
              <a:ext cx="435145" cy="462341"/>
            </a:xfrm>
            <a:custGeom>
              <a:avLst/>
              <a:gdLst>
                <a:gd name="connsiteX0" fmla="*/ 302948 w 435145"/>
                <a:gd name="connsiteY0" fmla="*/ 74684 h 462341"/>
                <a:gd name="connsiteX1" fmla="*/ 186003 w 435145"/>
                <a:gd name="connsiteY1" fmla="*/ 148115 h 462341"/>
                <a:gd name="connsiteX2" fmla="*/ 186003 w 435145"/>
                <a:gd name="connsiteY2" fmla="*/ 148115 h 462341"/>
                <a:gd name="connsiteX3" fmla="*/ 186003 w 435145"/>
                <a:gd name="connsiteY3" fmla="*/ 115479 h 462341"/>
                <a:gd name="connsiteX4" fmla="*/ 123450 w 435145"/>
                <a:gd name="connsiteY4" fmla="*/ 58366 h 462341"/>
                <a:gd name="connsiteX5" fmla="*/ 58178 w 435145"/>
                <a:gd name="connsiteY5" fmla="*/ 115479 h 462341"/>
                <a:gd name="connsiteX6" fmla="*/ 58178 w 435145"/>
                <a:gd name="connsiteY6" fmla="*/ 362967 h 462341"/>
                <a:gd name="connsiteX7" fmla="*/ 120730 w 435145"/>
                <a:gd name="connsiteY7" fmla="*/ 422800 h 462341"/>
                <a:gd name="connsiteX8" fmla="*/ 186003 w 435145"/>
                <a:gd name="connsiteY8" fmla="*/ 362967 h 462341"/>
                <a:gd name="connsiteX9" fmla="*/ 186003 w 435145"/>
                <a:gd name="connsiteY9" fmla="*/ 213386 h 462341"/>
                <a:gd name="connsiteX10" fmla="*/ 186003 w 435145"/>
                <a:gd name="connsiteY10" fmla="*/ 213386 h 462341"/>
                <a:gd name="connsiteX11" fmla="*/ 229517 w 435145"/>
                <a:gd name="connsiteY11" fmla="*/ 161713 h 462341"/>
                <a:gd name="connsiteX12" fmla="*/ 259433 w 435145"/>
                <a:gd name="connsiteY12" fmla="*/ 194349 h 462341"/>
                <a:gd name="connsiteX13" fmla="*/ 259433 w 435145"/>
                <a:gd name="connsiteY13" fmla="*/ 362967 h 462341"/>
                <a:gd name="connsiteX14" fmla="*/ 321985 w 435145"/>
                <a:gd name="connsiteY14" fmla="*/ 422800 h 462341"/>
                <a:gd name="connsiteX15" fmla="*/ 387257 w 435145"/>
                <a:gd name="connsiteY15" fmla="*/ 362967 h 462341"/>
                <a:gd name="connsiteX16" fmla="*/ 387257 w 435145"/>
                <a:gd name="connsiteY16" fmla="*/ 273219 h 462341"/>
                <a:gd name="connsiteX17" fmla="*/ 302948 w 435145"/>
                <a:gd name="connsiteY17" fmla="*/ 74684 h 46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5145" h="462341">
                  <a:moveTo>
                    <a:pt x="302948" y="74684"/>
                  </a:moveTo>
                  <a:cubicBezTo>
                    <a:pt x="234956" y="74684"/>
                    <a:pt x="196881" y="131797"/>
                    <a:pt x="186003" y="148115"/>
                  </a:cubicBezTo>
                  <a:lnTo>
                    <a:pt x="186003" y="148115"/>
                  </a:lnTo>
                  <a:cubicBezTo>
                    <a:pt x="186003" y="129077"/>
                    <a:pt x="186003" y="115479"/>
                    <a:pt x="186003" y="115479"/>
                  </a:cubicBezTo>
                  <a:cubicBezTo>
                    <a:pt x="186003" y="82843"/>
                    <a:pt x="156086" y="58366"/>
                    <a:pt x="123450" y="58366"/>
                  </a:cubicBezTo>
                  <a:cubicBezTo>
                    <a:pt x="90814" y="55646"/>
                    <a:pt x="58178" y="82843"/>
                    <a:pt x="58178" y="115479"/>
                  </a:cubicBezTo>
                  <a:cubicBezTo>
                    <a:pt x="58178" y="120918"/>
                    <a:pt x="58178" y="360248"/>
                    <a:pt x="58178" y="362967"/>
                  </a:cubicBezTo>
                  <a:cubicBezTo>
                    <a:pt x="58178" y="395603"/>
                    <a:pt x="88095" y="422800"/>
                    <a:pt x="120730" y="422800"/>
                  </a:cubicBezTo>
                  <a:cubicBezTo>
                    <a:pt x="153366" y="425519"/>
                    <a:pt x="186003" y="395603"/>
                    <a:pt x="186003" y="362967"/>
                  </a:cubicBezTo>
                  <a:cubicBezTo>
                    <a:pt x="186003" y="360248"/>
                    <a:pt x="186003" y="281378"/>
                    <a:pt x="186003" y="213386"/>
                  </a:cubicBezTo>
                  <a:lnTo>
                    <a:pt x="186003" y="213386"/>
                  </a:lnTo>
                  <a:cubicBezTo>
                    <a:pt x="191442" y="186190"/>
                    <a:pt x="205040" y="161713"/>
                    <a:pt x="229517" y="161713"/>
                  </a:cubicBezTo>
                  <a:cubicBezTo>
                    <a:pt x="259433" y="161713"/>
                    <a:pt x="259433" y="194349"/>
                    <a:pt x="259433" y="194349"/>
                  </a:cubicBezTo>
                  <a:lnTo>
                    <a:pt x="259433" y="362967"/>
                  </a:lnTo>
                  <a:cubicBezTo>
                    <a:pt x="259433" y="395603"/>
                    <a:pt x="289349" y="422800"/>
                    <a:pt x="321985" y="422800"/>
                  </a:cubicBezTo>
                  <a:cubicBezTo>
                    <a:pt x="354621" y="425519"/>
                    <a:pt x="387257" y="395603"/>
                    <a:pt x="387257" y="362967"/>
                  </a:cubicBezTo>
                  <a:lnTo>
                    <a:pt x="387257" y="273219"/>
                  </a:lnTo>
                  <a:cubicBezTo>
                    <a:pt x="387257" y="183470"/>
                    <a:pt x="395416" y="71964"/>
                    <a:pt x="302948" y="7468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EF594510-C333-4EE6-9A81-F5B5D6794F1E}"/>
                </a:ext>
              </a:extLst>
            </p:cNvPr>
            <p:cNvSpPr/>
            <p:nvPr/>
          </p:nvSpPr>
          <p:spPr>
            <a:xfrm>
              <a:off x="7960620" y="3416868"/>
              <a:ext cx="435145" cy="462341"/>
            </a:xfrm>
            <a:custGeom>
              <a:avLst/>
              <a:gdLst>
                <a:gd name="connsiteX0" fmla="*/ 302948 w 435145"/>
                <a:gd name="connsiteY0" fmla="*/ 74684 h 462341"/>
                <a:gd name="connsiteX1" fmla="*/ 186002 w 435145"/>
                <a:gd name="connsiteY1" fmla="*/ 148115 h 462341"/>
                <a:gd name="connsiteX2" fmla="*/ 186002 w 435145"/>
                <a:gd name="connsiteY2" fmla="*/ 148115 h 462341"/>
                <a:gd name="connsiteX3" fmla="*/ 186002 w 435145"/>
                <a:gd name="connsiteY3" fmla="*/ 115479 h 462341"/>
                <a:gd name="connsiteX4" fmla="*/ 123450 w 435145"/>
                <a:gd name="connsiteY4" fmla="*/ 58366 h 462341"/>
                <a:gd name="connsiteX5" fmla="*/ 58178 w 435145"/>
                <a:gd name="connsiteY5" fmla="*/ 115479 h 462341"/>
                <a:gd name="connsiteX6" fmla="*/ 58178 w 435145"/>
                <a:gd name="connsiteY6" fmla="*/ 362967 h 462341"/>
                <a:gd name="connsiteX7" fmla="*/ 120730 w 435145"/>
                <a:gd name="connsiteY7" fmla="*/ 422800 h 462341"/>
                <a:gd name="connsiteX8" fmla="*/ 186002 w 435145"/>
                <a:gd name="connsiteY8" fmla="*/ 362967 h 462341"/>
                <a:gd name="connsiteX9" fmla="*/ 186002 w 435145"/>
                <a:gd name="connsiteY9" fmla="*/ 213386 h 462341"/>
                <a:gd name="connsiteX10" fmla="*/ 186002 w 435145"/>
                <a:gd name="connsiteY10" fmla="*/ 213386 h 462341"/>
                <a:gd name="connsiteX11" fmla="*/ 229517 w 435145"/>
                <a:gd name="connsiteY11" fmla="*/ 161713 h 462341"/>
                <a:gd name="connsiteX12" fmla="*/ 259433 w 435145"/>
                <a:gd name="connsiteY12" fmla="*/ 194349 h 462341"/>
                <a:gd name="connsiteX13" fmla="*/ 259433 w 435145"/>
                <a:gd name="connsiteY13" fmla="*/ 362967 h 462341"/>
                <a:gd name="connsiteX14" fmla="*/ 321985 w 435145"/>
                <a:gd name="connsiteY14" fmla="*/ 422800 h 462341"/>
                <a:gd name="connsiteX15" fmla="*/ 387257 w 435145"/>
                <a:gd name="connsiteY15" fmla="*/ 362967 h 462341"/>
                <a:gd name="connsiteX16" fmla="*/ 387257 w 435145"/>
                <a:gd name="connsiteY16" fmla="*/ 273219 h 462341"/>
                <a:gd name="connsiteX17" fmla="*/ 302948 w 435145"/>
                <a:gd name="connsiteY17" fmla="*/ 74684 h 46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5145" h="462341">
                  <a:moveTo>
                    <a:pt x="302948" y="74684"/>
                  </a:moveTo>
                  <a:cubicBezTo>
                    <a:pt x="234956" y="74684"/>
                    <a:pt x="196881" y="131797"/>
                    <a:pt x="186002" y="148115"/>
                  </a:cubicBezTo>
                  <a:lnTo>
                    <a:pt x="186002" y="148115"/>
                  </a:lnTo>
                  <a:cubicBezTo>
                    <a:pt x="186002" y="129077"/>
                    <a:pt x="186002" y="115479"/>
                    <a:pt x="186002" y="115479"/>
                  </a:cubicBezTo>
                  <a:cubicBezTo>
                    <a:pt x="186002" y="82843"/>
                    <a:pt x="156086" y="58366"/>
                    <a:pt x="123450" y="58366"/>
                  </a:cubicBezTo>
                  <a:cubicBezTo>
                    <a:pt x="90814" y="55646"/>
                    <a:pt x="58178" y="82843"/>
                    <a:pt x="58178" y="115479"/>
                  </a:cubicBezTo>
                  <a:cubicBezTo>
                    <a:pt x="58178" y="120918"/>
                    <a:pt x="58178" y="360248"/>
                    <a:pt x="58178" y="362967"/>
                  </a:cubicBezTo>
                  <a:cubicBezTo>
                    <a:pt x="58178" y="395603"/>
                    <a:pt x="88095" y="422800"/>
                    <a:pt x="120730" y="422800"/>
                  </a:cubicBezTo>
                  <a:cubicBezTo>
                    <a:pt x="153366" y="425519"/>
                    <a:pt x="186002" y="395603"/>
                    <a:pt x="186002" y="362967"/>
                  </a:cubicBezTo>
                  <a:cubicBezTo>
                    <a:pt x="186002" y="360248"/>
                    <a:pt x="186002" y="281378"/>
                    <a:pt x="186002" y="213386"/>
                  </a:cubicBezTo>
                  <a:lnTo>
                    <a:pt x="186002" y="213386"/>
                  </a:lnTo>
                  <a:cubicBezTo>
                    <a:pt x="191442" y="186190"/>
                    <a:pt x="205040" y="161713"/>
                    <a:pt x="229517" y="161713"/>
                  </a:cubicBezTo>
                  <a:cubicBezTo>
                    <a:pt x="259433" y="161713"/>
                    <a:pt x="259433" y="194349"/>
                    <a:pt x="259433" y="194349"/>
                  </a:cubicBezTo>
                  <a:lnTo>
                    <a:pt x="259433" y="362967"/>
                  </a:lnTo>
                  <a:cubicBezTo>
                    <a:pt x="259433" y="395603"/>
                    <a:pt x="289349" y="422800"/>
                    <a:pt x="321985" y="422800"/>
                  </a:cubicBezTo>
                  <a:cubicBezTo>
                    <a:pt x="354621" y="425519"/>
                    <a:pt x="387257" y="395603"/>
                    <a:pt x="387257" y="362967"/>
                  </a:cubicBezTo>
                  <a:lnTo>
                    <a:pt x="387257" y="273219"/>
                  </a:lnTo>
                  <a:cubicBezTo>
                    <a:pt x="384537" y="183470"/>
                    <a:pt x="395416" y="71964"/>
                    <a:pt x="302948" y="7468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2A809C24-BB35-4731-AFC5-357428D0ACB1}"/>
                </a:ext>
              </a:extLst>
            </p:cNvPr>
            <p:cNvSpPr/>
            <p:nvPr/>
          </p:nvSpPr>
          <p:spPr>
            <a:xfrm>
              <a:off x="5020669" y="3416868"/>
              <a:ext cx="435145" cy="462341"/>
            </a:xfrm>
            <a:custGeom>
              <a:avLst/>
              <a:gdLst>
                <a:gd name="connsiteX0" fmla="*/ 302948 w 435145"/>
                <a:gd name="connsiteY0" fmla="*/ 74684 h 462341"/>
                <a:gd name="connsiteX1" fmla="*/ 186002 w 435145"/>
                <a:gd name="connsiteY1" fmla="*/ 148115 h 462341"/>
                <a:gd name="connsiteX2" fmla="*/ 186002 w 435145"/>
                <a:gd name="connsiteY2" fmla="*/ 148115 h 462341"/>
                <a:gd name="connsiteX3" fmla="*/ 186002 w 435145"/>
                <a:gd name="connsiteY3" fmla="*/ 115479 h 462341"/>
                <a:gd name="connsiteX4" fmla="*/ 123450 w 435145"/>
                <a:gd name="connsiteY4" fmla="*/ 58366 h 462341"/>
                <a:gd name="connsiteX5" fmla="*/ 58178 w 435145"/>
                <a:gd name="connsiteY5" fmla="*/ 115479 h 462341"/>
                <a:gd name="connsiteX6" fmla="*/ 58178 w 435145"/>
                <a:gd name="connsiteY6" fmla="*/ 362967 h 462341"/>
                <a:gd name="connsiteX7" fmla="*/ 120730 w 435145"/>
                <a:gd name="connsiteY7" fmla="*/ 422800 h 462341"/>
                <a:gd name="connsiteX8" fmla="*/ 186002 w 435145"/>
                <a:gd name="connsiteY8" fmla="*/ 362967 h 462341"/>
                <a:gd name="connsiteX9" fmla="*/ 186002 w 435145"/>
                <a:gd name="connsiteY9" fmla="*/ 213386 h 462341"/>
                <a:gd name="connsiteX10" fmla="*/ 186002 w 435145"/>
                <a:gd name="connsiteY10" fmla="*/ 213386 h 462341"/>
                <a:gd name="connsiteX11" fmla="*/ 229517 w 435145"/>
                <a:gd name="connsiteY11" fmla="*/ 161713 h 462341"/>
                <a:gd name="connsiteX12" fmla="*/ 259433 w 435145"/>
                <a:gd name="connsiteY12" fmla="*/ 194349 h 462341"/>
                <a:gd name="connsiteX13" fmla="*/ 259433 w 435145"/>
                <a:gd name="connsiteY13" fmla="*/ 362967 h 462341"/>
                <a:gd name="connsiteX14" fmla="*/ 321985 w 435145"/>
                <a:gd name="connsiteY14" fmla="*/ 422800 h 462341"/>
                <a:gd name="connsiteX15" fmla="*/ 387257 w 435145"/>
                <a:gd name="connsiteY15" fmla="*/ 362967 h 462341"/>
                <a:gd name="connsiteX16" fmla="*/ 387257 w 435145"/>
                <a:gd name="connsiteY16" fmla="*/ 273219 h 462341"/>
                <a:gd name="connsiteX17" fmla="*/ 302948 w 435145"/>
                <a:gd name="connsiteY17" fmla="*/ 74684 h 46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5145" h="462341">
                  <a:moveTo>
                    <a:pt x="302948" y="74684"/>
                  </a:moveTo>
                  <a:cubicBezTo>
                    <a:pt x="234956" y="74684"/>
                    <a:pt x="196881" y="131797"/>
                    <a:pt x="186002" y="148115"/>
                  </a:cubicBezTo>
                  <a:lnTo>
                    <a:pt x="186002" y="148115"/>
                  </a:lnTo>
                  <a:cubicBezTo>
                    <a:pt x="186002" y="129077"/>
                    <a:pt x="186002" y="115479"/>
                    <a:pt x="186002" y="115479"/>
                  </a:cubicBezTo>
                  <a:cubicBezTo>
                    <a:pt x="186002" y="82843"/>
                    <a:pt x="156086" y="58366"/>
                    <a:pt x="123450" y="58366"/>
                  </a:cubicBezTo>
                  <a:cubicBezTo>
                    <a:pt x="90814" y="55646"/>
                    <a:pt x="58178" y="82843"/>
                    <a:pt x="58178" y="115479"/>
                  </a:cubicBezTo>
                  <a:cubicBezTo>
                    <a:pt x="58178" y="120918"/>
                    <a:pt x="58178" y="360248"/>
                    <a:pt x="58178" y="362967"/>
                  </a:cubicBezTo>
                  <a:cubicBezTo>
                    <a:pt x="58178" y="395603"/>
                    <a:pt x="88094" y="422800"/>
                    <a:pt x="120730" y="422800"/>
                  </a:cubicBezTo>
                  <a:cubicBezTo>
                    <a:pt x="153366" y="425519"/>
                    <a:pt x="186002" y="395603"/>
                    <a:pt x="186002" y="362967"/>
                  </a:cubicBezTo>
                  <a:cubicBezTo>
                    <a:pt x="186002" y="360248"/>
                    <a:pt x="186002" y="281378"/>
                    <a:pt x="186002" y="213386"/>
                  </a:cubicBezTo>
                  <a:lnTo>
                    <a:pt x="186002" y="213386"/>
                  </a:lnTo>
                  <a:cubicBezTo>
                    <a:pt x="191442" y="186190"/>
                    <a:pt x="205040" y="161713"/>
                    <a:pt x="229517" y="161713"/>
                  </a:cubicBezTo>
                  <a:cubicBezTo>
                    <a:pt x="259433" y="161713"/>
                    <a:pt x="259433" y="194349"/>
                    <a:pt x="259433" y="194349"/>
                  </a:cubicBezTo>
                  <a:lnTo>
                    <a:pt x="259433" y="362967"/>
                  </a:lnTo>
                  <a:cubicBezTo>
                    <a:pt x="259433" y="395603"/>
                    <a:pt x="289349" y="422800"/>
                    <a:pt x="321985" y="422800"/>
                  </a:cubicBezTo>
                  <a:cubicBezTo>
                    <a:pt x="354621" y="425519"/>
                    <a:pt x="387257" y="395603"/>
                    <a:pt x="387257" y="362967"/>
                  </a:cubicBezTo>
                  <a:lnTo>
                    <a:pt x="387257" y="273219"/>
                  </a:lnTo>
                  <a:cubicBezTo>
                    <a:pt x="384537" y="183470"/>
                    <a:pt x="395416" y="71964"/>
                    <a:pt x="302948" y="7468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7A77C51A-62BE-45E9-AE30-EEEE66586901}"/>
                </a:ext>
              </a:extLst>
            </p:cNvPr>
            <p:cNvSpPr/>
            <p:nvPr/>
          </p:nvSpPr>
          <p:spPr>
            <a:xfrm>
              <a:off x="7616289" y="3475234"/>
              <a:ext cx="364436" cy="364434"/>
            </a:xfrm>
            <a:custGeom>
              <a:avLst/>
              <a:gdLst>
                <a:gd name="connsiteX0" fmla="*/ 182218 w 364436"/>
                <a:gd name="connsiteY0" fmla="*/ 73431 h 364434"/>
                <a:gd name="connsiteX1" fmla="*/ 130544 w 364436"/>
                <a:gd name="connsiteY1" fmla="*/ 179499 h 364434"/>
                <a:gd name="connsiteX2" fmla="*/ 182218 w 364436"/>
                <a:gd name="connsiteY2" fmla="*/ 285565 h 364434"/>
                <a:gd name="connsiteX3" fmla="*/ 233891 w 364436"/>
                <a:gd name="connsiteY3" fmla="*/ 179499 h 364434"/>
                <a:gd name="connsiteX4" fmla="*/ 182218 w 364436"/>
                <a:gd name="connsiteY4" fmla="*/ 73431 h 364434"/>
                <a:gd name="connsiteX5" fmla="*/ 182219 w 364436"/>
                <a:gd name="connsiteY5" fmla="*/ 0 h 364434"/>
                <a:gd name="connsiteX6" fmla="*/ 364436 w 364436"/>
                <a:gd name="connsiteY6" fmla="*/ 182217 h 364434"/>
                <a:gd name="connsiteX7" fmla="*/ 182219 w 364436"/>
                <a:gd name="connsiteY7" fmla="*/ 364434 h 364434"/>
                <a:gd name="connsiteX8" fmla="*/ 0 w 364436"/>
                <a:gd name="connsiteY8" fmla="*/ 182217 h 364434"/>
                <a:gd name="connsiteX9" fmla="*/ 182219 w 364436"/>
                <a:gd name="connsiteY9" fmla="*/ 0 h 364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64436" h="364434">
                  <a:moveTo>
                    <a:pt x="182218" y="73431"/>
                  </a:moveTo>
                  <a:cubicBezTo>
                    <a:pt x="152302" y="76151"/>
                    <a:pt x="130544" y="114226"/>
                    <a:pt x="130544" y="179499"/>
                  </a:cubicBezTo>
                  <a:cubicBezTo>
                    <a:pt x="130544" y="244770"/>
                    <a:pt x="146862" y="285565"/>
                    <a:pt x="182218" y="285565"/>
                  </a:cubicBezTo>
                  <a:cubicBezTo>
                    <a:pt x="217573" y="285565"/>
                    <a:pt x="233891" y="247490"/>
                    <a:pt x="233891" y="179499"/>
                  </a:cubicBezTo>
                  <a:cubicBezTo>
                    <a:pt x="233891" y="114226"/>
                    <a:pt x="212134" y="73431"/>
                    <a:pt x="182218" y="73431"/>
                  </a:cubicBezTo>
                  <a:close/>
                  <a:moveTo>
                    <a:pt x="182219" y="0"/>
                  </a:moveTo>
                  <a:cubicBezTo>
                    <a:pt x="282846" y="0"/>
                    <a:pt x="364436" y="81590"/>
                    <a:pt x="364436" y="182217"/>
                  </a:cubicBezTo>
                  <a:cubicBezTo>
                    <a:pt x="364436" y="282844"/>
                    <a:pt x="282846" y="364434"/>
                    <a:pt x="182219" y="364434"/>
                  </a:cubicBezTo>
                  <a:cubicBezTo>
                    <a:pt x="81591" y="364434"/>
                    <a:pt x="0" y="282844"/>
                    <a:pt x="0" y="182217"/>
                  </a:cubicBezTo>
                  <a:cubicBezTo>
                    <a:pt x="0" y="81590"/>
                    <a:pt x="81591" y="0"/>
                    <a:pt x="182219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3BDEFB69-A427-4EE9-9048-F231BA101167}"/>
                </a:ext>
              </a:extLst>
            </p:cNvPr>
            <p:cNvSpPr/>
            <p:nvPr/>
          </p:nvSpPr>
          <p:spPr>
            <a:xfrm>
              <a:off x="6743101" y="3464184"/>
              <a:ext cx="372773" cy="375657"/>
            </a:xfrm>
            <a:custGeom>
              <a:avLst/>
              <a:gdLst>
                <a:gd name="connsiteX0" fmla="*/ 176958 w 372773"/>
                <a:gd name="connsiteY0" fmla="*/ 98080 h 375657"/>
                <a:gd name="connsiteX1" fmla="*/ 125284 w 372773"/>
                <a:gd name="connsiteY1" fmla="*/ 190548 h 375657"/>
                <a:gd name="connsiteX2" fmla="*/ 176958 w 372773"/>
                <a:gd name="connsiteY2" fmla="*/ 283017 h 375657"/>
                <a:gd name="connsiteX3" fmla="*/ 228631 w 372773"/>
                <a:gd name="connsiteY3" fmla="*/ 190548 h 375657"/>
                <a:gd name="connsiteX4" fmla="*/ 176958 w 372773"/>
                <a:gd name="connsiteY4" fmla="*/ 98080 h 375657"/>
                <a:gd name="connsiteX5" fmla="*/ 307501 w 372773"/>
                <a:gd name="connsiteY5" fmla="*/ 172 h 375657"/>
                <a:gd name="connsiteX6" fmla="*/ 372773 w 372773"/>
                <a:gd name="connsiteY6" fmla="*/ 62724 h 375657"/>
                <a:gd name="connsiteX7" fmla="*/ 372773 w 372773"/>
                <a:gd name="connsiteY7" fmla="*/ 312934 h 375657"/>
                <a:gd name="connsiteX8" fmla="*/ 302061 w 372773"/>
                <a:gd name="connsiteY8" fmla="*/ 375486 h 375657"/>
                <a:gd name="connsiteX9" fmla="*/ 239509 w 372773"/>
                <a:gd name="connsiteY9" fmla="*/ 326532 h 375657"/>
                <a:gd name="connsiteX10" fmla="*/ 179677 w 372773"/>
                <a:gd name="connsiteY10" fmla="*/ 370046 h 375657"/>
                <a:gd name="connsiteX11" fmla="*/ 70890 w 372773"/>
                <a:gd name="connsiteY11" fmla="*/ 353728 h 375657"/>
                <a:gd name="connsiteX12" fmla="*/ 128003 w 372773"/>
                <a:gd name="connsiteY12" fmla="*/ 11051 h 375657"/>
                <a:gd name="connsiteX13" fmla="*/ 236790 w 372773"/>
                <a:gd name="connsiteY13" fmla="*/ 70883 h 375657"/>
                <a:gd name="connsiteX14" fmla="*/ 236790 w 372773"/>
                <a:gd name="connsiteY14" fmla="*/ 62724 h 375657"/>
                <a:gd name="connsiteX15" fmla="*/ 307501 w 372773"/>
                <a:gd name="connsiteY15" fmla="*/ 172 h 375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2773" h="375657">
                  <a:moveTo>
                    <a:pt x="176958" y="98080"/>
                  </a:moveTo>
                  <a:cubicBezTo>
                    <a:pt x="147042" y="100800"/>
                    <a:pt x="125284" y="133436"/>
                    <a:pt x="125284" y="190548"/>
                  </a:cubicBezTo>
                  <a:cubicBezTo>
                    <a:pt x="125284" y="247661"/>
                    <a:pt x="141602" y="283017"/>
                    <a:pt x="176958" y="283017"/>
                  </a:cubicBezTo>
                  <a:cubicBezTo>
                    <a:pt x="212314" y="283017"/>
                    <a:pt x="228631" y="247661"/>
                    <a:pt x="228631" y="190548"/>
                  </a:cubicBezTo>
                  <a:cubicBezTo>
                    <a:pt x="228631" y="133436"/>
                    <a:pt x="206874" y="98080"/>
                    <a:pt x="176958" y="98080"/>
                  </a:cubicBezTo>
                  <a:close/>
                  <a:moveTo>
                    <a:pt x="307501" y="172"/>
                  </a:moveTo>
                  <a:cubicBezTo>
                    <a:pt x="340137" y="172"/>
                    <a:pt x="372773" y="30088"/>
                    <a:pt x="372773" y="62724"/>
                  </a:cubicBezTo>
                  <a:cubicBezTo>
                    <a:pt x="372773" y="65444"/>
                    <a:pt x="372773" y="307494"/>
                    <a:pt x="372773" y="312934"/>
                  </a:cubicBezTo>
                  <a:cubicBezTo>
                    <a:pt x="370053" y="348289"/>
                    <a:pt x="337417" y="378205"/>
                    <a:pt x="302061" y="375486"/>
                  </a:cubicBezTo>
                  <a:cubicBezTo>
                    <a:pt x="274865" y="372766"/>
                    <a:pt x="247668" y="353728"/>
                    <a:pt x="239509" y="326532"/>
                  </a:cubicBezTo>
                  <a:cubicBezTo>
                    <a:pt x="225911" y="348289"/>
                    <a:pt x="198715" y="364607"/>
                    <a:pt x="179677" y="370046"/>
                  </a:cubicBezTo>
                  <a:cubicBezTo>
                    <a:pt x="147041" y="378205"/>
                    <a:pt x="100807" y="372766"/>
                    <a:pt x="70890" y="353728"/>
                  </a:cubicBezTo>
                  <a:cubicBezTo>
                    <a:pt x="-35177" y="285737"/>
                    <a:pt x="-27018" y="11051"/>
                    <a:pt x="128003" y="11051"/>
                  </a:cubicBezTo>
                  <a:cubicBezTo>
                    <a:pt x="185116" y="11051"/>
                    <a:pt x="220471" y="49126"/>
                    <a:pt x="236790" y="70883"/>
                  </a:cubicBezTo>
                  <a:cubicBezTo>
                    <a:pt x="236790" y="70883"/>
                    <a:pt x="236790" y="65444"/>
                    <a:pt x="236790" y="62724"/>
                  </a:cubicBezTo>
                  <a:cubicBezTo>
                    <a:pt x="239509" y="27369"/>
                    <a:pt x="272145" y="-2547"/>
                    <a:pt x="307501" y="172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46719ABB-E490-4463-9FFA-AE200A2AD7A1}"/>
                </a:ext>
              </a:extLst>
            </p:cNvPr>
            <p:cNvSpPr/>
            <p:nvPr/>
          </p:nvSpPr>
          <p:spPr>
            <a:xfrm>
              <a:off x="8380335" y="3464184"/>
              <a:ext cx="372772" cy="375657"/>
            </a:xfrm>
            <a:custGeom>
              <a:avLst/>
              <a:gdLst>
                <a:gd name="connsiteX0" fmla="*/ 176957 w 372772"/>
                <a:gd name="connsiteY0" fmla="*/ 98080 h 375657"/>
                <a:gd name="connsiteX1" fmla="*/ 125282 w 372772"/>
                <a:gd name="connsiteY1" fmla="*/ 190548 h 375657"/>
                <a:gd name="connsiteX2" fmla="*/ 176957 w 372772"/>
                <a:gd name="connsiteY2" fmla="*/ 283017 h 375657"/>
                <a:gd name="connsiteX3" fmla="*/ 228630 w 372772"/>
                <a:gd name="connsiteY3" fmla="*/ 190548 h 375657"/>
                <a:gd name="connsiteX4" fmla="*/ 176957 w 372772"/>
                <a:gd name="connsiteY4" fmla="*/ 98080 h 375657"/>
                <a:gd name="connsiteX5" fmla="*/ 307501 w 372772"/>
                <a:gd name="connsiteY5" fmla="*/ 172 h 375657"/>
                <a:gd name="connsiteX6" fmla="*/ 372772 w 372772"/>
                <a:gd name="connsiteY6" fmla="*/ 62724 h 375657"/>
                <a:gd name="connsiteX7" fmla="*/ 372772 w 372772"/>
                <a:gd name="connsiteY7" fmla="*/ 312934 h 375657"/>
                <a:gd name="connsiteX8" fmla="*/ 302062 w 372772"/>
                <a:gd name="connsiteY8" fmla="*/ 375486 h 375657"/>
                <a:gd name="connsiteX9" fmla="*/ 239509 w 372772"/>
                <a:gd name="connsiteY9" fmla="*/ 326532 h 375657"/>
                <a:gd name="connsiteX10" fmla="*/ 179677 w 372772"/>
                <a:gd name="connsiteY10" fmla="*/ 370046 h 375657"/>
                <a:gd name="connsiteX11" fmla="*/ 70890 w 372772"/>
                <a:gd name="connsiteY11" fmla="*/ 353728 h 375657"/>
                <a:gd name="connsiteX12" fmla="*/ 128002 w 372772"/>
                <a:gd name="connsiteY12" fmla="*/ 11051 h 375657"/>
                <a:gd name="connsiteX13" fmla="*/ 236790 w 372772"/>
                <a:gd name="connsiteY13" fmla="*/ 70883 h 375657"/>
                <a:gd name="connsiteX14" fmla="*/ 236790 w 372772"/>
                <a:gd name="connsiteY14" fmla="*/ 62724 h 375657"/>
                <a:gd name="connsiteX15" fmla="*/ 307501 w 372772"/>
                <a:gd name="connsiteY15" fmla="*/ 172 h 375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2772" h="375657">
                  <a:moveTo>
                    <a:pt x="176957" y="98080"/>
                  </a:moveTo>
                  <a:cubicBezTo>
                    <a:pt x="147039" y="100800"/>
                    <a:pt x="125282" y="133436"/>
                    <a:pt x="125282" y="190548"/>
                  </a:cubicBezTo>
                  <a:cubicBezTo>
                    <a:pt x="125282" y="247661"/>
                    <a:pt x="141600" y="283017"/>
                    <a:pt x="176957" y="283017"/>
                  </a:cubicBezTo>
                  <a:cubicBezTo>
                    <a:pt x="212312" y="283017"/>
                    <a:pt x="228630" y="247661"/>
                    <a:pt x="228630" y="190548"/>
                  </a:cubicBezTo>
                  <a:cubicBezTo>
                    <a:pt x="228630" y="133436"/>
                    <a:pt x="206873" y="98080"/>
                    <a:pt x="176957" y="98080"/>
                  </a:cubicBezTo>
                  <a:close/>
                  <a:moveTo>
                    <a:pt x="307501" y="172"/>
                  </a:moveTo>
                  <a:cubicBezTo>
                    <a:pt x="340137" y="172"/>
                    <a:pt x="372772" y="30088"/>
                    <a:pt x="372772" y="62724"/>
                  </a:cubicBezTo>
                  <a:cubicBezTo>
                    <a:pt x="372772" y="65444"/>
                    <a:pt x="372772" y="307494"/>
                    <a:pt x="372772" y="312934"/>
                  </a:cubicBezTo>
                  <a:cubicBezTo>
                    <a:pt x="370053" y="348289"/>
                    <a:pt x="337417" y="378205"/>
                    <a:pt x="302062" y="375486"/>
                  </a:cubicBezTo>
                  <a:cubicBezTo>
                    <a:pt x="274865" y="372766"/>
                    <a:pt x="247668" y="353728"/>
                    <a:pt x="239509" y="326532"/>
                  </a:cubicBezTo>
                  <a:cubicBezTo>
                    <a:pt x="228630" y="348289"/>
                    <a:pt x="198714" y="364607"/>
                    <a:pt x="179677" y="370046"/>
                  </a:cubicBezTo>
                  <a:cubicBezTo>
                    <a:pt x="147040" y="378205"/>
                    <a:pt x="100806" y="372766"/>
                    <a:pt x="70890" y="353728"/>
                  </a:cubicBezTo>
                  <a:cubicBezTo>
                    <a:pt x="-35177" y="285737"/>
                    <a:pt x="-27018" y="11051"/>
                    <a:pt x="128002" y="11051"/>
                  </a:cubicBezTo>
                  <a:cubicBezTo>
                    <a:pt x="185116" y="11051"/>
                    <a:pt x="220472" y="49126"/>
                    <a:pt x="236790" y="70883"/>
                  </a:cubicBezTo>
                  <a:cubicBezTo>
                    <a:pt x="236790" y="70883"/>
                    <a:pt x="236790" y="65444"/>
                    <a:pt x="236790" y="62724"/>
                  </a:cubicBezTo>
                  <a:cubicBezTo>
                    <a:pt x="239509" y="27369"/>
                    <a:pt x="272145" y="-2547"/>
                    <a:pt x="307501" y="172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879D5D20-EE89-4A8B-9699-D9683301D220}"/>
                </a:ext>
              </a:extLst>
            </p:cNvPr>
            <p:cNvSpPr/>
            <p:nvPr/>
          </p:nvSpPr>
          <p:spPr>
            <a:xfrm>
              <a:off x="7389492" y="3444253"/>
              <a:ext cx="217573" cy="435145"/>
            </a:xfrm>
            <a:custGeom>
              <a:avLst/>
              <a:gdLst>
                <a:gd name="connsiteX0" fmla="*/ 186002 w 217572"/>
                <a:gd name="connsiteY0" fmla="*/ 118011 h 435144"/>
                <a:gd name="connsiteX1" fmla="*/ 128890 w 217572"/>
                <a:gd name="connsiteY1" fmla="*/ 58178 h 435144"/>
                <a:gd name="connsiteX2" fmla="*/ 123450 w 217572"/>
                <a:gd name="connsiteY2" fmla="*/ 58178 h 435144"/>
                <a:gd name="connsiteX3" fmla="*/ 58178 w 217572"/>
                <a:gd name="connsiteY3" fmla="*/ 115291 h 435144"/>
                <a:gd name="connsiteX4" fmla="*/ 58178 w 217572"/>
                <a:gd name="connsiteY4" fmla="*/ 232236 h 435144"/>
                <a:gd name="connsiteX5" fmla="*/ 58178 w 217572"/>
                <a:gd name="connsiteY5" fmla="*/ 232236 h 435144"/>
                <a:gd name="connsiteX6" fmla="*/ 58178 w 217572"/>
                <a:gd name="connsiteY6" fmla="*/ 335583 h 435144"/>
                <a:gd name="connsiteX7" fmla="*/ 115291 w 217572"/>
                <a:gd name="connsiteY7" fmla="*/ 395415 h 435144"/>
                <a:gd name="connsiteX8" fmla="*/ 120730 w 217572"/>
                <a:gd name="connsiteY8" fmla="*/ 395415 h 435144"/>
                <a:gd name="connsiteX9" fmla="*/ 186002 w 217572"/>
                <a:gd name="connsiteY9" fmla="*/ 338303 h 435144"/>
                <a:gd name="connsiteX10" fmla="*/ 186002 w 217572"/>
                <a:gd name="connsiteY10" fmla="*/ 240395 h 435144"/>
                <a:gd name="connsiteX11" fmla="*/ 186002 w 217572"/>
                <a:gd name="connsiteY11" fmla="*/ 240395 h 435144"/>
                <a:gd name="connsiteX12" fmla="*/ 186002 w 217572"/>
                <a:gd name="connsiteY12" fmla="*/ 118011 h 435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7572" h="435144">
                  <a:moveTo>
                    <a:pt x="186002" y="118011"/>
                  </a:moveTo>
                  <a:cubicBezTo>
                    <a:pt x="183283" y="85375"/>
                    <a:pt x="158806" y="60898"/>
                    <a:pt x="128890" y="58178"/>
                  </a:cubicBezTo>
                  <a:cubicBezTo>
                    <a:pt x="126170" y="58178"/>
                    <a:pt x="126170" y="58178"/>
                    <a:pt x="123450" y="58178"/>
                  </a:cubicBezTo>
                  <a:cubicBezTo>
                    <a:pt x="96254" y="58178"/>
                    <a:pt x="58178" y="82655"/>
                    <a:pt x="58178" y="115291"/>
                  </a:cubicBezTo>
                  <a:lnTo>
                    <a:pt x="58178" y="232236"/>
                  </a:lnTo>
                  <a:lnTo>
                    <a:pt x="58178" y="232236"/>
                  </a:lnTo>
                  <a:cubicBezTo>
                    <a:pt x="58178" y="270311"/>
                    <a:pt x="58178" y="335583"/>
                    <a:pt x="58178" y="335583"/>
                  </a:cubicBezTo>
                  <a:cubicBezTo>
                    <a:pt x="60898" y="368219"/>
                    <a:pt x="85375" y="392696"/>
                    <a:pt x="115291" y="395415"/>
                  </a:cubicBezTo>
                  <a:cubicBezTo>
                    <a:pt x="118011" y="395415"/>
                    <a:pt x="118011" y="395415"/>
                    <a:pt x="120730" y="395415"/>
                  </a:cubicBezTo>
                  <a:cubicBezTo>
                    <a:pt x="147927" y="395415"/>
                    <a:pt x="186002" y="370938"/>
                    <a:pt x="186002" y="338303"/>
                  </a:cubicBezTo>
                  <a:lnTo>
                    <a:pt x="186002" y="240395"/>
                  </a:lnTo>
                  <a:lnTo>
                    <a:pt x="186002" y="240395"/>
                  </a:lnTo>
                  <a:cubicBezTo>
                    <a:pt x="186002" y="202320"/>
                    <a:pt x="186002" y="118011"/>
                    <a:pt x="186002" y="118011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3FD26498-FDBF-440C-8464-BDE4887B9840}"/>
                </a:ext>
              </a:extLst>
            </p:cNvPr>
            <p:cNvSpPr/>
            <p:nvPr/>
          </p:nvSpPr>
          <p:spPr>
            <a:xfrm>
              <a:off x="7392212" y="3280901"/>
              <a:ext cx="217573" cy="217572"/>
            </a:xfrm>
            <a:custGeom>
              <a:avLst/>
              <a:gdLst>
                <a:gd name="connsiteX0" fmla="*/ 183282 w 217572"/>
                <a:gd name="connsiteY0" fmla="*/ 120902 h 217572"/>
                <a:gd name="connsiteX1" fmla="*/ 120730 w 217572"/>
                <a:gd name="connsiteY1" fmla="*/ 183454 h 217572"/>
                <a:gd name="connsiteX2" fmla="*/ 58178 w 217572"/>
                <a:gd name="connsiteY2" fmla="*/ 120902 h 217572"/>
                <a:gd name="connsiteX3" fmla="*/ 120730 w 217572"/>
                <a:gd name="connsiteY3" fmla="*/ 58350 h 217572"/>
                <a:gd name="connsiteX4" fmla="*/ 183282 w 217572"/>
                <a:gd name="connsiteY4" fmla="*/ 120902 h 217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7572" h="217572">
                  <a:moveTo>
                    <a:pt x="183282" y="120902"/>
                  </a:moveTo>
                  <a:cubicBezTo>
                    <a:pt x="183282" y="156258"/>
                    <a:pt x="156086" y="183454"/>
                    <a:pt x="120730" y="183454"/>
                  </a:cubicBezTo>
                  <a:cubicBezTo>
                    <a:pt x="85375" y="183454"/>
                    <a:pt x="58178" y="156258"/>
                    <a:pt x="58178" y="120902"/>
                  </a:cubicBezTo>
                  <a:cubicBezTo>
                    <a:pt x="58178" y="85547"/>
                    <a:pt x="85375" y="58350"/>
                    <a:pt x="120730" y="58350"/>
                  </a:cubicBezTo>
                  <a:cubicBezTo>
                    <a:pt x="153366" y="55630"/>
                    <a:pt x="183282" y="85547"/>
                    <a:pt x="183282" y="120902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38BDF441-371D-4336-BFE3-6AB3A6129E34}"/>
                </a:ext>
              </a:extLst>
            </p:cNvPr>
            <p:cNvSpPr/>
            <p:nvPr/>
          </p:nvSpPr>
          <p:spPr>
            <a:xfrm>
              <a:off x="6005186" y="3416884"/>
              <a:ext cx="380752" cy="462341"/>
            </a:xfrm>
            <a:custGeom>
              <a:avLst/>
              <a:gdLst>
                <a:gd name="connsiteX0" fmla="*/ 270312 w 380752"/>
                <a:gd name="connsiteY0" fmla="*/ 69229 h 462341"/>
                <a:gd name="connsiteX1" fmla="*/ 188722 w 380752"/>
                <a:gd name="connsiteY1" fmla="*/ 134501 h 462341"/>
                <a:gd name="connsiteX2" fmla="*/ 188722 w 380752"/>
                <a:gd name="connsiteY2" fmla="*/ 118183 h 462341"/>
                <a:gd name="connsiteX3" fmla="*/ 126170 w 380752"/>
                <a:gd name="connsiteY3" fmla="*/ 58350 h 462341"/>
                <a:gd name="connsiteX4" fmla="*/ 58178 w 380752"/>
                <a:gd name="connsiteY4" fmla="*/ 118183 h 462341"/>
                <a:gd name="connsiteX5" fmla="*/ 58178 w 380752"/>
                <a:gd name="connsiteY5" fmla="*/ 210651 h 462341"/>
                <a:gd name="connsiteX6" fmla="*/ 58178 w 380752"/>
                <a:gd name="connsiteY6" fmla="*/ 365671 h 462341"/>
                <a:gd name="connsiteX7" fmla="*/ 58178 w 380752"/>
                <a:gd name="connsiteY7" fmla="*/ 365671 h 462341"/>
                <a:gd name="connsiteX8" fmla="*/ 120730 w 380752"/>
                <a:gd name="connsiteY8" fmla="*/ 425504 h 462341"/>
                <a:gd name="connsiteX9" fmla="*/ 186002 w 380752"/>
                <a:gd name="connsiteY9" fmla="*/ 365671 h 462341"/>
                <a:gd name="connsiteX10" fmla="*/ 186002 w 380752"/>
                <a:gd name="connsiteY10" fmla="*/ 365671 h 462341"/>
                <a:gd name="connsiteX11" fmla="*/ 186002 w 380752"/>
                <a:gd name="connsiteY11" fmla="*/ 210651 h 462341"/>
                <a:gd name="connsiteX12" fmla="*/ 215919 w 380752"/>
                <a:gd name="connsiteY12" fmla="*/ 158978 h 462341"/>
                <a:gd name="connsiteX13" fmla="*/ 275751 w 380752"/>
                <a:gd name="connsiteY13" fmla="*/ 221530 h 462341"/>
                <a:gd name="connsiteX14" fmla="*/ 270312 w 380752"/>
                <a:gd name="connsiteY14" fmla="*/ 69229 h 46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0752" h="462341">
                  <a:moveTo>
                    <a:pt x="270312" y="69229"/>
                  </a:moveTo>
                  <a:cubicBezTo>
                    <a:pt x="232236" y="71949"/>
                    <a:pt x="213199" y="99145"/>
                    <a:pt x="188722" y="134501"/>
                  </a:cubicBezTo>
                  <a:cubicBezTo>
                    <a:pt x="188722" y="134501"/>
                    <a:pt x="188722" y="118183"/>
                    <a:pt x="188722" y="118183"/>
                  </a:cubicBezTo>
                  <a:cubicBezTo>
                    <a:pt x="188722" y="85547"/>
                    <a:pt x="158806" y="58350"/>
                    <a:pt x="126170" y="58350"/>
                  </a:cubicBezTo>
                  <a:cubicBezTo>
                    <a:pt x="93534" y="55631"/>
                    <a:pt x="60898" y="85547"/>
                    <a:pt x="58178" y="118183"/>
                  </a:cubicBezTo>
                  <a:lnTo>
                    <a:pt x="58178" y="210651"/>
                  </a:lnTo>
                  <a:lnTo>
                    <a:pt x="58178" y="365671"/>
                  </a:lnTo>
                  <a:lnTo>
                    <a:pt x="58178" y="365671"/>
                  </a:lnTo>
                  <a:cubicBezTo>
                    <a:pt x="58178" y="398307"/>
                    <a:pt x="88094" y="425504"/>
                    <a:pt x="120730" y="425504"/>
                  </a:cubicBezTo>
                  <a:cubicBezTo>
                    <a:pt x="153366" y="428224"/>
                    <a:pt x="186002" y="398307"/>
                    <a:pt x="186002" y="365671"/>
                  </a:cubicBezTo>
                  <a:lnTo>
                    <a:pt x="186002" y="365671"/>
                  </a:lnTo>
                  <a:lnTo>
                    <a:pt x="186002" y="210651"/>
                  </a:lnTo>
                  <a:cubicBezTo>
                    <a:pt x="188722" y="188894"/>
                    <a:pt x="196881" y="158978"/>
                    <a:pt x="215919" y="158978"/>
                  </a:cubicBezTo>
                  <a:cubicBezTo>
                    <a:pt x="243115" y="158978"/>
                    <a:pt x="215919" y="221530"/>
                    <a:pt x="275751" y="221530"/>
                  </a:cubicBezTo>
                  <a:cubicBezTo>
                    <a:pt x="362780" y="221530"/>
                    <a:pt x="373658" y="63790"/>
                    <a:pt x="270312" y="69229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F8BAD5CD-434F-4D77-8BD2-26C750766026}"/>
                </a:ext>
              </a:extLst>
            </p:cNvPr>
            <p:cNvSpPr/>
            <p:nvPr/>
          </p:nvSpPr>
          <p:spPr>
            <a:xfrm>
              <a:off x="5693490" y="3475234"/>
              <a:ext cx="337238" cy="364434"/>
            </a:xfrm>
            <a:custGeom>
              <a:avLst/>
              <a:gdLst>
                <a:gd name="connsiteX0" fmla="*/ 180433 w 337238"/>
                <a:gd name="connsiteY0" fmla="*/ 73984 h 364434"/>
                <a:gd name="connsiteX1" fmla="*/ 163180 w 337238"/>
                <a:gd name="connsiteY1" fmla="*/ 78870 h 364434"/>
                <a:gd name="connsiteX2" fmla="*/ 125105 w 337238"/>
                <a:gd name="connsiteY2" fmla="*/ 160461 h 364434"/>
                <a:gd name="connsiteX3" fmla="*/ 171339 w 337238"/>
                <a:gd name="connsiteY3" fmla="*/ 163180 h 364434"/>
                <a:gd name="connsiteX4" fmla="*/ 214854 w 337238"/>
                <a:gd name="connsiteY4" fmla="*/ 108787 h 364434"/>
                <a:gd name="connsiteX5" fmla="*/ 180433 w 337238"/>
                <a:gd name="connsiteY5" fmla="*/ 73984 h 364434"/>
                <a:gd name="connsiteX6" fmla="*/ 174059 w 337238"/>
                <a:gd name="connsiteY6" fmla="*/ 0 h 364434"/>
                <a:gd name="connsiteX7" fmla="*/ 337238 w 337238"/>
                <a:gd name="connsiteY7" fmla="*/ 119665 h 364434"/>
                <a:gd name="connsiteX8" fmla="*/ 133264 w 337238"/>
                <a:gd name="connsiteY8" fmla="*/ 217573 h 364434"/>
                <a:gd name="connsiteX9" fmla="*/ 225732 w 337238"/>
                <a:gd name="connsiteY9" fmla="*/ 277405 h 364434"/>
                <a:gd name="connsiteX10" fmla="*/ 320920 w 337238"/>
                <a:gd name="connsiteY10" fmla="*/ 250208 h 364434"/>
                <a:gd name="connsiteX11" fmla="*/ 174059 w 337238"/>
                <a:gd name="connsiteY11" fmla="*/ 364434 h 364434"/>
                <a:gd name="connsiteX12" fmla="*/ 0 w 337238"/>
                <a:gd name="connsiteY12" fmla="*/ 184937 h 364434"/>
                <a:gd name="connsiteX13" fmla="*/ 174059 w 337238"/>
                <a:gd name="connsiteY13" fmla="*/ 0 h 364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37238" h="364434">
                  <a:moveTo>
                    <a:pt x="180433" y="73984"/>
                  </a:moveTo>
                  <a:cubicBezTo>
                    <a:pt x="174569" y="73941"/>
                    <a:pt x="168620" y="75471"/>
                    <a:pt x="163180" y="78870"/>
                  </a:cubicBezTo>
                  <a:cubicBezTo>
                    <a:pt x="135984" y="95189"/>
                    <a:pt x="127825" y="130544"/>
                    <a:pt x="125105" y="160461"/>
                  </a:cubicBezTo>
                  <a:cubicBezTo>
                    <a:pt x="125105" y="163180"/>
                    <a:pt x="168620" y="160461"/>
                    <a:pt x="171339" y="163180"/>
                  </a:cubicBezTo>
                  <a:cubicBezTo>
                    <a:pt x="195816" y="157741"/>
                    <a:pt x="214854" y="135984"/>
                    <a:pt x="214854" y="108787"/>
                  </a:cubicBezTo>
                  <a:cubicBezTo>
                    <a:pt x="214854" y="88389"/>
                    <a:pt x="198026" y="74111"/>
                    <a:pt x="180433" y="73984"/>
                  </a:cubicBezTo>
                  <a:close/>
                  <a:moveTo>
                    <a:pt x="174059" y="0"/>
                  </a:moveTo>
                  <a:cubicBezTo>
                    <a:pt x="233891" y="0"/>
                    <a:pt x="337238" y="29916"/>
                    <a:pt x="337238" y="119665"/>
                  </a:cubicBezTo>
                  <a:cubicBezTo>
                    <a:pt x="337238" y="209414"/>
                    <a:pt x="244770" y="217573"/>
                    <a:pt x="133264" y="217573"/>
                  </a:cubicBezTo>
                  <a:cubicBezTo>
                    <a:pt x="133264" y="217573"/>
                    <a:pt x="149581" y="277405"/>
                    <a:pt x="225732" y="277405"/>
                  </a:cubicBezTo>
                  <a:cubicBezTo>
                    <a:pt x="301883" y="277405"/>
                    <a:pt x="320920" y="250208"/>
                    <a:pt x="320920" y="250208"/>
                  </a:cubicBezTo>
                  <a:cubicBezTo>
                    <a:pt x="320920" y="250208"/>
                    <a:pt x="315481" y="364434"/>
                    <a:pt x="174059" y="364434"/>
                  </a:cubicBezTo>
                  <a:cubicBezTo>
                    <a:pt x="95188" y="364434"/>
                    <a:pt x="0" y="304602"/>
                    <a:pt x="0" y="184937"/>
                  </a:cubicBezTo>
                  <a:cubicBezTo>
                    <a:pt x="0" y="78870"/>
                    <a:pt x="73431" y="0"/>
                    <a:pt x="174059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502F9BDB-7819-4E53-AED0-AEFFFB5D36A6}"/>
                </a:ext>
              </a:extLst>
            </p:cNvPr>
            <p:cNvSpPr/>
            <p:nvPr/>
          </p:nvSpPr>
          <p:spPr>
            <a:xfrm>
              <a:off x="5376945" y="3338014"/>
              <a:ext cx="353556" cy="543931"/>
            </a:xfrm>
            <a:custGeom>
              <a:avLst/>
              <a:gdLst>
                <a:gd name="connsiteX0" fmla="*/ 311107 w 353555"/>
                <a:gd name="connsiteY0" fmla="*/ 433663 h 543931"/>
                <a:gd name="connsiteX1" fmla="*/ 215919 w 353555"/>
                <a:gd name="connsiteY1" fmla="*/ 501654 h 543931"/>
                <a:gd name="connsiteX2" fmla="*/ 98973 w 353555"/>
                <a:gd name="connsiteY2" fmla="*/ 392868 h 543931"/>
                <a:gd name="connsiteX3" fmla="*/ 98973 w 353555"/>
                <a:gd name="connsiteY3" fmla="*/ 221530 h 543931"/>
                <a:gd name="connsiteX4" fmla="*/ 82655 w 353555"/>
                <a:gd name="connsiteY4" fmla="*/ 221530 h 543931"/>
                <a:gd name="connsiteX5" fmla="*/ 58178 w 353555"/>
                <a:gd name="connsiteY5" fmla="*/ 191614 h 543931"/>
                <a:gd name="connsiteX6" fmla="*/ 85375 w 353555"/>
                <a:gd name="connsiteY6" fmla="*/ 164417 h 543931"/>
                <a:gd name="connsiteX7" fmla="*/ 101693 w 353555"/>
                <a:gd name="connsiteY7" fmla="*/ 164417 h 543931"/>
                <a:gd name="connsiteX8" fmla="*/ 101693 w 353555"/>
                <a:gd name="connsiteY8" fmla="*/ 118183 h 543931"/>
                <a:gd name="connsiteX9" fmla="*/ 166965 w 353555"/>
                <a:gd name="connsiteY9" fmla="*/ 58350 h 543931"/>
                <a:gd name="connsiteX10" fmla="*/ 229517 w 353555"/>
                <a:gd name="connsiteY10" fmla="*/ 118183 h 543931"/>
                <a:gd name="connsiteX11" fmla="*/ 229517 w 353555"/>
                <a:gd name="connsiteY11" fmla="*/ 118183 h 543931"/>
                <a:gd name="connsiteX12" fmla="*/ 229517 w 353555"/>
                <a:gd name="connsiteY12" fmla="*/ 164417 h 543931"/>
                <a:gd name="connsiteX13" fmla="*/ 283910 w 353555"/>
                <a:gd name="connsiteY13" fmla="*/ 164417 h 543931"/>
                <a:gd name="connsiteX14" fmla="*/ 308387 w 353555"/>
                <a:gd name="connsiteY14" fmla="*/ 194333 h 543931"/>
                <a:gd name="connsiteX15" fmla="*/ 281190 w 353555"/>
                <a:gd name="connsiteY15" fmla="*/ 221530 h 543931"/>
                <a:gd name="connsiteX16" fmla="*/ 229517 w 353555"/>
                <a:gd name="connsiteY16" fmla="*/ 221530 h 543931"/>
                <a:gd name="connsiteX17" fmla="*/ 229517 w 353555"/>
                <a:gd name="connsiteY17" fmla="*/ 365671 h 543931"/>
                <a:gd name="connsiteX18" fmla="*/ 311107 w 353555"/>
                <a:gd name="connsiteY18" fmla="*/ 433663 h 543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53555" h="543931">
                  <a:moveTo>
                    <a:pt x="311107" y="433663"/>
                  </a:moveTo>
                  <a:cubicBezTo>
                    <a:pt x="311107" y="433663"/>
                    <a:pt x="278471" y="501654"/>
                    <a:pt x="215919" y="501654"/>
                  </a:cubicBezTo>
                  <a:cubicBezTo>
                    <a:pt x="164245" y="501654"/>
                    <a:pt x="101693" y="458140"/>
                    <a:pt x="98973" y="392868"/>
                  </a:cubicBezTo>
                  <a:cubicBezTo>
                    <a:pt x="98973" y="392868"/>
                    <a:pt x="98973" y="297680"/>
                    <a:pt x="98973" y="221530"/>
                  </a:cubicBezTo>
                  <a:lnTo>
                    <a:pt x="82655" y="221530"/>
                  </a:lnTo>
                  <a:cubicBezTo>
                    <a:pt x="74496" y="221530"/>
                    <a:pt x="58178" y="216090"/>
                    <a:pt x="58178" y="191614"/>
                  </a:cubicBezTo>
                  <a:cubicBezTo>
                    <a:pt x="58178" y="167137"/>
                    <a:pt x="77216" y="164417"/>
                    <a:pt x="85375" y="164417"/>
                  </a:cubicBezTo>
                  <a:lnTo>
                    <a:pt x="101693" y="164417"/>
                  </a:lnTo>
                  <a:cubicBezTo>
                    <a:pt x="101693" y="137220"/>
                    <a:pt x="101693" y="118183"/>
                    <a:pt x="101693" y="118183"/>
                  </a:cubicBezTo>
                  <a:cubicBezTo>
                    <a:pt x="104413" y="85547"/>
                    <a:pt x="134329" y="55631"/>
                    <a:pt x="166965" y="58350"/>
                  </a:cubicBezTo>
                  <a:cubicBezTo>
                    <a:pt x="196881" y="61070"/>
                    <a:pt x="229517" y="85547"/>
                    <a:pt x="229517" y="118183"/>
                  </a:cubicBezTo>
                  <a:lnTo>
                    <a:pt x="229517" y="118183"/>
                  </a:lnTo>
                  <a:lnTo>
                    <a:pt x="229517" y="164417"/>
                  </a:lnTo>
                  <a:lnTo>
                    <a:pt x="283910" y="164417"/>
                  </a:lnTo>
                  <a:cubicBezTo>
                    <a:pt x="292069" y="164417"/>
                    <a:pt x="308387" y="169856"/>
                    <a:pt x="308387" y="194333"/>
                  </a:cubicBezTo>
                  <a:cubicBezTo>
                    <a:pt x="308387" y="218810"/>
                    <a:pt x="292069" y="221530"/>
                    <a:pt x="281190" y="221530"/>
                  </a:cubicBezTo>
                  <a:lnTo>
                    <a:pt x="229517" y="221530"/>
                  </a:lnTo>
                  <a:lnTo>
                    <a:pt x="229517" y="365671"/>
                  </a:lnTo>
                  <a:cubicBezTo>
                    <a:pt x="226797" y="409186"/>
                    <a:pt x="267592" y="433663"/>
                    <a:pt x="311107" y="433663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6FE22129-481A-4C11-B764-0A44426B8CBA}"/>
                </a:ext>
              </a:extLst>
            </p:cNvPr>
            <p:cNvSpPr/>
            <p:nvPr/>
          </p:nvSpPr>
          <p:spPr>
            <a:xfrm>
              <a:off x="7090329" y="3338014"/>
              <a:ext cx="353556" cy="543931"/>
            </a:xfrm>
            <a:custGeom>
              <a:avLst/>
              <a:gdLst>
                <a:gd name="connsiteX0" fmla="*/ 311107 w 353555"/>
                <a:gd name="connsiteY0" fmla="*/ 433663 h 543931"/>
                <a:gd name="connsiteX1" fmla="*/ 215919 w 353555"/>
                <a:gd name="connsiteY1" fmla="*/ 501654 h 543931"/>
                <a:gd name="connsiteX2" fmla="*/ 98973 w 353555"/>
                <a:gd name="connsiteY2" fmla="*/ 392868 h 543931"/>
                <a:gd name="connsiteX3" fmla="*/ 98973 w 353555"/>
                <a:gd name="connsiteY3" fmla="*/ 221530 h 543931"/>
                <a:gd name="connsiteX4" fmla="*/ 82655 w 353555"/>
                <a:gd name="connsiteY4" fmla="*/ 221530 h 543931"/>
                <a:gd name="connsiteX5" fmla="*/ 58178 w 353555"/>
                <a:gd name="connsiteY5" fmla="*/ 191614 h 543931"/>
                <a:gd name="connsiteX6" fmla="*/ 85375 w 353555"/>
                <a:gd name="connsiteY6" fmla="*/ 164417 h 543931"/>
                <a:gd name="connsiteX7" fmla="*/ 101693 w 353555"/>
                <a:gd name="connsiteY7" fmla="*/ 164417 h 543931"/>
                <a:gd name="connsiteX8" fmla="*/ 101693 w 353555"/>
                <a:gd name="connsiteY8" fmla="*/ 118183 h 543931"/>
                <a:gd name="connsiteX9" fmla="*/ 166965 w 353555"/>
                <a:gd name="connsiteY9" fmla="*/ 58350 h 543931"/>
                <a:gd name="connsiteX10" fmla="*/ 229517 w 353555"/>
                <a:gd name="connsiteY10" fmla="*/ 118183 h 543931"/>
                <a:gd name="connsiteX11" fmla="*/ 229517 w 353555"/>
                <a:gd name="connsiteY11" fmla="*/ 118183 h 543931"/>
                <a:gd name="connsiteX12" fmla="*/ 229517 w 353555"/>
                <a:gd name="connsiteY12" fmla="*/ 164417 h 543931"/>
                <a:gd name="connsiteX13" fmla="*/ 283910 w 353555"/>
                <a:gd name="connsiteY13" fmla="*/ 164417 h 543931"/>
                <a:gd name="connsiteX14" fmla="*/ 308387 w 353555"/>
                <a:gd name="connsiteY14" fmla="*/ 194333 h 543931"/>
                <a:gd name="connsiteX15" fmla="*/ 281190 w 353555"/>
                <a:gd name="connsiteY15" fmla="*/ 221530 h 543931"/>
                <a:gd name="connsiteX16" fmla="*/ 229517 w 353555"/>
                <a:gd name="connsiteY16" fmla="*/ 221530 h 543931"/>
                <a:gd name="connsiteX17" fmla="*/ 229517 w 353555"/>
                <a:gd name="connsiteY17" fmla="*/ 365671 h 543931"/>
                <a:gd name="connsiteX18" fmla="*/ 311107 w 353555"/>
                <a:gd name="connsiteY18" fmla="*/ 433663 h 543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53555" h="543931">
                  <a:moveTo>
                    <a:pt x="311107" y="433663"/>
                  </a:moveTo>
                  <a:cubicBezTo>
                    <a:pt x="311107" y="433663"/>
                    <a:pt x="278471" y="501654"/>
                    <a:pt x="215919" y="501654"/>
                  </a:cubicBezTo>
                  <a:cubicBezTo>
                    <a:pt x="164245" y="501654"/>
                    <a:pt x="101693" y="458140"/>
                    <a:pt x="98973" y="392868"/>
                  </a:cubicBezTo>
                  <a:cubicBezTo>
                    <a:pt x="98973" y="392868"/>
                    <a:pt x="98973" y="297680"/>
                    <a:pt x="98973" y="221530"/>
                  </a:cubicBezTo>
                  <a:lnTo>
                    <a:pt x="82655" y="221530"/>
                  </a:lnTo>
                  <a:cubicBezTo>
                    <a:pt x="74496" y="221530"/>
                    <a:pt x="58178" y="216090"/>
                    <a:pt x="58178" y="191614"/>
                  </a:cubicBezTo>
                  <a:cubicBezTo>
                    <a:pt x="58178" y="167137"/>
                    <a:pt x="77216" y="164417"/>
                    <a:pt x="85375" y="164417"/>
                  </a:cubicBezTo>
                  <a:lnTo>
                    <a:pt x="101693" y="164417"/>
                  </a:lnTo>
                  <a:cubicBezTo>
                    <a:pt x="101693" y="137220"/>
                    <a:pt x="101693" y="118183"/>
                    <a:pt x="101693" y="118183"/>
                  </a:cubicBezTo>
                  <a:cubicBezTo>
                    <a:pt x="104412" y="85547"/>
                    <a:pt x="134329" y="55631"/>
                    <a:pt x="166965" y="58350"/>
                  </a:cubicBezTo>
                  <a:cubicBezTo>
                    <a:pt x="196881" y="61070"/>
                    <a:pt x="229517" y="85547"/>
                    <a:pt x="229517" y="118183"/>
                  </a:cubicBezTo>
                  <a:lnTo>
                    <a:pt x="229517" y="118183"/>
                  </a:lnTo>
                  <a:lnTo>
                    <a:pt x="229517" y="164417"/>
                  </a:lnTo>
                  <a:lnTo>
                    <a:pt x="283910" y="164417"/>
                  </a:lnTo>
                  <a:cubicBezTo>
                    <a:pt x="292069" y="164417"/>
                    <a:pt x="308387" y="169856"/>
                    <a:pt x="308387" y="194333"/>
                  </a:cubicBezTo>
                  <a:cubicBezTo>
                    <a:pt x="308387" y="218810"/>
                    <a:pt x="292069" y="221530"/>
                    <a:pt x="281190" y="221530"/>
                  </a:cubicBezTo>
                  <a:lnTo>
                    <a:pt x="229517" y="221530"/>
                  </a:lnTo>
                  <a:lnTo>
                    <a:pt x="229517" y="365671"/>
                  </a:lnTo>
                  <a:cubicBezTo>
                    <a:pt x="229517" y="409186"/>
                    <a:pt x="270312" y="433663"/>
                    <a:pt x="311107" y="433663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56673DCB-4EF6-4931-8C51-40ABA4BC6E47}"/>
                </a:ext>
              </a:extLst>
            </p:cNvPr>
            <p:cNvSpPr/>
            <p:nvPr/>
          </p:nvSpPr>
          <p:spPr>
            <a:xfrm>
              <a:off x="2080719" y="4178559"/>
              <a:ext cx="462342" cy="788700"/>
            </a:xfrm>
            <a:custGeom>
              <a:avLst/>
              <a:gdLst>
                <a:gd name="connsiteX0" fmla="*/ 403575 w 462341"/>
                <a:gd name="connsiteY0" fmla="*/ 583072 h 788699"/>
                <a:gd name="connsiteX1" fmla="*/ 406295 w 462341"/>
                <a:gd name="connsiteY1" fmla="*/ 596670 h 788699"/>
                <a:gd name="connsiteX2" fmla="*/ 400855 w 462341"/>
                <a:gd name="connsiteY2" fmla="*/ 610268 h 788699"/>
                <a:gd name="connsiteX3" fmla="*/ 389977 w 462341"/>
                <a:gd name="connsiteY3" fmla="*/ 626586 h 788699"/>
                <a:gd name="connsiteX4" fmla="*/ 354621 w 462341"/>
                <a:gd name="connsiteY4" fmla="*/ 675540 h 788699"/>
                <a:gd name="connsiteX5" fmla="*/ 327424 w 462341"/>
                <a:gd name="connsiteY5" fmla="*/ 691858 h 788699"/>
                <a:gd name="connsiteX6" fmla="*/ 292069 w 462341"/>
                <a:gd name="connsiteY6" fmla="*/ 713615 h 788699"/>
                <a:gd name="connsiteX7" fmla="*/ 251274 w 462341"/>
                <a:gd name="connsiteY7" fmla="*/ 724494 h 788699"/>
                <a:gd name="connsiteX8" fmla="*/ 221358 w 462341"/>
                <a:gd name="connsiteY8" fmla="*/ 721774 h 788699"/>
                <a:gd name="connsiteX9" fmla="*/ 191442 w 462341"/>
                <a:gd name="connsiteY9" fmla="*/ 721774 h 788699"/>
                <a:gd name="connsiteX10" fmla="*/ 153366 w 462341"/>
                <a:gd name="connsiteY10" fmla="*/ 713615 h 788699"/>
                <a:gd name="connsiteX11" fmla="*/ 104412 w 462341"/>
                <a:gd name="connsiteY11" fmla="*/ 675540 h 788699"/>
                <a:gd name="connsiteX12" fmla="*/ 104412 w 462341"/>
                <a:gd name="connsiteY12" fmla="*/ 689138 h 788699"/>
                <a:gd name="connsiteX13" fmla="*/ 101693 w 462341"/>
                <a:gd name="connsiteY13" fmla="*/ 710895 h 788699"/>
                <a:gd name="connsiteX14" fmla="*/ 85375 w 462341"/>
                <a:gd name="connsiteY14" fmla="*/ 732653 h 788699"/>
                <a:gd name="connsiteX15" fmla="*/ 69057 w 462341"/>
                <a:gd name="connsiteY15" fmla="*/ 727214 h 788699"/>
                <a:gd name="connsiteX16" fmla="*/ 60898 w 462341"/>
                <a:gd name="connsiteY16" fmla="*/ 710895 h 788699"/>
                <a:gd name="connsiteX17" fmla="*/ 58178 w 462341"/>
                <a:gd name="connsiteY17" fmla="*/ 691858 h 788699"/>
                <a:gd name="connsiteX18" fmla="*/ 60898 w 462341"/>
                <a:gd name="connsiteY18" fmla="*/ 664661 h 788699"/>
                <a:gd name="connsiteX19" fmla="*/ 60898 w 462341"/>
                <a:gd name="connsiteY19" fmla="*/ 607549 h 788699"/>
                <a:gd name="connsiteX20" fmla="*/ 63618 w 462341"/>
                <a:gd name="connsiteY20" fmla="*/ 528679 h 788699"/>
                <a:gd name="connsiteX21" fmla="*/ 69057 w 462341"/>
                <a:gd name="connsiteY21" fmla="*/ 504202 h 788699"/>
                <a:gd name="connsiteX22" fmla="*/ 74496 w 462341"/>
                <a:gd name="connsiteY22" fmla="*/ 493323 h 788699"/>
                <a:gd name="connsiteX23" fmla="*/ 82655 w 462341"/>
                <a:gd name="connsiteY23" fmla="*/ 487884 h 788699"/>
                <a:gd name="connsiteX24" fmla="*/ 90814 w 462341"/>
                <a:gd name="connsiteY24" fmla="*/ 493323 h 788699"/>
                <a:gd name="connsiteX25" fmla="*/ 98973 w 462341"/>
                <a:gd name="connsiteY25" fmla="*/ 512361 h 788699"/>
                <a:gd name="connsiteX26" fmla="*/ 101693 w 462341"/>
                <a:gd name="connsiteY26" fmla="*/ 555875 h 788699"/>
                <a:gd name="connsiteX27" fmla="*/ 101693 w 462341"/>
                <a:gd name="connsiteY27" fmla="*/ 596670 h 788699"/>
                <a:gd name="connsiteX28" fmla="*/ 109852 w 462341"/>
                <a:gd name="connsiteY28" fmla="*/ 626586 h 788699"/>
                <a:gd name="connsiteX29" fmla="*/ 128889 w 462341"/>
                <a:gd name="connsiteY29" fmla="*/ 651063 h 788699"/>
                <a:gd name="connsiteX30" fmla="*/ 153366 w 462341"/>
                <a:gd name="connsiteY30" fmla="*/ 670101 h 788699"/>
                <a:gd name="connsiteX31" fmla="*/ 196881 w 462341"/>
                <a:gd name="connsiteY31" fmla="*/ 678260 h 788699"/>
                <a:gd name="connsiteX32" fmla="*/ 221358 w 462341"/>
                <a:gd name="connsiteY32" fmla="*/ 667381 h 788699"/>
                <a:gd name="connsiteX33" fmla="*/ 253994 w 462341"/>
                <a:gd name="connsiteY33" fmla="*/ 659222 h 788699"/>
                <a:gd name="connsiteX34" fmla="*/ 275751 w 462341"/>
                <a:gd name="connsiteY34" fmla="*/ 637465 h 788699"/>
                <a:gd name="connsiteX35" fmla="*/ 281190 w 462341"/>
                <a:gd name="connsiteY35" fmla="*/ 615708 h 788699"/>
                <a:gd name="connsiteX36" fmla="*/ 278471 w 462341"/>
                <a:gd name="connsiteY36" fmla="*/ 602109 h 788699"/>
                <a:gd name="connsiteX37" fmla="*/ 262153 w 462341"/>
                <a:gd name="connsiteY37" fmla="*/ 572193 h 788699"/>
                <a:gd name="connsiteX38" fmla="*/ 245835 w 462341"/>
                <a:gd name="connsiteY38" fmla="*/ 536838 h 788699"/>
                <a:gd name="connsiteX39" fmla="*/ 196881 w 462341"/>
                <a:gd name="connsiteY39" fmla="*/ 477005 h 788699"/>
                <a:gd name="connsiteX40" fmla="*/ 145207 w 462341"/>
                <a:gd name="connsiteY40" fmla="*/ 419892 h 788699"/>
                <a:gd name="connsiteX41" fmla="*/ 93534 w 462341"/>
                <a:gd name="connsiteY41" fmla="*/ 357340 h 788699"/>
                <a:gd name="connsiteX42" fmla="*/ 66337 w 462341"/>
                <a:gd name="connsiteY42" fmla="*/ 283910 h 788699"/>
                <a:gd name="connsiteX43" fmla="*/ 58178 w 462341"/>
                <a:gd name="connsiteY43" fmla="*/ 224077 h 788699"/>
                <a:gd name="connsiteX44" fmla="*/ 82655 w 462341"/>
                <a:gd name="connsiteY44" fmla="*/ 150647 h 788699"/>
                <a:gd name="connsiteX45" fmla="*/ 137048 w 462341"/>
                <a:gd name="connsiteY45" fmla="*/ 96253 h 788699"/>
                <a:gd name="connsiteX46" fmla="*/ 196881 w 462341"/>
                <a:gd name="connsiteY46" fmla="*/ 77216 h 788699"/>
                <a:gd name="connsiteX47" fmla="*/ 232236 w 462341"/>
                <a:gd name="connsiteY47" fmla="*/ 69057 h 788699"/>
                <a:gd name="connsiteX48" fmla="*/ 262153 w 462341"/>
                <a:gd name="connsiteY48" fmla="*/ 74496 h 788699"/>
                <a:gd name="connsiteX49" fmla="*/ 294789 w 462341"/>
                <a:gd name="connsiteY49" fmla="*/ 85375 h 788699"/>
                <a:gd name="connsiteX50" fmla="*/ 327424 w 462341"/>
                <a:gd name="connsiteY50" fmla="*/ 104412 h 788699"/>
                <a:gd name="connsiteX51" fmla="*/ 332864 w 462341"/>
                <a:gd name="connsiteY51" fmla="*/ 74496 h 788699"/>
                <a:gd name="connsiteX52" fmla="*/ 338303 w 462341"/>
                <a:gd name="connsiteY52" fmla="*/ 63618 h 788699"/>
                <a:gd name="connsiteX53" fmla="*/ 349182 w 462341"/>
                <a:gd name="connsiteY53" fmla="*/ 58178 h 788699"/>
                <a:gd name="connsiteX54" fmla="*/ 357341 w 462341"/>
                <a:gd name="connsiteY54" fmla="*/ 63618 h 788699"/>
                <a:gd name="connsiteX55" fmla="*/ 365500 w 462341"/>
                <a:gd name="connsiteY55" fmla="*/ 82655 h 788699"/>
                <a:gd name="connsiteX56" fmla="*/ 368219 w 462341"/>
                <a:gd name="connsiteY56" fmla="*/ 142488 h 788699"/>
                <a:gd name="connsiteX57" fmla="*/ 368219 w 462341"/>
                <a:gd name="connsiteY57" fmla="*/ 188722 h 788699"/>
                <a:gd name="connsiteX58" fmla="*/ 370939 w 462341"/>
                <a:gd name="connsiteY58" fmla="*/ 245834 h 788699"/>
                <a:gd name="connsiteX59" fmla="*/ 354621 w 462341"/>
                <a:gd name="connsiteY59" fmla="*/ 286629 h 788699"/>
                <a:gd name="connsiteX60" fmla="*/ 338303 w 462341"/>
                <a:gd name="connsiteY60" fmla="*/ 281190 h 788699"/>
                <a:gd name="connsiteX61" fmla="*/ 330144 w 462341"/>
                <a:gd name="connsiteY61" fmla="*/ 264872 h 788699"/>
                <a:gd name="connsiteX62" fmla="*/ 327424 w 462341"/>
                <a:gd name="connsiteY62" fmla="*/ 248554 h 788699"/>
                <a:gd name="connsiteX63" fmla="*/ 330144 w 462341"/>
                <a:gd name="connsiteY63" fmla="*/ 221357 h 788699"/>
                <a:gd name="connsiteX64" fmla="*/ 330144 w 462341"/>
                <a:gd name="connsiteY64" fmla="*/ 188722 h 788699"/>
                <a:gd name="connsiteX65" fmla="*/ 327424 w 462341"/>
                <a:gd name="connsiteY65" fmla="*/ 164245 h 788699"/>
                <a:gd name="connsiteX66" fmla="*/ 311107 w 462341"/>
                <a:gd name="connsiteY66" fmla="*/ 134329 h 788699"/>
                <a:gd name="connsiteX67" fmla="*/ 283910 w 462341"/>
                <a:gd name="connsiteY67" fmla="*/ 118011 h 788699"/>
                <a:gd name="connsiteX68" fmla="*/ 251274 w 462341"/>
                <a:gd name="connsiteY68" fmla="*/ 112571 h 788699"/>
                <a:gd name="connsiteX69" fmla="*/ 215918 w 462341"/>
                <a:gd name="connsiteY69" fmla="*/ 123450 h 788699"/>
                <a:gd name="connsiteX70" fmla="*/ 202320 w 462341"/>
                <a:gd name="connsiteY70" fmla="*/ 147927 h 788699"/>
                <a:gd name="connsiteX71" fmla="*/ 188722 w 462341"/>
                <a:gd name="connsiteY71" fmla="*/ 180563 h 788699"/>
                <a:gd name="connsiteX72" fmla="*/ 183283 w 462341"/>
                <a:gd name="connsiteY72" fmla="*/ 210479 h 788699"/>
                <a:gd name="connsiteX73" fmla="*/ 188722 w 462341"/>
                <a:gd name="connsiteY73" fmla="*/ 226797 h 788699"/>
                <a:gd name="connsiteX74" fmla="*/ 188722 w 462341"/>
                <a:gd name="connsiteY74" fmla="*/ 248554 h 788699"/>
                <a:gd name="connsiteX75" fmla="*/ 210479 w 462341"/>
                <a:gd name="connsiteY75" fmla="*/ 273031 h 788699"/>
                <a:gd name="connsiteX76" fmla="*/ 226797 w 462341"/>
                <a:gd name="connsiteY76" fmla="*/ 300228 h 788699"/>
                <a:gd name="connsiteX77" fmla="*/ 256713 w 462341"/>
                <a:gd name="connsiteY77" fmla="*/ 332864 h 788699"/>
                <a:gd name="connsiteX78" fmla="*/ 275751 w 462341"/>
                <a:gd name="connsiteY78" fmla="*/ 351901 h 788699"/>
                <a:gd name="connsiteX79" fmla="*/ 324705 w 462341"/>
                <a:gd name="connsiteY79" fmla="*/ 400855 h 788699"/>
                <a:gd name="connsiteX80" fmla="*/ 343742 w 462341"/>
                <a:gd name="connsiteY80" fmla="*/ 428051 h 788699"/>
                <a:gd name="connsiteX81" fmla="*/ 351901 w 462341"/>
                <a:gd name="connsiteY81" fmla="*/ 433491 h 788699"/>
                <a:gd name="connsiteX82" fmla="*/ 360060 w 462341"/>
                <a:gd name="connsiteY82" fmla="*/ 447089 h 788699"/>
                <a:gd name="connsiteX83" fmla="*/ 384537 w 462341"/>
                <a:gd name="connsiteY83" fmla="*/ 474286 h 788699"/>
                <a:gd name="connsiteX84" fmla="*/ 395416 w 462341"/>
                <a:gd name="connsiteY84" fmla="*/ 506921 h 788699"/>
                <a:gd name="connsiteX85" fmla="*/ 406295 w 462341"/>
                <a:gd name="connsiteY85" fmla="*/ 536838 h 788699"/>
                <a:gd name="connsiteX86" fmla="*/ 409014 w 462341"/>
                <a:gd name="connsiteY86" fmla="*/ 547716 h 788699"/>
                <a:gd name="connsiteX87" fmla="*/ 406295 w 462341"/>
                <a:gd name="connsiteY87" fmla="*/ 569473 h 788699"/>
                <a:gd name="connsiteX88" fmla="*/ 403575 w 462341"/>
                <a:gd name="connsiteY88" fmla="*/ 583072 h 788699"/>
                <a:gd name="connsiteX89" fmla="*/ 403575 w 462341"/>
                <a:gd name="connsiteY89" fmla="*/ 583072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462341" h="788699">
                  <a:moveTo>
                    <a:pt x="403575" y="583072"/>
                  </a:moveTo>
                  <a:cubicBezTo>
                    <a:pt x="403575" y="588511"/>
                    <a:pt x="406295" y="591231"/>
                    <a:pt x="406295" y="596670"/>
                  </a:cubicBezTo>
                  <a:cubicBezTo>
                    <a:pt x="406295" y="602109"/>
                    <a:pt x="403575" y="604829"/>
                    <a:pt x="400855" y="610268"/>
                  </a:cubicBezTo>
                  <a:cubicBezTo>
                    <a:pt x="398136" y="615708"/>
                    <a:pt x="392696" y="621147"/>
                    <a:pt x="389977" y="626586"/>
                  </a:cubicBezTo>
                  <a:cubicBezTo>
                    <a:pt x="381818" y="645624"/>
                    <a:pt x="368219" y="661942"/>
                    <a:pt x="354621" y="675540"/>
                  </a:cubicBezTo>
                  <a:cubicBezTo>
                    <a:pt x="346462" y="683699"/>
                    <a:pt x="338303" y="686419"/>
                    <a:pt x="327424" y="691858"/>
                  </a:cubicBezTo>
                  <a:cubicBezTo>
                    <a:pt x="316546" y="700017"/>
                    <a:pt x="302948" y="708176"/>
                    <a:pt x="292069" y="713615"/>
                  </a:cubicBezTo>
                  <a:cubicBezTo>
                    <a:pt x="281190" y="719054"/>
                    <a:pt x="264872" y="724494"/>
                    <a:pt x="251274" y="724494"/>
                  </a:cubicBezTo>
                  <a:cubicBezTo>
                    <a:pt x="240395" y="724494"/>
                    <a:pt x="229517" y="721774"/>
                    <a:pt x="221358" y="721774"/>
                  </a:cubicBezTo>
                  <a:cubicBezTo>
                    <a:pt x="213199" y="721774"/>
                    <a:pt x="202320" y="721774"/>
                    <a:pt x="191442" y="721774"/>
                  </a:cubicBezTo>
                  <a:cubicBezTo>
                    <a:pt x="172404" y="721774"/>
                    <a:pt x="172404" y="721774"/>
                    <a:pt x="153366" y="713615"/>
                  </a:cubicBezTo>
                  <a:cubicBezTo>
                    <a:pt x="134329" y="708176"/>
                    <a:pt x="118011" y="691858"/>
                    <a:pt x="104412" y="675540"/>
                  </a:cubicBezTo>
                  <a:cubicBezTo>
                    <a:pt x="104412" y="678260"/>
                    <a:pt x="104412" y="680979"/>
                    <a:pt x="104412" y="689138"/>
                  </a:cubicBezTo>
                  <a:cubicBezTo>
                    <a:pt x="104412" y="694578"/>
                    <a:pt x="104412" y="702737"/>
                    <a:pt x="101693" y="710895"/>
                  </a:cubicBezTo>
                  <a:cubicBezTo>
                    <a:pt x="101693" y="721774"/>
                    <a:pt x="96253" y="732653"/>
                    <a:pt x="85375" y="732653"/>
                  </a:cubicBezTo>
                  <a:cubicBezTo>
                    <a:pt x="77216" y="732653"/>
                    <a:pt x="74496" y="729933"/>
                    <a:pt x="69057" y="727214"/>
                  </a:cubicBezTo>
                  <a:cubicBezTo>
                    <a:pt x="63618" y="724494"/>
                    <a:pt x="60898" y="716335"/>
                    <a:pt x="60898" y="710895"/>
                  </a:cubicBezTo>
                  <a:cubicBezTo>
                    <a:pt x="58178" y="702737"/>
                    <a:pt x="58178" y="697297"/>
                    <a:pt x="58178" y="691858"/>
                  </a:cubicBezTo>
                  <a:cubicBezTo>
                    <a:pt x="58178" y="683699"/>
                    <a:pt x="60898" y="678260"/>
                    <a:pt x="60898" y="664661"/>
                  </a:cubicBezTo>
                  <a:cubicBezTo>
                    <a:pt x="60898" y="656502"/>
                    <a:pt x="60898" y="632026"/>
                    <a:pt x="60898" y="607549"/>
                  </a:cubicBezTo>
                  <a:cubicBezTo>
                    <a:pt x="60898" y="574913"/>
                    <a:pt x="60898" y="542277"/>
                    <a:pt x="63618" y="528679"/>
                  </a:cubicBezTo>
                  <a:cubicBezTo>
                    <a:pt x="63618" y="520520"/>
                    <a:pt x="63618" y="509641"/>
                    <a:pt x="69057" y="504202"/>
                  </a:cubicBezTo>
                  <a:cubicBezTo>
                    <a:pt x="71777" y="501482"/>
                    <a:pt x="71777" y="498762"/>
                    <a:pt x="74496" y="493323"/>
                  </a:cubicBezTo>
                  <a:cubicBezTo>
                    <a:pt x="77216" y="490603"/>
                    <a:pt x="79936" y="487884"/>
                    <a:pt x="82655" y="487884"/>
                  </a:cubicBezTo>
                  <a:cubicBezTo>
                    <a:pt x="85375" y="487884"/>
                    <a:pt x="90814" y="490603"/>
                    <a:pt x="90814" y="493323"/>
                  </a:cubicBezTo>
                  <a:cubicBezTo>
                    <a:pt x="93534" y="498762"/>
                    <a:pt x="98973" y="506921"/>
                    <a:pt x="98973" y="512361"/>
                  </a:cubicBezTo>
                  <a:cubicBezTo>
                    <a:pt x="98973" y="520520"/>
                    <a:pt x="101693" y="536838"/>
                    <a:pt x="101693" y="555875"/>
                  </a:cubicBezTo>
                  <a:cubicBezTo>
                    <a:pt x="101693" y="569473"/>
                    <a:pt x="101693" y="583072"/>
                    <a:pt x="101693" y="596670"/>
                  </a:cubicBezTo>
                  <a:cubicBezTo>
                    <a:pt x="101693" y="607549"/>
                    <a:pt x="104412" y="618427"/>
                    <a:pt x="109852" y="626586"/>
                  </a:cubicBezTo>
                  <a:cubicBezTo>
                    <a:pt x="115291" y="637465"/>
                    <a:pt x="123450" y="642904"/>
                    <a:pt x="128889" y="651063"/>
                  </a:cubicBezTo>
                  <a:cubicBezTo>
                    <a:pt x="137048" y="661942"/>
                    <a:pt x="139768" y="667381"/>
                    <a:pt x="153366" y="670101"/>
                  </a:cubicBezTo>
                  <a:cubicBezTo>
                    <a:pt x="161525" y="670101"/>
                    <a:pt x="183283" y="678260"/>
                    <a:pt x="196881" y="678260"/>
                  </a:cubicBezTo>
                  <a:cubicBezTo>
                    <a:pt x="207759" y="678260"/>
                    <a:pt x="210479" y="672820"/>
                    <a:pt x="221358" y="667381"/>
                  </a:cubicBezTo>
                  <a:cubicBezTo>
                    <a:pt x="232236" y="661942"/>
                    <a:pt x="245835" y="664661"/>
                    <a:pt x="253994" y="659222"/>
                  </a:cubicBezTo>
                  <a:cubicBezTo>
                    <a:pt x="262153" y="653783"/>
                    <a:pt x="273031" y="645624"/>
                    <a:pt x="275751" y="637465"/>
                  </a:cubicBezTo>
                  <a:cubicBezTo>
                    <a:pt x="281190" y="629306"/>
                    <a:pt x="281190" y="621147"/>
                    <a:pt x="281190" y="615708"/>
                  </a:cubicBezTo>
                  <a:cubicBezTo>
                    <a:pt x="281190" y="610268"/>
                    <a:pt x="281190" y="607549"/>
                    <a:pt x="278471" y="602109"/>
                  </a:cubicBezTo>
                  <a:cubicBezTo>
                    <a:pt x="275751" y="591231"/>
                    <a:pt x="267592" y="583072"/>
                    <a:pt x="262153" y="572193"/>
                  </a:cubicBezTo>
                  <a:cubicBezTo>
                    <a:pt x="256713" y="561314"/>
                    <a:pt x="253994" y="547716"/>
                    <a:pt x="245835" y="536838"/>
                  </a:cubicBezTo>
                  <a:cubicBezTo>
                    <a:pt x="232236" y="515080"/>
                    <a:pt x="213199" y="498762"/>
                    <a:pt x="196881" y="477005"/>
                  </a:cubicBezTo>
                  <a:cubicBezTo>
                    <a:pt x="180563" y="457968"/>
                    <a:pt x="164245" y="438930"/>
                    <a:pt x="145207" y="419892"/>
                  </a:cubicBezTo>
                  <a:cubicBezTo>
                    <a:pt x="126170" y="400855"/>
                    <a:pt x="109852" y="379098"/>
                    <a:pt x="93534" y="357340"/>
                  </a:cubicBezTo>
                  <a:cubicBezTo>
                    <a:pt x="77216" y="335583"/>
                    <a:pt x="71777" y="308387"/>
                    <a:pt x="66337" y="283910"/>
                  </a:cubicBezTo>
                  <a:cubicBezTo>
                    <a:pt x="63618" y="267592"/>
                    <a:pt x="58178" y="245834"/>
                    <a:pt x="58178" y="224077"/>
                  </a:cubicBezTo>
                  <a:cubicBezTo>
                    <a:pt x="58178" y="194161"/>
                    <a:pt x="69057" y="175123"/>
                    <a:pt x="82655" y="150647"/>
                  </a:cubicBezTo>
                  <a:cubicBezTo>
                    <a:pt x="96253" y="128889"/>
                    <a:pt x="115291" y="109852"/>
                    <a:pt x="137048" y="96253"/>
                  </a:cubicBezTo>
                  <a:cubicBezTo>
                    <a:pt x="158806" y="82655"/>
                    <a:pt x="172404" y="79936"/>
                    <a:pt x="196881" y="77216"/>
                  </a:cubicBezTo>
                  <a:cubicBezTo>
                    <a:pt x="210479" y="77216"/>
                    <a:pt x="215918" y="69057"/>
                    <a:pt x="232236" y="69057"/>
                  </a:cubicBezTo>
                  <a:cubicBezTo>
                    <a:pt x="243115" y="69057"/>
                    <a:pt x="251274" y="71776"/>
                    <a:pt x="262153" y="74496"/>
                  </a:cubicBezTo>
                  <a:cubicBezTo>
                    <a:pt x="273031" y="77216"/>
                    <a:pt x="283910" y="82655"/>
                    <a:pt x="294789" y="85375"/>
                  </a:cubicBezTo>
                  <a:cubicBezTo>
                    <a:pt x="308387" y="90814"/>
                    <a:pt x="319265" y="96253"/>
                    <a:pt x="327424" y="104412"/>
                  </a:cubicBezTo>
                  <a:cubicBezTo>
                    <a:pt x="327424" y="90814"/>
                    <a:pt x="327424" y="79936"/>
                    <a:pt x="332864" y="74496"/>
                  </a:cubicBezTo>
                  <a:cubicBezTo>
                    <a:pt x="335583" y="71776"/>
                    <a:pt x="335583" y="69057"/>
                    <a:pt x="338303" y="63618"/>
                  </a:cubicBezTo>
                  <a:cubicBezTo>
                    <a:pt x="341023" y="60898"/>
                    <a:pt x="346462" y="58178"/>
                    <a:pt x="349182" y="58178"/>
                  </a:cubicBezTo>
                  <a:cubicBezTo>
                    <a:pt x="351901" y="58178"/>
                    <a:pt x="357341" y="60898"/>
                    <a:pt x="357341" y="63618"/>
                  </a:cubicBezTo>
                  <a:cubicBezTo>
                    <a:pt x="360060" y="69057"/>
                    <a:pt x="365500" y="77216"/>
                    <a:pt x="365500" y="82655"/>
                  </a:cubicBezTo>
                  <a:cubicBezTo>
                    <a:pt x="365500" y="90814"/>
                    <a:pt x="368219" y="123450"/>
                    <a:pt x="368219" y="142488"/>
                  </a:cubicBezTo>
                  <a:cubicBezTo>
                    <a:pt x="368219" y="158806"/>
                    <a:pt x="368219" y="177843"/>
                    <a:pt x="368219" y="188722"/>
                  </a:cubicBezTo>
                  <a:cubicBezTo>
                    <a:pt x="368219" y="213199"/>
                    <a:pt x="370939" y="224077"/>
                    <a:pt x="370939" y="245834"/>
                  </a:cubicBezTo>
                  <a:cubicBezTo>
                    <a:pt x="370939" y="256713"/>
                    <a:pt x="370939" y="286629"/>
                    <a:pt x="354621" y="286629"/>
                  </a:cubicBezTo>
                  <a:cubicBezTo>
                    <a:pt x="346462" y="286629"/>
                    <a:pt x="343742" y="283910"/>
                    <a:pt x="338303" y="281190"/>
                  </a:cubicBezTo>
                  <a:cubicBezTo>
                    <a:pt x="332864" y="278470"/>
                    <a:pt x="330144" y="270311"/>
                    <a:pt x="330144" y="264872"/>
                  </a:cubicBezTo>
                  <a:cubicBezTo>
                    <a:pt x="327424" y="256713"/>
                    <a:pt x="327424" y="251274"/>
                    <a:pt x="327424" y="248554"/>
                  </a:cubicBezTo>
                  <a:cubicBezTo>
                    <a:pt x="327424" y="240395"/>
                    <a:pt x="330144" y="234956"/>
                    <a:pt x="330144" y="221357"/>
                  </a:cubicBezTo>
                  <a:cubicBezTo>
                    <a:pt x="330144" y="213199"/>
                    <a:pt x="330144" y="202320"/>
                    <a:pt x="330144" y="188722"/>
                  </a:cubicBezTo>
                  <a:cubicBezTo>
                    <a:pt x="330144" y="180563"/>
                    <a:pt x="327424" y="172404"/>
                    <a:pt x="327424" y="164245"/>
                  </a:cubicBezTo>
                  <a:cubicBezTo>
                    <a:pt x="324705" y="153366"/>
                    <a:pt x="319265" y="142488"/>
                    <a:pt x="311107" y="134329"/>
                  </a:cubicBezTo>
                  <a:cubicBezTo>
                    <a:pt x="302948" y="126170"/>
                    <a:pt x="294789" y="120730"/>
                    <a:pt x="283910" y="118011"/>
                  </a:cubicBezTo>
                  <a:cubicBezTo>
                    <a:pt x="275751" y="115291"/>
                    <a:pt x="262153" y="112571"/>
                    <a:pt x="251274" y="112571"/>
                  </a:cubicBezTo>
                  <a:cubicBezTo>
                    <a:pt x="237676" y="112571"/>
                    <a:pt x="224077" y="115291"/>
                    <a:pt x="215918" y="123450"/>
                  </a:cubicBezTo>
                  <a:cubicBezTo>
                    <a:pt x="207759" y="128889"/>
                    <a:pt x="205040" y="139768"/>
                    <a:pt x="202320" y="147927"/>
                  </a:cubicBezTo>
                  <a:cubicBezTo>
                    <a:pt x="196881" y="158806"/>
                    <a:pt x="191442" y="166964"/>
                    <a:pt x="188722" y="180563"/>
                  </a:cubicBezTo>
                  <a:cubicBezTo>
                    <a:pt x="186002" y="191441"/>
                    <a:pt x="183283" y="199600"/>
                    <a:pt x="183283" y="210479"/>
                  </a:cubicBezTo>
                  <a:cubicBezTo>
                    <a:pt x="183283" y="215918"/>
                    <a:pt x="186002" y="221357"/>
                    <a:pt x="188722" y="226797"/>
                  </a:cubicBezTo>
                  <a:cubicBezTo>
                    <a:pt x="191442" y="234956"/>
                    <a:pt x="188722" y="243115"/>
                    <a:pt x="188722" y="248554"/>
                  </a:cubicBezTo>
                  <a:cubicBezTo>
                    <a:pt x="191442" y="259433"/>
                    <a:pt x="202320" y="264872"/>
                    <a:pt x="210479" y="273031"/>
                  </a:cubicBezTo>
                  <a:cubicBezTo>
                    <a:pt x="218638" y="281190"/>
                    <a:pt x="221358" y="292069"/>
                    <a:pt x="226797" y="300228"/>
                  </a:cubicBezTo>
                  <a:cubicBezTo>
                    <a:pt x="234956" y="311106"/>
                    <a:pt x="245835" y="321985"/>
                    <a:pt x="256713" y="332864"/>
                  </a:cubicBezTo>
                  <a:cubicBezTo>
                    <a:pt x="259433" y="338303"/>
                    <a:pt x="267592" y="343742"/>
                    <a:pt x="275751" y="351901"/>
                  </a:cubicBezTo>
                  <a:cubicBezTo>
                    <a:pt x="292069" y="368219"/>
                    <a:pt x="311107" y="384537"/>
                    <a:pt x="324705" y="400855"/>
                  </a:cubicBezTo>
                  <a:cubicBezTo>
                    <a:pt x="332864" y="409014"/>
                    <a:pt x="335583" y="419892"/>
                    <a:pt x="343742" y="428051"/>
                  </a:cubicBezTo>
                  <a:cubicBezTo>
                    <a:pt x="346462" y="430771"/>
                    <a:pt x="349182" y="430771"/>
                    <a:pt x="351901" y="433491"/>
                  </a:cubicBezTo>
                  <a:cubicBezTo>
                    <a:pt x="354621" y="436210"/>
                    <a:pt x="357341" y="441650"/>
                    <a:pt x="360060" y="447089"/>
                  </a:cubicBezTo>
                  <a:cubicBezTo>
                    <a:pt x="368219" y="455248"/>
                    <a:pt x="376378" y="463407"/>
                    <a:pt x="384537" y="474286"/>
                  </a:cubicBezTo>
                  <a:cubicBezTo>
                    <a:pt x="389977" y="482445"/>
                    <a:pt x="392696" y="496043"/>
                    <a:pt x="395416" y="506921"/>
                  </a:cubicBezTo>
                  <a:cubicBezTo>
                    <a:pt x="400855" y="517800"/>
                    <a:pt x="400855" y="528679"/>
                    <a:pt x="406295" y="536838"/>
                  </a:cubicBezTo>
                  <a:cubicBezTo>
                    <a:pt x="409014" y="539557"/>
                    <a:pt x="409014" y="544997"/>
                    <a:pt x="409014" y="547716"/>
                  </a:cubicBezTo>
                  <a:cubicBezTo>
                    <a:pt x="409014" y="555875"/>
                    <a:pt x="406295" y="561314"/>
                    <a:pt x="406295" y="569473"/>
                  </a:cubicBezTo>
                  <a:cubicBezTo>
                    <a:pt x="406295" y="574913"/>
                    <a:pt x="403575" y="577632"/>
                    <a:pt x="403575" y="583072"/>
                  </a:cubicBezTo>
                  <a:lnTo>
                    <a:pt x="403575" y="583072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9AE53901-D870-4D3D-ABDA-84C6C826D55A}"/>
                </a:ext>
              </a:extLst>
            </p:cNvPr>
            <p:cNvSpPr/>
            <p:nvPr/>
          </p:nvSpPr>
          <p:spPr>
            <a:xfrm>
              <a:off x="2456032" y="4192158"/>
              <a:ext cx="571128" cy="761503"/>
            </a:xfrm>
            <a:custGeom>
              <a:avLst/>
              <a:gdLst>
                <a:gd name="connsiteX0" fmla="*/ 512361 w 571128"/>
                <a:gd name="connsiteY0" fmla="*/ 79936 h 761503"/>
                <a:gd name="connsiteX1" fmla="*/ 539558 w 571128"/>
                <a:gd name="connsiteY1" fmla="*/ 96253 h 761503"/>
                <a:gd name="connsiteX2" fmla="*/ 534118 w 571128"/>
                <a:gd name="connsiteY2" fmla="*/ 112571 h 761503"/>
                <a:gd name="connsiteX3" fmla="*/ 523240 w 571128"/>
                <a:gd name="connsiteY3" fmla="*/ 120730 h 761503"/>
                <a:gd name="connsiteX4" fmla="*/ 506922 w 571128"/>
                <a:gd name="connsiteY4" fmla="*/ 123450 h 761503"/>
                <a:gd name="connsiteX5" fmla="*/ 477006 w 571128"/>
                <a:gd name="connsiteY5" fmla="*/ 123450 h 761503"/>
                <a:gd name="connsiteX6" fmla="*/ 479725 w 571128"/>
                <a:gd name="connsiteY6" fmla="*/ 145207 h 761503"/>
                <a:gd name="connsiteX7" fmla="*/ 477006 w 571128"/>
                <a:gd name="connsiteY7" fmla="*/ 180563 h 761503"/>
                <a:gd name="connsiteX8" fmla="*/ 482445 w 571128"/>
                <a:gd name="connsiteY8" fmla="*/ 232236 h 761503"/>
                <a:gd name="connsiteX9" fmla="*/ 485165 w 571128"/>
                <a:gd name="connsiteY9" fmla="*/ 283910 h 761503"/>
                <a:gd name="connsiteX10" fmla="*/ 485165 w 571128"/>
                <a:gd name="connsiteY10" fmla="*/ 327424 h 761503"/>
                <a:gd name="connsiteX11" fmla="*/ 487884 w 571128"/>
                <a:gd name="connsiteY11" fmla="*/ 373658 h 761503"/>
                <a:gd name="connsiteX12" fmla="*/ 485165 w 571128"/>
                <a:gd name="connsiteY12" fmla="*/ 419892 h 761503"/>
                <a:gd name="connsiteX13" fmla="*/ 485165 w 571128"/>
                <a:gd name="connsiteY13" fmla="*/ 463407 h 761503"/>
                <a:gd name="connsiteX14" fmla="*/ 482445 w 571128"/>
                <a:gd name="connsiteY14" fmla="*/ 515080 h 761503"/>
                <a:gd name="connsiteX15" fmla="*/ 482445 w 571128"/>
                <a:gd name="connsiteY15" fmla="*/ 558595 h 761503"/>
                <a:gd name="connsiteX16" fmla="*/ 479725 w 571128"/>
                <a:gd name="connsiteY16" fmla="*/ 602109 h 761503"/>
                <a:gd name="connsiteX17" fmla="*/ 485165 w 571128"/>
                <a:gd name="connsiteY17" fmla="*/ 648343 h 761503"/>
                <a:gd name="connsiteX18" fmla="*/ 474286 w 571128"/>
                <a:gd name="connsiteY18" fmla="*/ 675540 h 761503"/>
                <a:gd name="connsiteX19" fmla="*/ 428052 w 571128"/>
                <a:gd name="connsiteY19" fmla="*/ 691858 h 761503"/>
                <a:gd name="connsiteX20" fmla="*/ 387257 w 571128"/>
                <a:gd name="connsiteY20" fmla="*/ 683699 h 761503"/>
                <a:gd name="connsiteX21" fmla="*/ 351901 w 571128"/>
                <a:gd name="connsiteY21" fmla="*/ 664661 h 761503"/>
                <a:gd name="connsiteX22" fmla="*/ 305667 w 571128"/>
                <a:gd name="connsiteY22" fmla="*/ 596670 h 761503"/>
                <a:gd name="connsiteX23" fmla="*/ 270312 w 571128"/>
                <a:gd name="connsiteY23" fmla="*/ 509641 h 761503"/>
                <a:gd name="connsiteX24" fmla="*/ 251274 w 571128"/>
                <a:gd name="connsiteY24" fmla="*/ 460687 h 761503"/>
                <a:gd name="connsiteX25" fmla="*/ 224077 w 571128"/>
                <a:gd name="connsiteY25" fmla="*/ 381817 h 761503"/>
                <a:gd name="connsiteX26" fmla="*/ 207759 w 571128"/>
                <a:gd name="connsiteY26" fmla="*/ 330144 h 761503"/>
                <a:gd name="connsiteX27" fmla="*/ 191442 w 571128"/>
                <a:gd name="connsiteY27" fmla="*/ 286629 h 761503"/>
                <a:gd name="connsiteX28" fmla="*/ 183283 w 571128"/>
                <a:gd name="connsiteY28" fmla="*/ 278470 h 761503"/>
                <a:gd name="connsiteX29" fmla="*/ 180563 w 571128"/>
                <a:gd name="connsiteY29" fmla="*/ 292069 h 761503"/>
                <a:gd name="connsiteX30" fmla="*/ 180563 w 571128"/>
                <a:gd name="connsiteY30" fmla="*/ 305667 h 761503"/>
                <a:gd name="connsiteX31" fmla="*/ 183283 w 571128"/>
                <a:gd name="connsiteY31" fmla="*/ 354621 h 761503"/>
                <a:gd name="connsiteX32" fmla="*/ 188722 w 571128"/>
                <a:gd name="connsiteY32" fmla="*/ 449809 h 761503"/>
                <a:gd name="connsiteX33" fmla="*/ 188722 w 571128"/>
                <a:gd name="connsiteY33" fmla="*/ 479725 h 761503"/>
                <a:gd name="connsiteX34" fmla="*/ 188722 w 571128"/>
                <a:gd name="connsiteY34" fmla="*/ 542277 h 761503"/>
                <a:gd name="connsiteX35" fmla="*/ 186002 w 571128"/>
                <a:gd name="connsiteY35" fmla="*/ 615708 h 761503"/>
                <a:gd name="connsiteX36" fmla="*/ 186002 w 571128"/>
                <a:gd name="connsiteY36" fmla="*/ 637465 h 761503"/>
                <a:gd name="connsiteX37" fmla="*/ 183283 w 571128"/>
                <a:gd name="connsiteY37" fmla="*/ 664661 h 761503"/>
                <a:gd name="connsiteX38" fmla="*/ 226797 w 571128"/>
                <a:gd name="connsiteY38" fmla="*/ 664661 h 761503"/>
                <a:gd name="connsiteX39" fmla="*/ 253994 w 571128"/>
                <a:gd name="connsiteY39" fmla="*/ 680979 h 761503"/>
                <a:gd name="connsiteX40" fmla="*/ 248554 w 571128"/>
                <a:gd name="connsiteY40" fmla="*/ 697297 h 761503"/>
                <a:gd name="connsiteX41" fmla="*/ 234956 w 571128"/>
                <a:gd name="connsiteY41" fmla="*/ 705456 h 761503"/>
                <a:gd name="connsiteX42" fmla="*/ 218638 w 571128"/>
                <a:gd name="connsiteY42" fmla="*/ 708176 h 761503"/>
                <a:gd name="connsiteX43" fmla="*/ 183283 w 571128"/>
                <a:gd name="connsiteY43" fmla="*/ 708176 h 761503"/>
                <a:gd name="connsiteX44" fmla="*/ 150647 w 571128"/>
                <a:gd name="connsiteY44" fmla="*/ 708176 h 761503"/>
                <a:gd name="connsiteX45" fmla="*/ 107132 w 571128"/>
                <a:gd name="connsiteY45" fmla="*/ 708176 h 761503"/>
                <a:gd name="connsiteX46" fmla="*/ 88094 w 571128"/>
                <a:gd name="connsiteY46" fmla="*/ 708176 h 761503"/>
                <a:gd name="connsiteX47" fmla="*/ 69057 w 571128"/>
                <a:gd name="connsiteY47" fmla="*/ 702737 h 761503"/>
                <a:gd name="connsiteX48" fmla="*/ 58178 w 571128"/>
                <a:gd name="connsiteY48" fmla="*/ 686419 h 761503"/>
                <a:gd name="connsiteX49" fmla="*/ 60898 w 571128"/>
                <a:gd name="connsiteY49" fmla="*/ 678260 h 761503"/>
                <a:gd name="connsiteX50" fmla="*/ 77216 w 571128"/>
                <a:gd name="connsiteY50" fmla="*/ 670101 h 761503"/>
                <a:gd name="connsiteX51" fmla="*/ 120730 w 571128"/>
                <a:gd name="connsiteY51" fmla="*/ 664661 h 761503"/>
                <a:gd name="connsiteX52" fmla="*/ 131609 w 571128"/>
                <a:gd name="connsiteY52" fmla="*/ 664661 h 761503"/>
                <a:gd name="connsiteX53" fmla="*/ 134329 w 571128"/>
                <a:gd name="connsiteY53" fmla="*/ 539557 h 761503"/>
                <a:gd name="connsiteX54" fmla="*/ 134329 w 571128"/>
                <a:gd name="connsiteY54" fmla="*/ 504202 h 761503"/>
                <a:gd name="connsiteX55" fmla="*/ 131609 w 571128"/>
                <a:gd name="connsiteY55" fmla="*/ 376378 h 761503"/>
                <a:gd name="connsiteX56" fmla="*/ 131609 w 571128"/>
                <a:gd name="connsiteY56" fmla="*/ 302947 h 761503"/>
                <a:gd name="connsiteX57" fmla="*/ 134329 w 571128"/>
                <a:gd name="connsiteY57" fmla="*/ 221357 h 761503"/>
                <a:gd name="connsiteX58" fmla="*/ 137048 w 571128"/>
                <a:gd name="connsiteY58" fmla="*/ 123450 h 761503"/>
                <a:gd name="connsiteX59" fmla="*/ 107132 w 571128"/>
                <a:gd name="connsiteY59" fmla="*/ 123450 h 761503"/>
                <a:gd name="connsiteX60" fmla="*/ 88094 w 571128"/>
                <a:gd name="connsiteY60" fmla="*/ 123450 h 761503"/>
                <a:gd name="connsiteX61" fmla="*/ 69057 w 571128"/>
                <a:gd name="connsiteY61" fmla="*/ 118011 h 761503"/>
                <a:gd name="connsiteX62" fmla="*/ 58178 w 571128"/>
                <a:gd name="connsiteY62" fmla="*/ 101693 h 761503"/>
                <a:gd name="connsiteX63" fmla="*/ 60898 w 571128"/>
                <a:gd name="connsiteY63" fmla="*/ 93534 h 761503"/>
                <a:gd name="connsiteX64" fmla="*/ 77216 w 571128"/>
                <a:gd name="connsiteY64" fmla="*/ 85375 h 761503"/>
                <a:gd name="connsiteX65" fmla="*/ 131609 w 571128"/>
                <a:gd name="connsiteY65" fmla="*/ 79936 h 761503"/>
                <a:gd name="connsiteX66" fmla="*/ 161525 w 571128"/>
                <a:gd name="connsiteY66" fmla="*/ 79936 h 761503"/>
                <a:gd name="connsiteX67" fmla="*/ 177843 w 571128"/>
                <a:gd name="connsiteY67" fmla="*/ 66337 h 761503"/>
                <a:gd name="connsiteX68" fmla="*/ 202320 w 571128"/>
                <a:gd name="connsiteY68" fmla="*/ 58178 h 761503"/>
                <a:gd name="connsiteX69" fmla="*/ 234956 w 571128"/>
                <a:gd name="connsiteY69" fmla="*/ 77216 h 761503"/>
                <a:gd name="connsiteX70" fmla="*/ 251274 w 571128"/>
                <a:gd name="connsiteY70" fmla="*/ 107132 h 761503"/>
                <a:gd name="connsiteX71" fmla="*/ 267592 w 571128"/>
                <a:gd name="connsiteY71" fmla="*/ 147927 h 761503"/>
                <a:gd name="connsiteX72" fmla="*/ 281190 w 571128"/>
                <a:gd name="connsiteY72" fmla="*/ 183282 h 761503"/>
                <a:gd name="connsiteX73" fmla="*/ 297508 w 571128"/>
                <a:gd name="connsiteY73" fmla="*/ 224077 h 761503"/>
                <a:gd name="connsiteX74" fmla="*/ 308387 w 571128"/>
                <a:gd name="connsiteY74" fmla="*/ 264872 h 761503"/>
                <a:gd name="connsiteX75" fmla="*/ 319265 w 571128"/>
                <a:gd name="connsiteY75" fmla="*/ 300228 h 761503"/>
                <a:gd name="connsiteX76" fmla="*/ 351901 w 571128"/>
                <a:gd name="connsiteY76" fmla="*/ 379098 h 761503"/>
                <a:gd name="connsiteX77" fmla="*/ 365500 w 571128"/>
                <a:gd name="connsiteY77" fmla="*/ 417173 h 761503"/>
                <a:gd name="connsiteX78" fmla="*/ 379098 w 571128"/>
                <a:gd name="connsiteY78" fmla="*/ 457968 h 761503"/>
                <a:gd name="connsiteX79" fmla="*/ 395416 w 571128"/>
                <a:gd name="connsiteY79" fmla="*/ 496043 h 761503"/>
                <a:gd name="connsiteX80" fmla="*/ 406295 w 571128"/>
                <a:gd name="connsiteY80" fmla="*/ 512361 h 761503"/>
                <a:gd name="connsiteX81" fmla="*/ 411734 w 571128"/>
                <a:gd name="connsiteY81" fmla="*/ 531398 h 761503"/>
                <a:gd name="connsiteX82" fmla="*/ 419893 w 571128"/>
                <a:gd name="connsiteY82" fmla="*/ 558595 h 761503"/>
                <a:gd name="connsiteX83" fmla="*/ 425332 w 571128"/>
                <a:gd name="connsiteY83" fmla="*/ 564034 h 761503"/>
                <a:gd name="connsiteX84" fmla="*/ 430771 w 571128"/>
                <a:gd name="connsiteY84" fmla="*/ 558595 h 761503"/>
                <a:gd name="connsiteX85" fmla="*/ 430771 w 571128"/>
                <a:gd name="connsiteY85" fmla="*/ 550436 h 761503"/>
                <a:gd name="connsiteX86" fmla="*/ 430771 w 571128"/>
                <a:gd name="connsiteY86" fmla="*/ 501482 h 761503"/>
                <a:gd name="connsiteX87" fmla="*/ 430771 w 571128"/>
                <a:gd name="connsiteY87" fmla="*/ 403575 h 761503"/>
                <a:gd name="connsiteX88" fmla="*/ 425332 w 571128"/>
                <a:gd name="connsiteY88" fmla="*/ 313826 h 761503"/>
                <a:gd name="connsiteX89" fmla="*/ 425332 w 571128"/>
                <a:gd name="connsiteY89" fmla="*/ 248554 h 761503"/>
                <a:gd name="connsiteX90" fmla="*/ 425332 w 571128"/>
                <a:gd name="connsiteY90" fmla="*/ 210479 h 761503"/>
                <a:gd name="connsiteX91" fmla="*/ 422613 w 571128"/>
                <a:gd name="connsiteY91" fmla="*/ 153366 h 761503"/>
                <a:gd name="connsiteX92" fmla="*/ 425332 w 571128"/>
                <a:gd name="connsiteY92" fmla="*/ 123450 h 761503"/>
                <a:gd name="connsiteX93" fmla="*/ 398136 w 571128"/>
                <a:gd name="connsiteY93" fmla="*/ 123450 h 761503"/>
                <a:gd name="connsiteX94" fmla="*/ 379098 w 571128"/>
                <a:gd name="connsiteY94" fmla="*/ 123450 h 761503"/>
                <a:gd name="connsiteX95" fmla="*/ 360060 w 571128"/>
                <a:gd name="connsiteY95" fmla="*/ 118011 h 761503"/>
                <a:gd name="connsiteX96" fmla="*/ 349182 w 571128"/>
                <a:gd name="connsiteY96" fmla="*/ 101693 h 761503"/>
                <a:gd name="connsiteX97" fmla="*/ 351901 w 571128"/>
                <a:gd name="connsiteY97" fmla="*/ 93534 h 761503"/>
                <a:gd name="connsiteX98" fmla="*/ 368219 w 571128"/>
                <a:gd name="connsiteY98" fmla="*/ 85375 h 761503"/>
                <a:gd name="connsiteX99" fmla="*/ 422613 w 571128"/>
                <a:gd name="connsiteY99" fmla="*/ 79936 h 761503"/>
                <a:gd name="connsiteX100" fmla="*/ 444370 w 571128"/>
                <a:gd name="connsiteY100" fmla="*/ 79936 h 761503"/>
                <a:gd name="connsiteX101" fmla="*/ 463407 w 571128"/>
                <a:gd name="connsiteY101" fmla="*/ 71776 h 761503"/>
                <a:gd name="connsiteX102" fmla="*/ 477006 w 571128"/>
                <a:gd name="connsiteY102" fmla="*/ 79936 h 761503"/>
                <a:gd name="connsiteX103" fmla="*/ 512361 w 571128"/>
                <a:gd name="connsiteY103" fmla="*/ 79936 h 761503"/>
                <a:gd name="connsiteX104" fmla="*/ 512361 w 571128"/>
                <a:gd name="connsiteY104" fmla="*/ 79936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571128" h="761503">
                  <a:moveTo>
                    <a:pt x="512361" y="79936"/>
                  </a:moveTo>
                  <a:cubicBezTo>
                    <a:pt x="520520" y="79936"/>
                    <a:pt x="539558" y="79936"/>
                    <a:pt x="539558" y="96253"/>
                  </a:cubicBezTo>
                  <a:cubicBezTo>
                    <a:pt x="539558" y="104412"/>
                    <a:pt x="539558" y="107132"/>
                    <a:pt x="534118" y="112571"/>
                  </a:cubicBezTo>
                  <a:cubicBezTo>
                    <a:pt x="531399" y="118011"/>
                    <a:pt x="525960" y="120730"/>
                    <a:pt x="523240" y="120730"/>
                  </a:cubicBezTo>
                  <a:cubicBezTo>
                    <a:pt x="515081" y="123450"/>
                    <a:pt x="512361" y="123450"/>
                    <a:pt x="506922" y="123450"/>
                  </a:cubicBezTo>
                  <a:cubicBezTo>
                    <a:pt x="504202" y="123450"/>
                    <a:pt x="490604" y="123450"/>
                    <a:pt x="477006" y="123450"/>
                  </a:cubicBezTo>
                  <a:cubicBezTo>
                    <a:pt x="477006" y="131609"/>
                    <a:pt x="479725" y="137048"/>
                    <a:pt x="479725" y="145207"/>
                  </a:cubicBezTo>
                  <a:cubicBezTo>
                    <a:pt x="479725" y="156086"/>
                    <a:pt x="477006" y="166964"/>
                    <a:pt x="477006" y="180563"/>
                  </a:cubicBezTo>
                  <a:cubicBezTo>
                    <a:pt x="477006" y="196881"/>
                    <a:pt x="479725" y="215918"/>
                    <a:pt x="482445" y="232236"/>
                  </a:cubicBezTo>
                  <a:cubicBezTo>
                    <a:pt x="485165" y="248554"/>
                    <a:pt x="485165" y="267592"/>
                    <a:pt x="485165" y="283910"/>
                  </a:cubicBezTo>
                  <a:cubicBezTo>
                    <a:pt x="485165" y="297508"/>
                    <a:pt x="485165" y="313826"/>
                    <a:pt x="485165" y="327424"/>
                  </a:cubicBezTo>
                  <a:cubicBezTo>
                    <a:pt x="485165" y="343742"/>
                    <a:pt x="487884" y="357340"/>
                    <a:pt x="487884" y="373658"/>
                  </a:cubicBezTo>
                  <a:cubicBezTo>
                    <a:pt x="487884" y="389976"/>
                    <a:pt x="485165" y="403575"/>
                    <a:pt x="485165" y="419892"/>
                  </a:cubicBezTo>
                  <a:cubicBezTo>
                    <a:pt x="485165" y="436210"/>
                    <a:pt x="485165" y="449809"/>
                    <a:pt x="485165" y="463407"/>
                  </a:cubicBezTo>
                  <a:cubicBezTo>
                    <a:pt x="485165" y="479725"/>
                    <a:pt x="485165" y="498762"/>
                    <a:pt x="482445" y="515080"/>
                  </a:cubicBezTo>
                  <a:cubicBezTo>
                    <a:pt x="482445" y="528679"/>
                    <a:pt x="482445" y="542277"/>
                    <a:pt x="482445" y="558595"/>
                  </a:cubicBezTo>
                  <a:cubicBezTo>
                    <a:pt x="482445" y="572193"/>
                    <a:pt x="479725" y="588511"/>
                    <a:pt x="479725" y="602109"/>
                  </a:cubicBezTo>
                  <a:cubicBezTo>
                    <a:pt x="479725" y="615708"/>
                    <a:pt x="485165" y="632026"/>
                    <a:pt x="485165" y="648343"/>
                  </a:cubicBezTo>
                  <a:cubicBezTo>
                    <a:pt x="485165" y="659222"/>
                    <a:pt x="482445" y="670101"/>
                    <a:pt x="474286" y="675540"/>
                  </a:cubicBezTo>
                  <a:cubicBezTo>
                    <a:pt x="460688" y="686419"/>
                    <a:pt x="444370" y="691858"/>
                    <a:pt x="428052" y="691858"/>
                  </a:cubicBezTo>
                  <a:cubicBezTo>
                    <a:pt x="414454" y="691858"/>
                    <a:pt x="400855" y="689138"/>
                    <a:pt x="387257" y="683699"/>
                  </a:cubicBezTo>
                  <a:cubicBezTo>
                    <a:pt x="373659" y="678260"/>
                    <a:pt x="360060" y="672820"/>
                    <a:pt x="351901" y="664661"/>
                  </a:cubicBezTo>
                  <a:cubicBezTo>
                    <a:pt x="330144" y="645624"/>
                    <a:pt x="316546" y="621147"/>
                    <a:pt x="305667" y="596670"/>
                  </a:cubicBezTo>
                  <a:cubicBezTo>
                    <a:pt x="292069" y="569473"/>
                    <a:pt x="281190" y="539557"/>
                    <a:pt x="270312" y="509641"/>
                  </a:cubicBezTo>
                  <a:cubicBezTo>
                    <a:pt x="264872" y="493323"/>
                    <a:pt x="256713" y="477005"/>
                    <a:pt x="251274" y="460687"/>
                  </a:cubicBezTo>
                  <a:cubicBezTo>
                    <a:pt x="240395" y="433491"/>
                    <a:pt x="232236" y="409014"/>
                    <a:pt x="224077" y="381817"/>
                  </a:cubicBezTo>
                  <a:cubicBezTo>
                    <a:pt x="218638" y="365499"/>
                    <a:pt x="213199" y="346462"/>
                    <a:pt x="207759" y="330144"/>
                  </a:cubicBezTo>
                  <a:cubicBezTo>
                    <a:pt x="202320" y="316545"/>
                    <a:pt x="196881" y="300228"/>
                    <a:pt x="191442" y="286629"/>
                  </a:cubicBezTo>
                  <a:cubicBezTo>
                    <a:pt x="188722" y="281190"/>
                    <a:pt x="186002" y="278470"/>
                    <a:pt x="183283" y="278470"/>
                  </a:cubicBezTo>
                  <a:cubicBezTo>
                    <a:pt x="180563" y="278470"/>
                    <a:pt x="180563" y="286629"/>
                    <a:pt x="180563" y="292069"/>
                  </a:cubicBezTo>
                  <a:cubicBezTo>
                    <a:pt x="180563" y="297508"/>
                    <a:pt x="180563" y="302947"/>
                    <a:pt x="180563" y="305667"/>
                  </a:cubicBezTo>
                  <a:cubicBezTo>
                    <a:pt x="180563" y="321985"/>
                    <a:pt x="183283" y="338303"/>
                    <a:pt x="183283" y="354621"/>
                  </a:cubicBezTo>
                  <a:cubicBezTo>
                    <a:pt x="183283" y="387257"/>
                    <a:pt x="186002" y="417173"/>
                    <a:pt x="188722" y="449809"/>
                  </a:cubicBezTo>
                  <a:cubicBezTo>
                    <a:pt x="188722" y="460687"/>
                    <a:pt x="188722" y="468846"/>
                    <a:pt x="188722" y="479725"/>
                  </a:cubicBezTo>
                  <a:cubicBezTo>
                    <a:pt x="188722" y="501482"/>
                    <a:pt x="188722" y="523239"/>
                    <a:pt x="188722" y="542277"/>
                  </a:cubicBezTo>
                  <a:cubicBezTo>
                    <a:pt x="188722" y="566754"/>
                    <a:pt x="186002" y="591231"/>
                    <a:pt x="186002" y="615708"/>
                  </a:cubicBezTo>
                  <a:cubicBezTo>
                    <a:pt x="186002" y="623867"/>
                    <a:pt x="186002" y="632026"/>
                    <a:pt x="186002" y="637465"/>
                  </a:cubicBezTo>
                  <a:cubicBezTo>
                    <a:pt x="186002" y="645624"/>
                    <a:pt x="183283" y="656502"/>
                    <a:pt x="183283" y="664661"/>
                  </a:cubicBezTo>
                  <a:cubicBezTo>
                    <a:pt x="202320" y="664661"/>
                    <a:pt x="218638" y="664661"/>
                    <a:pt x="226797" y="664661"/>
                  </a:cubicBezTo>
                  <a:cubicBezTo>
                    <a:pt x="234956" y="664661"/>
                    <a:pt x="253994" y="664661"/>
                    <a:pt x="253994" y="680979"/>
                  </a:cubicBezTo>
                  <a:cubicBezTo>
                    <a:pt x="253994" y="689138"/>
                    <a:pt x="253994" y="691858"/>
                    <a:pt x="248554" y="697297"/>
                  </a:cubicBezTo>
                  <a:cubicBezTo>
                    <a:pt x="245835" y="702737"/>
                    <a:pt x="240395" y="705456"/>
                    <a:pt x="234956" y="705456"/>
                  </a:cubicBezTo>
                  <a:cubicBezTo>
                    <a:pt x="226797" y="708176"/>
                    <a:pt x="224077" y="708176"/>
                    <a:pt x="218638" y="708176"/>
                  </a:cubicBezTo>
                  <a:cubicBezTo>
                    <a:pt x="215918" y="708176"/>
                    <a:pt x="199600" y="708176"/>
                    <a:pt x="183283" y="708176"/>
                  </a:cubicBezTo>
                  <a:cubicBezTo>
                    <a:pt x="166965" y="708176"/>
                    <a:pt x="153366" y="708176"/>
                    <a:pt x="150647" y="708176"/>
                  </a:cubicBezTo>
                  <a:cubicBezTo>
                    <a:pt x="139768" y="708176"/>
                    <a:pt x="120730" y="708176"/>
                    <a:pt x="107132" y="708176"/>
                  </a:cubicBezTo>
                  <a:cubicBezTo>
                    <a:pt x="101693" y="708176"/>
                    <a:pt x="96253" y="708176"/>
                    <a:pt x="88094" y="708176"/>
                  </a:cubicBezTo>
                  <a:cubicBezTo>
                    <a:pt x="82655" y="708176"/>
                    <a:pt x="74496" y="708176"/>
                    <a:pt x="69057" y="702737"/>
                  </a:cubicBezTo>
                  <a:cubicBezTo>
                    <a:pt x="63618" y="700017"/>
                    <a:pt x="58178" y="691858"/>
                    <a:pt x="58178" y="686419"/>
                  </a:cubicBezTo>
                  <a:cubicBezTo>
                    <a:pt x="58178" y="683699"/>
                    <a:pt x="58178" y="680979"/>
                    <a:pt x="60898" y="678260"/>
                  </a:cubicBezTo>
                  <a:cubicBezTo>
                    <a:pt x="63618" y="675540"/>
                    <a:pt x="71777" y="672820"/>
                    <a:pt x="77216" y="670101"/>
                  </a:cubicBezTo>
                  <a:cubicBezTo>
                    <a:pt x="90814" y="667381"/>
                    <a:pt x="115291" y="664661"/>
                    <a:pt x="120730" y="664661"/>
                  </a:cubicBezTo>
                  <a:cubicBezTo>
                    <a:pt x="123450" y="664661"/>
                    <a:pt x="126170" y="664661"/>
                    <a:pt x="131609" y="664661"/>
                  </a:cubicBezTo>
                  <a:cubicBezTo>
                    <a:pt x="131609" y="623867"/>
                    <a:pt x="134329" y="583072"/>
                    <a:pt x="134329" y="539557"/>
                  </a:cubicBezTo>
                  <a:cubicBezTo>
                    <a:pt x="134329" y="528679"/>
                    <a:pt x="134329" y="515080"/>
                    <a:pt x="134329" y="504202"/>
                  </a:cubicBezTo>
                  <a:cubicBezTo>
                    <a:pt x="131609" y="460687"/>
                    <a:pt x="131609" y="417173"/>
                    <a:pt x="131609" y="376378"/>
                  </a:cubicBezTo>
                  <a:cubicBezTo>
                    <a:pt x="131609" y="351901"/>
                    <a:pt x="131609" y="327424"/>
                    <a:pt x="131609" y="302947"/>
                  </a:cubicBezTo>
                  <a:cubicBezTo>
                    <a:pt x="131609" y="275751"/>
                    <a:pt x="131609" y="248554"/>
                    <a:pt x="134329" y="221357"/>
                  </a:cubicBezTo>
                  <a:cubicBezTo>
                    <a:pt x="134329" y="188722"/>
                    <a:pt x="137048" y="156086"/>
                    <a:pt x="137048" y="123450"/>
                  </a:cubicBezTo>
                  <a:cubicBezTo>
                    <a:pt x="126170" y="123450"/>
                    <a:pt x="115291" y="123450"/>
                    <a:pt x="107132" y="123450"/>
                  </a:cubicBezTo>
                  <a:cubicBezTo>
                    <a:pt x="101693" y="123450"/>
                    <a:pt x="96253" y="123450"/>
                    <a:pt x="88094" y="123450"/>
                  </a:cubicBezTo>
                  <a:cubicBezTo>
                    <a:pt x="82655" y="123450"/>
                    <a:pt x="74496" y="120730"/>
                    <a:pt x="69057" y="118011"/>
                  </a:cubicBezTo>
                  <a:cubicBezTo>
                    <a:pt x="63618" y="115291"/>
                    <a:pt x="58178" y="107132"/>
                    <a:pt x="58178" y="101693"/>
                  </a:cubicBezTo>
                  <a:cubicBezTo>
                    <a:pt x="58178" y="98973"/>
                    <a:pt x="58178" y="96253"/>
                    <a:pt x="60898" y="93534"/>
                  </a:cubicBezTo>
                  <a:cubicBezTo>
                    <a:pt x="63618" y="90814"/>
                    <a:pt x="71777" y="88095"/>
                    <a:pt x="77216" y="85375"/>
                  </a:cubicBezTo>
                  <a:cubicBezTo>
                    <a:pt x="90814" y="82655"/>
                    <a:pt x="126170" y="79936"/>
                    <a:pt x="131609" y="79936"/>
                  </a:cubicBezTo>
                  <a:cubicBezTo>
                    <a:pt x="137048" y="79936"/>
                    <a:pt x="147927" y="79936"/>
                    <a:pt x="161525" y="79936"/>
                  </a:cubicBezTo>
                  <a:cubicBezTo>
                    <a:pt x="166965" y="74496"/>
                    <a:pt x="172404" y="71776"/>
                    <a:pt x="177843" y="66337"/>
                  </a:cubicBezTo>
                  <a:cubicBezTo>
                    <a:pt x="186002" y="60898"/>
                    <a:pt x="194161" y="58178"/>
                    <a:pt x="202320" y="58178"/>
                  </a:cubicBezTo>
                  <a:cubicBezTo>
                    <a:pt x="215918" y="58178"/>
                    <a:pt x="226797" y="63618"/>
                    <a:pt x="234956" y="77216"/>
                  </a:cubicBezTo>
                  <a:cubicBezTo>
                    <a:pt x="240395" y="88095"/>
                    <a:pt x="248554" y="96253"/>
                    <a:pt x="251274" y="107132"/>
                  </a:cubicBezTo>
                  <a:cubicBezTo>
                    <a:pt x="256713" y="120730"/>
                    <a:pt x="259433" y="134329"/>
                    <a:pt x="267592" y="147927"/>
                  </a:cubicBezTo>
                  <a:cubicBezTo>
                    <a:pt x="273031" y="158806"/>
                    <a:pt x="275751" y="172404"/>
                    <a:pt x="281190" y="183282"/>
                  </a:cubicBezTo>
                  <a:cubicBezTo>
                    <a:pt x="286630" y="196881"/>
                    <a:pt x="292069" y="210479"/>
                    <a:pt x="297508" y="224077"/>
                  </a:cubicBezTo>
                  <a:cubicBezTo>
                    <a:pt x="300228" y="237676"/>
                    <a:pt x="305667" y="251274"/>
                    <a:pt x="308387" y="264872"/>
                  </a:cubicBezTo>
                  <a:cubicBezTo>
                    <a:pt x="311107" y="278470"/>
                    <a:pt x="311107" y="289349"/>
                    <a:pt x="319265" y="300228"/>
                  </a:cubicBezTo>
                  <a:cubicBezTo>
                    <a:pt x="332864" y="324704"/>
                    <a:pt x="346462" y="351901"/>
                    <a:pt x="351901" y="379098"/>
                  </a:cubicBezTo>
                  <a:cubicBezTo>
                    <a:pt x="354621" y="392696"/>
                    <a:pt x="360060" y="403575"/>
                    <a:pt x="365500" y="417173"/>
                  </a:cubicBezTo>
                  <a:cubicBezTo>
                    <a:pt x="373659" y="430771"/>
                    <a:pt x="373659" y="444369"/>
                    <a:pt x="379098" y="457968"/>
                  </a:cubicBezTo>
                  <a:cubicBezTo>
                    <a:pt x="381818" y="471566"/>
                    <a:pt x="387257" y="482445"/>
                    <a:pt x="395416" y="496043"/>
                  </a:cubicBezTo>
                  <a:cubicBezTo>
                    <a:pt x="398136" y="501482"/>
                    <a:pt x="403575" y="506921"/>
                    <a:pt x="406295" y="512361"/>
                  </a:cubicBezTo>
                  <a:cubicBezTo>
                    <a:pt x="409014" y="517800"/>
                    <a:pt x="409014" y="525959"/>
                    <a:pt x="411734" y="531398"/>
                  </a:cubicBezTo>
                  <a:cubicBezTo>
                    <a:pt x="414454" y="539557"/>
                    <a:pt x="417173" y="550436"/>
                    <a:pt x="419893" y="558595"/>
                  </a:cubicBezTo>
                  <a:cubicBezTo>
                    <a:pt x="422613" y="561314"/>
                    <a:pt x="422613" y="564034"/>
                    <a:pt x="425332" y="564034"/>
                  </a:cubicBezTo>
                  <a:cubicBezTo>
                    <a:pt x="428052" y="564034"/>
                    <a:pt x="428052" y="561314"/>
                    <a:pt x="430771" y="558595"/>
                  </a:cubicBezTo>
                  <a:cubicBezTo>
                    <a:pt x="430771" y="555875"/>
                    <a:pt x="430771" y="553156"/>
                    <a:pt x="430771" y="550436"/>
                  </a:cubicBezTo>
                  <a:cubicBezTo>
                    <a:pt x="430771" y="534118"/>
                    <a:pt x="430771" y="517800"/>
                    <a:pt x="430771" y="501482"/>
                  </a:cubicBezTo>
                  <a:cubicBezTo>
                    <a:pt x="430771" y="468846"/>
                    <a:pt x="433491" y="436210"/>
                    <a:pt x="430771" y="403575"/>
                  </a:cubicBezTo>
                  <a:cubicBezTo>
                    <a:pt x="430771" y="373658"/>
                    <a:pt x="425332" y="343742"/>
                    <a:pt x="425332" y="313826"/>
                  </a:cubicBezTo>
                  <a:cubicBezTo>
                    <a:pt x="425332" y="292069"/>
                    <a:pt x="425332" y="270311"/>
                    <a:pt x="425332" y="248554"/>
                  </a:cubicBezTo>
                  <a:cubicBezTo>
                    <a:pt x="425332" y="234956"/>
                    <a:pt x="425332" y="224077"/>
                    <a:pt x="425332" y="210479"/>
                  </a:cubicBezTo>
                  <a:cubicBezTo>
                    <a:pt x="425332" y="191441"/>
                    <a:pt x="422613" y="172404"/>
                    <a:pt x="422613" y="153366"/>
                  </a:cubicBezTo>
                  <a:cubicBezTo>
                    <a:pt x="422613" y="142488"/>
                    <a:pt x="422613" y="134329"/>
                    <a:pt x="425332" y="123450"/>
                  </a:cubicBezTo>
                  <a:cubicBezTo>
                    <a:pt x="417173" y="123450"/>
                    <a:pt x="406295" y="123450"/>
                    <a:pt x="398136" y="123450"/>
                  </a:cubicBezTo>
                  <a:cubicBezTo>
                    <a:pt x="392696" y="123450"/>
                    <a:pt x="387257" y="123450"/>
                    <a:pt x="379098" y="123450"/>
                  </a:cubicBezTo>
                  <a:cubicBezTo>
                    <a:pt x="373659" y="123450"/>
                    <a:pt x="365500" y="120730"/>
                    <a:pt x="360060" y="118011"/>
                  </a:cubicBezTo>
                  <a:cubicBezTo>
                    <a:pt x="354621" y="115291"/>
                    <a:pt x="349182" y="107132"/>
                    <a:pt x="349182" y="101693"/>
                  </a:cubicBezTo>
                  <a:cubicBezTo>
                    <a:pt x="349182" y="98973"/>
                    <a:pt x="349182" y="96253"/>
                    <a:pt x="351901" y="93534"/>
                  </a:cubicBezTo>
                  <a:cubicBezTo>
                    <a:pt x="354621" y="90814"/>
                    <a:pt x="362780" y="88095"/>
                    <a:pt x="368219" y="85375"/>
                  </a:cubicBezTo>
                  <a:cubicBezTo>
                    <a:pt x="381818" y="82655"/>
                    <a:pt x="417173" y="79936"/>
                    <a:pt x="422613" y="79936"/>
                  </a:cubicBezTo>
                  <a:cubicBezTo>
                    <a:pt x="428052" y="79936"/>
                    <a:pt x="433491" y="79936"/>
                    <a:pt x="444370" y="79936"/>
                  </a:cubicBezTo>
                  <a:cubicBezTo>
                    <a:pt x="449809" y="74496"/>
                    <a:pt x="455248" y="71776"/>
                    <a:pt x="463407" y="71776"/>
                  </a:cubicBezTo>
                  <a:cubicBezTo>
                    <a:pt x="471566" y="71776"/>
                    <a:pt x="477006" y="74496"/>
                    <a:pt x="477006" y="79936"/>
                  </a:cubicBezTo>
                  <a:cubicBezTo>
                    <a:pt x="490604" y="82655"/>
                    <a:pt x="504202" y="79936"/>
                    <a:pt x="512361" y="79936"/>
                  </a:cubicBezTo>
                  <a:lnTo>
                    <a:pt x="512361" y="79936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7B70687E-1688-4C6E-AD4E-6AF6091422E5}"/>
                </a:ext>
              </a:extLst>
            </p:cNvPr>
            <p:cNvSpPr/>
            <p:nvPr/>
          </p:nvSpPr>
          <p:spPr>
            <a:xfrm>
              <a:off x="2987430" y="4242177"/>
              <a:ext cx="494979" cy="674476"/>
            </a:xfrm>
            <a:custGeom>
              <a:avLst/>
              <a:gdLst>
                <a:gd name="connsiteX0" fmla="*/ 228453 w 494979"/>
                <a:gd name="connsiteY0" fmla="*/ 97907 h 674476"/>
                <a:gd name="connsiteX1" fmla="*/ 212135 w 494979"/>
                <a:gd name="connsiteY1" fmla="*/ 119665 h 674476"/>
                <a:gd name="connsiteX2" fmla="*/ 203976 w 494979"/>
                <a:gd name="connsiteY2" fmla="*/ 152300 h 674476"/>
                <a:gd name="connsiteX3" fmla="*/ 201256 w 494979"/>
                <a:gd name="connsiteY3" fmla="*/ 168618 h 674476"/>
                <a:gd name="connsiteX4" fmla="*/ 198537 w 494979"/>
                <a:gd name="connsiteY4" fmla="*/ 184936 h 674476"/>
                <a:gd name="connsiteX5" fmla="*/ 190378 w 494979"/>
                <a:gd name="connsiteY5" fmla="*/ 220292 h 674476"/>
                <a:gd name="connsiteX6" fmla="*/ 171340 w 494979"/>
                <a:gd name="connsiteY6" fmla="*/ 291003 h 674476"/>
                <a:gd name="connsiteX7" fmla="*/ 163180 w 494979"/>
                <a:gd name="connsiteY7" fmla="*/ 323639 h 674476"/>
                <a:gd name="connsiteX8" fmla="*/ 152302 w 494979"/>
                <a:gd name="connsiteY8" fmla="*/ 361714 h 674476"/>
                <a:gd name="connsiteX9" fmla="*/ 146862 w 494979"/>
                <a:gd name="connsiteY9" fmla="*/ 388910 h 674476"/>
                <a:gd name="connsiteX10" fmla="*/ 152302 w 494979"/>
                <a:gd name="connsiteY10" fmla="*/ 391630 h 674476"/>
                <a:gd name="connsiteX11" fmla="*/ 174060 w 494979"/>
                <a:gd name="connsiteY11" fmla="*/ 391630 h 674476"/>
                <a:gd name="connsiteX12" fmla="*/ 195817 w 494979"/>
                <a:gd name="connsiteY12" fmla="*/ 388910 h 674476"/>
                <a:gd name="connsiteX13" fmla="*/ 214855 w 494979"/>
                <a:gd name="connsiteY13" fmla="*/ 388910 h 674476"/>
                <a:gd name="connsiteX14" fmla="*/ 239332 w 494979"/>
                <a:gd name="connsiteY14" fmla="*/ 388910 h 674476"/>
                <a:gd name="connsiteX15" fmla="*/ 252930 w 494979"/>
                <a:gd name="connsiteY15" fmla="*/ 386191 h 674476"/>
                <a:gd name="connsiteX16" fmla="*/ 261089 w 494979"/>
                <a:gd name="connsiteY16" fmla="*/ 386191 h 674476"/>
                <a:gd name="connsiteX17" fmla="*/ 258369 w 494979"/>
                <a:gd name="connsiteY17" fmla="*/ 367153 h 674476"/>
                <a:gd name="connsiteX18" fmla="*/ 252930 w 494979"/>
                <a:gd name="connsiteY18" fmla="*/ 331797 h 674476"/>
                <a:gd name="connsiteX19" fmla="*/ 250210 w 494979"/>
                <a:gd name="connsiteY19" fmla="*/ 244769 h 674476"/>
                <a:gd name="connsiteX20" fmla="*/ 244771 w 494979"/>
                <a:gd name="connsiteY20" fmla="*/ 203974 h 674476"/>
                <a:gd name="connsiteX21" fmla="*/ 239332 w 494979"/>
                <a:gd name="connsiteY21" fmla="*/ 157740 h 674476"/>
                <a:gd name="connsiteX22" fmla="*/ 236612 w 494979"/>
                <a:gd name="connsiteY22" fmla="*/ 119665 h 674476"/>
                <a:gd name="connsiteX23" fmla="*/ 228453 w 494979"/>
                <a:gd name="connsiteY23" fmla="*/ 97907 h 674476"/>
                <a:gd name="connsiteX24" fmla="*/ 274687 w 494979"/>
                <a:gd name="connsiteY24" fmla="*/ 0 h 674476"/>
                <a:gd name="connsiteX25" fmla="*/ 304603 w 494979"/>
                <a:gd name="connsiteY25" fmla="*/ 5439 h 674476"/>
                <a:gd name="connsiteX26" fmla="*/ 320921 w 494979"/>
                <a:gd name="connsiteY26" fmla="*/ 24477 h 674476"/>
                <a:gd name="connsiteX27" fmla="*/ 334519 w 494979"/>
                <a:gd name="connsiteY27" fmla="*/ 43515 h 674476"/>
                <a:gd name="connsiteX28" fmla="*/ 339959 w 494979"/>
                <a:gd name="connsiteY28" fmla="*/ 65272 h 674476"/>
                <a:gd name="connsiteX29" fmla="*/ 348118 w 494979"/>
                <a:gd name="connsiteY29" fmla="*/ 114226 h 674476"/>
                <a:gd name="connsiteX30" fmla="*/ 361716 w 494979"/>
                <a:gd name="connsiteY30" fmla="*/ 163180 h 674476"/>
                <a:gd name="connsiteX31" fmla="*/ 369875 w 494979"/>
                <a:gd name="connsiteY31" fmla="*/ 220293 h 674476"/>
                <a:gd name="connsiteX32" fmla="*/ 378034 w 494979"/>
                <a:gd name="connsiteY32" fmla="*/ 274686 h 674476"/>
                <a:gd name="connsiteX33" fmla="*/ 383473 w 494979"/>
                <a:gd name="connsiteY33" fmla="*/ 301883 h 674476"/>
                <a:gd name="connsiteX34" fmla="*/ 391632 w 494979"/>
                <a:gd name="connsiteY34" fmla="*/ 337238 h 674476"/>
                <a:gd name="connsiteX35" fmla="*/ 397071 w 494979"/>
                <a:gd name="connsiteY35" fmla="*/ 364435 h 674476"/>
                <a:gd name="connsiteX36" fmla="*/ 405230 w 494979"/>
                <a:gd name="connsiteY36" fmla="*/ 383473 h 674476"/>
                <a:gd name="connsiteX37" fmla="*/ 416109 w 494979"/>
                <a:gd name="connsiteY37" fmla="*/ 386192 h 674476"/>
                <a:gd name="connsiteX38" fmla="*/ 426988 w 494979"/>
                <a:gd name="connsiteY38" fmla="*/ 386192 h 674476"/>
                <a:gd name="connsiteX39" fmla="*/ 454184 w 494979"/>
                <a:gd name="connsiteY39" fmla="*/ 397071 h 674476"/>
                <a:gd name="connsiteX40" fmla="*/ 456904 w 494979"/>
                <a:gd name="connsiteY40" fmla="*/ 405230 h 674476"/>
                <a:gd name="connsiteX41" fmla="*/ 451465 w 494979"/>
                <a:gd name="connsiteY41" fmla="*/ 416108 h 674476"/>
                <a:gd name="connsiteX42" fmla="*/ 432427 w 494979"/>
                <a:gd name="connsiteY42" fmla="*/ 429707 h 674476"/>
                <a:gd name="connsiteX43" fmla="*/ 421548 w 494979"/>
                <a:gd name="connsiteY43" fmla="*/ 432426 h 674476"/>
                <a:gd name="connsiteX44" fmla="*/ 413389 w 494979"/>
                <a:gd name="connsiteY44" fmla="*/ 435146 h 674476"/>
                <a:gd name="connsiteX45" fmla="*/ 413389 w 494979"/>
                <a:gd name="connsiteY45" fmla="*/ 440585 h 674476"/>
                <a:gd name="connsiteX46" fmla="*/ 416109 w 494979"/>
                <a:gd name="connsiteY46" fmla="*/ 451464 h 674476"/>
                <a:gd name="connsiteX47" fmla="*/ 418829 w 494979"/>
                <a:gd name="connsiteY47" fmla="*/ 465062 h 674476"/>
                <a:gd name="connsiteX48" fmla="*/ 418829 w 494979"/>
                <a:gd name="connsiteY48" fmla="*/ 475941 h 674476"/>
                <a:gd name="connsiteX49" fmla="*/ 418829 w 494979"/>
                <a:gd name="connsiteY49" fmla="*/ 486820 h 674476"/>
                <a:gd name="connsiteX50" fmla="*/ 426988 w 494979"/>
                <a:gd name="connsiteY50" fmla="*/ 516736 h 674476"/>
                <a:gd name="connsiteX51" fmla="*/ 432427 w 494979"/>
                <a:gd name="connsiteY51" fmla="*/ 543932 h 674476"/>
                <a:gd name="connsiteX52" fmla="*/ 437866 w 494979"/>
                <a:gd name="connsiteY52" fmla="*/ 573848 h 674476"/>
                <a:gd name="connsiteX53" fmla="*/ 443306 w 494979"/>
                <a:gd name="connsiteY53" fmla="*/ 606484 h 674476"/>
                <a:gd name="connsiteX54" fmla="*/ 446025 w 494979"/>
                <a:gd name="connsiteY54" fmla="*/ 617363 h 674476"/>
                <a:gd name="connsiteX55" fmla="*/ 470502 w 494979"/>
                <a:gd name="connsiteY55" fmla="*/ 617363 h 674476"/>
                <a:gd name="connsiteX56" fmla="*/ 494979 w 494979"/>
                <a:gd name="connsiteY56" fmla="*/ 641840 h 674476"/>
                <a:gd name="connsiteX57" fmla="*/ 486820 w 494979"/>
                <a:gd name="connsiteY57" fmla="*/ 655438 h 674476"/>
                <a:gd name="connsiteX58" fmla="*/ 470502 w 494979"/>
                <a:gd name="connsiteY58" fmla="*/ 663597 h 674476"/>
                <a:gd name="connsiteX59" fmla="*/ 446025 w 494979"/>
                <a:gd name="connsiteY59" fmla="*/ 666317 h 674476"/>
                <a:gd name="connsiteX60" fmla="*/ 424268 w 494979"/>
                <a:gd name="connsiteY60" fmla="*/ 666317 h 674476"/>
                <a:gd name="connsiteX61" fmla="*/ 416109 w 494979"/>
                <a:gd name="connsiteY61" fmla="*/ 666317 h 674476"/>
                <a:gd name="connsiteX62" fmla="*/ 402511 w 494979"/>
                <a:gd name="connsiteY62" fmla="*/ 671756 h 674476"/>
                <a:gd name="connsiteX63" fmla="*/ 386193 w 494979"/>
                <a:gd name="connsiteY63" fmla="*/ 674476 h 674476"/>
                <a:gd name="connsiteX64" fmla="*/ 350837 w 494979"/>
                <a:gd name="connsiteY64" fmla="*/ 669036 h 674476"/>
                <a:gd name="connsiteX65" fmla="*/ 329080 w 494979"/>
                <a:gd name="connsiteY65" fmla="*/ 669036 h 674476"/>
                <a:gd name="connsiteX66" fmla="*/ 280126 w 494979"/>
                <a:gd name="connsiteY66" fmla="*/ 669036 h 674476"/>
                <a:gd name="connsiteX67" fmla="*/ 255649 w 494979"/>
                <a:gd name="connsiteY67" fmla="*/ 663597 h 674476"/>
                <a:gd name="connsiteX68" fmla="*/ 239331 w 494979"/>
                <a:gd name="connsiteY68" fmla="*/ 647279 h 674476"/>
                <a:gd name="connsiteX69" fmla="*/ 263808 w 494979"/>
                <a:gd name="connsiteY69" fmla="*/ 630961 h 674476"/>
                <a:gd name="connsiteX70" fmla="*/ 291005 w 494979"/>
                <a:gd name="connsiteY70" fmla="*/ 628241 h 674476"/>
                <a:gd name="connsiteX71" fmla="*/ 288285 w 494979"/>
                <a:gd name="connsiteY71" fmla="*/ 609204 h 674476"/>
                <a:gd name="connsiteX72" fmla="*/ 285565 w 494979"/>
                <a:gd name="connsiteY72" fmla="*/ 582007 h 674476"/>
                <a:gd name="connsiteX73" fmla="*/ 282846 w 494979"/>
                <a:gd name="connsiteY73" fmla="*/ 568409 h 674476"/>
                <a:gd name="connsiteX74" fmla="*/ 285565 w 494979"/>
                <a:gd name="connsiteY74" fmla="*/ 554811 h 674476"/>
                <a:gd name="connsiteX75" fmla="*/ 280126 w 494979"/>
                <a:gd name="connsiteY75" fmla="*/ 538493 h 674476"/>
                <a:gd name="connsiteX76" fmla="*/ 274687 w 494979"/>
                <a:gd name="connsiteY76" fmla="*/ 505857 h 674476"/>
                <a:gd name="connsiteX77" fmla="*/ 271967 w 494979"/>
                <a:gd name="connsiteY77" fmla="*/ 478660 h 674476"/>
                <a:gd name="connsiteX78" fmla="*/ 269247 w 494979"/>
                <a:gd name="connsiteY78" fmla="*/ 446025 h 674476"/>
                <a:gd name="connsiteX79" fmla="*/ 263808 w 494979"/>
                <a:gd name="connsiteY79" fmla="*/ 437866 h 674476"/>
                <a:gd name="connsiteX80" fmla="*/ 252929 w 494979"/>
                <a:gd name="connsiteY80" fmla="*/ 437866 h 674476"/>
                <a:gd name="connsiteX81" fmla="*/ 223013 w 494979"/>
                <a:gd name="connsiteY81" fmla="*/ 440585 h 674476"/>
                <a:gd name="connsiteX82" fmla="*/ 193097 w 494979"/>
                <a:gd name="connsiteY82" fmla="*/ 443305 h 674476"/>
                <a:gd name="connsiteX83" fmla="*/ 168620 w 494979"/>
                <a:gd name="connsiteY83" fmla="*/ 443305 h 674476"/>
                <a:gd name="connsiteX84" fmla="*/ 146862 w 494979"/>
                <a:gd name="connsiteY84" fmla="*/ 440585 h 674476"/>
                <a:gd name="connsiteX85" fmla="*/ 138703 w 494979"/>
                <a:gd name="connsiteY85" fmla="*/ 454184 h 674476"/>
                <a:gd name="connsiteX86" fmla="*/ 133263 w 494979"/>
                <a:gd name="connsiteY86" fmla="*/ 486820 h 674476"/>
                <a:gd name="connsiteX87" fmla="*/ 122385 w 494979"/>
                <a:gd name="connsiteY87" fmla="*/ 541213 h 674476"/>
                <a:gd name="connsiteX88" fmla="*/ 106067 w 494979"/>
                <a:gd name="connsiteY88" fmla="*/ 614643 h 674476"/>
                <a:gd name="connsiteX89" fmla="*/ 135983 w 494979"/>
                <a:gd name="connsiteY89" fmla="*/ 614643 h 674476"/>
                <a:gd name="connsiteX90" fmla="*/ 171340 w 494979"/>
                <a:gd name="connsiteY90" fmla="*/ 630961 h 674476"/>
                <a:gd name="connsiteX91" fmla="*/ 165900 w 494979"/>
                <a:gd name="connsiteY91" fmla="*/ 647279 h 674476"/>
                <a:gd name="connsiteX92" fmla="*/ 149581 w 494979"/>
                <a:gd name="connsiteY92" fmla="*/ 655438 h 674476"/>
                <a:gd name="connsiteX93" fmla="*/ 127824 w 494979"/>
                <a:gd name="connsiteY93" fmla="*/ 658158 h 674476"/>
                <a:gd name="connsiteX94" fmla="*/ 106067 w 494979"/>
                <a:gd name="connsiteY94" fmla="*/ 658158 h 674476"/>
                <a:gd name="connsiteX95" fmla="*/ 62552 w 494979"/>
                <a:gd name="connsiteY95" fmla="*/ 658158 h 674476"/>
                <a:gd name="connsiteX96" fmla="*/ 40795 w 494979"/>
                <a:gd name="connsiteY96" fmla="*/ 658158 h 674476"/>
                <a:gd name="connsiteX97" fmla="*/ 16318 w 494979"/>
                <a:gd name="connsiteY97" fmla="*/ 652718 h 674476"/>
                <a:gd name="connsiteX98" fmla="*/ 0 w 494979"/>
                <a:gd name="connsiteY98" fmla="*/ 636401 h 674476"/>
                <a:gd name="connsiteX99" fmla="*/ 2720 w 494979"/>
                <a:gd name="connsiteY99" fmla="*/ 628241 h 674476"/>
                <a:gd name="connsiteX100" fmla="*/ 24477 w 494979"/>
                <a:gd name="connsiteY100" fmla="*/ 620082 h 674476"/>
                <a:gd name="connsiteX101" fmla="*/ 62552 w 494979"/>
                <a:gd name="connsiteY101" fmla="*/ 617363 h 674476"/>
                <a:gd name="connsiteX102" fmla="*/ 62552 w 494979"/>
                <a:gd name="connsiteY102" fmla="*/ 614643 h 674476"/>
                <a:gd name="connsiteX103" fmla="*/ 65272 w 494979"/>
                <a:gd name="connsiteY103" fmla="*/ 587447 h 674476"/>
                <a:gd name="connsiteX104" fmla="*/ 76151 w 494979"/>
                <a:gd name="connsiteY104" fmla="*/ 522175 h 674476"/>
                <a:gd name="connsiteX105" fmla="*/ 87029 w 494979"/>
                <a:gd name="connsiteY105" fmla="*/ 470501 h 674476"/>
                <a:gd name="connsiteX106" fmla="*/ 92469 w 494979"/>
                <a:gd name="connsiteY106" fmla="*/ 446025 h 674476"/>
                <a:gd name="connsiteX107" fmla="*/ 65272 w 494979"/>
                <a:gd name="connsiteY107" fmla="*/ 432426 h 674476"/>
                <a:gd name="connsiteX108" fmla="*/ 54393 w 494979"/>
                <a:gd name="connsiteY108" fmla="*/ 421548 h 674476"/>
                <a:gd name="connsiteX109" fmla="*/ 73431 w 494979"/>
                <a:gd name="connsiteY109" fmla="*/ 407949 h 674476"/>
                <a:gd name="connsiteX110" fmla="*/ 100628 w 494979"/>
                <a:gd name="connsiteY110" fmla="*/ 399790 h 674476"/>
                <a:gd name="connsiteX111" fmla="*/ 108787 w 494979"/>
                <a:gd name="connsiteY111" fmla="*/ 369874 h 674476"/>
                <a:gd name="connsiteX112" fmla="*/ 125105 w 494979"/>
                <a:gd name="connsiteY112" fmla="*/ 307322 h 674476"/>
                <a:gd name="connsiteX113" fmla="*/ 141423 w 494979"/>
                <a:gd name="connsiteY113" fmla="*/ 242051 h 674476"/>
                <a:gd name="connsiteX114" fmla="*/ 155021 w 494979"/>
                <a:gd name="connsiteY114" fmla="*/ 179498 h 674476"/>
                <a:gd name="connsiteX115" fmla="*/ 168620 w 494979"/>
                <a:gd name="connsiteY115" fmla="*/ 119665 h 674476"/>
                <a:gd name="connsiteX116" fmla="*/ 193097 w 494979"/>
                <a:gd name="connsiteY116" fmla="*/ 57113 h 674476"/>
                <a:gd name="connsiteX117" fmla="*/ 201256 w 494979"/>
                <a:gd name="connsiteY117" fmla="*/ 38075 h 674476"/>
                <a:gd name="connsiteX118" fmla="*/ 217574 w 494979"/>
                <a:gd name="connsiteY118" fmla="*/ 13598 h 674476"/>
                <a:gd name="connsiteX119" fmla="*/ 274687 w 494979"/>
                <a:gd name="connsiteY119" fmla="*/ 0 h 674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</a:cxnLst>
              <a:rect l="l" t="t" r="r" b="b"/>
              <a:pathLst>
                <a:path w="494979" h="674476">
                  <a:moveTo>
                    <a:pt x="228453" y="97907"/>
                  </a:moveTo>
                  <a:cubicBezTo>
                    <a:pt x="220294" y="97907"/>
                    <a:pt x="212135" y="114225"/>
                    <a:pt x="212135" y="119665"/>
                  </a:cubicBezTo>
                  <a:cubicBezTo>
                    <a:pt x="209415" y="130543"/>
                    <a:pt x="206696" y="144141"/>
                    <a:pt x="203976" y="152300"/>
                  </a:cubicBezTo>
                  <a:cubicBezTo>
                    <a:pt x="201256" y="157740"/>
                    <a:pt x="201256" y="163179"/>
                    <a:pt x="201256" y="168618"/>
                  </a:cubicBezTo>
                  <a:cubicBezTo>
                    <a:pt x="201256" y="174058"/>
                    <a:pt x="198537" y="179497"/>
                    <a:pt x="198537" y="184936"/>
                  </a:cubicBezTo>
                  <a:cubicBezTo>
                    <a:pt x="195817" y="195815"/>
                    <a:pt x="193097" y="209413"/>
                    <a:pt x="190378" y="220292"/>
                  </a:cubicBezTo>
                  <a:cubicBezTo>
                    <a:pt x="187658" y="244769"/>
                    <a:pt x="179499" y="269246"/>
                    <a:pt x="171340" y="291003"/>
                  </a:cubicBezTo>
                  <a:cubicBezTo>
                    <a:pt x="168620" y="301881"/>
                    <a:pt x="165900" y="312760"/>
                    <a:pt x="163180" y="323639"/>
                  </a:cubicBezTo>
                  <a:cubicBezTo>
                    <a:pt x="160461" y="337237"/>
                    <a:pt x="157741" y="348115"/>
                    <a:pt x="152302" y="361714"/>
                  </a:cubicBezTo>
                  <a:cubicBezTo>
                    <a:pt x="149582" y="367153"/>
                    <a:pt x="146862" y="383471"/>
                    <a:pt x="146862" y="388910"/>
                  </a:cubicBezTo>
                  <a:cubicBezTo>
                    <a:pt x="146862" y="391630"/>
                    <a:pt x="149582" y="391630"/>
                    <a:pt x="152302" y="391630"/>
                  </a:cubicBezTo>
                  <a:cubicBezTo>
                    <a:pt x="157741" y="391630"/>
                    <a:pt x="171340" y="391630"/>
                    <a:pt x="174060" y="391630"/>
                  </a:cubicBezTo>
                  <a:cubicBezTo>
                    <a:pt x="182219" y="391630"/>
                    <a:pt x="190378" y="391630"/>
                    <a:pt x="195817" y="388910"/>
                  </a:cubicBezTo>
                  <a:cubicBezTo>
                    <a:pt x="201256" y="388910"/>
                    <a:pt x="206696" y="388910"/>
                    <a:pt x="214855" y="388910"/>
                  </a:cubicBezTo>
                  <a:cubicBezTo>
                    <a:pt x="220294" y="388910"/>
                    <a:pt x="228453" y="388910"/>
                    <a:pt x="239332" y="388910"/>
                  </a:cubicBezTo>
                  <a:cubicBezTo>
                    <a:pt x="244771" y="388910"/>
                    <a:pt x="250210" y="388910"/>
                    <a:pt x="252930" y="386191"/>
                  </a:cubicBezTo>
                  <a:cubicBezTo>
                    <a:pt x="258369" y="391630"/>
                    <a:pt x="261089" y="388910"/>
                    <a:pt x="261089" y="386191"/>
                  </a:cubicBezTo>
                  <a:cubicBezTo>
                    <a:pt x="261089" y="380751"/>
                    <a:pt x="258369" y="372592"/>
                    <a:pt x="258369" y="367153"/>
                  </a:cubicBezTo>
                  <a:cubicBezTo>
                    <a:pt x="255650" y="353555"/>
                    <a:pt x="252930" y="342676"/>
                    <a:pt x="252930" y="331797"/>
                  </a:cubicBezTo>
                  <a:cubicBezTo>
                    <a:pt x="252930" y="301881"/>
                    <a:pt x="252930" y="274685"/>
                    <a:pt x="250210" y="244769"/>
                  </a:cubicBezTo>
                  <a:cubicBezTo>
                    <a:pt x="250210" y="231170"/>
                    <a:pt x="247491" y="217572"/>
                    <a:pt x="244771" y="203974"/>
                  </a:cubicBezTo>
                  <a:cubicBezTo>
                    <a:pt x="242051" y="187656"/>
                    <a:pt x="239332" y="174058"/>
                    <a:pt x="239332" y="157740"/>
                  </a:cubicBezTo>
                  <a:cubicBezTo>
                    <a:pt x="239332" y="152300"/>
                    <a:pt x="239332" y="133263"/>
                    <a:pt x="236612" y="119665"/>
                  </a:cubicBezTo>
                  <a:cubicBezTo>
                    <a:pt x="236612" y="106066"/>
                    <a:pt x="233892" y="97907"/>
                    <a:pt x="228453" y="97907"/>
                  </a:cubicBezTo>
                  <a:close/>
                  <a:moveTo>
                    <a:pt x="274687" y="0"/>
                  </a:moveTo>
                  <a:cubicBezTo>
                    <a:pt x="288285" y="0"/>
                    <a:pt x="293724" y="2720"/>
                    <a:pt x="304603" y="5439"/>
                  </a:cubicBezTo>
                  <a:cubicBezTo>
                    <a:pt x="315482" y="10879"/>
                    <a:pt x="315482" y="16318"/>
                    <a:pt x="320921" y="24477"/>
                  </a:cubicBezTo>
                  <a:cubicBezTo>
                    <a:pt x="326360" y="29916"/>
                    <a:pt x="331800" y="35356"/>
                    <a:pt x="334519" y="43515"/>
                  </a:cubicBezTo>
                  <a:cubicBezTo>
                    <a:pt x="337239" y="51674"/>
                    <a:pt x="337239" y="57113"/>
                    <a:pt x="339959" y="65272"/>
                  </a:cubicBezTo>
                  <a:cubicBezTo>
                    <a:pt x="345398" y="78870"/>
                    <a:pt x="342678" y="97908"/>
                    <a:pt x="348118" y="114226"/>
                  </a:cubicBezTo>
                  <a:cubicBezTo>
                    <a:pt x="350837" y="130544"/>
                    <a:pt x="358996" y="146863"/>
                    <a:pt x="361716" y="163180"/>
                  </a:cubicBezTo>
                  <a:cubicBezTo>
                    <a:pt x="364435" y="182218"/>
                    <a:pt x="364435" y="201256"/>
                    <a:pt x="369875" y="220293"/>
                  </a:cubicBezTo>
                  <a:cubicBezTo>
                    <a:pt x="375314" y="239331"/>
                    <a:pt x="378034" y="255649"/>
                    <a:pt x="378034" y="274686"/>
                  </a:cubicBezTo>
                  <a:cubicBezTo>
                    <a:pt x="378034" y="282845"/>
                    <a:pt x="380753" y="293724"/>
                    <a:pt x="383473" y="301883"/>
                  </a:cubicBezTo>
                  <a:cubicBezTo>
                    <a:pt x="386193" y="312762"/>
                    <a:pt x="388912" y="326360"/>
                    <a:pt x="391632" y="337238"/>
                  </a:cubicBezTo>
                  <a:cubicBezTo>
                    <a:pt x="391632" y="342678"/>
                    <a:pt x="394352" y="353556"/>
                    <a:pt x="397071" y="364435"/>
                  </a:cubicBezTo>
                  <a:cubicBezTo>
                    <a:pt x="399791" y="372594"/>
                    <a:pt x="402511" y="380753"/>
                    <a:pt x="405230" y="383473"/>
                  </a:cubicBezTo>
                  <a:cubicBezTo>
                    <a:pt x="407950" y="386192"/>
                    <a:pt x="413389" y="386192"/>
                    <a:pt x="416109" y="386192"/>
                  </a:cubicBezTo>
                  <a:cubicBezTo>
                    <a:pt x="418829" y="386192"/>
                    <a:pt x="424268" y="386192"/>
                    <a:pt x="426988" y="386192"/>
                  </a:cubicBezTo>
                  <a:cubicBezTo>
                    <a:pt x="437866" y="386192"/>
                    <a:pt x="448745" y="388912"/>
                    <a:pt x="454184" y="397071"/>
                  </a:cubicBezTo>
                  <a:cubicBezTo>
                    <a:pt x="456904" y="399790"/>
                    <a:pt x="456904" y="402510"/>
                    <a:pt x="456904" y="405230"/>
                  </a:cubicBezTo>
                  <a:cubicBezTo>
                    <a:pt x="456904" y="407949"/>
                    <a:pt x="454184" y="410669"/>
                    <a:pt x="451465" y="416108"/>
                  </a:cubicBezTo>
                  <a:cubicBezTo>
                    <a:pt x="446025" y="421548"/>
                    <a:pt x="440586" y="426987"/>
                    <a:pt x="432427" y="429707"/>
                  </a:cubicBezTo>
                  <a:cubicBezTo>
                    <a:pt x="429707" y="429707"/>
                    <a:pt x="426988" y="432426"/>
                    <a:pt x="421548" y="432426"/>
                  </a:cubicBezTo>
                  <a:cubicBezTo>
                    <a:pt x="418829" y="432426"/>
                    <a:pt x="416109" y="432426"/>
                    <a:pt x="413389" y="435146"/>
                  </a:cubicBezTo>
                  <a:cubicBezTo>
                    <a:pt x="413389" y="435146"/>
                    <a:pt x="413389" y="437866"/>
                    <a:pt x="413389" y="440585"/>
                  </a:cubicBezTo>
                  <a:cubicBezTo>
                    <a:pt x="413389" y="443305"/>
                    <a:pt x="413389" y="448744"/>
                    <a:pt x="416109" y="451464"/>
                  </a:cubicBezTo>
                  <a:cubicBezTo>
                    <a:pt x="416109" y="456903"/>
                    <a:pt x="418829" y="462343"/>
                    <a:pt x="418829" y="465062"/>
                  </a:cubicBezTo>
                  <a:lnTo>
                    <a:pt x="418829" y="475941"/>
                  </a:lnTo>
                  <a:cubicBezTo>
                    <a:pt x="418829" y="481380"/>
                    <a:pt x="418829" y="484100"/>
                    <a:pt x="418829" y="486820"/>
                  </a:cubicBezTo>
                  <a:cubicBezTo>
                    <a:pt x="421548" y="497698"/>
                    <a:pt x="424268" y="505857"/>
                    <a:pt x="426988" y="516736"/>
                  </a:cubicBezTo>
                  <a:cubicBezTo>
                    <a:pt x="426988" y="524895"/>
                    <a:pt x="429707" y="535773"/>
                    <a:pt x="432427" y="543932"/>
                  </a:cubicBezTo>
                  <a:cubicBezTo>
                    <a:pt x="435147" y="554811"/>
                    <a:pt x="437866" y="562970"/>
                    <a:pt x="437866" y="573848"/>
                  </a:cubicBezTo>
                  <a:cubicBezTo>
                    <a:pt x="437866" y="587447"/>
                    <a:pt x="440586" y="595606"/>
                    <a:pt x="443306" y="606484"/>
                  </a:cubicBezTo>
                  <a:cubicBezTo>
                    <a:pt x="443306" y="609204"/>
                    <a:pt x="446025" y="614643"/>
                    <a:pt x="446025" y="617363"/>
                  </a:cubicBezTo>
                  <a:cubicBezTo>
                    <a:pt x="454184" y="617363"/>
                    <a:pt x="462343" y="617363"/>
                    <a:pt x="470502" y="617363"/>
                  </a:cubicBezTo>
                  <a:cubicBezTo>
                    <a:pt x="478661" y="625522"/>
                    <a:pt x="492259" y="630961"/>
                    <a:pt x="494979" y="641840"/>
                  </a:cubicBezTo>
                  <a:cubicBezTo>
                    <a:pt x="494979" y="647279"/>
                    <a:pt x="489540" y="649999"/>
                    <a:pt x="486820" y="655438"/>
                  </a:cubicBezTo>
                  <a:cubicBezTo>
                    <a:pt x="484100" y="660877"/>
                    <a:pt x="475942" y="663597"/>
                    <a:pt x="470502" y="663597"/>
                  </a:cubicBezTo>
                  <a:cubicBezTo>
                    <a:pt x="459623" y="666317"/>
                    <a:pt x="454184" y="666317"/>
                    <a:pt x="446025" y="666317"/>
                  </a:cubicBezTo>
                  <a:cubicBezTo>
                    <a:pt x="440586" y="666317"/>
                    <a:pt x="432427" y="666317"/>
                    <a:pt x="424268" y="666317"/>
                  </a:cubicBezTo>
                  <a:cubicBezTo>
                    <a:pt x="421548" y="666317"/>
                    <a:pt x="418829" y="666317"/>
                    <a:pt x="416109" y="666317"/>
                  </a:cubicBezTo>
                  <a:cubicBezTo>
                    <a:pt x="410670" y="669036"/>
                    <a:pt x="407950" y="669036"/>
                    <a:pt x="402511" y="671756"/>
                  </a:cubicBezTo>
                  <a:cubicBezTo>
                    <a:pt x="397071" y="671756"/>
                    <a:pt x="391632" y="674476"/>
                    <a:pt x="386193" y="674476"/>
                  </a:cubicBezTo>
                  <a:cubicBezTo>
                    <a:pt x="375314" y="674476"/>
                    <a:pt x="361716" y="671756"/>
                    <a:pt x="350837" y="669036"/>
                  </a:cubicBezTo>
                  <a:cubicBezTo>
                    <a:pt x="342678" y="669036"/>
                    <a:pt x="334519" y="669036"/>
                    <a:pt x="329080" y="669036"/>
                  </a:cubicBezTo>
                  <a:cubicBezTo>
                    <a:pt x="307323" y="669036"/>
                    <a:pt x="288285" y="669036"/>
                    <a:pt x="280126" y="669036"/>
                  </a:cubicBezTo>
                  <a:cubicBezTo>
                    <a:pt x="271967" y="669036"/>
                    <a:pt x="261088" y="669036"/>
                    <a:pt x="255649" y="663597"/>
                  </a:cubicBezTo>
                  <a:cubicBezTo>
                    <a:pt x="250210" y="660877"/>
                    <a:pt x="239331" y="655438"/>
                    <a:pt x="239331" y="647279"/>
                  </a:cubicBezTo>
                  <a:cubicBezTo>
                    <a:pt x="239331" y="636401"/>
                    <a:pt x="255649" y="633681"/>
                    <a:pt x="263808" y="630961"/>
                  </a:cubicBezTo>
                  <a:cubicBezTo>
                    <a:pt x="269247" y="630961"/>
                    <a:pt x="277406" y="630961"/>
                    <a:pt x="291005" y="628241"/>
                  </a:cubicBezTo>
                  <a:cubicBezTo>
                    <a:pt x="291005" y="620082"/>
                    <a:pt x="291005" y="614643"/>
                    <a:pt x="288285" y="609204"/>
                  </a:cubicBezTo>
                  <a:cubicBezTo>
                    <a:pt x="288285" y="601045"/>
                    <a:pt x="285565" y="590166"/>
                    <a:pt x="285565" y="582007"/>
                  </a:cubicBezTo>
                  <a:cubicBezTo>
                    <a:pt x="285565" y="576568"/>
                    <a:pt x="282846" y="573848"/>
                    <a:pt x="282846" y="568409"/>
                  </a:cubicBezTo>
                  <a:cubicBezTo>
                    <a:pt x="282846" y="562970"/>
                    <a:pt x="285565" y="557531"/>
                    <a:pt x="285565" y="554811"/>
                  </a:cubicBezTo>
                  <a:cubicBezTo>
                    <a:pt x="285565" y="549371"/>
                    <a:pt x="282846" y="546652"/>
                    <a:pt x="280126" y="538493"/>
                  </a:cubicBezTo>
                  <a:cubicBezTo>
                    <a:pt x="280126" y="527614"/>
                    <a:pt x="274687" y="516736"/>
                    <a:pt x="274687" y="505857"/>
                  </a:cubicBezTo>
                  <a:cubicBezTo>
                    <a:pt x="274687" y="494978"/>
                    <a:pt x="274687" y="486820"/>
                    <a:pt x="271967" y="478660"/>
                  </a:cubicBezTo>
                  <a:cubicBezTo>
                    <a:pt x="269247" y="467782"/>
                    <a:pt x="269247" y="456903"/>
                    <a:pt x="269247" y="446025"/>
                  </a:cubicBezTo>
                  <a:cubicBezTo>
                    <a:pt x="269247" y="440585"/>
                    <a:pt x="266528" y="437866"/>
                    <a:pt x="263808" y="437866"/>
                  </a:cubicBezTo>
                  <a:cubicBezTo>
                    <a:pt x="261088" y="437866"/>
                    <a:pt x="258369" y="437866"/>
                    <a:pt x="252929" y="437866"/>
                  </a:cubicBezTo>
                  <a:cubicBezTo>
                    <a:pt x="242051" y="437866"/>
                    <a:pt x="231172" y="437866"/>
                    <a:pt x="223013" y="440585"/>
                  </a:cubicBezTo>
                  <a:cubicBezTo>
                    <a:pt x="212135" y="440585"/>
                    <a:pt x="203976" y="443305"/>
                    <a:pt x="193097" y="443305"/>
                  </a:cubicBezTo>
                  <a:cubicBezTo>
                    <a:pt x="184938" y="443305"/>
                    <a:pt x="176779" y="443305"/>
                    <a:pt x="168620" y="443305"/>
                  </a:cubicBezTo>
                  <a:cubicBezTo>
                    <a:pt x="165900" y="443305"/>
                    <a:pt x="155021" y="440585"/>
                    <a:pt x="146862" y="440585"/>
                  </a:cubicBezTo>
                  <a:cubicBezTo>
                    <a:pt x="138703" y="440585"/>
                    <a:pt x="138703" y="448744"/>
                    <a:pt x="138703" y="454184"/>
                  </a:cubicBezTo>
                  <a:cubicBezTo>
                    <a:pt x="138703" y="465062"/>
                    <a:pt x="135983" y="475941"/>
                    <a:pt x="133263" y="486820"/>
                  </a:cubicBezTo>
                  <a:cubicBezTo>
                    <a:pt x="130544" y="505857"/>
                    <a:pt x="125105" y="522175"/>
                    <a:pt x="122385" y="541213"/>
                  </a:cubicBezTo>
                  <a:cubicBezTo>
                    <a:pt x="119665" y="560250"/>
                    <a:pt x="111506" y="595606"/>
                    <a:pt x="106067" y="614643"/>
                  </a:cubicBezTo>
                  <a:cubicBezTo>
                    <a:pt x="114226" y="614643"/>
                    <a:pt x="125105" y="614643"/>
                    <a:pt x="135983" y="614643"/>
                  </a:cubicBezTo>
                  <a:cubicBezTo>
                    <a:pt x="149581" y="614643"/>
                    <a:pt x="171340" y="614643"/>
                    <a:pt x="171340" y="630961"/>
                  </a:cubicBezTo>
                  <a:cubicBezTo>
                    <a:pt x="171340" y="639120"/>
                    <a:pt x="168620" y="639120"/>
                    <a:pt x="165900" y="647279"/>
                  </a:cubicBezTo>
                  <a:cubicBezTo>
                    <a:pt x="163181" y="652718"/>
                    <a:pt x="155021" y="655438"/>
                    <a:pt x="149581" y="655438"/>
                  </a:cubicBezTo>
                  <a:cubicBezTo>
                    <a:pt x="141423" y="658158"/>
                    <a:pt x="135983" y="658158"/>
                    <a:pt x="127824" y="658158"/>
                  </a:cubicBezTo>
                  <a:cubicBezTo>
                    <a:pt x="122385" y="658158"/>
                    <a:pt x="116946" y="658158"/>
                    <a:pt x="106067" y="658158"/>
                  </a:cubicBezTo>
                  <a:cubicBezTo>
                    <a:pt x="92469" y="658158"/>
                    <a:pt x="78870" y="658158"/>
                    <a:pt x="62552" y="658158"/>
                  </a:cubicBezTo>
                  <a:cubicBezTo>
                    <a:pt x="54393" y="658158"/>
                    <a:pt x="46234" y="658158"/>
                    <a:pt x="40795" y="658158"/>
                  </a:cubicBezTo>
                  <a:cubicBezTo>
                    <a:pt x="32636" y="658158"/>
                    <a:pt x="21758" y="658158"/>
                    <a:pt x="16318" y="652718"/>
                  </a:cubicBezTo>
                  <a:cubicBezTo>
                    <a:pt x="8159" y="649999"/>
                    <a:pt x="0" y="641840"/>
                    <a:pt x="0" y="636401"/>
                  </a:cubicBezTo>
                  <a:cubicBezTo>
                    <a:pt x="0" y="633681"/>
                    <a:pt x="0" y="630961"/>
                    <a:pt x="2720" y="628241"/>
                  </a:cubicBezTo>
                  <a:cubicBezTo>
                    <a:pt x="8159" y="625522"/>
                    <a:pt x="16318" y="622802"/>
                    <a:pt x="24477" y="620082"/>
                  </a:cubicBezTo>
                  <a:cubicBezTo>
                    <a:pt x="38075" y="617363"/>
                    <a:pt x="48954" y="617363"/>
                    <a:pt x="62552" y="617363"/>
                  </a:cubicBezTo>
                  <a:cubicBezTo>
                    <a:pt x="62552" y="617363"/>
                    <a:pt x="62552" y="614643"/>
                    <a:pt x="62552" y="614643"/>
                  </a:cubicBezTo>
                  <a:cubicBezTo>
                    <a:pt x="62552" y="603765"/>
                    <a:pt x="65272" y="590166"/>
                    <a:pt x="65272" y="587447"/>
                  </a:cubicBezTo>
                  <a:cubicBezTo>
                    <a:pt x="67992" y="565689"/>
                    <a:pt x="73431" y="543932"/>
                    <a:pt x="76151" y="522175"/>
                  </a:cubicBezTo>
                  <a:cubicBezTo>
                    <a:pt x="78870" y="505857"/>
                    <a:pt x="81590" y="486820"/>
                    <a:pt x="87029" y="470501"/>
                  </a:cubicBezTo>
                  <a:cubicBezTo>
                    <a:pt x="87029" y="465062"/>
                    <a:pt x="92469" y="451464"/>
                    <a:pt x="92469" y="446025"/>
                  </a:cubicBezTo>
                  <a:cubicBezTo>
                    <a:pt x="92469" y="437866"/>
                    <a:pt x="73431" y="437866"/>
                    <a:pt x="65272" y="432426"/>
                  </a:cubicBezTo>
                  <a:cubicBezTo>
                    <a:pt x="59833" y="429707"/>
                    <a:pt x="54393" y="426987"/>
                    <a:pt x="54393" y="421548"/>
                  </a:cubicBezTo>
                  <a:cubicBezTo>
                    <a:pt x="54393" y="413389"/>
                    <a:pt x="62552" y="410669"/>
                    <a:pt x="73431" y="407949"/>
                  </a:cubicBezTo>
                  <a:cubicBezTo>
                    <a:pt x="78870" y="407949"/>
                    <a:pt x="92469" y="405230"/>
                    <a:pt x="100628" y="399790"/>
                  </a:cubicBezTo>
                  <a:cubicBezTo>
                    <a:pt x="106067" y="394351"/>
                    <a:pt x="106067" y="378033"/>
                    <a:pt x="108787" y="369874"/>
                  </a:cubicBezTo>
                  <a:cubicBezTo>
                    <a:pt x="114226" y="348117"/>
                    <a:pt x="119665" y="326360"/>
                    <a:pt x="125105" y="307322"/>
                  </a:cubicBezTo>
                  <a:cubicBezTo>
                    <a:pt x="130544" y="285565"/>
                    <a:pt x="135983" y="263808"/>
                    <a:pt x="141423" y="242051"/>
                  </a:cubicBezTo>
                  <a:cubicBezTo>
                    <a:pt x="146862" y="220293"/>
                    <a:pt x="152301" y="198536"/>
                    <a:pt x="155021" y="179498"/>
                  </a:cubicBezTo>
                  <a:cubicBezTo>
                    <a:pt x="157740" y="160461"/>
                    <a:pt x="163181" y="138703"/>
                    <a:pt x="168620" y="119665"/>
                  </a:cubicBezTo>
                  <a:cubicBezTo>
                    <a:pt x="176779" y="100627"/>
                    <a:pt x="182218" y="76150"/>
                    <a:pt x="193097" y="57113"/>
                  </a:cubicBezTo>
                  <a:lnTo>
                    <a:pt x="201256" y="38075"/>
                  </a:lnTo>
                  <a:cubicBezTo>
                    <a:pt x="206695" y="29916"/>
                    <a:pt x="209415" y="19038"/>
                    <a:pt x="217574" y="13598"/>
                  </a:cubicBezTo>
                  <a:cubicBezTo>
                    <a:pt x="231172" y="2720"/>
                    <a:pt x="255649" y="0"/>
                    <a:pt x="274687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FC91D8D8-0C05-411F-B7B8-8CA246B7B429}"/>
                </a:ext>
              </a:extLst>
            </p:cNvPr>
            <p:cNvSpPr/>
            <p:nvPr/>
          </p:nvSpPr>
          <p:spPr>
            <a:xfrm>
              <a:off x="3443268" y="4186718"/>
              <a:ext cx="435145" cy="761503"/>
            </a:xfrm>
            <a:custGeom>
              <a:avLst/>
              <a:gdLst>
                <a:gd name="connsiteX0" fmla="*/ 400855 w 435145"/>
                <a:gd name="connsiteY0" fmla="*/ 678260 h 761503"/>
                <a:gd name="connsiteX1" fmla="*/ 384537 w 435145"/>
                <a:gd name="connsiteY1" fmla="*/ 719054 h 761503"/>
                <a:gd name="connsiteX2" fmla="*/ 368219 w 435145"/>
                <a:gd name="connsiteY2" fmla="*/ 713615 h 761503"/>
                <a:gd name="connsiteX3" fmla="*/ 360060 w 435145"/>
                <a:gd name="connsiteY3" fmla="*/ 697297 h 761503"/>
                <a:gd name="connsiteX4" fmla="*/ 360060 w 435145"/>
                <a:gd name="connsiteY4" fmla="*/ 651063 h 761503"/>
                <a:gd name="connsiteX5" fmla="*/ 332864 w 435145"/>
                <a:gd name="connsiteY5" fmla="*/ 686418 h 761503"/>
                <a:gd name="connsiteX6" fmla="*/ 251274 w 435145"/>
                <a:gd name="connsiteY6" fmla="*/ 721774 h 761503"/>
                <a:gd name="connsiteX7" fmla="*/ 229517 w 435145"/>
                <a:gd name="connsiteY7" fmla="*/ 719054 h 761503"/>
                <a:gd name="connsiteX8" fmla="*/ 158806 w 435145"/>
                <a:gd name="connsiteY8" fmla="*/ 694578 h 761503"/>
                <a:gd name="connsiteX9" fmla="*/ 112571 w 435145"/>
                <a:gd name="connsiteY9" fmla="*/ 659222 h 761503"/>
                <a:gd name="connsiteX10" fmla="*/ 79936 w 435145"/>
                <a:gd name="connsiteY10" fmla="*/ 607548 h 761503"/>
                <a:gd name="connsiteX11" fmla="*/ 63618 w 435145"/>
                <a:gd name="connsiteY11" fmla="*/ 542277 h 761503"/>
                <a:gd name="connsiteX12" fmla="*/ 58178 w 435145"/>
                <a:gd name="connsiteY12" fmla="*/ 471566 h 761503"/>
                <a:gd name="connsiteX13" fmla="*/ 60898 w 435145"/>
                <a:gd name="connsiteY13" fmla="*/ 400855 h 761503"/>
                <a:gd name="connsiteX14" fmla="*/ 66337 w 435145"/>
                <a:gd name="connsiteY14" fmla="*/ 335583 h 761503"/>
                <a:gd name="connsiteX15" fmla="*/ 85375 w 435145"/>
                <a:gd name="connsiteY15" fmla="*/ 267592 h 761503"/>
                <a:gd name="connsiteX16" fmla="*/ 109852 w 435145"/>
                <a:gd name="connsiteY16" fmla="*/ 199600 h 761503"/>
                <a:gd name="connsiteX17" fmla="*/ 145207 w 435145"/>
                <a:gd name="connsiteY17" fmla="*/ 145207 h 761503"/>
                <a:gd name="connsiteX18" fmla="*/ 188722 w 435145"/>
                <a:gd name="connsiteY18" fmla="*/ 96253 h 761503"/>
                <a:gd name="connsiteX19" fmla="*/ 243115 w 435145"/>
                <a:gd name="connsiteY19" fmla="*/ 71776 h 761503"/>
                <a:gd name="connsiteX20" fmla="*/ 286630 w 435145"/>
                <a:gd name="connsiteY20" fmla="*/ 63617 h 761503"/>
                <a:gd name="connsiteX21" fmla="*/ 305667 w 435145"/>
                <a:gd name="connsiteY21" fmla="*/ 66337 h 761503"/>
                <a:gd name="connsiteX22" fmla="*/ 324705 w 435145"/>
                <a:gd name="connsiteY22" fmla="*/ 79936 h 761503"/>
                <a:gd name="connsiteX23" fmla="*/ 341023 w 435145"/>
                <a:gd name="connsiteY23" fmla="*/ 101693 h 761503"/>
                <a:gd name="connsiteX24" fmla="*/ 354621 w 435145"/>
                <a:gd name="connsiteY24" fmla="*/ 123450 h 761503"/>
                <a:gd name="connsiteX25" fmla="*/ 354621 w 435145"/>
                <a:gd name="connsiteY25" fmla="*/ 98973 h 761503"/>
                <a:gd name="connsiteX26" fmla="*/ 360060 w 435145"/>
                <a:gd name="connsiteY26" fmla="*/ 74496 h 761503"/>
                <a:gd name="connsiteX27" fmla="*/ 365500 w 435145"/>
                <a:gd name="connsiteY27" fmla="*/ 63617 h 761503"/>
                <a:gd name="connsiteX28" fmla="*/ 373659 w 435145"/>
                <a:gd name="connsiteY28" fmla="*/ 58178 h 761503"/>
                <a:gd name="connsiteX29" fmla="*/ 381818 w 435145"/>
                <a:gd name="connsiteY29" fmla="*/ 63617 h 761503"/>
                <a:gd name="connsiteX30" fmla="*/ 389977 w 435145"/>
                <a:gd name="connsiteY30" fmla="*/ 82655 h 761503"/>
                <a:gd name="connsiteX31" fmla="*/ 392696 w 435145"/>
                <a:gd name="connsiteY31" fmla="*/ 126170 h 761503"/>
                <a:gd name="connsiteX32" fmla="*/ 395416 w 435145"/>
                <a:gd name="connsiteY32" fmla="*/ 186002 h 761503"/>
                <a:gd name="connsiteX33" fmla="*/ 398136 w 435145"/>
                <a:gd name="connsiteY33" fmla="*/ 237675 h 761503"/>
                <a:gd name="connsiteX34" fmla="*/ 398136 w 435145"/>
                <a:gd name="connsiteY34" fmla="*/ 243115 h 761503"/>
                <a:gd name="connsiteX35" fmla="*/ 395416 w 435145"/>
                <a:gd name="connsiteY35" fmla="*/ 256713 h 761503"/>
                <a:gd name="connsiteX36" fmla="*/ 379098 w 435145"/>
                <a:gd name="connsiteY36" fmla="*/ 278470 h 761503"/>
                <a:gd name="connsiteX37" fmla="*/ 362780 w 435145"/>
                <a:gd name="connsiteY37" fmla="*/ 273031 h 761503"/>
                <a:gd name="connsiteX38" fmla="*/ 354621 w 435145"/>
                <a:gd name="connsiteY38" fmla="*/ 256713 h 761503"/>
                <a:gd name="connsiteX39" fmla="*/ 354621 w 435145"/>
                <a:gd name="connsiteY39" fmla="*/ 213198 h 761503"/>
                <a:gd name="connsiteX40" fmla="*/ 354621 w 435145"/>
                <a:gd name="connsiteY40" fmla="*/ 205040 h 761503"/>
                <a:gd name="connsiteX41" fmla="*/ 338303 w 435145"/>
                <a:gd name="connsiteY41" fmla="*/ 147927 h 761503"/>
                <a:gd name="connsiteX42" fmla="*/ 292069 w 435145"/>
                <a:gd name="connsiteY42" fmla="*/ 107132 h 761503"/>
                <a:gd name="connsiteX43" fmla="*/ 262153 w 435145"/>
                <a:gd name="connsiteY43" fmla="*/ 120730 h 761503"/>
                <a:gd name="connsiteX44" fmla="*/ 251274 w 435145"/>
                <a:gd name="connsiteY44" fmla="*/ 131609 h 761503"/>
                <a:gd name="connsiteX45" fmla="*/ 240395 w 435145"/>
                <a:gd name="connsiteY45" fmla="*/ 139768 h 761503"/>
                <a:gd name="connsiteX46" fmla="*/ 237676 w 435145"/>
                <a:gd name="connsiteY46" fmla="*/ 164245 h 761503"/>
                <a:gd name="connsiteX47" fmla="*/ 226797 w 435145"/>
                <a:gd name="connsiteY47" fmla="*/ 196881 h 761503"/>
                <a:gd name="connsiteX48" fmla="*/ 213199 w 435145"/>
                <a:gd name="connsiteY48" fmla="*/ 259433 h 761503"/>
                <a:gd name="connsiteX49" fmla="*/ 207759 w 435145"/>
                <a:gd name="connsiteY49" fmla="*/ 324704 h 761503"/>
                <a:gd name="connsiteX50" fmla="*/ 207759 w 435145"/>
                <a:gd name="connsiteY50" fmla="*/ 335583 h 761503"/>
                <a:gd name="connsiteX51" fmla="*/ 205040 w 435145"/>
                <a:gd name="connsiteY51" fmla="*/ 349181 h 761503"/>
                <a:gd name="connsiteX52" fmla="*/ 207759 w 435145"/>
                <a:gd name="connsiteY52" fmla="*/ 368219 h 761503"/>
                <a:gd name="connsiteX53" fmla="*/ 207759 w 435145"/>
                <a:gd name="connsiteY53" fmla="*/ 376378 h 761503"/>
                <a:gd name="connsiteX54" fmla="*/ 205040 w 435145"/>
                <a:gd name="connsiteY54" fmla="*/ 387256 h 761503"/>
                <a:gd name="connsiteX55" fmla="*/ 205040 w 435145"/>
                <a:gd name="connsiteY55" fmla="*/ 395415 h 761503"/>
                <a:gd name="connsiteX56" fmla="*/ 205040 w 435145"/>
                <a:gd name="connsiteY56" fmla="*/ 406294 h 761503"/>
                <a:gd name="connsiteX57" fmla="*/ 205040 w 435145"/>
                <a:gd name="connsiteY57" fmla="*/ 425332 h 761503"/>
                <a:gd name="connsiteX58" fmla="*/ 213199 w 435145"/>
                <a:gd name="connsiteY58" fmla="*/ 493323 h 761503"/>
                <a:gd name="connsiteX59" fmla="*/ 221358 w 435145"/>
                <a:gd name="connsiteY59" fmla="*/ 561314 h 761503"/>
                <a:gd name="connsiteX60" fmla="*/ 226797 w 435145"/>
                <a:gd name="connsiteY60" fmla="*/ 591231 h 761503"/>
                <a:gd name="connsiteX61" fmla="*/ 240395 w 435145"/>
                <a:gd name="connsiteY61" fmla="*/ 618427 h 761503"/>
                <a:gd name="connsiteX62" fmla="*/ 283910 w 435145"/>
                <a:gd name="connsiteY62" fmla="*/ 651063 h 761503"/>
                <a:gd name="connsiteX63" fmla="*/ 338303 w 435145"/>
                <a:gd name="connsiteY63" fmla="*/ 612988 h 761503"/>
                <a:gd name="connsiteX64" fmla="*/ 354621 w 435145"/>
                <a:gd name="connsiteY64" fmla="*/ 577632 h 761503"/>
                <a:gd name="connsiteX65" fmla="*/ 357341 w 435145"/>
                <a:gd name="connsiteY65" fmla="*/ 509641 h 761503"/>
                <a:gd name="connsiteX66" fmla="*/ 362780 w 435145"/>
                <a:gd name="connsiteY66" fmla="*/ 485164 h 761503"/>
                <a:gd name="connsiteX67" fmla="*/ 368219 w 435145"/>
                <a:gd name="connsiteY67" fmla="*/ 474286 h 761503"/>
                <a:gd name="connsiteX68" fmla="*/ 376378 w 435145"/>
                <a:gd name="connsiteY68" fmla="*/ 468846 h 761503"/>
                <a:gd name="connsiteX69" fmla="*/ 384537 w 435145"/>
                <a:gd name="connsiteY69" fmla="*/ 474286 h 761503"/>
                <a:gd name="connsiteX70" fmla="*/ 392696 w 435145"/>
                <a:gd name="connsiteY70" fmla="*/ 493323 h 761503"/>
                <a:gd name="connsiteX71" fmla="*/ 395416 w 435145"/>
                <a:gd name="connsiteY71" fmla="*/ 558595 h 761503"/>
                <a:gd name="connsiteX72" fmla="*/ 398136 w 435145"/>
                <a:gd name="connsiteY72" fmla="*/ 618427 h 761503"/>
                <a:gd name="connsiteX73" fmla="*/ 400855 w 435145"/>
                <a:gd name="connsiteY73" fmla="*/ 678260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435145" h="761503">
                  <a:moveTo>
                    <a:pt x="400855" y="678260"/>
                  </a:moveTo>
                  <a:cubicBezTo>
                    <a:pt x="400855" y="689138"/>
                    <a:pt x="400855" y="719054"/>
                    <a:pt x="384537" y="719054"/>
                  </a:cubicBezTo>
                  <a:cubicBezTo>
                    <a:pt x="376378" y="719054"/>
                    <a:pt x="373659" y="716335"/>
                    <a:pt x="368219" y="713615"/>
                  </a:cubicBezTo>
                  <a:cubicBezTo>
                    <a:pt x="362780" y="710895"/>
                    <a:pt x="360060" y="702736"/>
                    <a:pt x="360060" y="697297"/>
                  </a:cubicBezTo>
                  <a:cubicBezTo>
                    <a:pt x="357341" y="680979"/>
                    <a:pt x="357341" y="664661"/>
                    <a:pt x="360060" y="651063"/>
                  </a:cubicBezTo>
                  <a:cubicBezTo>
                    <a:pt x="354621" y="659222"/>
                    <a:pt x="341023" y="678260"/>
                    <a:pt x="332864" y="686418"/>
                  </a:cubicBezTo>
                  <a:cubicBezTo>
                    <a:pt x="311107" y="708176"/>
                    <a:pt x="283910" y="721774"/>
                    <a:pt x="251274" y="721774"/>
                  </a:cubicBezTo>
                  <a:cubicBezTo>
                    <a:pt x="243115" y="721774"/>
                    <a:pt x="237676" y="721774"/>
                    <a:pt x="229517" y="719054"/>
                  </a:cubicBezTo>
                  <a:cubicBezTo>
                    <a:pt x="207759" y="716335"/>
                    <a:pt x="183283" y="708176"/>
                    <a:pt x="158806" y="694578"/>
                  </a:cubicBezTo>
                  <a:cubicBezTo>
                    <a:pt x="142488" y="686418"/>
                    <a:pt x="126170" y="672820"/>
                    <a:pt x="112571" y="659222"/>
                  </a:cubicBezTo>
                  <a:cubicBezTo>
                    <a:pt x="98973" y="642904"/>
                    <a:pt x="88095" y="626586"/>
                    <a:pt x="79936" y="607548"/>
                  </a:cubicBezTo>
                  <a:cubicBezTo>
                    <a:pt x="71777" y="585791"/>
                    <a:pt x="66337" y="566754"/>
                    <a:pt x="63618" y="542277"/>
                  </a:cubicBezTo>
                  <a:cubicBezTo>
                    <a:pt x="60898" y="517800"/>
                    <a:pt x="58178" y="493323"/>
                    <a:pt x="58178" y="471566"/>
                  </a:cubicBezTo>
                  <a:cubicBezTo>
                    <a:pt x="58178" y="447089"/>
                    <a:pt x="58178" y="425332"/>
                    <a:pt x="60898" y="400855"/>
                  </a:cubicBezTo>
                  <a:cubicBezTo>
                    <a:pt x="63618" y="379098"/>
                    <a:pt x="60898" y="357340"/>
                    <a:pt x="66337" y="335583"/>
                  </a:cubicBezTo>
                  <a:cubicBezTo>
                    <a:pt x="69057" y="313826"/>
                    <a:pt x="77216" y="289349"/>
                    <a:pt x="85375" y="267592"/>
                  </a:cubicBezTo>
                  <a:cubicBezTo>
                    <a:pt x="93534" y="243115"/>
                    <a:pt x="98973" y="221357"/>
                    <a:pt x="109852" y="199600"/>
                  </a:cubicBezTo>
                  <a:cubicBezTo>
                    <a:pt x="118011" y="177843"/>
                    <a:pt x="131609" y="161525"/>
                    <a:pt x="145207" y="145207"/>
                  </a:cubicBezTo>
                  <a:cubicBezTo>
                    <a:pt x="158806" y="128889"/>
                    <a:pt x="172404" y="109852"/>
                    <a:pt x="188722" y="96253"/>
                  </a:cubicBezTo>
                  <a:cubicBezTo>
                    <a:pt x="205040" y="82655"/>
                    <a:pt x="224077" y="77216"/>
                    <a:pt x="243115" y="71776"/>
                  </a:cubicBezTo>
                  <a:cubicBezTo>
                    <a:pt x="256713" y="69057"/>
                    <a:pt x="273031" y="63617"/>
                    <a:pt x="286630" y="63617"/>
                  </a:cubicBezTo>
                  <a:cubicBezTo>
                    <a:pt x="292069" y="63617"/>
                    <a:pt x="297508" y="63617"/>
                    <a:pt x="305667" y="66337"/>
                  </a:cubicBezTo>
                  <a:cubicBezTo>
                    <a:pt x="313826" y="69057"/>
                    <a:pt x="319266" y="74496"/>
                    <a:pt x="324705" y="79936"/>
                  </a:cubicBezTo>
                  <a:cubicBezTo>
                    <a:pt x="332864" y="85375"/>
                    <a:pt x="332864" y="93534"/>
                    <a:pt x="341023" y="101693"/>
                  </a:cubicBezTo>
                  <a:cubicBezTo>
                    <a:pt x="346462" y="107132"/>
                    <a:pt x="349182" y="118011"/>
                    <a:pt x="354621" y="123450"/>
                  </a:cubicBezTo>
                  <a:cubicBezTo>
                    <a:pt x="354621" y="115291"/>
                    <a:pt x="354621" y="101693"/>
                    <a:pt x="354621" y="98973"/>
                  </a:cubicBezTo>
                  <a:cubicBezTo>
                    <a:pt x="354621" y="90814"/>
                    <a:pt x="354621" y="79936"/>
                    <a:pt x="360060" y="74496"/>
                  </a:cubicBezTo>
                  <a:cubicBezTo>
                    <a:pt x="362780" y="71776"/>
                    <a:pt x="362780" y="69057"/>
                    <a:pt x="365500" y="63617"/>
                  </a:cubicBezTo>
                  <a:cubicBezTo>
                    <a:pt x="368219" y="60898"/>
                    <a:pt x="370939" y="58178"/>
                    <a:pt x="373659" y="58178"/>
                  </a:cubicBezTo>
                  <a:cubicBezTo>
                    <a:pt x="376378" y="58178"/>
                    <a:pt x="379098" y="60898"/>
                    <a:pt x="381818" y="63617"/>
                  </a:cubicBezTo>
                  <a:cubicBezTo>
                    <a:pt x="384537" y="69057"/>
                    <a:pt x="387257" y="77216"/>
                    <a:pt x="389977" y="82655"/>
                  </a:cubicBezTo>
                  <a:cubicBezTo>
                    <a:pt x="389977" y="90814"/>
                    <a:pt x="392696" y="107132"/>
                    <a:pt x="392696" y="126170"/>
                  </a:cubicBezTo>
                  <a:cubicBezTo>
                    <a:pt x="392696" y="150647"/>
                    <a:pt x="392696" y="177843"/>
                    <a:pt x="395416" y="186002"/>
                  </a:cubicBezTo>
                  <a:cubicBezTo>
                    <a:pt x="398136" y="205040"/>
                    <a:pt x="398136" y="215918"/>
                    <a:pt x="398136" y="237675"/>
                  </a:cubicBezTo>
                  <a:cubicBezTo>
                    <a:pt x="398136" y="240395"/>
                    <a:pt x="398136" y="243115"/>
                    <a:pt x="398136" y="243115"/>
                  </a:cubicBezTo>
                  <a:cubicBezTo>
                    <a:pt x="398136" y="248554"/>
                    <a:pt x="398136" y="251274"/>
                    <a:pt x="395416" y="256713"/>
                  </a:cubicBezTo>
                  <a:cubicBezTo>
                    <a:pt x="392696" y="267592"/>
                    <a:pt x="389977" y="278470"/>
                    <a:pt x="379098" y="278470"/>
                  </a:cubicBezTo>
                  <a:cubicBezTo>
                    <a:pt x="370939" y="278470"/>
                    <a:pt x="368219" y="275751"/>
                    <a:pt x="362780" y="273031"/>
                  </a:cubicBezTo>
                  <a:cubicBezTo>
                    <a:pt x="357341" y="270311"/>
                    <a:pt x="354621" y="262152"/>
                    <a:pt x="354621" y="256713"/>
                  </a:cubicBezTo>
                  <a:cubicBezTo>
                    <a:pt x="349182" y="237675"/>
                    <a:pt x="354621" y="232236"/>
                    <a:pt x="354621" y="213198"/>
                  </a:cubicBezTo>
                  <a:cubicBezTo>
                    <a:pt x="354621" y="210479"/>
                    <a:pt x="354621" y="207759"/>
                    <a:pt x="354621" y="205040"/>
                  </a:cubicBezTo>
                  <a:cubicBezTo>
                    <a:pt x="349182" y="186002"/>
                    <a:pt x="343742" y="169684"/>
                    <a:pt x="338303" y="147927"/>
                  </a:cubicBezTo>
                  <a:cubicBezTo>
                    <a:pt x="332864" y="131609"/>
                    <a:pt x="311107" y="107132"/>
                    <a:pt x="292069" y="107132"/>
                  </a:cubicBezTo>
                  <a:cubicBezTo>
                    <a:pt x="281190" y="107132"/>
                    <a:pt x="270312" y="115291"/>
                    <a:pt x="262153" y="120730"/>
                  </a:cubicBezTo>
                  <a:cubicBezTo>
                    <a:pt x="259433" y="123450"/>
                    <a:pt x="256713" y="126170"/>
                    <a:pt x="251274" y="131609"/>
                  </a:cubicBezTo>
                  <a:cubicBezTo>
                    <a:pt x="248554" y="134329"/>
                    <a:pt x="243115" y="137048"/>
                    <a:pt x="240395" y="139768"/>
                  </a:cubicBezTo>
                  <a:cubicBezTo>
                    <a:pt x="237676" y="145207"/>
                    <a:pt x="240395" y="156086"/>
                    <a:pt x="237676" y="164245"/>
                  </a:cubicBezTo>
                  <a:cubicBezTo>
                    <a:pt x="232236" y="175123"/>
                    <a:pt x="229517" y="186002"/>
                    <a:pt x="226797" y="196881"/>
                  </a:cubicBezTo>
                  <a:cubicBezTo>
                    <a:pt x="221358" y="218638"/>
                    <a:pt x="218638" y="237675"/>
                    <a:pt x="213199" y="259433"/>
                  </a:cubicBezTo>
                  <a:cubicBezTo>
                    <a:pt x="210479" y="281190"/>
                    <a:pt x="207759" y="302947"/>
                    <a:pt x="207759" y="324704"/>
                  </a:cubicBezTo>
                  <a:cubicBezTo>
                    <a:pt x="207759" y="327424"/>
                    <a:pt x="207759" y="332863"/>
                    <a:pt x="207759" y="335583"/>
                  </a:cubicBezTo>
                  <a:cubicBezTo>
                    <a:pt x="207759" y="341022"/>
                    <a:pt x="205040" y="343742"/>
                    <a:pt x="205040" y="349181"/>
                  </a:cubicBezTo>
                  <a:cubicBezTo>
                    <a:pt x="205040" y="354621"/>
                    <a:pt x="207759" y="362779"/>
                    <a:pt x="207759" y="368219"/>
                  </a:cubicBezTo>
                  <a:cubicBezTo>
                    <a:pt x="207759" y="370939"/>
                    <a:pt x="207759" y="373658"/>
                    <a:pt x="207759" y="376378"/>
                  </a:cubicBezTo>
                  <a:cubicBezTo>
                    <a:pt x="205040" y="381817"/>
                    <a:pt x="205040" y="384537"/>
                    <a:pt x="205040" y="387256"/>
                  </a:cubicBezTo>
                  <a:cubicBezTo>
                    <a:pt x="205040" y="389976"/>
                    <a:pt x="205040" y="392696"/>
                    <a:pt x="205040" y="395415"/>
                  </a:cubicBezTo>
                  <a:cubicBezTo>
                    <a:pt x="205040" y="398135"/>
                    <a:pt x="205040" y="403574"/>
                    <a:pt x="205040" y="406294"/>
                  </a:cubicBezTo>
                  <a:cubicBezTo>
                    <a:pt x="205040" y="411733"/>
                    <a:pt x="205040" y="417173"/>
                    <a:pt x="205040" y="425332"/>
                  </a:cubicBezTo>
                  <a:cubicBezTo>
                    <a:pt x="205040" y="449809"/>
                    <a:pt x="213199" y="471566"/>
                    <a:pt x="213199" y="493323"/>
                  </a:cubicBezTo>
                  <a:cubicBezTo>
                    <a:pt x="213199" y="517800"/>
                    <a:pt x="215919" y="539557"/>
                    <a:pt x="221358" y="561314"/>
                  </a:cubicBezTo>
                  <a:cubicBezTo>
                    <a:pt x="224077" y="572193"/>
                    <a:pt x="224077" y="580352"/>
                    <a:pt x="226797" y="591231"/>
                  </a:cubicBezTo>
                  <a:cubicBezTo>
                    <a:pt x="229517" y="599390"/>
                    <a:pt x="237676" y="607548"/>
                    <a:pt x="240395" y="618427"/>
                  </a:cubicBezTo>
                  <a:cubicBezTo>
                    <a:pt x="248554" y="637465"/>
                    <a:pt x="262153" y="651063"/>
                    <a:pt x="283910" y="651063"/>
                  </a:cubicBezTo>
                  <a:cubicBezTo>
                    <a:pt x="302948" y="651063"/>
                    <a:pt x="330144" y="629306"/>
                    <a:pt x="338303" y="612988"/>
                  </a:cubicBezTo>
                  <a:cubicBezTo>
                    <a:pt x="346462" y="599390"/>
                    <a:pt x="351901" y="591231"/>
                    <a:pt x="354621" y="577632"/>
                  </a:cubicBezTo>
                  <a:cubicBezTo>
                    <a:pt x="354621" y="550436"/>
                    <a:pt x="354621" y="517800"/>
                    <a:pt x="357341" y="509641"/>
                  </a:cubicBezTo>
                  <a:cubicBezTo>
                    <a:pt x="357341" y="501482"/>
                    <a:pt x="357341" y="490603"/>
                    <a:pt x="362780" y="485164"/>
                  </a:cubicBezTo>
                  <a:cubicBezTo>
                    <a:pt x="365500" y="482444"/>
                    <a:pt x="365500" y="479725"/>
                    <a:pt x="368219" y="474286"/>
                  </a:cubicBezTo>
                  <a:cubicBezTo>
                    <a:pt x="370939" y="471566"/>
                    <a:pt x="373659" y="468846"/>
                    <a:pt x="376378" y="468846"/>
                  </a:cubicBezTo>
                  <a:cubicBezTo>
                    <a:pt x="379098" y="468846"/>
                    <a:pt x="381818" y="471566"/>
                    <a:pt x="384537" y="474286"/>
                  </a:cubicBezTo>
                  <a:cubicBezTo>
                    <a:pt x="387257" y="479725"/>
                    <a:pt x="389977" y="487884"/>
                    <a:pt x="392696" y="493323"/>
                  </a:cubicBezTo>
                  <a:cubicBezTo>
                    <a:pt x="392696" y="501482"/>
                    <a:pt x="395416" y="539557"/>
                    <a:pt x="395416" y="558595"/>
                  </a:cubicBezTo>
                  <a:cubicBezTo>
                    <a:pt x="395416" y="583072"/>
                    <a:pt x="395416" y="610268"/>
                    <a:pt x="398136" y="618427"/>
                  </a:cubicBezTo>
                  <a:cubicBezTo>
                    <a:pt x="398136" y="648343"/>
                    <a:pt x="400855" y="659222"/>
                    <a:pt x="400855" y="678260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AC9E9740-267B-494C-8D33-85F618C926FA}"/>
                </a:ext>
              </a:extLst>
            </p:cNvPr>
            <p:cNvSpPr/>
            <p:nvPr/>
          </p:nvSpPr>
          <p:spPr>
            <a:xfrm>
              <a:off x="3829459" y="4200317"/>
              <a:ext cx="598325" cy="761503"/>
            </a:xfrm>
            <a:custGeom>
              <a:avLst/>
              <a:gdLst>
                <a:gd name="connsiteX0" fmla="*/ 360060 w 598324"/>
                <a:gd name="connsiteY0" fmla="*/ 332863 h 761503"/>
                <a:gd name="connsiteX1" fmla="*/ 341023 w 598324"/>
                <a:gd name="connsiteY1" fmla="*/ 370939 h 761503"/>
                <a:gd name="connsiteX2" fmla="*/ 376378 w 598324"/>
                <a:gd name="connsiteY2" fmla="*/ 389976 h 761503"/>
                <a:gd name="connsiteX3" fmla="*/ 425332 w 598324"/>
                <a:gd name="connsiteY3" fmla="*/ 433491 h 761503"/>
                <a:gd name="connsiteX4" fmla="*/ 438930 w 598324"/>
                <a:gd name="connsiteY4" fmla="*/ 463407 h 761503"/>
                <a:gd name="connsiteX5" fmla="*/ 449809 w 598324"/>
                <a:gd name="connsiteY5" fmla="*/ 498762 h 761503"/>
                <a:gd name="connsiteX6" fmla="*/ 457968 w 598324"/>
                <a:gd name="connsiteY6" fmla="*/ 528679 h 761503"/>
                <a:gd name="connsiteX7" fmla="*/ 466127 w 598324"/>
                <a:gd name="connsiteY7" fmla="*/ 564034 h 761503"/>
                <a:gd name="connsiteX8" fmla="*/ 471566 w 598324"/>
                <a:gd name="connsiteY8" fmla="*/ 593950 h 761503"/>
                <a:gd name="connsiteX9" fmla="*/ 479725 w 598324"/>
                <a:gd name="connsiteY9" fmla="*/ 607548 h 761503"/>
                <a:gd name="connsiteX10" fmla="*/ 487884 w 598324"/>
                <a:gd name="connsiteY10" fmla="*/ 623867 h 761503"/>
                <a:gd name="connsiteX11" fmla="*/ 501482 w 598324"/>
                <a:gd name="connsiteY11" fmla="*/ 651063 h 761503"/>
                <a:gd name="connsiteX12" fmla="*/ 523240 w 598324"/>
                <a:gd name="connsiteY12" fmla="*/ 670101 h 761503"/>
                <a:gd name="connsiteX13" fmla="*/ 534119 w 598324"/>
                <a:gd name="connsiteY13" fmla="*/ 686418 h 761503"/>
                <a:gd name="connsiteX14" fmla="*/ 531399 w 598324"/>
                <a:gd name="connsiteY14" fmla="*/ 694578 h 761503"/>
                <a:gd name="connsiteX15" fmla="*/ 498763 w 598324"/>
                <a:gd name="connsiteY15" fmla="*/ 708176 h 761503"/>
                <a:gd name="connsiteX16" fmla="*/ 449809 w 598324"/>
                <a:gd name="connsiteY16" fmla="*/ 700017 h 761503"/>
                <a:gd name="connsiteX17" fmla="*/ 400855 w 598324"/>
                <a:gd name="connsiteY17" fmla="*/ 667381 h 761503"/>
                <a:gd name="connsiteX18" fmla="*/ 381817 w 598324"/>
                <a:gd name="connsiteY18" fmla="*/ 642904 h 761503"/>
                <a:gd name="connsiteX19" fmla="*/ 368219 w 598324"/>
                <a:gd name="connsiteY19" fmla="*/ 610268 h 761503"/>
                <a:gd name="connsiteX20" fmla="*/ 349182 w 598324"/>
                <a:gd name="connsiteY20" fmla="*/ 550436 h 761503"/>
                <a:gd name="connsiteX21" fmla="*/ 338303 w 598324"/>
                <a:gd name="connsiteY21" fmla="*/ 504202 h 761503"/>
                <a:gd name="connsiteX22" fmla="*/ 330144 w 598324"/>
                <a:gd name="connsiteY22" fmla="*/ 477005 h 761503"/>
                <a:gd name="connsiteX23" fmla="*/ 321985 w 598324"/>
                <a:gd name="connsiteY23" fmla="*/ 455248 h 761503"/>
                <a:gd name="connsiteX24" fmla="*/ 305667 w 598324"/>
                <a:gd name="connsiteY24" fmla="*/ 436210 h 761503"/>
                <a:gd name="connsiteX25" fmla="*/ 294788 w 598324"/>
                <a:gd name="connsiteY25" fmla="*/ 441650 h 761503"/>
                <a:gd name="connsiteX26" fmla="*/ 278471 w 598324"/>
                <a:gd name="connsiteY26" fmla="*/ 463407 h 761503"/>
                <a:gd name="connsiteX27" fmla="*/ 264872 w 598324"/>
                <a:gd name="connsiteY27" fmla="*/ 496043 h 761503"/>
                <a:gd name="connsiteX28" fmla="*/ 262153 w 598324"/>
                <a:gd name="connsiteY28" fmla="*/ 517800 h 761503"/>
                <a:gd name="connsiteX29" fmla="*/ 262153 w 598324"/>
                <a:gd name="connsiteY29" fmla="*/ 523239 h 761503"/>
                <a:gd name="connsiteX30" fmla="*/ 262153 w 598324"/>
                <a:gd name="connsiteY30" fmla="*/ 553155 h 761503"/>
                <a:gd name="connsiteX31" fmla="*/ 262153 w 598324"/>
                <a:gd name="connsiteY31" fmla="*/ 629306 h 761503"/>
                <a:gd name="connsiteX32" fmla="*/ 259433 w 598324"/>
                <a:gd name="connsiteY32" fmla="*/ 659222 h 761503"/>
                <a:gd name="connsiteX33" fmla="*/ 283910 w 598324"/>
                <a:gd name="connsiteY33" fmla="*/ 659222 h 761503"/>
                <a:gd name="connsiteX34" fmla="*/ 321985 w 598324"/>
                <a:gd name="connsiteY34" fmla="*/ 675540 h 761503"/>
                <a:gd name="connsiteX35" fmla="*/ 316546 w 598324"/>
                <a:gd name="connsiteY35" fmla="*/ 691858 h 761503"/>
                <a:gd name="connsiteX36" fmla="*/ 300228 w 598324"/>
                <a:gd name="connsiteY36" fmla="*/ 700017 h 761503"/>
                <a:gd name="connsiteX37" fmla="*/ 278471 w 598324"/>
                <a:gd name="connsiteY37" fmla="*/ 702736 h 761503"/>
                <a:gd name="connsiteX38" fmla="*/ 243115 w 598324"/>
                <a:gd name="connsiteY38" fmla="*/ 702736 h 761503"/>
                <a:gd name="connsiteX39" fmla="*/ 221358 w 598324"/>
                <a:gd name="connsiteY39" fmla="*/ 710895 h 761503"/>
                <a:gd name="connsiteX40" fmla="*/ 194161 w 598324"/>
                <a:gd name="connsiteY40" fmla="*/ 702736 h 761503"/>
                <a:gd name="connsiteX41" fmla="*/ 177843 w 598324"/>
                <a:gd name="connsiteY41" fmla="*/ 702736 h 761503"/>
                <a:gd name="connsiteX42" fmla="*/ 126170 w 598324"/>
                <a:gd name="connsiteY42" fmla="*/ 702736 h 761503"/>
                <a:gd name="connsiteX43" fmla="*/ 101693 w 598324"/>
                <a:gd name="connsiteY43" fmla="*/ 702736 h 761503"/>
                <a:gd name="connsiteX44" fmla="*/ 74496 w 598324"/>
                <a:gd name="connsiteY44" fmla="*/ 697297 h 761503"/>
                <a:gd name="connsiteX45" fmla="*/ 58178 w 598324"/>
                <a:gd name="connsiteY45" fmla="*/ 680979 h 761503"/>
                <a:gd name="connsiteX46" fmla="*/ 63617 w 598324"/>
                <a:gd name="connsiteY46" fmla="*/ 672820 h 761503"/>
                <a:gd name="connsiteX47" fmla="*/ 85375 w 598324"/>
                <a:gd name="connsiteY47" fmla="*/ 664661 h 761503"/>
                <a:gd name="connsiteX48" fmla="*/ 128889 w 598324"/>
                <a:gd name="connsiteY48" fmla="*/ 659222 h 761503"/>
                <a:gd name="connsiteX49" fmla="*/ 147927 w 598324"/>
                <a:gd name="connsiteY49" fmla="*/ 659222 h 761503"/>
                <a:gd name="connsiteX50" fmla="*/ 145207 w 598324"/>
                <a:gd name="connsiteY50" fmla="*/ 653783 h 761503"/>
                <a:gd name="connsiteX51" fmla="*/ 131609 w 598324"/>
                <a:gd name="connsiteY51" fmla="*/ 585791 h 761503"/>
                <a:gd name="connsiteX52" fmla="*/ 134329 w 598324"/>
                <a:gd name="connsiteY52" fmla="*/ 498762 h 761503"/>
                <a:gd name="connsiteX53" fmla="*/ 137048 w 598324"/>
                <a:gd name="connsiteY53" fmla="*/ 406294 h 761503"/>
                <a:gd name="connsiteX54" fmla="*/ 134329 w 598324"/>
                <a:gd name="connsiteY54" fmla="*/ 327424 h 761503"/>
                <a:gd name="connsiteX55" fmla="*/ 137048 w 598324"/>
                <a:gd name="connsiteY55" fmla="*/ 253993 h 761503"/>
                <a:gd name="connsiteX56" fmla="*/ 139768 w 598324"/>
                <a:gd name="connsiteY56" fmla="*/ 207759 h 761503"/>
                <a:gd name="connsiteX57" fmla="*/ 137048 w 598324"/>
                <a:gd name="connsiteY57" fmla="*/ 172404 h 761503"/>
                <a:gd name="connsiteX58" fmla="*/ 137048 w 598324"/>
                <a:gd name="connsiteY58" fmla="*/ 112571 h 761503"/>
                <a:gd name="connsiteX59" fmla="*/ 126170 w 598324"/>
                <a:gd name="connsiteY59" fmla="*/ 112571 h 761503"/>
                <a:gd name="connsiteX60" fmla="*/ 101693 w 598324"/>
                <a:gd name="connsiteY60" fmla="*/ 112571 h 761503"/>
                <a:gd name="connsiteX61" fmla="*/ 74496 w 598324"/>
                <a:gd name="connsiteY61" fmla="*/ 107132 h 761503"/>
                <a:gd name="connsiteX62" fmla="*/ 58178 w 598324"/>
                <a:gd name="connsiteY62" fmla="*/ 90814 h 761503"/>
                <a:gd name="connsiteX63" fmla="*/ 63617 w 598324"/>
                <a:gd name="connsiteY63" fmla="*/ 82655 h 761503"/>
                <a:gd name="connsiteX64" fmla="*/ 85375 w 598324"/>
                <a:gd name="connsiteY64" fmla="*/ 74496 h 761503"/>
                <a:gd name="connsiteX65" fmla="*/ 137048 w 598324"/>
                <a:gd name="connsiteY65" fmla="*/ 69057 h 761503"/>
                <a:gd name="connsiteX66" fmla="*/ 145207 w 598324"/>
                <a:gd name="connsiteY66" fmla="*/ 69057 h 761503"/>
                <a:gd name="connsiteX67" fmla="*/ 169684 w 598324"/>
                <a:gd name="connsiteY67" fmla="*/ 58178 h 761503"/>
                <a:gd name="connsiteX68" fmla="*/ 177843 w 598324"/>
                <a:gd name="connsiteY68" fmla="*/ 58178 h 761503"/>
                <a:gd name="connsiteX69" fmla="*/ 205040 w 598324"/>
                <a:gd name="connsiteY69" fmla="*/ 66337 h 761503"/>
                <a:gd name="connsiteX70" fmla="*/ 286629 w 598324"/>
                <a:gd name="connsiteY70" fmla="*/ 63617 h 761503"/>
                <a:gd name="connsiteX71" fmla="*/ 324705 w 598324"/>
                <a:gd name="connsiteY71" fmla="*/ 79936 h 761503"/>
                <a:gd name="connsiteX72" fmla="*/ 319265 w 598324"/>
                <a:gd name="connsiteY72" fmla="*/ 96253 h 761503"/>
                <a:gd name="connsiteX73" fmla="*/ 302948 w 598324"/>
                <a:gd name="connsiteY73" fmla="*/ 104412 h 761503"/>
                <a:gd name="connsiteX74" fmla="*/ 278471 w 598324"/>
                <a:gd name="connsiteY74" fmla="*/ 112571 h 761503"/>
                <a:gd name="connsiteX75" fmla="*/ 232236 w 598324"/>
                <a:gd name="connsiteY75" fmla="*/ 112571 h 761503"/>
                <a:gd name="connsiteX76" fmla="*/ 240395 w 598324"/>
                <a:gd name="connsiteY76" fmla="*/ 137048 h 761503"/>
                <a:gd name="connsiteX77" fmla="*/ 240395 w 598324"/>
                <a:gd name="connsiteY77" fmla="*/ 150647 h 761503"/>
                <a:gd name="connsiteX78" fmla="*/ 243115 w 598324"/>
                <a:gd name="connsiteY78" fmla="*/ 158805 h 761503"/>
                <a:gd name="connsiteX79" fmla="*/ 248554 w 598324"/>
                <a:gd name="connsiteY79" fmla="*/ 188722 h 761503"/>
                <a:gd name="connsiteX80" fmla="*/ 248554 w 598324"/>
                <a:gd name="connsiteY80" fmla="*/ 199600 h 761503"/>
                <a:gd name="connsiteX81" fmla="*/ 248554 w 598324"/>
                <a:gd name="connsiteY81" fmla="*/ 221357 h 761503"/>
                <a:gd name="connsiteX82" fmla="*/ 253994 w 598324"/>
                <a:gd name="connsiteY82" fmla="*/ 264872 h 761503"/>
                <a:gd name="connsiteX83" fmla="*/ 262153 w 598324"/>
                <a:gd name="connsiteY83" fmla="*/ 297508 h 761503"/>
                <a:gd name="connsiteX84" fmla="*/ 264872 w 598324"/>
                <a:gd name="connsiteY84" fmla="*/ 324704 h 761503"/>
                <a:gd name="connsiteX85" fmla="*/ 264872 w 598324"/>
                <a:gd name="connsiteY85" fmla="*/ 332863 h 761503"/>
                <a:gd name="connsiteX86" fmla="*/ 264872 w 598324"/>
                <a:gd name="connsiteY86" fmla="*/ 351901 h 761503"/>
                <a:gd name="connsiteX87" fmla="*/ 262153 w 598324"/>
                <a:gd name="connsiteY87" fmla="*/ 370939 h 761503"/>
                <a:gd name="connsiteX88" fmla="*/ 267592 w 598324"/>
                <a:gd name="connsiteY88" fmla="*/ 384537 h 761503"/>
                <a:gd name="connsiteX89" fmla="*/ 278471 w 598324"/>
                <a:gd name="connsiteY89" fmla="*/ 370939 h 761503"/>
                <a:gd name="connsiteX90" fmla="*/ 297508 w 598324"/>
                <a:gd name="connsiteY90" fmla="*/ 332863 h 761503"/>
                <a:gd name="connsiteX91" fmla="*/ 311106 w 598324"/>
                <a:gd name="connsiteY91" fmla="*/ 305667 h 761503"/>
                <a:gd name="connsiteX92" fmla="*/ 335583 w 598324"/>
                <a:gd name="connsiteY92" fmla="*/ 259433 h 761503"/>
                <a:gd name="connsiteX93" fmla="*/ 354621 w 598324"/>
                <a:gd name="connsiteY93" fmla="*/ 224077 h 761503"/>
                <a:gd name="connsiteX94" fmla="*/ 381817 w 598324"/>
                <a:gd name="connsiteY94" fmla="*/ 172404 h 761503"/>
                <a:gd name="connsiteX95" fmla="*/ 409014 w 598324"/>
                <a:gd name="connsiteY95" fmla="*/ 118011 h 761503"/>
                <a:gd name="connsiteX96" fmla="*/ 411734 w 598324"/>
                <a:gd name="connsiteY96" fmla="*/ 115291 h 761503"/>
                <a:gd name="connsiteX97" fmla="*/ 398136 w 598324"/>
                <a:gd name="connsiteY97" fmla="*/ 115291 h 761503"/>
                <a:gd name="connsiteX98" fmla="*/ 379098 w 598324"/>
                <a:gd name="connsiteY98" fmla="*/ 109852 h 761503"/>
                <a:gd name="connsiteX99" fmla="*/ 368219 w 598324"/>
                <a:gd name="connsiteY99" fmla="*/ 93534 h 761503"/>
                <a:gd name="connsiteX100" fmla="*/ 370939 w 598324"/>
                <a:gd name="connsiteY100" fmla="*/ 85375 h 761503"/>
                <a:gd name="connsiteX101" fmla="*/ 387257 w 598324"/>
                <a:gd name="connsiteY101" fmla="*/ 77216 h 761503"/>
                <a:gd name="connsiteX102" fmla="*/ 422612 w 598324"/>
                <a:gd name="connsiteY102" fmla="*/ 71776 h 761503"/>
                <a:gd name="connsiteX103" fmla="*/ 436211 w 598324"/>
                <a:gd name="connsiteY103" fmla="*/ 71776 h 761503"/>
                <a:gd name="connsiteX104" fmla="*/ 438930 w 598324"/>
                <a:gd name="connsiteY104" fmla="*/ 69057 h 761503"/>
                <a:gd name="connsiteX105" fmla="*/ 452529 w 598324"/>
                <a:gd name="connsiteY105" fmla="*/ 66337 h 761503"/>
                <a:gd name="connsiteX106" fmla="*/ 466127 w 598324"/>
                <a:gd name="connsiteY106" fmla="*/ 69057 h 761503"/>
                <a:gd name="connsiteX107" fmla="*/ 471566 w 598324"/>
                <a:gd name="connsiteY107" fmla="*/ 71776 h 761503"/>
                <a:gd name="connsiteX108" fmla="*/ 515081 w 598324"/>
                <a:gd name="connsiteY108" fmla="*/ 71776 h 761503"/>
                <a:gd name="connsiteX109" fmla="*/ 542277 w 598324"/>
                <a:gd name="connsiteY109" fmla="*/ 88094 h 761503"/>
                <a:gd name="connsiteX110" fmla="*/ 536838 w 598324"/>
                <a:gd name="connsiteY110" fmla="*/ 104412 h 761503"/>
                <a:gd name="connsiteX111" fmla="*/ 525959 w 598324"/>
                <a:gd name="connsiteY111" fmla="*/ 112571 h 761503"/>
                <a:gd name="connsiteX112" fmla="*/ 509642 w 598324"/>
                <a:gd name="connsiteY112" fmla="*/ 115291 h 761503"/>
                <a:gd name="connsiteX113" fmla="*/ 468847 w 598324"/>
                <a:gd name="connsiteY113" fmla="*/ 115291 h 761503"/>
                <a:gd name="connsiteX114" fmla="*/ 457968 w 598324"/>
                <a:gd name="connsiteY114" fmla="*/ 137048 h 761503"/>
                <a:gd name="connsiteX115" fmla="*/ 430771 w 598324"/>
                <a:gd name="connsiteY115" fmla="*/ 194161 h 761503"/>
                <a:gd name="connsiteX116" fmla="*/ 400855 w 598324"/>
                <a:gd name="connsiteY116" fmla="*/ 262152 h 761503"/>
                <a:gd name="connsiteX117" fmla="*/ 360060 w 598324"/>
                <a:gd name="connsiteY117" fmla="*/ 332863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</a:cxnLst>
              <a:rect l="l" t="t" r="r" b="b"/>
              <a:pathLst>
                <a:path w="598324" h="761503">
                  <a:moveTo>
                    <a:pt x="360060" y="332863"/>
                  </a:moveTo>
                  <a:cubicBezTo>
                    <a:pt x="351901" y="343742"/>
                    <a:pt x="341023" y="357340"/>
                    <a:pt x="341023" y="370939"/>
                  </a:cubicBezTo>
                  <a:cubicBezTo>
                    <a:pt x="341023" y="379098"/>
                    <a:pt x="357341" y="381817"/>
                    <a:pt x="376378" y="389976"/>
                  </a:cubicBezTo>
                  <a:cubicBezTo>
                    <a:pt x="395416" y="398135"/>
                    <a:pt x="417173" y="417173"/>
                    <a:pt x="425332" y="433491"/>
                  </a:cubicBezTo>
                  <a:cubicBezTo>
                    <a:pt x="430771" y="444369"/>
                    <a:pt x="436211" y="452528"/>
                    <a:pt x="438930" y="463407"/>
                  </a:cubicBezTo>
                  <a:cubicBezTo>
                    <a:pt x="444370" y="474286"/>
                    <a:pt x="447089" y="487884"/>
                    <a:pt x="449809" y="498762"/>
                  </a:cubicBezTo>
                  <a:cubicBezTo>
                    <a:pt x="452529" y="512361"/>
                    <a:pt x="452529" y="517800"/>
                    <a:pt x="457968" y="528679"/>
                  </a:cubicBezTo>
                  <a:cubicBezTo>
                    <a:pt x="463407" y="539557"/>
                    <a:pt x="463407" y="553155"/>
                    <a:pt x="466127" y="564034"/>
                  </a:cubicBezTo>
                  <a:cubicBezTo>
                    <a:pt x="468847" y="572193"/>
                    <a:pt x="468847" y="585791"/>
                    <a:pt x="471566" y="593950"/>
                  </a:cubicBezTo>
                  <a:cubicBezTo>
                    <a:pt x="474286" y="599390"/>
                    <a:pt x="477006" y="602109"/>
                    <a:pt x="479725" y="607548"/>
                  </a:cubicBezTo>
                  <a:cubicBezTo>
                    <a:pt x="482445" y="612988"/>
                    <a:pt x="487884" y="618427"/>
                    <a:pt x="487884" y="623867"/>
                  </a:cubicBezTo>
                  <a:cubicBezTo>
                    <a:pt x="490604" y="634745"/>
                    <a:pt x="496043" y="642904"/>
                    <a:pt x="501482" y="651063"/>
                  </a:cubicBezTo>
                  <a:cubicBezTo>
                    <a:pt x="506922" y="661942"/>
                    <a:pt x="512361" y="664661"/>
                    <a:pt x="523240" y="670101"/>
                  </a:cubicBezTo>
                  <a:cubicBezTo>
                    <a:pt x="528679" y="672820"/>
                    <a:pt x="534119" y="680979"/>
                    <a:pt x="534119" y="686418"/>
                  </a:cubicBezTo>
                  <a:cubicBezTo>
                    <a:pt x="534119" y="689138"/>
                    <a:pt x="534119" y="691858"/>
                    <a:pt x="531399" y="694578"/>
                  </a:cubicBezTo>
                  <a:cubicBezTo>
                    <a:pt x="525959" y="702736"/>
                    <a:pt x="512361" y="708176"/>
                    <a:pt x="498763" y="708176"/>
                  </a:cubicBezTo>
                  <a:cubicBezTo>
                    <a:pt x="485165" y="708176"/>
                    <a:pt x="466127" y="705456"/>
                    <a:pt x="449809" y="700017"/>
                  </a:cubicBezTo>
                  <a:cubicBezTo>
                    <a:pt x="430771" y="694578"/>
                    <a:pt x="409014" y="675540"/>
                    <a:pt x="400855" y="667381"/>
                  </a:cubicBezTo>
                  <a:cubicBezTo>
                    <a:pt x="392696" y="659222"/>
                    <a:pt x="387257" y="651063"/>
                    <a:pt x="381817" y="642904"/>
                  </a:cubicBezTo>
                  <a:cubicBezTo>
                    <a:pt x="376378" y="632025"/>
                    <a:pt x="370939" y="623867"/>
                    <a:pt x="368219" y="610268"/>
                  </a:cubicBezTo>
                  <a:cubicBezTo>
                    <a:pt x="360060" y="588511"/>
                    <a:pt x="357341" y="574913"/>
                    <a:pt x="349182" y="550436"/>
                  </a:cubicBezTo>
                  <a:cubicBezTo>
                    <a:pt x="343742" y="534118"/>
                    <a:pt x="341023" y="520520"/>
                    <a:pt x="338303" y="504202"/>
                  </a:cubicBezTo>
                  <a:cubicBezTo>
                    <a:pt x="335583" y="493323"/>
                    <a:pt x="332864" y="485164"/>
                    <a:pt x="330144" y="477005"/>
                  </a:cubicBezTo>
                  <a:cubicBezTo>
                    <a:pt x="327424" y="471566"/>
                    <a:pt x="324705" y="463407"/>
                    <a:pt x="321985" y="455248"/>
                  </a:cubicBezTo>
                  <a:cubicBezTo>
                    <a:pt x="316546" y="444369"/>
                    <a:pt x="311106" y="436210"/>
                    <a:pt x="305667" y="436210"/>
                  </a:cubicBezTo>
                  <a:cubicBezTo>
                    <a:pt x="302948" y="436210"/>
                    <a:pt x="300228" y="438930"/>
                    <a:pt x="294788" y="441650"/>
                  </a:cubicBezTo>
                  <a:cubicBezTo>
                    <a:pt x="289349" y="447089"/>
                    <a:pt x="283910" y="455248"/>
                    <a:pt x="278471" y="463407"/>
                  </a:cubicBezTo>
                  <a:cubicBezTo>
                    <a:pt x="270312" y="474286"/>
                    <a:pt x="267592" y="485164"/>
                    <a:pt x="264872" y="496043"/>
                  </a:cubicBezTo>
                  <a:cubicBezTo>
                    <a:pt x="264872" y="504202"/>
                    <a:pt x="262153" y="512361"/>
                    <a:pt x="262153" y="517800"/>
                  </a:cubicBezTo>
                  <a:cubicBezTo>
                    <a:pt x="262153" y="520520"/>
                    <a:pt x="262153" y="520520"/>
                    <a:pt x="262153" y="523239"/>
                  </a:cubicBezTo>
                  <a:cubicBezTo>
                    <a:pt x="262153" y="528679"/>
                    <a:pt x="262153" y="544997"/>
                    <a:pt x="262153" y="553155"/>
                  </a:cubicBezTo>
                  <a:cubicBezTo>
                    <a:pt x="262153" y="583072"/>
                    <a:pt x="264872" y="599390"/>
                    <a:pt x="262153" y="629306"/>
                  </a:cubicBezTo>
                  <a:cubicBezTo>
                    <a:pt x="262153" y="640184"/>
                    <a:pt x="262153" y="648343"/>
                    <a:pt x="259433" y="659222"/>
                  </a:cubicBezTo>
                  <a:cubicBezTo>
                    <a:pt x="270312" y="659222"/>
                    <a:pt x="278471" y="659222"/>
                    <a:pt x="283910" y="659222"/>
                  </a:cubicBezTo>
                  <a:cubicBezTo>
                    <a:pt x="297508" y="659222"/>
                    <a:pt x="321985" y="659222"/>
                    <a:pt x="321985" y="675540"/>
                  </a:cubicBezTo>
                  <a:cubicBezTo>
                    <a:pt x="321985" y="683699"/>
                    <a:pt x="319265" y="686418"/>
                    <a:pt x="316546" y="691858"/>
                  </a:cubicBezTo>
                  <a:cubicBezTo>
                    <a:pt x="311106" y="697297"/>
                    <a:pt x="305667" y="700017"/>
                    <a:pt x="300228" y="700017"/>
                  </a:cubicBezTo>
                  <a:cubicBezTo>
                    <a:pt x="292069" y="702736"/>
                    <a:pt x="283910" y="702736"/>
                    <a:pt x="278471" y="702736"/>
                  </a:cubicBezTo>
                  <a:cubicBezTo>
                    <a:pt x="275751" y="702736"/>
                    <a:pt x="259433" y="702736"/>
                    <a:pt x="243115" y="702736"/>
                  </a:cubicBezTo>
                  <a:cubicBezTo>
                    <a:pt x="237676" y="708176"/>
                    <a:pt x="229517" y="710895"/>
                    <a:pt x="221358" y="710895"/>
                  </a:cubicBezTo>
                  <a:cubicBezTo>
                    <a:pt x="213199" y="710895"/>
                    <a:pt x="202320" y="708176"/>
                    <a:pt x="194161" y="702736"/>
                  </a:cubicBezTo>
                  <a:cubicBezTo>
                    <a:pt x="186002" y="702736"/>
                    <a:pt x="180563" y="702736"/>
                    <a:pt x="177843" y="702736"/>
                  </a:cubicBezTo>
                  <a:cubicBezTo>
                    <a:pt x="164245" y="702736"/>
                    <a:pt x="139768" y="702736"/>
                    <a:pt x="126170" y="702736"/>
                  </a:cubicBezTo>
                  <a:cubicBezTo>
                    <a:pt x="118011" y="702736"/>
                    <a:pt x="109852" y="702736"/>
                    <a:pt x="101693" y="702736"/>
                  </a:cubicBezTo>
                  <a:cubicBezTo>
                    <a:pt x="93534" y="702736"/>
                    <a:pt x="82655" y="702736"/>
                    <a:pt x="74496" y="697297"/>
                  </a:cubicBezTo>
                  <a:cubicBezTo>
                    <a:pt x="66337" y="694578"/>
                    <a:pt x="58178" y="686418"/>
                    <a:pt x="58178" y="680979"/>
                  </a:cubicBezTo>
                  <a:cubicBezTo>
                    <a:pt x="58178" y="678260"/>
                    <a:pt x="58178" y="675540"/>
                    <a:pt x="63617" y="672820"/>
                  </a:cubicBezTo>
                  <a:cubicBezTo>
                    <a:pt x="69057" y="670101"/>
                    <a:pt x="79935" y="667381"/>
                    <a:pt x="85375" y="664661"/>
                  </a:cubicBezTo>
                  <a:cubicBezTo>
                    <a:pt x="104412" y="661942"/>
                    <a:pt x="123450" y="659222"/>
                    <a:pt x="128889" y="659222"/>
                  </a:cubicBezTo>
                  <a:cubicBezTo>
                    <a:pt x="134329" y="659222"/>
                    <a:pt x="139768" y="659222"/>
                    <a:pt x="147927" y="659222"/>
                  </a:cubicBezTo>
                  <a:cubicBezTo>
                    <a:pt x="147927" y="656502"/>
                    <a:pt x="145207" y="653783"/>
                    <a:pt x="145207" y="653783"/>
                  </a:cubicBezTo>
                  <a:cubicBezTo>
                    <a:pt x="131609" y="632025"/>
                    <a:pt x="131609" y="610268"/>
                    <a:pt x="131609" y="585791"/>
                  </a:cubicBezTo>
                  <a:cubicBezTo>
                    <a:pt x="131609" y="555875"/>
                    <a:pt x="131609" y="528679"/>
                    <a:pt x="134329" y="498762"/>
                  </a:cubicBezTo>
                  <a:cubicBezTo>
                    <a:pt x="134329" y="468846"/>
                    <a:pt x="137048" y="436210"/>
                    <a:pt x="137048" y="406294"/>
                  </a:cubicBezTo>
                  <a:cubicBezTo>
                    <a:pt x="137048" y="379098"/>
                    <a:pt x="134329" y="354621"/>
                    <a:pt x="134329" y="327424"/>
                  </a:cubicBezTo>
                  <a:cubicBezTo>
                    <a:pt x="134329" y="302947"/>
                    <a:pt x="137048" y="278470"/>
                    <a:pt x="137048" y="253993"/>
                  </a:cubicBezTo>
                  <a:cubicBezTo>
                    <a:pt x="137048" y="237675"/>
                    <a:pt x="139768" y="224077"/>
                    <a:pt x="139768" y="207759"/>
                  </a:cubicBezTo>
                  <a:cubicBezTo>
                    <a:pt x="139768" y="196881"/>
                    <a:pt x="137048" y="183282"/>
                    <a:pt x="137048" y="172404"/>
                  </a:cubicBezTo>
                  <a:cubicBezTo>
                    <a:pt x="137048" y="150647"/>
                    <a:pt x="137048" y="131609"/>
                    <a:pt x="137048" y="112571"/>
                  </a:cubicBezTo>
                  <a:cubicBezTo>
                    <a:pt x="134329" y="112571"/>
                    <a:pt x="137048" y="112571"/>
                    <a:pt x="126170" y="112571"/>
                  </a:cubicBezTo>
                  <a:cubicBezTo>
                    <a:pt x="118011" y="112571"/>
                    <a:pt x="109852" y="112571"/>
                    <a:pt x="101693" y="112571"/>
                  </a:cubicBezTo>
                  <a:cubicBezTo>
                    <a:pt x="93534" y="112571"/>
                    <a:pt x="82655" y="109852"/>
                    <a:pt x="74496" y="107132"/>
                  </a:cubicBezTo>
                  <a:cubicBezTo>
                    <a:pt x="66337" y="104412"/>
                    <a:pt x="58178" y="96253"/>
                    <a:pt x="58178" y="90814"/>
                  </a:cubicBezTo>
                  <a:cubicBezTo>
                    <a:pt x="58178" y="88094"/>
                    <a:pt x="58178" y="85375"/>
                    <a:pt x="63617" y="82655"/>
                  </a:cubicBezTo>
                  <a:cubicBezTo>
                    <a:pt x="69057" y="79936"/>
                    <a:pt x="79935" y="77216"/>
                    <a:pt x="85375" y="74496"/>
                  </a:cubicBezTo>
                  <a:cubicBezTo>
                    <a:pt x="104412" y="71776"/>
                    <a:pt x="128889" y="69057"/>
                    <a:pt x="137048" y="69057"/>
                  </a:cubicBezTo>
                  <a:cubicBezTo>
                    <a:pt x="137048" y="69057"/>
                    <a:pt x="139768" y="69057"/>
                    <a:pt x="145207" y="69057"/>
                  </a:cubicBezTo>
                  <a:cubicBezTo>
                    <a:pt x="150646" y="60898"/>
                    <a:pt x="158806" y="58178"/>
                    <a:pt x="169684" y="58178"/>
                  </a:cubicBezTo>
                  <a:cubicBezTo>
                    <a:pt x="172404" y="58178"/>
                    <a:pt x="175123" y="58178"/>
                    <a:pt x="177843" y="58178"/>
                  </a:cubicBezTo>
                  <a:cubicBezTo>
                    <a:pt x="186002" y="58178"/>
                    <a:pt x="196881" y="63617"/>
                    <a:pt x="205040" y="66337"/>
                  </a:cubicBezTo>
                  <a:cubicBezTo>
                    <a:pt x="237676" y="66337"/>
                    <a:pt x="273031" y="63617"/>
                    <a:pt x="286629" y="63617"/>
                  </a:cubicBezTo>
                  <a:cubicBezTo>
                    <a:pt x="300228" y="63617"/>
                    <a:pt x="324705" y="63617"/>
                    <a:pt x="324705" y="79936"/>
                  </a:cubicBezTo>
                  <a:cubicBezTo>
                    <a:pt x="324705" y="88094"/>
                    <a:pt x="321985" y="90814"/>
                    <a:pt x="319265" y="96253"/>
                  </a:cubicBezTo>
                  <a:cubicBezTo>
                    <a:pt x="313826" y="101693"/>
                    <a:pt x="308387" y="104412"/>
                    <a:pt x="302948" y="104412"/>
                  </a:cubicBezTo>
                  <a:cubicBezTo>
                    <a:pt x="289349" y="112571"/>
                    <a:pt x="283910" y="112571"/>
                    <a:pt x="278471" y="112571"/>
                  </a:cubicBezTo>
                  <a:cubicBezTo>
                    <a:pt x="273031" y="112571"/>
                    <a:pt x="253994" y="112571"/>
                    <a:pt x="232236" y="112571"/>
                  </a:cubicBezTo>
                  <a:cubicBezTo>
                    <a:pt x="237676" y="120730"/>
                    <a:pt x="240395" y="128889"/>
                    <a:pt x="240395" y="137048"/>
                  </a:cubicBezTo>
                  <a:cubicBezTo>
                    <a:pt x="240395" y="142487"/>
                    <a:pt x="240395" y="145207"/>
                    <a:pt x="240395" y="150647"/>
                  </a:cubicBezTo>
                  <a:cubicBezTo>
                    <a:pt x="240395" y="153366"/>
                    <a:pt x="240395" y="156086"/>
                    <a:pt x="243115" y="158805"/>
                  </a:cubicBezTo>
                  <a:cubicBezTo>
                    <a:pt x="245835" y="169684"/>
                    <a:pt x="245835" y="180563"/>
                    <a:pt x="248554" y="188722"/>
                  </a:cubicBezTo>
                  <a:cubicBezTo>
                    <a:pt x="248554" y="191441"/>
                    <a:pt x="248554" y="194161"/>
                    <a:pt x="248554" y="199600"/>
                  </a:cubicBezTo>
                  <a:cubicBezTo>
                    <a:pt x="248554" y="207759"/>
                    <a:pt x="248554" y="213198"/>
                    <a:pt x="248554" y="221357"/>
                  </a:cubicBezTo>
                  <a:cubicBezTo>
                    <a:pt x="248554" y="234956"/>
                    <a:pt x="251274" y="248554"/>
                    <a:pt x="253994" y="264872"/>
                  </a:cubicBezTo>
                  <a:cubicBezTo>
                    <a:pt x="256713" y="275751"/>
                    <a:pt x="259433" y="286629"/>
                    <a:pt x="262153" y="297508"/>
                  </a:cubicBezTo>
                  <a:cubicBezTo>
                    <a:pt x="264872" y="305667"/>
                    <a:pt x="264872" y="313826"/>
                    <a:pt x="264872" y="324704"/>
                  </a:cubicBezTo>
                  <a:cubicBezTo>
                    <a:pt x="264872" y="327424"/>
                    <a:pt x="264872" y="330144"/>
                    <a:pt x="264872" y="332863"/>
                  </a:cubicBezTo>
                  <a:cubicBezTo>
                    <a:pt x="264872" y="338303"/>
                    <a:pt x="264872" y="346462"/>
                    <a:pt x="264872" y="351901"/>
                  </a:cubicBezTo>
                  <a:cubicBezTo>
                    <a:pt x="264872" y="357340"/>
                    <a:pt x="262153" y="365499"/>
                    <a:pt x="262153" y="370939"/>
                  </a:cubicBezTo>
                  <a:cubicBezTo>
                    <a:pt x="262153" y="376378"/>
                    <a:pt x="264872" y="384537"/>
                    <a:pt x="267592" y="384537"/>
                  </a:cubicBezTo>
                  <a:cubicBezTo>
                    <a:pt x="273031" y="384537"/>
                    <a:pt x="275751" y="376378"/>
                    <a:pt x="278471" y="370939"/>
                  </a:cubicBezTo>
                  <a:cubicBezTo>
                    <a:pt x="283910" y="360060"/>
                    <a:pt x="289349" y="346462"/>
                    <a:pt x="297508" y="332863"/>
                  </a:cubicBezTo>
                  <a:cubicBezTo>
                    <a:pt x="302948" y="324704"/>
                    <a:pt x="305667" y="313826"/>
                    <a:pt x="311106" y="305667"/>
                  </a:cubicBezTo>
                  <a:cubicBezTo>
                    <a:pt x="319265" y="289349"/>
                    <a:pt x="327424" y="275751"/>
                    <a:pt x="335583" y="259433"/>
                  </a:cubicBezTo>
                  <a:cubicBezTo>
                    <a:pt x="341023" y="248554"/>
                    <a:pt x="349182" y="234956"/>
                    <a:pt x="354621" y="224077"/>
                  </a:cubicBezTo>
                  <a:cubicBezTo>
                    <a:pt x="362780" y="207759"/>
                    <a:pt x="370939" y="191441"/>
                    <a:pt x="381817" y="172404"/>
                  </a:cubicBezTo>
                  <a:cubicBezTo>
                    <a:pt x="389977" y="153366"/>
                    <a:pt x="400855" y="134329"/>
                    <a:pt x="409014" y="118011"/>
                  </a:cubicBezTo>
                  <a:cubicBezTo>
                    <a:pt x="409014" y="115291"/>
                    <a:pt x="409014" y="115291"/>
                    <a:pt x="411734" y="115291"/>
                  </a:cubicBezTo>
                  <a:cubicBezTo>
                    <a:pt x="406294" y="115291"/>
                    <a:pt x="400855" y="115291"/>
                    <a:pt x="398136" y="115291"/>
                  </a:cubicBezTo>
                  <a:cubicBezTo>
                    <a:pt x="392696" y="115291"/>
                    <a:pt x="384537" y="115291"/>
                    <a:pt x="379098" y="109852"/>
                  </a:cubicBezTo>
                  <a:cubicBezTo>
                    <a:pt x="373659" y="107132"/>
                    <a:pt x="368219" y="98973"/>
                    <a:pt x="368219" y="93534"/>
                  </a:cubicBezTo>
                  <a:cubicBezTo>
                    <a:pt x="368219" y="90814"/>
                    <a:pt x="368219" y="88094"/>
                    <a:pt x="370939" y="85375"/>
                  </a:cubicBezTo>
                  <a:cubicBezTo>
                    <a:pt x="373659" y="82655"/>
                    <a:pt x="381817" y="79936"/>
                    <a:pt x="387257" y="77216"/>
                  </a:cubicBezTo>
                  <a:cubicBezTo>
                    <a:pt x="400855" y="74496"/>
                    <a:pt x="414453" y="71776"/>
                    <a:pt x="422612" y="71776"/>
                  </a:cubicBezTo>
                  <a:cubicBezTo>
                    <a:pt x="425332" y="71776"/>
                    <a:pt x="430771" y="71776"/>
                    <a:pt x="436211" y="71776"/>
                  </a:cubicBezTo>
                  <a:cubicBezTo>
                    <a:pt x="436211" y="71776"/>
                    <a:pt x="438930" y="69057"/>
                    <a:pt x="438930" y="69057"/>
                  </a:cubicBezTo>
                  <a:cubicBezTo>
                    <a:pt x="444370" y="66337"/>
                    <a:pt x="447089" y="66337"/>
                    <a:pt x="452529" y="66337"/>
                  </a:cubicBezTo>
                  <a:cubicBezTo>
                    <a:pt x="457968" y="66337"/>
                    <a:pt x="460688" y="66337"/>
                    <a:pt x="466127" y="69057"/>
                  </a:cubicBezTo>
                  <a:cubicBezTo>
                    <a:pt x="468847" y="69057"/>
                    <a:pt x="471566" y="71776"/>
                    <a:pt x="471566" y="71776"/>
                  </a:cubicBezTo>
                  <a:cubicBezTo>
                    <a:pt x="490604" y="71776"/>
                    <a:pt x="506922" y="71776"/>
                    <a:pt x="515081" y="71776"/>
                  </a:cubicBezTo>
                  <a:cubicBezTo>
                    <a:pt x="523240" y="71776"/>
                    <a:pt x="542277" y="71776"/>
                    <a:pt x="542277" y="88094"/>
                  </a:cubicBezTo>
                  <a:cubicBezTo>
                    <a:pt x="542277" y="96253"/>
                    <a:pt x="542277" y="98973"/>
                    <a:pt x="536838" y="104412"/>
                  </a:cubicBezTo>
                  <a:cubicBezTo>
                    <a:pt x="534119" y="109852"/>
                    <a:pt x="528679" y="112571"/>
                    <a:pt x="525959" y="112571"/>
                  </a:cubicBezTo>
                  <a:cubicBezTo>
                    <a:pt x="520520" y="115291"/>
                    <a:pt x="515081" y="115291"/>
                    <a:pt x="509642" y="115291"/>
                  </a:cubicBezTo>
                  <a:cubicBezTo>
                    <a:pt x="506922" y="115291"/>
                    <a:pt x="487884" y="115291"/>
                    <a:pt x="468847" y="115291"/>
                  </a:cubicBezTo>
                  <a:cubicBezTo>
                    <a:pt x="466127" y="123450"/>
                    <a:pt x="460688" y="128889"/>
                    <a:pt x="457968" y="137048"/>
                  </a:cubicBezTo>
                  <a:cubicBezTo>
                    <a:pt x="447089" y="156086"/>
                    <a:pt x="438930" y="175123"/>
                    <a:pt x="430771" y="194161"/>
                  </a:cubicBezTo>
                  <a:cubicBezTo>
                    <a:pt x="419893" y="215918"/>
                    <a:pt x="411734" y="240395"/>
                    <a:pt x="400855" y="262152"/>
                  </a:cubicBezTo>
                  <a:cubicBezTo>
                    <a:pt x="387257" y="289349"/>
                    <a:pt x="373659" y="311106"/>
                    <a:pt x="360060" y="332863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34A535C0-EFC9-4E88-9ED6-FA4561E43589}"/>
                </a:ext>
              </a:extLst>
            </p:cNvPr>
            <p:cNvSpPr/>
            <p:nvPr/>
          </p:nvSpPr>
          <p:spPr>
            <a:xfrm>
              <a:off x="4335316" y="4186718"/>
              <a:ext cx="353556" cy="761503"/>
            </a:xfrm>
            <a:custGeom>
              <a:avLst/>
              <a:gdLst>
                <a:gd name="connsiteX0" fmla="*/ 283910 w 353555"/>
                <a:gd name="connsiteY0" fmla="*/ 672820 h 761503"/>
                <a:gd name="connsiteX1" fmla="*/ 321985 w 353555"/>
                <a:gd name="connsiteY1" fmla="*/ 689138 h 761503"/>
                <a:gd name="connsiteX2" fmla="*/ 316546 w 353555"/>
                <a:gd name="connsiteY2" fmla="*/ 705456 h 761503"/>
                <a:gd name="connsiteX3" fmla="*/ 300228 w 353555"/>
                <a:gd name="connsiteY3" fmla="*/ 713615 h 761503"/>
                <a:gd name="connsiteX4" fmla="*/ 278471 w 353555"/>
                <a:gd name="connsiteY4" fmla="*/ 716335 h 761503"/>
                <a:gd name="connsiteX5" fmla="*/ 237676 w 353555"/>
                <a:gd name="connsiteY5" fmla="*/ 716335 h 761503"/>
                <a:gd name="connsiteX6" fmla="*/ 180563 w 353555"/>
                <a:gd name="connsiteY6" fmla="*/ 719054 h 761503"/>
                <a:gd name="connsiteX7" fmla="*/ 126170 w 353555"/>
                <a:gd name="connsiteY7" fmla="*/ 719054 h 761503"/>
                <a:gd name="connsiteX8" fmla="*/ 101693 w 353555"/>
                <a:gd name="connsiteY8" fmla="*/ 719054 h 761503"/>
                <a:gd name="connsiteX9" fmla="*/ 74496 w 353555"/>
                <a:gd name="connsiteY9" fmla="*/ 713615 h 761503"/>
                <a:gd name="connsiteX10" fmla="*/ 58178 w 353555"/>
                <a:gd name="connsiteY10" fmla="*/ 697297 h 761503"/>
                <a:gd name="connsiteX11" fmla="*/ 63617 w 353555"/>
                <a:gd name="connsiteY11" fmla="*/ 689138 h 761503"/>
                <a:gd name="connsiteX12" fmla="*/ 85375 w 353555"/>
                <a:gd name="connsiteY12" fmla="*/ 680979 h 761503"/>
                <a:gd name="connsiteX13" fmla="*/ 131609 w 353555"/>
                <a:gd name="connsiteY13" fmla="*/ 675540 h 761503"/>
                <a:gd name="connsiteX14" fmla="*/ 142488 w 353555"/>
                <a:gd name="connsiteY14" fmla="*/ 675540 h 761503"/>
                <a:gd name="connsiteX15" fmla="*/ 131609 w 353555"/>
                <a:gd name="connsiteY15" fmla="*/ 653783 h 761503"/>
                <a:gd name="connsiteX16" fmla="*/ 128889 w 353555"/>
                <a:gd name="connsiteY16" fmla="*/ 640184 h 761503"/>
                <a:gd name="connsiteX17" fmla="*/ 128889 w 353555"/>
                <a:gd name="connsiteY17" fmla="*/ 629306 h 761503"/>
                <a:gd name="connsiteX18" fmla="*/ 128889 w 353555"/>
                <a:gd name="connsiteY18" fmla="*/ 621147 h 761503"/>
                <a:gd name="connsiteX19" fmla="*/ 128889 w 353555"/>
                <a:gd name="connsiteY19" fmla="*/ 593950 h 761503"/>
                <a:gd name="connsiteX20" fmla="*/ 128889 w 353555"/>
                <a:gd name="connsiteY20" fmla="*/ 583072 h 761503"/>
                <a:gd name="connsiteX21" fmla="*/ 128889 w 353555"/>
                <a:gd name="connsiteY21" fmla="*/ 436210 h 761503"/>
                <a:gd name="connsiteX22" fmla="*/ 128889 w 353555"/>
                <a:gd name="connsiteY22" fmla="*/ 357340 h 761503"/>
                <a:gd name="connsiteX23" fmla="*/ 131609 w 353555"/>
                <a:gd name="connsiteY23" fmla="*/ 289349 h 761503"/>
                <a:gd name="connsiteX24" fmla="*/ 131609 w 353555"/>
                <a:gd name="connsiteY24" fmla="*/ 251274 h 761503"/>
                <a:gd name="connsiteX25" fmla="*/ 131609 w 353555"/>
                <a:gd name="connsiteY25" fmla="*/ 205040 h 761503"/>
                <a:gd name="connsiteX26" fmla="*/ 131609 w 353555"/>
                <a:gd name="connsiteY26" fmla="*/ 139768 h 761503"/>
                <a:gd name="connsiteX27" fmla="*/ 131609 w 353555"/>
                <a:gd name="connsiteY27" fmla="*/ 128889 h 761503"/>
                <a:gd name="connsiteX28" fmla="*/ 126170 w 353555"/>
                <a:gd name="connsiteY28" fmla="*/ 128889 h 761503"/>
                <a:gd name="connsiteX29" fmla="*/ 101693 w 353555"/>
                <a:gd name="connsiteY29" fmla="*/ 128889 h 761503"/>
                <a:gd name="connsiteX30" fmla="*/ 74496 w 353555"/>
                <a:gd name="connsiteY30" fmla="*/ 123450 h 761503"/>
                <a:gd name="connsiteX31" fmla="*/ 58178 w 353555"/>
                <a:gd name="connsiteY31" fmla="*/ 107132 h 761503"/>
                <a:gd name="connsiteX32" fmla="*/ 60898 w 353555"/>
                <a:gd name="connsiteY32" fmla="*/ 98973 h 761503"/>
                <a:gd name="connsiteX33" fmla="*/ 82655 w 353555"/>
                <a:gd name="connsiteY33" fmla="*/ 93534 h 761503"/>
                <a:gd name="connsiteX34" fmla="*/ 131609 w 353555"/>
                <a:gd name="connsiteY34" fmla="*/ 88094 h 761503"/>
                <a:gd name="connsiteX35" fmla="*/ 131609 w 353555"/>
                <a:gd name="connsiteY35" fmla="*/ 82655 h 761503"/>
                <a:gd name="connsiteX36" fmla="*/ 134329 w 353555"/>
                <a:gd name="connsiteY36" fmla="*/ 71776 h 761503"/>
                <a:gd name="connsiteX37" fmla="*/ 147927 w 353555"/>
                <a:gd name="connsiteY37" fmla="*/ 63617 h 761503"/>
                <a:gd name="connsiteX38" fmla="*/ 164245 w 353555"/>
                <a:gd name="connsiteY38" fmla="*/ 58178 h 761503"/>
                <a:gd name="connsiteX39" fmla="*/ 177843 w 353555"/>
                <a:gd name="connsiteY39" fmla="*/ 58178 h 761503"/>
                <a:gd name="connsiteX40" fmla="*/ 196881 w 353555"/>
                <a:gd name="connsiteY40" fmla="*/ 60898 h 761503"/>
                <a:gd name="connsiteX41" fmla="*/ 232236 w 353555"/>
                <a:gd name="connsiteY41" fmla="*/ 88094 h 761503"/>
                <a:gd name="connsiteX42" fmla="*/ 278471 w 353555"/>
                <a:gd name="connsiteY42" fmla="*/ 88094 h 761503"/>
                <a:gd name="connsiteX43" fmla="*/ 316546 w 353555"/>
                <a:gd name="connsiteY43" fmla="*/ 104412 h 761503"/>
                <a:gd name="connsiteX44" fmla="*/ 311106 w 353555"/>
                <a:gd name="connsiteY44" fmla="*/ 120730 h 761503"/>
                <a:gd name="connsiteX45" fmla="*/ 294788 w 353555"/>
                <a:gd name="connsiteY45" fmla="*/ 128889 h 761503"/>
                <a:gd name="connsiteX46" fmla="*/ 273031 w 353555"/>
                <a:gd name="connsiteY46" fmla="*/ 131609 h 761503"/>
                <a:gd name="connsiteX47" fmla="*/ 243115 w 353555"/>
                <a:gd name="connsiteY47" fmla="*/ 131609 h 761503"/>
                <a:gd name="connsiteX48" fmla="*/ 243115 w 353555"/>
                <a:gd name="connsiteY48" fmla="*/ 134329 h 761503"/>
                <a:gd name="connsiteX49" fmla="*/ 248554 w 353555"/>
                <a:gd name="connsiteY49" fmla="*/ 169684 h 761503"/>
                <a:gd name="connsiteX50" fmla="*/ 251274 w 353555"/>
                <a:gd name="connsiteY50" fmla="*/ 205040 h 761503"/>
                <a:gd name="connsiteX51" fmla="*/ 251274 w 353555"/>
                <a:gd name="connsiteY51" fmla="*/ 240395 h 761503"/>
                <a:gd name="connsiteX52" fmla="*/ 251274 w 353555"/>
                <a:gd name="connsiteY52" fmla="*/ 256713 h 761503"/>
                <a:gd name="connsiteX53" fmla="*/ 253994 w 353555"/>
                <a:gd name="connsiteY53" fmla="*/ 270311 h 761503"/>
                <a:gd name="connsiteX54" fmla="*/ 259433 w 353555"/>
                <a:gd name="connsiteY54" fmla="*/ 343742 h 761503"/>
                <a:gd name="connsiteX55" fmla="*/ 262153 w 353555"/>
                <a:gd name="connsiteY55" fmla="*/ 425332 h 761503"/>
                <a:gd name="connsiteX56" fmla="*/ 264872 w 353555"/>
                <a:gd name="connsiteY56" fmla="*/ 490603 h 761503"/>
                <a:gd name="connsiteX57" fmla="*/ 270312 w 353555"/>
                <a:gd name="connsiteY57" fmla="*/ 564034 h 761503"/>
                <a:gd name="connsiteX58" fmla="*/ 270312 w 353555"/>
                <a:gd name="connsiteY58" fmla="*/ 599390 h 761503"/>
                <a:gd name="connsiteX59" fmla="*/ 270312 w 353555"/>
                <a:gd name="connsiteY59" fmla="*/ 637465 h 761503"/>
                <a:gd name="connsiteX60" fmla="*/ 264872 w 353555"/>
                <a:gd name="connsiteY60" fmla="*/ 670101 h 761503"/>
                <a:gd name="connsiteX61" fmla="*/ 283910 w 353555"/>
                <a:gd name="connsiteY61" fmla="*/ 672820 h 761503"/>
                <a:gd name="connsiteX62" fmla="*/ 283910 w 353555"/>
                <a:gd name="connsiteY62" fmla="*/ 672820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353555" h="761503">
                  <a:moveTo>
                    <a:pt x="283910" y="672820"/>
                  </a:moveTo>
                  <a:cubicBezTo>
                    <a:pt x="297508" y="672820"/>
                    <a:pt x="321985" y="672820"/>
                    <a:pt x="321985" y="689138"/>
                  </a:cubicBezTo>
                  <a:cubicBezTo>
                    <a:pt x="321985" y="697297"/>
                    <a:pt x="319265" y="697297"/>
                    <a:pt x="316546" y="705456"/>
                  </a:cubicBezTo>
                  <a:cubicBezTo>
                    <a:pt x="311106" y="710895"/>
                    <a:pt x="305667" y="713615"/>
                    <a:pt x="300228" y="713615"/>
                  </a:cubicBezTo>
                  <a:cubicBezTo>
                    <a:pt x="292069" y="716335"/>
                    <a:pt x="283910" y="716335"/>
                    <a:pt x="278471" y="716335"/>
                  </a:cubicBezTo>
                  <a:cubicBezTo>
                    <a:pt x="275751" y="716335"/>
                    <a:pt x="256713" y="716335"/>
                    <a:pt x="237676" y="716335"/>
                  </a:cubicBezTo>
                  <a:cubicBezTo>
                    <a:pt x="213199" y="716335"/>
                    <a:pt x="186002" y="719054"/>
                    <a:pt x="180563" y="719054"/>
                  </a:cubicBezTo>
                  <a:cubicBezTo>
                    <a:pt x="166965" y="719054"/>
                    <a:pt x="142488" y="719054"/>
                    <a:pt x="126170" y="719054"/>
                  </a:cubicBezTo>
                  <a:cubicBezTo>
                    <a:pt x="118011" y="719054"/>
                    <a:pt x="109852" y="719054"/>
                    <a:pt x="101693" y="719054"/>
                  </a:cubicBezTo>
                  <a:cubicBezTo>
                    <a:pt x="93534" y="719054"/>
                    <a:pt x="82655" y="719054"/>
                    <a:pt x="74496" y="713615"/>
                  </a:cubicBezTo>
                  <a:cubicBezTo>
                    <a:pt x="66337" y="710895"/>
                    <a:pt x="58178" y="702736"/>
                    <a:pt x="58178" y="697297"/>
                  </a:cubicBezTo>
                  <a:cubicBezTo>
                    <a:pt x="58178" y="694578"/>
                    <a:pt x="58178" y="691858"/>
                    <a:pt x="63617" y="689138"/>
                  </a:cubicBezTo>
                  <a:cubicBezTo>
                    <a:pt x="69057" y="686418"/>
                    <a:pt x="79935" y="683699"/>
                    <a:pt x="85375" y="680979"/>
                  </a:cubicBezTo>
                  <a:cubicBezTo>
                    <a:pt x="104412" y="678260"/>
                    <a:pt x="123450" y="675540"/>
                    <a:pt x="131609" y="675540"/>
                  </a:cubicBezTo>
                  <a:cubicBezTo>
                    <a:pt x="134329" y="675540"/>
                    <a:pt x="137048" y="675540"/>
                    <a:pt x="142488" y="675540"/>
                  </a:cubicBezTo>
                  <a:cubicBezTo>
                    <a:pt x="134329" y="670101"/>
                    <a:pt x="131609" y="661942"/>
                    <a:pt x="131609" y="653783"/>
                  </a:cubicBezTo>
                  <a:cubicBezTo>
                    <a:pt x="131609" y="648343"/>
                    <a:pt x="131609" y="642904"/>
                    <a:pt x="128889" y="640184"/>
                  </a:cubicBezTo>
                  <a:cubicBezTo>
                    <a:pt x="128889" y="637465"/>
                    <a:pt x="128889" y="634745"/>
                    <a:pt x="128889" y="629306"/>
                  </a:cubicBezTo>
                  <a:cubicBezTo>
                    <a:pt x="128889" y="626586"/>
                    <a:pt x="128889" y="623867"/>
                    <a:pt x="128889" y="621147"/>
                  </a:cubicBezTo>
                  <a:cubicBezTo>
                    <a:pt x="128889" y="612988"/>
                    <a:pt x="128889" y="604829"/>
                    <a:pt x="128889" y="593950"/>
                  </a:cubicBezTo>
                  <a:cubicBezTo>
                    <a:pt x="128889" y="591231"/>
                    <a:pt x="128889" y="585791"/>
                    <a:pt x="128889" y="583072"/>
                  </a:cubicBezTo>
                  <a:cubicBezTo>
                    <a:pt x="128889" y="534118"/>
                    <a:pt x="131609" y="485164"/>
                    <a:pt x="128889" y="436210"/>
                  </a:cubicBezTo>
                  <a:cubicBezTo>
                    <a:pt x="128889" y="409014"/>
                    <a:pt x="128889" y="384537"/>
                    <a:pt x="128889" y="357340"/>
                  </a:cubicBezTo>
                  <a:cubicBezTo>
                    <a:pt x="128889" y="335583"/>
                    <a:pt x="131609" y="313826"/>
                    <a:pt x="131609" y="289349"/>
                  </a:cubicBezTo>
                  <a:cubicBezTo>
                    <a:pt x="131609" y="275751"/>
                    <a:pt x="131609" y="264872"/>
                    <a:pt x="131609" y="251274"/>
                  </a:cubicBezTo>
                  <a:cubicBezTo>
                    <a:pt x="131609" y="234956"/>
                    <a:pt x="131609" y="221357"/>
                    <a:pt x="131609" y="205040"/>
                  </a:cubicBezTo>
                  <a:cubicBezTo>
                    <a:pt x="131609" y="183282"/>
                    <a:pt x="131609" y="161525"/>
                    <a:pt x="131609" y="139768"/>
                  </a:cubicBezTo>
                  <a:cubicBezTo>
                    <a:pt x="131609" y="137048"/>
                    <a:pt x="131609" y="134329"/>
                    <a:pt x="131609" y="128889"/>
                  </a:cubicBezTo>
                  <a:cubicBezTo>
                    <a:pt x="128889" y="128889"/>
                    <a:pt x="126170" y="128889"/>
                    <a:pt x="126170" y="128889"/>
                  </a:cubicBezTo>
                  <a:cubicBezTo>
                    <a:pt x="118011" y="128889"/>
                    <a:pt x="109852" y="128889"/>
                    <a:pt x="101693" y="128889"/>
                  </a:cubicBezTo>
                  <a:cubicBezTo>
                    <a:pt x="93534" y="128889"/>
                    <a:pt x="82655" y="128889"/>
                    <a:pt x="74496" y="123450"/>
                  </a:cubicBezTo>
                  <a:cubicBezTo>
                    <a:pt x="66337" y="120730"/>
                    <a:pt x="58178" y="112571"/>
                    <a:pt x="58178" y="107132"/>
                  </a:cubicBezTo>
                  <a:cubicBezTo>
                    <a:pt x="58178" y="104412"/>
                    <a:pt x="58178" y="101693"/>
                    <a:pt x="60898" y="98973"/>
                  </a:cubicBezTo>
                  <a:cubicBezTo>
                    <a:pt x="63617" y="96253"/>
                    <a:pt x="77216" y="93534"/>
                    <a:pt x="82655" y="93534"/>
                  </a:cubicBezTo>
                  <a:cubicBezTo>
                    <a:pt x="98973" y="90814"/>
                    <a:pt x="123450" y="88094"/>
                    <a:pt x="131609" y="88094"/>
                  </a:cubicBezTo>
                  <a:cubicBezTo>
                    <a:pt x="131609" y="85375"/>
                    <a:pt x="131609" y="85375"/>
                    <a:pt x="131609" y="82655"/>
                  </a:cubicBezTo>
                  <a:cubicBezTo>
                    <a:pt x="131609" y="77216"/>
                    <a:pt x="131609" y="74496"/>
                    <a:pt x="134329" y="71776"/>
                  </a:cubicBezTo>
                  <a:cubicBezTo>
                    <a:pt x="137048" y="69057"/>
                    <a:pt x="145207" y="66337"/>
                    <a:pt x="147927" y="63617"/>
                  </a:cubicBezTo>
                  <a:cubicBezTo>
                    <a:pt x="153366" y="60898"/>
                    <a:pt x="158806" y="58178"/>
                    <a:pt x="164245" y="58178"/>
                  </a:cubicBezTo>
                  <a:cubicBezTo>
                    <a:pt x="169684" y="58178"/>
                    <a:pt x="175123" y="58178"/>
                    <a:pt x="177843" y="58178"/>
                  </a:cubicBezTo>
                  <a:cubicBezTo>
                    <a:pt x="183283" y="58178"/>
                    <a:pt x="191442" y="58178"/>
                    <a:pt x="196881" y="60898"/>
                  </a:cubicBezTo>
                  <a:cubicBezTo>
                    <a:pt x="213199" y="63617"/>
                    <a:pt x="224077" y="74496"/>
                    <a:pt x="232236" y="88094"/>
                  </a:cubicBezTo>
                  <a:cubicBezTo>
                    <a:pt x="253994" y="88094"/>
                    <a:pt x="270312" y="88094"/>
                    <a:pt x="278471" y="88094"/>
                  </a:cubicBezTo>
                  <a:cubicBezTo>
                    <a:pt x="292069" y="88094"/>
                    <a:pt x="316546" y="88094"/>
                    <a:pt x="316546" y="104412"/>
                  </a:cubicBezTo>
                  <a:cubicBezTo>
                    <a:pt x="316546" y="112571"/>
                    <a:pt x="313826" y="112571"/>
                    <a:pt x="311106" y="120730"/>
                  </a:cubicBezTo>
                  <a:cubicBezTo>
                    <a:pt x="305667" y="126170"/>
                    <a:pt x="300228" y="128889"/>
                    <a:pt x="294788" y="128889"/>
                  </a:cubicBezTo>
                  <a:cubicBezTo>
                    <a:pt x="286630" y="131609"/>
                    <a:pt x="278471" y="131609"/>
                    <a:pt x="273031" y="131609"/>
                  </a:cubicBezTo>
                  <a:cubicBezTo>
                    <a:pt x="270312" y="131609"/>
                    <a:pt x="259433" y="131609"/>
                    <a:pt x="243115" y="131609"/>
                  </a:cubicBezTo>
                  <a:lnTo>
                    <a:pt x="243115" y="134329"/>
                  </a:lnTo>
                  <a:cubicBezTo>
                    <a:pt x="245835" y="145207"/>
                    <a:pt x="245835" y="158805"/>
                    <a:pt x="248554" y="169684"/>
                  </a:cubicBezTo>
                  <a:cubicBezTo>
                    <a:pt x="251274" y="180563"/>
                    <a:pt x="251274" y="194161"/>
                    <a:pt x="251274" y="205040"/>
                  </a:cubicBezTo>
                  <a:cubicBezTo>
                    <a:pt x="251274" y="215918"/>
                    <a:pt x="251274" y="226797"/>
                    <a:pt x="251274" y="240395"/>
                  </a:cubicBezTo>
                  <a:cubicBezTo>
                    <a:pt x="251274" y="245834"/>
                    <a:pt x="251274" y="251274"/>
                    <a:pt x="251274" y="256713"/>
                  </a:cubicBezTo>
                  <a:cubicBezTo>
                    <a:pt x="251274" y="262152"/>
                    <a:pt x="251274" y="267592"/>
                    <a:pt x="253994" y="270311"/>
                  </a:cubicBezTo>
                  <a:cubicBezTo>
                    <a:pt x="256713" y="294788"/>
                    <a:pt x="256713" y="319265"/>
                    <a:pt x="259433" y="343742"/>
                  </a:cubicBezTo>
                  <a:cubicBezTo>
                    <a:pt x="259433" y="370939"/>
                    <a:pt x="262153" y="398135"/>
                    <a:pt x="262153" y="425332"/>
                  </a:cubicBezTo>
                  <a:cubicBezTo>
                    <a:pt x="262153" y="447089"/>
                    <a:pt x="262153" y="468846"/>
                    <a:pt x="264872" y="490603"/>
                  </a:cubicBezTo>
                  <a:cubicBezTo>
                    <a:pt x="264872" y="515080"/>
                    <a:pt x="270312" y="539557"/>
                    <a:pt x="270312" y="564034"/>
                  </a:cubicBezTo>
                  <a:cubicBezTo>
                    <a:pt x="270312" y="574913"/>
                    <a:pt x="270312" y="588511"/>
                    <a:pt x="270312" y="599390"/>
                  </a:cubicBezTo>
                  <a:cubicBezTo>
                    <a:pt x="270312" y="612988"/>
                    <a:pt x="270312" y="623867"/>
                    <a:pt x="270312" y="637465"/>
                  </a:cubicBezTo>
                  <a:cubicBezTo>
                    <a:pt x="270312" y="648343"/>
                    <a:pt x="270312" y="661942"/>
                    <a:pt x="264872" y="670101"/>
                  </a:cubicBezTo>
                  <a:cubicBezTo>
                    <a:pt x="273031" y="672820"/>
                    <a:pt x="278471" y="672820"/>
                    <a:pt x="283910" y="672820"/>
                  </a:cubicBezTo>
                  <a:lnTo>
                    <a:pt x="283910" y="672820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BCA09B03-C6FB-46E6-AB89-1A6C42A51B45}"/>
                </a:ext>
              </a:extLst>
            </p:cNvPr>
            <p:cNvSpPr/>
            <p:nvPr/>
          </p:nvSpPr>
          <p:spPr>
            <a:xfrm>
              <a:off x="4620880" y="4194877"/>
              <a:ext cx="598325" cy="761503"/>
            </a:xfrm>
            <a:custGeom>
              <a:avLst/>
              <a:gdLst>
                <a:gd name="connsiteX0" fmla="*/ 515081 w 598324"/>
                <a:gd name="connsiteY0" fmla="*/ 79935 h 761503"/>
                <a:gd name="connsiteX1" fmla="*/ 542277 w 598324"/>
                <a:gd name="connsiteY1" fmla="*/ 96253 h 761503"/>
                <a:gd name="connsiteX2" fmla="*/ 536838 w 598324"/>
                <a:gd name="connsiteY2" fmla="*/ 112571 h 761503"/>
                <a:gd name="connsiteX3" fmla="*/ 523240 w 598324"/>
                <a:gd name="connsiteY3" fmla="*/ 120730 h 761503"/>
                <a:gd name="connsiteX4" fmla="*/ 506922 w 598324"/>
                <a:gd name="connsiteY4" fmla="*/ 123450 h 761503"/>
                <a:gd name="connsiteX5" fmla="*/ 477006 w 598324"/>
                <a:gd name="connsiteY5" fmla="*/ 123450 h 761503"/>
                <a:gd name="connsiteX6" fmla="*/ 479725 w 598324"/>
                <a:gd name="connsiteY6" fmla="*/ 145207 h 761503"/>
                <a:gd name="connsiteX7" fmla="*/ 477006 w 598324"/>
                <a:gd name="connsiteY7" fmla="*/ 180563 h 761503"/>
                <a:gd name="connsiteX8" fmla="*/ 482445 w 598324"/>
                <a:gd name="connsiteY8" fmla="*/ 232236 h 761503"/>
                <a:gd name="connsiteX9" fmla="*/ 485165 w 598324"/>
                <a:gd name="connsiteY9" fmla="*/ 283909 h 761503"/>
                <a:gd name="connsiteX10" fmla="*/ 485165 w 598324"/>
                <a:gd name="connsiteY10" fmla="*/ 327424 h 761503"/>
                <a:gd name="connsiteX11" fmla="*/ 487884 w 598324"/>
                <a:gd name="connsiteY11" fmla="*/ 373658 h 761503"/>
                <a:gd name="connsiteX12" fmla="*/ 485165 w 598324"/>
                <a:gd name="connsiteY12" fmla="*/ 419892 h 761503"/>
                <a:gd name="connsiteX13" fmla="*/ 485165 w 598324"/>
                <a:gd name="connsiteY13" fmla="*/ 463407 h 761503"/>
                <a:gd name="connsiteX14" fmla="*/ 482445 w 598324"/>
                <a:gd name="connsiteY14" fmla="*/ 515080 h 761503"/>
                <a:gd name="connsiteX15" fmla="*/ 482445 w 598324"/>
                <a:gd name="connsiteY15" fmla="*/ 558595 h 761503"/>
                <a:gd name="connsiteX16" fmla="*/ 479725 w 598324"/>
                <a:gd name="connsiteY16" fmla="*/ 602109 h 761503"/>
                <a:gd name="connsiteX17" fmla="*/ 485165 w 598324"/>
                <a:gd name="connsiteY17" fmla="*/ 648343 h 761503"/>
                <a:gd name="connsiteX18" fmla="*/ 474286 w 598324"/>
                <a:gd name="connsiteY18" fmla="*/ 675540 h 761503"/>
                <a:gd name="connsiteX19" fmla="*/ 428052 w 598324"/>
                <a:gd name="connsiteY19" fmla="*/ 691858 h 761503"/>
                <a:gd name="connsiteX20" fmla="*/ 387257 w 598324"/>
                <a:gd name="connsiteY20" fmla="*/ 683699 h 761503"/>
                <a:gd name="connsiteX21" fmla="*/ 351901 w 598324"/>
                <a:gd name="connsiteY21" fmla="*/ 664661 h 761503"/>
                <a:gd name="connsiteX22" fmla="*/ 305667 w 598324"/>
                <a:gd name="connsiteY22" fmla="*/ 596670 h 761503"/>
                <a:gd name="connsiteX23" fmla="*/ 270312 w 598324"/>
                <a:gd name="connsiteY23" fmla="*/ 509641 h 761503"/>
                <a:gd name="connsiteX24" fmla="*/ 251274 w 598324"/>
                <a:gd name="connsiteY24" fmla="*/ 460687 h 761503"/>
                <a:gd name="connsiteX25" fmla="*/ 224077 w 598324"/>
                <a:gd name="connsiteY25" fmla="*/ 381817 h 761503"/>
                <a:gd name="connsiteX26" fmla="*/ 207759 w 598324"/>
                <a:gd name="connsiteY26" fmla="*/ 330144 h 761503"/>
                <a:gd name="connsiteX27" fmla="*/ 191442 w 598324"/>
                <a:gd name="connsiteY27" fmla="*/ 286629 h 761503"/>
                <a:gd name="connsiteX28" fmla="*/ 183283 w 598324"/>
                <a:gd name="connsiteY28" fmla="*/ 278470 h 761503"/>
                <a:gd name="connsiteX29" fmla="*/ 180563 w 598324"/>
                <a:gd name="connsiteY29" fmla="*/ 292068 h 761503"/>
                <a:gd name="connsiteX30" fmla="*/ 180563 w 598324"/>
                <a:gd name="connsiteY30" fmla="*/ 305667 h 761503"/>
                <a:gd name="connsiteX31" fmla="*/ 183283 w 598324"/>
                <a:gd name="connsiteY31" fmla="*/ 354620 h 761503"/>
                <a:gd name="connsiteX32" fmla="*/ 188722 w 598324"/>
                <a:gd name="connsiteY32" fmla="*/ 449808 h 761503"/>
                <a:gd name="connsiteX33" fmla="*/ 188722 w 598324"/>
                <a:gd name="connsiteY33" fmla="*/ 479725 h 761503"/>
                <a:gd name="connsiteX34" fmla="*/ 188722 w 598324"/>
                <a:gd name="connsiteY34" fmla="*/ 542277 h 761503"/>
                <a:gd name="connsiteX35" fmla="*/ 186002 w 598324"/>
                <a:gd name="connsiteY35" fmla="*/ 615708 h 761503"/>
                <a:gd name="connsiteX36" fmla="*/ 186002 w 598324"/>
                <a:gd name="connsiteY36" fmla="*/ 637465 h 761503"/>
                <a:gd name="connsiteX37" fmla="*/ 183283 w 598324"/>
                <a:gd name="connsiteY37" fmla="*/ 664661 h 761503"/>
                <a:gd name="connsiteX38" fmla="*/ 226797 w 598324"/>
                <a:gd name="connsiteY38" fmla="*/ 664661 h 761503"/>
                <a:gd name="connsiteX39" fmla="*/ 253994 w 598324"/>
                <a:gd name="connsiteY39" fmla="*/ 680979 h 761503"/>
                <a:gd name="connsiteX40" fmla="*/ 248554 w 598324"/>
                <a:gd name="connsiteY40" fmla="*/ 697297 h 761503"/>
                <a:gd name="connsiteX41" fmla="*/ 234956 w 598324"/>
                <a:gd name="connsiteY41" fmla="*/ 705456 h 761503"/>
                <a:gd name="connsiteX42" fmla="*/ 218638 w 598324"/>
                <a:gd name="connsiteY42" fmla="*/ 708176 h 761503"/>
                <a:gd name="connsiteX43" fmla="*/ 183283 w 598324"/>
                <a:gd name="connsiteY43" fmla="*/ 708176 h 761503"/>
                <a:gd name="connsiteX44" fmla="*/ 150647 w 598324"/>
                <a:gd name="connsiteY44" fmla="*/ 708176 h 761503"/>
                <a:gd name="connsiteX45" fmla="*/ 107132 w 598324"/>
                <a:gd name="connsiteY45" fmla="*/ 708176 h 761503"/>
                <a:gd name="connsiteX46" fmla="*/ 88094 w 598324"/>
                <a:gd name="connsiteY46" fmla="*/ 708176 h 761503"/>
                <a:gd name="connsiteX47" fmla="*/ 69057 w 598324"/>
                <a:gd name="connsiteY47" fmla="*/ 702736 h 761503"/>
                <a:gd name="connsiteX48" fmla="*/ 58178 w 598324"/>
                <a:gd name="connsiteY48" fmla="*/ 686418 h 761503"/>
                <a:gd name="connsiteX49" fmla="*/ 60898 w 598324"/>
                <a:gd name="connsiteY49" fmla="*/ 678259 h 761503"/>
                <a:gd name="connsiteX50" fmla="*/ 77216 w 598324"/>
                <a:gd name="connsiteY50" fmla="*/ 670101 h 761503"/>
                <a:gd name="connsiteX51" fmla="*/ 120730 w 598324"/>
                <a:gd name="connsiteY51" fmla="*/ 664661 h 761503"/>
                <a:gd name="connsiteX52" fmla="*/ 131609 w 598324"/>
                <a:gd name="connsiteY52" fmla="*/ 664661 h 761503"/>
                <a:gd name="connsiteX53" fmla="*/ 134329 w 598324"/>
                <a:gd name="connsiteY53" fmla="*/ 539557 h 761503"/>
                <a:gd name="connsiteX54" fmla="*/ 134329 w 598324"/>
                <a:gd name="connsiteY54" fmla="*/ 504201 h 761503"/>
                <a:gd name="connsiteX55" fmla="*/ 131609 w 598324"/>
                <a:gd name="connsiteY55" fmla="*/ 376378 h 761503"/>
                <a:gd name="connsiteX56" fmla="*/ 131609 w 598324"/>
                <a:gd name="connsiteY56" fmla="*/ 302947 h 761503"/>
                <a:gd name="connsiteX57" fmla="*/ 134329 w 598324"/>
                <a:gd name="connsiteY57" fmla="*/ 221357 h 761503"/>
                <a:gd name="connsiteX58" fmla="*/ 137048 w 598324"/>
                <a:gd name="connsiteY58" fmla="*/ 123450 h 761503"/>
                <a:gd name="connsiteX59" fmla="*/ 107132 w 598324"/>
                <a:gd name="connsiteY59" fmla="*/ 123450 h 761503"/>
                <a:gd name="connsiteX60" fmla="*/ 88094 w 598324"/>
                <a:gd name="connsiteY60" fmla="*/ 123450 h 761503"/>
                <a:gd name="connsiteX61" fmla="*/ 69057 w 598324"/>
                <a:gd name="connsiteY61" fmla="*/ 118011 h 761503"/>
                <a:gd name="connsiteX62" fmla="*/ 58178 w 598324"/>
                <a:gd name="connsiteY62" fmla="*/ 101693 h 761503"/>
                <a:gd name="connsiteX63" fmla="*/ 60898 w 598324"/>
                <a:gd name="connsiteY63" fmla="*/ 93534 h 761503"/>
                <a:gd name="connsiteX64" fmla="*/ 77216 w 598324"/>
                <a:gd name="connsiteY64" fmla="*/ 85375 h 761503"/>
                <a:gd name="connsiteX65" fmla="*/ 131609 w 598324"/>
                <a:gd name="connsiteY65" fmla="*/ 79935 h 761503"/>
                <a:gd name="connsiteX66" fmla="*/ 161525 w 598324"/>
                <a:gd name="connsiteY66" fmla="*/ 79935 h 761503"/>
                <a:gd name="connsiteX67" fmla="*/ 177843 w 598324"/>
                <a:gd name="connsiteY67" fmla="*/ 66337 h 761503"/>
                <a:gd name="connsiteX68" fmla="*/ 202320 w 598324"/>
                <a:gd name="connsiteY68" fmla="*/ 58178 h 761503"/>
                <a:gd name="connsiteX69" fmla="*/ 234956 w 598324"/>
                <a:gd name="connsiteY69" fmla="*/ 77216 h 761503"/>
                <a:gd name="connsiteX70" fmla="*/ 251274 w 598324"/>
                <a:gd name="connsiteY70" fmla="*/ 107132 h 761503"/>
                <a:gd name="connsiteX71" fmla="*/ 267592 w 598324"/>
                <a:gd name="connsiteY71" fmla="*/ 147927 h 761503"/>
                <a:gd name="connsiteX72" fmla="*/ 281190 w 598324"/>
                <a:gd name="connsiteY72" fmla="*/ 183282 h 761503"/>
                <a:gd name="connsiteX73" fmla="*/ 297508 w 598324"/>
                <a:gd name="connsiteY73" fmla="*/ 224077 h 761503"/>
                <a:gd name="connsiteX74" fmla="*/ 308387 w 598324"/>
                <a:gd name="connsiteY74" fmla="*/ 264872 h 761503"/>
                <a:gd name="connsiteX75" fmla="*/ 319265 w 598324"/>
                <a:gd name="connsiteY75" fmla="*/ 300227 h 761503"/>
                <a:gd name="connsiteX76" fmla="*/ 351901 w 598324"/>
                <a:gd name="connsiteY76" fmla="*/ 379097 h 761503"/>
                <a:gd name="connsiteX77" fmla="*/ 365500 w 598324"/>
                <a:gd name="connsiteY77" fmla="*/ 417173 h 761503"/>
                <a:gd name="connsiteX78" fmla="*/ 379098 w 598324"/>
                <a:gd name="connsiteY78" fmla="*/ 457967 h 761503"/>
                <a:gd name="connsiteX79" fmla="*/ 395416 w 598324"/>
                <a:gd name="connsiteY79" fmla="*/ 496043 h 761503"/>
                <a:gd name="connsiteX80" fmla="*/ 406294 w 598324"/>
                <a:gd name="connsiteY80" fmla="*/ 512361 h 761503"/>
                <a:gd name="connsiteX81" fmla="*/ 411734 w 598324"/>
                <a:gd name="connsiteY81" fmla="*/ 531398 h 761503"/>
                <a:gd name="connsiteX82" fmla="*/ 419893 w 598324"/>
                <a:gd name="connsiteY82" fmla="*/ 558595 h 761503"/>
                <a:gd name="connsiteX83" fmla="*/ 425332 w 598324"/>
                <a:gd name="connsiteY83" fmla="*/ 564034 h 761503"/>
                <a:gd name="connsiteX84" fmla="*/ 430771 w 598324"/>
                <a:gd name="connsiteY84" fmla="*/ 558595 h 761503"/>
                <a:gd name="connsiteX85" fmla="*/ 430771 w 598324"/>
                <a:gd name="connsiteY85" fmla="*/ 550436 h 761503"/>
                <a:gd name="connsiteX86" fmla="*/ 430771 w 598324"/>
                <a:gd name="connsiteY86" fmla="*/ 501482 h 761503"/>
                <a:gd name="connsiteX87" fmla="*/ 430771 w 598324"/>
                <a:gd name="connsiteY87" fmla="*/ 403574 h 761503"/>
                <a:gd name="connsiteX88" fmla="*/ 425332 w 598324"/>
                <a:gd name="connsiteY88" fmla="*/ 313826 h 761503"/>
                <a:gd name="connsiteX89" fmla="*/ 425332 w 598324"/>
                <a:gd name="connsiteY89" fmla="*/ 248554 h 761503"/>
                <a:gd name="connsiteX90" fmla="*/ 425332 w 598324"/>
                <a:gd name="connsiteY90" fmla="*/ 210479 h 761503"/>
                <a:gd name="connsiteX91" fmla="*/ 422613 w 598324"/>
                <a:gd name="connsiteY91" fmla="*/ 153366 h 761503"/>
                <a:gd name="connsiteX92" fmla="*/ 425332 w 598324"/>
                <a:gd name="connsiteY92" fmla="*/ 123450 h 761503"/>
                <a:gd name="connsiteX93" fmla="*/ 398136 w 598324"/>
                <a:gd name="connsiteY93" fmla="*/ 123450 h 761503"/>
                <a:gd name="connsiteX94" fmla="*/ 379098 w 598324"/>
                <a:gd name="connsiteY94" fmla="*/ 123450 h 761503"/>
                <a:gd name="connsiteX95" fmla="*/ 360060 w 598324"/>
                <a:gd name="connsiteY95" fmla="*/ 118011 h 761503"/>
                <a:gd name="connsiteX96" fmla="*/ 349182 w 598324"/>
                <a:gd name="connsiteY96" fmla="*/ 101693 h 761503"/>
                <a:gd name="connsiteX97" fmla="*/ 351901 w 598324"/>
                <a:gd name="connsiteY97" fmla="*/ 93534 h 761503"/>
                <a:gd name="connsiteX98" fmla="*/ 368219 w 598324"/>
                <a:gd name="connsiteY98" fmla="*/ 85375 h 761503"/>
                <a:gd name="connsiteX99" fmla="*/ 422613 w 598324"/>
                <a:gd name="connsiteY99" fmla="*/ 79935 h 761503"/>
                <a:gd name="connsiteX100" fmla="*/ 444370 w 598324"/>
                <a:gd name="connsiteY100" fmla="*/ 79935 h 761503"/>
                <a:gd name="connsiteX101" fmla="*/ 463407 w 598324"/>
                <a:gd name="connsiteY101" fmla="*/ 71776 h 761503"/>
                <a:gd name="connsiteX102" fmla="*/ 477006 w 598324"/>
                <a:gd name="connsiteY102" fmla="*/ 79935 h 761503"/>
                <a:gd name="connsiteX103" fmla="*/ 515081 w 598324"/>
                <a:gd name="connsiteY103" fmla="*/ 79935 h 761503"/>
                <a:gd name="connsiteX104" fmla="*/ 515081 w 598324"/>
                <a:gd name="connsiteY104" fmla="*/ 79935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598324" h="761503">
                  <a:moveTo>
                    <a:pt x="515081" y="79935"/>
                  </a:moveTo>
                  <a:cubicBezTo>
                    <a:pt x="523240" y="79935"/>
                    <a:pt x="542277" y="79935"/>
                    <a:pt x="542277" y="96253"/>
                  </a:cubicBezTo>
                  <a:cubicBezTo>
                    <a:pt x="542277" y="104412"/>
                    <a:pt x="542277" y="107132"/>
                    <a:pt x="536838" y="112571"/>
                  </a:cubicBezTo>
                  <a:cubicBezTo>
                    <a:pt x="534119" y="118011"/>
                    <a:pt x="528679" y="120730"/>
                    <a:pt x="523240" y="120730"/>
                  </a:cubicBezTo>
                  <a:cubicBezTo>
                    <a:pt x="515081" y="123450"/>
                    <a:pt x="512361" y="123450"/>
                    <a:pt x="506922" y="123450"/>
                  </a:cubicBezTo>
                  <a:cubicBezTo>
                    <a:pt x="504202" y="123450"/>
                    <a:pt x="490604" y="123450"/>
                    <a:pt x="477006" y="123450"/>
                  </a:cubicBezTo>
                  <a:cubicBezTo>
                    <a:pt x="477006" y="131609"/>
                    <a:pt x="479725" y="137048"/>
                    <a:pt x="479725" y="145207"/>
                  </a:cubicBezTo>
                  <a:cubicBezTo>
                    <a:pt x="479725" y="156086"/>
                    <a:pt x="477006" y="166964"/>
                    <a:pt x="477006" y="180563"/>
                  </a:cubicBezTo>
                  <a:cubicBezTo>
                    <a:pt x="477006" y="196881"/>
                    <a:pt x="479725" y="215918"/>
                    <a:pt x="482445" y="232236"/>
                  </a:cubicBezTo>
                  <a:cubicBezTo>
                    <a:pt x="485165" y="248554"/>
                    <a:pt x="485165" y="267592"/>
                    <a:pt x="485165" y="283909"/>
                  </a:cubicBezTo>
                  <a:cubicBezTo>
                    <a:pt x="485165" y="297508"/>
                    <a:pt x="485165" y="313826"/>
                    <a:pt x="485165" y="327424"/>
                  </a:cubicBezTo>
                  <a:cubicBezTo>
                    <a:pt x="485165" y="343742"/>
                    <a:pt x="487884" y="357340"/>
                    <a:pt x="487884" y="373658"/>
                  </a:cubicBezTo>
                  <a:cubicBezTo>
                    <a:pt x="487884" y="389976"/>
                    <a:pt x="485165" y="403574"/>
                    <a:pt x="485165" y="419892"/>
                  </a:cubicBezTo>
                  <a:cubicBezTo>
                    <a:pt x="485165" y="436210"/>
                    <a:pt x="485165" y="449808"/>
                    <a:pt x="485165" y="463407"/>
                  </a:cubicBezTo>
                  <a:cubicBezTo>
                    <a:pt x="485165" y="479725"/>
                    <a:pt x="485165" y="498762"/>
                    <a:pt x="482445" y="515080"/>
                  </a:cubicBezTo>
                  <a:cubicBezTo>
                    <a:pt x="482445" y="528678"/>
                    <a:pt x="482445" y="542277"/>
                    <a:pt x="482445" y="558595"/>
                  </a:cubicBezTo>
                  <a:cubicBezTo>
                    <a:pt x="482445" y="572193"/>
                    <a:pt x="479725" y="588511"/>
                    <a:pt x="479725" y="602109"/>
                  </a:cubicBezTo>
                  <a:cubicBezTo>
                    <a:pt x="479725" y="615708"/>
                    <a:pt x="485165" y="632025"/>
                    <a:pt x="485165" y="648343"/>
                  </a:cubicBezTo>
                  <a:cubicBezTo>
                    <a:pt x="485165" y="659222"/>
                    <a:pt x="482445" y="670101"/>
                    <a:pt x="474286" y="675540"/>
                  </a:cubicBezTo>
                  <a:cubicBezTo>
                    <a:pt x="460688" y="686418"/>
                    <a:pt x="444370" y="691858"/>
                    <a:pt x="428052" y="691858"/>
                  </a:cubicBezTo>
                  <a:cubicBezTo>
                    <a:pt x="414453" y="691858"/>
                    <a:pt x="400855" y="689138"/>
                    <a:pt x="387257" y="683699"/>
                  </a:cubicBezTo>
                  <a:cubicBezTo>
                    <a:pt x="373659" y="678259"/>
                    <a:pt x="360060" y="672820"/>
                    <a:pt x="351901" y="664661"/>
                  </a:cubicBezTo>
                  <a:cubicBezTo>
                    <a:pt x="330144" y="645624"/>
                    <a:pt x="316546" y="621147"/>
                    <a:pt x="305667" y="596670"/>
                  </a:cubicBezTo>
                  <a:cubicBezTo>
                    <a:pt x="292069" y="569473"/>
                    <a:pt x="281190" y="539557"/>
                    <a:pt x="270312" y="509641"/>
                  </a:cubicBezTo>
                  <a:cubicBezTo>
                    <a:pt x="264872" y="493323"/>
                    <a:pt x="256713" y="477005"/>
                    <a:pt x="251274" y="460687"/>
                  </a:cubicBezTo>
                  <a:cubicBezTo>
                    <a:pt x="240395" y="433490"/>
                    <a:pt x="232236" y="409014"/>
                    <a:pt x="224077" y="381817"/>
                  </a:cubicBezTo>
                  <a:cubicBezTo>
                    <a:pt x="218638" y="365499"/>
                    <a:pt x="213199" y="346462"/>
                    <a:pt x="207759" y="330144"/>
                  </a:cubicBezTo>
                  <a:cubicBezTo>
                    <a:pt x="202320" y="316545"/>
                    <a:pt x="196881" y="300227"/>
                    <a:pt x="191442" y="286629"/>
                  </a:cubicBezTo>
                  <a:cubicBezTo>
                    <a:pt x="188722" y="281190"/>
                    <a:pt x="186002" y="278470"/>
                    <a:pt x="183283" y="278470"/>
                  </a:cubicBezTo>
                  <a:cubicBezTo>
                    <a:pt x="180563" y="278470"/>
                    <a:pt x="180563" y="286629"/>
                    <a:pt x="180563" y="292068"/>
                  </a:cubicBezTo>
                  <a:cubicBezTo>
                    <a:pt x="180563" y="297508"/>
                    <a:pt x="180563" y="302947"/>
                    <a:pt x="180563" y="305667"/>
                  </a:cubicBezTo>
                  <a:cubicBezTo>
                    <a:pt x="180563" y="321985"/>
                    <a:pt x="183283" y="338303"/>
                    <a:pt x="183283" y="354620"/>
                  </a:cubicBezTo>
                  <a:cubicBezTo>
                    <a:pt x="183283" y="387256"/>
                    <a:pt x="186002" y="417173"/>
                    <a:pt x="188722" y="449808"/>
                  </a:cubicBezTo>
                  <a:cubicBezTo>
                    <a:pt x="188722" y="460687"/>
                    <a:pt x="188722" y="468846"/>
                    <a:pt x="188722" y="479725"/>
                  </a:cubicBezTo>
                  <a:cubicBezTo>
                    <a:pt x="188722" y="501482"/>
                    <a:pt x="188722" y="523239"/>
                    <a:pt x="188722" y="542277"/>
                  </a:cubicBezTo>
                  <a:cubicBezTo>
                    <a:pt x="188722" y="566754"/>
                    <a:pt x="186002" y="591231"/>
                    <a:pt x="186002" y="615708"/>
                  </a:cubicBezTo>
                  <a:cubicBezTo>
                    <a:pt x="186002" y="623866"/>
                    <a:pt x="186002" y="632025"/>
                    <a:pt x="186002" y="637465"/>
                  </a:cubicBezTo>
                  <a:cubicBezTo>
                    <a:pt x="186002" y="645624"/>
                    <a:pt x="183283" y="656502"/>
                    <a:pt x="183283" y="664661"/>
                  </a:cubicBezTo>
                  <a:cubicBezTo>
                    <a:pt x="202320" y="664661"/>
                    <a:pt x="218638" y="664661"/>
                    <a:pt x="226797" y="664661"/>
                  </a:cubicBezTo>
                  <a:cubicBezTo>
                    <a:pt x="234956" y="664661"/>
                    <a:pt x="253994" y="664661"/>
                    <a:pt x="253994" y="680979"/>
                  </a:cubicBezTo>
                  <a:cubicBezTo>
                    <a:pt x="253994" y="689138"/>
                    <a:pt x="253994" y="691858"/>
                    <a:pt x="248554" y="697297"/>
                  </a:cubicBezTo>
                  <a:cubicBezTo>
                    <a:pt x="245835" y="702736"/>
                    <a:pt x="240395" y="705456"/>
                    <a:pt x="234956" y="705456"/>
                  </a:cubicBezTo>
                  <a:cubicBezTo>
                    <a:pt x="226797" y="708176"/>
                    <a:pt x="224077" y="708176"/>
                    <a:pt x="218638" y="708176"/>
                  </a:cubicBezTo>
                  <a:cubicBezTo>
                    <a:pt x="215918" y="708176"/>
                    <a:pt x="199600" y="708176"/>
                    <a:pt x="183283" y="708176"/>
                  </a:cubicBezTo>
                  <a:cubicBezTo>
                    <a:pt x="166965" y="708176"/>
                    <a:pt x="153366" y="708176"/>
                    <a:pt x="150647" y="708176"/>
                  </a:cubicBezTo>
                  <a:cubicBezTo>
                    <a:pt x="139768" y="708176"/>
                    <a:pt x="120730" y="708176"/>
                    <a:pt x="107132" y="708176"/>
                  </a:cubicBezTo>
                  <a:cubicBezTo>
                    <a:pt x="101693" y="708176"/>
                    <a:pt x="96254" y="708176"/>
                    <a:pt x="88094" y="708176"/>
                  </a:cubicBezTo>
                  <a:cubicBezTo>
                    <a:pt x="82655" y="708176"/>
                    <a:pt x="74496" y="708176"/>
                    <a:pt x="69057" y="702736"/>
                  </a:cubicBezTo>
                  <a:cubicBezTo>
                    <a:pt x="63617" y="700017"/>
                    <a:pt x="58178" y="691858"/>
                    <a:pt x="58178" y="686418"/>
                  </a:cubicBezTo>
                  <a:cubicBezTo>
                    <a:pt x="58178" y="683699"/>
                    <a:pt x="58178" y="680979"/>
                    <a:pt x="60898" y="678259"/>
                  </a:cubicBezTo>
                  <a:cubicBezTo>
                    <a:pt x="63617" y="675540"/>
                    <a:pt x="71777" y="672820"/>
                    <a:pt x="77216" y="670101"/>
                  </a:cubicBezTo>
                  <a:cubicBezTo>
                    <a:pt x="90814" y="667381"/>
                    <a:pt x="115291" y="664661"/>
                    <a:pt x="120730" y="664661"/>
                  </a:cubicBezTo>
                  <a:cubicBezTo>
                    <a:pt x="123450" y="664661"/>
                    <a:pt x="126170" y="664661"/>
                    <a:pt x="131609" y="664661"/>
                  </a:cubicBezTo>
                  <a:cubicBezTo>
                    <a:pt x="131609" y="623866"/>
                    <a:pt x="134329" y="583072"/>
                    <a:pt x="134329" y="539557"/>
                  </a:cubicBezTo>
                  <a:cubicBezTo>
                    <a:pt x="134329" y="528678"/>
                    <a:pt x="134329" y="515080"/>
                    <a:pt x="134329" y="504201"/>
                  </a:cubicBezTo>
                  <a:cubicBezTo>
                    <a:pt x="131609" y="460687"/>
                    <a:pt x="131609" y="417173"/>
                    <a:pt x="131609" y="376378"/>
                  </a:cubicBezTo>
                  <a:cubicBezTo>
                    <a:pt x="131609" y="351901"/>
                    <a:pt x="131609" y="327424"/>
                    <a:pt x="131609" y="302947"/>
                  </a:cubicBezTo>
                  <a:cubicBezTo>
                    <a:pt x="131609" y="275751"/>
                    <a:pt x="131609" y="248554"/>
                    <a:pt x="134329" y="221357"/>
                  </a:cubicBezTo>
                  <a:cubicBezTo>
                    <a:pt x="134329" y="188722"/>
                    <a:pt x="137048" y="156086"/>
                    <a:pt x="137048" y="123450"/>
                  </a:cubicBezTo>
                  <a:cubicBezTo>
                    <a:pt x="126170" y="123450"/>
                    <a:pt x="115291" y="123450"/>
                    <a:pt x="107132" y="123450"/>
                  </a:cubicBezTo>
                  <a:cubicBezTo>
                    <a:pt x="101693" y="123450"/>
                    <a:pt x="96254" y="123450"/>
                    <a:pt x="88094" y="123450"/>
                  </a:cubicBezTo>
                  <a:cubicBezTo>
                    <a:pt x="82655" y="123450"/>
                    <a:pt x="74496" y="120730"/>
                    <a:pt x="69057" y="118011"/>
                  </a:cubicBezTo>
                  <a:cubicBezTo>
                    <a:pt x="63617" y="115291"/>
                    <a:pt x="58178" y="107132"/>
                    <a:pt x="58178" y="101693"/>
                  </a:cubicBezTo>
                  <a:cubicBezTo>
                    <a:pt x="58178" y="98973"/>
                    <a:pt x="58178" y="96253"/>
                    <a:pt x="60898" y="93534"/>
                  </a:cubicBezTo>
                  <a:cubicBezTo>
                    <a:pt x="63617" y="90814"/>
                    <a:pt x="71777" y="88094"/>
                    <a:pt x="77216" y="85375"/>
                  </a:cubicBezTo>
                  <a:cubicBezTo>
                    <a:pt x="90814" y="82655"/>
                    <a:pt x="126170" y="79935"/>
                    <a:pt x="131609" y="79935"/>
                  </a:cubicBezTo>
                  <a:cubicBezTo>
                    <a:pt x="137048" y="79935"/>
                    <a:pt x="147927" y="79935"/>
                    <a:pt x="161525" y="79935"/>
                  </a:cubicBezTo>
                  <a:cubicBezTo>
                    <a:pt x="166965" y="74496"/>
                    <a:pt x="172404" y="71776"/>
                    <a:pt x="177843" y="66337"/>
                  </a:cubicBezTo>
                  <a:cubicBezTo>
                    <a:pt x="186002" y="60898"/>
                    <a:pt x="194161" y="58178"/>
                    <a:pt x="202320" y="58178"/>
                  </a:cubicBezTo>
                  <a:cubicBezTo>
                    <a:pt x="215918" y="58178"/>
                    <a:pt x="226797" y="63617"/>
                    <a:pt x="234956" y="77216"/>
                  </a:cubicBezTo>
                  <a:cubicBezTo>
                    <a:pt x="240395" y="88094"/>
                    <a:pt x="248554" y="96253"/>
                    <a:pt x="251274" y="107132"/>
                  </a:cubicBezTo>
                  <a:cubicBezTo>
                    <a:pt x="256713" y="120730"/>
                    <a:pt x="259433" y="134328"/>
                    <a:pt x="267592" y="147927"/>
                  </a:cubicBezTo>
                  <a:cubicBezTo>
                    <a:pt x="273031" y="158805"/>
                    <a:pt x="275751" y="172404"/>
                    <a:pt x="281190" y="183282"/>
                  </a:cubicBezTo>
                  <a:cubicBezTo>
                    <a:pt x="286630" y="196881"/>
                    <a:pt x="292069" y="210479"/>
                    <a:pt x="297508" y="224077"/>
                  </a:cubicBezTo>
                  <a:cubicBezTo>
                    <a:pt x="300228" y="237675"/>
                    <a:pt x="305667" y="251274"/>
                    <a:pt x="308387" y="264872"/>
                  </a:cubicBezTo>
                  <a:cubicBezTo>
                    <a:pt x="311106" y="278470"/>
                    <a:pt x="311106" y="289349"/>
                    <a:pt x="319265" y="300227"/>
                  </a:cubicBezTo>
                  <a:cubicBezTo>
                    <a:pt x="332864" y="324704"/>
                    <a:pt x="346462" y="351901"/>
                    <a:pt x="351901" y="379097"/>
                  </a:cubicBezTo>
                  <a:cubicBezTo>
                    <a:pt x="354621" y="392696"/>
                    <a:pt x="360060" y="403574"/>
                    <a:pt x="365500" y="417173"/>
                  </a:cubicBezTo>
                  <a:cubicBezTo>
                    <a:pt x="373659" y="430771"/>
                    <a:pt x="373659" y="444369"/>
                    <a:pt x="379098" y="457967"/>
                  </a:cubicBezTo>
                  <a:cubicBezTo>
                    <a:pt x="381818" y="471566"/>
                    <a:pt x="387257" y="482444"/>
                    <a:pt x="395416" y="496043"/>
                  </a:cubicBezTo>
                  <a:cubicBezTo>
                    <a:pt x="398136" y="501482"/>
                    <a:pt x="403575" y="506921"/>
                    <a:pt x="406294" y="512361"/>
                  </a:cubicBezTo>
                  <a:cubicBezTo>
                    <a:pt x="409014" y="517800"/>
                    <a:pt x="409014" y="525959"/>
                    <a:pt x="411734" y="531398"/>
                  </a:cubicBezTo>
                  <a:cubicBezTo>
                    <a:pt x="414453" y="539557"/>
                    <a:pt x="417173" y="550436"/>
                    <a:pt x="419893" y="558595"/>
                  </a:cubicBezTo>
                  <a:cubicBezTo>
                    <a:pt x="422613" y="561314"/>
                    <a:pt x="422613" y="564034"/>
                    <a:pt x="425332" y="564034"/>
                  </a:cubicBezTo>
                  <a:cubicBezTo>
                    <a:pt x="428052" y="564034"/>
                    <a:pt x="428052" y="561314"/>
                    <a:pt x="430771" y="558595"/>
                  </a:cubicBezTo>
                  <a:cubicBezTo>
                    <a:pt x="430771" y="555875"/>
                    <a:pt x="430771" y="553155"/>
                    <a:pt x="430771" y="550436"/>
                  </a:cubicBezTo>
                  <a:cubicBezTo>
                    <a:pt x="430771" y="534118"/>
                    <a:pt x="430771" y="517800"/>
                    <a:pt x="430771" y="501482"/>
                  </a:cubicBezTo>
                  <a:cubicBezTo>
                    <a:pt x="430771" y="468846"/>
                    <a:pt x="433491" y="436210"/>
                    <a:pt x="430771" y="403574"/>
                  </a:cubicBezTo>
                  <a:cubicBezTo>
                    <a:pt x="430771" y="373658"/>
                    <a:pt x="425332" y="343742"/>
                    <a:pt x="425332" y="313826"/>
                  </a:cubicBezTo>
                  <a:cubicBezTo>
                    <a:pt x="425332" y="292068"/>
                    <a:pt x="425332" y="270311"/>
                    <a:pt x="425332" y="248554"/>
                  </a:cubicBezTo>
                  <a:cubicBezTo>
                    <a:pt x="425332" y="234956"/>
                    <a:pt x="425332" y="224077"/>
                    <a:pt x="425332" y="210479"/>
                  </a:cubicBezTo>
                  <a:cubicBezTo>
                    <a:pt x="425332" y="191441"/>
                    <a:pt x="422613" y="172404"/>
                    <a:pt x="422613" y="153366"/>
                  </a:cubicBezTo>
                  <a:cubicBezTo>
                    <a:pt x="422613" y="142487"/>
                    <a:pt x="422613" y="134328"/>
                    <a:pt x="425332" y="123450"/>
                  </a:cubicBezTo>
                  <a:cubicBezTo>
                    <a:pt x="417173" y="123450"/>
                    <a:pt x="406294" y="123450"/>
                    <a:pt x="398136" y="123450"/>
                  </a:cubicBezTo>
                  <a:cubicBezTo>
                    <a:pt x="392696" y="123450"/>
                    <a:pt x="387257" y="123450"/>
                    <a:pt x="379098" y="123450"/>
                  </a:cubicBezTo>
                  <a:cubicBezTo>
                    <a:pt x="373659" y="123450"/>
                    <a:pt x="365500" y="120730"/>
                    <a:pt x="360060" y="118011"/>
                  </a:cubicBezTo>
                  <a:cubicBezTo>
                    <a:pt x="354621" y="115291"/>
                    <a:pt x="349182" y="107132"/>
                    <a:pt x="349182" y="101693"/>
                  </a:cubicBezTo>
                  <a:cubicBezTo>
                    <a:pt x="349182" y="98973"/>
                    <a:pt x="349182" y="96253"/>
                    <a:pt x="351901" y="93534"/>
                  </a:cubicBezTo>
                  <a:cubicBezTo>
                    <a:pt x="354621" y="90814"/>
                    <a:pt x="362780" y="88094"/>
                    <a:pt x="368219" y="85375"/>
                  </a:cubicBezTo>
                  <a:cubicBezTo>
                    <a:pt x="381818" y="82655"/>
                    <a:pt x="417173" y="79935"/>
                    <a:pt x="422613" y="79935"/>
                  </a:cubicBezTo>
                  <a:cubicBezTo>
                    <a:pt x="428052" y="79935"/>
                    <a:pt x="433491" y="79935"/>
                    <a:pt x="444370" y="79935"/>
                  </a:cubicBezTo>
                  <a:cubicBezTo>
                    <a:pt x="449809" y="74496"/>
                    <a:pt x="455248" y="71776"/>
                    <a:pt x="463407" y="71776"/>
                  </a:cubicBezTo>
                  <a:cubicBezTo>
                    <a:pt x="471566" y="71776"/>
                    <a:pt x="477006" y="74496"/>
                    <a:pt x="477006" y="79935"/>
                  </a:cubicBezTo>
                  <a:cubicBezTo>
                    <a:pt x="493324" y="79935"/>
                    <a:pt x="506922" y="79935"/>
                    <a:pt x="515081" y="79935"/>
                  </a:cubicBezTo>
                  <a:lnTo>
                    <a:pt x="515081" y="79935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036A51AB-A18D-4440-9151-7933E6130ED3}"/>
                </a:ext>
              </a:extLst>
            </p:cNvPr>
            <p:cNvSpPr/>
            <p:nvPr/>
          </p:nvSpPr>
          <p:spPr>
            <a:xfrm>
              <a:off x="5139126" y="4192158"/>
              <a:ext cx="516735" cy="788700"/>
            </a:xfrm>
            <a:custGeom>
              <a:avLst/>
              <a:gdLst>
                <a:gd name="connsiteX0" fmla="*/ 464616 w 516735"/>
                <a:gd name="connsiteY0" fmla="*/ 436210 h 788699"/>
                <a:gd name="connsiteX1" fmla="*/ 445578 w 516735"/>
                <a:gd name="connsiteY1" fmla="*/ 455248 h 788699"/>
                <a:gd name="connsiteX2" fmla="*/ 404784 w 516735"/>
                <a:gd name="connsiteY2" fmla="*/ 466126 h 788699"/>
                <a:gd name="connsiteX3" fmla="*/ 385746 w 516735"/>
                <a:gd name="connsiteY3" fmla="*/ 479725 h 788699"/>
                <a:gd name="connsiteX4" fmla="*/ 388466 w 516735"/>
                <a:gd name="connsiteY4" fmla="*/ 512361 h 788699"/>
                <a:gd name="connsiteX5" fmla="*/ 388466 w 516735"/>
                <a:gd name="connsiteY5" fmla="*/ 544997 h 788699"/>
                <a:gd name="connsiteX6" fmla="*/ 388466 w 516735"/>
                <a:gd name="connsiteY6" fmla="*/ 566754 h 788699"/>
                <a:gd name="connsiteX7" fmla="*/ 391185 w 516735"/>
                <a:gd name="connsiteY7" fmla="*/ 632026 h 788699"/>
                <a:gd name="connsiteX8" fmla="*/ 393905 w 516735"/>
                <a:gd name="connsiteY8" fmla="*/ 683699 h 788699"/>
                <a:gd name="connsiteX9" fmla="*/ 377587 w 516735"/>
                <a:gd name="connsiteY9" fmla="*/ 724494 h 788699"/>
                <a:gd name="connsiteX10" fmla="*/ 361269 w 516735"/>
                <a:gd name="connsiteY10" fmla="*/ 719054 h 788699"/>
                <a:gd name="connsiteX11" fmla="*/ 353110 w 516735"/>
                <a:gd name="connsiteY11" fmla="*/ 702737 h 788699"/>
                <a:gd name="connsiteX12" fmla="*/ 350390 w 516735"/>
                <a:gd name="connsiteY12" fmla="*/ 686419 h 788699"/>
                <a:gd name="connsiteX13" fmla="*/ 353110 w 516735"/>
                <a:gd name="connsiteY13" fmla="*/ 659222 h 788699"/>
                <a:gd name="connsiteX14" fmla="*/ 353110 w 516735"/>
                <a:gd name="connsiteY14" fmla="*/ 656502 h 788699"/>
                <a:gd name="connsiteX15" fmla="*/ 317755 w 516735"/>
                <a:gd name="connsiteY15" fmla="*/ 708176 h 788699"/>
                <a:gd name="connsiteX16" fmla="*/ 241604 w 516735"/>
                <a:gd name="connsiteY16" fmla="*/ 735372 h 788699"/>
                <a:gd name="connsiteX17" fmla="*/ 187211 w 516735"/>
                <a:gd name="connsiteY17" fmla="*/ 727214 h 788699"/>
                <a:gd name="connsiteX18" fmla="*/ 135538 w 516735"/>
                <a:gd name="connsiteY18" fmla="*/ 694578 h 788699"/>
                <a:gd name="connsiteX19" fmla="*/ 86584 w 516735"/>
                <a:gd name="connsiteY19" fmla="*/ 621147 h 788699"/>
                <a:gd name="connsiteX20" fmla="*/ 67546 w 516735"/>
                <a:gd name="connsiteY20" fmla="*/ 555875 h 788699"/>
                <a:gd name="connsiteX21" fmla="*/ 59387 w 516735"/>
                <a:gd name="connsiteY21" fmla="*/ 509641 h 788699"/>
                <a:gd name="connsiteX22" fmla="*/ 59387 w 516735"/>
                <a:gd name="connsiteY22" fmla="*/ 468846 h 788699"/>
                <a:gd name="connsiteX23" fmla="*/ 86584 w 516735"/>
                <a:gd name="connsiteY23" fmla="*/ 302947 h 788699"/>
                <a:gd name="connsiteX24" fmla="*/ 108341 w 516735"/>
                <a:gd name="connsiteY24" fmla="*/ 224077 h 788699"/>
                <a:gd name="connsiteX25" fmla="*/ 146416 w 516735"/>
                <a:gd name="connsiteY25" fmla="*/ 145207 h 788699"/>
                <a:gd name="connsiteX26" fmla="*/ 198090 w 516735"/>
                <a:gd name="connsiteY26" fmla="*/ 85375 h 788699"/>
                <a:gd name="connsiteX27" fmla="*/ 228006 w 516735"/>
                <a:gd name="connsiteY27" fmla="*/ 69057 h 788699"/>
                <a:gd name="connsiteX28" fmla="*/ 268801 w 516735"/>
                <a:gd name="connsiteY28" fmla="*/ 58178 h 788699"/>
                <a:gd name="connsiteX29" fmla="*/ 274240 w 516735"/>
                <a:gd name="connsiteY29" fmla="*/ 58178 h 788699"/>
                <a:gd name="connsiteX30" fmla="*/ 295997 w 516735"/>
                <a:gd name="connsiteY30" fmla="*/ 60898 h 788699"/>
                <a:gd name="connsiteX31" fmla="*/ 331353 w 516735"/>
                <a:gd name="connsiteY31" fmla="*/ 71776 h 788699"/>
                <a:gd name="connsiteX32" fmla="*/ 350390 w 516735"/>
                <a:gd name="connsiteY32" fmla="*/ 93534 h 788699"/>
                <a:gd name="connsiteX33" fmla="*/ 353110 w 516735"/>
                <a:gd name="connsiteY33" fmla="*/ 74496 h 788699"/>
                <a:gd name="connsiteX34" fmla="*/ 358549 w 516735"/>
                <a:gd name="connsiteY34" fmla="*/ 63618 h 788699"/>
                <a:gd name="connsiteX35" fmla="*/ 366708 w 516735"/>
                <a:gd name="connsiteY35" fmla="*/ 58178 h 788699"/>
                <a:gd name="connsiteX36" fmla="*/ 374867 w 516735"/>
                <a:gd name="connsiteY36" fmla="*/ 63618 h 788699"/>
                <a:gd name="connsiteX37" fmla="*/ 383026 w 516735"/>
                <a:gd name="connsiteY37" fmla="*/ 82655 h 788699"/>
                <a:gd name="connsiteX38" fmla="*/ 385746 w 516735"/>
                <a:gd name="connsiteY38" fmla="*/ 126170 h 788699"/>
                <a:gd name="connsiteX39" fmla="*/ 388466 w 516735"/>
                <a:gd name="connsiteY39" fmla="*/ 186002 h 788699"/>
                <a:gd name="connsiteX40" fmla="*/ 391185 w 516735"/>
                <a:gd name="connsiteY40" fmla="*/ 237676 h 788699"/>
                <a:gd name="connsiteX41" fmla="*/ 374867 w 516735"/>
                <a:gd name="connsiteY41" fmla="*/ 278470 h 788699"/>
                <a:gd name="connsiteX42" fmla="*/ 358549 w 516735"/>
                <a:gd name="connsiteY42" fmla="*/ 273031 h 788699"/>
                <a:gd name="connsiteX43" fmla="*/ 350390 w 516735"/>
                <a:gd name="connsiteY43" fmla="*/ 256713 h 788699"/>
                <a:gd name="connsiteX44" fmla="*/ 347671 w 516735"/>
                <a:gd name="connsiteY44" fmla="*/ 240395 h 788699"/>
                <a:gd name="connsiteX45" fmla="*/ 347671 w 516735"/>
                <a:gd name="connsiteY45" fmla="*/ 213199 h 788699"/>
                <a:gd name="connsiteX46" fmla="*/ 344951 w 516735"/>
                <a:gd name="connsiteY46" fmla="*/ 194161 h 788699"/>
                <a:gd name="connsiteX47" fmla="*/ 339512 w 516735"/>
                <a:gd name="connsiteY47" fmla="*/ 150647 h 788699"/>
                <a:gd name="connsiteX48" fmla="*/ 323194 w 516735"/>
                <a:gd name="connsiteY48" fmla="*/ 112571 h 788699"/>
                <a:gd name="connsiteX49" fmla="*/ 293278 w 516735"/>
                <a:gd name="connsiteY49" fmla="*/ 101693 h 788699"/>
                <a:gd name="connsiteX50" fmla="*/ 263361 w 516735"/>
                <a:gd name="connsiteY50" fmla="*/ 120730 h 788699"/>
                <a:gd name="connsiteX51" fmla="*/ 241604 w 516735"/>
                <a:gd name="connsiteY51" fmla="*/ 153366 h 788699"/>
                <a:gd name="connsiteX52" fmla="*/ 233445 w 516735"/>
                <a:gd name="connsiteY52" fmla="*/ 194161 h 788699"/>
                <a:gd name="connsiteX53" fmla="*/ 225286 w 516735"/>
                <a:gd name="connsiteY53" fmla="*/ 232236 h 788699"/>
                <a:gd name="connsiteX54" fmla="*/ 217127 w 516735"/>
                <a:gd name="connsiteY54" fmla="*/ 275751 h 788699"/>
                <a:gd name="connsiteX55" fmla="*/ 211688 w 516735"/>
                <a:gd name="connsiteY55" fmla="*/ 316545 h 788699"/>
                <a:gd name="connsiteX56" fmla="*/ 206249 w 516735"/>
                <a:gd name="connsiteY56" fmla="*/ 354621 h 788699"/>
                <a:gd name="connsiteX57" fmla="*/ 200809 w 516735"/>
                <a:gd name="connsiteY57" fmla="*/ 398135 h 788699"/>
                <a:gd name="connsiteX58" fmla="*/ 195370 w 516735"/>
                <a:gd name="connsiteY58" fmla="*/ 438930 h 788699"/>
                <a:gd name="connsiteX59" fmla="*/ 192650 w 516735"/>
                <a:gd name="connsiteY59" fmla="*/ 474286 h 788699"/>
                <a:gd name="connsiteX60" fmla="*/ 195370 w 516735"/>
                <a:gd name="connsiteY60" fmla="*/ 525959 h 788699"/>
                <a:gd name="connsiteX61" fmla="*/ 208968 w 516735"/>
                <a:gd name="connsiteY61" fmla="*/ 596670 h 788699"/>
                <a:gd name="connsiteX62" fmla="*/ 214407 w 516735"/>
                <a:gd name="connsiteY62" fmla="*/ 623867 h 788699"/>
                <a:gd name="connsiteX63" fmla="*/ 228006 w 516735"/>
                <a:gd name="connsiteY63" fmla="*/ 656502 h 788699"/>
                <a:gd name="connsiteX64" fmla="*/ 271520 w 516735"/>
                <a:gd name="connsiteY64" fmla="*/ 689138 h 788699"/>
                <a:gd name="connsiteX65" fmla="*/ 306876 w 516735"/>
                <a:gd name="connsiteY65" fmla="*/ 664661 h 788699"/>
                <a:gd name="connsiteX66" fmla="*/ 331353 w 516735"/>
                <a:gd name="connsiteY66" fmla="*/ 602109 h 788699"/>
                <a:gd name="connsiteX67" fmla="*/ 336792 w 516735"/>
                <a:gd name="connsiteY67" fmla="*/ 544997 h 788699"/>
                <a:gd name="connsiteX68" fmla="*/ 336792 w 516735"/>
                <a:gd name="connsiteY68" fmla="*/ 498762 h 788699"/>
                <a:gd name="connsiteX69" fmla="*/ 336792 w 516735"/>
                <a:gd name="connsiteY69" fmla="*/ 490603 h 788699"/>
                <a:gd name="connsiteX70" fmla="*/ 320474 w 516735"/>
                <a:gd name="connsiteY70" fmla="*/ 477005 h 788699"/>
                <a:gd name="connsiteX71" fmla="*/ 282399 w 516735"/>
                <a:gd name="connsiteY71" fmla="*/ 479725 h 788699"/>
                <a:gd name="connsiteX72" fmla="*/ 252483 w 516735"/>
                <a:gd name="connsiteY72" fmla="*/ 474286 h 788699"/>
                <a:gd name="connsiteX73" fmla="*/ 247043 w 516735"/>
                <a:gd name="connsiteY73" fmla="*/ 466126 h 788699"/>
                <a:gd name="connsiteX74" fmla="*/ 249763 w 516735"/>
                <a:gd name="connsiteY74" fmla="*/ 457968 h 788699"/>
                <a:gd name="connsiteX75" fmla="*/ 268801 w 516735"/>
                <a:gd name="connsiteY75" fmla="*/ 447089 h 788699"/>
                <a:gd name="connsiteX76" fmla="*/ 312315 w 516735"/>
                <a:gd name="connsiteY76" fmla="*/ 436210 h 788699"/>
                <a:gd name="connsiteX77" fmla="*/ 353110 w 516735"/>
                <a:gd name="connsiteY77" fmla="*/ 430771 h 788699"/>
                <a:gd name="connsiteX78" fmla="*/ 385746 w 516735"/>
                <a:gd name="connsiteY78" fmla="*/ 430771 h 788699"/>
                <a:gd name="connsiteX79" fmla="*/ 437420 w 516735"/>
                <a:gd name="connsiteY79" fmla="*/ 428051 h 788699"/>
                <a:gd name="connsiteX80" fmla="*/ 464616 w 516735"/>
                <a:gd name="connsiteY80" fmla="*/ 436210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516735" h="788699">
                  <a:moveTo>
                    <a:pt x="464616" y="436210"/>
                  </a:moveTo>
                  <a:cubicBezTo>
                    <a:pt x="464616" y="447089"/>
                    <a:pt x="453737" y="452528"/>
                    <a:pt x="445578" y="455248"/>
                  </a:cubicBezTo>
                  <a:cubicBezTo>
                    <a:pt x="434700" y="460687"/>
                    <a:pt x="415662" y="463407"/>
                    <a:pt x="404784" y="466126"/>
                  </a:cubicBezTo>
                  <a:cubicBezTo>
                    <a:pt x="393905" y="466126"/>
                    <a:pt x="385746" y="468846"/>
                    <a:pt x="385746" y="479725"/>
                  </a:cubicBezTo>
                  <a:cubicBezTo>
                    <a:pt x="385746" y="487884"/>
                    <a:pt x="388466" y="506921"/>
                    <a:pt x="388466" y="512361"/>
                  </a:cubicBezTo>
                  <a:cubicBezTo>
                    <a:pt x="388466" y="515080"/>
                    <a:pt x="388466" y="539557"/>
                    <a:pt x="388466" y="544997"/>
                  </a:cubicBezTo>
                  <a:cubicBezTo>
                    <a:pt x="388466" y="550436"/>
                    <a:pt x="388466" y="558595"/>
                    <a:pt x="388466" y="566754"/>
                  </a:cubicBezTo>
                  <a:cubicBezTo>
                    <a:pt x="388466" y="591231"/>
                    <a:pt x="388466" y="621147"/>
                    <a:pt x="391185" y="632026"/>
                  </a:cubicBezTo>
                  <a:cubicBezTo>
                    <a:pt x="393905" y="653783"/>
                    <a:pt x="393905" y="661942"/>
                    <a:pt x="393905" y="683699"/>
                  </a:cubicBezTo>
                  <a:cubicBezTo>
                    <a:pt x="393905" y="694578"/>
                    <a:pt x="393905" y="724494"/>
                    <a:pt x="377587" y="724494"/>
                  </a:cubicBezTo>
                  <a:cubicBezTo>
                    <a:pt x="369428" y="724494"/>
                    <a:pt x="366708" y="721774"/>
                    <a:pt x="361269" y="719054"/>
                  </a:cubicBezTo>
                  <a:cubicBezTo>
                    <a:pt x="355830" y="716335"/>
                    <a:pt x="353110" y="708176"/>
                    <a:pt x="353110" y="702737"/>
                  </a:cubicBezTo>
                  <a:cubicBezTo>
                    <a:pt x="350390" y="694578"/>
                    <a:pt x="350390" y="689138"/>
                    <a:pt x="350390" y="686419"/>
                  </a:cubicBezTo>
                  <a:cubicBezTo>
                    <a:pt x="350390" y="678260"/>
                    <a:pt x="353110" y="672820"/>
                    <a:pt x="353110" y="659222"/>
                  </a:cubicBezTo>
                  <a:lnTo>
                    <a:pt x="353110" y="656502"/>
                  </a:lnTo>
                  <a:cubicBezTo>
                    <a:pt x="347671" y="675540"/>
                    <a:pt x="334072" y="694578"/>
                    <a:pt x="317755" y="708176"/>
                  </a:cubicBezTo>
                  <a:cubicBezTo>
                    <a:pt x="293278" y="727214"/>
                    <a:pt x="274240" y="735372"/>
                    <a:pt x="241604" y="735372"/>
                  </a:cubicBezTo>
                  <a:cubicBezTo>
                    <a:pt x="222566" y="735372"/>
                    <a:pt x="203529" y="732653"/>
                    <a:pt x="187211" y="727214"/>
                  </a:cubicBezTo>
                  <a:cubicBezTo>
                    <a:pt x="165454" y="719054"/>
                    <a:pt x="149136" y="708176"/>
                    <a:pt x="135538" y="694578"/>
                  </a:cubicBezTo>
                  <a:cubicBezTo>
                    <a:pt x="113780" y="672820"/>
                    <a:pt x="100182" y="648343"/>
                    <a:pt x="86584" y="621147"/>
                  </a:cubicBezTo>
                  <a:cubicBezTo>
                    <a:pt x="75705" y="599390"/>
                    <a:pt x="70266" y="580352"/>
                    <a:pt x="67546" y="555875"/>
                  </a:cubicBezTo>
                  <a:cubicBezTo>
                    <a:pt x="64826" y="539557"/>
                    <a:pt x="62107" y="525959"/>
                    <a:pt x="59387" y="509641"/>
                  </a:cubicBezTo>
                  <a:cubicBezTo>
                    <a:pt x="56667" y="493323"/>
                    <a:pt x="59387" y="485164"/>
                    <a:pt x="59387" y="468846"/>
                  </a:cubicBezTo>
                  <a:cubicBezTo>
                    <a:pt x="59387" y="414453"/>
                    <a:pt x="72985" y="362780"/>
                    <a:pt x="86584" y="302947"/>
                  </a:cubicBezTo>
                  <a:cubicBezTo>
                    <a:pt x="92023" y="275751"/>
                    <a:pt x="100182" y="248554"/>
                    <a:pt x="108341" y="224077"/>
                  </a:cubicBezTo>
                  <a:cubicBezTo>
                    <a:pt x="116500" y="196881"/>
                    <a:pt x="130098" y="169684"/>
                    <a:pt x="146416" y="145207"/>
                  </a:cubicBezTo>
                  <a:cubicBezTo>
                    <a:pt x="160014" y="123450"/>
                    <a:pt x="176332" y="101693"/>
                    <a:pt x="198090" y="85375"/>
                  </a:cubicBezTo>
                  <a:cubicBezTo>
                    <a:pt x="206249" y="77216"/>
                    <a:pt x="217127" y="71776"/>
                    <a:pt x="228006" y="69057"/>
                  </a:cubicBezTo>
                  <a:cubicBezTo>
                    <a:pt x="241604" y="63618"/>
                    <a:pt x="255202" y="58178"/>
                    <a:pt x="268801" y="58178"/>
                  </a:cubicBezTo>
                  <a:cubicBezTo>
                    <a:pt x="271520" y="58178"/>
                    <a:pt x="274240" y="58178"/>
                    <a:pt x="274240" y="58178"/>
                  </a:cubicBezTo>
                  <a:cubicBezTo>
                    <a:pt x="279679" y="58178"/>
                    <a:pt x="285119" y="58178"/>
                    <a:pt x="295997" y="60898"/>
                  </a:cubicBezTo>
                  <a:cubicBezTo>
                    <a:pt x="309595" y="63618"/>
                    <a:pt x="320474" y="66337"/>
                    <a:pt x="331353" y="71776"/>
                  </a:cubicBezTo>
                  <a:cubicBezTo>
                    <a:pt x="339512" y="77216"/>
                    <a:pt x="347671" y="85375"/>
                    <a:pt x="350390" y="93534"/>
                  </a:cubicBezTo>
                  <a:cubicBezTo>
                    <a:pt x="350390" y="88095"/>
                    <a:pt x="353110" y="79936"/>
                    <a:pt x="353110" y="74496"/>
                  </a:cubicBezTo>
                  <a:cubicBezTo>
                    <a:pt x="355830" y="71776"/>
                    <a:pt x="355830" y="69057"/>
                    <a:pt x="358549" y="63618"/>
                  </a:cubicBezTo>
                  <a:cubicBezTo>
                    <a:pt x="361269" y="60898"/>
                    <a:pt x="363989" y="58178"/>
                    <a:pt x="366708" y="58178"/>
                  </a:cubicBezTo>
                  <a:cubicBezTo>
                    <a:pt x="369428" y="58178"/>
                    <a:pt x="372148" y="60898"/>
                    <a:pt x="374867" y="63618"/>
                  </a:cubicBezTo>
                  <a:cubicBezTo>
                    <a:pt x="377587" y="69057"/>
                    <a:pt x="380307" y="77216"/>
                    <a:pt x="383026" y="82655"/>
                  </a:cubicBezTo>
                  <a:cubicBezTo>
                    <a:pt x="383026" y="90814"/>
                    <a:pt x="385746" y="107132"/>
                    <a:pt x="385746" y="126170"/>
                  </a:cubicBezTo>
                  <a:cubicBezTo>
                    <a:pt x="385746" y="150647"/>
                    <a:pt x="385746" y="177843"/>
                    <a:pt x="388466" y="186002"/>
                  </a:cubicBezTo>
                  <a:cubicBezTo>
                    <a:pt x="391185" y="207759"/>
                    <a:pt x="391185" y="215918"/>
                    <a:pt x="391185" y="237676"/>
                  </a:cubicBezTo>
                  <a:cubicBezTo>
                    <a:pt x="391185" y="248554"/>
                    <a:pt x="391185" y="278470"/>
                    <a:pt x="374867" y="278470"/>
                  </a:cubicBezTo>
                  <a:cubicBezTo>
                    <a:pt x="366708" y="278470"/>
                    <a:pt x="363989" y="275751"/>
                    <a:pt x="358549" y="273031"/>
                  </a:cubicBezTo>
                  <a:cubicBezTo>
                    <a:pt x="353110" y="270311"/>
                    <a:pt x="350390" y="262152"/>
                    <a:pt x="350390" y="256713"/>
                  </a:cubicBezTo>
                  <a:cubicBezTo>
                    <a:pt x="350390" y="251274"/>
                    <a:pt x="347671" y="245834"/>
                    <a:pt x="347671" y="240395"/>
                  </a:cubicBezTo>
                  <a:cubicBezTo>
                    <a:pt x="347671" y="232236"/>
                    <a:pt x="347671" y="224077"/>
                    <a:pt x="347671" y="213199"/>
                  </a:cubicBezTo>
                  <a:cubicBezTo>
                    <a:pt x="347671" y="207759"/>
                    <a:pt x="347671" y="199600"/>
                    <a:pt x="344951" y="194161"/>
                  </a:cubicBezTo>
                  <a:cubicBezTo>
                    <a:pt x="342232" y="180563"/>
                    <a:pt x="342232" y="164245"/>
                    <a:pt x="339512" y="150647"/>
                  </a:cubicBezTo>
                  <a:cubicBezTo>
                    <a:pt x="336792" y="137048"/>
                    <a:pt x="331353" y="123450"/>
                    <a:pt x="323194" y="112571"/>
                  </a:cubicBezTo>
                  <a:cubicBezTo>
                    <a:pt x="317755" y="104412"/>
                    <a:pt x="304156" y="101693"/>
                    <a:pt x="293278" y="101693"/>
                  </a:cubicBezTo>
                  <a:cubicBezTo>
                    <a:pt x="279679" y="101693"/>
                    <a:pt x="271520" y="109852"/>
                    <a:pt x="263361" y="120730"/>
                  </a:cubicBezTo>
                  <a:cubicBezTo>
                    <a:pt x="257922" y="131609"/>
                    <a:pt x="247043" y="139768"/>
                    <a:pt x="241604" y="153366"/>
                  </a:cubicBezTo>
                  <a:cubicBezTo>
                    <a:pt x="236165" y="166964"/>
                    <a:pt x="233445" y="180563"/>
                    <a:pt x="233445" y="194161"/>
                  </a:cubicBezTo>
                  <a:cubicBezTo>
                    <a:pt x="233445" y="207759"/>
                    <a:pt x="230726" y="218638"/>
                    <a:pt x="225286" y="232236"/>
                  </a:cubicBezTo>
                  <a:cubicBezTo>
                    <a:pt x="219847" y="245834"/>
                    <a:pt x="219847" y="262152"/>
                    <a:pt x="217127" y="275751"/>
                  </a:cubicBezTo>
                  <a:cubicBezTo>
                    <a:pt x="214407" y="289349"/>
                    <a:pt x="214407" y="302947"/>
                    <a:pt x="211688" y="316545"/>
                  </a:cubicBezTo>
                  <a:cubicBezTo>
                    <a:pt x="211688" y="330144"/>
                    <a:pt x="206249" y="341022"/>
                    <a:pt x="206249" y="354621"/>
                  </a:cubicBezTo>
                  <a:cubicBezTo>
                    <a:pt x="203529" y="368219"/>
                    <a:pt x="203529" y="381817"/>
                    <a:pt x="200809" y="398135"/>
                  </a:cubicBezTo>
                  <a:cubicBezTo>
                    <a:pt x="198090" y="411733"/>
                    <a:pt x="198090" y="425332"/>
                    <a:pt x="195370" y="438930"/>
                  </a:cubicBezTo>
                  <a:cubicBezTo>
                    <a:pt x="195370" y="449809"/>
                    <a:pt x="192650" y="463407"/>
                    <a:pt x="192650" y="474286"/>
                  </a:cubicBezTo>
                  <a:cubicBezTo>
                    <a:pt x="192650" y="490603"/>
                    <a:pt x="195370" y="509641"/>
                    <a:pt x="195370" y="525959"/>
                  </a:cubicBezTo>
                  <a:cubicBezTo>
                    <a:pt x="195370" y="550436"/>
                    <a:pt x="203529" y="572193"/>
                    <a:pt x="208968" y="596670"/>
                  </a:cubicBezTo>
                  <a:cubicBezTo>
                    <a:pt x="211688" y="604829"/>
                    <a:pt x="211688" y="615708"/>
                    <a:pt x="214407" y="623867"/>
                  </a:cubicBezTo>
                  <a:cubicBezTo>
                    <a:pt x="217127" y="634745"/>
                    <a:pt x="222566" y="645624"/>
                    <a:pt x="228006" y="656502"/>
                  </a:cubicBezTo>
                  <a:cubicBezTo>
                    <a:pt x="236165" y="670101"/>
                    <a:pt x="252483" y="689138"/>
                    <a:pt x="271520" y="689138"/>
                  </a:cubicBezTo>
                  <a:cubicBezTo>
                    <a:pt x="287838" y="689138"/>
                    <a:pt x="298717" y="675540"/>
                    <a:pt x="306876" y="664661"/>
                  </a:cubicBezTo>
                  <a:cubicBezTo>
                    <a:pt x="320474" y="645624"/>
                    <a:pt x="325914" y="623867"/>
                    <a:pt x="331353" y="602109"/>
                  </a:cubicBezTo>
                  <a:cubicBezTo>
                    <a:pt x="334072" y="583072"/>
                    <a:pt x="336792" y="564034"/>
                    <a:pt x="336792" y="544997"/>
                  </a:cubicBezTo>
                  <a:cubicBezTo>
                    <a:pt x="336792" y="531398"/>
                    <a:pt x="336792" y="512361"/>
                    <a:pt x="336792" y="498762"/>
                  </a:cubicBezTo>
                  <a:cubicBezTo>
                    <a:pt x="336792" y="496043"/>
                    <a:pt x="336792" y="493323"/>
                    <a:pt x="336792" y="490603"/>
                  </a:cubicBezTo>
                  <a:cubicBezTo>
                    <a:pt x="336792" y="479725"/>
                    <a:pt x="336792" y="477005"/>
                    <a:pt x="320474" y="477005"/>
                  </a:cubicBezTo>
                  <a:cubicBezTo>
                    <a:pt x="309595" y="477005"/>
                    <a:pt x="295997" y="479725"/>
                    <a:pt x="282399" y="479725"/>
                  </a:cubicBezTo>
                  <a:cubicBezTo>
                    <a:pt x="271520" y="479725"/>
                    <a:pt x="260642" y="479725"/>
                    <a:pt x="252483" y="474286"/>
                  </a:cubicBezTo>
                  <a:cubicBezTo>
                    <a:pt x="249763" y="471566"/>
                    <a:pt x="247043" y="468846"/>
                    <a:pt x="247043" y="466126"/>
                  </a:cubicBezTo>
                  <a:cubicBezTo>
                    <a:pt x="247043" y="463407"/>
                    <a:pt x="247043" y="460687"/>
                    <a:pt x="249763" y="457968"/>
                  </a:cubicBezTo>
                  <a:cubicBezTo>
                    <a:pt x="255202" y="452528"/>
                    <a:pt x="260642" y="449809"/>
                    <a:pt x="268801" y="447089"/>
                  </a:cubicBezTo>
                  <a:cubicBezTo>
                    <a:pt x="282399" y="441650"/>
                    <a:pt x="295997" y="438930"/>
                    <a:pt x="312315" y="436210"/>
                  </a:cubicBezTo>
                  <a:cubicBezTo>
                    <a:pt x="325914" y="433491"/>
                    <a:pt x="339512" y="433491"/>
                    <a:pt x="353110" y="430771"/>
                  </a:cubicBezTo>
                  <a:cubicBezTo>
                    <a:pt x="363989" y="430771"/>
                    <a:pt x="374867" y="430771"/>
                    <a:pt x="385746" y="430771"/>
                  </a:cubicBezTo>
                  <a:cubicBezTo>
                    <a:pt x="402064" y="430771"/>
                    <a:pt x="426541" y="428051"/>
                    <a:pt x="437420" y="428051"/>
                  </a:cubicBezTo>
                  <a:cubicBezTo>
                    <a:pt x="451018" y="419892"/>
                    <a:pt x="464616" y="425332"/>
                    <a:pt x="464616" y="436210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84BC48AB-7E8A-4959-9518-594EE8ED2EBA}"/>
                </a:ext>
              </a:extLst>
            </p:cNvPr>
            <p:cNvSpPr/>
            <p:nvPr/>
          </p:nvSpPr>
          <p:spPr>
            <a:xfrm>
              <a:off x="5651630" y="4181279"/>
              <a:ext cx="734308" cy="788700"/>
            </a:xfrm>
            <a:custGeom>
              <a:avLst/>
              <a:gdLst>
                <a:gd name="connsiteX0" fmla="*/ 653783 w 734307"/>
                <a:gd name="connsiteY0" fmla="*/ 678259 h 788699"/>
                <a:gd name="connsiteX1" fmla="*/ 691859 w 734307"/>
                <a:gd name="connsiteY1" fmla="*/ 694577 h 788699"/>
                <a:gd name="connsiteX2" fmla="*/ 686419 w 734307"/>
                <a:gd name="connsiteY2" fmla="*/ 710895 h 788699"/>
                <a:gd name="connsiteX3" fmla="*/ 670101 w 734307"/>
                <a:gd name="connsiteY3" fmla="*/ 719054 h 788699"/>
                <a:gd name="connsiteX4" fmla="*/ 648344 w 734307"/>
                <a:gd name="connsiteY4" fmla="*/ 721774 h 788699"/>
                <a:gd name="connsiteX5" fmla="*/ 618428 w 734307"/>
                <a:gd name="connsiteY5" fmla="*/ 721774 h 788699"/>
                <a:gd name="connsiteX6" fmla="*/ 572194 w 734307"/>
                <a:gd name="connsiteY6" fmla="*/ 735372 h 788699"/>
                <a:gd name="connsiteX7" fmla="*/ 544997 w 734307"/>
                <a:gd name="connsiteY7" fmla="*/ 729933 h 788699"/>
                <a:gd name="connsiteX8" fmla="*/ 534119 w 734307"/>
                <a:gd name="connsiteY8" fmla="*/ 721774 h 788699"/>
                <a:gd name="connsiteX9" fmla="*/ 496043 w 734307"/>
                <a:gd name="connsiteY9" fmla="*/ 721774 h 788699"/>
                <a:gd name="connsiteX10" fmla="*/ 471566 w 734307"/>
                <a:gd name="connsiteY10" fmla="*/ 721774 h 788699"/>
                <a:gd name="connsiteX11" fmla="*/ 444370 w 734307"/>
                <a:gd name="connsiteY11" fmla="*/ 716335 h 788699"/>
                <a:gd name="connsiteX12" fmla="*/ 428052 w 734307"/>
                <a:gd name="connsiteY12" fmla="*/ 700017 h 788699"/>
                <a:gd name="connsiteX13" fmla="*/ 433491 w 734307"/>
                <a:gd name="connsiteY13" fmla="*/ 691858 h 788699"/>
                <a:gd name="connsiteX14" fmla="*/ 455248 w 734307"/>
                <a:gd name="connsiteY14" fmla="*/ 683699 h 788699"/>
                <a:gd name="connsiteX15" fmla="*/ 506922 w 734307"/>
                <a:gd name="connsiteY15" fmla="*/ 678259 h 788699"/>
                <a:gd name="connsiteX16" fmla="*/ 509641 w 734307"/>
                <a:gd name="connsiteY16" fmla="*/ 678259 h 788699"/>
                <a:gd name="connsiteX17" fmla="*/ 506922 w 734307"/>
                <a:gd name="connsiteY17" fmla="*/ 664661 h 788699"/>
                <a:gd name="connsiteX18" fmla="*/ 498763 w 734307"/>
                <a:gd name="connsiteY18" fmla="*/ 580352 h 788699"/>
                <a:gd name="connsiteX19" fmla="*/ 496043 w 734307"/>
                <a:gd name="connsiteY19" fmla="*/ 479725 h 788699"/>
                <a:gd name="connsiteX20" fmla="*/ 493324 w 734307"/>
                <a:gd name="connsiteY20" fmla="*/ 389976 h 788699"/>
                <a:gd name="connsiteX21" fmla="*/ 490604 w 734307"/>
                <a:gd name="connsiteY21" fmla="*/ 302947 h 788699"/>
                <a:gd name="connsiteX22" fmla="*/ 487884 w 734307"/>
                <a:gd name="connsiteY22" fmla="*/ 229516 h 788699"/>
                <a:gd name="connsiteX23" fmla="*/ 485165 w 734307"/>
                <a:gd name="connsiteY23" fmla="*/ 221357 h 788699"/>
                <a:gd name="connsiteX24" fmla="*/ 482445 w 734307"/>
                <a:gd name="connsiteY24" fmla="*/ 226797 h 788699"/>
                <a:gd name="connsiteX25" fmla="*/ 477006 w 734307"/>
                <a:gd name="connsiteY25" fmla="*/ 262152 h 788699"/>
                <a:gd name="connsiteX26" fmla="*/ 460688 w 734307"/>
                <a:gd name="connsiteY26" fmla="*/ 341022 h 788699"/>
                <a:gd name="connsiteX27" fmla="*/ 444370 w 734307"/>
                <a:gd name="connsiteY27" fmla="*/ 417173 h 788699"/>
                <a:gd name="connsiteX28" fmla="*/ 436211 w 734307"/>
                <a:gd name="connsiteY28" fmla="*/ 455248 h 788699"/>
                <a:gd name="connsiteX29" fmla="*/ 425332 w 734307"/>
                <a:gd name="connsiteY29" fmla="*/ 493323 h 788699"/>
                <a:gd name="connsiteX30" fmla="*/ 411734 w 734307"/>
                <a:gd name="connsiteY30" fmla="*/ 531398 h 788699"/>
                <a:gd name="connsiteX31" fmla="*/ 376378 w 734307"/>
                <a:gd name="connsiteY31" fmla="*/ 547716 h 788699"/>
                <a:gd name="connsiteX32" fmla="*/ 319265 w 734307"/>
                <a:gd name="connsiteY32" fmla="*/ 525959 h 788699"/>
                <a:gd name="connsiteX33" fmla="*/ 289349 w 734307"/>
                <a:gd name="connsiteY33" fmla="*/ 455248 h 788699"/>
                <a:gd name="connsiteX34" fmla="*/ 273031 w 734307"/>
                <a:gd name="connsiteY34" fmla="*/ 373658 h 788699"/>
                <a:gd name="connsiteX35" fmla="*/ 262153 w 734307"/>
                <a:gd name="connsiteY35" fmla="*/ 316545 h 788699"/>
                <a:gd name="connsiteX36" fmla="*/ 245835 w 734307"/>
                <a:gd name="connsiteY36" fmla="*/ 237675 h 788699"/>
                <a:gd name="connsiteX37" fmla="*/ 234956 w 734307"/>
                <a:gd name="connsiteY37" fmla="*/ 196881 h 788699"/>
                <a:gd name="connsiteX38" fmla="*/ 232236 w 734307"/>
                <a:gd name="connsiteY38" fmla="*/ 191441 h 788699"/>
                <a:gd name="connsiteX39" fmla="*/ 226797 w 734307"/>
                <a:gd name="connsiteY39" fmla="*/ 207759 h 788699"/>
                <a:gd name="connsiteX40" fmla="*/ 226797 w 734307"/>
                <a:gd name="connsiteY40" fmla="*/ 232236 h 788699"/>
                <a:gd name="connsiteX41" fmla="*/ 224077 w 734307"/>
                <a:gd name="connsiteY41" fmla="*/ 267592 h 788699"/>
                <a:gd name="connsiteX42" fmla="*/ 221358 w 734307"/>
                <a:gd name="connsiteY42" fmla="*/ 311106 h 788699"/>
                <a:gd name="connsiteX43" fmla="*/ 218638 w 734307"/>
                <a:gd name="connsiteY43" fmla="*/ 360060 h 788699"/>
                <a:gd name="connsiteX44" fmla="*/ 215919 w 734307"/>
                <a:gd name="connsiteY44" fmla="*/ 398135 h 788699"/>
                <a:gd name="connsiteX45" fmla="*/ 213199 w 734307"/>
                <a:gd name="connsiteY45" fmla="*/ 430771 h 788699"/>
                <a:gd name="connsiteX46" fmla="*/ 213199 w 734307"/>
                <a:gd name="connsiteY46" fmla="*/ 455248 h 788699"/>
                <a:gd name="connsiteX47" fmla="*/ 213199 w 734307"/>
                <a:gd name="connsiteY47" fmla="*/ 477005 h 788699"/>
                <a:gd name="connsiteX48" fmla="*/ 207759 w 734307"/>
                <a:gd name="connsiteY48" fmla="*/ 520520 h 788699"/>
                <a:gd name="connsiteX49" fmla="*/ 196881 w 734307"/>
                <a:gd name="connsiteY49" fmla="*/ 610268 h 788699"/>
                <a:gd name="connsiteX50" fmla="*/ 194161 w 734307"/>
                <a:gd name="connsiteY50" fmla="*/ 653783 h 788699"/>
                <a:gd name="connsiteX51" fmla="*/ 191441 w 734307"/>
                <a:gd name="connsiteY51" fmla="*/ 667381 h 788699"/>
                <a:gd name="connsiteX52" fmla="*/ 243115 w 734307"/>
                <a:gd name="connsiteY52" fmla="*/ 667381 h 788699"/>
                <a:gd name="connsiteX53" fmla="*/ 273031 w 734307"/>
                <a:gd name="connsiteY53" fmla="*/ 683699 h 788699"/>
                <a:gd name="connsiteX54" fmla="*/ 262153 w 734307"/>
                <a:gd name="connsiteY54" fmla="*/ 697297 h 788699"/>
                <a:gd name="connsiteX55" fmla="*/ 248554 w 734307"/>
                <a:gd name="connsiteY55" fmla="*/ 705456 h 788699"/>
                <a:gd name="connsiteX56" fmla="*/ 232236 w 734307"/>
                <a:gd name="connsiteY56" fmla="*/ 708176 h 788699"/>
                <a:gd name="connsiteX57" fmla="*/ 166965 w 734307"/>
                <a:gd name="connsiteY57" fmla="*/ 708176 h 788699"/>
                <a:gd name="connsiteX58" fmla="*/ 109852 w 734307"/>
                <a:gd name="connsiteY58" fmla="*/ 708176 h 788699"/>
                <a:gd name="connsiteX59" fmla="*/ 90814 w 734307"/>
                <a:gd name="connsiteY59" fmla="*/ 708176 h 788699"/>
                <a:gd name="connsiteX60" fmla="*/ 69057 w 734307"/>
                <a:gd name="connsiteY60" fmla="*/ 702736 h 788699"/>
                <a:gd name="connsiteX61" fmla="*/ 58178 w 734307"/>
                <a:gd name="connsiteY61" fmla="*/ 686418 h 788699"/>
                <a:gd name="connsiteX62" fmla="*/ 60898 w 734307"/>
                <a:gd name="connsiteY62" fmla="*/ 678259 h 788699"/>
                <a:gd name="connsiteX63" fmla="*/ 77216 w 734307"/>
                <a:gd name="connsiteY63" fmla="*/ 670101 h 788699"/>
                <a:gd name="connsiteX64" fmla="*/ 126170 w 734307"/>
                <a:gd name="connsiteY64" fmla="*/ 664661 h 788699"/>
                <a:gd name="connsiteX65" fmla="*/ 142487 w 734307"/>
                <a:gd name="connsiteY65" fmla="*/ 664661 h 788699"/>
                <a:gd name="connsiteX66" fmla="*/ 147927 w 734307"/>
                <a:gd name="connsiteY66" fmla="*/ 588511 h 788699"/>
                <a:gd name="connsiteX67" fmla="*/ 153366 w 734307"/>
                <a:gd name="connsiteY67" fmla="*/ 493323 h 788699"/>
                <a:gd name="connsiteX68" fmla="*/ 156086 w 734307"/>
                <a:gd name="connsiteY68" fmla="*/ 411733 h 788699"/>
                <a:gd name="connsiteX69" fmla="*/ 161525 w 734307"/>
                <a:gd name="connsiteY69" fmla="*/ 297508 h 788699"/>
                <a:gd name="connsiteX70" fmla="*/ 166965 w 734307"/>
                <a:gd name="connsiteY70" fmla="*/ 240395 h 788699"/>
                <a:gd name="connsiteX71" fmla="*/ 177843 w 734307"/>
                <a:gd name="connsiteY71" fmla="*/ 161525 h 788699"/>
                <a:gd name="connsiteX72" fmla="*/ 183282 w 734307"/>
                <a:gd name="connsiteY72" fmla="*/ 118011 h 788699"/>
                <a:gd name="connsiteX73" fmla="*/ 183282 w 734307"/>
                <a:gd name="connsiteY73" fmla="*/ 115291 h 788699"/>
                <a:gd name="connsiteX74" fmla="*/ 161525 w 734307"/>
                <a:gd name="connsiteY74" fmla="*/ 115291 h 788699"/>
                <a:gd name="connsiteX75" fmla="*/ 137048 w 734307"/>
                <a:gd name="connsiteY75" fmla="*/ 115291 h 788699"/>
                <a:gd name="connsiteX76" fmla="*/ 109852 w 734307"/>
                <a:gd name="connsiteY76" fmla="*/ 109851 h 788699"/>
                <a:gd name="connsiteX77" fmla="*/ 93534 w 734307"/>
                <a:gd name="connsiteY77" fmla="*/ 93534 h 788699"/>
                <a:gd name="connsiteX78" fmla="*/ 98973 w 734307"/>
                <a:gd name="connsiteY78" fmla="*/ 85375 h 788699"/>
                <a:gd name="connsiteX79" fmla="*/ 120730 w 734307"/>
                <a:gd name="connsiteY79" fmla="*/ 77216 h 788699"/>
                <a:gd name="connsiteX80" fmla="*/ 172404 w 734307"/>
                <a:gd name="connsiteY80" fmla="*/ 71776 h 788699"/>
                <a:gd name="connsiteX81" fmla="*/ 234956 w 734307"/>
                <a:gd name="connsiteY81" fmla="*/ 69057 h 788699"/>
                <a:gd name="connsiteX82" fmla="*/ 243115 w 734307"/>
                <a:gd name="connsiteY82" fmla="*/ 69057 h 788699"/>
                <a:gd name="connsiteX83" fmla="*/ 270312 w 734307"/>
                <a:gd name="connsiteY83" fmla="*/ 74496 h 788699"/>
                <a:gd name="connsiteX84" fmla="*/ 308387 w 734307"/>
                <a:gd name="connsiteY84" fmla="*/ 123450 h 788699"/>
                <a:gd name="connsiteX85" fmla="*/ 332864 w 734307"/>
                <a:gd name="connsiteY85" fmla="*/ 202320 h 788699"/>
                <a:gd name="connsiteX86" fmla="*/ 338303 w 734307"/>
                <a:gd name="connsiteY86" fmla="*/ 237675 h 788699"/>
                <a:gd name="connsiteX87" fmla="*/ 349182 w 734307"/>
                <a:gd name="connsiteY87" fmla="*/ 281190 h 788699"/>
                <a:gd name="connsiteX88" fmla="*/ 357341 w 734307"/>
                <a:gd name="connsiteY88" fmla="*/ 316545 h 788699"/>
                <a:gd name="connsiteX89" fmla="*/ 365500 w 734307"/>
                <a:gd name="connsiteY89" fmla="*/ 351901 h 788699"/>
                <a:gd name="connsiteX90" fmla="*/ 376378 w 734307"/>
                <a:gd name="connsiteY90" fmla="*/ 389976 h 788699"/>
                <a:gd name="connsiteX91" fmla="*/ 387257 w 734307"/>
                <a:gd name="connsiteY91" fmla="*/ 414453 h 788699"/>
                <a:gd name="connsiteX92" fmla="*/ 398136 w 734307"/>
                <a:gd name="connsiteY92" fmla="*/ 376378 h 788699"/>
                <a:gd name="connsiteX93" fmla="*/ 406295 w 734307"/>
                <a:gd name="connsiteY93" fmla="*/ 332863 h 788699"/>
                <a:gd name="connsiteX94" fmla="*/ 425332 w 734307"/>
                <a:gd name="connsiteY94" fmla="*/ 243115 h 788699"/>
                <a:gd name="connsiteX95" fmla="*/ 444370 w 734307"/>
                <a:gd name="connsiteY95" fmla="*/ 150646 h 788699"/>
                <a:gd name="connsiteX96" fmla="*/ 477006 w 734307"/>
                <a:gd name="connsiteY96" fmla="*/ 79935 h 788699"/>
                <a:gd name="connsiteX97" fmla="*/ 523240 w 734307"/>
                <a:gd name="connsiteY97" fmla="*/ 58178 h 788699"/>
                <a:gd name="connsiteX98" fmla="*/ 544997 w 734307"/>
                <a:gd name="connsiteY98" fmla="*/ 63617 h 788699"/>
                <a:gd name="connsiteX99" fmla="*/ 612988 w 734307"/>
                <a:gd name="connsiteY99" fmla="*/ 63617 h 788699"/>
                <a:gd name="connsiteX100" fmla="*/ 651064 w 734307"/>
                <a:gd name="connsiteY100" fmla="*/ 79935 h 788699"/>
                <a:gd name="connsiteX101" fmla="*/ 645624 w 734307"/>
                <a:gd name="connsiteY101" fmla="*/ 96253 h 788699"/>
                <a:gd name="connsiteX102" fmla="*/ 629307 w 734307"/>
                <a:gd name="connsiteY102" fmla="*/ 104412 h 788699"/>
                <a:gd name="connsiteX103" fmla="*/ 607549 w 734307"/>
                <a:gd name="connsiteY103" fmla="*/ 107132 h 788699"/>
                <a:gd name="connsiteX104" fmla="*/ 580353 w 734307"/>
                <a:gd name="connsiteY104" fmla="*/ 107132 h 788699"/>
                <a:gd name="connsiteX105" fmla="*/ 583072 w 734307"/>
                <a:gd name="connsiteY105" fmla="*/ 115291 h 788699"/>
                <a:gd name="connsiteX106" fmla="*/ 588512 w 734307"/>
                <a:gd name="connsiteY106" fmla="*/ 156086 h 788699"/>
                <a:gd name="connsiteX107" fmla="*/ 593951 w 734307"/>
                <a:gd name="connsiteY107" fmla="*/ 196881 h 788699"/>
                <a:gd name="connsiteX108" fmla="*/ 599390 w 734307"/>
                <a:gd name="connsiteY108" fmla="*/ 226797 h 788699"/>
                <a:gd name="connsiteX109" fmla="*/ 599390 w 734307"/>
                <a:gd name="connsiteY109" fmla="*/ 232236 h 788699"/>
                <a:gd name="connsiteX110" fmla="*/ 599390 w 734307"/>
                <a:gd name="connsiteY110" fmla="*/ 240395 h 788699"/>
                <a:gd name="connsiteX111" fmla="*/ 602110 w 734307"/>
                <a:gd name="connsiteY111" fmla="*/ 270311 h 788699"/>
                <a:gd name="connsiteX112" fmla="*/ 607549 w 734307"/>
                <a:gd name="connsiteY112" fmla="*/ 308386 h 788699"/>
                <a:gd name="connsiteX113" fmla="*/ 607549 w 734307"/>
                <a:gd name="connsiteY113" fmla="*/ 319265 h 788699"/>
                <a:gd name="connsiteX114" fmla="*/ 612988 w 734307"/>
                <a:gd name="connsiteY114" fmla="*/ 335583 h 788699"/>
                <a:gd name="connsiteX115" fmla="*/ 612988 w 734307"/>
                <a:gd name="connsiteY115" fmla="*/ 346462 h 788699"/>
                <a:gd name="connsiteX116" fmla="*/ 612988 w 734307"/>
                <a:gd name="connsiteY116" fmla="*/ 370939 h 788699"/>
                <a:gd name="connsiteX117" fmla="*/ 612988 w 734307"/>
                <a:gd name="connsiteY117" fmla="*/ 395415 h 788699"/>
                <a:gd name="connsiteX118" fmla="*/ 615708 w 734307"/>
                <a:gd name="connsiteY118" fmla="*/ 422612 h 788699"/>
                <a:gd name="connsiteX119" fmla="*/ 618428 w 734307"/>
                <a:gd name="connsiteY119" fmla="*/ 441650 h 788699"/>
                <a:gd name="connsiteX120" fmla="*/ 618428 w 734307"/>
                <a:gd name="connsiteY120" fmla="*/ 455248 h 788699"/>
                <a:gd name="connsiteX121" fmla="*/ 621147 w 734307"/>
                <a:gd name="connsiteY121" fmla="*/ 463407 h 788699"/>
                <a:gd name="connsiteX122" fmla="*/ 626587 w 734307"/>
                <a:gd name="connsiteY122" fmla="*/ 482444 h 788699"/>
                <a:gd name="connsiteX123" fmla="*/ 629307 w 734307"/>
                <a:gd name="connsiteY123" fmla="*/ 517800 h 788699"/>
                <a:gd name="connsiteX124" fmla="*/ 634746 w 734307"/>
                <a:gd name="connsiteY124" fmla="*/ 561314 h 788699"/>
                <a:gd name="connsiteX125" fmla="*/ 634746 w 734307"/>
                <a:gd name="connsiteY125" fmla="*/ 566754 h 788699"/>
                <a:gd name="connsiteX126" fmla="*/ 634746 w 734307"/>
                <a:gd name="connsiteY126" fmla="*/ 583072 h 788699"/>
                <a:gd name="connsiteX127" fmla="*/ 637466 w 734307"/>
                <a:gd name="connsiteY127" fmla="*/ 607548 h 788699"/>
                <a:gd name="connsiteX128" fmla="*/ 640185 w 734307"/>
                <a:gd name="connsiteY128" fmla="*/ 618427 h 788699"/>
                <a:gd name="connsiteX129" fmla="*/ 640185 w 734307"/>
                <a:gd name="connsiteY129" fmla="*/ 632025 h 788699"/>
                <a:gd name="connsiteX130" fmla="*/ 640185 w 734307"/>
                <a:gd name="connsiteY130" fmla="*/ 640184 h 788699"/>
                <a:gd name="connsiteX131" fmla="*/ 642905 w 734307"/>
                <a:gd name="connsiteY131" fmla="*/ 659222 h 788699"/>
                <a:gd name="connsiteX132" fmla="*/ 642905 w 734307"/>
                <a:gd name="connsiteY132" fmla="*/ 664661 h 788699"/>
                <a:gd name="connsiteX133" fmla="*/ 653783 w 734307"/>
                <a:gd name="connsiteY133" fmla="*/ 678259 h 788699"/>
                <a:gd name="connsiteX134" fmla="*/ 653783 w 734307"/>
                <a:gd name="connsiteY134" fmla="*/ 678259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</a:cxnLst>
              <a:rect l="l" t="t" r="r" b="b"/>
              <a:pathLst>
                <a:path w="734307" h="788699">
                  <a:moveTo>
                    <a:pt x="653783" y="678259"/>
                  </a:moveTo>
                  <a:cubicBezTo>
                    <a:pt x="667382" y="678259"/>
                    <a:pt x="691859" y="678259"/>
                    <a:pt x="691859" y="694577"/>
                  </a:cubicBezTo>
                  <a:cubicBezTo>
                    <a:pt x="691859" y="702736"/>
                    <a:pt x="689139" y="705456"/>
                    <a:pt x="686419" y="710895"/>
                  </a:cubicBezTo>
                  <a:cubicBezTo>
                    <a:pt x="683700" y="716335"/>
                    <a:pt x="675541" y="719054"/>
                    <a:pt x="670101" y="719054"/>
                  </a:cubicBezTo>
                  <a:cubicBezTo>
                    <a:pt x="661942" y="721774"/>
                    <a:pt x="653783" y="721774"/>
                    <a:pt x="648344" y="721774"/>
                  </a:cubicBezTo>
                  <a:cubicBezTo>
                    <a:pt x="645624" y="721774"/>
                    <a:pt x="634746" y="721774"/>
                    <a:pt x="618428" y="721774"/>
                  </a:cubicBezTo>
                  <a:cubicBezTo>
                    <a:pt x="604829" y="729933"/>
                    <a:pt x="588512" y="735372"/>
                    <a:pt x="572194" y="735372"/>
                  </a:cubicBezTo>
                  <a:cubicBezTo>
                    <a:pt x="564035" y="735372"/>
                    <a:pt x="553156" y="732653"/>
                    <a:pt x="544997" y="729933"/>
                  </a:cubicBezTo>
                  <a:cubicBezTo>
                    <a:pt x="539558" y="727213"/>
                    <a:pt x="536838" y="724494"/>
                    <a:pt x="534119" y="721774"/>
                  </a:cubicBezTo>
                  <a:cubicBezTo>
                    <a:pt x="520520" y="721774"/>
                    <a:pt x="509641" y="721774"/>
                    <a:pt x="496043" y="721774"/>
                  </a:cubicBezTo>
                  <a:cubicBezTo>
                    <a:pt x="487884" y="721774"/>
                    <a:pt x="479725" y="721774"/>
                    <a:pt x="471566" y="721774"/>
                  </a:cubicBezTo>
                  <a:cubicBezTo>
                    <a:pt x="463407" y="721774"/>
                    <a:pt x="452529" y="721774"/>
                    <a:pt x="444370" y="716335"/>
                  </a:cubicBezTo>
                  <a:cubicBezTo>
                    <a:pt x="436211" y="713615"/>
                    <a:pt x="428052" y="705456"/>
                    <a:pt x="428052" y="700017"/>
                  </a:cubicBezTo>
                  <a:cubicBezTo>
                    <a:pt x="428052" y="697297"/>
                    <a:pt x="428052" y="694577"/>
                    <a:pt x="433491" y="691858"/>
                  </a:cubicBezTo>
                  <a:cubicBezTo>
                    <a:pt x="438930" y="689138"/>
                    <a:pt x="449809" y="686418"/>
                    <a:pt x="455248" y="683699"/>
                  </a:cubicBezTo>
                  <a:cubicBezTo>
                    <a:pt x="474286" y="680979"/>
                    <a:pt x="498763" y="678259"/>
                    <a:pt x="506922" y="678259"/>
                  </a:cubicBezTo>
                  <a:cubicBezTo>
                    <a:pt x="506922" y="678259"/>
                    <a:pt x="509641" y="678259"/>
                    <a:pt x="509641" y="678259"/>
                  </a:cubicBezTo>
                  <a:cubicBezTo>
                    <a:pt x="509641" y="672820"/>
                    <a:pt x="506922" y="670101"/>
                    <a:pt x="506922" y="664661"/>
                  </a:cubicBezTo>
                  <a:cubicBezTo>
                    <a:pt x="501483" y="640184"/>
                    <a:pt x="501483" y="612988"/>
                    <a:pt x="498763" y="580352"/>
                  </a:cubicBezTo>
                  <a:cubicBezTo>
                    <a:pt x="496043" y="547716"/>
                    <a:pt x="498763" y="512361"/>
                    <a:pt x="496043" y="479725"/>
                  </a:cubicBezTo>
                  <a:cubicBezTo>
                    <a:pt x="493324" y="449808"/>
                    <a:pt x="493324" y="419892"/>
                    <a:pt x="493324" y="389976"/>
                  </a:cubicBezTo>
                  <a:cubicBezTo>
                    <a:pt x="493324" y="360060"/>
                    <a:pt x="490604" y="332863"/>
                    <a:pt x="490604" y="302947"/>
                  </a:cubicBezTo>
                  <a:cubicBezTo>
                    <a:pt x="487884" y="275751"/>
                    <a:pt x="487884" y="240395"/>
                    <a:pt x="487884" y="229516"/>
                  </a:cubicBezTo>
                  <a:cubicBezTo>
                    <a:pt x="487884" y="224077"/>
                    <a:pt x="487884" y="221357"/>
                    <a:pt x="485165" y="221357"/>
                  </a:cubicBezTo>
                  <a:cubicBezTo>
                    <a:pt x="485165" y="221357"/>
                    <a:pt x="482445" y="224077"/>
                    <a:pt x="482445" y="226797"/>
                  </a:cubicBezTo>
                  <a:cubicBezTo>
                    <a:pt x="479725" y="237675"/>
                    <a:pt x="479725" y="251274"/>
                    <a:pt x="477006" y="262152"/>
                  </a:cubicBezTo>
                  <a:cubicBezTo>
                    <a:pt x="471566" y="289349"/>
                    <a:pt x="466127" y="316545"/>
                    <a:pt x="460688" y="341022"/>
                  </a:cubicBezTo>
                  <a:cubicBezTo>
                    <a:pt x="455248" y="365499"/>
                    <a:pt x="447090" y="392696"/>
                    <a:pt x="444370" y="417173"/>
                  </a:cubicBezTo>
                  <a:cubicBezTo>
                    <a:pt x="441650" y="430771"/>
                    <a:pt x="438930" y="441650"/>
                    <a:pt x="436211" y="455248"/>
                  </a:cubicBezTo>
                  <a:cubicBezTo>
                    <a:pt x="433491" y="468846"/>
                    <a:pt x="428052" y="479725"/>
                    <a:pt x="425332" y="493323"/>
                  </a:cubicBezTo>
                  <a:cubicBezTo>
                    <a:pt x="422612" y="506921"/>
                    <a:pt x="419893" y="520520"/>
                    <a:pt x="411734" y="531398"/>
                  </a:cubicBezTo>
                  <a:cubicBezTo>
                    <a:pt x="406295" y="539557"/>
                    <a:pt x="395416" y="547716"/>
                    <a:pt x="376378" y="547716"/>
                  </a:cubicBezTo>
                  <a:cubicBezTo>
                    <a:pt x="357341" y="547716"/>
                    <a:pt x="335583" y="539557"/>
                    <a:pt x="319265" y="525959"/>
                  </a:cubicBezTo>
                  <a:cubicBezTo>
                    <a:pt x="300228" y="506921"/>
                    <a:pt x="294788" y="479725"/>
                    <a:pt x="289349" y="455248"/>
                  </a:cubicBezTo>
                  <a:cubicBezTo>
                    <a:pt x="283910" y="428051"/>
                    <a:pt x="278470" y="400855"/>
                    <a:pt x="273031" y="373658"/>
                  </a:cubicBezTo>
                  <a:cubicBezTo>
                    <a:pt x="273031" y="368219"/>
                    <a:pt x="267592" y="346462"/>
                    <a:pt x="262153" y="316545"/>
                  </a:cubicBezTo>
                  <a:cubicBezTo>
                    <a:pt x="256713" y="292068"/>
                    <a:pt x="251274" y="262152"/>
                    <a:pt x="245835" y="237675"/>
                  </a:cubicBezTo>
                  <a:cubicBezTo>
                    <a:pt x="240395" y="218638"/>
                    <a:pt x="237675" y="205039"/>
                    <a:pt x="234956" y="196881"/>
                  </a:cubicBezTo>
                  <a:cubicBezTo>
                    <a:pt x="232236" y="191441"/>
                    <a:pt x="232236" y="191441"/>
                    <a:pt x="232236" y="191441"/>
                  </a:cubicBezTo>
                  <a:cubicBezTo>
                    <a:pt x="229517" y="191441"/>
                    <a:pt x="229517" y="196881"/>
                    <a:pt x="226797" y="207759"/>
                  </a:cubicBezTo>
                  <a:cubicBezTo>
                    <a:pt x="226797" y="215918"/>
                    <a:pt x="226797" y="229516"/>
                    <a:pt x="226797" y="232236"/>
                  </a:cubicBezTo>
                  <a:cubicBezTo>
                    <a:pt x="226797" y="243115"/>
                    <a:pt x="224077" y="256713"/>
                    <a:pt x="224077" y="267592"/>
                  </a:cubicBezTo>
                  <a:cubicBezTo>
                    <a:pt x="224077" y="278470"/>
                    <a:pt x="224077" y="294788"/>
                    <a:pt x="221358" y="311106"/>
                  </a:cubicBezTo>
                  <a:cubicBezTo>
                    <a:pt x="221358" y="327424"/>
                    <a:pt x="218638" y="343742"/>
                    <a:pt x="218638" y="360060"/>
                  </a:cubicBezTo>
                  <a:cubicBezTo>
                    <a:pt x="218638" y="373658"/>
                    <a:pt x="215919" y="384537"/>
                    <a:pt x="215919" y="398135"/>
                  </a:cubicBezTo>
                  <a:cubicBezTo>
                    <a:pt x="215919" y="409014"/>
                    <a:pt x="213199" y="419892"/>
                    <a:pt x="213199" y="430771"/>
                  </a:cubicBezTo>
                  <a:cubicBezTo>
                    <a:pt x="213199" y="438930"/>
                    <a:pt x="213199" y="447089"/>
                    <a:pt x="213199" y="455248"/>
                  </a:cubicBezTo>
                  <a:cubicBezTo>
                    <a:pt x="213199" y="463407"/>
                    <a:pt x="213199" y="471566"/>
                    <a:pt x="213199" y="477005"/>
                  </a:cubicBezTo>
                  <a:cubicBezTo>
                    <a:pt x="210479" y="490603"/>
                    <a:pt x="207759" y="506921"/>
                    <a:pt x="207759" y="520520"/>
                  </a:cubicBezTo>
                  <a:cubicBezTo>
                    <a:pt x="202320" y="550436"/>
                    <a:pt x="199600" y="580352"/>
                    <a:pt x="196881" y="610268"/>
                  </a:cubicBezTo>
                  <a:cubicBezTo>
                    <a:pt x="196881" y="623866"/>
                    <a:pt x="196881" y="640184"/>
                    <a:pt x="194161" y="653783"/>
                  </a:cubicBezTo>
                  <a:cubicBezTo>
                    <a:pt x="194161" y="659222"/>
                    <a:pt x="194161" y="661942"/>
                    <a:pt x="191441" y="667381"/>
                  </a:cubicBezTo>
                  <a:cubicBezTo>
                    <a:pt x="213199" y="667381"/>
                    <a:pt x="232236" y="667381"/>
                    <a:pt x="243115" y="667381"/>
                  </a:cubicBezTo>
                  <a:cubicBezTo>
                    <a:pt x="253994" y="667381"/>
                    <a:pt x="273031" y="670101"/>
                    <a:pt x="273031" y="683699"/>
                  </a:cubicBezTo>
                  <a:cubicBezTo>
                    <a:pt x="273031" y="691858"/>
                    <a:pt x="267592" y="691858"/>
                    <a:pt x="262153" y="697297"/>
                  </a:cubicBezTo>
                  <a:cubicBezTo>
                    <a:pt x="259433" y="702736"/>
                    <a:pt x="253994" y="705456"/>
                    <a:pt x="248554" y="705456"/>
                  </a:cubicBezTo>
                  <a:cubicBezTo>
                    <a:pt x="240395" y="708176"/>
                    <a:pt x="234956" y="708176"/>
                    <a:pt x="232236" y="708176"/>
                  </a:cubicBezTo>
                  <a:cubicBezTo>
                    <a:pt x="226797" y="708176"/>
                    <a:pt x="175124" y="708176"/>
                    <a:pt x="166965" y="708176"/>
                  </a:cubicBezTo>
                  <a:cubicBezTo>
                    <a:pt x="156086" y="708176"/>
                    <a:pt x="120730" y="708176"/>
                    <a:pt x="109852" y="708176"/>
                  </a:cubicBezTo>
                  <a:cubicBezTo>
                    <a:pt x="104412" y="708176"/>
                    <a:pt x="96253" y="708176"/>
                    <a:pt x="90814" y="708176"/>
                  </a:cubicBezTo>
                  <a:cubicBezTo>
                    <a:pt x="85375" y="708176"/>
                    <a:pt x="77216" y="705456"/>
                    <a:pt x="69057" y="702736"/>
                  </a:cubicBezTo>
                  <a:cubicBezTo>
                    <a:pt x="63617" y="700017"/>
                    <a:pt x="58178" y="691858"/>
                    <a:pt x="58178" y="686418"/>
                  </a:cubicBezTo>
                  <a:cubicBezTo>
                    <a:pt x="58178" y="683699"/>
                    <a:pt x="58178" y="680979"/>
                    <a:pt x="60898" y="678259"/>
                  </a:cubicBezTo>
                  <a:cubicBezTo>
                    <a:pt x="63617" y="675540"/>
                    <a:pt x="71777" y="672820"/>
                    <a:pt x="77216" y="670101"/>
                  </a:cubicBezTo>
                  <a:cubicBezTo>
                    <a:pt x="90814" y="667381"/>
                    <a:pt x="120730" y="664661"/>
                    <a:pt x="126170" y="664661"/>
                  </a:cubicBezTo>
                  <a:cubicBezTo>
                    <a:pt x="128889" y="664661"/>
                    <a:pt x="134329" y="664661"/>
                    <a:pt x="142487" y="664661"/>
                  </a:cubicBezTo>
                  <a:cubicBezTo>
                    <a:pt x="142487" y="640184"/>
                    <a:pt x="147927" y="612988"/>
                    <a:pt x="147927" y="588511"/>
                  </a:cubicBezTo>
                  <a:cubicBezTo>
                    <a:pt x="150646" y="555875"/>
                    <a:pt x="153366" y="523239"/>
                    <a:pt x="153366" y="493323"/>
                  </a:cubicBezTo>
                  <a:cubicBezTo>
                    <a:pt x="153366" y="466126"/>
                    <a:pt x="156086" y="438930"/>
                    <a:pt x="156086" y="411733"/>
                  </a:cubicBezTo>
                  <a:cubicBezTo>
                    <a:pt x="158806" y="373658"/>
                    <a:pt x="158806" y="335583"/>
                    <a:pt x="161525" y="297508"/>
                  </a:cubicBezTo>
                  <a:cubicBezTo>
                    <a:pt x="161525" y="278470"/>
                    <a:pt x="164245" y="259433"/>
                    <a:pt x="166965" y="240395"/>
                  </a:cubicBezTo>
                  <a:cubicBezTo>
                    <a:pt x="169684" y="210479"/>
                    <a:pt x="172404" y="191441"/>
                    <a:pt x="177843" y="161525"/>
                  </a:cubicBezTo>
                  <a:cubicBezTo>
                    <a:pt x="180563" y="147927"/>
                    <a:pt x="180563" y="131609"/>
                    <a:pt x="183282" y="118011"/>
                  </a:cubicBezTo>
                  <a:cubicBezTo>
                    <a:pt x="183282" y="118011"/>
                    <a:pt x="183282" y="115291"/>
                    <a:pt x="183282" y="115291"/>
                  </a:cubicBezTo>
                  <a:cubicBezTo>
                    <a:pt x="177843" y="115291"/>
                    <a:pt x="172404" y="115291"/>
                    <a:pt x="161525" y="115291"/>
                  </a:cubicBezTo>
                  <a:cubicBezTo>
                    <a:pt x="153366" y="115291"/>
                    <a:pt x="145207" y="115291"/>
                    <a:pt x="137048" y="115291"/>
                  </a:cubicBezTo>
                  <a:cubicBezTo>
                    <a:pt x="128889" y="115291"/>
                    <a:pt x="118011" y="115291"/>
                    <a:pt x="109852" y="109851"/>
                  </a:cubicBezTo>
                  <a:cubicBezTo>
                    <a:pt x="101693" y="107132"/>
                    <a:pt x="93534" y="98973"/>
                    <a:pt x="93534" y="93534"/>
                  </a:cubicBezTo>
                  <a:cubicBezTo>
                    <a:pt x="93534" y="90814"/>
                    <a:pt x="93534" y="88094"/>
                    <a:pt x="98973" y="85375"/>
                  </a:cubicBezTo>
                  <a:cubicBezTo>
                    <a:pt x="104412" y="82655"/>
                    <a:pt x="115291" y="79935"/>
                    <a:pt x="120730" y="77216"/>
                  </a:cubicBezTo>
                  <a:cubicBezTo>
                    <a:pt x="139768" y="74496"/>
                    <a:pt x="164245" y="71776"/>
                    <a:pt x="172404" y="71776"/>
                  </a:cubicBezTo>
                  <a:cubicBezTo>
                    <a:pt x="194161" y="71776"/>
                    <a:pt x="210479" y="69057"/>
                    <a:pt x="234956" y="69057"/>
                  </a:cubicBezTo>
                  <a:cubicBezTo>
                    <a:pt x="237675" y="69057"/>
                    <a:pt x="240395" y="69057"/>
                    <a:pt x="243115" y="69057"/>
                  </a:cubicBezTo>
                  <a:cubicBezTo>
                    <a:pt x="251274" y="69057"/>
                    <a:pt x="262153" y="69057"/>
                    <a:pt x="270312" y="74496"/>
                  </a:cubicBezTo>
                  <a:cubicBezTo>
                    <a:pt x="283910" y="82655"/>
                    <a:pt x="300228" y="96253"/>
                    <a:pt x="308387" y="123450"/>
                  </a:cubicBezTo>
                  <a:cubicBezTo>
                    <a:pt x="316546" y="147927"/>
                    <a:pt x="327424" y="175123"/>
                    <a:pt x="332864" y="202320"/>
                  </a:cubicBezTo>
                  <a:cubicBezTo>
                    <a:pt x="335583" y="213198"/>
                    <a:pt x="335583" y="226797"/>
                    <a:pt x="338303" y="237675"/>
                  </a:cubicBezTo>
                  <a:cubicBezTo>
                    <a:pt x="343742" y="251274"/>
                    <a:pt x="346462" y="264872"/>
                    <a:pt x="349182" y="281190"/>
                  </a:cubicBezTo>
                  <a:cubicBezTo>
                    <a:pt x="351901" y="292068"/>
                    <a:pt x="351901" y="305667"/>
                    <a:pt x="357341" y="316545"/>
                  </a:cubicBezTo>
                  <a:cubicBezTo>
                    <a:pt x="362780" y="327424"/>
                    <a:pt x="362780" y="338303"/>
                    <a:pt x="365500" y="351901"/>
                  </a:cubicBezTo>
                  <a:cubicBezTo>
                    <a:pt x="365500" y="357340"/>
                    <a:pt x="373658" y="373658"/>
                    <a:pt x="376378" y="389976"/>
                  </a:cubicBezTo>
                  <a:cubicBezTo>
                    <a:pt x="381817" y="403574"/>
                    <a:pt x="384537" y="414453"/>
                    <a:pt x="387257" y="414453"/>
                  </a:cubicBezTo>
                  <a:cubicBezTo>
                    <a:pt x="392696" y="414453"/>
                    <a:pt x="395416" y="381817"/>
                    <a:pt x="398136" y="376378"/>
                  </a:cubicBezTo>
                  <a:cubicBezTo>
                    <a:pt x="400855" y="362779"/>
                    <a:pt x="403575" y="346462"/>
                    <a:pt x="406295" y="332863"/>
                  </a:cubicBezTo>
                  <a:cubicBezTo>
                    <a:pt x="411734" y="302947"/>
                    <a:pt x="417173" y="273031"/>
                    <a:pt x="425332" y="243115"/>
                  </a:cubicBezTo>
                  <a:cubicBezTo>
                    <a:pt x="430771" y="213198"/>
                    <a:pt x="436211" y="180563"/>
                    <a:pt x="444370" y="150646"/>
                  </a:cubicBezTo>
                  <a:cubicBezTo>
                    <a:pt x="449809" y="126170"/>
                    <a:pt x="460688" y="98973"/>
                    <a:pt x="477006" y="79935"/>
                  </a:cubicBezTo>
                  <a:cubicBezTo>
                    <a:pt x="487884" y="66337"/>
                    <a:pt x="506922" y="58178"/>
                    <a:pt x="523240" y="58178"/>
                  </a:cubicBezTo>
                  <a:cubicBezTo>
                    <a:pt x="528679" y="58178"/>
                    <a:pt x="539558" y="58178"/>
                    <a:pt x="544997" y="63617"/>
                  </a:cubicBezTo>
                  <a:lnTo>
                    <a:pt x="612988" y="63617"/>
                  </a:lnTo>
                  <a:cubicBezTo>
                    <a:pt x="626587" y="63617"/>
                    <a:pt x="651064" y="63617"/>
                    <a:pt x="651064" y="79935"/>
                  </a:cubicBezTo>
                  <a:cubicBezTo>
                    <a:pt x="651064" y="88094"/>
                    <a:pt x="648344" y="88094"/>
                    <a:pt x="645624" y="96253"/>
                  </a:cubicBezTo>
                  <a:cubicBezTo>
                    <a:pt x="640185" y="101693"/>
                    <a:pt x="634746" y="104412"/>
                    <a:pt x="629307" y="104412"/>
                  </a:cubicBezTo>
                  <a:cubicBezTo>
                    <a:pt x="621147" y="107132"/>
                    <a:pt x="612988" y="107132"/>
                    <a:pt x="607549" y="107132"/>
                  </a:cubicBezTo>
                  <a:cubicBezTo>
                    <a:pt x="604829" y="107132"/>
                    <a:pt x="591231" y="107132"/>
                    <a:pt x="580353" y="107132"/>
                  </a:cubicBezTo>
                  <a:cubicBezTo>
                    <a:pt x="580353" y="109851"/>
                    <a:pt x="583072" y="112571"/>
                    <a:pt x="583072" y="115291"/>
                  </a:cubicBezTo>
                  <a:cubicBezTo>
                    <a:pt x="585792" y="128889"/>
                    <a:pt x="585792" y="142487"/>
                    <a:pt x="588512" y="156086"/>
                  </a:cubicBezTo>
                  <a:cubicBezTo>
                    <a:pt x="591231" y="169684"/>
                    <a:pt x="591231" y="183282"/>
                    <a:pt x="593951" y="196881"/>
                  </a:cubicBezTo>
                  <a:cubicBezTo>
                    <a:pt x="593951" y="207759"/>
                    <a:pt x="599390" y="215918"/>
                    <a:pt x="599390" y="226797"/>
                  </a:cubicBezTo>
                  <a:cubicBezTo>
                    <a:pt x="599390" y="229516"/>
                    <a:pt x="599390" y="229516"/>
                    <a:pt x="599390" y="232236"/>
                  </a:cubicBezTo>
                  <a:cubicBezTo>
                    <a:pt x="599390" y="234956"/>
                    <a:pt x="599390" y="237675"/>
                    <a:pt x="599390" y="240395"/>
                  </a:cubicBezTo>
                  <a:cubicBezTo>
                    <a:pt x="599390" y="251274"/>
                    <a:pt x="599390" y="259433"/>
                    <a:pt x="602110" y="270311"/>
                  </a:cubicBezTo>
                  <a:cubicBezTo>
                    <a:pt x="604829" y="283909"/>
                    <a:pt x="607549" y="294788"/>
                    <a:pt x="607549" y="308386"/>
                  </a:cubicBezTo>
                  <a:cubicBezTo>
                    <a:pt x="607549" y="311106"/>
                    <a:pt x="607549" y="316545"/>
                    <a:pt x="607549" y="319265"/>
                  </a:cubicBezTo>
                  <a:cubicBezTo>
                    <a:pt x="607549" y="324704"/>
                    <a:pt x="610269" y="330144"/>
                    <a:pt x="612988" y="335583"/>
                  </a:cubicBezTo>
                  <a:cubicBezTo>
                    <a:pt x="612988" y="338303"/>
                    <a:pt x="612988" y="343742"/>
                    <a:pt x="612988" y="346462"/>
                  </a:cubicBezTo>
                  <a:cubicBezTo>
                    <a:pt x="612988" y="354620"/>
                    <a:pt x="612988" y="362779"/>
                    <a:pt x="612988" y="370939"/>
                  </a:cubicBezTo>
                  <a:cubicBezTo>
                    <a:pt x="612988" y="379097"/>
                    <a:pt x="612988" y="387256"/>
                    <a:pt x="612988" y="395415"/>
                  </a:cubicBezTo>
                  <a:cubicBezTo>
                    <a:pt x="612988" y="403574"/>
                    <a:pt x="615708" y="414453"/>
                    <a:pt x="615708" y="422612"/>
                  </a:cubicBezTo>
                  <a:cubicBezTo>
                    <a:pt x="618428" y="430771"/>
                    <a:pt x="618428" y="436210"/>
                    <a:pt x="618428" y="441650"/>
                  </a:cubicBezTo>
                  <a:cubicBezTo>
                    <a:pt x="618428" y="444369"/>
                    <a:pt x="618428" y="449808"/>
                    <a:pt x="618428" y="455248"/>
                  </a:cubicBezTo>
                  <a:cubicBezTo>
                    <a:pt x="618428" y="460687"/>
                    <a:pt x="618428" y="460687"/>
                    <a:pt x="621147" y="463407"/>
                  </a:cubicBezTo>
                  <a:cubicBezTo>
                    <a:pt x="623867" y="471566"/>
                    <a:pt x="623867" y="477005"/>
                    <a:pt x="626587" y="482444"/>
                  </a:cubicBezTo>
                  <a:cubicBezTo>
                    <a:pt x="629307" y="493323"/>
                    <a:pt x="629307" y="506921"/>
                    <a:pt x="629307" y="517800"/>
                  </a:cubicBezTo>
                  <a:cubicBezTo>
                    <a:pt x="632026" y="534118"/>
                    <a:pt x="632026" y="547716"/>
                    <a:pt x="634746" y="561314"/>
                  </a:cubicBezTo>
                  <a:cubicBezTo>
                    <a:pt x="634746" y="564034"/>
                    <a:pt x="634746" y="564034"/>
                    <a:pt x="634746" y="566754"/>
                  </a:cubicBezTo>
                  <a:cubicBezTo>
                    <a:pt x="634746" y="572193"/>
                    <a:pt x="634746" y="577632"/>
                    <a:pt x="634746" y="583072"/>
                  </a:cubicBezTo>
                  <a:cubicBezTo>
                    <a:pt x="634746" y="596670"/>
                    <a:pt x="637466" y="602109"/>
                    <a:pt x="637466" y="607548"/>
                  </a:cubicBezTo>
                  <a:cubicBezTo>
                    <a:pt x="637466" y="610268"/>
                    <a:pt x="640185" y="615708"/>
                    <a:pt x="640185" y="618427"/>
                  </a:cubicBezTo>
                  <a:cubicBezTo>
                    <a:pt x="640185" y="623866"/>
                    <a:pt x="640185" y="629306"/>
                    <a:pt x="640185" y="632025"/>
                  </a:cubicBezTo>
                  <a:cubicBezTo>
                    <a:pt x="640185" y="634745"/>
                    <a:pt x="640185" y="637465"/>
                    <a:pt x="640185" y="640184"/>
                  </a:cubicBezTo>
                  <a:cubicBezTo>
                    <a:pt x="640185" y="645624"/>
                    <a:pt x="642905" y="653783"/>
                    <a:pt x="642905" y="659222"/>
                  </a:cubicBezTo>
                  <a:cubicBezTo>
                    <a:pt x="642905" y="661942"/>
                    <a:pt x="642905" y="661942"/>
                    <a:pt x="642905" y="664661"/>
                  </a:cubicBezTo>
                  <a:cubicBezTo>
                    <a:pt x="645624" y="678259"/>
                    <a:pt x="651064" y="678259"/>
                    <a:pt x="653783" y="678259"/>
                  </a:cubicBezTo>
                  <a:lnTo>
                    <a:pt x="653783" y="678259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2F7B36F4-4E99-4CE6-BA86-BFDECD3FB1EA}"/>
                </a:ext>
              </a:extLst>
            </p:cNvPr>
            <p:cNvSpPr/>
            <p:nvPr/>
          </p:nvSpPr>
          <p:spPr>
            <a:xfrm>
              <a:off x="6362526" y="4242177"/>
              <a:ext cx="492259" cy="674476"/>
            </a:xfrm>
            <a:custGeom>
              <a:avLst/>
              <a:gdLst>
                <a:gd name="connsiteX0" fmla="*/ 225733 w 492259"/>
                <a:gd name="connsiteY0" fmla="*/ 97907 h 674476"/>
                <a:gd name="connsiteX1" fmla="*/ 209415 w 492259"/>
                <a:gd name="connsiteY1" fmla="*/ 119665 h 674476"/>
                <a:gd name="connsiteX2" fmla="*/ 201256 w 492259"/>
                <a:gd name="connsiteY2" fmla="*/ 152300 h 674476"/>
                <a:gd name="connsiteX3" fmla="*/ 198536 w 492259"/>
                <a:gd name="connsiteY3" fmla="*/ 168618 h 674476"/>
                <a:gd name="connsiteX4" fmla="*/ 195817 w 492259"/>
                <a:gd name="connsiteY4" fmla="*/ 184936 h 674476"/>
                <a:gd name="connsiteX5" fmla="*/ 187658 w 492259"/>
                <a:gd name="connsiteY5" fmla="*/ 220292 h 674476"/>
                <a:gd name="connsiteX6" fmla="*/ 168620 w 492259"/>
                <a:gd name="connsiteY6" fmla="*/ 291003 h 674476"/>
                <a:gd name="connsiteX7" fmla="*/ 160461 w 492259"/>
                <a:gd name="connsiteY7" fmla="*/ 323639 h 674476"/>
                <a:gd name="connsiteX8" fmla="*/ 149582 w 492259"/>
                <a:gd name="connsiteY8" fmla="*/ 361714 h 674476"/>
                <a:gd name="connsiteX9" fmla="*/ 144143 w 492259"/>
                <a:gd name="connsiteY9" fmla="*/ 388910 h 674476"/>
                <a:gd name="connsiteX10" fmla="*/ 149582 w 492259"/>
                <a:gd name="connsiteY10" fmla="*/ 391630 h 674476"/>
                <a:gd name="connsiteX11" fmla="*/ 171340 w 492259"/>
                <a:gd name="connsiteY11" fmla="*/ 391630 h 674476"/>
                <a:gd name="connsiteX12" fmla="*/ 193097 w 492259"/>
                <a:gd name="connsiteY12" fmla="*/ 388910 h 674476"/>
                <a:gd name="connsiteX13" fmla="*/ 212135 w 492259"/>
                <a:gd name="connsiteY13" fmla="*/ 388910 h 674476"/>
                <a:gd name="connsiteX14" fmla="*/ 236611 w 492259"/>
                <a:gd name="connsiteY14" fmla="*/ 388910 h 674476"/>
                <a:gd name="connsiteX15" fmla="*/ 250210 w 492259"/>
                <a:gd name="connsiteY15" fmla="*/ 386191 h 674476"/>
                <a:gd name="connsiteX16" fmla="*/ 258369 w 492259"/>
                <a:gd name="connsiteY16" fmla="*/ 386191 h 674476"/>
                <a:gd name="connsiteX17" fmla="*/ 255649 w 492259"/>
                <a:gd name="connsiteY17" fmla="*/ 367153 h 674476"/>
                <a:gd name="connsiteX18" fmla="*/ 250210 w 492259"/>
                <a:gd name="connsiteY18" fmla="*/ 331797 h 674476"/>
                <a:gd name="connsiteX19" fmla="*/ 247490 w 492259"/>
                <a:gd name="connsiteY19" fmla="*/ 244769 h 674476"/>
                <a:gd name="connsiteX20" fmla="*/ 242051 w 492259"/>
                <a:gd name="connsiteY20" fmla="*/ 203974 h 674476"/>
                <a:gd name="connsiteX21" fmla="*/ 236611 w 492259"/>
                <a:gd name="connsiteY21" fmla="*/ 157740 h 674476"/>
                <a:gd name="connsiteX22" fmla="*/ 233892 w 492259"/>
                <a:gd name="connsiteY22" fmla="*/ 119665 h 674476"/>
                <a:gd name="connsiteX23" fmla="*/ 225733 w 492259"/>
                <a:gd name="connsiteY23" fmla="*/ 97907 h 674476"/>
                <a:gd name="connsiteX24" fmla="*/ 274687 w 492259"/>
                <a:gd name="connsiteY24" fmla="*/ 0 h 674476"/>
                <a:gd name="connsiteX25" fmla="*/ 304603 w 492259"/>
                <a:gd name="connsiteY25" fmla="*/ 5439 h 674476"/>
                <a:gd name="connsiteX26" fmla="*/ 320921 w 492259"/>
                <a:gd name="connsiteY26" fmla="*/ 24477 h 674476"/>
                <a:gd name="connsiteX27" fmla="*/ 334519 w 492259"/>
                <a:gd name="connsiteY27" fmla="*/ 43515 h 674476"/>
                <a:gd name="connsiteX28" fmla="*/ 339959 w 492259"/>
                <a:gd name="connsiteY28" fmla="*/ 65272 h 674476"/>
                <a:gd name="connsiteX29" fmla="*/ 348118 w 492259"/>
                <a:gd name="connsiteY29" fmla="*/ 114226 h 674476"/>
                <a:gd name="connsiteX30" fmla="*/ 361716 w 492259"/>
                <a:gd name="connsiteY30" fmla="*/ 163180 h 674476"/>
                <a:gd name="connsiteX31" fmla="*/ 369875 w 492259"/>
                <a:gd name="connsiteY31" fmla="*/ 220293 h 674476"/>
                <a:gd name="connsiteX32" fmla="*/ 378034 w 492259"/>
                <a:gd name="connsiteY32" fmla="*/ 274686 h 674476"/>
                <a:gd name="connsiteX33" fmla="*/ 383473 w 492259"/>
                <a:gd name="connsiteY33" fmla="*/ 301883 h 674476"/>
                <a:gd name="connsiteX34" fmla="*/ 391632 w 492259"/>
                <a:gd name="connsiteY34" fmla="*/ 337238 h 674476"/>
                <a:gd name="connsiteX35" fmla="*/ 397071 w 492259"/>
                <a:gd name="connsiteY35" fmla="*/ 364435 h 674476"/>
                <a:gd name="connsiteX36" fmla="*/ 405230 w 492259"/>
                <a:gd name="connsiteY36" fmla="*/ 383473 h 674476"/>
                <a:gd name="connsiteX37" fmla="*/ 416109 w 492259"/>
                <a:gd name="connsiteY37" fmla="*/ 386192 h 674476"/>
                <a:gd name="connsiteX38" fmla="*/ 426988 w 492259"/>
                <a:gd name="connsiteY38" fmla="*/ 386192 h 674476"/>
                <a:gd name="connsiteX39" fmla="*/ 454184 w 492259"/>
                <a:gd name="connsiteY39" fmla="*/ 397071 h 674476"/>
                <a:gd name="connsiteX40" fmla="*/ 456904 w 492259"/>
                <a:gd name="connsiteY40" fmla="*/ 405230 h 674476"/>
                <a:gd name="connsiteX41" fmla="*/ 451464 w 492259"/>
                <a:gd name="connsiteY41" fmla="*/ 416108 h 674476"/>
                <a:gd name="connsiteX42" fmla="*/ 432427 w 492259"/>
                <a:gd name="connsiteY42" fmla="*/ 429707 h 674476"/>
                <a:gd name="connsiteX43" fmla="*/ 421548 w 492259"/>
                <a:gd name="connsiteY43" fmla="*/ 432426 h 674476"/>
                <a:gd name="connsiteX44" fmla="*/ 413389 w 492259"/>
                <a:gd name="connsiteY44" fmla="*/ 435146 h 674476"/>
                <a:gd name="connsiteX45" fmla="*/ 413389 w 492259"/>
                <a:gd name="connsiteY45" fmla="*/ 440585 h 674476"/>
                <a:gd name="connsiteX46" fmla="*/ 416109 w 492259"/>
                <a:gd name="connsiteY46" fmla="*/ 451464 h 674476"/>
                <a:gd name="connsiteX47" fmla="*/ 418829 w 492259"/>
                <a:gd name="connsiteY47" fmla="*/ 465062 h 674476"/>
                <a:gd name="connsiteX48" fmla="*/ 418829 w 492259"/>
                <a:gd name="connsiteY48" fmla="*/ 475941 h 674476"/>
                <a:gd name="connsiteX49" fmla="*/ 418829 w 492259"/>
                <a:gd name="connsiteY49" fmla="*/ 486820 h 674476"/>
                <a:gd name="connsiteX50" fmla="*/ 426988 w 492259"/>
                <a:gd name="connsiteY50" fmla="*/ 516736 h 674476"/>
                <a:gd name="connsiteX51" fmla="*/ 432427 w 492259"/>
                <a:gd name="connsiteY51" fmla="*/ 543932 h 674476"/>
                <a:gd name="connsiteX52" fmla="*/ 437866 w 492259"/>
                <a:gd name="connsiteY52" fmla="*/ 573848 h 674476"/>
                <a:gd name="connsiteX53" fmla="*/ 443306 w 492259"/>
                <a:gd name="connsiteY53" fmla="*/ 606484 h 674476"/>
                <a:gd name="connsiteX54" fmla="*/ 446025 w 492259"/>
                <a:gd name="connsiteY54" fmla="*/ 617363 h 674476"/>
                <a:gd name="connsiteX55" fmla="*/ 470502 w 492259"/>
                <a:gd name="connsiteY55" fmla="*/ 617363 h 674476"/>
                <a:gd name="connsiteX56" fmla="*/ 492259 w 492259"/>
                <a:gd name="connsiteY56" fmla="*/ 641840 h 674476"/>
                <a:gd name="connsiteX57" fmla="*/ 484101 w 492259"/>
                <a:gd name="connsiteY57" fmla="*/ 655438 h 674476"/>
                <a:gd name="connsiteX58" fmla="*/ 467782 w 492259"/>
                <a:gd name="connsiteY58" fmla="*/ 663597 h 674476"/>
                <a:gd name="connsiteX59" fmla="*/ 443306 w 492259"/>
                <a:gd name="connsiteY59" fmla="*/ 666317 h 674476"/>
                <a:gd name="connsiteX60" fmla="*/ 421548 w 492259"/>
                <a:gd name="connsiteY60" fmla="*/ 666317 h 674476"/>
                <a:gd name="connsiteX61" fmla="*/ 413389 w 492259"/>
                <a:gd name="connsiteY61" fmla="*/ 666317 h 674476"/>
                <a:gd name="connsiteX62" fmla="*/ 399791 w 492259"/>
                <a:gd name="connsiteY62" fmla="*/ 671756 h 674476"/>
                <a:gd name="connsiteX63" fmla="*/ 383473 w 492259"/>
                <a:gd name="connsiteY63" fmla="*/ 674476 h 674476"/>
                <a:gd name="connsiteX64" fmla="*/ 348118 w 492259"/>
                <a:gd name="connsiteY64" fmla="*/ 669036 h 674476"/>
                <a:gd name="connsiteX65" fmla="*/ 326360 w 492259"/>
                <a:gd name="connsiteY65" fmla="*/ 669036 h 674476"/>
                <a:gd name="connsiteX66" fmla="*/ 277406 w 492259"/>
                <a:gd name="connsiteY66" fmla="*/ 669036 h 674476"/>
                <a:gd name="connsiteX67" fmla="*/ 252930 w 492259"/>
                <a:gd name="connsiteY67" fmla="*/ 663597 h 674476"/>
                <a:gd name="connsiteX68" fmla="*/ 236611 w 492259"/>
                <a:gd name="connsiteY68" fmla="*/ 647279 h 674476"/>
                <a:gd name="connsiteX69" fmla="*/ 261088 w 492259"/>
                <a:gd name="connsiteY69" fmla="*/ 630961 h 674476"/>
                <a:gd name="connsiteX70" fmla="*/ 288285 w 492259"/>
                <a:gd name="connsiteY70" fmla="*/ 628241 h 674476"/>
                <a:gd name="connsiteX71" fmla="*/ 285565 w 492259"/>
                <a:gd name="connsiteY71" fmla="*/ 609204 h 674476"/>
                <a:gd name="connsiteX72" fmla="*/ 282846 w 492259"/>
                <a:gd name="connsiteY72" fmla="*/ 582007 h 674476"/>
                <a:gd name="connsiteX73" fmla="*/ 280126 w 492259"/>
                <a:gd name="connsiteY73" fmla="*/ 568409 h 674476"/>
                <a:gd name="connsiteX74" fmla="*/ 282846 w 492259"/>
                <a:gd name="connsiteY74" fmla="*/ 554811 h 674476"/>
                <a:gd name="connsiteX75" fmla="*/ 277406 w 492259"/>
                <a:gd name="connsiteY75" fmla="*/ 538493 h 674476"/>
                <a:gd name="connsiteX76" fmla="*/ 271967 w 492259"/>
                <a:gd name="connsiteY76" fmla="*/ 505857 h 674476"/>
                <a:gd name="connsiteX77" fmla="*/ 269247 w 492259"/>
                <a:gd name="connsiteY77" fmla="*/ 478660 h 674476"/>
                <a:gd name="connsiteX78" fmla="*/ 266528 w 492259"/>
                <a:gd name="connsiteY78" fmla="*/ 446025 h 674476"/>
                <a:gd name="connsiteX79" fmla="*/ 261088 w 492259"/>
                <a:gd name="connsiteY79" fmla="*/ 437866 h 674476"/>
                <a:gd name="connsiteX80" fmla="*/ 250210 w 492259"/>
                <a:gd name="connsiteY80" fmla="*/ 437866 h 674476"/>
                <a:gd name="connsiteX81" fmla="*/ 220293 w 492259"/>
                <a:gd name="connsiteY81" fmla="*/ 440585 h 674476"/>
                <a:gd name="connsiteX82" fmla="*/ 190377 w 492259"/>
                <a:gd name="connsiteY82" fmla="*/ 443305 h 674476"/>
                <a:gd name="connsiteX83" fmla="*/ 165900 w 492259"/>
                <a:gd name="connsiteY83" fmla="*/ 443305 h 674476"/>
                <a:gd name="connsiteX84" fmla="*/ 144143 w 492259"/>
                <a:gd name="connsiteY84" fmla="*/ 440585 h 674476"/>
                <a:gd name="connsiteX85" fmla="*/ 135984 w 492259"/>
                <a:gd name="connsiteY85" fmla="*/ 454184 h 674476"/>
                <a:gd name="connsiteX86" fmla="*/ 130545 w 492259"/>
                <a:gd name="connsiteY86" fmla="*/ 486820 h 674476"/>
                <a:gd name="connsiteX87" fmla="*/ 119666 w 492259"/>
                <a:gd name="connsiteY87" fmla="*/ 541213 h 674476"/>
                <a:gd name="connsiteX88" fmla="*/ 103348 w 492259"/>
                <a:gd name="connsiteY88" fmla="*/ 614643 h 674476"/>
                <a:gd name="connsiteX89" fmla="*/ 133264 w 492259"/>
                <a:gd name="connsiteY89" fmla="*/ 614643 h 674476"/>
                <a:gd name="connsiteX90" fmla="*/ 168620 w 492259"/>
                <a:gd name="connsiteY90" fmla="*/ 630961 h 674476"/>
                <a:gd name="connsiteX91" fmla="*/ 163181 w 492259"/>
                <a:gd name="connsiteY91" fmla="*/ 647279 h 674476"/>
                <a:gd name="connsiteX92" fmla="*/ 146863 w 492259"/>
                <a:gd name="connsiteY92" fmla="*/ 655438 h 674476"/>
                <a:gd name="connsiteX93" fmla="*/ 127825 w 492259"/>
                <a:gd name="connsiteY93" fmla="*/ 658158 h 674476"/>
                <a:gd name="connsiteX94" fmla="*/ 106068 w 492259"/>
                <a:gd name="connsiteY94" fmla="*/ 658158 h 674476"/>
                <a:gd name="connsiteX95" fmla="*/ 62552 w 492259"/>
                <a:gd name="connsiteY95" fmla="*/ 658158 h 674476"/>
                <a:gd name="connsiteX96" fmla="*/ 40795 w 492259"/>
                <a:gd name="connsiteY96" fmla="*/ 658158 h 674476"/>
                <a:gd name="connsiteX97" fmla="*/ 16318 w 492259"/>
                <a:gd name="connsiteY97" fmla="*/ 652718 h 674476"/>
                <a:gd name="connsiteX98" fmla="*/ 0 w 492259"/>
                <a:gd name="connsiteY98" fmla="*/ 636401 h 674476"/>
                <a:gd name="connsiteX99" fmla="*/ 2720 w 492259"/>
                <a:gd name="connsiteY99" fmla="*/ 628241 h 674476"/>
                <a:gd name="connsiteX100" fmla="*/ 24477 w 492259"/>
                <a:gd name="connsiteY100" fmla="*/ 620082 h 674476"/>
                <a:gd name="connsiteX101" fmla="*/ 62552 w 492259"/>
                <a:gd name="connsiteY101" fmla="*/ 617363 h 674476"/>
                <a:gd name="connsiteX102" fmla="*/ 62552 w 492259"/>
                <a:gd name="connsiteY102" fmla="*/ 614643 h 674476"/>
                <a:gd name="connsiteX103" fmla="*/ 65272 w 492259"/>
                <a:gd name="connsiteY103" fmla="*/ 587447 h 674476"/>
                <a:gd name="connsiteX104" fmla="*/ 76151 w 492259"/>
                <a:gd name="connsiteY104" fmla="*/ 522175 h 674476"/>
                <a:gd name="connsiteX105" fmla="*/ 87029 w 492259"/>
                <a:gd name="connsiteY105" fmla="*/ 470501 h 674476"/>
                <a:gd name="connsiteX106" fmla="*/ 92468 w 492259"/>
                <a:gd name="connsiteY106" fmla="*/ 446025 h 674476"/>
                <a:gd name="connsiteX107" fmla="*/ 65272 w 492259"/>
                <a:gd name="connsiteY107" fmla="*/ 432426 h 674476"/>
                <a:gd name="connsiteX108" fmla="*/ 54393 w 492259"/>
                <a:gd name="connsiteY108" fmla="*/ 421548 h 674476"/>
                <a:gd name="connsiteX109" fmla="*/ 73431 w 492259"/>
                <a:gd name="connsiteY109" fmla="*/ 407949 h 674476"/>
                <a:gd name="connsiteX110" fmla="*/ 100629 w 492259"/>
                <a:gd name="connsiteY110" fmla="*/ 399790 h 674476"/>
                <a:gd name="connsiteX111" fmla="*/ 108788 w 492259"/>
                <a:gd name="connsiteY111" fmla="*/ 369874 h 674476"/>
                <a:gd name="connsiteX112" fmla="*/ 125105 w 492259"/>
                <a:gd name="connsiteY112" fmla="*/ 307322 h 674476"/>
                <a:gd name="connsiteX113" fmla="*/ 141423 w 492259"/>
                <a:gd name="connsiteY113" fmla="*/ 242051 h 674476"/>
                <a:gd name="connsiteX114" fmla="*/ 155022 w 492259"/>
                <a:gd name="connsiteY114" fmla="*/ 179498 h 674476"/>
                <a:gd name="connsiteX115" fmla="*/ 168620 w 492259"/>
                <a:gd name="connsiteY115" fmla="*/ 119665 h 674476"/>
                <a:gd name="connsiteX116" fmla="*/ 193097 w 492259"/>
                <a:gd name="connsiteY116" fmla="*/ 57113 h 674476"/>
                <a:gd name="connsiteX117" fmla="*/ 201256 w 492259"/>
                <a:gd name="connsiteY117" fmla="*/ 38075 h 674476"/>
                <a:gd name="connsiteX118" fmla="*/ 217574 w 492259"/>
                <a:gd name="connsiteY118" fmla="*/ 13598 h 674476"/>
                <a:gd name="connsiteX119" fmla="*/ 274687 w 492259"/>
                <a:gd name="connsiteY119" fmla="*/ 0 h 674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</a:cxnLst>
              <a:rect l="l" t="t" r="r" b="b"/>
              <a:pathLst>
                <a:path w="492259" h="674476">
                  <a:moveTo>
                    <a:pt x="225733" y="97907"/>
                  </a:moveTo>
                  <a:cubicBezTo>
                    <a:pt x="217574" y="97907"/>
                    <a:pt x="209415" y="114225"/>
                    <a:pt x="209415" y="119665"/>
                  </a:cubicBezTo>
                  <a:cubicBezTo>
                    <a:pt x="206695" y="130543"/>
                    <a:pt x="203976" y="144141"/>
                    <a:pt x="201256" y="152300"/>
                  </a:cubicBezTo>
                  <a:cubicBezTo>
                    <a:pt x="198536" y="157740"/>
                    <a:pt x="198536" y="163179"/>
                    <a:pt x="198536" y="168618"/>
                  </a:cubicBezTo>
                  <a:cubicBezTo>
                    <a:pt x="198536" y="174058"/>
                    <a:pt x="195817" y="179497"/>
                    <a:pt x="195817" y="184936"/>
                  </a:cubicBezTo>
                  <a:cubicBezTo>
                    <a:pt x="193097" y="195815"/>
                    <a:pt x="190377" y="209413"/>
                    <a:pt x="187658" y="220292"/>
                  </a:cubicBezTo>
                  <a:cubicBezTo>
                    <a:pt x="184938" y="244769"/>
                    <a:pt x="176779" y="269246"/>
                    <a:pt x="168620" y="291003"/>
                  </a:cubicBezTo>
                  <a:cubicBezTo>
                    <a:pt x="165900" y="301881"/>
                    <a:pt x="163181" y="312760"/>
                    <a:pt x="160461" y="323639"/>
                  </a:cubicBezTo>
                  <a:cubicBezTo>
                    <a:pt x="157742" y="337237"/>
                    <a:pt x="155022" y="348115"/>
                    <a:pt x="149582" y="361714"/>
                  </a:cubicBezTo>
                  <a:cubicBezTo>
                    <a:pt x="146863" y="367153"/>
                    <a:pt x="144143" y="383471"/>
                    <a:pt x="144143" y="388910"/>
                  </a:cubicBezTo>
                  <a:cubicBezTo>
                    <a:pt x="144143" y="391630"/>
                    <a:pt x="146863" y="391630"/>
                    <a:pt x="149582" y="391630"/>
                  </a:cubicBezTo>
                  <a:cubicBezTo>
                    <a:pt x="155022" y="391630"/>
                    <a:pt x="168620" y="391630"/>
                    <a:pt x="171340" y="391630"/>
                  </a:cubicBezTo>
                  <a:cubicBezTo>
                    <a:pt x="179498" y="391630"/>
                    <a:pt x="187658" y="391630"/>
                    <a:pt x="193097" y="388910"/>
                  </a:cubicBezTo>
                  <a:cubicBezTo>
                    <a:pt x="198536" y="388910"/>
                    <a:pt x="203976" y="388910"/>
                    <a:pt x="212135" y="388910"/>
                  </a:cubicBezTo>
                  <a:cubicBezTo>
                    <a:pt x="217574" y="388910"/>
                    <a:pt x="225733" y="388910"/>
                    <a:pt x="236611" y="388910"/>
                  </a:cubicBezTo>
                  <a:cubicBezTo>
                    <a:pt x="242051" y="388910"/>
                    <a:pt x="247490" y="388910"/>
                    <a:pt x="250210" y="386191"/>
                  </a:cubicBezTo>
                  <a:cubicBezTo>
                    <a:pt x="255649" y="391630"/>
                    <a:pt x="258369" y="388910"/>
                    <a:pt x="258369" y="386191"/>
                  </a:cubicBezTo>
                  <a:cubicBezTo>
                    <a:pt x="258369" y="380751"/>
                    <a:pt x="255649" y="372592"/>
                    <a:pt x="255649" y="367153"/>
                  </a:cubicBezTo>
                  <a:cubicBezTo>
                    <a:pt x="252930" y="353555"/>
                    <a:pt x="250210" y="342676"/>
                    <a:pt x="250210" y="331797"/>
                  </a:cubicBezTo>
                  <a:cubicBezTo>
                    <a:pt x="250210" y="301881"/>
                    <a:pt x="250210" y="274685"/>
                    <a:pt x="247490" y="244769"/>
                  </a:cubicBezTo>
                  <a:cubicBezTo>
                    <a:pt x="247490" y="231170"/>
                    <a:pt x="244771" y="217572"/>
                    <a:pt x="242051" y="203974"/>
                  </a:cubicBezTo>
                  <a:cubicBezTo>
                    <a:pt x="239331" y="187656"/>
                    <a:pt x="236611" y="174058"/>
                    <a:pt x="236611" y="157740"/>
                  </a:cubicBezTo>
                  <a:cubicBezTo>
                    <a:pt x="236611" y="152300"/>
                    <a:pt x="236611" y="133263"/>
                    <a:pt x="233892" y="119665"/>
                  </a:cubicBezTo>
                  <a:cubicBezTo>
                    <a:pt x="233892" y="106066"/>
                    <a:pt x="231172" y="97907"/>
                    <a:pt x="225733" y="97907"/>
                  </a:cubicBezTo>
                  <a:close/>
                  <a:moveTo>
                    <a:pt x="274687" y="0"/>
                  </a:moveTo>
                  <a:cubicBezTo>
                    <a:pt x="288285" y="0"/>
                    <a:pt x="293724" y="2720"/>
                    <a:pt x="304603" y="5439"/>
                  </a:cubicBezTo>
                  <a:cubicBezTo>
                    <a:pt x="315481" y="10879"/>
                    <a:pt x="315481" y="16318"/>
                    <a:pt x="320921" y="24477"/>
                  </a:cubicBezTo>
                  <a:cubicBezTo>
                    <a:pt x="326360" y="29916"/>
                    <a:pt x="331800" y="35356"/>
                    <a:pt x="334519" y="43515"/>
                  </a:cubicBezTo>
                  <a:cubicBezTo>
                    <a:pt x="337239" y="51674"/>
                    <a:pt x="337239" y="57113"/>
                    <a:pt x="339959" y="65272"/>
                  </a:cubicBezTo>
                  <a:cubicBezTo>
                    <a:pt x="345398" y="78870"/>
                    <a:pt x="342678" y="97908"/>
                    <a:pt x="348118" y="114226"/>
                  </a:cubicBezTo>
                  <a:cubicBezTo>
                    <a:pt x="350837" y="130544"/>
                    <a:pt x="358996" y="146863"/>
                    <a:pt x="361716" y="163180"/>
                  </a:cubicBezTo>
                  <a:cubicBezTo>
                    <a:pt x="364435" y="182218"/>
                    <a:pt x="364435" y="201256"/>
                    <a:pt x="369875" y="220293"/>
                  </a:cubicBezTo>
                  <a:cubicBezTo>
                    <a:pt x="375314" y="239331"/>
                    <a:pt x="378034" y="255649"/>
                    <a:pt x="378034" y="274686"/>
                  </a:cubicBezTo>
                  <a:cubicBezTo>
                    <a:pt x="378034" y="282845"/>
                    <a:pt x="380753" y="293724"/>
                    <a:pt x="383473" y="301883"/>
                  </a:cubicBezTo>
                  <a:cubicBezTo>
                    <a:pt x="386193" y="312762"/>
                    <a:pt x="388913" y="326360"/>
                    <a:pt x="391632" y="337238"/>
                  </a:cubicBezTo>
                  <a:cubicBezTo>
                    <a:pt x="391632" y="342678"/>
                    <a:pt x="394352" y="353556"/>
                    <a:pt x="397071" y="364435"/>
                  </a:cubicBezTo>
                  <a:cubicBezTo>
                    <a:pt x="399791" y="372594"/>
                    <a:pt x="402511" y="380753"/>
                    <a:pt x="405230" y="383473"/>
                  </a:cubicBezTo>
                  <a:cubicBezTo>
                    <a:pt x="407950" y="386192"/>
                    <a:pt x="413389" y="386192"/>
                    <a:pt x="416109" y="386192"/>
                  </a:cubicBezTo>
                  <a:cubicBezTo>
                    <a:pt x="418829" y="386192"/>
                    <a:pt x="424268" y="386192"/>
                    <a:pt x="426988" y="386192"/>
                  </a:cubicBezTo>
                  <a:cubicBezTo>
                    <a:pt x="437866" y="386192"/>
                    <a:pt x="448745" y="388912"/>
                    <a:pt x="454184" y="397071"/>
                  </a:cubicBezTo>
                  <a:cubicBezTo>
                    <a:pt x="456904" y="399790"/>
                    <a:pt x="456904" y="402510"/>
                    <a:pt x="456904" y="405230"/>
                  </a:cubicBezTo>
                  <a:cubicBezTo>
                    <a:pt x="456904" y="407949"/>
                    <a:pt x="454184" y="410669"/>
                    <a:pt x="451464" y="416108"/>
                  </a:cubicBezTo>
                  <a:cubicBezTo>
                    <a:pt x="446025" y="421548"/>
                    <a:pt x="440586" y="426987"/>
                    <a:pt x="432427" y="429707"/>
                  </a:cubicBezTo>
                  <a:cubicBezTo>
                    <a:pt x="429707" y="429707"/>
                    <a:pt x="426988" y="432426"/>
                    <a:pt x="421548" y="432426"/>
                  </a:cubicBezTo>
                  <a:cubicBezTo>
                    <a:pt x="418829" y="432426"/>
                    <a:pt x="416109" y="432426"/>
                    <a:pt x="413389" y="435146"/>
                  </a:cubicBezTo>
                  <a:cubicBezTo>
                    <a:pt x="413389" y="435146"/>
                    <a:pt x="413389" y="437866"/>
                    <a:pt x="413389" y="440585"/>
                  </a:cubicBezTo>
                  <a:cubicBezTo>
                    <a:pt x="413389" y="443305"/>
                    <a:pt x="413389" y="448744"/>
                    <a:pt x="416109" y="451464"/>
                  </a:cubicBezTo>
                  <a:cubicBezTo>
                    <a:pt x="416109" y="456903"/>
                    <a:pt x="418829" y="462343"/>
                    <a:pt x="418829" y="465062"/>
                  </a:cubicBezTo>
                  <a:lnTo>
                    <a:pt x="418829" y="475941"/>
                  </a:lnTo>
                  <a:cubicBezTo>
                    <a:pt x="418829" y="481380"/>
                    <a:pt x="418829" y="484100"/>
                    <a:pt x="418829" y="486820"/>
                  </a:cubicBezTo>
                  <a:cubicBezTo>
                    <a:pt x="421548" y="497698"/>
                    <a:pt x="424268" y="505857"/>
                    <a:pt x="426988" y="516736"/>
                  </a:cubicBezTo>
                  <a:cubicBezTo>
                    <a:pt x="426988" y="524895"/>
                    <a:pt x="429707" y="535773"/>
                    <a:pt x="432427" y="543932"/>
                  </a:cubicBezTo>
                  <a:cubicBezTo>
                    <a:pt x="435147" y="554811"/>
                    <a:pt x="437866" y="562970"/>
                    <a:pt x="437866" y="573848"/>
                  </a:cubicBezTo>
                  <a:cubicBezTo>
                    <a:pt x="437866" y="587447"/>
                    <a:pt x="440586" y="595606"/>
                    <a:pt x="443306" y="606484"/>
                  </a:cubicBezTo>
                  <a:cubicBezTo>
                    <a:pt x="443306" y="609204"/>
                    <a:pt x="446025" y="614643"/>
                    <a:pt x="446025" y="617363"/>
                  </a:cubicBezTo>
                  <a:cubicBezTo>
                    <a:pt x="454184" y="617363"/>
                    <a:pt x="462343" y="617363"/>
                    <a:pt x="470502" y="617363"/>
                  </a:cubicBezTo>
                  <a:cubicBezTo>
                    <a:pt x="475942" y="625522"/>
                    <a:pt x="492259" y="630961"/>
                    <a:pt x="492259" y="641840"/>
                  </a:cubicBezTo>
                  <a:cubicBezTo>
                    <a:pt x="492259" y="647279"/>
                    <a:pt x="486820" y="649999"/>
                    <a:pt x="484101" y="655438"/>
                  </a:cubicBezTo>
                  <a:cubicBezTo>
                    <a:pt x="481381" y="660877"/>
                    <a:pt x="473222" y="663597"/>
                    <a:pt x="467782" y="663597"/>
                  </a:cubicBezTo>
                  <a:cubicBezTo>
                    <a:pt x="456904" y="666317"/>
                    <a:pt x="451464" y="666317"/>
                    <a:pt x="443306" y="666317"/>
                  </a:cubicBezTo>
                  <a:cubicBezTo>
                    <a:pt x="437866" y="666317"/>
                    <a:pt x="429707" y="666317"/>
                    <a:pt x="421548" y="666317"/>
                  </a:cubicBezTo>
                  <a:cubicBezTo>
                    <a:pt x="418829" y="666317"/>
                    <a:pt x="416109" y="666317"/>
                    <a:pt x="413389" y="666317"/>
                  </a:cubicBezTo>
                  <a:cubicBezTo>
                    <a:pt x="407950" y="669036"/>
                    <a:pt x="405230" y="669036"/>
                    <a:pt x="399791" y="671756"/>
                  </a:cubicBezTo>
                  <a:cubicBezTo>
                    <a:pt x="394352" y="671756"/>
                    <a:pt x="388913" y="674476"/>
                    <a:pt x="383473" y="674476"/>
                  </a:cubicBezTo>
                  <a:cubicBezTo>
                    <a:pt x="372594" y="674476"/>
                    <a:pt x="358996" y="671756"/>
                    <a:pt x="348118" y="669036"/>
                  </a:cubicBezTo>
                  <a:cubicBezTo>
                    <a:pt x="339959" y="669036"/>
                    <a:pt x="331800" y="669036"/>
                    <a:pt x="326360" y="669036"/>
                  </a:cubicBezTo>
                  <a:cubicBezTo>
                    <a:pt x="304603" y="669036"/>
                    <a:pt x="285565" y="669036"/>
                    <a:pt x="277406" y="669036"/>
                  </a:cubicBezTo>
                  <a:cubicBezTo>
                    <a:pt x="269247" y="669036"/>
                    <a:pt x="258369" y="669036"/>
                    <a:pt x="252930" y="663597"/>
                  </a:cubicBezTo>
                  <a:cubicBezTo>
                    <a:pt x="247490" y="660877"/>
                    <a:pt x="236611" y="655438"/>
                    <a:pt x="236611" y="647279"/>
                  </a:cubicBezTo>
                  <a:cubicBezTo>
                    <a:pt x="236611" y="636401"/>
                    <a:pt x="252930" y="633681"/>
                    <a:pt x="261088" y="630961"/>
                  </a:cubicBezTo>
                  <a:cubicBezTo>
                    <a:pt x="266528" y="630961"/>
                    <a:pt x="274687" y="630961"/>
                    <a:pt x="288285" y="628241"/>
                  </a:cubicBezTo>
                  <a:cubicBezTo>
                    <a:pt x="288285" y="620082"/>
                    <a:pt x="288285" y="614643"/>
                    <a:pt x="285565" y="609204"/>
                  </a:cubicBezTo>
                  <a:cubicBezTo>
                    <a:pt x="285565" y="601045"/>
                    <a:pt x="282846" y="590166"/>
                    <a:pt x="282846" y="582007"/>
                  </a:cubicBezTo>
                  <a:cubicBezTo>
                    <a:pt x="282846" y="576568"/>
                    <a:pt x="280126" y="573848"/>
                    <a:pt x="280126" y="568409"/>
                  </a:cubicBezTo>
                  <a:cubicBezTo>
                    <a:pt x="280126" y="562970"/>
                    <a:pt x="282846" y="557531"/>
                    <a:pt x="282846" y="554811"/>
                  </a:cubicBezTo>
                  <a:cubicBezTo>
                    <a:pt x="282846" y="549371"/>
                    <a:pt x="280126" y="546652"/>
                    <a:pt x="277406" y="538493"/>
                  </a:cubicBezTo>
                  <a:cubicBezTo>
                    <a:pt x="277406" y="527614"/>
                    <a:pt x="271967" y="516736"/>
                    <a:pt x="271967" y="505857"/>
                  </a:cubicBezTo>
                  <a:cubicBezTo>
                    <a:pt x="271967" y="494978"/>
                    <a:pt x="271967" y="486820"/>
                    <a:pt x="269247" y="478660"/>
                  </a:cubicBezTo>
                  <a:cubicBezTo>
                    <a:pt x="266528" y="467782"/>
                    <a:pt x="266528" y="456903"/>
                    <a:pt x="266528" y="446025"/>
                  </a:cubicBezTo>
                  <a:cubicBezTo>
                    <a:pt x="266528" y="440585"/>
                    <a:pt x="263808" y="437866"/>
                    <a:pt x="261088" y="437866"/>
                  </a:cubicBezTo>
                  <a:cubicBezTo>
                    <a:pt x="258369" y="437866"/>
                    <a:pt x="255649" y="437866"/>
                    <a:pt x="250210" y="437866"/>
                  </a:cubicBezTo>
                  <a:cubicBezTo>
                    <a:pt x="239331" y="437866"/>
                    <a:pt x="228452" y="437866"/>
                    <a:pt x="220293" y="440585"/>
                  </a:cubicBezTo>
                  <a:cubicBezTo>
                    <a:pt x="209415" y="440585"/>
                    <a:pt x="201256" y="443305"/>
                    <a:pt x="190377" y="443305"/>
                  </a:cubicBezTo>
                  <a:cubicBezTo>
                    <a:pt x="182218" y="443305"/>
                    <a:pt x="174059" y="443305"/>
                    <a:pt x="165900" y="443305"/>
                  </a:cubicBezTo>
                  <a:cubicBezTo>
                    <a:pt x="163181" y="443305"/>
                    <a:pt x="152302" y="440585"/>
                    <a:pt x="144143" y="440585"/>
                  </a:cubicBezTo>
                  <a:cubicBezTo>
                    <a:pt x="135984" y="440585"/>
                    <a:pt x="135984" y="448744"/>
                    <a:pt x="135984" y="454184"/>
                  </a:cubicBezTo>
                  <a:cubicBezTo>
                    <a:pt x="135984" y="465062"/>
                    <a:pt x="133264" y="475941"/>
                    <a:pt x="130545" y="486820"/>
                  </a:cubicBezTo>
                  <a:cubicBezTo>
                    <a:pt x="127825" y="505857"/>
                    <a:pt x="122386" y="522175"/>
                    <a:pt x="119666" y="541213"/>
                  </a:cubicBezTo>
                  <a:cubicBezTo>
                    <a:pt x="116947" y="560250"/>
                    <a:pt x="108788" y="595606"/>
                    <a:pt x="103348" y="614643"/>
                  </a:cubicBezTo>
                  <a:cubicBezTo>
                    <a:pt x="111507" y="614643"/>
                    <a:pt x="122386" y="614643"/>
                    <a:pt x="133264" y="614643"/>
                  </a:cubicBezTo>
                  <a:cubicBezTo>
                    <a:pt x="146863" y="614643"/>
                    <a:pt x="168620" y="614643"/>
                    <a:pt x="168620" y="630961"/>
                  </a:cubicBezTo>
                  <a:cubicBezTo>
                    <a:pt x="168620" y="639120"/>
                    <a:pt x="165900" y="639120"/>
                    <a:pt x="163181" y="647279"/>
                  </a:cubicBezTo>
                  <a:cubicBezTo>
                    <a:pt x="160461" y="652718"/>
                    <a:pt x="152302" y="655438"/>
                    <a:pt x="146863" y="655438"/>
                  </a:cubicBezTo>
                  <a:cubicBezTo>
                    <a:pt x="138704" y="658158"/>
                    <a:pt x="133264" y="658158"/>
                    <a:pt x="127825" y="658158"/>
                  </a:cubicBezTo>
                  <a:cubicBezTo>
                    <a:pt x="122386" y="658158"/>
                    <a:pt x="116947" y="658158"/>
                    <a:pt x="106068" y="658158"/>
                  </a:cubicBezTo>
                  <a:cubicBezTo>
                    <a:pt x="92468" y="658158"/>
                    <a:pt x="78870" y="658158"/>
                    <a:pt x="62552" y="658158"/>
                  </a:cubicBezTo>
                  <a:cubicBezTo>
                    <a:pt x="54393" y="658158"/>
                    <a:pt x="46234" y="658158"/>
                    <a:pt x="40795" y="658158"/>
                  </a:cubicBezTo>
                  <a:cubicBezTo>
                    <a:pt x="32636" y="658158"/>
                    <a:pt x="21758" y="658158"/>
                    <a:pt x="16318" y="652718"/>
                  </a:cubicBezTo>
                  <a:cubicBezTo>
                    <a:pt x="8159" y="649999"/>
                    <a:pt x="0" y="641840"/>
                    <a:pt x="0" y="636401"/>
                  </a:cubicBezTo>
                  <a:cubicBezTo>
                    <a:pt x="0" y="633681"/>
                    <a:pt x="0" y="630961"/>
                    <a:pt x="2720" y="628241"/>
                  </a:cubicBezTo>
                  <a:cubicBezTo>
                    <a:pt x="8159" y="625522"/>
                    <a:pt x="16318" y="622802"/>
                    <a:pt x="24477" y="620082"/>
                  </a:cubicBezTo>
                  <a:cubicBezTo>
                    <a:pt x="38075" y="617363"/>
                    <a:pt x="48954" y="617363"/>
                    <a:pt x="62552" y="617363"/>
                  </a:cubicBezTo>
                  <a:cubicBezTo>
                    <a:pt x="62552" y="617363"/>
                    <a:pt x="62552" y="614643"/>
                    <a:pt x="62552" y="614643"/>
                  </a:cubicBezTo>
                  <a:cubicBezTo>
                    <a:pt x="62552" y="603765"/>
                    <a:pt x="65272" y="590166"/>
                    <a:pt x="65272" y="587447"/>
                  </a:cubicBezTo>
                  <a:cubicBezTo>
                    <a:pt x="67992" y="565689"/>
                    <a:pt x="73431" y="543932"/>
                    <a:pt x="76151" y="522175"/>
                  </a:cubicBezTo>
                  <a:cubicBezTo>
                    <a:pt x="78870" y="505857"/>
                    <a:pt x="81590" y="486820"/>
                    <a:pt x="87029" y="470501"/>
                  </a:cubicBezTo>
                  <a:cubicBezTo>
                    <a:pt x="87029" y="465062"/>
                    <a:pt x="92468" y="451464"/>
                    <a:pt x="92468" y="446025"/>
                  </a:cubicBezTo>
                  <a:cubicBezTo>
                    <a:pt x="92468" y="437866"/>
                    <a:pt x="73431" y="437866"/>
                    <a:pt x="65272" y="432426"/>
                  </a:cubicBezTo>
                  <a:cubicBezTo>
                    <a:pt x="59833" y="429707"/>
                    <a:pt x="54393" y="426987"/>
                    <a:pt x="54393" y="421548"/>
                  </a:cubicBezTo>
                  <a:cubicBezTo>
                    <a:pt x="54393" y="413389"/>
                    <a:pt x="62552" y="410669"/>
                    <a:pt x="73431" y="407949"/>
                  </a:cubicBezTo>
                  <a:cubicBezTo>
                    <a:pt x="78870" y="407949"/>
                    <a:pt x="92468" y="405230"/>
                    <a:pt x="100629" y="399790"/>
                  </a:cubicBezTo>
                  <a:cubicBezTo>
                    <a:pt x="106068" y="394351"/>
                    <a:pt x="106068" y="378033"/>
                    <a:pt x="108788" y="369874"/>
                  </a:cubicBezTo>
                  <a:cubicBezTo>
                    <a:pt x="114227" y="348117"/>
                    <a:pt x="119666" y="326360"/>
                    <a:pt x="125105" y="307322"/>
                  </a:cubicBezTo>
                  <a:cubicBezTo>
                    <a:pt x="130545" y="285565"/>
                    <a:pt x="135984" y="263808"/>
                    <a:pt x="141423" y="242051"/>
                  </a:cubicBezTo>
                  <a:cubicBezTo>
                    <a:pt x="146863" y="220293"/>
                    <a:pt x="152302" y="198536"/>
                    <a:pt x="155022" y="179498"/>
                  </a:cubicBezTo>
                  <a:cubicBezTo>
                    <a:pt x="157742" y="160461"/>
                    <a:pt x="163181" y="138703"/>
                    <a:pt x="168620" y="119665"/>
                  </a:cubicBezTo>
                  <a:cubicBezTo>
                    <a:pt x="176779" y="100627"/>
                    <a:pt x="182218" y="76150"/>
                    <a:pt x="193097" y="57113"/>
                  </a:cubicBezTo>
                  <a:lnTo>
                    <a:pt x="201256" y="38075"/>
                  </a:lnTo>
                  <a:cubicBezTo>
                    <a:pt x="206695" y="29916"/>
                    <a:pt x="209415" y="19038"/>
                    <a:pt x="217574" y="13598"/>
                  </a:cubicBezTo>
                  <a:cubicBezTo>
                    <a:pt x="231172" y="2720"/>
                    <a:pt x="255649" y="0"/>
                    <a:pt x="274687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6BF9BE4F-4C44-4FF7-A214-ED9C63856F18}"/>
                </a:ext>
              </a:extLst>
            </p:cNvPr>
            <p:cNvSpPr/>
            <p:nvPr/>
          </p:nvSpPr>
          <p:spPr>
            <a:xfrm>
              <a:off x="6876542" y="4244897"/>
              <a:ext cx="462342" cy="677195"/>
            </a:xfrm>
            <a:custGeom>
              <a:avLst/>
              <a:gdLst>
                <a:gd name="connsiteX0" fmla="*/ 214853 w 462342"/>
                <a:gd name="connsiteY0" fmla="*/ 65272 h 677195"/>
                <a:gd name="connsiteX1" fmla="*/ 195815 w 462342"/>
                <a:gd name="connsiteY1" fmla="*/ 73431 h 677195"/>
                <a:gd name="connsiteX2" fmla="*/ 193096 w 462342"/>
                <a:gd name="connsiteY2" fmla="*/ 125105 h 677195"/>
                <a:gd name="connsiteX3" fmla="*/ 190376 w 462342"/>
                <a:gd name="connsiteY3" fmla="*/ 280125 h 677195"/>
                <a:gd name="connsiteX4" fmla="*/ 190376 w 462342"/>
                <a:gd name="connsiteY4" fmla="*/ 301882 h 677195"/>
                <a:gd name="connsiteX5" fmla="*/ 193096 w 462342"/>
                <a:gd name="connsiteY5" fmla="*/ 342677 h 677195"/>
                <a:gd name="connsiteX6" fmla="*/ 195815 w 462342"/>
                <a:gd name="connsiteY6" fmla="*/ 397070 h 677195"/>
                <a:gd name="connsiteX7" fmla="*/ 195815 w 462342"/>
                <a:gd name="connsiteY7" fmla="*/ 443304 h 677195"/>
                <a:gd name="connsiteX8" fmla="*/ 195815 w 462342"/>
                <a:gd name="connsiteY8" fmla="*/ 530333 h 677195"/>
                <a:gd name="connsiteX9" fmla="*/ 193096 w 462342"/>
                <a:gd name="connsiteY9" fmla="*/ 554810 h 677195"/>
                <a:gd name="connsiteX10" fmla="*/ 190376 w 462342"/>
                <a:gd name="connsiteY10" fmla="*/ 603764 h 677195"/>
                <a:gd name="connsiteX11" fmla="*/ 198535 w 462342"/>
                <a:gd name="connsiteY11" fmla="*/ 611923 h 677195"/>
                <a:gd name="connsiteX12" fmla="*/ 214853 w 462342"/>
                <a:gd name="connsiteY12" fmla="*/ 611923 h 677195"/>
                <a:gd name="connsiteX13" fmla="*/ 236610 w 462342"/>
                <a:gd name="connsiteY13" fmla="*/ 611923 h 677195"/>
                <a:gd name="connsiteX14" fmla="*/ 263807 w 462342"/>
                <a:gd name="connsiteY14" fmla="*/ 598325 h 677195"/>
                <a:gd name="connsiteX15" fmla="*/ 277405 w 462342"/>
                <a:gd name="connsiteY15" fmla="*/ 592885 h 677195"/>
                <a:gd name="connsiteX16" fmla="*/ 291004 w 462342"/>
                <a:gd name="connsiteY16" fmla="*/ 573848 h 677195"/>
                <a:gd name="connsiteX17" fmla="*/ 307322 w 462342"/>
                <a:gd name="connsiteY17" fmla="*/ 543931 h 677195"/>
                <a:gd name="connsiteX18" fmla="*/ 326359 w 462342"/>
                <a:gd name="connsiteY18" fmla="*/ 481379 h 677195"/>
                <a:gd name="connsiteX19" fmla="*/ 337238 w 462342"/>
                <a:gd name="connsiteY19" fmla="*/ 413388 h 677195"/>
                <a:gd name="connsiteX20" fmla="*/ 337238 w 462342"/>
                <a:gd name="connsiteY20" fmla="*/ 350836 h 677195"/>
                <a:gd name="connsiteX21" fmla="*/ 334518 w 462342"/>
                <a:gd name="connsiteY21" fmla="*/ 296443 h 677195"/>
                <a:gd name="connsiteX22" fmla="*/ 329079 w 462342"/>
                <a:gd name="connsiteY22" fmla="*/ 244769 h 677195"/>
                <a:gd name="connsiteX23" fmla="*/ 307322 w 462342"/>
                <a:gd name="connsiteY23" fmla="*/ 135983 h 677195"/>
                <a:gd name="connsiteX24" fmla="*/ 271966 w 462342"/>
                <a:gd name="connsiteY24" fmla="*/ 78870 h 677195"/>
                <a:gd name="connsiteX25" fmla="*/ 214853 w 462342"/>
                <a:gd name="connsiteY25" fmla="*/ 65272 h 677195"/>
                <a:gd name="connsiteX26" fmla="*/ 114226 w 462342"/>
                <a:gd name="connsiteY26" fmla="*/ 0 h 677195"/>
                <a:gd name="connsiteX27" fmla="*/ 127824 w 462342"/>
                <a:gd name="connsiteY27" fmla="*/ 0 h 677195"/>
                <a:gd name="connsiteX28" fmla="*/ 146862 w 462342"/>
                <a:gd name="connsiteY28" fmla="*/ 2720 h 677195"/>
                <a:gd name="connsiteX29" fmla="*/ 174059 w 462342"/>
                <a:gd name="connsiteY29" fmla="*/ 21758 h 677195"/>
                <a:gd name="connsiteX30" fmla="*/ 193096 w 462342"/>
                <a:gd name="connsiteY30" fmla="*/ 21758 h 677195"/>
                <a:gd name="connsiteX31" fmla="*/ 261088 w 462342"/>
                <a:gd name="connsiteY31" fmla="*/ 27197 h 677195"/>
                <a:gd name="connsiteX32" fmla="*/ 310042 w 462342"/>
                <a:gd name="connsiteY32" fmla="*/ 35356 h 677195"/>
                <a:gd name="connsiteX33" fmla="*/ 334518 w 462342"/>
                <a:gd name="connsiteY33" fmla="*/ 40795 h 677195"/>
                <a:gd name="connsiteX34" fmla="*/ 356276 w 462342"/>
                <a:gd name="connsiteY34" fmla="*/ 59833 h 677195"/>
                <a:gd name="connsiteX35" fmla="*/ 372593 w 462342"/>
                <a:gd name="connsiteY35" fmla="*/ 76151 h 677195"/>
                <a:gd name="connsiteX36" fmla="*/ 380752 w 462342"/>
                <a:gd name="connsiteY36" fmla="*/ 95188 h 677195"/>
                <a:gd name="connsiteX37" fmla="*/ 405230 w 462342"/>
                <a:gd name="connsiteY37" fmla="*/ 114226 h 677195"/>
                <a:gd name="connsiteX38" fmla="*/ 416108 w 462342"/>
                <a:gd name="connsiteY38" fmla="*/ 141422 h 677195"/>
                <a:gd name="connsiteX39" fmla="*/ 451464 w 462342"/>
                <a:gd name="connsiteY39" fmla="*/ 201256 h 677195"/>
                <a:gd name="connsiteX40" fmla="*/ 456903 w 462342"/>
                <a:gd name="connsiteY40" fmla="*/ 252929 h 677195"/>
                <a:gd name="connsiteX41" fmla="*/ 456903 w 462342"/>
                <a:gd name="connsiteY41" fmla="*/ 291004 h 677195"/>
                <a:gd name="connsiteX42" fmla="*/ 459623 w 462342"/>
                <a:gd name="connsiteY42" fmla="*/ 318201 h 677195"/>
                <a:gd name="connsiteX43" fmla="*/ 459623 w 462342"/>
                <a:gd name="connsiteY43" fmla="*/ 326360 h 677195"/>
                <a:gd name="connsiteX44" fmla="*/ 459623 w 462342"/>
                <a:gd name="connsiteY44" fmla="*/ 348117 h 677195"/>
                <a:gd name="connsiteX45" fmla="*/ 462342 w 462342"/>
                <a:gd name="connsiteY45" fmla="*/ 367155 h 677195"/>
                <a:gd name="connsiteX46" fmla="*/ 456903 w 462342"/>
                <a:gd name="connsiteY46" fmla="*/ 391632 h 677195"/>
                <a:gd name="connsiteX47" fmla="*/ 456903 w 462342"/>
                <a:gd name="connsiteY47" fmla="*/ 418828 h 677195"/>
                <a:gd name="connsiteX48" fmla="*/ 451464 w 462342"/>
                <a:gd name="connsiteY48" fmla="*/ 437866 h 677195"/>
                <a:gd name="connsiteX49" fmla="*/ 446025 w 462342"/>
                <a:gd name="connsiteY49" fmla="*/ 454184 h 677195"/>
                <a:gd name="connsiteX50" fmla="*/ 440585 w 462342"/>
                <a:gd name="connsiteY50" fmla="*/ 481380 h 677195"/>
                <a:gd name="connsiteX51" fmla="*/ 432426 w 462342"/>
                <a:gd name="connsiteY51" fmla="*/ 508577 h 677195"/>
                <a:gd name="connsiteX52" fmla="*/ 418828 w 462342"/>
                <a:gd name="connsiteY52" fmla="*/ 530334 h 677195"/>
                <a:gd name="connsiteX53" fmla="*/ 410669 w 462342"/>
                <a:gd name="connsiteY53" fmla="*/ 549371 h 677195"/>
                <a:gd name="connsiteX54" fmla="*/ 391631 w 462342"/>
                <a:gd name="connsiteY54" fmla="*/ 579288 h 677195"/>
                <a:gd name="connsiteX55" fmla="*/ 337238 w 462342"/>
                <a:gd name="connsiteY55" fmla="*/ 630961 h 677195"/>
                <a:gd name="connsiteX56" fmla="*/ 301883 w 462342"/>
                <a:gd name="connsiteY56" fmla="*/ 647279 h 677195"/>
                <a:gd name="connsiteX57" fmla="*/ 263807 w 462342"/>
                <a:gd name="connsiteY57" fmla="*/ 652718 h 677195"/>
                <a:gd name="connsiteX58" fmla="*/ 233891 w 462342"/>
                <a:gd name="connsiteY58" fmla="*/ 649999 h 677195"/>
                <a:gd name="connsiteX59" fmla="*/ 187657 w 462342"/>
                <a:gd name="connsiteY59" fmla="*/ 652718 h 677195"/>
                <a:gd name="connsiteX60" fmla="*/ 171339 w 462342"/>
                <a:gd name="connsiteY60" fmla="*/ 669036 h 677195"/>
                <a:gd name="connsiteX61" fmla="*/ 155021 w 462342"/>
                <a:gd name="connsiteY61" fmla="*/ 671756 h 677195"/>
                <a:gd name="connsiteX62" fmla="*/ 138703 w 462342"/>
                <a:gd name="connsiteY62" fmla="*/ 674476 h 677195"/>
                <a:gd name="connsiteX63" fmla="*/ 125105 w 462342"/>
                <a:gd name="connsiteY63" fmla="*/ 677195 h 677195"/>
                <a:gd name="connsiteX64" fmla="*/ 106067 w 462342"/>
                <a:gd name="connsiteY64" fmla="*/ 671756 h 677195"/>
                <a:gd name="connsiteX65" fmla="*/ 87029 w 462342"/>
                <a:gd name="connsiteY65" fmla="*/ 658158 h 677195"/>
                <a:gd name="connsiteX66" fmla="*/ 81590 w 462342"/>
                <a:gd name="connsiteY66" fmla="*/ 652718 h 677195"/>
                <a:gd name="connsiteX67" fmla="*/ 67992 w 462342"/>
                <a:gd name="connsiteY67" fmla="*/ 652718 h 677195"/>
                <a:gd name="connsiteX68" fmla="*/ 43515 w 462342"/>
                <a:gd name="connsiteY68" fmla="*/ 652718 h 677195"/>
                <a:gd name="connsiteX69" fmla="*/ 16318 w 462342"/>
                <a:gd name="connsiteY69" fmla="*/ 647279 h 677195"/>
                <a:gd name="connsiteX70" fmla="*/ 0 w 462342"/>
                <a:gd name="connsiteY70" fmla="*/ 630961 h 677195"/>
                <a:gd name="connsiteX71" fmla="*/ 5439 w 462342"/>
                <a:gd name="connsiteY71" fmla="*/ 620083 h 677195"/>
                <a:gd name="connsiteX72" fmla="*/ 27197 w 462342"/>
                <a:gd name="connsiteY72" fmla="*/ 611924 h 677195"/>
                <a:gd name="connsiteX73" fmla="*/ 65272 w 462342"/>
                <a:gd name="connsiteY73" fmla="*/ 609204 h 677195"/>
                <a:gd name="connsiteX74" fmla="*/ 65272 w 462342"/>
                <a:gd name="connsiteY74" fmla="*/ 584727 h 677195"/>
                <a:gd name="connsiteX75" fmla="*/ 62552 w 462342"/>
                <a:gd name="connsiteY75" fmla="*/ 456903 h 677195"/>
                <a:gd name="connsiteX76" fmla="*/ 65272 w 462342"/>
                <a:gd name="connsiteY76" fmla="*/ 337238 h 677195"/>
                <a:gd name="connsiteX77" fmla="*/ 67992 w 462342"/>
                <a:gd name="connsiteY77" fmla="*/ 203975 h 677195"/>
                <a:gd name="connsiteX78" fmla="*/ 70712 w 462342"/>
                <a:gd name="connsiteY78" fmla="*/ 119665 h 677195"/>
                <a:gd name="connsiteX79" fmla="*/ 73431 w 462342"/>
                <a:gd name="connsiteY79" fmla="*/ 67992 h 677195"/>
                <a:gd name="connsiteX80" fmla="*/ 67992 w 462342"/>
                <a:gd name="connsiteY80" fmla="*/ 67992 h 677195"/>
                <a:gd name="connsiteX81" fmla="*/ 43515 w 462342"/>
                <a:gd name="connsiteY81" fmla="*/ 67992 h 677195"/>
                <a:gd name="connsiteX82" fmla="*/ 16318 w 462342"/>
                <a:gd name="connsiteY82" fmla="*/ 62552 h 677195"/>
                <a:gd name="connsiteX83" fmla="*/ 0 w 462342"/>
                <a:gd name="connsiteY83" fmla="*/ 46234 h 677195"/>
                <a:gd name="connsiteX84" fmla="*/ 5439 w 462342"/>
                <a:gd name="connsiteY84" fmla="*/ 35356 h 677195"/>
                <a:gd name="connsiteX85" fmla="*/ 27197 w 462342"/>
                <a:gd name="connsiteY85" fmla="*/ 27197 h 677195"/>
                <a:gd name="connsiteX86" fmla="*/ 76151 w 462342"/>
                <a:gd name="connsiteY86" fmla="*/ 21758 h 677195"/>
                <a:gd name="connsiteX87" fmla="*/ 81590 w 462342"/>
                <a:gd name="connsiteY87" fmla="*/ 13598 h 677195"/>
                <a:gd name="connsiteX88" fmla="*/ 97908 w 462342"/>
                <a:gd name="connsiteY88" fmla="*/ 5439 h 677195"/>
                <a:gd name="connsiteX89" fmla="*/ 114226 w 462342"/>
                <a:gd name="connsiteY89" fmla="*/ 0 h 677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462342" h="677195">
                  <a:moveTo>
                    <a:pt x="214853" y="65272"/>
                  </a:moveTo>
                  <a:cubicBezTo>
                    <a:pt x="203975" y="65272"/>
                    <a:pt x="195815" y="67992"/>
                    <a:pt x="195815" y="73431"/>
                  </a:cubicBezTo>
                  <a:cubicBezTo>
                    <a:pt x="193096" y="78870"/>
                    <a:pt x="193096" y="100628"/>
                    <a:pt x="193096" y="125105"/>
                  </a:cubicBezTo>
                  <a:cubicBezTo>
                    <a:pt x="193096" y="182217"/>
                    <a:pt x="193096" y="266527"/>
                    <a:pt x="190376" y="280125"/>
                  </a:cubicBezTo>
                  <a:cubicBezTo>
                    <a:pt x="190376" y="288284"/>
                    <a:pt x="190376" y="293723"/>
                    <a:pt x="190376" y="301882"/>
                  </a:cubicBezTo>
                  <a:cubicBezTo>
                    <a:pt x="190376" y="315480"/>
                    <a:pt x="190376" y="329079"/>
                    <a:pt x="193096" y="342677"/>
                  </a:cubicBezTo>
                  <a:cubicBezTo>
                    <a:pt x="193096" y="361715"/>
                    <a:pt x="193096" y="378033"/>
                    <a:pt x="195815" y="397070"/>
                  </a:cubicBezTo>
                  <a:cubicBezTo>
                    <a:pt x="195815" y="413388"/>
                    <a:pt x="195815" y="426986"/>
                    <a:pt x="195815" y="443304"/>
                  </a:cubicBezTo>
                  <a:cubicBezTo>
                    <a:pt x="195815" y="465061"/>
                    <a:pt x="198535" y="508576"/>
                    <a:pt x="195815" y="530333"/>
                  </a:cubicBezTo>
                  <a:cubicBezTo>
                    <a:pt x="195815" y="538492"/>
                    <a:pt x="193096" y="546651"/>
                    <a:pt x="193096" y="554810"/>
                  </a:cubicBezTo>
                  <a:cubicBezTo>
                    <a:pt x="193096" y="560249"/>
                    <a:pt x="190376" y="590166"/>
                    <a:pt x="190376" y="603764"/>
                  </a:cubicBezTo>
                  <a:cubicBezTo>
                    <a:pt x="190376" y="609203"/>
                    <a:pt x="190376" y="611923"/>
                    <a:pt x="198535" y="611923"/>
                  </a:cubicBezTo>
                  <a:cubicBezTo>
                    <a:pt x="206694" y="611923"/>
                    <a:pt x="209414" y="611923"/>
                    <a:pt x="214853" y="611923"/>
                  </a:cubicBezTo>
                  <a:cubicBezTo>
                    <a:pt x="223012" y="611923"/>
                    <a:pt x="220293" y="611923"/>
                    <a:pt x="236610" y="611923"/>
                  </a:cubicBezTo>
                  <a:cubicBezTo>
                    <a:pt x="242050" y="611923"/>
                    <a:pt x="258368" y="601044"/>
                    <a:pt x="263807" y="598325"/>
                  </a:cubicBezTo>
                  <a:cubicBezTo>
                    <a:pt x="266527" y="598325"/>
                    <a:pt x="274686" y="592885"/>
                    <a:pt x="277405" y="592885"/>
                  </a:cubicBezTo>
                  <a:cubicBezTo>
                    <a:pt x="285564" y="587446"/>
                    <a:pt x="288284" y="579287"/>
                    <a:pt x="291004" y="573848"/>
                  </a:cubicBezTo>
                  <a:cubicBezTo>
                    <a:pt x="296443" y="562969"/>
                    <a:pt x="301882" y="554810"/>
                    <a:pt x="307322" y="543931"/>
                  </a:cubicBezTo>
                  <a:cubicBezTo>
                    <a:pt x="315481" y="524894"/>
                    <a:pt x="320920" y="524894"/>
                    <a:pt x="326359" y="481379"/>
                  </a:cubicBezTo>
                  <a:cubicBezTo>
                    <a:pt x="329079" y="456903"/>
                    <a:pt x="334518" y="435145"/>
                    <a:pt x="337238" y="413388"/>
                  </a:cubicBezTo>
                  <a:cubicBezTo>
                    <a:pt x="337238" y="391631"/>
                    <a:pt x="337238" y="369873"/>
                    <a:pt x="337238" y="350836"/>
                  </a:cubicBezTo>
                  <a:cubicBezTo>
                    <a:pt x="337238" y="339957"/>
                    <a:pt x="337238" y="320920"/>
                    <a:pt x="334518" y="296443"/>
                  </a:cubicBezTo>
                  <a:cubicBezTo>
                    <a:pt x="331798" y="269246"/>
                    <a:pt x="329079" y="250209"/>
                    <a:pt x="329079" y="244769"/>
                  </a:cubicBezTo>
                  <a:cubicBezTo>
                    <a:pt x="323640" y="206694"/>
                    <a:pt x="318200" y="174058"/>
                    <a:pt x="307322" y="135983"/>
                  </a:cubicBezTo>
                  <a:cubicBezTo>
                    <a:pt x="304602" y="125105"/>
                    <a:pt x="304602" y="108787"/>
                    <a:pt x="271966" y="78870"/>
                  </a:cubicBezTo>
                  <a:cubicBezTo>
                    <a:pt x="263807" y="73431"/>
                    <a:pt x="233891" y="65272"/>
                    <a:pt x="214853" y="65272"/>
                  </a:cubicBezTo>
                  <a:close/>
                  <a:moveTo>
                    <a:pt x="114226" y="0"/>
                  </a:moveTo>
                  <a:cubicBezTo>
                    <a:pt x="119665" y="0"/>
                    <a:pt x="125105" y="0"/>
                    <a:pt x="127824" y="0"/>
                  </a:cubicBezTo>
                  <a:cubicBezTo>
                    <a:pt x="133264" y="0"/>
                    <a:pt x="141422" y="0"/>
                    <a:pt x="146862" y="2720"/>
                  </a:cubicBezTo>
                  <a:cubicBezTo>
                    <a:pt x="157741" y="5439"/>
                    <a:pt x="165900" y="13598"/>
                    <a:pt x="174059" y="21758"/>
                  </a:cubicBezTo>
                  <a:cubicBezTo>
                    <a:pt x="179498" y="21758"/>
                    <a:pt x="187657" y="21758"/>
                    <a:pt x="193096" y="21758"/>
                  </a:cubicBezTo>
                  <a:cubicBezTo>
                    <a:pt x="212134" y="21758"/>
                    <a:pt x="228452" y="27197"/>
                    <a:pt x="261088" y="27197"/>
                  </a:cubicBezTo>
                  <a:cubicBezTo>
                    <a:pt x="277405" y="27197"/>
                    <a:pt x="293723" y="35356"/>
                    <a:pt x="310042" y="35356"/>
                  </a:cubicBezTo>
                  <a:cubicBezTo>
                    <a:pt x="318200" y="35356"/>
                    <a:pt x="329079" y="35356"/>
                    <a:pt x="334518" y="40795"/>
                  </a:cubicBezTo>
                  <a:cubicBezTo>
                    <a:pt x="342677" y="46234"/>
                    <a:pt x="348117" y="54393"/>
                    <a:pt x="356276" y="59833"/>
                  </a:cubicBezTo>
                  <a:cubicBezTo>
                    <a:pt x="361715" y="65272"/>
                    <a:pt x="369874" y="67992"/>
                    <a:pt x="372593" y="76151"/>
                  </a:cubicBezTo>
                  <a:cubicBezTo>
                    <a:pt x="375313" y="81590"/>
                    <a:pt x="378033" y="89749"/>
                    <a:pt x="380752" y="95188"/>
                  </a:cubicBezTo>
                  <a:cubicBezTo>
                    <a:pt x="386192" y="103347"/>
                    <a:pt x="391631" y="106067"/>
                    <a:pt x="405230" y="114226"/>
                  </a:cubicBezTo>
                  <a:cubicBezTo>
                    <a:pt x="413388" y="119665"/>
                    <a:pt x="410669" y="133263"/>
                    <a:pt x="416108" y="141422"/>
                  </a:cubicBezTo>
                  <a:cubicBezTo>
                    <a:pt x="426987" y="160461"/>
                    <a:pt x="446025" y="182218"/>
                    <a:pt x="451464" y="201256"/>
                  </a:cubicBezTo>
                  <a:cubicBezTo>
                    <a:pt x="456903" y="220293"/>
                    <a:pt x="456903" y="236611"/>
                    <a:pt x="456903" y="252929"/>
                  </a:cubicBezTo>
                  <a:cubicBezTo>
                    <a:pt x="456903" y="266527"/>
                    <a:pt x="456903" y="277406"/>
                    <a:pt x="456903" y="291004"/>
                  </a:cubicBezTo>
                  <a:cubicBezTo>
                    <a:pt x="456903" y="299163"/>
                    <a:pt x="456903" y="307322"/>
                    <a:pt x="459623" y="318201"/>
                  </a:cubicBezTo>
                  <a:cubicBezTo>
                    <a:pt x="459623" y="320921"/>
                    <a:pt x="459623" y="323640"/>
                    <a:pt x="459623" y="326360"/>
                  </a:cubicBezTo>
                  <a:cubicBezTo>
                    <a:pt x="462342" y="331799"/>
                    <a:pt x="459623" y="337238"/>
                    <a:pt x="459623" y="348117"/>
                  </a:cubicBezTo>
                  <a:cubicBezTo>
                    <a:pt x="459623" y="350837"/>
                    <a:pt x="462342" y="361715"/>
                    <a:pt x="462342" y="367155"/>
                  </a:cubicBezTo>
                  <a:cubicBezTo>
                    <a:pt x="462342" y="375314"/>
                    <a:pt x="456903" y="383473"/>
                    <a:pt x="456903" y="391632"/>
                  </a:cubicBezTo>
                  <a:cubicBezTo>
                    <a:pt x="456903" y="399790"/>
                    <a:pt x="456903" y="410669"/>
                    <a:pt x="456903" y="418828"/>
                  </a:cubicBezTo>
                  <a:cubicBezTo>
                    <a:pt x="456903" y="421548"/>
                    <a:pt x="454183" y="429707"/>
                    <a:pt x="451464" y="437866"/>
                  </a:cubicBezTo>
                  <a:cubicBezTo>
                    <a:pt x="448744" y="443305"/>
                    <a:pt x="448744" y="451464"/>
                    <a:pt x="446025" y="454184"/>
                  </a:cubicBezTo>
                  <a:cubicBezTo>
                    <a:pt x="443305" y="462343"/>
                    <a:pt x="440585" y="473221"/>
                    <a:pt x="440585" y="481380"/>
                  </a:cubicBezTo>
                  <a:cubicBezTo>
                    <a:pt x="437865" y="489539"/>
                    <a:pt x="437865" y="500418"/>
                    <a:pt x="432426" y="508577"/>
                  </a:cubicBezTo>
                  <a:cubicBezTo>
                    <a:pt x="429706" y="516736"/>
                    <a:pt x="424267" y="522175"/>
                    <a:pt x="418828" y="530334"/>
                  </a:cubicBezTo>
                  <a:cubicBezTo>
                    <a:pt x="416108" y="535773"/>
                    <a:pt x="413388" y="543932"/>
                    <a:pt x="410669" y="549371"/>
                  </a:cubicBezTo>
                  <a:cubicBezTo>
                    <a:pt x="405230" y="557531"/>
                    <a:pt x="397071" y="573848"/>
                    <a:pt x="391631" y="579288"/>
                  </a:cubicBezTo>
                  <a:cubicBezTo>
                    <a:pt x="369874" y="609204"/>
                    <a:pt x="350836" y="620083"/>
                    <a:pt x="337238" y="630961"/>
                  </a:cubicBezTo>
                  <a:cubicBezTo>
                    <a:pt x="326359" y="639120"/>
                    <a:pt x="315481" y="641840"/>
                    <a:pt x="301883" y="647279"/>
                  </a:cubicBezTo>
                  <a:cubicBezTo>
                    <a:pt x="291004" y="649999"/>
                    <a:pt x="277405" y="652718"/>
                    <a:pt x="263807" y="652718"/>
                  </a:cubicBezTo>
                  <a:cubicBezTo>
                    <a:pt x="252929" y="652718"/>
                    <a:pt x="244770" y="649999"/>
                    <a:pt x="233891" y="649999"/>
                  </a:cubicBezTo>
                  <a:cubicBezTo>
                    <a:pt x="206694" y="649999"/>
                    <a:pt x="217573" y="652718"/>
                    <a:pt x="187657" y="652718"/>
                  </a:cubicBezTo>
                  <a:cubicBezTo>
                    <a:pt x="184937" y="660877"/>
                    <a:pt x="179498" y="666317"/>
                    <a:pt x="171339" y="669036"/>
                  </a:cubicBezTo>
                  <a:cubicBezTo>
                    <a:pt x="165900" y="671756"/>
                    <a:pt x="160460" y="671756"/>
                    <a:pt x="155021" y="671756"/>
                  </a:cubicBezTo>
                  <a:cubicBezTo>
                    <a:pt x="149581" y="671756"/>
                    <a:pt x="144142" y="674476"/>
                    <a:pt x="138703" y="674476"/>
                  </a:cubicBezTo>
                  <a:cubicBezTo>
                    <a:pt x="135983" y="674476"/>
                    <a:pt x="127824" y="677195"/>
                    <a:pt x="125105" y="677195"/>
                  </a:cubicBezTo>
                  <a:cubicBezTo>
                    <a:pt x="116946" y="677195"/>
                    <a:pt x="108787" y="671756"/>
                    <a:pt x="106067" y="671756"/>
                  </a:cubicBezTo>
                  <a:cubicBezTo>
                    <a:pt x="100628" y="669036"/>
                    <a:pt x="95188" y="663597"/>
                    <a:pt x="87029" y="658158"/>
                  </a:cubicBezTo>
                  <a:cubicBezTo>
                    <a:pt x="84310" y="655438"/>
                    <a:pt x="81590" y="655438"/>
                    <a:pt x="81590" y="652718"/>
                  </a:cubicBezTo>
                  <a:cubicBezTo>
                    <a:pt x="73431" y="652718"/>
                    <a:pt x="81590" y="652718"/>
                    <a:pt x="67992" y="652718"/>
                  </a:cubicBezTo>
                  <a:cubicBezTo>
                    <a:pt x="59833" y="652718"/>
                    <a:pt x="51674" y="652718"/>
                    <a:pt x="43515" y="652718"/>
                  </a:cubicBezTo>
                  <a:cubicBezTo>
                    <a:pt x="35356" y="652718"/>
                    <a:pt x="24477" y="652718"/>
                    <a:pt x="16318" y="647279"/>
                  </a:cubicBezTo>
                  <a:cubicBezTo>
                    <a:pt x="8159" y="644559"/>
                    <a:pt x="0" y="636401"/>
                    <a:pt x="0" y="630961"/>
                  </a:cubicBezTo>
                  <a:cubicBezTo>
                    <a:pt x="0" y="625522"/>
                    <a:pt x="0" y="622802"/>
                    <a:pt x="5439" y="620083"/>
                  </a:cubicBezTo>
                  <a:cubicBezTo>
                    <a:pt x="10879" y="617363"/>
                    <a:pt x="21758" y="614643"/>
                    <a:pt x="27197" y="611924"/>
                  </a:cubicBezTo>
                  <a:cubicBezTo>
                    <a:pt x="38076" y="609204"/>
                    <a:pt x="54393" y="609204"/>
                    <a:pt x="65272" y="609204"/>
                  </a:cubicBezTo>
                  <a:cubicBezTo>
                    <a:pt x="65272" y="601045"/>
                    <a:pt x="65272" y="592886"/>
                    <a:pt x="65272" y="584727"/>
                  </a:cubicBezTo>
                  <a:cubicBezTo>
                    <a:pt x="65272" y="541213"/>
                    <a:pt x="62552" y="500418"/>
                    <a:pt x="62552" y="456903"/>
                  </a:cubicBezTo>
                  <a:cubicBezTo>
                    <a:pt x="62552" y="440585"/>
                    <a:pt x="65272" y="397071"/>
                    <a:pt x="65272" y="337238"/>
                  </a:cubicBezTo>
                  <a:cubicBezTo>
                    <a:pt x="65272" y="293724"/>
                    <a:pt x="67992" y="247490"/>
                    <a:pt x="67992" y="203975"/>
                  </a:cubicBezTo>
                  <a:cubicBezTo>
                    <a:pt x="67992" y="179498"/>
                    <a:pt x="67992" y="149582"/>
                    <a:pt x="70712" y="119665"/>
                  </a:cubicBezTo>
                  <a:cubicBezTo>
                    <a:pt x="70712" y="103347"/>
                    <a:pt x="73431" y="84309"/>
                    <a:pt x="73431" y="67992"/>
                  </a:cubicBezTo>
                  <a:cubicBezTo>
                    <a:pt x="73431" y="67992"/>
                    <a:pt x="70712" y="67992"/>
                    <a:pt x="67992" y="67992"/>
                  </a:cubicBezTo>
                  <a:cubicBezTo>
                    <a:pt x="59833" y="67992"/>
                    <a:pt x="51674" y="67992"/>
                    <a:pt x="43515" y="67992"/>
                  </a:cubicBezTo>
                  <a:cubicBezTo>
                    <a:pt x="35356" y="67992"/>
                    <a:pt x="24477" y="67992"/>
                    <a:pt x="16318" y="62552"/>
                  </a:cubicBezTo>
                  <a:cubicBezTo>
                    <a:pt x="8159" y="59833"/>
                    <a:pt x="0" y="51674"/>
                    <a:pt x="0" y="46234"/>
                  </a:cubicBezTo>
                  <a:cubicBezTo>
                    <a:pt x="0" y="43515"/>
                    <a:pt x="0" y="38075"/>
                    <a:pt x="5439" y="35356"/>
                  </a:cubicBezTo>
                  <a:cubicBezTo>
                    <a:pt x="10879" y="32636"/>
                    <a:pt x="21758" y="29916"/>
                    <a:pt x="27197" y="27197"/>
                  </a:cubicBezTo>
                  <a:cubicBezTo>
                    <a:pt x="46234" y="24477"/>
                    <a:pt x="65272" y="21758"/>
                    <a:pt x="76151" y="21758"/>
                  </a:cubicBezTo>
                  <a:cubicBezTo>
                    <a:pt x="76151" y="19038"/>
                    <a:pt x="78871" y="16318"/>
                    <a:pt x="81590" y="13598"/>
                  </a:cubicBezTo>
                  <a:cubicBezTo>
                    <a:pt x="84310" y="10879"/>
                    <a:pt x="92469" y="5439"/>
                    <a:pt x="97908" y="5439"/>
                  </a:cubicBezTo>
                  <a:cubicBezTo>
                    <a:pt x="103347" y="2720"/>
                    <a:pt x="108787" y="0"/>
                    <a:pt x="114226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87F22B60-EF17-465C-8727-A1F0ACE58BA8}"/>
                </a:ext>
              </a:extLst>
            </p:cNvPr>
            <p:cNvSpPr/>
            <p:nvPr/>
          </p:nvSpPr>
          <p:spPr>
            <a:xfrm>
              <a:off x="7310622" y="4197597"/>
              <a:ext cx="489539" cy="761503"/>
            </a:xfrm>
            <a:custGeom>
              <a:avLst/>
              <a:gdLst>
                <a:gd name="connsiteX0" fmla="*/ 433491 w 489538"/>
                <a:gd name="connsiteY0" fmla="*/ 651063 h 761503"/>
                <a:gd name="connsiteX1" fmla="*/ 438930 w 489538"/>
                <a:gd name="connsiteY1" fmla="*/ 661942 h 761503"/>
                <a:gd name="connsiteX2" fmla="*/ 425332 w 489538"/>
                <a:gd name="connsiteY2" fmla="*/ 683699 h 761503"/>
                <a:gd name="connsiteX3" fmla="*/ 400855 w 489538"/>
                <a:gd name="connsiteY3" fmla="*/ 691858 h 761503"/>
                <a:gd name="connsiteX4" fmla="*/ 343742 w 489538"/>
                <a:gd name="connsiteY4" fmla="*/ 700017 h 761503"/>
                <a:gd name="connsiteX5" fmla="*/ 316546 w 489538"/>
                <a:gd name="connsiteY5" fmla="*/ 705456 h 761503"/>
                <a:gd name="connsiteX6" fmla="*/ 275751 w 489538"/>
                <a:gd name="connsiteY6" fmla="*/ 705456 h 761503"/>
                <a:gd name="connsiteX7" fmla="*/ 264872 w 489538"/>
                <a:gd name="connsiteY7" fmla="*/ 708176 h 761503"/>
                <a:gd name="connsiteX8" fmla="*/ 253994 w 489538"/>
                <a:gd name="connsiteY8" fmla="*/ 708176 h 761503"/>
                <a:gd name="connsiteX9" fmla="*/ 240395 w 489538"/>
                <a:gd name="connsiteY9" fmla="*/ 719054 h 761503"/>
                <a:gd name="connsiteX10" fmla="*/ 224077 w 489538"/>
                <a:gd name="connsiteY10" fmla="*/ 721774 h 761503"/>
                <a:gd name="connsiteX11" fmla="*/ 205040 w 489538"/>
                <a:gd name="connsiteY11" fmla="*/ 724494 h 761503"/>
                <a:gd name="connsiteX12" fmla="*/ 191441 w 489538"/>
                <a:gd name="connsiteY12" fmla="*/ 727213 h 761503"/>
                <a:gd name="connsiteX13" fmla="*/ 169684 w 489538"/>
                <a:gd name="connsiteY13" fmla="*/ 721774 h 761503"/>
                <a:gd name="connsiteX14" fmla="*/ 150646 w 489538"/>
                <a:gd name="connsiteY14" fmla="*/ 708176 h 761503"/>
                <a:gd name="connsiteX15" fmla="*/ 139768 w 489538"/>
                <a:gd name="connsiteY15" fmla="*/ 708176 h 761503"/>
                <a:gd name="connsiteX16" fmla="*/ 120730 w 489538"/>
                <a:gd name="connsiteY16" fmla="*/ 708176 h 761503"/>
                <a:gd name="connsiteX17" fmla="*/ 98973 w 489538"/>
                <a:gd name="connsiteY17" fmla="*/ 708176 h 761503"/>
                <a:gd name="connsiteX18" fmla="*/ 74496 w 489538"/>
                <a:gd name="connsiteY18" fmla="*/ 702736 h 761503"/>
                <a:gd name="connsiteX19" fmla="*/ 58178 w 489538"/>
                <a:gd name="connsiteY19" fmla="*/ 683699 h 761503"/>
                <a:gd name="connsiteX20" fmla="*/ 63617 w 489538"/>
                <a:gd name="connsiteY20" fmla="*/ 675540 h 761503"/>
                <a:gd name="connsiteX21" fmla="*/ 85375 w 489538"/>
                <a:gd name="connsiteY21" fmla="*/ 667381 h 761503"/>
                <a:gd name="connsiteX22" fmla="*/ 128889 w 489538"/>
                <a:gd name="connsiteY22" fmla="*/ 661942 h 761503"/>
                <a:gd name="connsiteX23" fmla="*/ 128889 w 489538"/>
                <a:gd name="connsiteY23" fmla="*/ 602109 h 761503"/>
                <a:gd name="connsiteX24" fmla="*/ 126170 w 489538"/>
                <a:gd name="connsiteY24" fmla="*/ 523239 h 761503"/>
                <a:gd name="connsiteX25" fmla="*/ 126170 w 489538"/>
                <a:gd name="connsiteY25" fmla="*/ 468846 h 761503"/>
                <a:gd name="connsiteX26" fmla="*/ 123450 w 489538"/>
                <a:gd name="connsiteY26" fmla="*/ 409014 h 761503"/>
                <a:gd name="connsiteX27" fmla="*/ 123450 w 489538"/>
                <a:gd name="connsiteY27" fmla="*/ 384537 h 761503"/>
                <a:gd name="connsiteX28" fmla="*/ 126170 w 489538"/>
                <a:gd name="connsiteY28" fmla="*/ 349181 h 761503"/>
                <a:gd name="connsiteX29" fmla="*/ 126170 w 489538"/>
                <a:gd name="connsiteY29" fmla="*/ 324704 h 761503"/>
                <a:gd name="connsiteX30" fmla="*/ 128889 w 489538"/>
                <a:gd name="connsiteY30" fmla="*/ 292068 h 761503"/>
                <a:gd name="connsiteX31" fmla="*/ 134329 w 489538"/>
                <a:gd name="connsiteY31" fmla="*/ 234956 h 761503"/>
                <a:gd name="connsiteX32" fmla="*/ 134329 w 489538"/>
                <a:gd name="connsiteY32" fmla="*/ 172404 h 761503"/>
                <a:gd name="connsiteX33" fmla="*/ 137048 w 489538"/>
                <a:gd name="connsiteY33" fmla="*/ 123450 h 761503"/>
                <a:gd name="connsiteX34" fmla="*/ 123450 w 489538"/>
                <a:gd name="connsiteY34" fmla="*/ 123450 h 761503"/>
                <a:gd name="connsiteX35" fmla="*/ 101693 w 489538"/>
                <a:gd name="connsiteY35" fmla="*/ 123450 h 761503"/>
                <a:gd name="connsiteX36" fmla="*/ 77216 w 489538"/>
                <a:gd name="connsiteY36" fmla="*/ 118011 h 761503"/>
                <a:gd name="connsiteX37" fmla="*/ 60898 w 489538"/>
                <a:gd name="connsiteY37" fmla="*/ 98973 h 761503"/>
                <a:gd name="connsiteX38" fmla="*/ 66337 w 489538"/>
                <a:gd name="connsiteY38" fmla="*/ 90814 h 761503"/>
                <a:gd name="connsiteX39" fmla="*/ 88094 w 489538"/>
                <a:gd name="connsiteY39" fmla="*/ 82655 h 761503"/>
                <a:gd name="connsiteX40" fmla="*/ 145207 w 489538"/>
                <a:gd name="connsiteY40" fmla="*/ 77216 h 761503"/>
                <a:gd name="connsiteX41" fmla="*/ 145207 w 489538"/>
                <a:gd name="connsiteY41" fmla="*/ 77216 h 761503"/>
                <a:gd name="connsiteX42" fmla="*/ 153366 w 489538"/>
                <a:gd name="connsiteY42" fmla="*/ 69057 h 761503"/>
                <a:gd name="connsiteX43" fmla="*/ 177843 w 489538"/>
                <a:gd name="connsiteY43" fmla="*/ 60898 h 761503"/>
                <a:gd name="connsiteX44" fmla="*/ 196881 w 489538"/>
                <a:gd name="connsiteY44" fmla="*/ 58178 h 761503"/>
                <a:gd name="connsiteX45" fmla="*/ 205040 w 489538"/>
                <a:gd name="connsiteY45" fmla="*/ 58178 h 761503"/>
                <a:gd name="connsiteX46" fmla="*/ 215919 w 489538"/>
                <a:gd name="connsiteY46" fmla="*/ 63617 h 761503"/>
                <a:gd name="connsiteX47" fmla="*/ 229517 w 489538"/>
                <a:gd name="connsiteY47" fmla="*/ 69057 h 761503"/>
                <a:gd name="connsiteX48" fmla="*/ 256713 w 489538"/>
                <a:gd name="connsiteY48" fmla="*/ 77216 h 761503"/>
                <a:gd name="connsiteX49" fmla="*/ 264872 w 489538"/>
                <a:gd name="connsiteY49" fmla="*/ 77216 h 761503"/>
                <a:gd name="connsiteX50" fmla="*/ 281190 w 489538"/>
                <a:gd name="connsiteY50" fmla="*/ 77216 h 761503"/>
                <a:gd name="connsiteX51" fmla="*/ 330144 w 489538"/>
                <a:gd name="connsiteY51" fmla="*/ 77216 h 761503"/>
                <a:gd name="connsiteX52" fmla="*/ 357341 w 489538"/>
                <a:gd name="connsiteY52" fmla="*/ 79935 h 761503"/>
                <a:gd name="connsiteX53" fmla="*/ 387257 w 489538"/>
                <a:gd name="connsiteY53" fmla="*/ 82655 h 761503"/>
                <a:gd name="connsiteX54" fmla="*/ 406295 w 489538"/>
                <a:gd name="connsiteY54" fmla="*/ 85375 h 761503"/>
                <a:gd name="connsiteX55" fmla="*/ 417173 w 489538"/>
                <a:gd name="connsiteY55" fmla="*/ 79935 h 761503"/>
                <a:gd name="connsiteX56" fmla="*/ 425332 w 489538"/>
                <a:gd name="connsiteY56" fmla="*/ 85375 h 761503"/>
                <a:gd name="connsiteX57" fmla="*/ 433491 w 489538"/>
                <a:gd name="connsiteY57" fmla="*/ 104412 h 761503"/>
                <a:gd name="connsiteX58" fmla="*/ 436211 w 489538"/>
                <a:gd name="connsiteY58" fmla="*/ 137048 h 761503"/>
                <a:gd name="connsiteX59" fmla="*/ 438930 w 489538"/>
                <a:gd name="connsiteY59" fmla="*/ 183282 h 761503"/>
                <a:gd name="connsiteX60" fmla="*/ 422612 w 489538"/>
                <a:gd name="connsiteY60" fmla="*/ 218638 h 761503"/>
                <a:gd name="connsiteX61" fmla="*/ 406295 w 489538"/>
                <a:gd name="connsiteY61" fmla="*/ 213198 h 761503"/>
                <a:gd name="connsiteX62" fmla="*/ 398136 w 489538"/>
                <a:gd name="connsiteY62" fmla="*/ 196881 h 761503"/>
                <a:gd name="connsiteX63" fmla="*/ 395416 w 489538"/>
                <a:gd name="connsiteY63" fmla="*/ 175123 h 761503"/>
                <a:gd name="connsiteX64" fmla="*/ 395416 w 489538"/>
                <a:gd name="connsiteY64" fmla="*/ 153366 h 761503"/>
                <a:gd name="connsiteX65" fmla="*/ 395416 w 489538"/>
                <a:gd name="connsiteY65" fmla="*/ 126170 h 761503"/>
                <a:gd name="connsiteX66" fmla="*/ 370939 w 489538"/>
                <a:gd name="connsiteY66" fmla="*/ 128889 h 761503"/>
                <a:gd name="connsiteX67" fmla="*/ 338303 w 489538"/>
                <a:gd name="connsiteY67" fmla="*/ 131609 h 761503"/>
                <a:gd name="connsiteX68" fmla="*/ 286629 w 489538"/>
                <a:gd name="connsiteY68" fmla="*/ 134328 h 761503"/>
                <a:gd name="connsiteX69" fmla="*/ 273031 w 489538"/>
                <a:gd name="connsiteY69" fmla="*/ 137048 h 761503"/>
                <a:gd name="connsiteX70" fmla="*/ 262153 w 489538"/>
                <a:gd name="connsiteY70" fmla="*/ 142487 h 761503"/>
                <a:gd name="connsiteX71" fmla="*/ 259433 w 489538"/>
                <a:gd name="connsiteY71" fmla="*/ 153366 h 761503"/>
                <a:gd name="connsiteX72" fmla="*/ 262153 w 489538"/>
                <a:gd name="connsiteY72" fmla="*/ 166964 h 761503"/>
                <a:gd name="connsiteX73" fmla="*/ 262153 w 489538"/>
                <a:gd name="connsiteY73" fmla="*/ 196881 h 761503"/>
                <a:gd name="connsiteX74" fmla="*/ 262153 w 489538"/>
                <a:gd name="connsiteY74" fmla="*/ 215918 h 761503"/>
                <a:gd name="connsiteX75" fmla="*/ 262153 w 489538"/>
                <a:gd name="connsiteY75" fmla="*/ 251274 h 761503"/>
                <a:gd name="connsiteX76" fmla="*/ 259433 w 489538"/>
                <a:gd name="connsiteY76" fmla="*/ 278470 h 761503"/>
                <a:gd name="connsiteX77" fmla="*/ 259433 w 489538"/>
                <a:gd name="connsiteY77" fmla="*/ 308386 h 761503"/>
                <a:gd name="connsiteX78" fmla="*/ 259433 w 489538"/>
                <a:gd name="connsiteY78" fmla="*/ 321985 h 761503"/>
                <a:gd name="connsiteX79" fmla="*/ 259433 w 489538"/>
                <a:gd name="connsiteY79" fmla="*/ 332863 h 761503"/>
                <a:gd name="connsiteX80" fmla="*/ 267592 w 489538"/>
                <a:gd name="connsiteY80" fmla="*/ 335583 h 761503"/>
                <a:gd name="connsiteX81" fmla="*/ 281190 w 489538"/>
                <a:gd name="connsiteY81" fmla="*/ 335583 h 761503"/>
                <a:gd name="connsiteX82" fmla="*/ 327424 w 489538"/>
                <a:gd name="connsiteY82" fmla="*/ 338303 h 761503"/>
                <a:gd name="connsiteX83" fmla="*/ 351901 w 489538"/>
                <a:gd name="connsiteY83" fmla="*/ 341022 h 761503"/>
                <a:gd name="connsiteX84" fmla="*/ 351901 w 489538"/>
                <a:gd name="connsiteY84" fmla="*/ 335583 h 761503"/>
                <a:gd name="connsiteX85" fmla="*/ 351901 w 489538"/>
                <a:gd name="connsiteY85" fmla="*/ 313826 h 761503"/>
                <a:gd name="connsiteX86" fmla="*/ 357341 w 489538"/>
                <a:gd name="connsiteY86" fmla="*/ 289349 h 761503"/>
                <a:gd name="connsiteX87" fmla="*/ 373658 w 489538"/>
                <a:gd name="connsiteY87" fmla="*/ 273031 h 761503"/>
                <a:gd name="connsiteX88" fmla="*/ 381817 w 489538"/>
                <a:gd name="connsiteY88" fmla="*/ 278470 h 761503"/>
                <a:gd name="connsiteX89" fmla="*/ 389977 w 489538"/>
                <a:gd name="connsiteY89" fmla="*/ 300228 h 761503"/>
                <a:gd name="connsiteX90" fmla="*/ 395416 w 489538"/>
                <a:gd name="connsiteY90" fmla="*/ 351901 h 761503"/>
                <a:gd name="connsiteX91" fmla="*/ 398136 w 489538"/>
                <a:gd name="connsiteY91" fmla="*/ 409014 h 761503"/>
                <a:gd name="connsiteX92" fmla="*/ 381817 w 489538"/>
                <a:gd name="connsiteY92" fmla="*/ 444369 h 761503"/>
                <a:gd name="connsiteX93" fmla="*/ 365500 w 489538"/>
                <a:gd name="connsiteY93" fmla="*/ 438930 h 761503"/>
                <a:gd name="connsiteX94" fmla="*/ 357341 w 489538"/>
                <a:gd name="connsiteY94" fmla="*/ 422612 h 761503"/>
                <a:gd name="connsiteX95" fmla="*/ 354621 w 489538"/>
                <a:gd name="connsiteY95" fmla="*/ 400855 h 761503"/>
                <a:gd name="connsiteX96" fmla="*/ 354621 w 489538"/>
                <a:gd name="connsiteY96" fmla="*/ 381817 h 761503"/>
                <a:gd name="connsiteX97" fmla="*/ 270312 w 489538"/>
                <a:gd name="connsiteY97" fmla="*/ 381817 h 761503"/>
                <a:gd name="connsiteX98" fmla="*/ 256713 w 489538"/>
                <a:gd name="connsiteY98" fmla="*/ 395415 h 761503"/>
                <a:gd name="connsiteX99" fmla="*/ 253994 w 489538"/>
                <a:gd name="connsiteY99" fmla="*/ 422612 h 761503"/>
                <a:gd name="connsiteX100" fmla="*/ 253994 w 489538"/>
                <a:gd name="connsiteY100" fmla="*/ 433490 h 761503"/>
                <a:gd name="connsiteX101" fmla="*/ 253994 w 489538"/>
                <a:gd name="connsiteY101" fmla="*/ 449809 h 761503"/>
                <a:gd name="connsiteX102" fmla="*/ 256713 w 489538"/>
                <a:gd name="connsiteY102" fmla="*/ 474285 h 761503"/>
                <a:gd name="connsiteX103" fmla="*/ 256713 w 489538"/>
                <a:gd name="connsiteY103" fmla="*/ 496043 h 761503"/>
                <a:gd name="connsiteX104" fmla="*/ 259433 w 489538"/>
                <a:gd name="connsiteY104" fmla="*/ 534118 h 761503"/>
                <a:gd name="connsiteX105" fmla="*/ 259433 w 489538"/>
                <a:gd name="connsiteY105" fmla="*/ 591231 h 761503"/>
                <a:gd name="connsiteX106" fmla="*/ 262153 w 489538"/>
                <a:gd name="connsiteY106" fmla="*/ 618427 h 761503"/>
                <a:gd name="connsiteX107" fmla="*/ 267592 w 489538"/>
                <a:gd name="connsiteY107" fmla="*/ 648343 h 761503"/>
                <a:gd name="connsiteX108" fmla="*/ 292069 w 489538"/>
                <a:gd name="connsiteY108" fmla="*/ 651063 h 761503"/>
                <a:gd name="connsiteX109" fmla="*/ 327424 w 489538"/>
                <a:gd name="connsiteY109" fmla="*/ 651063 h 761503"/>
                <a:gd name="connsiteX110" fmla="*/ 362780 w 489538"/>
                <a:gd name="connsiteY110" fmla="*/ 653783 h 761503"/>
                <a:gd name="connsiteX111" fmla="*/ 395416 w 489538"/>
                <a:gd name="connsiteY111" fmla="*/ 648343 h 761503"/>
                <a:gd name="connsiteX112" fmla="*/ 395416 w 489538"/>
                <a:gd name="connsiteY112" fmla="*/ 618427 h 761503"/>
                <a:gd name="connsiteX113" fmla="*/ 395416 w 489538"/>
                <a:gd name="connsiteY113" fmla="*/ 596670 h 761503"/>
                <a:gd name="connsiteX114" fmla="*/ 398136 w 489538"/>
                <a:gd name="connsiteY114" fmla="*/ 574913 h 761503"/>
                <a:gd name="connsiteX115" fmla="*/ 406295 w 489538"/>
                <a:gd name="connsiteY115" fmla="*/ 558595 h 761503"/>
                <a:gd name="connsiteX116" fmla="*/ 422612 w 489538"/>
                <a:gd name="connsiteY116" fmla="*/ 553155 h 761503"/>
                <a:gd name="connsiteX117" fmla="*/ 438930 w 489538"/>
                <a:gd name="connsiteY117" fmla="*/ 588511 h 761503"/>
                <a:gd name="connsiteX118" fmla="*/ 436211 w 489538"/>
                <a:gd name="connsiteY118" fmla="*/ 645624 h 761503"/>
                <a:gd name="connsiteX119" fmla="*/ 433491 w 489538"/>
                <a:gd name="connsiteY119" fmla="*/ 651063 h 761503"/>
                <a:gd name="connsiteX120" fmla="*/ 433491 w 489538"/>
                <a:gd name="connsiteY120" fmla="*/ 651063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</a:cxnLst>
              <a:rect l="l" t="t" r="r" b="b"/>
              <a:pathLst>
                <a:path w="489538" h="761503">
                  <a:moveTo>
                    <a:pt x="433491" y="651063"/>
                  </a:moveTo>
                  <a:cubicBezTo>
                    <a:pt x="436211" y="653783"/>
                    <a:pt x="438930" y="656502"/>
                    <a:pt x="438930" y="661942"/>
                  </a:cubicBezTo>
                  <a:cubicBezTo>
                    <a:pt x="438930" y="670101"/>
                    <a:pt x="433491" y="678259"/>
                    <a:pt x="425332" y="683699"/>
                  </a:cubicBezTo>
                  <a:cubicBezTo>
                    <a:pt x="417173" y="689138"/>
                    <a:pt x="409014" y="689138"/>
                    <a:pt x="400855" y="691858"/>
                  </a:cubicBezTo>
                  <a:cubicBezTo>
                    <a:pt x="381817" y="694578"/>
                    <a:pt x="362780" y="694578"/>
                    <a:pt x="343742" y="700017"/>
                  </a:cubicBezTo>
                  <a:cubicBezTo>
                    <a:pt x="335583" y="702736"/>
                    <a:pt x="324705" y="702736"/>
                    <a:pt x="316546" y="705456"/>
                  </a:cubicBezTo>
                  <a:cubicBezTo>
                    <a:pt x="308387" y="705456"/>
                    <a:pt x="289349" y="705456"/>
                    <a:pt x="275751" y="705456"/>
                  </a:cubicBezTo>
                  <a:cubicBezTo>
                    <a:pt x="270312" y="705456"/>
                    <a:pt x="267592" y="708176"/>
                    <a:pt x="264872" y="708176"/>
                  </a:cubicBezTo>
                  <a:cubicBezTo>
                    <a:pt x="264872" y="708176"/>
                    <a:pt x="259433" y="708176"/>
                    <a:pt x="253994" y="708176"/>
                  </a:cubicBezTo>
                  <a:cubicBezTo>
                    <a:pt x="251274" y="713615"/>
                    <a:pt x="245835" y="716335"/>
                    <a:pt x="240395" y="719054"/>
                  </a:cubicBezTo>
                  <a:cubicBezTo>
                    <a:pt x="234956" y="721774"/>
                    <a:pt x="229517" y="721774"/>
                    <a:pt x="224077" y="721774"/>
                  </a:cubicBezTo>
                  <a:cubicBezTo>
                    <a:pt x="218638" y="721774"/>
                    <a:pt x="213199" y="724494"/>
                    <a:pt x="205040" y="724494"/>
                  </a:cubicBezTo>
                  <a:cubicBezTo>
                    <a:pt x="202320" y="724494"/>
                    <a:pt x="194161" y="727213"/>
                    <a:pt x="191441" y="727213"/>
                  </a:cubicBezTo>
                  <a:cubicBezTo>
                    <a:pt x="183282" y="727213"/>
                    <a:pt x="172404" y="721774"/>
                    <a:pt x="169684" y="721774"/>
                  </a:cubicBezTo>
                  <a:cubicBezTo>
                    <a:pt x="164245" y="719054"/>
                    <a:pt x="156086" y="713615"/>
                    <a:pt x="150646" y="708176"/>
                  </a:cubicBezTo>
                  <a:cubicBezTo>
                    <a:pt x="145207" y="708176"/>
                    <a:pt x="139768" y="708176"/>
                    <a:pt x="139768" y="708176"/>
                  </a:cubicBezTo>
                  <a:cubicBezTo>
                    <a:pt x="126170" y="708176"/>
                    <a:pt x="137048" y="708176"/>
                    <a:pt x="120730" y="708176"/>
                  </a:cubicBezTo>
                  <a:cubicBezTo>
                    <a:pt x="112571" y="708176"/>
                    <a:pt x="104412" y="708176"/>
                    <a:pt x="98973" y="708176"/>
                  </a:cubicBezTo>
                  <a:cubicBezTo>
                    <a:pt x="90814" y="708176"/>
                    <a:pt x="79936" y="708176"/>
                    <a:pt x="74496" y="702736"/>
                  </a:cubicBezTo>
                  <a:cubicBezTo>
                    <a:pt x="66337" y="700017"/>
                    <a:pt x="58178" y="689138"/>
                    <a:pt x="58178" y="683699"/>
                  </a:cubicBezTo>
                  <a:cubicBezTo>
                    <a:pt x="58178" y="680979"/>
                    <a:pt x="58178" y="678259"/>
                    <a:pt x="63617" y="675540"/>
                  </a:cubicBezTo>
                  <a:cubicBezTo>
                    <a:pt x="69057" y="672820"/>
                    <a:pt x="77216" y="670101"/>
                    <a:pt x="85375" y="667381"/>
                  </a:cubicBezTo>
                  <a:cubicBezTo>
                    <a:pt x="98973" y="664661"/>
                    <a:pt x="115291" y="664661"/>
                    <a:pt x="128889" y="661942"/>
                  </a:cubicBezTo>
                  <a:cubicBezTo>
                    <a:pt x="128889" y="645624"/>
                    <a:pt x="128889" y="623866"/>
                    <a:pt x="128889" y="602109"/>
                  </a:cubicBezTo>
                  <a:cubicBezTo>
                    <a:pt x="128889" y="566754"/>
                    <a:pt x="128889" y="531398"/>
                    <a:pt x="126170" y="523239"/>
                  </a:cubicBezTo>
                  <a:cubicBezTo>
                    <a:pt x="126170" y="517800"/>
                    <a:pt x="126170" y="487884"/>
                    <a:pt x="126170" y="468846"/>
                  </a:cubicBezTo>
                  <a:cubicBezTo>
                    <a:pt x="126170" y="449809"/>
                    <a:pt x="123450" y="430771"/>
                    <a:pt x="123450" y="409014"/>
                  </a:cubicBezTo>
                  <a:cubicBezTo>
                    <a:pt x="123450" y="400855"/>
                    <a:pt x="123450" y="392696"/>
                    <a:pt x="123450" y="384537"/>
                  </a:cubicBezTo>
                  <a:cubicBezTo>
                    <a:pt x="123450" y="373658"/>
                    <a:pt x="126170" y="360060"/>
                    <a:pt x="126170" y="349181"/>
                  </a:cubicBezTo>
                  <a:cubicBezTo>
                    <a:pt x="126170" y="341022"/>
                    <a:pt x="126170" y="332863"/>
                    <a:pt x="126170" y="324704"/>
                  </a:cubicBezTo>
                  <a:cubicBezTo>
                    <a:pt x="126170" y="313826"/>
                    <a:pt x="126170" y="302947"/>
                    <a:pt x="128889" y="292068"/>
                  </a:cubicBezTo>
                  <a:cubicBezTo>
                    <a:pt x="131609" y="273031"/>
                    <a:pt x="134329" y="253993"/>
                    <a:pt x="134329" y="234956"/>
                  </a:cubicBezTo>
                  <a:cubicBezTo>
                    <a:pt x="134329" y="213198"/>
                    <a:pt x="134329" y="191441"/>
                    <a:pt x="134329" y="172404"/>
                  </a:cubicBezTo>
                  <a:cubicBezTo>
                    <a:pt x="134329" y="156086"/>
                    <a:pt x="134329" y="139768"/>
                    <a:pt x="137048" y="123450"/>
                  </a:cubicBezTo>
                  <a:cubicBezTo>
                    <a:pt x="131609" y="123450"/>
                    <a:pt x="134329" y="123450"/>
                    <a:pt x="123450" y="123450"/>
                  </a:cubicBezTo>
                  <a:cubicBezTo>
                    <a:pt x="115291" y="123450"/>
                    <a:pt x="107132" y="123450"/>
                    <a:pt x="101693" y="123450"/>
                  </a:cubicBezTo>
                  <a:cubicBezTo>
                    <a:pt x="93534" y="123450"/>
                    <a:pt x="82655" y="123450"/>
                    <a:pt x="77216" y="118011"/>
                  </a:cubicBezTo>
                  <a:cubicBezTo>
                    <a:pt x="69057" y="115291"/>
                    <a:pt x="60898" y="101693"/>
                    <a:pt x="60898" y="98973"/>
                  </a:cubicBezTo>
                  <a:cubicBezTo>
                    <a:pt x="60898" y="96253"/>
                    <a:pt x="60898" y="93534"/>
                    <a:pt x="66337" y="90814"/>
                  </a:cubicBezTo>
                  <a:cubicBezTo>
                    <a:pt x="71777" y="88094"/>
                    <a:pt x="79936" y="85375"/>
                    <a:pt x="88094" y="82655"/>
                  </a:cubicBezTo>
                  <a:cubicBezTo>
                    <a:pt x="104412" y="79935"/>
                    <a:pt x="131609" y="77216"/>
                    <a:pt x="145207" y="77216"/>
                  </a:cubicBezTo>
                  <a:cubicBezTo>
                    <a:pt x="145207" y="77216"/>
                    <a:pt x="145207" y="77216"/>
                    <a:pt x="145207" y="77216"/>
                  </a:cubicBezTo>
                  <a:cubicBezTo>
                    <a:pt x="145207" y="74496"/>
                    <a:pt x="150646" y="71776"/>
                    <a:pt x="153366" y="69057"/>
                  </a:cubicBezTo>
                  <a:cubicBezTo>
                    <a:pt x="161525" y="63617"/>
                    <a:pt x="169684" y="63617"/>
                    <a:pt x="177843" y="60898"/>
                  </a:cubicBezTo>
                  <a:cubicBezTo>
                    <a:pt x="183282" y="58178"/>
                    <a:pt x="191441" y="58178"/>
                    <a:pt x="196881" y="58178"/>
                  </a:cubicBezTo>
                  <a:cubicBezTo>
                    <a:pt x="199600" y="58178"/>
                    <a:pt x="202320" y="58178"/>
                    <a:pt x="205040" y="58178"/>
                  </a:cubicBezTo>
                  <a:cubicBezTo>
                    <a:pt x="207759" y="58178"/>
                    <a:pt x="213199" y="60898"/>
                    <a:pt x="215919" y="63617"/>
                  </a:cubicBezTo>
                  <a:cubicBezTo>
                    <a:pt x="221358" y="66337"/>
                    <a:pt x="224077" y="66337"/>
                    <a:pt x="229517" y="69057"/>
                  </a:cubicBezTo>
                  <a:cubicBezTo>
                    <a:pt x="237675" y="71776"/>
                    <a:pt x="245835" y="77216"/>
                    <a:pt x="256713" y="77216"/>
                  </a:cubicBezTo>
                  <a:cubicBezTo>
                    <a:pt x="259433" y="77216"/>
                    <a:pt x="262153" y="77216"/>
                    <a:pt x="264872" y="77216"/>
                  </a:cubicBezTo>
                  <a:cubicBezTo>
                    <a:pt x="270312" y="77216"/>
                    <a:pt x="275751" y="77216"/>
                    <a:pt x="281190" y="77216"/>
                  </a:cubicBezTo>
                  <a:cubicBezTo>
                    <a:pt x="292069" y="77216"/>
                    <a:pt x="321985" y="77216"/>
                    <a:pt x="330144" y="77216"/>
                  </a:cubicBezTo>
                  <a:cubicBezTo>
                    <a:pt x="338303" y="77216"/>
                    <a:pt x="349182" y="77216"/>
                    <a:pt x="357341" y="79935"/>
                  </a:cubicBezTo>
                  <a:cubicBezTo>
                    <a:pt x="368219" y="79935"/>
                    <a:pt x="379098" y="82655"/>
                    <a:pt x="387257" y="82655"/>
                  </a:cubicBezTo>
                  <a:cubicBezTo>
                    <a:pt x="392696" y="82655"/>
                    <a:pt x="400855" y="85375"/>
                    <a:pt x="406295" y="85375"/>
                  </a:cubicBezTo>
                  <a:cubicBezTo>
                    <a:pt x="409014" y="82655"/>
                    <a:pt x="414453" y="79935"/>
                    <a:pt x="417173" y="79935"/>
                  </a:cubicBezTo>
                  <a:cubicBezTo>
                    <a:pt x="419893" y="79935"/>
                    <a:pt x="422612" y="79935"/>
                    <a:pt x="425332" y="85375"/>
                  </a:cubicBezTo>
                  <a:cubicBezTo>
                    <a:pt x="428052" y="90814"/>
                    <a:pt x="433491" y="98973"/>
                    <a:pt x="433491" y="104412"/>
                  </a:cubicBezTo>
                  <a:cubicBezTo>
                    <a:pt x="436211" y="131609"/>
                    <a:pt x="436211" y="120730"/>
                    <a:pt x="436211" y="137048"/>
                  </a:cubicBezTo>
                  <a:cubicBezTo>
                    <a:pt x="438930" y="158805"/>
                    <a:pt x="438930" y="158805"/>
                    <a:pt x="438930" y="183282"/>
                  </a:cubicBezTo>
                  <a:cubicBezTo>
                    <a:pt x="438930" y="194161"/>
                    <a:pt x="438930" y="218638"/>
                    <a:pt x="422612" y="218638"/>
                  </a:cubicBezTo>
                  <a:cubicBezTo>
                    <a:pt x="414453" y="218638"/>
                    <a:pt x="411734" y="215918"/>
                    <a:pt x="406295" y="213198"/>
                  </a:cubicBezTo>
                  <a:cubicBezTo>
                    <a:pt x="400855" y="210479"/>
                    <a:pt x="398136" y="202320"/>
                    <a:pt x="398136" y="196881"/>
                  </a:cubicBezTo>
                  <a:cubicBezTo>
                    <a:pt x="395416" y="188722"/>
                    <a:pt x="395416" y="183282"/>
                    <a:pt x="395416" y="175123"/>
                  </a:cubicBezTo>
                  <a:cubicBezTo>
                    <a:pt x="395416" y="169684"/>
                    <a:pt x="395416" y="164245"/>
                    <a:pt x="395416" y="153366"/>
                  </a:cubicBezTo>
                  <a:cubicBezTo>
                    <a:pt x="395416" y="145207"/>
                    <a:pt x="395416" y="134328"/>
                    <a:pt x="395416" y="126170"/>
                  </a:cubicBezTo>
                  <a:cubicBezTo>
                    <a:pt x="387257" y="128889"/>
                    <a:pt x="379098" y="128889"/>
                    <a:pt x="370939" y="128889"/>
                  </a:cubicBezTo>
                  <a:cubicBezTo>
                    <a:pt x="360060" y="128889"/>
                    <a:pt x="349182" y="128889"/>
                    <a:pt x="338303" y="131609"/>
                  </a:cubicBezTo>
                  <a:cubicBezTo>
                    <a:pt x="327424" y="131609"/>
                    <a:pt x="319265" y="134328"/>
                    <a:pt x="286629" y="134328"/>
                  </a:cubicBezTo>
                  <a:cubicBezTo>
                    <a:pt x="281190" y="134328"/>
                    <a:pt x="278470" y="134328"/>
                    <a:pt x="273031" y="137048"/>
                  </a:cubicBezTo>
                  <a:cubicBezTo>
                    <a:pt x="270312" y="137048"/>
                    <a:pt x="264872" y="137048"/>
                    <a:pt x="262153" y="142487"/>
                  </a:cubicBezTo>
                  <a:cubicBezTo>
                    <a:pt x="259433" y="145207"/>
                    <a:pt x="259433" y="150647"/>
                    <a:pt x="259433" y="153366"/>
                  </a:cubicBezTo>
                  <a:cubicBezTo>
                    <a:pt x="259433" y="158805"/>
                    <a:pt x="259433" y="164245"/>
                    <a:pt x="262153" y="166964"/>
                  </a:cubicBezTo>
                  <a:cubicBezTo>
                    <a:pt x="262153" y="177843"/>
                    <a:pt x="262153" y="186002"/>
                    <a:pt x="262153" y="196881"/>
                  </a:cubicBezTo>
                  <a:cubicBezTo>
                    <a:pt x="262153" y="202320"/>
                    <a:pt x="262153" y="210479"/>
                    <a:pt x="262153" y="215918"/>
                  </a:cubicBezTo>
                  <a:cubicBezTo>
                    <a:pt x="262153" y="229516"/>
                    <a:pt x="262153" y="240395"/>
                    <a:pt x="262153" y="251274"/>
                  </a:cubicBezTo>
                  <a:cubicBezTo>
                    <a:pt x="262153" y="259433"/>
                    <a:pt x="259433" y="270311"/>
                    <a:pt x="259433" y="278470"/>
                  </a:cubicBezTo>
                  <a:cubicBezTo>
                    <a:pt x="259433" y="289349"/>
                    <a:pt x="259433" y="297508"/>
                    <a:pt x="259433" y="308386"/>
                  </a:cubicBezTo>
                  <a:cubicBezTo>
                    <a:pt x="259433" y="313826"/>
                    <a:pt x="259433" y="319265"/>
                    <a:pt x="259433" y="321985"/>
                  </a:cubicBezTo>
                  <a:cubicBezTo>
                    <a:pt x="259433" y="324704"/>
                    <a:pt x="259433" y="330144"/>
                    <a:pt x="259433" y="332863"/>
                  </a:cubicBezTo>
                  <a:cubicBezTo>
                    <a:pt x="262153" y="335583"/>
                    <a:pt x="264872" y="335583"/>
                    <a:pt x="267592" y="335583"/>
                  </a:cubicBezTo>
                  <a:cubicBezTo>
                    <a:pt x="273031" y="335583"/>
                    <a:pt x="275751" y="335583"/>
                    <a:pt x="281190" y="335583"/>
                  </a:cubicBezTo>
                  <a:cubicBezTo>
                    <a:pt x="311107" y="335583"/>
                    <a:pt x="319265" y="335583"/>
                    <a:pt x="327424" y="338303"/>
                  </a:cubicBezTo>
                  <a:cubicBezTo>
                    <a:pt x="335583" y="341022"/>
                    <a:pt x="343742" y="341022"/>
                    <a:pt x="351901" y="341022"/>
                  </a:cubicBezTo>
                  <a:cubicBezTo>
                    <a:pt x="351901" y="338303"/>
                    <a:pt x="351901" y="338303"/>
                    <a:pt x="351901" y="335583"/>
                  </a:cubicBezTo>
                  <a:cubicBezTo>
                    <a:pt x="351901" y="327424"/>
                    <a:pt x="351901" y="319265"/>
                    <a:pt x="351901" y="313826"/>
                  </a:cubicBezTo>
                  <a:cubicBezTo>
                    <a:pt x="351901" y="305667"/>
                    <a:pt x="351901" y="294788"/>
                    <a:pt x="357341" y="289349"/>
                  </a:cubicBezTo>
                  <a:cubicBezTo>
                    <a:pt x="360060" y="281190"/>
                    <a:pt x="368219" y="273031"/>
                    <a:pt x="373658" y="273031"/>
                  </a:cubicBezTo>
                  <a:cubicBezTo>
                    <a:pt x="376378" y="273031"/>
                    <a:pt x="379098" y="273031"/>
                    <a:pt x="381817" y="278470"/>
                  </a:cubicBezTo>
                  <a:cubicBezTo>
                    <a:pt x="384537" y="283909"/>
                    <a:pt x="387257" y="292068"/>
                    <a:pt x="389977" y="300228"/>
                  </a:cubicBezTo>
                  <a:cubicBezTo>
                    <a:pt x="392696" y="316545"/>
                    <a:pt x="392696" y="335583"/>
                    <a:pt x="395416" y="351901"/>
                  </a:cubicBezTo>
                  <a:cubicBezTo>
                    <a:pt x="398136" y="373658"/>
                    <a:pt x="398136" y="384537"/>
                    <a:pt x="398136" y="409014"/>
                  </a:cubicBezTo>
                  <a:cubicBezTo>
                    <a:pt x="398136" y="422612"/>
                    <a:pt x="398136" y="444369"/>
                    <a:pt x="381817" y="444369"/>
                  </a:cubicBezTo>
                  <a:cubicBezTo>
                    <a:pt x="373658" y="444369"/>
                    <a:pt x="370939" y="441650"/>
                    <a:pt x="365500" y="438930"/>
                  </a:cubicBezTo>
                  <a:cubicBezTo>
                    <a:pt x="360060" y="436210"/>
                    <a:pt x="357341" y="428051"/>
                    <a:pt x="357341" y="422612"/>
                  </a:cubicBezTo>
                  <a:cubicBezTo>
                    <a:pt x="354621" y="414453"/>
                    <a:pt x="354621" y="409014"/>
                    <a:pt x="354621" y="400855"/>
                  </a:cubicBezTo>
                  <a:cubicBezTo>
                    <a:pt x="354621" y="395415"/>
                    <a:pt x="354621" y="389976"/>
                    <a:pt x="354621" y="381817"/>
                  </a:cubicBezTo>
                  <a:cubicBezTo>
                    <a:pt x="335583" y="381817"/>
                    <a:pt x="308387" y="384537"/>
                    <a:pt x="270312" y="381817"/>
                  </a:cubicBezTo>
                  <a:cubicBezTo>
                    <a:pt x="262153" y="381817"/>
                    <a:pt x="256713" y="387256"/>
                    <a:pt x="256713" y="395415"/>
                  </a:cubicBezTo>
                  <a:cubicBezTo>
                    <a:pt x="256713" y="403574"/>
                    <a:pt x="256713" y="414453"/>
                    <a:pt x="253994" y="422612"/>
                  </a:cubicBezTo>
                  <a:cubicBezTo>
                    <a:pt x="253994" y="425332"/>
                    <a:pt x="253994" y="430771"/>
                    <a:pt x="253994" y="433490"/>
                  </a:cubicBezTo>
                  <a:cubicBezTo>
                    <a:pt x="253994" y="438930"/>
                    <a:pt x="253994" y="444369"/>
                    <a:pt x="253994" y="449809"/>
                  </a:cubicBezTo>
                  <a:cubicBezTo>
                    <a:pt x="253994" y="457967"/>
                    <a:pt x="256713" y="466126"/>
                    <a:pt x="256713" y="474285"/>
                  </a:cubicBezTo>
                  <a:cubicBezTo>
                    <a:pt x="256713" y="482444"/>
                    <a:pt x="256713" y="490603"/>
                    <a:pt x="256713" y="496043"/>
                  </a:cubicBezTo>
                  <a:cubicBezTo>
                    <a:pt x="256713" y="509641"/>
                    <a:pt x="259433" y="520520"/>
                    <a:pt x="259433" y="534118"/>
                  </a:cubicBezTo>
                  <a:cubicBezTo>
                    <a:pt x="259433" y="553155"/>
                    <a:pt x="259433" y="572193"/>
                    <a:pt x="259433" y="591231"/>
                  </a:cubicBezTo>
                  <a:cubicBezTo>
                    <a:pt x="259433" y="602109"/>
                    <a:pt x="262153" y="610268"/>
                    <a:pt x="262153" y="618427"/>
                  </a:cubicBezTo>
                  <a:cubicBezTo>
                    <a:pt x="264872" y="626586"/>
                    <a:pt x="262153" y="642904"/>
                    <a:pt x="267592" y="648343"/>
                  </a:cubicBezTo>
                  <a:cubicBezTo>
                    <a:pt x="270312" y="651063"/>
                    <a:pt x="275751" y="651063"/>
                    <a:pt x="292069" y="651063"/>
                  </a:cubicBezTo>
                  <a:cubicBezTo>
                    <a:pt x="305667" y="651063"/>
                    <a:pt x="319265" y="651063"/>
                    <a:pt x="327424" y="651063"/>
                  </a:cubicBezTo>
                  <a:cubicBezTo>
                    <a:pt x="338303" y="651063"/>
                    <a:pt x="351901" y="653783"/>
                    <a:pt x="362780" y="653783"/>
                  </a:cubicBezTo>
                  <a:cubicBezTo>
                    <a:pt x="376378" y="653783"/>
                    <a:pt x="384537" y="651063"/>
                    <a:pt x="395416" y="648343"/>
                  </a:cubicBezTo>
                  <a:cubicBezTo>
                    <a:pt x="395416" y="637465"/>
                    <a:pt x="395416" y="629306"/>
                    <a:pt x="395416" y="618427"/>
                  </a:cubicBezTo>
                  <a:cubicBezTo>
                    <a:pt x="395416" y="610268"/>
                    <a:pt x="395416" y="602109"/>
                    <a:pt x="395416" y="596670"/>
                  </a:cubicBezTo>
                  <a:cubicBezTo>
                    <a:pt x="395416" y="591231"/>
                    <a:pt x="395416" y="585791"/>
                    <a:pt x="398136" y="574913"/>
                  </a:cubicBezTo>
                  <a:cubicBezTo>
                    <a:pt x="400855" y="569473"/>
                    <a:pt x="400855" y="564034"/>
                    <a:pt x="406295" y="558595"/>
                  </a:cubicBezTo>
                  <a:cubicBezTo>
                    <a:pt x="411734" y="553155"/>
                    <a:pt x="414453" y="553155"/>
                    <a:pt x="422612" y="553155"/>
                  </a:cubicBezTo>
                  <a:cubicBezTo>
                    <a:pt x="436211" y="553155"/>
                    <a:pt x="438930" y="577632"/>
                    <a:pt x="438930" y="588511"/>
                  </a:cubicBezTo>
                  <a:cubicBezTo>
                    <a:pt x="438930" y="612988"/>
                    <a:pt x="438930" y="623866"/>
                    <a:pt x="436211" y="645624"/>
                  </a:cubicBezTo>
                  <a:cubicBezTo>
                    <a:pt x="433491" y="648343"/>
                    <a:pt x="433491" y="648343"/>
                    <a:pt x="433491" y="651063"/>
                  </a:cubicBezTo>
                  <a:lnTo>
                    <a:pt x="433491" y="651063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E1B18E76-E2CA-4B40-93A3-5CA062AC31EB}"/>
                </a:ext>
              </a:extLst>
            </p:cNvPr>
            <p:cNvSpPr/>
            <p:nvPr/>
          </p:nvSpPr>
          <p:spPr>
            <a:xfrm>
              <a:off x="7912732" y="4250336"/>
              <a:ext cx="465062" cy="658157"/>
            </a:xfrm>
            <a:custGeom>
              <a:avLst/>
              <a:gdLst>
                <a:gd name="connsiteX0" fmla="*/ 193096 w 465062"/>
                <a:gd name="connsiteY0" fmla="*/ 59832 h 658157"/>
                <a:gd name="connsiteX1" fmla="*/ 193096 w 465062"/>
                <a:gd name="connsiteY1" fmla="*/ 114226 h 658157"/>
                <a:gd name="connsiteX2" fmla="*/ 198536 w 465062"/>
                <a:gd name="connsiteY2" fmla="*/ 209414 h 658157"/>
                <a:gd name="connsiteX3" fmla="*/ 201255 w 465062"/>
                <a:gd name="connsiteY3" fmla="*/ 282845 h 658157"/>
                <a:gd name="connsiteX4" fmla="*/ 203975 w 465062"/>
                <a:gd name="connsiteY4" fmla="*/ 315481 h 658157"/>
                <a:gd name="connsiteX5" fmla="*/ 203975 w 465062"/>
                <a:gd name="connsiteY5" fmla="*/ 320920 h 658157"/>
                <a:gd name="connsiteX6" fmla="*/ 212134 w 465062"/>
                <a:gd name="connsiteY6" fmla="*/ 329079 h 658157"/>
                <a:gd name="connsiteX7" fmla="*/ 223013 w 465062"/>
                <a:gd name="connsiteY7" fmla="*/ 329079 h 658157"/>
                <a:gd name="connsiteX8" fmla="*/ 239331 w 465062"/>
                <a:gd name="connsiteY8" fmla="*/ 329079 h 658157"/>
                <a:gd name="connsiteX9" fmla="*/ 280126 w 465062"/>
                <a:gd name="connsiteY9" fmla="*/ 312761 h 658157"/>
                <a:gd name="connsiteX10" fmla="*/ 296443 w 465062"/>
                <a:gd name="connsiteY10" fmla="*/ 288284 h 658157"/>
                <a:gd name="connsiteX11" fmla="*/ 304602 w 465062"/>
                <a:gd name="connsiteY11" fmla="*/ 258368 h 658157"/>
                <a:gd name="connsiteX12" fmla="*/ 312761 w 465062"/>
                <a:gd name="connsiteY12" fmla="*/ 225732 h 658157"/>
                <a:gd name="connsiteX13" fmla="*/ 315481 w 465062"/>
                <a:gd name="connsiteY13" fmla="*/ 195816 h 658157"/>
                <a:gd name="connsiteX14" fmla="*/ 318201 w 465062"/>
                <a:gd name="connsiteY14" fmla="*/ 168619 h 658157"/>
                <a:gd name="connsiteX15" fmla="*/ 312761 w 465062"/>
                <a:gd name="connsiteY15" fmla="*/ 135983 h 658157"/>
                <a:gd name="connsiteX16" fmla="*/ 312761 w 465062"/>
                <a:gd name="connsiteY16" fmla="*/ 122385 h 658157"/>
                <a:gd name="connsiteX17" fmla="*/ 293724 w 465062"/>
                <a:gd name="connsiteY17" fmla="*/ 84309 h 658157"/>
                <a:gd name="connsiteX18" fmla="*/ 280126 w 465062"/>
                <a:gd name="connsiteY18" fmla="*/ 73430 h 658157"/>
                <a:gd name="connsiteX19" fmla="*/ 258368 w 465062"/>
                <a:gd name="connsiteY19" fmla="*/ 62552 h 658157"/>
                <a:gd name="connsiteX20" fmla="*/ 217573 w 465062"/>
                <a:gd name="connsiteY20" fmla="*/ 59832 h 658157"/>
                <a:gd name="connsiteX21" fmla="*/ 111506 w 465062"/>
                <a:gd name="connsiteY21" fmla="*/ 0 h 658157"/>
                <a:gd name="connsiteX22" fmla="*/ 127824 w 465062"/>
                <a:gd name="connsiteY22" fmla="*/ 0 h 658157"/>
                <a:gd name="connsiteX23" fmla="*/ 157741 w 465062"/>
                <a:gd name="connsiteY23" fmla="*/ 5440 h 658157"/>
                <a:gd name="connsiteX24" fmla="*/ 179497 w 465062"/>
                <a:gd name="connsiteY24" fmla="*/ 16318 h 658157"/>
                <a:gd name="connsiteX25" fmla="*/ 209414 w 465062"/>
                <a:gd name="connsiteY25" fmla="*/ 16318 h 658157"/>
                <a:gd name="connsiteX26" fmla="*/ 247489 w 465062"/>
                <a:gd name="connsiteY26" fmla="*/ 16318 h 658157"/>
                <a:gd name="connsiteX27" fmla="*/ 266527 w 465062"/>
                <a:gd name="connsiteY27" fmla="*/ 16318 h 658157"/>
                <a:gd name="connsiteX28" fmla="*/ 312761 w 465062"/>
                <a:gd name="connsiteY28" fmla="*/ 27197 h 658157"/>
                <a:gd name="connsiteX29" fmla="*/ 337238 w 465062"/>
                <a:gd name="connsiteY29" fmla="*/ 38075 h 658157"/>
                <a:gd name="connsiteX30" fmla="*/ 364434 w 465062"/>
                <a:gd name="connsiteY30" fmla="*/ 54393 h 658157"/>
                <a:gd name="connsiteX31" fmla="*/ 386192 w 465062"/>
                <a:gd name="connsiteY31" fmla="*/ 73431 h 658157"/>
                <a:gd name="connsiteX32" fmla="*/ 407949 w 465062"/>
                <a:gd name="connsiteY32" fmla="*/ 103347 h 658157"/>
                <a:gd name="connsiteX33" fmla="*/ 416108 w 465062"/>
                <a:gd name="connsiteY33" fmla="*/ 141422 h 658157"/>
                <a:gd name="connsiteX34" fmla="*/ 418828 w 465062"/>
                <a:gd name="connsiteY34" fmla="*/ 163179 h 658157"/>
                <a:gd name="connsiteX35" fmla="*/ 418828 w 465062"/>
                <a:gd name="connsiteY35" fmla="*/ 171339 h 658157"/>
                <a:gd name="connsiteX36" fmla="*/ 421547 w 465062"/>
                <a:gd name="connsiteY36" fmla="*/ 187656 h 658157"/>
                <a:gd name="connsiteX37" fmla="*/ 418828 w 465062"/>
                <a:gd name="connsiteY37" fmla="*/ 206694 h 658157"/>
                <a:gd name="connsiteX38" fmla="*/ 416108 w 465062"/>
                <a:gd name="connsiteY38" fmla="*/ 233891 h 658157"/>
                <a:gd name="connsiteX39" fmla="*/ 405229 w 465062"/>
                <a:gd name="connsiteY39" fmla="*/ 263807 h 658157"/>
                <a:gd name="connsiteX40" fmla="*/ 394351 w 465062"/>
                <a:gd name="connsiteY40" fmla="*/ 274686 h 658157"/>
                <a:gd name="connsiteX41" fmla="*/ 388912 w 465062"/>
                <a:gd name="connsiteY41" fmla="*/ 285564 h 658157"/>
                <a:gd name="connsiteX42" fmla="*/ 369874 w 465062"/>
                <a:gd name="connsiteY42" fmla="*/ 304602 h 658157"/>
                <a:gd name="connsiteX43" fmla="*/ 358995 w 465062"/>
                <a:gd name="connsiteY43" fmla="*/ 310041 h 658157"/>
                <a:gd name="connsiteX44" fmla="*/ 348117 w 465062"/>
                <a:gd name="connsiteY44" fmla="*/ 320920 h 658157"/>
                <a:gd name="connsiteX45" fmla="*/ 326359 w 465062"/>
                <a:gd name="connsiteY45" fmla="*/ 339957 h 658157"/>
                <a:gd name="connsiteX46" fmla="*/ 312761 w 465062"/>
                <a:gd name="connsiteY46" fmla="*/ 353555 h 658157"/>
                <a:gd name="connsiteX47" fmla="*/ 337238 w 465062"/>
                <a:gd name="connsiteY47" fmla="*/ 380752 h 658157"/>
                <a:gd name="connsiteX48" fmla="*/ 358995 w 465062"/>
                <a:gd name="connsiteY48" fmla="*/ 421547 h 658157"/>
                <a:gd name="connsiteX49" fmla="*/ 372593 w 465062"/>
                <a:gd name="connsiteY49" fmla="*/ 459622 h 658157"/>
                <a:gd name="connsiteX50" fmla="*/ 386192 w 465062"/>
                <a:gd name="connsiteY50" fmla="*/ 514015 h 658157"/>
                <a:gd name="connsiteX51" fmla="*/ 407949 w 465062"/>
                <a:gd name="connsiteY51" fmla="*/ 568408 h 658157"/>
                <a:gd name="connsiteX52" fmla="*/ 421547 w 465062"/>
                <a:gd name="connsiteY52" fmla="*/ 598324 h 658157"/>
                <a:gd name="connsiteX53" fmla="*/ 451463 w 465062"/>
                <a:gd name="connsiteY53" fmla="*/ 628241 h 658157"/>
                <a:gd name="connsiteX54" fmla="*/ 465062 w 465062"/>
                <a:gd name="connsiteY54" fmla="*/ 644559 h 658157"/>
                <a:gd name="connsiteX55" fmla="*/ 462342 w 465062"/>
                <a:gd name="connsiteY55" fmla="*/ 649998 h 658157"/>
                <a:gd name="connsiteX56" fmla="*/ 437865 w 465062"/>
                <a:gd name="connsiteY56" fmla="*/ 658157 h 658157"/>
                <a:gd name="connsiteX57" fmla="*/ 361715 w 465062"/>
                <a:gd name="connsiteY57" fmla="*/ 622801 h 658157"/>
                <a:gd name="connsiteX58" fmla="*/ 320920 w 465062"/>
                <a:gd name="connsiteY58" fmla="*/ 565689 h 658157"/>
                <a:gd name="connsiteX59" fmla="*/ 304602 w 465062"/>
                <a:gd name="connsiteY59" fmla="*/ 530333 h 658157"/>
                <a:gd name="connsiteX60" fmla="*/ 293723 w 465062"/>
                <a:gd name="connsiteY60" fmla="*/ 497697 h 658157"/>
                <a:gd name="connsiteX61" fmla="*/ 282845 w 465062"/>
                <a:gd name="connsiteY61" fmla="*/ 462342 h 658157"/>
                <a:gd name="connsiteX62" fmla="*/ 269246 w 465062"/>
                <a:gd name="connsiteY62" fmla="*/ 424267 h 658157"/>
                <a:gd name="connsiteX63" fmla="*/ 255648 w 465062"/>
                <a:gd name="connsiteY63" fmla="*/ 391631 h 658157"/>
                <a:gd name="connsiteX64" fmla="*/ 236610 w 465062"/>
                <a:gd name="connsiteY64" fmla="*/ 367154 h 658157"/>
                <a:gd name="connsiteX65" fmla="*/ 217573 w 465062"/>
                <a:gd name="connsiteY65" fmla="*/ 361714 h 658157"/>
                <a:gd name="connsiteX66" fmla="*/ 201255 w 465062"/>
                <a:gd name="connsiteY66" fmla="*/ 361714 h 658157"/>
                <a:gd name="connsiteX67" fmla="*/ 198535 w 465062"/>
                <a:gd name="connsiteY67" fmla="*/ 367154 h 658157"/>
                <a:gd name="connsiteX68" fmla="*/ 201255 w 465062"/>
                <a:gd name="connsiteY68" fmla="*/ 388911 h 658157"/>
                <a:gd name="connsiteX69" fmla="*/ 198535 w 465062"/>
                <a:gd name="connsiteY69" fmla="*/ 426986 h 658157"/>
                <a:gd name="connsiteX70" fmla="*/ 203975 w 465062"/>
                <a:gd name="connsiteY70" fmla="*/ 478660 h 658157"/>
                <a:gd name="connsiteX71" fmla="*/ 198535 w 465062"/>
                <a:gd name="connsiteY71" fmla="*/ 552090 h 658157"/>
                <a:gd name="connsiteX72" fmla="*/ 195816 w 465062"/>
                <a:gd name="connsiteY72" fmla="*/ 576567 h 658157"/>
                <a:gd name="connsiteX73" fmla="*/ 198535 w 465062"/>
                <a:gd name="connsiteY73" fmla="*/ 592885 h 658157"/>
                <a:gd name="connsiteX74" fmla="*/ 233891 w 465062"/>
                <a:gd name="connsiteY74" fmla="*/ 592885 h 658157"/>
                <a:gd name="connsiteX75" fmla="*/ 271966 w 465062"/>
                <a:gd name="connsiteY75" fmla="*/ 611923 h 658157"/>
                <a:gd name="connsiteX76" fmla="*/ 266527 w 465062"/>
                <a:gd name="connsiteY76" fmla="*/ 628241 h 658157"/>
                <a:gd name="connsiteX77" fmla="*/ 250209 w 465062"/>
                <a:gd name="connsiteY77" fmla="*/ 636400 h 658157"/>
                <a:gd name="connsiteX78" fmla="*/ 228451 w 465062"/>
                <a:gd name="connsiteY78" fmla="*/ 639119 h 658157"/>
                <a:gd name="connsiteX79" fmla="*/ 187657 w 465062"/>
                <a:gd name="connsiteY79" fmla="*/ 639119 h 658157"/>
                <a:gd name="connsiteX80" fmla="*/ 152301 w 465062"/>
                <a:gd name="connsiteY80" fmla="*/ 652717 h 658157"/>
                <a:gd name="connsiteX81" fmla="*/ 133263 w 465062"/>
                <a:gd name="connsiteY81" fmla="*/ 655437 h 658157"/>
                <a:gd name="connsiteX82" fmla="*/ 122385 w 465062"/>
                <a:gd name="connsiteY82" fmla="*/ 652717 h 658157"/>
                <a:gd name="connsiteX83" fmla="*/ 97908 w 465062"/>
                <a:gd name="connsiteY83" fmla="*/ 639119 h 658157"/>
                <a:gd name="connsiteX84" fmla="*/ 70711 w 465062"/>
                <a:gd name="connsiteY84" fmla="*/ 639119 h 658157"/>
                <a:gd name="connsiteX85" fmla="*/ 46234 w 465062"/>
                <a:gd name="connsiteY85" fmla="*/ 639119 h 658157"/>
                <a:gd name="connsiteX86" fmla="*/ 19038 w 465062"/>
                <a:gd name="connsiteY86" fmla="*/ 630960 h 658157"/>
                <a:gd name="connsiteX87" fmla="*/ 2720 w 465062"/>
                <a:gd name="connsiteY87" fmla="*/ 614642 h 658157"/>
                <a:gd name="connsiteX88" fmla="*/ 8159 w 465062"/>
                <a:gd name="connsiteY88" fmla="*/ 606483 h 658157"/>
                <a:gd name="connsiteX89" fmla="*/ 29916 w 465062"/>
                <a:gd name="connsiteY89" fmla="*/ 598324 h 658157"/>
                <a:gd name="connsiteX90" fmla="*/ 76151 w 465062"/>
                <a:gd name="connsiteY90" fmla="*/ 592885 h 658157"/>
                <a:gd name="connsiteX91" fmla="*/ 73431 w 465062"/>
                <a:gd name="connsiteY91" fmla="*/ 573848 h 658157"/>
                <a:gd name="connsiteX92" fmla="*/ 70711 w 465062"/>
                <a:gd name="connsiteY92" fmla="*/ 500417 h 658157"/>
                <a:gd name="connsiteX93" fmla="*/ 73431 w 465062"/>
                <a:gd name="connsiteY93" fmla="*/ 437865 h 658157"/>
                <a:gd name="connsiteX94" fmla="*/ 70711 w 465062"/>
                <a:gd name="connsiteY94" fmla="*/ 369873 h 658157"/>
                <a:gd name="connsiteX95" fmla="*/ 70711 w 465062"/>
                <a:gd name="connsiteY95" fmla="*/ 293723 h 658157"/>
                <a:gd name="connsiteX96" fmla="*/ 73431 w 465062"/>
                <a:gd name="connsiteY96" fmla="*/ 212133 h 658157"/>
                <a:gd name="connsiteX97" fmla="*/ 76151 w 465062"/>
                <a:gd name="connsiteY97" fmla="*/ 155021 h 658157"/>
                <a:gd name="connsiteX98" fmla="*/ 76151 w 465062"/>
                <a:gd name="connsiteY98" fmla="*/ 119665 h 658157"/>
                <a:gd name="connsiteX99" fmla="*/ 78870 w 465062"/>
                <a:gd name="connsiteY99" fmla="*/ 84310 h 658157"/>
                <a:gd name="connsiteX100" fmla="*/ 76151 w 465062"/>
                <a:gd name="connsiteY100" fmla="*/ 62552 h 658157"/>
                <a:gd name="connsiteX101" fmla="*/ 67992 w 465062"/>
                <a:gd name="connsiteY101" fmla="*/ 62552 h 658157"/>
                <a:gd name="connsiteX102" fmla="*/ 43515 w 465062"/>
                <a:gd name="connsiteY102" fmla="*/ 62552 h 658157"/>
                <a:gd name="connsiteX103" fmla="*/ 16318 w 465062"/>
                <a:gd name="connsiteY103" fmla="*/ 57113 h 658157"/>
                <a:gd name="connsiteX104" fmla="*/ 0 w 465062"/>
                <a:gd name="connsiteY104" fmla="*/ 40795 h 658157"/>
                <a:gd name="connsiteX105" fmla="*/ 5439 w 465062"/>
                <a:gd name="connsiteY105" fmla="*/ 32636 h 658157"/>
                <a:gd name="connsiteX106" fmla="*/ 27197 w 465062"/>
                <a:gd name="connsiteY106" fmla="*/ 24477 h 658157"/>
                <a:gd name="connsiteX107" fmla="*/ 76151 w 465062"/>
                <a:gd name="connsiteY107" fmla="*/ 19038 h 658157"/>
                <a:gd name="connsiteX108" fmla="*/ 78870 w 465062"/>
                <a:gd name="connsiteY108" fmla="*/ 13598 h 658157"/>
                <a:gd name="connsiteX109" fmla="*/ 95188 w 465062"/>
                <a:gd name="connsiteY109" fmla="*/ 5440 h 658157"/>
                <a:gd name="connsiteX110" fmla="*/ 111506 w 465062"/>
                <a:gd name="connsiteY110" fmla="*/ 0 h 658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</a:cxnLst>
              <a:rect l="l" t="t" r="r" b="b"/>
              <a:pathLst>
                <a:path w="465062" h="658157">
                  <a:moveTo>
                    <a:pt x="193096" y="59832"/>
                  </a:moveTo>
                  <a:cubicBezTo>
                    <a:pt x="193096" y="73430"/>
                    <a:pt x="193096" y="89748"/>
                    <a:pt x="193096" y="114226"/>
                  </a:cubicBezTo>
                  <a:cubicBezTo>
                    <a:pt x="193096" y="144142"/>
                    <a:pt x="195816" y="176778"/>
                    <a:pt x="198536" y="209414"/>
                  </a:cubicBezTo>
                  <a:cubicBezTo>
                    <a:pt x="198536" y="247489"/>
                    <a:pt x="201255" y="277406"/>
                    <a:pt x="201255" y="282845"/>
                  </a:cubicBezTo>
                  <a:cubicBezTo>
                    <a:pt x="201255" y="293723"/>
                    <a:pt x="203975" y="304602"/>
                    <a:pt x="203975" y="315481"/>
                  </a:cubicBezTo>
                  <a:cubicBezTo>
                    <a:pt x="203975" y="318200"/>
                    <a:pt x="203975" y="318200"/>
                    <a:pt x="203975" y="320920"/>
                  </a:cubicBezTo>
                  <a:cubicBezTo>
                    <a:pt x="203975" y="326359"/>
                    <a:pt x="206695" y="329079"/>
                    <a:pt x="212134" y="329079"/>
                  </a:cubicBezTo>
                  <a:cubicBezTo>
                    <a:pt x="214854" y="329079"/>
                    <a:pt x="220293" y="329079"/>
                    <a:pt x="223013" y="329079"/>
                  </a:cubicBezTo>
                  <a:cubicBezTo>
                    <a:pt x="228452" y="329079"/>
                    <a:pt x="233891" y="329079"/>
                    <a:pt x="239331" y="329079"/>
                  </a:cubicBezTo>
                  <a:cubicBezTo>
                    <a:pt x="252929" y="329079"/>
                    <a:pt x="271967" y="323640"/>
                    <a:pt x="280126" y="312761"/>
                  </a:cubicBezTo>
                  <a:cubicBezTo>
                    <a:pt x="288284" y="304602"/>
                    <a:pt x="291004" y="299163"/>
                    <a:pt x="296443" y="288284"/>
                  </a:cubicBezTo>
                  <a:cubicBezTo>
                    <a:pt x="299163" y="277406"/>
                    <a:pt x="301883" y="269247"/>
                    <a:pt x="304602" y="258368"/>
                  </a:cubicBezTo>
                  <a:cubicBezTo>
                    <a:pt x="307322" y="244770"/>
                    <a:pt x="310042" y="239330"/>
                    <a:pt x="312761" y="225732"/>
                  </a:cubicBezTo>
                  <a:cubicBezTo>
                    <a:pt x="315481" y="212134"/>
                    <a:pt x="315481" y="209414"/>
                    <a:pt x="315481" y="195816"/>
                  </a:cubicBezTo>
                  <a:cubicBezTo>
                    <a:pt x="315481" y="179498"/>
                    <a:pt x="315481" y="184937"/>
                    <a:pt x="318201" y="168619"/>
                  </a:cubicBezTo>
                  <a:cubicBezTo>
                    <a:pt x="312761" y="152302"/>
                    <a:pt x="312761" y="149582"/>
                    <a:pt x="312761" y="135983"/>
                  </a:cubicBezTo>
                  <a:cubicBezTo>
                    <a:pt x="312761" y="133264"/>
                    <a:pt x="312761" y="127825"/>
                    <a:pt x="312761" y="122385"/>
                  </a:cubicBezTo>
                  <a:cubicBezTo>
                    <a:pt x="312761" y="111507"/>
                    <a:pt x="301883" y="95188"/>
                    <a:pt x="293724" y="84309"/>
                  </a:cubicBezTo>
                  <a:cubicBezTo>
                    <a:pt x="288284" y="78870"/>
                    <a:pt x="285565" y="76150"/>
                    <a:pt x="280126" y="73430"/>
                  </a:cubicBezTo>
                  <a:cubicBezTo>
                    <a:pt x="271967" y="67991"/>
                    <a:pt x="266527" y="65271"/>
                    <a:pt x="258368" y="62552"/>
                  </a:cubicBezTo>
                  <a:cubicBezTo>
                    <a:pt x="244770" y="59832"/>
                    <a:pt x="228452" y="59832"/>
                    <a:pt x="217573" y="59832"/>
                  </a:cubicBezTo>
                  <a:close/>
                  <a:moveTo>
                    <a:pt x="111506" y="0"/>
                  </a:moveTo>
                  <a:cubicBezTo>
                    <a:pt x="114226" y="0"/>
                    <a:pt x="122385" y="0"/>
                    <a:pt x="127824" y="0"/>
                  </a:cubicBezTo>
                  <a:cubicBezTo>
                    <a:pt x="135983" y="0"/>
                    <a:pt x="146862" y="2720"/>
                    <a:pt x="157741" y="5440"/>
                  </a:cubicBezTo>
                  <a:cubicBezTo>
                    <a:pt x="168619" y="8159"/>
                    <a:pt x="176778" y="10879"/>
                    <a:pt x="179497" y="16318"/>
                  </a:cubicBezTo>
                  <a:cubicBezTo>
                    <a:pt x="193096" y="16318"/>
                    <a:pt x="201255" y="16318"/>
                    <a:pt x="209414" y="16318"/>
                  </a:cubicBezTo>
                  <a:cubicBezTo>
                    <a:pt x="220292" y="16318"/>
                    <a:pt x="231171" y="16318"/>
                    <a:pt x="247489" y="16318"/>
                  </a:cubicBezTo>
                  <a:cubicBezTo>
                    <a:pt x="250209" y="16318"/>
                    <a:pt x="258368" y="16318"/>
                    <a:pt x="266527" y="16318"/>
                  </a:cubicBezTo>
                  <a:cubicBezTo>
                    <a:pt x="277405" y="16318"/>
                    <a:pt x="291004" y="21758"/>
                    <a:pt x="312761" y="27197"/>
                  </a:cubicBezTo>
                  <a:cubicBezTo>
                    <a:pt x="320920" y="29917"/>
                    <a:pt x="329079" y="35356"/>
                    <a:pt x="337238" y="38075"/>
                  </a:cubicBezTo>
                  <a:cubicBezTo>
                    <a:pt x="342677" y="40795"/>
                    <a:pt x="353556" y="48954"/>
                    <a:pt x="364434" y="54393"/>
                  </a:cubicBezTo>
                  <a:cubicBezTo>
                    <a:pt x="375313" y="62552"/>
                    <a:pt x="386192" y="67992"/>
                    <a:pt x="386192" y="73431"/>
                  </a:cubicBezTo>
                  <a:cubicBezTo>
                    <a:pt x="391631" y="84310"/>
                    <a:pt x="402510" y="92469"/>
                    <a:pt x="407949" y="103347"/>
                  </a:cubicBezTo>
                  <a:cubicBezTo>
                    <a:pt x="413388" y="116945"/>
                    <a:pt x="416108" y="130544"/>
                    <a:pt x="416108" y="141422"/>
                  </a:cubicBezTo>
                  <a:cubicBezTo>
                    <a:pt x="416108" y="152301"/>
                    <a:pt x="418828" y="157740"/>
                    <a:pt x="418828" y="163179"/>
                  </a:cubicBezTo>
                  <a:cubicBezTo>
                    <a:pt x="418828" y="165899"/>
                    <a:pt x="418828" y="168619"/>
                    <a:pt x="418828" y="171339"/>
                  </a:cubicBezTo>
                  <a:cubicBezTo>
                    <a:pt x="418828" y="174058"/>
                    <a:pt x="421547" y="182217"/>
                    <a:pt x="421547" y="187656"/>
                  </a:cubicBezTo>
                  <a:cubicBezTo>
                    <a:pt x="421547" y="193096"/>
                    <a:pt x="418828" y="201255"/>
                    <a:pt x="418828" y="206694"/>
                  </a:cubicBezTo>
                  <a:cubicBezTo>
                    <a:pt x="418828" y="217573"/>
                    <a:pt x="418828" y="223012"/>
                    <a:pt x="416108" y="233891"/>
                  </a:cubicBezTo>
                  <a:cubicBezTo>
                    <a:pt x="413388" y="244769"/>
                    <a:pt x="410668" y="255648"/>
                    <a:pt x="405229" y="263807"/>
                  </a:cubicBezTo>
                  <a:cubicBezTo>
                    <a:pt x="402510" y="269246"/>
                    <a:pt x="397070" y="269246"/>
                    <a:pt x="394351" y="274686"/>
                  </a:cubicBezTo>
                  <a:cubicBezTo>
                    <a:pt x="391631" y="277405"/>
                    <a:pt x="391631" y="282844"/>
                    <a:pt x="388912" y="285564"/>
                  </a:cubicBezTo>
                  <a:cubicBezTo>
                    <a:pt x="383472" y="291003"/>
                    <a:pt x="375313" y="301882"/>
                    <a:pt x="369874" y="304602"/>
                  </a:cubicBezTo>
                  <a:cubicBezTo>
                    <a:pt x="367154" y="307321"/>
                    <a:pt x="361715" y="307321"/>
                    <a:pt x="358995" y="310041"/>
                  </a:cubicBezTo>
                  <a:cubicBezTo>
                    <a:pt x="356275" y="312761"/>
                    <a:pt x="350836" y="318200"/>
                    <a:pt x="348117" y="320920"/>
                  </a:cubicBezTo>
                  <a:cubicBezTo>
                    <a:pt x="339958" y="326359"/>
                    <a:pt x="334518" y="334518"/>
                    <a:pt x="326359" y="339957"/>
                  </a:cubicBezTo>
                  <a:cubicBezTo>
                    <a:pt x="320920" y="342677"/>
                    <a:pt x="312761" y="342677"/>
                    <a:pt x="312761" y="353555"/>
                  </a:cubicBezTo>
                  <a:cubicBezTo>
                    <a:pt x="312761" y="361714"/>
                    <a:pt x="334518" y="372593"/>
                    <a:pt x="337238" y="380752"/>
                  </a:cubicBezTo>
                  <a:cubicBezTo>
                    <a:pt x="345397" y="394350"/>
                    <a:pt x="353556" y="407948"/>
                    <a:pt x="358995" y="421547"/>
                  </a:cubicBezTo>
                  <a:cubicBezTo>
                    <a:pt x="364434" y="435145"/>
                    <a:pt x="367154" y="446024"/>
                    <a:pt x="372593" y="459622"/>
                  </a:cubicBezTo>
                  <a:cubicBezTo>
                    <a:pt x="378033" y="478660"/>
                    <a:pt x="383472" y="494978"/>
                    <a:pt x="386192" y="514015"/>
                  </a:cubicBezTo>
                  <a:cubicBezTo>
                    <a:pt x="391631" y="533053"/>
                    <a:pt x="402510" y="549371"/>
                    <a:pt x="407949" y="568408"/>
                  </a:cubicBezTo>
                  <a:cubicBezTo>
                    <a:pt x="410668" y="579287"/>
                    <a:pt x="416108" y="590165"/>
                    <a:pt x="421547" y="598324"/>
                  </a:cubicBezTo>
                  <a:cubicBezTo>
                    <a:pt x="435146" y="614642"/>
                    <a:pt x="443305" y="622801"/>
                    <a:pt x="451463" y="628241"/>
                  </a:cubicBezTo>
                  <a:cubicBezTo>
                    <a:pt x="456903" y="630960"/>
                    <a:pt x="465062" y="636400"/>
                    <a:pt x="465062" y="644559"/>
                  </a:cubicBezTo>
                  <a:cubicBezTo>
                    <a:pt x="465062" y="647278"/>
                    <a:pt x="465062" y="647278"/>
                    <a:pt x="462342" y="649998"/>
                  </a:cubicBezTo>
                  <a:cubicBezTo>
                    <a:pt x="456903" y="655437"/>
                    <a:pt x="446024" y="658157"/>
                    <a:pt x="437865" y="658157"/>
                  </a:cubicBezTo>
                  <a:cubicBezTo>
                    <a:pt x="413388" y="658157"/>
                    <a:pt x="378033" y="641839"/>
                    <a:pt x="361715" y="622801"/>
                  </a:cubicBezTo>
                  <a:cubicBezTo>
                    <a:pt x="345397" y="606483"/>
                    <a:pt x="334518" y="584726"/>
                    <a:pt x="320920" y="565689"/>
                  </a:cubicBezTo>
                  <a:cubicBezTo>
                    <a:pt x="315480" y="554810"/>
                    <a:pt x="310041" y="543931"/>
                    <a:pt x="304602" y="530333"/>
                  </a:cubicBezTo>
                  <a:cubicBezTo>
                    <a:pt x="299163" y="519454"/>
                    <a:pt x="296443" y="508576"/>
                    <a:pt x="293723" y="497697"/>
                  </a:cubicBezTo>
                  <a:cubicBezTo>
                    <a:pt x="291004" y="486819"/>
                    <a:pt x="288284" y="473220"/>
                    <a:pt x="282845" y="462342"/>
                  </a:cubicBezTo>
                  <a:cubicBezTo>
                    <a:pt x="280125" y="448743"/>
                    <a:pt x="274686" y="437865"/>
                    <a:pt x="269246" y="424267"/>
                  </a:cubicBezTo>
                  <a:cubicBezTo>
                    <a:pt x="266527" y="416108"/>
                    <a:pt x="261087" y="402509"/>
                    <a:pt x="255648" y="391631"/>
                  </a:cubicBezTo>
                  <a:cubicBezTo>
                    <a:pt x="250209" y="380752"/>
                    <a:pt x="244770" y="375313"/>
                    <a:pt x="236610" y="367154"/>
                  </a:cubicBezTo>
                  <a:cubicBezTo>
                    <a:pt x="231171" y="361714"/>
                    <a:pt x="223012" y="361714"/>
                    <a:pt x="217573" y="361714"/>
                  </a:cubicBezTo>
                  <a:cubicBezTo>
                    <a:pt x="212134" y="361714"/>
                    <a:pt x="206694" y="361714"/>
                    <a:pt x="201255" y="361714"/>
                  </a:cubicBezTo>
                  <a:cubicBezTo>
                    <a:pt x="198535" y="361714"/>
                    <a:pt x="198535" y="364434"/>
                    <a:pt x="198535" y="367154"/>
                  </a:cubicBezTo>
                  <a:cubicBezTo>
                    <a:pt x="198535" y="375313"/>
                    <a:pt x="201255" y="386191"/>
                    <a:pt x="201255" y="388911"/>
                  </a:cubicBezTo>
                  <a:cubicBezTo>
                    <a:pt x="201255" y="402509"/>
                    <a:pt x="198535" y="413388"/>
                    <a:pt x="198535" y="426986"/>
                  </a:cubicBezTo>
                  <a:cubicBezTo>
                    <a:pt x="198535" y="446024"/>
                    <a:pt x="203975" y="456902"/>
                    <a:pt x="203975" y="478660"/>
                  </a:cubicBezTo>
                  <a:cubicBezTo>
                    <a:pt x="203975" y="503136"/>
                    <a:pt x="201255" y="527613"/>
                    <a:pt x="198535" y="552090"/>
                  </a:cubicBezTo>
                  <a:cubicBezTo>
                    <a:pt x="198535" y="560249"/>
                    <a:pt x="195816" y="568408"/>
                    <a:pt x="195816" y="576567"/>
                  </a:cubicBezTo>
                  <a:cubicBezTo>
                    <a:pt x="195816" y="582006"/>
                    <a:pt x="195816" y="587446"/>
                    <a:pt x="198535" y="592885"/>
                  </a:cubicBezTo>
                  <a:cubicBezTo>
                    <a:pt x="212134" y="592885"/>
                    <a:pt x="225732" y="592885"/>
                    <a:pt x="233891" y="592885"/>
                  </a:cubicBezTo>
                  <a:cubicBezTo>
                    <a:pt x="247489" y="592885"/>
                    <a:pt x="271966" y="592885"/>
                    <a:pt x="271966" y="611923"/>
                  </a:cubicBezTo>
                  <a:cubicBezTo>
                    <a:pt x="271966" y="620082"/>
                    <a:pt x="269246" y="622801"/>
                    <a:pt x="266527" y="628241"/>
                  </a:cubicBezTo>
                  <a:cubicBezTo>
                    <a:pt x="261087" y="633680"/>
                    <a:pt x="255648" y="636400"/>
                    <a:pt x="250209" y="636400"/>
                  </a:cubicBezTo>
                  <a:cubicBezTo>
                    <a:pt x="239330" y="639119"/>
                    <a:pt x="233891" y="639119"/>
                    <a:pt x="228451" y="639119"/>
                  </a:cubicBezTo>
                  <a:cubicBezTo>
                    <a:pt x="223012" y="639119"/>
                    <a:pt x="206694" y="639119"/>
                    <a:pt x="187657" y="639119"/>
                  </a:cubicBezTo>
                  <a:cubicBezTo>
                    <a:pt x="176778" y="647278"/>
                    <a:pt x="163180" y="649998"/>
                    <a:pt x="152301" y="652717"/>
                  </a:cubicBezTo>
                  <a:cubicBezTo>
                    <a:pt x="146862" y="652717"/>
                    <a:pt x="138703" y="655437"/>
                    <a:pt x="133263" y="655437"/>
                  </a:cubicBezTo>
                  <a:cubicBezTo>
                    <a:pt x="130544" y="655437"/>
                    <a:pt x="125104" y="655437"/>
                    <a:pt x="122385" y="652717"/>
                  </a:cubicBezTo>
                  <a:cubicBezTo>
                    <a:pt x="114226" y="649998"/>
                    <a:pt x="103347" y="644559"/>
                    <a:pt x="97908" y="639119"/>
                  </a:cubicBezTo>
                  <a:cubicBezTo>
                    <a:pt x="87029" y="639119"/>
                    <a:pt x="78870" y="639119"/>
                    <a:pt x="70711" y="639119"/>
                  </a:cubicBezTo>
                  <a:cubicBezTo>
                    <a:pt x="62552" y="639119"/>
                    <a:pt x="54393" y="639119"/>
                    <a:pt x="46234" y="639119"/>
                  </a:cubicBezTo>
                  <a:cubicBezTo>
                    <a:pt x="38075" y="639119"/>
                    <a:pt x="27197" y="633680"/>
                    <a:pt x="19038" y="630960"/>
                  </a:cubicBezTo>
                  <a:cubicBezTo>
                    <a:pt x="10879" y="628241"/>
                    <a:pt x="2720" y="620082"/>
                    <a:pt x="2720" y="614642"/>
                  </a:cubicBezTo>
                  <a:cubicBezTo>
                    <a:pt x="2720" y="611923"/>
                    <a:pt x="2720" y="609203"/>
                    <a:pt x="8159" y="606483"/>
                  </a:cubicBezTo>
                  <a:cubicBezTo>
                    <a:pt x="13599" y="603764"/>
                    <a:pt x="24477" y="601044"/>
                    <a:pt x="29916" y="598324"/>
                  </a:cubicBezTo>
                  <a:cubicBezTo>
                    <a:pt x="43515" y="595605"/>
                    <a:pt x="62552" y="595605"/>
                    <a:pt x="76151" y="592885"/>
                  </a:cubicBezTo>
                  <a:cubicBezTo>
                    <a:pt x="76151" y="587446"/>
                    <a:pt x="73431" y="582006"/>
                    <a:pt x="73431" y="573848"/>
                  </a:cubicBezTo>
                  <a:cubicBezTo>
                    <a:pt x="73431" y="565689"/>
                    <a:pt x="70711" y="516735"/>
                    <a:pt x="70711" y="500417"/>
                  </a:cubicBezTo>
                  <a:cubicBezTo>
                    <a:pt x="70711" y="481379"/>
                    <a:pt x="73431" y="456902"/>
                    <a:pt x="73431" y="437865"/>
                  </a:cubicBezTo>
                  <a:cubicBezTo>
                    <a:pt x="73431" y="416108"/>
                    <a:pt x="70711" y="391631"/>
                    <a:pt x="70711" y="369873"/>
                  </a:cubicBezTo>
                  <a:cubicBezTo>
                    <a:pt x="70711" y="345397"/>
                    <a:pt x="70711" y="318200"/>
                    <a:pt x="70711" y="293723"/>
                  </a:cubicBezTo>
                  <a:cubicBezTo>
                    <a:pt x="70711" y="266526"/>
                    <a:pt x="73431" y="239330"/>
                    <a:pt x="73431" y="212133"/>
                  </a:cubicBezTo>
                  <a:cubicBezTo>
                    <a:pt x="73431" y="187656"/>
                    <a:pt x="76151" y="179498"/>
                    <a:pt x="76151" y="155021"/>
                  </a:cubicBezTo>
                  <a:cubicBezTo>
                    <a:pt x="76151" y="144142"/>
                    <a:pt x="76151" y="130544"/>
                    <a:pt x="76151" y="119665"/>
                  </a:cubicBezTo>
                  <a:cubicBezTo>
                    <a:pt x="76151" y="106067"/>
                    <a:pt x="78870" y="95188"/>
                    <a:pt x="78870" y="84310"/>
                  </a:cubicBezTo>
                  <a:cubicBezTo>
                    <a:pt x="78870" y="78870"/>
                    <a:pt x="78870" y="70711"/>
                    <a:pt x="76151" y="62552"/>
                  </a:cubicBezTo>
                  <a:cubicBezTo>
                    <a:pt x="76151" y="62552"/>
                    <a:pt x="73431" y="62552"/>
                    <a:pt x="67992" y="62552"/>
                  </a:cubicBezTo>
                  <a:cubicBezTo>
                    <a:pt x="59833" y="62552"/>
                    <a:pt x="51674" y="62552"/>
                    <a:pt x="43515" y="62552"/>
                  </a:cubicBezTo>
                  <a:cubicBezTo>
                    <a:pt x="35356" y="62552"/>
                    <a:pt x="24477" y="59833"/>
                    <a:pt x="16318" y="57113"/>
                  </a:cubicBezTo>
                  <a:cubicBezTo>
                    <a:pt x="8159" y="54393"/>
                    <a:pt x="0" y="43515"/>
                    <a:pt x="0" y="40795"/>
                  </a:cubicBezTo>
                  <a:cubicBezTo>
                    <a:pt x="0" y="38075"/>
                    <a:pt x="0" y="35356"/>
                    <a:pt x="5439" y="32636"/>
                  </a:cubicBezTo>
                  <a:cubicBezTo>
                    <a:pt x="10879" y="29917"/>
                    <a:pt x="21758" y="27197"/>
                    <a:pt x="27197" y="24477"/>
                  </a:cubicBezTo>
                  <a:cubicBezTo>
                    <a:pt x="46234" y="21758"/>
                    <a:pt x="62552" y="19038"/>
                    <a:pt x="76151" y="19038"/>
                  </a:cubicBezTo>
                  <a:cubicBezTo>
                    <a:pt x="76151" y="16318"/>
                    <a:pt x="78870" y="16318"/>
                    <a:pt x="78870" y="13598"/>
                  </a:cubicBezTo>
                  <a:cubicBezTo>
                    <a:pt x="84309" y="10879"/>
                    <a:pt x="89749" y="8159"/>
                    <a:pt x="95188" y="5440"/>
                  </a:cubicBezTo>
                  <a:cubicBezTo>
                    <a:pt x="100628" y="2720"/>
                    <a:pt x="106067" y="0"/>
                    <a:pt x="111506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34815080-B3AE-49B7-AE41-2545F7485078}"/>
                </a:ext>
              </a:extLst>
            </p:cNvPr>
            <p:cNvSpPr/>
            <p:nvPr/>
          </p:nvSpPr>
          <p:spPr>
            <a:xfrm>
              <a:off x="8346812" y="4186718"/>
              <a:ext cx="353556" cy="761503"/>
            </a:xfrm>
            <a:custGeom>
              <a:avLst/>
              <a:gdLst>
                <a:gd name="connsiteX0" fmla="*/ 283910 w 353555"/>
                <a:gd name="connsiteY0" fmla="*/ 672820 h 761503"/>
                <a:gd name="connsiteX1" fmla="*/ 321985 w 353555"/>
                <a:gd name="connsiteY1" fmla="*/ 689138 h 761503"/>
                <a:gd name="connsiteX2" fmla="*/ 316546 w 353555"/>
                <a:gd name="connsiteY2" fmla="*/ 705456 h 761503"/>
                <a:gd name="connsiteX3" fmla="*/ 300228 w 353555"/>
                <a:gd name="connsiteY3" fmla="*/ 713615 h 761503"/>
                <a:gd name="connsiteX4" fmla="*/ 278471 w 353555"/>
                <a:gd name="connsiteY4" fmla="*/ 716335 h 761503"/>
                <a:gd name="connsiteX5" fmla="*/ 237676 w 353555"/>
                <a:gd name="connsiteY5" fmla="*/ 716335 h 761503"/>
                <a:gd name="connsiteX6" fmla="*/ 180563 w 353555"/>
                <a:gd name="connsiteY6" fmla="*/ 719054 h 761503"/>
                <a:gd name="connsiteX7" fmla="*/ 126170 w 353555"/>
                <a:gd name="connsiteY7" fmla="*/ 719054 h 761503"/>
                <a:gd name="connsiteX8" fmla="*/ 101693 w 353555"/>
                <a:gd name="connsiteY8" fmla="*/ 719054 h 761503"/>
                <a:gd name="connsiteX9" fmla="*/ 74496 w 353555"/>
                <a:gd name="connsiteY9" fmla="*/ 713615 h 761503"/>
                <a:gd name="connsiteX10" fmla="*/ 58178 w 353555"/>
                <a:gd name="connsiteY10" fmla="*/ 697297 h 761503"/>
                <a:gd name="connsiteX11" fmla="*/ 63618 w 353555"/>
                <a:gd name="connsiteY11" fmla="*/ 689138 h 761503"/>
                <a:gd name="connsiteX12" fmla="*/ 85375 w 353555"/>
                <a:gd name="connsiteY12" fmla="*/ 680979 h 761503"/>
                <a:gd name="connsiteX13" fmla="*/ 131609 w 353555"/>
                <a:gd name="connsiteY13" fmla="*/ 675540 h 761503"/>
                <a:gd name="connsiteX14" fmla="*/ 142488 w 353555"/>
                <a:gd name="connsiteY14" fmla="*/ 675540 h 761503"/>
                <a:gd name="connsiteX15" fmla="*/ 131609 w 353555"/>
                <a:gd name="connsiteY15" fmla="*/ 653783 h 761503"/>
                <a:gd name="connsiteX16" fmla="*/ 128890 w 353555"/>
                <a:gd name="connsiteY16" fmla="*/ 640184 h 761503"/>
                <a:gd name="connsiteX17" fmla="*/ 128890 w 353555"/>
                <a:gd name="connsiteY17" fmla="*/ 629306 h 761503"/>
                <a:gd name="connsiteX18" fmla="*/ 128890 w 353555"/>
                <a:gd name="connsiteY18" fmla="*/ 621147 h 761503"/>
                <a:gd name="connsiteX19" fmla="*/ 128890 w 353555"/>
                <a:gd name="connsiteY19" fmla="*/ 593950 h 761503"/>
                <a:gd name="connsiteX20" fmla="*/ 128890 w 353555"/>
                <a:gd name="connsiteY20" fmla="*/ 583072 h 761503"/>
                <a:gd name="connsiteX21" fmla="*/ 128890 w 353555"/>
                <a:gd name="connsiteY21" fmla="*/ 436210 h 761503"/>
                <a:gd name="connsiteX22" fmla="*/ 128890 w 353555"/>
                <a:gd name="connsiteY22" fmla="*/ 357340 h 761503"/>
                <a:gd name="connsiteX23" fmla="*/ 131609 w 353555"/>
                <a:gd name="connsiteY23" fmla="*/ 289349 h 761503"/>
                <a:gd name="connsiteX24" fmla="*/ 131609 w 353555"/>
                <a:gd name="connsiteY24" fmla="*/ 251274 h 761503"/>
                <a:gd name="connsiteX25" fmla="*/ 131609 w 353555"/>
                <a:gd name="connsiteY25" fmla="*/ 205040 h 761503"/>
                <a:gd name="connsiteX26" fmla="*/ 131609 w 353555"/>
                <a:gd name="connsiteY26" fmla="*/ 139768 h 761503"/>
                <a:gd name="connsiteX27" fmla="*/ 131609 w 353555"/>
                <a:gd name="connsiteY27" fmla="*/ 128889 h 761503"/>
                <a:gd name="connsiteX28" fmla="*/ 126170 w 353555"/>
                <a:gd name="connsiteY28" fmla="*/ 128889 h 761503"/>
                <a:gd name="connsiteX29" fmla="*/ 101693 w 353555"/>
                <a:gd name="connsiteY29" fmla="*/ 128889 h 761503"/>
                <a:gd name="connsiteX30" fmla="*/ 74496 w 353555"/>
                <a:gd name="connsiteY30" fmla="*/ 123450 h 761503"/>
                <a:gd name="connsiteX31" fmla="*/ 58178 w 353555"/>
                <a:gd name="connsiteY31" fmla="*/ 107132 h 761503"/>
                <a:gd name="connsiteX32" fmla="*/ 60898 w 353555"/>
                <a:gd name="connsiteY32" fmla="*/ 98973 h 761503"/>
                <a:gd name="connsiteX33" fmla="*/ 82655 w 353555"/>
                <a:gd name="connsiteY33" fmla="*/ 93534 h 761503"/>
                <a:gd name="connsiteX34" fmla="*/ 131609 w 353555"/>
                <a:gd name="connsiteY34" fmla="*/ 88094 h 761503"/>
                <a:gd name="connsiteX35" fmla="*/ 131609 w 353555"/>
                <a:gd name="connsiteY35" fmla="*/ 82655 h 761503"/>
                <a:gd name="connsiteX36" fmla="*/ 134329 w 353555"/>
                <a:gd name="connsiteY36" fmla="*/ 71776 h 761503"/>
                <a:gd name="connsiteX37" fmla="*/ 147927 w 353555"/>
                <a:gd name="connsiteY37" fmla="*/ 63617 h 761503"/>
                <a:gd name="connsiteX38" fmla="*/ 164245 w 353555"/>
                <a:gd name="connsiteY38" fmla="*/ 58178 h 761503"/>
                <a:gd name="connsiteX39" fmla="*/ 177843 w 353555"/>
                <a:gd name="connsiteY39" fmla="*/ 58178 h 761503"/>
                <a:gd name="connsiteX40" fmla="*/ 196881 w 353555"/>
                <a:gd name="connsiteY40" fmla="*/ 60898 h 761503"/>
                <a:gd name="connsiteX41" fmla="*/ 232237 w 353555"/>
                <a:gd name="connsiteY41" fmla="*/ 88094 h 761503"/>
                <a:gd name="connsiteX42" fmla="*/ 278471 w 353555"/>
                <a:gd name="connsiteY42" fmla="*/ 88094 h 761503"/>
                <a:gd name="connsiteX43" fmla="*/ 316546 w 353555"/>
                <a:gd name="connsiteY43" fmla="*/ 104412 h 761503"/>
                <a:gd name="connsiteX44" fmla="*/ 311107 w 353555"/>
                <a:gd name="connsiteY44" fmla="*/ 120730 h 761503"/>
                <a:gd name="connsiteX45" fmla="*/ 294789 w 353555"/>
                <a:gd name="connsiteY45" fmla="*/ 128889 h 761503"/>
                <a:gd name="connsiteX46" fmla="*/ 273032 w 353555"/>
                <a:gd name="connsiteY46" fmla="*/ 131609 h 761503"/>
                <a:gd name="connsiteX47" fmla="*/ 243115 w 353555"/>
                <a:gd name="connsiteY47" fmla="*/ 131609 h 761503"/>
                <a:gd name="connsiteX48" fmla="*/ 243115 w 353555"/>
                <a:gd name="connsiteY48" fmla="*/ 134329 h 761503"/>
                <a:gd name="connsiteX49" fmla="*/ 248554 w 353555"/>
                <a:gd name="connsiteY49" fmla="*/ 169684 h 761503"/>
                <a:gd name="connsiteX50" fmla="*/ 251274 w 353555"/>
                <a:gd name="connsiteY50" fmla="*/ 205040 h 761503"/>
                <a:gd name="connsiteX51" fmla="*/ 251274 w 353555"/>
                <a:gd name="connsiteY51" fmla="*/ 240395 h 761503"/>
                <a:gd name="connsiteX52" fmla="*/ 251274 w 353555"/>
                <a:gd name="connsiteY52" fmla="*/ 256713 h 761503"/>
                <a:gd name="connsiteX53" fmla="*/ 253994 w 353555"/>
                <a:gd name="connsiteY53" fmla="*/ 270311 h 761503"/>
                <a:gd name="connsiteX54" fmla="*/ 259433 w 353555"/>
                <a:gd name="connsiteY54" fmla="*/ 343742 h 761503"/>
                <a:gd name="connsiteX55" fmla="*/ 262153 w 353555"/>
                <a:gd name="connsiteY55" fmla="*/ 425332 h 761503"/>
                <a:gd name="connsiteX56" fmla="*/ 264872 w 353555"/>
                <a:gd name="connsiteY56" fmla="*/ 490603 h 761503"/>
                <a:gd name="connsiteX57" fmla="*/ 270312 w 353555"/>
                <a:gd name="connsiteY57" fmla="*/ 564034 h 761503"/>
                <a:gd name="connsiteX58" fmla="*/ 270312 w 353555"/>
                <a:gd name="connsiteY58" fmla="*/ 599390 h 761503"/>
                <a:gd name="connsiteX59" fmla="*/ 270312 w 353555"/>
                <a:gd name="connsiteY59" fmla="*/ 637465 h 761503"/>
                <a:gd name="connsiteX60" fmla="*/ 264872 w 353555"/>
                <a:gd name="connsiteY60" fmla="*/ 670101 h 761503"/>
                <a:gd name="connsiteX61" fmla="*/ 283910 w 353555"/>
                <a:gd name="connsiteY61" fmla="*/ 672820 h 761503"/>
                <a:gd name="connsiteX62" fmla="*/ 283910 w 353555"/>
                <a:gd name="connsiteY62" fmla="*/ 672820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353555" h="761503">
                  <a:moveTo>
                    <a:pt x="283910" y="672820"/>
                  </a:moveTo>
                  <a:cubicBezTo>
                    <a:pt x="297508" y="672820"/>
                    <a:pt x="321985" y="672820"/>
                    <a:pt x="321985" y="689138"/>
                  </a:cubicBezTo>
                  <a:cubicBezTo>
                    <a:pt x="321985" y="697297"/>
                    <a:pt x="319266" y="697297"/>
                    <a:pt x="316546" y="705456"/>
                  </a:cubicBezTo>
                  <a:cubicBezTo>
                    <a:pt x="311107" y="710895"/>
                    <a:pt x="305667" y="713615"/>
                    <a:pt x="300228" y="713615"/>
                  </a:cubicBezTo>
                  <a:cubicBezTo>
                    <a:pt x="292069" y="716335"/>
                    <a:pt x="283910" y="716335"/>
                    <a:pt x="278471" y="716335"/>
                  </a:cubicBezTo>
                  <a:cubicBezTo>
                    <a:pt x="275751" y="716335"/>
                    <a:pt x="256713" y="716335"/>
                    <a:pt x="237676" y="716335"/>
                  </a:cubicBezTo>
                  <a:cubicBezTo>
                    <a:pt x="213199" y="716335"/>
                    <a:pt x="186003" y="719054"/>
                    <a:pt x="180563" y="719054"/>
                  </a:cubicBezTo>
                  <a:cubicBezTo>
                    <a:pt x="166965" y="719054"/>
                    <a:pt x="142488" y="719054"/>
                    <a:pt x="126170" y="719054"/>
                  </a:cubicBezTo>
                  <a:cubicBezTo>
                    <a:pt x="118011" y="719054"/>
                    <a:pt x="109852" y="719054"/>
                    <a:pt x="101693" y="719054"/>
                  </a:cubicBezTo>
                  <a:cubicBezTo>
                    <a:pt x="93534" y="719054"/>
                    <a:pt x="82655" y="719054"/>
                    <a:pt x="74496" y="713615"/>
                  </a:cubicBezTo>
                  <a:cubicBezTo>
                    <a:pt x="66337" y="710895"/>
                    <a:pt x="58178" y="702736"/>
                    <a:pt x="58178" y="697297"/>
                  </a:cubicBezTo>
                  <a:cubicBezTo>
                    <a:pt x="58178" y="694578"/>
                    <a:pt x="58178" y="691858"/>
                    <a:pt x="63618" y="689138"/>
                  </a:cubicBezTo>
                  <a:cubicBezTo>
                    <a:pt x="69057" y="686418"/>
                    <a:pt x="79936" y="683699"/>
                    <a:pt x="85375" y="680979"/>
                  </a:cubicBezTo>
                  <a:cubicBezTo>
                    <a:pt x="104413" y="678260"/>
                    <a:pt x="123450" y="675540"/>
                    <a:pt x="131609" y="675540"/>
                  </a:cubicBezTo>
                  <a:cubicBezTo>
                    <a:pt x="134329" y="675540"/>
                    <a:pt x="137049" y="675540"/>
                    <a:pt x="142488" y="675540"/>
                  </a:cubicBezTo>
                  <a:cubicBezTo>
                    <a:pt x="134329" y="670101"/>
                    <a:pt x="131609" y="661942"/>
                    <a:pt x="131609" y="653783"/>
                  </a:cubicBezTo>
                  <a:cubicBezTo>
                    <a:pt x="131609" y="648343"/>
                    <a:pt x="131609" y="642904"/>
                    <a:pt x="128890" y="640184"/>
                  </a:cubicBezTo>
                  <a:cubicBezTo>
                    <a:pt x="128890" y="637465"/>
                    <a:pt x="128890" y="634745"/>
                    <a:pt x="128890" y="629306"/>
                  </a:cubicBezTo>
                  <a:cubicBezTo>
                    <a:pt x="128890" y="626586"/>
                    <a:pt x="128890" y="623867"/>
                    <a:pt x="128890" y="621147"/>
                  </a:cubicBezTo>
                  <a:cubicBezTo>
                    <a:pt x="128890" y="612988"/>
                    <a:pt x="128890" y="604829"/>
                    <a:pt x="128890" y="593950"/>
                  </a:cubicBezTo>
                  <a:cubicBezTo>
                    <a:pt x="128890" y="591231"/>
                    <a:pt x="128890" y="585791"/>
                    <a:pt x="128890" y="583072"/>
                  </a:cubicBezTo>
                  <a:cubicBezTo>
                    <a:pt x="128890" y="534118"/>
                    <a:pt x="131609" y="485164"/>
                    <a:pt x="128890" y="436210"/>
                  </a:cubicBezTo>
                  <a:cubicBezTo>
                    <a:pt x="128890" y="409014"/>
                    <a:pt x="128890" y="384537"/>
                    <a:pt x="128890" y="357340"/>
                  </a:cubicBezTo>
                  <a:cubicBezTo>
                    <a:pt x="128890" y="335583"/>
                    <a:pt x="131609" y="313826"/>
                    <a:pt x="131609" y="289349"/>
                  </a:cubicBezTo>
                  <a:cubicBezTo>
                    <a:pt x="131609" y="275751"/>
                    <a:pt x="131609" y="264872"/>
                    <a:pt x="131609" y="251274"/>
                  </a:cubicBezTo>
                  <a:cubicBezTo>
                    <a:pt x="131609" y="234956"/>
                    <a:pt x="131609" y="221357"/>
                    <a:pt x="131609" y="205040"/>
                  </a:cubicBezTo>
                  <a:cubicBezTo>
                    <a:pt x="131609" y="183282"/>
                    <a:pt x="131609" y="161525"/>
                    <a:pt x="131609" y="139768"/>
                  </a:cubicBezTo>
                  <a:cubicBezTo>
                    <a:pt x="131609" y="137048"/>
                    <a:pt x="131609" y="134329"/>
                    <a:pt x="131609" y="128889"/>
                  </a:cubicBezTo>
                  <a:cubicBezTo>
                    <a:pt x="128890" y="128889"/>
                    <a:pt x="126170" y="128889"/>
                    <a:pt x="126170" y="128889"/>
                  </a:cubicBezTo>
                  <a:cubicBezTo>
                    <a:pt x="118011" y="128889"/>
                    <a:pt x="109852" y="128889"/>
                    <a:pt x="101693" y="128889"/>
                  </a:cubicBezTo>
                  <a:cubicBezTo>
                    <a:pt x="93534" y="128889"/>
                    <a:pt x="82655" y="128889"/>
                    <a:pt x="74496" y="123450"/>
                  </a:cubicBezTo>
                  <a:cubicBezTo>
                    <a:pt x="66337" y="120730"/>
                    <a:pt x="58178" y="112571"/>
                    <a:pt x="58178" y="107132"/>
                  </a:cubicBezTo>
                  <a:cubicBezTo>
                    <a:pt x="58178" y="104412"/>
                    <a:pt x="58178" y="101693"/>
                    <a:pt x="60898" y="98973"/>
                  </a:cubicBezTo>
                  <a:cubicBezTo>
                    <a:pt x="63618" y="96253"/>
                    <a:pt x="77216" y="93534"/>
                    <a:pt x="82655" y="93534"/>
                  </a:cubicBezTo>
                  <a:cubicBezTo>
                    <a:pt x="98973" y="90814"/>
                    <a:pt x="123450" y="88094"/>
                    <a:pt x="131609" y="88094"/>
                  </a:cubicBezTo>
                  <a:cubicBezTo>
                    <a:pt x="131609" y="85375"/>
                    <a:pt x="131609" y="85375"/>
                    <a:pt x="131609" y="82655"/>
                  </a:cubicBezTo>
                  <a:cubicBezTo>
                    <a:pt x="131609" y="77216"/>
                    <a:pt x="131609" y="74496"/>
                    <a:pt x="134329" y="71776"/>
                  </a:cubicBezTo>
                  <a:cubicBezTo>
                    <a:pt x="137049" y="69057"/>
                    <a:pt x="145208" y="66337"/>
                    <a:pt x="147927" y="63617"/>
                  </a:cubicBezTo>
                  <a:cubicBezTo>
                    <a:pt x="153366" y="60898"/>
                    <a:pt x="158806" y="58178"/>
                    <a:pt x="164245" y="58178"/>
                  </a:cubicBezTo>
                  <a:cubicBezTo>
                    <a:pt x="169684" y="58178"/>
                    <a:pt x="175124" y="58178"/>
                    <a:pt x="177843" y="58178"/>
                  </a:cubicBezTo>
                  <a:cubicBezTo>
                    <a:pt x="183283" y="58178"/>
                    <a:pt x="191442" y="58178"/>
                    <a:pt x="196881" y="60898"/>
                  </a:cubicBezTo>
                  <a:cubicBezTo>
                    <a:pt x="213199" y="63617"/>
                    <a:pt x="224078" y="74496"/>
                    <a:pt x="232237" y="88094"/>
                  </a:cubicBezTo>
                  <a:cubicBezTo>
                    <a:pt x="253994" y="88094"/>
                    <a:pt x="270312" y="88094"/>
                    <a:pt x="278471" y="88094"/>
                  </a:cubicBezTo>
                  <a:cubicBezTo>
                    <a:pt x="292069" y="88094"/>
                    <a:pt x="316546" y="88094"/>
                    <a:pt x="316546" y="104412"/>
                  </a:cubicBezTo>
                  <a:cubicBezTo>
                    <a:pt x="316546" y="112571"/>
                    <a:pt x="313826" y="112571"/>
                    <a:pt x="311107" y="120730"/>
                  </a:cubicBezTo>
                  <a:cubicBezTo>
                    <a:pt x="305667" y="126170"/>
                    <a:pt x="300228" y="128889"/>
                    <a:pt x="294789" y="128889"/>
                  </a:cubicBezTo>
                  <a:cubicBezTo>
                    <a:pt x="286630" y="131609"/>
                    <a:pt x="278471" y="131609"/>
                    <a:pt x="273032" y="131609"/>
                  </a:cubicBezTo>
                  <a:cubicBezTo>
                    <a:pt x="270312" y="131609"/>
                    <a:pt x="259433" y="131609"/>
                    <a:pt x="243115" y="131609"/>
                  </a:cubicBezTo>
                  <a:lnTo>
                    <a:pt x="243115" y="134329"/>
                  </a:lnTo>
                  <a:cubicBezTo>
                    <a:pt x="245835" y="145207"/>
                    <a:pt x="245835" y="158805"/>
                    <a:pt x="248554" y="169684"/>
                  </a:cubicBezTo>
                  <a:cubicBezTo>
                    <a:pt x="251274" y="180563"/>
                    <a:pt x="251274" y="194161"/>
                    <a:pt x="251274" y="205040"/>
                  </a:cubicBezTo>
                  <a:cubicBezTo>
                    <a:pt x="251274" y="215918"/>
                    <a:pt x="251274" y="226797"/>
                    <a:pt x="251274" y="240395"/>
                  </a:cubicBezTo>
                  <a:cubicBezTo>
                    <a:pt x="251274" y="245834"/>
                    <a:pt x="251274" y="251274"/>
                    <a:pt x="251274" y="256713"/>
                  </a:cubicBezTo>
                  <a:cubicBezTo>
                    <a:pt x="251274" y="262152"/>
                    <a:pt x="251274" y="267592"/>
                    <a:pt x="253994" y="270311"/>
                  </a:cubicBezTo>
                  <a:cubicBezTo>
                    <a:pt x="256713" y="294788"/>
                    <a:pt x="256713" y="319265"/>
                    <a:pt x="259433" y="343742"/>
                  </a:cubicBezTo>
                  <a:cubicBezTo>
                    <a:pt x="259433" y="370939"/>
                    <a:pt x="262153" y="398135"/>
                    <a:pt x="262153" y="425332"/>
                  </a:cubicBezTo>
                  <a:cubicBezTo>
                    <a:pt x="262153" y="447089"/>
                    <a:pt x="262153" y="468846"/>
                    <a:pt x="264872" y="490603"/>
                  </a:cubicBezTo>
                  <a:cubicBezTo>
                    <a:pt x="264872" y="515080"/>
                    <a:pt x="270312" y="539557"/>
                    <a:pt x="270312" y="564034"/>
                  </a:cubicBezTo>
                  <a:cubicBezTo>
                    <a:pt x="270312" y="574913"/>
                    <a:pt x="270312" y="588511"/>
                    <a:pt x="270312" y="599390"/>
                  </a:cubicBezTo>
                  <a:cubicBezTo>
                    <a:pt x="270312" y="612988"/>
                    <a:pt x="270312" y="623867"/>
                    <a:pt x="270312" y="637465"/>
                  </a:cubicBezTo>
                  <a:cubicBezTo>
                    <a:pt x="270312" y="648343"/>
                    <a:pt x="270312" y="661942"/>
                    <a:pt x="264872" y="670101"/>
                  </a:cubicBezTo>
                  <a:cubicBezTo>
                    <a:pt x="273032" y="672820"/>
                    <a:pt x="278471" y="672820"/>
                    <a:pt x="283910" y="672820"/>
                  </a:cubicBezTo>
                  <a:lnTo>
                    <a:pt x="283910" y="672820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8F114B3A-7B5E-4A7A-BD2A-B116B303AE1B}"/>
                </a:ext>
              </a:extLst>
            </p:cNvPr>
            <p:cNvSpPr/>
            <p:nvPr/>
          </p:nvSpPr>
          <p:spPr>
            <a:xfrm>
              <a:off x="8652924" y="4192158"/>
              <a:ext cx="516735" cy="788700"/>
            </a:xfrm>
            <a:custGeom>
              <a:avLst/>
              <a:gdLst>
                <a:gd name="connsiteX0" fmla="*/ 464616 w 516735"/>
                <a:gd name="connsiteY0" fmla="*/ 436210 h 788699"/>
                <a:gd name="connsiteX1" fmla="*/ 445578 w 516735"/>
                <a:gd name="connsiteY1" fmla="*/ 455248 h 788699"/>
                <a:gd name="connsiteX2" fmla="*/ 404783 w 516735"/>
                <a:gd name="connsiteY2" fmla="*/ 466126 h 788699"/>
                <a:gd name="connsiteX3" fmla="*/ 385746 w 516735"/>
                <a:gd name="connsiteY3" fmla="*/ 479725 h 788699"/>
                <a:gd name="connsiteX4" fmla="*/ 388466 w 516735"/>
                <a:gd name="connsiteY4" fmla="*/ 512361 h 788699"/>
                <a:gd name="connsiteX5" fmla="*/ 388466 w 516735"/>
                <a:gd name="connsiteY5" fmla="*/ 544997 h 788699"/>
                <a:gd name="connsiteX6" fmla="*/ 388466 w 516735"/>
                <a:gd name="connsiteY6" fmla="*/ 566754 h 788699"/>
                <a:gd name="connsiteX7" fmla="*/ 391185 w 516735"/>
                <a:gd name="connsiteY7" fmla="*/ 632026 h 788699"/>
                <a:gd name="connsiteX8" fmla="*/ 393905 w 516735"/>
                <a:gd name="connsiteY8" fmla="*/ 683699 h 788699"/>
                <a:gd name="connsiteX9" fmla="*/ 377587 w 516735"/>
                <a:gd name="connsiteY9" fmla="*/ 724494 h 788699"/>
                <a:gd name="connsiteX10" fmla="*/ 361269 w 516735"/>
                <a:gd name="connsiteY10" fmla="*/ 719054 h 788699"/>
                <a:gd name="connsiteX11" fmla="*/ 353110 w 516735"/>
                <a:gd name="connsiteY11" fmla="*/ 702737 h 788699"/>
                <a:gd name="connsiteX12" fmla="*/ 350390 w 516735"/>
                <a:gd name="connsiteY12" fmla="*/ 686419 h 788699"/>
                <a:gd name="connsiteX13" fmla="*/ 353110 w 516735"/>
                <a:gd name="connsiteY13" fmla="*/ 659222 h 788699"/>
                <a:gd name="connsiteX14" fmla="*/ 353110 w 516735"/>
                <a:gd name="connsiteY14" fmla="*/ 656502 h 788699"/>
                <a:gd name="connsiteX15" fmla="*/ 317754 w 516735"/>
                <a:gd name="connsiteY15" fmla="*/ 708176 h 788699"/>
                <a:gd name="connsiteX16" fmla="*/ 241604 w 516735"/>
                <a:gd name="connsiteY16" fmla="*/ 735372 h 788699"/>
                <a:gd name="connsiteX17" fmla="*/ 187211 w 516735"/>
                <a:gd name="connsiteY17" fmla="*/ 727214 h 788699"/>
                <a:gd name="connsiteX18" fmla="*/ 135537 w 516735"/>
                <a:gd name="connsiteY18" fmla="*/ 694578 h 788699"/>
                <a:gd name="connsiteX19" fmla="*/ 86583 w 516735"/>
                <a:gd name="connsiteY19" fmla="*/ 621147 h 788699"/>
                <a:gd name="connsiteX20" fmla="*/ 67546 w 516735"/>
                <a:gd name="connsiteY20" fmla="*/ 555875 h 788699"/>
                <a:gd name="connsiteX21" fmla="*/ 59387 w 516735"/>
                <a:gd name="connsiteY21" fmla="*/ 509641 h 788699"/>
                <a:gd name="connsiteX22" fmla="*/ 59387 w 516735"/>
                <a:gd name="connsiteY22" fmla="*/ 468846 h 788699"/>
                <a:gd name="connsiteX23" fmla="*/ 86583 w 516735"/>
                <a:gd name="connsiteY23" fmla="*/ 302947 h 788699"/>
                <a:gd name="connsiteX24" fmla="*/ 108341 w 516735"/>
                <a:gd name="connsiteY24" fmla="*/ 224077 h 788699"/>
                <a:gd name="connsiteX25" fmla="*/ 146416 w 516735"/>
                <a:gd name="connsiteY25" fmla="*/ 145207 h 788699"/>
                <a:gd name="connsiteX26" fmla="*/ 198090 w 516735"/>
                <a:gd name="connsiteY26" fmla="*/ 85375 h 788699"/>
                <a:gd name="connsiteX27" fmla="*/ 228006 w 516735"/>
                <a:gd name="connsiteY27" fmla="*/ 69057 h 788699"/>
                <a:gd name="connsiteX28" fmla="*/ 268801 w 516735"/>
                <a:gd name="connsiteY28" fmla="*/ 58178 h 788699"/>
                <a:gd name="connsiteX29" fmla="*/ 274240 w 516735"/>
                <a:gd name="connsiteY29" fmla="*/ 58178 h 788699"/>
                <a:gd name="connsiteX30" fmla="*/ 295997 w 516735"/>
                <a:gd name="connsiteY30" fmla="*/ 60898 h 788699"/>
                <a:gd name="connsiteX31" fmla="*/ 331353 w 516735"/>
                <a:gd name="connsiteY31" fmla="*/ 71776 h 788699"/>
                <a:gd name="connsiteX32" fmla="*/ 350390 w 516735"/>
                <a:gd name="connsiteY32" fmla="*/ 93534 h 788699"/>
                <a:gd name="connsiteX33" fmla="*/ 353110 w 516735"/>
                <a:gd name="connsiteY33" fmla="*/ 74496 h 788699"/>
                <a:gd name="connsiteX34" fmla="*/ 358549 w 516735"/>
                <a:gd name="connsiteY34" fmla="*/ 63618 h 788699"/>
                <a:gd name="connsiteX35" fmla="*/ 366708 w 516735"/>
                <a:gd name="connsiteY35" fmla="*/ 58178 h 788699"/>
                <a:gd name="connsiteX36" fmla="*/ 374867 w 516735"/>
                <a:gd name="connsiteY36" fmla="*/ 63618 h 788699"/>
                <a:gd name="connsiteX37" fmla="*/ 383027 w 516735"/>
                <a:gd name="connsiteY37" fmla="*/ 82655 h 788699"/>
                <a:gd name="connsiteX38" fmla="*/ 385746 w 516735"/>
                <a:gd name="connsiteY38" fmla="*/ 126170 h 788699"/>
                <a:gd name="connsiteX39" fmla="*/ 388466 w 516735"/>
                <a:gd name="connsiteY39" fmla="*/ 186002 h 788699"/>
                <a:gd name="connsiteX40" fmla="*/ 391185 w 516735"/>
                <a:gd name="connsiteY40" fmla="*/ 237676 h 788699"/>
                <a:gd name="connsiteX41" fmla="*/ 374867 w 516735"/>
                <a:gd name="connsiteY41" fmla="*/ 278470 h 788699"/>
                <a:gd name="connsiteX42" fmla="*/ 358549 w 516735"/>
                <a:gd name="connsiteY42" fmla="*/ 273031 h 788699"/>
                <a:gd name="connsiteX43" fmla="*/ 350390 w 516735"/>
                <a:gd name="connsiteY43" fmla="*/ 256713 h 788699"/>
                <a:gd name="connsiteX44" fmla="*/ 347671 w 516735"/>
                <a:gd name="connsiteY44" fmla="*/ 240395 h 788699"/>
                <a:gd name="connsiteX45" fmla="*/ 347671 w 516735"/>
                <a:gd name="connsiteY45" fmla="*/ 213199 h 788699"/>
                <a:gd name="connsiteX46" fmla="*/ 344951 w 516735"/>
                <a:gd name="connsiteY46" fmla="*/ 194161 h 788699"/>
                <a:gd name="connsiteX47" fmla="*/ 339512 w 516735"/>
                <a:gd name="connsiteY47" fmla="*/ 150647 h 788699"/>
                <a:gd name="connsiteX48" fmla="*/ 323194 w 516735"/>
                <a:gd name="connsiteY48" fmla="*/ 112571 h 788699"/>
                <a:gd name="connsiteX49" fmla="*/ 293278 w 516735"/>
                <a:gd name="connsiteY49" fmla="*/ 101693 h 788699"/>
                <a:gd name="connsiteX50" fmla="*/ 263361 w 516735"/>
                <a:gd name="connsiteY50" fmla="*/ 120730 h 788699"/>
                <a:gd name="connsiteX51" fmla="*/ 241604 w 516735"/>
                <a:gd name="connsiteY51" fmla="*/ 153366 h 788699"/>
                <a:gd name="connsiteX52" fmla="*/ 233445 w 516735"/>
                <a:gd name="connsiteY52" fmla="*/ 194161 h 788699"/>
                <a:gd name="connsiteX53" fmla="*/ 225286 w 516735"/>
                <a:gd name="connsiteY53" fmla="*/ 232236 h 788699"/>
                <a:gd name="connsiteX54" fmla="*/ 217127 w 516735"/>
                <a:gd name="connsiteY54" fmla="*/ 275751 h 788699"/>
                <a:gd name="connsiteX55" fmla="*/ 211688 w 516735"/>
                <a:gd name="connsiteY55" fmla="*/ 316545 h 788699"/>
                <a:gd name="connsiteX56" fmla="*/ 206249 w 516735"/>
                <a:gd name="connsiteY56" fmla="*/ 354621 h 788699"/>
                <a:gd name="connsiteX57" fmla="*/ 200809 w 516735"/>
                <a:gd name="connsiteY57" fmla="*/ 398135 h 788699"/>
                <a:gd name="connsiteX58" fmla="*/ 195370 w 516735"/>
                <a:gd name="connsiteY58" fmla="*/ 438930 h 788699"/>
                <a:gd name="connsiteX59" fmla="*/ 192650 w 516735"/>
                <a:gd name="connsiteY59" fmla="*/ 474286 h 788699"/>
                <a:gd name="connsiteX60" fmla="*/ 195370 w 516735"/>
                <a:gd name="connsiteY60" fmla="*/ 525959 h 788699"/>
                <a:gd name="connsiteX61" fmla="*/ 208968 w 516735"/>
                <a:gd name="connsiteY61" fmla="*/ 596670 h 788699"/>
                <a:gd name="connsiteX62" fmla="*/ 214407 w 516735"/>
                <a:gd name="connsiteY62" fmla="*/ 623867 h 788699"/>
                <a:gd name="connsiteX63" fmla="*/ 228006 w 516735"/>
                <a:gd name="connsiteY63" fmla="*/ 656502 h 788699"/>
                <a:gd name="connsiteX64" fmla="*/ 271520 w 516735"/>
                <a:gd name="connsiteY64" fmla="*/ 689138 h 788699"/>
                <a:gd name="connsiteX65" fmla="*/ 306876 w 516735"/>
                <a:gd name="connsiteY65" fmla="*/ 664661 h 788699"/>
                <a:gd name="connsiteX66" fmla="*/ 331353 w 516735"/>
                <a:gd name="connsiteY66" fmla="*/ 602109 h 788699"/>
                <a:gd name="connsiteX67" fmla="*/ 336792 w 516735"/>
                <a:gd name="connsiteY67" fmla="*/ 544997 h 788699"/>
                <a:gd name="connsiteX68" fmla="*/ 336792 w 516735"/>
                <a:gd name="connsiteY68" fmla="*/ 498762 h 788699"/>
                <a:gd name="connsiteX69" fmla="*/ 336792 w 516735"/>
                <a:gd name="connsiteY69" fmla="*/ 490603 h 788699"/>
                <a:gd name="connsiteX70" fmla="*/ 320474 w 516735"/>
                <a:gd name="connsiteY70" fmla="*/ 477005 h 788699"/>
                <a:gd name="connsiteX71" fmla="*/ 282399 w 516735"/>
                <a:gd name="connsiteY71" fmla="*/ 479725 h 788699"/>
                <a:gd name="connsiteX72" fmla="*/ 252483 w 516735"/>
                <a:gd name="connsiteY72" fmla="*/ 474286 h 788699"/>
                <a:gd name="connsiteX73" fmla="*/ 247044 w 516735"/>
                <a:gd name="connsiteY73" fmla="*/ 466126 h 788699"/>
                <a:gd name="connsiteX74" fmla="*/ 249763 w 516735"/>
                <a:gd name="connsiteY74" fmla="*/ 457968 h 788699"/>
                <a:gd name="connsiteX75" fmla="*/ 268801 w 516735"/>
                <a:gd name="connsiteY75" fmla="*/ 447089 h 788699"/>
                <a:gd name="connsiteX76" fmla="*/ 312315 w 516735"/>
                <a:gd name="connsiteY76" fmla="*/ 436210 h 788699"/>
                <a:gd name="connsiteX77" fmla="*/ 353110 w 516735"/>
                <a:gd name="connsiteY77" fmla="*/ 430771 h 788699"/>
                <a:gd name="connsiteX78" fmla="*/ 385746 w 516735"/>
                <a:gd name="connsiteY78" fmla="*/ 430771 h 788699"/>
                <a:gd name="connsiteX79" fmla="*/ 437420 w 516735"/>
                <a:gd name="connsiteY79" fmla="*/ 428051 h 788699"/>
                <a:gd name="connsiteX80" fmla="*/ 464616 w 516735"/>
                <a:gd name="connsiteY80" fmla="*/ 436210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516735" h="788699">
                  <a:moveTo>
                    <a:pt x="464616" y="436210"/>
                  </a:moveTo>
                  <a:cubicBezTo>
                    <a:pt x="464616" y="447089"/>
                    <a:pt x="453738" y="452528"/>
                    <a:pt x="445578" y="455248"/>
                  </a:cubicBezTo>
                  <a:cubicBezTo>
                    <a:pt x="434700" y="460687"/>
                    <a:pt x="415662" y="463407"/>
                    <a:pt x="404783" y="466126"/>
                  </a:cubicBezTo>
                  <a:cubicBezTo>
                    <a:pt x="393905" y="466126"/>
                    <a:pt x="385746" y="468846"/>
                    <a:pt x="385746" y="479725"/>
                  </a:cubicBezTo>
                  <a:cubicBezTo>
                    <a:pt x="385746" y="487884"/>
                    <a:pt x="388466" y="506921"/>
                    <a:pt x="388466" y="512361"/>
                  </a:cubicBezTo>
                  <a:cubicBezTo>
                    <a:pt x="388466" y="515080"/>
                    <a:pt x="388466" y="539557"/>
                    <a:pt x="388466" y="544997"/>
                  </a:cubicBezTo>
                  <a:cubicBezTo>
                    <a:pt x="388466" y="550436"/>
                    <a:pt x="388466" y="558595"/>
                    <a:pt x="388466" y="566754"/>
                  </a:cubicBezTo>
                  <a:cubicBezTo>
                    <a:pt x="388466" y="591231"/>
                    <a:pt x="388466" y="621147"/>
                    <a:pt x="391185" y="632026"/>
                  </a:cubicBezTo>
                  <a:cubicBezTo>
                    <a:pt x="393905" y="653783"/>
                    <a:pt x="393905" y="661942"/>
                    <a:pt x="393905" y="683699"/>
                  </a:cubicBezTo>
                  <a:cubicBezTo>
                    <a:pt x="393905" y="694578"/>
                    <a:pt x="393905" y="724494"/>
                    <a:pt x="377587" y="724494"/>
                  </a:cubicBezTo>
                  <a:cubicBezTo>
                    <a:pt x="369428" y="724494"/>
                    <a:pt x="366708" y="721774"/>
                    <a:pt x="361269" y="719054"/>
                  </a:cubicBezTo>
                  <a:cubicBezTo>
                    <a:pt x="355830" y="716335"/>
                    <a:pt x="353110" y="708176"/>
                    <a:pt x="353110" y="702737"/>
                  </a:cubicBezTo>
                  <a:cubicBezTo>
                    <a:pt x="350390" y="694578"/>
                    <a:pt x="350390" y="689138"/>
                    <a:pt x="350390" y="686419"/>
                  </a:cubicBezTo>
                  <a:cubicBezTo>
                    <a:pt x="350390" y="678260"/>
                    <a:pt x="353110" y="672820"/>
                    <a:pt x="353110" y="659222"/>
                  </a:cubicBezTo>
                  <a:lnTo>
                    <a:pt x="353110" y="656502"/>
                  </a:lnTo>
                  <a:cubicBezTo>
                    <a:pt x="347671" y="675540"/>
                    <a:pt x="334073" y="694578"/>
                    <a:pt x="317754" y="708176"/>
                  </a:cubicBezTo>
                  <a:cubicBezTo>
                    <a:pt x="293278" y="727214"/>
                    <a:pt x="274240" y="735372"/>
                    <a:pt x="241604" y="735372"/>
                  </a:cubicBezTo>
                  <a:cubicBezTo>
                    <a:pt x="222566" y="735372"/>
                    <a:pt x="203529" y="732653"/>
                    <a:pt x="187211" y="727214"/>
                  </a:cubicBezTo>
                  <a:cubicBezTo>
                    <a:pt x="165454" y="719054"/>
                    <a:pt x="149136" y="708176"/>
                    <a:pt x="135537" y="694578"/>
                  </a:cubicBezTo>
                  <a:cubicBezTo>
                    <a:pt x="113780" y="672820"/>
                    <a:pt x="100182" y="648343"/>
                    <a:pt x="86583" y="621147"/>
                  </a:cubicBezTo>
                  <a:cubicBezTo>
                    <a:pt x="75705" y="599390"/>
                    <a:pt x="70266" y="580352"/>
                    <a:pt x="67546" y="555875"/>
                  </a:cubicBezTo>
                  <a:cubicBezTo>
                    <a:pt x="64826" y="539557"/>
                    <a:pt x="62107" y="525959"/>
                    <a:pt x="59387" y="509641"/>
                  </a:cubicBezTo>
                  <a:cubicBezTo>
                    <a:pt x="56667" y="493323"/>
                    <a:pt x="59387" y="485164"/>
                    <a:pt x="59387" y="468846"/>
                  </a:cubicBezTo>
                  <a:cubicBezTo>
                    <a:pt x="59387" y="414453"/>
                    <a:pt x="72985" y="362780"/>
                    <a:pt x="86583" y="302947"/>
                  </a:cubicBezTo>
                  <a:cubicBezTo>
                    <a:pt x="92023" y="275751"/>
                    <a:pt x="100182" y="248554"/>
                    <a:pt x="108341" y="224077"/>
                  </a:cubicBezTo>
                  <a:cubicBezTo>
                    <a:pt x="116500" y="196881"/>
                    <a:pt x="130098" y="169684"/>
                    <a:pt x="146416" y="145207"/>
                  </a:cubicBezTo>
                  <a:cubicBezTo>
                    <a:pt x="160014" y="123450"/>
                    <a:pt x="176332" y="101693"/>
                    <a:pt x="198090" y="85375"/>
                  </a:cubicBezTo>
                  <a:cubicBezTo>
                    <a:pt x="206249" y="77216"/>
                    <a:pt x="217127" y="71776"/>
                    <a:pt x="228006" y="69057"/>
                  </a:cubicBezTo>
                  <a:cubicBezTo>
                    <a:pt x="241604" y="63618"/>
                    <a:pt x="255202" y="58178"/>
                    <a:pt x="268801" y="58178"/>
                  </a:cubicBezTo>
                  <a:cubicBezTo>
                    <a:pt x="271520" y="58178"/>
                    <a:pt x="274240" y="58178"/>
                    <a:pt x="274240" y="58178"/>
                  </a:cubicBezTo>
                  <a:cubicBezTo>
                    <a:pt x="279679" y="58178"/>
                    <a:pt x="285119" y="58178"/>
                    <a:pt x="295997" y="60898"/>
                  </a:cubicBezTo>
                  <a:cubicBezTo>
                    <a:pt x="309595" y="63618"/>
                    <a:pt x="320474" y="66337"/>
                    <a:pt x="331353" y="71776"/>
                  </a:cubicBezTo>
                  <a:cubicBezTo>
                    <a:pt x="339512" y="77216"/>
                    <a:pt x="347671" y="85375"/>
                    <a:pt x="350390" y="93534"/>
                  </a:cubicBezTo>
                  <a:cubicBezTo>
                    <a:pt x="350390" y="88095"/>
                    <a:pt x="353110" y="79936"/>
                    <a:pt x="353110" y="74496"/>
                  </a:cubicBezTo>
                  <a:cubicBezTo>
                    <a:pt x="355830" y="71776"/>
                    <a:pt x="355830" y="69057"/>
                    <a:pt x="358549" y="63618"/>
                  </a:cubicBezTo>
                  <a:cubicBezTo>
                    <a:pt x="361269" y="60898"/>
                    <a:pt x="363989" y="58178"/>
                    <a:pt x="366708" y="58178"/>
                  </a:cubicBezTo>
                  <a:cubicBezTo>
                    <a:pt x="369428" y="58178"/>
                    <a:pt x="372148" y="60898"/>
                    <a:pt x="374867" y="63618"/>
                  </a:cubicBezTo>
                  <a:cubicBezTo>
                    <a:pt x="377587" y="69057"/>
                    <a:pt x="380307" y="77216"/>
                    <a:pt x="383027" y="82655"/>
                  </a:cubicBezTo>
                  <a:cubicBezTo>
                    <a:pt x="383027" y="90814"/>
                    <a:pt x="385746" y="107132"/>
                    <a:pt x="385746" y="126170"/>
                  </a:cubicBezTo>
                  <a:cubicBezTo>
                    <a:pt x="385746" y="150647"/>
                    <a:pt x="385746" y="177843"/>
                    <a:pt x="388466" y="186002"/>
                  </a:cubicBezTo>
                  <a:cubicBezTo>
                    <a:pt x="391185" y="207759"/>
                    <a:pt x="391185" y="215918"/>
                    <a:pt x="391185" y="237676"/>
                  </a:cubicBezTo>
                  <a:cubicBezTo>
                    <a:pt x="391185" y="248554"/>
                    <a:pt x="391185" y="278470"/>
                    <a:pt x="374867" y="278470"/>
                  </a:cubicBezTo>
                  <a:cubicBezTo>
                    <a:pt x="366708" y="278470"/>
                    <a:pt x="363989" y="275751"/>
                    <a:pt x="358549" y="273031"/>
                  </a:cubicBezTo>
                  <a:cubicBezTo>
                    <a:pt x="353110" y="270311"/>
                    <a:pt x="350390" y="262152"/>
                    <a:pt x="350390" y="256713"/>
                  </a:cubicBezTo>
                  <a:cubicBezTo>
                    <a:pt x="350390" y="251274"/>
                    <a:pt x="347671" y="245834"/>
                    <a:pt x="347671" y="240395"/>
                  </a:cubicBezTo>
                  <a:cubicBezTo>
                    <a:pt x="347671" y="232236"/>
                    <a:pt x="347671" y="224077"/>
                    <a:pt x="347671" y="213199"/>
                  </a:cubicBezTo>
                  <a:cubicBezTo>
                    <a:pt x="347671" y="207759"/>
                    <a:pt x="347671" y="199600"/>
                    <a:pt x="344951" y="194161"/>
                  </a:cubicBezTo>
                  <a:cubicBezTo>
                    <a:pt x="342232" y="180563"/>
                    <a:pt x="342232" y="164245"/>
                    <a:pt x="339512" y="150647"/>
                  </a:cubicBezTo>
                  <a:cubicBezTo>
                    <a:pt x="336792" y="137048"/>
                    <a:pt x="331353" y="123450"/>
                    <a:pt x="323194" y="112571"/>
                  </a:cubicBezTo>
                  <a:cubicBezTo>
                    <a:pt x="317754" y="104412"/>
                    <a:pt x="304156" y="101693"/>
                    <a:pt x="293278" y="101693"/>
                  </a:cubicBezTo>
                  <a:cubicBezTo>
                    <a:pt x="279679" y="101693"/>
                    <a:pt x="271520" y="109852"/>
                    <a:pt x="263361" y="120730"/>
                  </a:cubicBezTo>
                  <a:cubicBezTo>
                    <a:pt x="257922" y="131609"/>
                    <a:pt x="247044" y="139768"/>
                    <a:pt x="241604" y="153366"/>
                  </a:cubicBezTo>
                  <a:cubicBezTo>
                    <a:pt x="236165" y="166964"/>
                    <a:pt x="233445" y="180563"/>
                    <a:pt x="233445" y="194161"/>
                  </a:cubicBezTo>
                  <a:cubicBezTo>
                    <a:pt x="233445" y="207759"/>
                    <a:pt x="230725" y="218638"/>
                    <a:pt x="225286" y="232236"/>
                  </a:cubicBezTo>
                  <a:cubicBezTo>
                    <a:pt x="219847" y="245834"/>
                    <a:pt x="219847" y="262152"/>
                    <a:pt x="217127" y="275751"/>
                  </a:cubicBezTo>
                  <a:cubicBezTo>
                    <a:pt x="214407" y="289349"/>
                    <a:pt x="214407" y="302947"/>
                    <a:pt x="211688" y="316545"/>
                  </a:cubicBezTo>
                  <a:cubicBezTo>
                    <a:pt x="211688" y="330144"/>
                    <a:pt x="206249" y="341022"/>
                    <a:pt x="206249" y="354621"/>
                  </a:cubicBezTo>
                  <a:cubicBezTo>
                    <a:pt x="203529" y="368219"/>
                    <a:pt x="203529" y="381817"/>
                    <a:pt x="200809" y="398135"/>
                  </a:cubicBezTo>
                  <a:cubicBezTo>
                    <a:pt x="198090" y="411733"/>
                    <a:pt x="198090" y="425332"/>
                    <a:pt x="195370" y="438930"/>
                  </a:cubicBezTo>
                  <a:cubicBezTo>
                    <a:pt x="195370" y="449809"/>
                    <a:pt x="192650" y="463407"/>
                    <a:pt x="192650" y="474286"/>
                  </a:cubicBezTo>
                  <a:cubicBezTo>
                    <a:pt x="192650" y="490603"/>
                    <a:pt x="195370" y="509641"/>
                    <a:pt x="195370" y="525959"/>
                  </a:cubicBezTo>
                  <a:cubicBezTo>
                    <a:pt x="195370" y="550436"/>
                    <a:pt x="203529" y="572193"/>
                    <a:pt x="208968" y="596670"/>
                  </a:cubicBezTo>
                  <a:cubicBezTo>
                    <a:pt x="211688" y="604829"/>
                    <a:pt x="211688" y="615708"/>
                    <a:pt x="214407" y="623867"/>
                  </a:cubicBezTo>
                  <a:cubicBezTo>
                    <a:pt x="217127" y="634745"/>
                    <a:pt x="222566" y="645624"/>
                    <a:pt x="228006" y="656502"/>
                  </a:cubicBezTo>
                  <a:cubicBezTo>
                    <a:pt x="236165" y="670101"/>
                    <a:pt x="252483" y="689138"/>
                    <a:pt x="271520" y="689138"/>
                  </a:cubicBezTo>
                  <a:cubicBezTo>
                    <a:pt x="287838" y="689138"/>
                    <a:pt x="298717" y="675540"/>
                    <a:pt x="306876" y="664661"/>
                  </a:cubicBezTo>
                  <a:cubicBezTo>
                    <a:pt x="320474" y="645624"/>
                    <a:pt x="325914" y="623867"/>
                    <a:pt x="331353" y="602109"/>
                  </a:cubicBezTo>
                  <a:cubicBezTo>
                    <a:pt x="334073" y="583072"/>
                    <a:pt x="336792" y="564034"/>
                    <a:pt x="336792" y="544997"/>
                  </a:cubicBezTo>
                  <a:cubicBezTo>
                    <a:pt x="336792" y="531398"/>
                    <a:pt x="336792" y="512361"/>
                    <a:pt x="336792" y="498762"/>
                  </a:cubicBezTo>
                  <a:cubicBezTo>
                    <a:pt x="336792" y="496043"/>
                    <a:pt x="336792" y="493323"/>
                    <a:pt x="336792" y="490603"/>
                  </a:cubicBezTo>
                  <a:cubicBezTo>
                    <a:pt x="336792" y="479725"/>
                    <a:pt x="336792" y="477005"/>
                    <a:pt x="320474" y="477005"/>
                  </a:cubicBezTo>
                  <a:cubicBezTo>
                    <a:pt x="309595" y="477005"/>
                    <a:pt x="295997" y="479725"/>
                    <a:pt x="282399" y="479725"/>
                  </a:cubicBezTo>
                  <a:cubicBezTo>
                    <a:pt x="271520" y="479725"/>
                    <a:pt x="260642" y="479725"/>
                    <a:pt x="252483" y="474286"/>
                  </a:cubicBezTo>
                  <a:cubicBezTo>
                    <a:pt x="249763" y="471566"/>
                    <a:pt x="247044" y="468846"/>
                    <a:pt x="247044" y="466126"/>
                  </a:cubicBezTo>
                  <a:cubicBezTo>
                    <a:pt x="247044" y="463407"/>
                    <a:pt x="247044" y="460687"/>
                    <a:pt x="249763" y="457968"/>
                  </a:cubicBezTo>
                  <a:cubicBezTo>
                    <a:pt x="255202" y="452528"/>
                    <a:pt x="260642" y="449809"/>
                    <a:pt x="268801" y="447089"/>
                  </a:cubicBezTo>
                  <a:cubicBezTo>
                    <a:pt x="282399" y="441650"/>
                    <a:pt x="295997" y="438930"/>
                    <a:pt x="312315" y="436210"/>
                  </a:cubicBezTo>
                  <a:cubicBezTo>
                    <a:pt x="325914" y="433491"/>
                    <a:pt x="339512" y="433491"/>
                    <a:pt x="353110" y="430771"/>
                  </a:cubicBezTo>
                  <a:cubicBezTo>
                    <a:pt x="363989" y="430771"/>
                    <a:pt x="374867" y="430771"/>
                    <a:pt x="385746" y="430771"/>
                  </a:cubicBezTo>
                  <a:cubicBezTo>
                    <a:pt x="402064" y="430771"/>
                    <a:pt x="426541" y="428051"/>
                    <a:pt x="437420" y="428051"/>
                  </a:cubicBezTo>
                  <a:cubicBezTo>
                    <a:pt x="451018" y="422612"/>
                    <a:pt x="464616" y="425332"/>
                    <a:pt x="464616" y="436210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A536130B-73EE-4E3D-9780-9C55A1656313}"/>
                </a:ext>
              </a:extLst>
            </p:cNvPr>
            <p:cNvSpPr/>
            <p:nvPr/>
          </p:nvSpPr>
          <p:spPr>
            <a:xfrm>
              <a:off x="9053923" y="4178559"/>
              <a:ext cx="625521" cy="788700"/>
            </a:xfrm>
            <a:custGeom>
              <a:avLst/>
              <a:gdLst>
                <a:gd name="connsiteX0" fmla="*/ 536838 w 625521"/>
                <a:gd name="connsiteY0" fmla="*/ 680979 h 788699"/>
                <a:gd name="connsiteX1" fmla="*/ 574913 w 625521"/>
                <a:gd name="connsiteY1" fmla="*/ 697297 h 788699"/>
                <a:gd name="connsiteX2" fmla="*/ 566755 w 625521"/>
                <a:gd name="connsiteY2" fmla="*/ 713615 h 788699"/>
                <a:gd name="connsiteX3" fmla="*/ 550437 w 625521"/>
                <a:gd name="connsiteY3" fmla="*/ 721774 h 788699"/>
                <a:gd name="connsiteX4" fmla="*/ 528680 w 625521"/>
                <a:gd name="connsiteY4" fmla="*/ 724494 h 788699"/>
                <a:gd name="connsiteX5" fmla="*/ 417174 w 625521"/>
                <a:gd name="connsiteY5" fmla="*/ 724494 h 788699"/>
                <a:gd name="connsiteX6" fmla="*/ 398136 w 625521"/>
                <a:gd name="connsiteY6" fmla="*/ 724494 h 788699"/>
                <a:gd name="connsiteX7" fmla="*/ 373659 w 625521"/>
                <a:gd name="connsiteY7" fmla="*/ 724494 h 788699"/>
                <a:gd name="connsiteX8" fmla="*/ 346462 w 625521"/>
                <a:gd name="connsiteY8" fmla="*/ 719054 h 788699"/>
                <a:gd name="connsiteX9" fmla="*/ 330144 w 625521"/>
                <a:gd name="connsiteY9" fmla="*/ 702737 h 788699"/>
                <a:gd name="connsiteX10" fmla="*/ 335584 w 625521"/>
                <a:gd name="connsiteY10" fmla="*/ 694578 h 788699"/>
                <a:gd name="connsiteX11" fmla="*/ 357341 w 625521"/>
                <a:gd name="connsiteY11" fmla="*/ 686419 h 788699"/>
                <a:gd name="connsiteX12" fmla="*/ 395416 w 625521"/>
                <a:gd name="connsiteY12" fmla="*/ 680979 h 788699"/>
                <a:gd name="connsiteX13" fmla="*/ 381817 w 625521"/>
                <a:gd name="connsiteY13" fmla="*/ 656502 h 788699"/>
                <a:gd name="connsiteX14" fmla="*/ 379098 w 625521"/>
                <a:gd name="connsiteY14" fmla="*/ 585791 h 788699"/>
                <a:gd name="connsiteX15" fmla="*/ 379098 w 625521"/>
                <a:gd name="connsiteY15" fmla="*/ 517800 h 788699"/>
                <a:gd name="connsiteX16" fmla="*/ 379098 w 625521"/>
                <a:gd name="connsiteY16" fmla="*/ 474286 h 788699"/>
                <a:gd name="connsiteX17" fmla="*/ 379098 w 625521"/>
                <a:gd name="connsiteY17" fmla="*/ 430771 h 788699"/>
                <a:gd name="connsiteX18" fmla="*/ 381817 w 625521"/>
                <a:gd name="connsiteY18" fmla="*/ 411733 h 788699"/>
                <a:gd name="connsiteX19" fmla="*/ 379098 w 625521"/>
                <a:gd name="connsiteY19" fmla="*/ 400855 h 788699"/>
                <a:gd name="connsiteX20" fmla="*/ 370939 w 625521"/>
                <a:gd name="connsiteY20" fmla="*/ 398135 h 788699"/>
                <a:gd name="connsiteX21" fmla="*/ 338304 w 625521"/>
                <a:gd name="connsiteY21" fmla="*/ 400855 h 788699"/>
                <a:gd name="connsiteX22" fmla="*/ 289349 w 625521"/>
                <a:gd name="connsiteY22" fmla="*/ 403575 h 788699"/>
                <a:gd name="connsiteX23" fmla="*/ 264872 w 625521"/>
                <a:gd name="connsiteY23" fmla="*/ 400855 h 788699"/>
                <a:gd name="connsiteX24" fmla="*/ 259433 w 625521"/>
                <a:gd name="connsiteY24" fmla="*/ 406294 h 788699"/>
                <a:gd name="connsiteX25" fmla="*/ 259433 w 625521"/>
                <a:gd name="connsiteY25" fmla="*/ 425332 h 788699"/>
                <a:gd name="connsiteX26" fmla="*/ 259433 w 625521"/>
                <a:gd name="connsiteY26" fmla="*/ 449809 h 788699"/>
                <a:gd name="connsiteX27" fmla="*/ 259433 w 625521"/>
                <a:gd name="connsiteY27" fmla="*/ 471566 h 788699"/>
                <a:gd name="connsiteX28" fmla="*/ 259433 w 625521"/>
                <a:gd name="connsiteY28" fmla="*/ 504202 h 788699"/>
                <a:gd name="connsiteX29" fmla="*/ 259433 w 625521"/>
                <a:gd name="connsiteY29" fmla="*/ 509641 h 788699"/>
                <a:gd name="connsiteX30" fmla="*/ 256714 w 625521"/>
                <a:gd name="connsiteY30" fmla="*/ 542277 h 788699"/>
                <a:gd name="connsiteX31" fmla="*/ 256714 w 625521"/>
                <a:gd name="connsiteY31" fmla="*/ 577632 h 788699"/>
                <a:gd name="connsiteX32" fmla="*/ 256714 w 625521"/>
                <a:gd name="connsiteY32" fmla="*/ 612988 h 788699"/>
                <a:gd name="connsiteX33" fmla="*/ 253994 w 625521"/>
                <a:gd name="connsiteY33" fmla="*/ 656502 h 788699"/>
                <a:gd name="connsiteX34" fmla="*/ 256714 w 625521"/>
                <a:gd name="connsiteY34" fmla="*/ 678260 h 788699"/>
                <a:gd name="connsiteX35" fmla="*/ 286629 w 625521"/>
                <a:gd name="connsiteY35" fmla="*/ 694578 h 788699"/>
                <a:gd name="connsiteX36" fmla="*/ 281191 w 625521"/>
                <a:gd name="connsiteY36" fmla="*/ 710895 h 788699"/>
                <a:gd name="connsiteX37" fmla="*/ 264872 w 625521"/>
                <a:gd name="connsiteY37" fmla="*/ 719054 h 788699"/>
                <a:gd name="connsiteX38" fmla="*/ 243116 w 625521"/>
                <a:gd name="connsiteY38" fmla="*/ 721774 h 788699"/>
                <a:gd name="connsiteX39" fmla="*/ 243116 w 625521"/>
                <a:gd name="connsiteY39" fmla="*/ 721774 h 788699"/>
                <a:gd name="connsiteX40" fmla="*/ 232236 w 625521"/>
                <a:gd name="connsiteY40" fmla="*/ 727214 h 788699"/>
                <a:gd name="connsiteX41" fmla="*/ 224078 w 625521"/>
                <a:gd name="connsiteY41" fmla="*/ 735372 h 788699"/>
                <a:gd name="connsiteX42" fmla="*/ 213199 w 625521"/>
                <a:gd name="connsiteY42" fmla="*/ 738092 h 788699"/>
                <a:gd name="connsiteX43" fmla="*/ 183283 w 625521"/>
                <a:gd name="connsiteY43" fmla="*/ 727214 h 788699"/>
                <a:gd name="connsiteX44" fmla="*/ 175124 w 625521"/>
                <a:gd name="connsiteY44" fmla="*/ 719054 h 788699"/>
                <a:gd name="connsiteX45" fmla="*/ 145208 w 625521"/>
                <a:gd name="connsiteY45" fmla="*/ 719054 h 788699"/>
                <a:gd name="connsiteX46" fmla="*/ 126170 w 625521"/>
                <a:gd name="connsiteY46" fmla="*/ 719054 h 788699"/>
                <a:gd name="connsiteX47" fmla="*/ 101693 w 625521"/>
                <a:gd name="connsiteY47" fmla="*/ 719054 h 788699"/>
                <a:gd name="connsiteX48" fmla="*/ 74496 w 625521"/>
                <a:gd name="connsiteY48" fmla="*/ 713615 h 788699"/>
                <a:gd name="connsiteX49" fmla="*/ 58178 w 625521"/>
                <a:gd name="connsiteY49" fmla="*/ 697297 h 788699"/>
                <a:gd name="connsiteX50" fmla="*/ 63618 w 625521"/>
                <a:gd name="connsiteY50" fmla="*/ 689138 h 788699"/>
                <a:gd name="connsiteX51" fmla="*/ 85375 w 625521"/>
                <a:gd name="connsiteY51" fmla="*/ 680979 h 788699"/>
                <a:gd name="connsiteX52" fmla="*/ 131609 w 625521"/>
                <a:gd name="connsiteY52" fmla="*/ 675540 h 788699"/>
                <a:gd name="connsiteX53" fmla="*/ 131609 w 625521"/>
                <a:gd name="connsiteY53" fmla="*/ 667381 h 788699"/>
                <a:gd name="connsiteX54" fmla="*/ 131609 w 625521"/>
                <a:gd name="connsiteY54" fmla="*/ 651063 h 788699"/>
                <a:gd name="connsiteX55" fmla="*/ 131609 w 625521"/>
                <a:gd name="connsiteY55" fmla="*/ 618427 h 788699"/>
                <a:gd name="connsiteX56" fmla="*/ 131609 w 625521"/>
                <a:gd name="connsiteY56" fmla="*/ 580352 h 788699"/>
                <a:gd name="connsiteX57" fmla="*/ 131609 w 625521"/>
                <a:gd name="connsiteY57" fmla="*/ 531398 h 788699"/>
                <a:gd name="connsiteX58" fmla="*/ 131609 w 625521"/>
                <a:gd name="connsiteY58" fmla="*/ 466126 h 788699"/>
                <a:gd name="connsiteX59" fmla="*/ 131609 w 625521"/>
                <a:gd name="connsiteY59" fmla="*/ 422612 h 788699"/>
                <a:gd name="connsiteX60" fmla="*/ 131609 w 625521"/>
                <a:gd name="connsiteY60" fmla="*/ 411733 h 788699"/>
                <a:gd name="connsiteX61" fmla="*/ 131609 w 625521"/>
                <a:gd name="connsiteY61" fmla="*/ 398135 h 788699"/>
                <a:gd name="connsiteX62" fmla="*/ 126170 w 625521"/>
                <a:gd name="connsiteY62" fmla="*/ 389976 h 788699"/>
                <a:gd name="connsiteX63" fmla="*/ 101693 w 625521"/>
                <a:gd name="connsiteY63" fmla="*/ 387257 h 788699"/>
                <a:gd name="connsiteX64" fmla="*/ 77216 w 625521"/>
                <a:gd name="connsiteY64" fmla="*/ 376378 h 788699"/>
                <a:gd name="connsiteX65" fmla="*/ 82655 w 625521"/>
                <a:gd name="connsiteY65" fmla="*/ 368219 h 788699"/>
                <a:gd name="connsiteX66" fmla="*/ 98973 w 625521"/>
                <a:gd name="connsiteY66" fmla="*/ 360060 h 788699"/>
                <a:gd name="connsiteX67" fmla="*/ 118011 w 625521"/>
                <a:gd name="connsiteY67" fmla="*/ 357340 h 788699"/>
                <a:gd name="connsiteX68" fmla="*/ 131609 w 625521"/>
                <a:gd name="connsiteY68" fmla="*/ 351901 h 788699"/>
                <a:gd name="connsiteX69" fmla="*/ 131609 w 625521"/>
                <a:gd name="connsiteY69" fmla="*/ 343742 h 788699"/>
                <a:gd name="connsiteX70" fmla="*/ 131609 w 625521"/>
                <a:gd name="connsiteY70" fmla="*/ 270311 h 788699"/>
                <a:gd name="connsiteX71" fmla="*/ 137048 w 625521"/>
                <a:gd name="connsiteY71" fmla="*/ 145207 h 788699"/>
                <a:gd name="connsiteX72" fmla="*/ 139768 w 625521"/>
                <a:gd name="connsiteY72" fmla="*/ 123450 h 788699"/>
                <a:gd name="connsiteX73" fmla="*/ 123450 w 625521"/>
                <a:gd name="connsiteY73" fmla="*/ 123450 h 788699"/>
                <a:gd name="connsiteX74" fmla="*/ 118011 w 625521"/>
                <a:gd name="connsiteY74" fmla="*/ 123450 h 788699"/>
                <a:gd name="connsiteX75" fmla="*/ 101693 w 625521"/>
                <a:gd name="connsiteY75" fmla="*/ 123450 h 788699"/>
                <a:gd name="connsiteX76" fmla="*/ 74496 w 625521"/>
                <a:gd name="connsiteY76" fmla="*/ 118011 h 788699"/>
                <a:gd name="connsiteX77" fmla="*/ 58178 w 625521"/>
                <a:gd name="connsiteY77" fmla="*/ 101693 h 788699"/>
                <a:gd name="connsiteX78" fmla="*/ 63618 w 625521"/>
                <a:gd name="connsiteY78" fmla="*/ 93534 h 788699"/>
                <a:gd name="connsiteX79" fmla="*/ 85375 w 625521"/>
                <a:gd name="connsiteY79" fmla="*/ 85375 h 788699"/>
                <a:gd name="connsiteX80" fmla="*/ 137048 w 625521"/>
                <a:gd name="connsiteY80" fmla="*/ 82655 h 788699"/>
                <a:gd name="connsiteX81" fmla="*/ 147927 w 625521"/>
                <a:gd name="connsiteY81" fmla="*/ 82655 h 788699"/>
                <a:gd name="connsiteX82" fmla="*/ 186003 w 625521"/>
                <a:gd name="connsiteY82" fmla="*/ 58178 h 788699"/>
                <a:gd name="connsiteX83" fmla="*/ 226797 w 625521"/>
                <a:gd name="connsiteY83" fmla="*/ 79936 h 788699"/>
                <a:gd name="connsiteX84" fmla="*/ 253994 w 625521"/>
                <a:gd name="connsiteY84" fmla="*/ 79936 h 788699"/>
                <a:gd name="connsiteX85" fmla="*/ 294789 w 625521"/>
                <a:gd name="connsiteY85" fmla="*/ 96253 h 788699"/>
                <a:gd name="connsiteX86" fmla="*/ 283910 w 625521"/>
                <a:gd name="connsiteY86" fmla="*/ 112571 h 788699"/>
                <a:gd name="connsiteX87" fmla="*/ 267592 w 625521"/>
                <a:gd name="connsiteY87" fmla="*/ 120730 h 788699"/>
                <a:gd name="connsiteX88" fmla="*/ 245835 w 625521"/>
                <a:gd name="connsiteY88" fmla="*/ 123450 h 788699"/>
                <a:gd name="connsiteX89" fmla="*/ 237676 w 625521"/>
                <a:gd name="connsiteY89" fmla="*/ 123450 h 788699"/>
                <a:gd name="connsiteX90" fmla="*/ 240396 w 625521"/>
                <a:gd name="connsiteY90" fmla="*/ 128889 h 788699"/>
                <a:gd name="connsiteX91" fmla="*/ 251274 w 625521"/>
                <a:gd name="connsiteY91" fmla="*/ 177843 h 788699"/>
                <a:gd name="connsiteX92" fmla="*/ 256714 w 625521"/>
                <a:gd name="connsiteY92" fmla="*/ 226797 h 788699"/>
                <a:gd name="connsiteX93" fmla="*/ 262153 w 625521"/>
                <a:gd name="connsiteY93" fmla="*/ 273031 h 788699"/>
                <a:gd name="connsiteX94" fmla="*/ 262153 w 625521"/>
                <a:gd name="connsiteY94" fmla="*/ 289349 h 788699"/>
                <a:gd name="connsiteX95" fmla="*/ 262153 w 625521"/>
                <a:gd name="connsiteY95" fmla="*/ 297508 h 788699"/>
                <a:gd name="connsiteX96" fmla="*/ 264872 w 625521"/>
                <a:gd name="connsiteY96" fmla="*/ 321985 h 788699"/>
                <a:gd name="connsiteX97" fmla="*/ 270312 w 625521"/>
                <a:gd name="connsiteY97" fmla="*/ 335583 h 788699"/>
                <a:gd name="connsiteX98" fmla="*/ 270312 w 625521"/>
                <a:gd name="connsiteY98" fmla="*/ 338303 h 788699"/>
                <a:gd name="connsiteX99" fmla="*/ 270312 w 625521"/>
                <a:gd name="connsiteY99" fmla="*/ 346462 h 788699"/>
                <a:gd name="connsiteX100" fmla="*/ 278471 w 625521"/>
                <a:gd name="connsiteY100" fmla="*/ 354621 h 788699"/>
                <a:gd name="connsiteX101" fmla="*/ 338304 w 625521"/>
                <a:gd name="connsiteY101" fmla="*/ 349181 h 788699"/>
                <a:gd name="connsiteX102" fmla="*/ 365500 w 625521"/>
                <a:gd name="connsiteY102" fmla="*/ 349181 h 788699"/>
                <a:gd name="connsiteX103" fmla="*/ 381817 w 625521"/>
                <a:gd name="connsiteY103" fmla="*/ 349181 h 788699"/>
                <a:gd name="connsiteX104" fmla="*/ 392697 w 625521"/>
                <a:gd name="connsiteY104" fmla="*/ 338303 h 788699"/>
                <a:gd name="connsiteX105" fmla="*/ 389977 w 625521"/>
                <a:gd name="connsiteY105" fmla="*/ 313826 h 788699"/>
                <a:gd name="connsiteX106" fmla="*/ 392697 w 625521"/>
                <a:gd name="connsiteY106" fmla="*/ 262152 h 788699"/>
                <a:gd name="connsiteX107" fmla="*/ 395416 w 625521"/>
                <a:gd name="connsiteY107" fmla="*/ 224077 h 788699"/>
                <a:gd name="connsiteX108" fmla="*/ 398136 w 625521"/>
                <a:gd name="connsiteY108" fmla="*/ 177843 h 788699"/>
                <a:gd name="connsiteX109" fmla="*/ 395416 w 625521"/>
                <a:gd name="connsiteY109" fmla="*/ 153366 h 788699"/>
                <a:gd name="connsiteX110" fmla="*/ 395416 w 625521"/>
                <a:gd name="connsiteY110" fmla="*/ 137048 h 788699"/>
                <a:gd name="connsiteX111" fmla="*/ 379098 w 625521"/>
                <a:gd name="connsiteY111" fmla="*/ 137048 h 788699"/>
                <a:gd name="connsiteX112" fmla="*/ 351902 w 625521"/>
                <a:gd name="connsiteY112" fmla="*/ 131609 h 788699"/>
                <a:gd name="connsiteX113" fmla="*/ 338304 w 625521"/>
                <a:gd name="connsiteY113" fmla="*/ 115291 h 788699"/>
                <a:gd name="connsiteX114" fmla="*/ 343742 w 625521"/>
                <a:gd name="connsiteY114" fmla="*/ 107132 h 788699"/>
                <a:gd name="connsiteX115" fmla="*/ 362780 w 625521"/>
                <a:gd name="connsiteY115" fmla="*/ 98973 h 788699"/>
                <a:gd name="connsiteX116" fmla="*/ 395416 w 625521"/>
                <a:gd name="connsiteY116" fmla="*/ 96253 h 788699"/>
                <a:gd name="connsiteX117" fmla="*/ 403575 w 625521"/>
                <a:gd name="connsiteY117" fmla="*/ 90814 h 788699"/>
                <a:gd name="connsiteX118" fmla="*/ 422612 w 625521"/>
                <a:gd name="connsiteY118" fmla="*/ 88095 h 788699"/>
                <a:gd name="connsiteX119" fmla="*/ 428052 w 625521"/>
                <a:gd name="connsiteY119" fmla="*/ 88095 h 788699"/>
                <a:gd name="connsiteX120" fmla="*/ 447090 w 625521"/>
                <a:gd name="connsiteY120" fmla="*/ 90814 h 788699"/>
                <a:gd name="connsiteX121" fmla="*/ 455249 w 625521"/>
                <a:gd name="connsiteY121" fmla="*/ 96253 h 788699"/>
                <a:gd name="connsiteX122" fmla="*/ 525960 w 625521"/>
                <a:gd name="connsiteY122" fmla="*/ 93534 h 788699"/>
                <a:gd name="connsiteX123" fmla="*/ 561315 w 625521"/>
                <a:gd name="connsiteY123" fmla="*/ 109852 h 788699"/>
                <a:gd name="connsiteX124" fmla="*/ 555876 w 625521"/>
                <a:gd name="connsiteY124" fmla="*/ 126170 h 788699"/>
                <a:gd name="connsiteX125" fmla="*/ 539558 w 625521"/>
                <a:gd name="connsiteY125" fmla="*/ 134329 h 788699"/>
                <a:gd name="connsiteX126" fmla="*/ 517800 w 625521"/>
                <a:gd name="connsiteY126" fmla="*/ 137048 h 788699"/>
                <a:gd name="connsiteX127" fmla="*/ 477006 w 625521"/>
                <a:gd name="connsiteY127" fmla="*/ 137048 h 788699"/>
                <a:gd name="connsiteX128" fmla="*/ 485165 w 625521"/>
                <a:gd name="connsiteY128" fmla="*/ 161525 h 788699"/>
                <a:gd name="connsiteX129" fmla="*/ 496043 w 625521"/>
                <a:gd name="connsiteY129" fmla="*/ 210479 h 788699"/>
                <a:gd name="connsiteX130" fmla="*/ 501483 w 625521"/>
                <a:gd name="connsiteY130" fmla="*/ 251274 h 788699"/>
                <a:gd name="connsiteX131" fmla="*/ 506922 w 625521"/>
                <a:gd name="connsiteY131" fmla="*/ 292069 h 788699"/>
                <a:gd name="connsiteX132" fmla="*/ 506922 w 625521"/>
                <a:gd name="connsiteY132" fmla="*/ 321985 h 788699"/>
                <a:gd name="connsiteX133" fmla="*/ 509642 w 625521"/>
                <a:gd name="connsiteY133" fmla="*/ 341022 h 788699"/>
                <a:gd name="connsiteX134" fmla="*/ 509642 w 625521"/>
                <a:gd name="connsiteY134" fmla="*/ 343742 h 788699"/>
                <a:gd name="connsiteX135" fmla="*/ 517800 w 625521"/>
                <a:gd name="connsiteY135" fmla="*/ 349181 h 788699"/>
                <a:gd name="connsiteX136" fmla="*/ 528680 w 625521"/>
                <a:gd name="connsiteY136" fmla="*/ 349181 h 788699"/>
                <a:gd name="connsiteX137" fmla="*/ 550437 w 625521"/>
                <a:gd name="connsiteY137" fmla="*/ 357340 h 788699"/>
                <a:gd name="connsiteX138" fmla="*/ 550437 w 625521"/>
                <a:gd name="connsiteY138" fmla="*/ 362780 h 788699"/>
                <a:gd name="connsiteX139" fmla="*/ 534119 w 625521"/>
                <a:gd name="connsiteY139" fmla="*/ 384537 h 788699"/>
                <a:gd name="connsiteX140" fmla="*/ 520520 w 625521"/>
                <a:gd name="connsiteY140" fmla="*/ 389976 h 788699"/>
                <a:gd name="connsiteX141" fmla="*/ 512362 w 625521"/>
                <a:gd name="connsiteY141" fmla="*/ 395415 h 788699"/>
                <a:gd name="connsiteX142" fmla="*/ 512362 w 625521"/>
                <a:gd name="connsiteY142" fmla="*/ 398135 h 788699"/>
                <a:gd name="connsiteX143" fmla="*/ 512362 w 625521"/>
                <a:gd name="connsiteY143" fmla="*/ 409014 h 788699"/>
                <a:gd name="connsiteX144" fmla="*/ 512362 w 625521"/>
                <a:gd name="connsiteY144" fmla="*/ 414453 h 788699"/>
                <a:gd name="connsiteX145" fmla="*/ 512362 w 625521"/>
                <a:gd name="connsiteY145" fmla="*/ 438930 h 788699"/>
                <a:gd name="connsiteX146" fmla="*/ 515081 w 625521"/>
                <a:gd name="connsiteY146" fmla="*/ 504202 h 788699"/>
                <a:gd name="connsiteX147" fmla="*/ 520520 w 625521"/>
                <a:gd name="connsiteY147" fmla="*/ 572193 h 788699"/>
                <a:gd name="connsiteX148" fmla="*/ 517800 w 625521"/>
                <a:gd name="connsiteY148" fmla="*/ 604829 h 788699"/>
                <a:gd name="connsiteX149" fmla="*/ 512362 w 625521"/>
                <a:gd name="connsiteY149" fmla="*/ 661942 h 788699"/>
                <a:gd name="connsiteX150" fmla="*/ 509642 w 625521"/>
                <a:gd name="connsiteY150" fmla="*/ 670101 h 788699"/>
                <a:gd name="connsiteX151" fmla="*/ 512362 w 625521"/>
                <a:gd name="connsiteY151" fmla="*/ 680979 h 788699"/>
                <a:gd name="connsiteX152" fmla="*/ 512362 w 625521"/>
                <a:gd name="connsiteY152" fmla="*/ 686419 h 788699"/>
                <a:gd name="connsiteX153" fmla="*/ 536838 w 625521"/>
                <a:gd name="connsiteY153" fmla="*/ 680979 h 788699"/>
                <a:gd name="connsiteX154" fmla="*/ 536838 w 625521"/>
                <a:gd name="connsiteY154" fmla="*/ 680979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</a:cxnLst>
              <a:rect l="l" t="t" r="r" b="b"/>
              <a:pathLst>
                <a:path w="625521" h="788699">
                  <a:moveTo>
                    <a:pt x="536838" y="680979"/>
                  </a:moveTo>
                  <a:cubicBezTo>
                    <a:pt x="550437" y="680979"/>
                    <a:pt x="574913" y="680979"/>
                    <a:pt x="574913" y="697297"/>
                  </a:cubicBezTo>
                  <a:cubicBezTo>
                    <a:pt x="574913" y="705456"/>
                    <a:pt x="572194" y="708176"/>
                    <a:pt x="566755" y="713615"/>
                  </a:cubicBezTo>
                  <a:cubicBezTo>
                    <a:pt x="561315" y="719054"/>
                    <a:pt x="555876" y="721774"/>
                    <a:pt x="550437" y="721774"/>
                  </a:cubicBezTo>
                  <a:cubicBezTo>
                    <a:pt x="539558" y="724494"/>
                    <a:pt x="534119" y="724494"/>
                    <a:pt x="528680" y="724494"/>
                  </a:cubicBezTo>
                  <a:cubicBezTo>
                    <a:pt x="517800" y="724494"/>
                    <a:pt x="428052" y="724494"/>
                    <a:pt x="417174" y="724494"/>
                  </a:cubicBezTo>
                  <a:cubicBezTo>
                    <a:pt x="403575" y="724494"/>
                    <a:pt x="414454" y="724494"/>
                    <a:pt x="398136" y="724494"/>
                  </a:cubicBezTo>
                  <a:cubicBezTo>
                    <a:pt x="389977" y="724494"/>
                    <a:pt x="381817" y="724494"/>
                    <a:pt x="373659" y="724494"/>
                  </a:cubicBezTo>
                  <a:cubicBezTo>
                    <a:pt x="365500" y="724494"/>
                    <a:pt x="354621" y="721774"/>
                    <a:pt x="346462" y="719054"/>
                  </a:cubicBezTo>
                  <a:cubicBezTo>
                    <a:pt x="338304" y="716335"/>
                    <a:pt x="330144" y="708176"/>
                    <a:pt x="330144" y="702737"/>
                  </a:cubicBezTo>
                  <a:cubicBezTo>
                    <a:pt x="330144" y="700017"/>
                    <a:pt x="330144" y="697297"/>
                    <a:pt x="335584" y="694578"/>
                  </a:cubicBezTo>
                  <a:cubicBezTo>
                    <a:pt x="341023" y="691858"/>
                    <a:pt x="351902" y="689138"/>
                    <a:pt x="357341" y="686419"/>
                  </a:cubicBezTo>
                  <a:cubicBezTo>
                    <a:pt x="373659" y="683699"/>
                    <a:pt x="387257" y="680979"/>
                    <a:pt x="395416" y="680979"/>
                  </a:cubicBezTo>
                  <a:cubicBezTo>
                    <a:pt x="387257" y="675540"/>
                    <a:pt x="384537" y="670101"/>
                    <a:pt x="381817" y="656502"/>
                  </a:cubicBezTo>
                  <a:cubicBezTo>
                    <a:pt x="379098" y="632026"/>
                    <a:pt x="379098" y="610268"/>
                    <a:pt x="379098" y="585791"/>
                  </a:cubicBezTo>
                  <a:cubicBezTo>
                    <a:pt x="379098" y="564034"/>
                    <a:pt x="379098" y="542277"/>
                    <a:pt x="379098" y="517800"/>
                  </a:cubicBezTo>
                  <a:cubicBezTo>
                    <a:pt x="379098" y="504202"/>
                    <a:pt x="379098" y="487884"/>
                    <a:pt x="379098" y="474286"/>
                  </a:cubicBezTo>
                  <a:cubicBezTo>
                    <a:pt x="379098" y="457968"/>
                    <a:pt x="376379" y="444369"/>
                    <a:pt x="379098" y="430771"/>
                  </a:cubicBezTo>
                  <a:cubicBezTo>
                    <a:pt x="379098" y="425332"/>
                    <a:pt x="381817" y="417173"/>
                    <a:pt x="381817" y="411733"/>
                  </a:cubicBezTo>
                  <a:cubicBezTo>
                    <a:pt x="381817" y="406294"/>
                    <a:pt x="381817" y="403575"/>
                    <a:pt x="379098" y="400855"/>
                  </a:cubicBezTo>
                  <a:cubicBezTo>
                    <a:pt x="376379" y="400855"/>
                    <a:pt x="373659" y="398135"/>
                    <a:pt x="370939" y="398135"/>
                  </a:cubicBezTo>
                  <a:cubicBezTo>
                    <a:pt x="360061" y="398135"/>
                    <a:pt x="343742" y="400855"/>
                    <a:pt x="338304" y="400855"/>
                  </a:cubicBezTo>
                  <a:cubicBezTo>
                    <a:pt x="330144" y="400855"/>
                    <a:pt x="319266" y="403575"/>
                    <a:pt x="289349" y="403575"/>
                  </a:cubicBezTo>
                  <a:cubicBezTo>
                    <a:pt x="275751" y="403575"/>
                    <a:pt x="267592" y="400855"/>
                    <a:pt x="264872" y="400855"/>
                  </a:cubicBezTo>
                  <a:cubicBezTo>
                    <a:pt x="262153" y="400855"/>
                    <a:pt x="259433" y="400855"/>
                    <a:pt x="259433" y="406294"/>
                  </a:cubicBezTo>
                  <a:cubicBezTo>
                    <a:pt x="259433" y="414453"/>
                    <a:pt x="259433" y="419892"/>
                    <a:pt x="259433" y="425332"/>
                  </a:cubicBezTo>
                  <a:cubicBezTo>
                    <a:pt x="259433" y="433491"/>
                    <a:pt x="259433" y="441650"/>
                    <a:pt x="259433" y="449809"/>
                  </a:cubicBezTo>
                  <a:cubicBezTo>
                    <a:pt x="259433" y="457968"/>
                    <a:pt x="259433" y="463407"/>
                    <a:pt x="259433" y="471566"/>
                  </a:cubicBezTo>
                  <a:cubicBezTo>
                    <a:pt x="259433" y="482445"/>
                    <a:pt x="259433" y="493323"/>
                    <a:pt x="259433" y="504202"/>
                  </a:cubicBezTo>
                  <a:cubicBezTo>
                    <a:pt x="259433" y="506921"/>
                    <a:pt x="259433" y="506921"/>
                    <a:pt x="259433" y="509641"/>
                  </a:cubicBezTo>
                  <a:cubicBezTo>
                    <a:pt x="259433" y="520520"/>
                    <a:pt x="256714" y="531398"/>
                    <a:pt x="256714" y="542277"/>
                  </a:cubicBezTo>
                  <a:cubicBezTo>
                    <a:pt x="256714" y="553156"/>
                    <a:pt x="256714" y="566754"/>
                    <a:pt x="256714" y="577632"/>
                  </a:cubicBezTo>
                  <a:cubicBezTo>
                    <a:pt x="256714" y="588511"/>
                    <a:pt x="256714" y="599390"/>
                    <a:pt x="256714" y="612988"/>
                  </a:cubicBezTo>
                  <a:cubicBezTo>
                    <a:pt x="256714" y="629306"/>
                    <a:pt x="253994" y="642904"/>
                    <a:pt x="253994" y="656502"/>
                  </a:cubicBezTo>
                  <a:cubicBezTo>
                    <a:pt x="253994" y="664661"/>
                    <a:pt x="256714" y="672820"/>
                    <a:pt x="256714" y="678260"/>
                  </a:cubicBezTo>
                  <a:cubicBezTo>
                    <a:pt x="270312" y="678260"/>
                    <a:pt x="286629" y="680979"/>
                    <a:pt x="286629" y="694578"/>
                  </a:cubicBezTo>
                  <a:cubicBezTo>
                    <a:pt x="286629" y="702737"/>
                    <a:pt x="283910" y="705456"/>
                    <a:pt x="281191" y="710895"/>
                  </a:cubicBezTo>
                  <a:cubicBezTo>
                    <a:pt x="275751" y="716335"/>
                    <a:pt x="270312" y="719054"/>
                    <a:pt x="264872" y="719054"/>
                  </a:cubicBezTo>
                  <a:cubicBezTo>
                    <a:pt x="256714" y="721774"/>
                    <a:pt x="248554" y="721774"/>
                    <a:pt x="243116" y="721774"/>
                  </a:cubicBezTo>
                  <a:cubicBezTo>
                    <a:pt x="243116" y="721774"/>
                    <a:pt x="243116" y="721774"/>
                    <a:pt x="243116" y="721774"/>
                  </a:cubicBezTo>
                  <a:cubicBezTo>
                    <a:pt x="237676" y="724494"/>
                    <a:pt x="237676" y="724494"/>
                    <a:pt x="232236" y="727214"/>
                  </a:cubicBezTo>
                  <a:cubicBezTo>
                    <a:pt x="229517" y="729933"/>
                    <a:pt x="229517" y="732653"/>
                    <a:pt x="224078" y="735372"/>
                  </a:cubicBezTo>
                  <a:cubicBezTo>
                    <a:pt x="221358" y="738092"/>
                    <a:pt x="215919" y="738092"/>
                    <a:pt x="213199" y="738092"/>
                  </a:cubicBezTo>
                  <a:cubicBezTo>
                    <a:pt x="199601" y="738092"/>
                    <a:pt x="188722" y="735372"/>
                    <a:pt x="183283" y="727214"/>
                  </a:cubicBezTo>
                  <a:cubicBezTo>
                    <a:pt x="180563" y="724494"/>
                    <a:pt x="177843" y="721774"/>
                    <a:pt x="175124" y="719054"/>
                  </a:cubicBezTo>
                  <a:cubicBezTo>
                    <a:pt x="161526" y="719054"/>
                    <a:pt x="150646" y="719054"/>
                    <a:pt x="145208" y="719054"/>
                  </a:cubicBezTo>
                  <a:cubicBezTo>
                    <a:pt x="131609" y="719054"/>
                    <a:pt x="142488" y="719054"/>
                    <a:pt x="126170" y="719054"/>
                  </a:cubicBezTo>
                  <a:cubicBezTo>
                    <a:pt x="118011" y="719054"/>
                    <a:pt x="109852" y="719054"/>
                    <a:pt x="101693" y="719054"/>
                  </a:cubicBezTo>
                  <a:cubicBezTo>
                    <a:pt x="93534" y="719054"/>
                    <a:pt x="82655" y="719054"/>
                    <a:pt x="74496" y="713615"/>
                  </a:cubicBezTo>
                  <a:cubicBezTo>
                    <a:pt x="66338" y="710895"/>
                    <a:pt x="58178" y="702737"/>
                    <a:pt x="58178" y="697297"/>
                  </a:cubicBezTo>
                  <a:cubicBezTo>
                    <a:pt x="58178" y="694578"/>
                    <a:pt x="58178" y="691858"/>
                    <a:pt x="63618" y="689138"/>
                  </a:cubicBezTo>
                  <a:cubicBezTo>
                    <a:pt x="69057" y="686419"/>
                    <a:pt x="79936" y="683699"/>
                    <a:pt x="85375" y="680979"/>
                  </a:cubicBezTo>
                  <a:cubicBezTo>
                    <a:pt x="98973" y="678260"/>
                    <a:pt x="118011" y="678260"/>
                    <a:pt x="131609" y="675540"/>
                  </a:cubicBezTo>
                  <a:cubicBezTo>
                    <a:pt x="131609" y="672820"/>
                    <a:pt x="131609" y="670101"/>
                    <a:pt x="131609" y="667381"/>
                  </a:cubicBezTo>
                  <a:cubicBezTo>
                    <a:pt x="131609" y="661942"/>
                    <a:pt x="131609" y="656502"/>
                    <a:pt x="131609" y="651063"/>
                  </a:cubicBezTo>
                  <a:cubicBezTo>
                    <a:pt x="131609" y="640184"/>
                    <a:pt x="131609" y="629306"/>
                    <a:pt x="131609" y="618427"/>
                  </a:cubicBezTo>
                  <a:cubicBezTo>
                    <a:pt x="131609" y="604829"/>
                    <a:pt x="131609" y="593950"/>
                    <a:pt x="131609" y="580352"/>
                  </a:cubicBezTo>
                  <a:cubicBezTo>
                    <a:pt x="131609" y="564034"/>
                    <a:pt x="131609" y="547716"/>
                    <a:pt x="131609" y="531398"/>
                  </a:cubicBezTo>
                  <a:cubicBezTo>
                    <a:pt x="131609" y="509641"/>
                    <a:pt x="131609" y="487884"/>
                    <a:pt x="131609" y="466126"/>
                  </a:cubicBezTo>
                  <a:cubicBezTo>
                    <a:pt x="131609" y="452528"/>
                    <a:pt x="131609" y="436210"/>
                    <a:pt x="131609" y="422612"/>
                  </a:cubicBezTo>
                  <a:cubicBezTo>
                    <a:pt x="131609" y="419892"/>
                    <a:pt x="131609" y="414453"/>
                    <a:pt x="131609" y="411733"/>
                  </a:cubicBezTo>
                  <a:cubicBezTo>
                    <a:pt x="131609" y="409014"/>
                    <a:pt x="131609" y="400855"/>
                    <a:pt x="131609" y="398135"/>
                  </a:cubicBezTo>
                  <a:cubicBezTo>
                    <a:pt x="131609" y="392696"/>
                    <a:pt x="131609" y="392696"/>
                    <a:pt x="126170" y="389976"/>
                  </a:cubicBezTo>
                  <a:cubicBezTo>
                    <a:pt x="123450" y="389976"/>
                    <a:pt x="109852" y="387257"/>
                    <a:pt x="101693" y="387257"/>
                  </a:cubicBezTo>
                  <a:cubicBezTo>
                    <a:pt x="90814" y="384537"/>
                    <a:pt x="77216" y="381817"/>
                    <a:pt x="77216" y="376378"/>
                  </a:cubicBezTo>
                  <a:cubicBezTo>
                    <a:pt x="77216" y="373658"/>
                    <a:pt x="79936" y="370939"/>
                    <a:pt x="82655" y="368219"/>
                  </a:cubicBezTo>
                  <a:cubicBezTo>
                    <a:pt x="88095" y="365499"/>
                    <a:pt x="93534" y="362780"/>
                    <a:pt x="98973" y="360060"/>
                  </a:cubicBezTo>
                  <a:cubicBezTo>
                    <a:pt x="104413" y="360060"/>
                    <a:pt x="112571" y="357340"/>
                    <a:pt x="118011" y="357340"/>
                  </a:cubicBezTo>
                  <a:cubicBezTo>
                    <a:pt x="126170" y="354621"/>
                    <a:pt x="128890" y="357340"/>
                    <a:pt x="131609" y="351901"/>
                  </a:cubicBezTo>
                  <a:cubicBezTo>
                    <a:pt x="131609" y="349181"/>
                    <a:pt x="131609" y="346462"/>
                    <a:pt x="131609" y="343742"/>
                  </a:cubicBezTo>
                  <a:cubicBezTo>
                    <a:pt x="131609" y="319265"/>
                    <a:pt x="131609" y="294788"/>
                    <a:pt x="131609" y="270311"/>
                  </a:cubicBezTo>
                  <a:cubicBezTo>
                    <a:pt x="131609" y="226797"/>
                    <a:pt x="131609" y="186002"/>
                    <a:pt x="137048" y="145207"/>
                  </a:cubicBezTo>
                  <a:cubicBezTo>
                    <a:pt x="137048" y="139768"/>
                    <a:pt x="137048" y="131609"/>
                    <a:pt x="139768" y="123450"/>
                  </a:cubicBezTo>
                  <a:cubicBezTo>
                    <a:pt x="134329" y="123450"/>
                    <a:pt x="137048" y="123450"/>
                    <a:pt x="123450" y="123450"/>
                  </a:cubicBezTo>
                  <a:cubicBezTo>
                    <a:pt x="120731" y="123450"/>
                    <a:pt x="120731" y="123450"/>
                    <a:pt x="118011" y="123450"/>
                  </a:cubicBezTo>
                  <a:cubicBezTo>
                    <a:pt x="112571" y="123450"/>
                    <a:pt x="107133" y="123450"/>
                    <a:pt x="101693" y="123450"/>
                  </a:cubicBezTo>
                  <a:cubicBezTo>
                    <a:pt x="93534" y="123450"/>
                    <a:pt x="82655" y="120730"/>
                    <a:pt x="74496" y="118011"/>
                  </a:cubicBezTo>
                  <a:cubicBezTo>
                    <a:pt x="66338" y="115291"/>
                    <a:pt x="58178" y="107132"/>
                    <a:pt x="58178" y="101693"/>
                  </a:cubicBezTo>
                  <a:cubicBezTo>
                    <a:pt x="58178" y="98973"/>
                    <a:pt x="58178" y="96253"/>
                    <a:pt x="63618" y="93534"/>
                  </a:cubicBezTo>
                  <a:cubicBezTo>
                    <a:pt x="66338" y="90814"/>
                    <a:pt x="77216" y="88095"/>
                    <a:pt x="85375" y="85375"/>
                  </a:cubicBezTo>
                  <a:cubicBezTo>
                    <a:pt x="104413" y="82655"/>
                    <a:pt x="128890" y="82655"/>
                    <a:pt x="137048" y="82655"/>
                  </a:cubicBezTo>
                  <a:cubicBezTo>
                    <a:pt x="139768" y="82655"/>
                    <a:pt x="142488" y="82655"/>
                    <a:pt x="147927" y="82655"/>
                  </a:cubicBezTo>
                  <a:cubicBezTo>
                    <a:pt x="153366" y="69057"/>
                    <a:pt x="164245" y="58178"/>
                    <a:pt x="186003" y="58178"/>
                  </a:cubicBezTo>
                  <a:cubicBezTo>
                    <a:pt x="202321" y="58178"/>
                    <a:pt x="215919" y="66337"/>
                    <a:pt x="226797" y="79936"/>
                  </a:cubicBezTo>
                  <a:cubicBezTo>
                    <a:pt x="237676" y="79936"/>
                    <a:pt x="248554" y="79936"/>
                    <a:pt x="253994" y="79936"/>
                  </a:cubicBezTo>
                  <a:cubicBezTo>
                    <a:pt x="267592" y="79936"/>
                    <a:pt x="294789" y="79936"/>
                    <a:pt x="294789" y="96253"/>
                  </a:cubicBezTo>
                  <a:cubicBezTo>
                    <a:pt x="294789" y="104412"/>
                    <a:pt x="289349" y="107132"/>
                    <a:pt x="283910" y="112571"/>
                  </a:cubicBezTo>
                  <a:cubicBezTo>
                    <a:pt x="278471" y="118011"/>
                    <a:pt x="273031" y="120730"/>
                    <a:pt x="267592" y="120730"/>
                  </a:cubicBezTo>
                  <a:cubicBezTo>
                    <a:pt x="259433" y="123450"/>
                    <a:pt x="251274" y="123450"/>
                    <a:pt x="245835" y="123450"/>
                  </a:cubicBezTo>
                  <a:cubicBezTo>
                    <a:pt x="245835" y="123450"/>
                    <a:pt x="243116" y="123450"/>
                    <a:pt x="237676" y="123450"/>
                  </a:cubicBezTo>
                  <a:cubicBezTo>
                    <a:pt x="237676" y="126170"/>
                    <a:pt x="237676" y="126170"/>
                    <a:pt x="240396" y="128889"/>
                  </a:cubicBezTo>
                  <a:cubicBezTo>
                    <a:pt x="245835" y="145207"/>
                    <a:pt x="248554" y="161525"/>
                    <a:pt x="251274" y="177843"/>
                  </a:cubicBezTo>
                  <a:cubicBezTo>
                    <a:pt x="253994" y="194161"/>
                    <a:pt x="253994" y="210479"/>
                    <a:pt x="256714" y="226797"/>
                  </a:cubicBezTo>
                  <a:cubicBezTo>
                    <a:pt x="259433" y="243115"/>
                    <a:pt x="262153" y="256713"/>
                    <a:pt x="262153" y="273031"/>
                  </a:cubicBezTo>
                  <a:cubicBezTo>
                    <a:pt x="262153" y="278470"/>
                    <a:pt x="262153" y="283910"/>
                    <a:pt x="262153" y="289349"/>
                  </a:cubicBezTo>
                  <a:lnTo>
                    <a:pt x="262153" y="297508"/>
                  </a:lnTo>
                  <a:cubicBezTo>
                    <a:pt x="262153" y="305667"/>
                    <a:pt x="262153" y="313826"/>
                    <a:pt x="264872" y="321985"/>
                  </a:cubicBezTo>
                  <a:cubicBezTo>
                    <a:pt x="264872" y="327424"/>
                    <a:pt x="270312" y="330144"/>
                    <a:pt x="270312" y="335583"/>
                  </a:cubicBezTo>
                  <a:cubicBezTo>
                    <a:pt x="270312" y="335583"/>
                    <a:pt x="270312" y="338303"/>
                    <a:pt x="270312" y="338303"/>
                  </a:cubicBezTo>
                  <a:cubicBezTo>
                    <a:pt x="270312" y="341022"/>
                    <a:pt x="270312" y="343742"/>
                    <a:pt x="270312" y="346462"/>
                  </a:cubicBezTo>
                  <a:cubicBezTo>
                    <a:pt x="270312" y="351901"/>
                    <a:pt x="273031" y="354621"/>
                    <a:pt x="278471" y="354621"/>
                  </a:cubicBezTo>
                  <a:cubicBezTo>
                    <a:pt x="289349" y="354621"/>
                    <a:pt x="335584" y="351901"/>
                    <a:pt x="338304" y="349181"/>
                  </a:cubicBezTo>
                  <a:cubicBezTo>
                    <a:pt x="346462" y="349181"/>
                    <a:pt x="357341" y="349181"/>
                    <a:pt x="365500" y="349181"/>
                  </a:cubicBezTo>
                  <a:cubicBezTo>
                    <a:pt x="370939" y="349181"/>
                    <a:pt x="376379" y="349181"/>
                    <a:pt x="381817" y="349181"/>
                  </a:cubicBezTo>
                  <a:cubicBezTo>
                    <a:pt x="387257" y="349181"/>
                    <a:pt x="392697" y="346462"/>
                    <a:pt x="392697" y="338303"/>
                  </a:cubicBezTo>
                  <a:cubicBezTo>
                    <a:pt x="392697" y="330144"/>
                    <a:pt x="389977" y="316545"/>
                    <a:pt x="389977" y="313826"/>
                  </a:cubicBezTo>
                  <a:cubicBezTo>
                    <a:pt x="389977" y="294788"/>
                    <a:pt x="389977" y="278470"/>
                    <a:pt x="392697" y="262152"/>
                  </a:cubicBezTo>
                  <a:cubicBezTo>
                    <a:pt x="392697" y="259433"/>
                    <a:pt x="395416" y="243115"/>
                    <a:pt x="395416" y="224077"/>
                  </a:cubicBezTo>
                  <a:cubicBezTo>
                    <a:pt x="395416" y="207759"/>
                    <a:pt x="398136" y="188722"/>
                    <a:pt x="398136" y="177843"/>
                  </a:cubicBezTo>
                  <a:cubicBezTo>
                    <a:pt x="398136" y="169684"/>
                    <a:pt x="395416" y="158806"/>
                    <a:pt x="395416" y="153366"/>
                  </a:cubicBezTo>
                  <a:cubicBezTo>
                    <a:pt x="395416" y="145207"/>
                    <a:pt x="395416" y="142488"/>
                    <a:pt x="395416" y="137048"/>
                  </a:cubicBezTo>
                  <a:cubicBezTo>
                    <a:pt x="389977" y="137048"/>
                    <a:pt x="384537" y="137048"/>
                    <a:pt x="379098" y="137048"/>
                  </a:cubicBezTo>
                  <a:cubicBezTo>
                    <a:pt x="370939" y="137048"/>
                    <a:pt x="360061" y="134329"/>
                    <a:pt x="351902" y="131609"/>
                  </a:cubicBezTo>
                  <a:cubicBezTo>
                    <a:pt x="343742" y="128889"/>
                    <a:pt x="338304" y="120730"/>
                    <a:pt x="338304" y="115291"/>
                  </a:cubicBezTo>
                  <a:cubicBezTo>
                    <a:pt x="338304" y="112571"/>
                    <a:pt x="338304" y="109852"/>
                    <a:pt x="343742" y="107132"/>
                  </a:cubicBezTo>
                  <a:cubicBezTo>
                    <a:pt x="349182" y="104412"/>
                    <a:pt x="357341" y="101693"/>
                    <a:pt x="362780" y="98973"/>
                  </a:cubicBezTo>
                  <a:cubicBezTo>
                    <a:pt x="373659" y="96253"/>
                    <a:pt x="387257" y="96253"/>
                    <a:pt x="395416" y="96253"/>
                  </a:cubicBezTo>
                  <a:cubicBezTo>
                    <a:pt x="398136" y="93534"/>
                    <a:pt x="400855" y="90814"/>
                    <a:pt x="403575" y="90814"/>
                  </a:cubicBezTo>
                  <a:cubicBezTo>
                    <a:pt x="411734" y="90814"/>
                    <a:pt x="419893" y="88095"/>
                    <a:pt x="422612" y="88095"/>
                  </a:cubicBezTo>
                  <a:cubicBezTo>
                    <a:pt x="425332" y="88095"/>
                    <a:pt x="425332" y="88095"/>
                    <a:pt x="428052" y="88095"/>
                  </a:cubicBezTo>
                  <a:cubicBezTo>
                    <a:pt x="433492" y="88095"/>
                    <a:pt x="441650" y="88095"/>
                    <a:pt x="447090" y="90814"/>
                  </a:cubicBezTo>
                  <a:cubicBezTo>
                    <a:pt x="449809" y="90814"/>
                    <a:pt x="452529" y="93534"/>
                    <a:pt x="455249" y="96253"/>
                  </a:cubicBezTo>
                  <a:cubicBezTo>
                    <a:pt x="482445" y="96253"/>
                    <a:pt x="509642" y="93534"/>
                    <a:pt x="525960" y="93534"/>
                  </a:cubicBezTo>
                  <a:cubicBezTo>
                    <a:pt x="539558" y="93534"/>
                    <a:pt x="561315" y="93534"/>
                    <a:pt x="561315" y="109852"/>
                  </a:cubicBezTo>
                  <a:cubicBezTo>
                    <a:pt x="561315" y="118011"/>
                    <a:pt x="561315" y="120730"/>
                    <a:pt x="555876" y="126170"/>
                  </a:cubicBezTo>
                  <a:cubicBezTo>
                    <a:pt x="550437" y="131609"/>
                    <a:pt x="544997" y="134329"/>
                    <a:pt x="539558" y="134329"/>
                  </a:cubicBezTo>
                  <a:cubicBezTo>
                    <a:pt x="531399" y="137048"/>
                    <a:pt x="523240" y="137048"/>
                    <a:pt x="517800" y="137048"/>
                  </a:cubicBezTo>
                  <a:cubicBezTo>
                    <a:pt x="515081" y="137048"/>
                    <a:pt x="498763" y="137048"/>
                    <a:pt x="477006" y="137048"/>
                  </a:cubicBezTo>
                  <a:cubicBezTo>
                    <a:pt x="479725" y="145207"/>
                    <a:pt x="485165" y="153366"/>
                    <a:pt x="485165" y="161525"/>
                  </a:cubicBezTo>
                  <a:cubicBezTo>
                    <a:pt x="487885" y="177843"/>
                    <a:pt x="493324" y="194161"/>
                    <a:pt x="496043" y="210479"/>
                  </a:cubicBezTo>
                  <a:cubicBezTo>
                    <a:pt x="498763" y="224077"/>
                    <a:pt x="498763" y="237676"/>
                    <a:pt x="501483" y="251274"/>
                  </a:cubicBezTo>
                  <a:cubicBezTo>
                    <a:pt x="504202" y="264872"/>
                    <a:pt x="506922" y="275751"/>
                    <a:pt x="506922" y="292069"/>
                  </a:cubicBezTo>
                  <a:cubicBezTo>
                    <a:pt x="506922" y="302947"/>
                    <a:pt x="506922" y="311106"/>
                    <a:pt x="506922" y="321985"/>
                  </a:cubicBezTo>
                  <a:cubicBezTo>
                    <a:pt x="506922" y="327424"/>
                    <a:pt x="509642" y="335583"/>
                    <a:pt x="509642" y="341022"/>
                  </a:cubicBezTo>
                  <a:cubicBezTo>
                    <a:pt x="509642" y="343742"/>
                    <a:pt x="509642" y="343742"/>
                    <a:pt x="509642" y="343742"/>
                  </a:cubicBezTo>
                  <a:cubicBezTo>
                    <a:pt x="509642" y="349181"/>
                    <a:pt x="515081" y="349181"/>
                    <a:pt x="517800" y="349181"/>
                  </a:cubicBezTo>
                  <a:cubicBezTo>
                    <a:pt x="520520" y="349181"/>
                    <a:pt x="523240" y="349181"/>
                    <a:pt x="528680" y="349181"/>
                  </a:cubicBezTo>
                  <a:cubicBezTo>
                    <a:pt x="536838" y="349181"/>
                    <a:pt x="547717" y="349181"/>
                    <a:pt x="550437" y="357340"/>
                  </a:cubicBezTo>
                  <a:cubicBezTo>
                    <a:pt x="550437" y="360060"/>
                    <a:pt x="550437" y="360060"/>
                    <a:pt x="550437" y="362780"/>
                  </a:cubicBezTo>
                  <a:cubicBezTo>
                    <a:pt x="550437" y="370939"/>
                    <a:pt x="539558" y="381817"/>
                    <a:pt x="534119" y="384537"/>
                  </a:cubicBezTo>
                  <a:cubicBezTo>
                    <a:pt x="531399" y="387257"/>
                    <a:pt x="523240" y="387257"/>
                    <a:pt x="520520" y="389976"/>
                  </a:cubicBezTo>
                  <a:cubicBezTo>
                    <a:pt x="515081" y="389976"/>
                    <a:pt x="512362" y="392696"/>
                    <a:pt x="512362" y="395415"/>
                  </a:cubicBezTo>
                  <a:cubicBezTo>
                    <a:pt x="512362" y="395415"/>
                    <a:pt x="512362" y="398135"/>
                    <a:pt x="512362" y="398135"/>
                  </a:cubicBezTo>
                  <a:cubicBezTo>
                    <a:pt x="512362" y="400855"/>
                    <a:pt x="512362" y="406294"/>
                    <a:pt x="512362" y="409014"/>
                  </a:cubicBezTo>
                  <a:cubicBezTo>
                    <a:pt x="512362" y="411733"/>
                    <a:pt x="512362" y="411733"/>
                    <a:pt x="512362" y="414453"/>
                  </a:cubicBezTo>
                  <a:cubicBezTo>
                    <a:pt x="512362" y="422612"/>
                    <a:pt x="512362" y="430771"/>
                    <a:pt x="512362" y="438930"/>
                  </a:cubicBezTo>
                  <a:cubicBezTo>
                    <a:pt x="512362" y="460687"/>
                    <a:pt x="512362" y="482445"/>
                    <a:pt x="515081" y="504202"/>
                  </a:cubicBezTo>
                  <a:cubicBezTo>
                    <a:pt x="517800" y="525959"/>
                    <a:pt x="520520" y="550436"/>
                    <a:pt x="520520" y="572193"/>
                  </a:cubicBezTo>
                  <a:cubicBezTo>
                    <a:pt x="520520" y="583072"/>
                    <a:pt x="520520" y="593950"/>
                    <a:pt x="517800" y="604829"/>
                  </a:cubicBezTo>
                  <a:cubicBezTo>
                    <a:pt x="515081" y="623867"/>
                    <a:pt x="515081" y="642904"/>
                    <a:pt x="512362" y="661942"/>
                  </a:cubicBezTo>
                  <a:cubicBezTo>
                    <a:pt x="512362" y="664661"/>
                    <a:pt x="509642" y="667381"/>
                    <a:pt x="509642" y="670101"/>
                  </a:cubicBezTo>
                  <a:cubicBezTo>
                    <a:pt x="509642" y="672820"/>
                    <a:pt x="512362" y="678260"/>
                    <a:pt x="512362" y="680979"/>
                  </a:cubicBezTo>
                  <a:cubicBezTo>
                    <a:pt x="512362" y="683699"/>
                    <a:pt x="512362" y="686419"/>
                    <a:pt x="512362" y="686419"/>
                  </a:cubicBezTo>
                  <a:cubicBezTo>
                    <a:pt x="517800" y="680979"/>
                    <a:pt x="528680" y="680979"/>
                    <a:pt x="536838" y="680979"/>
                  </a:cubicBezTo>
                  <a:lnTo>
                    <a:pt x="536838" y="680979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0FD41130-7459-4A04-89E6-B467E7827050}"/>
                </a:ext>
              </a:extLst>
            </p:cNvPr>
            <p:cNvSpPr/>
            <p:nvPr/>
          </p:nvSpPr>
          <p:spPr>
            <a:xfrm>
              <a:off x="9592416" y="4192158"/>
              <a:ext cx="516735" cy="761503"/>
            </a:xfrm>
            <a:custGeom>
              <a:avLst/>
              <a:gdLst>
                <a:gd name="connsiteX0" fmla="*/ 463407 w 516735"/>
                <a:gd name="connsiteY0" fmla="*/ 194161 h 761503"/>
                <a:gd name="connsiteX1" fmla="*/ 447089 w 516735"/>
                <a:gd name="connsiteY1" fmla="*/ 226797 h 761503"/>
                <a:gd name="connsiteX2" fmla="*/ 430771 w 516735"/>
                <a:gd name="connsiteY2" fmla="*/ 221357 h 761503"/>
                <a:gd name="connsiteX3" fmla="*/ 422612 w 516735"/>
                <a:gd name="connsiteY3" fmla="*/ 207759 h 761503"/>
                <a:gd name="connsiteX4" fmla="*/ 419893 w 516735"/>
                <a:gd name="connsiteY4" fmla="*/ 188722 h 761503"/>
                <a:gd name="connsiteX5" fmla="*/ 419893 w 516735"/>
                <a:gd name="connsiteY5" fmla="*/ 139768 h 761503"/>
                <a:gd name="connsiteX6" fmla="*/ 419893 w 516735"/>
                <a:gd name="connsiteY6" fmla="*/ 120730 h 761503"/>
                <a:gd name="connsiteX7" fmla="*/ 395416 w 516735"/>
                <a:gd name="connsiteY7" fmla="*/ 120730 h 761503"/>
                <a:gd name="connsiteX8" fmla="*/ 370939 w 516735"/>
                <a:gd name="connsiteY8" fmla="*/ 120730 h 761503"/>
                <a:gd name="connsiteX9" fmla="*/ 346461 w 516735"/>
                <a:gd name="connsiteY9" fmla="*/ 123450 h 761503"/>
                <a:gd name="connsiteX10" fmla="*/ 335583 w 516735"/>
                <a:gd name="connsiteY10" fmla="*/ 123450 h 761503"/>
                <a:gd name="connsiteX11" fmla="*/ 335583 w 516735"/>
                <a:gd name="connsiteY11" fmla="*/ 123450 h 761503"/>
                <a:gd name="connsiteX12" fmla="*/ 324704 w 516735"/>
                <a:gd name="connsiteY12" fmla="*/ 128889 h 761503"/>
                <a:gd name="connsiteX13" fmla="*/ 327424 w 516735"/>
                <a:gd name="connsiteY13" fmla="*/ 139768 h 761503"/>
                <a:gd name="connsiteX14" fmla="*/ 330144 w 516735"/>
                <a:gd name="connsiteY14" fmla="*/ 175123 h 761503"/>
                <a:gd name="connsiteX15" fmla="*/ 330144 w 516735"/>
                <a:gd name="connsiteY15" fmla="*/ 199600 h 761503"/>
                <a:gd name="connsiteX16" fmla="*/ 327424 w 516735"/>
                <a:gd name="connsiteY16" fmla="*/ 224077 h 761503"/>
                <a:gd name="connsiteX17" fmla="*/ 330144 w 516735"/>
                <a:gd name="connsiteY17" fmla="*/ 251274 h 761503"/>
                <a:gd name="connsiteX18" fmla="*/ 327424 w 516735"/>
                <a:gd name="connsiteY18" fmla="*/ 278470 h 761503"/>
                <a:gd name="connsiteX19" fmla="*/ 327424 w 516735"/>
                <a:gd name="connsiteY19" fmla="*/ 332864 h 761503"/>
                <a:gd name="connsiteX20" fmla="*/ 330144 w 516735"/>
                <a:gd name="connsiteY20" fmla="*/ 357340 h 761503"/>
                <a:gd name="connsiteX21" fmla="*/ 330144 w 516735"/>
                <a:gd name="connsiteY21" fmla="*/ 368219 h 761503"/>
                <a:gd name="connsiteX22" fmla="*/ 332863 w 516735"/>
                <a:gd name="connsiteY22" fmla="*/ 387257 h 761503"/>
                <a:gd name="connsiteX23" fmla="*/ 332863 w 516735"/>
                <a:gd name="connsiteY23" fmla="*/ 433491 h 761503"/>
                <a:gd name="connsiteX24" fmla="*/ 332863 w 516735"/>
                <a:gd name="connsiteY24" fmla="*/ 487884 h 761503"/>
                <a:gd name="connsiteX25" fmla="*/ 330144 w 516735"/>
                <a:gd name="connsiteY25" fmla="*/ 512361 h 761503"/>
                <a:gd name="connsiteX26" fmla="*/ 330144 w 516735"/>
                <a:gd name="connsiteY26" fmla="*/ 539557 h 761503"/>
                <a:gd name="connsiteX27" fmla="*/ 332863 w 516735"/>
                <a:gd name="connsiteY27" fmla="*/ 593950 h 761503"/>
                <a:gd name="connsiteX28" fmla="*/ 332863 w 516735"/>
                <a:gd name="connsiteY28" fmla="*/ 648343 h 761503"/>
                <a:gd name="connsiteX29" fmla="*/ 332863 w 516735"/>
                <a:gd name="connsiteY29" fmla="*/ 656502 h 761503"/>
                <a:gd name="connsiteX30" fmla="*/ 357341 w 516735"/>
                <a:gd name="connsiteY30" fmla="*/ 656502 h 761503"/>
                <a:gd name="connsiteX31" fmla="*/ 395416 w 516735"/>
                <a:gd name="connsiteY31" fmla="*/ 675540 h 761503"/>
                <a:gd name="connsiteX32" fmla="*/ 389976 w 516735"/>
                <a:gd name="connsiteY32" fmla="*/ 691858 h 761503"/>
                <a:gd name="connsiteX33" fmla="*/ 373658 w 516735"/>
                <a:gd name="connsiteY33" fmla="*/ 700017 h 761503"/>
                <a:gd name="connsiteX34" fmla="*/ 351901 w 516735"/>
                <a:gd name="connsiteY34" fmla="*/ 702737 h 761503"/>
                <a:gd name="connsiteX35" fmla="*/ 319265 w 516735"/>
                <a:gd name="connsiteY35" fmla="*/ 702737 h 761503"/>
                <a:gd name="connsiteX36" fmla="*/ 311106 w 516735"/>
                <a:gd name="connsiteY36" fmla="*/ 708176 h 761503"/>
                <a:gd name="connsiteX37" fmla="*/ 289349 w 516735"/>
                <a:gd name="connsiteY37" fmla="*/ 713615 h 761503"/>
                <a:gd name="connsiteX38" fmla="*/ 270311 w 516735"/>
                <a:gd name="connsiteY38" fmla="*/ 713615 h 761503"/>
                <a:gd name="connsiteX39" fmla="*/ 243115 w 516735"/>
                <a:gd name="connsiteY39" fmla="*/ 705456 h 761503"/>
                <a:gd name="connsiteX40" fmla="*/ 237675 w 516735"/>
                <a:gd name="connsiteY40" fmla="*/ 702737 h 761503"/>
                <a:gd name="connsiteX41" fmla="*/ 199600 w 516735"/>
                <a:gd name="connsiteY41" fmla="*/ 702737 h 761503"/>
                <a:gd name="connsiteX42" fmla="*/ 175123 w 516735"/>
                <a:gd name="connsiteY42" fmla="*/ 702737 h 761503"/>
                <a:gd name="connsiteX43" fmla="*/ 147927 w 516735"/>
                <a:gd name="connsiteY43" fmla="*/ 697297 h 761503"/>
                <a:gd name="connsiteX44" fmla="*/ 131609 w 516735"/>
                <a:gd name="connsiteY44" fmla="*/ 678260 h 761503"/>
                <a:gd name="connsiteX45" fmla="*/ 137048 w 516735"/>
                <a:gd name="connsiteY45" fmla="*/ 670101 h 761503"/>
                <a:gd name="connsiteX46" fmla="*/ 158805 w 516735"/>
                <a:gd name="connsiteY46" fmla="*/ 661942 h 761503"/>
                <a:gd name="connsiteX47" fmla="*/ 199600 w 516735"/>
                <a:gd name="connsiteY47" fmla="*/ 659222 h 761503"/>
                <a:gd name="connsiteX48" fmla="*/ 199600 w 516735"/>
                <a:gd name="connsiteY48" fmla="*/ 659222 h 761503"/>
                <a:gd name="connsiteX49" fmla="*/ 196880 w 516735"/>
                <a:gd name="connsiteY49" fmla="*/ 629306 h 761503"/>
                <a:gd name="connsiteX50" fmla="*/ 199600 w 516735"/>
                <a:gd name="connsiteY50" fmla="*/ 574913 h 761503"/>
                <a:gd name="connsiteX51" fmla="*/ 202320 w 516735"/>
                <a:gd name="connsiteY51" fmla="*/ 523239 h 761503"/>
                <a:gd name="connsiteX52" fmla="*/ 205040 w 516735"/>
                <a:gd name="connsiteY52" fmla="*/ 460687 h 761503"/>
                <a:gd name="connsiteX53" fmla="*/ 205040 w 516735"/>
                <a:gd name="connsiteY53" fmla="*/ 417173 h 761503"/>
                <a:gd name="connsiteX54" fmla="*/ 207759 w 516735"/>
                <a:gd name="connsiteY54" fmla="*/ 392696 h 761503"/>
                <a:gd name="connsiteX55" fmla="*/ 210478 w 516735"/>
                <a:gd name="connsiteY55" fmla="*/ 368219 h 761503"/>
                <a:gd name="connsiteX56" fmla="*/ 210478 w 516735"/>
                <a:gd name="connsiteY56" fmla="*/ 313826 h 761503"/>
                <a:gd name="connsiteX57" fmla="*/ 210478 w 516735"/>
                <a:gd name="connsiteY57" fmla="*/ 259433 h 761503"/>
                <a:gd name="connsiteX58" fmla="*/ 210478 w 516735"/>
                <a:gd name="connsiteY58" fmla="*/ 213199 h 761503"/>
                <a:gd name="connsiteX59" fmla="*/ 210478 w 516735"/>
                <a:gd name="connsiteY59" fmla="*/ 145207 h 761503"/>
                <a:gd name="connsiteX60" fmla="*/ 213198 w 516735"/>
                <a:gd name="connsiteY60" fmla="*/ 131609 h 761503"/>
                <a:gd name="connsiteX61" fmla="*/ 205040 w 516735"/>
                <a:gd name="connsiteY61" fmla="*/ 123450 h 761503"/>
                <a:gd name="connsiteX62" fmla="*/ 161525 w 516735"/>
                <a:gd name="connsiteY62" fmla="*/ 123450 h 761503"/>
                <a:gd name="connsiteX63" fmla="*/ 112571 w 516735"/>
                <a:gd name="connsiteY63" fmla="*/ 120730 h 761503"/>
                <a:gd name="connsiteX64" fmla="*/ 104412 w 516735"/>
                <a:gd name="connsiteY64" fmla="*/ 118011 h 761503"/>
                <a:gd name="connsiteX65" fmla="*/ 107132 w 516735"/>
                <a:gd name="connsiteY65" fmla="*/ 191441 h 761503"/>
                <a:gd name="connsiteX66" fmla="*/ 90814 w 516735"/>
                <a:gd name="connsiteY66" fmla="*/ 224077 h 761503"/>
                <a:gd name="connsiteX67" fmla="*/ 74496 w 516735"/>
                <a:gd name="connsiteY67" fmla="*/ 218638 h 761503"/>
                <a:gd name="connsiteX68" fmla="*/ 66337 w 516735"/>
                <a:gd name="connsiteY68" fmla="*/ 205040 h 761503"/>
                <a:gd name="connsiteX69" fmla="*/ 63617 w 516735"/>
                <a:gd name="connsiteY69" fmla="*/ 186002 h 761503"/>
                <a:gd name="connsiteX70" fmla="*/ 63617 w 516735"/>
                <a:gd name="connsiteY70" fmla="*/ 145207 h 761503"/>
                <a:gd name="connsiteX71" fmla="*/ 63617 w 516735"/>
                <a:gd name="connsiteY71" fmla="*/ 109852 h 761503"/>
                <a:gd name="connsiteX72" fmla="*/ 58178 w 516735"/>
                <a:gd name="connsiteY72" fmla="*/ 96253 h 761503"/>
                <a:gd name="connsiteX73" fmla="*/ 66337 w 516735"/>
                <a:gd name="connsiteY73" fmla="*/ 85375 h 761503"/>
                <a:gd name="connsiteX74" fmla="*/ 93533 w 516735"/>
                <a:gd name="connsiteY74" fmla="*/ 77216 h 761503"/>
                <a:gd name="connsiteX75" fmla="*/ 115290 w 516735"/>
                <a:gd name="connsiteY75" fmla="*/ 77216 h 761503"/>
                <a:gd name="connsiteX76" fmla="*/ 169684 w 516735"/>
                <a:gd name="connsiteY76" fmla="*/ 74496 h 761503"/>
                <a:gd name="connsiteX77" fmla="*/ 194161 w 516735"/>
                <a:gd name="connsiteY77" fmla="*/ 71776 h 761503"/>
                <a:gd name="connsiteX78" fmla="*/ 196880 w 516735"/>
                <a:gd name="connsiteY78" fmla="*/ 71776 h 761503"/>
                <a:gd name="connsiteX79" fmla="*/ 210478 w 516735"/>
                <a:gd name="connsiteY79" fmla="*/ 71776 h 761503"/>
                <a:gd name="connsiteX80" fmla="*/ 218638 w 516735"/>
                <a:gd name="connsiteY80" fmla="*/ 71776 h 761503"/>
                <a:gd name="connsiteX81" fmla="*/ 237675 w 516735"/>
                <a:gd name="connsiteY81" fmla="*/ 60898 h 761503"/>
                <a:gd name="connsiteX82" fmla="*/ 253993 w 516735"/>
                <a:gd name="connsiteY82" fmla="*/ 58178 h 761503"/>
                <a:gd name="connsiteX83" fmla="*/ 283910 w 516735"/>
                <a:gd name="connsiteY83" fmla="*/ 60898 h 761503"/>
                <a:gd name="connsiteX84" fmla="*/ 294788 w 516735"/>
                <a:gd name="connsiteY84" fmla="*/ 66337 h 761503"/>
                <a:gd name="connsiteX85" fmla="*/ 305667 w 516735"/>
                <a:gd name="connsiteY85" fmla="*/ 74496 h 761503"/>
                <a:gd name="connsiteX86" fmla="*/ 313826 w 516735"/>
                <a:gd name="connsiteY86" fmla="*/ 74496 h 761503"/>
                <a:gd name="connsiteX87" fmla="*/ 327424 w 516735"/>
                <a:gd name="connsiteY87" fmla="*/ 74496 h 761503"/>
                <a:gd name="connsiteX88" fmla="*/ 354621 w 516735"/>
                <a:gd name="connsiteY88" fmla="*/ 74496 h 761503"/>
                <a:gd name="connsiteX89" fmla="*/ 422612 w 516735"/>
                <a:gd name="connsiteY89" fmla="*/ 74496 h 761503"/>
                <a:gd name="connsiteX90" fmla="*/ 455248 w 516735"/>
                <a:gd name="connsiteY90" fmla="*/ 79936 h 761503"/>
                <a:gd name="connsiteX91" fmla="*/ 466127 w 516735"/>
                <a:gd name="connsiteY91" fmla="*/ 98973 h 761503"/>
                <a:gd name="connsiteX92" fmla="*/ 463407 w 516735"/>
                <a:gd name="connsiteY92" fmla="*/ 109852 h 761503"/>
                <a:gd name="connsiteX93" fmla="*/ 463407 w 516735"/>
                <a:gd name="connsiteY93" fmla="*/ 120730 h 761503"/>
                <a:gd name="connsiteX94" fmla="*/ 463407 w 516735"/>
                <a:gd name="connsiteY94" fmla="*/ 194161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</a:cxnLst>
              <a:rect l="l" t="t" r="r" b="b"/>
              <a:pathLst>
                <a:path w="516735" h="761503">
                  <a:moveTo>
                    <a:pt x="463407" y="194161"/>
                  </a:moveTo>
                  <a:cubicBezTo>
                    <a:pt x="463407" y="205040"/>
                    <a:pt x="463407" y="226797"/>
                    <a:pt x="447089" y="226797"/>
                  </a:cubicBezTo>
                  <a:cubicBezTo>
                    <a:pt x="438930" y="226797"/>
                    <a:pt x="436211" y="226797"/>
                    <a:pt x="430771" y="221357"/>
                  </a:cubicBezTo>
                  <a:cubicBezTo>
                    <a:pt x="425332" y="218638"/>
                    <a:pt x="422612" y="210479"/>
                    <a:pt x="422612" y="207759"/>
                  </a:cubicBezTo>
                  <a:cubicBezTo>
                    <a:pt x="419893" y="199600"/>
                    <a:pt x="419893" y="194161"/>
                    <a:pt x="419893" y="188722"/>
                  </a:cubicBezTo>
                  <a:cubicBezTo>
                    <a:pt x="419893" y="183282"/>
                    <a:pt x="419893" y="147927"/>
                    <a:pt x="419893" y="139768"/>
                  </a:cubicBezTo>
                  <a:cubicBezTo>
                    <a:pt x="419893" y="134329"/>
                    <a:pt x="419893" y="128889"/>
                    <a:pt x="419893" y="120730"/>
                  </a:cubicBezTo>
                  <a:cubicBezTo>
                    <a:pt x="411734" y="120730"/>
                    <a:pt x="403574" y="120730"/>
                    <a:pt x="395416" y="120730"/>
                  </a:cubicBezTo>
                  <a:cubicBezTo>
                    <a:pt x="387256" y="120730"/>
                    <a:pt x="379098" y="120730"/>
                    <a:pt x="370939" y="120730"/>
                  </a:cubicBezTo>
                  <a:cubicBezTo>
                    <a:pt x="362780" y="120730"/>
                    <a:pt x="354621" y="123450"/>
                    <a:pt x="346461" y="123450"/>
                  </a:cubicBezTo>
                  <a:cubicBezTo>
                    <a:pt x="343742" y="123450"/>
                    <a:pt x="341023" y="123450"/>
                    <a:pt x="335583" y="123450"/>
                  </a:cubicBezTo>
                  <a:cubicBezTo>
                    <a:pt x="335583" y="123450"/>
                    <a:pt x="335583" y="123450"/>
                    <a:pt x="335583" y="123450"/>
                  </a:cubicBezTo>
                  <a:cubicBezTo>
                    <a:pt x="327424" y="123450"/>
                    <a:pt x="324704" y="126170"/>
                    <a:pt x="324704" y="128889"/>
                  </a:cubicBezTo>
                  <a:cubicBezTo>
                    <a:pt x="324704" y="131609"/>
                    <a:pt x="324704" y="137048"/>
                    <a:pt x="327424" y="139768"/>
                  </a:cubicBezTo>
                  <a:cubicBezTo>
                    <a:pt x="330144" y="147927"/>
                    <a:pt x="330144" y="166964"/>
                    <a:pt x="330144" y="175123"/>
                  </a:cubicBezTo>
                  <a:cubicBezTo>
                    <a:pt x="330144" y="183282"/>
                    <a:pt x="330144" y="191441"/>
                    <a:pt x="330144" y="199600"/>
                  </a:cubicBezTo>
                  <a:cubicBezTo>
                    <a:pt x="330144" y="207759"/>
                    <a:pt x="327424" y="215918"/>
                    <a:pt x="327424" y="224077"/>
                  </a:cubicBezTo>
                  <a:cubicBezTo>
                    <a:pt x="327424" y="232236"/>
                    <a:pt x="330144" y="243115"/>
                    <a:pt x="330144" y="251274"/>
                  </a:cubicBezTo>
                  <a:cubicBezTo>
                    <a:pt x="330144" y="259433"/>
                    <a:pt x="330144" y="267592"/>
                    <a:pt x="327424" y="278470"/>
                  </a:cubicBezTo>
                  <a:cubicBezTo>
                    <a:pt x="327424" y="294788"/>
                    <a:pt x="327424" y="313826"/>
                    <a:pt x="327424" y="332864"/>
                  </a:cubicBezTo>
                  <a:cubicBezTo>
                    <a:pt x="327424" y="341022"/>
                    <a:pt x="327424" y="349181"/>
                    <a:pt x="330144" y="357340"/>
                  </a:cubicBezTo>
                  <a:cubicBezTo>
                    <a:pt x="330144" y="360060"/>
                    <a:pt x="330144" y="365499"/>
                    <a:pt x="330144" y="368219"/>
                  </a:cubicBezTo>
                  <a:cubicBezTo>
                    <a:pt x="330144" y="373658"/>
                    <a:pt x="332863" y="384537"/>
                    <a:pt x="332863" y="387257"/>
                  </a:cubicBezTo>
                  <a:cubicBezTo>
                    <a:pt x="332863" y="406294"/>
                    <a:pt x="332863" y="414453"/>
                    <a:pt x="332863" y="433491"/>
                  </a:cubicBezTo>
                  <a:cubicBezTo>
                    <a:pt x="332863" y="452528"/>
                    <a:pt x="335583" y="468846"/>
                    <a:pt x="332863" y="487884"/>
                  </a:cubicBezTo>
                  <a:cubicBezTo>
                    <a:pt x="332863" y="496043"/>
                    <a:pt x="330144" y="504202"/>
                    <a:pt x="330144" y="512361"/>
                  </a:cubicBezTo>
                  <a:cubicBezTo>
                    <a:pt x="330144" y="520520"/>
                    <a:pt x="330144" y="531398"/>
                    <a:pt x="330144" y="539557"/>
                  </a:cubicBezTo>
                  <a:cubicBezTo>
                    <a:pt x="330144" y="558595"/>
                    <a:pt x="330144" y="574913"/>
                    <a:pt x="332863" y="593950"/>
                  </a:cubicBezTo>
                  <a:cubicBezTo>
                    <a:pt x="332863" y="610268"/>
                    <a:pt x="332863" y="632026"/>
                    <a:pt x="332863" y="648343"/>
                  </a:cubicBezTo>
                  <a:cubicBezTo>
                    <a:pt x="332863" y="651063"/>
                    <a:pt x="332863" y="653783"/>
                    <a:pt x="332863" y="656502"/>
                  </a:cubicBezTo>
                  <a:cubicBezTo>
                    <a:pt x="343742" y="656502"/>
                    <a:pt x="351901" y="656502"/>
                    <a:pt x="357341" y="656502"/>
                  </a:cubicBezTo>
                  <a:cubicBezTo>
                    <a:pt x="370939" y="656502"/>
                    <a:pt x="395416" y="659222"/>
                    <a:pt x="395416" y="675540"/>
                  </a:cubicBezTo>
                  <a:cubicBezTo>
                    <a:pt x="395416" y="683699"/>
                    <a:pt x="392696" y="686419"/>
                    <a:pt x="389976" y="691858"/>
                  </a:cubicBezTo>
                  <a:cubicBezTo>
                    <a:pt x="384537" y="697297"/>
                    <a:pt x="379098" y="700017"/>
                    <a:pt x="373658" y="700017"/>
                  </a:cubicBezTo>
                  <a:cubicBezTo>
                    <a:pt x="365499" y="702737"/>
                    <a:pt x="357341" y="702737"/>
                    <a:pt x="351901" y="702737"/>
                  </a:cubicBezTo>
                  <a:cubicBezTo>
                    <a:pt x="349181" y="702737"/>
                    <a:pt x="335583" y="702737"/>
                    <a:pt x="319265" y="702737"/>
                  </a:cubicBezTo>
                  <a:cubicBezTo>
                    <a:pt x="316546" y="705456"/>
                    <a:pt x="313826" y="705456"/>
                    <a:pt x="311106" y="708176"/>
                  </a:cubicBezTo>
                  <a:cubicBezTo>
                    <a:pt x="302948" y="713615"/>
                    <a:pt x="297508" y="713615"/>
                    <a:pt x="289349" y="713615"/>
                  </a:cubicBezTo>
                  <a:cubicBezTo>
                    <a:pt x="283910" y="713615"/>
                    <a:pt x="278470" y="713615"/>
                    <a:pt x="270311" y="713615"/>
                  </a:cubicBezTo>
                  <a:cubicBezTo>
                    <a:pt x="259433" y="713615"/>
                    <a:pt x="251273" y="710895"/>
                    <a:pt x="243115" y="705456"/>
                  </a:cubicBezTo>
                  <a:cubicBezTo>
                    <a:pt x="240395" y="705456"/>
                    <a:pt x="237675" y="702737"/>
                    <a:pt x="237675" y="702737"/>
                  </a:cubicBezTo>
                  <a:cubicBezTo>
                    <a:pt x="224077" y="702737"/>
                    <a:pt x="213198" y="702737"/>
                    <a:pt x="199600" y="702737"/>
                  </a:cubicBezTo>
                  <a:cubicBezTo>
                    <a:pt x="191441" y="702737"/>
                    <a:pt x="183282" y="702737"/>
                    <a:pt x="175123" y="702737"/>
                  </a:cubicBezTo>
                  <a:cubicBezTo>
                    <a:pt x="166965" y="702737"/>
                    <a:pt x="156085" y="702737"/>
                    <a:pt x="147927" y="697297"/>
                  </a:cubicBezTo>
                  <a:cubicBezTo>
                    <a:pt x="139768" y="694578"/>
                    <a:pt x="131609" y="680979"/>
                    <a:pt x="131609" y="678260"/>
                  </a:cubicBezTo>
                  <a:cubicBezTo>
                    <a:pt x="131609" y="675540"/>
                    <a:pt x="131609" y="672820"/>
                    <a:pt x="137048" y="670101"/>
                  </a:cubicBezTo>
                  <a:cubicBezTo>
                    <a:pt x="142487" y="667381"/>
                    <a:pt x="153366" y="664661"/>
                    <a:pt x="158805" y="661942"/>
                  </a:cubicBezTo>
                  <a:cubicBezTo>
                    <a:pt x="175123" y="659222"/>
                    <a:pt x="191441" y="659222"/>
                    <a:pt x="199600" y="659222"/>
                  </a:cubicBezTo>
                  <a:lnTo>
                    <a:pt x="199600" y="659222"/>
                  </a:lnTo>
                  <a:cubicBezTo>
                    <a:pt x="199600" y="648343"/>
                    <a:pt x="196880" y="640184"/>
                    <a:pt x="196880" y="629306"/>
                  </a:cubicBezTo>
                  <a:cubicBezTo>
                    <a:pt x="196880" y="612988"/>
                    <a:pt x="196880" y="591231"/>
                    <a:pt x="199600" y="574913"/>
                  </a:cubicBezTo>
                  <a:cubicBezTo>
                    <a:pt x="199600" y="558595"/>
                    <a:pt x="199600" y="539557"/>
                    <a:pt x="202320" y="523239"/>
                  </a:cubicBezTo>
                  <a:cubicBezTo>
                    <a:pt x="202320" y="501482"/>
                    <a:pt x="205040" y="482445"/>
                    <a:pt x="205040" y="460687"/>
                  </a:cubicBezTo>
                  <a:cubicBezTo>
                    <a:pt x="205040" y="447089"/>
                    <a:pt x="205040" y="430771"/>
                    <a:pt x="205040" y="417173"/>
                  </a:cubicBezTo>
                  <a:cubicBezTo>
                    <a:pt x="205040" y="409014"/>
                    <a:pt x="207759" y="400855"/>
                    <a:pt x="207759" y="392696"/>
                  </a:cubicBezTo>
                  <a:cubicBezTo>
                    <a:pt x="207759" y="384537"/>
                    <a:pt x="210478" y="376378"/>
                    <a:pt x="210478" y="368219"/>
                  </a:cubicBezTo>
                  <a:cubicBezTo>
                    <a:pt x="210478" y="351901"/>
                    <a:pt x="210478" y="332864"/>
                    <a:pt x="210478" y="313826"/>
                  </a:cubicBezTo>
                  <a:cubicBezTo>
                    <a:pt x="210478" y="294788"/>
                    <a:pt x="210478" y="275751"/>
                    <a:pt x="210478" y="259433"/>
                  </a:cubicBezTo>
                  <a:cubicBezTo>
                    <a:pt x="210478" y="243115"/>
                    <a:pt x="210478" y="226797"/>
                    <a:pt x="210478" y="213199"/>
                  </a:cubicBezTo>
                  <a:cubicBezTo>
                    <a:pt x="210478" y="194161"/>
                    <a:pt x="210478" y="164245"/>
                    <a:pt x="210478" y="145207"/>
                  </a:cubicBezTo>
                  <a:cubicBezTo>
                    <a:pt x="210478" y="139768"/>
                    <a:pt x="213198" y="134329"/>
                    <a:pt x="213198" y="131609"/>
                  </a:cubicBezTo>
                  <a:cubicBezTo>
                    <a:pt x="213198" y="126170"/>
                    <a:pt x="207759" y="123450"/>
                    <a:pt x="205040" y="123450"/>
                  </a:cubicBezTo>
                  <a:cubicBezTo>
                    <a:pt x="199600" y="123450"/>
                    <a:pt x="166965" y="123450"/>
                    <a:pt x="161525" y="123450"/>
                  </a:cubicBezTo>
                  <a:cubicBezTo>
                    <a:pt x="145207" y="123450"/>
                    <a:pt x="128889" y="123450"/>
                    <a:pt x="112571" y="120730"/>
                  </a:cubicBezTo>
                  <a:cubicBezTo>
                    <a:pt x="109852" y="120730"/>
                    <a:pt x="107132" y="120730"/>
                    <a:pt x="104412" y="118011"/>
                  </a:cubicBezTo>
                  <a:cubicBezTo>
                    <a:pt x="107132" y="137048"/>
                    <a:pt x="107132" y="172404"/>
                    <a:pt x="107132" y="191441"/>
                  </a:cubicBezTo>
                  <a:cubicBezTo>
                    <a:pt x="107132" y="202320"/>
                    <a:pt x="107132" y="224077"/>
                    <a:pt x="90814" y="224077"/>
                  </a:cubicBezTo>
                  <a:cubicBezTo>
                    <a:pt x="82655" y="224077"/>
                    <a:pt x="79935" y="221357"/>
                    <a:pt x="74496" y="218638"/>
                  </a:cubicBezTo>
                  <a:cubicBezTo>
                    <a:pt x="69057" y="215918"/>
                    <a:pt x="66337" y="210479"/>
                    <a:pt x="66337" y="205040"/>
                  </a:cubicBezTo>
                  <a:cubicBezTo>
                    <a:pt x="63617" y="196881"/>
                    <a:pt x="63617" y="191441"/>
                    <a:pt x="63617" y="186002"/>
                  </a:cubicBezTo>
                  <a:cubicBezTo>
                    <a:pt x="63617" y="180563"/>
                    <a:pt x="63617" y="153366"/>
                    <a:pt x="63617" y="145207"/>
                  </a:cubicBezTo>
                  <a:cubicBezTo>
                    <a:pt x="63617" y="134329"/>
                    <a:pt x="63617" y="120730"/>
                    <a:pt x="63617" y="109852"/>
                  </a:cubicBezTo>
                  <a:cubicBezTo>
                    <a:pt x="60897" y="104412"/>
                    <a:pt x="58178" y="101693"/>
                    <a:pt x="58178" y="96253"/>
                  </a:cubicBezTo>
                  <a:cubicBezTo>
                    <a:pt x="58178" y="93534"/>
                    <a:pt x="60897" y="88095"/>
                    <a:pt x="66337" y="85375"/>
                  </a:cubicBezTo>
                  <a:cubicBezTo>
                    <a:pt x="74496" y="79936"/>
                    <a:pt x="77215" y="77216"/>
                    <a:pt x="93533" y="77216"/>
                  </a:cubicBezTo>
                  <a:cubicBezTo>
                    <a:pt x="101692" y="77216"/>
                    <a:pt x="109852" y="77216"/>
                    <a:pt x="115290" y="77216"/>
                  </a:cubicBezTo>
                  <a:cubicBezTo>
                    <a:pt x="134328" y="77216"/>
                    <a:pt x="150646" y="77216"/>
                    <a:pt x="169684" y="74496"/>
                  </a:cubicBezTo>
                  <a:cubicBezTo>
                    <a:pt x="177843" y="74496"/>
                    <a:pt x="186002" y="71776"/>
                    <a:pt x="194161" y="71776"/>
                  </a:cubicBezTo>
                  <a:cubicBezTo>
                    <a:pt x="194161" y="71776"/>
                    <a:pt x="196880" y="71776"/>
                    <a:pt x="196880" y="71776"/>
                  </a:cubicBezTo>
                  <a:cubicBezTo>
                    <a:pt x="199600" y="71776"/>
                    <a:pt x="205040" y="71776"/>
                    <a:pt x="210478" y="71776"/>
                  </a:cubicBezTo>
                  <a:cubicBezTo>
                    <a:pt x="213198" y="71776"/>
                    <a:pt x="215918" y="71776"/>
                    <a:pt x="218638" y="71776"/>
                  </a:cubicBezTo>
                  <a:cubicBezTo>
                    <a:pt x="224077" y="69057"/>
                    <a:pt x="229516" y="63618"/>
                    <a:pt x="237675" y="60898"/>
                  </a:cubicBezTo>
                  <a:cubicBezTo>
                    <a:pt x="243115" y="58178"/>
                    <a:pt x="248554" y="58178"/>
                    <a:pt x="253993" y="58178"/>
                  </a:cubicBezTo>
                  <a:cubicBezTo>
                    <a:pt x="264872" y="58178"/>
                    <a:pt x="273031" y="58178"/>
                    <a:pt x="283910" y="60898"/>
                  </a:cubicBezTo>
                  <a:cubicBezTo>
                    <a:pt x="286629" y="60898"/>
                    <a:pt x="292068" y="63618"/>
                    <a:pt x="294788" y="66337"/>
                  </a:cubicBezTo>
                  <a:cubicBezTo>
                    <a:pt x="297508" y="69057"/>
                    <a:pt x="302948" y="71776"/>
                    <a:pt x="305667" y="74496"/>
                  </a:cubicBezTo>
                  <a:cubicBezTo>
                    <a:pt x="308386" y="74496"/>
                    <a:pt x="311106" y="74496"/>
                    <a:pt x="313826" y="74496"/>
                  </a:cubicBezTo>
                  <a:cubicBezTo>
                    <a:pt x="319265" y="74496"/>
                    <a:pt x="321985" y="74496"/>
                    <a:pt x="327424" y="74496"/>
                  </a:cubicBezTo>
                  <a:cubicBezTo>
                    <a:pt x="335583" y="74496"/>
                    <a:pt x="346461" y="74496"/>
                    <a:pt x="354621" y="74496"/>
                  </a:cubicBezTo>
                  <a:cubicBezTo>
                    <a:pt x="376378" y="74496"/>
                    <a:pt x="400855" y="74496"/>
                    <a:pt x="422612" y="74496"/>
                  </a:cubicBezTo>
                  <a:cubicBezTo>
                    <a:pt x="433491" y="74496"/>
                    <a:pt x="447089" y="74496"/>
                    <a:pt x="455248" y="79936"/>
                  </a:cubicBezTo>
                  <a:cubicBezTo>
                    <a:pt x="460687" y="82655"/>
                    <a:pt x="466127" y="90814"/>
                    <a:pt x="466127" y="98973"/>
                  </a:cubicBezTo>
                  <a:cubicBezTo>
                    <a:pt x="466127" y="101693"/>
                    <a:pt x="466127" y="107132"/>
                    <a:pt x="463407" y="109852"/>
                  </a:cubicBezTo>
                  <a:cubicBezTo>
                    <a:pt x="463407" y="112571"/>
                    <a:pt x="463407" y="112571"/>
                    <a:pt x="463407" y="120730"/>
                  </a:cubicBezTo>
                  <a:cubicBezTo>
                    <a:pt x="463407" y="142488"/>
                    <a:pt x="463407" y="172404"/>
                    <a:pt x="463407" y="194161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A0129EEC-9B42-496F-A2D1-85996ED46E88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6096000" y="457200"/>
            <a:ext cx="5715000" cy="2565401"/>
          </a:xfrm>
        </p:spPr>
        <p:txBody>
          <a:bodyPr anchor="b"/>
          <a:lstStyle>
            <a:lvl1pPr algn="l">
              <a:lnSpc>
                <a:spcPct val="82000"/>
              </a:lnSpc>
              <a:defRPr sz="6600"/>
            </a:lvl1pPr>
          </a:lstStyle>
          <a:p>
            <a:r>
              <a:rPr lang="en-US" altLang="zh-CN"/>
              <a:t>Click to edit Master title style</a:t>
            </a:r>
            <a:endParaRPr lang="en-US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7FC3C0E5-30C1-434C-9ECA-434F7A55C49E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6096000" y="3306349"/>
            <a:ext cx="5715000" cy="731520"/>
          </a:xfrm>
        </p:spPr>
        <p:txBody>
          <a:bodyPr/>
          <a:lstStyle>
            <a:lvl1pPr marL="0" indent="0" algn="l">
              <a:spcBef>
                <a:spcPts val="0"/>
              </a:spcBef>
              <a:buNone/>
              <a:defRPr sz="20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Subtitle or Presenter Name</a:t>
            </a:r>
          </a:p>
        </p:txBody>
      </p:sp>
    </p:spTree>
    <p:extLst>
      <p:ext uri="{BB962C8B-B14F-4D97-AF65-F5344CB8AC3E}">
        <p14:creationId xmlns:p14="http://schemas.microsoft.com/office/powerpoint/2010/main" val="876371010"/>
      </p:ext>
    </p:extLst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ection Header Circ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F71D965E-4C58-47A3-8D87-9119AC8962E8}"/>
              </a:ext>
            </a:extLst>
          </p:cNvPr>
          <p:cNvSpPr/>
          <p:nvPr/>
        </p:nvSpPr>
        <p:spPr bwMode="white">
          <a:xfrm>
            <a:off x="1" y="0"/>
            <a:ext cx="5538665" cy="6858000"/>
          </a:xfrm>
          <a:custGeom>
            <a:avLst/>
            <a:gdLst>
              <a:gd name="connsiteX0" fmla="*/ 0 w 5538665"/>
              <a:gd name="connsiteY0" fmla="*/ 0 h 6853445"/>
              <a:gd name="connsiteX1" fmla="*/ 3789661 w 5538665"/>
              <a:gd name="connsiteY1" fmla="*/ 0 h 6853445"/>
              <a:gd name="connsiteX2" fmla="*/ 3864039 w 5538665"/>
              <a:gd name="connsiteY2" fmla="*/ 48915 h 6853445"/>
              <a:gd name="connsiteX3" fmla="*/ 5522925 w 5538665"/>
              <a:gd name="connsiteY3" fmla="*/ 3895777 h 6853445"/>
              <a:gd name="connsiteX4" fmla="*/ 3442584 w 5538665"/>
              <a:gd name="connsiteY4" fmla="*/ 6852853 h 6853445"/>
              <a:gd name="connsiteX5" fmla="*/ 3441243 w 5538665"/>
              <a:gd name="connsiteY5" fmla="*/ 6853445 h 6853445"/>
              <a:gd name="connsiteX6" fmla="*/ 0 w 5538665"/>
              <a:gd name="connsiteY6" fmla="*/ 6853445 h 68534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538665" h="6853445">
                <a:moveTo>
                  <a:pt x="0" y="0"/>
                </a:moveTo>
                <a:lnTo>
                  <a:pt x="3789661" y="0"/>
                </a:lnTo>
                <a:lnTo>
                  <a:pt x="3864039" y="48915"/>
                </a:lnTo>
                <a:cubicBezTo>
                  <a:pt x="5036717" y="905415"/>
                  <a:pt x="5646593" y="2400600"/>
                  <a:pt x="5522925" y="3895777"/>
                </a:cubicBezTo>
                <a:cubicBezTo>
                  <a:pt x="5403483" y="5448579"/>
                  <a:pt x="4490294" y="6359136"/>
                  <a:pt x="3442584" y="6852853"/>
                </a:cubicBezTo>
                <a:lnTo>
                  <a:pt x="3441243" y="6853445"/>
                </a:lnTo>
                <a:lnTo>
                  <a:pt x="0" y="6853445"/>
                </a:lnTo>
                <a:close/>
              </a:path>
            </a:pathLst>
          </a:custGeom>
          <a:solidFill>
            <a:schemeClr val="accent4"/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8" name="Picture Placeholder 7">
            <a:extLst>
              <a:ext uri="{FF2B5EF4-FFF2-40B4-BE49-F238E27FC236}">
                <a16:creationId xmlns:a16="http://schemas.microsoft.com/office/drawing/2014/main" id="{60008707-373C-4868-B058-05072F020C5B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3459602" y="0"/>
            <a:ext cx="8732399" cy="6858000"/>
          </a:xfrm>
          <a:custGeom>
            <a:avLst/>
            <a:gdLst>
              <a:gd name="connsiteX0" fmla="*/ 343919 w 8732399"/>
              <a:gd name="connsiteY0" fmla="*/ 0 h 6858000"/>
              <a:gd name="connsiteX1" fmla="*/ 8732399 w 8732399"/>
              <a:gd name="connsiteY1" fmla="*/ 0 h 6858000"/>
              <a:gd name="connsiteX2" fmla="*/ 8732399 w 8732399"/>
              <a:gd name="connsiteY2" fmla="*/ 6858000 h 6858000"/>
              <a:gd name="connsiteX3" fmla="*/ 0 w 8732399"/>
              <a:gd name="connsiteY3" fmla="*/ 6858000 h 6858000"/>
              <a:gd name="connsiteX4" fmla="*/ 177693 w 8732399"/>
              <a:gd name="connsiteY4" fmla="*/ 6768713 h 6858000"/>
              <a:gd name="connsiteX5" fmla="*/ 2063325 w 8732399"/>
              <a:gd name="connsiteY5" fmla="*/ 3899618 h 6858000"/>
              <a:gd name="connsiteX6" fmla="*/ 2077959 w 8732399"/>
              <a:gd name="connsiteY6" fmla="*/ 3618494 h 6858000"/>
              <a:gd name="connsiteX7" fmla="*/ 2077954 w 8732399"/>
              <a:gd name="connsiteY7" fmla="*/ 3617951 h 6858000"/>
              <a:gd name="connsiteX8" fmla="*/ 2077959 w 8732399"/>
              <a:gd name="connsiteY8" fmla="*/ 3617865 h 6858000"/>
              <a:gd name="connsiteX9" fmla="*/ 2076397 w 8732399"/>
              <a:gd name="connsiteY9" fmla="*/ 3429041 h 6858000"/>
              <a:gd name="connsiteX10" fmla="*/ 2075650 w 8732399"/>
              <a:gd name="connsiteY10" fmla="*/ 3338309 h 6858000"/>
              <a:gd name="connsiteX11" fmla="*/ 404439 w 8732399"/>
              <a:gd name="connsiteY11" fmla="*/ 39934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8732399" h="6858000">
                <a:moveTo>
                  <a:pt x="343919" y="0"/>
                </a:moveTo>
                <a:lnTo>
                  <a:pt x="8732399" y="0"/>
                </a:lnTo>
                <a:lnTo>
                  <a:pt x="8732399" y="6858000"/>
                </a:lnTo>
                <a:lnTo>
                  <a:pt x="0" y="6858000"/>
                </a:lnTo>
                <a:lnTo>
                  <a:pt x="177693" y="6768713"/>
                </a:lnTo>
                <a:cubicBezTo>
                  <a:pt x="1141742" y="6254472"/>
                  <a:pt x="1951349" y="5360222"/>
                  <a:pt x="2063325" y="3899618"/>
                </a:cubicBezTo>
                <a:cubicBezTo>
                  <a:pt x="2071055" y="3805858"/>
                  <a:pt x="2075919" y="3712098"/>
                  <a:pt x="2077959" y="3618494"/>
                </a:cubicBezTo>
                <a:lnTo>
                  <a:pt x="2077954" y="3617951"/>
                </a:lnTo>
                <a:lnTo>
                  <a:pt x="2077959" y="3617865"/>
                </a:lnTo>
                <a:lnTo>
                  <a:pt x="2076397" y="3429041"/>
                </a:lnTo>
                <a:lnTo>
                  <a:pt x="2075650" y="3338309"/>
                </a:lnTo>
                <a:cubicBezTo>
                  <a:pt x="2025731" y="2034428"/>
                  <a:pt x="1430533" y="791870"/>
                  <a:pt x="404439" y="39934"/>
                </a:cubicBezTo>
                <a:close/>
              </a:path>
            </a:pathLst>
          </a:custGeom>
          <a:solidFill>
            <a:srgbClr val="D9D9D9"/>
          </a:solidFill>
        </p:spPr>
        <p:txBody>
          <a:bodyPr wrap="square" lIns="4663440" tIns="0" rIns="0" anchor="ctr" anchorCtr="0">
            <a:noAutofit/>
          </a:bodyPr>
          <a:lstStyle>
            <a:lvl1pPr marL="0" indent="0" algn="l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1pPr>
          </a:lstStyle>
          <a:p>
            <a:r>
              <a:rPr lang="en-US"/>
              <a:t>Click icon to insert picture</a:t>
            </a:r>
            <a:br>
              <a:rPr lang="en-US"/>
            </a:br>
            <a:r>
              <a:rPr lang="en-US"/>
              <a:t>(minimum recommended size for </a:t>
            </a:r>
            <a:br>
              <a:rPr lang="en-US"/>
            </a:br>
            <a:r>
              <a:rPr lang="en-US"/>
              <a:t>full slide image is 1280 x 720 pixels)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BA6AAFD9-7181-4BA5-A2B7-821424B5139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914400"/>
            <a:ext cx="4389120" cy="2476500"/>
          </a:xfrm>
        </p:spPr>
        <p:txBody>
          <a:bodyPr/>
          <a:lstStyle>
            <a:lvl1pPr>
              <a:defRPr sz="6000">
                <a:solidFill>
                  <a:schemeClr val="tx1"/>
                </a:solidFill>
              </a:defRPr>
            </a:lvl1pPr>
          </a:lstStyle>
          <a:p>
            <a:r>
              <a:rPr lang="en-US" altLang="zh-CN"/>
              <a:t>Click to edit Master title style</a:t>
            </a:r>
            <a:endParaRPr lang="en-US"/>
          </a:p>
        </p:txBody>
      </p:sp>
      <p:sp>
        <p:nvSpPr>
          <p:cNvPr id="9" name="Text Placeholder 53">
            <a:extLst>
              <a:ext uri="{FF2B5EF4-FFF2-40B4-BE49-F238E27FC236}">
                <a16:creationId xmlns:a16="http://schemas.microsoft.com/office/drawing/2014/main" id="{D275F703-BAB3-4AC2-B21C-F4D222E29813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621333" y="3714750"/>
            <a:ext cx="4389120" cy="781050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1pPr>
            <a:lvl2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2pPr>
            <a:lvl3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3pPr>
            <a:lvl4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4pPr>
            <a:lvl5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5pPr>
            <a:lvl6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6pPr>
            <a:lvl7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7pPr>
            <a:lvl8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8pPr>
            <a:lvl9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9pPr>
          </a:lstStyle>
          <a:p>
            <a:pPr lvl="0"/>
            <a:r>
              <a:rPr lang="en-US"/>
              <a:t>Subtitle text (optional)</a:t>
            </a:r>
          </a:p>
        </p:txBody>
      </p:sp>
    </p:spTree>
    <p:extLst>
      <p:ext uri="{BB962C8B-B14F-4D97-AF65-F5344CB8AC3E}">
        <p14:creationId xmlns:p14="http://schemas.microsoft.com/office/powerpoint/2010/main" val="3889621869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ection Header Arrow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: Shape 6">
            <a:extLst>
              <a:ext uri="{FF2B5EF4-FFF2-40B4-BE49-F238E27FC236}">
                <a16:creationId xmlns:a16="http://schemas.microsoft.com/office/drawing/2014/main" id="{930312BD-1466-44B1-91B9-A5BC6B67C99E}"/>
              </a:ext>
            </a:extLst>
          </p:cNvPr>
          <p:cNvSpPr/>
          <p:nvPr/>
        </p:nvSpPr>
        <p:spPr bwMode="white">
          <a:xfrm>
            <a:off x="0" y="271458"/>
            <a:ext cx="5590219" cy="6586542"/>
          </a:xfrm>
          <a:custGeom>
            <a:avLst/>
            <a:gdLst>
              <a:gd name="connsiteX0" fmla="*/ 2744145 w 5590219"/>
              <a:gd name="connsiteY0" fmla="*/ 2926 h 6586542"/>
              <a:gd name="connsiteX1" fmla="*/ 3035619 w 5590219"/>
              <a:gd name="connsiteY1" fmla="*/ 174376 h 6586542"/>
              <a:gd name="connsiteX2" fmla="*/ 4835835 w 5590219"/>
              <a:gd name="connsiteY2" fmla="*/ 1820293 h 6586542"/>
              <a:gd name="connsiteX3" fmla="*/ 5487345 w 5590219"/>
              <a:gd name="connsiteY3" fmla="*/ 2591825 h 6586542"/>
              <a:gd name="connsiteX4" fmla="*/ 5555925 w 5590219"/>
              <a:gd name="connsiteY4" fmla="*/ 2900435 h 6586542"/>
              <a:gd name="connsiteX5" fmla="*/ 5573079 w 5590219"/>
              <a:gd name="connsiteY5" fmla="*/ 3929133 h 6586542"/>
              <a:gd name="connsiteX6" fmla="*/ 5573079 w 5590219"/>
              <a:gd name="connsiteY6" fmla="*/ 4649221 h 6586542"/>
              <a:gd name="connsiteX7" fmla="*/ 5573079 w 5590219"/>
              <a:gd name="connsiteY7" fmla="*/ 6295138 h 6586542"/>
              <a:gd name="connsiteX8" fmla="*/ 5558606 w 5590219"/>
              <a:gd name="connsiteY8" fmla="*/ 6557937 h 6586542"/>
              <a:gd name="connsiteX9" fmla="*/ 5548028 w 5590219"/>
              <a:gd name="connsiteY9" fmla="*/ 6586542 h 6586542"/>
              <a:gd name="connsiteX10" fmla="*/ 0 w 5590219"/>
              <a:gd name="connsiteY10" fmla="*/ 6586542 h 6586542"/>
              <a:gd name="connsiteX11" fmla="*/ 0 w 5590219"/>
              <a:gd name="connsiteY11" fmla="*/ 2276131 h 6586542"/>
              <a:gd name="connsiteX12" fmla="*/ 37381 w 5590219"/>
              <a:gd name="connsiteY12" fmla="*/ 2238202 h 6586542"/>
              <a:gd name="connsiteX13" fmla="*/ 343844 w 5590219"/>
              <a:gd name="connsiteY13" fmla="*/ 1991742 h 6586542"/>
              <a:gd name="connsiteX14" fmla="*/ 1972629 w 5590219"/>
              <a:gd name="connsiteY14" fmla="*/ 448695 h 6586542"/>
              <a:gd name="connsiteX15" fmla="*/ 2744145 w 5590219"/>
              <a:gd name="connsiteY15" fmla="*/ 2926 h 65865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5590219" h="6586542">
                <a:moveTo>
                  <a:pt x="2744145" y="2926"/>
                </a:moveTo>
                <a:cubicBezTo>
                  <a:pt x="2847015" y="20080"/>
                  <a:pt x="2967039" y="105796"/>
                  <a:pt x="3035619" y="174376"/>
                </a:cubicBezTo>
                <a:cubicBezTo>
                  <a:pt x="3841425" y="808749"/>
                  <a:pt x="4287195" y="1254518"/>
                  <a:pt x="4835835" y="1820293"/>
                </a:cubicBezTo>
                <a:cubicBezTo>
                  <a:pt x="5024439" y="2008896"/>
                  <a:pt x="5384475" y="2351796"/>
                  <a:pt x="5487345" y="2591825"/>
                </a:cubicBezTo>
                <a:cubicBezTo>
                  <a:pt x="5521635" y="2694695"/>
                  <a:pt x="5538789" y="2797565"/>
                  <a:pt x="5555925" y="2900435"/>
                </a:cubicBezTo>
                <a:cubicBezTo>
                  <a:pt x="5607369" y="3260470"/>
                  <a:pt x="5590215" y="3551944"/>
                  <a:pt x="5573079" y="3929133"/>
                </a:cubicBezTo>
                <a:cubicBezTo>
                  <a:pt x="5573079" y="4134872"/>
                  <a:pt x="5573079" y="4443482"/>
                  <a:pt x="5573079" y="4649221"/>
                </a:cubicBezTo>
                <a:cubicBezTo>
                  <a:pt x="5555925" y="5283576"/>
                  <a:pt x="5573079" y="5626476"/>
                  <a:pt x="5573079" y="6295138"/>
                </a:cubicBezTo>
                <a:cubicBezTo>
                  <a:pt x="5573079" y="6385143"/>
                  <a:pt x="5582718" y="6475157"/>
                  <a:pt x="5558606" y="6557937"/>
                </a:cubicBezTo>
                <a:lnTo>
                  <a:pt x="5548028" y="6586542"/>
                </a:lnTo>
                <a:lnTo>
                  <a:pt x="0" y="6586542"/>
                </a:lnTo>
                <a:lnTo>
                  <a:pt x="0" y="2276131"/>
                </a:lnTo>
                <a:lnTo>
                  <a:pt x="37381" y="2238202"/>
                </a:lnTo>
                <a:cubicBezTo>
                  <a:pt x="138109" y="2146047"/>
                  <a:pt x="249551" y="2077467"/>
                  <a:pt x="343844" y="1991742"/>
                </a:cubicBezTo>
                <a:cubicBezTo>
                  <a:pt x="858194" y="1443103"/>
                  <a:pt x="1406835" y="945908"/>
                  <a:pt x="1972629" y="448695"/>
                </a:cubicBezTo>
                <a:cubicBezTo>
                  <a:pt x="2195505" y="242956"/>
                  <a:pt x="2452689" y="-31364"/>
                  <a:pt x="2744145" y="2926"/>
                </a:cubicBezTo>
                <a:close/>
              </a:path>
            </a:pathLst>
          </a:custGeom>
          <a:solidFill>
            <a:schemeClr val="accent3"/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>
              <a:lnSpc>
                <a:spcPct val="90000"/>
              </a:lnSpc>
            </a:pPr>
            <a:endParaRPr lang="en-US">
              <a:solidFill>
                <a:schemeClr val="bg1"/>
              </a:solidFill>
            </a:endParaRPr>
          </a:p>
        </p:txBody>
      </p:sp>
      <p:sp>
        <p:nvSpPr>
          <p:cNvPr id="6" name="Picture Placeholder 5">
            <a:extLst>
              <a:ext uri="{FF2B5EF4-FFF2-40B4-BE49-F238E27FC236}">
                <a16:creationId xmlns:a16="http://schemas.microsoft.com/office/drawing/2014/main" id="{5DC7C04E-5ED8-4EA9-8321-1C3F398CE0CA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0" y="0"/>
            <a:ext cx="12192001" cy="6858000"/>
          </a:xfrm>
          <a:custGeom>
            <a:avLst/>
            <a:gdLst>
              <a:gd name="connsiteX0" fmla="*/ 0 w 12192001"/>
              <a:gd name="connsiteY0" fmla="*/ 0 h 6858000"/>
              <a:gd name="connsiteX1" fmla="*/ 12192001 w 12192001"/>
              <a:gd name="connsiteY1" fmla="*/ 0 h 6858000"/>
              <a:gd name="connsiteX2" fmla="*/ 12192001 w 12192001"/>
              <a:gd name="connsiteY2" fmla="*/ 6858000 h 6858000"/>
              <a:gd name="connsiteX3" fmla="*/ 5548029 w 12192001"/>
              <a:gd name="connsiteY3" fmla="*/ 6858000 h 6858000"/>
              <a:gd name="connsiteX4" fmla="*/ 5558606 w 12192001"/>
              <a:gd name="connsiteY4" fmla="*/ 6829395 h 6858000"/>
              <a:gd name="connsiteX5" fmla="*/ 5573080 w 12192001"/>
              <a:gd name="connsiteY5" fmla="*/ 6566596 h 6858000"/>
              <a:gd name="connsiteX6" fmla="*/ 5573080 w 12192001"/>
              <a:gd name="connsiteY6" fmla="*/ 4920679 h 6858000"/>
              <a:gd name="connsiteX7" fmla="*/ 5573080 w 12192001"/>
              <a:gd name="connsiteY7" fmla="*/ 4200591 h 6858000"/>
              <a:gd name="connsiteX8" fmla="*/ 5555925 w 12192001"/>
              <a:gd name="connsiteY8" fmla="*/ 3171893 h 6858000"/>
              <a:gd name="connsiteX9" fmla="*/ 5487345 w 12192001"/>
              <a:gd name="connsiteY9" fmla="*/ 2863283 h 6858000"/>
              <a:gd name="connsiteX10" fmla="*/ 4835835 w 12192001"/>
              <a:gd name="connsiteY10" fmla="*/ 2091751 h 6858000"/>
              <a:gd name="connsiteX11" fmla="*/ 3035619 w 12192001"/>
              <a:gd name="connsiteY11" fmla="*/ 445834 h 6858000"/>
              <a:gd name="connsiteX12" fmla="*/ 2744145 w 12192001"/>
              <a:gd name="connsiteY12" fmla="*/ 274384 h 6858000"/>
              <a:gd name="connsiteX13" fmla="*/ 1972629 w 12192001"/>
              <a:gd name="connsiteY13" fmla="*/ 720153 h 6858000"/>
              <a:gd name="connsiteX14" fmla="*/ 343844 w 12192001"/>
              <a:gd name="connsiteY14" fmla="*/ 2263200 h 6858000"/>
              <a:gd name="connsiteX15" fmla="*/ 37381 w 12192001"/>
              <a:gd name="connsiteY15" fmla="*/ 2509660 h 6858000"/>
              <a:gd name="connsiteX16" fmla="*/ 0 w 12192001"/>
              <a:gd name="connsiteY16" fmla="*/ 2547589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2192001" h="6858000">
                <a:moveTo>
                  <a:pt x="0" y="0"/>
                </a:moveTo>
                <a:lnTo>
                  <a:pt x="12192001" y="0"/>
                </a:lnTo>
                <a:lnTo>
                  <a:pt x="12192001" y="6858000"/>
                </a:lnTo>
                <a:lnTo>
                  <a:pt x="5548029" y="6858000"/>
                </a:lnTo>
                <a:lnTo>
                  <a:pt x="5558606" y="6829395"/>
                </a:lnTo>
                <a:cubicBezTo>
                  <a:pt x="5582718" y="6746615"/>
                  <a:pt x="5573080" y="6656601"/>
                  <a:pt x="5573080" y="6566596"/>
                </a:cubicBezTo>
                <a:cubicBezTo>
                  <a:pt x="5573080" y="5897934"/>
                  <a:pt x="5555925" y="5555034"/>
                  <a:pt x="5573080" y="4920679"/>
                </a:cubicBezTo>
                <a:cubicBezTo>
                  <a:pt x="5573080" y="4714940"/>
                  <a:pt x="5573080" y="4406330"/>
                  <a:pt x="5573080" y="4200591"/>
                </a:cubicBezTo>
                <a:cubicBezTo>
                  <a:pt x="5590215" y="3823402"/>
                  <a:pt x="5607369" y="3531928"/>
                  <a:pt x="5555925" y="3171893"/>
                </a:cubicBezTo>
                <a:cubicBezTo>
                  <a:pt x="5538789" y="3069023"/>
                  <a:pt x="5521636" y="2966153"/>
                  <a:pt x="5487345" y="2863283"/>
                </a:cubicBezTo>
                <a:cubicBezTo>
                  <a:pt x="5384475" y="2623254"/>
                  <a:pt x="5024439" y="2280354"/>
                  <a:pt x="4835835" y="2091751"/>
                </a:cubicBezTo>
                <a:cubicBezTo>
                  <a:pt x="4287195" y="1525976"/>
                  <a:pt x="3841425" y="1080207"/>
                  <a:pt x="3035619" y="445834"/>
                </a:cubicBezTo>
                <a:cubicBezTo>
                  <a:pt x="2967039" y="377254"/>
                  <a:pt x="2847015" y="291538"/>
                  <a:pt x="2744145" y="274384"/>
                </a:cubicBezTo>
                <a:cubicBezTo>
                  <a:pt x="2452689" y="240094"/>
                  <a:pt x="2195505" y="514414"/>
                  <a:pt x="1972629" y="720153"/>
                </a:cubicBezTo>
                <a:cubicBezTo>
                  <a:pt x="1406835" y="1217366"/>
                  <a:pt x="858194" y="1714561"/>
                  <a:pt x="343844" y="2263200"/>
                </a:cubicBezTo>
                <a:cubicBezTo>
                  <a:pt x="249551" y="2348925"/>
                  <a:pt x="138109" y="2417505"/>
                  <a:pt x="37381" y="2509660"/>
                </a:cubicBezTo>
                <a:lnTo>
                  <a:pt x="0" y="2547589"/>
                </a:lnTo>
                <a:close/>
              </a:path>
            </a:pathLst>
          </a:custGeom>
          <a:solidFill>
            <a:srgbClr val="D9D9D9"/>
          </a:solidFill>
        </p:spPr>
        <p:txBody>
          <a:bodyPr wrap="square" lIns="6400800" tIns="0" anchor="ctr" anchorCtr="0">
            <a:noAutofit/>
          </a:bodyPr>
          <a:lstStyle>
            <a:lvl1pPr marL="0" indent="0" algn="l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1pPr>
          </a:lstStyle>
          <a:p>
            <a:r>
              <a:rPr lang="en-US"/>
              <a:t>Click icon to insert picture</a:t>
            </a:r>
            <a:br>
              <a:rPr lang="en-US"/>
            </a:br>
            <a:r>
              <a:rPr lang="en-US"/>
              <a:t>(minimum recommended size for </a:t>
            </a:r>
            <a:br>
              <a:rPr lang="en-US"/>
            </a:br>
            <a:r>
              <a:rPr lang="en-US"/>
              <a:t>full slide image is 1280 x 720 pixels)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BA6AAFD9-7181-4BA5-A2B7-821424B5139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599" y="2476500"/>
            <a:ext cx="4695825" cy="2463800"/>
          </a:xfrm>
        </p:spPr>
        <p:txBody>
          <a:bodyPr/>
          <a:lstStyle>
            <a:lvl1pPr>
              <a:defRPr sz="6000">
                <a:solidFill>
                  <a:schemeClr val="tx1"/>
                </a:solidFill>
              </a:defRPr>
            </a:lvl1pPr>
          </a:lstStyle>
          <a:p>
            <a:r>
              <a:rPr lang="en-US" altLang="zh-CN"/>
              <a:t>Click to edit Master title style</a:t>
            </a:r>
            <a:endParaRPr lang="en-US"/>
          </a:p>
        </p:txBody>
      </p:sp>
      <p:sp>
        <p:nvSpPr>
          <p:cNvPr id="9" name="Text Placeholder 53">
            <a:extLst>
              <a:ext uri="{FF2B5EF4-FFF2-40B4-BE49-F238E27FC236}">
                <a16:creationId xmlns:a16="http://schemas.microsoft.com/office/drawing/2014/main" id="{D275F703-BAB3-4AC2-B21C-F4D222E29813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621332" y="5297713"/>
            <a:ext cx="4684090" cy="731520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1pPr>
            <a:lvl2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2pPr>
            <a:lvl3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3pPr>
            <a:lvl4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4pPr>
            <a:lvl5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5pPr>
            <a:lvl6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6pPr>
            <a:lvl7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7pPr>
            <a:lvl8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8pPr>
            <a:lvl9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9pPr>
          </a:lstStyle>
          <a:p>
            <a:pPr lvl="0"/>
            <a:r>
              <a:rPr lang="en-US"/>
              <a:t>Subtitle text (optional)</a:t>
            </a:r>
          </a:p>
        </p:txBody>
      </p:sp>
    </p:spTree>
    <p:extLst>
      <p:ext uri="{BB962C8B-B14F-4D97-AF65-F5344CB8AC3E}">
        <p14:creationId xmlns:p14="http://schemas.microsoft.com/office/powerpoint/2010/main" val="1445549606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ection Header Hexag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Freeform: Shape 7">
            <a:extLst>
              <a:ext uri="{FF2B5EF4-FFF2-40B4-BE49-F238E27FC236}">
                <a16:creationId xmlns:a16="http://schemas.microsoft.com/office/drawing/2014/main" id="{F4730513-B885-49F0-9C17-F45E71DFE844}"/>
              </a:ext>
            </a:extLst>
          </p:cNvPr>
          <p:cNvSpPr/>
          <p:nvPr/>
        </p:nvSpPr>
        <p:spPr bwMode="white">
          <a:xfrm>
            <a:off x="0" y="0"/>
            <a:ext cx="6003366" cy="6105046"/>
          </a:xfrm>
          <a:custGeom>
            <a:avLst/>
            <a:gdLst>
              <a:gd name="connsiteX0" fmla="*/ 0 w 6003366"/>
              <a:gd name="connsiteY0" fmla="*/ 0 h 6105046"/>
              <a:gd name="connsiteX1" fmla="*/ 4639238 w 6003366"/>
              <a:gd name="connsiteY1" fmla="*/ 0 h 6105046"/>
              <a:gd name="connsiteX2" fmla="*/ 4663657 w 6003366"/>
              <a:gd name="connsiteY2" fmla="*/ 38495 h 6105046"/>
              <a:gd name="connsiteX3" fmla="*/ 5718321 w 6003366"/>
              <a:gd name="connsiteY3" fmla="*/ 1734501 h 6105046"/>
              <a:gd name="connsiteX4" fmla="*/ 6003366 w 6003366"/>
              <a:gd name="connsiteY4" fmla="*/ 2432867 h 6105046"/>
              <a:gd name="connsiteX5" fmla="*/ 5775330 w 6003366"/>
              <a:gd name="connsiteY5" fmla="*/ 3131218 h 6105046"/>
              <a:gd name="connsiteX6" fmla="*/ 4449866 w 6003366"/>
              <a:gd name="connsiteY6" fmla="*/ 5696617 h 6105046"/>
              <a:gd name="connsiteX7" fmla="*/ 4250335 w 6003366"/>
              <a:gd name="connsiteY7" fmla="*/ 5981661 h 6105046"/>
              <a:gd name="connsiteX8" fmla="*/ 3780019 w 6003366"/>
              <a:gd name="connsiteY8" fmla="*/ 6095679 h 6105046"/>
              <a:gd name="connsiteX9" fmla="*/ 1171855 w 6003366"/>
              <a:gd name="connsiteY9" fmla="*/ 6081434 h 6105046"/>
              <a:gd name="connsiteX10" fmla="*/ 459244 w 6003366"/>
              <a:gd name="connsiteY10" fmla="*/ 5967416 h 6105046"/>
              <a:gd name="connsiteX11" fmla="*/ 58904 w 6003366"/>
              <a:gd name="connsiteY11" fmla="*/ 5687075 h 6105046"/>
              <a:gd name="connsiteX12" fmla="*/ 0 w 6003366"/>
              <a:gd name="connsiteY12" fmla="*/ 5620135 h 61050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6003366" h="6105046">
                <a:moveTo>
                  <a:pt x="0" y="0"/>
                </a:moveTo>
                <a:lnTo>
                  <a:pt x="4639238" y="0"/>
                </a:lnTo>
                <a:lnTo>
                  <a:pt x="4663657" y="38495"/>
                </a:lnTo>
                <a:cubicBezTo>
                  <a:pt x="5019955" y="608583"/>
                  <a:pt x="5362008" y="1164412"/>
                  <a:pt x="5718321" y="1734501"/>
                </a:cubicBezTo>
                <a:cubicBezTo>
                  <a:pt x="5860843" y="1948291"/>
                  <a:pt x="5989106" y="2176327"/>
                  <a:pt x="6003366" y="2432867"/>
                </a:cubicBezTo>
                <a:cubicBezTo>
                  <a:pt x="6003366" y="2675147"/>
                  <a:pt x="5889348" y="2917442"/>
                  <a:pt x="5775330" y="3131218"/>
                </a:cubicBezTo>
                <a:cubicBezTo>
                  <a:pt x="5333504" y="3986351"/>
                  <a:pt x="4891692" y="4841484"/>
                  <a:pt x="4449866" y="5696617"/>
                </a:cubicBezTo>
                <a:cubicBezTo>
                  <a:pt x="4392857" y="5810634"/>
                  <a:pt x="4335848" y="5910407"/>
                  <a:pt x="4250335" y="5981661"/>
                </a:cubicBezTo>
                <a:cubicBezTo>
                  <a:pt x="4122072" y="6081434"/>
                  <a:pt x="3951046" y="6095679"/>
                  <a:pt x="3780019" y="6095679"/>
                </a:cubicBezTo>
                <a:cubicBezTo>
                  <a:pt x="2910626" y="6109938"/>
                  <a:pt x="2041248" y="6109938"/>
                  <a:pt x="1171855" y="6081434"/>
                </a:cubicBezTo>
                <a:cubicBezTo>
                  <a:pt x="929574" y="6067174"/>
                  <a:pt x="687279" y="6067174"/>
                  <a:pt x="459244" y="5967416"/>
                </a:cubicBezTo>
                <a:cubicBezTo>
                  <a:pt x="304254" y="5903281"/>
                  <a:pt x="173312" y="5805074"/>
                  <a:pt x="58904" y="5687075"/>
                </a:cubicBezTo>
                <a:lnTo>
                  <a:pt x="0" y="5620135"/>
                </a:lnTo>
                <a:close/>
              </a:path>
            </a:pathLst>
          </a:custGeom>
          <a:solidFill>
            <a:schemeClr val="accent2"/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>
              <a:lnSpc>
                <a:spcPct val="90000"/>
              </a:lnSpc>
            </a:pPr>
            <a:endParaRPr lang="en-US">
              <a:solidFill>
                <a:schemeClr val="bg1"/>
              </a:solidFill>
            </a:endParaRPr>
          </a:p>
        </p:txBody>
      </p: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BC95E134-4758-4A15-97D4-E85BCD1919D8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0" y="0"/>
            <a:ext cx="12192001" cy="6858000"/>
          </a:xfrm>
          <a:custGeom>
            <a:avLst/>
            <a:gdLst>
              <a:gd name="connsiteX0" fmla="*/ 4639238 w 12192001"/>
              <a:gd name="connsiteY0" fmla="*/ 0 h 6858000"/>
              <a:gd name="connsiteX1" fmla="*/ 12192001 w 12192001"/>
              <a:gd name="connsiteY1" fmla="*/ 0 h 6858000"/>
              <a:gd name="connsiteX2" fmla="*/ 12192001 w 12192001"/>
              <a:gd name="connsiteY2" fmla="*/ 6858000 h 6858000"/>
              <a:gd name="connsiteX3" fmla="*/ 0 w 12192001"/>
              <a:gd name="connsiteY3" fmla="*/ 6858000 h 6858000"/>
              <a:gd name="connsiteX4" fmla="*/ 0 w 12192001"/>
              <a:gd name="connsiteY4" fmla="*/ 5620135 h 6858000"/>
              <a:gd name="connsiteX5" fmla="*/ 58904 w 12192001"/>
              <a:gd name="connsiteY5" fmla="*/ 5687075 h 6858000"/>
              <a:gd name="connsiteX6" fmla="*/ 459244 w 12192001"/>
              <a:gd name="connsiteY6" fmla="*/ 5967416 h 6858000"/>
              <a:gd name="connsiteX7" fmla="*/ 1171855 w 12192001"/>
              <a:gd name="connsiteY7" fmla="*/ 6081434 h 6858000"/>
              <a:gd name="connsiteX8" fmla="*/ 3780019 w 12192001"/>
              <a:gd name="connsiteY8" fmla="*/ 6095679 h 6858000"/>
              <a:gd name="connsiteX9" fmla="*/ 4250335 w 12192001"/>
              <a:gd name="connsiteY9" fmla="*/ 5981661 h 6858000"/>
              <a:gd name="connsiteX10" fmla="*/ 4449866 w 12192001"/>
              <a:gd name="connsiteY10" fmla="*/ 5696617 h 6858000"/>
              <a:gd name="connsiteX11" fmla="*/ 5775330 w 12192001"/>
              <a:gd name="connsiteY11" fmla="*/ 3131218 h 6858000"/>
              <a:gd name="connsiteX12" fmla="*/ 6003366 w 12192001"/>
              <a:gd name="connsiteY12" fmla="*/ 2432867 h 6858000"/>
              <a:gd name="connsiteX13" fmla="*/ 5718321 w 12192001"/>
              <a:gd name="connsiteY13" fmla="*/ 1734501 h 6858000"/>
              <a:gd name="connsiteX14" fmla="*/ 4663657 w 12192001"/>
              <a:gd name="connsiteY14" fmla="*/ 38495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2192001" h="6858000">
                <a:moveTo>
                  <a:pt x="4639238" y="0"/>
                </a:moveTo>
                <a:lnTo>
                  <a:pt x="12192001" y="0"/>
                </a:lnTo>
                <a:lnTo>
                  <a:pt x="12192001" y="6858000"/>
                </a:lnTo>
                <a:lnTo>
                  <a:pt x="0" y="6858000"/>
                </a:lnTo>
                <a:lnTo>
                  <a:pt x="0" y="5620135"/>
                </a:lnTo>
                <a:lnTo>
                  <a:pt x="58904" y="5687075"/>
                </a:lnTo>
                <a:cubicBezTo>
                  <a:pt x="173312" y="5805074"/>
                  <a:pt x="304254" y="5903281"/>
                  <a:pt x="459244" y="5967416"/>
                </a:cubicBezTo>
                <a:cubicBezTo>
                  <a:pt x="687279" y="6067174"/>
                  <a:pt x="929574" y="6067174"/>
                  <a:pt x="1171855" y="6081434"/>
                </a:cubicBezTo>
                <a:cubicBezTo>
                  <a:pt x="2041248" y="6109938"/>
                  <a:pt x="2910626" y="6109938"/>
                  <a:pt x="3780019" y="6095679"/>
                </a:cubicBezTo>
                <a:cubicBezTo>
                  <a:pt x="3951046" y="6095679"/>
                  <a:pt x="4122072" y="6081434"/>
                  <a:pt x="4250335" y="5981661"/>
                </a:cubicBezTo>
                <a:cubicBezTo>
                  <a:pt x="4335848" y="5910407"/>
                  <a:pt x="4392857" y="5810634"/>
                  <a:pt x="4449866" y="5696617"/>
                </a:cubicBezTo>
                <a:cubicBezTo>
                  <a:pt x="4891692" y="4841484"/>
                  <a:pt x="5333504" y="3986351"/>
                  <a:pt x="5775330" y="3131218"/>
                </a:cubicBezTo>
                <a:cubicBezTo>
                  <a:pt x="5889348" y="2917442"/>
                  <a:pt x="6003366" y="2675147"/>
                  <a:pt x="6003366" y="2432867"/>
                </a:cubicBezTo>
                <a:cubicBezTo>
                  <a:pt x="5989106" y="2176327"/>
                  <a:pt x="5860843" y="1948291"/>
                  <a:pt x="5718321" y="1734501"/>
                </a:cubicBezTo>
                <a:cubicBezTo>
                  <a:pt x="5362008" y="1164412"/>
                  <a:pt x="5019956" y="608583"/>
                  <a:pt x="4663657" y="38495"/>
                </a:cubicBezTo>
                <a:close/>
              </a:path>
            </a:pathLst>
          </a:custGeom>
          <a:solidFill>
            <a:srgbClr val="D9D9D9"/>
          </a:solidFill>
        </p:spPr>
        <p:txBody>
          <a:bodyPr wrap="square" lIns="6400800" tIns="0" anchor="ctr" anchorCtr="0">
            <a:noAutofit/>
          </a:bodyPr>
          <a:lstStyle>
            <a:lvl1pPr marL="0" indent="0" algn="l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1pPr>
          </a:lstStyle>
          <a:p>
            <a:r>
              <a:rPr lang="en-US"/>
              <a:t>Click icon to insert picture</a:t>
            </a:r>
            <a:br>
              <a:rPr lang="en-US"/>
            </a:br>
            <a:r>
              <a:rPr lang="en-US"/>
              <a:t>(minimum recommended size for </a:t>
            </a:r>
            <a:br>
              <a:rPr lang="en-US"/>
            </a:br>
            <a:r>
              <a:rPr lang="en-US"/>
              <a:t>full slide image is 1280 x 720 pixels)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BA6AAFD9-7181-4BA5-A2B7-821424B5139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914400"/>
            <a:ext cx="4670401" cy="2400300"/>
          </a:xfrm>
        </p:spPr>
        <p:txBody>
          <a:bodyPr/>
          <a:lstStyle>
            <a:lvl1pPr>
              <a:defRPr sz="6000">
                <a:solidFill>
                  <a:schemeClr val="tx1"/>
                </a:solidFill>
              </a:defRPr>
            </a:lvl1pPr>
          </a:lstStyle>
          <a:p>
            <a:r>
              <a:rPr lang="en-US" altLang="zh-CN"/>
              <a:t>Click to edit Master title style</a:t>
            </a:r>
            <a:endParaRPr lang="en-US"/>
          </a:p>
        </p:txBody>
      </p:sp>
      <p:sp>
        <p:nvSpPr>
          <p:cNvPr id="9" name="Text Placeholder 53">
            <a:extLst>
              <a:ext uri="{FF2B5EF4-FFF2-40B4-BE49-F238E27FC236}">
                <a16:creationId xmlns:a16="http://schemas.microsoft.com/office/drawing/2014/main" id="{D275F703-BAB3-4AC2-B21C-F4D222E29813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619672" y="3659413"/>
            <a:ext cx="4365357" cy="731520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1pPr>
            <a:lvl2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2pPr>
            <a:lvl3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3pPr>
            <a:lvl4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4pPr>
            <a:lvl5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5pPr>
            <a:lvl6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6pPr>
            <a:lvl7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7pPr>
            <a:lvl8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8pPr>
            <a:lvl9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9pPr>
          </a:lstStyle>
          <a:p>
            <a:pPr lvl="0"/>
            <a:r>
              <a:rPr lang="en-US"/>
              <a:t>Subtitle text (optional)</a:t>
            </a:r>
          </a:p>
        </p:txBody>
      </p:sp>
    </p:spTree>
    <p:extLst>
      <p:ext uri="{BB962C8B-B14F-4D97-AF65-F5344CB8AC3E}">
        <p14:creationId xmlns:p14="http://schemas.microsoft.com/office/powerpoint/2010/main" val="2137740763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2AA6159-B06A-4786-B440-2BBF2AD8CEE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914400"/>
            <a:ext cx="7353300" cy="3467100"/>
          </a:xfrm>
        </p:spPr>
        <p:txBody>
          <a:bodyPr anchor="b"/>
          <a:lstStyle>
            <a:lvl1pPr>
              <a:lnSpc>
                <a:spcPct val="82000"/>
              </a:lnSpc>
              <a:defRPr sz="6600">
                <a:solidFill>
                  <a:schemeClr val="tx1"/>
                </a:solidFill>
              </a:defRPr>
            </a:lvl1pPr>
          </a:lstStyle>
          <a:p>
            <a:r>
              <a:rPr lang="en-US" altLang="zh-CN"/>
              <a:t>Click to edit Master title style</a:t>
            </a:r>
            <a:endParaRPr lang="en-US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161094D5-7DA6-4745-8DC9-C1C7B6A35847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609601" y="4726213"/>
            <a:ext cx="7353300" cy="731520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Subtitle text (optional)</a:t>
            </a:r>
          </a:p>
        </p:txBody>
      </p:sp>
    </p:spTree>
    <p:extLst>
      <p:ext uri="{BB962C8B-B14F-4D97-AF65-F5344CB8AC3E}">
        <p14:creationId xmlns:p14="http://schemas.microsoft.com/office/powerpoint/2010/main" val="322611338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ircle Number Lis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Freeform: Shape 7">
            <a:extLst>
              <a:ext uri="{FF2B5EF4-FFF2-40B4-BE49-F238E27FC236}">
                <a16:creationId xmlns:a16="http://schemas.microsoft.com/office/drawing/2014/main" id="{5429212D-B00C-4BBB-BB9D-1666236C692B}"/>
              </a:ext>
            </a:extLst>
          </p:cNvPr>
          <p:cNvSpPr/>
          <p:nvPr/>
        </p:nvSpPr>
        <p:spPr bwMode="ltGray">
          <a:xfrm>
            <a:off x="0" y="0"/>
            <a:ext cx="12192000" cy="6858000"/>
          </a:xfrm>
          <a:custGeom>
            <a:avLst/>
            <a:gdLst>
              <a:gd name="connsiteX0" fmla="*/ 0 w 12192000"/>
              <a:gd name="connsiteY0" fmla="*/ 0 h 6858000"/>
              <a:gd name="connsiteX1" fmla="*/ 12192000 w 12192000"/>
              <a:gd name="connsiteY1" fmla="*/ 0 h 6858000"/>
              <a:gd name="connsiteX2" fmla="*/ 12192000 w 12192000"/>
              <a:gd name="connsiteY2" fmla="*/ 6858000 h 6858000"/>
              <a:gd name="connsiteX3" fmla="*/ 0 w 12192000"/>
              <a:gd name="connsiteY3" fmla="*/ 6858000 h 6858000"/>
              <a:gd name="connsiteX4" fmla="*/ 0 w 12192000"/>
              <a:gd name="connsiteY4" fmla="*/ 5990842 h 6858000"/>
              <a:gd name="connsiteX5" fmla="*/ 150975 w 12192000"/>
              <a:gd name="connsiteY5" fmla="*/ 5998474 h 6858000"/>
              <a:gd name="connsiteX6" fmla="*/ 5193108 w 12192000"/>
              <a:gd name="connsiteY6" fmla="*/ 6001978 h 6858000"/>
              <a:gd name="connsiteX7" fmla="*/ 8558788 w 12192000"/>
              <a:gd name="connsiteY7" fmla="*/ 6014203 h 6858000"/>
              <a:gd name="connsiteX8" fmla="*/ 11288459 w 12192000"/>
              <a:gd name="connsiteY8" fmla="*/ 6050854 h 6858000"/>
              <a:gd name="connsiteX9" fmla="*/ 11871493 w 12192000"/>
              <a:gd name="connsiteY9" fmla="*/ 5281048 h 6858000"/>
              <a:gd name="connsiteX10" fmla="*/ 11897981 w 12192000"/>
              <a:gd name="connsiteY10" fmla="*/ 3643667 h 6858000"/>
              <a:gd name="connsiteX11" fmla="*/ 11924496 w 12192000"/>
              <a:gd name="connsiteY11" fmla="*/ 2409516 h 6858000"/>
              <a:gd name="connsiteX12" fmla="*/ 11924496 w 12192000"/>
              <a:gd name="connsiteY12" fmla="*/ 1554168 h 6858000"/>
              <a:gd name="connsiteX13" fmla="*/ 11844978 w 12192000"/>
              <a:gd name="connsiteY13" fmla="*/ 491099 h 6858000"/>
              <a:gd name="connsiteX14" fmla="*/ 10943926 w 12192000"/>
              <a:gd name="connsiteY14" fmla="*/ 295591 h 6858000"/>
              <a:gd name="connsiteX15" fmla="*/ 10016386 w 12192000"/>
              <a:gd name="connsiteY15" fmla="*/ 283365 h 6858000"/>
              <a:gd name="connsiteX16" fmla="*/ 9062331 w 12192000"/>
              <a:gd name="connsiteY16" fmla="*/ 222275 h 6858000"/>
              <a:gd name="connsiteX17" fmla="*/ 1906918 w 12192000"/>
              <a:gd name="connsiteY17" fmla="*/ 271152 h 6858000"/>
              <a:gd name="connsiteX18" fmla="*/ 581842 w 12192000"/>
              <a:gd name="connsiteY18" fmla="*/ 332242 h 6858000"/>
              <a:gd name="connsiteX19" fmla="*/ 39127 w 12192000"/>
              <a:gd name="connsiteY19" fmla="*/ 367898 h 6858000"/>
              <a:gd name="connsiteX20" fmla="*/ 0 w 12192000"/>
              <a:gd name="connsiteY20" fmla="*/ 372567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12192000" h="6858000">
                <a:moveTo>
                  <a:pt x="0" y="0"/>
                </a:moveTo>
                <a:lnTo>
                  <a:pt x="12192000" y="0"/>
                </a:lnTo>
                <a:lnTo>
                  <a:pt x="12192000" y="6858000"/>
                </a:lnTo>
                <a:lnTo>
                  <a:pt x="0" y="6858000"/>
                </a:lnTo>
                <a:lnTo>
                  <a:pt x="0" y="5990842"/>
                </a:lnTo>
                <a:lnTo>
                  <a:pt x="150975" y="5998474"/>
                </a:lnTo>
                <a:cubicBezTo>
                  <a:pt x="1703185" y="6058110"/>
                  <a:pt x="3407556" y="6001978"/>
                  <a:pt x="5193108" y="6001978"/>
                </a:cubicBezTo>
                <a:cubicBezTo>
                  <a:pt x="6226654" y="6001978"/>
                  <a:pt x="7551730" y="6026417"/>
                  <a:pt x="8558788" y="6014203"/>
                </a:cubicBezTo>
                <a:cubicBezTo>
                  <a:pt x="8876806" y="6001978"/>
                  <a:pt x="10970441" y="6050854"/>
                  <a:pt x="11288459" y="6050854"/>
                </a:cubicBezTo>
                <a:cubicBezTo>
                  <a:pt x="11977499" y="6050854"/>
                  <a:pt x="11871493" y="5659839"/>
                  <a:pt x="11871493" y="5281048"/>
                </a:cubicBezTo>
                <a:cubicBezTo>
                  <a:pt x="11844978" y="4731174"/>
                  <a:pt x="11950984" y="4193527"/>
                  <a:pt x="11897981" y="3643667"/>
                </a:cubicBezTo>
                <a:cubicBezTo>
                  <a:pt x="11871493" y="3240426"/>
                  <a:pt x="11950984" y="2812758"/>
                  <a:pt x="11924496" y="2409516"/>
                </a:cubicBezTo>
                <a:cubicBezTo>
                  <a:pt x="11897981" y="2128479"/>
                  <a:pt x="11950984" y="1835217"/>
                  <a:pt x="11924496" y="1554168"/>
                </a:cubicBezTo>
                <a:cubicBezTo>
                  <a:pt x="11897981" y="1273131"/>
                  <a:pt x="11950984" y="857677"/>
                  <a:pt x="11844978" y="491099"/>
                </a:cubicBezTo>
                <a:cubicBezTo>
                  <a:pt x="11791974" y="344467"/>
                  <a:pt x="11314947" y="320030"/>
                  <a:pt x="10943926" y="295591"/>
                </a:cubicBezTo>
                <a:cubicBezTo>
                  <a:pt x="10731913" y="283365"/>
                  <a:pt x="10334404" y="307804"/>
                  <a:pt x="10016386" y="283365"/>
                </a:cubicBezTo>
                <a:cubicBezTo>
                  <a:pt x="9777858" y="258927"/>
                  <a:pt x="9327346" y="222275"/>
                  <a:pt x="9062331" y="222275"/>
                </a:cubicBezTo>
                <a:cubicBezTo>
                  <a:pt x="6359175" y="185611"/>
                  <a:pt x="5034099" y="258927"/>
                  <a:pt x="1906918" y="271152"/>
                </a:cubicBezTo>
                <a:cubicBezTo>
                  <a:pt x="1615388" y="271152"/>
                  <a:pt x="1217879" y="271152"/>
                  <a:pt x="581842" y="332242"/>
                </a:cubicBezTo>
                <a:cubicBezTo>
                  <a:pt x="363204" y="350571"/>
                  <a:pt x="185559" y="355153"/>
                  <a:pt x="39127" y="367898"/>
                </a:cubicBezTo>
                <a:lnTo>
                  <a:pt x="0" y="372567"/>
                </a:lnTo>
                <a:close/>
              </a:path>
            </a:pathLst>
          </a:cu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5F4F0FFF-5D36-4549-8268-45CFD818949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1002" y="429065"/>
            <a:ext cx="11294180" cy="485335"/>
          </a:xfrm>
        </p:spPr>
        <p:txBody>
          <a:bodyPr/>
          <a:lstStyle/>
          <a:p>
            <a:r>
              <a:rPr lang="en-US" altLang="zh-CN"/>
              <a:t>Click to edit Master title style</a:t>
            </a:r>
            <a:endParaRPr lang="en-US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372CAF28-BA8C-48BC-AC7B-67ED87054BF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rgbClr val="FFFFFF"/>
                </a:solidFill>
              </a:defRPr>
            </a:lvl1pPr>
          </a:lstStyle>
          <a:p>
            <a:fld id="{2EB1475D-EF5B-48A6-8CCB-3BD08F726926}" type="datetimeFigureOut">
              <a:rPr lang="en-US"/>
              <a:pPr/>
              <a:t>10/30/2026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4FDD4960-69A7-4E3C-9AD4-21496392E01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rgbClr val="FFFFFF"/>
                </a:solidFill>
              </a:defRPr>
            </a:lvl1pPr>
          </a:lstStyle>
          <a:p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5F74DF74-F5E9-4644-AFC4-45DD819ED1D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rgbClr val="FFFFFF"/>
                </a:solidFill>
              </a:defRPr>
            </a:lvl1pPr>
          </a:lstStyle>
          <a:p>
            <a:fld id="{565A54F4-DB31-4FC5-B748-3F06867349C3}" type="slidenum">
              <a:rPr lang="en-US"/>
              <a:pPr/>
              <a:t>‹#›</a:t>
            </a:fld>
            <a:endParaRPr lang="en-US"/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BFD305FA-3E8C-4125-9A77-5EC36A2132EA}"/>
              </a:ext>
            </a:extLst>
          </p:cNvPr>
          <p:cNvGrpSpPr>
            <a:grpSpLocks noChangeAspect="1"/>
          </p:cNvGrpSpPr>
          <p:nvPr/>
        </p:nvGrpSpPr>
        <p:grpSpPr>
          <a:xfrm>
            <a:off x="10676779" y="6205751"/>
            <a:ext cx="1143000" cy="440144"/>
            <a:chOff x="2078951" y="1888610"/>
            <a:chExt cx="8030200" cy="3092248"/>
          </a:xfrm>
          <a:solidFill>
            <a:srgbClr val="FFFFFF"/>
          </a:solidFill>
        </p:grpSpPr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5155931C-326F-4267-9BC5-89EB4D2E96F6}"/>
                </a:ext>
              </a:extLst>
            </p:cNvPr>
            <p:cNvSpPr/>
            <p:nvPr/>
          </p:nvSpPr>
          <p:spPr>
            <a:xfrm>
              <a:off x="2078951" y="2872694"/>
              <a:ext cx="951880" cy="652717"/>
            </a:xfrm>
            <a:custGeom>
              <a:avLst/>
              <a:gdLst>
                <a:gd name="connsiteX0" fmla="*/ 903041 w 951880"/>
                <a:gd name="connsiteY0" fmla="*/ 330574 h 652717"/>
                <a:gd name="connsiteX1" fmla="*/ 780656 w 951880"/>
                <a:gd name="connsiteY1" fmla="*/ 379528 h 652717"/>
                <a:gd name="connsiteX2" fmla="*/ 598439 w 951880"/>
                <a:gd name="connsiteY2" fmla="*/ 311537 h 652717"/>
                <a:gd name="connsiteX3" fmla="*/ 505970 w 951880"/>
                <a:gd name="connsiteY3" fmla="*/ 164675 h 652717"/>
                <a:gd name="connsiteX4" fmla="*/ 266640 w 951880"/>
                <a:gd name="connsiteY4" fmla="*/ 61329 h 652717"/>
                <a:gd name="connsiteX5" fmla="*/ 103461 w 951880"/>
                <a:gd name="connsiteY5" fmla="*/ 458398 h 652717"/>
                <a:gd name="connsiteX6" fmla="*/ 756179 w 951880"/>
                <a:gd name="connsiteY6" fmla="*/ 485595 h 652717"/>
                <a:gd name="connsiteX7" fmla="*/ 903041 w 951880"/>
                <a:gd name="connsiteY7" fmla="*/ 330574 h 65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51880" h="652717">
                  <a:moveTo>
                    <a:pt x="903041" y="330574"/>
                  </a:moveTo>
                  <a:cubicBezTo>
                    <a:pt x="867685" y="363210"/>
                    <a:pt x="813292" y="374089"/>
                    <a:pt x="780656" y="379528"/>
                  </a:cubicBezTo>
                  <a:cubicBezTo>
                    <a:pt x="712664" y="387687"/>
                    <a:pt x="641953" y="365930"/>
                    <a:pt x="598439" y="311537"/>
                  </a:cubicBezTo>
                  <a:cubicBezTo>
                    <a:pt x="563083" y="268022"/>
                    <a:pt x="544046" y="210910"/>
                    <a:pt x="505970" y="164675"/>
                  </a:cubicBezTo>
                  <a:cubicBezTo>
                    <a:pt x="448858" y="93964"/>
                    <a:pt x="359109" y="45011"/>
                    <a:pt x="266640" y="61329"/>
                  </a:cubicBezTo>
                  <a:cubicBezTo>
                    <a:pt x="81704" y="93964"/>
                    <a:pt x="114" y="308817"/>
                    <a:pt x="103461" y="458398"/>
                  </a:cubicBezTo>
                  <a:cubicBezTo>
                    <a:pt x="253042" y="670531"/>
                    <a:pt x="584840" y="635176"/>
                    <a:pt x="756179" y="485595"/>
                  </a:cubicBezTo>
                  <a:cubicBezTo>
                    <a:pt x="813292" y="442080"/>
                    <a:pt x="862246" y="390407"/>
                    <a:pt x="903041" y="33057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172C407B-D3EF-4996-A77D-4376FAEF30F9}"/>
                </a:ext>
              </a:extLst>
            </p:cNvPr>
            <p:cNvSpPr/>
            <p:nvPr/>
          </p:nvSpPr>
          <p:spPr>
            <a:xfrm>
              <a:off x="9151831" y="2872694"/>
              <a:ext cx="951880" cy="652717"/>
            </a:xfrm>
            <a:custGeom>
              <a:avLst/>
              <a:gdLst>
                <a:gd name="connsiteX0" fmla="*/ 58178 w 951880"/>
                <a:gd name="connsiteY0" fmla="*/ 330574 h 652717"/>
                <a:gd name="connsiteX1" fmla="*/ 180563 w 951880"/>
                <a:gd name="connsiteY1" fmla="*/ 379528 h 652717"/>
                <a:gd name="connsiteX2" fmla="*/ 362780 w 951880"/>
                <a:gd name="connsiteY2" fmla="*/ 311537 h 652717"/>
                <a:gd name="connsiteX3" fmla="*/ 455249 w 951880"/>
                <a:gd name="connsiteY3" fmla="*/ 164675 h 652717"/>
                <a:gd name="connsiteX4" fmla="*/ 694578 w 951880"/>
                <a:gd name="connsiteY4" fmla="*/ 61329 h 652717"/>
                <a:gd name="connsiteX5" fmla="*/ 857758 w 951880"/>
                <a:gd name="connsiteY5" fmla="*/ 458398 h 652717"/>
                <a:gd name="connsiteX6" fmla="*/ 205040 w 951880"/>
                <a:gd name="connsiteY6" fmla="*/ 485595 h 652717"/>
                <a:gd name="connsiteX7" fmla="*/ 58178 w 951880"/>
                <a:gd name="connsiteY7" fmla="*/ 330574 h 65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51880" h="652717">
                  <a:moveTo>
                    <a:pt x="58178" y="330574"/>
                  </a:moveTo>
                  <a:cubicBezTo>
                    <a:pt x="96253" y="363210"/>
                    <a:pt x="147927" y="374089"/>
                    <a:pt x="180563" y="379528"/>
                  </a:cubicBezTo>
                  <a:cubicBezTo>
                    <a:pt x="248554" y="387687"/>
                    <a:pt x="319266" y="365930"/>
                    <a:pt x="362780" y="311537"/>
                  </a:cubicBezTo>
                  <a:cubicBezTo>
                    <a:pt x="398136" y="268022"/>
                    <a:pt x="417174" y="210910"/>
                    <a:pt x="455249" y="164675"/>
                  </a:cubicBezTo>
                  <a:cubicBezTo>
                    <a:pt x="512362" y="93964"/>
                    <a:pt x="602110" y="45011"/>
                    <a:pt x="694578" y="61329"/>
                  </a:cubicBezTo>
                  <a:cubicBezTo>
                    <a:pt x="879515" y="93964"/>
                    <a:pt x="961105" y="308817"/>
                    <a:pt x="857758" y="458398"/>
                  </a:cubicBezTo>
                  <a:cubicBezTo>
                    <a:pt x="708176" y="670531"/>
                    <a:pt x="376379" y="635176"/>
                    <a:pt x="205040" y="485595"/>
                  </a:cubicBezTo>
                  <a:cubicBezTo>
                    <a:pt x="150646" y="442080"/>
                    <a:pt x="101693" y="390407"/>
                    <a:pt x="58178" y="33057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675D4722-DDE2-4E36-ADA4-6B4FF78954BA}"/>
                </a:ext>
              </a:extLst>
            </p:cNvPr>
            <p:cNvSpPr/>
            <p:nvPr/>
          </p:nvSpPr>
          <p:spPr>
            <a:xfrm>
              <a:off x="8001294" y="2010994"/>
              <a:ext cx="734308" cy="299162"/>
            </a:xfrm>
            <a:custGeom>
              <a:avLst/>
              <a:gdLst>
                <a:gd name="connsiteX0" fmla="*/ 596792 w 734307"/>
                <a:gd name="connsiteY0" fmla="*/ 58178 h 299162"/>
                <a:gd name="connsiteX1" fmla="*/ 148048 w 734307"/>
                <a:gd name="connsiteY1" fmla="*/ 58178 h 299162"/>
                <a:gd name="connsiteX2" fmla="*/ 58299 w 734307"/>
                <a:gd name="connsiteY2" fmla="*/ 150646 h 299162"/>
                <a:gd name="connsiteX3" fmla="*/ 148048 w 734307"/>
                <a:gd name="connsiteY3" fmla="*/ 251274 h 299162"/>
                <a:gd name="connsiteX4" fmla="*/ 596792 w 734307"/>
                <a:gd name="connsiteY4" fmla="*/ 251274 h 299162"/>
                <a:gd name="connsiteX5" fmla="*/ 686541 w 734307"/>
                <a:gd name="connsiteY5" fmla="*/ 158805 h 299162"/>
                <a:gd name="connsiteX6" fmla="*/ 596792 w 734307"/>
                <a:gd name="connsiteY6" fmla="*/ 58178 h 299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4307" h="299162">
                  <a:moveTo>
                    <a:pt x="596792" y="58178"/>
                  </a:moveTo>
                  <a:cubicBezTo>
                    <a:pt x="591353" y="58178"/>
                    <a:pt x="153487" y="58178"/>
                    <a:pt x="148048" y="58178"/>
                  </a:cubicBezTo>
                  <a:cubicBezTo>
                    <a:pt x="99094" y="60898"/>
                    <a:pt x="61019" y="104412"/>
                    <a:pt x="58299" y="150646"/>
                  </a:cubicBezTo>
                  <a:cubicBezTo>
                    <a:pt x="55580" y="199600"/>
                    <a:pt x="99094" y="248554"/>
                    <a:pt x="148048" y="251274"/>
                  </a:cubicBezTo>
                  <a:cubicBezTo>
                    <a:pt x="153487" y="251274"/>
                    <a:pt x="591353" y="251274"/>
                    <a:pt x="596792" y="251274"/>
                  </a:cubicBezTo>
                  <a:cubicBezTo>
                    <a:pt x="645746" y="248554"/>
                    <a:pt x="683821" y="205040"/>
                    <a:pt x="686541" y="158805"/>
                  </a:cubicBezTo>
                  <a:cubicBezTo>
                    <a:pt x="689260" y="109852"/>
                    <a:pt x="648465" y="60898"/>
                    <a:pt x="596792" y="58178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CBE1D7AF-956D-4A32-B45C-0B84DA0E4E1A}"/>
                </a:ext>
              </a:extLst>
            </p:cNvPr>
            <p:cNvSpPr/>
            <p:nvPr/>
          </p:nvSpPr>
          <p:spPr>
            <a:xfrm>
              <a:off x="4920042" y="2277520"/>
              <a:ext cx="1006274" cy="951879"/>
            </a:xfrm>
            <a:custGeom>
              <a:avLst/>
              <a:gdLst>
                <a:gd name="connsiteX0" fmla="*/ 884954 w 1006273"/>
                <a:gd name="connsiteY0" fmla="*/ 746251 h 951879"/>
                <a:gd name="connsiteX1" fmla="*/ 874076 w 1006273"/>
                <a:gd name="connsiteY1" fmla="*/ 670101 h 951879"/>
                <a:gd name="connsiteX2" fmla="*/ 874076 w 1006273"/>
                <a:gd name="connsiteY2" fmla="*/ 536837 h 951879"/>
                <a:gd name="connsiteX3" fmla="*/ 689139 w 1006273"/>
                <a:gd name="connsiteY3" fmla="*/ 88094 h 951879"/>
                <a:gd name="connsiteX4" fmla="*/ 428052 w 1006273"/>
                <a:gd name="connsiteY4" fmla="*/ 253993 h 951879"/>
                <a:gd name="connsiteX5" fmla="*/ 196881 w 1006273"/>
                <a:gd name="connsiteY5" fmla="*/ 58178 h 951879"/>
                <a:gd name="connsiteX6" fmla="*/ 58178 w 1006273"/>
                <a:gd name="connsiteY6" fmla="*/ 128889 h 951879"/>
                <a:gd name="connsiteX7" fmla="*/ 142488 w 1006273"/>
                <a:gd name="connsiteY7" fmla="*/ 273031 h 951879"/>
                <a:gd name="connsiteX8" fmla="*/ 142488 w 1006273"/>
                <a:gd name="connsiteY8" fmla="*/ 757130 h 951879"/>
                <a:gd name="connsiteX9" fmla="*/ 283910 w 1006273"/>
                <a:gd name="connsiteY9" fmla="*/ 895832 h 951879"/>
                <a:gd name="connsiteX10" fmla="*/ 428052 w 1006273"/>
                <a:gd name="connsiteY10" fmla="*/ 757130 h 951879"/>
                <a:gd name="connsiteX11" fmla="*/ 428052 w 1006273"/>
                <a:gd name="connsiteY11" fmla="*/ 400855 h 951879"/>
                <a:gd name="connsiteX12" fmla="*/ 523240 w 1006273"/>
                <a:gd name="connsiteY12" fmla="*/ 283910 h 951879"/>
                <a:gd name="connsiteX13" fmla="*/ 591231 w 1006273"/>
                <a:gd name="connsiteY13" fmla="*/ 354621 h 951879"/>
                <a:gd name="connsiteX14" fmla="*/ 591231 w 1006273"/>
                <a:gd name="connsiteY14" fmla="*/ 697297 h 951879"/>
                <a:gd name="connsiteX15" fmla="*/ 593951 w 1006273"/>
                <a:gd name="connsiteY15" fmla="*/ 729933 h 951879"/>
                <a:gd name="connsiteX16" fmla="*/ 610269 w 1006273"/>
                <a:gd name="connsiteY16" fmla="*/ 778887 h 951879"/>
                <a:gd name="connsiteX17" fmla="*/ 822402 w 1006273"/>
                <a:gd name="connsiteY17" fmla="*/ 893112 h 951879"/>
                <a:gd name="connsiteX18" fmla="*/ 961105 w 1006273"/>
                <a:gd name="connsiteY18" fmla="*/ 822401 h 951879"/>
                <a:gd name="connsiteX19" fmla="*/ 884954 w 1006273"/>
                <a:gd name="connsiteY19" fmla="*/ 746251 h 951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006273" h="951879">
                  <a:moveTo>
                    <a:pt x="884954" y="746251"/>
                  </a:moveTo>
                  <a:cubicBezTo>
                    <a:pt x="879515" y="721774"/>
                    <a:pt x="876795" y="694578"/>
                    <a:pt x="874076" y="670101"/>
                  </a:cubicBezTo>
                  <a:cubicBezTo>
                    <a:pt x="874076" y="634745"/>
                    <a:pt x="874076" y="583072"/>
                    <a:pt x="874076" y="536837"/>
                  </a:cubicBezTo>
                  <a:cubicBezTo>
                    <a:pt x="879515" y="373658"/>
                    <a:pt x="909431" y="88094"/>
                    <a:pt x="689139" y="88094"/>
                  </a:cubicBezTo>
                  <a:cubicBezTo>
                    <a:pt x="539558" y="88094"/>
                    <a:pt x="452529" y="213199"/>
                    <a:pt x="428052" y="253993"/>
                  </a:cubicBezTo>
                  <a:cubicBezTo>
                    <a:pt x="425332" y="139768"/>
                    <a:pt x="335583" y="58178"/>
                    <a:pt x="196881" y="58178"/>
                  </a:cubicBezTo>
                  <a:cubicBezTo>
                    <a:pt x="109852" y="58178"/>
                    <a:pt x="58178" y="128889"/>
                    <a:pt x="58178" y="128889"/>
                  </a:cubicBezTo>
                  <a:cubicBezTo>
                    <a:pt x="58178" y="128889"/>
                    <a:pt x="142488" y="158805"/>
                    <a:pt x="142488" y="273031"/>
                  </a:cubicBezTo>
                  <a:cubicBezTo>
                    <a:pt x="142488" y="354621"/>
                    <a:pt x="142488" y="757130"/>
                    <a:pt x="142488" y="757130"/>
                  </a:cubicBezTo>
                  <a:cubicBezTo>
                    <a:pt x="145207" y="827841"/>
                    <a:pt x="194161" y="895832"/>
                    <a:pt x="283910" y="895832"/>
                  </a:cubicBezTo>
                  <a:cubicBezTo>
                    <a:pt x="373659" y="895832"/>
                    <a:pt x="428052" y="827841"/>
                    <a:pt x="428052" y="757130"/>
                  </a:cubicBezTo>
                  <a:lnTo>
                    <a:pt x="428052" y="400855"/>
                  </a:lnTo>
                  <a:cubicBezTo>
                    <a:pt x="441650" y="343742"/>
                    <a:pt x="474286" y="283910"/>
                    <a:pt x="523240" y="283910"/>
                  </a:cubicBezTo>
                  <a:cubicBezTo>
                    <a:pt x="585792" y="283910"/>
                    <a:pt x="591231" y="354621"/>
                    <a:pt x="591231" y="354621"/>
                  </a:cubicBezTo>
                  <a:lnTo>
                    <a:pt x="591231" y="697297"/>
                  </a:lnTo>
                  <a:cubicBezTo>
                    <a:pt x="591231" y="708176"/>
                    <a:pt x="593951" y="719054"/>
                    <a:pt x="593951" y="729933"/>
                  </a:cubicBezTo>
                  <a:cubicBezTo>
                    <a:pt x="596671" y="748971"/>
                    <a:pt x="602110" y="765289"/>
                    <a:pt x="610269" y="778887"/>
                  </a:cubicBezTo>
                  <a:cubicBezTo>
                    <a:pt x="645624" y="846878"/>
                    <a:pt x="719055" y="893112"/>
                    <a:pt x="822402" y="893112"/>
                  </a:cubicBezTo>
                  <a:cubicBezTo>
                    <a:pt x="909431" y="893112"/>
                    <a:pt x="961105" y="822401"/>
                    <a:pt x="961105" y="822401"/>
                  </a:cubicBezTo>
                  <a:cubicBezTo>
                    <a:pt x="961105" y="822401"/>
                    <a:pt x="909431" y="808803"/>
                    <a:pt x="884954" y="746251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6E905069-5A9F-4256-9865-26C748322AAC}"/>
                </a:ext>
              </a:extLst>
            </p:cNvPr>
            <p:cNvSpPr/>
            <p:nvPr/>
          </p:nvSpPr>
          <p:spPr>
            <a:xfrm>
              <a:off x="7552331" y="1888610"/>
              <a:ext cx="489539" cy="1332631"/>
            </a:xfrm>
            <a:custGeom>
              <a:avLst/>
              <a:gdLst>
                <a:gd name="connsiteX0" fmla="*/ 368560 w 489538"/>
                <a:gd name="connsiteY0" fmla="*/ 1135162 h 1332630"/>
                <a:gd name="connsiteX1" fmla="*/ 357681 w 489538"/>
                <a:gd name="connsiteY1" fmla="*/ 1059011 h 1332630"/>
                <a:gd name="connsiteX2" fmla="*/ 357681 w 489538"/>
                <a:gd name="connsiteY2" fmla="*/ 207759 h 1332630"/>
                <a:gd name="connsiteX3" fmla="*/ 208099 w 489538"/>
                <a:gd name="connsiteY3" fmla="*/ 58178 h 1332630"/>
                <a:gd name="connsiteX4" fmla="*/ 58518 w 489538"/>
                <a:gd name="connsiteY4" fmla="*/ 207759 h 1332630"/>
                <a:gd name="connsiteX5" fmla="*/ 58518 w 489538"/>
                <a:gd name="connsiteY5" fmla="*/ 961104 h 1332630"/>
                <a:gd name="connsiteX6" fmla="*/ 85715 w 489538"/>
                <a:gd name="connsiteY6" fmla="*/ 1159639 h 1332630"/>
                <a:gd name="connsiteX7" fmla="*/ 306007 w 489538"/>
                <a:gd name="connsiteY7" fmla="*/ 1282023 h 1332630"/>
                <a:gd name="connsiteX8" fmla="*/ 444710 w 489538"/>
                <a:gd name="connsiteY8" fmla="*/ 1211312 h 1332630"/>
                <a:gd name="connsiteX9" fmla="*/ 368560 w 489538"/>
                <a:gd name="connsiteY9" fmla="*/ 1135162 h 1332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89538" h="1332630">
                  <a:moveTo>
                    <a:pt x="368560" y="1135162"/>
                  </a:moveTo>
                  <a:cubicBezTo>
                    <a:pt x="363120" y="1110685"/>
                    <a:pt x="357681" y="1083488"/>
                    <a:pt x="357681" y="1059011"/>
                  </a:cubicBezTo>
                  <a:lnTo>
                    <a:pt x="357681" y="207759"/>
                  </a:lnTo>
                  <a:cubicBezTo>
                    <a:pt x="357681" y="126170"/>
                    <a:pt x="289689" y="58178"/>
                    <a:pt x="208099" y="58178"/>
                  </a:cubicBezTo>
                  <a:cubicBezTo>
                    <a:pt x="126510" y="58178"/>
                    <a:pt x="58518" y="126170"/>
                    <a:pt x="58518" y="207759"/>
                  </a:cubicBezTo>
                  <a:lnTo>
                    <a:pt x="58518" y="961104"/>
                  </a:lnTo>
                  <a:cubicBezTo>
                    <a:pt x="58518" y="1029095"/>
                    <a:pt x="53079" y="1097086"/>
                    <a:pt x="85715" y="1159639"/>
                  </a:cubicBezTo>
                  <a:cubicBezTo>
                    <a:pt x="118351" y="1227630"/>
                    <a:pt x="202660" y="1282023"/>
                    <a:pt x="306007" y="1282023"/>
                  </a:cubicBezTo>
                  <a:cubicBezTo>
                    <a:pt x="393036" y="1282023"/>
                    <a:pt x="444710" y="1211312"/>
                    <a:pt x="444710" y="1211312"/>
                  </a:cubicBezTo>
                  <a:cubicBezTo>
                    <a:pt x="444710" y="1211312"/>
                    <a:pt x="393036" y="1197714"/>
                    <a:pt x="368560" y="1135162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721AE7A8-58AC-45E5-8868-AE57A64019A6}"/>
                </a:ext>
              </a:extLst>
            </p:cNvPr>
            <p:cNvSpPr/>
            <p:nvPr/>
          </p:nvSpPr>
          <p:spPr>
            <a:xfrm>
              <a:off x="4162324" y="2357456"/>
              <a:ext cx="815899" cy="815898"/>
            </a:xfrm>
            <a:custGeom>
              <a:avLst/>
              <a:gdLst>
                <a:gd name="connsiteX0" fmla="*/ 407949 w 815899"/>
                <a:gd name="connsiteY0" fmla="*/ 174058 h 815898"/>
                <a:gd name="connsiteX1" fmla="*/ 293723 w 815899"/>
                <a:gd name="connsiteY1" fmla="*/ 407950 h 815898"/>
                <a:gd name="connsiteX2" fmla="*/ 410669 w 815899"/>
                <a:gd name="connsiteY2" fmla="*/ 641840 h 815898"/>
                <a:gd name="connsiteX3" fmla="*/ 522175 w 815899"/>
                <a:gd name="connsiteY3" fmla="*/ 407950 h 815898"/>
                <a:gd name="connsiteX4" fmla="*/ 407949 w 815899"/>
                <a:gd name="connsiteY4" fmla="*/ 174058 h 815898"/>
                <a:gd name="connsiteX5" fmla="*/ 407950 w 815899"/>
                <a:gd name="connsiteY5" fmla="*/ 0 h 815898"/>
                <a:gd name="connsiteX6" fmla="*/ 815899 w 815899"/>
                <a:gd name="connsiteY6" fmla="*/ 407949 h 815898"/>
                <a:gd name="connsiteX7" fmla="*/ 407950 w 815899"/>
                <a:gd name="connsiteY7" fmla="*/ 815898 h 815898"/>
                <a:gd name="connsiteX8" fmla="*/ 0 w 815899"/>
                <a:gd name="connsiteY8" fmla="*/ 407949 h 815898"/>
                <a:gd name="connsiteX9" fmla="*/ 407950 w 815899"/>
                <a:gd name="connsiteY9" fmla="*/ 0 h 815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5899" h="815898">
                  <a:moveTo>
                    <a:pt x="407949" y="174058"/>
                  </a:moveTo>
                  <a:cubicBezTo>
                    <a:pt x="342677" y="174058"/>
                    <a:pt x="293723" y="263807"/>
                    <a:pt x="293723" y="407950"/>
                  </a:cubicBezTo>
                  <a:cubicBezTo>
                    <a:pt x="293723" y="552091"/>
                    <a:pt x="331799" y="639120"/>
                    <a:pt x="410669" y="641840"/>
                  </a:cubicBezTo>
                  <a:cubicBezTo>
                    <a:pt x="489539" y="641840"/>
                    <a:pt x="527614" y="552091"/>
                    <a:pt x="522175" y="407950"/>
                  </a:cubicBezTo>
                  <a:cubicBezTo>
                    <a:pt x="522175" y="263807"/>
                    <a:pt x="473221" y="176778"/>
                    <a:pt x="407949" y="174058"/>
                  </a:cubicBezTo>
                  <a:close/>
                  <a:moveTo>
                    <a:pt x="407950" y="0"/>
                  </a:moveTo>
                  <a:cubicBezTo>
                    <a:pt x="633682" y="0"/>
                    <a:pt x="815899" y="182217"/>
                    <a:pt x="815899" y="407949"/>
                  </a:cubicBezTo>
                  <a:cubicBezTo>
                    <a:pt x="815899" y="633681"/>
                    <a:pt x="633682" y="815898"/>
                    <a:pt x="407950" y="815898"/>
                  </a:cubicBezTo>
                  <a:cubicBezTo>
                    <a:pt x="182218" y="815898"/>
                    <a:pt x="0" y="633681"/>
                    <a:pt x="0" y="407949"/>
                  </a:cubicBezTo>
                  <a:cubicBezTo>
                    <a:pt x="0" y="182217"/>
                    <a:pt x="182218" y="0"/>
                    <a:pt x="407950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34DFD2FB-510C-4156-98D8-02939396C287}"/>
                </a:ext>
              </a:extLst>
            </p:cNvPr>
            <p:cNvSpPr/>
            <p:nvPr/>
          </p:nvSpPr>
          <p:spPr>
            <a:xfrm>
              <a:off x="5884871" y="1946788"/>
              <a:ext cx="912802" cy="1223846"/>
            </a:xfrm>
            <a:custGeom>
              <a:avLst/>
              <a:gdLst>
                <a:gd name="connsiteX0" fmla="*/ 387907 w 912802"/>
                <a:gd name="connsiteY0" fmla="*/ 620081 h 1223846"/>
                <a:gd name="connsiteX1" fmla="*/ 273681 w 912802"/>
                <a:gd name="connsiteY1" fmla="*/ 824055 h 1223846"/>
                <a:gd name="connsiteX2" fmla="*/ 390627 w 912802"/>
                <a:gd name="connsiteY2" fmla="*/ 1028029 h 1223846"/>
                <a:gd name="connsiteX3" fmla="*/ 502132 w 912802"/>
                <a:gd name="connsiteY3" fmla="*/ 824055 h 1223846"/>
                <a:gd name="connsiteX4" fmla="*/ 387907 w 912802"/>
                <a:gd name="connsiteY4" fmla="*/ 620081 h 1223846"/>
                <a:gd name="connsiteX5" fmla="*/ 676192 w 912802"/>
                <a:gd name="connsiteY5" fmla="*/ 0 h 1223846"/>
                <a:gd name="connsiteX6" fmla="*/ 825773 w 912802"/>
                <a:gd name="connsiteY6" fmla="*/ 149581 h 1223846"/>
                <a:gd name="connsiteX7" fmla="*/ 825773 w 912802"/>
                <a:gd name="connsiteY7" fmla="*/ 1000834 h 1223846"/>
                <a:gd name="connsiteX8" fmla="*/ 836651 w 912802"/>
                <a:gd name="connsiteY8" fmla="*/ 1076985 h 1223846"/>
                <a:gd name="connsiteX9" fmla="*/ 912802 w 912802"/>
                <a:gd name="connsiteY9" fmla="*/ 1150415 h 1223846"/>
                <a:gd name="connsiteX10" fmla="*/ 774099 w 912802"/>
                <a:gd name="connsiteY10" fmla="*/ 1221126 h 1223846"/>
                <a:gd name="connsiteX11" fmla="*/ 553807 w 912802"/>
                <a:gd name="connsiteY11" fmla="*/ 1098742 h 1223846"/>
                <a:gd name="connsiteX12" fmla="*/ 548367 w 912802"/>
                <a:gd name="connsiteY12" fmla="*/ 1085144 h 1223846"/>
                <a:gd name="connsiteX13" fmla="*/ 398786 w 912802"/>
                <a:gd name="connsiteY13" fmla="*/ 1212967 h 1223846"/>
                <a:gd name="connsiteX14" fmla="*/ 156736 w 912802"/>
                <a:gd name="connsiteY14" fmla="*/ 1180332 h 1223846"/>
                <a:gd name="connsiteX15" fmla="*/ 287280 w 912802"/>
                <a:gd name="connsiteY15" fmla="*/ 416107 h 1223846"/>
                <a:gd name="connsiteX16" fmla="*/ 526611 w 912802"/>
                <a:gd name="connsiteY16" fmla="*/ 552091 h 1223846"/>
                <a:gd name="connsiteX17" fmla="*/ 526611 w 912802"/>
                <a:gd name="connsiteY17" fmla="*/ 149581 h 1223846"/>
                <a:gd name="connsiteX18" fmla="*/ 676192 w 912802"/>
                <a:gd name="connsiteY18" fmla="*/ 0 h 1223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12802" h="1223846">
                  <a:moveTo>
                    <a:pt x="387907" y="620081"/>
                  </a:moveTo>
                  <a:cubicBezTo>
                    <a:pt x="322635" y="620081"/>
                    <a:pt x="273681" y="698951"/>
                    <a:pt x="273681" y="824055"/>
                  </a:cubicBezTo>
                  <a:cubicBezTo>
                    <a:pt x="273681" y="949160"/>
                    <a:pt x="311756" y="1028029"/>
                    <a:pt x="390627" y="1028029"/>
                  </a:cubicBezTo>
                  <a:cubicBezTo>
                    <a:pt x="466777" y="1025310"/>
                    <a:pt x="504852" y="949160"/>
                    <a:pt x="502132" y="824055"/>
                  </a:cubicBezTo>
                  <a:cubicBezTo>
                    <a:pt x="502132" y="698951"/>
                    <a:pt x="455898" y="622801"/>
                    <a:pt x="387907" y="620081"/>
                  </a:cubicBezTo>
                  <a:close/>
                  <a:moveTo>
                    <a:pt x="676192" y="0"/>
                  </a:moveTo>
                  <a:cubicBezTo>
                    <a:pt x="757781" y="0"/>
                    <a:pt x="825773" y="67992"/>
                    <a:pt x="825773" y="149581"/>
                  </a:cubicBezTo>
                  <a:lnTo>
                    <a:pt x="825773" y="1000834"/>
                  </a:lnTo>
                  <a:cubicBezTo>
                    <a:pt x="828492" y="1025311"/>
                    <a:pt x="831212" y="1052508"/>
                    <a:pt x="836651" y="1076985"/>
                  </a:cubicBezTo>
                  <a:cubicBezTo>
                    <a:pt x="861128" y="1139537"/>
                    <a:pt x="912802" y="1150415"/>
                    <a:pt x="912802" y="1150415"/>
                  </a:cubicBezTo>
                  <a:cubicBezTo>
                    <a:pt x="912802" y="1150415"/>
                    <a:pt x="861128" y="1221126"/>
                    <a:pt x="774099" y="1221126"/>
                  </a:cubicBezTo>
                  <a:cubicBezTo>
                    <a:pt x="670752" y="1221126"/>
                    <a:pt x="589162" y="1166733"/>
                    <a:pt x="553807" y="1098742"/>
                  </a:cubicBezTo>
                  <a:cubicBezTo>
                    <a:pt x="551087" y="1093303"/>
                    <a:pt x="551087" y="1090583"/>
                    <a:pt x="548367" y="1085144"/>
                  </a:cubicBezTo>
                  <a:cubicBezTo>
                    <a:pt x="534769" y="1147696"/>
                    <a:pt x="450460" y="1199369"/>
                    <a:pt x="398786" y="1212967"/>
                  </a:cubicBezTo>
                  <a:cubicBezTo>
                    <a:pt x="322636" y="1234725"/>
                    <a:pt x="222008" y="1223846"/>
                    <a:pt x="156736" y="1180332"/>
                  </a:cubicBezTo>
                  <a:cubicBezTo>
                    <a:pt x="-79874" y="1028031"/>
                    <a:pt x="-58117" y="416107"/>
                    <a:pt x="287280" y="416107"/>
                  </a:cubicBezTo>
                  <a:cubicBezTo>
                    <a:pt x="412385" y="416107"/>
                    <a:pt x="491255" y="503137"/>
                    <a:pt x="526611" y="552091"/>
                  </a:cubicBezTo>
                  <a:lnTo>
                    <a:pt x="526611" y="149581"/>
                  </a:lnTo>
                  <a:cubicBezTo>
                    <a:pt x="526611" y="67992"/>
                    <a:pt x="594602" y="0"/>
                    <a:pt x="676192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BAA471C0-6209-4B7B-901C-48CCE2BC7D52}"/>
                </a:ext>
              </a:extLst>
            </p:cNvPr>
            <p:cNvSpPr/>
            <p:nvPr/>
          </p:nvSpPr>
          <p:spPr>
            <a:xfrm>
              <a:off x="6789513" y="2362895"/>
              <a:ext cx="747906" cy="810458"/>
            </a:xfrm>
            <a:custGeom>
              <a:avLst/>
              <a:gdLst>
                <a:gd name="connsiteX0" fmla="*/ 394818 w 747906"/>
                <a:gd name="connsiteY0" fmla="*/ 163222 h 810458"/>
                <a:gd name="connsiteX1" fmla="*/ 356275 w 747906"/>
                <a:gd name="connsiteY1" fmla="*/ 174058 h 810458"/>
                <a:gd name="connsiteX2" fmla="*/ 274685 w 747906"/>
                <a:gd name="connsiteY2" fmla="*/ 356275 h 810458"/>
                <a:gd name="connsiteX3" fmla="*/ 375313 w 747906"/>
                <a:gd name="connsiteY3" fmla="*/ 358994 h 810458"/>
                <a:gd name="connsiteX4" fmla="*/ 473220 w 747906"/>
                <a:gd name="connsiteY4" fmla="*/ 239329 h 810458"/>
                <a:gd name="connsiteX5" fmla="*/ 394818 w 747906"/>
                <a:gd name="connsiteY5" fmla="*/ 163222 h 810458"/>
                <a:gd name="connsiteX6" fmla="*/ 386192 w 747906"/>
                <a:gd name="connsiteY6" fmla="*/ 0 h 810458"/>
                <a:gd name="connsiteX7" fmla="*/ 747906 w 747906"/>
                <a:gd name="connsiteY7" fmla="*/ 266526 h 810458"/>
                <a:gd name="connsiteX8" fmla="*/ 291004 w 747906"/>
                <a:gd name="connsiteY8" fmla="*/ 484100 h 810458"/>
                <a:gd name="connsiteX9" fmla="*/ 497698 w 747906"/>
                <a:gd name="connsiteY9" fmla="*/ 617363 h 810458"/>
                <a:gd name="connsiteX10" fmla="*/ 712551 w 747906"/>
                <a:gd name="connsiteY10" fmla="*/ 557530 h 810458"/>
                <a:gd name="connsiteX11" fmla="*/ 388912 w 747906"/>
                <a:gd name="connsiteY11" fmla="*/ 810458 h 810458"/>
                <a:gd name="connsiteX12" fmla="*/ 0 w 747906"/>
                <a:gd name="connsiteY12" fmla="*/ 413389 h 810458"/>
                <a:gd name="connsiteX13" fmla="*/ 386192 w 747906"/>
                <a:gd name="connsiteY13" fmla="*/ 0 h 810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47906" h="810458">
                  <a:moveTo>
                    <a:pt x="394818" y="163222"/>
                  </a:moveTo>
                  <a:cubicBezTo>
                    <a:pt x="381772" y="163179"/>
                    <a:pt x="368514" y="166579"/>
                    <a:pt x="356275" y="174058"/>
                  </a:cubicBezTo>
                  <a:cubicBezTo>
                    <a:pt x="299162" y="212133"/>
                    <a:pt x="282844" y="291003"/>
                    <a:pt x="274685" y="356275"/>
                  </a:cubicBezTo>
                  <a:cubicBezTo>
                    <a:pt x="274685" y="364434"/>
                    <a:pt x="369873" y="358994"/>
                    <a:pt x="375313" y="358994"/>
                  </a:cubicBezTo>
                  <a:cubicBezTo>
                    <a:pt x="432425" y="345396"/>
                    <a:pt x="473220" y="301881"/>
                    <a:pt x="473220" y="239329"/>
                  </a:cubicBezTo>
                  <a:cubicBezTo>
                    <a:pt x="471181" y="194455"/>
                    <a:pt x="433956" y="163349"/>
                    <a:pt x="394818" y="163222"/>
                  </a:cubicBezTo>
                  <a:close/>
                  <a:moveTo>
                    <a:pt x="386192" y="0"/>
                  </a:moveTo>
                  <a:cubicBezTo>
                    <a:pt x="519455" y="0"/>
                    <a:pt x="747906" y="65272"/>
                    <a:pt x="747906" y="266526"/>
                  </a:cubicBezTo>
                  <a:cubicBezTo>
                    <a:pt x="747906" y="467782"/>
                    <a:pt x="538493" y="484100"/>
                    <a:pt x="291004" y="484100"/>
                  </a:cubicBezTo>
                  <a:cubicBezTo>
                    <a:pt x="291004" y="484100"/>
                    <a:pt x="326359" y="617363"/>
                    <a:pt x="497698" y="617363"/>
                  </a:cubicBezTo>
                  <a:cubicBezTo>
                    <a:pt x="669036" y="617363"/>
                    <a:pt x="712551" y="557530"/>
                    <a:pt x="712551" y="557530"/>
                  </a:cubicBezTo>
                  <a:cubicBezTo>
                    <a:pt x="712551" y="557530"/>
                    <a:pt x="696233" y="810458"/>
                    <a:pt x="388912" y="810458"/>
                  </a:cubicBezTo>
                  <a:cubicBezTo>
                    <a:pt x="212134" y="810458"/>
                    <a:pt x="0" y="677195"/>
                    <a:pt x="0" y="413389"/>
                  </a:cubicBezTo>
                  <a:cubicBezTo>
                    <a:pt x="0" y="176778"/>
                    <a:pt x="163180" y="0"/>
                    <a:pt x="386192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431BB416-75D8-47BF-9E4E-9027F57E85DD}"/>
                </a:ext>
              </a:extLst>
            </p:cNvPr>
            <p:cNvSpPr/>
            <p:nvPr/>
          </p:nvSpPr>
          <p:spPr>
            <a:xfrm>
              <a:off x="7988882" y="2362895"/>
              <a:ext cx="747906" cy="810458"/>
            </a:xfrm>
            <a:custGeom>
              <a:avLst/>
              <a:gdLst>
                <a:gd name="connsiteX0" fmla="*/ 394818 w 747906"/>
                <a:gd name="connsiteY0" fmla="*/ 163222 h 810458"/>
                <a:gd name="connsiteX1" fmla="*/ 356275 w 747906"/>
                <a:gd name="connsiteY1" fmla="*/ 174058 h 810458"/>
                <a:gd name="connsiteX2" fmla="*/ 274685 w 747906"/>
                <a:gd name="connsiteY2" fmla="*/ 356275 h 810458"/>
                <a:gd name="connsiteX3" fmla="*/ 375313 w 747906"/>
                <a:gd name="connsiteY3" fmla="*/ 358994 h 810458"/>
                <a:gd name="connsiteX4" fmla="*/ 473220 w 747906"/>
                <a:gd name="connsiteY4" fmla="*/ 239329 h 810458"/>
                <a:gd name="connsiteX5" fmla="*/ 394818 w 747906"/>
                <a:gd name="connsiteY5" fmla="*/ 163222 h 810458"/>
                <a:gd name="connsiteX6" fmla="*/ 386192 w 747906"/>
                <a:gd name="connsiteY6" fmla="*/ 0 h 810458"/>
                <a:gd name="connsiteX7" fmla="*/ 747906 w 747906"/>
                <a:gd name="connsiteY7" fmla="*/ 266526 h 810458"/>
                <a:gd name="connsiteX8" fmla="*/ 291004 w 747906"/>
                <a:gd name="connsiteY8" fmla="*/ 484100 h 810458"/>
                <a:gd name="connsiteX9" fmla="*/ 497697 w 747906"/>
                <a:gd name="connsiteY9" fmla="*/ 617363 h 810458"/>
                <a:gd name="connsiteX10" fmla="*/ 712551 w 747906"/>
                <a:gd name="connsiteY10" fmla="*/ 557530 h 810458"/>
                <a:gd name="connsiteX11" fmla="*/ 388911 w 747906"/>
                <a:gd name="connsiteY11" fmla="*/ 810458 h 810458"/>
                <a:gd name="connsiteX12" fmla="*/ 0 w 747906"/>
                <a:gd name="connsiteY12" fmla="*/ 413389 h 810458"/>
                <a:gd name="connsiteX13" fmla="*/ 386192 w 747906"/>
                <a:gd name="connsiteY13" fmla="*/ 0 h 810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47906" h="810458">
                  <a:moveTo>
                    <a:pt x="394818" y="163222"/>
                  </a:moveTo>
                  <a:cubicBezTo>
                    <a:pt x="381772" y="163179"/>
                    <a:pt x="368514" y="166579"/>
                    <a:pt x="356275" y="174058"/>
                  </a:cubicBezTo>
                  <a:cubicBezTo>
                    <a:pt x="299162" y="212133"/>
                    <a:pt x="282844" y="291003"/>
                    <a:pt x="274685" y="356275"/>
                  </a:cubicBezTo>
                  <a:cubicBezTo>
                    <a:pt x="274685" y="364434"/>
                    <a:pt x="369873" y="358994"/>
                    <a:pt x="375313" y="358994"/>
                  </a:cubicBezTo>
                  <a:cubicBezTo>
                    <a:pt x="432426" y="345396"/>
                    <a:pt x="473220" y="301881"/>
                    <a:pt x="473220" y="239329"/>
                  </a:cubicBezTo>
                  <a:cubicBezTo>
                    <a:pt x="471181" y="194455"/>
                    <a:pt x="433955" y="163349"/>
                    <a:pt x="394818" y="163222"/>
                  </a:cubicBezTo>
                  <a:close/>
                  <a:moveTo>
                    <a:pt x="386192" y="0"/>
                  </a:moveTo>
                  <a:cubicBezTo>
                    <a:pt x="519455" y="0"/>
                    <a:pt x="747906" y="65272"/>
                    <a:pt x="747906" y="266526"/>
                  </a:cubicBezTo>
                  <a:cubicBezTo>
                    <a:pt x="747906" y="467782"/>
                    <a:pt x="538492" y="484100"/>
                    <a:pt x="291004" y="484100"/>
                  </a:cubicBezTo>
                  <a:cubicBezTo>
                    <a:pt x="291004" y="484100"/>
                    <a:pt x="326359" y="617363"/>
                    <a:pt x="497697" y="617363"/>
                  </a:cubicBezTo>
                  <a:cubicBezTo>
                    <a:pt x="669036" y="617363"/>
                    <a:pt x="712551" y="557530"/>
                    <a:pt x="712551" y="557530"/>
                  </a:cubicBezTo>
                  <a:cubicBezTo>
                    <a:pt x="712551" y="557530"/>
                    <a:pt x="696233" y="810458"/>
                    <a:pt x="388911" y="810458"/>
                  </a:cubicBezTo>
                  <a:cubicBezTo>
                    <a:pt x="212133" y="810458"/>
                    <a:pt x="0" y="677195"/>
                    <a:pt x="0" y="413389"/>
                  </a:cubicBezTo>
                  <a:cubicBezTo>
                    <a:pt x="0" y="176778"/>
                    <a:pt x="163180" y="0"/>
                    <a:pt x="386192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AEB78440-7F62-4D79-9483-861B628F32D2}"/>
                </a:ext>
              </a:extLst>
            </p:cNvPr>
            <p:cNvSpPr/>
            <p:nvPr/>
          </p:nvSpPr>
          <p:spPr>
            <a:xfrm>
              <a:off x="8683414" y="2274801"/>
              <a:ext cx="897487" cy="951879"/>
            </a:xfrm>
            <a:custGeom>
              <a:avLst/>
              <a:gdLst>
                <a:gd name="connsiteX0" fmla="*/ 580988 w 897487"/>
                <a:gd name="connsiteY0" fmla="*/ 667381 h 951879"/>
                <a:gd name="connsiteX1" fmla="*/ 409649 w 897487"/>
                <a:gd name="connsiteY1" fmla="*/ 667381 h 951879"/>
                <a:gd name="connsiteX2" fmla="*/ 591866 w 897487"/>
                <a:gd name="connsiteY2" fmla="*/ 525959 h 951879"/>
                <a:gd name="connsiteX3" fmla="*/ 842075 w 897487"/>
                <a:gd name="connsiteY3" fmla="*/ 123450 h 951879"/>
                <a:gd name="connsiteX4" fmla="*/ 842075 w 897487"/>
                <a:gd name="connsiteY4" fmla="*/ 123450 h 951879"/>
                <a:gd name="connsiteX5" fmla="*/ 798560 w 897487"/>
                <a:gd name="connsiteY5" fmla="*/ 58178 h 951879"/>
                <a:gd name="connsiteX6" fmla="*/ 746887 w 897487"/>
                <a:gd name="connsiteY6" fmla="*/ 107132 h 951879"/>
                <a:gd name="connsiteX7" fmla="*/ 697933 w 897487"/>
                <a:gd name="connsiteY7" fmla="*/ 115291 h 951879"/>
                <a:gd name="connsiteX8" fmla="*/ 219273 w 897487"/>
                <a:gd name="connsiteY8" fmla="*/ 115291 h 951879"/>
                <a:gd name="connsiteX9" fmla="*/ 102328 w 897487"/>
                <a:gd name="connsiteY9" fmla="*/ 224077 h 951879"/>
                <a:gd name="connsiteX10" fmla="*/ 213834 w 897487"/>
                <a:gd name="connsiteY10" fmla="*/ 332863 h 951879"/>
                <a:gd name="connsiteX11" fmla="*/ 485800 w 897487"/>
                <a:gd name="connsiteY11" fmla="*/ 335583 h 951879"/>
                <a:gd name="connsiteX12" fmla="*/ 134964 w 897487"/>
                <a:gd name="connsiteY12" fmla="*/ 615708 h 951879"/>
                <a:gd name="connsiteX13" fmla="*/ 61533 w 897487"/>
                <a:gd name="connsiteY13" fmla="*/ 884953 h 951879"/>
                <a:gd name="connsiteX14" fmla="*/ 398771 w 897487"/>
                <a:gd name="connsiteY14" fmla="*/ 806083 h 951879"/>
                <a:gd name="connsiteX15" fmla="*/ 529314 w 897487"/>
                <a:gd name="connsiteY15" fmla="*/ 863196 h 951879"/>
                <a:gd name="connsiteX16" fmla="*/ 782242 w 897487"/>
                <a:gd name="connsiteY16" fmla="*/ 607549 h 951879"/>
                <a:gd name="connsiteX17" fmla="*/ 580988 w 897487"/>
                <a:gd name="connsiteY17" fmla="*/ 667381 h 951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97487" h="951879">
                  <a:moveTo>
                    <a:pt x="580988" y="667381"/>
                  </a:moveTo>
                  <a:lnTo>
                    <a:pt x="409649" y="667381"/>
                  </a:lnTo>
                  <a:cubicBezTo>
                    <a:pt x="423248" y="667381"/>
                    <a:pt x="548352" y="561314"/>
                    <a:pt x="591866" y="525959"/>
                  </a:cubicBezTo>
                  <a:cubicBezTo>
                    <a:pt x="700653" y="433491"/>
                    <a:pt x="899188" y="297508"/>
                    <a:pt x="842075" y="123450"/>
                  </a:cubicBezTo>
                  <a:lnTo>
                    <a:pt x="842075" y="123450"/>
                  </a:lnTo>
                  <a:cubicBezTo>
                    <a:pt x="831197" y="82655"/>
                    <a:pt x="798560" y="58178"/>
                    <a:pt x="798560" y="58178"/>
                  </a:cubicBezTo>
                  <a:cubicBezTo>
                    <a:pt x="798560" y="58178"/>
                    <a:pt x="787682" y="90814"/>
                    <a:pt x="746887" y="107132"/>
                  </a:cubicBezTo>
                  <a:cubicBezTo>
                    <a:pt x="730569" y="109852"/>
                    <a:pt x="714251" y="115291"/>
                    <a:pt x="697933" y="115291"/>
                  </a:cubicBezTo>
                  <a:cubicBezTo>
                    <a:pt x="684334" y="115291"/>
                    <a:pt x="219273" y="115291"/>
                    <a:pt x="219273" y="115291"/>
                  </a:cubicBezTo>
                  <a:cubicBezTo>
                    <a:pt x="156721" y="115291"/>
                    <a:pt x="105048" y="166964"/>
                    <a:pt x="102328" y="224077"/>
                  </a:cubicBezTo>
                  <a:cubicBezTo>
                    <a:pt x="102328" y="283910"/>
                    <a:pt x="151282" y="332863"/>
                    <a:pt x="213834" y="332863"/>
                  </a:cubicBezTo>
                  <a:lnTo>
                    <a:pt x="485800" y="335583"/>
                  </a:lnTo>
                  <a:cubicBezTo>
                    <a:pt x="360695" y="406294"/>
                    <a:pt x="211114" y="487884"/>
                    <a:pt x="134964" y="615708"/>
                  </a:cubicBezTo>
                  <a:cubicBezTo>
                    <a:pt x="91449" y="689138"/>
                    <a:pt x="45215" y="800644"/>
                    <a:pt x="61533" y="884953"/>
                  </a:cubicBezTo>
                  <a:cubicBezTo>
                    <a:pt x="121366" y="830560"/>
                    <a:pt x="279106" y="778887"/>
                    <a:pt x="398771" y="806083"/>
                  </a:cubicBezTo>
                  <a:cubicBezTo>
                    <a:pt x="445005" y="814242"/>
                    <a:pt x="491239" y="838719"/>
                    <a:pt x="529314" y="863196"/>
                  </a:cubicBezTo>
                  <a:cubicBezTo>
                    <a:pt x="755046" y="1004618"/>
                    <a:pt x="891029" y="727213"/>
                    <a:pt x="782242" y="607549"/>
                  </a:cubicBezTo>
                  <a:cubicBezTo>
                    <a:pt x="784962" y="607549"/>
                    <a:pt x="722410" y="667381"/>
                    <a:pt x="580988" y="667381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6C9D7D0A-4F73-4194-9757-8A00A890A672}"/>
                </a:ext>
              </a:extLst>
            </p:cNvPr>
            <p:cNvSpPr/>
            <p:nvPr/>
          </p:nvSpPr>
          <p:spPr>
            <a:xfrm>
              <a:off x="2624650" y="1948442"/>
              <a:ext cx="1903761" cy="1577400"/>
            </a:xfrm>
            <a:custGeom>
              <a:avLst/>
              <a:gdLst>
                <a:gd name="connsiteX0" fmla="*/ 1559430 w 1903760"/>
                <a:gd name="connsiteY0" fmla="*/ 1165078 h 1577399"/>
                <a:gd name="connsiteX1" fmla="*/ 1369054 w 1903760"/>
                <a:gd name="connsiteY1" fmla="*/ 593950 h 1577399"/>
                <a:gd name="connsiteX2" fmla="*/ 1483279 w 1903760"/>
                <a:gd name="connsiteY2" fmla="*/ 126170 h 1577399"/>
                <a:gd name="connsiteX3" fmla="*/ 1311941 w 1903760"/>
                <a:gd name="connsiteY3" fmla="*/ 58178 h 1577399"/>
                <a:gd name="connsiteX4" fmla="*/ 1078050 w 1903760"/>
                <a:gd name="connsiteY4" fmla="*/ 205040 h 1577399"/>
                <a:gd name="connsiteX5" fmla="*/ 846879 w 1903760"/>
                <a:gd name="connsiteY5" fmla="*/ 523239 h 1577399"/>
                <a:gd name="connsiteX6" fmla="*/ 645624 w 1903760"/>
                <a:gd name="connsiteY6" fmla="*/ 210479 h 1577399"/>
                <a:gd name="connsiteX7" fmla="*/ 455248 w 1903760"/>
                <a:gd name="connsiteY7" fmla="*/ 63617 h 1577399"/>
                <a:gd name="connsiteX8" fmla="*/ 234956 w 1903760"/>
                <a:gd name="connsiteY8" fmla="*/ 137048 h 1577399"/>
                <a:gd name="connsiteX9" fmla="*/ 316546 w 1903760"/>
                <a:gd name="connsiteY9" fmla="*/ 588511 h 1577399"/>
                <a:gd name="connsiteX10" fmla="*/ 58178 w 1903760"/>
                <a:gd name="connsiteY10" fmla="*/ 1072610 h 1577399"/>
                <a:gd name="connsiteX11" fmla="*/ 474286 w 1903760"/>
                <a:gd name="connsiteY11" fmla="*/ 1020936 h 1577399"/>
                <a:gd name="connsiteX12" fmla="*/ 555876 w 1903760"/>
                <a:gd name="connsiteY12" fmla="*/ 572193 h 1577399"/>
                <a:gd name="connsiteX13" fmla="*/ 830561 w 1903760"/>
                <a:gd name="connsiteY13" fmla="*/ 993740 h 1577399"/>
                <a:gd name="connsiteX14" fmla="*/ 1140602 w 1903760"/>
                <a:gd name="connsiteY14" fmla="*/ 574913 h 1577399"/>
                <a:gd name="connsiteX15" fmla="*/ 1567589 w 1903760"/>
                <a:gd name="connsiteY15" fmla="*/ 1526792 h 1577399"/>
                <a:gd name="connsiteX16" fmla="*/ 1866751 w 1903760"/>
                <a:gd name="connsiteY16" fmla="*/ 1322818 h 1577399"/>
                <a:gd name="connsiteX17" fmla="*/ 1559430 w 1903760"/>
                <a:gd name="connsiteY17" fmla="*/ 1165078 h 1577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903760" h="1577399">
                  <a:moveTo>
                    <a:pt x="1559430" y="1165078"/>
                  </a:moveTo>
                  <a:cubicBezTo>
                    <a:pt x="1420727" y="1012777"/>
                    <a:pt x="1377213" y="762569"/>
                    <a:pt x="1369054" y="593950"/>
                  </a:cubicBezTo>
                  <a:cubicBezTo>
                    <a:pt x="1360895" y="449809"/>
                    <a:pt x="1369054" y="199600"/>
                    <a:pt x="1483279" y="126170"/>
                  </a:cubicBezTo>
                  <a:cubicBezTo>
                    <a:pt x="1445204" y="77216"/>
                    <a:pt x="1369054" y="58178"/>
                    <a:pt x="1311941" y="58178"/>
                  </a:cubicBezTo>
                  <a:cubicBezTo>
                    <a:pt x="1184117" y="58178"/>
                    <a:pt x="1121565" y="142488"/>
                    <a:pt x="1078050" y="205040"/>
                  </a:cubicBezTo>
                  <a:cubicBezTo>
                    <a:pt x="1064452" y="224077"/>
                    <a:pt x="846879" y="523239"/>
                    <a:pt x="846879" y="523239"/>
                  </a:cubicBezTo>
                  <a:cubicBezTo>
                    <a:pt x="846879" y="523239"/>
                    <a:pt x="667382" y="243115"/>
                    <a:pt x="645624" y="210479"/>
                  </a:cubicBezTo>
                  <a:cubicBezTo>
                    <a:pt x="615708" y="164245"/>
                    <a:pt x="555876" y="77216"/>
                    <a:pt x="455248" y="63617"/>
                  </a:cubicBezTo>
                  <a:cubicBezTo>
                    <a:pt x="411734" y="58178"/>
                    <a:pt x="297508" y="52739"/>
                    <a:pt x="234956" y="137048"/>
                  </a:cubicBezTo>
                  <a:cubicBezTo>
                    <a:pt x="341023" y="221357"/>
                    <a:pt x="338303" y="438930"/>
                    <a:pt x="316546" y="588511"/>
                  </a:cubicBezTo>
                  <a:cubicBezTo>
                    <a:pt x="248554" y="1031815"/>
                    <a:pt x="58178" y="1072610"/>
                    <a:pt x="58178" y="1072610"/>
                  </a:cubicBezTo>
                  <a:cubicBezTo>
                    <a:pt x="156086" y="1333696"/>
                    <a:pt x="403575" y="1230350"/>
                    <a:pt x="474286" y="1020936"/>
                  </a:cubicBezTo>
                  <a:cubicBezTo>
                    <a:pt x="520520" y="884953"/>
                    <a:pt x="550436" y="713615"/>
                    <a:pt x="555876" y="572193"/>
                  </a:cubicBezTo>
                  <a:lnTo>
                    <a:pt x="830561" y="993740"/>
                  </a:lnTo>
                  <a:cubicBezTo>
                    <a:pt x="830561" y="993740"/>
                    <a:pt x="1140602" y="574913"/>
                    <a:pt x="1140602" y="574913"/>
                  </a:cubicBezTo>
                  <a:cubicBezTo>
                    <a:pt x="1088929" y="1314659"/>
                    <a:pt x="1344577" y="1526792"/>
                    <a:pt x="1567589" y="1526792"/>
                  </a:cubicBezTo>
                  <a:cubicBezTo>
                    <a:pt x="1790601" y="1526792"/>
                    <a:pt x="1866751" y="1322818"/>
                    <a:pt x="1866751" y="1322818"/>
                  </a:cubicBezTo>
                  <a:cubicBezTo>
                    <a:pt x="1744367" y="1314659"/>
                    <a:pt x="1641019" y="1252107"/>
                    <a:pt x="1559430" y="1165078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C5246292-11FA-4726-9072-DDDA78218BFC}"/>
                </a:ext>
              </a:extLst>
            </p:cNvPr>
            <p:cNvSpPr/>
            <p:nvPr/>
          </p:nvSpPr>
          <p:spPr>
            <a:xfrm>
              <a:off x="4792218" y="3234839"/>
              <a:ext cx="271966" cy="652717"/>
            </a:xfrm>
            <a:custGeom>
              <a:avLst/>
              <a:gdLst>
                <a:gd name="connsiteX0" fmla="*/ 88095 w 271965"/>
                <a:gd name="connsiteY0" fmla="*/ 120730 h 652717"/>
                <a:gd name="connsiteX1" fmla="*/ 93534 w 271965"/>
                <a:gd name="connsiteY1" fmla="*/ 153366 h 652717"/>
                <a:gd name="connsiteX2" fmla="*/ 93534 w 271965"/>
                <a:gd name="connsiteY2" fmla="*/ 544997 h 652717"/>
                <a:gd name="connsiteX3" fmla="*/ 156086 w 271965"/>
                <a:gd name="connsiteY3" fmla="*/ 604829 h 652717"/>
                <a:gd name="connsiteX4" fmla="*/ 221358 w 271965"/>
                <a:gd name="connsiteY4" fmla="*/ 544997 h 652717"/>
                <a:gd name="connsiteX5" fmla="*/ 221358 w 271965"/>
                <a:gd name="connsiteY5" fmla="*/ 194161 h 652717"/>
                <a:gd name="connsiteX6" fmla="*/ 210479 w 271965"/>
                <a:gd name="connsiteY6" fmla="*/ 109852 h 652717"/>
                <a:gd name="connsiteX7" fmla="*/ 118011 w 271965"/>
                <a:gd name="connsiteY7" fmla="*/ 58178 h 652717"/>
                <a:gd name="connsiteX8" fmla="*/ 58178 w 271965"/>
                <a:gd name="connsiteY8" fmla="*/ 88094 h 652717"/>
                <a:gd name="connsiteX9" fmla="*/ 88095 w 271965"/>
                <a:gd name="connsiteY9" fmla="*/ 120730 h 65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1965" h="652717">
                  <a:moveTo>
                    <a:pt x="88095" y="120730"/>
                  </a:moveTo>
                  <a:cubicBezTo>
                    <a:pt x="90814" y="131609"/>
                    <a:pt x="90814" y="142487"/>
                    <a:pt x="93534" y="153366"/>
                  </a:cubicBezTo>
                  <a:cubicBezTo>
                    <a:pt x="93534" y="156086"/>
                    <a:pt x="93534" y="542277"/>
                    <a:pt x="93534" y="544997"/>
                  </a:cubicBezTo>
                  <a:cubicBezTo>
                    <a:pt x="93534" y="577632"/>
                    <a:pt x="123450" y="604829"/>
                    <a:pt x="156086" y="604829"/>
                  </a:cubicBezTo>
                  <a:cubicBezTo>
                    <a:pt x="188722" y="607548"/>
                    <a:pt x="221358" y="577632"/>
                    <a:pt x="221358" y="544997"/>
                  </a:cubicBezTo>
                  <a:cubicBezTo>
                    <a:pt x="221358" y="539557"/>
                    <a:pt x="221358" y="194161"/>
                    <a:pt x="221358" y="194161"/>
                  </a:cubicBezTo>
                  <a:cubicBezTo>
                    <a:pt x="221358" y="164245"/>
                    <a:pt x="224078" y="134329"/>
                    <a:pt x="210479" y="109852"/>
                  </a:cubicBezTo>
                  <a:cubicBezTo>
                    <a:pt x="196881" y="79935"/>
                    <a:pt x="158806" y="58178"/>
                    <a:pt x="118011" y="58178"/>
                  </a:cubicBezTo>
                  <a:cubicBezTo>
                    <a:pt x="79936" y="58178"/>
                    <a:pt x="58178" y="88094"/>
                    <a:pt x="58178" y="88094"/>
                  </a:cubicBezTo>
                  <a:cubicBezTo>
                    <a:pt x="58178" y="88094"/>
                    <a:pt x="77216" y="93534"/>
                    <a:pt x="88095" y="120730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9ACEC316-BA5C-440C-89BF-6FE143520B34}"/>
                </a:ext>
              </a:extLst>
            </p:cNvPr>
            <p:cNvSpPr/>
            <p:nvPr/>
          </p:nvSpPr>
          <p:spPr>
            <a:xfrm>
              <a:off x="8751819" y="3234667"/>
              <a:ext cx="271966" cy="652717"/>
            </a:xfrm>
            <a:custGeom>
              <a:avLst/>
              <a:gdLst>
                <a:gd name="connsiteX0" fmla="*/ 191663 w 271965"/>
                <a:gd name="connsiteY0" fmla="*/ 542449 h 652717"/>
                <a:gd name="connsiteX1" fmla="*/ 186224 w 271965"/>
                <a:gd name="connsiteY1" fmla="*/ 509813 h 652717"/>
                <a:gd name="connsiteX2" fmla="*/ 186224 w 271965"/>
                <a:gd name="connsiteY2" fmla="*/ 118183 h 652717"/>
                <a:gd name="connsiteX3" fmla="*/ 123672 w 271965"/>
                <a:gd name="connsiteY3" fmla="*/ 58350 h 652717"/>
                <a:gd name="connsiteX4" fmla="*/ 58400 w 271965"/>
                <a:gd name="connsiteY4" fmla="*/ 118183 h 652717"/>
                <a:gd name="connsiteX5" fmla="*/ 58400 w 271965"/>
                <a:gd name="connsiteY5" fmla="*/ 469018 h 652717"/>
                <a:gd name="connsiteX6" fmla="*/ 69279 w 271965"/>
                <a:gd name="connsiteY6" fmla="*/ 553328 h 652717"/>
                <a:gd name="connsiteX7" fmla="*/ 161747 w 271965"/>
                <a:gd name="connsiteY7" fmla="*/ 605001 h 652717"/>
                <a:gd name="connsiteX8" fmla="*/ 221580 w 271965"/>
                <a:gd name="connsiteY8" fmla="*/ 575085 h 652717"/>
                <a:gd name="connsiteX9" fmla="*/ 191663 w 271965"/>
                <a:gd name="connsiteY9" fmla="*/ 542449 h 65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1965" h="652717">
                  <a:moveTo>
                    <a:pt x="191663" y="542449"/>
                  </a:moveTo>
                  <a:cubicBezTo>
                    <a:pt x="188944" y="531570"/>
                    <a:pt x="186224" y="520692"/>
                    <a:pt x="186224" y="509813"/>
                  </a:cubicBezTo>
                  <a:cubicBezTo>
                    <a:pt x="186224" y="507093"/>
                    <a:pt x="186224" y="120902"/>
                    <a:pt x="186224" y="118183"/>
                  </a:cubicBezTo>
                  <a:cubicBezTo>
                    <a:pt x="186224" y="85547"/>
                    <a:pt x="156308" y="58350"/>
                    <a:pt x="123672" y="58350"/>
                  </a:cubicBezTo>
                  <a:cubicBezTo>
                    <a:pt x="91036" y="55631"/>
                    <a:pt x="58400" y="85547"/>
                    <a:pt x="58400" y="118183"/>
                  </a:cubicBezTo>
                  <a:cubicBezTo>
                    <a:pt x="58400" y="123622"/>
                    <a:pt x="58400" y="469018"/>
                    <a:pt x="58400" y="469018"/>
                  </a:cubicBezTo>
                  <a:cubicBezTo>
                    <a:pt x="58400" y="498934"/>
                    <a:pt x="55680" y="528851"/>
                    <a:pt x="69279" y="553328"/>
                  </a:cubicBezTo>
                  <a:cubicBezTo>
                    <a:pt x="82877" y="583244"/>
                    <a:pt x="120953" y="605001"/>
                    <a:pt x="161747" y="605001"/>
                  </a:cubicBezTo>
                  <a:cubicBezTo>
                    <a:pt x="199822" y="605001"/>
                    <a:pt x="221580" y="575085"/>
                    <a:pt x="221580" y="575085"/>
                  </a:cubicBezTo>
                  <a:cubicBezTo>
                    <a:pt x="221580" y="575085"/>
                    <a:pt x="202542" y="566926"/>
                    <a:pt x="191663" y="542449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435751A7-0636-4A94-82A5-061081DF9E1F}"/>
                </a:ext>
              </a:extLst>
            </p:cNvPr>
            <p:cNvSpPr/>
            <p:nvPr/>
          </p:nvSpPr>
          <p:spPr>
            <a:xfrm>
              <a:off x="6320666" y="3416868"/>
              <a:ext cx="435145" cy="462341"/>
            </a:xfrm>
            <a:custGeom>
              <a:avLst/>
              <a:gdLst>
                <a:gd name="connsiteX0" fmla="*/ 302948 w 435145"/>
                <a:gd name="connsiteY0" fmla="*/ 74684 h 462341"/>
                <a:gd name="connsiteX1" fmla="*/ 186003 w 435145"/>
                <a:gd name="connsiteY1" fmla="*/ 148115 h 462341"/>
                <a:gd name="connsiteX2" fmla="*/ 186003 w 435145"/>
                <a:gd name="connsiteY2" fmla="*/ 148115 h 462341"/>
                <a:gd name="connsiteX3" fmla="*/ 186003 w 435145"/>
                <a:gd name="connsiteY3" fmla="*/ 115479 h 462341"/>
                <a:gd name="connsiteX4" fmla="*/ 123450 w 435145"/>
                <a:gd name="connsiteY4" fmla="*/ 58366 h 462341"/>
                <a:gd name="connsiteX5" fmla="*/ 58178 w 435145"/>
                <a:gd name="connsiteY5" fmla="*/ 115479 h 462341"/>
                <a:gd name="connsiteX6" fmla="*/ 58178 w 435145"/>
                <a:gd name="connsiteY6" fmla="*/ 362967 h 462341"/>
                <a:gd name="connsiteX7" fmla="*/ 120730 w 435145"/>
                <a:gd name="connsiteY7" fmla="*/ 422800 h 462341"/>
                <a:gd name="connsiteX8" fmla="*/ 186003 w 435145"/>
                <a:gd name="connsiteY8" fmla="*/ 362967 h 462341"/>
                <a:gd name="connsiteX9" fmla="*/ 186003 w 435145"/>
                <a:gd name="connsiteY9" fmla="*/ 213386 h 462341"/>
                <a:gd name="connsiteX10" fmla="*/ 186003 w 435145"/>
                <a:gd name="connsiteY10" fmla="*/ 213386 h 462341"/>
                <a:gd name="connsiteX11" fmla="*/ 229517 w 435145"/>
                <a:gd name="connsiteY11" fmla="*/ 161713 h 462341"/>
                <a:gd name="connsiteX12" fmla="*/ 259433 w 435145"/>
                <a:gd name="connsiteY12" fmla="*/ 194349 h 462341"/>
                <a:gd name="connsiteX13" fmla="*/ 259433 w 435145"/>
                <a:gd name="connsiteY13" fmla="*/ 362967 h 462341"/>
                <a:gd name="connsiteX14" fmla="*/ 321985 w 435145"/>
                <a:gd name="connsiteY14" fmla="*/ 422800 h 462341"/>
                <a:gd name="connsiteX15" fmla="*/ 387257 w 435145"/>
                <a:gd name="connsiteY15" fmla="*/ 362967 h 462341"/>
                <a:gd name="connsiteX16" fmla="*/ 387257 w 435145"/>
                <a:gd name="connsiteY16" fmla="*/ 273219 h 462341"/>
                <a:gd name="connsiteX17" fmla="*/ 302948 w 435145"/>
                <a:gd name="connsiteY17" fmla="*/ 74684 h 46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5145" h="462341">
                  <a:moveTo>
                    <a:pt x="302948" y="74684"/>
                  </a:moveTo>
                  <a:cubicBezTo>
                    <a:pt x="234956" y="74684"/>
                    <a:pt x="196881" y="131797"/>
                    <a:pt x="186003" y="148115"/>
                  </a:cubicBezTo>
                  <a:lnTo>
                    <a:pt x="186003" y="148115"/>
                  </a:lnTo>
                  <a:cubicBezTo>
                    <a:pt x="186003" y="129077"/>
                    <a:pt x="186003" y="115479"/>
                    <a:pt x="186003" y="115479"/>
                  </a:cubicBezTo>
                  <a:cubicBezTo>
                    <a:pt x="186003" y="82843"/>
                    <a:pt x="156086" y="58366"/>
                    <a:pt x="123450" y="58366"/>
                  </a:cubicBezTo>
                  <a:cubicBezTo>
                    <a:pt x="90814" y="55646"/>
                    <a:pt x="58178" y="82843"/>
                    <a:pt x="58178" y="115479"/>
                  </a:cubicBezTo>
                  <a:cubicBezTo>
                    <a:pt x="58178" y="120918"/>
                    <a:pt x="58178" y="360248"/>
                    <a:pt x="58178" y="362967"/>
                  </a:cubicBezTo>
                  <a:cubicBezTo>
                    <a:pt x="58178" y="395603"/>
                    <a:pt x="88095" y="422800"/>
                    <a:pt x="120730" y="422800"/>
                  </a:cubicBezTo>
                  <a:cubicBezTo>
                    <a:pt x="153366" y="425519"/>
                    <a:pt x="186003" y="395603"/>
                    <a:pt x="186003" y="362967"/>
                  </a:cubicBezTo>
                  <a:cubicBezTo>
                    <a:pt x="186003" y="360248"/>
                    <a:pt x="186003" y="281378"/>
                    <a:pt x="186003" y="213386"/>
                  </a:cubicBezTo>
                  <a:lnTo>
                    <a:pt x="186003" y="213386"/>
                  </a:lnTo>
                  <a:cubicBezTo>
                    <a:pt x="191442" y="186190"/>
                    <a:pt x="205040" y="161713"/>
                    <a:pt x="229517" y="161713"/>
                  </a:cubicBezTo>
                  <a:cubicBezTo>
                    <a:pt x="259433" y="161713"/>
                    <a:pt x="259433" y="194349"/>
                    <a:pt x="259433" y="194349"/>
                  </a:cubicBezTo>
                  <a:lnTo>
                    <a:pt x="259433" y="362967"/>
                  </a:lnTo>
                  <a:cubicBezTo>
                    <a:pt x="259433" y="395603"/>
                    <a:pt x="289349" y="422800"/>
                    <a:pt x="321985" y="422800"/>
                  </a:cubicBezTo>
                  <a:cubicBezTo>
                    <a:pt x="354621" y="425519"/>
                    <a:pt x="387257" y="395603"/>
                    <a:pt x="387257" y="362967"/>
                  </a:cubicBezTo>
                  <a:lnTo>
                    <a:pt x="387257" y="273219"/>
                  </a:lnTo>
                  <a:cubicBezTo>
                    <a:pt x="387257" y="183470"/>
                    <a:pt x="395416" y="71964"/>
                    <a:pt x="302948" y="7468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8B40D30E-3FD1-4BB4-B9AC-09DA2F2D5CE1}"/>
                </a:ext>
              </a:extLst>
            </p:cNvPr>
            <p:cNvSpPr/>
            <p:nvPr/>
          </p:nvSpPr>
          <p:spPr>
            <a:xfrm>
              <a:off x="7960620" y="3416868"/>
              <a:ext cx="435145" cy="462341"/>
            </a:xfrm>
            <a:custGeom>
              <a:avLst/>
              <a:gdLst>
                <a:gd name="connsiteX0" fmla="*/ 302948 w 435145"/>
                <a:gd name="connsiteY0" fmla="*/ 74684 h 462341"/>
                <a:gd name="connsiteX1" fmla="*/ 186002 w 435145"/>
                <a:gd name="connsiteY1" fmla="*/ 148115 h 462341"/>
                <a:gd name="connsiteX2" fmla="*/ 186002 w 435145"/>
                <a:gd name="connsiteY2" fmla="*/ 148115 h 462341"/>
                <a:gd name="connsiteX3" fmla="*/ 186002 w 435145"/>
                <a:gd name="connsiteY3" fmla="*/ 115479 h 462341"/>
                <a:gd name="connsiteX4" fmla="*/ 123450 w 435145"/>
                <a:gd name="connsiteY4" fmla="*/ 58366 h 462341"/>
                <a:gd name="connsiteX5" fmla="*/ 58178 w 435145"/>
                <a:gd name="connsiteY5" fmla="*/ 115479 h 462341"/>
                <a:gd name="connsiteX6" fmla="*/ 58178 w 435145"/>
                <a:gd name="connsiteY6" fmla="*/ 362967 h 462341"/>
                <a:gd name="connsiteX7" fmla="*/ 120730 w 435145"/>
                <a:gd name="connsiteY7" fmla="*/ 422800 h 462341"/>
                <a:gd name="connsiteX8" fmla="*/ 186002 w 435145"/>
                <a:gd name="connsiteY8" fmla="*/ 362967 h 462341"/>
                <a:gd name="connsiteX9" fmla="*/ 186002 w 435145"/>
                <a:gd name="connsiteY9" fmla="*/ 213386 h 462341"/>
                <a:gd name="connsiteX10" fmla="*/ 186002 w 435145"/>
                <a:gd name="connsiteY10" fmla="*/ 213386 h 462341"/>
                <a:gd name="connsiteX11" fmla="*/ 229517 w 435145"/>
                <a:gd name="connsiteY11" fmla="*/ 161713 h 462341"/>
                <a:gd name="connsiteX12" fmla="*/ 259433 w 435145"/>
                <a:gd name="connsiteY12" fmla="*/ 194349 h 462341"/>
                <a:gd name="connsiteX13" fmla="*/ 259433 w 435145"/>
                <a:gd name="connsiteY13" fmla="*/ 362967 h 462341"/>
                <a:gd name="connsiteX14" fmla="*/ 321985 w 435145"/>
                <a:gd name="connsiteY14" fmla="*/ 422800 h 462341"/>
                <a:gd name="connsiteX15" fmla="*/ 387257 w 435145"/>
                <a:gd name="connsiteY15" fmla="*/ 362967 h 462341"/>
                <a:gd name="connsiteX16" fmla="*/ 387257 w 435145"/>
                <a:gd name="connsiteY16" fmla="*/ 273219 h 462341"/>
                <a:gd name="connsiteX17" fmla="*/ 302948 w 435145"/>
                <a:gd name="connsiteY17" fmla="*/ 74684 h 46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5145" h="462341">
                  <a:moveTo>
                    <a:pt x="302948" y="74684"/>
                  </a:moveTo>
                  <a:cubicBezTo>
                    <a:pt x="234956" y="74684"/>
                    <a:pt x="196881" y="131797"/>
                    <a:pt x="186002" y="148115"/>
                  </a:cubicBezTo>
                  <a:lnTo>
                    <a:pt x="186002" y="148115"/>
                  </a:lnTo>
                  <a:cubicBezTo>
                    <a:pt x="186002" y="129077"/>
                    <a:pt x="186002" y="115479"/>
                    <a:pt x="186002" y="115479"/>
                  </a:cubicBezTo>
                  <a:cubicBezTo>
                    <a:pt x="186002" y="82843"/>
                    <a:pt x="156086" y="58366"/>
                    <a:pt x="123450" y="58366"/>
                  </a:cubicBezTo>
                  <a:cubicBezTo>
                    <a:pt x="90814" y="55646"/>
                    <a:pt x="58178" y="82843"/>
                    <a:pt x="58178" y="115479"/>
                  </a:cubicBezTo>
                  <a:cubicBezTo>
                    <a:pt x="58178" y="120918"/>
                    <a:pt x="58178" y="360248"/>
                    <a:pt x="58178" y="362967"/>
                  </a:cubicBezTo>
                  <a:cubicBezTo>
                    <a:pt x="58178" y="395603"/>
                    <a:pt x="88095" y="422800"/>
                    <a:pt x="120730" y="422800"/>
                  </a:cubicBezTo>
                  <a:cubicBezTo>
                    <a:pt x="153366" y="425519"/>
                    <a:pt x="186002" y="395603"/>
                    <a:pt x="186002" y="362967"/>
                  </a:cubicBezTo>
                  <a:cubicBezTo>
                    <a:pt x="186002" y="360248"/>
                    <a:pt x="186002" y="281378"/>
                    <a:pt x="186002" y="213386"/>
                  </a:cubicBezTo>
                  <a:lnTo>
                    <a:pt x="186002" y="213386"/>
                  </a:lnTo>
                  <a:cubicBezTo>
                    <a:pt x="191442" y="186190"/>
                    <a:pt x="205040" y="161713"/>
                    <a:pt x="229517" y="161713"/>
                  </a:cubicBezTo>
                  <a:cubicBezTo>
                    <a:pt x="259433" y="161713"/>
                    <a:pt x="259433" y="194349"/>
                    <a:pt x="259433" y="194349"/>
                  </a:cubicBezTo>
                  <a:lnTo>
                    <a:pt x="259433" y="362967"/>
                  </a:lnTo>
                  <a:cubicBezTo>
                    <a:pt x="259433" y="395603"/>
                    <a:pt x="289349" y="422800"/>
                    <a:pt x="321985" y="422800"/>
                  </a:cubicBezTo>
                  <a:cubicBezTo>
                    <a:pt x="354621" y="425519"/>
                    <a:pt x="387257" y="395603"/>
                    <a:pt x="387257" y="362967"/>
                  </a:cubicBezTo>
                  <a:lnTo>
                    <a:pt x="387257" y="273219"/>
                  </a:lnTo>
                  <a:cubicBezTo>
                    <a:pt x="384537" y="183470"/>
                    <a:pt x="395416" y="71964"/>
                    <a:pt x="302948" y="7468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9B44342E-62F3-4A6E-9AEC-F34D3436B671}"/>
                </a:ext>
              </a:extLst>
            </p:cNvPr>
            <p:cNvSpPr/>
            <p:nvPr/>
          </p:nvSpPr>
          <p:spPr>
            <a:xfrm>
              <a:off x="5020669" y="3416868"/>
              <a:ext cx="435145" cy="462341"/>
            </a:xfrm>
            <a:custGeom>
              <a:avLst/>
              <a:gdLst>
                <a:gd name="connsiteX0" fmla="*/ 302948 w 435145"/>
                <a:gd name="connsiteY0" fmla="*/ 74684 h 462341"/>
                <a:gd name="connsiteX1" fmla="*/ 186002 w 435145"/>
                <a:gd name="connsiteY1" fmla="*/ 148115 h 462341"/>
                <a:gd name="connsiteX2" fmla="*/ 186002 w 435145"/>
                <a:gd name="connsiteY2" fmla="*/ 148115 h 462341"/>
                <a:gd name="connsiteX3" fmla="*/ 186002 w 435145"/>
                <a:gd name="connsiteY3" fmla="*/ 115479 h 462341"/>
                <a:gd name="connsiteX4" fmla="*/ 123450 w 435145"/>
                <a:gd name="connsiteY4" fmla="*/ 58366 h 462341"/>
                <a:gd name="connsiteX5" fmla="*/ 58178 w 435145"/>
                <a:gd name="connsiteY5" fmla="*/ 115479 h 462341"/>
                <a:gd name="connsiteX6" fmla="*/ 58178 w 435145"/>
                <a:gd name="connsiteY6" fmla="*/ 362967 h 462341"/>
                <a:gd name="connsiteX7" fmla="*/ 120730 w 435145"/>
                <a:gd name="connsiteY7" fmla="*/ 422800 h 462341"/>
                <a:gd name="connsiteX8" fmla="*/ 186002 w 435145"/>
                <a:gd name="connsiteY8" fmla="*/ 362967 h 462341"/>
                <a:gd name="connsiteX9" fmla="*/ 186002 w 435145"/>
                <a:gd name="connsiteY9" fmla="*/ 213386 h 462341"/>
                <a:gd name="connsiteX10" fmla="*/ 186002 w 435145"/>
                <a:gd name="connsiteY10" fmla="*/ 213386 h 462341"/>
                <a:gd name="connsiteX11" fmla="*/ 229517 w 435145"/>
                <a:gd name="connsiteY11" fmla="*/ 161713 h 462341"/>
                <a:gd name="connsiteX12" fmla="*/ 259433 w 435145"/>
                <a:gd name="connsiteY12" fmla="*/ 194349 h 462341"/>
                <a:gd name="connsiteX13" fmla="*/ 259433 w 435145"/>
                <a:gd name="connsiteY13" fmla="*/ 362967 h 462341"/>
                <a:gd name="connsiteX14" fmla="*/ 321985 w 435145"/>
                <a:gd name="connsiteY14" fmla="*/ 422800 h 462341"/>
                <a:gd name="connsiteX15" fmla="*/ 387257 w 435145"/>
                <a:gd name="connsiteY15" fmla="*/ 362967 h 462341"/>
                <a:gd name="connsiteX16" fmla="*/ 387257 w 435145"/>
                <a:gd name="connsiteY16" fmla="*/ 273219 h 462341"/>
                <a:gd name="connsiteX17" fmla="*/ 302948 w 435145"/>
                <a:gd name="connsiteY17" fmla="*/ 74684 h 46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5145" h="462341">
                  <a:moveTo>
                    <a:pt x="302948" y="74684"/>
                  </a:moveTo>
                  <a:cubicBezTo>
                    <a:pt x="234956" y="74684"/>
                    <a:pt x="196881" y="131797"/>
                    <a:pt x="186002" y="148115"/>
                  </a:cubicBezTo>
                  <a:lnTo>
                    <a:pt x="186002" y="148115"/>
                  </a:lnTo>
                  <a:cubicBezTo>
                    <a:pt x="186002" y="129077"/>
                    <a:pt x="186002" y="115479"/>
                    <a:pt x="186002" y="115479"/>
                  </a:cubicBezTo>
                  <a:cubicBezTo>
                    <a:pt x="186002" y="82843"/>
                    <a:pt x="156086" y="58366"/>
                    <a:pt x="123450" y="58366"/>
                  </a:cubicBezTo>
                  <a:cubicBezTo>
                    <a:pt x="90814" y="55646"/>
                    <a:pt x="58178" y="82843"/>
                    <a:pt x="58178" y="115479"/>
                  </a:cubicBezTo>
                  <a:cubicBezTo>
                    <a:pt x="58178" y="120918"/>
                    <a:pt x="58178" y="360248"/>
                    <a:pt x="58178" y="362967"/>
                  </a:cubicBezTo>
                  <a:cubicBezTo>
                    <a:pt x="58178" y="395603"/>
                    <a:pt x="88094" y="422800"/>
                    <a:pt x="120730" y="422800"/>
                  </a:cubicBezTo>
                  <a:cubicBezTo>
                    <a:pt x="153366" y="425519"/>
                    <a:pt x="186002" y="395603"/>
                    <a:pt x="186002" y="362967"/>
                  </a:cubicBezTo>
                  <a:cubicBezTo>
                    <a:pt x="186002" y="360248"/>
                    <a:pt x="186002" y="281378"/>
                    <a:pt x="186002" y="213386"/>
                  </a:cubicBezTo>
                  <a:lnTo>
                    <a:pt x="186002" y="213386"/>
                  </a:lnTo>
                  <a:cubicBezTo>
                    <a:pt x="191442" y="186190"/>
                    <a:pt x="205040" y="161713"/>
                    <a:pt x="229517" y="161713"/>
                  </a:cubicBezTo>
                  <a:cubicBezTo>
                    <a:pt x="259433" y="161713"/>
                    <a:pt x="259433" y="194349"/>
                    <a:pt x="259433" y="194349"/>
                  </a:cubicBezTo>
                  <a:lnTo>
                    <a:pt x="259433" y="362967"/>
                  </a:lnTo>
                  <a:cubicBezTo>
                    <a:pt x="259433" y="395603"/>
                    <a:pt x="289349" y="422800"/>
                    <a:pt x="321985" y="422800"/>
                  </a:cubicBezTo>
                  <a:cubicBezTo>
                    <a:pt x="354621" y="425519"/>
                    <a:pt x="387257" y="395603"/>
                    <a:pt x="387257" y="362967"/>
                  </a:cubicBezTo>
                  <a:lnTo>
                    <a:pt x="387257" y="273219"/>
                  </a:lnTo>
                  <a:cubicBezTo>
                    <a:pt x="384537" y="183470"/>
                    <a:pt x="395416" y="71964"/>
                    <a:pt x="302948" y="7468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D9857CCB-8FF9-4139-8A9B-3C59A36A0348}"/>
                </a:ext>
              </a:extLst>
            </p:cNvPr>
            <p:cNvSpPr/>
            <p:nvPr/>
          </p:nvSpPr>
          <p:spPr>
            <a:xfrm>
              <a:off x="7616289" y="3475234"/>
              <a:ext cx="364436" cy="364434"/>
            </a:xfrm>
            <a:custGeom>
              <a:avLst/>
              <a:gdLst>
                <a:gd name="connsiteX0" fmla="*/ 182218 w 364436"/>
                <a:gd name="connsiteY0" fmla="*/ 73431 h 364434"/>
                <a:gd name="connsiteX1" fmla="*/ 130544 w 364436"/>
                <a:gd name="connsiteY1" fmla="*/ 179499 h 364434"/>
                <a:gd name="connsiteX2" fmla="*/ 182218 w 364436"/>
                <a:gd name="connsiteY2" fmla="*/ 285565 h 364434"/>
                <a:gd name="connsiteX3" fmla="*/ 233891 w 364436"/>
                <a:gd name="connsiteY3" fmla="*/ 179499 h 364434"/>
                <a:gd name="connsiteX4" fmla="*/ 182218 w 364436"/>
                <a:gd name="connsiteY4" fmla="*/ 73431 h 364434"/>
                <a:gd name="connsiteX5" fmla="*/ 182219 w 364436"/>
                <a:gd name="connsiteY5" fmla="*/ 0 h 364434"/>
                <a:gd name="connsiteX6" fmla="*/ 364436 w 364436"/>
                <a:gd name="connsiteY6" fmla="*/ 182217 h 364434"/>
                <a:gd name="connsiteX7" fmla="*/ 182219 w 364436"/>
                <a:gd name="connsiteY7" fmla="*/ 364434 h 364434"/>
                <a:gd name="connsiteX8" fmla="*/ 0 w 364436"/>
                <a:gd name="connsiteY8" fmla="*/ 182217 h 364434"/>
                <a:gd name="connsiteX9" fmla="*/ 182219 w 364436"/>
                <a:gd name="connsiteY9" fmla="*/ 0 h 364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64436" h="364434">
                  <a:moveTo>
                    <a:pt x="182218" y="73431"/>
                  </a:moveTo>
                  <a:cubicBezTo>
                    <a:pt x="152302" y="76151"/>
                    <a:pt x="130544" y="114226"/>
                    <a:pt x="130544" y="179499"/>
                  </a:cubicBezTo>
                  <a:cubicBezTo>
                    <a:pt x="130544" y="244770"/>
                    <a:pt x="146862" y="285565"/>
                    <a:pt x="182218" y="285565"/>
                  </a:cubicBezTo>
                  <a:cubicBezTo>
                    <a:pt x="217573" y="285565"/>
                    <a:pt x="233891" y="247490"/>
                    <a:pt x="233891" y="179499"/>
                  </a:cubicBezTo>
                  <a:cubicBezTo>
                    <a:pt x="233891" y="114226"/>
                    <a:pt x="212134" y="73431"/>
                    <a:pt x="182218" y="73431"/>
                  </a:cubicBezTo>
                  <a:close/>
                  <a:moveTo>
                    <a:pt x="182219" y="0"/>
                  </a:moveTo>
                  <a:cubicBezTo>
                    <a:pt x="282846" y="0"/>
                    <a:pt x="364436" y="81590"/>
                    <a:pt x="364436" y="182217"/>
                  </a:cubicBezTo>
                  <a:cubicBezTo>
                    <a:pt x="364436" y="282844"/>
                    <a:pt x="282846" y="364434"/>
                    <a:pt x="182219" y="364434"/>
                  </a:cubicBezTo>
                  <a:cubicBezTo>
                    <a:pt x="81591" y="364434"/>
                    <a:pt x="0" y="282844"/>
                    <a:pt x="0" y="182217"/>
                  </a:cubicBezTo>
                  <a:cubicBezTo>
                    <a:pt x="0" y="81590"/>
                    <a:pt x="81591" y="0"/>
                    <a:pt x="182219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9FC1A0A4-BD0A-43E3-AA8C-35E9A0DA95ED}"/>
                </a:ext>
              </a:extLst>
            </p:cNvPr>
            <p:cNvSpPr/>
            <p:nvPr/>
          </p:nvSpPr>
          <p:spPr>
            <a:xfrm>
              <a:off x="6743101" y="3464184"/>
              <a:ext cx="372773" cy="375657"/>
            </a:xfrm>
            <a:custGeom>
              <a:avLst/>
              <a:gdLst>
                <a:gd name="connsiteX0" fmla="*/ 176958 w 372773"/>
                <a:gd name="connsiteY0" fmla="*/ 98080 h 375657"/>
                <a:gd name="connsiteX1" fmla="*/ 125284 w 372773"/>
                <a:gd name="connsiteY1" fmla="*/ 190548 h 375657"/>
                <a:gd name="connsiteX2" fmla="*/ 176958 w 372773"/>
                <a:gd name="connsiteY2" fmla="*/ 283017 h 375657"/>
                <a:gd name="connsiteX3" fmla="*/ 228631 w 372773"/>
                <a:gd name="connsiteY3" fmla="*/ 190548 h 375657"/>
                <a:gd name="connsiteX4" fmla="*/ 176958 w 372773"/>
                <a:gd name="connsiteY4" fmla="*/ 98080 h 375657"/>
                <a:gd name="connsiteX5" fmla="*/ 307501 w 372773"/>
                <a:gd name="connsiteY5" fmla="*/ 172 h 375657"/>
                <a:gd name="connsiteX6" fmla="*/ 372773 w 372773"/>
                <a:gd name="connsiteY6" fmla="*/ 62724 h 375657"/>
                <a:gd name="connsiteX7" fmla="*/ 372773 w 372773"/>
                <a:gd name="connsiteY7" fmla="*/ 312934 h 375657"/>
                <a:gd name="connsiteX8" fmla="*/ 302061 w 372773"/>
                <a:gd name="connsiteY8" fmla="*/ 375486 h 375657"/>
                <a:gd name="connsiteX9" fmla="*/ 239509 w 372773"/>
                <a:gd name="connsiteY9" fmla="*/ 326532 h 375657"/>
                <a:gd name="connsiteX10" fmla="*/ 179677 w 372773"/>
                <a:gd name="connsiteY10" fmla="*/ 370046 h 375657"/>
                <a:gd name="connsiteX11" fmla="*/ 70890 w 372773"/>
                <a:gd name="connsiteY11" fmla="*/ 353728 h 375657"/>
                <a:gd name="connsiteX12" fmla="*/ 128003 w 372773"/>
                <a:gd name="connsiteY12" fmla="*/ 11051 h 375657"/>
                <a:gd name="connsiteX13" fmla="*/ 236790 w 372773"/>
                <a:gd name="connsiteY13" fmla="*/ 70883 h 375657"/>
                <a:gd name="connsiteX14" fmla="*/ 236790 w 372773"/>
                <a:gd name="connsiteY14" fmla="*/ 62724 h 375657"/>
                <a:gd name="connsiteX15" fmla="*/ 307501 w 372773"/>
                <a:gd name="connsiteY15" fmla="*/ 172 h 375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2773" h="375657">
                  <a:moveTo>
                    <a:pt x="176958" y="98080"/>
                  </a:moveTo>
                  <a:cubicBezTo>
                    <a:pt x="147042" y="100800"/>
                    <a:pt x="125284" y="133436"/>
                    <a:pt x="125284" y="190548"/>
                  </a:cubicBezTo>
                  <a:cubicBezTo>
                    <a:pt x="125284" y="247661"/>
                    <a:pt x="141602" y="283017"/>
                    <a:pt x="176958" y="283017"/>
                  </a:cubicBezTo>
                  <a:cubicBezTo>
                    <a:pt x="212314" y="283017"/>
                    <a:pt x="228631" y="247661"/>
                    <a:pt x="228631" y="190548"/>
                  </a:cubicBezTo>
                  <a:cubicBezTo>
                    <a:pt x="228631" y="133436"/>
                    <a:pt x="206874" y="98080"/>
                    <a:pt x="176958" y="98080"/>
                  </a:cubicBezTo>
                  <a:close/>
                  <a:moveTo>
                    <a:pt x="307501" y="172"/>
                  </a:moveTo>
                  <a:cubicBezTo>
                    <a:pt x="340137" y="172"/>
                    <a:pt x="372773" y="30088"/>
                    <a:pt x="372773" y="62724"/>
                  </a:cubicBezTo>
                  <a:cubicBezTo>
                    <a:pt x="372773" y="65444"/>
                    <a:pt x="372773" y="307494"/>
                    <a:pt x="372773" y="312934"/>
                  </a:cubicBezTo>
                  <a:cubicBezTo>
                    <a:pt x="370053" y="348289"/>
                    <a:pt x="337417" y="378205"/>
                    <a:pt x="302061" y="375486"/>
                  </a:cubicBezTo>
                  <a:cubicBezTo>
                    <a:pt x="274865" y="372766"/>
                    <a:pt x="247668" y="353728"/>
                    <a:pt x="239509" y="326532"/>
                  </a:cubicBezTo>
                  <a:cubicBezTo>
                    <a:pt x="225911" y="348289"/>
                    <a:pt x="198715" y="364607"/>
                    <a:pt x="179677" y="370046"/>
                  </a:cubicBezTo>
                  <a:cubicBezTo>
                    <a:pt x="147041" y="378205"/>
                    <a:pt x="100807" y="372766"/>
                    <a:pt x="70890" y="353728"/>
                  </a:cubicBezTo>
                  <a:cubicBezTo>
                    <a:pt x="-35177" y="285737"/>
                    <a:pt x="-27018" y="11051"/>
                    <a:pt x="128003" y="11051"/>
                  </a:cubicBezTo>
                  <a:cubicBezTo>
                    <a:pt x="185116" y="11051"/>
                    <a:pt x="220471" y="49126"/>
                    <a:pt x="236790" y="70883"/>
                  </a:cubicBezTo>
                  <a:cubicBezTo>
                    <a:pt x="236790" y="70883"/>
                    <a:pt x="236790" y="65444"/>
                    <a:pt x="236790" y="62724"/>
                  </a:cubicBezTo>
                  <a:cubicBezTo>
                    <a:pt x="239509" y="27369"/>
                    <a:pt x="272145" y="-2547"/>
                    <a:pt x="307501" y="172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4DC71C56-C4F6-45F5-9717-6FFB05DFB38A}"/>
                </a:ext>
              </a:extLst>
            </p:cNvPr>
            <p:cNvSpPr/>
            <p:nvPr/>
          </p:nvSpPr>
          <p:spPr>
            <a:xfrm>
              <a:off x="8380335" y="3464184"/>
              <a:ext cx="372772" cy="375657"/>
            </a:xfrm>
            <a:custGeom>
              <a:avLst/>
              <a:gdLst>
                <a:gd name="connsiteX0" fmla="*/ 176957 w 372772"/>
                <a:gd name="connsiteY0" fmla="*/ 98080 h 375657"/>
                <a:gd name="connsiteX1" fmla="*/ 125282 w 372772"/>
                <a:gd name="connsiteY1" fmla="*/ 190548 h 375657"/>
                <a:gd name="connsiteX2" fmla="*/ 176957 w 372772"/>
                <a:gd name="connsiteY2" fmla="*/ 283017 h 375657"/>
                <a:gd name="connsiteX3" fmla="*/ 228630 w 372772"/>
                <a:gd name="connsiteY3" fmla="*/ 190548 h 375657"/>
                <a:gd name="connsiteX4" fmla="*/ 176957 w 372772"/>
                <a:gd name="connsiteY4" fmla="*/ 98080 h 375657"/>
                <a:gd name="connsiteX5" fmla="*/ 307501 w 372772"/>
                <a:gd name="connsiteY5" fmla="*/ 172 h 375657"/>
                <a:gd name="connsiteX6" fmla="*/ 372772 w 372772"/>
                <a:gd name="connsiteY6" fmla="*/ 62724 h 375657"/>
                <a:gd name="connsiteX7" fmla="*/ 372772 w 372772"/>
                <a:gd name="connsiteY7" fmla="*/ 312934 h 375657"/>
                <a:gd name="connsiteX8" fmla="*/ 302062 w 372772"/>
                <a:gd name="connsiteY8" fmla="*/ 375486 h 375657"/>
                <a:gd name="connsiteX9" fmla="*/ 239509 w 372772"/>
                <a:gd name="connsiteY9" fmla="*/ 326532 h 375657"/>
                <a:gd name="connsiteX10" fmla="*/ 179677 w 372772"/>
                <a:gd name="connsiteY10" fmla="*/ 370046 h 375657"/>
                <a:gd name="connsiteX11" fmla="*/ 70890 w 372772"/>
                <a:gd name="connsiteY11" fmla="*/ 353728 h 375657"/>
                <a:gd name="connsiteX12" fmla="*/ 128002 w 372772"/>
                <a:gd name="connsiteY12" fmla="*/ 11051 h 375657"/>
                <a:gd name="connsiteX13" fmla="*/ 236790 w 372772"/>
                <a:gd name="connsiteY13" fmla="*/ 70883 h 375657"/>
                <a:gd name="connsiteX14" fmla="*/ 236790 w 372772"/>
                <a:gd name="connsiteY14" fmla="*/ 62724 h 375657"/>
                <a:gd name="connsiteX15" fmla="*/ 307501 w 372772"/>
                <a:gd name="connsiteY15" fmla="*/ 172 h 375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2772" h="375657">
                  <a:moveTo>
                    <a:pt x="176957" y="98080"/>
                  </a:moveTo>
                  <a:cubicBezTo>
                    <a:pt x="147039" y="100800"/>
                    <a:pt x="125282" y="133436"/>
                    <a:pt x="125282" y="190548"/>
                  </a:cubicBezTo>
                  <a:cubicBezTo>
                    <a:pt x="125282" y="247661"/>
                    <a:pt x="141600" y="283017"/>
                    <a:pt x="176957" y="283017"/>
                  </a:cubicBezTo>
                  <a:cubicBezTo>
                    <a:pt x="212312" y="283017"/>
                    <a:pt x="228630" y="247661"/>
                    <a:pt x="228630" y="190548"/>
                  </a:cubicBezTo>
                  <a:cubicBezTo>
                    <a:pt x="228630" y="133436"/>
                    <a:pt x="206873" y="98080"/>
                    <a:pt x="176957" y="98080"/>
                  </a:cubicBezTo>
                  <a:close/>
                  <a:moveTo>
                    <a:pt x="307501" y="172"/>
                  </a:moveTo>
                  <a:cubicBezTo>
                    <a:pt x="340137" y="172"/>
                    <a:pt x="372772" y="30088"/>
                    <a:pt x="372772" y="62724"/>
                  </a:cubicBezTo>
                  <a:cubicBezTo>
                    <a:pt x="372772" y="65444"/>
                    <a:pt x="372772" y="307494"/>
                    <a:pt x="372772" y="312934"/>
                  </a:cubicBezTo>
                  <a:cubicBezTo>
                    <a:pt x="370053" y="348289"/>
                    <a:pt x="337417" y="378205"/>
                    <a:pt x="302062" y="375486"/>
                  </a:cubicBezTo>
                  <a:cubicBezTo>
                    <a:pt x="274865" y="372766"/>
                    <a:pt x="247668" y="353728"/>
                    <a:pt x="239509" y="326532"/>
                  </a:cubicBezTo>
                  <a:cubicBezTo>
                    <a:pt x="228630" y="348289"/>
                    <a:pt x="198714" y="364607"/>
                    <a:pt x="179677" y="370046"/>
                  </a:cubicBezTo>
                  <a:cubicBezTo>
                    <a:pt x="147040" y="378205"/>
                    <a:pt x="100806" y="372766"/>
                    <a:pt x="70890" y="353728"/>
                  </a:cubicBezTo>
                  <a:cubicBezTo>
                    <a:pt x="-35177" y="285737"/>
                    <a:pt x="-27018" y="11051"/>
                    <a:pt x="128002" y="11051"/>
                  </a:cubicBezTo>
                  <a:cubicBezTo>
                    <a:pt x="185116" y="11051"/>
                    <a:pt x="220472" y="49126"/>
                    <a:pt x="236790" y="70883"/>
                  </a:cubicBezTo>
                  <a:cubicBezTo>
                    <a:pt x="236790" y="70883"/>
                    <a:pt x="236790" y="65444"/>
                    <a:pt x="236790" y="62724"/>
                  </a:cubicBezTo>
                  <a:cubicBezTo>
                    <a:pt x="239509" y="27369"/>
                    <a:pt x="272145" y="-2547"/>
                    <a:pt x="307501" y="172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4669EF73-3FE0-4CA9-8956-AE8D9E8EF522}"/>
                </a:ext>
              </a:extLst>
            </p:cNvPr>
            <p:cNvSpPr/>
            <p:nvPr/>
          </p:nvSpPr>
          <p:spPr>
            <a:xfrm>
              <a:off x="7389492" y="3444253"/>
              <a:ext cx="217573" cy="435145"/>
            </a:xfrm>
            <a:custGeom>
              <a:avLst/>
              <a:gdLst>
                <a:gd name="connsiteX0" fmla="*/ 186002 w 217572"/>
                <a:gd name="connsiteY0" fmla="*/ 118011 h 435144"/>
                <a:gd name="connsiteX1" fmla="*/ 128890 w 217572"/>
                <a:gd name="connsiteY1" fmla="*/ 58178 h 435144"/>
                <a:gd name="connsiteX2" fmla="*/ 123450 w 217572"/>
                <a:gd name="connsiteY2" fmla="*/ 58178 h 435144"/>
                <a:gd name="connsiteX3" fmla="*/ 58178 w 217572"/>
                <a:gd name="connsiteY3" fmla="*/ 115291 h 435144"/>
                <a:gd name="connsiteX4" fmla="*/ 58178 w 217572"/>
                <a:gd name="connsiteY4" fmla="*/ 232236 h 435144"/>
                <a:gd name="connsiteX5" fmla="*/ 58178 w 217572"/>
                <a:gd name="connsiteY5" fmla="*/ 232236 h 435144"/>
                <a:gd name="connsiteX6" fmla="*/ 58178 w 217572"/>
                <a:gd name="connsiteY6" fmla="*/ 335583 h 435144"/>
                <a:gd name="connsiteX7" fmla="*/ 115291 w 217572"/>
                <a:gd name="connsiteY7" fmla="*/ 395415 h 435144"/>
                <a:gd name="connsiteX8" fmla="*/ 120730 w 217572"/>
                <a:gd name="connsiteY8" fmla="*/ 395415 h 435144"/>
                <a:gd name="connsiteX9" fmla="*/ 186002 w 217572"/>
                <a:gd name="connsiteY9" fmla="*/ 338303 h 435144"/>
                <a:gd name="connsiteX10" fmla="*/ 186002 w 217572"/>
                <a:gd name="connsiteY10" fmla="*/ 240395 h 435144"/>
                <a:gd name="connsiteX11" fmla="*/ 186002 w 217572"/>
                <a:gd name="connsiteY11" fmla="*/ 240395 h 435144"/>
                <a:gd name="connsiteX12" fmla="*/ 186002 w 217572"/>
                <a:gd name="connsiteY12" fmla="*/ 118011 h 435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7572" h="435144">
                  <a:moveTo>
                    <a:pt x="186002" y="118011"/>
                  </a:moveTo>
                  <a:cubicBezTo>
                    <a:pt x="183283" y="85375"/>
                    <a:pt x="158806" y="60898"/>
                    <a:pt x="128890" y="58178"/>
                  </a:cubicBezTo>
                  <a:cubicBezTo>
                    <a:pt x="126170" y="58178"/>
                    <a:pt x="126170" y="58178"/>
                    <a:pt x="123450" y="58178"/>
                  </a:cubicBezTo>
                  <a:cubicBezTo>
                    <a:pt x="96254" y="58178"/>
                    <a:pt x="58178" y="82655"/>
                    <a:pt x="58178" y="115291"/>
                  </a:cubicBezTo>
                  <a:lnTo>
                    <a:pt x="58178" y="232236"/>
                  </a:lnTo>
                  <a:lnTo>
                    <a:pt x="58178" y="232236"/>
                  </a:lnTo>
                  <a:cubicBezTo>
                    <a:pt x="58178" y="270311"/>
                    <a:pt x="58178" y="335583"/>
                    <a:pt x="58178" y="335583"/>
                  </a:cubicBezTo>
                  <a:cubicBezTo>
                    <a:pt x="60898" y="368219"/>
                    <a:pt x="85375" y="392696"/>
                    <a:pt x="115291" y="395415"/>
                  </a:cubicBezTo>
                  <a:cubicBezTo>
                    <a:pt x="118011" y="395415"/>
                    <a:pt x="118011" y="395415"/>
                    <a:pt x="120730" y="395415"/>
                  </a:cubicBezTo>
                  <a:cubicBezTo>
                    <a:pt x="147927" y="395415"/>
                    <a:pt x="186002" y="370938"/>
                    <a:pt x="186002" y="338303"/>
                  </a:cubicBezTo>
                  <a:lnTo>
                    <a:pt x="186002" y="240395"/>
                  </a:lnTo>
                  <a:lnTo>
                    <a:pt x="186002" y="240395"/>
                  </a:lnTo>
                  <a:cubicBezTo>
                    <a:pt x="186002" y="202320"/>
                    <a:pt x="186002" y="118011"/>
                    <a:pt x="186002" y="118011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9566FE17-6DFB-4B41-9F21-2F7F40BFEFCB}"/>
                </a:ext>
              </a:extLst>
            </p:cNvPr>
            <p:cNvSpPr/>
            <p:nvPr/>
          </p:nvSpPr>
          <p:spPr>
            <a:xfrm>
              <a:off x="7392212" y="3280901"/>
              <a:ext cx="217573" cy="217572"/>
            </a:xfrm>
            <a:custGeom>
              <a:avLst/>
              <a:gdLst>
                <a:gd name="connsiteX0" fmla="*/ 183282 w 217572"/>
                <a:gd name="connsiteY0" fmla="*/ 120902 h 217572"/>
                <a:gd name="connsiteX1" fmla="*/ 120730 w 217572"/>
                <a:gd name="connsiteY1" fmla="*/ 183454 h 217572"/>
                <a:gd name="connsiteX2" fmla="*/ 58178 w 217572"/>
                <a:gd name="connsiteY2" fmla="*/ 120902 h 217572"/>
                <a:gd name="connsiteX3" fmla="*/ 120730 w 217572"/>
                <a:gd name="connsiteY3" fmla="*/ 58350 h 217572"/>
                <a:gd name="connsiteX4" fmla="*/ 183282 w 217572"/>
                <a:gd name="connsiteY4" fmla="*/ 120902 h 217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7572" h="217572">
                  <a:moveTo>
                    <a:pt x="183282" y="120902"/>
                  </a:moveTo>
                  <a:cubicBezTo>
                    <a:pt x="183282" y="156258"/>
                    <a:pt x="156086" y="183454"/>
                    <a:pt x="120730" y="183454"/>
                  </a:cubicBezTo>
                  <a:cubicBezTo>
                    <a:pt x="85375" y="183454"/>
                    <a:pt x="58178" y="156258"/>
                    <a:pt x="58178" y="120902"/>
                  </a:cubicBezTo>
                  <a:cubicBezTo>
                    <a:pt x="58178" y="85547"/>
                    <a:pt x="85375" y="58350"/>
                    <a:pt x="120730" y="58350"/>
                  </a:cubicBezTo>
                  <a:cubicBezTo>
                    <a:pt x="153366" y="55630"/>
                    <a:pt x="183282" y="85547"/>
                    <a:pt x="183282" y="120902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52296D45-E00F-46CB-8C2E-441F3F4EEBB8}"/>
                </a:ext>
              </a:extLst>
            </p:cNvPr>
            <p:cNvSpPr/>
            <p:nvPr/>
          </p:nvSpPr>
          <p:spPr>
            <a:xfrm>
              <a:off x="6005186" y="3416884"/>
              <a:ext cx="380752" cy="462341"/>
            </a:xfrm>
            <a:custGeom>
              <a:avLst/>
              <a:gdLst>
                <a:gd name="connsiteX0" fmla="*/ 270312 w 380752"/>
                <a:gd name="connsiteY0" fmla="*/ 69229 h 462341"/>
                <a:gd name="connsiteX1" fmla="*/ 188722 w 380752"/>
                <a:gd name="connsiteY1" fmla="*/ 134501 h 462341"/>
                <a:gd name="connsiteX2" fmla="*/ 188722 w 380752"/>
                <a:gd name="connsiteY2" fmla="*/ 118183 h 462341"/>
                <a:gd name="connsiteX3" fmla="*/ 126170 w 380752"/>
                <a:gd name="connsiteY3" fmla="*/ 58350 h 462341"/>
                <a:gd name="connsiteX4" fmla="*/ 58178 w 380752"/>
                <a:gd name="connsiteY4" fmla="*/ 118183 h 462341"/>
                <a:gd name="connsiteX5" fmla="*/ 58178 w 380752"/>
                <a:gd name="connsiteY5" fmla="*/ 210651 h 462341"/>
                <a:gd name="connsiteX6" fmla="*/ 58178 w 380752"/>
                <a:gd name="connsiteY6" fmla="*/ 365671 h 462341"/>
                <a:gd name="connsiteX7" fmla="*/ 58178 w 380752"/>
                <a:gd name="connsiteY7" fmla="*/ 365671 h 462341"/>
                <a:gd name="connsiteX8" fmla="*/ 120730 w 380752"/>
                <a:gd name="connsiteY8" fmla="*/ 425504 h 462341"/>
                <a:gd name="connsiteX9" fmla="*/ 186002 w 380752"/>
                <a:gd name="connsiteY9" fmla="*/ 365671 h 462341"/>
                <a:gd name="connsiteX10" fmla="*/ 186002 w 380752"/>
                <a:gd name="connsiteY10" fmla="*/ 365671 h 462341"/>
                <a:gd name="connsiteX11" fmla="*/ 186002 w 380752"/>
                <a:gd name="connsiteY11" fmla="*/ 210651 h 462341"/>
                <a:gd name="connsiteX12" fmla="*/ 215919 w 380752"/>
                <a:gd name="connsiteY12" fmla="*/ 158978 h 462341"/>
                <a:gd name="connsiteX13" fmla="*/ 275751 w 380752"/>
                <a:gd name="connsiteY13" fmla="*/ 221530 h 462341"/>
                <a:gd name="connsiteX14" fmla="*/ 270312 w 380752"/>
                <a:gd name="connsiteY14" fmla="*/ 69229 h 46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0752" h="462341">
                  <a:moveTo>
                    <a:pt x="270312" y="69229"/>
                  </a:moveTo>
                  <a:cubicBezTo>
                    <a:pt x="232236" y="71949"/>
                    <a:pt x="213199" y="99145"/>
                    <a:pt x="188722" y="134501"/>
                  </a:cubicBezTo>
                  <a:cubicBezTo>
                    <a:pt x="188722" y="134501"/>
                    <a:pt x="188722" y="118183"/>
                    <a:pt x="188722" y="118183"/>
                  </a:cubicBezTo>
                  <a:cubicBezTo>
                    <a:pt x="188722" y="85547"/>
                    <a:pt x="158806" y="58350"/>
                    <a:pt x="126170" y="58350"/>
                  </a:cubicBezTo>
                  <a:cubicBezTo>
                    <a:pt x="93534" y="55631"/>
                    <a:pt x="60898" y="85547"/>
                    <a:pt x="58178" y="118183"/>
                  </a:cubicBezTo>
                  <a:lnTo>
                    <a:pt x="58178" y="210651"/>
                  </a:lnTo>
                  <a:lnTo>
                    <a:pt x="58178" y="365671"/>
                  </a:lnTo>
                  <a:lnTo>
                    <a:pt x="58178" y="365671"/>
                  </a:lnTo>
                  <a:cubicBezTo>
                    <a:pt x="58178" y="398307"/>
                    <a:pt x="88094" y="425504"/>
                    <a:pt x="120730" y="425504"/>
                  </a:cubicBezTo>
                  <a:cubicBezTo>
                    <a:pt x="153366" y="428224"/>
                    <a:pt x="186002" y="398307"/>
                    <a:pt x="186002" y="365671"/>
                  </a:cubicBezTo>
                  <a:lnTo>
                    <a:pt x="186002" y="365671"/>
                  </a:lnTo>
                  <a:lnTo>
                    <a:pt x="186002" y="210651"/>
                  </a:lnTo>
                  <a:cubicBezTo>
                    <a:pt x="188722" y="188894"/>
                    <a:pt x="196881" y="158978"/>
                    <a:pt x="215919" y="158978"/>
                  </a:cubicBezTo>
                  <a:cubicBezTo>
                    <a:pt x="243115" y="158978"/>
                    <a:pt x="215919" y="221530"/>
                    <a:pt x="275751" y="221530"/>
                  </a:cubicBezTo>
                  <a:cubicBezTo>
                    <a:pt x="362780" y="221530"/>
                    <a:pt x="373658" y="63790"/>
                    <a:pt x="270312" y="69229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0D99CC68-D3E2-4B92-ADB7-0C09AF4A4A84}"/>
                </a:ext>
              </a:extLst>
            </p:cNvPr>
            <p:cNvSpPr/>
            <p:nvPr/>
          </p:nvSpPr>
          <p:spPr>
            <a:xfrm>
              <a:off x="5693490" y="3475234"/>
              <a:ext cx="337238" cy="364434"/>
            </a:xfrm>
            <a:custGeom>
              <a:avLst/>
              <a:gdLst>
                <a:gd name="connsiteX0" fmla="*/ 180433 w 337238"/>
                <a:gd name="connsiteY0" fmla="*/ 73984 h 364434"/>
                <a:gd name="connsiteX1" fmla="*/ 163180 w 337238"/>
                <a:gd name="connsiteY1" fmla="*/ 78870 h 364434"/>
                <a:gd name="connsiteX2" fmla="*/ 125105 w 337238"/>
                <a:gd name="connsiteY2" fmla="*/ 160461 h 364434"/>
                <a:gd name="connsiteX3" fmla="*/ 171339 w 337238"/>
                <a:gd name="connsiteY3" fmla="*/ 163180 h 364434"/>
                <a:gd name="connsiteX4" fmla="*/ 214854 w 337238"/>
                <a:gd name="connsiteY4" fmla="*/ 108787 h 364434"/>
                <a:gd name="connsiteX5" fmla="*/ 180433 w 337238"/>
                <a:gd name="connsiteY5" fmla="*/ 73984 h 364434"/>
                <a:gd name="connsiteX6" fmla="*/ 174059 w 337238"/>
                <a:gd name="connsiteY6" fmla="*/ 0 h 364434"/>
                <a:gd name="connsiteX7" fmla="*/ 337238 w 337238"/>
                <a:gd name="connsiteY7" fmla="*/ 119665 h 364434"/>
                <a:gd name="connsiteX8" fmla="*/ 133264 w 337238"/>
                <a:gd name="connsiteY8" fmla="*/ 217573 h 364434"/>
                <a:gd name="connsiteX9" fmla="*/ 225732 w 337238"/>
                <a:gd name="connsiteY9" fmla="*/ 277405 h 364434"/>
                <a:gd name="connsiteX10" fmla="*/ 320920 w 337238"/>
                <a:gd name="connsiteY10" fmla="*/ 250208 h 364434"/>
                <a:gd name="connsiteX11" fmla="*/ 174059 w 337238"/>
                <a:gd name="connsiteY11" fmla="*/ 364434 h 364434"/>
                <a:gd name="connsiteX12" fmla="*/ 0 w 337238"/>
                <a:gd name="connsiteY12" fmla="*/ 184937 h 364434"/>
                <a:gd name="connsiteX13" fmla="*/ 174059 w 337238"/>
                <a:gd name="connsiteY13" fmla="*/ 0 h 364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37238" h="364434">
                  <a:moveTo>
                    <a:pt x="180433" y="73984"/>
                  </a:moveTo>
                  <a:cubicBezTo>
                    <a:pt x="174569" y="73941"/>
                    <a:pt x="168620" y="75471"/>
                    <a:pt x="163180" y="78870"/>
                  </a:cubicBezTo>
                  <a:cubicBezTo>
                    <a:pt x="135984" y="95189"/>
                    <a:pt x="127825" y="130544"/>
                    <a:pt x="125105" y="160461"/>
                  </a:cubicBezTo>
                  <a:cubicBezTo>
                    <a:pt x="125105" y="163180"/>
                    <a:pt x="168620" y="160461"/>
                    <a:pt x="171339" y="163180"/>
                  </a:cubicBezTo>
                  <a:cubicBezTo>
                    <a:pt x="195816" y="157741"/>
                    <a:pt x="214854" y="135984"/>
                    <a:pt x="214854" y="108787"/>
                  </a:cubicBezTo>
                  <a:cubicBezTo>
                    <a:pt x="214854" y="88389"/>
                    <a:pt x="198026" y="74111"/>
                    <a:pt x="180433" y="73984"/>
                  </a:cubicBezTo>
                  <a:close/>
                  <a:moveTo>
                    <a:pt x="174059" y="0"/>
                  </a:moveTo>
                  <a:cubicBezTo>
                    <a:pt x="233891" y="0"/>
                    <a:pt x="337238" y="29916"/>
                    <a:pt x="337238" y="119665"/>
                  </a:cubicBezTo>
                  <a:cubicBezTo>
                    <a:pt x="337238" y="209414"/>
                    <a:pt x="244770" y="217573"/>
                    <a:pt x="133264" y="217573"/>
                  </a:cubicBezTo>
                  <a:cubicBezTo>
                    <a:pt x="133264" y="217573"/>
                    <a:pt x="149581" y="277405"/>
                    <a:pt x="225732" y="277405"/>
                  </a:cubicBezTo>
                  <a:cubicBezTo>
                    <a:pt x="301883" y="277405"/>
                    <a:pt x="320920" y="250208"/>
                    <a:pt x="320920" y="250208"/>
                  </a:cubicBezTo>
                  <a:cubicBezTo>
                    <a:pt x="320920" y="250208"/>
                    <a:pt x="315481" y="364434"/>
                    <a:pt x="174059" y="364434"/>
                  </a:cubicBezTo>
                  <a:cubicBezTo>
                    <a:pt x="95188" y="364434"/>
                    <a:pt x="0" y="304602"/>
                    <a:pt x="0" y="184937"/>
                  </a:cubicBezTo>
                  <a:cubicBezTo>
                    <a:pt x="0" y="78870"/>
                    <a:pt x="73431" y="0"/>
                    <a:pt x="174059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8D9F3B7D-3D0E-46E7-8821-91592A37E87D}"/>
                </a:ext>
              </a:extLst>
            </p:cNvPr>
            <p:cNvSpPr/>
            <p:nvPr/>
          </p:nvSpPr>
          <p:spPr>
            <a:xfrm>
              <a:off x="5376945" y="3338014"/>
              <a:ext cx="353556" cy="543931"/>
            </a:xfrm>
            <a:custGeom>
              <a:avLst/>
              <a:gdLst>
                <a:gd name="connsiteX0" fmla="*/ 311107 w 353555"/>
                <a:gd name="connsiteY0" fmla="*/ 433663 h 543931"/>
                <a:gd name="connsiteX1" fmla="*/ 215919 w 353555"/>
                <a:gd name="connsiteY1" fmla="*/ 501654 h 543931"/>
                <a:gd name="connsiteX2" fmla="*/ 98973 w 353555"/>
                <a:gd name="connsiteY2" fmla="*/ 392868 h 543931"/>
                <a:gd name="connsiteX3" fmla="*/ 98973 w 353555"/>
                <a:gd name="connsiteY3" fmla="*/ 221530 h 543931"/>
                <a:gd name="connsiteX4" fmla="*/ 82655 w 353555"/>
                <a:gd name="connsiteY4" fmla="*/ 221530 h 543931"/>
                <a:gd name="connsiteX5" fmla="*/ 58178 w 353555"/>
                <a:gd name="connsiteY5" fmla="*/ 191614 h 543931"/>
                <a:gd name="connsiteX6" fmla="*/ 85375 w 353555"/>
                <a:gd name="connsiteY6" fmla="*/ 164417 h 543931"/>
                <a:gd name="connsiteX7" fmla="*/ 101693 w 353555"/>
                <a:gd name="connsiteY7" fmla="*/ 164417 h 543931"/>
                <a:gd name="connsiteX8" fmla="*/ 101693 w 353555"/>
                <a:gd name="connsiteY8" fmla="*/ 118183 h 543931"/>
                <a:gd name="connsiteX9" fmla="*/ 166965 w 353555"/>
                <a:gd name="connsiteY9" fmla="*/ 58350 h 543931"/>
                <a:gd name="connsiteX10" fmla="*/ 229517 w 353555"/>
                <a:gd name="connsiteY10" fmla="*/ 118183 h 543931"/>
                <a:gd name="connsiteX11" fmla="*/ 229517 w 353555"/>
                <a:gd name="connsiteY11" fmla="*/ 118183 h 543931"/>
                <a:gd name="connsiteX12" fmla="*/ 229517 w 353555"/>
                <a:gd name="connsiteY12" fmla="*/ 164417 h 543931"/>
                <a:gd name="connsiteX13" fmla="*/ 283910 w 353555"/>
                <a:gd name="connsiteY13" fmla="*/ 164417 h 543931"/>
                <a:gd name="connsiteX14" fmla="*/ 308387 w 353555"/>
                <a:gd name="connsiteY14" fmla="*/ 194333 h 543931"/>
                <a:gd name="connsiteX15" fmla="*/ 281190 w 353555"/>
                <a:gd name="connsiteY15" fmla="*/ 221530 h 543931"/>
                <a:gd name="connsiteX16" fmla="*/ 229517 w 353555"/>
                <a:gd name="connsiteY16" fmla="*/ 221530 h 543931"/>
                <a:gd name="connsiteX17" fmla="*/ 229517 w 353555"/>
                <a:gd name="connsiteY17" fmla="*/ 365671 h 543931"/>
                <a:gd name="connsiteX18" fmla="*/ 311107 w 353555"/>
                <a:gd name="connsiteY18" fmla="*/ 433663 h 543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53555" h="543931">
                  <a:moveTo>
                    <a:pt x="311107" y="433663"/>
                  </a:moveTo>
                  <a:cubicBezTo>
                    <a:pt x="311107" y="433663"/>
                    <a:pt x="278471" y="501654"/>
                    <a:pt x="215919" y="501654"/>
                  </a:cubicBezTo>
                  <a:cubicBezTo>
                    <a:pt x="164245" y="501654"/>
                    <a:pt x="101693" y="458140"/>
                    <a:pt x="98973" y="392868"/>
                  </a:cubicBezTo>
                  <a:cubicBezTo>
                    <a:pt x="98973" y="392868"/>
                    <a:pt x="98973" y="297680"/>
                    <a:pt x="98973" y="221530"/>
                  </a:cubicBezTo>
                  <a:lnTo>
                    <a:pt x="82655" y="221530"/>
                  </a:lnTo>
                  <a:cubicBezTo>
                    <a:pt x="74496" y="221530"/>
                    <a:pt x="58178" y="216090"/>
                    <a:pt x="58178" y="191614"/>
                  </a:cubicBezTo>
                  <a:cubicBezTo>
                    <a:pt x="58178" y="167137"/>
                    <a:pt x="77216" y="164417"/>
                    <a:pt x="85375" y="164417"/>
                  </a:cubicBezTo>
                  <a:lnTo>
                    <a:pt x="101693" y="164417"/>
                  </a:lnTo>
                  <a:cubicBezTo>
                    <a:pt x="101693" y="137220"/>
                    <a:pt x="101693" y="118183"/>
                    <a:pt x="101693" y="118183"/>
                  </a:cubicBezTo>
                  <a:cubicBezTo>
                    <a:pt x="104413" y="85547"/>
                    <a:pt x="134329" y="55631"/>
                    <a:pt x="166965" y="58350"/>
                  </a:cubicBezTo>
                  <a:cubicBezTo>
                    <a:pt x="196881" y="61070"/>
                    <a:pt x="229517" y="85547"/>
                    <a:pt x="229517" y="118183"/>
                  </a:cubicBezTo>
                  <a:lnTo>
                    <a:pt x="229517" y="118183"/>
                  </a:lnTo>
                  <a:lnTo>
                    <a:pt x="229517" y="164417"/>
                  </a:lnTo>
                  <a:lnTo>
                    <a:pt x="283910" y="164417"/>
                  </a:lnTo>
                  <a:cubicBezTo>
                    <a:pt x="292069" y="164417"/>
                    <a:pt x="308387" y="169856"/>
                    <a:pt x="308387" y="194333"/>
                  </a:cubicBezTo>
                  <a:cubicBezTo>
                    <a:pt x="308387" y="218810"/>
                    <a:pt x="292069" y="221530"/>
                    <a:pt x="281190" y="221530"/>
                  </a:cubicBezTo>
                  <a:lnTo>
                    <a:pt x="229517" y="221530"/>
                  </a:lnTo>
                  <a:lnTo>
                    <a:pt x="229517" y="365671"/>
                  </a:lnTo>
                  <a:cubicBezTo>
                    <a:pt x="226797" y="409186"/>
                    <a:pt x="267592" y="433663"/>
                    <a:pt x="311107" y="433663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56789F94-77D1-419E-9CB0-17B670111926}"/>
                </a:ext>
              </a:extLst>
            </p:cNvPr>
            <p:cNvSpPr/>
            <p:nvPr/>
          </p:nvSpPr>
          <p:spPr>
            <a:xfrm>
              <a:off x="7090329" y="3338014"/>
              <a:ext cx="353556" cy="543931"/>
            </a:xfrm>
            <a:custGeom>
              <a:avLst/>
              <a:gdLst>
                <a:gd name="connsiteX0" fmla="*/ 311107 w 353555"/>
                <a:gd name="connsiteY0" fmla="*/ 433663 h 543931"/>
                <a:gd name="connsiteX1" fmla="*/ 215919 w 353555"/>
                <a:gd name="connsiteY1" fmla="*/ 501654 h 543931"/>
                <a:gd name="connsiteX2" fmla="*/ 98973 w 353555"/>
                <a:gd name="connsiteY2" fmla="*/ 392868 h 543931"/>
                <a:gd name="connsiteX3" fmla="*/ 98973 w 353555"/>
                <a:gd name="connsiteY3" fmla="*/ 221530 h 543931"/>
                <a:gd name="connsiteX4" fmla="*/ 82655 w 353555"/>
                <a:gd name="connsiteY4" fmla="*/ 221530 h 543931"/>
                <a:gd name="connsiteX5" fmla="*/ 58178 w 353555"/>
                <a:gd name="connsiteY5" fmla="*/ 191614 h 543931"/>
                <a:gd name="connsiteX6" fmla="*/ 85375 w 353555"/>
                <a:gd name="connsiteY6" fmla="*/ 164417 h 543931"/>
                <a:gd name="connsiteX7" fmla="*/ 101693 w 353555"/>
                <a:gd name="connsiteY7" fmla="*/ 164417 h 543931"/>
                <a:gd name="connsiteX8" fmla="*/ 101693 w 353555"/>
                <a:gd name="connsiteY8" fmla="*/ 118183 h 543931"/>
                <a:gd name="connsiteX9" fmla="*/ 166965 w 353555"/>
                <a:gd name="connsiteY9" fmla="*/ 58350 h 543931"/>
                <a:gd name="connsiteX10" fmla="*/ 229517 w 353555"/>
                <a:gd name="connsiteY10" fmla="*/ 118183 h 543931"/>
                <a:gd name="connsiteX11" fmla="*/ 229517 w 353555"/>
                <a:gd name="connsiteY11" fmla="*/ 118183 h 543931"/>
                <a:gd name="connsiteX12" fmla="*/ 229517 w 353555"/>
                <a:gd name="connsiteY12" fmla="*/ 164417 h 543931"/>
                <a:gd name="connsiteX13" fmla="*/ 283910 w 353555"/>
                <a:gd name="connsiteY13" fmla="*/ 164417 h 543931"/>
                <a:gd name="connsiteX14" fmla="*/ 308387 w 353555"/>
                <a:gd name="connsiteY14" fmla="*/ 194333 h 543931"/>
                <a:gd name="connsiteX15" fmla="*/ 281190 w 353555"/>
                <a:gd name="connsiteY15" fmla="*/ 221530 h 543931"/>
                <a:gd name="connsiteX16" fmla="*/ 229517 w 353555"/>
                <a:gd name="connsiteY16" fmla="*/ 221530 h 543931"/>
                <a:gd name="connsiteX17" fmla="*/ 229517 w 353555"/>
                <a:gd name="connsiteY17" fmla="*/ 365671 h 543931"/>
                <a:gd name="connsiteX18" fmla="*/ 311107 w 353555"/>
                <a:gd name="connsiteY18" fmla="*/ 433663 h 543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53555" h="543931">
                  <a:moveTo>
                    <a:pt x="311107" y="433663"/>
                  </a:moveTo>
                  <a:cubicBezTo>
                    <a:pt x="311107" y="433663"/>
                    <a:pt x="278471" y="501654"/>
                    <a:pt x="215919" y="501654"/>
                  </a:cubicBezTo>
                  <a:cubicBezTo>
                    <a:pt x="164245" y="501654"/>
                    <a:pt x="101693" y="458140"/>
                    <a:pt x="98973" y="392868"/>
                  </a:cubicBezTo>
                  <a:cubicBezTo>
                    <a:pt x="98973" y="392868"/>
                    <a:pt x="98973" y="297680"/>
                    <a:pt x="98973" y="221530"/>
                  </a:cubicBezTo>
                  <a:lnTo>
                    <a:pt x="82655" y="221530"/>
                  </a:lnTo>
                  <a:cubicBezTo>
                    <a:pt x="74496" y="221530"/>
                    <a:pt x="58178" y="216090"/>
                    <a:pt x="58178" y="191614"/>
                  </a:cubicBezTo>
                  <a:cubicBezTo>
                    <a:pt x="58178" y="167137"/>
                    <a:pt x="77216" y="164417"/>
                    <a:pt x="85375" y="164417"/>
                  </a:cubicBezTo>
                  <a:lnTo>
                    <a:pt x="101693" y="164417"/>
                  </a:lnTo>
                  <a:cubicBezTo>
                    <a:pt x="101693" y="137220"/>
                    <a:pt x="101693" y="118183"/>
                    <a:pt x="101693" y="118183"/>
                  </a:cubicBezTo>
                  <a:cubicBezTo>
                    <a:pt x="104412" y="85547"/>
                    <a:pt x="134329" y="55631"/>
                    <a:pt x="166965" y="58350"/>
                  </a:cubicBezTo>
                  <a:cubicBezTo>
                    <a:pt x="196881" y="61070"/>
                    <a:pt x="229517" y="85547"/>
                    <a:pt x="229517" y="118183"/>
                  </a:cubicBezTo>
                  <a:lnTo>
                    <a:pt x="229517" y="118183"/>
                  </a:lnTo>
                  <a:lnTo>
                    <a:pt x="229517" y="164417"/>
                  </a:lnTo>
                  <a:lnTo>
                    <a:pt x="283910" y="164417"/>
                  </a:lnTo>
                  <a:cubicBezTo>
                    <a:pt x="292069" y="164417"/>
                    <a:pt x="308387" y="169856"/>
                    <a:pt x="308387" y="194333"/>
                  </a:cubicBezTo>
                  <a:cubicBezTo>
                    <a:pt x="308387" y="218810"/>
                    <a:pt x="292069" y="221530"/>
                    <a:pt x="281190" y="221530"/>
                  </a:cubicBezTo>
                  <a:lnTo>
                    <a:pt x="229517" y="221530"/>
                  </a:lnTo>
                  <a:lnTo>
                    <a:pt x="229517" y="365671"/>
                  </a:lnTo>
                  <a:cubicBezTo>
                    <a:pt x="229517" y="409186"/>
                    <a:pt x="270312" y="433663"/>
                    <a:pt x="311107" y="433663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9E33C35F-2A47-43BD-A69C-C7EEB1924394}"/>
                </a:ext>
              </a:extLst>
            </p:cNvPr>
            <p:cNvSpPr/>
            <p:nvPr/>
          </p:nvSpPr>
          <p:spPr>
            <a:xfrm>
              <a:off x="2080719" y="4178559"/>
              <a:ext cx="462342" cy="788700"/>
            </a:xfrm>
            <a:custGeom>
              <a:avLst/>
              <a:gdLst>
                <a:gd name="connsiteX0" fmla="*/ 403575 w 462341"/>
                <a:gd name="connsiteY0" fmla="*/ 583072 h 788699"/>
                <a:gd name="connsiteX1" fmla="*/ 406295 w 462341"/>
                <a:gd name="connsiteY1" fmla="*/ 596670 h 788699"/>
                <a:gd name="connsiteX2" fmla="*/ 400855 w 462341"/>
                <a:gd name="connsiteY2" fmla="*/ 610268 h 788699"/>
                <a:gd name="connsiteX3" fmla="*/ 389977 w 462341"/>
                <a:gd name="connsiteY3" fmla="*/ 626586 h 788699"/>
                <a:gd name="connsiteX4" fmla="*/ 354621 w 462341"/>
                <a:gd name="connsiteY4" fmla="*/ 675540 h 788699"/>
                <a:gd name="connsiteX5" fmla="*/ 327424 w 462341"/>
                <a:gd name="connsiteY5" fmla="*/ 691858 h 788699"/>
                <a:gd name="connsiteX6" fmla="*/ 292069 w 462341"/>
                <a:gd name="connsiteY6" fmla="*/ 713615 h 788699"/>
                <a:gd name="connsiteX7" fmla="*/ 251274 w 462341"/>
                <a:gd name="connsiteY7" fmla="*/ 724494 h 788699"/>
                <a:gd name="connsiteX8" fmla="*/ 221358 w 462341"/>
                <a:gd name="connsiteY8" fmla="*/ 721774 h 788699"/>
                <a:gd name="connsiteX9" fmla="*/ 191442 w 462341"/>
                <a:gd name="connsiteY9" fmla="*/ 721774 h 788699"/>
                <a:gd name="connsiteX10" fmla="*/ 153366 w 462341"/>
                <a:gd name="connsiteY10" fmla="*/ 713615 h 788699"/>
                <a:gd name="connsiteX11" fmla="*/ 104412 w 462341"/>
                <a:gd name="connsiteY11" fmla="*/ 675540 h 788699"/>
                <a:gd name="connsiteX12" fmla="*/ 104412 w 462341"/>
                <a:gd name="connsiteY12" fmla="*/ 689138 h 788699"/>
                <a:gd name="connsiteX13" fmla="*/ 101693 w 462341"/>
                <a:gd name="connsiteY13" fmla="*/ 710895 h 788699"/>
                <a:gd name="connsiteX14" fmla="*/ 85375 w 462341"/>
                <a:gd name="connsiteY14" fmla="*/ 732653 h 788699"/>
                <a:gd name="connsiteX15" fmla="*/ 69057 w 462341"/>
                <a:gd name="connsiteY15" fmla="*/ 727214 h 788699"/>
                <a:gd name="connsiteX16" fmla="*/ 60898 w 462341"/>
                <a:gd name="connsiteY16" fmla="*/ 710895 h 788699"/>
                <a:gd name="connsiteX17" fmla="*/ 58178 w 462341"/>
                <a:gd name="connsiteY17" fmla="*/ 691858 h 788699"/>
                <a:gd name="connsiteX18" fmla="*/ 60898 w 462341"/>
                <a:gd name="connsiteY18" fmla="*/ 664661 h 788699"/>
                <a:gd name="connsiteX19" fmla="*/ 60898 w 462341"/>
                <a:gd name="connsiteY19" fmla="*/ 607549 h 788699"/>
                <a:gd name="connsiteX20" fmla="*/ 63618 w 462341"/>
                <a:gd name="connsiteY20" fmla="*/ 528679 h 788699"/>
                <a:gd name="connsiteX21" fmla="*/ 69057 w 462341"/>
                <a:gd name="connsiteY21" fmla="*/ 504202 h 788699"/>
                <a:gd name="connsiteX22" fmla="*/ 74496 w 462341"/>
                <a:gd name="connsiteY22" fmla="*/ 493323 h 788699"/>
                <a:gd name="connsiteX23" fmla="*/ 82655 w 462341"/>
                <a:gd name="connsiteY23" fmla="*/ 487884 h 788699"/>
                <a:gd name="connsiteX24" fmla="*/ 90814 w 462341"/>
                <a:gd name="connsiteY24" fmla="*/ 493323 h 788699"/>
                <a:gd name="connsiteX25" fmla="*/ 98973 w 462341"/>
                <a:gd name="connsiteY25" fmla="*/ 512361 h 788699"/>
                <a:gd name="connsiteX26" fmla="*/ 101693 w 462341"/>
                <a:gd name="connsiteY26" fmla="*/ 555875 h 788699"/>
                <a:gd name="connsiteX27" fmla="*/ 101693 w 462341"/>
                <a:gd name="connsiteY27" fmla="*/ 596670 h 788699"/>
                <a:gd name="connsiteX28" fmla="*/ 109852 w 462341"/>
                <a:gd name="connsiteY28" fmla="*/ 626586 h 788699"/>
                <a:gd name="connsiteX29" fmla="*/ 128889 w 462341"/>
                <a:gd name="connsiteY29" fmla="*/ 651063 h 788699"/>
                <a:gd name="connsiteX30" fmla="*/ 153366 w 462341"/>
                <a:gd name="connsiteY30" fmla="*/ 670101 h 788699"/>
                <a:gd name="connsiteX31" fmla="*/ 196881 w 462341"/>
                <a:gd name="connsiteY31" fmla="*/ 678260 h 788699"/>
                <a:gd name="connsiteX32" fmla="*/ 221358 w 462341"/>
                <a:gd name="connsiteY32" fmla="*/ 667381 h 788699"/>
                <a:gd name="connsiteX33" fmla="*/ 253994 w 462341"/>
                <a:gd name="connsiteY33" fmla="*/ 659222 h 788699"/>
                <a:gd name="connsiteX34" fmla="*/ 275751 w 462341"/>
                <a:gd name="connsiteY34" fmla="*/ 637465 h 788699"/>
                <a:gd name="connsiteX35" fmla="*/ 281190 w 462341"/>
                <a:gd name="connsiteY35" fmla="*/ 615708 h 788699"/>
                <a:gd name="connsiteX36" fmla="*/ 278471 w 462341"/>
                <a:gd name="connsiteY36" fmla="*/ 602109 h 788699"/>
                <a:gd name="connsiteX37" fmla="*/ 262153 w 462341"/>
                <a:gd name="connsiteY37" fmla="*/ 572193 h 788699"/>
                <a:gd name="connsiteX38" fmla="*/ 245835 w 462341"/>
                <a:gd name="connsiteY38" fmla="*/ 536838 h 788699"/>
                <a:gd name="connsiteX39" fmla="*/ 196881 w 462341"/>
                <a:gd name="connsiteY39" fmla="*/ 477005 h 788699"/>
                <a:gd name="connsiteX40" fmla="*/ 145207 w 462341"/>
                <a:gd name="connsiteY40" fmla="*/ 419892 h 788699"/>
                <a:gd name="connsiteX41" fmla="*/ 93534 w 462341"/>
                <a:gd name="connsiteY41" fmla="*/ 357340 h 788699"/>
                <a:gd name="connsiteX42" fmla="*/ 66337 w 462341"/>
                <a:gd name="connsiteY42" fmla="*/ 283910 h 788699"/>
                <a:gd name="connsiteX43" fmla="*/ 58178 w 462341"/>
                <a:gd name="connsiteY43" fmla="*/ 224077 h 788699"/>
                <a:gd name="connsiteX44" fmla="*/ 82655 w 462341"/>
                <a:gd name="connsiteY44" fmla="*/ 150647 h 788699"/>
                <a:gd name="connsiteX45" fmla="*/ 137048 w 462341"/>
                <a:gd name="connsiteY45" fmla="*/ 96253 h 788699"/>
                <a:gd name="connsiteX46" fmla="*/ 196881 w 462341"/>
                <a:gd name="connsiteY46" fmla="*/ 77216 h 788699"/>
                <a:gd name="connsiteX47" fmla="*/ 232236 w 462341"/>
                <a:gd name="connsiteY47" fmla="*/ 69057 h 788699"/>
                <a:gd name="connsiteX48" fmla="*/ 262153 w 462341"/>
                <a:gd name="connsiteY48" fmla="*/ 74496 h 788699"/>
                <a:gd name="connsiteX49" fmla="*/ 294789 w 462341"/>
                <a:gd name="connsiteY49" fmla="*/ 85375 h 788699"/>
                <a:gd name="connsiteX50" fmla="*/ 327424 w 462341"/>
                <a:gd name="connsiteY50" fmla="*/ 104412 h 788699"/>
                <a:gd name="connsiteX51" fmla="*/ 332864 w 462341"/>
                <a:gd name="connsiteY51" fmla="*/ 74496 h 788699"/>
                <a:gd name="connsiteX52" fmla="*/ 338303 w 462341"/>
                <a:gd name="connsiteY52" fmla="*/ 63618 h 788699"/>
                <a:gd name="connsiteX53" fmla="*/ 349182 w 462341"/>
                <a:gd name="connsiteY53" fmla="*/ 58178 h 788699"/>
                <a:gd name="connsiteX54" fmla="*/ 357341 w 462341"/>
                <a:gd name="connsiteY54" fmla="*/ 63618 h 788699"/>
                <a:gd name="connsiteX55" fmla="*/ 365500 w 462341"/>
                <a:gd name="connsiteY55" fmla="*/ 82655 h 788699"/>
                <a:gd name="connsiteX56" fmla="*/ 368219 w 462341"/>
                <a:gd name="connsiteY56" fmla="*/ 142488 h 788699"/>
                <a:gd name="connsiteX57" fmla="*/ 368219 w 462341"/>
                <a:gd name="connsiteY57" fmla="*/ 188722 h 788699"/>
                <a:gd name="connsiteX58" fmla="*/ 370939 w 462341"/>
                <a:gd name="connsiteY58" fmla="*/ 245834 h 788699"/>
                <a:gd name="connsiteX59" fmla="*/ 354621 w 462341"/>
                <a:gd name="connsiteY59" fmla="*/ 286629 h 788699"/>
                <a:gd name="connsiteX60" fmla="*/ 338303 w 462341"/>
                <a:gd name="connsiteY60" fmla="*/ 281190 h 788699"/>
                <a:gd name="connsiteX61" fmla="*/ 330144 w 462341"/>
                <a:gd name="connsiteY61" fmla="*/ 264872 h 788699"/>
                <a:gd name="connsiteX62" fmla="*/ 327424 w 462341"/>
                <a:gd name="connsiteY62" fmla="*/ 248554 h 788699"/>
                <a:gd name="connsiteX63" fmla="*/ 330144 w 462341"/>
                <a:gd name="connsiteY63" fmla="*/ 221357 h 788699"/>
                <a:gd name="connsiteX64" fmla="*/ 330144 w 462341"/>
                <a:gd name="connsiteY64" fmla="*/ 188722 h 788699"/>
                <a:gd name="connsiteX65" fmla="*/ 327424 w 462341"/>
                <a:gd name="connsiteY65" fmla="*/ 164245 h 788699"/>
                <a:gd name="connsiteX66" fmla="*/ 311107 w 462341"/>
                <a:gd name="connsiteY66" fmla="*/ 134329 h 788699"/>
                <a:gd name="connsiteX67" fmla="*/ 283910 w 462341"/>
                <a:gd name="connsiteY67" fmla="*/ 118011 h 788699"/>
                <a:gd name="connsiteX68" fmla="*/ 251274 w 462341"/>
                <a:gd name="connsiteY68" fmla="*/ 112571 h 788699"/>
                <a:gd name="connsiteX69" fmla="*/ 215918 w 462341"/>
                <a:gd name="connsiteY69" fmla="*/ 123450 h 788699"/>
                <a:gd name="connsiteX70" fmla="*/ 202320 w 462341"/>
                <a:gd name="connsiteY70" fmla="*/ 147927 h 788699"/>
                <a:gd name="connsiteX71" fmla="*/ 188722 w 462341"/>
                <a:gd name="connsiteY71" fmla="*/ 180563 h 788699"/>
                <a:gd name="connsiteX72" fmla="*/ 183283 w 462341"/>
                <a:gd name="connsiteY72" fmla="*/ 210479 h 788699"/>
                <a:gd name="connsiteX73" fmla="*/ 188722 w 462341"/>
                <a:gd name="connsiteY73" fmla="*/ 226797 h 788699"/>
                <a:gd name="connsiteX74" fmla="*/ 188722 w 462341"/>
                <a:gd name="connsiteY74" fmla="*/ 248554 h 788699"/>
                <a:gd name="connsiteX75" fmla="*/ 210479 w 462341"/>
                <a:gd name="connsiteY75" fmla="*/ 273031 h 788699"/>
                <a:gd name="connsiteX76" fmla="*/ 226797 w 462341"/>
                <a:gd name="connsiteY76" fmla="*/ 300228 h 788699"/>
                <a:gd name="connsiteX77" fmla="*/ 256713 w 462341"/>
                <a:gd name="connsiteY77" fmla="*/ 332864 h 788699"/>
                <a:gd name="connsiteX78" fmla="*/ 275751 w 462341"/>
                <a:gd name="connsiteY78" fmla="*/ 351901 h 788699"/>
                <a:gd name="connsiteX79" fmla="*/ 324705 w 462341"/>
                <a:gd name="connsiteY79" fmla="*/ 400855 h 788699"/>
                <a:gd name="connsiteX80" fmla="*/ 343742 w 462341"/>
                <a:gd name="connsiteY80" fmla="*/ 428051 h 788699"/>
                <a:gd name="connsiteX81" fmla="*/ 351901 w 462341"/>
                <a:gd name="connsiteY81" fmla="*/ 433491 h 788699"/>
                <a:gd name="connsiteX82" fmla="*/ 360060 w 462341"/>
                <a:gd name="connsiteY82" fmla="*/ 447089 h 788699"/>
                <a:gd name="connsiteX83" fmla="*/ 384537 w 462341"/>
                <a:gd name="connsiteY83" fmla="*/ 474286 h 788699"/>
                <a:gd name="connsiteX84" fmla="*/ 395416 w 462341"/>
                <a:gd name="connsiteY84" fmla="*/ 506921 h 788699"/>
                <a:gd name="connsiteX85" fmla="*/ 406295 w 462341"/>
                <a:gd name="connsiteY85" fmla="*/ 536838 h 788699"/>
                <a:gd name="connsiteX86" fmla="*/ 409014 w 462341"/>
                <a:gd name="connsiteY86" fmla="*/ 547716 h 788699"/>
                <a:gd name="connsiteX87" fmla="*/ 406295 w 462341"/>
                <a:gd name="connsiteY87" fmla="*/ 569473 h 788699"/>
                <a:gd name="connsiteX88" fmla="*/ 403575 w 462341"/>
                <a:gd name="connsiteY88" fmla="*/ 583072 h 788699"/>
                <a:gd name="connsiteX89" fmla="*/ 403575 w 462341"/>
                <a:gd name="connsiteY89" fmla="*/ 583072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462341" h="788699">
                  <a:moveTo>
                    <a:pt x="403575" y="583072"/>
                  </a:moveTo>
                  <a:cubicBezTo>
                    <a:pt x="403575" y="588511"/>
                    <a:pt x="406295" y="591231"/>
                    <a:pt x="406295" y="596670"/>
                  </a:cubicBezTo>
                  <a:cubicBezTo>
                    <a:pt x="406295" y="602109"/>
                    <a:pt x="403575" y="604829"/>
                    <a:pt x="400855" y="610268"/>
                  </a:cubicBezTo>
                  <a:cubicBezTo>
                    <a:pt x="398136" y="615708"/>
                    <a:pt x="392696" y="621147"/>
                    <a:pt x="389977" y="626586"/>
                  </a:cubicBezTo>
                  <a:cubicBezTo>
                    <a:pt x="381818" y="645624"/>
                    <a:pt x="368219" y="661942"/>
                    <a:pt x="354621" y="675540"/>
                  </a:cubicBezTo>
                  <a:cubicBezTo>
                    <a:pt x="346462" y="683699"/>
                    <a:pt x="338303" y="686419"/>
                    <a:pt x="327424" y="691858"/>
                  </a:cubicBezTo>
                  <a:cubicBezTo>
                    <a:pt x="316546" y="700017"/>
                    <a:pt x="302948" y="708176"/>
                    <a:pt x="292069" y="713615"/>
                  </a:cubicBezTo>
                  <a:cubicBezTo>
                    <a:pt x="281190" y="719054"/>
                    <a:pt x="264872" y="724494"/>
                    <a:pt x="251274" y="724494"/>
                  </a:cubicBezTo>
                  <a:cubicBezTo>
                    <a:pt x="240395" y="724494"/>
                    <a:pt x="229517" y="721774"/>
                    <a:pt x="221358" y="721774"/>
                  </a:cubicBezTo>
                  <a:cubicBezTo>
                    <a:pt x="213199" y="721774"/>
                    <a:pt x="202320" y="721774"/>
                    <a:pt x="191442" y="721774"/>
                  </a:cubicBezTo>
                  <a:cubicBezTo>
                    <a:pt x="172404" y="721774"/>
                    <a:pt x="172404" y="721774"/>
                    <a:pt x="153366" y="713615"/>
                  </a:cubicBezTo>
                  <a:cubicBezTo>
                    <a:pt x="134329" y="708176"/>
                    <a:pt x="118011" y="691858"/>
                    <a:pt x="104412" y="675540"/>
                  </a:cubicBezTo>
                  <a:cubicBezTo>
                    <a:pt x="104412" y="678260"/>
                    <a:pt x="104412" y="680979"/>
                    <a:pt x="104412" y="689138"/>
                  </a:cubicBezTo>
                  <a:cubicBezTo>
                    <a:pt x="104412" y="694578"/>
                    <a:pt x="104412" y="702737"/>
                    <a:pt x="101693" y="710895"/>
                  </a:cubicBezTo>
                  <a:cubicBezTo>
                    <a:pt x="101693" y="721774"/>
                    <a:pt x="96253" y="732653"/>
                    <a:pt x="85375" y="732653"/>
                  </a:cubicBezTo>
                  <a:cubicBezTo>
                    <a:pt x="77216" y="732653"/>
                    <a:pt x="74496" y="729933"/>
                    <a:pt x="69057" y="727214"/>
                  </a:cubicBezTo>
                  <a:cubicBezTo>
                    <a:pt x="63618" y="724494"/>
                    <a:pt x="60898" y="716335"/>
                    <a:pt x="60898" y="710895"/>
                  </a:cubicBezTo>
                  <a:cubicBezTo>
                    <a:pt x="58178" y="702737"/>
                    <a:pt x="58178" y="697297"/>
                    <a:pt x="58178" y="691858"/>
                  </a:cubicBezTo>
                  <a:cubicBezTo>
                    <a:pt x="58178" y="683699"/>
                    <a:pt x="60898" y="678260"/>
                    <a:pt x="60898" y="664661"/>
                  </a:cubicBezTo>
                  <a:cubicBezTo>
                    <a:pt x="60898" y="656502"/>
                    <a:pt x="60898" y="632026"/>
                    <a:pt x="60898" y="607549"/>
                  </a:cubicBezTo>
                  <a:cubicBezTo>
                    <a:pt x="60898" y="574913"/>
                    <a:pt x="60898" y="542277"/>
                    <a:pt x="63618" y="528679"/>
                  </a:cubicBezTo>
                  <a:cubicBezTo>
                    <a:pt x="63618" y="520520"/>
                    <a:pt x="63618" y="509641"/>
                    <a:pt x="69057" y="504202"/>
                  </a:cubicBezTo>
                  <a:cubicBezTo>
                    <a:pt x="71777" y="501482"/>
                    <a:pt x="71777" y="498762"/>
                    <a:pt x="74496" y="493323"/>
                  </a:cubicBezTo>
                  <a:cubicBezTo>
                    <a:pt x="77216" y="490603"/>
                    <a:pt x="79936" y="487884"/>
                    <a:pt x="82655" y="487884"/>
                  </a:cubicBezTo>
                  <a:cubicBezTo>
                    <a:pt x="85375" y="487884"/>
                    <a:pt x="90814" y="490603"/>
                    <a:pt x="90814" y="493323"/>
                  </a:cubicBezTo>
                  <a:cubicBezTo>
                    <a:pt x="93534" y="498762"/>
                    <a:pt x="98973" y="506921"/>
                    <a:pt x="98973" y="512361"/>
                  </a:cubicBezTo>
                  <a:cubicBezTo>
                    <a:pt x="98973" y="520520"/>
                    <a:pt x="101693" y="536838"/>
                    <a:pt x="101693" y="555875"/>
                  </a:cubicBezTo>
                  <a:cubicBezTo>
                    <a:pt x="101693" y="569473"/>
                    <a:pt x="101693" y="583072"/>
                    <a:pt x="101693" y="596670"/>
                  </a:cubicBezTo>
                  <a:cubicBezTo>
                    <a:pt x="101693" y="607549"/>
                    <a:pt x="104412" y="618427"/>
                    <a:pt x="109852" y="626586"/>
                  </a:cubicBezTo>
                  <a:cubicBezTo>
                    <a:pt x="115291" y="637465"/>
                    <a:pt x="123450" y="642904"/>
                    <a:pt x="128889" y="651063"/>
                  </a:cubicBezTo>
                  <a:cubicBezTo>
                    <a:pt x="137048" y="661942"/>
                    <a:pt x="139768" y="667381"/>
                    <a:pt x="153366" y="670101"/>
                  </a:cubicBezTo>
                  <a:cubicBezTo>
                    <a:pt x="161525" y="670101"/>
                    <a:pt x="183283" y="678260"/>
                    <a:pt x="196881" y="678260"/>
                  </a:cubicBezTo>
                  <a:cubicBezTo>
                    <a:pt x="207759" y="678260"/>
                    <a:pt x="210479" y="672820"/>
                    <a:pt x="221358" y="667381"/>
                  </a:cubicBezTo>
                  <a:cubicBezTo>
                    <a:pt x="232236" y="661942"/>
                    <a:pt x="245835" y="664661"/>
                    <a:pt x="253994" y="659222"/>
                  </a:cubicBezTo>
                  <a:cubicBezTo>
                    <a:pt x="262153" y="653783"/>
                    <a:pt x="273031" y="645624"/>
                    <a:pt x="275751" y="637465"/>
                  </a:cubicBezTo>
                  <a:cubicBezTo>
                    <a:pt x="281190" y="629306"/>
                    <a:pt x="281190" y="621147"/>
                    <a:pt x="281190" y="615708"/>
                  </a:cubicBezTo>
                  <a:cubicBezTo>
                    <a:pt x="281190" y="610268"/>
                    <a:pt x="281190" y="607549"/>
                    <a:pt x="278471" y="602109"/>
                  </a:cubicBezTo>
                  <a:cubicBezTo>
                    <a:pt x="275751" y="591231"/>
                    <a:pt x="267592" y="583072"/>
                    <a:pt x="262153" y="572193"/>
                  </a:cubicBezTo>
                  <a:cubicBezTo>
                    <a:pt x="256713" y="561314"/>
                    <a:pt x="253994" y="547716"/>
                    <a:pt x="245835" y="536838"/>
                  </a:cubicBezTo>
                  <a:cubicBezTo>
                    <a:pt x="232236" y="515080"/>
                    <a:pt x="213199" y="498762"/>
                    <a:pt x="196881" y="477005"/>
                  </a:cubicBezTo>
                  <a:cubicBezTo>
                    <a:pt x="180563" y="457968"/>
                    <a:pt x="164245" y="438930"/>
                    <a:pt x="145207" y="419892"/>
                  </a:cubicBezTo>
                  <a:cubicBezTo>
                    <a:pt x="126170" y="400855"/>
                    <a:pt x="109852" y="379098"/>
                    <a:pt x="93534" y="357340"/>
                  </a:cubicBezTo>
                  <a:cubicBezTo>
                    <a:pt x="77216" y="335583"/>
                    <a:pt x="71777" y="308387"/>
                    <a:pt x="66337" y="283910"/>
                  </a:cubicBezTo>
                  <a:cubicBezTo>
                    <a:pt x="63618" y="267592"/>
                    <a:pt x="58178" y="245834"/>
                    <a:pt x="58178" y="224077"/>
                  </a:cubicBezTo>
                  <a:cubicBezTo>
                    <a:pt x="58178" y="194161"/>
                    <a:pt x="69057" y="175123"/>
                    <a:pt x="82655" y="150647"/>
                  </a:cubicBezTo>
                  <a:cubicBezTo>
                    <a:pt x="96253" y="128889"/>
                    <a:pt x="115291" y="109852"/>
                    <a:pt x="137048" y="96253"/>
                  </a:cubicBezTo>
                  <a:cubicBezTo>
                    <a:pt x="158806" y="82655"/>
                    <a:pt x="172404" y="79936"/>
                    <a:pt x="196881" y="77216"/>
                  </a:cubicBezTo>
                  <a:cubicBezTo>
                    <a:pt x="210479" y="77216"/>
                    <a:pt x="215918" y="69057"/>
                    <a:pt x="232236" y="69057"/>
                  </a:cubicBezTo>
                  <a:cubicBezTo>
                    <a:pt x="243115" y="69057"/>
                    <a:pt x="251274" y="71776"/>
                    <a:pt x="262153" y="74496"/>
                  </a:cubicBezTo>
                  <a:cubicBezTo>
                    <a:pt x="273031" y="77216"/>
                    <a:pt x="283910" y="82655"/>
                    <a:pt x="294789" y="85375"/>
                  </a:cubicBezTo>
                  <a:cubicBezTo>
                    <a:pt x="308387" y="90814"/>
                    <a:pt x="319265" y="96253"/>
                    <a:pt x="327424" y="104412"/>
                  </a:cubicBezTo>
                  <a:cubicBezTo>
                    <a:pt x="327424" y="90814"/>
                    <a:pt x="327424" y="79936"/>
                    <a:pt x="332864" y="74496"/>
                  </a:cubicBezTo>
                  <a:cubicBezTo>
                    <a:pt x="335583" y="71776"/>
                    <a:pt x="335583" y="69057"/>
                    <a:pt x="338303" y="63618"/>
                  </a:cubicBezTo>
                  <a:cubicBezTo>
                    <a:pt x="341023" y="60898"/>
                    <a:pt x="346462" y="58178"/>
                    <a:pt x="349182" y="58178"/>
                  </a:cubicBezTo>
                  <a:cubicBezTo>
                    <a:pt x="351901" y="58178"/>
                    <a:pt x="357341" y="60898"/>
                    <a:pt x="357341" y="63618"/>
                  </a:cubicBezTo>
                  <a:cubicBezTo>
                    <a:pt x="360060" y="69057"/>
                    <a:pt x="365500" y="77216"/>
                    <a:pt x="365500" y="82655"/>
                  </a:cubicBezTo>
                  <a:cubicBezTo>
                    <a:pt x="365500" y="90814"/>
                    <a:pt x="368219" y="123450"/>
                    <a:pt x="368219" y="142488"/>
                  </a:cubicBezTo>
                  <a:cubicBezTo>
                    <a:pt x="368219" y="158806"/>
                    <a:pt x="368219" y="177843"/>
                    <a:pt x="368219" y="188722"/>
                  </a:cubicBezTo>
                  <a:cubicBezTo>
                    <a:pt x="368219" y="213199"/>
                    <a:pt x="370939" y="224077"/>
                    <a:pt x="370939" y="245834"/>
                  </a:cubicBezTo>
                  <a:cubicBezTo>
                    <a:pt x="370939" y="256713"/>
                    <a:pt x="370939" y="286629"/>
                    <a:pt x="354621" y="286629"/>
                  </a:cubicBezTo>
                  <a:cubicBezTo>
                    <a:pt x="346462" y="286629"/>
                    <a:pt x="343742" y="283910"/>
                    <a:pt x="338303" y="281190"/>
                  </a:cubicBezTo>
                  <a:cubicBezTo>
                    <a:pt x="332864" y="278470"/>
                    <a:pt x="330144" y="270311"/>
                    <a:pt x="330144" y="264872"/>
                  </a:cubicBezTo>
                  <a:cubicBezTo>
                    <a:pt x="327424" y="256713"/>
                    <a:pt x="327424" y="251274"/>
                    <a:pt x="327424" y="248554"/>
                  </a:cubicBezTo>
                  <a:cubicBezTo>
                    <a:pt x="327424" y="240395"/>
                    <a:pt x="330144" y="234956"/>
                    <a:pt x="330144" y="221357"/>
                  </a:cubicBezTo>
                  <a:cubicBezTo>
                    <a:pt x="330144" y="213199"/>
                    <a:pt x="330144" y="202320"/>
                    <a:pt x="330144" y="188722"/>
                  </a:cubicBezTo>
                  <a:cubicBezTo>
                    <a:pt x="330144" y="180563"/>
                    <a:pt x="327424" y="172404"/>
                    <a:pt x="327424" y="164245"/>
                  </a:cubicBezTo>
                  <a:cubicBezTo>
                    <a:pt x="324705" y="153366"/>
                    <a:pt x="319265" y="142488"/>
                    <a:pt x="311107" y="134329"/>
                  </a:cubicBezTo>
                  <a:cubicBezTo>
                    <a:pt x="302948" y="126170"/>
                    <a:pt x="294789" y="120730"/>
                    <a:pt x="283910" y="118011"/>
                  </a:cubicBezTo>
                  <a:cubicBezTo>
                    <a:pt x="275751" y="115291"/>
                    <a:pt x="262153" y="112571"/>
                    <a:pt x="251274" y="112571"/>
                  </a:cubicBezTo>
                  <a:cubicBezTo>
                    <a:pt x="237676" y="112571"/>
                    <a:pt x="224077" y="115291"/>
                    <a:pt x="215918" y="123450"/>
                  </a:cubicBezTo>
                  <a:cubicBezTo>
                    <a:pt x="207759" y="128889"/>
                    <a:pt x="205040" y="139768"/>
                    <a:pt x="202320" y="147927"/>
                  </a:cubicBezTo>
                  <a:cubicBezTo>
                    <a:pt x="196881" y="158806"/>
                    <a:pt x="191442" y="166964"/>
                    <a:pt x="188722" y="180563"/>
                  </a:cubicBezTo>
                  <a:cubicBezTo>
                    <a:pt x="186002" y="191441"/>
                    <a:pt x="183283" y="199600"/>
                    <a:pt x="183283" y="210479"/>
                  </a:cubicBezTo>
                  <a:cubicBezTo>
                    <a:pt x="183283" y="215918"/>
                    <a:pt x="186002" y="221357"/>
                    <a:pt x="188722" y="226797"/>
                  </a:cubicBezTo>
                  <a:cubicBezTo>
                    <a:pt x="191442" y="234956"/>
                    <a:pt x="188722" y="243115"/>
                    <a:pt x="188722" y="248554"/>
                  </a:cubicBezTo>
                  <a:cubicBezTo>
                    <a:pt x="191442" y="259433"/>
                    <a:pt x="202320" y="264872"/>
                    <a:pt x="210479" y="273031"/>
                  </a:cubicBezTo>
                  <a:cubicBezTo>
                    <a:pt x="218638" y="281190"/>
                    <a:pt x="221358" y="292069"/>
                    <a:pt x="226797" y="300228"/>
                  </a:cubicBezTo>
                  <a:cubicBezTo>
                    <a:pt x="234956" y="311106"/>
                    <a:pt x="245835" y="321985"/>
                    <a:pt x="256713" y="332864"/>
                  </a:cubicBezTo>
                  <a:cubicBezTo>
                    <a:pt x="259433" y="338303"/>
                    <a:pt x="267592" y="343742"/>
                    <a:pt x="275751" y="351901"/>
                  </a:cubicBezTo>
                  <a:cubicBezTo>
                    <a:pt x="292069" y="368219"/>
                    <a:pt x="311107" y="384537"/>
                    <a:pt x="324705" y="400855"/>
                  </a:cubicBezTo>
                  <a:cubicBezTo>
                    <a:pt x="332864" y="409014"/>
                    <a:pt x="335583" y="419892"/>
                    <a:pt x="343742" y="428051"/>
                  </a:cubicBezTo>
                  <a:cubicBezTo>
                    <a:pt x="346462" y="430771"/>
                    <a:pt x="349182" y="430771"/>
                    <a:pt x="351901" y="433491"/>
                  </a:cubicBezTo>
                  <a:cubicBezTo>
                    <a:pt x="354621" y="436210"/>
                    <a:pt x="357341" y="441650"/>
                    <a:pt x="360060" y="447089"/>
                  </a:cubicBezTo>
                  <a:cubicBezTo>
                    <a:pt x="368219" y="455248"/>
                    <a:pt x="376378" y="463407"/>
                    <a:pt x="384537" y="474286"/>
                  </a:cubicBezTo>
                  <a:cubicBezTo>
                    <a:pt x="389977" y="482445"/>
                    <a:pt x="392696" y="496043"/>
                    <a:pt x="395416" y="506921"/>
                  </a:cubicBezTo>
                  <a:cubicBezTo>
                    <a:pt x="400855" y="517800"/>
                    <a:pt x="400855" y="528679"/>
                    <a:pt x="406295" y="536838"/>
                  </a:cubicBezTo>
                  <a:cubicBezTo>
                    <a:pt x="409014" y="539557"/>
                    <a:pt x="409014" y="544997"/>
                    <a:pt x="409014" y="547716"/>
                  </a:cubicBezTo>
                  <a:cubicBezTo>
                    <a:pt x="409014" y="555875"/>
                    <a:pt x="406295" y="561314"/>
                    <a:pt x="406295" y="569473"/>
                  </a:cubicBezTo>
                  <a:cubicBezTo>
                    <a:pt x="406295" y="574913"/>
                    <a:pt x="403575" y="577632"/>
                    <a:pt x="403575" y="583072"/>
                  </a:cubicBezTo>
                  <a:lnTo>
                    <a:pt x="403575" y="583072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9F2F4E1C-4B0E-4041-AFAD-37EBA7110ECE}"/>
                </a:ext>
              </a:extLst>
            </p:cNvPr>
            <p:cNvSpPr/>
            <p:nvPr/>
          </p:nvSpPr>
          <p:spPr>
            <a:xfrm>
              <a:off x="2456032" y="4192158"/>
              <a:ext cx="571128" cy="761503"/>
            </a:xfrm>
            <a:custGeom>
              <a:avLst/>
              <a:gdLst>
                <a:gd name="connsiteX0" fmla="*/ 512361 w 571128"/>
                <a:gd name="connsiteY0" fmla="*/ 79936 h 761503"/>
                <a:gd name="connsiteX1" fmla="*/ 539558 w 571128"/>
                <a:gd name="connsiteY1" fmla="*/ 96253 h 761503"/>
                <a:gd name="connsiteX2" fmla="*/ 534118 w 571128"/>
                <a:gd name="connsiteY2" fmla="*/ 112571 h 761503"/>
                <a:gd name="connsiteX3" fmla="*/ 523240 w 571128"/>
                <a:gd name="connsiteY3" fmla="*/ 120730 h 761503"/>
                <a:gd name="connsiteX4" fmla="*/ 506922 w 571128"/>
                <a:gd name="connsiteY4" fmla="*/ 123450 h 761503"/>
                <a:gd name="connsiteX5" fmla="*/ 477006 w 571128"/>
                <a:gd name="connsiteY5" fmla="*/ 123450 h 761503"/>
                <a:gd name="connsiteX6" fmla="*/ 479725 w 571128"/>
                <a:gd name="connsiteY6" fmla="*/ 145207 h 761503"/>
                <a:gd name="connsiteX7" fmla="*/ 477006 w 571128"/>
                <a:gd name="connsiteY7" fmla="*/ 180563 h 761503"/>
                <a:gd name="connsiteX8" fmla="*/ 482445 w 571128"/>
                <a:gd name="connsiteY8" fmla="*/ 232236 h 761503"/>
                <a:gd name="connsiteX9" fmla="*/ 485165 w 571128"/>
                <a:gd name="connsiteY9" fmla="*/ 283910 h 761503"/>
                <a:gd name="connsiteX10" fmla="*/ 485165 w 571128"/>
                <a:gd name="connsiteY10" fmla="*/ 327424 h 761503"/>
                <a:gd name="connsiteX11" fmla="*/ 487884 w 571128"/>
                <a:gd name="connsiteY11" fmla="*/ 373658 h 761503"/>
                <a:gd name="connsiteX12" fmla="*/ 485165 w 571128"/>
                <a:gd name="connsiteY12" fmla="*/ 419892 h 761503"/>
                <a:gd name="connsiteX13" fmla="*/ 485165 w 571128"/>
                <a:gd name="connsiteY13" fmla="*/ 463407 h 761503"/>
                <a:gd name="connsiteX14" fmla="*/ 482445 w 571128"/>
                <a:gd name="connsiteY14" fmla="*/ 515080 h 761503"/>
                <a:gd name="connsiteX15" fmla="*/ 482445 w 571128"/>
                <a:gd name="connsiteY15" fmla="*/ 558595 h 761503"/>
                <a:gd name="connsiteX16" fmla="*/ 479725 w 571128"/>
                <a:gd name="connsiteY16" fmla="*/ 602109 h 761503"/>
                <a:gd name="connsiteX17" fmla="*/ 485165 w 571128"/>
                <a:gd name="connsiteY17" fmla="*/ 648343 h 761503"/>
                <a:gd name="connsiteX18" fmla="*/ 474286 w 571128"/>
                <a:gd name="connsiteY18" fmla="*/ 675540 h 761503"/>
                <a:gd name="connsiteX19" fmla="*/ 428052 w 571128"/>
                <a:gd name="connsiteY19" fmla="*/ 691858 h 761503"/>
                <a:gd name="connsiteX20" fmla="*/ 387257 w 571128"/>
                <a:gd name="connsiteY20" fmla="*/ 683699 h 761503"/>
                <a:gd name="connsiteX21" fmla="*/ 351901 w 571128"/>
                <a:gd name="connsiteY21" fmla="*/ 664661 h 761503"/>
                <a:gd name="connsiteX22" fmla="*/ 305667 w 571128"/>
                <a:gd name="connsiteY22" fmla="*/ 596670 h 761503"/>
                <a:gd name="connsiteX23" fmla="*/ 270312 w 571128"/>
                <a:gd name="connsiteY23" fmla="*/ 509641 h 761503"/>
                <a:gd name="connsiteX24" fmla="*/ 251274 w 571128"/>
                <a:gd name="connsiteY24" fmla="*/ 460687 h 761503"/>
                <a:gd name="connsiteX25" fmla="*/ 224077 w 571128"/>
                <a:gd name="connsiteY25" fmla="*/ 381817 h 761503"/>
                <a:gd name="connsiteX26" fmla="*/ 207759 w 571128"/>
                <a:gd name="connsiteY26" fmla="*/ 330144 h 761503"/>
                <a:gd name="connsiteX27" fmla="*/ 191442 w 571128"/>
                <a:gd name="connsiteY27" fmla="*/ 286629 h 761503"/>
                <a:gd name="connsiteX28" fmla="*/ 183283 w 571128"/>
                <a:gd name="connsiteY28" fmla="*/ 278470 h 761503"/>
                <a:gd name="connsiteX29" fmla="*/ 180563 w 571128"/>
                <a:gd name="connsiteY29" fmla="*/ 292069 h 761503"/>
                <a:gd name="connsiteX30" fmla="*/ 180563 w 571128"/>
                <a:gd name="connsiteY30" fmla="*/ 305667 h 761503"/>
                <a:gd name="connsiteX31" fmla="*/ 183283 w 571128"/>
                <a:gd name="connsiteY31" fmla="*/ 354621 h 761503"/>
                <a:gd name="connsiteX32" fmla="*/ 188722 w 571128"/>
                <a:gd name="connsiteY32" fmla="*/ 449809 h 761503"/>
                <a:gd name="connsiteX33" fmla="*/ 188722 w 571128"/>
                <a:gd name="connsiteY33" fmla="*/ 479725 h 761503"/>
                <a:gd name="connsiteX34" fmla="*/ 188722 w 571128"/>
                <a:gd name="connsiteY34" fmla="*/ 542277 h 761503"/>
                <a:gd name="connsiteX35" fmla="*/ 186002 w 571128"/>
                <a:gd name="connsiteY35" fmla="*/ 615708 h 761503"/>
                <a:gd name="connsiteX36" fmla="*/ 186002 w 571128"/>
                <a:gd name="connsiteY36" fmla="*/ 637465 h 761503"/>
                <a:gd name="connsiteX37" fmla="*/ 183283 w 571128"/>
                <a:gd name="connsiteY37" fmla="*/ 664661 h 761503"/>
                <a:gd name="connsiteX38" fmla="*/ 226797 w 571128"/>
                <a:gd name="connsiteY38" fmla="*/ 664661 h 761503"/>
                <a:gd name="connsiteX39" fmla="*/ 253994 w 571128"/>
                <a:gd name="connsiteY39" fmla="*/ 680979 h 761503"/>
                <a:gd name="connsiteX40" fmla="*/ 248554 w 571128"/>
                <a:gd name="connsiteY40" fmla="*/ 697297 h 761503"/>
                <a:gd name="connsiteX41" fmla="*/ 234956 w 571128"/>
                <a:gd name="connsiteY41" fmla="*/ 705456 h 761503"/>
                <a:gd name="connsiteX42" fmla="*/ 218638 w 571128"/>
                <a:gd name="connsiteY42" fmla="*/ 708176 h 761503"/>
                <a:gd name="connsiteX43" fmla="*/ 183283 w 571128"/>
                <a:gd name="connsiteY43" fmla="*/ 708176 h 761503"/>
                <a:gd name="connsiteX44" fmla="*/ 150647 w 571128"/>
                <a:gd name="connsiteY44" fmla="*/ 708176 h 761503"/>
                <a:gd name="connsiteX45" fmla="*/ 107132 w 571128"/>
                <a:gd name="connsiteY45" fmla="*/ 708176 h 761503"/>
                <a:gd name="connsiteX46" fmla="*/ 88094 w 571128"/>
                <a:gd name="connsiteY46" fmla="*/ 708176 h 761503"/>
                <a:gd name="connsiteX47" fmla="*/ 69057 w 571128"/>
                <a:gd name="connsiteY47" fmla="*/ 702737 h 761503"/>
                <a:gd name="connsiteX48" fmla="*/ 58178 w 571128"/>
                <a:gd name="connsiteY48" fmla="*/ 686419 h 761503"/>
                <a:gd name="connsiteX49" fmla="*/ 60898 w 571128"/>
                <a:gd name="connsiteY49" fmla="*/ 678260 h 761503"/>
                <a:gd name="connsiteX50" fmla="*/ 77216 w 571128"/>
                <a:gd name="connsiteY50" fmla="*/ 670101 h 761503"/>
                <a:gd name="connsiteX51" fmla="*/ 120730 w 571128"/>
                <a:gd name="connsiteY51" fmla="*/ 664661 h 761503"/>
                <a:gd name="connsiteX52" fmla="*/ 131609 w 571128"/>
                <a:gd name="connsiteY52" fmla="*/ 664661 h 761503"/>
                <a:gd name="connsiteX53" fmla="*/ 134329 w 571128"/>
                <a:gd name="connsiteY53" fmla="*/ 539557 h 761503"/>
                <a:gd name="connsiteX54" fmla="*/ 134329 w 571128"/>
                <a:gd name="connsiteY54" fmla="*/ 504202 h 761503"/>
                <a:gd name="connsiteX55" fmla="*/ 131609 w 571128"/>
                <a:gd name="connsiteY55" fmla="*/ 376378 h 761503"/>
                <a:gd name="connsiteX56" fmla="*/ 131609 w 571128"/>
                <a:gd name="connsiteY56" fmla="*/ 302947 h 761503"/>
                <a:gd name="connsiteX57" fmla="*/ 134329 w 571128"/>
                <a:gd name="connsiteY57" fmla="*/ 221357 h 761503"/>
                <a:gd name="connsiteX58" fmla="*/ 137048 w 571128"/>
                <a:gd name="connsiteY58" fmla="*/ 123450 h 761503"/>
                <a:gd name="connsiteX59" fmla="*/ 107132 w 571128"/>
                <a:gd name="connsiteY59" fmla="*/ 123450 h 761503"/>
                <a:gd name="connsiteX60" fmla="*/ 88094 w 571128"/>
                <a:gd name="connsiteY60" fmla="*/ 123450 h 761503"/>
                <a:gd name="connsiteX61" fmla="*/ 69057 w 571128"/>
                <a:gd name="connsiteY61" fmla="*/ 118011 h 761503"/>
                <a:gd name="connsiteX62" fmla="*/ 58178 w 571128"/>
                <a:gd name="connsiteY62" fmla="*/ 101693 h 761503"/>
                <a:gd name="connsiteX63" fmla="*/ 60898 w 571128"/>
                <a:gd name="connsiteY63" fmla="*/ 93534 h 761503"/>
                <a:gd name="connsiteX64" fmla="*/ 77216 w 571128"/>
                <a:gd name="connsiteY64" fmla="*/ 85375 h 761503"/>
                <a:gd name="connsiteX65" fmla="*/ 131609 w 571128"/>
                <a:gd name="connsiteY65" fmla="*/ 79936 h 761503"/>
                <a:gd name="connsiteX66" fmla="*/ 161525 w 571128"/>
                <a:gd name="connsiteY66" fmla="*/ 79936 h 761503"/>
                <a:gd name="connsiteX67" fmla="*/ 177843 w 571128"/>
                <a:gd name="connsiteY67" fmla="*/ 66337 h 761503"/>
                <a:gd name="connsiteX68" fmla="*/ 202320 w 571128"/>
                <a:gd name="connsiteY68" fmla="*/ 58178 h 761503"/>
                <a:gd name="connsiteX69" fmla="*/ 234956 w 571128"/>
                <a:gd name="connsiteY69" fmla="*/ 77216 h 761503"/>
                <a:gd name="connsiteX70" fmla="*/ 251274 w 571128"/>
                <a:gd name="connsiteY70" fmla="*/ 107132 h 761503"/>
                <a:gd name="connsiteX71" fmla="*/ 267592 w 571128"/>
                <a:gd name="connsiteY71" fmla="*/ 147927 h 761503"/>
                <a:gd name="connsiteX72" fmla="*/ 281190 w 571128"/>
                <a:gd name="connsiteY72" fmla="*/ 183282 h 761503"/>
                <a:gd name="connsiteX73" fmla="*/ 297508 w 571128"/>
                <a:gd name="connsiteY73" fmla="*/ 224077 h 761503"/>
                <a:gd name="connsiteX74" fmla="*/ 308387 w 571128"/>
                <a:gd name="connsiteY74" fmla="*/ 264872 h 761503"/>
                <a:gd name="connsiteX75" fmla="*/ 319265 w 571128"/>
                <a:gd name="connsiteY75" fmla="*/ 300228 h 761503"/>
                <a:gd name="connsiteX76" fmla="*/ 351901 w 571128"/>
                <a:gd name="connsiteY76" fmla="*/ 379098 h 761503"/>
                <a:gd name="connsiteX77" fmla="*/ 365500 w 571128"/>
                <a:gd name="connsiteY77" fmla="*/ 417173 h 761503"/>
                <a:gd name="connsiteX78" fmla="*/ 379098 w 571128"/>
                <a:gd name="connsiteY78" fmla="*/ 457968 h 761503"/>
                <a:gd name="connsiteX79" fmla="*/ 395416 w 571128"/>
                <a:gd name="connsiteY79" fmla="*/ 496043 h 761503"/>
                <a:gd name="connsiteX80" fmla="*/ 406295 w 571128"/>
                <a:gd name="connsiteY80" fmla="*/ 512361 h 761503"/>
                <a:gd name="connsiteX81" fmla="*/ 411734 w 571128"/>
                <a:gd name="connsiteY81" fmla="*/ 531398 h 761503"/>
                <a:gd name="connsiteX82" fmla="*/ 419893 w 571128"/>
                <a:gd name="connsiteY82" fmla="*/ 558595 h 761503"/>
                <a:gd name="connsiteX83" fmla="*/ 425332 w 571128"/>
                <a:gd name="connsiteY83" fmla="*/ 564034 h 761503"/>
                <a:gd name="connsiteX84" fmla="*/ 430771 w 571128"/>
                <a:gd name="connsiteY84" fmla="*/ 558595 h 761503"/>
                <a:gd name="connsiteX85" fmla="*/ 430771 w 571128"/>
                <a:gd name="connsiteY85" fmla="*/ 550436 h 761503"/>
                <a:gd name="connsiteX86" fmla="*/ 430771 w 571128"/>
                <a:gd name="connsiteY86" fmla="*/ 501482 h 761503"/>
                <a:gd name="connsiteX87" fmla="*/ 430771 w 571128"/>
                <a:gd name="connsiteY87" fmla="*/ 403575 h 761503"/>
                <a:gd name="connsiteX88" fmla="*/ 425332 w 571128"/>
                <a:gd name="connsiteY88" fmla="*/ 313826 h 761503"/>
                <a:gd name="connsiteX89" fmla="*/ 425332 w 571128"/>
                <a:gd name="connsiteY89" fmla="*/ 248554 h 761503"/>
                <a:gd name="connsiteX90" fmla="*/ 425332 w 571128"/>
                <a:gd name="connsiteY90" fmla="*/ 210479 h 761503"/>
                <a:gd name="connsiteX91" fmla="*/ 422613 w 571128"/>
                <a:gd name="connsiteY91" fmla="*/ 153366 h 761503"/>
                <a:gd name="connsiteX92" fmla="*/ 425332 w 571128"/>
                <a:gd name="connsiteY92" fmla="*/ 123450 h 761503"/>
                <a:gd name="connsiteX93" fmla="*/ 398136 w 571128"/>
                <a:gd name="connsiteY93" fmla="*/ 123450 h 761503"/>
                <a:gd name="connsiteX94" fmla="*/ 379098 w 571128"/>
                <a:gd name="connsiteY94" fmla="*/ 123450 h 761503"/>
                <a:gd name="connsiteX95" fmla="*/ 360060 w 571128"/>
                <a:gd name="connsiteY95" fmla="*/ 118011 h 761503"/>
                <a:gd name="connsiteX96" fmla="*/ 349182 w 571128"/>
                <a:gd name="connsiteY96" fmla="*/ 101693 h 761503"/>
                <a:gd name="connsiteX97" fmla="*/ 351901 w 571128"/>
                <a:gd name="connsiteY97" fmla="*/ 93534 h 761503"/>
                <a:gd name="connsiteX98" fmla="*/ 368219 w 571128"/>
                <a:gd name="connsiteY98" fmla="*/ 85375 h 761503"/>
                <a:gd name="connsiteX99" fmla="*/ 422613 w 571128"/>
                <a:gd name="connsiteY99" fmla="*/ 79936 h 761503"/>
                <a:gd name="connsiteX100" fmla="*/ 444370 w 571128"/>
                <a:gd name="connsiteY100" fmla="*/ 79936 h 761503"/>
                <a:gd name="connsiteX101" fmla="*/ 463407 w 571128"/>
                <a:gd name="connsiteY101" fmla="*/ 71776 h 761503"/>
                <a:gd name="connsiteX102" fmla="*/ 477006 w 571128"/>
                <a:gd name="connsiteY102" fmla="*/ 79936 h 761503"/>
                <a:gd name="connsiteX103" fmla="*/ 512361 w 571128"/>
                <a:gd name="connsiteY103" fmla="*/ 79936 h 761503"/>
                <a:gd name="connsiteX104" fmla="*/ 512361 w 571128"/>
                <a:gd name="connsiteY104" fmla="*/ 79936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571128" h="761503">
                  <a:moveTo>
                    <a:pt x="512361" y="79936"/>
                  </a:moveTo>
                  <a:cubicBezTo>
                    <a:pt x="520520" y="79936"/>
                    <a:pt x="539558" y="79936"/>
                    <a:pt x="539558" y="96253"/>
                  </a:cubicBezTo>
                  <a:cubicBezTo>
                    <a:pt x="539558" y="104412"/>
                    <a:pt x="539558" y="107132"/>
                    <a:pt x="534118" y="112571"/>
                  </a:cubicBezTo>
                  <a:cubicBezTo>
                    <a:pt x="531399" y="118011"/>
                    <a:pt x="525960" y="120730"/>
                    <a:pt x="523240" y="120730"/>
                  </a:cubicBezTo>
                  <a:cubicBezTo>
                    <a:pt x="515081" y="123450"/>
                    <a:pt x="512361" y="123450"/>
                    <a:pt x="506922" y="123450"/>
                  </a:cubicBezTo>
                  <a:cubicBezTo>
                    <a:pt x="504202" y="123450"/>
                    <a:pt x="490604" y="123450"/>
                    <a:pt x="477006" y="123450"/>
                  </a:cubicBezTo>
                  <a:cubicBezTo>
                    <a:pt x="477006" y="131609"/>
                    <a:pt x="479725" y="137048"/>
                    <a:pt x="479725" y="145207"/>
                  </a:cubicBezTo>
                  <a:cubicBezTo>
                    <a:pt x="479725" y="156086"/>
                    <a:pt x="477006" y="166964"/>
                    <a:pt x="477006" y="180563"/>
                  </a:cubicBezTo>
                  <a:cubicBezTo>
                    <a:pt x="477006" y="196881"/>
                    <a:pt x="479725" y="215918"/>
                    <a:pt x="482445" y="232236"/>
                  </a:cubicBezTo>
                  <a:cubicBezTo>
                    <a:pt x="485165" y="248554"/>
                    <a:pt x="485165" y="267592"/>
                    <a:pt x="485165" y="283910"/>
                  </a:cubicBezTo>
                  <a:cubicBezTo>
                    <a:pt x="485165" y="297508"/>
                    <a:pt x="485165" y="313826"/>
                    <a:pt x="485165" y="327424"/>
                  </a:cubicBezTo>
                  <a:cubicBezTo>
                    <a:pt x="485165" y="343742"/>
                    <a:pt x="487884" y="357340"/>
                    <a:pt x="487884" y="373658"/>
                  </a:cubicBezTo>
                  <a:cubicBezTo>
                    <a:pt x="487884" y="389976"/>
                    <a:pt x="485165" y="403575"/>
                    <a:pt x="485165" y="419892"/>
                  </a:cubicBezTo>
                  <a:cubicBezTo>
                    <a:pt x="485165" y="436210"/>
                    <a:pt x="485165" y="449809"/>
                    <a:pt x="485165" y="463407"/>
                  </a:cubicBezTo>
                  <a:cubicBezTo>
                    <a:pt x="485165" y="479725"/>
                    <a:pt x="485165" y="498762"/>
                    <a:pt x="482445" y="515080"/>
                  </a:cubicBezTo>
                  <a:cubicBezTo>
                    <a:pt x="482445" y="528679"/>
                    <a:pt x="482445" y="542277"/>
                    <a:pt x="482445" y="558595"/>
                  </a:cubicBezTo>
                  <a:cubicBezTo>
                    <a:pt x="482445" y="572193"/>
                    <a:pt x="479725" y="588511"/>
                    <a:pt x="479725" y="602109"/>
                  </a:cubicBezTo>
                  <a:cubicBezTo>
                    <a:pt x="479725" y="615708"/>
                    <a:pt x="485165" y="632026"/>
                    <a:pt x="485165" y="648343"/>
                  </a:cubicBezTo>
                  <a:cubicBezTo>
                    <a:pt x="485165" y="659222"/>
                    <a:pt x="482445" y="670101"/>
                    <a:pt x="474286" y="675540"/>
                  </a:cubicBezTo>
                  <a:cubicBezTo>
                    <a:pt x="460688" y="686419"/>
                    <a:pt x="444370" y="691858"/>
                    <a:pt x="428052" y="691858"/>
                  </a:cubicBezTo>
                  <a:cubicBezTo>
                    <a:pt x="414454" y="691858"/>
                    <a:pt x="400855" y="689138"/>
                    <a:pt x="387257" y="683699"/>
                  </a:cubicBezTo>
                  <a:cubicBezTo>
                    <a:pt x="373659" y="678260"/>
                    <a:pt x="360060" y="672820"/>
                    <a:pt x="351901" y="664661"/>
                  </a:cubicBezTo>
                  <a:cubicBezTo>
                    <a:pt x="330144" y="645624"/>
                    <a:pt x="316546" y="621147"/>
                    <a:pt x="305667" y="596670"/>
                  </a:cubicBezTo>
                  <a:cubicBezTo>
                    <a:pt x="292069" y="569473"/>
                    <a:pt x="281190" y="539557"/>
                    <a:pt x="270312" y="509641"/>
                  </a:cubicBezTo>
                  <a:cubicBezTo>
                    <a:pt x="264872" y="493323"/>
                    <a:pt x="256713" y="477005"/>
                    <a:pt x="251274" y="460687"/>
                  </a:cubicBezTo>
                  <a:cubicBezTo>
                    <a:pt x="240395" y="433491"/>
                    <a:pt x="232236" y="409014"/>
                    <a:pt x="224077" y="381817"/>
                  </a:cubicBezTo>
                  <a:cubicBezTo>
                    <a:pt x="218638" y="365499"/>
                    <a:pt x="213199" y="346462"/>
                    <a:pt x="207759" y="330144"/>
                  </a:cubicBezTo>
                  <a:cubicBezTo>
                    <a:pt x="202320" y="316545"/>
                    <a:pt x="196881" y="300228"/>
                    <a:pt x="191442" y="286629"/>
                  </a:cubicBezTo>
                  <a:cubicBezTo>
                    <a:pt x="188722" y="281190"/>
                    <a:pt x="186002" y="278470"/>
                    <a:pt x="183283" y="278470"/>
                  </a:cubicBezTo>
                  <a:cubicBezTo>
                    <a:pt x="180563" y="278470"/>
                    <a:pt x="180563" y="286629"/>
                    <a:pt x="180563" y="292069"/>
                  </a:cubicBezTo>
                  <a:cubicBezTo>
                    <a:pt x="180563" y="297508"/>
                    <a:pt x="180563" y="302947"/>
                    <a:pt x="180563" y="305667"/>
                  </a:cubicBezTo>
                  <a:cubicBezTo>
                    <a:pt x="180563" y="321985"/>
                    <a:pt x="183283" y="338303"/>
                    <a:pt x="183283" y="354621"/>
                  </a:cubicBezTo>
                  <a:cubicBezTo>
                    <a:pt x="183283" y="387257"/>
                    <a:pt x="186002" y="417173"/>
                    <a:pt x="188722" y="449809"/>
                  </a:cubicBezTo>
                  <a:cubicBezTo>
                    <a:pt x="188722" y="460687"/>
                    <a:pt x="188722" y="468846"/>
                    <a:pt x="188722" y="479725"/>
                  </a:cubicBezTo>
                  <a:cubicBezTo>
                    <a:pt x="188722" y="501482"/>
                    <a:pt x="188722" y="523239"/>
                    <a:pt x="188722" y="542277"/>
                  </a:cubicBezTo>
                  <a:cubicBezTo>
                    <a:pt x="188722" y="566754"/>
                    <a:pt x="186002" y="591231"/>
                    <a:pt x="186002" y="615708"/>
                  </a:cubicBezTo>
                  <a:cubicBezTo>
                    <a:pt x="186002" y="623867"/>
                    <a:pt x="186002" y="632026"/>
                    <a:pt x="186002" y="637465"/>
                  </a:cubicBezTo>
                  <a:cubicBezTo>
                    <a:pt x="186002" y="645624"/>
                    <a:pt x="183283" y="656502"/>
                    <a:pt x="183283" y="664661"/>
                  </a:cubicBezTo>
                  <a:cubicBezTo>
                    <a:pt x="202320" y="664661"/>
                    <a:pt x="218638" y="664661"/>
                    <a:pt x="226797" y="664661"/>
                  </a:cubicBezTo>
                  <a:cubicBezTo>
                    <a:pt x="234956" y="664661"/>
                    <a:pt x="253994" y="664661"/>
                    <a:pt x="253994" y="680979"/>
                  </a:cubicBezTo>
                  <a:cubicBezTo>
                    <a:pt x="253994" y="689138"/>
                    <a:pt x="253994" y="691858"/>
                    <a:pt x="248554" y="697297"/>
                  </a:cubicBezTo>
                  <a:cubicBezTo>
                    <a:pt x="245835" y="702737"/>
                    <a:pt x="240395" y="705456"/>
                    <a:pt x="234956" y="705456"/>
                  </a:cubicBezTo>
                  <a:cubicBezTo>
                    <a:pt x="226797" y="708176"/>
                    <a:pt x="224077" y="708176"/>
                    <a:pt x="218638" y="708176"/>
                  </a:cubicBezTo>
                  <a:cubicBezTo>
                    <a:pt x="215918" y="708176"/>
                    <a:pt x="199600" y="708176"/>
                    <a:pt x="183283" y="708176"/>
                  </a:cubicBezTo>
                  <a:cubicBezTo>
                    <a:pt x="166965" y="708176"/>
                    <a:pt x="153366" y="708176"/>
                    <a:pt x="150647" y="708176"/>
                  </a:cubicBezTo>
                  <a:cubicBezTo>
                    <a:pt x="139768" y="708176"/>
                    <a:pt x="120730" y="708176"/>
                    <a:pt x="107132" y="708176"/>
                  </a:cubicBezTo>
                  <a:cubicBezTo>
                    <a:pt x="101693" y="708176"/>
                    <a:pt x="96253" y="708176"/>
                    <a:pt x="88094" y="708176"/>
                  </a:cubicBezTo>
                  <a:cubicBezTo>
                    <a:pt x="82655" y="708176"/>
                    <a:pt x="74496" y="708176"/>
                    <a:pt x="69057" y="702737"/>
                  </a:cubicBezTo>
                  <a:cubicBezTo>
                    <a:pt x="63618" y="700017"/>
                    <a:pt x="58178" y="691858"/>
                    <a:pt x="58178" y="686419"/>
                  </a:cubicBezTo>
                  <a:cubicBezTo>
                    <a:pt x="58178" y="683699"/>
                    <a:pt x="58178" y="680979"/>
                    <a:pt x="60898" y="678260"/>
                  </a:cubicBezTo>
                  <a:cubicBezTo>
                    <a:pt x="63618" y="675540"/>
                    <a:pt x="71777" y="672820"/>
                    <a:pt x="77216" y="670101"/>
                  </a:cubicBezTo>
                  <a:cubicBezTo>
                    <a:pt x="90814" y="667381"/>
                    <a:pt x="115291" y="664661"/>
                    <a:pt x="120730" y="664661"/>
                  </a:cubicBezTo>
                  <a:cubicBezTo>
                    <a:pt x="123450" y="664661"/>
                    <a:pt x="126170" y="664661"/>
                    <a:pt x="131609" y="664661"/>
                  </a:cubicBezTo>
                  <a:cubicBezTo>
                    <a:pt x="131609" y="623867"/>
                    <a:pt x="134329" y="583072"/>
                    <a:pt x="134329" y="539557"/>
                  </a:cubicBezTo>
                  <a:cubicBezTo>
                    <a:pt x="134329" y="528679"/>
                    <a:pt x="134329" y="515080"/>
                    <a:pt x="134329" y="504202"/>
                  </a:cubicBezTo>
                  <a:cubicBezTo>
                    <a:pt x="131609" y="460687"/>
                    <a:pt x="131609" y="417173"/>
                    <a:pt x="131609" y="376378"/>
                  </a:cubicBezTo>
                  <a:cubicBezTo>
                    <a:pt x="131609" y="351901"/>
                    <a:pt x="131609" y="327424"/>
                    <a:pt x="131609" y="302947"/>
                  </a:cubicBezTo>
                  <a:cubicBezTo>
                    <a:pt x="131609" y="275751"/>
                    <a:pt x="131609" y="248554"/>
                    <a:pt x="134329" y="221357"/>
                  </a:cubicBezTo>
                  <a:cubicBezTo>
                    <a:pt x="134329" y="188722"/>
                    <a:pt x="137048" y="156086"/>
                    <a:pt x="137048" y="123450"/>
                  </a:cubicBezTo>
                  <a:cubicBezTo>
                    <a:pt x="126170" y="123450"/>
                    <a:pt x="115291" y="123450"/>
                    <a:pt x="107132" y="123450"/>
                  </a:cubicBezTo>
                  <a:cubicBezTo>
                    <a:pt x="101693" y="123450"/>
                    <a:pt x="96253" y="123450"/>
                    <a:pt x="88094" y="123450"/>
                  </a:cubicBezTo>
                  <a:cubicBezTo>
                    <a:pt x="82655" y="123450"/>
                    <a:pt x="74496" y="120730"/>
                    <a:pt x="69057" y="118011"/>
                  </a:cubicBezTo>
                  <a:cubicBezTo>
                    <a:pt x="63618" y="115291"/>
                    <a:pt x="58178" y="107132"/>
                    <a:pt x="58178" y="101693"/>
                  </a:cubicBezTo>
                  <a:cubicBezTo>
                    <a:pt x="58178" y="98973"/>
                    <a:pt x="58178" y="96253"/>
                    <a:pt x="60898" y="93534"/>
                  </a:cubicBezTo>
                  <a:cubicBezTo>
                    <a:pt x="63618" y="90814"/>
                    <a:pt x="71777" y="88095"/>
                    <a:pt x="77216" y="85375"/>
                  </a:cubicBezTo>
                  <a:cubicBezTo>
                    <a:pt x="90814" y="82655"/>
                    <a:pt x="126170" y="79936"/>
                    <a:pt x="131609" y="79936"/>
                  </a:cubicBezTo>
                  <a:cubicBezTo>
                    <a:pt x="137048" y="79936"/>
                    <a:pt x="147927" y="79936"/>
                    <a:pt x="161525" y="79936"/>
                  </a:cubicBezTo>
                  <a:cubicBezTo>
                    <a:pt x="166965" y="74496"/>
                    <a:pt x="172404" y="71776"/>
                    <a:pt x="177843" y="66337"/>
                  </a:cubicBezTo>
                  <a:cubicBezTo>
                    <a:pt x="186002" y="60898"/>
                    <a:pt x="194161" y="58178"/>
                    <a:pt x="202320" y="58178"/>
                  </a:cubicBezTo>
                  <a:cubicBezTo>
                    <a:pt x="215918" y="58178"/>
                    <a:pt x="226797" y="63618"/>
                    <a:pt x="234956" y="77216"/>
                  </a:cubicBezTo>
                  <a:cubicBezTo>
                    <a:pt x="240395" y="88095"/>
                    <a:pt x="248554" y="96253"/>
                    <a:pt x="251274" y="107132"/>
                  </a:cubicBezTo>
                  <a:cubicBezTo>
                    <a:pt x="256713" y="120730"/>
                    <a:pt x="259433" y="134329"/>
                    <a:pt x="267592" y="147927"/>
                  </a:cubicBezTo>
                  <a:cubicBezTo>
                    <a:pt x="273031" y="158806"/>
                    <a:pt x="275751" y="172404"/>
                    <a:pt x="281190" y="183282"/>
                  </a:cubicBezTo>
                  <a:cubicBezTo>
                    <a:pt x="286630" y="196881"/>
                    <a:pt x="292069" y="210479"/>
                    <a:pt x="297508" y="224077"/>
                  </a:cubicBezTo>
                  <a:cubicBezTo>
                    <a:pt x="300228" y="237676"/>
                    <a:pt x="305667" y="251274"/>
                    <a:pt x="308387" y="264872"/>
                  </a:cubicBezTo>
                  <a:cubicBezTo>
                    <a:pt x="311107" y="278470"/>
                    <a:pt x="311107" y="289349"/>
                    <a:pt x="319265" y="300228"/>
                  </a:cubicBezTo>
                  <a:cubicBezTo>
                    <a:pt x="332864" y="324704"/>
                    <a:pt x="346462" y="351901"/>
                    <a:pt x="351901" y="379098"/>
                  </a:cubicBezTo>
                  <a:cubicBezTo>
                    <a:pt x="354621" y="392696"/>
                    <a:pt x="360060" y="403575"/>
                    <a:pt x="365500" y="417173"/>
                  </a:cubicBezTo>
                  <a:cubicBezTo>
                    <a:pt x="373659" y="430771"/>
                    <a:pt x="373659" y="444369"/>
                    <a:pt x="379098" y="457968"/>
                  </a:cubicBezTo>
                  <a:cubicBezTo>
                    <a:pt x="381818" y="471566"/>
                    <a:pt x="387257" y="482445"/>
                    <a:pt x="395416" y="496043"/>
                  </a:cubicBezTo>
                  <a:cubicBezTo>
                    <a:pt x="398136" y="501482"/>
                    <a:pt x="403575" y="506921"/>
                    <a:pt x="406295" y="512361"/>
                  </a:cubicBezTo>
                  <a:cubicBezTo>
                    <a:pt x="409014" y="517800"/>
                    <a:pt x="409014" y="525959"/>
                    <a:pt x="411734" y="531398"/>
                  </a:cubicBezTo>
                  <a:cubicBezTo>
                    <a:pt x="414454" y="539557"/>
                    <a:pt x="417173" y="550436"/>
                    <a:pt x="419893" y="558595"/>
                  </a:cubicBezTo>
                  <a:cubicBezTo>
                    <a:pt x="422613" y="561314"/>
                    <a:pt x="422613" y="564034"/>
                    <a:pt x="425332" y="564034"/>
                  </a:cubicBezTo>
                  <a:cubicBezTo>
                    <a:pt x="428052" y="564034"/>
                    <a:pt x="428052" y="561314"/>
                    <a:pt x="430771" y="558595"/>
                  </a:cubicBezTo>
                  <a:cubicBezTo>
                    <a:pt x="430771" y="555875"/>
                    <a:pt x="430771" y="553156"/>
                    <a:pt x="430771" y="550436"/>
                  </a:cubicBezTo>
                  <a:cubicBezTo>
                    <a:pt x="430771" y="534118"/>
                    <a:pt x="430771" y="517800"/>
                    <a:pt x="430771" y="501482"/>
                  </a:cubicBezTo>
                  <a:cubicBezTo>
                    <a:pt x="430771" y="468846"/>
                    <a:pt x="433491" y="436210"/>
                    <a:pt x="430771" y="403575"/>
                  </a:cubicBezTo>
                  <a:cubicBezTo>
                    <a:pt x="430771" y="373658"/>
                    <a:pt x="425332" y="343742"/>
                    <a:pt x="425332" y="313826"/>
                  </a:cubicBezTo>
                  <a:cubicBezTo>
                    <a:pt x="425332" y="292069"/>
                    <a:pt x="425332" y="270311"/>
                    <a:pt x="425332" y="248554"/>
                  </a:cubicBezTo>
                  <a:cubicBezTo>
                    <a:pt x="425332" y="234956"/>
                    <a:pt x="425332" y="224077"/>
                    <a:pt x="425332" y="210479"/>
                  </a:cubicBezTo>
                  <a:cubicBezTo>
                    <a:pt x="425332" y="191441"/>
                    <a:pt x="422613" y="172404"/>
                    <a:pt x="422613" y="153366"/>
                  </a:cubicBezTo>
                  <a:cubicBezTo>
                    <a:pt x="422613" y="142488"/>
                    <a:pt x="422613" y="134329"/>
                    <a:pt x="425332" y="123450"/>
                  </a:cubicBezTo>
                  <a:cubicBezTo>
                    <a:pt x="417173" y="123450"/>
                    <a:pt x="406295" y="123450"/>
                    <a:pt x="398136" y="123450"/>
                  </a:cubicBezTo>
                  <a:cubicBezTo>
                    <a:pt x="392696" y="123450"/>
                    <a:pt x="387257" y="123450"/>
                    <a:pt x="379098" y="123450"/>
                  </a:cubicBezTo>
                  <a:cubicBezTo>
                    <a:pt x="373659" y="123450"/>
                    <a:pt x="365500" y="120730"/>
                    <a:pt x="360060" y="118011"/>
                  </a:cubicBezTo>
                  <a:cubicBezTo>
                    <a:pt x="354621" y="115291"/>
                    <a:pt x="349182" y="107132"/>
                    <a:pt x="349182" y="101693"/>
                  </a:cubicBezTo>
                  <a:cubicBezTo>
                    <a:pt x="349182" y="98973"/>
                    <a:pt x="349182" y="96253"/>
                    <a:pt x="351901" y="93534"/>
                  </a:cubicBezTo>
                  <a:cubicBezTo>
                    <a:pt x="354621" y="90814"/>
                    <a:pt x="362780" y="88095"/>
                    <a:pt x="368219" y="85375"/>
                  </a:cubicBezTo>
                  <a:cubicBezTo>
                    <a:pt x="381818" y="82655"/>
                    <a:pt x="417173" y="79936"/>
                    <a:pt x="422613" y="79936"/>
                  </a:cubicBezTo>
                  <a:cubicBezTo>
                    <a:pt x="428052" y="79936"/>
                    <a:pt x="433491" y="79936"/>
                    <a:pt x="444370" y="79936"/>
                  </a:cubicBezTo>
                  <a:cubicBezTo>
                    <a:pt x="449809" y="74496"/>
                    <a:pt x="455248" y="71776"/>
                    <a:pt x="463407" y="71776"/>
                  </a:cubicBezTo>
                  <a:cubicBezTo>
                    <a:pt x="471566" y="71776"/>
                    <a:pt x="477006" y="74496"/>
                    <a:pt x="477006" y="79936"/>
                  </a:cubicBezTo>
                  <a:cubicBezTo>
                    <a:pt x="490604" y="82655"/>
                    <a:pt x="504202" y="79936"/>
                    <a:pt x="512361" y="79936"/>
                  </a:cubicBezTo>
                  <a:lnTo>
                    <a:pt x="512361" y="79936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3BD4128C-C42F-4336-BDBD-E914A28EFC6F}"/>
                </a:ext>
              </a:extLst>
            </p:cNvPr>
            <p:cNvSpPr/>
            <p:nvPr/>
          </p:nvSpPr>
          <p:spPr>
            <a:xfrm>
              <a:off x="2987430" y="4242177"/>
              <a:ext cx="494979" cy="674476"/>
            </a:xfrm>
            <a:custGeom>
              <a:avLst/>
              <a:gdLst>
                <a:gd name="connsiteX0" fmla="*/ 228453 w 494979"/>
                <a:gd name="connsiteY0" fmla="*/ 97907 h 674476"/>
                <a:gd name="connsiteX1" fmla="*/ 212135 w 494979"/>
                <a:gd name="connsiteY1" fmla="*/ 119665 h 674476"/>
                <a:gd name="connsiteX2" fmla="*/ 203976 w 494979"/>
                <a:gd name="connsiteY2" fmla="*/ 152300 h 674476"/>
                <a:gd name="connsiteX3" fmla="*/ 201256 w 494979"/>
                <a:gd name="connsiteY3" fmla="*/ 168618 h 674476"/>
                <a:gd name="connsiteX4" fmla="*/ 198537 w 494979"/>
                <a:gd name="connsiteY4" fmla="*/ 184936 h 674476"/>
                <a:gd name="connsiteX5" fmla="*/ 190378 w 494979"/>
                <a:gd name="connsiteY5" fmla="*/ 220292 h 674476"/>
                <a:gd name="connsiteX6" fmla="*/ 171340 w 494979"/>
                <a:gd name="connsiteY6" fmla="*/ 291003 h 674476"/>
                <a:gd name="connsiteX7" fmla="*/ 163180 w 494979"/>
                <a:gd name="connsiteY7" fmla="*/ 323639 h 674476"/>
                <a:gd name="connsiteX8" fmla="*/ 152302 w 494979"/>
                <a:gd name="connsiteY8" fmla="*/ 361714 h 674476"/>
                <a:gd name="connsiteX9" fmla="*/ 146862 w 494979"/>
                <a:gd name="connsiteY9" fmla="*/ 388910 h 674476"/>
                <a:gd name="connsiteX10" fmla="*/ 152302 w 494979"/>
                <a:gd name="connsiteY10" fmla="*/ 391630 h 674476"/>
                <a:gd name="connsiteX11" fmla="*/ 174060 w 494979"/>
                <a:gd name="connsiteY11" fmla="*/ 391630 h 674476"/>
                <a:gd name="connsiteX12" fmla="*/ 195817 w 494979"/>
                <a:gd name="connsiteY12" fmla="*/ 388910 h 674476"/>
                <a:gd name="connsiteX13" fmla="*/ 214855 w 494979"/>
                <a:gd name="connsiteY13" fmla="*/ 388910 h 674476"/>
                <a:gd name="connsiteX14" fmla="*/ 239332 w 494979"/>
                <a:gd name="connsiteY14" fmla="*/ 388910 h 674476"/>
                <a:gd name="connsiteX15" fmla="*/ 252930 w 494979"/>
                <a:gd name="connsiteY15" fmla="*/ 386191 h 674476"/>
                <a:gd name="connsiteX16" fmla="*/ 261089 w 494979"/>
                <a:gd name="connsiteY16" fmla="*/ 386191 h 674476"/>
                <a:gd name="connsiteX17" fmla="*/ 258369 w 494979"/>
                <a:gd name="connsiteY17" fmla="*/ 367153 h 674476"/>
                <a:gd name="connsiteX18" fmla="*/ 252930 w 494979"/>
                <a:gd name="connsiteY18" fmla="*/ 331797 h 674476"/>
                <a:gd name="connsiteX19" fmla="*/ 250210 w 494979"/>
                <a:gd name="connsiteY19" fmla="*/ 244769 h 674476"/>
                <a:gd name="connsiteX20" fmla="*/ 244771 w 494979"/>
                <a:gd name="connsiteY20" fmla="*/ 203974 h 674476"/>
                <a:gd name="connsiteX21" fmla="*/ 239332 w 494979"/>
                <a:gd name="connsiteY21" fmla="*/ 157740 h 674476"/>
                <a:gd name="connsiteX22" fmla="*/ 236612 w 494979"/>
                <a:gd name="connsiteY22" fmla="*/ 119665 h 674476"/>
                <a:gd name="connsiteX23" fmla="*/ 228453 w 494979"/>
                <a:gd name="connsiteY23" fmla="*/ 97907 h 674476"/>
                <a:gd name="connsiteX24" fmla="*/ 274687 w 494979"/>
                <a:gd name="connsiteY24" fmla="*/ 0 h 674476"/>
                <a:gd name="connsiteX25" fmla="*/ 304603 w 494979"/>
                <a:gd name="connsiteY25" fmla="*/ 5439 h 674476"/>
                <a:gd name="connsiteX26" fmla="*/ 320921 w 494979"/>
                <a:gd name="connsiteY26" fmla="*/ 24477 h 674476"/>
                <a:gd name="connsiteX27" fmla="*/ 334519 w 494979"/>
                <a:gd name="connsiteY27" fmla="*/ 43515 h 674476"/>
                <a:gd name="connsiteX28" fmla="*/ 339959 w 494979"/>
                <a:gd name="connsiteY28" fmla="*/ 65272 h 674476"/>
                <a:gd name="connsiteX29" fmla="*/ 348118 w 494979"/>
                <a:gd name="connsiteY29" fmla="*/ 114226 h 674476"/>
                <a:gd name="connsiteX30" fmla="*/ 361716 w 494979"/>
                <a:gd name="connsiteY30" fmla="*/ 163180 h 674476"/>
                <a:gd name="connsiteX31" fmla="*/ 369875 w 494979"/>
                <a:gd name="connsiteY31" fmla="*/ 220293 h 674476"/>
                <a:gd name="connsiteX32" fmla="*/ 378034 w 494979"/>
                <a:gd name="connsiteY32" fmla="*/ 274686 h 674476"/>
                <a:gd name="connsiteX33" fmla="*/ 383473 w 494979"/>
                <a:gd name="connsiteY33" fmla="*/ 301883 h 674476"/>
                <a:gd name="connsiteX34" fmla="*/ 391632 w 494979"/>
                <a:gd name="connsiteY34" fmla="*/ 337238 h 674476"/>
                <a:gd name="connsiteX35" fmla="*/ 397071 w 494979"/>
                <a:gd name="connsiteY35" fmla="*/ 364435 h 674476"/>
                <a:gd name="connsiteX36" fmla="*/ 405230 w 494979"/>
                <a:gd name="connsiteY36" fmla="*/ 383473 h 674476"/>
                <a:gd name="connsiteX37" fmla="*/ 416109 w 494979"/>
                <a:gd name="connsiteY37" fmla="*/ 386192 h 674476"/>
                <a:gd name="connsiteX38" fmla="*/ 426988 w 494979"/>
                <a:gd name="connsiteY38" fmla="*/ 386192 h 674476"/>
                <a:gd name="connsiteX39" fmla="*/ 454184 w 494979"/>
                <a:gd name="connsiteY39" fmla="*/ 397071 h 674476"/>
                <a:gd name="connsiteX40" fmla="*/ 456904 w 494979"/>
                <a:gd name="connsiteY40" fmla="*/ 405230 h 674476"/>
                <a:gd name="connsiteX41" fmla="*/ 451465 w 494979"/>
                <a:gd name="connsiteY41" fmla="*/ 416108 h 674476"/>
                <a:gd name="connsiteX42" fmla="*/ 432427 w 494979"/>
                <a:gd name="connsiteY42" fmla="*/ 429707 h 674476"/>
                <a:gd name="connsiteX43" fmla="*/ 421548 w 494979"/>
                <a:gd name="connsiteY43" fmla="*/ 432426 h 674476"/>
                <a:gd name="connsiteX44" fmla="*/ 413389 w 494979"/>
                <a:gd name="connsiteY44" fmla="*/ 435146 h 674476"/>
                <a:gd name="connsiteX45" fmla="*/ 413389 w 494979"/>
                <a:gd name="connsiteY45" fmla="*/ 440585 h 674476"/>
                <a:gd name="connsiteX46" fmla="*/ 416109 w 494979"/>
                <a:gd name="connsiteY46" fmla="*/ 451464 h 674476"/>
                <a:gd name="connsiteX47" fmla="*/ 418829 w 494979"/>
                <a:gd name="connsiteY47" fmla="*/ 465062 h 674476"/>
                <a:gd name="connsiteX48" fmla="*/ 418829 w 494979"/>
                <a:gd name="connsiteY48" fmla="*/ 475941 h 674476"/>
                <a:gd name="connsiteX49" fmla="*/ 418829 w 494979"/>
                <a:gd name="connsiteY49" fmla="*/ 486820 h 674476"/>
                <a:gd name="connsiteX50" fmla="*/ 426988 w 494979"/>
                <a:gd name="connsiteY50" fmla="*/ 516736 h 674476"/>
                <a:gd name="connsiteX51" fmla="*/ 432427 w 494979"/>
                <a:gd name="connsiteY51" fmla="*/ 543932 h 674476"/>
                <a:gd name="connsiteX52" fmla="*/ 437866 w 494979"/>
                <a:gd name="connsiteY52" fmla="*/ 573848 h 674476"/>
                <a:gd name="connsiteX53" fmla="*/ 443306 w 494979"/>
                <a:gd name="connsiteY53" fmla="*/ 606484 h 674476"/>
                <a:gd name="connsiteX54" fmla="*/ 446025 w 494979"/>
                <a:gd name="connsiteY54" fmla="*/ 617363 h 674476"/>
                <a:gd name="connsiteX55" fmla="*/ 470502 w 494979"/>
                <a:gd name="connsiteY55" fmla="*/ 617363 h 674476"/>
                <a:gd name="connsiteX56" fmla="*/ 494979 w 494979"/>
                <a:gd name="connsiteY56" fmla="*/ 641840 h 674476"/>
                <a:gd name="connsiteX57" fmla="*/ 486820 w 494979"/>
                <a:gd name="connsiteY57" fmla="*/ 655438 h 674476"/>
                <a:gd name="connsiteX58" fmla="*/ 470502 w 494979"/>
                <a:gd name="connsiteY58" fmla="*/ 663597 h 674476"/>
                <a:gd name="connsiteX59" fmla="*/ 446025 w 494979"/>
                <a:gd name="connsiteY59" fmla="*/ 666317 h 674476"/>
                <a:gd name="connsiteX60" fmla="*/ 424268 w 494979"/>
                <a:gd name="connsiteY60" fmla="*/ 666317 h 674476"/>
                <a:gd name="connsiteX61" fmla="*/ 416109 w 494979"/>
                <a:gd name="connsiteY61" fmla="*/ 666317 h 674476"/>
                <a:gd name="connsiteX62" fmla="*/ 402511 w 494979"/>
                <a:gd name="connsiteY62" fmla="*/ 671756 h 674476"/>
                <a:gd name="connsiteX63" fmla="*/ 386193 w 494979"/>
                <a:gd name="connsiteY63" fmla="*/ 674476 h 674476"/>
                <a:gd name="connsiteX64" fmla="*/ 350837 w 494979"/>
                <a:gd name="connsiteY64" fmla="*/ 669036 h 674476"/>
                <a:gd name="connsiteX65" fmla="*/ 329080 w 494979"/>
                <a:gd name="connsiteY65" fmla="*/ 669036 h 674476"/>
                <a:gd name="connsiteX66" fmla="*/ 280126 w 494979"/>
                <a:gd name="connsiteY66" fmla="*/ 669036 h 674476"/>
                <a:gd name="connsiteX67" fmla="*/ 255649 w 494979"/>
                <a:gd name="connsiteY67" fmla="*/ 663597 h 674476"/>
                <a:gd name="connsiteX68" fmla="*/ 239331 w 494979"/>
                <a:gd name="connsiteY68" fmla="*/ 647279 h 674476"/>
                <a:gd name="connsiteX69" fmla="*/ 263808 w 494979"/>
                <a:gd name="connsiteY69" fmla="*/ 630961 h 674476"/>
                <a:gd name="connsiteX70" fmla="*/ 291005 w 494979"/>
                <a:gd name="connsiteY70" fmla="*/ 628241 h 674476"/>
                <a:gd name="connsiteX71" fmla="*/ 288285 w 494979"/>
                <a:gd name="connsiteY71" fmla="*/ 609204 h 674476"/>
                <a:gd name="connsiteX72" fmla="*/ 285565 w 494979"/>
                <a:gd name="connsiteY72" fmla="*/ 582007 h 674476"/>
                <a:gd name="connsiteX73" fmla="*/ 282846 w 494979"/>
                <a:gd name="connsiteY73" fmla="*/ 568409 h 674476"/>
                <a:gd name="connsiteX74" fmla="*/ 285565 w 494979"/>
                <a:gd name="connsiteY74" fmla="*/ 554811 h 674476"/>
                <a:gd name="connsiteX75" fmla="*/ 280126 w 494979"/>
                <a:gd name="connsiteY75" fmla="*/ 538493 h 674476"/>
                <a:gd name="connsiteX76" fmla="*/ 274687 w 494979"/>
                <a:gd name="connsiteY76" fmla="*/ 505857 h 674476"/>
                <a:gd name="connsiteX77" fmla="*/ 271967 w 494979"/>
                <a:gd name="connsiteY77" fmla="*/ 478660 h 674476"/>
                <a:gd name="connsiteX78" fmla="*/ 269247 w 494979"/>
                <a:gd name="connsiteY78" fmla="*/ 446025 h 674476"/>
                <a:gd name="connsiteX79" fmla="*/ 263808 w 494979"/>
                <a:gd name="connsiteY79" fmla="*/ 437866 h 674476"/>
                <a:gd name="connsiteX80" fmla="*/ 252929 w 494979"/>
                <a:gd name="connsiteY80" fmla="*/ 437866 h 674476"/>
                <a:gd name="connsiteX81" fmla="*/ 223013 w 494979"/>
                <a:gd name="connsiteY81" fmla="*/ 440585 h 674476"/>
                <a:gd name="connsiteX82" fmla="*/ 193097 w 494979"/>
                <a:gd name="connsiteY82" fmla="*/ 443305 h 674476"/>
                <a:gd name="connsiteX83" fmla="*/ 168620 w 494979"/>
                <a:gd name="connsiteY83" fmla="*/ 443305 h 674476"/>
                <a:gd name="connsiteX84" fmla="*/ 146862 w 494979"/>
                <a:gd name="connsiteY84" fmla="*/ 440585 h 674476"/>
                <a:gd name="connsiteX85" fmla="*/ 138703 w 494979"/>
                <a:gd name="connsiteY85" fmla="*/ 454184 h 674476"/>
                <a:gd name="connsiteX86" fmla="*/ 133263 w 494979"/>
                <a:gd name="connsiteY86" fmla="*/ 486820 h 674476"/>
                <a:gd name="connsiteX87" fmla="*/ 122385 w 494979"/>
                <a:gd name="connsiteY87" fmla="*/ 541213 h 674476"/>
                <a:gd name="connsiteX88" fmla="*/ 106067 w 494979"/>
                <a:gd name="connsiteY88" fmla="*/ 614643 h 674476"/>
                <a:gd name="connsiteX89" fmla="*/ 135983 w 494979"/>
                <a:gd name="connsiteY89" fmla="*/ 614643 h 674476"/>
                <a:gd name="connsiteX90" fmla="*/ 171340 w 494979"/>
                <a:gd name="connsiteY90" fmla="*/ 630961 h 674476"/>
                <a:gd name="connsiteX91" fmla="*/ 165900 w 494979"/>
                <a:gd name="connsiteY91" fmla="*/ 647279 h 674476"/>
                <a:gd name="connsiteX92" fmla="*/ 149581 w 494979"/>
                <a:gd name="connsiteY92" fmla="*/ 655438 h 674476"/>
                <a:gd name="connsiteX93" fmla="*/ 127824 w 494979"/>
                <a:gd name="connsiteY93" fmla="*/ 658158 h 674476"/>
                <a:gd name="connsiteX94" fmla="*/ 106067 w 494979"/>
                <a:gd name="connsiteY94" fmla="*/ 658158 h 674476"/>
                <a:gd name="connsiteX95" fmla="*/ 62552 w 494979"/>
                <a:gd name="connsiteY95" fmla="*/ 658158 h 674476"/>
                <a:gd name="connsiteX96" fmla="*/ 40795 w 494979"/>
                <a:gd name="connsiteY96" fmla="*/ 658158 h 674476"/>
                <a:gd name="connsiteX97" fmla="*/ 16318 w 494979"/>
                <a:gd name="connsiteY97" fmla="*/ 652718 h 674476"/>
                <a:gd name="connsiteX98" fmla="*/ 0 w 494979"/>
                <a:gd name="connsiteY98" fmla="*/ 636401 h 674476"/>
                <a:gd name="connsiteX99" fmla="*/ 2720 w 494979"/>
                <a:gd name="connsiteY99" fmla="*/ 628241 h 674476"/>
                <a:gd name="connsiteX100" fmla="*/ 24477 w 494979"/>
                <a:gd name="connsiteY100" fmla="*/ 620082 h 674476"/>
                <a:gd name="connsiteX101" fmla="*/ 62552 w 494979"/>
                <a:gd name="connsiteY101" fmla="*/ 617363 h 674476"/>
                <a:gd name="connsiteX102" fmla="*/ 62552 w 494979"/>
                <a:gd name="connsiteY102" fmla="*/ 614643 h 674476"/>
                <a:gd name="connsiteX103" fmla="*/ 65272 w 494979"/>
                <a:gd name="connsiteY103" fmla="*/ 587447 h 674476"/>
                <a:gd name="connsiteX104" fmla="*/ 76151 w 494979"/>
                <a:gd name="connsiteY104" fmla="*/ 522175 h 674476"/>
                <a:gd name="connsiteX105" fmla="*/ 87029 w 494979"/>
                <a:gd name="connsiteY105" fmla="*/ 470501 h 674476"/>
                <a:gd name="connsiteX106" fmla="*/ 92469 w 494979"/>
                <a:gd name="connsiteY106" fmla="*/ 446025 h 674476"/>
                <a:gd name="connsiteX107" fmla="*/ 65272 w 494979"/>
                <a:gd name="connsiteY107" fmla="*/ 432426 h 674476"/>
                <a:gd name="connsiteX108" fmla="*/ 54393 w 494979"/>
                <a:gd name="connsiteY108" fmla="*/ 421548 h 674476"/>
                <a:gd name="connsiteX109" fmla="*/ 73431 w 494979"/>
                <a:gd name="connsiteY109" fmla="*/ 407949 h 674476"/>
                <a:gd name="connsiteX110" fmla="*/ 100628 w 494979"/>
                <a:gd name="connsiteY110" fmla="*/ 399790 h 674476"/>
                <a:gd name="connsiteX111" fmla="*/ 108787 w 494979"/>
                <a:gd name="connsiteY111" fmla="*/ 369874 h 674476"/>
                <a:gd name="connsiteX112" fmla="*/ 125105 w 494979"/>
                <a:gd name="connsiteY112" fmla="*/ 307322 h 674476"/>
                <a:gd name="connsiteX113" fmla="*/ 141423 w 494979"/>
                <a:gd name="connsiteY113" fmla="*/ 242051 h 674476"/>
                <a:gd name="connsiteX114" fmla="*/ 155021 w 494979"/>
                <a:gd name="connsiteY114" fmla="*/ 179498 h 674476"/>
                <a:gd name="connsiteX115" fmla="*/ 168620 w 494979"/>
                <a:gd name="connsiteY115" fmla="*/ 119665 h 674476"/>
                <a:gd name="connsiteX116" fmla="*/ 193097 w 494979"/>
                <a:gd name="connsiteY116" fmla="*/ 57113 h 674476"/>
                <a:gd name="connsiteX117" fmla="*/ 201256 w 494979"/>
                <a:gd name="connsiteY117" fmla="*/ 38075 h 674476"/>
                <a:gd name="connsiteX118" fmla="*/ 217574 w 494979"/>
                <a:gd name="connsiteY118" fmla="*/ 13598 h 674476"/>
                <a:gd name="connsiteX119" fmla="*/ 274687 w 494979"/>
                <a:gd name="connsiteY119" fmla="*/ 0 h 674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</a:cxnLst>
              <a:rect l="l" t="t" r="r" b="b"/>
              <a:pathLst>
                <a:path w="494979" h="674476">
                  <a:moveTo>
                    <a:pt x="228453" y="97907"/>
                  </a:moveTo>
                  <a:cubicBezTo>
                    <a:pt x="220294" y="97907"/>
                    <a:pt x="212135" y="114225"/>
                    <a:pt x="212135" y="119665"/>
                  </a:cubicBezTo>
                  <a:cubicBezTo>
                    <a:pt x="209415" y="130543"/>
                    <a:pt x="206696" y="144141"/>
                    <a:pt x="203976" y="152300"/>
                  </a:cubicBezTo>
                  <a:cubicBezTo>
                    <a:pt x="201256" y="157740"/>
                    <a:pt x="201256" y="163179"/>
                    <a:pt x="201256" y="168618"/>
                  </a:cubicBezTo>
                  <a:cubicBezTo>
                    <a:pt x="201256" y="174058"/>
                    <a:pt x="198537" y="179497"/>
                    <a:pt x="198537" y="184936"/>
                  </a:cubicBezTo>
                  <a:cubicBezTo>
                    <a:pt x="195817" y="195815"/>
                    <a:pt x="193097" y="209413"/>
                    <a:pt x="190378" y="220292"/>
                  </a:cubicBezTo>
                  <a:cubicBezTo>
                    <a:pt x="187658" y="244769"/>
                    <a:pt x="179499" y="269246"/>
                    <a:pt x="171340" y="291003"/>
                  </a:cubicBezTo>
                  <a:cubicBezTo>
                    <a:pt x="168620" y="301881"/>
                    <a:pt x="165900" y="312760"/>
                    <a:pt x="163180" y="323639"/>
                  </a:cubicBezTo>
                  <a:cubicBezTo>
                    <a:pt x="160461" y="337237"/>
                    <a:pt x="157741" y="348115"/>
                    <a:pt x="152302" y="361714"/>
                  </a:cubicBezTo>
                  <a:cubicBezTo>
                    <a:pt x="149582" y="367153"/>
                    <a:pt x="146862" y="383471"/>
                    <a:pt x="146862" y="388910"/>
                  </a:cubicBezTo>
                  <a:cubicBezTo>
                    <a:pt x="146862" y="391630"/>
                    <a:pt x="149582" y="391630"/>
                    <a:pt x="152302" y="391630"/>
                  </a:cubicBezTo>
                  <a:cubicBezTo>
                    <a:pt x="157741" y="391630"/>
                    <a:pt x="171340" y="391630"/>
                    <a:pt x="174060" y="391630"/>
                  </a:cubicBezTo>
                  <a:cubicBezTo>
                    <a:pt x="182219" y="391630"/>
                    <a:pt x="190378" y="391630"/>
                    <a:pt x="195817" y="388910"/>
                  </a:cubicBezTo>
                  <a:cubicBezTo>
                    <a:pt x="201256" y="388910"/>
                    <a:pt x="206696" y="388910"/>
                    <a:pt x="214855" y="388910"/>
                  </a:cubicBezTo>
                  <a:cubicBezTo>
                    <a:pt x="220294" y="388910"/>
                    <a:pt x="228453" y="388910"/>
                    <a:pt x="239332" y="388910"/>
                  </a:cubicBezTo>
                  <a:cubicBezTo>
                    <a:pt x="244771" y="388910"/>
                    <a:pt x="250210" y="388910"/>
                    <a:pt x="252930" y="386191"/>
                  </a:cubicBezTo>
                  <a:cubicBezTo>
                    <a:pt x="258369" y="391630"/>
                    <a:pt x="261089" y="388910"/>
                    <a:pt x="261089" y="386191"/>
                  </a:cubicBezTo>
                  <a:cubicBezTo>
                    <a:pt x="261089" y="380751"/>
                    <a:pt x="258369" y="372592"/>
                    <a:pt x="258369" y="367153"/>
                  </a:cubicBezTo>
                  <a:cubicBezTo>
                    <a:pt x="255650" y="353555"/>
                    <a:pt x="252930" y="342676"/>
                    <a:pt x="252930" y="331797"/>
                  </a:cubicBezTo>
                  <a:cubicBezTo>
                    <a:pt x="252930" y="301881"/>
                    <a:pt x="252930" y="274685"/>
                    <a:pt x="250210" y="244769"/>
                  </a:cubicBezTo>
                  <a:cubicBezTo>
                    <a:pt x="250210" y="231170"/>
                    <a:pt x="247491" y="217572"/>
                    <a:pt x="244771" y="203974"/>
                  </a:cubicBezTo>
                  <a:cubicBezTo>
                    <a:pt x="242051" y="187656"/>
                    <a:pt x="239332" y="174058"/>
                    <a:pt x="239332" y="157740"/>
                  </a:cubicBezTo>
                  <a:cubicBezTo>
                    <a:pt x="239332" y="152300"/>
                    <a:pt x="239332" y="133263"/>
                    <a:pt x="236612" y="119665"/>
                  </a:cubicBezTo>
                  <a:cubicBezTo>
                    <a:pt x="236612" y="106066"/>
                    <a:pt x="233892" y="97907"/>
                    <a:pt x="228453" y="97907"/>
                  </a:cubicBezTo>
                  <a:close/>
                  <a:moveTo>
                    <a:pt x="274687" y="0"/>
                  </a:moveTo>
                  <a:cubicBezTo>
                    <a:pt x="288285" y="0"/>
                    <a:pt x="293724" y="2720"/>
                    <a:pt x="304603" y="5439"/>
                  </a:cubicBezTo>
                  <a:cubicBezTo>
                    <a:pt x="315482" y="10879"/>
                    <a:pt x="315482" y="16318"/>
                    <a:pt x="320921" y="24477"/>
                  </a:cubicBezTo>
                  <a:cubicBezTo>
                    <a:pt x="326360" y="29916"/>
                    <a:pt x="331800" y="35356"/>
                    <a:pt x="334519" y="43515"/>
                  </a:cubicBezTo>
                  <a:cubicBezTo>
                    <a:pt x="337239" y="51674"/>
                    <a:pt x="337239" y="57113"/>
                    <a:pt x="339959" y="65272"/>
                  </a:cubicBezTo>
                  <a:cubicBezTo>
                    <a:pt x="345398" y="78870"/>
                    <a:pt x="342678" y="97908"/>
                    <a:pt x="348118" y="114226"/>
                  </a:cubicBezTo>
                  <a:cubicBezTo>
                    <a:pt x="350837" y="130544"/>
                    <a:pt x="358996" y="146863"/>
                    <a:pt x="361716" y="163180"/>
                  </a:cubicBezTo>
                  <a:cubicBezTo>
                    <a:pt x="364435" y="182218"/>
                    <a:pt x="364435" y="201256"/>
                    <a:pt x="369875" y="220293"/>
                  </a:cubicBezTo>
                  <a:cubicBezTo>
                    <a:pt x="375314" y="239331"/>
                    <a:pt x="378034" y="255649"/>
                    <a:pt x="378034" y="274686"/>
                  </a:cubicBezTo>
                  <a:cubicBezTo>
                    <a:pt x="378034" y="282845"/>
                    <a:pt x="380753" y="293724"/>
                    <a:pt x="383473" y="301883"/>
                  </a:cubicBezTo>
                  <a:cubicBezTo>
                    <a:pt x="386193" y="312762"/>
                    <a:pt x="388912" y="326360"/>
                    <a:pt x="391632" y="337238"/>
                  </a:cubicBezTo>
                  <a:cubicBezTo>
                    <a:pt x="391632" y="342678"/>
                    <a:pt x="394352" y="353556"/>
                    <a:pt x="397071" y="364435"/>
                  </a:cubicBezTo>
                  <a:cubicBezTo>
                    <a:pt x="399791" y="372594"/>
                    <a:pt x="402511" y="380753"/>
                    <a:pt x="405230" y="383473"/>
                  </a:cubicBezTo>
                  <a:cubicBezTo>
                    <a:pt x="407950" y="386192"/>
                    <a:pt x="413389" y="386192"/>
                    <a:pt x="416109" y="386192"/>
                  </a:cubicBezTo>
                  <a:cubicBezTo>
                    <a:pt x="418829" y="386192"/>
                    <a:pt x="424268" y="386192"/>
                    <a:pt x="426988" y="386192"/>
                  </a:cubicBezTo>
                  <a:cubicBezTo>
                    <a:pt x="437866" y="386192"/>
                    <a:pt x="448745" y="388912"/>
                    <a:pt x="454184" y="397071"/>
                  </a:cubicBezTo>
                  <a:cubicBezTo>
                    <a:pt x="456904" y="399790"/>
                    <a:pt x="456904" y="402510"/>
                    <a:pt x="456904" y="405230"/>
                  </a:cubicBezTo>
                  <a:cubicBezTo>
                    <a:pt x="456904" y="407949"/>
                    <a:pt x="454184" y="410669"/>
                    <a:pt x="451465" y="416108"/>
                  </a:cubicBezTo>
                  <a:cubicBezTo>
                    <a:pt x="446025" y="421548"/>
                    <a:pt x="440586" y="426987"/>
                    <a:pt x="432427" y="429707"/>
                  </a:cubicBezTo>
                  <a:cubicBezTo>
                    <a:pt x="429707" y="429707"/>
                    <a:pt x="426988" y="432426"/>
                    <a:pt x="421548" y="432426"/>
                  </a:cubicBezTo>
                  <a:cubicBezTo>
                    <a:pt x="418829" y="432426"/>
                    <a:pt x="416109" y="432426"/>
                    <a:pt x="413389" y="435146"/>
                  </a:cubicBezTo>
                  <a:cubicBezTo>
                    <a:pt x="413389" y="435146"/>
                    <a:pt x="413389" y="437866"/>
                    <a:pt x="413389" y="440585"/>
                  </a:cubicBezTo>
                  <a:cubicBezTo>
                    <a:pt x="413389" y="443305"/>
                    <a:pt x="413389" y="448744"/>
                    <a:pt x="416109" y="451464"/>
                  </a:cubicBezTo>
                  <a:cubicBezTo>
                    <a:pt x="416109" y="456903"/>
                    <a:pt x="418829" y="462343"/>
                    <a:pt x="418829" y="465062"/>
                  </a:cubicBezTo>
                  <a:lnTo>
                    <a:pt x="418829" y="475941"/>
                  </a:lnTo>
                  <a:cubicBezTo>
                    <a:pt x="418829" y="481380"/>
                    <a:pt x="418829" y="484100"/>
                    <a:pt x="418829" y="486820"/>
                  </a:cubicBezTo>
                  <a:cubicBezTo>
                    <a:pt x="421548" y="497698"/>
                    <a:pt x="424268" y="505857"/>
                    <a:pt x="426988" y="516736"/>
                  </a:cubicBezTo>
                  <a:cubicBezTo>
                    <a:pt x="426988" y="524895"/>
                    <a:pt x="429707" y="535773"/>
                    <a:pt x="432427" y="543932"/>
                  </a:cubicBezTo>
                  <a:cubicBezTo>
                    <a:pt x="435147" y="554811"/>
                    <a:pt x="437866" y="562970"/>
                    <a:pt x="437866" y="573848"/>
                  </a:cubicBezTo>
                  <a:cubicBezTo>
                    <a:pt x="437866" y="587447"/>
                    <a:pt x="440586" y="595606"/>
                    <a:pt x="443306" y="606484"/>
                  </a:cubicBezTo>
                  <a:cubicBezTo>
                    <a:pt x="443306" y="609204"/>
                    <a:pt x="446025" y="614643"/>
                    <a:pt x="446025" y="617363"/>
                  </a:cubicBezTo>
                  <a:cubicBezTo>
                    <a:pt x="454184" y="617363"/>
                    <a:pt x="462343" y="617363"/>
                    <a:pt x="470502" y="617363"/>
                  </a:cubicBezTo>
                  <a:cubicBezTo>
                    <a:pt x="478661" y="625522"/>
                    <a:pt x="492259" y="630961"/>
                    <a:pt x="494979" y="641840"/>
                  </a:cubicBezTo>
                  <a:cubicBezTo>
                    <a:pt x="494979" y="647279"/>
                    <a:pt x="489540" y="649999"/>
                    <a:pt x="486820" y="655438"/>
                  </a:cubicBezTo>
                  <a:cubicBezTo>
                    <a:pt x="484100" y="660877"/>
                    <a:pt x="475942" y="663597"/>
                    <a:pt x="470502" y="663597"/>
                  </a:cubicBezTo>
                  <a:cubicBezTo>
                    <a:pt x="459623" y="666317"/>
                    <a:pt x="454184" y="666317"/>
                    <a:pt x="446025" y="666317"/>
                  </a:cubicBezTo>
                  <a:cubicBezTo>
                    <a:pt x="440586" y="666317"/>
                    <a:pt x="432427" y="666317"/>
                    <a:pt x="424268" y="666317"/>
                  </a:cubicBezTo>
                  <a:cubicBezTo>
                    <a:pt x="421548" y="666317"/>
                    <a:pt x="418829" y="666317"/>
                    <a:pt x="416109" y="666317"/>
                  </a:cubicBezTo>
                  <a:cubicBezTo>
                    <a:pt x="410670" y="669036"/>
                    <a:pt x="407950" y="669036"/>
                    <a:pt x="402511" y="671756"/>
                  </a:cubicBezTo>
                  <a:cubicBezTo>
                    <a:pt x="397071" y="671756"/>
                    <a:pt x="391632" y="674476"/>
                    <a:pt x="386193" y="674476"/>
                  </a:cubicBezTo>
                  <a:cubicBezTo>
                    <a:pt x="375314" y="674476"/>
                    <a:pt x="361716" y="671756"/>
                    <a:pt x="350837" y="669036"/>
                  </a:cubicBezTo>
                  <a:cubicBezTo>
                    <a:pt x="342678" y="669036"/>
                    <a:pt x="334519" y="669036"/>
                    <a:pt x="329080" y="669036"/>
                  </a:cubicBezTo>
                  <a:cubicBezTo>
                    <a:pt x="307323" y="669036"/>
                    <a:pt x="288285" y="669036"/>
                    <a:pt x="280126" y="669036"/>
                  </a:cubicBezTo>
                  <a:cubicBezTo>
                    <a:pt x="271967" y="669036"/>
                    <a:pt x="261088" y="669036"/>
                    <a:pt x="255649" y="663597"/>
                  </a:cubicBezTo>
                  <a:cubicBezTo>
                    <a:pt x="250210" y="660877"/>
                    <a:pt x="239331" y="655438"/>
                    <a:pt x="239331" y="647279"/>
                  </a:cubicBezTo>
                  <a:cubicBezTo>
                    <a:pt x="239331" y="636401"/>
                    <a:pt x="255649" y="633681"/>
                    <a:pt x="263808" y="630961"/>
                  </a:cubicBezTo>
                  <a:cubicBezTo>
                    <a:pt x="269247" y="630961"/>
                    <a:pt x="277406" y="630961"/>
                    <a:pt x="291005" y="628241"/>
                  </a:cubicBezTo>
                  <a:cubicBezTo>
                    <a:pt x="291005" y="620082"/>
                    <a:pt x="291005" y="614643"/>
                    <a:pt x="288285" y="609204"/>
                  </a:cubicBezTo>
                  <a:cubicBezTo>
                    <a:pt x="288285" y="601045"/>
                    <a:pt x="285565" y="590166"/>
                    <a:pt x="285565" y="582007"/>
                  </a:cubicBezTo>
                  <a:cubicBezTo>
                    <a:pt x="285565" y="576568"/>
                    <a:pt x="282846" y="573848"/>
                    <a:pt x="282846" y="568409"/>
                  </a:cubicBezTo>
                  <a:cubicBezTo>
                    <a:pt x="282846" y="562970"/>
                    <a:pt x="285565" y="557531"/>
                    <a:pt x="285565" y="554811"/>
                  </a:cubicBezTo>
                  <a:cubicBezTo>
                    <a:pt x="285565" y="549371"/>
                    <a:pt x="282846" y="546652"/>
                    <a:pt x="280126" y="538493"/>
                  </a:cubicBezTo>
                  <a:cubicBezTo>
                    <a:pt x="280126" y="527614"/>
                    <a:pt x="274687" y="516736"/>
                    <a:pt x="274687" y="505857"/>
                  </a:cubicBezTo>
                  <a:cubicBezTo>
                    <a:pt x="274687" y="494978"/>
                    <a:pt x="274687" y="486820"/>
                    <a:pt x="271967" y="478660"/>
                  </a:cubicBezTo>
                  <a:cubicBezTo>
                    <a:pt x="269247" y="467782"/>
                    <a:pt x="269247" y="456903"/>
                    <a:pt x="269247" y="446025"/>
                  </a:cubicBezTo>
                  <a:cubicBezTo>
                    <a:pt x="269247" y="440585"/>
                    <a:pt x="266528" y="437866"/>
                    <a:pt x="263808" y="437866"/>
                  </a:cubicBezTo>
                  <a:cubicBezTo>
                    <a:pt x="261088" y="437866"/>
                    <a:pt x="258369" y="437866"/>
                    <a:pt x="252929" y="437866"/>
                  </a:cubicBezTo>
                  <a:cubicBezTo>
                    <a:pt x="242051" y="437866"/>
                    <a:pt x="231172" y="437866"/>
                    <a:pt x="223013" y="440585"/>
                  </a:cubicBezTo>
                  <a:cubicBezTo>
                    <a:pt x="212135" y="440585"/>
                    <a:pt x="203976" y="443305"/>
                    <a:pt x="193097" y="443305"/>
                  </a:cubicBezTo>
                  <a:cubicBezTo>
                    <a:pt x="184938" y="443305"/>
                    <a:pt x="176779" y="443305"/>
                    <a:pt x="168620" y="443305"/>
                  </a:cubicBezTo>
                  <a:cubicBezTo>
                    <a:pt x="165900" y="443305"/>
                    <a:pt x="155021" y="440585"/>
                    <a:pt x="146862" y="440585"/>
                  </a:cubicBezTo>
                  <a:cubicBezTo>
                    <a:pt x="138703" y="440585"/>
                    <a:pt x="138703" y="448744"/>
                    <a:pt x="138703" y="454184"/>
                  </a:cubicBezTo>
                  <a:cubicBezTo>
                    <a:pt x="138703" y="465062"/>
                    <a:pt x="135983" y="475941"/>
                    <a:pt x="133263" y="486820"/>
                  </a:cubicBezTo>
                  <a:cubicBezTo>
                    <a:pt x="130544" y="505857"/>
                    <a:pt x="125105" y="522175"/>
                    <a:pt x="122385" y="541213"/>
                  </a:cubicBezTo>
                  <a:cubicBezTo>
                    <a:pt x="119665" y="560250"/>
                    <a:pt x="111506" y="595606"/>
                    <a:pt x="106067" y="614643"/>
                  </a:cubicBezTo>
                  <a:cubicBezTo>
                    <a:pt x="114226" y="614643"/>
                    <a:pt x="125105" y="614643"/>
                    <a:pt x="135983" y="614643"/>
                  </a:cubicBezTo>
                  <a:cubicBezTo>
                    <a:pt x="149581" y="614643"/>
                    <a:pt x="171340" y="614643"/>
                    <a:pt x="171340" y="630961"/>
                  </a:cubicBezTo>
                  <a:cubicBezTo>
                    <a:pt x="171340" y="639120"/>
                    <a:pt x="168620" y="639120"/>
                    <a:pt x="165900" y="647279"/>
                  </a:cubicBezTo>
                  <a:cubicBezTo>
                    <a:pt x="163181" y="652718"/>
                    <a:pt x="155021" y="655438"/>
                    <a:pt x="149581" y="655438"/>
                  </a:cubicBezTo>
                  <a:cubicBezTo>
                    <a:pt x="141423" y="658158"/>
                    <a:pt x="135983" y="658158"/>
                    <a:pt x="127824" y="658158"/>
                  </a:cubicBezTo>
                  <a:cubicBezTo>
                    <a:pt x="122385" y="658158"/>
                    <a:pt x="116946" y="658158"/>
                    <a:pt x="106067" y="658158"/>
                  </a:cubicBezTo>
                  <a:cubicBezTo>
                    <a:pt x="92469" y="658158"/>
                    <a:pt x="78870" y="658158"/>
                    <a:pt x="62552" y="658158"/>
                  </a:cubicBezTo>
                  <a:cubicBezTo>
                    <a:pt x="54393" y="658158"/>
                    <a:pt x="46234" y="658158"/>
                    <a:pt x="40795" y="658158"/>
                  </a:cubicBezTo>
                  <a:cubicBezTo>
                    <a:pt x="32636" y="658158"/>
                    <a:pt x="21758" y="658158"/>
                    <a:pt x="16318" y="652718"/>
                  </a:cubicBezTo>
                  <a:cubicBezTo>
                    <a:pt x="8159" y="649999"/>
                    <a:pt x="0" y="641840"/>
                    <a:pt x="0" y="636401"/>
                  </a:cubicBezTo>
                  <a:cubicBezTo>
                    <a:pt x="0" y="633681"/>
                    <a:pt x="0" y="630961"/>
                    <a:pt x="2720" y="628241"/>
                  </a:cubicBezTo>
                  <a:cubicBezTo>
                    <a:pt x="8159" y="625522"/>
                    <a:pt x="16318" y="622802"/>
                    <a:pt x="24477" y="620082"/>
                  </a:cubicBezTo>
                  <a:cubicBezTo>
                    <a:pt x="38075" y="617363"/>
                    <a:pt x="48954" y="617363"/>
                    <a:pt x="62552" y="617363"/>
                  </a:cubicBezTo>
                  <a:cubicBezTo>
                    <a:pt x="62552" y="617363"/>
                    <a:pt x="62552" y="614643"/>
                    <a:pt x="62552" y="614643"/>
                  </a:cubicBezTo>
                  <a:cubicBezTo>
                    <a:pt x="62552" y="603765"/>
                    <a:pt x="65272" y="590166"/>
                    <a:pt x="65272" y="587447"/>
                  </a:cubicBezTo>
                  <a:cubicBezTo>
                    <a:pt x="67992" y="565689"/>
                    <a:pt x="73431" y="543932"/>
                    <a:pt x="76151" y="522175"/>
                  </a:cubicBezTo>
                  <a:cubicBezTo>
                    <a:pt x="78870" y="505857"/>
                    <a:pt x="81590" y="486820"/>
                    <a:pt x="87029" y="470501"/>
                  </a:cubicBezTo>
                  <a:cubicBezTo>
                    <a:pt x="87029" y="465062"/>
                    <a:pt x="92469" y="451464"/>
                    <a:pt x="92469" y="446025"/>
                  </a:cubicBezTo>
                  <a:cubicBezTo>
                    <a:pt x="92469" y="437866"/>
                    <a:pt x="73431" y="437866"/>
                    <a:pt x="65272" y="432426"/>
                  </a:cubicBezTo>
                  <a:cubicBezTo>
                    <a:pt x="59833" y="429707"/>
                    <a:pt x="54393" y="426987"/>
                    <a:pt x="54393" y="421548"/>
                  </a:cubicBezTo>
                  <a:cubicBezTo>
                    <a:pt x="54393" y="413389"/>
                    <a:pt x="62552" y="410669"/>
                    <a:pt x="73431" y="407949"/>
                  </a:cubicBezTo>
                  <a:cubicBezTo>
                    <a:pt x="78870" y="407949"/>
                    <a:pt x="92469" y="405230"/>
                    <a:pt x="100628" y="399790"/>
                  </a:cubicBezTo>
                  <a:cubicBezTo>
                    <a:pt x="106067" y="394351"/>
                    <a:pt x="106067" y="378033"/>
                    <a:pt x="108787" y="369874"/>
                  </a:cubicBezTo>
                  <a:cubicBezTo>
                    <a:pt x="114226" y="348117"/>
                    <a:pt x="119665" y="326360"/>
                    <a:pt x="125105" y="307322"/>
                  </a:cubicBezTo>
                  <a:cubicBezTo>
                    <a:pt x="130544" y="285565"/>
                    <a:pt x="135983" y="263808"/>
                    <a:pt x="141423" y="242051"/>
                  </a:cubicBezTo>
                  <a:cubicBezTo>
                    <a:pt x="146862" y="220293"/>
                    <a:pt x="152301" y="198536"/>
                    <a:pt x="155021" y="179498"/>
                  </a:cubicBezTo>
                  <a:cubicBezTo>
                    <a:pt x="157740" y="160461"/>
                    <a:pt x="163181" y="138703"/>
                    <a:pt x="168620" y="119665"/>
                  </a:cubicBezTo>
                  <a:cubicBezTo>
                    <a:pt x="176779" y="100627"/>
                    <a:pt x="182218" y="76150"/>
                    <a:pt x="193097" y="57113"/>
                  </a:cubicBezTo>
                  <a:lnTo>
                    <a:pt x="201256" y="38075"/>
                  </a:lnTo>
                  <a:cubicBezTo>
                    <a:pt x="206695" y="29916"/>
                    <a:pt x="209415" y="19038"/>
                    <a:pt x="217574" y="13598"/>
                  </a:cubicBezTo>
                  <a:cubicBezTo>
                    <a:pt x="231172" y="2720"/>
                    <a:pt x="255649" y="0"/>
                    <a:pt x="274687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C6CA1296-E56E-4964-A66F-3EB3E89A1239}"/>
                </a:ext>
              </a:extLst>
            </p:cNvPr>
            <p:cNvSpPr/>
            <p:nvPr/>
          </p:nvSpPr>
          <p:spPr>
            <a:xfrm>
              <a:off x="3443268" y="4186718"/>
              <a:ext cx="435145" cy="761503"/>
            </a:xfrm>
            <a:custGeom>
              <a:avLst/>
              <a:gdLst>
                <a:gd name="connsiteX0" fmla="*/ 400855 w 435145"/>
                <a:gd name="connsiteY0" fmla="*/ 678260 h 761503"/>
                <a:gd name="connsiteX1" fmla="*/ 384537 w 435145"/>
                <a:gd name="connsiteY1" fmla="*/ 719054 h 761503"/>
                <a:gd name="connsiteX2" fmla="*/ 368219 w 435145"/>
                <a:gd name="connsiteY2" fmla="*/ 713615 h 761503"/>
                <a:gd name="connsiteX3" fmla="*/ 360060 w 435145"/>
                <a:gd name="connsiteY3" fmla="*/ 697297 h 761503"/>
                <a:gd name="connsiteX4" fmla="*/ 360060 w 435145"/>
                <a:gd name="connsiteY4" fmla="*/ 651063 h 761503"/>
                <a:gd name="connsiteX5" fmla="*/ 332864 w 435145"/>
                <a:gd name="connsiteY5" fmla="*/ 686418 h 761503"/>
                <a:gd name="connsiteX6" fmla="*/ 251274 w 435145"/>
                <a:gd name="connsiteY6" fmla="*/ 721774 h 761503"/>
                <a:gd name="connsiteX7" fmla="*/ 229517 w 435145"/>
                <a:gd name="connsiteY7" fmla="*/ 719054 h 761503"/>
                <a:gd name="connsiteX8" fmla="*/ 158806 w 435145"/>
                <a:gd name="connsiteY8" fmla="*/ 694578 h 761503"/>
                <a:gd name="connsiteX9" fmla="*/ 112571 w 435145"/>
                <a:gd name="connsiteY9" fmla="*/ 659222 h 761503"/>
                <a:gd name="connsiteX10" fmla="*/ 79936 w 435145"/>
                <a:gd name="connsiteY10" fmla="*/ 607548 h 761503"/>
                <a:gd name="connsiteX11" fmla="*/ 63618 w 435145"/>
                <a:gd name="connsiteY11" fmla="*/ 542277 h 761503"/>
                <a:gd name="connsiteX12" fmla="*/ 58178 w 435145"/>
                <a:gd name="connsiteY12" fmla="*/ 471566 h 761503"/>
                <a:gd name="connsiteX13" fmla="*/ 60898 w 435145"/>
                <a:gd name="connsiteY13" fmla="*/ 400855 h 761503"/>
                <a:gd name="connsiteX14" fmla="*/ 66337 w 435145"/>
                <a:gd name="connsiteY14" fmla="*/ 335583 h 761503"/>
                <a:gd name="connsiteX15" fmla="*/ 85375 w 435145"/>
                <a:gd name="connsiteY15" fmla="*/ 267592 h 761503"/>
                <a:gd name="connsiteX16" fmla="*/ 109852 w 435145"/>
                <a:gd name="connsiteY16" fmla="*/ 199600 h 761503"/>
                <a:gd name="connsiteX17" fmla="*/ 145207 w 435145"/>
                <a:gd name="connsiteY17" fmla="*/ 145207 h 761503"/>
                <a:gd name="connsiteX18" fmla="*/ 188722 w 435145"/>
                <a:gd name="connsiteY18" fmla="*/ 96253 h 761503"/>
                <a:gd name="connsiteX19" fmla="*/ 243115 w 435145"/>
                <a:gd name="connsiteY19" fmla="*/ 71776 h 761503"/>
                <a:gd name="connsiteX20" fmla="*/ 286630 w 435145"/>
                <a:gd name="connsiteY20" fmla="*/ 63617 h 761503"/>
                <a:gd name="connsiteX21" fmla="*/ 305667 w 435145"/>
                <a:gd name="connsiteY21" fmla="*/ 66337 h 761503"/>
                <a:gd name="connsiteX22" fmla="*/ 324705 w 435145"/>
                <a:gd name="connsiteY22" fmla="*/ 79936 h 761503"/>
                <a:gd name="connsiteX23" fmla="*/ 341023 w 435145"/>
                <a:gd name="connsiteY23" fmla="*/ 101693 h 761503"/>
                <a:gd name="connsiteX24" fmla="*/ 354621 w 435145"/>
                <a:gd name="connsiteY24" fmla="*/ 123450 h 761503"/>
                <a:gd name="connsiteX25" fmla="*/ 354621 w 435145"/>
                <a:gd name="connsiteY25" fmla="*/ 98973 h 761503"/>
                <a:gd name="connsiteX26" fmla="*/ 360060 w 435145"/>
                <a:gd name="connsiteY26" fmla="*/ 74496 h 761503"/>
                <a:gd name="connsiteX27" fmla="*/ 365500 w 435145"/>
                <a:gd name="connsiteY27" fmla="*/ 63617 h 761503"/>
                <a:gd name="connsiteX28" fmla="*/ 373659 w 435145"/>
                <a:gd name="connsiteY28" fmla="*/ 58178 h 761503"/>
                <a:gd name="connsiteX29" fmla="*/ 381818 w 435145"/>
                <a:gd name="connsiteY29" fmla="*/ 63617 h 761503"/>
                <a:gd name="connsiteX30" fmla="*/ 389977 w 435145"/>
                <a:gd name="connsiteY30" fmla="*/ 82655 h 761503"/>
                <a:gd name="connsiteX31" fmla="*/ 392696 w 435145"/>
                <a:gd name="connsiteY31" fmla="*/ 126170 h 761503"/>
                <a:gd name="connsiteX32" fmla="*/ 395416 w 435145"/>
                <a:gd name="connsiteY32" fmla="*/ 186002 h 761503"/>
                <a:gd name="connsiteX33" fmla="*/ 398136 w 435145"/>
                <a:gd name="connsiteY33" fmla="*/ 237675 h 761503"/>
                <a:gd name="connsiteX34" fmla="*/ 398136 w 435145"/>
                <a:gd name="connsiteY34" fmla="*/ 243115 h 761503"/>
                <a:gd name="connsiteX35" fmla="*/ 395416 w 435145"/>
                <a:gd name="connsiteY35" fmla="*/ 256713 h 761503"/>
                <a:gd name="connsiteX36" fmla="*/ 379098 w 435145"/>
                <a:gd name="connsiteY36" fmla="*/ 278470 h 761503"/>
                <a:gd name="connsiteX37" fmla="*/ 362780 w 435145"/>
                <a:gd name="connsiteY37" fmla="*/ 273031 h 761503"/>
                <a:gd name="connsiteX38" fmla="*/ 354621 w 435145"/>
                <a:gd name="connsiteY38" fmla="*/ 256713 h 761503"/>
                <a:gd name="connsiteX39" fmla="*/ 354621 w 435145"/>
                <a:gd name="connsiteY39" fmla="*/ 213198 h 761503"/>
                <a:gd name="connsiteX40" fmla="*/ 354621 w 435145"/>
                <a:gd name="connsiteY40" fmla="*/ 205040 h 761503"/>
                <a:gd name="connsiteX41" fmla="*/ 338303 w 435145"/>
                <a:gd name="connsiteY41" fmla="*/ 147927 h 761503"/>
                <a:gd name="connsiteX42" fmla="*/ 292069 w 435145"/>
                <a:gd name="connsiteY42" fmla="*/ 107132 h 761503"/>
                <a:gd name="connsiteX43" fmla="*/ 262153 w 435145"/>
                <a:gd name="connsiteY43" fmla="*/ 120730 h 761503"/>
                <a:gd name="connsiteX44" fmla="*/ 251274 w 435145"/>
                <a:gd name="connsiteY44" fmla="*/ 131609 h 761503"/>
                <a:gd name="connsiteX45" fmla="*/ 240395 w 435145"/>
                <a:gd name="connsiteY45" fmla="*/ 139768 h 761503"/>
                <a:gd name="connsiteX46" fmla="*/ 237676 w 435145"/>
                <a:gd name="connsiteY46" fmla="*/ 164245 h 761503"/>
                <a:gd name="connsiteX47" fmla="*/ 226797 w 435145"/>
                <a:gd name="connsiteY47" fmla="*/ 196881 h 761503"/>
                <a:gd name="connsiteX48" fmla="*/ 213199 w 435145"/>
                <a:gd name="connsiteY48" fmla="*/ 259433 h 761503"/>
                <a:gd name="connsiteX49" fmla="*/ 207759 w 435145"/>
                <a:gd name="connsiteY49" fmla="*/ 324704 h 761503"/>
                <a:gd name="connsiteX50" fmla="*/ 207759 w 435145"/>
                <a:gd name="connsiteY50" fmla="*/ 335583 h 761503"/>
                <a:gd name="connsiteX51" fmla="*/ 205040 w 435145"/>
                <a:gd name="connsiteY51" fmla="*/ 349181 h 761503"/>
                <a:gd name="connsiteX52" fmla="*/ 207759 w 435145"/>
                <a:gd name="connsiteY52" fmla="*/ 368219 h 761503"/>
                <a:gd name="connsiteX53" fmla="*/ 207759 w 435145"/>
                <a:gd name="connsiteY53" fmla="*/ 376378 h 761503"/>
                <a:gd name="connsiteX54" fmla="*/ 205040 w 435145"/>
                <a:gd name="connsiteY54" fmla="*/ 387256 h 761503"/>
                <a:gd name="connsiteX55" fmla="*/ 205040 w 435145"/>
                <a:gd name="connsiteY55" fmla="*/ 395415 h 761503"/>
                <a:gd name="connsiteX56" fmla="*/ 205040 w 435145"/>
                <a:gd name="connsiteY56" fmla="*/ 406294 h 761503"/>
                <a:gd name="connsiteX57" fmla="*/ 205040 w 435145"/>
                <a:gd name="connsiteY57" fmla="*/ 425332 h 761503"/>
                <a:gd name="connsiteX58" fmla="*/ 213199 w 435145"/>
                <a:gd name="connsiteY58" fmla="*/ 493323 h 761503"/>
                <a:gd name="connsiteX59" fmla="*/ 221358 w 435145"/>
                <a:gd name="connsiteY59" fmla="*/ 561314 h 761503"/>
                <a:gd name="connsiteX60" fmla="*/ 226797 w 435145"/>
                <a:gd name="connsiteY60" fmla="*/ 591231 h 761503"/>
                <a:gd name="connsiteX61" fmla="*/ 240395 w 435145"/>
                <a:gd name="connsiteY61" fmla="*/ 618427 h 761503"/>
                <a:gd name="connsiteX62" fmla="*/ 283910 w 435145"/>
                <a:gd name="connsiteY62" fmla="*/ 651063 h 761503"/>
                <a:gd name="connsiteX63" fmla="*/ 338303 w 435145"/>
                <a:gd name="connsiteY63" fmla="*/ 612988 h 761503"/>
                <a:gd name="connsiteX64" fmla="*/ 354621 w 435145"/>
                <a:gd name="connsiteY64" fmla="*/ 577632 h 761503"/>
                <a:gd name="connsiteX65" fmla="*/ 357341 w 435145"/>
                <a:gd name="connsiteY65" fmla="*/ 509641 h 761503"/>
                <a:gd name="connsiteX66" fmla="*/ 362780 w 435145"/>
                <a:gd name="connsiteY66" fmla="*/ 485164 h 761503"/>
                <a:gd name="connsiteX67" fmla="*/ 368219 w 435145"/>
                <a:gd name="connsiteY67" fmla="*/ 474286 h 761503"/>
                <a:gd name="connsiteX68" fmla="*/ 376378 w 435145"/>
                <a:gd name="connsiteY68" fmla="*/ 468846 h 761503"/>
                <a:gd name="connsiteX69" fmla="*/ 384537 w 435145"/>
                <a:gd name="connsiteY69" fmla="*/ 474286 h 761503"/>
                <a:gd name="connsiteX70" fmla="*/ 392696 w 435145"/>
                <a:gd name="connsiteY70" fmla="*/ 493323 h 761503"/>
                <a:gd name="connsiteX71" fmla="*/ 395416 w 435145"/>
                <a:gd name="connsiteY71" fmla="*/ 558595 h 761503"/>
                <a:gd name="connsiteX72" fmla="*/ 398136 w 435145"/>
                <a:gd name="connsiteY72" fmla="*/ 618427 h 761503"/>
                <a:gd name="connsiteX73" fmla="*/ 400855 w 435145"/>
                <a:gd name="connsiteY73" fmla="*/ 678260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435145" h="761503">
                  <a:moveTo>
                    <a:pt x="400855" y="678260"/>
                  </a:moveTo>
                  <a:cubicBezTo>
                    <a:pt x="400855" y="689138"/>
                    <a:pt x="400855" y="719054"/>
                    <a:pt x="384537" y="719054"/>
                  </a:cubicBezTo>
                  <a:cubicBezTo>
                    <a:pt x="376378" y="719054"/>
                    <a:pt x="373659" y="716335"/>
                    <a:pt x="368219" y="713615"/>
                  </a:cubicBezTo>
                  <a:cubicBezTo>
                    <a:pt x="362780" y="710895"/>
                    <a:pt x="360060" y="702736"/>
                    <a:pt x="360060" y="697297"/>
                  </a:cubicBezTo>
                  <a:cubicBezTo>
                    <a:pt x="357341" y="680979"/>
                    <a:pt x="357341" y="664661"/>
                    <a:pt x="360060" y="651063"/>
                  </a:cubicBezTo>
                  <a:cubicBezTo>
                    <a:pt x="354621" y="659222"/>
                    <a:pt x="341023" y="678260"/>
                    <a:pt x="332864" y="686418"/>
                  </a:cubicBezTo>
                  <a:cubicBezTo>
                    <a:pt x="311107" y="708176"/>
                    <a:pt x="283910" y="721774"/>
                    <a:pt x="251274" y="721774"/>
                  </a:cubicBezTo>
                  <a:cubicBezTo>
                    <a:pt x="243115" y="721774"/>
                    <a:pt x="237676" y="721774"/>
                    <a:pt x="229517" y="719054"/>
                  </a:cubicBezTo>
                  <a:cubicBezTo>
                    <a:pt x="207759" y="716335"/>
                    <a:pt x="183283" y="708176"/>
                    <a:pt x="158806" y="694578"/>
                  </a:cubicBezTo>
                  <a:cubicBezTo>
                    <a:pt x="142488" y="686418"/>
                    <a:pt x="126170" y="672820"/>
                    <a:pt x="112571" y="659222"/>
                  </a:cubicBezTo>
                  <a:cubicBezTo>
                    <a:pt x="98973" y="642904"/>
                    <a:pt x="88095" y="626586"/>
                    <a:pt x="79936" y="607548"/>
                  </a:cubicBezTo>
                  <a:cubicBezTo>
                    <a:pt x="71777" y="585791"/>
                    <a:pt x="66337" y="566754"/>
                    <a:pt x="63618" y="542277"/>
                  </a:cubicBezTo>
                  <a:cubicBezTo>
                    <a:pt x="60898" y="517800"/>
                    <a:pt x="58178" y="493323"/>
                    <a:pt x="58178" y="471566"/>
                  </a:cubicBezTo>
                  <a:cubicBezTo>
                    <a:pt x="58178" y="447089"/>
                    <a:pt x="58178" y="425332"/>
                    <a:pt x="60898" y="400855"/>
                  </a:cubicBezTo>
                  <a:cubicBezTo>
                    <a:pt x="63618" y="379098"/>
                    <a:pt x="60898" y="357340"/>
                    <a:pt x="66337" y="335583"/>
                  </a:cubicBezTo>
                  <a:cubicBezTo>
                    <a:pt x="69057" y="313826"/>
                    <a:pt x="77216" y="289349"/>
                    <a:pt x="85375" y="267592"/>
                  </a:cubicBezTo>
                  <a:cubicBezTo>
                    <a:pt x="93534" y="243115"/>
                    <a:pt x="98973" y="221357"/>
                    <a:pt x="109852" y="199600"/>
                  </a:cubicBezTo>
                  <a:cubicBezTo>
                    <a:pt x="118011" y="177843"/>
                    <a:pt x="131609" y="161525"/>
                    <a:pt x="145207" y="145207"/>
                  </a:cubicBezTo>
                  <a:cubicBezTo>
                    <a:pt x="158806" y="128889"/>
                    <a:pt x="172404" y="109852"/>
                    <a:pt x="188722" y="96253"/>
                  </a:cubicBezTo>
                  <a:cubicBezTo>
                    <a:pt x="205040" y="82655"/>
                    <a:pt x="224077" y="77216"/>
                    <a:pt x="243115" y="71776"/>
                  </a:cubicBezTo>
                  <a:cubicBezTo>
                    <a:pt x="256713" y="69057"/>
                    <a:pt x="273031" y="63617"/>
                    <a:pt x="286630" y="63617"/>
                  </a:cubicBezTo>
                  <a:cubicBezTo>
                    <a:pt x="292069" y="63617"/>
                    <a:pt x="297508" y="63617"/>
                    <a:pt x="305667" y="66337"/>
                  </a:cubicBezTo>
                  <a:cubicBezTo>
                    <a:pt x="313826" y="69057"/>
                    <a:pt x="319266" y="74496"/>
                    <a:pt x="324705" y="79936"/>
                  </a:cubicBezTo>
                  <a:cubicBezTo>
                    <a:pt x="332864" y="85375"/>
                    <a:pt x="332864" y="93534"/>
                    <a:pt x="341023" y="101693"/>
                  </a:cubicBezTo>
                  <a:cubicBezTo>
                    <a:pt x="346462" y="107132"/>
                    <a:pt x="349182" y="118011"/>
                    <a:pt x="354621" y="123450"/>
                  </a:cubicBezTo>
                  <a:cubicBezTo>
                    <a:pt x="354621" y="115291"/>
                    <a:pt x="354621" y="101693"/>
                    <a:pt x="354621" y="98973"/>
                  </a:cubicBezTo>
                  <a:cubicBezTo>
                    <a:pt x="354621" y="90814"/>
                    <a:pt x="354621" y="79936"/>
                    <a:pt x="360060" y="74496"/>
                  </a:cubicBezTo>
                  <a:cubicBezTo>
                    <a:pt x="362780" y="71776"/>
                    <a:pt x="362780" y="69057"/>
                    <a:pt x="365500" y="63617"/>
                  </a:cubicBezTo>
                  <a:cubicBezTo>
                    <a:pt x="368219" y="60898"/>
                    <a:pt x="370939" y="58178"/>
                    <a:pt x="373659" y="58178"/>
                  </a:cubicBezTo>
                  <a:cubicBezTo>
                    <a:pt x="376378" y="58178"/>
                    <a:pt x="379098" y="60898"/>
                    <a:pt x="381818" y="63617"/>
                  </a:cubicBezTo>
                  <a:cubicBezTo>
                    <a:pt x="384537" y="69057"/>
                    <a:pt x="387257" y="77216"/>
                    <a:pt x="389977" y="82655"/>
                  </a:cubicBezTo>
                  <a:cubicBezTo>
                    <a:pt x="389977" y="90814"/>
                    <a:pt x="392696" y="107132"/>
                    <a:pt x="392696" y="126170"/>
                  </a:cubicBezTo>
                  <a:cubicBezTo>
                    <a:pt x="392696" y="150647"/>
                    <a:pt x="392696" y="177843"/>
                    <a:pt x="395416" y="186002"/>
                  </a:cubicBezTo>
                  <a:cubicBezTo>
                    <a:pt x="398136" y="205040"/>
                    <a:pt x="398136" y="215918"/>
                    <a:pt x="398136" y="237675"/>
                  </a:cubicBezTo>
                  <a:cubicBezTo>
                    <a:pt x="398136" y="240395"/>
                    <a:pt x="398136" y="243115"/>
                    <a:pt x="398136" y="243115"/>
                  </a:cubicBezTo>
                  <a:cubicBezTo>
                    <a:pt x="398136" y="248554"/>
                    <a:pt x="398136" y="251274"/>
                    <a:pt x="395416" y="256713"/>
                  </a:cubicBezTo>
                  <a:cubicBezTo>
                    <a:pt x="392696" y="267592"/>
                    <a:pt x="389977" y="278470"/>
                    <a:pt x="379098" y="278470"/>
                  </a:cubicBezTo>
                  <a:cubicBezTo>
                    <a:pt x="370939" y="278470"/>
                    <a:pt x="368219" y="275751"/>
                    <a:pt x="362780" y="273031"/>
                  </a:cubicBezTo>
                  <a:cubicBezTo>
                    <a:pt x="357341" y="270311"/>
                    <a:pt x="354621" y="262152"/>
                    <a:pt x="354621" y="256713"/>
                  </a:cubicBezTo>
                  <a:cubicBezTo>
                    <a:pt x="349182" y="237675"/>
                    <a:pt x="354621" y="232236"/>
                    <a:pt x="354621" y="213198"/>
                  </a:cubicBezTo>
                  <a:cubicBezTo>
                    <a:pt x="354621" y="210479"/>
                    <a:pt x="354621" y="207759"/>
                    <a:pt x="354621" y="205040"/>
                  </a:cubicBezTo>
                  <a:cubicBezTo>
                    <a:pt x="349182" y="186002"/>
                    <a:pt x="343742" y="169684"/>
                    <a:pt x="338303" y="147927"/>
                  </a:cubicBezTo>
                  <a:cubicBezTo>
                    <a:pt x="332864" y="131609"/>
                    <a:pt x="311107" y="107132"/>
                    <a:pt x="292069" y="107132"/>
                  </a:cubicBezTo>
                  <a:cubicBezTo>
                    <a:pt x="281190" y="107132"/>
                    <a:pt x="270312" y="115291"/>
                    <a:pt x="262153" y="120730"/>
                  </a:cubicBezTo>
                  <a:cubicBezTo>
                    <a:pt x="259433" y="123450"/>
                    <a:pt x="256713" y="126170"/>
                    <a:pt x="251274" y="131609"/>
                  </a:cubicBezTo>
                  <a:cubicBezTo>
                    <a:pt x="248554" y="134329"/>
                    <a:pt x="243115" y="137048"/>
                    <a:pt x="240395" y="139768"/>
                  </a:cubicBezTo>
                  <a:cubicBezTo>
                    <a:pt x="237676" y="145207"/>
                    <a:pt x="240395" y="156086"/>
                    <a:pt x="237676" y="164245"/>
                  </a:cubicBezTo>
                  <a:cubicBezTo>
                    <a:pt x="232236" y="175123"/>
                    <a:pt x="229517" y="186002"/>
                    <a:pt x="226797" y="196881"/>
                  </a:cubicBezTo>
                  <a:cubicBezTo>
                    <a:pt x="221358" y="218638"/>
                    <a:pt x="218638" y="237675"/>
                    <a:pt x="213199" y="259433"/>
                  </a:cubicBezTo>
                  <a:cubicBezTo>
                    <a:pt x="210479" y="281190"/>
                    <a:pt x="207759" y="302947"/>
                    <a:pt x="207759" y="324704"/>
                  </a:cubicBezTo>
                  <a:cubicBezTo>
                    <a:pt x="207759" y="327424"/>
                    <a:pt x="207759" y="332863"/>
                    <a:pt x="207759" y="335583"/>
                  </a:cubicBezTo>
                  <a:cubicBezTo>
                    <a:pt x="207759" y="341022"/>
                    <a:pt x="205040" y="343742"/>
                    <a:pt x="205040" y="349181"/>
                  </a:cubicBezTo>
                  <a:cubicBezTo>
                    <a:pt x="205040" y="354621"/>
                    <a:pt x="207759" y="362779"/>
                    <a:pt x="207759" y="368219"/>
                  </a:cubicBezTo>
                  <a:cubicBezTo>
                    <a:pt x="207759" y="370939"/>
                    <a:pt x="207759" y="373658"/>
                    <a:pt x="207759" y="376378"/>
                  </a:cubicBezTo>
                  <a:cubicBezTo>
                    <a:pt x="205040" y="381817"/>
                    <a:pt x="205040" y="384537"/>
                    <a:pt x="205040" y="387256"/>
                  </a:cubicBezTo>
                  <a:cubicBezTo>
                    <a:pt x="205040" y="389976"/>
                    <a:pt x="205040" y="392696"/>
                    <a:pt x="205040" y="395415"/>
                  </a:cubicBezTo>
                  <a:cubicBezTo>
                    <a:pt x="205040" y="398135"/>
                    <a:pt x="205040" y="403574"/>
                    <a:pt x="205040" y="406294"/>
                  </a:cubicBezTo>
                  <a:cubicBezTo>
                    <a:pt x="205040" y="411733"/>
                    <a:pt x="205040" y="417173"/>
                    <a:pt x="205040" y="425332"/>
                  </a:cubicBezTo>
                  <a:cubicBezTo>
                    <a:pt x="205040" y="449809"/>
                    <a:pt x="213199" y="471566"/>
                    <a:pt x="213199" y="493323"/>
                  </a:cubicBezTo>
                  <a:cubicBezTo>
                    <a:pt x="213199" y="517800"/>
                    <a:pt x="215919" y="539557"/>
                    <a:pt x="221358" y="561314"/>
                  </a:cubicBezTo>
                  <a:cubicBezTo>
                    <a:pt x="224077" y="572193"/>
                    <a:pt x="224077" y="580352"/>
                    <a:pt x="226797" y="591231"/>
                  </a:cubicBezTo>
                  <a:cubicBezTo>
                    <a:pt x="229517" y="599390"/>
                    <a:pt x="237676" y="607548"/>
                    <a:pt x="240395" y="618427"/>
                  </a:cubicBezTo>
                  <a:cubicBezTo>
                    <a:pt x="248554" y="637465"/>
                    <a:pt x="262153" y="651063"/>
                    <a:pt x="283910" y="651063"/>
                  </a:cubicBezTo>
                  <a:cubicBezTo>
                    <a:pt x="302948" y="651063"/>
                    <a:pt x="330144" y="629306"/>
                    <a:pt x="338303" y="612988"/>
                  </a:cubicBezTo>
                  <a:cubicBezTo>
                    <a:pt x="346462" y="599390"/>
                    <a:pt x="351901" y="591231"/>
                    <a:pt x="354621" y="577632"/>
                  </a:cubicBezTo>
                  <a:cubicBezTo>
                    <a:pt x="354621" y="550436"/>
                    <a:pt x="354621" y="517800"/>
                    <a:pt x="357341" y="509641"/>
                  </a:cubicBezTo>
                  <a:cubicBezTo>
                    <a:pt x="357341" y="501482"/>
                    <a:pt x="357341" y="490603"/>
                    <a:pt x="362780" y="485164"/>
                  </a:cubicBezTo>
                  <a:cubicBezTo>
                    <a:pt x="365500" y="482444"/>
                    <a:pt x="365500" y="479725"/>
                    <a:pt x="368219" y="474286"/>
                  </a:cubicBezTo>
                  <a:cubicBezTo>
                    <a:pt x="370939" y="471566"/>
                    <a:pt x="373659" y="468846"/>
                    <a:pt x="376378" y="468846"/>
                  </a:cubicBezTo>
                  <a:cubicBezTo>
                    <a:pt x="379098" y="468846"/>
                    <a:pt x="381818" y="471566"/>
                    <a:pt x="384537" y="474286"/>
                  </a:cubicBezTo>
                  <a:cubicBezTo>
                    <a:pt x="387257" y="479725"/>
                    <a:pt x="389977" y="487884"/>
                    <a:pt x="392696" y="493323"/>
                  </a:cubicBezTo>
                  <a:cubicBezTo>
                    <a:pt x="392696" y="501482"/>
                    <a:pt x="395416" y="539557"/>
                    <a:pt x="395416" y="558595"/>
                  </a:cubicBezTo>
                  <a:cubicBezTo>
                    <a:pt x="395416" y="583072"/>
                    <a:pt x="395416" y="610268"/>
                    <a:pt x="398136" y="618427"/>
                  </a:cubicBezTo>
                  <a:cubicBezTo>
                    <a:pt x="398136" y="648343"/>
                    <a:pt x="400855" y="659222"/>
                    <a:pt x="400855" y="678260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C92FBFDE-3137-468A-8F8D-05A481D5D8C8}"/>
                </a:ext>
              </a:extLst>
            </p:cNvPr>
            <p:cNvSpPr/>
            <p:nvPr/>
          </p:nvSpPr>
          <p:spPr>
            <a:xfrm>
              <a:off x="3829459" y="4200317"/>
              <a:ext cx="598325" cy="761503"/>
            </a:xfrm>
            <a:custGeom>
              <a:avLst/>
              <a:gdLst>
                <a:gd name="connsiteX0" fmla="*/ 360060 w 598324"/>
                <a:gd name="connsiteY0" fmla="*/ 332863 h 761503"/>
                <a:gd name="connsiteX1" fmla="*/ 341023 w 598324"/>
                <a:gd name="connsiteY1" fmla="*/ 370939 h 761503"/>
                <a:gd name="connsiteX2" fmla="*/ 376378 w 598324"/>
                <a:gd name="connsiteY2" fmla="*/ 389976 h 761503"/>
                <a:gd name="connsiteX3" fmla="*/ 425332 w 598324"/>
                <a:gd name="connsiteY3" fmla="*/ 433491 h 761503"/>
                <a:gd name="connsiteX4" fmla="*/ 438930 w 598324"/>
                <a:gd name="connsiteY4" fmla="*/ 463407 h 761503"/>
                <a:gd name="connsiteX5" fmla="*/ 449809 w 598324"/>
                <a:gd name="connsiteY5" fmla="*/ 498762 h 761503"/>
                <a:gd name="connsiteX6" fmla="*/ 457968 w 598324"/>
                <a:gd name="connsiteY6" fmla="*/ 528679 h 761503"/>
                <a:gd name="connsiteX7" fmla="*/ 466127 w 598324"/>
                <a:gd name="connsiteY7" fmla="*/ 564034 h 761503"/>
                <a:gd name="connsiteX8" fmla="*/ 471566 w 598324"/>
                <a:gd name="connsiteY8" fmla="*/ 593950 h 761503"/>
                <a:gd name="connsiteX9" fmla="*/ 479725 w 598324"/>
                <a:gd name="connsiteY9" fmla="*/ 607548 h 761503"/>
                <a:gd name="connsiteX10" fmla="*/ 487884 w 598324"/>
                <a:gd name="connsiteY10" fmla="*/ 623867 h 761503"/>
                <a:gd name="connsiteX11" fmla="*/ 501482 w 598324"/>
                <a:gd name="connsiteY11" fmla="*/ 651063 h 761503"/>
                <a:gd name="connsiteX12" fmla="*/ 523240 w 598324"/>
                <a:gd name="connsiteY12" fmla="*/ 670101 h 761503"/>
                <a:gd name="connsiteX13" fmla="*/ 534119 w 598324"/>
                <a:gd name="connsiteY13" fmla="*/ 686418 h 761503"/>
                <a:gd name="connsiteX14" fmla="*/ 531399 w 598324"/>
                <a:gd name="connsiteY14" fmla="*/ 694578 h 761503"/>
                <a:gd name="connsiteX15" fmla="*/ 498763 w 598324"/>
                <a:gd name="connsiteY15" fmla="*/ 708176 h 761503"/>
                <a:gd name="connsiteX16" fmla="*/ 449809 w 598324"/>
                <a:gd name="connsiteY16" fmla="*/ 700017 h 761503"/>
                <a:gd name="connsiteX17" fmla="*/ 400855 w 598324"/>
                <a:gd name="connsiteY17" fmla="*/ 667381 h 761503"/>
                <a:gd name="connsiteX18" fmla="*/ 381817 w 598324"/>
                <a:gd name="connsiteY18" fmla="*/ 642904 h 761503"/>
                <a:gd name="connsiteX19" fmla="*/ 368219 w 598324"/>
                <a:gd name="connsiteY19" fmla="*/ 610268 h 761503"/>
                <a:gd name="connsiteX20" fmla="*/ 349182 w 598324"/>
                <a:gd name="connsiteY20" fmla="*/ 550436 h 761503"/>
                <a:gd name="connsiteX21" fmla="*/ 338303 w 598324"/>
                <a:gd name="connsiteY21" fmla="*/ 504202 h 761503"/>
                <a:gd name="connsiteX22" fmla="*/ 330144 w 598324"/>
                <a:gd name="connsiteY22" fmla="*/ 477005 h 761503"/>
                <a:gd name="connsiteX23" fmla="*/ 321985 w 598324"/>
                <a:gd name="connsiteY23" fmla="*/ 455248 h 761503"/>
                <a:gd name="connsiteX24" fmla="*/ 305667 w 598324"/>
                <a:gd name="connsiteY24" fmla="*/ 436210 h 761503"/>
                <a:gd name="connsiteX25" fmla="*/ 294788 w 598324"/>
                <a:gd name="connsiteY25" fmla="*/ 441650 h 761503"/>
                <a:gd name="connsiteX26" fmla="*/ 278471 w 598324"/>
                <a:gd name="connsiteY26" fmla="*/ 463407 h 761503"/>
                <a:gd name="connsiteX27" fmla="*/ 264872 w 598324"/>
                <a:gd name="connsiteY27" fmla="*/ 496043 h 761503"/>
                <a:gd name="connsiteX28" fmla="*/ 262153 w 598324"/>
                <a:gd name="connsiteY28" fmla="*/ 517800 h 761503"/>
                <a:gd name="connsiteX29" fmla="*/ 262153 w 598324"/>
                <a:gd name="connsiteY29" fmla="*/ 523239 h 761503"/>
                <a:gd name="connsiteX30" fmla="*/ 262153 w 598324"/>
                <a:gd name="connsiteY30" fmla="*/ 553155 h 761503"/>
                <a:gd name="connsiteX31" fmla="*/ 262153 w 598324"/>
                <a:gd name="connsiteY31" fmla="*/ 629306 h 761503"/>
                <a:gd name="connsiteX32" fmla="*/ 259433 w 598324"/>
                <a:gd name="connsiteY32" fmla="*/ 659222 h 761503"/>
                <a:gd name="connsiteX33" fmla="*/ 283910 w 598324"/>
                <a:gd name="connsiteY33" fmla="*/ 659222 h 761503"/>
                <a:gd name="connsiteX34" fmla="*/ 321985 w 598324"/>
                <a:gd name="connsiteY34" fmla="*/ 675540 h 761503"/>
                <a:gd name="connsiteX35" fmla="*/ 316546 w 598324"/>
                <a:gd name="connsiteY35" fmla="*/ 691858 h 761503"/>
                <a:gd name="connsiteX36" fmla="*/ 300228 w 598324"/>
                <a:gd name="connsiteY36" fmla="*/ 700017 h 761503"/>
                <a:gd name="connsiteX37" fmla="*/ 278471 w 598324"/>
                <a:gd name="connsiteY37" fmla="*/ 702736 h 761503"/>
                <a:gd name="connsiteX38" fmla="*/ 243115 w 598324"/>
                <a:gd name="connsiteY38" fmla="*/ 702736 h 761503"/>
                <a:gd name="connsiteX39" fmla="*/ 221358 w 598324"/>
                <a:gd name="connsiteY39" fmla="*/ 710895 h 761503"/>
                <a:gd name="connsiteX40" fmla="*/ 194161 w 598324"/>
                <a:gd name="connsiteY40" fmla="*/ 702736 h 761503"/>
                <a:gd name="connsiteX41" fmla="*/ 177843 w 598324"/>
                <a:gd name="connsiteY41" fmla="*/ 702736 h 761503"/>
                <a:gd name="connsiteX42" fmla="*/ 126170 w 598324"/>
                <a:gd name="connsiteY42" fmla="*/ 702736 h 761503"/>
                <a:gd name="connsiteX43" fmla="*/ 101693 w 598324"/>
                <a:gd name="connsiteY43" fmla="*/ 702736 h 761503"/>
                <a:gd name="connsiteX44" fmla="*/ 74496 w 598324"/>
                <a:gd name="connsiteY44" fmla="*/ 697297 h 761503"/>
                <a:gd name="connsiteX45" fmla="*/ 58178 w 598324"/>
                <a:gd name="connsiteY45" fmla="*/ 680979 h 761503"/>
                <a:gd name="connsiteX46" fmla="*/ 63617 w 598324"/>
                <a:gd name="connsiteY46" fmla="*/ 672820 h 761503"/>
                <a:gd name="connsiteX47" fmla="*/ 85375 w 598324"/>
                <a:gd name="connsiteY47" fmla="*/ 664661 h 761503"/>
                <a:gd name="connsiteX48" fmla="*/ 128889 w 598324"/>
                <a:gd name="connsiteY48" fmla="*/ 659222 h 761503"/>
                <a:gd name="connsiteX49" fmla="*/ 147927 w 598324"/>
                <a:gd name="connsiteY49" fmla="*/ 659222 h 761503"/>
                <a:gd name="connsiteX50" fmla="*/ 145207 w 598324"/>
                <a:gd name="connsiteY50" fmla="*/ 653783 h 761503"/>
                <a:gd name="connsiteX51" fmla="*/ 131609 w 598324"/>
                <a:gd name="connsiteY51" fmla="*/ 585791 h 761503"/>
                <a:gd name="connsiteX52" fmla="*/ 134329 w 598324"/>
                <a:gd name="connsiteY52" fmla="*/ 498762 h 761503"/>
                <a:gd name="connsiteX53" fmla="*/ 137048 w 598324"/>
                <a:gd name="connsiteY53" fmla="*/ 406294 h 761503"/>
                <a:gd name="connsiteX54" fmla="*/ 134329 w 598324"/>
                <a:gd name="connsiteY54" fmla="*/ 327424 h 761503"/>
                <a:gd name="connsiteX55" fmla="*/ 137048 w 598324"/>
                <a:gd name="connsiteY55" fmla="*/ 253993 h 761503"/>
                <a:gd name="connsiteX56" fmla="*/ 139768 w 598324"/>
                <a:gd name="connsiteY56" fmla="*/ 207759 h 761503"/>
                <a:gd name="connsiteX57" fmla="*/ 137048 w 598324"/>
                <a:gd name="connsiteY57" fmla="*/ 172404 h 761503"/>
                <a:gd name="connsiteX58" fmla="*/ 137048 w 598324"/>
                <a:gd name="connsiteY58" fmla="*/ 112571 h 761503"/>
                <a:gd name="connsiteX59" fmla="*/ 126170 w 598324"/>
                <a:gd name="connsiteY59" fmla="*/ 112571 h 761503"/>
                <a:gd name="connsiteX60" fmla="*/ 101693 w 598324"/>
                <a:gd name="connsiteY60" fmla="*/ 112571 h 761503"/>
                <a:gd name="connsiteX61" fmla="*/ 74496 w 598324"/>
                <a:gd name="connsiteY61" fmla="*/ 107132 h 761503"/>
                <a:gd name="connsiteX62" fmla="*/ 58178 w 598324"/>
                <a:gd name="connsiteY62" fmla="*/ 90814 h 761503"/>
                <a:gd name="connsiteX63" fmla="*/ 63617 w 598324"/>
                <a:gd name="connsiteY63" fmla="*/ 82655 h 761503"/>
                <a:gd name="connsiteX64" fmla="*/ 85375 w 598324"/>
                <a:gd name="connsiteY64" fmla="*/ 74496 h 761503"/>
                <a:gd name="connsiteX65" fmla="*/ 137048 w 598324"/>
                <a:gd name="connsiteY65" fmla="*/ 69057 h 761503"/>
                <a:gd name="connsiteX66" fmla="*/ 145207 w 598324"/>
                <a:gd name="connsiteY66" fmla="*/ 69057 h 761503"/>
                <a:gd name="connsiteX67" fmla="*/ 169684 w 598324"/>
                <a:gd name="connsiteY67" fmla="*/ 58178 h 761503"/>
                <a:gd name="connsiteX68" fmla="*/ 177843 w 598324"/>
                <a:gd name="connsiteY68" fmla="*/ 58178 h 761503"/>
                <a:gd name="connsiteX69" fmla="*/ 205040 w 598324"/>
                <a:gd name="connsiteY69" fmla="*/ 66337 h 761503"/>
                <a:gd name="connsiteX70" fmla="*/ 286629 w 598324"/>
                <a:gd name="connsiteY70" fmla="*/ 63617 h 761503"/>
                <a:gd name="connsiteX71" fmla="*/ 324705 w 598324"/>
                <a:gd name="connsiteY71" fmla="*/ 79936 h 761503"/>
                <a:gd name="connsiteX72" fmla="*/ 319265 w 598324"/>
                <a:gd name="connsiteY72" fmla="*/ 96253 h 761503"/>
                <a:gd name="connsiteX73" fmla="*/ 302948 w 598324"/>
                <a:gd name="connsiteY73" fmla="*/ 104412 h 761503"/>
                <a:gd name="connsiteX74" fmla="*/ 278471 w 598324"/>
                <a:gd name="connsiteY74" fmla="*/ 112571 h 761503"/>
                <a:gd name="connsiteX75" fmla="*/ 232236 w 598324"/>
                <a:gd name="connsiteY75" fmla="*/ 112571 h 761503"/>
                <a:gd name="connsiteX76" fmla="*/ 240395 w 598324"/>
                <a:gd name="connsiteY76" fmla="*/ 137048 h 761503"/>
                <a:gd name="connsiteX77" fmla="*/ 240395 w 598324"/>
                <a:gd name="connsiteY77" fmla="*/ 150647 h 761503"/>
                <a:gd name="connsiteX78" fmla="*/ 243115 w 598324"/>
                <a:gd name="connsiteY78" fmla="*/ 158805 h 761503"/>
                <a:gd name="connsiteX79" fmla="*/ 248554 w 598324"/>
                <a:gd name="connsiteY79" fmla="*/ 188722 h 761503"/>
                <a:gd name="connsiteX80" fmla="*/ 248554 w 598324"/>
                <a:gd name="connsiteY80" fmla="*/ 199600 h 761503"/>
                <a:gd name="connsiteX81" fmla="*/ 248554 w 598324"/>
                <a:gd name="connsiteY81" fmla="*/ 221357 h 761503"/>
                <a:gd name="connsiteX82" fmla="*/ 253994 w 598324"/>
                <a:gd name="connsiteY82" fmla="*/ 264872 h 761503"/>
                <a:gd name="connsiteX83" fmla="*/ 262153 w 598324"/>
                <a:gd name="connsiteY83" fmla="*/ 297508 h 761503"/>
                <a:gd name="connsiteX84" fmla="*/ 264872 w 598324"/>
                <a:gd name="connsiteY84" fmla="*/ 324704 h 761503"/>
                <a:gd name="connsiteX85" fmla="*/ 264872 w 598324"/>
                <a:gd name="connsiteY85" fmla="*/ 332863 h 761503"/>
                <a:gd name="connsiteX86" fmla="*/ 264872 w 598324"/>
                <a:gd name="connsiteY86" fmla="*/ 351901 h 761503"/>
                <a:gd name="connsiteX87" fmla="*/ 262153 w 598324"/>
                <a:gd name="connsiteY87" fmla="*/ 370939 h 761503"/>
                <a:gd name="connsiteX88" fmla="*/ 267592 w 598324"/>
                <a:gd name="connsiteY88" fmla="*/ 384537 h 761503"/>
                <a:gd name="connsiteX89" fmla="*/ 278471 w 598324"/>
                <a:gd name="connsiteY89" fmla="*/ 370939 h 761503"/>
                <a:gd name="connsiteX90" fmla="*/ 297508 w 598324"/>
                <a:gd name="connsiteY90" fmla="*/ 332863 h 761503"/>
                <a:gd name="connsiteX91" fmla="*/ 311106 w 598324"/>
                <a:gd name="connsiteY91" fmla="*/ 305667 h 761503"/>
                <a:gd name="connsiteX92" fmla="*/ 335583 w 598324"/>
                <a:gd name="connsiteY92" fmla="*/ 259433 h 761503"/>
                <a:gd name="connsiteX93" fmla="*/ 354621 w 598324"/>
                <a:gd name="connsiteY93" fmla="*/ 224077 h 761503"/>
                <a:gd name="connsiteX94" fmla="*/ 381817 w 598324"/>
                <a:gd name="connsiteY94" fmla="*/ 172404 h 761503"/>
                <a:gd name="connsiteX95" fmla="*/ 409014 w 598324"/>
                <a:gd name="connsiteY95" fmla="*/ 118011 h 761503"/>
                <a:gd name="connsiteX96" fmla="*/ 411734 w 598324"/>
                <a:gd name="connsiteY96" fmla="*/ 115291 h 761503"/>
                <a:gd name="connsiteX97" fmla="*/ 398136 w 598324"/>
                <a:gd name="connsiteY97" fmla="*/ 115291 h 761503"/>
                <a:gd name="connsiteX98" fmla="*/ 379098 w 598324"/>
                <a:gd name="connsiteY98" fmla="*/ 109852 h 761503"/>
                <a:gd name="connsiteX99" fmla="*/ 368219 w 598324"/>
                <a:gd name="connsiteY99" fmla="*/ 93534 h 761503"/>
                <a:gd name="connsiteX100" fmla="*/ 370939 w 598324"/>
                <a:gd name="connsiteY100" fmla="*/ 85375 h 761503"/>
                <a:gd name="connsiteX101" fmla="*/ 387257 w 598324"/>
                <a:gd name="connsiteY101" fmla="*/ 77216 h 761503"/>
                <a:gd name="connsiteX102" fmla="*/ 422612 w 598324"/>
                <a:gd name="connsiteY102" fmla="*/ 71776 h 761503"/>
                <a:gd name="connsiteX103" fmla="*/ 436211 w 598324"/>
                <a:gd name="connsiteY103" fmla="*/ 71776 h 761503"/>
                <a:gd name="connsiteX104" fmla="*/ 438930 w 598324"/>
                <a:gd name="connsiteY104" fmla="*/ 69057 h 761503"/>
                <a:gd name="connsiteX105" fmla="*/ 452529 w 598324"/>
                <a:gd name="connsiteY105" fmla="*/ 66337 h 761503"/>
                <a:gd name="connsiteX106" fmla="*/ 466127 w 598324"/>
                <a:gd name="connsiteY106" fmla="*/ 69057 h 761503"/>
                <a:gd name="connsiteX107" fmla="*/ 471566 w 598324"/>
                <a:gd name="connsiteY107" fmla="*/ 71776 h 761503"/>
                <a:gd name="connsiteX108" fmla="*/ 515081 w 598324"/>
                <a:gd name="connsiteY108" fmla="*/ 71776 h 761503"/>
                <a:gd name="connsiteX109" fmla="*/ 542277 w 598324"/>
                <a:gd name="connsiteY109" fmla="*/ 88094 h 761503"/>
                <a:gd name="connsiteX110" fmla="*/ 536838 w 598324"/>
                <a:gd name="connsiteY110" fmla="*/ 104412 h 761503"/>
                <a:gd name="connsiteX111" fmla="*/ 525959 w 598324"/>
                <a:gd name="connsiteY111" fmla="*/ 112571 h 761503"/>
                <a:gd name="connsiteX112" fmla="*/ 509642 w 598324"/>
                <a:gd name="connsiteY112" fmla="*/ 115291 h 761503"/>
                <a:gd name="connsiteX113" fmla="*/ 468847 w 598324"/>
                <a:gd name="connsiteY113" fmla="*/ 115291 h 761503"/>
                <a:gd name="connsiteX114" fmla="*/ 457968 w 598324"/>
                <a:gd name="connsiteY114" fmla="*/ 137048 h 761503"/>
                <a:gd name="connsiteX115" fmla="*/ 430771 w 598324"/>
                <a:gd name="connsiteY115" fmla="*/ 194161 h 761503"/>
                <a:gd name="connsiteX116" fmla="*/ 400855 w 598324"/>
                <a:gd name="connsiteY116" fmla="*/ 262152 h 761503"/>
                <a:gd name="connsiteX117" fmla="*/ 360060 w 598324"/>
                <a:gd name="connsiteY117" fmla="*/ 332863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</a:cxnLst>
              <a:rect l="l" t="t" r="r" b="b"/>
              <a:pathLst>
                <a:path w="598324" h="761503">
                  <a:moveTo>
                    <a:pt x="360060" y="332863"/>
                  </a:moveTo>
                  <a:cubicBezTo>
                    <a:pt x="351901" y="343742"/>
                    <a:pt x="341023" y="357340"/>
                    <a:pt x="341023" y="370939"/>
                  </a:cubicBezTo>
                  <a:cubicBezTo>
                    <a:pt x="341023" y="379098"/>
                    <a:pt x="357341" y="381817"/>
                    <a:pt x="376378" y="389976"/>
                  </a:cubicBezTo>
                  <a:cubicBezTo>
                    <a:pt x="395416" y="398135"/>
                    <a:pt x="417173" y="417173"/>
                    <a:pt x="425332" y="433491"/>
                  </a:cubicBezTo>
                  <a:cubicBezTo>
                    <a:pt x="430771" y="444369"/>
                    <a:pt x="436211" y="452528"/>
                    <a:pt x="438930" y="463407"/>
                  </a:cubicBezTo>
                  <a:cubicBezTo>
                    <a:pt x="444370" y="474286"/>
                    <a:pt x="447089" y="487884"/>
                    <a:pt x="449809" y="498762"/>
                  </a:cubicBezTo>
                  <a:cubicBezTo>
                    <a:pt x="452529" y="512361"/>
                    <a:pt x="452529" y="517800"/>
                    <a:pt x="457968" y="528679"/>
                  </a:cubicBezTo>
                  <a:cubicBezTo>
                    <a:pt x="463407" y="539557"/>
                    <a:pt x="463407" y="553155"/>
                    <a:pt x="466127" y="564034"/>
                  </a:cubicBezTo>
                  <a:cubicBezTo>
                    <a:pt x="468847" y="572193"/>
                    <a:pt x="468847" y="585791"/>
                    <a:pt x="471566" y="593950"/>
                  </a:cubicBezTo>
                  <a:cubicBezTo>
                    <a:pt x="474286" y="599390"/>
                    <a:pt x="477006" y="602109"/>
                    <a:pt x="479725" y="607548"/>
                  </a:cubicBezTo>
                  <a:cubicBezTo>
                    <a:pt x="482445" y="612988"/>
                    <a:pt x="487884" y="618427"/>
                    <a:pt x="487884" y="623867"/>
                  </a:cubicBezTo>
                  <a:cubicBezTo>
                    <a:pt x="490604" y="634745"/>
                    <a:pt x="496043" y="642904"/>
                    <a:pt x="501482" y="651063"/>
                  </a:cubicBezTo>
                  <a:cubicBezTo>
                    <a:pt x="506922" y="661942"/>
                    <a:pt x="512361" y="664661"/>
                    <a:pt x="523240" y="670101"/>
                  </a:cubicBezTo>
                  <a:cubicBezTo>
                    <a:pt x="528679" y="672820"/>
                    <a:pt x="534119" y="680979"/>
                    <a:pt x="534119" y="686418"/>
                  </a:cubicBezTo>
                  <a:cubicBezTo>
                    <a:pt x="534119" y="689138"/>
                    <a:pt x="534119" y="691858"/>
                    <a:pt x="531399" y="694578"/>
                  </a:cubicBezTo>
                  <a:cubicBezTo>
                    <a:pt x="525959" y="702736"/>
                    <a:pt x="512361" y="708176"/>
                    <a:pt x="498763" y="708176"/>
                  </a:cubicBezTo>
                  <a:cubicBezTo>
                    <a:pt x="485165" y="708176"/>
                    <a:pt x="466127" y="705456"/>
                    <a:pt x="449809" y="700017"/>
                  </a:cubicBezTo>
                  <a:cubicBezTo>
                    <a:pt x="430771" y="694578"/>
                    <a:pt x="409014" y="675540"/>
                    <a:pt x="400855" y="667381"/>
                  </a:cubicBezTo>
                  <a:cubicBezTo>
                    <a:pt x="392696" y="659222"/>
                    <a:pt x="387257" y="651063"/>
                    <a:pt x="381817" y="642904"/>
                  </a:cubicBezTo>
                  <a:cubicBezTo>
                    <a:pt x="376378" y="632025"/>
                    <a:pt x="370939" y="623867"/>
                    <a:pt x="368219" y="610268"/>
                  </a:cubicBezTo>
                  <a:cubicBezTo>
                    <a:pt x="360060" y="588511"/>
                    <a:pt x="357341" y="574913"/>
                    <a:pt x="349182" y="550436"/>
                  </a:cubicBezTo>
                  <a:cubicBezTo>
                    <a:pt x="343742" y="534118"/>
                    <a:pt x="341023" y="520520"/>
                    <a:pt x="338303" y="504202"/>
                  </a:cubicBezTo>
                  <a:cubicBezTo>
                    <a:pt x="335583" y="493323"/>
                    <a:pt x="332864" y="485164"/>
                    <a:pt x="330144" y="477005"/>
                  </a:cubicBezTo>
                  <a:cubicBezTo>
                    <a:pt x="327424" y="471566"/>
                    <a:pt x="324705" y="463407"/>
                    <a:pt x="321985" y="455248"/>
                  </a:cubicBezTo>
                  <a:cubicBezTo>
                    <a:pt x="316546" y="444369"/>
                    <a:pt x="311106" y="436210"/>
                    <a:pt x="305667" y="436210"/>
                  </a:cubicBezTo>
                  <a:cubicBezTo>
                    <a:pt x="302948" y="436210"/>
                    <a:pt x="300228" y="438930"/>
                    <a:pt x="294788" y="441650"/>
                  </a:cubicBezTo>
                  <a:cubicBezTo>
                    <a:pt x="289349" y="447089"/>
                    <a:pt x="283910" y="455248"/>
                    <a:pt x="278471" y="463407"/>
                  </a:cubicBezTo>
                  <a:cubicBezTo>
                    <a:pt x="270312" y="474286"/>
                    <a:pt x="267592" y="485164"/>
                    <a:pt x="264872" y="496043"/>
                  </a:cubicBezTo>
                  <a:cubicBezTo>
                    <a:pt x="264872" y="504202"/>
                    <a:pt x="262153" y="512361"/>
                    <a:pt x="262153" y="517800"/>
                  </a:cubicBezTo>
                  <a:cubicBezTo>
                    <a:pt x="262153" y="520520"/>
                    <a:pt x="262153" y="520520"/>
                    <a:pt x="262153" y="523239"/>
                  </a:cubicBezTo>
                  <a:cubicBezTo>
                    <a:pt x="262153" y="528679"/>
                    <a:pt x="262153" y="544997"/>
                    <a:pt x="262153" y="553155"/>
                  </a:cubicBezTo>
                  <a:cubicBezTo>
                    <a:pt x="262153" y="583072"/>
                    <a:pt x="264872" y="599390"/>
                    <a:pt x="262153" y="629306"/>
                  </a:cubicBezTo>
                  <a:cubicBezTo>
                    <a:pt x="262153" y="640184"/>
                    <a:pt x="262153" y="648343"/>
                    <a:pt x="259433" y="659222"/>
                  </a:cubicBezTo>
                  <a:cubicBezTo>
                    <a:pt x="270312" y="659222"/>
                    <a:pt x="278471" y="659222"/>
                    <a:pt x="283910" y="659222"/>
                  </a:cubicBezTo>
                  <a:cubicBezTo>
                    <a:pt x="297508" y="659222"/>
                    <a:pt x="321985" y="659222"/>
                    <a:pt x="321985" y="675540"/>
                  </a:cubicBezTo>
                  <a:cubicBezTo>
                    <a:pt x="321985" y="683699"/>
                    <a:pt x="319265" y="686418"/>
                    <a:pt x="316546" y="691858"/>
                  </a:cubicBezTo>
                  <a:cubicBezTo>
                    <a:pt x="311106" y="697297"/>
                    <a:pt x="305667" y="700017"/>
                    <a:pt x="300228" y="700017"/>
                  </a:cubicBezTo>
                  <a:cubicBezTo>
                    <a:pt x="292069" y="702736"/>
                    <a:pt x="283910" y="702736"/>
                    <a:pt x="278471" y="702736"/>
                  </a:cubicBezTo>
                  <a:cubicBezTo>
                    <a:pt x="275751" y="702736"/>
                    <a:pt x="259433" y="702736"/>
                    <a:pt x="243115" y="702736"/>
                  </a:cubicBezTo>
                  <a:cubicBezTo>
                    <a:pt x="237676" y="708176"/>
                    <a:pt x="229517" y="710895"/>
                    <a:pt x="221358" y="710895"/>
                  </a:cubicBezTo>
                  <a:cubicBezTo>
                    <a:pt x="213199" y="710895"/>
                    <a:pt x="202320" y="708176"/>
                    <a:pt x="194161" y="702736"/>
                  </a:cubicBezTo>
                  <a:cubicBezTo>
                    <a:pt x="186002" y="702736"/>
                    <a:pt x="180563" y="702736"/>
                    <a:pt x="177843" y="702736"/>
                  </a:cubicBezTo>
                  <a:cubicBezTo>
                    <a:pt x="164245" y="702736"/>
                    <a:pt x="139768" y="702736"/>
                    <a:pt x="126170" y="702736"/>
                  </a:cubicBezTo>
                  <a:cubicBezTo>
                    <a:pt x="118011" y="702736"/>
                    <a:pt x="109852" y="702736"/>
                    <a:pt x="101693" y="702736"/>
                  </a:cubicBezTo>
                  <a:cubicBezTo>
                    <a:pt x="93534" y="702736"/>
                    <a:pt x="82655" y="702736"/>
                    <a:pt x="74496" y="697297"/>
                  </a:cubicBezTo>
                  <a:cubicBezTo>
                    <a:pt x="66337" y="694578"/>
                    <a:pt x="58178" y="686418"/>
                    <a:pt x="58178" y="680979"/>
                  </a:cubicBezTo>
                  <a:cubicBezTo>
                    <a:pt x="58178" y="678260"/>
                    <a:pt x="58178" y="675540"/>
                    <a:pt x="63617" y="672820"/>
                  </a:cubicBezTo>
                  <a:cubicBezTo>
                    <a:pt x="69057" y="670101"/>
                    <a:pt x="79935" y="667381"/>
                    <a:pt x="85375" y="664661"/>
                  </a:cubicBezTo>
                  <a:cubicBezTo>
                    <a:pt x="104412" y="661942"/>
                    <a:pt x="123450" y="659222"/>
                    <a:pt x="128889" y="659222"/>
                  </a:cubicBezTo>
                  <a:cubicBezTo>
                    <a:pt x="134329" y="659222"/>
                    <a:pt x="139768" y="659222"/>
                    <a:pt x="147927" y="659222"/>
                  </a:cubicBezTo>
                  <a:cubicBezTo>
                    <a:pt x="147927" y="656502"/>
                    <a:pt x="145207" y="653783"/>
                    <a:pt x="145207" y="653783"/>
                  </a:cubicBezTo>
                  <a:cubicBezTo>
                    <a:pt x="131609" y="632025"/>
                    <a:pt x="131609" y="610268"/>
                    <a:pt x="131609" y="585791"/>
                  </a:cubicBezTo>
                  <a:cubicBezTo>
                    <a:pt x="131609" y="555875"/>
                    <a:pt x="131609" y="528679"/>
                    <a:pt x="134329" y="498762"/>
                  </a:cubicBezTo>
                  <a:cubicBezTo>
                    <a:pt x="134329" y="468846"/>
                    <a:pt x="137048" y="436210"/>
                    <a:pt x="137048" y="406294"/>
                  </a:cubicBezTo>
                  <a:cubicBezTo>
                    <a:pt x="137048" y="379098"/>
                    <a:pt x="134329" y="354621"/>
                    <a:pt x="134329" y="327424"/>
                  </a:cubicBezTo>
                  <a:cubicBezTo>
                    <a:pt x="134329" y="302947"/>
                    <a:pt x="137048" y="278470"/>
                    <a:pt x="137048" y="253993"/>
                  </a:cubicBezTo>
                  <a:cubicBezTo>
                    <a:pt x="137048" y="237675"/>
                    <a:pt x="139768" y="224077"/>
                    <a:pt x="139768" y="207759"/>
                  </a:cubicBezTo>
                  <a:cubicBezTo>
                    <a:pt x="139768" y="196881"/>
                    <a:pt x="137048" y="183282"/>
                    <a:pt x="137048" y="172404"/>
                  </a:cubicBezTo>
                  <a:cubicBezTo>
                    <a:pt x="137048" y="150647"/>
                    <a:pt x="137048" y="131609"/>
                    <a:pt x="137048" y="112571"/>
                  </a:cubicBezTo>
                  <a:cubicBezTo>
                    <a:pt x="134329" y="112571"/>
                    <a:pt x="137048" y="112571"/>
                    <a:pt x="126170" y="112571"/>
                  </a:cubicBezTo>
                  <a:cubicBezTo>
                    <a:pt x="118011" y="112571"/>
                    <a:pt x="109852" y="112571"/>
                    <a:pt x="101693" y="112571"/>
                  </a:cubicBezTo>
                  <a:cubicBezTo>
                    <a:pt x="93534" y="112571"/>
                    <a:pt x="82655" y="109852"/>
                    <a:pt x="74496" y="107132"/>
                  </a:cubicBezTo>
                  <a:cubicBezTo>
                    <a:pt x="66337" y="104412"/>
                    <a:pt x="58178" y="96253"/>
                    <a:pt x="58178" y="90814"/>
                  </a:cubicBezTo>
                  <a:cubicBezTo>
                    <a:pt x="58178" y="88094"/>
                    <a:pt x="58178" y="85375"/>
                    <a:pt x="63617" y="82655"/>
                  </a:cubicBezTo>
                  <a:cubicBezTo>
                    <a:pt x="69057" y="79936"/>
                    <a:pt x="79935" y="77216"/>
                    <a:pt x="85375" y="74496"/>
                  </a:cubicBezTo>
                  <a:cubicBezTo>
                    <a:pt x="104412" y="71776"/>
                    <a:pt x="128889" y="69057"/>
                    <a:pt x="137048" y="69057"/>
                  </a:cubicBezTo>
                  <a:cubicBezTo>
                    <a:pt x="137048" y="69057"/>
                    <a:pt x="139768" y="69057"/>
                    <a:pt x="145207" y="69057"/>
                  </a:cubicBezTo>
                  <a:cubicBezTo>
                    <a:pt x="150646" y="60898"/>
                    <a:pt x="158806" y="58178"/>
                    <a:pt x="169684" y="58178"/>
                  </a:cubicBezTo>
                  <a:cubicBezTo>
                    <a:pt x="172404" y="58178"/>
                    <a:pt x="175123" y="58178"/>
                    <a:pt x="177843" y="58178"/>
                  </a:cubicBezTo>
                  <a:cubicBezTo>
                    <a:pt x="186002" y="58178"/>
                    <a:pt x="196881" y="63617"/>
                    <a:pt x="205040" y="66337"/>
                  </a:cubicBezTo>
                  <a:cubicBezTo>
                    <a:pt x="237676" y="66337"/>
                    <a:pt x="273031" y="63617"/>
                    <a:pt x="286629" y="63617"/>
                  </a:cubicBezTo>
                  <a:cubicBezTo>
                    <a:pt x="300228" y="63617"/>
                    <a:pt x="324705" y="63617"/>
                    <a:pt x="324705" y="79936"/>
                  </a:cubicBezTo>
                  <a:cubicBezTo>
                    <a:pt x="324705" y="88094"/>
                    <a:pt x="321985" y="90814"/>
                    <a:pt x="319265" y="96253"/>
                  </a:cubicBezTo>
                  <a:cubicBezTo>
                    <a:pt x="313826" y="101693"/>
                    <a:pt x="308387" y="104412"/>
                    <a:pt x="302948" y="104412"/>
                  </a:cubicBezTo>
                  <a:cubicBezTo>
                    <a:pt x="289349" y="112571"/>
                    <a:pt x="283910" y="112571"/>
                    <a:pt x="278471" y="112571"/>
                  </a:cubicBezTo>
                  <a:cubicBezTo>
                    <a:pt x="273031" y="112571"/>
                    <a:pt x="253994" y="112571"/>
                    <a:pt x="232236" y="112571"/>
                  </a:cubicBezTo>
                  <a:cubicBezTo>
                    <a:pt x="237676" y="120730"/>
                    <a:pt x="240395" y="128889"/>
                    <a:pt x="240395" y="137048"/>
                  </a:cubicBezTo>
                  <a:cubicBezTo>
                    <a:pt x="240395" y="142487"/>
                    <a:pt x="240395" y="145207"/>
                    <a:pt x="240395" y="150647"/>
                  </a:cubicBezTo>
                  <a:cubicBezTo>
                    <a:pt x="240395" y="153366"/>
                    <a:pt x="240395" y="156086"/>
                    <a:pt x="243115" y="158805"/>
                  </a:cubicBezTo>
                  <a:cubicBezTo>
                    <a:pt x="245835" y="169684"/>
                    <a:pt x="245835" y="180563"/>
                    <a:pt x="248554" y="188722"/>
                  </a:cubicBezTo>
                  <a:cubicBezTo>
                    <a:pt x="248554" y="191441"/>
                    <a:pt x="248554" y="194161"/>
                    <a:pt x="248554" y="199600"/>
                  </a:cubicBezTo>
                  <a:cubicBezTo>
                    <a:pt x="248554" y="207759"/>
                    <a:pt x="248554" y="213198"/>
                    <a:pt x="248554" y="221357"/>
                  </a:cubicBezTo>
                  <a:cubicBezTo>
                    <a:pt x="248554" y="234956"/>
                    <a:pt x="251274" y="248554"/>
                    <a:pt x="253994" y="264872"/>
                  </a:cubicBezTo>
                  <a:cubicBezTo>
                    <a:pt x="256713" y="275751"/>
                    <a:pt x="259433" y="286629"/>
                    <a:pt x="262153" y="297508"/>
                  </a:cubicBezTo>
                  <a:cubicBezTo>
                    <a:pt x="264872" y="305667"/>
                    <a:pt x="264872" y="313826"/>
                    <a:pt x="264872" y="324704"/>
                  </a:cubicBezTo>
                  <a:cubicBezTo>
                    <a:pt x="264872" y="327424"/>
                    <a:pt x="264872" y="330144"/>
                    <a:pt x="264872" y="332863"/>
                  </a:cubicBezTo>
                  <a:cubicBezTo>
                    <a:pt x="264872" y="338303"/>
                    <a:pt x="264872" y="346462"/>
                    <a:pt x="264872" y="351901"/>
                  </a:cubicBezTo>
                  <a:cubicBezTo>
                    <a:pt x="264872" y="357340"/>
                    <a:pt x="262153" y="365499"/>
                    <a:pt x="262153" y="370939"/>
                  </a:cubicBezTo>
                  <a:cubicBezTo>
                    <a:pt x="262153" y="376378"/>
                    <a:pt x="264872" y="384537"/>
                    <a:pt x="267592" y="384537"/>
                  </a:cubicBezTo>
                  <a:cubicBezTo>
                    <a:pt x="273031" y="384537"/>
                    <a:pt x="275751" y="376378"/>
                    <a:pt x="278471" y="370939"/>
                  </a:cubicBezTo>
                  <a:cubicBezTo>
                    <a:pt x="283910" y="360060"/>
                    <a:pt x="289349" y="346462"/>
                    <a:pt x="297508" y="332863"/>
                  </a:cubicBezTo>
                  <a:cubicBezTo>
                    <a:pt x="302948" y="324704"/>
                    <a:pt x="305667" y="313826"/>
                    <a:pt x="311106" y="305667"/>
                  </a:cubicBezTo>
                  <a:cubicBezTo>
                    <a:pt x="319265" y="289349"/>
                    <a:pt x="327424" y="275751"/>
                    <a:pt x="335583" y="259433"/>
                  </a:cubicBezTo>
                  <a:cubicBezTo>
                    <a:pt x="341023" y="248554"/>
                    <a:pt x="349182" y="234956"/>
                    <a:pt x="354621" y="224077"/>
                  </a:cubicBezTo>
                  <a:cubicBezTo>
                    <a:pt x="362780" y="207759"/>
                    <a:pt x="370939" y="191441"/>
                    <a:pt x="381817" y="172404"/>
                  </a:cubicBezTo>
                  <a:cubicBezTo>
                    <a:pt x="389977" y="153366"/>
                    <a:pt x="400855" y="134329"/>
                    <a:pt x="409014" y="118011"/>
                  </a:cubicBezTo>
                  <a:cubicBezTo>
                    <a:pt x="409014" y="115291"/>
                    <a:pt x="409014" y="115291"/>
                    <a:pt x="411734" y="115291"/>
                  </a:cubicBezTo>
                  <a:cubicBezTo>
                    <a:pt x="406294" y="115291"/>
                    <a:pt x="400855" y="115291"/>
                    <a:pt x="398136" y="115291"/>
                  </a:cubicBezTo>
                  <a:cubicBezTo>
                    <a:pt x="392696" y="115291"/>
                    <a:pt x="384537" y="115291"/>
                    <a:pt x="379098" y="109852"/>
                  </a:cubicBezTo>
                  <a:cubicBezTo>
                    <a:pt x="373659" y="107132"/>
                    <a:pt x="368219" y="98973"/>
                    <a:pt x="368219" y="93534"/>
                  </a:cubicBezTo>
                  <a:cubicBezTo>
                    <a:pt x="368219" y="90814"/>
                    <a:pt x="368219" y="88094"/>
                    <a:pt x="370939" y="85375"/>
                  </a:cubicBezTo>
                  <a:cubicBezTo>
                    <a:pt x="373659" y="82655"/>
                    <a:pt x="381817" y="79936"/>
                    <a:pt x="387257" y="77216"/>
                  </a:cubicBezTo>
                  <a:cubicBezTo>
                    <a:pt x="400855" y="74496"/>
                    <a:pt x="414453" y="71776"/>
                    <a:pt x="422612" y="71776"/>
                  </a:cubicBezTo>
                  <a:cubicBezTo>
                    <a:pt x="425332" y="71776"/>
                    <a:pt x="430771" y="71776"/>
                    <a:pt x="436211" y="71776"/>
                  </a:cubicBezTo>
                  <a:cubicBezTo>
                    <a:pt x="436211" y="71776"/>
                    <a:pt x="438930" y="69057"/>
                    <a:pt x="438930" y="69057"/>
                  </a:cubicBezTo>
                  <a:cubicBezTo>
                    <a:pt x="444370" y="66337"/>
                    <a:pt x="447089" y="66337"/>
                    <a:pt x="452529" y="66337"/>
                  </a:cubicBezTo>
                  <a:cubicBezTo>
                    <a:pt x="457968" y="66337"/>
                    <a:pt x="460688" y="66337"/>
                    <a:pt x="466127" y="69057"/>
                  </a:cubicBezTo>
                  <a:cubicBezTo>
                    <a:pt x="468847" y="69057"/>
                    <a:pt x="471566" y="71776"/>
                    <a:pt x="471566" y="71776"/>
                  </a:cubicBezTo>
                  <a:cubicBezTo>
                    <a:pt x="490604" y="71776"/>
                    <a:pt x="506922" y="71776"/>
                    <a:pt x="515081" y="71776"/>
                  </a:cubicBezTo>
                  <a:cubicBezTo>
                    <a:pt x="523240" y="71776"/>
                    <a:pt x="542277" y="71776"/>
                    <a:pt x="542277" y="88094"/>
                  </a:cubicBezTo>
                  <a:cubicBezTo>
                    <a:pt x="542277" y="96253"/>
                    <a:pt x="542277" y="98973"/>
                    <a:pt x="536838" y="104412"/>
                  </a:cubicBezTo>
                  <a:cubicBezTo>
                    <a:pt x="534119" y="109852"/>
                    <a:pt x="528679" y="112571"/>
                    <a:pt x="525959" y="112571"/>
                  </a:cubicBezTo>
                  <a:cubicBezTo>
                    <a:pt x="520520" y="115291"/>
                    <a:pt x="515081" y="115291"/>
                    <a:pt x="509642" y="115291"/>
                  </a:cubicBezTo>
                  <a:cubicBezTo>
                    <a:pt x="506922" y="115291"/>
                    <a:pt x="487884" y="115291"/>
                    <a:pt x="468847" y="115291"/>
                  </a:cubicBezTo>
                  <a:cubicBezTo>
                    <a:pt x="466127" y="123450"/>
                    <a:pt x="460688" y="128889"/>
                    <a:pt x="457968" y="137048"/>
                  </a:cubicBezTo>
                  <a:cubicBezTo>
                    <a:pt x="447089" y="156086"/>
                    <a:pt x="438930" y="175123"/>
                    <a:pt x="430771" y="194161"/>
                  </a:cubicBezTo>
                  <a:cubicBezTo>
                    <a:pt x="419893" y="215918"/>
                    <a:pt x="411734" y="240395"/>
                    <a:pt x="400855" y="262152"/>
                  </a:cubicBezTo>
                  <a:cubicBezTo>
                    <a:pt x="387257" y="289349"/>
                    <a:pt x="373659" y="311106"/>
                    <a:pt x="360060" y="332863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5C916629-4CAD-4AF4-9647-09F37B1F9C13}"/>
                </a:ext>
              </a:extLst>
            </p:cNvPr>
            <p:cNvSpPr/>
            <p:nvPr/>
          </p:nvSpPr>
          <p:spPr>
            <a:xfrm>
              <a:off x="4335316" y="4186718"/>
              <a:ext cx="353556" cy="761503"/>
            </a:xfrm>
            <a:custGeom>
              <a:avLst/>
              <a:gdLst>
                <a:gd name="connsiteX0" fmla="*/ 283910 w 353555"/>
                <a:gd name="connsiteY0" fmla="*/ 672820 h 761503"/>
                <a:gd name="connsiteX1" fmla="*/ 321985 w 353555"/>
                <a:gd name="connsiteY1" fmla="*/ 689138 h 761503"/>
                <a:gd name="connsiteX2" fmla="*/ 316546 w 353555"/>
                <a:gd name="connsiteY2" fmla="*/ 705456 h 761503"/>
                <a:gd name="connsiteX3" fmla="*/ 300228 w 353555"/>
                <a:gd name="connsiteY3" fmla="*/ 713615 h 761503"/>
                <a:gd name="connsiteX4" fmla="*/ 278471 w 353555"/>
                <a:gd name="connsiteY4" fmla="*/ 716335 h 761503"/>
                <a:gd name="connsiteX5" fmla="*/ 237676 w 353555"/>
                <a:gd name="connsiteY5" fmla="*/ 716335 h 761503"/>
                <a:gd name="connsiteX6" fmla="*/ 180563 w 353555"/>
                <a:gd name="connsiteY6" fmla="*/ 719054 h 761503"/>
                <a:gd name="connsiteX7" fmla="*/ 126170 w 353555"/>
                <a:gd name="connsiteY7" fmla="*/ 719054 h 761503"/>
                <a:gd name="connsiteX8" fmla="*/ 101693 w 353555"/>
                <a:gd name="connsiteY8" fmla="*/ 719054 h 761503"/>
                <a:gd name="connsiteX9" fmla="*/ 74496 w 353555"/>
                <a:gd name="connsiteY9" fmla="*/ 713615 h 761503"/>
                <a:gd name="connsiteX10" fmla="*/ 58178 w 353555"/>
                <a:gd name="connsiteY10" fmla="*/ 697297 h 761503"/>
                <a:gd name="connsiteX11" fmla="*/ 63617 w 353555"/>
                <a:gd name="connsiteY11" fmla="*/ 689138 h 761503"/>
                <a:gd name="connsiteX12" fmla="*/ 85375 w 353555"/>
                <a:gd name="connsiteY12" fmla="*/ 680979 h 761503"/>
                <a:gd name="connsiteX13" fmla="*/ 131609 w 353555"/>
                <a:gd name="connsiteY13" fmla="*/ 675540 h 761503"/>
                <a:gd name="connsiteX14" fmla="*/ 142488 w 353555"/>
                <a:gd name="connsiteY14" fmla="*/ 675540 h 761503"/>
                <a:gd name="connsiteX15" fmla="*/ 131609 w 353555"/>
                <a:gd name="connsiteY15" fmla="*/ 653783 h 761503"/>
                <a:gd name="connsiteX16" fmla="*/ 128889 w 353555"/>
                <a:gd name="connsiteY16" fmla="*/ 640184 h 761503"/>
                <a:gd name="connsiteX17" fmla="*/ 128889 w 353555"/>
                <a:gd name="connsiteY17" fmla="*/ 629306 h 761503"/>
                <a:gd name="connsiteX18" fmla="*/ 128889 w 353555"/>
                <a:gd name="connsiteY18" fmla="*/ 621147 h 761503"/>
                <a:gd name="connsiteX19" fmla="*/ 128889 w 353555"/>
                <a:gd name="connsiteY19" fmla="*/ 593950 h 761503"/>
                <a:gd name="connsiteX20" fmla="*/ 128889 w 353555"/>
                <a:gd name="connsiteY20" fmla="*/ 583072 h 761503"/>
                <a:gd name="connsiteX21" fmla="*/ 128889 w 353555"/>
                <a:gd name="connsiteY21" fmla="*/ 436210 h 761503"/>
                <a:gd name="connsiteX22" fmla="*/ 128889 w 353555"/>
                <a:gd name="connsiteY22" fmla="*/ 357340 h 761503"/>
                <a:gd name="connsiteX23" fmla="*/ 131609 w 353555"/>
                <a:gd name="connsiteY23" fmla="*/ 289349 h 761503"/>
                <a:gd name="connsiteX24" fmla="*/ 131609 w 353555"/>
                <a:gd name="connsiteY24" fmla="*/ 251274 h 761503"/>
                <a:gd name="connsiteX25" fmla="*/ 131609 w 353555"/>
                <a:gd name="connsiteY25" fmla="*/ 205040 h 761503"/>
                <a:gd name="connsiteX26" fmla="*/ 131609 w 353555"/>
                <a:gd name="connsiteY26" fmla="*/ 139768 h 761503"/>
                <a:gd name="connsiteX27" fmla="*/ 131609 w 353555"/>
                <a:gd name="connsiteY27" fmla="*/ 128889 h 761503"/>
                <a:gd name="connsiteX28" fmla="*/ 126170 w 353555"/>
                <a:gd name="connsiteY28" fmla="*/ 128889 h 761503"/>
                <a:gd name="connsiteX29" fmla="*/ 101693 w 353555"/>
                <a:gd name="connsiteY29" fmla="*/ 128889 h 761503"/>
                <a:gd name="connsiteX30" fmla="*/ 74496 w 353555"/>
                <a:gd name="connsiteY30" fmla="*/ 123450 h 761503"/>
                <a:gd name="connsiteX31" fmla="*/ 58178 w 353555"/>
                <a:gd name="connsiteY31" fmla="*/ 107132 h 761503"/>
                <a:gd name="connsiteX32" fmla="*/ 60898 w 353555"/>
                <a:gd name="connsiteY32" fmla="*/ 98973 h 761503"/>
                <a:gd name="connsiteX33" fmla="*/ 82655 w 353555"/>
                <a:gd name="connsiteY33" fmla="*/ 93534 h 761503"/>
                <a:gd name="connsiteX34" fmla="*/ 131609 w 353555"/>
                <a:gd name="connsiteY34" fmla="*/ 88094 h 761503"/>
                <a:gd name="connsiteX35" fmla="*/ 131609 w 353555"/>
                <a:gd name="connsiteY35" fmla="*/ 82655 h 761503"/>
                <a:gd name="connsiteX36" fmla="*/ 134329 w 353555"/>
                <a:gd name="connsiteY36" fmla="*/ 71776 h 761503"/>
                <a:gd name="connsiteX37" fmla="*/ 147927 w 353555"/>
                <a:gd name="connsiteY37" fmla="*/ 63617 h 761503"/>
                <a:gd name="connsiteX38" fmla="*/ 164245 w 353555"/>
                <a:gd name="connsiteY38" fmla="*/ 58178 h 761503"/>
                <a:gd name="connsiteX39" fmla="*/ 177843 w 353555"/>
                <a:gd name="connsiteY39" fmla="*/ 58178 h 761503"/>
                <a:gd name="connsiteX40" fmla="*/ 196881 w 353555"/>
                <a:gd name="connsiteY40" fmla="*/ 60898 h 761503"/>
                <a:gd name="connsiteX41" fmla="*/ 232236 w 353555"/>
                <a:gd name="connsiteY41" fmla="*/ 88094 h 761503"/>
                <a:gd name="connsiteX42" fmla="*/ 278471 w 353555"/>
                <a:gd name="connsiteY42" fmla="*/ 88094 h 761503"/>
                <a:gd name="connsiteX43" fmla="*/ 316546 w 353555"/>
                <a:gd name="connsiteY43" fmla="*/ 104412 h 761503"/>
                <a:gd name="connsiteX44" fmla="*/ 311106 w 353555"/>
                <a:gd name="connsiteY44" fmla="*/ 120730 h 761503"/>
                <a:gd name="connsiteX45" fmla="*/ 294788 w 353555"/>
                <a:gd name="connsiteY45" fmla="*/ 128889 h 761503"/>
                <a:gd name="connsiteX46" fmla="*/ 273031 w 353555"/>
                <a:gd name="connsiteY46" fmla="*/ 131609 h 761503"/>
                <a:gd name="connsiteX47" fmla="*/ 243115 w 353555"/>
                <a:gd name="connsiteY47" fmla="*/ 131609 h 761503"/>
                <a:gd name="connsiteX48" fmla="*/ 243115 w 353555"/>
                <a:gd name="connsiteY48" fmla="*/ 134329 h 761503"/>
                <a:gd name="connsiteX49" fmla="*/ 248554 w 353555"/>
                <a:gd name="connsiteY49" fmla="*/ 169684 h 761503"/>
                <a:gd name="connsiteX50" fmla="*/ 251274 w 353555"/>
                <a:gd name="connsiteY50" fmla="*/ 205040 h 761503"/>
                <a:gd name="connsiteX51" fmla="*/ 251274 w 353555"/>
                <a:gd name="connsiteY51" fmla="*/ 240395 h 761503"/>
                <a:gd name="connsiteX52" fmla="*/ 251274 w 353555"/>
                <a:gd name="connsiteY52" fmla="*/ 256713 h 761503"/>
                <a:gd name="connsiteX53" fmla="*/ 253994 w 353555"/>
                <a:gd name="connsiteY53" fmla="*/ 270311 h 761503"/>
                <a:gd name="connsiteX54" fmla="*/ 259433 w 353555"/>
                <a:gd name="connsiteY54" fmla="*/ 343742 h 761503"/>
                <a:gd name="connsiteX55" fmla="*/ 262153 w 353555"/>
                <a:gd name="connsiteY55" fmla="*/ 425332 h 761503"/>
                <a:gd name="connsiteX56" fmla="*/ 264872 w 353555"/>
                <a:gd name="connsiteY56" fmla="*/ 490603 h 761503"/>
                <a:gd name="connsiteX57" fmla="*/ 270312 w 353555"/>
                <a:gd name="connsiteY57" fmla="*/ 564034 h 761503"/>
                <a:gd name="connsiteX58" fmla="*/ 270312 w 353555"/>
                <a:gd name="connsiteY58" fmla="*/ 599390 h 761503"/>
                <a:gd name="connsiteX59" fmla="*/ 270312 w 353555"/>
                <a:gd name="connsiteY59" fmla="*/ 637465 h 761503"/>
                <a:gd name="connsiteX60" fmla="*/ 264872 w 353555"/>
                <a:gd name="connsiteY60" fmla="*/ 670101 h 761503"/>
                <a:gd name="connsiteX61" fmla="*/ 283910 w 353555"/>
                <a:gd name="connsiteY61" fmla="*/ 672820 h 761503"/>
                <a:gd name="connsiteX62" fmla="*/ 283910 w 353555"/>
                <a:gd name="connsiteY62" fmla="*/ 672820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353555" h="761503">
                  <a:moveTo>
                    <a:pt x="283910" y="672820"/>
                  </a:moveTo>
                  <a:cubicBezTo>
                    <a:pt x="297508" y="672820"/>
                    <a:pt x="321985" y="672820"/>
                    <a:pt x="321985" y="689138"/>
                  </a:cubicBezTo>
                  <a:cubicBezTo>
                    <a:pt x="321985" y="697297"/>
                    <a:pt x="319265" y="697297"/>
                    <a:pt x="316546" y="705456"/>
                  </a:cubicBezTo>
                  <a:cubicBezTo>
                    <a:pt x="311106" y="710895"/>
                    <a:pt x="305667" y="713615"/>
                    <a:pt x="300228" y="713615"/>
                  </a:cubicBezTo>
                  <a:cubicBezTo>
                    <a:pt x="292069" y="716335"/>
                    <a:pt x="283910" y="716335"/>
                    <a:pt x="278471" y="716335"/>
                  </a:cubicBezTo>
                  <a:cubicBezTo>
                    <a:pt x="275751" y="716335"/>
                    <a:pt x="256713" y="716335"/>
                    <a:pt x="237676" y="716335"/>
                  </a:cubicBezTo>
                  <a:cubicBezTo>
                    <a:pt x="213199" y="716335"/>
                    <a:pt x="186002" y="719054"/>
                    <a:pt x="180563" y="719054"/>
                  </a:cubicBezTo>
                  <a:cubicBezTo>
                    <a:pt x="166965" y="719054"/>
                    <a:pt x="142488" y="719054"/>
                    <a:pt x="126170" y="719054"/>
                  </a:cubicBezTo>
                  <a:cubicBezTo>
                    <a:pt x="118011" y="719054"/>
                    <a:pt x="109852" y="719054"/>
                    <a:pt x="101693" y="719054"/>
                  </a:cubicBezTo>
                  <a:cubicBezTo>
                    <a:pt x="93534" y="719054"/>
                    <a:pt x="82655" y="719054"/>
                    <a:pt x="74496" y="713615"/>
                  </a:cubicBezTo>
                  <a:cubicBezTo>
                    <a:pt x="66337" y="710895"/>
                    <a:pt x="58178" y="702736"/>
                    <a:pt x="58178" y="697297"/>
                  </a:cubicBezTo>
                  <a:cubicBezTo>
                    <a:pt x="58178" y="694578"/>
                    <a:pt x="58178" y="691858"/>
                    <a:pt x="63617" y="689138"/>
                  </a:cubicBezTo>
                  <a:cubicBezTo>
                    <a:pt x="69057" y="686418"/>
                    <a:pt x="79935" y="683699"/>
                    <a:pt x="85375" y="680979"/>
                  </a:cubicBezTo>
                  <a:cubicBezTo>
                    <a:pt x="104412" y="678260"/>
                    <a:pt x="123450" y="675540"/>
                    <a:pt x="131609" y="675540"/>
                  </a:cubicBezTo>
                  <a:cubicBezTo>
                    <a:pt x="134329" y="675540"/>
                    <a:pt x="137048" y="675540"/>
                    <a:pt x="142488" y="675540"/>
                  </a:cubicBezTo>
                  <a:cubicBezTo>
                    <a:pt x="134329" y="670101"/>
                    <a:pt x="131609" y="661942"/>
                    <a:pt x="131609" y="653783"/>
                  </a:cubicBezTo>
                  <a:cubicBezTo>
                    <a:pt x="131609" y="648343"/>
                    <a:pt x="131609" y="642904"/>
                    <a:pt x="128889" y="640184"/>
                  </a:cubicBezTo>
                  <a:cubicBezTo>
                    <a:pt x="128889" y="637465"/>
                    <a:pt x="128889" y="634745"/>
                    <a:pt x="128889" y="629306"/>
                  </a:cubicBezTo>
                  <a:cubicBezTo>
                    <a:pt x="128889" y="626586"/>
                    <a:pt x="128889" y="623867"/>
                    <a:pt x="128889" y="621147"/>
                  </a:cubicBezTo>
                  <a:cubicBezTo>
                    <a:pt x="128889" y="612988"/>
                    <a:pt x="128889" y="604829"/>
                    <a:pt x="128889" y="593950"/>
                  </a:cubicBezTo>
                  <a:cubicBezTo>
                    <a:pt x="128889" y="591231"/>
                    <a:pt x="128889" y="585791"/>
                    <a:pt x="128889" y="583072"/>
                  </a:cubicBezTo>
                  <a:cubicBezTo>
                    <a:pt x="128889" y="534118"/>
                    <a:pt x="131609" y="485164"/>
                    <a:pt x="128889" y="436210"/>
                  </a:cubicBezTo>
                  <a:cubicBezTo>
                    <a:pt x="128889" y="409014"/>
                    <a:pt x="128889" y="384537"/>
                    <a:pt x="128889" y="357340"/>
                  </a:cubicBezTo>
                  <a:cubicBezTo>
                    <a:pt x="128889" y="335583"/>
                    <a:pt x="131609" y="313826"/>
                    <a:pt x="131609" y="289349"/>
                  </a:cubicBezTo>
                  <a:cubicBezTo>
                    <a:pt x="131609" y="275751"/>
                    <a:pt x="131609" y="264872"/>
                    <a:pt x="131609" y="251274"/>
                  </a:cubicBezTo>
                  <a:cubicBezTo>
                    <a:pt x="131609" y="234956"/>
                    <a:pt x="131609" y="221357"/>
                    <a:pt x="131609" y="205040"/>
                  </a:cubicBezTo>
                  <a:cubicBezTo>
                    <a:pt x="131609" y="183282"/>
                    <a:pt x="131609" y="161525"/>
                    <a:pt x="131609" y="139768"/>
                  </a:cubicBezTo>
                  <a:cubicBezTo>
                    <a:pt x="131609" y="137048"/>
                    <a:pt x="131609" y="134329"/>
                    <a:pt x="131609" y="128889"/>
                  </a:cubicBezTo>
                  <a:cubicBezTo>
                    <a:pt x="128889" y="128889"/>
                    <a:pt x="126170" y="128889"/>
                    <a:pt x="126170" y="128889"/>
                  </a:cubicBezTo>
                  <a:cubicBezTo>
                    <a:pt x="118011" y="128889"/>
                    <a:pt x="109852" y="128889"/>
                    <a:pt x="101693" y="128889"/>
                  </a:cubicBezTo>
                  <a:cubicBezTo>
                    <a:pt x="93534" y="128889"/>
                    <a:pt x="82655" y="128889"/>
                    <a:pt x="74496" y="123450"/>
                  </a:cubicBezTo>
                  <a:cubicBezTo>
                    <a:pt x="66337" y="120730"/>
                    <a:pt x="58178" y="112571"/>
                    <a:pt x="58178" y="107132"/>
                  </a:cubicBezTo>
                  <a:cubicBezTo>
                    <a:pt x="58178" y="104412"/>
                    <a:pt x="58178" y="101693"/>
                    <a:pt x="60898" y="98973"/>
                  </a:cubicBezTo>
                  <a:cubicBezTo>
                    <a:pt x="63617" y="96253"/>
                    <a:pt x="77216" y="93534"/>
                    <a:pt x="82655" y="93534"/>
                  </a:cubicBezTo>
                  <a:cubicBezTo>
                    <a:pt x="98973" y="90814"/>
                    <a:pt x="123450" y="88094"/>
                    <a:pt x="131609" y="88094"/>
                  </a:cubicBezTo>
                  <a:cubicBezTo>
                    <a:pt x="131609" y="85375"/>
                    <a:pt x="131609" y="85375"/>
                    <a:pt x="131609" y="82655"/>
                  </a:cubicBezTo>
                  <a:cubicBezTo>
                    <a:pt x="131609" y="77216"/>
                    <a:pt x="131609" y="74496"/>
                    <a:pt x="134329" y="71776"/>
                  </a:cubicBezTo>
                  <a:cubicBezTo>
                    <a:pt x="137048" y="69057"/>
                    <a:pt x="145207" y="66337"/>
                    <a:pt x="147927" y="63617"/>
                  </a:cubicBezTo>
                  <a:cubicBezTo>
                    <a:pt x="153366" y="60898"/>
                    <a:pt x="158806" y="58178"/>
                    <a:pt x="164245" y="58178"/>
                  </a:cubicBezTo>
                  <a:cubicBezTo>
                    <a:pt x="169684" y="58178"/>
                    <a:pt x="175123" y="58178"/>
                    <a:pt x="177843" y="58178"/>
                  </a:cubicBezTo>
                  <a:cubicBezTo>
                    <a:pt x="183283" y="58178"/>
                    <a:pt x="191442" y="58178"/>
                    <a:pt x="196881" y="60898"/>
                  </a:cubicBezTo>
                  <a:cubicBezTo>
                    <a:pt x="213199" y="63617"/>
                    <a:pt x="224077" y="74496"/>
                    <a:pt x="232236" y="88094"/>
                  </a:cubicBezTo>
                  <a:cubicBezTo>
                    <a:pt x="253994" y="88094"/>
                    <a:pt x="270312" y="88094"/>
                    <a:pt x="278471" y="88094"/>
                  </a:cubicBezTo>
                  <a:cubicBezTo>
                    <a:pt x="292069" y="88094"/>
                    <a:pt x="316546" y="88094"/>
                    <a:pt x="316546" y="104412"/>
                  </a:cubicBezTo>
                  <a:cubicBezTo>
                    <a:pt x="316546" y="112571"/>
                    <a:pt x="313826" y="112571"/>
                    <a:pt x="311106" y="120730"/>
                  </a:cubicBezTo>
                  <a:cubicBezTo>
                    <a:pt x="305667" y="126170"/>
                    <a:pt x="300228" y="128889"/>
                    <a:pt x="294788" y="128889"/>
                  </a:cubicBezTo>
                  <a:cubicBezTo>
                    <a:pt x="286630" y="131609"/>
                    <a:pt x="278471" y="131609"/>
                    <a:pt x="273031" y="131609"/>
                  </a:cubicBezTo>
                  <a:cubicBezTo>
                    <a:pt x="270312" y="131609"/>
                    <a:pt x="259433" y="131609"/>
                    <a:pt x="243115" y="131609"/>
                  </a:cubicBezTo>
                  <a:lnTo>
                    <a:pt x="243115" y="134329"/>
                  </a:lnTo>
                  <a:cubicBezTo>
                    <a:pt x="245835" y="145207"/>
                    <a:pt x="245835" y="158805"/>
                    <a:pt x="248554" y="169684"/>
                  </a:cubicBezTo>
                  <a:cubicBezTo>
                    <a:pt x="251274" y="180563"/>
                    <a:pt x="251274" y="194161"/>
                    <a:pt x="251274" y="205040"/>
                  </a:cubicBezTo>
                  <a:cubicBezTo>
                    <a:pt x="251274" y="215918"/>
                    <a:pt x="251274" y="226797"/>
                    <a:pt x="251274" y="240395"/>
                  </a:cubicBezTo>
                  <a:cubicBezTo>
                    <a:pt x="251274" y="245834"/>
                    <a:pt x="251274" y="251274"/>
                    <a:pt x="251274" y="256713"/>
                  </a:cubicBezTo>
                  <a:cubicBezTo>
                    <a:pt x="251274" y="262152"/>
                    <a:pt x="251274" y="267592"/>
                    <a:pt x="253994" y="270311"/>
                  </a:cubicBezTo>
                  <a:cubicBezTo>
                    <a:pt x="256713" y="294788"/>
                    <a:pt x="256713" y="319265"/>
                    <a:pt x="259433" y="343742"/>
                  </a:cubicBezTo>
                  <a:cubicBezTo>
                    <a:pt x="259433" y="370939"/>
                    <a:pt x="262153" y="398135"/>
                    <a:pt x="262153" y="425332"/>
                  </a:cubicBezTo>
                  <a:cubicBezTo>
                    <a:pt x="262153" y="447089"/>
                    <a:pt x="262153" y="468846"/>
                    <a:pt x="264872" y="490603"/>
                  </a:cubicBezTo>
                  <a:cubicBezTo>
                    <a:pt x="264872" y="515080"/>
                    <a:pt x="270312" y="539557"/>
                    <a:pt x="270312" y="564034"/>
                  </a:cubicBezTo>
                  <a:cubicBezTo>
                    <a:pt x="270312" y="574913"/>
                    <a:pt x="270312" y="588511"/>
                    <a:pt x="270312" y="599390"/>
                  </a:cubicBezTo>
                  <a:cubicBezTo>
                    <a:pt x="270312" y="612988"/>
                    <a:pt x="270312" y="623867"/>
                    <a:pt x="270312" y="637465"/>
                  </a:cubicBezTo>
                  <a:cubicBezTo>
                    <a:pt x="270312" y="648343"/>
                    <a:pt x="270312" y="661942"/>
                    <a:pt x="264872" y="670101"/>
                  </a:cubicBezTo>
                  <a:cubicBezTo>
                    <a:pt x="273031" y="672820"/>
                    <a:pt x="278471" y="672820"/>
                    <a:pt x="283910" y="672820"/>
                  </a:cubicBezTo>
                  <a:lnTo>
                    <a:pt x="283910" y="672820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A634B62B-26FD-4099-9C72-DED3E7F20DC3}"/>
                </a:ext>
              </a:extLst>
            </p:cNvPr>
            <p:cNvSpPr/>
            <p:nvPr/>
          </p:nvSpPr>
          <p:spPr>
            <a:xfrm>
              <a:off x="4620880" y="4194877"/>
              <a:ext cx="598325" cy="761503"/>
            </a:xfrm>
            <a:custGeom>
              <a:avLst/>
              <a:gdLst>
                <a:gd name="connsiteX0" fmla="*/ 515081 w 598324"/>
                <a:gd name="connsiteY0" fmla="*/ 79935 h 761503"/>
                <a:gd name="connsiteX1" fmla="*/ 542277 w 598324"/>
                <a:gd name="connsiteY1" fmla="*/ 96253 h 761503"/>
                <a:gd name="connsiteX2" fmla="*/ 536838 w 598324"/>
                <a:gd name="connsiteY2" fmla="*/ 112571 h 761503"/>
                <a:gd name="connsiteX3" fmla="*/ 523240 w 598324"/>
                <a:gd name="connsiteY3" fmla="*/ 120730 h 761503"/>
                <a:gd name="connsiteX4" fmla="*/ 506922 w 598324"/>
                <a:gd name="connsiteY4" fmla="*/ 123450 h 761503"/>
                <a:gd name="connsiteX5" fmla="*/ 477006 w 598324"/>
                <a:gd name="connsiteY5" fmla="*/ 123450 h 761503"/>
                <a:gd name="connsiteX6" fmla="*/ 479725 w 598324"/>
                <a:gd name="connsiteY6" fmla="*/ 145207 h 761503"/>
                <a:gd name="connsiteX7" fmla="*/ 477006 w 598324"/>
                <a:gd name="connsiteY7" fmla="*/ 180563 h 761503"/>
                <a:gd name="connsiteX8" fmla="*/ 482445 w 598324"/>
                <a:gd name="connsiteY8" fmla="*/ 232236 h 761503"/>
                <a:gd name="connsiteX9" fmla="*/ 485165 w 598324"/>
                <a:gd name="connsiteY9" fmla="*/ 283909 h 761503"/>
                <a:gd name="connsiteX10" fmla="*/ 485165 w 598324"/>
                <a:gd name="connsiteY10" fmla="*/ 327424 h 761503"/>
                <a:gd name="connsiteX11" fmla="*/ 487884 w 598324"/>
                <a:gd name="connsiteY11" fmla="*/ 373658 h 761503"/>
                <a:gd name="connsiteX12" fmla="*/ 485165 w 598324"/>
                <a:gd name="connsiteY12" fmla="*/ 419892 h 761503"/>
                <a:gd name="connsiteX13" fmla="*/ 485165 w 598324"/>
                <a:gd name="connsiteY13" fmla="*/ 463407 h 761503"/>
                <a:gd name="connsiteX14" fmla="*/ 482445 w 598324"/>
                <a:gd name="connsiteY14" fmla="*/ 515080 h 761503"/>
                <a:gd name="connsiteX15" fmla="*/ 482445 w 598324"/>
                <a:gd name="connsiteY15" fmla="*/ 558595 h 761503"/>
                <a:gd name="connsiteX16" fmla="*/ 479725 w 598324"/>
                <a:gd name="connsiteY16" fmla="*/ 602109 h 761503"/>
                <a:gd name="connsiteX17" fmla="*/ 485165 w 598324"/>
                <a:gd name="connsiteY17" fmla="*/ 648343 h 761503"/>
                <a:gd name="connsiteX18" fmla="*/ 474286 w 598324"/>
                <a:gd name="connsiteY18" fmla="*/ 675540 h 761503"/>
                <a:gd name="connsiteX19" fmla="*/ 428052 w 598324"/>
                <a:gd name="connsiteY19" fmla="*/ 691858 h 761503"/>
                <a:gd name="connsiteX20" fmla="*/ 387257 w 598324"/>
                <a:gd name="connsiteY20" fmla="*/ 683699 h 761503"/>
                <a:gd name="connsiteX21" fmla="*/ 351901 w 598324"/>
                <a:gd name="connsiteY21" fmla="*/ 664661 h 761503"/>
                <a:gd name="connsiteX22" fmla="*/ 305667 w 598324"/>
                <a:gd name="connsiteY22" fmla="*/ 596670 h 761503"/>
                <a:gd name="connsiteX23" fmla="*/ 270312 w 598324"/>
                <a:gd name="connsiteY23" fmla="*/ 509641 h 761503"/>
                <a:gd name="connsiteX24" fmla="*/ 251274 w 598324"/>
                <a:gd name="connsiteY24" fmla="*/ 460687 h 761503"/>
                <a:gd name="connsiteX25" fmla="*/ 224077 w 598324"/>
                <a:gd name="connsiteY25" fmla="*/ 381817 h 761503"/>
                <a:gd name="connsiteX26" fmla="*/ 207759 w 598324"/>
                <a:gd name="connsiteY26" fmla="*/ 330144 h 761503"/>
                <a:gd name="connsiteX27" fmla="*/ 191442 w 598324"/>
                <a:gd name="connsiteY27" fmla="*/ 286629 h 761503"/>
                <a:gd name="connsiteX28" fmla="*/ 183283 w 598324"/>
                <a:gd name="connsiteY28" fmla="*/ 278470 h 761503"/>
                <a:gd name="connsiteX29" fmla="*/ 180563 w 598324"/>
                <a:gd name="connsiteY29" fmla="*/ 292068 h 761503"/>
                <a:gd name="connsiteX30" fmla="*/ 180563 w 598324"/>
                <a:gd name="connsiteY30" fmla="*/ 305667 h 761503"/>
                <a:gd name="connsiteX31" fmla="*/ 183283 w 598324"/>
                <a:gd name="connsiteY31" fmla="*/ 354620 h 761503"/>
                <a:gd name="connsiteX32" fmla="*/ 188722 w 598324"/>
                <a:gd name="connsiteY32" fmla="*/ 449808 h 761503"/>
                <a:gd name="connsiteX33" fmla="*/ 188722 w 598324"/>
                <a:gd name="connsiteY33" fmla="*/ 479725 h 761503"/>
                <a:gd name="connsiteX34" fmla="*/ 188722 w 598324"/>
                <a:gd name="connsiteY34" fmla="*/ 542277 h 761503"/>
                <a:gd name="connsiteX35" fmla="*/ 186002 w 598324"/>
                <a:gd name="connsiteY35" fmla="*/ 615708 h 761503"/>
                <a:gd name="connsiteX36" fmla="*/ 186002 w 598324"/>
                <a:gd name="connsiteY36" fmla="*/ 637465 h 761503"/>
                <a:gd name="connsiteX37" fmla="*/ 183283 w 598324"/>
                <a:gd name="connsiteY37" fmla="*/ 664661 h 761503"/>
                <a:gd name="connsiteX38" fmla="*/ 226797 w 598324"/>
                <a:gd name="connsiteY38" fmla="*/ 664661 h 761503"/>
                <a:gd name="connsiteX39" fmla="*/ 253994 w 598324"/>
                <a:gd name="connsiteY39" fmla="*/ 680979 h 761503"/>
                <a:gd name="connsiteX40" fmla="*/ 248554 w 598324"/>
                <a:gd name="connsiteY40" fmla="*/ 697297 h 761503"/>
                <a:gd name="connsiteX41" fmla="*/ 234956 w 598324"/>
                <a:gd name="connsiteY41" fmla="*/ 705456 h 761503"/>
                <a:gd name="connsiteX42" fmla="*/ 218638 w 598324"/>
                <a:gd name="connsiteY42" fmla="*/ 708176 h 761503"/>
                <a:gd name="connsiteX43" fmla="*/ 183283 w 598324"/>
                <a:gd name="connsiteY43" fmla="*/ 708176 h 761503"/>
                <a:gd name="connsiteX44" fmla="*/ 150647 w 598324"/>
                <a:gd name="connsiteY44" fmla="*/ 708176 h 761503"/>
                <a:gd name="connsiteX45" fmla="*/ 107132 w 598324"/>
                <a:gd name="connsiteY45" fmla="*/ 708176 h 761503"/>
                <a:gd name="connsiteX46" fmla="*/ 88094 w 598324"/>
                <a:gd name="connsiteY46" fmla="*/ 708176 h 761503"/>
                <a:gd name="connsiteX47" fmla="*/ 69057 w 598324"/>
                <a:gd name="connsiteY47" fmla="*/ 702736 h 761503"/>
                <a:gd name="connsiteX48" fmla="*/ 58178 w 598324"/>
                <a:gd name="connsiteY48" fmla="*/ 686418 h 761503"/>
                <a:gd name="connsiteX49" fmla="*/ 60898 w 598324"/>
                <a:gd name="connsiteY49" fmla="*/ 678259 h 761503"/>
                <a:gd name="connsiteX50" fmla="*/ 77216 w 598324"/>
                <a:gd name="connsiteY50" fmla="*/ 670101 h 761503"/>
                <a:gd name="connsiteX51" fmla="*/ 120730 w 598324"/>
                <a:gd name="connsiteY51" fmla="*/ 664661 h 761503"/>
                <a:gd name="connsiteX52" fmla="*/ 131609 w 598324"/>
                <a:gd name="connsiteY52" fmla="*/ 664661 h 761503"/>
                <a:gd name="connsiteX53" fmla="*/ 134329 w 598324"/>
                <a:gd name="connsiteY53" fmla="*/ 539557 h 761503"/>
                <a:gd name="connsiteX54" fmla="*/ 134329 w 598324"/>
                <a:gd name="connsiteY54" fmla="*/ 504201 h 761503"/>
                <a:gd name="connsiteX55" fmla="*/ 131609 w 598324"/>
                <a:gd name="connsiteY55" fmla="*/ 376378 h 761503"/>
                <a:gd name="connsiteX56" fmla="*/ 131609 w 598324"/>
                <a:gd name="connsiteY56" fmla="*/ 302947 h 761503"/>
                <a:gd name="connsiteX57" fmla="*/ 134329 w 598324"/>
                <a:gd name="connsiteY57" fmla="*/ 221357 h 761503"/>
                <a:gd name="connsiteX58" fmla="*/ 137048 w 598324"/>
                <a:gd name="connsiteY58" fmla="*/ 123450 h 761503"/>
                <a:gd name="connsiteX59" fmla="*/ 107132 w 598324"/>
                <a:gd name="connsiteY59" fmla="*/ 123450 h 761503"/>
                <a:gd name="connsiteX60" fmla="*/ 88094 w 598324"/>
                <a:gd name="connsiteY60" fmla="*/ 123450 h 761503"/>
                <a:gd name="connsiteX61" fmla="*/ 69057 w 598324"/>
                <a:gd name="connsiteY61" fmla="*/ 118011 h 761503"/>
                <a:gd name="connsiteX62" fmla="*/ 58178 w 598324"/>
                <a:gd name="connsiteY62" fmla="*/ 101693 h 761503"/>
                <a:gd name="connsiteX63" fmla="*/ 60898 w 598324"/>
                <a:gd name="connsiteY63" fmla="*/ 93534 h 761503"/>
                <a:gd name="connsiteX64" fmla="*/ 77216 w 598324"/>
                <a:gd name="connsiteY64" fmla="*/ 85375 h 761503"/>
                <a:gd name="connsiteX65" fmla="*/ 131609 w 598324"/>
                <a:gd name="connsiteY65" fmla="*/ 79935 h 761503"/>
                <a:gd name="connsiteX66" fmla="*/ 161525 w 598324"/>
                <a:gd name="connsiteY66" fmla="*/ 79935 h 761503"/>
                <a:gd name="connsiteX67" fmla="*/ 177843 w 598324"/>
                <a:gd name="connsiteY67" fmla="*/ 66337 h 761503"/>
                <a:gd name="connsiteX68" fmla="*/ 202320 w 598324"/>
                <a:gd name="connsiteY68" fmla="*/ 58178 h 761503"/>
                <a:gd name="connsiteX69" fmla="*/ 234956 w 598324"/>
                <a:gd name="connsiteY69" fmla="*/ 77216 h 761503"/>
                <a:gd name="connsiteX70" fmla="*/ 251274 w 598324"/>
                <a:gd name="connsiteY70" fmla="*/ 107132 h 761503"/>
                <a:gd name="connsiteX71" fmla="*/ 267592 w 598324"/>
                <a:gd name="connsiteY71" fmla="*/ 147927 h 761503"/>
                <a:gd name="connsiteX72" fmla="*/ 281190 w 598324"/>
                <a:gd name="connsiteY72" fmla="*/ 183282 h 761503"/>
                <a:gd name="connsiteX73" fmla="*/ 297508 w 598324"/>
                <a:gd name="connsiteY73" fmla="*/ 224077 h 761503"/>
                <a:gd name="connsiteX74" fmla="*/ 308387 w 598324"/>
                <a:gd name="connsiteY74" fmla="*/ 264872 h 761503"/>
                <a:gd name="connsiteX75" fmla="*/ 319265 w 598324"/>
                <a:gd name="connsiteY75" fmla="*/ 300227 h 761503"/>
                <a:gd name="connsiteX76" fmla="*/ 351901 w 598324"/>
                <a:gd name="connsiteY76" fmla="*/ 379097 h 761503"/>
                <a:gd name="connsiteX77" fmla="*/ 365500 w 598324"/>
                <a:gd name="connsiteY77" fmla="*/ 417173 h 761503"/>
                <a:gd name="connsiteX78" fmla="*/ 379098 w 598324"/>
                <a:gd name="connsiteY78" fmla="*/ 457967 h 761503"/>
                <a:gd name="connsiteX79" fmla="*/ 395416 w 598324"/>
                <a:gd name="connsiteY79" fmla="*/ 496043 h 761503"/>
                <a:gd name="connsiteX80" fmla="*/ 406294 w 598324"/>
                <a:gd name="connsiteY80" fmla="*/ 512361 h 761503"/>
                <a:gd name="connsiteX81" fmla="*/ 411734 w 598324"/>
                <a:gd name="connsiteY81" fmla="*/ 531398 h 761503"/>
                <a:gd name="connsiteX82" fmla="*/ 419893 w 598324"/>
                <a:gd name="connsiteY82" fmla="*/ 558595 h 761503"/>
                <a:gd name="connsiteX83" fmla="*/ 425332 w 598324"/>
                <a:gd name="connsiteY83" fmla="*/ 564034 h 761503"/>
                <a:gd name="connsiteX84" fmla="*/ 430771 w 598324"/>
                <a:gd name="connsiteY84" fmla="*/ 558595 h 761503"/>
                <a:gd name="connsiteX85" fmla="*/ 430771 w 598324"/>
                <a:gd name="connsiteY85" fmla="*/ 550436 h 761503"/>
                <a:gd name="connsiteX86" fmla="*/ 430771 w 598324"/>
                <a:gd name="connsiteY86" fmla="*/ 501482 h 761503"/>
                <a:gd name="connsiteX87" fmla="*/ 430771 w 598324"/>
                <a:gd name="connsiteY87" fmla="*/ 403574 h 761503"/>
                <a:gd name="connsiteX88" fmla="*/ 425332 w 598324"/>
                <a:gd name="connsiteY88" fmla="*/ 313826 h 761503"/>
                <a:gd name="connsiteX89" fmla="*/ 425332 w 598324"/>
                <a:gd name="connsiteY89" fmla="*/ 248554 h 761503"/>
                <a:gd name="connsiteX90" fmla="*/ 425332 w 598324"/>
                <a:gd name="connsiteY90" fmla="*/ 210479 h 761503"/>
                <a:gd name="connsiteX91" fmla="*/ 422613 w 598324"/>
                <a:gd name="connsiteY91" fmla="*/ 153366 h 761503"/>
                <a:gd name="connsiteX92" fmla="*/ 425332 w 598324"/>
                <a:gd name="connsiteY92" fmla="*/ 123450 h 761503"/>
                <a:gd name="connsiteX93" fmla="*/ 398136 w 598324"/>
                <a:gd name="connsiteY93" fmla="*/ 123450 h 761503"/>
                <a:gd name="connsiteX94" fmla="*/ 379098 w 598324"/>
                <a:gd name="connsiteY94" fmla="*/ 123450 h 761503"/>
                <a:gd name="connsiteX95" fmla="*/ 360060 w 598324"/>
                <a:gd name="connsiteY95" fmla="*/ 118011 h 761503"/>
                <a:gd name="connsiteX96" fmla="*/ 349182 w 598324"/>
                <a:gd name="connsiteY96" fmla="*/ 101693 h 761503"/>
                <a:gd name="connsiteX97" fmla="*/ 351901 w 598324"/>
                <a:gd name="connsiteY97" fmla="*/ 93534 h 761503"/>
                <a:gd name="connsiteX98" fmla="*/ 368219 w 598324"/>
                <a:gd name="connsiteY98" fmla="*/ 85375 h 761503"/>
                <a:gd name="connsiteX99" fmla="*/ 422613 w 598324"/>
                <a:gd name="connsiteY99" fmla="*/ 79935 h 761503"/>
                <a:gd name="connsiteX100" fmla="*/ 444370 w 598324"/>
                <a:gd name="connsiteY100" fmla="*/ 79935 h 761503"/>
                <a:gd name="connsiteX101" fmla="*/ 463407 w 598324"/>
                <a:gd name="connsiteY101" fmla="*/ 71776 h 761503"/>
                <a:gd name="connsiteX102" fmla="*/ 477006 w 598324"/>
                <a:gd name="connsiteY102" fmla="*/ 79935 h 761503"/>
                <a:gd name="connsiteX103" fmla="*/ 515081 w 598324"/>
                <a:gd name="connsiteY103" fmla="*/ 79935 h 761503"/>
                <a:gd name="connsiteX104" fmla="*/ 515081 w 598324"/>
                <a:gd name="connsiteY104" fmla="*/ 79935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598324" h="761503">
                  <a:moveTo>
                    <a:pt x="515081" y="79935"/>
                  </a:moveTo>
                  <a:cubicBezTo>
                    <a:pt x="523240" y="79935"/>
                    <a:pt x="542277" y="79935"/>
                    <a:pt x="542277" y="96253"/>
                  </a:cubicBezTo>
                  <a:cubicBezTo>
                    <a:pt x="542277" y="104412"/>
                    <a:pt x="542277" y="107132"/>
                    <a:pt x="536838" y="112571"/>
                  </a:cubicBezTo>
                  <a:cubicBezTo>
                    <a:pt x="534119" y="118011"/>
                    <a:pt x="528679" y="120730"/>
                    <a:pt x="523240" y="120730"/>
                  </a:cubicBezTo>
                  <a:cubicBezTo>
                    <a:pt x="515081" y="123450"/>
                    <a:pt x="512361" y="123450"/>
                    <a:pt x="506922" y="123450"/>
                  </a:cubicBezTo>
                  <a:cubicBezTo>
                    <a:pt x="504202" y="123450"/>
                    <a:pt x="490604" y="123450"/>
                    <a:pt x="477006" y="123450"/>
                  </a:cubicBezTo>
                  <a:cubicBezTo>
                    <a:pt x="477006" y="131609"/>
                    <a:pt x="479725" y="137048"/>
                    <a:pt x="479725" y="145207"/>
                  </a:cubicBezTo>
                  <a:cubicBezTo>
                    <a:pt x="479725" y="156086"/>
                    <a:pt x="477006" y="166964"/>
                    <a:pt x="477006" y="180563"/>
                  </a:cubicBezTo>
                  <a:cubicBezTo>
                    <a:pt x="477006" y="196881"/>
                    <a:pt x="479725" y="215918"/>
                    <a:pt x="482445" y="232236"/>
                  </a:cubicBezTo>
                  <a:cubicBezTo>
                    <a:pt x="485165" y="248554"/>
                    <a:pt x="485165" y="267592"/>
                    <a:pt x="485165" y="283909"/>
                  </a:cubicBezTo>
                  <a:cubicBezTo>
                    <a:pt x="485165" y="297508"/>
                    <a:pt x="485165" y="313826"/>
                    <a:pt x="485165" y="327424"/>
                  </a:cubicBezTo>
                  <a:cubicBezTo>
                    <a:pt x="485165" y="343742"/>
                    <a:pt x="487884" y="357340"/>
                    <a:pt x="487884" y="373658"/>
                  </a:cubicBezTo>
                  <a:cubicBezTo>
                    <a:pt x="487884" y="389976"/>
                    <a:pt x="485165" y="403574"/>
                    <a:pt x="485165" y="419892"/>
                  </a:cubicBezTo>
                  <a:cubicBezTo>
                    <a:pt x="485165" y="436210"/>
                    <a:pt x="485165" y="449808"/>
                    <a:pt x="485165" y="463407"/>
                  </a:cubicBezTo>
                  <a:cubicBezTo>
                    <a:pt x="485165" y="479725"/>
                    <a:pt x="485165" y="498762"/>
                    <a:pt x="482445" y="515080"/>
                  </a:cubicBezTo>
                  <a:cubicBezTo>
                    <a:pt x="482445" y="528678"/>
                    <a:pt x="482445" y="542277"/>
                    <a:pt x="482445" y="558595"/>
                  </a:cubicBezTo>
                  <a:cubicBezTo>
                    <a:pt x="482445" y="572193"/>
                    <a:pt x="479725" y="588511"/>
                    <a:pt x="479725" y="602109"/>
                  </a:cubicBezTo>
                  <a:cubicBezTo>
                    <a:pt x="479725" y="615708"/>
                    <a:pt x="485165" y="632025"/>
                    <a:pt x="485165" y="648343"/>
                  </a:cubicBezTo>
                  <a:cubicBezTo>
                    <a:pt x="485165" y="659222"/>
                    <a:pt x="482445" y="670101"/>
                    <a:pt x="474286" y="675540"/>
                  </a:cubicBezTo>
                  <a:cubicBezTo>
                    <a:pt x="460688" y="686418"/>
                    <a:pt x="444370" y="691858"/>
                    <a:pt x="428052" y="691858"/>
                  </a:cubicBezTo>
                  <a:cubicBezTo>
                    <a:pt x="414453" y="691858"/>
                    <a:pt x="400855" y="689138"/>
                    <a:pt x="387257" y="683699"/>
                  </a:cubicBezTo>
                  <a:cubicBezTo>
                    <a:pt x="373659" y="678259"/>
                    <a:pt x="360060" y="672820"/>
                    <a:pt x="351901" y="664661"/>
                  </a:cubicBezTo>
                  <a:cubicBezTo>
                    <a:pt x="330144" y="645624"/>
                    <a:pt x="316546" y="621147"/>
                    <a:pt x="305667" y="596670"/>
                  </a:cubicBezTo>
                  <a:cubicBezTo>
                    <a:pt x="292069" y="569473"/>
                    <a:pt x="281190" y="539557"/>
                    <a:pt x="270312" y="509641"/>
                  </a:cubicBezTo>
                  <a:cubicBezTo>
                    <a:pt x="264872" y="493323"/>
                    <a:pt x="256713" y="477005"/>
                    <a:pt x="251274" y="460687"/>
                  </a:cubicBezTo>
                  <a:cubicBezTo>
                    <a:pt x="240395" y="433490"/>
                    <a:pt x="232236" y="409014"/>
                    <a:pt x="224077" y="381817"/>
                  </a:cubicBezTo>
                  <a:cubicBezTo>
                    <a:pt x="218638" y="365499"/>
                    <a:pt x="213199" y="346462"/>
                    <a:pt x="207759" y="330144"/>
                  </a:cubicBezTo>
                  <a:cubicBezTo>
                    <a:pt x="202320" y="316545"/>
                    <a:pt x="196881" y="300227"/>
                    <a:pt x="191442" y="286629"/>
                  </a:cubicBezTo>
                  <a:cubicBezTo>
                    <a:pt x="188722" y="281190"/>
                    <a:pt x="186002" y="278470"/>
                    <a:pt x="183283" y="278470"/>
                  </a:cubicBezTo>
                  <a:cubicBezTo>
                    <a:pt x="180563" y="278470"/>
                    <a:pt x="180563" y="286629"/>
                    <a:pt x="180563" y="292068"/>
                  </a:cubicBezTo>
                  <a:cubicBezTo>
                    <a:pt x="180563" y="297508"/>
                    <a:pt x="180563" y="302947"/>
                    <a:pt x="180563" y="305667"/>
                  </a:cubicBezTo>
                  <a:cubicBezTo>
                    <a:pt x="180563" y="321985"/>
                    <a:pt x="183283" y="338303"/>
                    <a:pt x="183283" y="354620"/>
                  </a:cubicBezTo>
                  <a:cubicBezTo>
                    <a:pt x="183283" y="387256"/>
                    <a:pt x="186002" y="417173"/>
                    <a:pt x="188722" y="449808"/>
                  </a:cubicBezTo>
                  <a:cubicBezTo>
                    <a:pt x="188722" y="460687"/>
                    <a:pt x="188722" y="468846"/>
                    <a:pt x="188722" y="479725"/>
                  </a:cubicBezTo>
                  <a:cubicBezTo>
                    <a:pt x="188722" y="501482"/>
                    <a:pt x="188722" y="523239"/>
                    <a:pt x="188722" y="542277"/>
                  </a:cubicBezTo>
                  <a:cubicBezTo>
                    <a:pt x="188722" y="566754"/>
                    <a:pt x="186002" y="591231"/>
                    <a:pt x="186002" y="615708"/>
                  </a:cubicBezTo>
                  <a:cubicBezTo>
                    <a:pt x="186002" y="623866"/>
                    <a:pt x="186002" y="632025"/>
                    <a:pt x="186002" y="637465"/>
                  </a:cubicBezTo>
                  <a:cubicBezTo>
                    <a:pt x="186002" y="645624"/>
                    <a:pt x="183283" y="656502"/>
                    <a:pt x="183283" y="664661"/>
                  </a:cubicBezTo>
                  <a:cubicBezTo>
                    <a:pt x="202320" y="664661"/>
                    <a:pt x="218638" y="664661"/>
                    <a:pt x="226797" y="664661"/>
                  </a:cubicBezTo>
                  <a:cubicBezTo>
                    <a:pt x="234956" y="664661"/>
                    <a:pt x="253994" y="664661"/>
                    <a:pt x="253994" y="680979"/>
                  </a:cubicBezTo>
                  <a:cubicBezTo>
                    <a:pt x="253994" y="689138"/>
                    <a:pt x="253994" y="691858"/>
                    <a:pt x="248554" y="697297"/>
                  </a:cubicBezTo>
                  <a:cubicBezTo>
                    <a:pt x="245835" y="702736"/>
                    <a:pt x="240395" y="705456"/>
                    <a:pt x="234956" y="705456"/>
                  </a:cubicBezTo>
                  <a:cubicBezTo>
                    <a:pt x="226797" y="708176"/>
                    <a:pt x="224077" y="708176"/>
                    <a:pt x="218638" y="708176"/>
                  </a:cubicBezTo>
                  <a:cubicBezTo>
                    <a:pt x="215918" y="708176"/>
                    <a:pt x="199600" y="708176"/>
                    <a:pt x="183283" y="708176"/>
                  </a:cubicBezTo>
                  <a:cubicBezTo>
                    <a:pt x="166965" y="708176"/>
                    <a:pt x="153366" y="708176"/>
                    <a:pt x="150647" y="708176"/>
                  </a:cubicBezTo>
                  <a:cubicBezTo>
                    <a:pt x="139768" y="708176"/>
                    <a:pt x="120730" y="708176"/>
                    <a:pt x="107132" y="708176"/>
                  </a:cubicBezTo>
                  <a:cubicBezTo>
                    <a:pt x="101693" y="708176"/>
                    <a:pt x="96254" y="708176"/>
                    <a:pt x="88094" y="708176"/>
                  </a:cubicBezTo>
                  <a:cubicBezTo>
                    <a:pt x="82655" y="708176"/>
                    <a:pt x="74496" y="708176"/>
                    <a:pt x="69057" y="702736"/>
                  </a:cubicBezTo>
                  <a:cubicBezTo>
                    <a:pt x="63617" y="700017"/>
                    <a:pt x="58178" y="691858"/>
                    <a:pt x="58178" y="686418"/>
                  </a:cubicBezTo>
                  <a:cubicBezTo>
                    <a:pt x="58178" y="683699"/>
                    <a:pt x="58178" y="680979"/>
                    <a:pt x="60898" y="678259"/>
                  </a:cubicBezTo>
                  <a:cubicBezTo>
                    <a:pt x="63617" y="675540"/>
                    <a:pt x="71777" y="672820"/>
                    <a:pt x="77216" y="670101"/>
                  </a:cubicBezTo>
                  <a:cubicBezTo>
                    <a:pt x="90814" y="667381"/>
                    <a:pt x="115291" y="664661"/>
                    <a:pt x="120730" y="664661"/>
                  </a:cubicBezTo>
                  <a:cubicBezTo>
                    <a:pt x="123450" y="664661"/>
                    <a:pt x="126170" y="664661"/>
                    <a:pt x="131609" y="664661"/>
                  </a:cubicBezTo>
                  <a:cubicBezTo>
                    <a:pt x="131609" y="623866"/>
                    <a:pt x="134329" y="583072"/>
                    <a:pt x="134329" y="539557"/>
                  </a:cubicBezTo>
                  <a:cubicBezTo>
                    <a:pt x="134329" y="528678"/>
                    <a:pt x="134329" y="515080"/>
                    <a:pt x="134329" y="504201"/>
                  </a:cubicBezTo>
                  <a:cubicBezTo>
                    <a:pt x="131609" y="460687"/>
                    <a:pt x="131609" y="417173"/>
                    <a:pt x="131609" y="376378"/>
                  </a:cubicBezTo>
                  <a:cubicBezTo>
                    <a:pt x="131609" y="351901"/>
                    <a:pt x="131609" y="327424"/>
                    <a:pt x="131609" y="302947"/>
                  </a:cubicBezTo>
                  <a:cubicBezTo>
                    <a:pt x="131609" y="275751"/>
                    <a:pt x="131609" y="248554"/>
                    <a:pt x="134329" y="221357"/>
                  </a:cubicBezTo>
                  <a:cubicBezTo>
                    <a:pt x="134329" y="188722"/>
                    <a:pt x="137048" y="156086"/>
                    <a:pt x="137048" y="123450"/>
                  </a:cubicBezTo>
                  <a:cubicBezTo>
                    <a:pt x="126170" y="123450"/>
                    <a:pt x="115291" y="123450"/>
                    <a:pt x="107132" y="123450"/>
                  </a:cubicBezTo>
                  <a:cubicBezTo>
                    <a:pt x="101693" y="123450"/>
                    <a:pt x="96254" y="123450"/>
                    <a:pt x="88094" y="123450"/>
                  </a:cubicBezTo>
                  <a:cubicBezTo>
                    <a:pt x="82655" y="123450"/>
                    <a:pt x="74496" y="120730"/>
                    <a:pt x="69057" y="118011"/>
                  </a:cubicBezTo>
                  <a:cubicBezTo>
                    <a:pt x="63617" y="115291"/>
                    <a:pt x="58178" y="107132"/>
                    <a:pt x="58178" y="101693"/>
                  </a:cubicBezTo>
                  <a:cubicBezTo>
                    <a:pt x="58178" y="98973"/>
                    <a:pt x="58178" y="96253"/>
                    <a:pt x="60898" y="93534"/>
                  </a:cubicBezTo>
                  <a:cubicBezTo>
                    <a:pt x="63617" y="90814"/>
                    <a:pt x="71777" y="88094"/>
                    <a:pt x="77216" y="85375"/>
                  </a:cubicBezTo>
                  <a:cubicBezTo>
                    <a:pt x="90814" y="82655"/>
                    <a:pt x="126170" y="79935"/>
                    <a:pt x="131609" y="79935"/>
                  </a:cubicBezTo>
                  <a:cubicBezTo>
                    <a:pt x="137048" y="79935"/>
                    <a:pt x="147927" y="79935"/>
                    <a:pt x="161525" y="79935"/>
                  </a:cubicBezTo>
                  <a:cubicBezTo>
                    <a:pt x="166965" y="74496"/>
                    <a:pt x="172404" y="71776"/>
                    <a:pt x="177843" y="66337"/>
                  </a:cubicBezTo>
                  <a:cubicBezTo>
                    <a:pt x="186002" y="60898"/>
                    <a:pt x="194161" y="58178"/>
                    <a:pt x="202320" y="58178"/>
                  </a:cubicBezTo>
                  <a:cubicBezTo>
                    <a:pt x="215918" y="58178"/>
                    <a:pt x="226797" y="63617"/>
                    <a:pt x="234956" y="77216"/>
                  </a:cubicBezTo>
                  <a:cubicBezTo>
                    <a:pt x="240395" y="88094"/>
                    <a:pt x="248554" y="96253"/>
                    <a:pt x="251274" y="107132"/>
                  </a:cubicBezTo>
                  <a:cubicBezTo>
                    <a:pt x="256713" y="120730"/>
                    <a:pt x="259433" y="134328"/>
                    <a:pt x="267592" y="147927"/>
                  </a:cubicBezTo>
                  <a:cubicBezTo>
                    <a:pt x="273031" y="158805"/>
                    <a:pt x="275751" y="172404"/>
                    <a:pt x="281190" y="183282"/>
                  </a:cubicBezTo>
                  <a:cubicBezTo>
                    <a:pt x="286630" y="196881"/>
                    <a:pt x="292069" y="210479"/>
                    <a:pt x="297508" y="224077"/>
                  </a:cubicBezTo>
                  <a:cubicBezTo>
                    <a:pt x="300228" y="237675"/>
                    <a:pt x="305667" y="251274"/>
                    <a:pt x="308387" y="264872"/>
                  </a:cubicBezTo>
                  <a:cubicBezTo>
                    <a:pt x="311106" y="278470"/>
                    <a:pt x="311106" y="289349"/>
                    <a:pt x="319265" y="300227"/>
                  </a:cubicBezTo>
                  <a:cubicBezTo>
                    <a:pt x="332864" y="324704"/>
                    <a:pt x="346462" y="351901"/>
                    <a:pt x="351901" y="379097"/>
                  </a:cubicBezTo>
                  <a:cubicBezTo>
                    <a:pt x="354621" y="392696"/>
                    <a:pt x="360060" y="403574"/>
                    <a:pt x="365500" y="417173"/>
                  </a:cubicBezTo>
                  <a:cubicBezTo>
                    <a:pt x="373659" y="430771"/>
                    <a:pt x="373659" y="444369"/>
                    <a:pt x="379098" y="457967"/>
                  </a:cubicBezTo>
                  <a:cubicBezTo>
                    <a:pt x="381818" y="471566"/>
                    <a:pt x="387257" y="482444"/>
                    <a:pt x="395416" y="496043"/>
                  </a:cubicBezTo>
                  <a:cubicBezTo>
                    <a:pt x="398136" y="501482"/>
                    <a:pt x="403575" y="506921"/>
                    <a:pt x="406294" y="512361"/>
                  </a:cubicBezTo>
                  <a:cubicBezTo>
                    <a:pt x="409014" y="517800"/>
                    <a:pt x="409014" y="525959"/>
                    <a:pt x="411734" y="531398"/>
                  </a:cubicBezTo>
                  <a:cubicBezTo>
                    <a:pt x="414453" y="539557"/>
                    <a:pt x="417173" y="550436"/>
                    <a:pt x="419893" y="558595"/>
                  </a:cubicBezTo>
                  <a:cubicBezTo>
                    <a:pt x="422613" y="561314"/>
                    <a:pt x="422613" y="564034"/>
                    <a:pt x="425332" y="564034"/>
                  </a:cubicBezTo>
                  <a:cubicBezTo>
                    <a:pt x="428052" y="564034"/>
                    <a:pt x="428052" y="561314"/>
                    <a:pt x="430771" y="558595"/>
                  </a:cubicBezTo>
                  <a:cubicBezTo>
                    <a:pt x="430771" y="555875"/>
                    <a:pt x="430771" y="553155"/>
                    <a:pt x="430771" y="550436"/>
                  </a:cubicBezTo>
                  <a:cubicBezTo>
                    <a:pt x="430771" y="534118"/>
                    <a:pt x="430771" y="517800"/>
                    <a:pt x="430771" y="501482"/>
                  </a:cubicBezTo>
                  <a:cubicBezTo>
                    <a:pt x="430771" y="468846"/>
                    <a:pt x="433491" y="436210"/>
                    <a:pt x="430771" y="403574"/>
                  </a:cubicBezTo>
                  <a:cubicBezTo>
                    <a:pt x="430771" y="373658"/>
                    <a:pt x="425332" y="343742"/>
                    <a:pt x="425332" y="313826"/>
                  </a:cubicBezTo>
                  <a:cubicBezTo>
                    <a:pt x="425332" y="292068"/>
                    <a:pt x="425332" y="270311"/>
                    <a:pt x="425332" y="248554"/>
                  </a:cubicBezTo>
                  <a:cubicBezTo>
                    <a:pt x="425332" y="234956"/>
                    <a:pt x="425332" y="224077"/>
                    <a:pt x="425332" y="210479"/>
                  </a:cubicBezTo>
                  <a:cubicBezTo>
                    <a:pt x="425332" y="191441"/>
                    <a:pt x="422613" y="172404"/>
                    <a:pt x="422613" y="153366"/>
                  </a:cubicBezTo>
                  <a:cubicBezTo>
                    <a:pt x="422613" y="142487"/>
                    <a:pt x="422613" y="134328"/>
                    <a:pt x="425332" y="123450"/>
                  </a:cubicBezTo>
                  <a:cubicBezTo>
                    <a:pt x="417173" y="123450"/>
                    <a:pt x="406294" y="123450"/>
                    <a:pt x="398136" y="123450"/>
                  </a:cubicBezTo>
                  <a:cubicBezTo>
                    <a:pt x="392696" y="123450"/>
                    <a:pt x="387257" y="123450"/>
                    <a:pt x="379098" y="123450"/>
                  </a:cubicBezTo>
                  <a:cubicBezTo>
                    <a:pt x="373659" y="123450"/>
                    <a:pt x="365500" y="120730"/>
                    <a:pt x="360060" y="118011"/>
                  </a:cubicBezTo>
                  <a:cubicBezTo>
                    <a:pt x="354621" y="115291"/>
                    <a:pt x="349182" y="107132"/>
                    <a:pt x="349182" y="101693"/>
                  </a:cubicBezTo>
                  <a:cubicBezTo>
                    <a:pt x="349182" y="98973"/>
                    <a:pt x="349182" y="96253"/>
                    <a:pt x="351901" y="93534"/>
                  </a:cubicBezTo>
                  <a:cubicBezTo>
                    <a:pt x="354621" y="90814"/>
                    <a:pt x="362780" y="88094"/>
                    <a:pt x="368219" y="85375"/>
                  </a:cubicBezTo>
                  <a:cubicBezTo>
                    <a:pt x="381818" y="82655"/>
                    <a:pt x="417173" y="79935"/>
                    <a:pt x="422613" y="79935"/>
                  </a:cubicBezTo>
                  <a:cubicBezTo>
                    <a:pt x="428052" y="79935"/>
                    <a:pt x="433491" y="79935"/>
                    <a:pt x="444370" y="79935"/>
                  </a:cubicBezTo>
                  <a:cubicBezTo>
                    <a:pt x="449809" y="74496"/>
                    <a:pt x="455248" y="71776"/>
                    <a:pt x="463407" y="71776"/>
                  </a:cubicBezTo>
                  <a:cubicBezTo>
                    <a:pt x="471566" y="71776"/>
                    <a:pt x="477006" y="74496"/>
                    <a:pt x="477006" y="79935"/>
                  </a:cubicBezTo>
                  <a:cubicBezTo>
                    <a:pt x="493324" y="79935"/>
                    <a:pt x="506922" y="79935"/>
                    <a:pt x="515081" y="79935"/>
                  </a:cubicBezTo>
                  <a:lnTo>
                    <a:pt x="515081" y="79935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25DE5C31-EDDF-4BF1-8681-14E1D78A16D0}"/>
                </a:ext>
              </a:extLst>
            </p:cNvPr>
            <p:cNvSpPr/>
            <p:nvPr/>
          </p:nvSpPr>
          <p:spPr>
            <a:xfrm>
              <a:off x="5139126" y="4192158"/>
              <a:ext cx="516735" cy="788700"/>
            </a:xfrm>
            <a:custGeom>
              <a:avLst/>
              <a:gdLst>
                <a:gd name="connsiteX0" fmla="*/ 464616 w 516735"/>
                <a:gd name="connsiteY0" fmla="*/ 436210 h 788699"/>
                <a:gd name="connsiteX1" fmla="*/ 445578 w 516735"/>
                <a:gd name="connsiteY1" fmla="*/ 455248 h 788699"/>
                <a:gd name="connsiteX2" fmla="*/ 404784 w 516735"/>
                <a:gd name="connsiteY2" fmla="*/ 466126 h 788699"/>
                <a:gd name="connsiteX3" fmla="*/ 385746 w 516735"/>
                <a:gd name="connsiteY3" fmla="*/ 479725 h 788699"/>
                <a:gd name="connsiteX4" fmla="*/ 388466 w 516735"/>
                <a:gd name="connsiteY4" fmla="*/ 512361 h 788699"/>
                <a:gd name="connsiteX5" fmla="*/ 388466 w 516735"/>
                <a:gd name="connsiteY5" fmla="*/ 544997 h 788699"/>
                <a:gd name="connsiteX6" fmla="*/ 388466 w 516735"/>
                <a:gd name="connsiteY6" fmla="*/ 566754 h 788699"/>
                <a:gd name="connsiteX7" fmla="*/ 391185 w 516735"/>
                <a:gd name="connsiteY7" fmla="*/ 632026 h 788699"/>
                <a:gd name="connsiteX8" fmla="*/ 393905 w 516735"/>
                <a:gd name="connsiteY8" fmla="*/ 683699 h 788699"/>
                <a:gd name="connsiteX9" fmla="*/ 377587 w 516735"/>
                <a:gd name="connsiteY9" fmla="*/ 724494 h 788699"/>
                <a:gd name="connsiteX10" fmla="*/ 361269 w 516735"/>
                <a:gd name="connsiteY10" fmla="*/ 719054 h 788699"/>
                <a:gd name="connsiteX11" fmla="*/ 353110 w 516735"/>
                <a:gd name="connsiteY11" fmla="*/ 702737 h 788699"/>
                <a:gd name="connsiteX12" fmla="*/ 350390 w 516735"/>
                <a:gd name="connsiteY12" fmla="*/ 686419 h 788699"/>
                <a:gd name="connsiteX13" fmla="*/ 353110 w 516735"/>
                <a:gd name="connsiteY13" fmla="*/ 659222 h 788699"/>
                <a:gd name="connsiteX14" fmla="*/ 353110 w 516735"/>
                <a:gd name="connsiteY14" fmla="*/ 656502 h 788699"/>
                <a:gd name="connsiteX15" fmla="*/ 317755 w 516735"/>
                <a:gd name="connsiteY15" fmla="*/ 708176 h 788699"/>
                <a:gd name="connsiteX16" fmla="*/ 241604 w 516735"/>
                <a:gd name="connsiteY16" fmla="*/ 735372 h 788699"/>
                <a:gd name="connsiteX17" fmla="*/ 187211 w 516735"/>
                <a:gd name="connsiteY17" fmla="*/ 727214 h 788699"/>
                <a:gd name="connsiteX18" fmla="*/ 135538 w 516735"/>
                <a:gd name="connsiteY18" fmla="*/ 694578 h 788699"/>
                <a:gd name="connsiteX19" fmla="*/ 86584 w 516735"/>
                <a:gd name="connsiteY19" fmla="*/ 621147 h 788699"/>
                <a:gd name="connsiteX20" fmla="*/ 67546 w 516735"/>
                <a:gd name="connsiteY20" fmla="*/ 555875 h 788699"/>
                <a:gd name="connsiteX21" fmla="*/ 59387 w 516735"/>
                <a:gd name="connsiteY21" fmla="*/ 509641 h 788699"/>
                <a:gd name="connsiteX22" fmla="*/ 59387 w 516735"/>
                <a:gd name="connsiteY22" fmla="*/ 468846 h 788699"/>
                <a:gd name="connsiteX23" fmla="*/ 86584 w 516735"/>
                <a:gd name="connsiteY23" fmla="*/ 302947 h 788699"/>
                <a:gd name="connsiteX24" fmla="*/ 108341 w 516735"/>
                <a:gd name="connsiteY24" fmla="*/ 224077 h 788699"/>
                <a:gd name="connsiteX25" fmla="*/ 146416 w 516735"/>
                <a:gd name="connsiteY25" fmla="*/ 145207 h 788699"/>
                <a:gd name="connsiteX26" fmla="*/ 198090 w 516735"/>
                <a:gd name="connsiteY26" fmla="*/ 85375 h 788699"/>
                <a:gd name="connsiteX27" fmla="*/ 228006 w 516735"/>
                <a:gd name="connsiteY27" fmla="*/ 69057 h 788699"/>
                <a:gd name="connsiteX28" fmla="*/ 268801 w 516735"/>
                <a:gd name="connsiteY28" fmla="*/ 58178 h 788699"/>
                <a:gd name="connsiteX29" fmla="*/ 274240 w 516735"/>
                <a:gd name="connsiteY29" fmla="*/ 58178 h 788699"/>
                <a:gd name="connsiteX30" fmla="*/ 295997 w 516735"/>
                <a:gd name="connsiteY30" fmla="*/ 60898 h 788699"/>
                <a:gd name="connsiteX31" fmla="*/ 331353 w 516735"/>
                <a:gd name="connsiteY31" fmla="*/ 71776 h 788699"/>
                <a:gd name="connsiteX32" fmla="*/ 350390 w 516735"/>
                <a:gd name="connsiteY32" fmla="*/ 93534 h 788699"/>
                <a:gd name="connsiteX33" fmla="*/ 353110 w 516735"/>
                <a:gd name="connsiteY33" fmla="*/ 74496 h 788699"/>
                <a:gd name="connsiteX34" fmla="*/ 358549 w 516735"/>
                <a:gd name="connsiteY34" fmla="*/ 63618 h 788699"/>
                <a:gd name="connsiteX35" fmla="*/ 366708 w 516735"/>
                <a:gd name="connsiteY35" fmla="*/ 58178 h 788699"/>
                <a:gd name="connsiteX36" fmla="*/ 374867 w 516735"/>
                <a:gd name="connsiteY36" fmla="*/ 63618 h 788699"/>
                <a:gd name="connsiteX37" fmla="*/ 383026 w 516735"/>
                <a:gd name="connsiteY37" fmla="*/ 82655 h 788699"/>
                <a:gd name="connsiteX38" fmla="*/ 385746 w 516735"/>
                <a:gd name="connsiteY38" fmla="*/ 126170 h 788699"/>
                <a:gd name="connsiteX39" fmla="*/ 388466 w 516735"/>
                <a:gd name="connsiteY39" fmla="*/ 186002 h 788699"/>
                <a:gd name="connsiteX40" fmla="*/ 391185 w 516735"/>
                <a:gd name="connsiteY40" fmla="*/ 237676 h 788699"/>
                <a:gd name="connsiteX41" fmla="*/ 374867 w 516735"/>
                <a:gd name="connsiteY41" fmla="*/ 278470 h 788699"/>
                <a:gd name="connsiteX42" fmla="*/ 358549 w 516735"/>
                <a:gd name="connsiteY42" fmla="*/ 273031 h 788699"/>
                <a:gd name="connsiteX43" fmla="*/ 350390 w 516735"/>
                <a:gd name="connsiteY43" fmla="*/ 256713 h 788699"/>
                <a:gd name="connsiteX44" fmla="*/ 347671 w 516735"/>
                <a:gd name="connsiteY44" fmla="*/ 240395 h 788699"/>
                <a:gd name="connsiteX45" fmla="*/ 347671 w 516735"/>
                <a:gd name="connsiteY45" fmla="*/ 213199 h 788699"/>
                <a:gd name="connsiteX46" fmla="*/ 344951 w 516735"/>
                <a:gd name="connsiteY46" fmla="*/ 194161 h 788699"/>
                <a:gd name="connsiteX47" fmla="*/ 339512 w 516735"/>
                <a:gd name="connsiteY47" fmla="*/ 150647 h 788699"/>
                <a:gd name="connsiteX48" fmla="*/ 323194 w 516735"/>
                <a:gd name="connsiteY48" fmla="*/ 112571 h 788699"/>
                <a:gd name="connsiteX49" fmla="*/ 293278 w 516735"/>
                <a:gd name="connsiteY49" fmla="*/ 101693 h 788699"/>
                <a:gd name="connsiteX50" fmla="*/ 263361 w 516735"/>
                <a:gd name="connsiteY50" fmla="*/ 120730 h 788699"/>
                <a:gd name="connsiteX51" fmla="*/ 241604 w 516735"/>
                <a:gd name="connsiteY51" fmla="*/ 153366 h 788699"/>
                <a:gd name="connsiteX52" fmla="*/ 233445 w 516735"/>
                <a:gd name="connsiteY52" fmla="*/ 194161 h 788699"/>
                <a:gd name="connsiteX53" fmla="*/ 225286 w 516735"/>
                <a:gd name="connsiteY53" fmla="*/ 232236 h 788699"/>
                <a:gd name="connsiteX54" fmla="*/ 217127 w 516735"/>
                <a:gd name="connsiteY54" fmla="*/ 275751 h 788699"/>
                <a:gd name="connsiteX55" fmla="*/ 211688 w 516735"/>
                <a:gd name="connsiteY55" fmla="*/ 316545 h 788699"/>
                <a:gd name="connsiteX56" fmla="*/ 206249 w 516735"/>
                <a:gd name="connsiteY56" fmla="*/ 354621 h 788699"/>
                <a:gd name="connsiteX57" fmla="*/ 200809 w 516735"/>
                <a:gd name="connsiteY57" fmla="*/ 398135 h 788699"/>
                <a:gd name="connsiteX58" fmla="*/ 195370 w 516735"/>
                <a:gd name="connsiteY58" fmla="*/ 438930 h 788699"/>
                <a:gd name="connsiteX59" fmla="*/ 192650 w 516735"/>
                <a:gd name="connsiteY59" fmla="*/ 474286 h 788699"/>
                <a:gd name="connsiteX60" fmla="*/ 195370 w 516735"/>
                <a:gd name="connsiteY60" fmla="*/ 525959 h 788699"/>
                <a:gd name="connsiteX61" fmla="*/ 208968 w 516735"/>
                <a:gd name="connsiteY61" fmla="*/ 596670 h 788699"/>
                <a:gd name="connsiteX62" fmla="*/ 214407 w 516735"/>
                <a:gd name="connsiteY62" fmla="*/ 623867 h 788699"/>
                <a:gd name="connsiteX63" fmla="*/ 228006 w 516735"/>
                <a:gd name="connsiteY63" fmla="*/ 656502 h 788699"/>
                <a:gd name="connsiteX64" fmla="*/ 271520 w 516735"/>
                <a:gd name="connsiteY64" fmla="*/ 689138 h 788699"/>
                <a:gd name="connsiteX65" fmla="*/ 306876 w 516735"/>
                <a:gd name="connsiteY65" fmla="*/ 664661 h 788699"/>
                <a:gd name="connsiteX66" fmla="*/ 331353 w 516735"/>
                <a:gd name="connsiteY66" fmla="*/ 602109 h 788699"/>
                <a:gd name="connsiteX67" fmla="*/ 336792 w 516735"/>
                <a:gd name="connsiteY67" fmla="*/ 544997 h 788699"/>
                <a:gd name="connsiteX68" fmla="*/ 336792 w 516735"/>
                <a:gd name="connsiteY68" fmla="*/ 498762 h 788699"/>
                <a:gd name="connsiteX69" fmla="*/ 336792 w 516735"/>
                <a:gd name="connsiteY69" fmla="*/ 490603 h 788699"/>
                <a:gd name="connsiteX70" fmla="*/ 320474 w 516735"/>
                <a:gd name="connsiteY70" fmla="*/ 477005 h 788699"/>
                <a:gd name="connsiteX71" fmla="*/ 282399 w 516735"/>
                <a:gd name="connsiteY71" fmla="*/ 479725 h 788699"/>
                <a:gd name="connsiteX72" fmla="*/ 252483 w 516735"/>
                <a:gd name="connsiteY72" fmla="*/ 474286 h 788699"/>
                <a:gd name="connsiteX73" fmla="*/ 247043 w 516735"/>
                <a:gd name="connsiteY73" fmla="*/ 466126 h 788699"/>
                <a:gd name="connsiteX74" fmla="*/ 249763 w 516735"/>
                <a:gd name="connsiteY74" fmla="*/ 457968 h 788699"/>
                <a:gd name="connsiteX75" fmla="*/ 268801 w 516735"/>
                <a:gd name="connsiteY75" fmla="*/ 447089 h 788699"/>
                <a:gd name="connsiteX76" fmla="*/ 312315 w 516735"/>
                <a:gd name="connsiteY76" fmla="*/ 436210 h 788699"/>
                <a:gd name="connsiteX77" fmla="*/ 353110 w 516735"/>
                <a:gd name="connsiteY77" fmla="*/ 430771 h 788699"/>
                <a:gd name="connsiteX78" fmla="*/ 385746 w 516735"/>
                <a:gd name="connsiteY78" fmla="*/ 430771 h 788699"/>
                <a:gd name="connsiteX79" fmla="*/ 437420 w 516735"/>
                <a:gd name="connsiteY79" fmla="*/ 428051 h 788699"/>
                <a:gd name="connsiteX80" fmla="*/ 464616 w 516735"/>
                <a:gd name="connsiteY80" fmla="*/ 436210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516735" h="788699">
                  <a:moveTo>
                    <a:pt x="464616" y="436210"/>
                  </a:moveTo>
                  <a:cubicBezTo>
                    <a:pt x="464616" y="447089"/>
                    <a:pt x="453737" y="452528"/>
                    <a:pt x="445578" y="455248"/>
                  </a:cubicBezTo>
                  <a:cubicBezTo>
                    <a:pt x="434700" y="460687"/>
                    <a:pt x="415662" y="463407"/>
                    <a:pt x="404784" y="466126"/>
                  </a:cubicBezTo>
                  <a:cubicBezTo>
                    <a:pt x="393905" y="466126"/>
                    <a:pt x="385746" y="468846"/>
                    <a:pt x="385746" y="479725"/>
                  </a:cubicBezTo>
                  <a:cubicBezTo>
                    <a:pt x="385746" y="487884"/>
                    <a:pt x="388466" y="506921"/>
                    <a:pt x="388466" y="512361"/>
                  </a:cubicBezTo>
                  <a:cubicBezTo>
                    <a:pt x="388466" y="515080"/>
                    <a:pt x="388466" y="539557"/>
                    <a:pt x="388466" y="544997"/>
                  </a:cubicBezTo>
                  <a:cubicBezTo>
                    <a:pt x="388466" y="550436"/>
                    <a:pt x="388466" y="558595"/>
                    <a:pt x="388466" y="566754"/>
                  </a:cubicBezTo>
                  <a:cubicBezTo>
                    <a:pt x="388466" y="591231"/>
                    <a:pt x="388466" y="621147"/>
                    <a:pt x="391185" y="632026"/>
                  </a:cubicBezTo>
                  <a:cubicBezTo>
                    <a:pt x="393905" y="653783"/>
                    <a:pt x="393905" y="661942"/>
                    <a:pt x="393905" y="683699"/>
                  </a:cubicBezTo>
                  <a:cubicBezTo>
                    <a:pt x="393905" y="694578"/>
                    <a:pt x="393905" y="724494"/>
                    <a:pt x="377587" y="724494"/>
                  </a:cubicBezTo>
                  <a:cubicBezTo>
                    <a:pt x="369428" y="724494"/>
                    <a:pt x="366708" y="721774"/>
                    <a:pt x="361269" y="719054"/>
                  </a:cubicBezTo>
                  <a:cubicBezTo>
                    <a:pt x="355830" y="716335"/>
                    <a:pt x="353110" y="708176"/>
                    <a:pt x="353110" y="702737"/>
                  </a:cubicBezTo>
                  <a:cubicBezTo>
                    <a:pt x="350390" y="694578"/>
                    <a:pt x="350390" y="689138"/>
                    <a:pt x="350390" y="686419"/>
                  </a:cubicBezTo>
                  <a:cubicBezTo>
                    <a:pt x="350390" y="678260"/>
                    <a:pt x="353110" y="672820"/>
                    <a:pt x="353110" y="659222"/>
                  </a:cubicBezTo>
                  <a:lnTo>
                    <a:pt x="353110" y="656502"/>
                  </a:lnTo>
                  <a:cubicBezTo>
                    <a:pt x="347671" y="675540"/>
                    <a:pt x="334072" y="694578"/>
                    <a:pt x="317755" y="708176"/>
                  </a:cubicBezTo>
                  <a:cubicBezTo>
                    <a:pt x="293278" y="727214"/>
                    <a:pt x="274240" y="735372"/>
                    <a:pt x="241604" y="735372"/>
                  </a:cubicBezTo>
                  <a:cubicBezTo>
                    <a:pt x="222566" y="735372"/>
                    <a:pt x="203529" y="732653"/>
                    <a:pt x="187211" y="727214"/>
                  </a:cubicBezTo>
                  <a:cubicBezTo>
                    <a:pt x="165454" y="719054"/>
                    <a:pt x="149136" y="708176"/>
                    <a:pt x="135538" y="694578"/>
                  </a:cubicBezTo>
                  <a:cubicBezTo>
                    <a:pt x="113780" y="672820"/>
                    <a:pt x="100182" y="648343"/>
                    <a:pt x="86584" y="621147"/>
                  </a:cubicBezTo>
                  <a:cubicBezTo>
                    <a:pt x="75705" y="599390"/>
                    <a:pt x="70266" y="580352"/>
                    <a:pt x="67546" y="555875"/>
                  </a:cubicBezTo>
                  <a:cubicBezTo>
                    <a:pt x="64826" y="539557"/>
                    <a:pt x="62107" y="525959"/>
                    <a:pt x="59387" y="509641"/>
                  </a:cubicBezTo>
                  <a:cubicBezTo>
                    <a:pt x="56667" y="493323"/>
                    <a:pt x="59387" y="485164"/>
                    <a:pt x="59387" y="468846"/>
                  </a:cubicBezTo>
                  <a:cubicBezTo>
                    <a:pt x="59387" y="414453"/>
                    <a:pt x="72985" y="362780"/>
                    <a:pt x="86584" y="302947"/>
                  </a:cubicBezTo>
                  <a:cubicBezTo>
                    <a:pt x="92023" y="275751"/>
                    <a:pt x="100182" y="248554"/>
                    <a:pt x="108341" y="224077"/>
                  </a:cubicBezTo>
                  <a:cubicBezTo>
                    <a:pt x="116500" y="196881"/>
                    <a:pt x="130098" y="169684"/>
                    <a:pt x="146416" y="145207"/>
                  </a:cubicBezTo>
                  <a:cubicBezTo>
                    <a:pt x="160014" y="123450"/>
                    <a:pt x="176332" y="101693"/>
                    <a:pt x="198090" y="85375"/>
                  </a:cubicBezTo>
                  <a:cubicBezTo>
                    <a:pt x="206249" y="77216"/>
                    <a:pt x="217127" y="71776"/>
                    <a:pt x="228006" y="69057"/>
                  </a:cubicBezTo>
                  <a:cubicBezTo>
                    <a:pt x="241604" y="63618"/>
                    <a:pt x="255202" y="58178"/>
                    <a:pt x="268801" y="58178"/>
                  </a:cubicBezTo>
                  <a:cubicBezTo>
                    <a:pt x="271520" y="58178"/>
                    <a:pt x="274240" y="58178"/>
                    <a:pt x="274240" y="58178"/>
                  </a:cubicBezTo>
                  <a:cubicBezTo>
                    <a:pt x="279679" y="58178"/>
                    <a:pt x="285119" y="58178"/>
                    <a:pt x="295997" y="60898"/>
                  </a:cubicBezTo>
                  <a:cubicBezTo>
                    <a:pt x="309595" y="63618"/>
                    <a:pt x="320474" y="66337"/>
                    <a:pt x="331353" y="71776"/>
                  </a:cubicBezTo>
                  <a:cubicBezTo>
                    <a:pt x="339512" y="77216"/>
                    <a:pt x="347671" y="85375"/>
                    <a:pt x="350390" y="93534"/>
                  </a:cubicBezTo>
                  <a:cubicBezTo>
                    <a:pt x="350390" y="88095"/>
                    <a:pt x="353110" y="79936"/>
                    <a:pt x="353110" y="74496"/>
                  </a:cubicBezTo>
                  <a:cubicBezTo>
                    <a:pt x="355830" y="71776"/>
                    <a:pt x="355830" y="69057"/>
                    <a:pt x="358549" y="63618"/>
                  </a:cubicBezTo>
                  <a:cubicBezTo>
                    <a:pt x="361269" y="60898"/>
                    <a:pt x="363989" y="58178"/>
                    <a:pt x="366708" y="58178"/>
                  </a:cubicBezTo>
                  <a:cubicBezTo>
                    <a:pt x="369428" y="58178"/>
                    <a:pt x="372148" y="60898"/>
                    <a:pt x="374867" y="63618"/>
                  </a:cubicBezTo>
                  <a:cubicBezTo>
                    <a:pt x="377587" y="69057"/>
                    <a:pt x="380307" y="77216"/>
                    <a:pt x="383026" y="82655"/>
                  </a:cubicBezTo>
                  <a:cubicBezTo>
                    <a:pt x="383026" y="90814"/>
                    <a:pt x="385746" y="107132"/>
                    <a:pt x="385746" y="126170"/>
                  </a:cubicBezTo>
                  <a:cubicBezTo>
                    <a:pt x="385746" y="150647"/>
                    <a:pt x="385746" y="177843"/>
                    <a:pt x="388466" y="186002"/>
                  </a:cubicBezTo>
                  <a:cubicBezTo>
                    <a:pt x="391185" y="207759"/>
                    <a:pt x="391185" y="215918"/>
                    <a:pt x="391185" y="237676"/>
                  </a:cubicBezTo>
                  <a:cubicBezTo>
                    <a:pt x="391185" y="248554"/>
                    <a:pt x="391185" y="278470"/>
                    <a:pt x="374867" y="278470"/>
                  </a:cubicBezTo>
                  <a:cubicBezTo>
                    <a:pt x="366708" y="278470"/>
                    <a:pt x="363989" y="275751"/>
                    <a:pt x="358549" y="273031"/>
                  </a:cubicBezTo>
                  <a:cubicBezTo>
                    <a:pt x="353110" y="270311"/>
                    <a:pt x="350390" y="262152"/>
                    <a:pt x="350390" y="256713"/>
                  </a:cubicBezTo>
                  <a:cubicBezTo>
                    <a:pt x="350390" y="251274"/>
                    <a:pt x="347671" y="245834"/>
                    <a:pt x="347671" y="240395"/>
                  </a:cubicBezTo>
                  <a:cubicBezTo>
                    <a:pt x="347671" y="232236"/>
                    <a:pt x="347671" y="224077"/>
                    <a:pt x="347671" y="213199"/>
                  </a:cubicBezTo>
                  <a:cubicBezTo>
                    <a:pt x="347671" y="207759"/>
                    <a:pt x="347671" y="199600"/>
                    <a:pt x="344951" y="194161"/>
                  </a:cubicBezTo>
                  <a:cubicBezTo>
                    <a:pt x="342232" y="180563"/>
                    <a:pt x="342232" y="164245"/>
                    <a:pt x="339512" y="150647"/>
                  </a:cubicBezTo>
                  <a:cubicBezTo>
                    <a:pt x="336792" y="137048"/>
                    <a:pt x="331353" y="123450"/>
                    <a:pt x="323194" y="112571"/>
                  </a:cubicBezTo>
                  <a:cubicBezTo>
                    <a:pt x="317755" y="104412"/>
                    <a:pt x="304156" y="101693"/>
                    <a:pt x="293278" y="101693"/>
                  </a:cubicBezTo>
                  <a:cubicBezTo>
                    <a:pt x="279679" y="101693"/>
                    <a:pt x="271520" y="109852"/>
                    <a:pt x="263361" y="120730"/>
                  </a:cubicBezTo>
                  <a:cubicBezTo>
                    <a:pt x="257922" y="131609"/>
                    <a:pt x="247043" y="139768"/>
                    <a:pt x="241604" y="153366"/>
                  </a:cubicBezTo>
                  <a:cubicBezTo>
                    <a:pt x="236165" y="166964"/>
                    <a:pt x="233445" y="180563"/>
                    <a:pt x="233445" y="194161"/>
                  </a:cubicBezTo>
                  <a:cubicBezTo>
                    <a:pt x="233445" y="207759"/>
                    <a:pt x="230726" y="218638"/>
                    <a:pt x="225286" y="232236"/>
                  </a:cubicBezTo>
                  <a:cubicBezTo>
                    <a:pt x="219847" y="245834"/>
                    <a:pt x="219847" y="262152"/>
                    <a:pt x="217127" y="275751"/>
                  </a:cubicBezTo>
                  <a:cubicBezTo>
                    <a:pt x="214407" y="289349"/>
                    <a:pt x="214407" y="302947"/>
                    <a:pt x="211688" y="316545"/>
                  </a:cubicBezTo>
                  <a:cubicBezTo>
                    <a:pt x="211688" y="330144"/>
                    <a:pt x="206249" y="341022"/>
                    <a:pt x="206249" y="354621"/>
                  </a:cubicBezTo>
                  <a:cubicBezTo>
                    <a:pt x="203529" y="368219"/>
                    <a:pt x="203529" y="381817"/>
                    <a:pt x="200809" y="398135"/>
                  </a:cubicBezTo>
                  <a:cubicBezTo>
                    <a:pt x="198090" y="411733"/>
                    <a:pt x="198090" y="425332"/>
                    <a:pt x="195370" y="438930"/>
                  </a:cubicBezTo>
                  <a:cubicBezTo>
                    <a:pt x="195370" y="449809"/>
                    <a:pt x="192650" y="463407"/>
                    <a:pt x="192650" y="474286"/>
                  </a:cubicBezTo>
                  <a:cubicBezTo>
                    <a:pt x="192650" y="490603"/>
                    <a:pt x="195370" y="509641"/>
                    <a:pt x="195370" y="525959"/>
                  </a:cubicBezTo>
                  <a:cubicBezTo>
                    <a:pt x="195370" y="550436"/>
                    <a:pt x="203529" y="572193"/>
                    <a:pt x="208968" y="596670"/>
                  </a:cubicBezTo>
                  <a:cubicBezTo>
                    <a:pt x="211688" y="604829"/>
                    <a:pt x="211688" y="615708"/>
                    <a:pt x="214407" y="623867"/>
                  </a:cubicBezTo>
                  <a:cubicBezTo>
                    <a:pt x="217127" y="634745"/>
                    <a:pt x="222566" y="645624"/>
                    <a:pt x="228006" y="656502"/>
                  </a:cubicBezTo>
                  <a:cubicBezTo>
                    <a:pt x="236165" y="670101"/>
                    <a:pt x="252483" y="689138"/>
                    <a:pt x="271520" y="689138"/>
                  </a:cubicBezTo>
                  <a:cubicBezTo>
                    <a:pt x="287838" y="689138"/>
                    <a:pt x="298717" y="675540"/>
                    <a:pt x="306876" y="664661"/>
                  </a:cubicBezTo>
                  <a:cubicBezTo>
                    <a:pt x="320474" y="645624"/>
                    <a:pt x="325914" y="623867"/>
                    <a:pt x="331353" y="602109"/>
                  </a:cubicBezTo>
                  <a:cubicBezTo>
                    <a:pt x="334072" y="583072"/>
                    <a:pt x="336792" y="564034"/>
                    <a:pt x="336792" y="544997"/>
                  </a:cubicBezTo>
                  <a:cubicBezTo>
                    <a:pt x="336792" y="531398"/>
                    <a:pt x="336792" y="512361"/>
                    <a:pt x="336792" y="498762"/>
                  </a:cubicBezTo>
                  <a:cubicBezTo>
                    <a:pt x="336792" y="496043"/>
                    <a:pt x="336792" y="493323"/>
                    <a:pt x="336792" y="490603"/>
                  </a:cubicBezTo>
                  <a:cubicBezTo>
                    <a:pt x="336792" y="479725"/>
                    <a:pt x="336792" y="477005"/>
                    <a:pt x="320474" y="477005"/>
                  </a:cubicBezTo>
                  <a:cubicBezTo>
                    <a:pt x="309595" y="477005"/>
                    <a:pt x="295997" y="479725"/>
                    <a:pt x="282399" y="479725"/>
                  </a:cubicBezTo>
                  <a:cubicBezTo>
                    <a:pt x="271520" y="479725"/>
                    <a:pt x="260642" y="479725"/>
                    <a:pt x="252483" y="474286"/>
                  </a:cubicBezTo>
                  <a:cubicBezTo>
                    <a:pt x="249763" y="471566"/>
                    <a:pt x="247043" y="468846"/>
                    <a:pt x="247043" y="466126"/>
                  </a:cubicBezTo>
                  <a:cubicBezTo>
                    <a:pt x="247043" y="463407"/>
                    <a:pt x="247043" y="460687"/>
                    <a:pt x="249763" y="457968"/>
                  </a:cubicBezTo>
                  <a:cubicBezTo>
                    <a:pt x="255202" y="452528"/>
                    <a:pt x="260642" y="449809"/>
                    <a:pt x="268801" y="447089"/>
                  </a:cubicBezTo>
                  <a:cubicBezTo>
                    <a:pt x="282399" y="441650"/>
                    <a:pt x="295997" y="438930"/>
                    <a:pt x="312315" y="436210"/>
                  </a:cubicBezTo>
                  <a:cubicBezTo>
                    <a:pt x="325914" y="433491"/>
                    <a:pt x="339512" y="433491"/>
                    <a:pt x="353110" y="430771"/>
                  </a:cubicBezTo>
                  <a:cubicBezTo>
                    <a:pt x="363989" y="430771"/>
                    <a:pt x="374867" y="430771"/>
                    <a:pt x="385746" y="430771"/>
                  </a:cubicBezTo>
                  <a:cubicBezTo>
                    <a:pt x="402064" y="430771"/>
                    <a:pt x="426541" y="428051"/>
                    <a:pt x="437420" y="428051"/>
                  </a:cubicBezTo>
                  <a:cubicBezTo>
                    <a:pt x="451018" y="419892"/>
                    <a:pt x="464616" y="425332"/>
                    <a:pt x="464616" y="436210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AA123048-4C12-46AC-9243-BF2263C43BE6}"/>
                </a:ext>
              </a:extLst>
            </p:cNvPr>
            <p:cNvSpPr/>
            <p:nvPr/>
          </p:nvSpPr>
          <p:spPr>
            <a:xfrm>
              <a:off x="5651630" y="4181279"/>
              <a:ext cx="734308" cy="788700"/>
            </a:xfrm>
            <a:custGeom>
              <a:avLst/>
              <a:gdLst>
                <a:gd name="connsiteX0" fmla="*/ 653783 w 734307"/>
                <a:gd name="connsiteY0" fmla="*/ 678259 h 788699"/>
                <a:gd name="connsiteX1" fmla="*/ 691859 w 734307"/>
                <a:gd name="connsiteY1" fmla="*/ 694577 h 788699"/>
                <a:gd name="connsiteX2" fmla="*/ 686419 w 734307"/>
                <a:gd name="connsiteY2" fmla="*/ 710895 h 788699"/>
                <a:gd name="connsiteX3" fmla="*/ 670101 w 734307"/>
                <a:gd name="connsiteY3" fmla="*/ 719054 h 788699"/>
                <a:gd name="connsiteX4" fmla="*/ 648344 w 734307"/>
                <a:gd name="connsiteY4" fmla="*/ 721774 h 788699"/>
                <a:gd name="connsiteX5" fmla="*/ 618428 w 734307"/>
                <a:gd name="connsiteY5" fmla="*/ 721774 h 788699"/>
                <a:gd name="connsiteX6" fmla="*/ 572194 w 734307"/>
                <a:gd name="connsiteY6" fmla="*/ 735372 h 788699"/>
                <a:gd name="connsiteX7" fmla="*/ 544997 w 734307"/>
                <a:gd name="connsiteY7" fmla="*/ 729933 h 788699"/>
                <a:gd name="connsiteX8" fmla="*/ 534119 w 734307"/>
                <a:gd name="connsiteY8" fmla="*/ 721774 h 788699"/>
                <a:gd name="connsiteX9" fmla="*/ 496043 w 734307"/>
                <a:gd name="connsiteY9" fmla="*/ 721774 h 788699"/>
                <a:gd name="connsiteX10" fmla="*/ 471566 w 734307"/>
                <a:gd name="connsiteY10" fmla="*/ 721774 h 788699"/>
                <a:gd name="connsiteX11" fmla="*/ 444370 w 734307"/>
                <a:gd name="connsiteY11" fmla="*/ 716335 h 788699"/>
                <a:gd name="connsiteX12" fmla="*/ 428052 w 734307"/>
                <a:gd name="connsiteY12" fmla="*/ 700017 h 788699"/>
                <a:gd name="connsiteX13" fmla="*/ 433491 w 734307"/>
                <a:gd name="connsiteY13" fmla="*/ 691858 h 788699"/>
                <a:gd name="connsiteX14" fmla="*/ 455248 w 734307"/>
                <a:gd name="connsiteY14" fmla="*/ 683699 h 788699"/>
                <a:gd name="connsiteX15" fmla="*/ 506922 w 734307"/>
                <a:gd name="connsiteY15" fmla="*/ 678259 h 788699"/>
                <a:gd name="connsiteX16" fmla="*/ 509641 w 734307"/>
                <a:gd name="connsiteY16" fmla="*/ 678259 h 788699"/>
                <a:gd name="connsiteX17" fmla="*/ 506922 w 734307"/>
                <a:gd name="connsiteY17" fmla="*/ 664661 h 788699"/>
                <a:gd name="connsiteX18" fmla="*/ 498763 w 734307"/>
                <a:gd name="connsiteY18" fmla="*/ 580352 h 788699"/>
                <a:gd name="connsiteX19" fmla="*/ 496043 w 734307"/>
                <a:gd name="connsiteY19" fmla="*/ 479725 h 788699"/>
                <a:gd name="connsiteX20" fmla="*/ 493324 w 734307"/>
                <a:gd name="connsiteY20" fmla="*/ 389976 h 788699"/>
                <a:gd name="connsiteX21" fmla="*/ 490604 w 734307"/>
                <a:gd name="connsiteY21" fmla="*/ 302947 h 788699"/>
                <a:gd name="connsiteX22" fmla="*/ 487884 w 734307"/>
                <a:gd name="connsiteY22" fmla="*/ 229516 h 788699"/>
                <a:gd name="connsiteX23" fmla="*/ 485165 w 734307"/>
                <a:gd name="connsiteY23" fmla="*/ 221357 h 788699"/>
                <a:gd name="connsiteX24" fmla="*/ 482445 w 734307"/>
                <a:gd name="connsiteY24" fmla="*/ 226797 h 788699"/>
                <a:gd name="connsiteX25" fmla="*/ 477006 w 734307"/>
                <a:gd name="connsiteY25" fmla="*/ 262152 h 788699"/>
                <a:gd name="connsiteX26" fmla="*/ 460688 w 734307"/>
                <a:gd name="connsiteY26" fmla="*/ 341022 h 788699"/>
                <a:gd name="connsiteX27" fmla="*/ 444370 w 734307"/>
                <a:gd name="connsiteY27" fmla="*/ 417173 h 788699"/>
                <a:gd name="connsiteX28" fmla="*/ 436211 w 734307"/>
                <a:gd name="connsiteY28" fmla="*/ 455248 h 788699"/>
                <a:gd name="connsiteX29" fmla="*/ 425332 w 734307"/>
                <a:gd name="connsiteY29" fmla="*/ 493323 h 788699"/>
                <a:gd name="connsiteX30" fmla="*/ 411734 w 734307"/>
                <a:gd name="connsiteY30" fmla="*/ 531398 h 788699"/>
                <a:gd name="connsiteX31" fmla="*/ 376378 w 734307"/>
                <a:gd name="connsiteY31" fmla="*/ 547716 h 788699"/>
                <a:gd name="connsiteX32" fmla="*/ 319265 w 734307"/>
                <a:gd name="connsiteY32" fmla="*/ 525959 h 788699"/>
                <a:gd name="connsiteX33" fmla="*/ 289349 w 734307"/>
                <a:gd name="connsiteY33" fmla="*/ 455248 h 788699"/>
                <a:gd name="connsiteX34" fmla="*/ 273031 w 734307"/>
                <a:gd name="connsiteY34" fmla="*/ 373658 h 788699"/>
                <a:gd name="connsiteX35" fmla="*/ 262153 w 734307"/>
                <a:gd name="connsiteY35" fmla="*/ 316545 h 788699"/>
                <a:gd name="connsiteX36" fmla="*/ 245835 w 734307"/>
                <a:gd name="connsiteY36" fmla="*/ 237675 h 788699"/>
                <a:gd name="connsiteX37" fmla="*/ 234956 w 734307"/>
                <a:gd name="connsiteY37" fmla="*/ 196881 h 788699"/>
                <a:gd name="connsiteX38" fmla="*/ 232236 w 734307"/>
                <a:gd name="connsiteY38" fmla="*/ 191441 h 788699"/>
                <a:gd name="connsiteX39" fmla="*/ 226797 w 734307"/>
                <a:gd name="connsiteY39" fmla="*/ 207759 h 788699"/>
                <a:gd name="connsiteX40" fmla="*/ 226797 w 734307"/>
                <a:gd name="connsiteY40" fmla="*/ 232236 h 788699"/>
                <a:gd name="connsiteX41" fmla="*/ 224077 w 734307"/>
                <a:gd name="connsiteY41" fmla="*/ 267592 h 788699"/>
                <a:gd name="connsiteX42" fmla="*/ 221358 w 734307"/>
                <a:gd name="connsiteY42" fmla="*/ 311106 h 788699"/>
                <a:gd name="connsiteX43" fmla="*/ 218638 w 734307"/>
                <a:gd name="connsiteY43" fmla="*/ 360060 h 788699"/>
                <a:gd name="connsiteX44" fmla="*/ 215919 w 734307"/>
                <a:gd name="connsiteY44" fmla="*/ 398135 h 788699"/>
                <a:gd name="connsiteX45" fmla="*/ 213199 w 734307"/>
                <a:gd name="connsiteY45" fmla="*/ 430771 h 788699"/>
                <a:gd name="connsiteX46" fmla="*/ 213199 w 734307"/>
                <a:gd name="connsiteY46" fmla="*/ 455248 h 788699"/>
                <a:gd name="connsiteX47" fmla="*/ 213199 w 734307"/>
                <a:gd name="connsiteY47" fmla="*/ 477005 h 788699"/>
                <a:gd name="connsiteX48" fmla="*/ 207759 w 734307"/>
                <a:gd name="connsiteY48" fmla="*/ 520520 h 788699"/>
                <a:gd name="connsiteX49" fmla="*/ 196881 w 734307"/>
                <a:gd name="connsiteY49" fmla="*/ 610268 h 788699"/>
                <a:gd name="connsiteX50" fmla="*/ 194161 w 734307"/>
                <a:gd name="connsiteY50" fmla="*/ 653783 h 788699"/>
                <a:gd name="connsiteX51" fmla="*/ 191441 w 734307"/>
                <a:gd name="connsiteY51" fmla="*/ 667381 h 788699"/>
                <a:gd name="connsiteX52" fmla="*/ 243115 w 734307"/>
                <a:gd name="connsiteY52" fmla="*/ 667381 h 788699"/>
                <a:gd name="connsiteX53" fmla="*/ 273031 w 734307"/>
                <a:gd name="connsiteY53" fmla="*/ 683699 h 788699"/>
                <a:gd name="connsiteX54" fmla="*/ 262153 w 734307"/>
                <a:gd name="connsiteY54" fmla="*/ 697297 h 788699"/>
                <a:gd name="connsiteX55" fmla="*/ 248554 w 734307"/>
                <a:gd name="connsiteY55" fmla="*/ 705456 h 788699"/>
                <a:gd name="connsiteX56" fmla="*/ 232236 w 734307"/>
                <a:gd name="connsiteY56" fmla="*/ 708176 h 788699"/>
                <a:gd name="connsiteX57" fmla="*/ 166965 w 734307"/>
                <a:gd name="connsiteY57" fmla="*/ 708176 h 788699"/>
                <a:gd name="connsiteX58" fmla="*/ 109852 w 734307"/>
                <a:gd name="connsiteY58" fmla="*/ 708176 h 788699"/>
                <a:gd name="connsiteX59" fmla="*/ 90814 w 734307"/>
                <a:gd name="connsiteY59" fmla="*/ 708176 h 788699"/>
                <a:gd name="connsiteX60" fmla="*/ 69057 w 734307"/>
                <a:gd name="connsiteY60" fmla="*/ 702736 h 788699"/>
                <a:gd name="connsiteX61" fmla="*/ 58178 w 734307"/>
                <a:gd name="connsiteY61" fmla="*/ 686418 h 788699"/>
                <a:gd name="connsiteX62" fmla="*/ 60898 w 734307"/>
                <a:gd name="connsiteY62" fmla="*/ 678259 h 788699"/>
                <a:gd name="connsiteX63" fmla="*/ 77216 w 734307"/>
                <a:gd name="connsiteY63" fmla="*/ 670101 h 788699"/>
                <a:gd name="connsiteX64" fmla="*/ 126170 w 734307"/>
                <a:gd name="connsiteY64" fmla="*/ 664661 h 788699"/>
                <a:gd name="connsiteX65" fmla="*/ 142487 w 734307"/>
                <a:gd name="connsiteY65" fmla="*/ 664661 h 788699"/>
                <a:gd name="connsiteX66" fmla="*/ 147927 w 734307"/>
                <a:gd name="connsiteY66" fmla="*/ 588511 h 788699"/>
                <a:gd name="connsiteX67" fmla="*/ 153366 w 734307"/>
                <a:gd name="connsiteY67" fmla="*/ 493323 h 788699"/>
                <a:gd name="connsiteX68" fmla="*/ 156086 w 734307"/>
                <a:gd name="connsiteY68" fmla="*/ 411733 h 788699"/>
                <a:gd name="connsiteX69" fmla="*/ 161525 w 734307"/>
                <a:gd name="connsiteY69" fmla="*/ 297508 h 788699"/>
                <a:gd name="connsiteX70" fmla="*/ 166965 w 734307"/>
                <a:gd name="connsiteY70" fmla="*/ 240395 h 788699"/>
                <a:gd name="connsiteX71" fmla="*/ 177843 w 734307"/>
                <a:gd name="connsiteY71" fmla="*/ 161525 h 788699"/>
                <a:gd name="connsiteX72" fmla="*/ 183282 w 734307"/>
                <a:gd name="connsiteY72" fmla="*/ 118011 h 788699"/>
                <a:gd name="connsiteX73" fmla="*/ 183282 w 734307"/>
                <a:gd name="connsiteY73" fmla="*/ 115291 h 788699"/>
                <a:gd name="connsiteX74" fmla="*/ 161525 w 734307"/>
                <a:gd name="connsiteY74" fmla="*/ 115291 h 788699"/>
                <a:gd name="connsiteX75" fmla="*/ 137048 w 734307"/>
                <a:gd name="connsiteY75" fmla="*/ 115291 h 788699"/>
                <a:gd name="connsiteX76" fmla="*/ 109852 w 734307"/>
                <a:gd name="connsiteY76" fmla="*/ 109851 h 788699"/>
                <a:gd name="connsiteX77" fmla="*/ 93534 w 734307"/>
                <a:gd name="connsiteY77" fmla="*/ 93534 h 788699"/>
                <a:gd name="connsiteX78" fmla="*/ 98973 w 734307"/>
                <a:gd name="connsiteY78" fmla="*/ 85375 h 788699"/>
                <a:gd name="connsiteX79" fmla="*/ 120730 w 734307"/>
                <a:gd name="connsiteY79" fmla="*/ 77216 h 788699"/>
                <a:gd name="connsiteX80" fmla="*/ 172404 w 734307"/>
                <a:gd name="connsiteY80" fmla="*/ 71776 h 788699"/>
                <a:gd name="connsiteX81" fmla="*/ 234956 w 734307"/>
                <a:gd name="connsiteY81" fmla="*/ 69057 h 788699"/>
                <a:gd name="connsiteX82" fmla="*/ 243115 w 734307"/>
                <a:gd name="connsiteY82" fmla="*/ 69057 h 788699"/>
                <a:gd name="connsiteX83" fmla="*/ 270312 w 734307"/>
                <a:gd name="connsiteY83" fmla="*/ 74496 h 788699"/>
                <a:gd name="connsiteX84" fmla="*/ 308387 w 734307"/>
                <a:gd name="connsiteY84" fmla="*/ 123450 h 788699"/>
                <a:gd name="connsiteX85" fmla="*/ 332864 w 734307"/>
                <a:gd name="connsiteY85" fmla="*/ 202320 h 788699"/>
                <a:gd name="connsiteX86" fmla="*/ 338303 w 734307"/>
                <a:gd name="connsiteY86" fmla="*/ 237675 h 788699"/>
                <a:gd name="connsiteX87" fmla="*/ 349182 w 734307"/>
                <a:gd name="connsiteY87" fmla="*/ 281190 h 788699"/>
                <a:gd name="connsiteX88" fmla="*/ 357341 w 734307"/>
                <a:gd name="connsiteY88" fmla="*/ 316545 h 788699"/>
                <a:gd name="connsiteX89" fmla="*/ 365500 w 734307"/>
                <a:gd name="connsiteY89" fmla="*/ 351901 h 788699"/>
                <a:gd name="connsiteX90" fmla="*/ 376378 w 734307"/>
                <a:gd name="connsiteY90" fmla="*/ 389976 h 788699"/>
                <a:gd name="connsiteX91" fmla="*/ 387257 w 734307"/>
                <a:gd name="connsiteY91" fmla="*/ 414453 h 788699"/>
                <a:gd name="connsiteX92" fmla="*/ 398136 w 734307"/>
                <a:gd name="connsiteY92" fmla="*/ 376378 h 788699"/>
                <a:gd name="connsiteX93" fmla="*/ 406295 w 734307"/>
                <a:gd name="connsiteY93" fmla="*/ 332863 h 788699"/>
                <a:gd name="connsiteX94" fmla="*/ 425332 w 734307"/>
                <a:gd name="connsiteY94" fmla="*/ 243115 h 788699"/>
                <a:gd name="connsiteX95" fmla="*/ 444370 w 734307"/>
                <a:gd name="connsiteY95" fmla="*/ 150646 h 788699"/>
                <a:gd name="connsiteX96" fmla="*/ 477006 w 734307"/>
                <a:gd name="connsiteY96" fmla="*/ 79935 h 788699"/>
                <a:gd name="connsiteX97" fmla="*/ 523240 w 734307"/>
                <a:gd name="connsiteY97" fmla="*/ 58178 h 788699"/>
                <a:gd name="connsiteX98" fmla="*/ 544997 w 734307"/>
                <a:gd name="connsiteY98" fmla="*/ 63617 h 788699"/>
                <a:gd name="connsiteX99" fmla="*/ 612988 w 734307"/>
                <a:gd name="connsiteY99" fmla="*/ 63617 h 788699"/>
                <a:gd name="connsiteX100" fmla="*/ 651064 w 734307"/>
                <a:gd name="connsiteY100" fmla="*/ 79935 h 788699"/>
                <a:gd name="connsiteX101" fmla="*/ 645624 w 734307"/>
                <a:gd name="connsiteY101" fmla="*/ 96253 h 788699"/>
                <a:gd name="connsiteX102" fmla="*/ 629307 w 734307"/>
                <a:gd name="connsiteY102" fmla="*/ 104412 h 788699"/>
                <a:gd name="connsiteX103" fmla="*/ 607549 w 734307"/>
                <a:gd name="connsiteY103" fmla="*/ 107132 h 788699"/>
                <a:gd name="connsiteX104" fmla="*/ 580353 w 734307"/>
                <a:gd name="connsiteY104" fmla="*/ 107132 h 788699"/>
                <a:gd name="connsiteX105" fmla="*/ 583072 w 734307"/>
                <a:gd name="connsiteY105" fmla="*/ 115291 h 788699"/>
                <a:gd name="connsiteX106" fmla="*/ 588512 w 734307"/>
                <a:gd name="connsiteY106" fmla="*/ 156086 h 788699"/>
                <a:gd name="connsiteX107" fmla="*/ 593951 w 734307"/>
                <a:gd name="connsiteY107" fmla="*/ 196881 h 788699"/>
                <a:gd name="connsiteX108" fmla="*/ 599390 w 734307"/>
                <a:gd name="connsiteY108" fmla="*/ 226797 h 788699"/>
                <a:gd name="connsiteX109" fmla="*/ 599390 w 734307"/>
                <a:gd name="connsiteY109" fmla="*/ 232236 h 788699"/>
                <a:gd name="connsiteX110" fmla="*/ 599390 w 734307"/>
                <a:gd name="connsiteY110" fmla="*/ 240395 h 788699"/>
                <a:gd name="connsiteX111" fmla="*/ 602110 w 734307"/>
                <a:gd name="connsiteY111" fmla="*/ 270311 h 788699"/>
                <a:gd name="connsiteX112" fmla="*/ 607549 w 734307"/>
                <a:gd name="connsiteY112" fmla="*/ 308386 h 788699"/>
                <a:gd name="connsiteX113" fmla="*/ 607549 w 734307"/>
                <a:gd name="connsiteY113" fmla="*/ 319265 h 788699"/>
                <a:gd name="connsiteX114" fmla="*/ 612988 w 734307"/>
                <a:gd name="connsiteY114" fmla="*/ 335583 h 788699"/>
                <a:gd name="connsiteX115" fmla="*/ 612988 w 734307"/>
                <a:gd name="connsiteY115" fmla="*/ 346462 h 788699"/>
                <a:gd name="connsiteX116" fmla="*/ 612988 w 734307"/>
                <a:gd name="connsiteY116" fmla="*/ 370939 h 788699"/>
                <a:gd name="connsiteX117" fmla="*/ 612988 w 734307"/>
                <a:gd name="connsiteY117" fmla="*/ 395415 h 788699"/>
                <a:gd name="connsiteX118" fmla="*/ 615708 w 734307"/>
                <a:gd name="connsiteY118" fmla="*/ 422612 h 788699"/>
                <a:gd name="connsiteX119" fmla="*/ 618428 w 734307"/>
                <a:gd name="connsiteY119" fmla="*/ 441650 h 788699"/>
                <a:gd name="connsiteX120" fmla="*/ 618428 w 734307"/>
                <a:gd name="connsiteY120" fmla="*/ 455248 h 788699"/>
                <a:gd name="connsiteX121" fmla="*/ 621147 w 734307"/>
                <a:gd name="connsiteY121" fmla="*/ 463407 h 788699"/>
                <a:gd name="connsiteX122" fmla="*/ 626587 w 734307"/>
                <a:gd name="connsiteY122" fmla="*/ 482444 h 788699"/>
                <a:gd name="connsiteX123" fmla="*/ 629307 w 734307"/>
                <a:gd name="connsiteY123" fmla="*/ 517800 h 788699"/>
                <a:gd name="connsiteX124" fmla="*/ 634746 w 734307"/>
                <a:gd name="connsiteY124" fmla="*/ 561314 h 788699"/>
                <a:gd name="connsiteX125" fmla="*/ 634746 w 734307"/>
                <a:gd name="connsiteY125" fmla="*/ 566754 h 788699"/>
                <a:gd name="connsiteX126" fmla="*/ 634746 w 734307"/>
                <a:gd name="connsiteY126" fmla="*/ 583072 h 788699"/>
                <a:gd name="connsiteX127" fmla="*/ 637466 w 734307"/>
                <a:gd name="connsiteY127" fmla="*/ 607548 h 788699"/>
                <a:gd name="connsiteX128" fmla="*/ 640185 w 734307"/>
                <a:gd name="connsiteY128" fmla="*/ 618427 h 788699"/>
                <a:gd name="connsiteX129" fmla="*/ 640185 w 734307"/>
                <a:gd name="connsiteY129" fmla="*/ 632025 h 788699"/>
                <a:gd name="connsiteX130" fmla="*/ 640185 w 734307"/>
                <a:gd name="connsiteY130" fmla="*/ 640184 h 788699"/>
                <a:gd name="connsiteX131" fmla="*/ 642905 w 734307"/>
                <a:gd name="connsiteY131" fmla="*/ 659222 h 788699"/>
                <a:gd name="connsiteX132" fmla="*/ 642905 w 734307"/>
                <a:gd name="connsiteY132" fmla="*/ 664661 h 788699"/>
                <a:gd name="connsiteX133" fmla="*/ 653783 w 734307"/>
                <a:gd name="connsiteY133" fmla="*/ 678259 h 788699"/>
                <a:gd name="connsiteX134" fmla="*/ 653783 w 734307"/>
                <a:gd name="connsiteY134" fmla="*/ 678259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</a:cxnLst>
              <a:rect l="l" t="t" r="r" b="b"/>
              <a:pathLst>
                <a:path w="734307" h="788699">
                  <a:moveTo>
                    <a:pt x="653783" y="678259"/>
                  </a:moveTo>
                  <a:cubicBezTo>
                    <a:pt x="667382" y="678259"/>
                    <a:pt x="691859" y="678259"/>
                    <a:pt x="691859" y="694577"/>
                  </a:cubicBezTo>
                  <a:cubicBezTo>
                    <a:pt x="691859" y="702736"/>
                    <a:pt x="689139" y="705456"/>
                    <a:pt x="686419" y="710895"/>
                  </a:cubicBezTo>
                  <a:cubicBezTo>
                    <a:pt x="683700" y="716335"/>
                    <a:pt x="675541" y="719054"/>
                    <a:pt x="670101" y="719054"/>
                  </a:cubicBezTo>
                  <a:cubicBezTo>
                    <a:pt x="661942" y="721774"/>
                    <a:pt x="653783" y="721774"/>
                    <a:pt x="648344" y="721774"/>
                  </a:cubicBezTo>
                  <a:cubicBezTo>
                    <a:pt x="645624" y="721774"/>
                    <a:pt x="634746" y="721774"/>
                    <a:pt x="618428" y="721774"/>
                  </a:cubicBezTo>
                  <a:cubicBezTo>
                    <a:pt x="604829" y="729933"/>
                    <a:pt x="588512" y="735372"/>
                    <a:pt x="572194" y="735372"/>
                  </a:cubicBezTo>
                  <a:cubicBezTo>
                    <a:pt x="564035" y="735372"/>
                    <a:pt x="553156" y="732653"/>
                    <a:pt x="544997" y="729933"/>
                  </a:cubicBezTo>
                  <a:cubicBezTo>
                    <a:pt x="539558" y="727213"/>
                    <a:pt x="536838" y="724494"/>
                    <a:pt x="534119" y="721774"/>
                  </a:cubicBezTo>
                  <a:cubicBezTo>
                    <a:pt x="520520" y="721774"/>
                    <a:pt x="509641" y="721774"/>
                    <a:pt x="496043" y="721774"/>
                  </a:cubicBezTo>
                  <a:cubicBezTo>
                    <a:pt x="487884" y="721774"/>
                    <a:pt x="479725" y="721774"/>
                    <a:pt x="471566" y="721774"/>
                  </a:cubicBezTo>
                  <a:cubicBezTo>
                    <a:pt x="463407" y="721774"/>
                    <a:pt x="452529" y="721774"/>
                    <a:pt x="444370" y="716335"/>
                  </a:cubicBezTo>
                  <a:cubicBezTo>
                    <a:pt x="436211" y="713615"/>
                    <a:pt x="428052" y="705456"/>
                    <a:pt x="428052" y="700017"/>
                  </a:cubicBezTo>
                  <a:cubicBezTo>
                    <a:pt x="428052" y="697297"/>
                    <a:pt x="428052" y="694577"/>
                    <a:pt x="433491" y="691858"/>
                  </a:cubicBezTo>
                  <a:cubicBezTo>
                    <a:pt x="438930" y="689138"/>
                    <a:pt x="449809" y="686418"/>
                    <a:pt x="455248" y="683699"/>
                  </a:cubicBezTo>
                  <a:cubicBezTo>
                    <a:pt x="474286" y="680979"/>
                    <a:pt x="498763" y="678259"/>
                    <a:pt x="506922" y="678259"/>
                  </a:cubicBezTo>
                  <a:cubicBezTo>
                    <a:pt x="506922" y="678259"/>
                    <a:pt x="509641" y="678259"/>
                    <a:pt x="509641" y="678259"/>
                  </a:cubicBezTo>
                  <a:cubicBezTo>
                    <a:pt x="509641" y="672820"/>
                    <a:pt x="506922" y="670101"/>
                    <a:pt x="506922" y="664661"/>
                  </a:cubicBezTo>
                  <a:cubicBezTo>
                    <a:pt x="501483" y="640184"/>
                    <a:pt x="501483" y="612988"/>
                    <a:pt x="498763" y="580352"/>
                  </a:cubicBezTo>
                  <a:cubicBezTo>
                    <a:pt x="496043" y="547716"/>
                    <a:pt x="498763" y="512361"/>
                    <a:pt x="496043" y="479725"/>
                  </a:cubicBezTo>
                  <a:cubicBezTo>
                    <a:pt x="493324" y="449808"/>
                    <a:pt x="493324" y="419892"/>
                    <a:pt x="493324" y="389976"/>
                  </a:cubicBezTo>
                  <a:cubicBezTo>
                    <a:pt x="493324" y="360060"/>
                    <a:pt x="490604" y="332863"/>
                    <a:pt x="490604" y="302947"/>
                  </a:cubicBezTo>
                  <a:cubicBezTo>
                    <a:pt x="487884" y="275751"/>
                    <a:pt x="487884" y="240395"/>
                    <a:pt x="487884" y="229516"/>
                  </a:cubicBezTo>
                  <a:cubicBezTo>
                    <a:pt x="487884" y="224077"/>
                    <a:pt x="487884" y="221357"/>
                    <a:pt x="485165" y="221357"/>
                  </a:cubicBezTo>
                  <a:cubicBezTo>
                    <a:pt x="485165" y="221357"/>
                    <a:pt x="482445" y="224077"/>
                    <a:pt x="482445" y="226797"/>
                  </a:cubicBezTo>
                  <a:cubicBezTo>
                    <a:pt x="479725" y="237675"/>
                    <a:pt x="479725" y="251274"/>
                    <a:pt x="477006" y="262152"/>
                  </a:cubicBezTo>
                  <a:cubicBezTo>
                    <a:pt x="471566" y="289349"/>
                    <a:pt x="466127" y="316545"/>
                    <a:pt x="460688" y="341022"/>
                  </a:cubicBezTo>
                  <a:cubicBezTo>
                    <a:pt x="455248" y="365499"/>
                    <a:pt x="447090" y="392696"/>
                    <a:pt x="444370" y="417173"/>
                  </a:cubicBezTo>
                  <a:cubicBezTo>
                    <a:pt x="441650" y="430771"/>
                    <a:pt x="438930" y="441650"/>
                    <a:pt x="436211" y="455248"/>
                  </a:cubicBezTo>
                  <a:cubicBezTo>
                    <a:pt x="433491" y="468846"/>
                    <a:pt x="428052" y="479725"/>
                    <a:pt x="425332" y="493323"/>
                  </a:cubicBezTo>
                  <a:cubicBezTo>
                    <a:pt x="422612" y="506921"/>
                    <a:pt x="419893" y="520520"/>
                    <a:pt x="411734" y="531398"/>
                  </a:cubicBezTo>
                  <a:cubicBezTo>
                    <a:pt x="406295" y="539557"/>
                    <a:pt x="395416" y="547716"/>
                    <a:pt x="376378" y="547716"/>
                  </a:cubicBezTo>
                  <a:cubicBezTo>
                    <a:pt x="357341" y="547716"/>
                    <a:pt x="335583" y="539557"/>
                    <a:pt x="319265" y="525959"/>
                  </a:cubicBezTo>
                  <a:cubicBezTo>
                    <a:pt x="300228" y="506921"/>
                    <a:pt x="294788" y="479725"/>
                    <a:pt x="289349" y="455248"/>
                  </a:cubicBezTo>
                  <a:cubicBezTo>
                    <a:pt x="283910" y="428051"/>
                    <a:pt x="278470" y="400855"/>
                    <a:pt x="273031" y="373658"/>
                  </a:cubicBezTo>
                  <a:cubicBezTo>
                    <a:pt x="273031" y="368219"/>
                    <a:pt x="267592" y="346462"/>
                    <a:pt x="262153" y="316545"/>
                  </a:cubicBezTo>
                  <a:cubicBezTo>
                    <a:pt x="256713" y="292068"/>
                    <a:pt x="251274" y="262152"/>
                    <a:pt x="245835" y="237675"/>
                  </a:cubicBezTo>
                  <a:cubicBezTo>
                    <a:pt x="240395" y="218638"/>
                    <a:pt x="237675" y="205039"/>
                    <a:pt x="234956" y="196881"/>
                  </a:cubicBezTo>
                  <a:cubicBezTo>
                    <a:pt x="232236" y="191441"/>
                    <a:pt x="232236" y="191441"/>
                    <a:pt x="232236" y="191441"/>
                  </a:cubicBezTo>
                  <a:cubicBezTo>
                    <a:pt x="229517" y="191441"/>
                    <a:pt x="229517" y="196881"/>
                    <a:pt x="226797" y="207759"/>
                  </a:cubicBezTo>
                  <a:cubicBezTo>
                    <a:pt x="226797" y="215918"/>
                    <a:pt x="226797" y="229516"/>
                    <a:pt x="226797" y="232236"/>
                  </a:cubicBezTo>
                  <a:cubicBezTo>
                    <a:pt x="226797" y="243115"/>
                    <a:pt x="224077" y="256713"/>
                    <a:pt x="224077" y="267592"/>
                  </a:cubicBezTo>
                  <a:cubicBezTo>
                    <a:pt x="224077" y="278470"/>
                    <a:pt x="224077" y="294788"/>
                    <a:pt x="221358" y="311106"/>
                  </a:cubicBezTo>
                  <a:cubicBezTo>
                    <a:pt x="221358" y="327424"/>
                    <a:pt x="218638" y="343742"/>
                    <a:pt x="218638" y="360060"/>
                  </a:cubicBezTo>
                  <a:cubicBezTo>
                    <a:pt x="218638" y="373658"/>
                    <a:pt x="215919" y="384537"/>
                    <a:pt x="215919" y="398135"/>
                  </a:cubicBezTo>
                  <a:cubicBezTo>
                    <a:pt x="215919" y="409014"/>
                    <a:pt x="213199" y="419892"/>
                    <a:pt x="213199" y="430771"/>
                  </a:cubicBezTo>
                  <a:cubicBezTo>
                    <a:pt x="213199" y="438930"/>
                    <a:pt x="213199" y="447089"/>
                    <a:pt x="213199" y="455248"/>
                  </a:cubicBezTo>
                  <a:cubicBezTo>
                    <a:pt x="213199" y="463407"/>
                    <a:pt x="213199" y="471566"/>
                    <a:pt x="213199" y="477005"/>
                  </a:cubicBezTo>
                  <a:cubicBezTo>
                    <a:pt x="210479" y="490603"/>
                    <a:pt x="207759" y="506921"/>
                    <a:pt x="207759" y="520520"/>
                  </a:cubicBezTo>
                  <a:cubicBezTo>
                    <a:pt x="202320" y="550436"/>
                    <a:pt x="199600" y="580352"/>
                    <a:pt x="196881" y="610268"/>
                  </a:cubicBezTo>
                  <a:cubicBezTo>
                    <a:pt x="196881" y="623866"/>
                    <a:pt x="196881" y="640184"/>
                    <a:pt x="194161" y="653783"/>
                  </a:cubicBezTo>
                  <a:cubicBezTo>
                    <a:pt x="194161" y="659222"/>
                    <a:pt x="194161" y="661942"/>
                    <a:pt x="191441" y="667381"/>
                  </a:cubicBezTo>
                  <a:cubicBezTo>
                    <a:pt x="213199" y="667381"/>
                    <a:pt x="232236" y="667381"/>
                    <a:pt x="243115" y="667381"/>
                  </a:cubicBezTo>
                  <a:cubicBezTo>
                    <a:pt x="253994" y="667381"/>
                    <a:pt x="273031" y="670101"/>
                    <a:pt x="273031" y="683699"/>
                  </a:cubicBezTo>
                  <a:cubicBezTo>
                    <a:pt x="273031" y="691858"/>
                    <a:pt x="267592" y="691858"/>
                    <a:pt x="262153" y="697297"/>
                  </a:cubicBezTo>
                  <a:cubicBezTo>
                    <a:pt x="259433" y="702736"/>
                    <a:pt x="253994" y="705456"/>
                    <a:pt x="248554" y="705456"/>
                  </a:cubicBezTo>
                  <a:cubicBezTo>
                    <a:pt x="240395" y="708176"/>
                    <a:pt x="234956" y="708176"/>
                    <a:pt x="232236" y="708176"/>
                  </a:cubicBezTo>
                  <a:cubicBezTo>
                    <a:pt x="226797" y="708176"/>
                    <a:pt x="175124" y="708176"/>
                    <a:pt x="166965" y="708176"/>
                  </a:cubicBezTo>
                  <a:cubicBezTo>
                    <a:pt x="156086" y="708176"/>
                    <a:pt x="120730" y="708176"/>
                    <a:pt x="109852" y="708176"/>
                  </a:cubicBezTo>
                  <a:cubicBezTo>
                    <a:pt x="104412" y="708176"/>
                    <a:pt x="96253" y="708176"/>
                    <a:pt x="90814" y="708176"/>
                  </a:cubicBezTo>
                  <a:cubicBezTo>
                    <a:pt x="85375" y="708176"/>
                    <a:pt x="77216" y="705456"/>
                    <a:pt x="69057" y="702736"/>
                  </a:cubicBezTo>
                  <a:cubicBezTo>
                    <a:pt x="63617" y="700017"/>
                    <a:pt x="58178" y="691858"/>
                    <a:pt x="58178" y="686418"/>
                  </a:cubicBezTo>
                  <a:cubicBezTo>
                    <a:pt x="58178" y="683699"/>
                    <a:pt x="58178" y="680979"/>
                    <a:pt x="60898" y="678259"/>
                  </a:cubicBezTo>
                  <a:cubicBezTo>
                    <a:pt x="63617" y="675540"/>
                    <a:pt x="71777" y="672820"/>
                    <a:pt x="77216" y="670101"/>
                  </a:cubicBezTo>
                  <a:cubicBezTo>
                    <a:pt x="90814" y="667381"/>
                    <a:pt x="120730" y="664661"/>
                    <a:pt x="126170" y="664661"/>
                  </a:cubicBezTo>
                  <a:cubicBezTo>
                    <a:pt x="128889" y="664661"/>
                    <a:pt x="134329" y="664661"/>
                    <a:pt x="142487" y="664661"/>
                  </a:cubicBezTo>
                  <a:cubicBezTo>
                    <a:pt x="142487" y="640184"/>
                    <a:pt x="147927" y="612988"/>
                    <a:pt x="147927" y="588511"/>
                  </a:cubicBezTo>
                  <a:cubicBezTo>
                    <a:pt x="150646" y="555875"/>
                    <a:pt x="153366" y="523239"/>
                    <a:pt x="153366" y="493323"/>
                  </a:cubicBezTo>
                  <a:cubicBezTo>
                    <a:pt x="153366" y="466126"/>
                    <a:pt x="156086" y="438930"/>
                    <a:pt x="156086" y="411733"/>
                  </a:cubicBezTo>
                  <a:cubicBezTo>
                    <a:pt x="158806" y="373658"/>
                    <a:pt x="158806" y="335583"/>
                    <a:pt x="161525" y="297508"/>
                  </a:cubicBezTo>
                  <a:cubicBezTo>
                    <a:pt x="161525" y="278470"/>
                    <a:pt x="164245" y="259433"/>
                    <a:pt x="166965" y="240395"/>
                  </a:cubicBezTo>
                  <a:cubicBezTo>
                    <a:pt x="169684" y="210479"/>
                    <a:pt x="172404" y="191441"/>
                    <a:pt x="177843" y="161525"/>
                  </a:cubicBezTo>
                  <a:cubicBezTo>
                    <a:pt x="180563" y="147927"/>
                    <a:pt x="180563" y="131609"/>
                    <a:pt x="183282" y="118011"/>
                  </a:cubicBezTo>
                  <a:cubicBezTo>
                    <a:pt x="183282" y="118011"/>
                    <a:pt x="183282" y="115291"/>
                    <a:pt x="183282" y="115291"/>
                  </a:cubicBezTo>
                  <a:cubicBezTo>
                    <a:pt x="177843" y="115291"/>
                    <a:pt x="172404" y="115291"/>
                    <a:pt x="161525" y="115291"/>
                  </a:cubicBezTo>
                  <a:cubicBezTo>
                    <a:pt x="153366" y="115291"/>
                    <a:pt x="145207" y="115291"/>
                    <a:pt x="137048" y="115291"/>
                  </a:cubicBezTo>
                  <a:cubicBezTo>
                    <a:pt x="128889" y="115291"/>
                    <a:pt x="118011" y="115291"/>
                    <a:pt x="109852" y="109851"/>
                  </a:cubicBezTo>
                  <a:cubicBezTo>
                    <a:pt x="101693" y="107132"/>
                    <a:pt x="93534" y="98973"/>
                    <a:pt x="93534" y="93534"/>
                  </a:cubicBezTo>
                  <a:cubicBezTo>
                    <a:pt x="93534" y="90814"/>
                    <a:pt x="93534" y="88094"/>
                    <a:pt x="98973" y="85375"/>
                  </a:cubicBezTo>
                  <a:cubicBezTo>
                    <a:pt x="104412" y="82655"/>
                    <a:pt x="115291" y="79935"/>
                    <a:pt x="120730" y="77216"/>
                  </a:cubicBezTo>
                  <a:cubicBezTo>
                    <a:pt x="139768" y="74496"/>
                    <a:pt x="164245" y="71776"/>
                    <a:pt x="172404" y="71776"/>
                  </a:cubicBezTo>
                  <a:cubicBezTo>
                    <a:pt x="194161" y="71776"/>
                    <a:pt x="210479" y="69057"/>
                    <a:pt x="234956" y="69057"/>
                  </a:cubicBezTo>
                  <a:cubicBezTo>
                    <a:pt x="237675" y="69057"/>
                    <a:pt x="240395" y="69057"/>
                    <a:pt x="243115" y="69057"/>
                  </a:cubicBezTo>
                  <a:cubicBezTo>
                    <a:pt x="251274" y="69057"/>
                    <a:pt x="262153" y="69057"/>
                    <a:pt x="270312" y="74496"/>
                  </a:cubicBezTo>
                  <a:cubicBezTo>
                    <a:pt x="283910" y="82655"/>
                    <a:pt x="300228" y="96253"/>
                    <a:pt x="308387" y="123450"/>
                  </a:cubicBezTo>
                  <a:cubicBezTo>
                    <a:pt x="316546" y="147927"/>
                    <a:pt x="327424" y="175123"/>
                    <a:pt x="332864" y="202320"/>
                  </a:cubicBezTo>
                  <a:cubicBezTo>
                    <a:pt x="335583" y="213198"/>
                    <a:pt x="335583" y="226797"/>
                    <a:pt x="338303" y="237675"/>
                  </a:cubicBezTo>
                  <a:cubicBezTo>
                    <a:pt x="343742" y="251274"/>
                    <a:pt x="346462" y="264872"/>
                    <a:pt x="349182" y="281190"/>
                  </a:cubicBezTo>
                  <a:cubicBezTo>
                    <a:pt x="351901" y="292068"/>
                    <a:pt x="351901" y="305667"/>
                    <a:pt x="357341" y="316545"/>
                  </a:cubicBezTo>
                  <a:cubicBezTo>
                    <a:pt x="362780" y="327424"/>
                    <a:pt x="362780" y="338303"/>
                    <a:pt x="365500" y="351901"/>
                  </a:cubicBezTo>
                  <a:cubicBezTo>
                    <a:pt x="365500" y="357340"/>
                    <a:pt x="373658" y="373658"/>
                    <a:pt x="376378" y="389976"/>
                  </a:cubicBezTo>
                  <a:cubicBezTo>
                    <a:pt x="381817" y="403574"/>
                    <a:pt x="384537" y="414453"/>
                    <a:pt x="387257" y="414453"/>
                  </a:cubicBezTo>
                  <a:cubicBezTo>
                    <a:pt x="392696" y="414453"/>
                    <a:pt x="395416" y="381817"/>
                    <a:pt x="398136" y="376378"/>
                  </a:cubicBezTo>
                  <a:cubicBezTo>
                    <a:pt x="400855" y="362779"/>
                    <a:pt x="403575" y="346462"/>
                    <a:pt x="406295" y="332863"/>
                  </a:cubicBezTo>
                  <a:cubicBezTo>
                    <a:pt x="411734" y="302947"/>
                    <a:pt x="417173" y="273031"/>
                    <a:pt x="425332" y="243115"/>
                  </a:cubicBezTo>
                  <a:cubicBezTo>
                    <a:pt x="430771" y="213198"/>
                    <a:pt x="436211" y="180563"/>
                    <a:pt x="444370" y="150646"/>
                  </a:cubicBezTo>
                  <a:cubicBezTo>
                    <a:pt x="449809" y="126170"/>
                    <a:pt x="460688" y="98973"/>
                    <a:pt x="477006" y="79935"/>
                  </a:cubicBezTo>
                  <a:cubicBezTo>
                    <a:pt x="487884" y="66337"/>
                    <a:pt x="506922" y="58178"/>
                    <a:pt x="523240" y="58178"/>
                  </a:cubicBezTo>
                  <a:cubicBezTo>
                    <a:pt x="528679" y="58178"/>
                    <a:pt x="539558" y="58178"/>
                    <a:pt x="544997" y="63617"/>
                  </a:cubicBezTo>
                  <a:lnTo>
                    <a:pt x="612988" y="63617"/>
                  </a:lnTo>
                  <a:cubicBezTo>
                    <a:pt x="626587" y="63617"/>
                    <a:pt x="651064" y="63617"/>
                    <a:pt x="651064" y="79935"/>
                  </a:cubicBezTo>
                  <a:cubicBezTo>
                    <a:pt x="651064" y="88094"/>
                    <a:pt x="648344" y="88094"/>
                    <a:pt x="645624" y="96253"/>
                  </a:cubicBezTo>
                  <a:cubicBezTo>
                    <a:pt x="640185" y="101693"/>
                    <a:pt x="634746" y="104412"/>
                    <a:pt x="629307" y="104412"/>
                  </a:cubicBezTo>
                  <a:cubicBezTo>
                    <a:pt x="621147" y="107132"/>
                    <a:pt x="612988" y="107132"/>
                    <a:pt x="607549" y="107132"/>
                  </a:cubicBezTo>
                  <a:cubicBezTo>
                    <a:pt x="604829" y="107132"/>
                    <a:pt x="591231" y="107132"/>
                    <a:pt x="580353" y="107132"/>
                  </a:cubicBezTo>
                  <a:cubicBezTo>
                    <a:pt x="580353" y="109851"/>
                    <a:pt x="583072" y="112571"/>
                    <a:pt x="583072" y="115291"/>
                  </a:cubicBezTo>
                  <a:cubicBezTo>
                    <a:pt x="585792" y="128889"/>
                    <a:pt x="585792" y="142487"/>
                    <a:pt x="588512" y="156086"/>
                  </a:cubicBezTo>
                  <a:cubicBezTo>
                    <a:pt x="591231" y="169684"/>
                    <a:pt x="591231" y="183282"/>
                    <a:pt x="593951" y="196881"/>
                  </a:cubicBezTo>
                  <a:cubicBezTo>
                    <a:pt x="593951" y="207759"/>
                    <a:pt x="599390" y="215918"/>
                    <a:pt x="599390" y="226797"/>
                  </a:cubicBezTo>
                  <a:cubicBezTo>
                    <a:pt x="599390" y="229516"/>
                    <a:pt x="599390" y="229516"/>
                    <a:pt x="599390" y="232236"/>
                  </a:cubicBezTo>
                  <a:cubicBezTo>
                    <a:pt x="599390" y="234956"/>
                    <a:pt x="599390" y="237675"/>
                    <a:pt x="599390" y="240395"/>
                  </a:cubicBezTo>
                  <a:cubicBezTo>
                    <a:pt x="599390" y="251274"/>
                    <a:pt x="599390" y="259433"/>
                    <a:pt x="602110" y="270311"/>
                  </a:cubicBezTo>
                  <a:cubicBezTo>
                    <a:pt x="604829" y="283909"/>
                    <a:pt x="607549" y="294788"/>
                    <a:pt x="607549" y="308386"/>
                  </a:cubicBezTo>
                  <a:cubicBezTo>
                    <a:pt x="607549" y="311106"/>
                    <a:pt x="607549" y="316545"/>
                    <a:pt x="607549" y="319265"/>
                  </a:cubicBezTo>
                  <a:cubicBezTo>
                    <a:pt x="607549" y="324704"/>
                    <a:pt x="610269" y="330144"/>
                    <a:pt x="612988" y="335583"/>
                  </a:cubicBezTo>
                  <a:cubicBezTo>
                    <a:pt x="612988" y="338303"/>
                    <a:pt x="612988" y="343742"/>
                    <a:pt x="612988" y="346462"/>
                  </a:cubicBezTo>
                  <a:cubicBezTo>
                    <a:pt x="612988" y="354620"/>
                    <a:pt x="612988" y="362779"/>
                    <a:pt x="612988" y="370939"/>
                  </a:cubicBezTo>
                  <a:cubicBezTo>
                    <a:pt x="612988" y="379097"/>
                    <a:pt x="612988" y="387256"/>
                    <a:pt x="612988" y="395415"/>
                  </a:cubicBezTo>
                  <a:cubicBezTo>
                    <a:pt x="612988" y="403574"/>
                    <a:pt x="615708" y="414453"/>
                    <a:pt x="615708" y="422612"/>
                  </a:cubicBezTo>
                  <a:cubicBezTo>
                    <a:pt x="618428" y="430771"/>
                    <a:pt x="618428" y="436210"/>
                    <a:pt x="618428" y="441650"/>
                  </a:cubicBezTo>
                  <a:cubicBezTo>
                    <a:pt x="618428" y="444369"/>
                    <a:pt x="618428" y="449808"/>
                    <a:pt x="618428" y="455248"/>
                  </a:cubicBezTo>
                  <a:cubicBezTo>
                    <a:pt x="618428" y="460687"/>
                    <a:pt x="618428" y="460687"/>
                    <a:pt x="621147" y="463407"/>
                  </a:cubicBezTo>
                  <a:cubicBezTo>
                    <a:pt x="623867" y="471566"/>
                    <a:pt x="623867" y="477005"/>
                    <a:pt x="626587" y="482444"/>
                  </a:cubicBezTo>
                  <a:cubicBezTo>
                    <a:pt x="629307" y="493323"/>
                    <a:pt x="629307" y="506921"/>
                    <a:pt x="629307" y="517800"/>
                  </a:cubicBezTo>
                  <a:cubicBezTo>
                    <a:pt x="632026" y="534118"/>
                    <a:pt x="632026" y="547716"/>
                    <a:pt x="634746" y="561314"/>
                  </a:cubicBezTo>
                  <a:cubicBezTo>
                    <a:pt x="634746" y="564034"/>
                    <a:pt x="634746" y="564034"/>
                    <a:pt x="634746" y="566754"/>
                  </a:cubicBezTo>
                  <a:cubicBezTo>
                    <a:pt x="634746" y="572193"/>
                    <a:pt x="634746" y="577632"/>
                    <a:pt x="634746" y="583072"/>
                  </a:cubicBezTo>
                  <a:cubicBezTo>
                    <a:pt x="634746" y="596670"/>
                    <a:pt x="637466" y="602109"/>
                    <a:pt x="637466" y="607548"/>
                  </a:cubicBezTo>
                  <a:cubicBezTo>
                    <a:pt x="637466" y="610268"/>
                    <a:pt x="640185" y="615708"/>
                    <a:pt x="640185" y="618427"/>
                  </a:cubicBezTo>
                  <a:cubicBezTo>
                    <a:pt x="640185" y="623866"/>
                    <a:pt x="640185" y="629306"/>
                    <a:pt x="640185" y="632025"/>
                  </a:cubicBezTo>
                  <a:cubicBezTo>
                    <a:pt x="640185" y="634745"/>
                    <a:pt x="640185" y="637465"/>
                    <a:pt x="640185" y="640184"/>
                  </a:cubicBezTo>
                  <a:cubicBezTo>
                    <a:pt x="640185" y="645624"/>
                    <a:pt x="642905" y="653783"/>
                    <a:pt x="642905" y="659222"/>
                  </a:cubicBezTo>
                  <a:cubicBezTo>
                    <a:pt x="642905" y="661942"/>
                    <a:pt x="642905" y="661942"/>
                    <a:pt x="642905" y="664661"/>
                  </a:cubicBezTo>
                  <a:cubicBezTo>
                    <a:pt x="645624" y="678259"/>
                    <a:pt x="651064" y="678259"/>
                    <a:pt x="653783" y="678259"/>
                  </a:cubicBezTo>
                  <a:lnTo>
                    <a:pt x="653783" y="678259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FD2174A2-CA7D-446C-AD8A-8C4DE990DD26}"/>
                </a:ext>
              </a:extLst>
            </p:cNvPr>
            <p:cNvSpPr/>
            <p:nvPr/>
          </p:nvSpPr>
          <p:spPr>
            <a:xfrm>
              <a:off x="6362526" y="4242177"/>
              <a:ext cx="492259" cy="674476"/>
            </a:xfrm>
            <a:custGeom>
              <a:avLst/>
              <a:gdLst>
                <a:gd name="connsiteX0" fmla="*/ 225733 w 492259"/>
                <a:gd name="connsiteY0" fmla="*/ 97907 h 674476"/>
                <a:gd name="connsiteX1" fmla="*/ 209415 w 492259"/>
                <a:gd name="connsiteY1" fmla="*/ 119665 h 674476"/>
                <a:gd name="connsiteX2" fmla="*/ 201256 w 492259"/>
                <a:gd name="connsiteY2" fmla="*/ 152300 h 674476"/>
                <a:gd name="connsiteX3" fmla="*/ 198536 w 492259"/>
                <a:gd name="connsiteY3" fmla="*/ 168618 h 674476"/>
                <a:gd name="connsiteX4" fmla="*/ 195817 w 492259"/>
                <a:gd name="connsiteY4" fmla="*/ 184936 h 674476"/>
                <a:gd name="connsiteX5" fmla="*/ 187658 w 492259"/>
                <a:gd name="connsiteY5" fmla="*/ 220292 h 674476"/>
                <a:gd name="connsiteX6" fmla="*/ 168620 w 492259"/>
                <a:gd name="connsiteY6" fmla="*/ 291003 h 674476"/>
                <a:gd name="connsiteX7" fmla="*/ 160461 w 492259"/>
                <a:gd name="connsiteY7" fmla="*/ 323639 h 674476"/>
                <a:gd name="connsiteX8" fmla="*/ 149582 w 492259"/>
                <a:gd name="connsiteY8" fmla="*/ 361714 h 674476"/>
                <a:gd name="connsiteX9" fmla="*/ 144143 w 492259"/>
                <a:gd name="connsiteY9" fmla="*/ 388910 h 674476"/>
                <a:gd name="connsiteX10" fmla="*/ 149582 w 492259"/>
                <a:gd name="connsiteY10" fmla="*/ 391630 h 674476"/>
                <a:gd name="connsiteX11" fmla="*/ 171340 w 492259"/>
                <a:gd name="connsiteY11" fmla="*/ 391630 h 674476"/>
                <a:gd name="connsiteX12" fmla="*/ 193097 w 492259"/>
                <a:gd name="connsiteY12" fmla="*/ 388910 h 674476"/>
                <a:gd name="connsiteX13" fmla="*/ 212135 w 492259"/>
                <a:gd name="connsiteY13" fmla="*/ 388910 h 674476"/>
                <a:gd name="connsiteX14" fmla="*/ 236611 w 492259"/>
                <a:gd name="connsiteY14" fmla="*/ 388910 h 674476"/>
                <a:gd name="connsiteX15" fmla="*/ 250210 w 492259"/>
                <a:gd name="connsiteY15" fmla="*/ 386191 h 674476"/>
                <a:gd name="connsiteX16" fmla="*/ 258369 w 492259"/>
                <a:gd name="connsiteY16" fmla="*/ 386191 h 674476"/>
                <a:gd name="connsiteX17" fmla="*/ 255649 w 492259"/>
                <a:gd name="connsiteY17" fmla="*/ 367153 h 674476"/>
                <a:gd name="connsiteX18" fmla="*/ 250210 w 492259"/>
                <a:gd name="connsiteY18" fmla="*/ 331797 h 674476"/>
                <a:gd name="connsiteX19" fmla="*/ 247490 w 492259"/>
                <a:gd name="connsiteY19" fmla="*/ 244769 h 674476"/>
                <a:gd name="connsiteX20" fmla="*/ 242051 w 492259"/>
                <a:gd name="connsiteY20" fmla="*/ 203974 h 674476"/>
                <a:gd name="connsiteX21" fmla="*/ 236611 w 492259"/>
                <a:gd name="connsiteY21" fmla="*/ 157740 h 674476"/>
                <a:gd name="connsiteX22" fmla="*/ 233892 w 492259"/>
                <a:gd name="connsiteY22" fmla="*/ 119665 h 674476"/>
                <a:gd name="connsiteX23" fmla="*/ 225733 w 492259"/>
                <a:gd name="connsiteY23" fmla="*/ 97907 h 674476"/>
                <a:gd name="connsiteX24" fmla="*/ 274687 w 492259"/>
                <a:gd name="connsiteY24" fmla="*/ 0 h 674476"/>
                <a:gd name="connsiteX25" fmla="*/ 304603 w 492259"/>
                <a:gd name="connsiteY25" fmla="*/ 5439 h 674476"/>
                <a:gd name="connsiteX26" fmla="*/ 320921 w 492259"/>
                <a:gd name="connsiteY26" fmla="*/ 24477 h 674476"/>
                <a:gd name="connsiteX27" fmla="*/ 334519 w 492259"/>
                <a:gd name="connsiteY27" fmla="*/ 43515 h 674476"/>
                <a:gd name="connsiteX28" fmla="*/ 339959 w 492259"/>
                <a:gd name="connsiteY28" fmla="*/ 65272 h 674476"/>
                <a:gd name="connsiteX29" fmla="*/ 348118 w 492259"/>
                <a:gd name="connsiteY29" fmla="*/ 114226 h 674476"/>
                <a:gd name="connsiteX30" fmla="*/ 361716 w 492259"/>
                <a:gd name="connsiteY30" fmla="*/ 163180 h 674476"/>
                <a:gd name="connsiteX31" fmla="*/ 369875 w 492259"/>
                <a:gd name="connsiteY31" fmla="*/ 220293 h 674476"/>
                <a:gd name="connsiteX32" fmla="*/ 378034 w 492259"/>
                <a:gd name="connsiteY32" fmla="*/ 274686 h 674476"/>
                <a:gd name="connsiteX33" fmla="*/ 383473 w 492259"/>
                <a:gd name="connsiteY33" fmla="*/ 301883 h 674476"/>
                <a:gd name="connsiteX34" fmla="*/ 391632 w 492259"/>
                <a:gd name="connsiteY34" fmla="*/ 337238 h 674476"/>
                <a:gd name="connsiteX35" fmla="*/ 397071 w 492259"/>
                <a:gd name="connsiteY35" fmla="*/ 364435 h 674476"/>
                <a:gd name="connsiteX36" fmla="*/ 405230 w 492259"/>
                <a:gd name="connsiteY36" fmla="*/ 383473 h 674476"/>
                <a:gd name="connsiteX37" fmla="*/ 416109 w 492259"/>
                <a:gd name="connsiteY37" fmla="*/ 386192 h 674476"/>
                <a:gd name="connsiteX38" fmla="*/ 426988 w 492259"/>
                <a:gd name="connsiteY38" fmla="*/ 386192 h 674476"/>
                <a:gd name="connsiteX39" fmla="*/ 454184 w 492259"/>
                <a:gd name="connsiteY39" fmla="*/ 397071 h 674476"/>
                <a:gd name="connsiteX40" fmla="*/ 456904 w 492259"/>
                <a:gd name="connsiteY40" fmla="*/ 405230 h 674476"/>
                <a:gd name="connsiteX41" fmla="*/ 451464 w 492259"/>
                <a:gd name="connsiteY41" fmla="*/ 416108 h 674476"/>
                <a:gd name="connsiteX42" fmla="*/ 432427 w 492259"/>
                <a:gd name="connsiteY42" fmla="*/ 429707 h 674476"/>
                <a:gd name="connsiteX43" fmla="*/ 421548 w 492259"/>
                <a:gd name="connsiteY43" fmla="*/ 432426 h 674476"/>
                <a:gd name="connsiteX44" fmla="*/ 413389 w 492259"/>
                <a:gd name="connsiteY44" fmla="*/ 435146 h 674476"/>
                <a:gd name="connsiteX45" fmla="*/ 413389 w 492259"/>
                <a:gd name="connsiteY45" fmla="*/ 440585 h 674476"/>
                <a:gd name="connsiteX46" fmla="*/ 416109 w 492259"/>
                <a:gd name="connsiteY46" fmla="*/ 451464 h 674476"/>
                <a:gd name="connsiteX47" fmla="*/ 418829 w 492259"/>
                <a:gd name="connsiteY47" fmla="*/ 465062 h 674476"/>
                <a:gd name="connsiteX48" fmla="*/ 418829 w 492259"/>
                <a:gd name="connsiteY48" fmla="*/ 475941 h 674476"/>
                <a:gd name="connsiteX49" fmla="*/ 418829 w 492259"/>
                <a:gd name="connsiteY49" fmla="*/ 486820 h 674476"/>
                <a:gd name="connsiteX50" fmla="*/ 426988 w 492259"/>
                <a:gd name="connsiteY50" fmla="*/ 516736 h 674476"/>
                <a:gd name="connsiteX51" fmla="*/ 432427 w 492259"/>
                <a:gd name="connsiteY51" fmla="*/ 543932 h 674476"/>
                <a:gd name="connsiteX52" fmla="*/ 437866 w 492259"/>
                <a:gd name="connsiteY52" fmla="*/ 573848 h 674476"/>
                <a:gd name="connsiteX53" fmla="*/ 443306 w 492259"/>
                <a:gd name="connsiteY53" fmla="*/ 606484 h 674476"/>
                <a:gd name="connsiteX54" fmla="*/ 446025 w 492259"/>
                <a:gd name="connsiteY54" fmla="*/ 617363 h 674476"/>
                <a:gd name="connsiteX55" fmla="*/ 470502 w 492259"/>
                <a:gd name="connsiteY55" fmla="*/ 617363 h 674476"/>
                <a:gd name="connsiteX56" fmla="*/ 492259 w 492259"/>
                <a:gd name="connsiteY56" fmla="*/ 641840 h 674476"/>
                <a:gd name="connsiteX57" fmla="*/ 484101 w 492259"/>
                <a:gd name="connsiteY57" fmla="*/ 655438 h 674476"/>
                <a:gd name="connsiteX58" fmla="*/ 467782 w 492259"/>
                <a:gd name="connsiteY58" fmla="*/ 663597 h 674476"/>
                <a:gd name="connsiteX59" fmla="*/ 443306 w 492259"/>
                <a:gd name="connsiteY59" fmla="*/ 666317 h 674476"/>
                <a:gd name="connsiteX60" fmla="*/ 421548 w 492259"/>
                <a:gd name="connsiteY60" fmla="*/ 666317 h 674476"/>
                <a:gd name="connsiteX61" fmla="*/ 413389 w 492259"/>
                <a:gd name="connsiteY61" fmla="*/ 666317 h 674476"/>
                <a:gd name="connsiteX62" fmla="*/ 399791 w 492259"/>
                <a:gd name="connsiteY62" fmla="*/ 671756 h 674476"/>
                <a:gd name="connsiteX63" fmla="*/ 383473 w 492259"/>
                <a:gd name="connsiteY63" fmla="*/ 674476 h 674476"/>
                <a:gd name="connsiteX64" fmla="*/ 348118 w 492259"/>
                <a:gd name="connsiteY64" fmla="*/ 669036 h 674476"/>
                <a:gd name="connsiteX65" fmla="*/ 326360 w 492259"/>
                <a:gd name="connsiteY65" fmla="*/ 669036 h 674476"/>
                <a:gd name="connsiteX66" fmla="*/ 277406 w 492259"/>
                <a:gd name="connsiteY66" fmla="*/ 669036 h 674476"/>
                <a:gd name="connsiteX67" fmla="*/ 252930 w 492259"/>
                <a:gd name="connsiteY67" fmla="*/ 663597 h 674476"/>
                <a:gd name="connsiteX68" fmla="*/ 236611 w 492259"/>
                <a:gd name="connsiteY68" fmla="*/ 647279 h 674476"/>
                <a:gd name="connsiteX69" fmla="*/ 261088 w 492259"/>
                <a:gd name="connsiteY69" fmla="*/ 630961 h 674476"/>
                <a:gd name="connsiteX70" fmla="*/ 288285 w 492259"/>
                <a:gd name="connsiteY70" fmla="*/ 628241 h 674476"/>
                <a:gd name="connsiteX71" fmla="*/ 285565 w 492259"/>
                <a:gd name="connsiteY71" fmla="*/ 609204 h 674476"/>
                <a:gd name="connsiteX72" fmla="*/ 282846 w 492259"/>
                <a:gd name="connsiteY72" fmla="*/ 582007 h 674476"/>
                <a:gd name="connsiteX73" fmla="*/ 280126 w 492259"/>
                <a:gd name="connsiteY73" fmla="*/ 568409 h 674476"/>
                <a:gd name="connsiteX74" fmla="*/ 282846 w 492259"/>
                <a:gd name="connsiteY74" fmla="*/ 554811 h 674476"/>
                <a:gd name="connsiteX75" fmla="*/ 277406 w 492259"/>
                <a:gd name="connsiteY75" fmla="*/ 538493 h 674476"/>
                <a:gd name="connsiteX76" fmla="*/ 271967 w 492259"/>
                <a:gd name="connsiteY76" fmla="*/ 505857 h 674476"/>
                <a:gd name="connsiteX77" fmla="*/ 269247 w 492259"/>
                <a:gd name="connsiteY77" fmla="*/ 478660 h 674476"/>
                <a:gd name="connsiteX78" fmla="*/ 266528 w 492259"/>
                <a:gd name="connsiteY78" fmla="*/ 446025 h 674476"/>
                <a:gd name="connsiteX79" fmla="*/ 261088 w 492259"/>
                <a:gd name="connsiteY79" fmla="*/ 437866 h 674476"/>
                <a:gd name="connsiteX80" fmla="*/ 250210 w 492259"/>
                <a:gd name="connsiteY80" fmla="*/ 437866 h 674476"/>
                <a:gd name="connsiteX81" fmla="*/ 220293 w 492259"/>
                <a:gd name="connsiteY81" fmla="*/ 440585 h 674476"/>
                <a:gd name="connsiteX82" fmla="*/ 190377 w 492259"/>
                <a:gd name="connsiteY82" fmla="*/ 443305 h 674476"/>
                <a:gd name="connsiteX83" fmla="*/ 165900 w 492259"/>
                <a:gd name="connsiteY83" fmla="*/ 443305 h 674476"/>
                <a:gd name="connsiteX84" fmla="*/ 144143 w 492259"/>
                <a:gd name="connsiteY84" fmla="*/ 440585 h 674476"/>
                <a:gd name="connsiteX85" fmla="*/ 135984 w 492259"/>
                <a:gd name="connsiteY85" fmla="*/ 454184 h 674476"/>
                <a:gd name="connsiteX86" fmla="*/ 130545 w 492259"/>
                <a:gd name="connsiteY86" fmla="*/ 486820 h 674476"/>
                <a:gd name="connsiteX87" fmla="*/ 119666 w 492259"/>
                <a:gd name="connsiteY87" fmla="*/ 541213 h 674476"/>
                <a:gd name="connsiteX88" fmla="*/ 103348 w 492259"/>
                <a:gd name="connsiteY88" fmla="*/ 614643 h 674476"/>
                <a:gd name="connsiteX89" fmla="*/ 133264 w 492259"/>
                <a:gd name="connsiteY89" fmla="*/ 614643 h 674476"/>
                <a:gd name="connsiteX90" fmla="*/ 168620 w 492259"/>
                <a:gd name="connsiteY90" fmla="*/ 630961 h 674476"/>
                <a:gd name="connsiteX91" fmla="*/ 163181 w 492259"/>
                <a:gd name="connsiteY91" fmla="*/ 647279 h 674476"/>
                <a:gd name="connsiteX92" fmla="*/ 146863 w 492259"/>
                <a:gd name="connsiteY92" fmla="*/ 655438 h 674476"/>
                <a:gd name="connsiteX93" fmla="*/ 127825 w 492259"/>
                <a:gd name="connsiteY93" fmla="*/ 658158 h 674476"/>
                <a:gd name="connsiteX94" fmla="*/ 106068 w 492259"/>
                <a:gd name="connsiteY94" fmla="*/ 658158 h 674476"/>
                <a:gd name="connsiteX95" fmla="*/ 62552 w 492259"/>
                <a:gd name="connsiteY95" fmla="*/ 658158 h 674476"/>
                <a:gd name="connsiteX96" fmla="*/ 40795 w 492259"/>
                <a:gd name="connsiteY96" fmla="*/ 658158 h 674476"/>
                <a:gd name="connsiteX97" fmla="*/ 16318 w 492259"/>
                <a:gd name="connsiteY97" fmla="*/ 652718 h 674476"/>
                <a:gd name="connsiteX98" fmla="*/ 0 w 492259"/>
                <a:gd name="connsiteY98" fmla="*/ 636401 h 674476"/>
                <a:gd name="connsiteX99" fmla="*/ 2720 w 492259"/>
                <a:gd name="connsiteY99" fmla="*/ 628241 h 674476"/>
                <a:gd name="connsiteX100" fmla="*/ 24477 w 492259"/>
                <a:gd name="connsiteY100" fmla="*/ 620082 h 674476"/>
                <a:gd name="connsiteX101" fmla="*/ 62552 w 492259"/>
                <a:gd name="connsiteY101" fmla="*/ 617363 h 674476"/>
                <a:gd name="connsiteX102" fmla="*/ 62552 w 492259"/>
                <a:gd name="connsiteY102" fmla="*/ 614643 h 674476"/>
                <a:gd name="connsiteX103" fmla="*/ 65272 w 492259"/>
                <a:gd name="connsiteY103" fmla="*/ 587447 h 674476"/>
                <a:gd name="connsiteX104" fmla="*/ 76151 w 492259"/>
                <a:gd name="connsiteY104" fmla="*/ 522175 h 674476"/>
                <a:gd name="connsiteX105" fmla="*/ 87029 w 492259"/>
                <a:gd name="connsiteY105" fmla="*/ 470501 h 674476"/>
                <a:gd name="connsiteX106" fmla="*/ 92468 w 492259"/>
                <a:gd name="connsiteY106" fmla="*/ 446025 h 674476"/>
                <a:gd name="connsiteX107" fmla="*/ 65272 w 492259"/>
                <a:gd name="connsiteY107" fmla="*/ 432426 h 674476"/>
                <a:gd name="connsiteX108" fmla="*/ 54393 w 492259"/>
                <a:gd name="connsiteY108" fmla="*/ 421548 h 674476"/>
                <a:gd name="connsiteX109" fmla="*/ 73431 w 492259"/>
                <a:gd name="connsiteY109" fmla="*/ 407949 h 674476"/>
                <a:gd name="connsiteX110" fmla="*/ 100629 w 492259"/>
                <a:gd name="connsiteY110" fmla="*/ 399790 h 674476"/>
                <a:gd name="connsiteX111" fmla="*/ 108788 w 492259"/>
                <a:gd name="connsiteY111" fmla="*/ 369874 h 674476"/>
                <a:gd name="connsiteX112" fmla="*/ 125105 w 492259"/>
                <a:gd name="connsiteY112" fmla="*/ 307322 h 674476"/>
                <a:gd name="connsiteX113" fmla="*/ 141423 w 492259"/>
                <a:gd name="connsiteY113" fmla="*/ 242051 h 674476"/>
                <a:gd name="connsiteX114" fmla="*/ 155022 w 492259"/>
                <a:gd name="connsiteY114" fmla="*/ 179498 h 674476"/>
                <a:gd name="connsiteX115" fmla="*/ 168620 w 492259"/>
                <a:gd name="connsiteY115" fmla="*/ 119665 h 674476"/>
                <a:gd name="connsiteX116" fmla="*/ 193097 w 492259"/>
                <a:gd name="connsiteY116" fmla="*/ 57113 h 674476"/>
                <a:gd name="connsiteX117" fmla="*/ 201256 w 492259"/>
                <a:gd name="connsiteY117" fmla="*/ 38075 h 674476"/>
                <a:gd name="connsiteX118" fmla="*/ 217574 w 492259"/>
                <a:gd name="connsiteY118" fmla="*/ 13598 h 674476"/>
                <a:gd name="connsiteX119" fmla="*/ 274687 w 492259"/>
                <a:gd name="connsiteY119" fmla="*/ 0 h 674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</a:cxnLst>
              <a:rect l="l" t="t" r="r" b="b"/>
              <a:pathLst>
                <a:path w="492259" h="674476">
                  <a:moveTo>
                    <a:pt x="225733" y="97907"/>
                  </a:moveTo>
                  <a:cubicBezTo>
                    <a:pt x="217574" y="97907"/>
                    <a:pt x="209415" y="114225"/>
                    <a:pt x="209415" y="119665"/>
                  </a:cubicBezTo>
                  <a:cubicBezTo>
                    <a:pt x="206695" y="130543"/>
                    <a:pt x="203976" y="144141"/>
                    <a:pt x="201256" y="152300"/>
                  </a:cubicBezTo>
                  <a:cubicBezTo>
                    <a:pt x="198536" y="157740"/>
                    <a:pt x="198536" y="163179"/>
                    <a:pt x="198536" y="168618"/>
                  </a:cubicBezTo>
                  <a:cubicBezTo>
                    <a:pt x="198536" y="174058"/>
                    <a:pt x="195817" y="179497"/>
                    <a:pt x="195817" y="184936"/>
                  </a:cubicBezTo>
                  <a:cubicBezTo>
                    <a:pt x="193097" y="195815"/>
                    <a:pt x="190377" y="209413"/>
                    <a:pt x="187658" y="220292"/>
                  </a:cubicBezTo>
                  <a:cubicBezTo>
                    <a:pt x="184938" y="244769"/>
                    <a:pt x="176779" y="269246"/>
                    <a:pt x="168620" y="291003"/>
                  </a:cubicBezTo>
                  <a:cubicBezTo>
                    <a:pt x="165900" y="301881"/>
                    <a:pt x="163181" y="312760"/>
                    <a:pt x="160461" y="323639"/>
                  </a:cubicBezTo>
                  <a:cubicBezTo>
                    <a:pt x="157742" y="337237"/>
                    <a:pt x="155022" y="348115"/>
                    <a:pt x="149582" y="361714"/>
                  </a:cubicBezTo>
                  <a:cubicBezTo>
                    <a:pt x="146863" y="367153"/>
                    <a:pt x="144143" y="383471"/>
                    <a:pt x="144143" y="388910"/>
                  </a:cubicBezTo>
                  <a:cubicBezTo>
                    <a:pt x="144143" y="391630"/>
                    <a:pt x="146863" y="391630"/>
                    <a:pt x="149582" y="391630"/>
                  </a:cubicBezTo>
                  <a:cubicBezTo>
                    <a:pt x="155022" y="391630"/>
                    <a:pt x="168620" y="391630"/>
                    <a:pt x="171340" y="391630"/>
                  </a:cubicBezTo>
                  <a:cubicBezTo>
                    <a:pt x="179498" y="391630"/>
                    <a:pt x="187658" y="391630"/>
                    <a:pt x="193097" y="388910"/>
                  </a:cubicBezTo>
                  <a:cubicBezTo>
                    <a:pt x="198536" y="388910"/>
                    <a:pt x="203976" y="388910"/>
                    <a:pt x="212135" y="388910"/>
                  </a:cubicBezTo>
                  <a:cubicBezTo>
                    <a:pt x="217574" y="388910"/>
                    <a:pt x="225733" y="388910"/>
                    <a:pt x="236611" y="388910"/>
                  </a:cubicBezTo>
                  <a:cubicBezTo>
                    <a:pt x="242051" y="388910"/>
                    <a:pt x="247490" y="388910"/>
                    <a:pt x="250210" y="386191"/>
                  </a:cubicBezTo>
                  <a:cubicBezTo>
                    <a:pt x="255649" y="391630"/>
                    <a:pt x="258369" y="388910"/>
                    <a:pt x="258369" y="386191"/>
                  </a:cubicBezTo>
                  <a:cubicBezTo>
                    <a:pt x="258369" y="380751"/>
                    <a:pt x="255649" y="372592"/>
                    <a:pt x="255649" y="367153"/>
                  </a:cubicBezTo>
                  <a:cubicBezTo>
                    <a:pt x="252930" y="353555"/>
                    <a:pt x="250210" y="342676"/>
                    <a:pt x="250210" y="331797"/>
                  </a:cubicBezTo>
                  <a:cubicBezTo>
                    <a:pt x="250210" y="301881"/>
                    <a:pt x="250210" y="274685"/>
                    <a:pt x="247490" y="244769"/>
                  </a:cubicBezTo>
                  <a:cubicBezTo>
                    <a:pt x="247490" y="231170"/>
                    <a:pt x="244771" y="217572"/>
                    <a:pt x="242051" y="203974"/>
                  </a:cubicBezTo>
                  <a:cubicBezTo>
                    <a:pt x="239331" y="187656"/>
                    <a:pt x="236611" y="174058"/>
                    <a:pt x="236611" y="157740"/>
                  </a:cubicBezTo>
                  <a:cubicBezTo>
                    <a:pt x="236611" y="152300"/>
                    <a:pt x="236611" y="133263"/>
                    <a:pt x="233892" y="119665"/>
                  </a:cubicBezTo>
                  <a:cubicBezTo>
                    <a:pt x="233892" y="106066"/>
                    <a:pt x="231172" y="97907"/>
                    <a:pt x="225733" y="97907"/>
                  </a:cubicBezTo>
                  <a:close/>
                  <a:moveTo>
                    <a:pt x="274687" y="0"/>
                  </a:moveTo>
                  <a:cubicBezTo>
                    <a:pt x="288285" y="0"/>
                    <a:pt x="293724" y="2720"/>
                    <a:pt x="304603" y="5439"/>
                  </a:cubicBezTo>
                  <a:cubicBezTo>
                    <a:pt x="315481" y="10879"/>
                    <a:pt x="315481" y="16318"/>
                    <a:pt x="320921" y="24477"/>
                  </a:cubicBezTo>
                  <a:cubicBezTo>
                    <a:pt x="326360" y="29916"/>
                    <a:pt x="331800" y="35356"/>
                    <a:pt x="334519" y="43515"/>
                  </a:cubicBezTo>
                  <a:cubicBezTo>
                    <a:pt x="337239" y="51674"/>
                    <a:pt x="337239" y="57113"/>
                    <a:pt x="339959" y="65272"/>
                  </a:cubicBezTo>
                  <a:cubicBezTo>
                    <a:pt x="345398" y="78870"/>
                    <a:pt x="342678" y="97908"/>
                    <a:pt x="348118" y="114226"/>
                  </a:cubicBezTo>
                  <a:cubicBezTo>
                    <a:pt x="350837" y="130544"/>
                    <a:pt x="358996" y="146863"/>
                    <a:pt x="361716" y="163180"/>
                  </a:cubicBezTo>
                  <a:cubicBezTo>
                    <a:pt x="364435" y="182218"/>
                    <a:pt x="364435" y="201256"/>
                    <a:pt x="369875" y="220293"/>
                  </a:cubicBezTo>
                  <a:cubicBezTo>
                    <a:pt x="375314" y="239331"/>
                    <a:pt x="378034" y="255649"/>
                    <a:pt x="378034" y="274686"/>
                  </a:cubicBezTo>
                  <a:cubicBezTo>
                    <a:pt x="378034" y="282845"/>
                    <a:pt x="380753" y="293724"/>
                    <a:pt x="383473" y="301883"/>
                  </a:cubicBezTo>
                  <a:cubicBezTo>
                    <a:pt x="386193" y="312762"/>
                    <a:pt x="388913" y="326360"/>
                    <a:pt x="391632" y="337238"/>
                  </a:cubicBezTo>
                  <a:cubicBezTo>
                    <a:pt x="391632" y="342678"/>
                    <a:pt x="394352" y="353556"/>
                    <a:pt x="397071" y="364435"/>
                  </a:cubicBezTo>
                  <a:cubicBezTo>
                    <a:pt x="399791" y="372594"/>
                    <a:pt x="402511" y="380753"/>
                    <a:pt x="405230" y="383473"/>
                  </a:cubicBezTo>
                  <a:cubicBezTo>
                    <a:pt x="407950" y="386192"/>
                    <a:pt x="413389" y="386192"/>
                    <a:pt x="416109" y="386192"/>
                  </a:cubicBezTo>
                  <a:cubicBezTo>
                    <a:pt x="418829" y="386192"/>
                    <a:pt x="424268" y="386192"/>
                    <a:pt x="426988" y="386192"/>
                  </a:cubicBezTo>
                  <a:cubicBezTo>
                    <a:pt x="437866" y="386192"/>
                    <a:pt x="448745" y="388912"/>
                    <a:pt x="454184" y="397071"/>
                  </a:cubicBezTo>
                  <a:cubicBezTo>
                    <a:pt x="456904" y="399790"/>
                    <a:pt x="456904" y="402510"/>
                    <a:pt x="456904" y="405230"/>
                  </a:cubicBezTo>
                  <a:cubicBezTo>
                    <a:pt x="456904" y="407949"/>
                    <a:pt x="454184" y="410669"/>
                    <a:pt x="451464" y="416108"/>
                  </a:cubicBezTo>
                  <a:cubicBezTo>
                    <a:pt x="446025" y="421548"/>
                    <a:pt x="440586" y="426987"/>
                    <a:pt x="432427" y="429707"/>
                  </a:cubicBezTo>
                  <a:cubicBezTo>
                    <a:pt x="429707" y="429707"/>
                    <a:pt x="426988" y="432426"/>
                    <a:pt x="421548" y="432426"/>
                  </a:cubicBezTo>
                  <a:cubicBezTo>
                    <a:pt x="418829" y="432426"/>
                    <a:pt x="416109" y="432426"/>
                    <a:pt x="413389" y="435146"/>
                  </a:cubicBezTo>
                  <a:cubicBezTo>
                    <a:pt x="413389" y="435146"/>
                    <a:pt x="413389" y="437866"/>
                    <a:pt x="413389" y="440585"/>
                  </a:cubicBezTo>
                  <a:cubicBezTo>
                    <a:pt x="413389" y="443305"/>
                    <a:pt x="413389" y="448744"/>
                    <a:pt x="416109" y="451464"/>
                  </a:cubicBezTo>
                  <a:cubicBezTo>
                    <a:pt x="416109" y="456903"/>
                    <a:pt x="418829" y="462343"/>
                    <a:pt x="418829" y="465062"/>
                  </a:cubicBezTo>
                  <a:lnTo>
                    <a:pt x="418829" y="475941"/>
                  </a:lnTo>
                  <a:cubicBezTo>
                    <a:pt x="418829" y="481380"/>
                    <a:pt x="418829" y="484100"/>
                    <a:pt x="418829" y="486820"/>
                  </a:cubicBezTo>
                  <a:cubicBezTo>
                    <a:pt x="421548" y="497698"/>
                    <a:pt x="424268" y="505857"/>
                    <a:pt x="426988" y="516736"/>
                  </a:cubicBezTo>
                  <a:cubicBezTo>
                    <a:pt x="426988" y="524895"/>
                    <a:pt x="429707" y="535773"/>
                    <a:pt x="432427" y="543932"/>
                  </a:cubicBezTo>
                  <a:cubicBezTo>
                    <a:pt x="435147" y="554811"/>
                    <a:pt x="437866" y="562970"/>
                    <a:pt x="437866" y="573848"/>
                  </a:cubicBezTo>
                  <a:cubicBezTo>
                    <a:pt x="437866" y="587447"/>
                    <a:pt x="440586" y="595606"/>
                    <a:pt x="443306" y="606484"/>
                  </a:cubicBezTo>
                  <a:cubicBezTo>
                    <a:pt x="443306" y="609204"/>
                    <a:pt x="446025" y="614643"/>
                    <a:pt x="446025" y="617363"/>
                  </a:cubicBezTo>
                  <a:cubicBezTo>
                    <a:pt x="454184" y="617363"/>
                    <a:pt x="462343" y="617363"/>
                    <a:pt x="470502" y="617363"/>
                  </a:cubicBezTo>
                  <a:cubicBezTo>
                    <a:pt x="475942" y="625522"/>
                    <a:pt x="492259" y="630961"/>
                    <a:pt x="492259" y="641840"/>
                  </a:cubicBezTo>
                  <a:cubicBezTo>
                    <a:pt x="492259" y="647279"/>
                    <a:pt x="486820" y="649999"/>
                    <a:pt x="484101" y="655438"/>
                  </a:cubicBezTo>
                  <a:cubicBezTo>
                    <a:pt x="481381" y="660877"/>
                    <a:pt x="473222" y="663597"/>
                    <a:pt x="467782" y="663597"/>
                  </a:cubicBezTo>
                  <a:cubicBezTo>
                    <a:pt x="456904" y="666317"/>
                    <a:pt x="451464" y="666317"/>
                    <a:pt x="443306" y="666317"/>
                  </a:cubicBezTo>
                  <a:cubicBezTo>
                    <a:pt x="437866" y="666317"/>
                    <a:pt x="429707" y="666317"/>
                    <a:pt x="421548" y="666317"/>
                  </a:cubicBezTo>
                  <a:cubicBezTo>
                    <a:pt x="418829" y="666317"/>
                    <a:pt x="416109" y="666317"/>
                    <a:pt x="413389" y="666317"/>
                  </a:cubicBezTo>
                  <a:cubicBezTo>
                    <a:pt x="407950" y="669036"/>
                    <a:pt x="405230" y="669036"/>
                    <a:pt x="399791" y="671756"/>
                  </a:cubicBezTo>
                  <a:cubicBezTo>
                    <a:pt x="394352" y="671756"/>
                    <a:pt x="388913" y="674476"/>
                    <a:pt x="383473" y="674476"/>
                  </a:cubicBezTo>
                  <a:cubicBezTo>
                    <a:pt x="372594" y="674476"/>
                    <a:pt x="358996" y="671756"/>
                    <a:pt x="348118" y="669036"/>
                  </a:cubicBezTo>
                  <a:cubicBezTo>
                    <a:pt x="339959" y="669036"/>
                    <a:pt x="331800" y="669036"/>
                    <a:pt x="326360" y="669036"/>
                  </a:cubicBezTo>
                  <a:cubicBezTo>
                    <a:pt x="304603" y="669036"/>
                    <a:pt x="285565" y="669036"/>
                    <a:pt x="277406" y="669036"/>
                  </a:cubicBezTo>
                  <a:cubicBezTo>
                    <a:pt x="269247" y="669036"/>
                    <a:pt x="258369" y="669036"/>
                    <a:pt x="252930" y="663597"/>
                  </a:cubicBezTo>
                  <a:cubicBezTo>
                    <a:pt x="247490" y="660877"/>
                    <a:pt x="236611" y="655438"/>
                    <a:pt x="236611" y="647279"/>
                  </a:cubicBezTo>
                  <a:cubicBezTo>
                    <a:pt x="236611" y="636401"/>
                    <a:pt x="252930" y="633681"/>
                    <a:pt x="261088" y="630961"/>
                  </a:cubicBezTo>
                  <a:cubicBezTo>
                    <a:pt x="266528" y="630961"/>
                    <a:pt x="274687" y="630961"/>
                    <a:pt x="288285" y="628241"/>
                  </a:cubicBezTo>
                  <a:cubicBezTo>
                    <a:pt x="288285" y="620082"/>
                    <a:pt x="288285" y="614643"/>
                    <a:pt x="285565" y="609204"/>
                  </a:cubicBezTo>
                  <a:cubicBezTo>
                    <a:pt x="285565" y="601045"/>
                    <a:pt x="282846" y="590166"/>
                    <a:pt x="282846" y="582007"/>
                  </a:cubicBezTo>
                  <a:cubicBezTo>
                    <a:pt x="282846" y="576568"/>
                    <a:pt x="280126" y="573848"/>
                    <a:pt x="280126" y="568409"/>
                  </a:cubicBezTo>
                  <a:cubicBezTo>
                    <a:pt x="280126" y="562970"/>
                    <a:pt x="282846" y="557531"/>
                    <a:pt x="282846" y="554811"/>
                  </a:cubicBezTo>
                  <a:cubicBezTo>
                    <a:pt x="282846" y="549371"/>
                    <a:pt x="280126" y="546652"/>
                    <a:pt x="277406" y="538493"/>
                  </a:cubicBezTo>
                  <a:cubicBezTo>
                    <a:pt x="277406" y="527614"/>
                    <a:pt x="271967" y="516736"/>
                    <a:pt x="271967" y="505857"/>
                  </a:cubicBezTo>
                  <a:cubicBezTo>
                    <a:pt x="271967" y="494978"/>
                    <a:pt x="271967" y="486820"/>
                    <a:pt x="269247" y="478660"/>
                  </a:cubicBezTo>
                  <a:cubicBezTo>
                    <a:pt x="266528" y="467782"/>
                    <a:pt x="266528" y="456903"/>
                    <a:pt x="266528" y="446025"/>
                  </a:cubicBezTo>
                  <a:cubicBezTo>
                    <a:pt x="266528" y="440585"/>
                    <a:pt x="263808" y="437866"/>
                    <a:pt x="261088" y="437866"/>
                  </a:cubicBezTo>
                  <a:cubicBezTo>
                    <a:pt x="258369" y="437866"/>
                    <a:pt x="255649" y="437866"/>
                    <a:pt x="250210" y="437866"/>
                  </a:cubicBezTo>
                  <a:cubicBezTo>
                    <a:pt x="239331" y="437866"/>
                    <a:pt x="228452" y="437866"/>
                    <a:pt x="220293" y="440585"/>
                  </a:cubicBezTo>
                  <a:cubicBezTo>
                    <a:pt x="209415" y="440585"/>
                    <a:pt x="201256" y="443305"/>
                    <a:pt x="190377" y="443305"/>
                  </a:cubicBezTo>
                  <a:cubicBezTo>
                    <a:pt x="182218" y="443305"/>
                    <a:pt x="174059" y="443305"/>
                    <a:pt x="165900" y="443305"/>
                  </a:cubicBezTo>
                  <a:cubicBezTo>
                    <a:pt x="163181" y="443305"/>
                    <a:pt x="152302" y="440585"/>
                    <a:pt x="144143" y="440585"/>
                  </a:cubicBezTo>
                  <a:cubicBezTo>
                    <a:pt x="135984" y="440585"/>
                    <a:pt x="135984" y="448744"/>
                    <a:pt x="135984" y="454184"/>
                  </a:cubicBezTo>
                  <a:cubicBezTo>
                    <a:pt x="135984" y="465062"/>
                    <a:pt x="133264" y="475941"/>
                    <a:pt x="130545" y="486820"/>
                  </a:cubicBezTo>
                  <a:cubicBezTo>
                    <a:pt x="127825" y="505857"/>
                    <a:pt x="122386" y="522175"/>
                    <a:pt x="119666" y="541213"/>
                  </a:cubicBezTo>
                  <a:cubicBezTo>
                    <a:pt x="116947" y="560250"/>
                    <a:pt x="108788" y="595606"/>
                    <a:pt x="103348" y="614643"/>
                  </a:cubicBezTo>
                  <a:cubicBezTo>
                    <a:pt x="111507" y="614643"/>
                    <a:pt x="122386" y="614643"/>
                    <a:pt x="133264" y="614643"/>
                  </a:cubicBezTo>
                  <a:cubicBezTo>
                    <a:pt x="146863" y="614643"/>
                    <a:pt x="168620" y="614643"/>
                    <a:pt x="168620" y="630961"/>
                  </a:cubicBezTo>
                  <a:cubicBezTo>
                    <a:pt x="168620" y="639120"/>
                    <a:pt x="165900" y="639120"/>
                    <a:pt x="163181" y="647279"/>
                  </a:cubicBezTo>
                  <a:cubicBezTo>
                    <a:pt x="160461" y="652718"/>
                    <a:pt x="152302" y="655438"/>
                    <a:pt x="146863" y="655438"/>
                  </a:cubicBezTo>
                  <a:cubicBezTo>
                    <a:pt x="138704" y="658158"/>
                    <a:pt x="133264" y="658158"/>
                    <a:pt x="127825" y="658158"/>
                  </a:cubicBezTo>
                  <a:cubicBezTo>
                    <a:pt x="122386" y="658158"/>
                    <a:pt x="116947" y="658158"/>
                    <a:pt x="106068" y="658158"/>
                  </a:cubicBezTo>
                  <a:cubicBezTo>
                    <a:pt x="92468" y="658158"/>
                    <a:pt x="78870" y="658158"/>
                    <a:pt x="62552" y="658158"/>
                  </a:cubicBezTo>
                  <a:cubicBezTo>
                    <a:pt x="54393" y="658158"/>
                    <a:pt x="46234" y="658158"/>
                    <a:pt x="40795" y="658158"/>
                  </a:cubicBezTo>
                  <a:cubicBezTo>
                    <a:pt x="32636" y="658158"/>
                    <a:pt x="21758" y="658158"/>
                    <a:pt x="16318" y="652718"/>
                  </a:cubicBezTo>
                  <a:cubicBezTo>
                    <a:pt x="8159" y="649999"/>
                    <a:pt x="0" y="641840"/>
                    <a:pt x="0" y="636401"/>
                  </a:cubicBezTo>
                  <a:cubicBezTo>
                    <a:pt x="0" y="633681"/>
                    <a:pt x="0" y="630961"/>
                    <a:pt x="2720" y="628241"/>
                  </a:cubicBezTo>
                  <a:cubicBezTo>
                    <a:pt x="8159" y="625522"/>
                    <a:pt x="16318" y="622802"/>
                    <a:pt x="24477" y="620082"/>
                  </a:cubicBezTo>
                  <a:cubicBezTo>
                    <a:pt x="38075" y="617363"/>
                    <a:pt x="48954" y="617363"/>
                    <a:pt x="62552" y="617363"/>
                  </a:cubicBezTo>
                  <a:cubicBezTo>
                    <a:pt x="62552" y="617363"/>
                    <a:pt x="62552" y="614643"/>
                    <a:pt x="62552" y="614643"/>
                  </a:cubicBezTo>
                  <a:cubicBezTo>
                    <a:pt x="62552" y="603765"/>
                    <a:pt x="65272" y="590166"/>
                    <a:pt x="65272" y="587447"/>
                  </a:cubicBezTo>
                  <a:cubicBezTo>
                    <a:pt x="67992" y="565689"/>
                    <a:pt x="73431" y="543932"/>
                    <a:pt x="76151" y="522175"/>
                  </a:cubicBezTo>
                  <a:cubicBezTo>
                    <a:pt x="78870" y="505857"/>
                    <a:pt x="81590" y="486820"/>
                    <a:pt x="87029" y="470501"/>
                  </a:cubicBezTo>
                  <a:cubicBezTo>
                    <a:pt x="87029" y="465062"/>
                    <a:pt x="92468" y="451464"/>
                    <a:pt x="92468" y="446025"/>
                  </a:cubicBezTo>
                  <a:cubicBezTo>
                    <a:pt x="92468" y="437866"/>
                    <a:pt x="73431" y="437866"/>
                    <a:pt x="65272" y="432426"/>
                  </a:cubicBezTo>
                  <a:cubicBezTo>
                    <a:pt x="59833" y="429707"/>
                    <a:pt x="54393" y="426987"/>
                    <a:pt x="54393" y="421548"/>
                  </a:cubicBezTo>
                  <a:cubicBezTo>
                    <a:pt x="54393" y="413389"/>
                    <a:pt x="62552" y="410669"/>
                    <a:pt x="73431" y="407949"/>
                  </a:cubicBezTo>
                  <a:cubicBezTo>
                    <a:pt x="78870" y="407949"/>
                    <a:pt x="92468" y="405230"/>
                    <a:pt x="100629" y="399790"/>
                  </a:cubicBezTo>
                  <a:cubicBezTo>
                    <a:pt x="106068" y="394351"/>
                    <a:pt x="106068" y="378033"/>
                    <a:pt x="108788" y="369874"/>
                  </a:cubicBezTo>
                  <a:cubicBezTo>
                    <a:pt x="114227" y="348117"/>
                    <a:pt x="119666" y="326360"/>
                    <a:pt x="125105" y="307322"/>
                  </a:cubicBezTo>
                  <a:cubicBezTo>
                    <a:pt x="130545" y="285565"/>
                    <a:pt x="135984" y="263808"/>
                    <a:pt x="141423" y="242051"/>
                  </a:cubicBezTo>
                  <a:cubicBezTo>
                    <a:pt x="146863" y="220293"/>
                    <a:pt x="152302" y="198536"/>
                    <a:pt x="155022" y="179498"/>
                  </a:cubicBezTo>
                  <a:cubicBezTo>
                    <a:pt x="157742" y="160461"/>
                    <a:pt x="163181" y="138703"/>
                    <a:pt x="168620" y="119665"/>
                  </a:cubicBezTo>
                  <a:cubicBezTo>
                    <a:pt x="176779" y="100627"/>
                    <a:pt x="182218" y="76150"/>
                    <a:pt x="193097" y="57113"/>
                  </a:cubicBezTo>
                  <a:lnTo>
                    <a:pt x="201256" y="38075"/>
                  </a:lnTo>
                  <a:cubicBezTo>
                    <a:pt x="206695" y="29916"/>
                    <a:pt x="209415" y="19038"/>
                    <a:pt x="217574" y="13598"/>
                  </a:cubicBezTo>
                  <a:cubicBezTo>
                    <a:pt x="231172" y="2720"/>
                    <a:pt x="255649" y="0"/>
                    <a:pt x="274687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6A074F1E-F61E-4BB1-A6F8-4B878375C02B}"/>
                </a:ext>
              </a:extLst>
            </p:cNvPr>
            <p:cNvSpPr/>
            <p:nvPr/>
          </p:nvSpPr>
          <p:spPr>
            <a:xfrm>
              <a:off x="6876542" y="4244897"/>
              <a:ext cx="462342" cy="677195"/>
            </a:xfrm>
            <a:custGeom>
              <a:avLst/>
              <a:gdLst>
                <a:gd name="connsiteX0" fmla="*/ 214853 w 462342"/>
                <a:gd name="connsiteY0" fmla="*/ 65272 h 677195"/>
                <a:gd name="connsiteX1" fmla="*/ 195815 w 462342"/>
                <a:gd name="connsiteY1" fmla="*/ 73431 h 677195"/>
                <a:gd name="connsiteX2" fmla="*/ 193096 w 462342"/>
                <a:gd name="connsiteY2" fmla="*/ 125105 h 677195"/>
                <a:gd name="connsiteX3" fmla="*/ 190376 w 462342"/>
                <a:gd name="connsiteY3" fmla="*/ 280125 h 677195"/>
                <a:gd name="connsiteX4" fmla="*/ 190376 w 462342"/>
                <a:gd name="connsiteY4" fmla="*/ 301882 h 677195"/>
                <a:gd name="connsiteX5" fmla="*/ 193096 w 462342"/>
                <a:gd name="connsiteY5" fmla="*/ 342677 h 677195"/>
                <a:gd name="connsiteX6" fmla="*/ 195815 w 462342"/>
                <a:gd name="connsiteY6" fmla="*/ 397070 h 677195"/>
                <a:gd name="connsiteX7" fmla="*/ 195815 w 462342"/>
                <a:gd name="connsiteY7" fmla="*/ 443304 h 677195"/>
                <a:gd name="connsiteX8" fmla="*/ 195815 w 462342"/>
                <a:gd name="connsiteY8" fmla="*/ 530333 h 677195"/>
                <a:gd name="connsiteX9" fmla="*/ 193096 w 462342"/>
                <a:gd name="connsiteY9" fmla="*/ 554810 h 677195"/>
                <a:gd name="connsiteX10" fmla="*/ 190376 w 462342"/>
                <a:gd name="connsiteY10" fmla="*/ 603764 h 677195"/>
                <a:gd name="connsiteX11" fmla="*/ 198535 w 462342"/>
                <a:gd name="connsiteY11" fmla="*/ 611923 h 677195"/>
                <a:gd name="connsiteX12" fmla="*/ 214853 w 462342"/>
                <a:gd name="connsiteY12" fmla="*/ 611923 h 677195"/>
                <a:gd name="connsiteX13" fmla="*/ 236610 w 462342"/>
                <a:gd name="connsiteY13" fmla="*/ 611923 h 677195"/>
                <a:gd name="connsiteX14" fmla="*/ 263807 w 462342"/>
                <a:gd name="connsiteY14" fmla="*/ 598325 h 677195"/>
                <a:gd name="connsiteX15" fmla="*/ 277405 w 462342"/>
                <a:gd name="connsiteY15" fmla="*/ 592885 h 677195"/>
                <a:gd name="connsiteX16" fmla="*/ 291004 w 462342"/>
                <a:gd name="connsiteY16" fmla="*/ 573848 h 677195"/>
                <a:gd name="connsiteX17" fmla="*/ 307322 w 462342"/>
                <a:gd name="connsiteY17" fmla="*/ 543931 h 677195"/>
                <a:gd name="connsiteX18" fmla="*/ 326359 w 462342"/>
                <a:gd name="connsiteY18" fmla="*/ 481379 h 677195"/>
                <a:gd name="connsiteX19" fmla="*/ 337238 w 462342"/>
                <a:gd name="connsiteY19" fmla="*/ 413388 h 677195"/>
                <a:gd name="connsiteX20" fmla="*/ 337238 w 462342"/>
                <a:gd name="connsiteY20" fmla="*/ 350836 h 677195"/>
                <a:gd name="connsiteX21" fmla="*/ 334518 w 462342"/>
                <a:gd name="connsiteY21" fmla="*/ 296443 h 677195"/>
                <a:gd name="connsiteX22" fmla="*/ 329079 w 462342"/>
                <a:gd name="connsiteY22" fmla="*/ 244769 h 677195"/>
                <a:gd name="connsiteX23" fmla="*/ 307322 w 462342"/>
                <a:gd name="connsiteY23" fmla="*/ 135983 h 677195"/>
                <a:gd name="connsiteX24" fmla="*/ 271966 w 462342"/>
                <a:gd name="connsiteY24" fmla="*/ 78870 h 677195"/>
                <a:gd name="connsiteX25" fmla="*/ 214853 w 462342"/>
                <a:gd name="connsiteY25" fmla="*/ 65272 h 677195"/>
                <a:gd name="connsiteX26" fmla="*/ 114226 w 462342"/>
                <a:gd name="connsiteY26" fmla="*/ 0 h 677195"/>
                <a:gd name="connsiteX27" fmla="*/ 127824 w 462342"/>
                <a:gd name="connsiteY27" fmla="*/ 0 h 677195"/>
                <a:gd name="connsiteX28" fmla="*/ 146862 w 462342"/>
                <a:gd name="connsiteY28" fmla="*/ 2720 h 677195"/>
                <a:gd name="connsiteX29" fmla="*/ 174059 w 462342"/>
                <a:gd name="connsiteY29" fmla="*/ 21758 h 677195"/>
                <a:gd name="connsiteX30" fmla="*/ 193096 w 462342"/>
                <a:gd name="connsiteY30" fmla="*/ 21758 h 677195"/>
                <a:gd name="connsiteX31" fmla="*/ 261088 w 462342"/>
                <a:gd name="connsiteY31" fmla="*/ 27197 h 677195"/>
                <a:gd name="connsiteX32" fmla="*/ 310042 w 462342"/>
                <a:gd name="connsiteY32" fmla="*/ 35356 h 677195"/>
                <a:gd name="connsiteX33" fmla="*/ 334518 w 462342"/>
                <a:gd name="connsiteY33" fmla="*/ 40795 h 677195"/>
                <a:gd name="connsiteX34" fmla="*/ 356276 w 462342"/>
                <a:gd name="connsiteY34" fmla="*/ 59833 h 677195"/>
                <a:gd name="connsiteX35" fmla="*/ 372593 w 462342"/>
                <a:gd name="connsiteY35" fmla="*/ 76151 h 677195"/>
                <a:gd name="connsiteX36" fmla="*/ 380752 w 462342"/>
                <a:gd name="connsiteY36" fmla="*/ 95188 h 677195"/>
                <a:gd name="connsiteX37" fmla="*/ 405230 w 462342"/>
                <a:gd name="connsiteY37" fmla="*/ 114226 h 677195"/>
                <a:gd name="connsiteX38" fmla="*/ 416108 w 462342"/>
                <a:gd name="connsiteY38" fmla="*/ 141422 h 677195"/>
                <a:gd name="connsiteX39" fmla="*/ 451464 w 462342"/>
                <a:gd name="connsiteY39" fmla="*/ 201256 h 677195"/>
                <a:gd name="connsiteX40" fmla="*/ 456903 w 462342"/>
                <a:gd name="connsiteY40" fmla="*/ 252929 h 677195"/>
                <a:gd name="connsiteX41" fmla="*/ 456903 w 462342"/>
                <a:gd name="connsiteY41" fmla="*/ 291004 h 677195"/>
                <a:gd name="connsiteX42" fmla="*/ 459623 w 462342"/>
                <a:gd name="connsiteY42" fmla="*/ 318201 h 677195"/>
                <a:gd name="connsiteX43" fmla="*/ 459623 w 462342"/>
                <a:gd name="connsiteY43" fmla="*/ 326360 h 677195"/>
                <a:gd name="connsiteX44" fmla="*/ 459623 w 462342"/>
                <a:gd name="connsiteY44" fmla="*/ 348117 h 677195"/>
                <a:gd name="connsiteX45" fmla="*/ 462342 w 462342"/>
                <a:gd name="connsiteY45" fmla="*/ 367155 h 677195"/>
                <a:gd name="connsiteX46" fmla="*/ 456903 w 462342"/>
                <a:gd name="connsiteY46" fmla="*/ 391632 h 677195"/>
                <a:gd name="connsiteX47" fmla="*/ 456903 w 462342"/>
                <a:gd name="connsiteY47" fmla="*/ 418828 h 677195"/>
                <a:gd name="connsiteX48" fmla="*/ 451464 w 462342"/>
                <a:gd name="connsiteY48" fmla="*/ 437866 h 677195"/>
                <a:gd name="connsiteX49" fmla="*/ 446025 w 462342"/>
                <a:gd name="connsiteY49" fmla="*/ 454184 h 677195"/>
                <a:gd name="connsiteX50" fmla="*/ 440585 w 462342"/>
                <a:gd name="connsiteY50" fmla="*/ 481380 h 677195"/>
                <a:gd name="connsiteX51" fmla="*/ 432426 w 462342"/>
                <a:gd name="connsiteY51" fmla="*/ 508577 h 677195"/>
                <a:gd name="connsiteX52" fmla="*/ 418828 w 462342"/>
                <a:gd name="connsiteY52" fmla="*/ 530334 h 677195"/>
                <a:gd name="connsiteX53" fmla="*/ 410669 w 462342"/>
                <a:gd name="connsiteY53" fmla="*/ 549371 h 677195"/>
                <a:gd name="connsiteX54" fmla="*/ 391631 w 462342"/>
                <a:gd name="connsiteY54" fmla="*/ 579288 h 677195"/>
                <a:gd name="connsiteX55" fmla="*/ 337238 w 462342"/>
                <a:gd name="connsiteY55" fmla="*/ 630961 h 677195"/>
                <a:gd name="connsiteX56" fmla="*/ 301883 w 462342"/>
                <a:gd name="connsiteY56" fmla="*/ 647279 h 677195"/>
                <a:gd name="connsiteX57" fmla="*/ 263807 w 462342"/>
                <a:gd name="connsiteY57" fmla="*/ 652718 h 677195"/>
                <a:gd name="connsiteX58" fmla="*/ 233891 w 462342"/>
                <a:gd name="connsiteY58" fmla="*/ 649999 h 677195"/>
                <a:gd name="connsiteX59" fmla="*/ 187657 w 462342"/>
                <a:gd name="connsiteY59" fmla="*/ 652718 h 677195"/>
                <a:gd name="connsiteX60" fmla="*/ 171339 w 462342"/>
                <a:gd name="connsiteY60" fmla="*/ 669036 h 677195"/>
                <a:gd name="connsiteX61" fmla="*/ 155021 w 462342"/>
                <a:gd name="connsiteY61" fmla="*/ 671756 h 677195"/>
                <a:gd name="connsiteX62" fmla="*/ 138703 w 462342"/>
                <a:gd name="connsiteY62" fmla="*/ 674476 h 677195"/>
                <a:gd name="connsiteX63" fmla="*/ 125105 w 462342"/>
                <a:gd name="connsiteY63" fmla="*/ 677195 h 677195"/>
                <a:gd name="connsiteX64" fmla="*/ 106067 w 462342"/>
                <a:gd name="connsiteY64" fmla="*/ 671756 h 677195"/>
                <a:gd name="connsiteX65" fmla="*/ 87029 w 462342"/>
                <a:gd name="connsiteY65" fmla="*/ 658158 h 677195"/>
                <a:gd name="connsiteX66" fmla="*/ 81590 w 462342"/>
                <a:gd name="connsiteY66" fmla="*/ 652718 h 677195"/>
                <a:gd name="connsiteX67" fmla="*/ 67992 w 462342"/>
                <a:gd name="connsiteY67" fmla="*/ 652718 h 677195"/>
                <a:gd name="connsiteX68" fmla="*/ 43515 w 462342"/>
                <a:gd name="connsiteY68" fmla="*/ 652718 h 677195"/>
                <a:gd name="connsiteX69" fmla="*/ 16318 w 462342"/>
                <a:gd name="connsiteY69" fmla="*/ 647279 h 677195"/>
                <a:gd name="connsiteX70" fmla="*/ 0 w 462342"/>
                <a:gd name="connsiteY70" fmla="*/ 630961 h 677195"/>
                <a:gd name="connsiteX71" fmla="*/ 5439 w 462342"/>
                <a:gd name="connsiteY71" fmla="*/ 620083 h 677195"/>
                <a:gd name="connsiteX72" fmla="*/ 27197 w 462342"/>
                <a:gd name="connsiteY72" fmla="*/ 611924 h 677195"/>
                <a:gd name="connsiteX73" fmla="*/ 65272 w 462342"/>
                <a:gd name="connsiteY73" fmla="*/ 609204 h 677195"/>
                <a:gd name="connsiteX74" fmla="*/ 65272 w 462342"/>
                <a:gd name="connsiteY74" fmla="*/ 584727 h 677195"/>
                <a:gd name="connsiteX75" fmla="*/ 62552 w 462342"/>
                <a:gd name="connsiteY75" fmla="*/ 456903 h 677195"/>
                <a:gd name="connsiteX76" fmla="*/ 65272 w 462342"/>
                <a:gd name="connsiteY76" fmla="*/ 337238 h 677195"/>
                <a:gd name="connsiteX77" fmla="*/ 67992 w 462342"/>
                <a:gd name="connsiteY77" fmla="*/ 203975 h 677195"/>
                <a:gd name="connsiteX78" fmla="*/ 70712 w 462342"/>
                <a:gd name="connsiteY78" fmla="*/ 119665 h 677195"/>
                <a:gd name="connsiteX79" fmla="*/ 73431 w 462342"/>
                <a:gd name="connsiteY79" fmla="*/ 67992 h 677195"/>
                <a:gd name="connsiteX80" fmla="*/ 67992 w 462342"/>
                <a:gd name="connsiteY80" fmla="*/ 67992 h 677195"/>
                <a:gd name="connsiteX81" fmla="*/ 43515 w 462342"/>
                <a:gd name="connsiteY81" fmla="*/ 67992 h 677195"/>
                <a:gd name="connsiteX82" fmla="*/ 16318 w 462342"/>
                <a:gd name="connsiteY82" fmla="*/ 62552 h 677195"/>
                <a:gd name="connsiteX83" fmla="*/ 0 w 462342"/>
                <a:gd name="connsiteY83" fmla="*/ 46234 h 677195"/>
                <a:gd name="connsiteX84" fmla="*/ 5439 w 462342"/>
                <a:gd name="connsiteY84" fmla="*/ 35356 h 677195"/>
                <a:gd name="connsiteX85" fmla="*/ 27197 w 462342"/>
                <a:gd name="connsiteY85" fmla="*/ 27197 h 677195"/>
                <a:gd name="connsiteX86" fmla="*/ 76151 w 462342"/>
                <a:gd name="connsiteY86" fmla="*/ 21758 h 677195"/>
                <a:gd name="connsiteX87" fmla="*/ 81590 w 462342"/>
                <a:gd name="connsiteY87" fmla="*/ 13598 h 677195"/>
                <a:gd name="connsiteX88" fmla="*/ 97908 w 462342"/>
                <a:gd name="connsiteY88" fmla="*/ 5439 h 677195"/>
                <a:gd name="connsiteX89" fmla="*/ 114226 w 462342"/>
                <a:gd name="connsiteY89" fmla="*/ 0 h 677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462342" h="677195">
                  <a:moveTo>
                    <a:pt x="214853" y="65272"/>
                  </a:moveTo>
                  <a:cubicBezTo>
                    <a:pt x="203975" y="65272"/>
                    <a:pt x="195815" y="67992"/>
                    <a:pt x="195815" y="73431"/>
                  </a:cubicBezTo>
                  <a:cubicBezTo>
                    <a:pt x="193096" y="78870"/>
                    <a:pt x="193096" y="100628"/>
                    <a:pt x="193096" y="125105"/>
                  </a:cubicBezTo>
                  <a:cubicBezTo>
                    <a:pt x="193096" y="182217"/>
                    <a:pt x="193096" y="266527"/>
                    <a:pt x="190376" y="280125"/>
                  </a:cubicBezTo>
                  <a:cubicBezTo>
                    <a:pt x="190376" y="288284"/>
                    <a:pt x="190376" y="293723"/>
                    <a:pt x="190376" y="301882"/>
                  </a:cubicBezTo>
                  <a:cubicBezTo>
                    <a:pt x="190376" y="315480"/>
                    <a:pt x="190376" y="329079"/>
                    <a:pt x="193096" y="342677"/>
                  </a:cubicBezTo>
                  <a:cubicBezTo>
                    <a:pt x="193096" y="361715"/>
                    <a:pt x="193096" y="378033"/>
                    <a:pt x="195815" y="397070"/>
                  </a:cubicBezTo>
                  <a:cubicBezTo>
                    <a:pt x="195815" y="413388"/>
                    <a:pt x="195815" y="426986"/>
                    <a:pt x="195815" y="443304"/>
                  </a:cubicBezTo>
                  <a:cubicBezTo>
                    <a:pt x="195815" y="465061"/>
                    <a:pt x="198535" y="508576"/>
                    <a:pt x="195815" y="530333"/>
                  </a:cubicBezTo>
                  <a:cubicBezTo>
                    <a:pt x="195815" y="538492"/>
                    <a:pt x="193096" y="546651"/>
                    <a:pt x="193096" y="554810"/>
                  </a:cubicBezTo>
                  <a:cubicBezTo>
                    <a:pt x="193096" y="560249"/>
                    <a:pt x="190376" y="590166"/>
                    <a:pt x="190376" y="603764"/>
                  </a:cubicBezTo>
                  <a:cubicBezTo>
                    <a:pt x="190376" y="609203"/>
                    <a:pt x="190376" y="611923"/>
                    <a:pt x="198535" y="611923"/>
                  </a:cubicBezTo>
                  <a:cubicBezTo>
                    <a:pt x="206694" y="611923"/>
                    <a:pt x="209414" y="611923"/>
                    <a:pt x="214853" y="611923"/>
                  </a:cubicBezTo>
                  <a:cubicBezTo>
                    <a:pt x="223012" y="611923"/>
                    <a:pt x="220293" y="611923"/>
                    <a:pt x="236610" y="611923"/>
                  </a:cubicBezTo>
                  <a:cubicBezTo>
                    <a:pt x="242050" y="611923"/>
                    <a:pt x="258368" y="601044"/>
                    <a:pt x="263807" y="598325"/>
                  </a:cubicBezTo>
                  <a:cubicBezTo>
                    <a:pt x="266527" y="598325"/>
                    <a:pt x="274686" y="592885"/>
                    <a:pt x="277405" y="592885"/>
                  </a:cubicBezTo>
                  <a:cubicBezTo>
                    <a:pt x="285564" y="587446"/>
                    <a:pt x="288284" y="579287"/>
                    <a:pt x="291004" y="573848"/>
                  </a:cubicBezTo>
                  <a:cubicBezTo>
                    <a:pt x="296443" y="562969"/>
                    <a:pt x="301882" y="554810"/>
                    <a:pt x="307322" y="543931"/>
                  </a:cubicBezTo>
                  <a:cubicBezTo>
                    <a:pt x="315481" y="524894"/>
                    <a:pt x="320920" y="524894"/>
                    <a:pt x="326359" y="481379"/>
                  </a:cubicBezTo>
                  <a:cubicBezTo>
                    <a:pt x="329079" y="456903"/>
                    <a:pt x="334518" y="435145"/>
                    <a:pt x="337238" y="413388"/>
                  </a:cubicBezTo>
                  <a:cubicBezTo>
                    <a:pt x="337238" y="391631"/>
                    <a:pt x="337238" y="369873"/>
                    <a:pt x="337238" y="350836"/>
                  </a:cubicBezTo>
                  <a:cubicBezTo>
                    <a:pt x="337238" y="339957"/>
                    <a:pt x="337238" y="320920"/>
                    <a:pt x="334518" y="296443"/>
                  </a:cubicBezTo>
                  <a:cubicBezTo>
                    <a:pt x="331798" y="269246"/>
                    <a:pt x="329079" y="250209"/>
                    <a:pt x="329079" y="244769"/>
                  </a:cubicBezTo>
                  <a:cubicBezTo>
                    <a:pt x="323640" y="206694"/>
                    <a:pt x="318200" y="174058"/>
                    <a:pt x="307322" y="135983"/>
                  </a:cubicBezTo>
                  <a:cubicBezTo>
                    <a:pt x="304602" y="125105"/>
                    <a:pt x="304602" y="108787"/>
                    <a:pt x="271966" y="78870"/>
                  </a:cubicBezTo>
                  <a:cubicBezTo>
                    <a:pt x="263807" y="73431"/>
                    <a:pt x="233891" y="65272"/>
                    <a:pt x="214853" y="65272"/>
                  </a:cubicBezTo>
                  <a:close/>
                  <a:moveTo>
                    <a:pt x="114226" y="0"/>
                  </a:moveTo>
                  <a:cubicBezTo>
                    <a:pt x="119665" y="0"/>
                    <a:pt x="125105" y="0"/>
                    <a:pt x="127824" y="0"/>
                  </a:cubicBezTo>
                  <a:cubicBezTo>
                    <a:pt x="133264" y="0"/>
                    <a:pt x="141422" y="0"/>
                    <a:pt x="146862" y="2720"/>
                  </a:cubicBezTo>
                  <a:cubicBezTo>
                    <a:pt x="157741" y="5439"/>
                    <a:pt x="165900" y="13598"/>
                    <a:pt x="174059" y="21758"/>
                  </a:cubicBezTo>
                  <a:cubicBezTo>
                    <a:pt x="179498" y="21758"/>
                    <a:pt x="187657" y="21758"/>
                    <a:pt x="193096" y="21758"/>
                  </a:cubicBezTo>
                  <a:cubicBezTo>
                    <a:pt x="212134" y="21758"/>
                    <a:pt x="228452" y="27197"/>
                    <a:pt x="261088" y="27197"/>
                  </a:cubicBezTo>
                  <a:cubicBezTo>
                    <a:pt x="277405" y="27197"/>
                    <a:pt x="293723" y="35356"/>
                    <a:pt x="310042" y="35356"/>
                  </a:cubicBezTo>
                  <a:cubicBezTo>
                    <a:pt x="318200" y="35356"/>
                    <a:pt x="329079" y="35356"/>
                    <a:pt x="334518" y="40795"/>
                  </a:cubicBezTo>
                  <a:cubicBezTo>
                    <a:pt x="342677" y="46234"/>
                    <a:pt x="348117" y="54393"/>
                    <a:pt x="356276" y="59833"/>
                  </a:cubicBezTo>
                  <a:cubicBezTo>
                    <a:pt x="361715" y="65272"/>
                    <a:pt x="369874" y="67992"/>
                    <a:pt x="372593" y="76151"/>
                  </a:cubicBezTo>
                  <a:cubicBezTo>
                    <a:pt x="375313" y="81590"/>
                    <a:pt x="378033" y="89749"/>
                    <a:pt x="380752" y="95188"/>
                  </a:cubicBezTo>
                  <a:cubicBezTo>
                    <a:pt x="386192" y="103347"/>
                    <a:pt x="391631" y="106067"/>
                    <a:pt x="405230" y="114226"/>
                  </a:cubicBezTo>
                  <a:cubicBezTo>
                    <a:pt x="413388" y="119665"/>
                    <a:pt x="410669" y="133263"/>
                    <a:pt x="416108" y="141422"/>
                  </a:cubicBezTo>
                  <a:cubicBezTo>
                    <a:pt x="426987" y="160461"/>
                    <a:pt x="446025" y="182218"/>
                    <a:pt x="451464" y="201256"/>
                  </a:cubicBezTo>
                  <a:cubicBezTo>
                    <a:pt x="456903" y="220293"/>
                    <a:pt x="456903" y="236611"/>
                    <a:pt x="456903" y="252929"/>
                  </a:cubicBezTo>
                  <a:cubicBezTo>
                    <a:pt x="456903" y="266527"/>
                    <a:pt x="456903" y="277406"/>
                    <a:pt x="456903" y="291004"/>
                  </a:cubicBezTo>
                  <a:cubicBezTo>
                    <a:pt x="456903" y="299163"/>
                    <a:pt x="456903" y="307322"/>
                    <a:pt x="459623" y="318201"/>
                  </a:cubicBezTo>
                  <a:cubicBezTo>
                    <a:pt x="459623" y="320921"/>
                    <a:pt x="459623" y="323640"/>
                    <a:pt x="459623" y="326360"/>
                  </a:cubicBezTo>
                  <a:cubicBezTo>
                    <a:pt x="462342" y="331799"/>
                    <a:pt x="459623" y="337238"/>
                    <a:pt x="459623" y="348117"/>
                  </a:cubicBezTo>
                  <a:cubicBezTo>
                    <a:pt x="459623" y="350837"/>
                    <a:pt x="462342" y="361715"/>
                    <a:pt x="462342" y="367155"/>
                  </a:cubicBezTo>
                  <a:cubicBezTo>
                    <a:pt x="462342" y="375314"/>
                    <a:pt x="456903" y="383473"/>
                    <a:pt x="456903" y="391632"/>
                  </a:cubicBezTo>
                  <a:cubicBezTo>
                    <a:pt x="456903" y="399790"/>
                    <a:pt x="456903" y="410669"/>
                    <a:pt x="456903" y="418828"/>
                  </a:cubicBezTo>
                  <a:cubicBezTo>
                    <a:pt x="456903" y="421548"/>
                    <a:pt x="454183" y="429707"/>
                    <a:pt x="451464" y="437866"/>
                  </a:cubicBezTo>
                  <a:cubicBezTo>
                    <a:pt x="448744" y="443305"/>
                    <a:pt x="448744" y="451464"/>
                    <a:pt x="446025" y="454184"/>
                  </a:cubicBezTo>
                  <a:cubicBezTo>
                    <a:pt x="443305" y="462343"/>
                    <a:pt x="440585" y="473221"/>
                    <a:pt x="440585" y="481380"/>
                  </a:cubicBezTo>
                  <a:cubicBezTo>
                    <a:pt x="437865" y="489539"/>
                    <a:pt x="437865" y="500418"/>
                    <a:pt x="432426" y="508577"/>
                  </a:cubicBezTo>
                  <a:cubicBezTo>
                    <a:pt x="429706" y="516736"/>
                    <a:pt x="424267" y="522175"/>
                    <a:pt x="418828" y="530334"/>
                  </a:cubicBezTo>
                  <a:cubicBezTo>
                    <a:pt x="416108" y="535773"/>
                    <a:pt x="413388" y="543932"/>
                    <a:pt x="410669" y="549371"/>
                  </a:cubicBezTo>
                  <a:cubicBezTo>
                    <a:pt x="405230" y="557531"/>
                    <a:pt x="397071" y="573848"/>
                    <a:pt x="391631" y="579288"/>
                  </a:cubicBezTo>
                  <a:cubicBezTo>
                    <a:pt x="369874" y="609204"/>
                    <a:pt x="350836" y="620083"/>
                    <a:pt x="337238" y="630961"/>
                  </a:cubicBezTo>
                  <a:cubicBezTo>
                    <a:pt x="326359" y="639120"/>
                    <a:pt x="315481" y="641840"/>
                    <a:pt x="301883" y="647279"/>
                  </a:cubicBezTo>
                  <a:cubicBezTo>
                    <a:pt x="291004" y="649999"/>
                    <a:pt x="277405" y="652718"/>
                    <a:pt x="263807" y="652718"/>
                  </a:cubicBezTo>
                  <a:cubicBezTo>
                    <a:pt x="252929" y="652718"/>
                    <a:pt x="244770" y="649999"/>
                    <a:pt x="233891" y="649999"/>
                  </a:cubicBezTo>
                  <a:cubicBezTo>
                    <a:pt x="206694" y="649999"/>
                    <a:pt x="217573" y="652718"/>
                    <a:pt x="187657" y="652718"/>
                  </a:cubicBezTo>
                  <a:cubicBezTo>
                    <a:pt x="184937" y="660877"/>
                    <a:pt x="179498" y="666317"/>
                    <a:pt x="171339" y="669036"/>
                  </a:cubicBezTo>
                  <a:cubicBezTo>
                    <a:pt x="165900" y="671756"/>
                    <a:pt x="160460" y="671756"/>
                    <a:pt x="155021" y="671756"/>
                  </a:cubicBezTo>
                  <a:cubicBezTo>
                    <a:pt x="149581" y="671756"/>
                    <a:pt x="144142" y="674476"/>
                    <a:pt x="138703" y="674476"/>
                  </a:cubicBezTo>
                  <a:cubicBezTo>
                    <a:pt x="135983" y="674476"/>
                    <a:pt x="127824" y="677195"/>
                    <a:pt x="125105" y="677195"/>
                  </a:cubicBezTo>
                  <a:cubicBezTo>
                    <a:pt x="116946" y="677195"/>
                    <a:pt x="108787" y="671756"/>
                    <a:pt x="106067" y="671756"/>
                  </a:cubicBezTo>
                  <a:cubicBezTo>
                    <a:pt x="100628" y="669036"/>
                    <a:pt x="95188" y="663597"/>
                    <a:pt x="87029" y="658158"/>
                  </a:cubicBezTo>
                  <a:cubicBezTo>
                    <a:pt x="84310" y="655438"/>
                    <a:pt x="81590" y="655438"/>
                    <a:pt x="81590" y="652718"/>
                  </a:cubicBezTo>
                  <a:cubicBezTo>
                    <a:pt x="73431" y="652718"/>
                    <a:pt x="81590" y="652718"/>
                    <a:pt x="67992" y="652718"/>
                  </a:cubicBezTo>
                  <a:cubicBezTo>
                    <a:pt x="59833" y="652718"/>
                    <a:pt x="51674" y="652718"/>
                    <a:pt x="43515" y="652718"/>
                  </a:cubicBezTo>
                  <a:cubicBezTo>
                    <a:pt x="35356" y="652718"/>
                    <a:pt x="24477" y="652718"/>
                    <a:pt x="16318" y="647279"/>
                  </a:cubicBezTo>
                  <a:cubicBezTo>
                    <a:pt x="8159" y="644559"/>
                    <a:pt x="0" y="636401"/>
                    <a:pt x="0" y="630961"/>
                  </a:cubicBezTo>
                  <a:cubicBezTo>
                    <a:pt x="0" y="625522"/>
                    <a:pt x="0" y="622802"/>
                    <a:pt x="5439" y="620083"/>
                  </a:cubicBezTo>
                  <a:cubicBezTo>
                    <a:pt x="10879" y="617363"/>
                    <a:pt x="21758" y="614643"/>
                    <a:pt x="27197" y="611924"/>
                  </a:cubicBezTo>
                  <a:cubicBezTo>
                    <a:pt x="38076" y="609204"/>
                    <a:pt x="54393" y="609204"/>
                    <a:pt x="65272" y="609204"/>
                  </a:cubicBezTo>
                  <a:cubicBezTo>
                    <a:pt x="65272" y="601045"/>
                    <a:pt x="65272" y="592886"/>
                    <a:pt x="65272" y="584727"/>
                  </a:cubicBezTo>
                  <a:cubicBezTo>
                    <a:pt x="65272" y="541213"/>
                    <a:pt x="62552" y="500418"/>
                    <a:pt x="62552" y="456903"/>
                  </a:cubicBezTo>
                  <a:cubicBezTo>
                    <a:pt x="62552" y="440585"/>
                    <a:pt x="65272" y="397071"/>
                    <a:pt x="65272" y="337238"/>
                  </a:cubicBezTo>
                  <a:cubicBezTo>
                    <a:pt x="65272" y="293724"/>
                    <a:pt x="67992" y="247490"/>
                    <a:pt x="67992" y="203975"/>
                  </a:cubicBezTo>
                  <a:cubicBezTo>
                    <a:pt x="67992" y="179498"/>
                    <a:pt x="67992" y="149582"/>
                    <a:pt x="70712" y="119665"/>
                  </a:cubicBezTo>
                  <a:cubicBezTo>
                    <a:pt x="70712" y="103347"/>
                    <a:pt x="73431" y="84309"/>
                    <a:pt x="73431" y="67992"/>
                  </a:cubicBezTo>
                  <a:cubicBezTo>
                    <a:pt x="73431" y="67992"/>
                    <a:pt x="70712" y="67992"/>
                    <a:pt x="67992" y="67992"/>
                  </a:cubicBezTo>
                  <a:cubicBezTo>
                    <a:pt x="59833" y="67992"/>
                    <a:pt x="51674" y="67992"/>
                    <a:pt x="43515" y="67992"/>
                  </a:cubicBezTo>
                  <a:cubicBezTo>
                    <a:pt x="35356" y="67992"/>
                    <a:pt x="24477" y="67992"/>
                    <a:pt x="16318" y="62552"/>
                  </a:cubicBezTo>
                  <a:cubicBezTo>
                    <a:pt x="8159" y="59833"/>
                    <a:pt x="0" y="51674"/>
                    <a:pt x="0" y="46234"/>
                  </a:cubicBezTo>
                  <a:cubicBezTo>
                    <a:pt x="0" y="43515"/>
                    <a:pt x="0" y="38075"/>
                    <a:pt x="5439" y="35356"/>
                  </a:cubicBezTo>
                  <a:cubicBezTo>
                    <a:pt x="10879" y="32636"/>
                    <a:pt x="21758" y="29916"/>
                    <a:pt x="27197" y="27197"/>
                  </a:cubicBezTo>
                  <a:cubicBezTo>
                    <a:pt x="46234" y="24477"/>
                    <a:pt x="65272" y="21758"/>
                    <a:pt x="76151" y="21758"/>
                  </a:cubicBezTo>
                  <a:cubicBezTo>
                    <a:pt x="76151" y="19038"/>
                    <a:pt x="78871" y="16318"/>
                    <a:pt x="81590" y="13598"/>
                  </a:cubicBezTo>
                  <a:cubicBezTo>
                    <a:pt x="84310" y="10879"/>
                    <a:pt x="92469" y="5439"/>
                    <a:pt x="97908" y="5439"/>
                  </a:cubicBezTo>
                  <a:cubicBezTo>
                    <a:pt x="103347" y="2720"/>
                    <a:pt x="108787" y="0"/>
                    <a:pt x="114226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A7E978CE-B7FC-4134-A0E0-BB1C5A9FD982}"/>
                </a:ext>
              </a:extLst>
            </p:cNvPr>
            <p:cNvSpPr/>
            <p:nvPr/>
          </p:nvSpPr>
          <p:spPr>
            <a:xfrm>
              <a:off x="7310622" y="4197597"/>
              <a:ext cx="489539" cy="761503"/>
            </a:xfrm>
            <a:custGeom>
              <a:avLst/>
              <a:gdLst>
                <a:gd name="connsiteX0" fmla="*/ 433491 w 489538"/>
                <a:gd name="connsiteY0" fmla="*/ 651063 h 761503"/>
                <a:gd name="connsiteX1" fmla="*/ 438930 w 489538"/>
                <a:gd name="connsiteY1" fmla="*/ 661942 h 761503"/>
                <a:gd name="connsiteX2" fmla="*/ 425332 w 489538"/>
                <a:gd name="connsiteY2" fmla="*/ 683699 h 761503"/>
                <a:gd name="connsiteX3" fmla="*/ 400855 w 489538"/>
                <a:gd name="connsiteY3" fmla="*/ 691858 h 761503"/>
                <a:gd name="connsiteX4" fmla="*/ 343742 w 489538"/>
                <a:gd name="connsiteY4" fmla="*/ 700017 h 761503"/>
                <a:gd name="connsiteX5" fmla="*/ 316546 w 489538"/>
                <a:gd name="connsiteY5" fmla="*/ 705456 h 761503"/>
                <a:gd name="connsiteX6" fmla="*/ 275751 w 489538"/>
                <a:gd name="connsiteY6" fmla="*/ 705456 h 761503"/>
                <a:gd name="connsiteX7" fmla="*/ 264872 w 489538"/>
                <a:gd name="connsiteY7" fmla="*/ 708176 h 761503"/>
                <a:gd name="connsiteX8" fmla="*/ 253994 w 489538"/>
                <a:gd name="connsiteY8" fmla="*/ 708176 h 761503"/>
                <a:gd name="connsiteX9" fmla="*/ 240395 w 489538"/>
                <a:gd name="connsiteY9" fmla="*/ 719054 h 761503"/>
                <a:gd name="connsiteX10" fmla="*/ 224077 w 489538"/>
                <a:gd name="connsiteY10" fmla="*/ 721774 h 761503"/>
                <a:gd name="connsiteX11" fmla="*/ 205040 w 489538"/>
                <a:gd name="connsiteY11" fmla="*/ 724494 h 761503"/>
                <a:gd name="connsiteX12" fmla="*/ 191441 w 489538"/>
                <a:gd name="connsiteY12" fmla="*/ 727213 h 761503"/>
                <a:gd name="connsiteX13" fmla="*/ 169684 w 489538"/>
                <a:gd name="connsiteY13" fmla="*/ 721774 h 761503"/>
                <a:gd name="connsiteX14" fmla="*/ 150646 w 489538"/>
                <a:gd name="connsiteY14" fmla="*/ 708176 h 761503"/>
                <a:gd name="connsiteX15" fmla="*/ 139768 w 489538"/>
                <a:gd name="connsiteY15" fmla="*/ 708176 h 761503"/>
                <a:gd name="connsiteX16" fmla="*/ 120730 w 489538"/>
                <a:gd name="connsiteY16" fmla="*/ 708176 h 761503"/>
                <a:gd name="connsiteX17" fmla="*/ 98973 w 489538"/>
                <a:gd name="connsiteY17" fmla="*/ 708176 h 761503"/>
                <a:gd name="connsiteX18" fmla="*/ 74496 w 489538"/>
                <a:gd name="connsiteY18" fmla="*/ 702736 h 761503"/>
                <a:gd name="connsiteX19" fmla="*/ 58178 w 489538"/>
                <a:gd name="connsiteY19" fmla="*/ 683699 h 761503"/>
                <a:gd name="connsiteX20" fmla="*/ 63617 w 489538"/>
                <a:gd name="connsiteY20" fmla="*/ 675540 h 761503"/>
                <a:gd name="connsiteX21" fmla="*/ 85375 w 489538"/>
                <a:gd name="connsiteY21" fmla="*/ 667381 h 761503"/>
                <a:gd name="connsiteX22" fmla="*/ 128889 w 489538"/>
                <a:gd name="connsiteY22" fmla="*/ 661942 h 761503"/>
                <a:gd name="connsiteX23" fmla="*/ 128889 w 489538"/>
                <a:gd name="connsiteY23" fmla="*/ 602109 h 761503"/>
                <a:gd name="connsiteX24" fmla="*/ 126170 w 489538"/>
                <a:gd name="connsiteY24" fmla="*/ 523239 h 761503"/>
                <a:gd name="connsiteX25" fmla="*/ 126170 w 489538"/>
                <a:gd name="connsiteY25" fmla="*/ 468846 h 761503"/>
                <a:gd name="connsiteX26" fmla="*/ 123450 w 489538"/>
                <a:gd name="connsiteY26" fmla="*/ 409014 h 761503"/>
                <a:gd name="connsiteX27" fmla="*/ 123450 w 489538"/>
                <a:gd name="connsiteY27" fmla="*/ 384537 h 761503"/>
                <a:gd name="connsiteX28" fmla="*/ 126170 w 489538"/>
                <a:gd name="connsiteY28" fmla="*/ 349181 h 761503"/>
                <a:gd name="connsiteX29" fmla="*/ 126170 w 489538"/>
                <a:gd name="connsiteY29" fmla="*/ 324704 h 761503"/>
                <a:gd name="connsiteX30" fmla="*/ 128889 w 489538"/>
                <a:gd name="connsiteY30" fmla="*/ 292068 h 761503"/>
                <a:gd name="connsiteX31" fmla="*/ 134329 w 489538"/>
                <a:gd name="connsiteY31" fmla="*/ 234956 h 761503"/>
                <a:gd name="connsiteX32" fmla="*/ 134329 w 489538"/>
                <a:gd name="connsiteY32" fmla="*/ 172404 h 761503"/>
                <a:gd name="connsiteX33" fmla="*/ 137048 w 489538"/>
                <a:gd name="connsiteY33" fmla="*/ 123450 h 761503"/>
                <a:gd name="connsiteX34" fmla="*/ 123450 w 489538"/>
                <a:gd name="connsiteY34" fmla="*/ 123450 h 761503"/>
                <a:gd name="connsiteX35" fmla="*/ 101693 w 489538"/>
                <a:gd name="connsiteY35" fmla="*/ 123450 h 761503"/>
                <a:gd name="connsiteX36" fmla="*/ 77216 w 489538"/>
                <a:gd name="connsiteY36" fmla="*/ 118011 h 761503"/>
                <a:gd name="connsiteX37" fmla="*/ 60898 w 489538"/>
                <a:gd name="connsiteY37" fmla="*/ 98973 h 761503"/>
                <a:gd name="connsiteX38" fmla="*/ 66337 w 489538"/>
                <a:gd name="connsiteY38" fmla="*/ 90814 h 761503"/>
                <a:gd name="connsiteX39" fmla="*/ 88094 w 489538"/>
                <a:gd name="connsiteY39" fmla="*/ 82655 h 761503"/>
                <a:gd name="connsiteX40" fmla="*/ 145207 w 489538"/>
                <a:gd name="connsiteY40" fmla="*/ 77216 h 761503"/>
                <a:gd name="connsiteX41" fmla="*/ 145207 w 489538"/>
                <a:gd name="connsiteY41" fmla="*/ 77216 h 761503"/>
                <a:gd name="connsiteX42" fmla="*/ 153366 w 489538"/>
                <a:gd name="connsiteY42" fmla="*/ 69057 h 761503"/>
                <a:gd name="connsiteX43" fmla="*/ 177843 w 489538"/>
                <a:gd name="connsiteY43" fmla="*/ 60898 h 761503"/>
                <a:gd name="connsiteX44" fmla="*/ 196881 w 489538"/>
                <a:gd name="connsiteY44" fmla="*/ 58178 h 761503"/>
                <a:gd name="connsiteX45" fmla="*/ 205040 w 489538"/>
                <a:gd name="connsiteY45" fmla="*/ 58178 h 761503"/>
                <a:gd name="connsiteX46" fmla="*/ 215919 w 489538"/>
                <a:gd name="connsiteY46" fmla="*/ 63617 h 761503"/>
                <a:gd name="connsiteX47" fmla="*/ 229517 w 489538"/>
                <a:gd name="connsiteY47" fmla="*/ 69057 h 761503"/>
                <a:gd name="connsiteX48" fmla="*/ 256713 w 489538"/>
                <a:gd name="connsiteY48" fmla="*/ 77216 h 761503"/>
                <a:gd name="connsiteX49" fmla="*/ 264872 w 489538"/>
                <a:gd name="connsiteY49" fmla="*/ 77216 h 761503"/>
                <a:gd name="connsiteX50" fmla="*/ 281190 w 489538"/>
                <a:gd name="connsiteY50" fmla="*/ 77216 h 761503"/>
                <a:gd name="connsiteX51" fmla="*/ 330144 w 489538"/>
                <a:gd name="connsiteY51" fmla="*/ 77216 h 761503"/>
                <a:gd name="connsiteX52" fmla="*/ 357341 w 489538"/>
                <a:gd name="connsiteY52" fmla="*/ 79935 h 761503"/>
                <a:gd name="connsiteX53" fmla="*/ 387257 w 489538"/>
                <a:gd name="connsiteY53" fmla="*/ 82655 h 761503"/>
                <a:gd name="connsiteX54" fmla="*/ 406295 w 489538"/>
                <a:gd name="connsiteY54" fmla="*/ 85375 h 761503"/>
                <a:gd name="connsiteX55" fmla="*/ 417173 w 489538"/>
                <a:gd name="connsiteY55" fmla="*/ 79935 h 761503"/>
                <a:gd name="connsiteX56" fmla="*/ 425332 w 489538"/>
                <a:gd name="connsiteY56" fmla="*/ 85375 h 761503"/>
                <a:gd name="connsiteX57" fmla="*/ 433491 w 489538"/>
                <a:gd name="connsiteY57" fmla="*/ 104412 h 761503"/>
                <a:gd name="connsiteX58" fmla="*/ 436211 w 489538"/>
                <a:gd name="connsiteY58" fmla="*/ 137048 h 761503"/>
                <a:gd name="connsiteX59" fmla="*/ 438930 w 489538"/>
                <a:gd name="connsiteY59" fmla="*/ 183282 h 761503"/>
                <a:gd name="connsiteX60" fmla="*/ 422612 w 489538"/>
                <a:gd name="connsiteY60" fmla="*/ 218638 h 761503"/>
                <a:gd name="connsiteX61" fmla="*/ 406295 w 489538"/>
                <a:gd name="connsiteY61" fmla="*/ 213198 h 761503"/>
                <a:gd name="connsiteX62" fmla="*/ 398136 w 489538"/>
                <a:gd name="connsiteY62" fmla="*/ 196881 h 761503"/>
                <a:gd name="connsiteX63" fmla="*/ 395416 w 489538"/>
                <a:gd name="connsiteY63" fmla="*/ 175123 h 761503"/>
                <a:gd name="connsiteX64" fmla="*/ 395416 w 489538"/>
                <a:gd name="connsiteY64" fmla="*/ 153366 h 761503"/>
                <a:gd name="connsiteX65" fmla="*/ 395416 w 489538"/>
                <a:gd name="connsiteY65" fmla="*/ 126170 h 761503"/>
                <a:gd name="connsiteX66" fmla="*/ 370939 w 489538"/>
                <a:gd name="connsiteY66" fmla="*/ 128889 h 761503"/>
                <a:gd name="connsiteX67" fmla="*/ 338303 w 489538"/>
                <a:gd name="connsiteY67" fmla="*/ 131609 h 761503"/>
                <a:gd name="connsiteX68" fmla="*/ 286629 w 489538"/>
                <a:gd name="connsiteY68" fmla="*/ 134328 h 761503"/>
                <a:gd name="connsiteX69" fmla="*/ 273031 w 489538"/>
                <a:gd name="connsiteY69" fmla="*/ 137048 h 761503"/>
                <a:gd name="connsiteX70" fmla="*/ 262153 w 489538"/>
                <a:gd name="connsiteY70" fmla="*/ 142487 h 761503"/>
                <a:gd name="connsiteX71" fmla="*/ 259433 w 489538"/>
                <a:gd name="connsiteY71" fmla="*/ 153366 h 761503"/>
                <a:gd name="connsiteX72" fmla="*/ 262153 w 489538"/>
                <a:gd name="connsiteY72" fmla="*/ 166964 h 761503"/>
                <a:gd name="connsiteX73" fmla="*/ 262153 w 489538"/>
                <a:gd name="connsiteY73" fmla="*/ 196881 h 761503"/>
                <a:gd name="connsiteX74" fmla="*/ 262153 w 489538"/>
                <a:gd name="connsiteY74" fmla="*/ 215918 h 761503"/>
                <a:gd name="connsiteX75" fmla="*/ 262153 w 489538"/>
                <a:gd name="connsiteY75" fmla="*/ 251274 h 761503"/>
                <a:gd name="connsiteX76" fmla="*/ 259433 w 489538"/>
                <a:gd name="connsiteY76" fmla="*/ 278470 h 761503"/>
                <a:gd name="connsiteX77" fmla="*/ 259433 w 489538"/>
                <a:gd name="connsiteY77" fmla="*/ 308386 h 761503"/>
                <a:gd name="connsiteX78" fmla="*/ 259433 w 489538"/>
                <a:gd name="connsiteY78" fmla="*/ 321985 h 761503"/>
                <a:gd name="connsiteX79" fmla="*/ 259433 w 489538"/>
                <a:gd name="connsiteY79" fmla="*/ 332863 h 761503"/>
                <a:gd name="connsiteX80" fmla="*/ 267592 w 489538"/>
                <a:gd name="connsiteY80" fmla="*/ 335583 h 761503"/>
                <a:gd name="connsiteX81" fmla="*/ 281190 w 489538"/>
                <a:gd name="connsiteY81" fmla="*/ 335583 h 761503"/>
                <a:gd name="connsiteX82" fmla="*/ 327424 w 489538"/>
                <a:gd name="connsiteY82" fmla="*/ 338303 h 761503"/>
                <a:gd name="connsiteX83" fmla="*/ 351901 w 489538"/>
                <a:gd name="connsiteY83" fmla="*/ 341022 h 761503"/>
                <a:gd name="connsiteX84" fmla="*/ 351901 w 489538"/>
                <a:gd name="connsiteY84" fmla="*/ 335583 h 761503"/>
                <a:gd name="connsiteX85" fmla="*/ 351901 w 489538"/>
                <a:gd name="connsiteY85" fmla="*/ 313826 h 761503"/>
                <a:gd name="connsiteX86" fmla="*/ 357341 w 489538"/>
                <a:gd name="connsiteY86" fmla="*/ 289349 h 761503"/>
                <a:gd name="connsiteX87" fmla="*/ 373658 w 489538"/>
                <a:gd name="connsiteY87" fmla="*/ 273031 h 761503"/>
                <a:gd name="connsiteX88" fmla="*/ 381817 w 489538"/>
                <a:gd name="connsiteY88" fmla="*/ 278470 h 761503"/>
                <a:gd name="connsiteX89" fmla="*/ 389977 w 489538"/>
                <a:gd name="connsiteY89" fmla="*/ 300228 h 761503"/>
                <a:gd name="connsiteX90" fmla="*/ 395416 w 489538"/>
                <a:gd name="connsiteY90" fmla="*/ 351901 h 761503"/>
                <a:gd name="connsiteX91" fmla="*/ 398136 w 489538"/>
                <a:gd name="connsiteY91" fmla="*/ 409014 h 761503"/>
                <a:gd name="connsiteX92" fmla="*/ 381817 w 489538"/>
                <a:gd name="connsiteY92" fmla="*/ 444369 h 761503"/>
                <a:gd name="connsiteX93" fmla="*/ 365500 w 489538"/>
                <a:gd name="connsiteY93" fmla="*/ 438930 h 761503"/>
                <a:gd name="connsiteX94" fmla="*/ 357341 w 489538"/>
                <a:gd name="connsiteY94" fmla="*/ 422612 h 761503"/>
                <a:gd name="connsiteX95" fmla="*/ 354621 w 489538"/>
                <a:gd name="connsiteY95" fmla="*/ 400855 h 761503"/>
                <a:gd name="connsiteX96" fmla="*/ 354621 w 489538"/>
                <a:gd name="connsiteY96" fmla="*/ 381817 h 761503"/>
                <a:gd name="connsiteX97" fmla="*/ 270312 w 489538"/>
                <a:gd name="connsiteY97" fmla="*/ 381817 h 761503"/>
                <a:gd name="connsiteX98" fmla="*/ 256713 w 489538"/>
                <a:gd name="connsiteY98" fmla="*/ 395415 h 761503"/>
                <a:gd name="connsiteX99" fmla="*/ 253994 w 489538"/>
                <a:gd name="connsiteY99" fmla="*/ 422612 h 761503"/>
                <a:gd name="connsiteX100" fmla="*/ 253994 w 489538"/>
                <a:gd name="connsiteY100" fmla="*/ 433490 h 761503"/>
                <a:gd name="connsiteX101" fmla="*/ 253994 w 489538"/>
                <a:gd name="connsiteY101" fmla="*/ 449809 h 761503"/>
                <a:gd name="connsiteX102" fmla="*/ 256713 w 489538"/>
                <a:gd name="connsiteY102" fmla="*/ 474285 h 761503"/>
                <a:gd name="connsiteX103" fmla="*/ 256713 w 489538"/>
                <a:gd name="connsiteY103" fmla="*/ 496043 h 761503"/>
                <a:gd name="connsiteX104" fmla="*/ 259433 w 489538"/>
                <a:gd name="connsiteY104" fmla="*/ 534118 h 761503"/>
                <a:gd name="connsiteX105" fmla="*/ 259433 w 489538"/>
                <a:gd name="connsiteY105" fmla="*/ 591231 h 761503"/>
                <a:gd name="connsiteX106" fmla="*/ 262153 w 489538"/>
                <a:gd name="connsiteY106" fmla="*/ 618427 h 761503"/>
                <a:gd name="connsiteX107" fmla="*/ 267592 w 489538"/>
                <a:gd name="connsiteY107" fmla="*/ 648343 h 761503"/>
                <a:gd name="connsiteX108" fmla="*/ 292069 w 489538"/>
                <a:gd name="connsiteY108" fmla="*/ 651063 h 761503"/>
                <a:gd name="connsiteX109" fmla="*/ 327424 w 489538"/>
                <a:gd name="connsiteY109" fmla="*/ 651063 h 761503"/>
                <a:gd name="connsiteX110" fmla="*/ 362780 w 489538"/>
                <a:gd name="connsiteY110" fmla="*/ 653783 h 761503"/>
                <a:gd name="connsiteX111" fmla="*/ 395416 w 489538"/>
                <a:gd name="connsiteY111" fmla="*/ 648343 h 761503"/>
                <a:gd name="connsiteX112" fmla="*/ 395416 w 489538"/>
                <a:gd name="connsiteY112" fmla="*/ 618427 h 761503"/>
                <a:gd name="connsiteX113" fmla="*/ 395416 w 489538"/>
                <a:gd name="connsiteY113" fmla="*/ 596670 h 761503"/>
                <a:gd name="connsiteX114" fmla="*/ 398136 w 489538"/>
                <a:gd name="connsiteY114" fmla="*/ 574913 h 761503"/>
                <a:gd name="connsiteX115" fmla="*/ 406295 w 489538"/>
                <a:gd name="connsiteY115" fmla="*/ 558595 h 761503"/>
                <a:gd name="connsiteX116" fmla="*/ 422612 w 489538"/>
                <a:gd name="connsiteY116" fmla="*/ 553155 h 761503"/>
                <a:gd name="connsiteX117" fmla="*/ 438930 w 489538"/>
                <a:gd name="connsiteY117" fmla="*/ 588511 h 761503"/>
                <a:gd name="connsiteX118" fmla="*/ 436211 w 489538"/>
                <a:gd name="connsiteY118" fmla="*/ 645624 h 761503"/>
                <a:gd name="connsiteX119" fmla="*/ 433491 w 489538"/>
                <a:gd name="connsiteY119" fmla="*/ 651063 h 761503"/>
                <a:gd name="connsiteX120" fmla="*/ 433491 w 489538"/>
                <a:gd name="connsiteY120" fmla="*/ 651063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</a:cxnLst>
              <a:rect l="l" t="t" r="r" b="b"/>
              <a:pathLst>
                <a:path w="489538" h="761503">
                  <a:moveTo>
                    <a:pt x="433491" y="651063"/>
                  </a:moveTo>
                  <a:cubicBezTo>
                    <a:pt x="436211" y="653783"/>
                    <a:pt x="438930" y="656502"/>
                    <a:pt x="438930" y="661942"/>
                  </a:cubicBezTo>
                  <a:cubicBezTo>
                    <a:pt x="438930" y="670101"/>
                    <a:pt x="433491" y="678259"/>
                    <a:pt x="425332" y="683699"/>
                  </a:cubicBezTo>
                  <a:cubicBezTo>
                    <a:pt x="417173" y="689138"/>
                    <a:pt x="409014" y="689138"/>
                    <a:pt x="400855" y="691858"/>
                  </a:cubicBezTo>
                  <a:cubicBezTo>
                    <a:pt x="381817" y="694578"/>
                    <a:pt x="362780" y="694578"/>
                    <a:pt x="343742" y="700017"/>
                  </a:cubicBezTo>
                  <a:cubicBezTo>
                    <a:pt x="335583" y="702736"/>
                    <a:pt x="324705" y="702736"/>
                    <a:pt x="316546" y="705456"/>
                  </a:cubicBezTo>
                  <a:cubicBezTo>
                    <a:pt x="308387" y="705456"/>
                    <a:pt x="289349" y="705456"/>
                    <a:pt x="275751" y="705456"/>
                  </a:cubicBezTo>
                  <a:cubicBezTo>
                    <a:pt x="270312" y="705456"/>
                    <a:pt x="267592" y="708176"/>
                    <a:pt x="264872" y="708176"/>
                  </a:cubicBezTo>
                  <a:cubicBezTo>
                    <a:pt x="264872" y="708176"/>
                    <a:pt x="259433" y="708176"/>
                    <a:pt x="253994" y="708176"/>
                  </a:cubicBezTo>
                  <a:cubicBezTo>
                    <a:pt x="251274" y="713615"/>
                    <a:pt x="245835" y="716335"/>
                    <a:pt x="240395" y="719054"/>
                  </a:cubicBezTo>
                  <a:cubicBezTo>
                    <a:pt x="234956" y="721774"/>
                    <a:pt x="229517" y="721774"/>
                    <a:pt x="224077" y="721774"/>
                  </a:cubicBezTo>
                  <a:cubicBezTo>
                    <a:pt x="218638" y="721774"/>
                    <a:pt x="213199" y="724494"/>
                    <a:pt x="205040" y="724494"/>
                  </a:cubicBezTo>
                  <a:cubicBezTo>
                    <a:pt x="202320" y="724494"/>
                    <a:pt x="194161" y="727213"/>
                    <a:pt x="191441" y="727213"/>
                  </a:cubicBezTo>
                  <a:cubicBezTo>
                    <a:pt x="183282" y="727213"/>
                    <a:pt x="172404" y="721774"/>
                    <a:pt x="169684" y="721774"/>
                  </a:cubicBezTo>
                  <a:cubicBezTo>
                    <a:pt x="164245" y="719054"/>
                    <a:pt x="156086" y="713615"/>
                    <a:pt x="150646" y="708176"/>
                  </a:cubicBezTo>
                  <a:cubicBezTo>
                    <a:pt x="145207" y="708176"/>
                    <a:pt x="139768" y="708176"/>
                    <a:pt x="139768" y="708176"/>
                  </a:cubicBezTo>
                  <a:cubicBezTo>
                    <a:pt x="126170" y="708176"/>
                    <a:pt x="137048" y="708176"/>
                    <a:pt x="120730" y="708176"/>
                  </a:cubicBezTo>
                  <a:cubicBezTo>
                    <a:pt x="112571" y="708176"/>
                    <a:pt x="104412" y="708176"/>
                    <a:pt x="98973" y="708176"/>
                  </a:cubicBezTo>
                  <a:cubicBezTo>
                    <a:pt x="90814" y="708176"/>
                    <a:pt x="79936" y="708176"/>
                    <a:pt x="74496" y="702736"/>
                  </a:cubicBezTo>
                  <a:cubicBezTo>
                    <a:pt x="66337" y="700017"/>
                    <a:pt x="58178" y="689138"/>
                    <a:pt x="58178" y="683699"/>
                  </a:cubicBezTo>
                  <a:cubicBezTo>
                    <a:pt x="58178" y="680979"/>
                    <a:pt x="58178" y="678259"/>
                    <a:pt x="63617" y="675540"/>
                  </a:cubicBezTo>
                  <a:cubicBezTo>
                    <a:pt x="69057" y="672820"/>
                    <a:pt x="77216" y="670101"/>
                    <a:pt x="85375" y="667381"/>
                  </a:cubicBezTo>
                  <a:cubicBezTo>
                    <a:pt x="98973" y="664661"/>
                    <a:pt x="115291" y="664661"/>
                    <a:pt x="128889" y="661942"/>
                  </a:cubicBezTo>
                  <a:cubicBezTo>
                    <a:pt x="128889" y="645624"/>
                    <a:pt x="128889" y="623866"/>
                    <a:pt x="128889" y="602109"/>
                  </a:cubicBezTo>
                  <a:cubicBezTo>
                    <a:pt x="128889" y="566754"/>
                    <a:pt x="128889" y="531398"/>
                    <a:pt x="126170" y="523239"/>
                  </a:cubicBezTo>
                  <a:cubicBezTo>
                    <a:pt x="126170" y="517800"/>
                    <a:pt x="126170" y="487884"/>
                    <a:pt x="126170" y="468846"/>
                  </a:cubicBezTo>
                  <a:cubicBezTo>
                    <a:pt x="126170" y="449809"/>
                    <a:pt x="123450" y="430771"/>
                    <a:pt x="123450" y="409014"/>
                  </a:cubicBezTo>
                  <a:cubicBezTo>
                    <a:pt x="123450" y="400855"/>
                    <a:pt x="123450" y="392696"/>
                    <a:pt x="123450" y="384537"/>
                  </a:cubicBezTo>
                  <a:cubicBezTo>
                    <a:pt x="123450" y="373658"/>
                    <a:pt x="126170" y="360060"/>
                    <a:pt x="126170" y="349181"/>
                  </a:cubicBezTo>
                  <a:cubicBezTo>
                    <a:pt x="126170" y="341022"/>
                    <a:pt x="126170" y="332863"/>
                    <a:pt x="126170" y="324704"/>
                  </a:cubicBezTo>
                  <a:cubicBezTo>
                    <a:pt x="126170" y="313826"/>
                    <a:pt x="126170" y="302947"/>
                    <a:pt x="128889" y="292068"/>
                  </a:cubicBezTo>
                  <a:cubicBezTo>
                    <a:pt x="131609" y="273031"/>
                    <a:pt x="134329" y="253993"/>
                    <a:pt x="134329" y="234956"/>
                  </a:cubicBezTo>
                  <a:cubicBezTo>
                    <a:pt x="134329" y="213198"/>
                    <a:pt x="134329" y="191441"/>
                    <a:pt x="134329" y="172404"/>
                  </a:cubicBezTo>
                  <a:cubicBezTo>
                    <a:pt x="134329" y="156086"/>
                    <a:pt x="134329" y="139768"/>
                    <a:pt x="137048" y="123450"/>
                  </a:cubicBezTo>
                  <a:cubicBezTo>
                    <a:pt x="131609" y="123450"/>
                    <a:pt x="134329" y="123450"/>
                    <a:pt x="123450" y="123450"/>
                  </a:cubicBezTo>
                  <a:cubicBezTo>
                    <a:pt x="115291" y="123450"/>
                    <a:pt x="107132" y="123450"/>
                    <a:pt x="101693" y="123450"/>
                  </a:cubicBezTo>
                  <a:cubicBezTo>
                    <a:pt x="93534" y="123450"/>
                    <a:pt x="82655" y="123450"/>
                    <a:pt x="77216" y="118011"/>
                  </a:cubicBezTo>
                  <a:cubicBezTo>
                    <a:pt x="69057" y="115291"/>
                    <a:pt x="60898" y="101693"/>
                    <a:pt x="60898" y="98973"/>
                  </a:cubicBezTo>
                  <a:cubicBezTo>
                    <a:pt x="60898" y="96253"/>
                    <a:pt x="60898" y="93534"/>
                    <a:pt x="66337" y="90814"/>
                  </a:cubicBezTo>
                  <a:cubicBezTo>
                    <a:pt x="71777" y="88094"/>
                    <a:pt x="79936" y="85375"/>
                    <a:pt x="88094" y="82655"/>
                  </a:cubicBezTo>
                  <a:cubicBezTo>
                    <a:pt x="104412" y="79935"/>
                    <a:pt x="131609" y="77216"/>
                    <a:pt x="145207" y="77216"/>
                  </a:cubicBezTo>
                  <a:cubicBezTo>
                    <a:pt x="145207" y="77216"/>
                    <a:pt x="145207" y="77216"/>
                    <a:pt x="145207" y="77216"/>
                  </a:cubicBezTo>
                  <a:cubicBezTo>
                    <a:pt x="145207" y="74496"/>
                    <a:pt x="150646" y="71776"/>
                    <a:pt x="153366" y="69057"/>
                  </a:cubicBezTo>
                  <a:cubicBezTo>
                    <a:pt x="161525" y="63617"/>
                    <a:pt x="169684" y="63617"/>
                    <a:pt x="177843" y="60898"/>
                  </a:cubicBezTo>
                  <a:cubicBezTo>
                    <a:pt x="183282" y="58178"/>
                    <a:pt x="191441" y="58178"/>
                    <a:pt x="196881" y="58178"/>
                  </a:cubicBezTo>
                  <a:cubicBezTo>
                    <a:pt x="199600" y="58178"/>
                    <a:pt x="202320" y="58178"/>
                    <a:pt x="205040" y="58178"/>
                  </a:cubicBezTo>
                  <a:cubicBezTo>
                    <a:pt x="207759" y="58178"/>
                    <a:pt x="213199" y="60898"/>
                    <a:pt x="215919" y="63617"/>
                  </a:cubicBezTo>
                  <a:cubicBezTo>
                    <a:pt x="221358" y="66337"/>
                    <a:pt x="224077" y="66337"/>
                    <a:pt x="229517" y="69057"/>
                  </a:cubicBezTo>
                  <a:cubicBezTo>
                    <a:pt x="237675" y="71776"/>
                    <a:pt x="245835" y="77216"/>
                    <a:pt x="256713" y="77216"/>
                  </a:cubicBezTo>
                  <a:cubicBezTo>
                    <a:pt x="259433" y="77216"/>
                    <a:pt x="262153" y="77216"/>
                    <a:pt x="264872" y="77216"/>
                  </a:cubicBezTo>
                  <a:cubicBezTo>
                    <a:pt x="270312" y="77216"/>
                    <a:pt x="275751" y="77216"/>
                    <a:pt x="281190" y="77216"/>
                  </a:cubicBezTo>
                  <a:cubicBezTo>
                    <a:pt x="292069" y="77216"/>
                    <a:pt x="321985" y="77216"/>
                    <a:pt x="330144" y="77216"/>
                  </a:cubicBezTo>
                  <a:cubicBezTo>
                    <a:pt x="338303" y="77216"/>
                    <a:pt x="349182" y="77216"/>
                    <a:pt x="357341" y="79935"/>
                  </a:cubicBezTo>
                  <a:cubicBezTo>
                    <a:pt x="368219" y="79935"/>
                    <a:pt x="379098" y="82655"/>
                    <a:pt x="387257" y="82655"/>
                  </a:cubicBezTo>
                  <a:cubicBezTo>
                    <a:pt x="392696" y="82655"/>
                    <a:pt x="400855" y="85375"/>
                    <a:pt x="406295" y="85375"/>
                  </a:cubicBezTo>
                  <a:cubicBezTo>
                    <a:pt x="409014" y="82655"/>
                    <a:pt x="414453" y="79935"/>
                    <a:pt x="417173" y="79935"/>
                  </a:cubicBezTo>
                  <a:cubicBezTo>
                    <a:pt x="419893" y="79935"/>
                    <a:pt x="422612" y="79935"/>
                    <a:pt x="425332" y="85375"/>
                  </a:cubicBezTo>
                  <a:cubicBezTo>
                    <a:pt x="428052" y="90814"/>
                    <a:pt x="433491" y="98973"/>
                    <a:pt x="433491" y="104412"/>
                  </a:cubicBezTo>
                  <a:cubicBezTo>
                    <a:pt x="436211" y="131609"/>
                    <a:pt x="436211" y="120730"/>
                    <a:pt x="436211" y="137048"/>
                  </a:cubicBezTo>
                  <a:cubicBezTo>
                    <a:pt x="438930" y="158805"/>
                    <a:pt x="438930" y="158805"/>
                    <a:pt x="438930" y="183282"/>
                  </a:cubicBezTo>
                  <a:cubicBezTo>
                    <a:pt x="438930" y="194161"/>
                    <a:pt x="438930" y="218638"/>
                    <a:pt x="422612" y="218638"/>
                  </a:cubicBezTo>
                  <a:cubicBezTo>
                    <a:pt x="414453" y="218638"/>
                    <a:pt x="411734" y="215918"/>
                    <a:pt x="406295" y="213198"/>
                  </a:cubicBezTo>
                  <a:cubicBezTo>
                    <a:pt x="400855" y="210479"/>
                    <a:pt x="398136" y="202320"/>
                    <a:pt x="398136" y="196881"/>
                  </a:cubicBezTo>
                  <a:cubicBezTo>
                    <a:pt x="395416" y="188722"/>
                    <a:pt x="395416" y="183282"/>
                    <a:pt x="395416" y="175123"/>
                  </a:cubicBezTo>
                  <a:cubicBezTo>
                    <a:pt x="395416" y="169684"/>
                    <a:pt x="395416" y="164245"/>
                    <a:pt x="395416" y="153366"/>
                  </a:cubicBezTo>
                  <a:cubicBezTo>
                    <a:pt x="395416" y="145207"/>
                    <a:pt x="395416" y="134328"/>
                    <a:pt x="395416" y="126170"/>
                  </a:cubicBezTo>
                  <a:cubicBezTo>
                    <a:pt x="387257" y="128889"/>
                    <a:pt x="379098" y="128889"/>
                    <a:pt x="370939" y="128889"/>
                  </a:cubicBezTo>
                  <a:cubicBezTo>
                    <a:pt x="360060" y="128889"/>
                    <a:pt x="349182" y="128889"/>
                    <a:pt x="338303" y="131609"/>
                  </a:cubicBezTo>
                  <a:cubicBezTo>
                    <a:pt x="327424" y="131609"/>
                    <a:pt x="319265" y="134328"/>
                    <a:pt x="286629" y="134328"/>
                  </a:cubicBezTo>
                  <a:cubicBezTo>
                    <a:pt x="281190" y="134328"/>
                    <a:pt x="278470" y="134328"/>
                    <a:pt x="273031" y="137048"/>
                  </a:cubicBezTo>
                  <a:cubicBezTo>
                    <a:pt x="270312" y="137048"/>
                    <a:pt x="264872" y="137048"/>
                    <a:pt x="262153" y="142487"/>
                  </a:cubicBezTo>
                  <a:cubicBezTo>
                    <a:pt x="259433" y="145207"/>
                    <a:pt x="259433" y="150647"/>
                    <a:pt x="259433" y="153366"/>
                  </a:cubicBezTo>
                  <a:cubicBezTo>
                    <a:pt x="259433" y="158805"/>
                    <a:pt x="259433" y="164245"/>
                    <a:pt x="262153" y="166964"/>
                  </a:cubicBezTo>
                  <a:cubicBezTo>
                    <a:pt x="262153" y="177843"/>
                    <a:pt x="262153" y="186002"/>
                    <a:pt x="262153" y="196881"/>
                  </a:cubicBezTo>
                  <a:cubicBezTo>
                    <a:pt x="262153" y="202320"/>
                    <a:pt x="262153" y="210479"/>
                    <a:pt x="262153" y="215918"/>
                  </a:cubicBezTo>
                  <a:cubicBezTo>
                    <a:pt x="262153" y="229516"/>
                    <a:pt x="262153" y="240395"/>
                    <a:pt x="262153" y="251274"/>
                  </a:cubicBezTo>
                  <a:cubicBezTo>
                    <a:pt x="262153" y="259433"/>
                    <a:pt x="259433" y="270311"/>
                    <a:pt x="259433" y="278470"/>
                  </a:cubicBezTo>
                  <a:cubicBezTo>
                    <a:pt x="259433" y="289349"/>
                    <a:pt x="259433" y="297508"/>
                    <a:pt x="259433" y="308386"/>
                  </a:cubicBezTo>
                  <a:cubicBezTo>
                    <a:pt x="259433" y="313826"/>
                    <a:pt x="259433" y="319265"/>
                    <a:pt x="259433" y="321985"/>
                  </a:cubicBezTo>
                  <a:cubicBezTo>
                    <a:pt x="259433" y="324704"/>
                    <a:pt x="259433" y="330144"/>
                    <a:pt x="259433" y="332863"/>
                  </a:cubicBezTo>
                  <a:cubicBezTo>
                    <a:pt x="262153" y="335583"/>
                    <a:pt x="264872" y="335583"/>
                    <a:pt x="267592" y="335583"/>
                  </a:cubicBezTo>
                  <a:cubicBezTo>
                    <a:pt x="273031" y="335583"/>
                    <a:pt x="275751" y="335583"/>
                    <a:pt x="281190" y="335583"/>
                  </a:cubicBezTo>
                  <a:cubicBezTo>
                    <a:pt x="311107" y="335583"/>
                    <a:pt x="319265" y="335583"/>
                    <a:pt x="327424" y="338303"/>
                  </a:cubicBezTo>
                  <a:cubicBezTo>
                    <a:pt x="335583" y="341022"/>
                    <a:pt x="343742" y="341022"/>
                    <a:pt x="351901" y="341022"/>
                  </a:cubicBezTo>
                  <a:cubicBezTo>
                    <a:pt x="351901" y="338303"/>
                    <a:pt x="351901" y="338303"/>
                    <a:pt x="351901" y="335583"/>
                  </a:cubicBezTo>
                  <a:cubicBezTo>
                    <a:pt x="351901" y="327424"/>
                    <a:pt x="351901" y="319265"/>
                    <a:pt x="351901" y="313826"/>
                  </a:cubicBezTo>
                  <a:cubicBezTo>
                    <a:pt x="351901" y="305667"/>
                    <a:pt x="351901" y="294788"/>
                    <a:pt x="357341" y="289349"/>
                  </a:cubicBezTo>
                  <a:cubicBezTo>
                    <a:pt x="360060" y="281190"/>
                    <a:pt x="368219" y="273031"/>
                    <a:pt x="373658" y="273031"/>
                  </a:cubicBezTo>
                  <a:cubicBezTo>
                    <a:pt x="376378" y="273031"/>
                    <a:pt x="379098" y="273031"/>
                    <a:pt x="381817" y="278470"/>
                  </a:cubicBezTo>
                  <a:cubicBezTo>
                    <a:pt x="384537" y="283909"/>
                    <a:pt x="387257" y="292068"/>
                    <a:pt x="389977" y="300228"/>
                  </a:cubicBezTo>
                  <a:cubicBezTo>
                    <a:pt x="392696" y="316545"/>
                    <a:pt x="392696" y="335583"/>
                    <a:pt x="395416" y="351901"/>
                  </a:cubicBezTo>
                  <a:cubicBezTo>
                    <a:pt x="398136" y="373658"/>
                    <a:pt x="398136" y="384537"/>
                    <a:pt x="398136" y="409014"/>
                  </a:cubicBezTo>
                  <a:cubicBezTo>
                    <a:pt x="398136" y="422612"/>
                    <a:pt x="398136" y="444369"/>
                    <a:pt x="381817" y="444369"/>
                  </a:cubicBezTo>
                  <a:cubicBezTo>
                    <a:pt x="373658" y="444369"/>
                    <a:pt x="370939" y="441650"/>
                    <a:pt x="365500" y="438930"/>
                  </a:cubicBezTo>
                  <a:cubicBezTo>
                    <a:pt x="360060" y="436210"/>
                    <a:pt x="357341" y="428051"/>
                    <a:pt x="357341" y="422612"/>
                  </a:cubicBezTo>
                  <a:cubicBezTo>
                    <a:pt x="354621" y="414453"/>
                    <a:pt x="354621" y="409014"/>
                    <a:pt x="354621" y="400855"/>
                  </a:cubicBezTo>
                  <a:cubicBezTo>
                    <a:pt x="354621" y="395415"/>
                    <a:pt x="354621" y="389976"/>
                    <a:pt x="354621" y="381817"/>
                  </a:cubicBezTo>
                  <a:cubicBezTo>
                    <a:pt x="335583" y="381817"/>
                    <a:pt x="308387" y="384537"/>
                    <a:pt x="270312" y="381817"/>
                  </a:cubicBezTo>
                  <a:cubicBezTo>
                    <a:pt x="262153" y="381817"/>
                    <a:pt x="256713" y="387256"/>
                    <a:pt x="256713" y="395415"/>
                  </a:cubicBezTo>
                  <a:cubicBezTo>
                    <a:pt x="256713" y="403574"/>
                    <a:pt x="256713" y="414453"/>
                    <a:pt x="253994" y="422612"/>
                  </a:cubicBezTo>
                  <a:cubicBezTo>
                    <a:pt x="253994" y="425332"/>
                    <a:pt x="253994" y="430771"/>
                    <a:pt x="253994" y="433490"/>
                  </a:cubicBezTo>
                  <a:cubicBezTo>
                    <a:pt x="253994" y="438930"/>
                    <a:pt x="253994" y="444369"/>
                    <a:pt x="253994" y="449809"/>
                  </a:cubicBezTo>
                  <a:cubicBezTo>
                    <a:pt x="253994" y="457967"/>
                    <a:pt x="256713" y="466126"/>
                    <a:pt x="256713" y="474285"/>
                  </a:cubicBezTo>
                  <a:cubicBezTo>
                    <a:pt x="256713" y="482444"/>
                    <a:pt x="256713" y="490603"/>
                    <a:pt x="256713" y="496043"/>
                  </a:cubicBezTo>
                  <a:cubicBezTo>
                    <a:pt x="256713" y="509641"/>
                    <a:pt x="259433" y="520520"/>
                    <a:pt x="259433" y="534118"/>
                  </a:cubicBezTo>
                  <a:cubicBezTo>
                    <a:pt x="259433" y="553155"/>
                    <a:pt x="259433" y="572193"/>
                    <a:pt x="259433" y="591231"/>
                  </a:cubicBezTo>
                  <a:cubicBezTo>
                    <a:pt x="259433" y="602109"/>
                    <a:pt x="262153" y="610268"/>
                    <a:pt x="262153" y="618427"/>
                  </a:cubicBezTo>
                  <a:cubicBezTo>
                    <a:pt x="264872" y="626586"/>
                    <a:pt x="262153" y="642904"/>
                    <a:pt x="267592" y="648343"/>
                  </a:cubicBezTo>
                  <a:cubicBezTo>
                    <a:pt x="270312" y="651063"/>
                    <a:pt x="275751" y="651063"/>
                    <a:pt x="292069" y="651063"/>
                  </a:cubicBezTo>
                  <a:cubicBezTo>
                    <a:pt x="305667" y="651063"/>
                    <a:pt x="319265" y="651063"/>
                    <a:pt x="327424" y="651063"/>
                  </a:cubicBezTo>
                  <a:cubicBezTo>
                    <a:pt x="338303" y="651063"/>
                    <a:pt x="351901" y="653783"/>
                    <a:pt x="362780" y="653783"/>
                  </a:cubicBezTo>
                  <a:cubicBezTo>
                    <a:pt x="376378" y="653783"/>
                    <a:pt x="384537" y="651063"/>
                    <a:pt x="395416" y="648343"/>
                  </a:cubicBezTo>
                  <a:cubicBezTo>
                    <a:pt x="395416" y="637465"/>
                    <a:pt x="395416" y="629306"/>
                    <a:pt x="395416" y="618427"/>
                  </a:cubicBezTo>
                  <a:cubicBezTo>
                    <a:pt x="395416" y="610268"/>
                    <a:pt x="395416" y="602109"/>
                    <a:pt x="395416" y="596670"/>
                  </a:cubicBezTo>
                  <a:cubicBezTo>
                    <a:pt x="395416" y="591231"/>
                    <a:pt x="395416" y="585791"/>
                    <a:pt x="398136" y="574913"/>
                  </a:cubicBezTo>
                  <a:cubicBezTo>
                    <a:pt x="400855" y="569473"/>
                    <a:pt x="400855" y="564034"/>
                    <a:pt x="406295" y="558595"/>
                  </a:cubicBezTo>
                  <a:cubicBezTo>
                    <a:pt x="411734" y="553155"/>
                    <a:pt x="414453" y="553155"/>
                    <a:pt x="422612" y="553155"/>
                  </a:cubicBezTo>
                  <a:cubicBezTo>
                    <a:pt x="436211" y="553155"/>
                    <a:pt x="438930" y="577632"/>
                    <a:pt x="438930" y="588511"/>
                  </a:cubicBezTo>
                  <a:cubicBezTo>
                    <a:pt x="438930" y="612988"/>
                    <a:pt x="438930" y="623866"/>
                    <a:pt x="436211" y="645624"/>
                  </a:cubicBezTo>
                  <a:cubicBezTo>
                    <a:pt x="433491" y="648343"/>
                    <a:pt x="433491" y="648343"/>
                    <a:pt x="433491" y="651063"/>
                  </a:cubicBezTo>
                  <a:lnTo>
                    <a:pt x="433491" y="651063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8D2DE57F-1699-43AB-8646-668F794713B2}"/>
                </a:ext>
              </a:extLst>
            </p:cNvPr>
            <p:cNvSpPr/>
            <p:nvPr/>
          </p:nvSpPr>
          <p:spPr>
            <a:xfrm>
              <a:off x="7912732" y="4250336"/>
              <a:ext cx="465062" cy="658157"/>
            </a:xfrm>
            <a:custGeom>
              <a:avLst/>
              <a:gdLst>
                <a:gd name="connsiteX0" fmla="*/ 193096 w 465062"/>
                <a:gd name="connsiteY0" fmla="*/ 59832 h 658157"/>
                <a:gd name="connsiteX1" fmla="*/ 193096 w 465062"/>
                <a:gd name="connsiteY1" fmla="*/ 114226 h 658157"/>
                <a:gd name="connsiteX2" fmla="*/ 198536 w 465062"/>
                <a:gd name="connsiteY2" fmla="*/ 209414 h 658157"/>
                <a:gd name="connsiteX3" fmla="*/ 201255 w 465062"/>
                <a:gd name="connsiteY3" fmla="*/ 282845 h 658157"/>
                <a:gd name="connsiteX4" fmla="*/ 203975 w 465062"/>
                <a:gd name="connsiteY4" fmla="*/ 315481 h 658157"/>
                <a:gd name="connsiteX5" fmla="*/ 203975 w 465062"/>
                <a:gd name="connsiteY5" fmla="*/ 320920 h 658157"/>
                <a:gd name="connsiteX6" fmla="*/ 212134 w 465062"/>
                <a:gd name="connsiteY6" fmla="*/ 329079 h 658157"/>
                <a:gd name="connsiteX7" fmla="*/ 223013 w 465062"/>
                <a:gd name="connsiteY7" fmla="*/ 329079 h 658157"/>
                <a:gd name="connsiteX8" fmla="*/ 239331 w 465062"/>
                <a:gd name="connsiteY8" fmla="*/ 329079 h 658157"/>
                <a:gd name="connsiteX9" fmla="*/ 280126 w 465062"/>
                <a:gd name="connsiteY9" fmla="*/ 312761 h 658157"/>
                <a:gd name="connsiteX10" fmla="*/ 296443 w 465062"/>
                <a:gd name="connsiteY10" fmla="*/ 288284 h 658157"/>
                <a:gd name="connsiteX11" fmla="*/ 304602 w 465062"/>
                <a:gd name="connsiteY11" fmla="*/ 258368 h 658157"/>
                <a:gd name="connsiteX12" fmla="*/ 312761 w 465062"/>
                <a:gd name="connsiteY12" fmla="*/ 225732 h 658157"/>
                <a:gd name="connsiteX13" fmla="*/ 315481 w 465062"/>
                <a:gd name="connsiteY13" fmla="*/ 195816 h 658157"/>
                <a:gd name="connsiteX14" fmla="*/ 318201 w 465062"/>
                <a:gd name="connsiteY14" fmla="*/ 168619 h 658157"/>
                <a:gd name="connsiteX15" fmla="*/ 312761 w 465062"/>
                <a:gd name="connsiteY15" fmla="*/ 135983 h 658157"/>
                <a:gd name="connsiteX16" fmla="*/ 312761 w 465062"/>
                <a:gd name="connsiteY16" fmla="*/ 122385 h 658157"/>
                <a:gd name="connsiteX17" fmla="*/ 293724 w 465062"/>
                <a:gd name="connsiteY17" fmla="*/ 84309 h 658157"/>
                <a:gd name="connsiteX18" fmla="*/ 280126 w 465062"/>
                <a:gd name="connsiteY18" fmla="*/ 73430 h 658157"/>
                <a:gd name="connsiteX19" fmla="*/ 258368 w 465062"/>
                <a:gd name="connsiteY19" fmla="*/ 62552 h 658157"/>
                <a:gd name="connsiteX20" fmla="*/ 217573 w 465062"/>
                <a:gd name="connsiteY20" fmla="*/ 59832 h 658157"/>
                <a:gd name="connsiteX21" fmla="*/ 111506 w 465062"/>
                <a:gd name="connsiteY21" fmla="*/ 0 h 658157"/>
                <a:gd name="connsiteX22" fmla="*/ 127824 w 465062"/>
                <a:gd name="connsiteY22" fmla="*/ 0 h 658157"/>
                <a:gd name="connsiteX23" fmla="*/ 157741 w 465062"/>
                <a:gd name="connsiteY23" fmla="*/ 5440 h 658157"/>
                <a:gd name="connsiteX24" fmla="*/ 179497 w 465062"/>
                <a:gd name="connsiteY24" fmla="*/ 16318 h 658157"/>
                <a:gd name="connsiteX25" fmla="*/ 209414 w 465062"/>
                <a:gd name="connsiteY25" fmla="*/ 16318 h 658157"/>
                <a:gd name="connsiteX26" fmla="*/ 247489 w 465062"/>
                <a:gd name="connsiteY26" fmla="*/ 16318 h 658157"/>
                <a:gd name="connsiteX27" fmla="*/ 266527 w 465062"/>
                <a:gd name="connsiteY27" fmla="*/ 16318 h 658157"/>
                <a:gd name="connsiteX28" fmla="*/ 312761 w 465062"/>
                <a:gd name="connsiteY28" fmla="*/ 27197 h 658157"/>
                <a:gd name="connsiteX29" fmla="*/ 337238 w 465062"/>
                <a:gd name="connsiteY29" fmla="*/ 38075 h 658157"/>
                <a:gd name="connsiteX30" fmla="*/ 364434 w 465062"/>
                <a:gd name="connsiteY30" fmla="*/ 54393 h 658157"/>
                <a:gd name="connsiteX31" fmla="*/ 386192 w 465062"/>
                <a:gd name="connsiteY31" fmla="*/ 73431 h 658157"/>
                <a:gd name="connsiteX32" fmla="*/ 407949 w 465062"/>
                <a:gd name="connsiteY32" fmla="*/ 103347 h 658157"/>
                <a:gd name="connsiteX33" fmla="*/ 416108 w 465062"/>
                <a:gd name="connsiteY33" fmla="*/ 141422 h 658157"/>
                <a:gd name="connsiteX34" fmla="*/ 418828 w 465062"/>
                <a:gd name="connsiteY34" fmla="*/ 163179 h 658157"/>
                <a:gd name="connsiteX35" fmla="*/ 418828 w 465062"/>
                <a:gd name="connsiteY35" fmla="*/ 171339 h 658157"/>
                <a:gd name="connsiteX36" fmla="*/ 421547 w 465062"/>
                <a:gd name="connsiteY36" fmla="*/ 187656 h 658157"/>
                <a:gd name="connsiteX37" fmla="*/ 418828 w 465062"/>
                <a:gd name="connsiteY37" fmla="*/ 206694 h 658157"/>
                <a:gd name="connsiteX38" fmla="*/ 416108 w 465062"/>
                <a:gd name="connsiteY38" fmla="*/ 233891 h 658157"/>
                <a:gd name="connsiteX39" fmla="*/ 405229 w 465062"/>
                <a:gd name="connsiteY39" fmla="*/ 263807 h 658157"/>
                <a:gd name="connsiteX40" fmla="*/ 394351 w 465062"/>
                <a:gd name="connsiteY40" fmla="*/ 274686 h 658157"/>
                <a:gd name="connsiteX41" fmla="*/ 388912 w 465062"/>
                <a:gd name="connsiteY41" fmla="*/ 285564 h 658157"/>
                <a:gd name="connsiteX42" fmla="*/ 369874 w 465062"/>
                <a:gd name="connsiteY42" fmla="*/ 304602 h 658157"/>
                <a:gd name="connsiteX43" fmla="*/ 358995 w 465062"/>
                <a:gd name="connsiteY43" fmla="*/ 310041 h 658157"/>
                <a:gd name="connsiteX44" fmla="*/ 348117 w 465062"/>
                <a:gd name="connsiteY44" fmla="*/ 320920 h 658157"/>
                <a:gd name="connsiteX45" fmla="*/ 326359 w 465062"/>
                <a:gd name="connsiteY45" fmla="*/ 339957 h 658157"/>
                <a:gd name="connsiteX46" fmla="*/ 312761 w 465062"/>
                <a:gd name="connsiteY46" fmla="*/ 353555 h 658157"/>
                <a:gd name="connsiteX47" fmla="*/ 337238 w 465062"/>
                <a:gd name="connsiteY47" fmla="*/ 380752 h 658157"/>
                <a:gd name="connsiteX48" fmla="*/ 358995 w 465062"/>
                <a:gd name="connsiteY48" fmla="*/ 421547 h 658157"/>
                <a:gd name="connsiteX49" fmla="*/ 372593 w 465062"/>
                <a:gd name="connsiteY49" fmla="*/ 459622 h 658157"/>
                <a:gd name="connsiteX50" fmla="*/ 386192 w 465062"/>
                <a:gd name="connsiteY50" fmla="*/ 514015 h 658157"/>
                <a:gd name="connsiteX51" fmla="*/ 407949 w 465062"/>
                <a:gd name="connsiteY51" fmla="*/ 568408 h 658157"/>
                <a:gd name="connsiteX52" fmla="*/ 421547 w 465062"/>
                <a:gd name="connsiteY52" fmla="*/ 598324 h 658157"/>
                <a:gd name="connsiteX53" fmla="*/ 451463 w 465062"/>
                <a:gd name="connsiteY53" fmla="*/ 628241 h 658157"/>
                <a:gd name="connsiteX54" fmla="*/ 465062 w 465062"/>
                <a:gd name="connsiteY54" fmla="*/ 644559 h 658157"/>
                <a:gd name="connsiteX55" fmla="*/ 462342 w 465062"/>
                <a:gd name="connsiteY55" fmla="*/ 649998 h 658157"/>
                <a:gd name="connsiteX56" fmla="*/ 437865 w 465062"/>
                <a:gd name="connsiteY56" fmla="*/ 658157 h 658157"/>
                <a:gd name="connsiteX57" fmla="*/ 361715 w 465062"/>
                <a:gd name="connsiteY57" fmla="*/ 622801 h 658157"/>
                <a:gd name="connsiteX58" fmla="*/ 320920 w 465062"/>
                <a:gd name="connsiteY58" fmla="*/ 565689 h 658157"/>
                <a:gd name="connsiteX59" fmla="*/ 304602 w 465062"/>
                <a:gd name="connsiteY59" fmla="*/ 530333 h 658157"/>
                <a:gd name="connsiteX60" fmla="*/ 293723 w 465062"/>
                <a:gd name="connsiteY60" fmla="*/ 497697 h 658157"/>
                <a:gd name="connsiteX61" fmla="*/ 282845 w 465062"/>
                <a:gd name="connsiteY61" fmla="*/ 462342 h 658157"/>
                <a:gd name="connsiteX62" fmla="*/ 269246 w 465062"/>
                <a:gd name="connsiteY62" fmla="*/ 424267 h 658157"/>
                <a:gd name="connsiteX63" fmla="*/ 255648 w 465062"/>
                <a:gd name="connsiteY63" fmla="*/ 391631 h 658157"/>
                <a:gd name="connsiteX64" fmla="*/ 236610 w 465062"/>
                <a:gd name="connsiteY64" fmla="*/ 367154 h 658157"/>
                <a:gd name="connsiteX65" fmla="*/ 217573 w 465062"/>
                <a:gd name="connsiteY65" fmla="*/ 361714 h 658157"/>
                <a:gd name="connsiteX66" fmla="*/ 201255 w 465062"/>
                <a:gd name="connsiteY66" fmla="*/ 361714 h 658157"/>
                <a:gd name="connsiteX67" fmla="*/ 198535 w 465062"/>
                <a:gd name="connsiteY67" fmla="*/ 367154 h 658157"/>
                <a:gd name="connsiteX68" fmla="*/ 201255 w 465062"/>
                <a:gd name="connsiteY68" fmla="*/ 388911 h 658157"/>
                <a:gd name="connsiteX69" fmla="*/ 198535 w 465062"/>
                <a:gd name="connsiteY69" fmla="*/ 426986 h 658157"/>
                <a:gd name="connsiteX70" fmla="*/ 203975 w 465062"/>
                <a:gd name="connsiteY70" fmla="*/ 478660 h 658157"/>
                <a:gd name="connsiteX71" fmla="*/ 198535 w 465062"/>
                <a:gd name="connsiteY71" fmla="*/ 552090 h 658157"/>
                <a:gd name="connsiteX72" fmla="*/ 195816 w 465062"/>
                <a:gd name="connsiteY72" fmla="*/ 576567 h 658157"/>
                <a:gd name="connsiteX73" fmla="*/ 198535 w 465062"/>
                <a:gd name="connsiteY73" fmla="*/ 592885 h 658157"/>
                <a:gd name="connsiteX74" fmla="*/ 233891 w 465062"/>
                <a:gd name="connsiteY74" fmla="*/ 592885 h 658157"/>
                <a:gd name="connsiteX75" fmla="*/ 271966 w 465062"/>
                <a:gd name="connsiteY75" fmla="*/ 611923 h 658157"/>
                <a:gd name="connsiteX76" fmla="*/ 266527 w 465062"/>
                <a:gd name="connsiteY76" fmla="*/ 628241 h 658157"/>
                <a:gd name="connsiteX77" fmla="*/ 250209 w 465062"/>
                <a:gd name="connsiteY77" fmla="*/ 636400 h 658157"/>
                <a:gd name="connsiteX78" fmla="*/ 228451 w 465062"/>
                <a:gd name="connsiteY78" fmla="*/ 639119 h 658157"/>
                <a:gd name="connsiteX79" fmla="*/ 187657 w 465062"/>
                <a:gd name="connsiteY79" fmla="*/ 639119 h 658157"/>
                <a:gd name="connsiteX80" fmla="*/ 152301 w 465062"/>
                <a:gd name="connsiteY80" fmla="*/ 652717 h 658157"/>
                <a:gd name="connsiteX81" fmla="*/ 133263 w 465062"/>
                <a:gd name="connsiteY81" fmla="*/ 655437 h 658157"/>
                <a:gd name="connsiteX82" fmla="*/ 122385 w 465062"/>
                <a:gd name="connsiteY82" fmla="*/ 652717 h 658157"/>
                <a:gd name="connsiteX83" fmla="*/ 97908 w 465062"/>
                <a:gd name="connsiteY83" fmla="*/ 639119 h 658157"/>
                <a:gd name="connsiteX84" fmla="*/ 70711 w 465062"/>
                <a:gd name="connsiteY84" fmla="*/ 639119 h 658157"/>
                <a:gd name="connsiteX85" fmla="*/ 46234 w 465062"/>
                <a:gd name="connsiteY85" fmla="*/ 639119 h 658157"/>
                <a:gd name="connsiteX86" fmla="*/ 19038 w 465062"/>
                <a:gd name="connsiteY86" fmla="*/ 630960 h 658157"/>
                <a:gd name="connsiteX87" fmla="*/ 2720 w 465062"/>
                <a:gd name="connsiteY87" fmla="*/ 614642 h 658157"/>
                <a:gd name="connsiteX88" fmla="*/ 8159 w 465062"/>
                <a:gd name="connsiteY88" fmla="*/ 606483 h 658157"/>
                <a:gd name="connsiteX89" fmla="*/ 29916 w 465062"/>
                <a:gd name="connsiteY89" fmla="*/ 598324 h 658157"/>
                <a:gd name="connsiteX90" fmla="*/ 76151 w 465062"/>
                <a:gd name="connsiteY90" fmla="*/ 592885 h 658157"/>
                <a:gd name="connsiteX91" fmla="*/ 73431 w 465062"/>
                <a:gd name="connsiteY91" fmla="*/ 573848 h 658157"/>
                <a:gd name="connsiteX92" fmla="*/ 70711 w 465062"/>
                <a:gd name="connsiteY92" fmla="*/ 500417 h 658157"/>
                <a:gd name="connsiteX93" fmla="*/ 73431 w 465062"/>
                <a:gd name="connsiteY93" fmla="*/ 437865 h 658157"/>
                <a:gd name="connsiteX94" fmla="*/ 70711 w 465062"/>
                <a:gd name="connsiteY94" fmla="*/ 369873 h 658157"/>
                <a:gd name="connsiteX95" fmla="*/ 70711 w 465062"/>
                <a:gd name="connsiteY95" fmla="*/ 293723 h 658157"/>
                <a:gd name="connsiteX96" fmla="*/ 73431 w 465062"/>
                <a:gd name="connsiteY96" fmla="*/ 212133 h 658157"/>
                <a:gd name="connsiteX97" fmla="*/ 76151 w 465062"/>
                <a:gd name="connsiteY97" fmla="*/ 155021 h 658157"/>
                <a:gd name="connsiteX98" fmla="*/ 76151 w 465062"/>
                <a:gd name="connsiteY98" fmla="*/ 119665 h 658157"/>
                <a:gd name="connsiteX99" fmla="*/ 78870 w 465062"/>
                <a:gd name="connsiteY99" fmla="*/ 84310 h 658157"/>
                <a:gd name="connsiteX100" fmla="*/ 76151 w 465062"/>
                <a:gd name="connsiteY100" fmla="*/ 62552 h 658157"/>
                <a:gd name="connsiteX101" fmla="*/ 67992 w 465062"/>
                <a:gd name="connsiteY101" fmla="*/ 62552 h 658157"/>
                <a:gd name="connsiteX102" fmla="*/ 43515 w 465062"/>
                <a:gd name="connsiteY102" fmla="*/ 62552 h 658157"/>
                <a:gd name="connsiteX103" fmla="*/ 16318 w 465062"/>
                <a:gd name="connsiteY103" fmla="*/ 57113 h 658157"/>
                <a:gd name="connsiteX104" fmla="*/ 0 w 465062"/>
                <a:gd name="connsiteY104" fmla="*/ 40795 h 658157"/>
                <a:gd name="connsiteX105" fmla="*/ 5439 w 465062"/>
                <a:gd name="connsiteY105" fmla="*/ 32636 h 658157"/>
                <a:gd name="connsiteX106" fmla="*/ 27197 w 465062"/>
                <a:gd name="connsiteY106" fmla="*/ 24477 h 658157"/>
                <a:gd name="connsiteX107" fmla="*/ 76151 w 465062"/>
                <a:gd name="connsiteY107" fmla="*/ 19038 h 658157"/>
                <a:gd name="connsiteX108" fmla="*/ 78870 w 465062"/>
                <a:gd name="connsiteY108" fmla="*/ 13598 h 658157"/>
                <a:gd name="connsiteX109" fmla="*/ 95188 w 465062"/>
                <a:gd name="connsiteY109" fmla="*/ 5440 h 658157"/>
                <a:gd name="connsiteX110" fmla="*/ 111506 w 465062"/>
                <a:gd name="connsiteY110" fmla="*/ 0 h 658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</a:cxnLst>
              <a:rect l="l" t="t" r="r" b="b"/>
              <a:pathLst>
                <a:path w="465062" h="658157">
                  <a:moveTo>
                    <a:pt x="193096" y="59832"/>
                  </a:moveTo>
                  <a:cubicBezTo>
                    <a:pt x="193096" y="73430"/>
                    <a:pt x="193096" y="89748"/>
                    <a:pt x="193096" y="114226"/>
                  </a:cubicBezTo>
                  <a:cubicBezTo>
                    <a:pt x="193096" y="144142"/>
                    <a:pt x="195816" y="176778"/>
                    <a:pt x="198536" y="209414"/>
                  </a:cubicBezTo>
                  <a:cubicBezTo>
                    <a:pt x="198536" y="247489"/>
                    <a:pt x="201255" y="277406"/>
                    <a:pt x="201255" y="282845"/>
                  </a:cubicBezTo>
                  <a:cubicBezTo>
                    <a:pt x="201255" y="293723"/>
                    <a:pt x="203975" y="304602"/>
                    <a:pt x="203975" y="315481"/>
                  </a:cubicBezTo>
                  <a:cubicBezTo>
                    <a:pt x="203975" y="318200"/>
                    <a:pt x="203975" y="318200"/>
                    <a:pt x="203975" y="320920"/>
                  </a:cubicBezTo>
                  <a:cubicBezTo>
                    <a:pt x="203975" y="326359"/>
                    <a:pt x="206695" y="329079"/>
                    <a:pt x="212134" y="329079"/>
                  </a:cubicBezTo>
                  <a:cubicBezTo>
                    <a:pt x="214854" y="329079"/>
                    <a:pt x="220293" y="329079"/>
                    <a:pt x="223013" y="329079"/>
                  </a:cubicBezTo>
                  <a:cubicBezTo>
                    <a:pt x="228452" y="329079"/>
                    <a:pt x="233891" y="329079"/>
                    <a:pt x="239331" y="329079"/>
                  </a:cubicBezTo>
                  <a:cubicBezTo>
                    <a:pt x="252929" y="329079"/>
                    <a:pt x="271967" y="323640"/>
                    <a:pt x="280126" y="312761"/>
                  </a:cubicBezTo>
                  <a:cubicBezTo>
                    <a:pt x="288284" y="304602"/>
                    <a:pt x="291004" y="299163"/>
                    <a:pt x="296443" y="288284"/>
                  </a:cubicBezTo>
                  <a:cubicBezTo>
                    <a:pt x="299163" y="277406"/>
                    <a:pt x="301883" y="269247"/>
                    <a:pt x="304602" y="258368"/>
                  </a:cubicBezTo>
                  <a:cubicBezTo>
                    <a:pt x="307322" y="244770"/>
                    <a:pt x="310042" y="239330"/>
                    <a:pt x="312761" y="225732"/>
                  </a:cubicBezTo>
                  <a:cubicBezTo>
                    <a:pt x="315481" y="212134"/>
                    <a:pt x="315481" y="209414"/>
                    <a:pt x="315481" y="195816"/>
                  </a:cubicBezTo>
                  <a:cubicBezTo>
                    <a:pt x="315481" y="179498"/>
                    <a:pt x="315481" y="184937"/>
                    <a:pt x="318201" y="168619"/>
                  </a:cubicBezTo>
                  <a:cubicBezTo>
                    <a:pt x="312761" y="152302"/>
                    <a:pt x="312761" y="149582"/>
                    <a:pt x="312761" y="135983"/>
                  </a:cubicBezTo>
                  <a:cubicBezTo>
                    <a:pt x="312761" y="133264"/>
                    <a:pt x="312761" y="127825"/>
                    <a:pt x="312761" y="122385"/>
                  </a:cubicBezTo>
                  <a:cubicBezTo>
                    <a:pt x="312761" y="111507"/>
                    <a:pt x="301883" y="95188"/>
                    <a:pt x="293724" y="84309"/>
                  </a:cubicBezTo>
                  <a:cubicBezTo>
                    <a:pt x="288284" y="78870"/>
                    <a:pt x="285565" y="76150"/>
                    <a:pt x="280126" y="73430"/>
                  </a:cubicBezTo>
                  <a:cubicBezTo>
                    <a:pt x="271967" y="67991"/>
                    <a:pt x="266527" y="65271"/>
                    <a:pt x="258368" y="62552"/>
                  </a:cubicBezTo>
                  <a:cubicBezTo>
                    <a:pt x="244770" y="59832"/>
                    <a:pt x="228452" y="59832"/>
                    <a:pt x="217573" y="59832"/>
                  </a:cubicBezTo>
                  <a:close/>
                  <a:moveTo>
                    <a:pt x="111506" y="0"/>
                  </a:moveTo>
                  <a:cubicBezTo>
                    <a:pt x="114226" y="0"/>
                    <a:pt x="122385" y="0"/>
                    <a:pt x="127824" y="0"/>
                  </a:cubicBezTo>
                  <a:cubicBezTo>
                    <a:pt x="135983" y="0"/>
                    <a:pt x="146862" y="2720"/>
                    <a:pt x="157741" y="5440"/>
                  </a:cubicBezTo>
                  <a:cubicBezTo>
                    <a:pt x="168619" y="8159"/>
                    <a:pt x="176778" y="10879"/>
                    <a:pt x="179497" y="16318"/>
                  </a:cubicBezTo>
                  <a:cubicBezTo>
                    <a:pt x="193096" y="16318"/>
                    <a:pt x="201255" y="16318"/>
                    <a:pt x="209414" y="16318"/>
                  </a:cubicBezTo>
                  <a:cubicBezTo>
                    <a:pt x="220292" y="16318"/>
                    <a:pt x="231171" y="16318"/>
                    <a:pt x="247489" y="16318"/>
                  </a:cubicBezTo>
                  <a:cubicBezTo>
                    <a:pt x="250209" y="16318"/>
                    <a:pt x="258368" y="16318"/>
                    <a:pt x="266527" y="16318"/>
                  </a:cubicBezTo>
                  <a:cubicBezTo>
                    <a:pt x="277405" y="16318"/>
                    <a:pt x="291004" y="21758"/>
                    <a:pt x="312761" y="27197"/>
                  </a:cubicBezTo>
                  <a:cubicBezTo>
                    <a:pt x="320920" y="29917"/>
                    <a:pt x="329079" y="35356"/>
                    <a:pt x="337238" y="38075"/>
                  </a:cubicBezTo>
                  <a:cubicBezTo>
                    <a:pt x="342677" y="40795"/>
                    <a:pt x="353556" y="48954"/>
                    <a:pt x="364434" y="54393"/>
                  </a:cubicBezTo>
                  <a:cubicBezTo>
                    <a:pt x="375313" y="62552"/>
                    <a:pt x="386192" y="67992"/>
                    <a:pt x="386192" y="73431"/>
                  </a:cubicBezTo>
                  <a:cubicBezTo>
                    <a:pt x="391631" y="84310"/>
                    <a:pt x="402510" y="92469"/>
                    <a:pt x="407949" y="103347"/>
                  </a:cubicBezTo>
                  <a:cubicBezTo>
                    <a:pt x="413388" y="116945"/>
                    <a:pt x="416108" y="130544"/>
                    <a:pt x="416108" y="141422"/>
                  </a:cubicBezTo>
                  <a:cubicBezTo>
                    <a:pt x="416108" y="152301"/>
                    <a:pt x="418828" y="157740"/>
                    <a:pt x="418828" y="163179"/>
                  </a:cubicBezTo>
                  <a:cubicBezTo>
                    <a:pt x="418828" y="165899"/>
                    <a:pt x="418828" y="168619"/>
                    <a:pt x="418828" y="171339"/>
                  </a:cubicBezTo>
                  <a:cubicBezTo>
                    <a:pt x="418828" y="174058"/>
                    <a:pt x="421547" y="182217"/>
                    <a:pt x="421547" y="187656"/>
                  </a:cubicBezTo>
                  <a:cubicBezTo>
                    <a:pt x="421547" y="193096"/>
                    <a:pt x="418828" y="201255"/>
                    <a:pt x="418828" y="206694"/>
                  </a:cubicBezTo>
                  <a:cubicBezTo>
                    <a:pt x="418828" y="217573"/>
                    <a:pt x="418828" y="223012"/>
                    <a:pt x="416108" y="233891"/>
                  </a:cubicBezTo>
                  <a:cubicBezTo>
                    <a:pt x="413388" y="244769"/>
                    <a:pt x="410668" y="255648"/>
                    <a:pt x="405229" y="263807"/>
                  </a:cubicBezTo>
                  <a:cubicBezTo>
                    <a:pt x="402510" y="269246"/>
                    <a:pt x="397070" y="269246"/>
                    <a:pt x="394351" y="274686"/>
                  </a:cubicBezTo>
                  <a:cubicBezTo>
                    <a:pt x="391631" y="277405"/>
                    <a:pt x="391631" y="282844"/>
                    <a:pt x="388912" y="285564"/>
                  </a:cubicBezTo>
                  <a:cubicBezTo>
                    <a:pt x="383472" y="291003"/>
                    <a:pt x="375313" y="301882"/>
                    <a:pt x="369874" y="304602"/>
                  </a:cubicBezTo>
                  <a:cubicBezTo>
                    <a:pt x="367154" y="307321"/>
                    <a:pt x="361715" y="307321"/>
                    <a:pt x="358995" y="310041"/>
                  </a:cubicBezTo>
                  <a:cubicBezTo>
                    <a:pt x="356275" y="312761"/>
                    <a:pt x="350836" y="318200"/>
                    <a:pt x="348117" y="320920"/>
                  </a:cubicBezTo>
                  <a:cubicBezTo>
                    <a:pt x="339958" y="326359"/>
                    <a:pt x="334518" y="334518"/>
                    <a:pt x="326359" y="339957"/>
                  </a:cubicBezTo>
                  <a:cubicBezTo>
                    <a:pt x="320920" y="342677"/>
                    <a:pt x="312761" y="342677"/>
                    <a:pt x="312761" y="353555"/>
                  </a:cubicBezTo>
                  <a:cubicBezTo>
                    <a:pt x="312761" y="361714"/>
                    <a:pt x="334518" y="372593"/>
                    <a:pt x="337238" y="380752"/>
                  </a:cubicBezTo>
                  <a:cubicBezTo>
                    <a:pt x="345397" y="394350"/>
                    <a:pt x="353556" y="407948"/>
                    <a:pt x="358995" y="421547"/>
                  </a:cubicBezTo>
                  <a:cubicBezTo>
                    <a:pt x="364434" y="435145"/>
                    <a:pt x="367154" y="446024"/>
                    <a:pt x="372593" y="459622"/>
                  </a:cubicBezTo>
                  <a:cubicBezTo>
                    <a:pt x="378033" y="478660"/>
                    <a:pt x="383472" y="494978"/>
                    <a:pt x="386192" y="514015"/>
                  </a:cubicBezTo>
                  <a:cubicBezTo>
                    <a:pt x="391631" y="533053"/>
                    <a:pt x="402510" y="549371"/>
                    <a:pt x="407949" y="568408"/>
                  </a:cubicBezTo>
                  <a:cubicBezTo>
                    <a:pt x="410668" y="579287"/>
                    <a:pt x="416108" y="590165"/>
                    <a:pt x="421547" y="598324"/>
                  </a:cubicBezTo>
                  <a:cubicBezTo>
                    <a:pt x="435146" y="614642"/>
                    <a:pt x="443305" y="622801"/>
                    <a:pt x="451463" y="628241"/>
                  </a:cubicBezTo>
                  <a:cubicBezTo>
                    <a:pt x="456903" y="630960"/>
                    <a:pt x="465062" y="636400"/>
                    <a:pt x="465062" y="644559"/>
                  </a:cubicBezTo>
                  <a:cubicBezTo>
                    <a:pt x="465062" y="647278"/>
                    <a:pt x="465062" y="647278"/>
                    <a:pt x="462342" y="649998"/>
                  </a:cubicBezTo>
                  <a:cubicBezTo>
                    <a:pt x="456903" y="655437"/>
                    <a:pt x="446024" y="658157"/>
                    <a:pt x="437865" y="658157"/>
                  </a:cubicBezTo>
                  <a:cubicBezTo>
                    <a:pt x="413388" y="658157"/>
                    <a:pt x="378033" y="641839"/>
                    <a:pt x="361715" y="622801"/>
                  </a:cubicBezTo>
                  <a:cubicBezTo>
                    <a:pt x="345397" y="606483"/>
                    <a:pt x="334518" y="584726"/>
                    <a:pt x="320920" y="565689"/>
                  </a:cubicBezTo>
                  <a:cubicBezTo>
                    <a:pt x="315480" y="554810"/>
                    <a:pt x="310041" y="543931"/>
                    <a:pt x="304602" y="530333"/>
                  </a:cubicBezTo>
                  <a:cubicBezTo>
                    <a:pt x="299163" y="519454"/>
                    <a:pt x="296443" y="508576"/>
                    <a:pt x="293723" y="497697"/>
                  </a:cubicBezTo>
                  <a:cubicBezTo>
                    <a:pt x="291004" y="486819"/>
                    <a:pt x="288284" y="473220"/>
                    <a:pt x="282845" y="462342"/>
                  </a:cubicBezTo>
                  <a:cubicBezTo>
                    <a:pt x="280125" y="448743"/>
                    <a:pt x="274686" y="437865"/>
                    <a:pt x="269246" y="424267"/>
                  </a:cubicBezTo>
                  <a:cubicBezTo>
                    <a:pt x="266527" y="416108"/>
                    <a:pt x="261087" y="402509"/>
                    <a:pt x="255648" y="391631"/>
                  </a:cubicBezTo>
                  <a:cubicBezTo>
                    <a:pt x="250209" y="380752"/>
                    <a:pt x="244770" y="375313"/>
                    <a:pt x="236610" y="367154"/>
                  </a:cubicBezTo>
                  <a:cubicBezTo>
                    <a:pt x="231171" y="361714"/>
                    <a:pt x="223012" y="361714"/>
                    <a:pt x="217573" y="361714"/>
                  </a:cubicBezTo>
                  <a:cubicBezTo>
                    <a:pt x="212134" y="361714"/>
                    <a:pt x="206694" y="361714"/>
                    <a:pt x="201255" y="361714"/>
                  </a:cubicBezTo>
                  <a:cubicBezTo>
                    <a:pt x="198535" y="361714"/>
                    <a:pt x="198535" y="364434"/>
                    <a:pt x="198535" y="367154"/>
                  </a:cubicBezTo>
                  <a:cubicBezTo>
                    <a:pt x="198535" y="375313"/>
                    <a:pt x="201255" y="386191"/>
                    <a:pt x="201255" y="388911"/>
                  </a:cubicBezTo>
                  <a:cubicBezTo>
                    <a:pt x="201255" y="402509"/>
                    <a:pt x="198535" y="413388"/>
                    <a:pt x="198535" y="426986"/>
                  </a:cubicBezTo>
                  <a:cubicBezTo>
                    <a:pt x="198535" y="446024"/>
                    <a:pt x="203975" y="456902"/>
                    <a:pt x="203975" y="478660"/>
                  </a:cubicBezTo>
                  <a:cubicBezTo>
                    <a:pt x="203975" y="503136"/>
                    <a:pt x="201255" y="527613"/>
                    <a:pt x="198535" y="552090"/>
                  </a:cubicBezTo>
                  <a:cubicBezTo>
                    <a:pt x="198535" y="560249"/>
                    <a:pt x="195816" y="568408"/>
                    <a:pt x="195816" y="576567"/>
                  </a:cubicBezTo>
                  <a:cubicBezTo>
                    <a:pt x="195816" y="582006"/>
                    <a:pt x="195816" y="587446"/>
                    <a:pt x="198535" y="592885"/>
                  </a:cubicBezTo>
                  <a:cubicBezTo>
                    <a:pt x="212134" y="592885"/>
                    <a:pt x="225732" y="592885"/>
                    <a:pt x="233891" y="592885"/>
                  </a:cubicBezTo>
                  <a:cubicBezTo>
                    <a:pt x="247489" y="592885"/>
                    <a:pt x="271966" y="592885"/>
                    <a:pt x="271966" y="611923"/>
                  </a:cubicBezTo>
                  <a:cubicBezTo>
                    <a:pt x="271966" y="620082"/>
                    <a:pt x="269246" y="622801"/>
                    <a:pt x="266527" y="628241"/>
                  </a:cubicBezTo>
                  <a:cubicBezTo>
                    <a:pt x="261087" y="633680"/>
                    <a:pt x="255648" y="636400"/>
                    <a:pt x="250209" y="636400"/>
                  </a:cubicBezTo>
                  <a:cubicBezTo>
                    <a:pt x="239330" y="639119"/>
                    <a:pt x="233891" y="639119"/>
                    <a:pt x="228451" y="639119"/>
                  </a:cubicBezTo>
                  <a:cubicBezTo>
                    <a:pt x="223012" y="639119"/>
                    <a:pt x="206694" y="639119"/>
                    <a:pt x="187657" y="639119"/>
                  </a:cubicBezTo>
                  <a:cubicBezTo>
                    <a:pt x="176778" y="647278"/>
                    <a:pt x="163180" y="649998"/>
                    <a:pt x="152301" y="652717"/>
                  </a:cubicBezTo>
                  <a:cubicBezTo>
                    <a:pt x="146862" y="652717"/>
                    <a:pt x="138703" y="655437"/>
                    <a:pt x="133263" y="655437"/>
                  </a:cubicBezTo>
                  <a:cubicBezTo>
                    <a:pt x="130544" y="655437"/>
                    <a:pt x="125104" y="655437"/>
                    <a:pt x="122385" y="652717"/>
                  </a:cubicBezTo>
                  <a:cubicBezTo>
                    <a:pt x="114226" y="649998"/>
                    <a:pt x="103347" y="644559"/>
                    <a:pt x="97908" y="639119"/>
                  </a:cubicBezTo>
                  <a:cubicBezTo>
                    <a:pt x="87029" y="639119"/>
                    <a:pt x="78870" y="639119"/>
                    <a:pt x="70711" y="639119"/>
                  </a:cubicBezTo>
                  <a:cubicBezTo>
                    <a:pt x="62552" y="639119"/>
                    <a:pt x="54393" y="639119"/>
                    <a:pt x="46234" y="639119"/>
                  </a:cubicBezTo>
                  <a:cubicBezTo>
                    <a:pt x="38075" y="639119"/>
                    <a:pt x="27197" y="633680"/>
                    <a:pt x="19038" y="630960"/>
                  </a:cubicBezTo>
                  <a:cubicBezTo>
                    <a:pt x="10879" y="628241"/>
                    <a:pt x="2720" y="620082"/>
                    <a:pt x="2720" y="614642"/>
                  </a:cubicBezTo>
                  <a:cubicBezTo>
                    <a:pt x="2720" y="611923"/>
                    <a:pt x="2720" y="609203"/>
                    <a:pt x="8159" y="606483"/>
                  </a:cubicBezTo>
                  <a:cubicBezTo>
                    <a:pt x="13599" y="603764"/>
                    <a:pt x="24477" y="601044"/>
                    <a:pt x="29916" y="598324"/>
                  </a:cubicBezTo>
                  <a:cubicBezTo>
                    <a:pt x="43515" y="595605"/>
                    <a:pt x="62552" y="595605"/>
                    <a:pt x="76151" y="592885"/>
                  </a:cubicBezTo>
                  <a:cubicBezTo>
                    <a:pt x="76151" y="587446"/>
                    <a:pt x="73431" y="582006"/>
                    <a:pt x="73431" y="573848"/>
                  </a:cubicBezTo>
                  <a:cubicBezTo>
                    <a:pt x="73431" y="565689"/>
                    <a:pt x="70711" y="516735"/>
                    <a:pt x="70711" y="500417"/>
                  </a:cubicBezTo>
                  <a:cubicBezTo>
                    <a:pt x="70711" y="481379"/>
                    <a:pt x="73431" y="456902"/>
                    <a:pt x="73431" y="437865"/>
                  </a:cubicBezTo>
                  <a:cubicBezTo>
                    <a:pt x="73431" y="416108"/>
                    <a:pt x="70711" y="391631"/>
                    <a:pt x="70711" y="369873"/>
                  </a:cubicBezTo>
                  <a:cubicBezTo>
                    <a:pt x="70711" y="345397"/>
                    <a:pt x="70711" y="318200"/>
                    <a:pt x="70711" y="293723"/>
                  </a:cubicBezTo>
                  <a:cubicBezTo>
                    <a:pt x="70711" y="266526"/>
                    <a:pt x="73431" y="239330"/>
                    <a:pt x="73431" y="212133"/>
                  </a:cubicBezTo>
                  <a:cubicBezTo>
                    <a:pt x="73431" y="187656"/>
                    <a:pt x="76151" y="179498"/>
                    <a:pt x="76151" y="155021"/>
                  </a:cubicBezTo>
                  <a:cubicBezTo>
                    <a:pt x="76151" y="144142"/>
                    <a:pt x="76151" y="130544"/>
                    <a:pt x="76151" y="119665"/>
                  </a:cubicBezTo>
                  <a:cubicBezTo>
                    <a:pt x="76151" y="106067"/>
                    <a:pt x="78870" y="95188"/>
                    <a:pt x="78870" y="84310"/>
                  </a:cubicBezTo>
                  <a:cubicBezTo>
                    <a:pt x="78870" y="78870"/>
                    <a:pt x="78870" y="70711"/>
                    <a:pt x="76151" y="62552"/>
                  </a:cubicBezTo>
                  <a:cubicBezTo>
                    <a:pt x="76151" y="62552"/>
                    <a:pt x="73431" y="62552"/>
                    <a:pt x="67992" y="62552"/>
                  </a:cubicBezTo>
                  <a:cubicBezTo>
                    <a:pt x="59833" y="62552"/>
                    <a:pt x="51674" y="62552"/>
                    <a:pt x="43515" y="62552"/>
                  </a:cubicBezTo>
                  <a:cubicBezTo>
                    <a:pt x="35356" y="62552"/>
                    <a:pt x="24477" y="59833"/>
                    <a:pt x="16318" y="57113"/>
                  </a:cubicBezTo>
                  <a:cubicBezTo>
                    <a:pt x="8159" y="54393"/>
                    <a:pt x="0" y="43515"/>
                    <a:pt x="0" y="40795"/>
                  </a:cubicBezTo>
                  <a:cubicBezTo>
                    <a:pt x="0" y="38075"/>
                    <a:pt x="0" y="35356"/>
                    <a:pt x="5439" y="32636"/>
                  </a:cubicBezTo>
                  <a:cubicBezTo>
                    <a:pt x="10879" y="29917"/>
                    <a:pt x="21758" y="27197"/>
                    <a:pt x="27197" y="24477"/>
                  </a:cubicBezTo>
                  <a:cubicBezTo>
                    <a:pt x="46234" y="21758"/>
                    <a:pt x="62552" y="19038"/>
                    <a:pt x="76151" y="19038"/>
                  </a:cubicBezTo>
                  <a:cubicBezTo>
                    <a:pt x="76151" y="16318"/>
                    <a:pt x="78870" y="16318"/>
                    <a:pt x="78870" y="13598"/>
                  </a:cubicBezTo>
                  <a:cubicBezTo>
                    <a:pt x="84309" y="10879"/>
                    <a:pt x="89749" y="8159"/>
                    <a:pt x="95188" y="5440"/>
                  </a:cubicBezTo>
                  <a:cubicBezTo>
                    <a:pt x="100628" y="2720"/>
                    <a:pt x="106067" y="0"/>
                    <a:pt x="111506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F8E0DB68-7257-4198-9DF3-32DE34D75DCC}"/>
                </a:ext>
              </a:extLst>
            </p:cNvPr>
            <p:cNvSpPr/>
            <p:nvPr/>
          </p:nvSpPr>
          <p:spPr>
            <a:xfrm>
              <a:off x="8346812" y="4186718"/>
              <a:ext cx="353556" cy="761503"/>
            </a:xfrm>
            <a:custGeom>
              <a:avLst/>
              <a:gdLst>
                <a:gd name="connsiteX0" fmla="*/ 283910 w 353555"/>
                <a:gd name="connsiteY0" fmla="*/ 672820 h 761503"/>
                <a:gd name="connsiteX1" fmla="*/ 321985 w 353555"/>
                <a:gd name="connsiteY1" fmla="*/ 689138 h 761503"/>
                <a:gd name="connsiteX2" fmla="*/ 316546 w 353555"/>
                <a:gd name="connsiteY2" fmla="*/ 705456 h 761503"/>
                <a:gd name="connsiteX3" fmla="*/ 300228 w 353555"/>
                <a:gd name="connsiteY3" fmla="*/ 713615 h 761503"/>
                <a:gd name="connsiteX4" fmla="*/ 278471 w 353555"/>
                <a:gd name="connsiteY4" fmla="*/ 716335 h 761503"/>
                <a:gd name="connsiteX5" fmla="*/ 237676 w 353555"/>
                <a:gd name="connsiteY5" fmla="*/ 716335 h 761503"/>
                <a:gd name="connsiteX6" fmla="*/ 180563 w 353555"/>
                <a:gd name="connsiteY6" fmla="*/ 719054 h 761503"/>
                <a:gd name="connsiteX7" fmla="*/ 126170 w 353555"/>
                <a:gd name="connsiteY7" fmla="*/ 719054 h 761503"/>
                <a:gd name="connsiteX8" fmla="*/ 101693 w 353555"/>
                <a:gd name="connsiteY8" fmla="*/ 719054 h 761503"/>
                <a:gd name="connsiteX9" fmla="*/ 74496 w 353555"/>
                <a:gd name="connsiteY9" fmla="*/ 713615 h 761503"/>
                <a:gd name="connsiteX10" fmla="*/ 58178 w 353555"/>
                <a:gd name="connsiteY10" fmla="*/ 697297 h 761503"/>
                <a:gd name="connsiteX11" fmla="*/ 63618 w 353555"/>
                <a:gd name="connsiteY11" fmla="*/ 689138 h 761503"/>
                <a:gd name="connsiteX12" fmla="*/ 85375 w 353555"/>
                <a:gd name="connsiteY12" fmla="*/ 680979 h 761503"/>
                <a:gd name="connsiteX13" fmla="*/ 131609 w 353555"/>
                <a:gd name="connsiteY13" fmla="*/ 675540 h 761503"/>
                <a:gd name="connsiteX14" fmla="*/ 142488 w 353555"/>
                <a:gd name="connsiteY14" fmla="*/ 675540 h 761503"/>
                <a:gd name="connsiteX15" fmla="*/ 131609 w 353555"/>
                <a:gd name="connsiteY15" fmla="*/ 653783 h 761503"/>
                <a:gd name="connsiteX16" fmla="*/ 128890 w 353555"/>
                <a:gd name="connsiteY16" fmla="*/ 640184 h 761503"/>
                <a:gd name="connsiteX17" fmla="*/ 128890 w 353555"/>
                <a:gd name="connsiteY17" fmla="*/ 629306 h 761503"/>
                <a:gd name="connsiteX18" fmla="*/ 128890 w 353555"/>
                <a:gd name="connsiteY18" fmla="*/ 621147 h 761503"/>
                <a:gd name="connsiteX19" fmla="*/ 128890 w 353555"/>
                <a:gd name="connsiteY19" fmla="*/ 593950 h 761503"/>
                <a:gd name="connsiteX20" fmla="*/ 128890 w 353555"/>
                <a:gd name="connsiteY20" fmla="*/ 583072 h 761503"/>
                <a:gd name="connsiteX21" fmla="*/ 128890 w 353555"/>
                <a:gd name="connsiteY21" fmla="*/ 436210 h 761503"/>
                <a:gd name="connsiteX22" fmla="*/ 128890 w 353555"/>
                <a:gd name="connsiteY22" fmla="*/ 357340 h 761503"/>
                <a:gd name="connsiteX23" fmla="*/ 131609 w 353555"/>
                <a:gd name="connsiteY23" fmla="*/ 289349 h 761503"/>
                <a:gd name="connsiteX24" fmla="*/ 131609 w 353555"/>
                <a:gd name="connsiteY24" fmla="*/ 251274 h 761503"/>
                <a:gd name="connsiteX25" fmla="*/ 131609 w 353555"/>
                <a:gd name="connsiteY25" fmla="*/ 205040 h 761503"/>
                <a:gd name="connsiteX26" fmla="*/ 131609 w 353555"/>
                <a:gd name="connsiteY26" fmla="*/ 139768 h 761503"/>
                <a:gd name="connsiteX27" fmla="*/ 131609 w 353555"/>
                <a:gd name="connsiteY27" fmla="*/ 128889 h 761503"/>
                <a:gd name="connsiteX28" fmla="*/ 126170 w 353555"/>
                <a:gd name="connsiteY28" fmla="*/ 128889 h 761503"/>
                <a:gd name="connsiteX29" fmla="*/ 101693 w 353555"/>
                <a:gd name="connsiteY29" fmla="*/ 128889 h 761503"/>
                <a:gd name="connsiteX30" fmla="*/ 74496 w 353555"/>
                <a:gd name="connsiteY30" fmla="*/ 123450 h 761503"/>
                <a:gd name="connsiteX31" fmla="*/ 58178 w 353555"/>
                <a:gd name="connsiteY31" fmla="*/ 107132 h 761503"/>
                <a:gd name="connsiteX32" fmla="*/ 60898 w 353555"/>
                <a:gd name="connsiteY32" fmla="*/ 98973 h 761503"/>
                <a:gd name="connsiteX33" fmla="*/ 82655 w 353555"/>
                <a:gd name="connsiteY33" fmla="*/ 93534 h 761503"/>
                <a:gd name="connsiteX34" fmla="*/ 131609 w 353555"/>
                <a:gd name="connsiteY34" fmla="*/ 88094 h 761503"/>
                <a:gd name="connsiteX35" fmla="*/ 131609 w 353555"/>
                <a:gd name="connsiteY35" fmla="*/ 82655 h 761503"/>
                <a:gd name="connsiteX36" fmla="*/ 134329 w 353555"/>
                <a:gd name="connsiteY36" fmla="*/ 71776 h 761503"/>
                <a:gd name="connsiteX37" fmla="*/ 147927 w 353555"/>
                <a:gd name="connsiteY37" fmla="*/ 63617 h 761503"/>
                <a:gd name="connsiteX38" fmla="*/ 164245 w 353555"/>
                <a:gd name="connsiteY38" fmla="*/ 58178 h 761503"/>
                <a:gd name="connsiteX39" fmla="*/ 177843 w 353555"/>
                <a:gd name="connsiteY39" fmla="*/ 58178 h 761503"/>
                <a:gd name="connsiteX40" fmla="*/ 196881 w 353555"/>
                <a:gd name="connsiteY40" fmla="*/ 60898 h 761503"/>
                <a:gd name="connsiteX41" fmla="*/ 232237 w 353555"/>
                <a:gd name="connsiteY41" fmla="*/ 88094 h 761503"/>
                <a:gd name="connsiteX42" fmla="*/ 278471 w 353555"/>
                <a:gd name="connsiteY42" fmla="*/ 88094 h 761503"/>
                <a:gd name="connsiteX43" fmla="*/ 316546 w 353555"/>
                <a:gd name="connsiteY43" fmla="*/ 104412 h 761503"/>
                <a:gd name="connsiteX44" fmla="*/ 311107 w 353555"/>
                <a:gd name="connsiteY44" fmla="*/ 120730 h 761503"/>
                <a:gd name="connsiteX45" fmla="*/ 294789 w 353555"/>
                <a:gd name="connsiteY45" fmla="*/ 128889 h 761503"/>
                <a:gd name="connsiteX46" fmla="*/ 273032 w 353555"/>
                <a:gd name="connsiteY46" fmla="*/ 131609 h 761503"/>
                <a:gd name="connsiteX47" fmla="*/ 243115 w 353555"/>
                <a:gd name="connsiteY47" fmla="*/ 131609 h 761503"/>
                <a:gd name="connsiteX48" fmla="*/ 243115 w 353555"/>
                <a:gd name="connsiteY48" fmla="*/ 134329 h 761503"/>
                <a:gd name="connsiteX49" fmla="*/ 248554 w 353555"/>
                <a:gd name="connsiteY49" fmla="*/ 169684 h 761503"/>
                <a:gd name="connsiteX50" fmla="*/ 251274 w 353555"/>
                <a:gd name="connsiteY50" fmla="*/ 205040 h 761503"/>
                <a:gd name="connsiteX51" fmla="*/ 251274 w 353555"/>
                <a:gd name="connsiteY51" fmla="*/ 240395 h 761503"/>
                <a:gd name="connsiteX52" fmla="*/ 251274 w 353555"/>
                <a:gd name="connsiteY52" fmla="*/ 256713 h 761503"/>
                <a:gd name="connsiteX53" fmla="*/ 253994 w 353555"/>
                <a:gd name="connsiteY53" fmla="*/ 270311 h 761503"/>
                <a:gd name="connsiteX54" fmla="*/ 259433 w 353555"/>
                <a:gd name="connsiteY54" fmla="*/ 343742 h 761503"/>
                <a:gd name="connsiteX55" fmla="*/ 262153 w 353555"/>
                <a:gd name="connsiteY55" fmla="*/ 425332 h 761503"/>
                <a:gd name="connsiteX56" fmla="*/ 264872 w 353555"/>
                <a:gd name="connsiteY56" fmla="*/ 490603 h 761503"/>
                <a:gd name="connsiteX57" fmla="*/ 270312 w 353555"/>
                <a:gd name="connsiteY57" fmla="*/ 564034 h 761503"/>
                <a:gd name="connsiteX58" fmla="*/ 270312 w 353555"/>
                <a:gd name="connsiteY58" fmla="*/ 599390 h 761503"/>
                <a:gd name="connsiteX59" fmla="*/ 270312 w 353555"/>
                <a:gd name="connsiteY59" fmla="*/ 637465 h 761503"/>
                <a:gd name="connsiteX60" fmla="*/ 264872 w 353555"/>
                <a:gd name="connsiteY60" fmla="*/ 670101 h 761503"/>
                <a:gd name="connsiteX61" fmla="*/ 283910 w 353555"/>
                <a:gd name="connsiteY61" fmla="*/ 672820 h 761503"/>
                <a:gd name="connsiteX62" fmla="*/ 283910 w 353555"/>
                <a:gd name="connsiteY62" fmla="*/ 672820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353555" h="761503">
                  <a:moveTo>
                    <a:pt x="283910" y="672820"/>
                  </a:moveTo>
                  <a:cubicBezTo>
                    <a:pt x="297508" y="672820"/>
                    <a:pt x="321985" y="672820"/>
                    <a:pt x="321985" y="689138"/>
                  </a:cubicBezTo>
                  <a:cubicBezTo>
                    <a:pt x="321985" y="697297"/>
                    <a:pt x="319266" y="697297"/>
                    <a:pt x="316546" y="705456"/>
                  </a:cubicBezTo>
                  <a:cubicBezTo>
                    <a:pt x="311107" y="710895"/>
                    <a:pt x="305667" y="713615"/>
                    <a:pt x="300228" y="713615"/>
                  </a:cubicBezTo>
                  <a:cubicBezTo>
                    <a:pt x="292069" y="716335"/>
                    <a:pt x="283910" y="716335"/>
                    <a:pt x="278471" y="716335"/>
                  </a:cubicBezTo>
                  <a:cubicBezTo>
                    <a:pt x="275751" y="716335"/>
                    <a:pt x="256713" y="716335"/>
                    <a:pt x="237676" y="716335"/>
                  </a:cubicBezTo>
                  <a:cubicBezTo>
                    <a:pt x="213199" y="716335"/>
                    <a:pt x="186003" y="719054"/>
                    <a:pt x="180563" y="719054"/>
                  </a:cubicBezTo>
                  <a:cubicBezTo>
                    <a:pt x="166965" y="719054"/>
                    <a:pt x="142488" y="719054"/>
                    <a:pt x="126170" y="719054"/>
                  </a:cubicBezTo>
                  <a:cubicBezTo>
                    <a:pt x="118011" y="719054"/>
                    <a:pt x="109852" y="719054"/>
                    <a:pt x="101693" y="719054"/>
                  </a:cubicBezTo>
                  <a:cubicBezTo>
                    <a:pt x="93534" y="719054"/>
                    <a:pt x="82655" y="719054"/>
                    <a:pt x="74496" y="713615"/>
                  </a:cubicBezTo>
                  <a:cubicBezTo>
                    <a:pt x="66337" y="710895"/>
                    <a:pt x="58178" y="702736"/>
                    <a:pt x="58178" y="697297"/>
                  </a:cubicBezTo>
                  <a:cubicBezTo>
                    <a:pt x="58178" y="694578"/>
                    <a:pt x="58178" y="691858"/>
                    <a:pt x="63618" y="689138"/>
                  </a:cubicBezTo>
                  <a:cubicBezTo>
                    <a:pt x="69057" y="686418"/>
                    <a:pt x="79936" y="683699"/>
                    <a:pt x="85375" y="680979"/>
                  </a:cubicBezTo>
                  <a:cubicBezTo>
                    <a:pt x="104413" y="678260"/>
                    <a:pt x="123450" y="675540"/>
                    <a:pt x="131609" y="675540"/>
                  </a:cubicBezTo>
                  <a:cubicBezTo>
                    <a:pt x="134329" y="675540"/>
                    <a:pt x="137049" y="675540"/>
                    <a:pt x="142488" y="675540"/>
                  </a:cubicBezTo>
                  <a:cubicBezTo>
                    <a:pt x="134329" y="670101"/>
                    <a:pt x="131609" y="661942"/>
                    <a:pt x="131609" y="653783"/>
                  </a:cubicBezTo>
                  <a:cubicBezTo>
                    <a:pt x="131609" y="648343"/>
                    <a:pt x="131609" y="642904"/>
                    <a:pt x="128890" y="640184"/>
                  </a:cubicBezTo>
                  <a:cubicBezTo>
                    <a:pt x="128890" y="637465"/>
                    <a:pt x="128890" y="634745"/>
                    <a:pt x="128890" y="629306"/>
                  </a:cubicBezTo>
                  <a:cubicBezTo>
                    <a:pt x="128890" y="626586"/>
                    <a:pt x="128890" y="623867"/>
                    <a:pt x="128890" y="621147"/>
                  </a:cubicBezTo>
                  <a:cubicBezTo>
                    <a:pt x="128890" y="612988"/>
                    <a:pt x="128890" y="604829"/>
                    <a:pt x="128890" y="593950"/>
                  </a:cubicBezTo>
                  <a:cubicBezTo>
                    <a:pt x="128890" y="591231"/>
                    <a:pt x="128890" y="585791"/>
                    <a:pt x="128890" y="583072"/>
                  </a:cubicBezTo>
                  <a:cubicBezTo>
                    <a:pt x="128890" y="534118"/>
                    <a:pt x="131609" y="485164"/>
                    <a:pt x="128890" y="436210"/>
                  </a:cubicBezTo>
                  <a:cubicBezTo>
                    <a:pt x="128890" y="409014"/>
                    <a:pt x="128890" y="384537"/>
                    <a:pt x="128890" y="357340"/>
                  </a:cubicBezTo>
                  <a:cubicBezTo>
                    <a:pt x="128890" y="335583"/>
                    <a:pt x="131609" y="313826"/>
                    <a:pt x="131609" y="289349"/>
                  </a:cubicBezTo>
                  <a:cubicBezTo>
                    <a:pt x="131609" y="275751"/>
                    <a:pt x="131609" y="264872"/>
                    <a:pt x="131609" y="251274"/>
                  </a:cubicBezTo>
                  <a:cubicBezTo>
                    <a:pt x="131609" y="234956"/>
                    <a:pt x="131609" y="221357"/>
                    <a:pt x="131609" y="205040"/>
                  </a:cubicBezTo>
                  <a:cubicBezTo>
                    <a:pt x="131609" y="183282"/>
                    <a:pt x="131609" y="161525"/>
                    <a:pt x="131609" y="139768"/>
                  </a:cubicBezTo>
                  <a:cubicBezTo>
                    <a:pt x="131609" y="137048"/>
                    <a:pt x="131609" y="134329"/>
                    <a:pt x="131609" y="128889"/>
                  </a:cubicBezTo>
                  <a:cubicBezTo>
                    <a:pt x="128890" y="128889"/>
                    <a:pt x="126170" y="128889"/>
                    <a:pt x="126170" y="128889"/>
                  </a:cubicBezTo>
                  <a:cubicBezTo>
                    <a:pt x="118011" y="128889"/>
                    <a:pt x="109852" y="128889"/>
                    <a:pt x="101693" y="128889"/>
                  </a:cubicBezTo>
                  <a:cubicBezTo>
                    <a:pt x="93534" y="128889"/>
                    <a:pt x="82655" y="128889"/>
                    <a:pt x="74496" y="123450"/>
                  </a:cubicBezTo>
                  <a:cubicBezTo>
                    <a:pt x="66337" y="120730"/>
                    <a:pt x="58178" y="112571"/>
                    <a:pt x="58178" y="107132"/>
                  </a:cubicBezTo>
                  <a:cubicBezTo>
                    <a:pt x="58178" y="104412"/>
                    <a:pt x="58178" y="101693"/>
                    <a:pt x="60898" y="98973"/>
                  </a:cubicBezTo>
                  <a:cubicBezTo>
                    <a:pt x="63618" y="96253"/>
                    <a:pt x="77216" y="93534"/>
                    <a:pt x="82655" y="93534"/>
                  </a:cubicBezTo>
                  <a:cubicBezTo>
                    <a:pt x="98973" y="90814"/>
                    <a:pt x="123450" y="88094"/>
                    <a:pt x="131609" y="88094"/>
                  </a:cubicBezTo>
                  <a:cubicBezTo>
                    <a:pt x="131609" y="85375"/>
                    <a:pt x="131609" y="85375"/>
                    <a:pt x="131609" y="82655"/>
                  </a:cubicBezTo>
                  <a:cubicBezTo>
                    <a:pt x="131609" y="77216"/>
                    <a:pt x="131609" y="74496"/>
                    <a:pt x="134329" y="71776"/>
                  </a:cubicBezTo>
                  <a:cubicBezTo>
                    <a:pt x="137049" y="69057"/>
                    <a:pt x="145208" y="66337"/>
                    <a:pt x="147927" y="63617"/>
                  </a:cubicBezTo>
                  <a:cubicBezTo>
                    <a:pt x="153366" y="60898"/>
                    <a:pt x="158806" y="58178"/>
                    <a:pt x="164245" y="58178"/>
                  </a:cubicBezTo>
                  <a:cubicBezTo>
                    <a:pt x="169684" y="58178"/>
                    <a:pt x="175124" y="58178"/>
                    <a:pt x="177843" y="58178"/>
                  </a:cubicBezTo>
                  <a:cubicBezTo>
                    <a:pt x="183283" y="58178"/>
                    <a:pt x="191442" y="58178"/>
                    <a:pt x="196881" y="60898"/>
                  </a:cubicBezTo>
                  <a:cubicBezTo>
                    <a:pt x="213199" y="63617"/>
                    <a:pt x="224078" y="74496"/>
                    <a:pt x="232237" y="88094"/>
                  </a:cubicBezTo>
                  <a:cubicBezTo>
                    <a:pt x="253994" y="88094"/>
                    <a:pt x="270312" y="88094"/>
                    <a:pt x="278471" y="88094"/>
                  </a:cubicBezTo>
                  <a:cubicBezTo>
                    <a:pt x="292069" y="88094"/>
                    <a:pt x="316546" y="88094"/>
                    <a:pt x="316546" y="104412"/>
                  </a:cubicBezTo>
                  <a:cubicBezTo>
                    <a:pt x="316546" y="112571"/>
                    <a:pt x="313826" y="112571"/>
                    <a:pt x="311107" y="120730"/>
                  </a:cubicBezTo>
                  <a:cubicBezTo>
                    <a:pt x="305667" y="126170"/>
                    <a:pt x="300228" y="128889"/>
                    <a:pt x="294789" y="128889"/>
                  </a:cubicBezTo>
                  <a:cubicBezTo>
                    <a:pt x="286630" y="131609"/>
                    <a:pt x="278471" y="131609"/>
                    <a:pt x="273032" y="131609"/>
                  </a:cubicBezTo>
                  <a:cubicBezTo>
                    <a:pt x="270312" y="131609"/>
                    <a:pt x="259433" y="131609"/>
                    <a:pt x="243115" y="131609"/>
                  </a:cubicBezTo>
                  <a:lnTo>
                    <a:pt x="243115" y="134329"/>
                  </a:lnTo>
                  <a:cubicBezTo>
                    <a:pt x="245835" y="145207"/>
                    <a:pt x="245835" y="158805"/>
                    <a:pt x="248554" y="169684"/>
                  </a:cubicBezTo>
                  <a:cubicBezTo>
                    <a:pt x="251274" y="180563"/>
                    <a:pt x="251274" y="194161"/>
                    <a:pt x="251274" y="205040"/>
                  </a:cubicBezTo>
                  <a:cubicBezTo>
                    <a:pt x="251274" y="215918"/>
                    <a:pt x="251274" y="226797"/>
                    <a:pt x="251274" y="240395"/>
                  </a:cubicBezTo>
                  <a:cubicBezTo>
                    <a:pt x="251274" y="245834"/>
                    <a:pt x="251274" y="251274"/>
                    <a:pt x="251274" y="256713"/>
                  </a:cubicBezTo>
                  <a:cubicBezTo>
                    <a:pt x="251274" y="262152"/>
                    <a:pt x="251274" y="267592"/>
                    <a:pt x="253994" y="270311"/>
                  </a:cubicBezTo>
                  <a:cubicBezTo>
                    <a:pt x="256713" y="294788"/>
                    <a:pt x="256713" y="319265"/>
                    <a:pt x="259433" y="343742"/>
                  </a:cubicBezTo>
                  <a:cubicBezTo>
                    <a:pt x="259433" y="370939"/>
                    <a:pt x="262153" y="398135"/>
                    <a:pt x="262153" y="425332"/>
                  </a:cubicBezTo>
                  <a:cubicBezTo>
                    <a:pt x="262153" y="447089"/>
                    <a:pt x="262153" y="468846"/>
                    <a:pt x="264872" y="490603"/>
                  </a:cubicBezTo>
                  <a:cubicBezTo>
                    <a:pt x="264872" y="515080"/>
                    <a:pt x="270312" y="539557"/>
                    <a:pt x="270312" y="564034"/>
                  </a:cubicBezTo>
                  <a:cubicBezTo>
                    <a:pt x="270312" y="574913"/>
                    <a:pt x="270312" y="588511"/>
                    <a:pt x="270312" y="599390"/>
                  </a:cubicBezTo>
                  <a:cubicBezTo>
                    <a:pt x="270312" y="612988"/>
                    <a:pt x="270312" y="623867"/>
                    <a:pt x="270312" y="637465"/>
                  </a:cubicBezTo>
                  <a:cubicBezTo>
                    <a:pt x="270312" y="648343"/>
                    <a:pt x="270312" y="661942"/>
                    <a:pt x="264872" y="670101"/>
                  </a:cubicBezTo>
                  <a:cubicBezTo>
                    <a:pt x="273032" y="672820"/>
                    <a:pt x="278471" y="672820"/>
                    <a:pt x="283910" y="672820"/>
                  </a:cubicBezTo>
                  <a:lnTo>
                    <a:pt x="283910" y="672820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57C41A0D-C2E3-4D53-84BE-98D0A1FDB835}"/>
                </a:ext>
              </a:extLst>
            </p:cNvPr>
            <p:cNvSpPr/>
            <p:nvPr/>
          </p:nvSpPr>
          <p:spPr>
            <a:xfrm>
              <a:off x="8652924" y="4192158"/>
              <a:ext cx="516735" cy="788700"/>
            </a:xfrm>
            <a:custGeom>
              <a:avLst/>
              <a:gdLst>
                <a:gd name="connsiteX0" fmla="*/ 464616 w 516735"/>
                <a:gd name="connsiteY0" fmla="*/ 436210 h 788699"/>
                <a:gd name="connsiteX1" fmla="*/ 445578 w 516735"/>
                <a:gd name="connsiteY1" fmla="*/ 455248 h 788699"/>
                <a:gd name="connsiteX2" fmla="*/ 404783 w 516735"/>
                <a:gd name="connsiteY2" fmla="*/ 466126 h 788699"/>
                <a:gd name="connsiteX3" fmla="*/ 385746 w 516735"/>
                <a:gd name="connsiteY3" fmla="*/ 479725 h 788699"/>
                <a:gd name="connsiteX4" fmla="*/ 388466 w 516735"/>
                <a:gd name="connsiteY4" fmla="*/ 512361 h 788699"/>
                <a:gd name="connsiteX5" fmla="*/ 388466 w 516735"/>
                <a:gd name="connsiteY5" fmla="*/ 544997 h 788699"/>
                <a:gd name="connsiteX6" fmla="*/ 388466 w 516735"/>
                <a:gd name="connsiteY6" fmla="*/ 566754 h 788699"/>
                <a:gd name="connsiteX7" fmla="*/ 391185 w 516735"/>
                <a:gd name="connsiteY7" fmla="*/ 632026 h 788699"/>
                <a:gd name="connsiteX8" fmla="*/ 393905 w 516735"/>
                <a:gd name="connsiteY8" fmla="*/ 683699 h 788699"/>
                <a:gd name="connsiteX9" fmla="*/ 377587 w 516735"/>
                <a:gd name="connsiteY9" fmla="*/ 724494 h 788699"/>
                <a:gd name="connsiteX10" fmla="*/ 361269 w 516735"/>
                <a:gd name="connsiteY10" fmla="*/ 719054 h 788699"/>
                <a:gd name="connsiteX11" fmla="*/ 353110 w 516735"/>
                <a:gd name="connsiteY11" fmla="*/ 702737 h 788699"/>
                <a:gd name="connsiteX12" fmla="*/ 350390 w 516735"/>
                <a:gd name="connsiteY12" fmla="*/ 686419 h 788699"/>
                <a:gd name="connsiteX13" fmla="*/ 353110 w 516735"/>
                <a:gd name="connsiteY13" fmla="*/ 659222 h 788699"/>
                <a:gd name="connsiteX14" fmla="*/ 353110 w 516735"/>
                <a:gd name="connsiteY14" fmla="*/ 656502 h 788699"/>
                <a:gd name="connsiteX15" fmla="*/ 317754 w 516735"/>
                <a:gd name="connsiteY15" fmla="*/ 708176 h 788699"/>
                <a:gd name="connsiteX16" fmla="*/ 241604 w 516735"/>
                <a:gd name="connsiteY16" fmla="*/ 735372 h 788699"/>
                <a:gd name="connsiteX17" fmla="*/ 187211 w 516735"/>
                <a:gd name="connsiteY17" fmla="*/ 727214 h 788699"/>
                <a:gd name="connsiteX18" fmla="*/ 135537 w 516735"/>
                <a:gd name="connsiteY18" fmla="*/ 694578 h 788699"/>
                <a:gd name="connsiteX19" fmla="*/ 86583 w 516735"/>
                <a:gd name="connsiteY19" fmla="*/ 621147 h 788699"/>
                <a:gd name="connsiteX20" fmla="*/ 67546 w 516735"/>
                <a:gd name="connsiteY20" fmla="*/ 555875 h 788699"/>
                <a:gd name="connsiteX21" fmla="*/ 59387 w 516735"/>
                <a:gd name="connsiteY21" fmla="*/ 509641 h 788699"/>
                <a:gd name="connsiteX22" fmla="*/ 59387 w 516735"/>
                <a:gd name="connsiteY22" fmla="*/ 468846 h 788699"/>
                <a:gd name="connsiteX23" fmla="*/ 86583 w 516735"/>
                <a:gd name="connsiteY23" fmla="*/ 302947 h 788699"/>
                <a:gd name="connsiteX24" fmla="*/ 108341 w 516735"/>
                <a:gd name="connsiteY24" fmla="*/ 224077 h 788699"/>
                <a:gd name="connsiteX25" fmla="*/ 146416 w 516735"/>
                <a:gd name="connsiteY25" fmla="*/ 145207 h 788699"/>
                <a:gd name="connsiteX26" fmla="*/ 198090 w 516735"/>
                <a:gd name="connsiteY26" fmla="*/ 85375 h 788699"/>
                <a:gd name="connsiteX27" fmla="*/ 228006 w 516735"/>
                <a:gd name="connsiteY27" fmla="*/ 69057 h 788699"/>
                <a:gd name="connsiteX28" fmla="*/ 268801 w 516735"/>
                <a:gd name="connsiteY28" fmla="*/ 58178 h 788699"/>
                <a:gd name="connsiteX29" fmla="*/ 274240 w 516735"/>
                <a:gd name="connsiteY29" fmla="*/ 58178 h 788699"/>
                <a:gd name="connsiteX30" fmla="*/ 295997 w 516735"/>
                <a:gd name="connsiteY30" fmla="*/ 60898 h 788699"/>
                <a:gd name="connsiteX31" fmla="*/ 331353 w 516735"/>
                <a:gd name="connsiteY31" fmla="*/ 71776 h 788699"/>
                <a:gd name="connsiteX32" fmla="*/ 350390 w 516735"/>
                <a:gd name="connsiteY32" fmla="*/ 93534 h 788699"/>
                <a:gd name="connsiteX33" fmla="*/ 353110 w 516735"/>
                <a:gd name="connsiteY33" fmla="*/ 74496 h 788699"/>
                <a:gd name="connsiteX34" fmla="*/ 358549 w 516735"/>
                <a:gd name="connsiteY34" fmla="*/ 63618 h 788699"/>
                <a:gd name="connsiteX35" fmla="*/ 366708 w 516735"/>
                <a:gd name="connsiteY35" fmla="*/ 58178 h 788699"/>
                <a:gd name="connsiteX36" fmla="*/ 374867 w 516735"/>
                <a:gd name="connsiteY36" fmla="*/ 63618 h 788699"/>
                <a:gd name="connsiteX37" fmla="*/ 383027 w 516735"/>
                <a:gd name="connsiteY37" fmla="*/ 82655 h 788699"/>
                <a:gd name="connsiteX38" fmla="*/ 385746 w 516735"/>
                <a:gd name="connsiteY38" fmla="*/ 126170 h 788699"/>
                <a:gd name="connsiteX39" fmla="*/ 388466 w 516735"/>
                <a:gd name="connsiteY39" fmla="*/ 186002 h 788699"/>
                <a:gd name="connsiteX40" fmla="*/ 391185 w 516735"/>
                <a:gd name="connsiteY40" fmla="*/ 237676 h 788699"/>
                <a:gd name="connsiteX41" fmla="*/ 374867 w 516735"/>
                <a:gd name="connsiteY41" fmla="*/ 278470 h 788699"/>
                <a:gd name="connsiteX42" fmla="*/ 358549 w 516735"/>
                <a:gd name="connsiteY42" fmla="*/ 273031 h 788699"/>
                <a:gd name="connsiteX43" fmla="*/ 350390 w 516735"/>
                <a:gd name="connsiteY43" fmla="*/ 256713 h 788699"/>
                <a:gd name="connsiteX44" fmla="*/ 347671 w 516735"/>
                <a:gd name="connsiteY44" fmla="*/ 240395 h 788699"/>
                <a:gd name="connsiteX45" fmla="*/ 347671 w 516735"/>
                <a:gd name="connsiteY45" fmla="*/ 213199 h 788699"/>
                <a:gd name="connsiteX46" fmla="*/ 344951 w 516735"/>
                <a:gd name="connsiteY46" fmla="*/ 194161 h 788699"/>
                <a:gd name="connsiteX47" fmla="*/ 339512 w 516735"/>
                <a:gd name="connsiteY47" fmla="*/ 150647 h 788699"/>
                <a:gd name="connsiteX48" fmla="*/ 323194 w 516735"/>
                <a:gd name="connsiteY48" fmla="*/ 112571 h 788699"/>
                <a:gd name="connsiteX49" fmla="*/ 293278 w 516735"/>
                <a:gd name="connsiteY49" fmla="*/ 101693 h 788699"/>
                <a:gd name="connsiteX50" fmla="*/ 263361 w 516735"/>
                <a:gd name="connsiteY50" fmla="*/ 120730 h 788699"/>
                <a:gd name="connsiteX51" fmla="*/ 241604 w 516735"/>
                <a:gd name="connsiteY51" fmla="*/ 153366 h 788699"/>
                <a:gd name="connsiteX52" fmla="*/ 233445 w 516735"/>
                <a:gd name="connsiteY52" fmla="*/ 194161 h 788699"/>
                <a:gd name="connsiteX53" fmla="*/ 225286 w 516735"/>
                <a:gd name="connsiteY53" fmla="*/ 232236 h 788699"/>
                <a:gd name="connsiteX54" fmla="*/ 217127 w 516735"/>
                <a:gd name="connsiteY54" fmla="*/ 275751 h 788699"/>
                <a:gd name="connsiteX55" fmla="*/ 211688 w 516735"/>
                <a:gd name="connsiteY55" fmla="*/ 316545 h 788699"/>
                <a:gd name="connsiteX56" fmla="*/ 206249 w 516735"/>
                <a:gd name="connsiteY56" fmla="*/ 354621 h 788699"/>
                <a:gd name="connsiteX57" fmla="*/ 200809 w 516735"/>
                <a:gd name="connsiteY57" fmla="*/ 398135 h 788699"/>
                <a:gd name="connsiteX58" fmla="*/ 195370 w 516735"/>
                <a:gd name="connsiteY58" fmla="*/ 438930 h 788699"/>
                <a:gd name="connsiteX59" fmla="*/ 192650 w 516735"/>
                <a:gd name="connsiteY59" fmla="*/ 474286 h 788699"/>
                <a:gd name="connsiteX60" fmla="*/ 195370 w 516735"/>
                <a:gd name="connsiteY60" fmla="*/ 525959 h 788699"/>
                <a:gd name="connsiteX61" fmla="*/ 208968 w 516735"/>
                <a:gd name="connsiteY61" fmla="*/ 596670 h 788699"/>
                <a:gd name="connsiteX62" fmla="*/ 214407 w 516735"/>
                <a:gd name="connsiteY62" fmla="*/ 623867 h 788699"/>
                <a:gd name="connsiteX63" fmla="*/ 228006 w 516735"/>
                <a:gd name="connsiteY63" fmla="*/ 656502 h 788699"/>
                <a:gd name="connsiteX64" fmla="*/ 271520 w 516735"/>
                <a:gd name="connsiteY64" fmla="*/ 689138 h 788699"/>
                <a:gd name="connsiteX65" fmla="*/ 306876 w 516735"/>
                <a:gd name="connsiteY65" fmla="*/ 664661 h 788699"/>
                <a:gd name="connsiteX66" fmla="*/ 331353 w 516735"/>
                <a:gd name="connsiteY66" fmla="*/ 602109 h 788699"/>
                <a:gd name="connsiteX67" fmla="*/ 336792 w 516735"/>
                <a:gd name="connsiteY67" fmla="*/ 544997 h 788699"/>
                <a:gd name="connsiteX68" fmla="*/ 336792 w 516735"/>
                <a:gd name="connsiteY68" fmla="*/ 498762 h 788699"/>
                <a:gd name="connsiteX69" fmla="*/ 336792 w 516735"/>
                <a:gd name="connsiteY69" fmla="*/ 490603 h 788699"/>
                <a:gd name="connsiteX70" fmla="*/ 320474 w 516735"/>
                <a:gd name="connsiteY70" fmla="*/ 477005 h 788699"/>
                <a:gd name="connsiteX71" fmla="*/ 282399 w 516735"/>
                <a:gd name="connsiteY71" fmla="*/ 479725 h 788699"/>
                <a:gd name="connsiteX72" fmla="*/ 252483 w 516735"/>
                <a:gd name="connsiteY72" fmla="*/ 474286 h 788699"/>
                <a:gd name="connsiteX73" fmla="*/ 247044 w 516735"/>
                <a:gd name="connsiteY73" fmla="*/ 466126 h 788699"/>
                <a:gd name="connsiteX74" fmla="*/ 249763 w 516735"/>
                <a:gd name="connsiteY74" fmla="*/ 457968 h 788699"/>
                <a:gd name="connsiteX75" fmla="*/ 268801 w 516735"/>
                <a:gd name="connsiteY75" fmla="*/ 447089 h 788699"/>
                <a:gd name="connsiteX76" fmla="*/ 312315 w 516735"/>
                <a:gd name="connsiteY76" fmla="*/ 436210 h 788699"/>
                <a:gd name="connsiteX77" fmla="*/ 353110 w 516735"/>
                <a:gd name="connsiteY77" fmla="*/ 430771 h 788699"/>
                <a:gd name="connsiteX78" fmla="*/ 385746 w 516735"/>
                <a:gd name="connsiteY78" fmla="*/ 430771 h 788699"/>
                <a:gd name="connsiteX79" fmla="*/ 437420 w 516735"/>
                <a:gd name="connsiteY79" fmla="*/ 428051 h 788699"/>
                <a:gd name="connsiteX80" fmla="*/ 464616 w 516735"/>
                <a:gd name="connsiteY80" fmla="*/ 436210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516735" h="788699">
                  <a:moveTo>
                    <a:pt x="464616" y="436210"/>
                  </a:moveTo>
                  <a:cubicBezTo>
                    <a:pt x="464616" y="447089"/>
                    <a:pt x="453738" y="452528"/>
                    <a:pt x="445578" y="455248"/>
                  </a:cubicBezTo>
                  <a:cubicBezTo>
                    <a:pt x="434700" y="460687"/>
                    <a:pt x="415662" y="463407"/>
                    <a:pt x="404783" y="466126"/>
                  </a:cubicBezTo>
                  <a:cubicBezTo>
                    <a:pt x="393905" y="466126"/>
                    <a:pt x="385746" y="468846"/>
                    <a:pt x="385746" y="479725"/>
                  </a:cubicBezTo>
                  <a:cubicBezTo>
                    <a:pt x="385746" y="487884"/>
                    <a:pt x="388466" y="506921"/>
                    <a:pt x="388466" y="512361"/>
                  </a:cubicBezTo>
                  <a:cubicBezTo>
                    <a:pt x="388466" y="515080"/>
                    <a:pt x="388466" y="539557"/>
                    <a:pt x="388466" y="544997"/>
                  </a:cubicBezTo>
                  <a:cubicBezTo>
                    <a:pt x="388466" y="550436"/>
                    <a:pt x="388466" y="558595"/>
                    <a:pt x="388466" y="566754"/>
                  </a:cubicBezTo>
                  <a:cubicBezTo>
                    <a:pt x="388466" y="591231"/>
                    <a:pt x="388466" y="621147"/>
                    <a:pt x="391185" y="632026"/>
                  </a:cubicBezTo>
                  <a:cubicBezTo>
                    <a:pt x="393905" y="653783"/>
                    <a:pt x="393905" y="661942"/>
                    <a:pt x="393905" y="683699"/>
                  </a:cubicBezTo>
                  <a:cubicBezTo>
                    <a:pt x="393905" y="694578"/>
                    <a:pt x="393905" y="724494"/>
                    <a:pt x="377587" y="724494"/>
                  </a:cubicBezTo>
                  <a:cubicBezTo>
                    <a:pt x="369428" y="724494"/>
                    <a:pt x="366708" y="721774"/>
                    <a:pt x="361269" y="719054"/>
                  </a:cubicBezTo>
                  <a:cubicBezTo>
                    <a:pt x="355830" y="716335"/>
                    <a:pt x="353110" y="708176"/>
                    <a:pt x="353110" y="702737"/>
                  </a:cubicBezTo>
                  <a:cubicBezTo>
                    <a:pt x="350390" y="694578"/>
                    <a:pt x="350390" y="689138"/>
                    <a:pt x="350390" y="686419"/>
                  </a:cubicBezTo>
                  <a:cubicBezTo>
                    <a:pt x="350390" y="678260"/>
                    <a:pt x="353110" y="672820"/>
                    <a:pt x="353110" y="659222"/>
                  </a:cubicBezTo>
                  <a:lnTo>
                    <a:pt x="353110" y="656502"/>
                  </a:lnTo>
                  <a:cubicBezTo>
                    <a:pt x="347671" y="675540"/>
                    <a:pt x="334073" y="694578"/>
                    <a:pt x="317754" y="708176"/>
                  </a:cubicBezTo>
                  <a:cubicBezTo>
                    <a:pt x="293278" y="727214"/>
                    <a:pt x="274240" y="735372"/>
                    <a:pt x="241604" y="735372"/>
                  </a:cubicBezTo>
                  <a:cubicBezTo>
                    <a:pt x="222566" y="735372"/>
                    <a:pt x="203529" y="732653"/>
                    <a:pt x="187211" y="727214"/>
                  </a:cubicBezTo>
                  <a:cubicBezTo>
                    <a:pt x="165454" y="719054"/>
                    <a:pt x="149136" y="708176"/>
                    <a:pt x="135537" y="694578"/>
                  </a:cubicBezTo>
                  <a:cubicBezTo>
                    <a:pt x="113780" y="672820"/>
                    <a:pt x="100182" y="648343"/>
                    <a:pt x="86583" y="621147"/>
                  </a:cubicBezTo>
                  <a:cubicBezTo>
                    <a:pt x="75705" y="599390"/>
                    <a:pt x="70266" y="580352"/>
                    <a:pt x="67546" y="555875"/>
                  </a:cubicBezTo>
                  <a:cubicBezTo>
                    <a:pt x="64826" y="539557"/>
                    <a:pt x="62107" y="525959"/>
                    <a:pt x="59387" y="509641"/>
                  </a:cubicBezTo>
                  <a:cubicBezTo>
                    <a:pt x="56667" y="493323"/>
                    <a:pt x="59387" y="485164"/>
                    <a:pt x="59387" y="468846"/>
                  </a:cubicBezTo>
                  <a:cubicBezTo>
                    <a:pt x="59387" y="414453"/>
                    <a:pt x="72985" y="362780"/>
                    <a:pt x="86583" y="302947"/>
                  </a:cubicBezTo>
                  <a:cubicBezTo>
                    <a:pt x="92023" y="275751"/>
                    <a:pt x="100182" y="248554"/>
                    <a:pt x="108341" y="224077"/>
                  </a:cubicBezTo>
                  <a:cubicBezTo>
                    <a:pt x="116500" y="196881"/>
                    <a:pt x="130098" y="169684"/>
                    <a:pt x="146416" y="145207"/>
                  </a:cubicBezTo>
                  <a:cubicBezTo>
                    <a:pt x="160014" y="123450"/>
                    <a:pt x="176332" y="101693"/>
                    <a:pt x="198090" y="85375"/>
                  </a:cubicBezTo>
                  <a:cubicBezTo>
                    <a:pt x="206249" y="77216"/>
                    <a:pt x="217127" y="71776"/>
                    <a:pt x="228006" y="69057"/>
                  </a:cubicBezTo>
                  <a:cubicBezTo>
                    <a:pt x="241604" y="63618"/>
                    <a:pt x="255202" y="58178"/>
                    <a:pt x="268801" y="58178"/>
                  </a:cubicBezTo>
                  <a:cubicBezTo>
                    <a:pt x="271520" y="58178"/>
                    <a:pt x="274240" y="58178"/>
                    <a:pt x="274240" y="58178"/>
                  </a:cubicBezTo>
                  <a:cubicBezTo>
                    <a:pt x="279679" y="58178"/>
                    <a:pt x="285119" y="58178"/>
                    <a:pt x="295997" y="60898"/>
                  </a:cubicBezTo>
                  <a:cubicBezTo>
                    <a:pt x="309595" y="63618"/>
                    <a:pt x="320474" y="66337"/>
                    <a:pt x="331353" y="71776"/>
                  </a:cubicBezTo>
                  <a:cubicBezTo>
                    <a:pt x="339512" y="77216"/>
                    <a:pt x="347671" y="85375"/>
                    <a:pt x="350390" y="93534"/>
                  </a:cubicBezTo>
                  <a:cubicBezTo>
                    <a:pt x="350390" y="88095"/>
                    <a:pt x="353110" y="79936"/>
                    <a:pt x="353110" y="74496"/>
                  </a:cubicBezTo>
                  <a:cubicBezTo>
                    <a:pt x="355830" y="71776"/>
                    <a:pt x="355830" y="69057"/>
                    <a:pt x="358549" y="63618"/>
                  </a:cubicBezTo>
                  <a:cubicBezTo>
                    <a:pt x="361269" y="60898"/>
                    <a:pt x="363989" y="58178"/>
                    <a:pt x="366708" y="58178"/>
                  </a:cubicBezTo>
                  <a:cubicBezTo>
                    <a:pt x="369428" y="58178"/>
                    <a:pt x="372148" y="60898"/>
                    <a:pt x="374867" y="63618"/>
                  </a:cubicBezTo>
                  <a:cubicBezTo>
                    <a:pt x="377587" y="69057"/>
                    <a:pt x="380307" y="77216"/>
                    <a:pt x="383027" y="82655"/>
                  </a:cubicBezTo>
                  <a:cubicBezTo>
                    <a:pt x="383027" y="90814"/>
                    <a:pt x="385746" y="107132"/>
                    <a:pt x="385746" y="126170"/>
                  </a:cubicBezTo>
                  <a:cubicBezTo>
                    <a:pt x="385746" y="150647"/>
                    <a:pt x="385746" y="177843"/>
                    <a:pt x="388466" y="186002"/>
                  </a:cubicBezTo>
                  <a:cubicBezTo>
                    <a:pt x="391185" y="207759"/>
                    <a:pt x="391185" y="215918"/>
                    <a:pt x="391185" y="237676"/>
                  </a:cubicBezTo>
                  <a:cubicBezTo>
                    <a:pt x="391185" y="248554"/>
                    <a:pt x="391185" y="278470"/>
                    <a:pt x="374867" y="278470"/>
                  </a:cubicBezTo>
                  <a:cubicBezTo>
                    <a:pt x="366708" y="278470"/>
                    <a:pt x="363989" y="275751"/>
                    <a:pt x="358549" y="273031"/>
                  </a:cubicBezTo>
                  <a:cubicBezTo>
                    <a:pt x="353110" y="270311"/>
                    <a:pt x="350390" y="262152"/>
                    <a:pt x="350390" y="256713"/>
                  </a:cubicBezTo>
                  <a:cubicBezTo>
                    <a:pt x="350390" y="251274"/>
                    <a:pt x="347671" y="245834"/>
                    <a:pt x="347671" y="240395"/>
                  </a:cubicBezTo>
                  <a:cubicBezTo>
                    <a:pt x="347671" y="232236"/>
                    <a:pt x="347671" y="224077"/>
                    <a:pt x="347671" y="213199"/>
                  </a:cubicBezTo>
                  <a:cubicBezTo>
                    <a:pt x="347671" y="207759"/>
                    <a:pt x="347671" y="199600"/>
                    <a:pt x="344951" y="194161"/>
                  </a:cubicBezTo>
                  <a:cubicBezTo>
                    <a:pt x="342232" y="180563"/>
                    <a:pt x="342232" y="164245"/>
                    <a:pt x="339512" y="150647"/>
                  </a:cubicBezTo>
                  <a:cubicBezTo>
                    <a:pt x="336792" y="137048"/>
                    <a:pt x="331353" y="123450"/>
                    <a:pt x="323194" y="112571"/>
                  </a:cubicBezTo>
                  <a:cubicBezTo>
                    <a:pt x="317754" y="104412"/>
                    <a:pt x="304156" y="101693"/>
                    <a:pt x="293278" y="101693"/>
                  </a:cubicBezTo>
                  <a:cubicBezTo>
                    <a:pt x="279679" y="101693"/>
                    <a:pt x="271520" y="109852"/>
                    <a:pt x="263361" y="120730"/>
                  </a:cubicBezTo>
                  <a:cubicBezTo>
                    <a:pt x="257922" y="131609"/>
                    <a:pt x="247044" y="139768"/>
                    <a:pt x="241604" y="153366"/>
                  </a:cubicBezTo>
                  <a:cubicBezTo>
                    <a:pt x="236165" y="166964"/>
                    <a:pt x="233445" y="180563"/>
                    <a:pt x="233445" y="194161"/>
                  </a:cubicBezTo>
                  <a:cubicBezTo>
                    <a:pt x="233445" y="207759"/>
                    <a:pt x="230725" y="218638"/>
                    <a:pt x="225286" y="232236"/>
                  </a:cubicBezTo>
                  <a:cubicBezTo>
                    <a:pt x="219847" y="245834"/>
                    <a:pt x="219847" y="262152"/>
                    <a:pt x="217127" y="275751"/>
                  </a:cubicBezTo>
                  <a:cubicBezTo>
                    <a:pt x="214407" y="289349"/>
                    <a:pt x="214407" y="302947"/>
                    <a:pt x="211688" y="316545"/>
                  </a:cubicBezTo>
                  <a:cubicBezTo>
                    <a:pt x="211688" y="330144"/>
                    <a:pt x="206249" y="341022"/>
                    <a:pt x="206249" y="354621"/>
                  </a:cubicBezTo>
                  <a:cubicBezTo>
                    <a:pt x="203529" y="368219"/>
                    <a:pt x="203529" y="381817"/>
                    <a:pt x="200809" y="398135"/>
                  </a:cubicBezTo>
                  <a:cubicBezTo>
                    <a:pt x="198090" y="411733"/>
                    <a:pt x="198090" y="425332"/>
                    <a:pt x="195370" y="438930"/>
                  </a:cubicBezTo>
                  <a:cubicBezTo>
                    <a:pt x="195370" y="449809"/>
                    <a:pt x="192650" y="463407"/>
                    <a:pt x="192650" y="474286"/>
                  </a:cubicBezTo>
                  <a:cubicBezTo>
                    <a:pt x="192650" y="490603"/>
                    <a:pt x="195370" y="509641"/>
                    <a:pt x="195370" y="525959"/>
                  </a:cubicBezTo>
                  <a:cubicBezTo>
                    <a:pt x="195370" y="550436"/>
                    <a:pt x="203529" y="572193"/>
                    <a:pt x="208968" y="596670"/>
                  </a:cubicBezTo>
                  <a:cubicBezTo>
                    <a:pt x="211688" y="604829"/>
                    <a:pt x="211688" y="615708"/>
                    <a:pt x="214407" y="623867"/>
                  </a:cubicBezTo>
                  <a:cubicBezTo>
                    <a:pt x="217127" y="634745"/>
                    <a:pt x="222566" y="645624"/>
                    <a:pt x="228006" y="656502"/>
                  </a:cubicBezTo>
                  <a:cubicBezTo>
                    <a:pt x="236165" y="670101"/>
                    <a:pt x="252483" y="689138"/>
                    <a:pt x="271520" y="689138"/>
                  </a:cubicBezTo>
                  <a:cubicBezTo>
                    <a:pt x="287838" y="689138"/>
                    <a:pt x="298717" y="675540"/>
                    <a:pt x="306876" y="664661"/>
                  </a:cubicBezTo>
                  <a:cubicBezTo>
                    <a:pt x="320474" y="645624"/>
                    <a:pt x="325914" y="623867"/>
                    <a:pt x="331353" y="602109"/>
                  </a:cubicBezTo>
                  <a:cubicBezTo>
                    <a:pt x="334073" y="583072"/>
                    <a:pt x="336792" y="564034"/>
                    <a:pt x="336792" y="544997"/>
                  </a:cubicBezTo>
                  <a:cubicBezTo>
                    <a:pt x="336792" y="531398"/>
                    <a:pt x="336792" y="512361"/>
                    <a:pt x="336792" y="498762"/>
                  </a:cubicBezTo>
                  <a:cubicBezTo>
                    <a:pt x="336792" y="496043"/>
                    <a:pt x="336792" y="493323"/>
                    <a:pt x="336792" y="490603"/>
                  </a:cubicBezTo>
                  <a:cubicBezTo>
                    <a:pt x="336792" y="479725"/>
                    <a:pt x="336792" y="477005"/>
                    <a:pt x="320474" y="477005"/>
                  </a:cubicBezTo>
                  <a:cubicBezTo>
                    <a:pt x="309595" y="477005"/>
                    <a:pt x="295997" y="479725"/>
                    <a:pt x="282399" y="479725"/>
                  </a:cubicBezTo>
                  <a:cubicBezTo>
                    <a:pt x="271520" y="479725"/>
                    <a:pt x="260642" y="479725"/>
                    <a:pt x="252483" y="474286"/>
                  </a:cubicBezTo>
                  <a:cubicBezTo>
                    <a:pt x="249763" y="471566"/>
                    <a:pt x="247044" y="468846"/>
                    <a:pt x="247044" y="466126"/>
                  </a:cubicBezTo>
                  <a:cubicBezTo>
                    <a:pt x="247044" y="463407"/>
                    <a:pt x="247044" y="460687"/>
                    <a:pt x="249763" y="457968"/>
                  </a:cubicBezTo>
                  <a:cubicBezTo>
                    <a:pt x="255202" y="452528"/>
                    <a:pt x="260642" y="449809"/>
                    <a:pt x="268801" y="447089"/>
                  </a:cubicBezTo>
                  <a:cubicBezTo>
                    <a:pt x="282399" y="441650"/>
                    <a:pt x="295997" y="438930"/>
                    <a:pt x="312315" y="436210"/>
                  </a:cubicBezTo>
                  <a:cubicBezTo>
                    <a:pt x="325914" y="433491"/>
                    <a:pt x="339512" y="433491"/>
                    <a:pt x="353110" y="430771"/>
                  </a:cubicBezTo>
                  <a:cubicBezTo>
                    <a:pt x="363989" y="430771"/>
                    <a:pt x="374867" y="430771"/>
                    <a:pt x="385746" y="430771"/>
                  </a:cubicBezTo>
                  <a:cubicBezTo>
                    <a:pt x="402064" y="430771"/>
                    <a:pt x="426541" y="428051"/>
                    <a:pt x="437420" y="428051"/>
                  </a:cubicBezTo>
                  <a:cubicBezTo>
                    <a:pt x="451018" y="422612"/>
                    <a:pt x="464616" y="425332"/>
                    <a:pt x="464616" y="436210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F0CBCB5D-8273-445A-953A-CC3C6A32C121}"/>
                </a:ext>
              </a:extLst>
            </p:cNvPr>
            <p:cNvSpPr/>
            <p:nvPr/>
          </p:nvSpPr>
          <p:spPr>
            <a:xfrm>
              <a:off x="9053923" y="4178559"/>
              <a:ext cx="625521" cy="788700"/>
            </a:xfrm>
            <a:custGeom>
              <a:avLst/>
              <a:gdLst>
                <a:gd name="connsiteX0" fmla="*/ 536838 w 625521"/>
                <a:gd name="connsiteY0" fmla="*/ 680979 h 788699"/>
                <a:gd name="connsiteX1" fmla="*/ 574913 w 625521"/>
                <a:gd name="connsiteY1" fmla="*/ 697297 h 788699"/>
                <a:gd name="connsiteX2" fmla="*/ 566755 w 625521"/>
                <a:gd name="connsiteY2" fmla="*/ 713615 h 788699"/>
                <a:gd name="connsiteX3" fmla="*/ 550437 w 625521"/>
                <a:gd name="connsiteY3" fmla="*/ 721774 h 788699"/>
                <a:gd name="connsiteX4" fmla="*/ 528680 w 625521"/>
                <a:gd name="connsiteY4" fmla="*/ 724494 h 788699"/>
                <a:gd name="connsiteX5" fmla="*/ 417174 w 625521"/>
                <a:gd name="connsiteY5" fmla="*/ 724494 h 788699"/>
                <a:gd name="connsiteX6" fmla="*/ 398136 w 625521"/>
                <a:gd name="connsiteY6" fmla="*/ 724494 h 788699"/>
                <a:gd name="connsiteX7" fmla="*/ 373659 w 625521"/>
                <a:gd name="connsiteY7" fmla="*/ 724494 h 788699"/>
                <a:gd name="connsiteX8" fmla="*/ 346462 w 625521"/>
                <a:gd name="connsiteY8" fmla="*/ 719054 h 788699"/>
                <a:gd name="connsiteX9" fmla="*/ 330144 w 625521"/>
                <a:gd name="connsiteY9" fmla="*/ 702737 h 788699"/>
                <a:gd name="connsiteX10" fmla="*/ 335584 w 625521"/>
                <a:gd name="connsiteY10" fmla="*/ 694578 h 788699"/>
                <a:gd name="connsiteX11" fmla="*/ 357341 w 625521"/>
                <a:gd name="connsiteY11" fmla="*/ 686419 h 788699"/>
                <a:gd name="connsiteX12" fmla="*/ 395416 w 625521"/>
                <a:gd name="connsiteY12" fmla="*/ 680979 h 788699"/>
                <a:gd name="connsiteX13" fmla="*/ 381817 w 625521"/>
                <a:gd name="connsiteY13" fmla="*/ 656502 h 788699"/>
                <a:gd name="connsiteX14" fmla="*/ 379098 w 625521"/>
                <a:gd name="connsiteY14" fmla="*/ 585791 h 788699"/>
                <a:gd name="connsiteX15" fmla="*/ 379098 w 625521"/>
                <a:gd name="connsiteY15" fmla="*/ 517800 h 788699"/>
                <a:gd name="connsiteX16" fmla="*/ 379098 w 625521"/>
                <a:gd name="connsiteY16" fmla="*/ 474286 h 788699"/>
                <a:gd name="connsiteX17" fmla="*/ 379098 w 625521"/>
                <a:gd name="connsiteY17" fmla="*/ 430771 h 788699"/>
                <a:gd name="connsiteX18" fmla="*/ 381817 w 625521"/>
                <a:gd name="connsiteY18" fmla="*/ 411733 h 788699"/>
                <a:gd name="connsiteX19" fmla="*/ 379098 w 625521"/>
                <a:gd name="connsiteY19" fmla="*/ 400855 h 788699"/>
                <a:gd name="connsiteX20" fmla="*/ 370939 w 625521"/>
                <a:gd name="connsiteY20" fmla="*/ 398135 h 788699"/>
                <a:gd name="connsiteX21" fmla="*/ 338304 w 625521"/>
                <a:gd name="connsiteY21" fmla="*/ 400855 h 788699"/>
                <a:gd name="connsiteX22" fmla="*/ 289349 w 625521"/>
                <a:gd name="connsiteY22" fmla="*/ 403575 h 788699"/>
                <a:gd name="connsiteX23" fmla="*/ 264872 w 625521"/>
                <a:gd name="connsiteY23" fmla="*/ 400855 h 788699"/>
                <a:gd name="connsiteX24" fmla="*/ 259433 w 625521"/>
                <a:gd name="connsiteY24" fmla="*/ 406294 h 788699"/>
                <a:gd name="connsiteX25" fmla="*/ 259433 w 625521"/>
                <a:gd name="connsiteY25" fmla="*/ 425332 h 788699"/>
                <a:gd name="connsiteX26" fmla="*/ 259433 w 625521"/>
                <a:gd name="connsiteY26" fmla="*/ 449809 h 788699"/>
                <a:gd name="connsiteX27" fmla="*/ 259433 w 625521"/>
                <a:gd name="connsiteY27" fmla="*/ 471566 h 788699"/>
                <a:gd name="connsiteX28" fmla="*/ 259433 w 625521"/>
                <a:gd name="connsiteY28" fmla="*/ 504202 h 788699"/>
                <a:gd name="connsiteX29" fmla="*/ 259433 w 625521"/>
                <a:gd name="connsiteY29" fmla="*/ 509641 h 788699"/>
                <a:gd name="connsiteX30" fmla="*/ 256714 w 625521"/>
                <a:gd name="connsiteY30" fmla="*/ 542277 h 788699"/>
                <a:gd name="connsiteX31" fmla="*/ 256714 w 625521"/>
                <a:gd name="connsiteY31" fmla="*/ 577632 h 788699"/>
                <a:gd name="connsiteX32" fmla="*/ 256714 w 625521"/>
                <a:gd name="connsiteY32" fmla="*/ 612988 h 788699"/>
                <a:gd name="connsiteX33" fmla="*/ 253994 w 625521"/>
                <a:gd name="connsiteY33" fmla="*/ 656502 h 788699"/>
                <a:gd name="connsiteX34" fmla="*/ 256714 w 625521"/>
                <a:gd name="connsiteY34" fmla="*/ 678260 h 788699"/>
                <a:gd name="connsiteX35" fmla="*/ 286629 w 625521"/>
                <a:gd name="connsiteY35" fmla="*/ 694578 h 788699"/>
                <a:gd name="connsiteX36" fmla="*/ 281191 w 625521"/>
                <a:gd name="connsiteY36" fmla="*/ 710895 h 788699"/>
                <a:gd name="connsiteX37" fmla="*/ 264872 w 625521"/>
                <a:gd name="connsiteY37" fmla="*/ 719054 h 788699"/>
                <a:gd name="connsiteX38" fmla="*/ 243116 w 625521"/>
                <a:gd name="connsiteY38" fmla="*/ 721774 h 788699"/>
                <a:gd name="connsiteX39" fmla="*/ 243116 w 625521"/>
                <a:gd name="connsiteY39" fmla="*/ 721774 h 788699"/>
                <a:gd name="connsiteX40" fmla="*/ 232236 w 625521"/>
                <a:gd name="connsiteY40" fmla="*/ 727214 h 788699"/>
                <a:gd name="connsiteX41" fmla="*/ 224078 w 625521"/>
                <a:gd name="connsiteY41" fmla="*/ 735372 h 788699"/>
                <a:gd name="connsiteX42" fmla="*/ 213199 w 625521"/>
                <a:gd name="connsiteY42" fmla="*/ 738092 h 788699"/>
                <a:gd name="connsiteX43" fmla="*/ 183283 w 625521"/>
                <a:gd name="connsiteY43" fmla="*/ 727214 h 788699"/>
                <a:gd name="connsiteX44" fmla="*/ 175124 w 625521"/>
                <a:gd name="connsiteY44" fmla="*/ 719054 h 788699"/>
                <a:gd name="connsiteX45" fmla="*/ 145208 w 625521"/>
                <a:gd name="connsiteY45" fmla="*/ 719054 h 788699"/>
                <a:gd name="connsiteX46" fmla="*/ 126170 w 625521"/>
                <a:gd name="connsiteY46" fmla="*/ 719054 h 788699"/>
                <a:gd name="connsiteX47" fmla="*/ 101693 w 625521"/>
                <a:gd name="connsiteY47" fmla="*/ 719054 h 788699"/>
                <a:gd name="connsiteX48" fmla="*/ 74496 w 625521"/>
                <a:gd name="connsiteY48" fmla="*/ 713615 h 788699"/>
                <a:gd name="connsiteX49" fmla="*/ 58178 w 625521"/>
                <a:gd name="connsiteY49" fmla="*/ 697297 h 788699"/>
                <a:gd name="connsiteX50" fmla="*/ 63618 w 625521"/>
                <a:gd name="connsiteY50" fmla="*/ 689138 h 788699"/>
                <a:gd name="connsiteX51" fmla="*/ 85375 w 625521"/>
                <a:gd name="connsiteY51" fmla="*/ 680979 h 788699"/>
                <a:gd name="connsiteX52" fmla="*/ 131609 w 625521"/>
                <a:gd name="connsiteY52" fmla="*/ 675540 h 788699"/>
                <a:gd name="connsiteX53" fmla="*/ 131609 w 625521"/>
                <a:gd name="connsiteY53" fmla="*/ 667381 h 788699"/>
                <a:gd name="connsiteX54" fmla="*/ 131609 w 625521"/>
                <a:gd name="connsiteY54" fmla="*/ 651063 h 788699"/>
                <a:gd name="connsiteX55" fmla="*/ 131609 w 625521"/>
                <a:gd name="connsiteY55" fmla="*/ 618427 h 788699"/>
                <a:gd name="connsiteX56" fmla="*/ 131609 w 625521"/>
                <a:gd name="connsiteY56" fmla="*/ 580352 h 788699"/>
                <a:gd name="connsiteX57" fmla="*/ 131609 w 625521"/>
                <a:gd name="connsiteY57" fmla="*/ 531398 h 788699"/>
                <a:gd name="connsiteX58" fmla="*/ 131609 w 625521"/>
                <a:gd name="connsiteY58" fmla="*/ 466126 h 788699"/>
                <a:gd name="connsiteX59" fmla="*/ 131609 w 625521"/>
                <a:gd name="connsiteY59" fmla="*/ 422612 h 788699"/>
                <a:gd name="connsiteX60" fmla="*/ 131609 w 625521"/>
                <a:gd name="connsiteY60" fmla="*/ 411733 h 788699"/>
                <a:gd name="connsiteX61" fmla="*/ 131609 w 625521"/>
                <a:gd name="connsiteY61" fmla="*/ 398135 h 788699"/>
                <a:gd name="connsiteX62" fmla="*/ 126170 w 625521"/>
                <a:gd name="connsiteY62" fmla="*/ 389976 h 788699"/>
                <a:gd name="connsiteX63" fmla="*/ 101693 w 625521"/>
                <a:gd name="connsiteY63" fmla="*/ 387257 h 788699"/>
                <a:gd name="connsiteX64" fmla="*/ 77216 w 625521"/>
                <a:gd name="connsiteY64" fmla="*/ 376378 h 788699"/>
                <a:gd name="connsiteX65" fmla="*/ 82655 w 625521"/>
                <a:gd name="connsiteY65" fmla="*/ 368219 h 788699"/>
                <a:gd name="connsiteX66" fmla="*/ 98973 w 625521"/>
                <a:gd name="connsiteY66" fmla="*/ 360060 h 788699"/>
                <a:gd name="connsiteX67" fmla="*/ 118011 w 625521"/>
                <a:gd name="connsiteY67" fmla="*/ 357340 h 788699"/>
                <a:gd name="connsiteX68" fmla="*/ 131609 w 625521"/>
                <a:gd name="connsiteY68" fmla="*/ 351901 h 788699"/>
                <a:gd name="connsiteX69" fmla="*/ 131609 w 625521"/>
                <a:gd name="connsiteY69" fmla="*/ 343742 h 788699"/>
                <a:gd name="connsiteX70" fmla="*/ 131609 w 625521"/>
                <a:gd name="connsiteY70" fmla="*/ 270311 h 788699"/>
                <a:gd name="connsiteX71" fmla="*/ 137048 w 625521"/>
                <a:gd name="connsiteY71" fmla="*/ 145207 h 788699"/>
                <a:gd name="connsiteX72" fmla="*/ 139768 w 625521"/>
                <a:gd name="connsiteY72" fmla="*/ 123450 h 788699"/>
                <a:gd name="connsiteX73" fmla="*/ 123450 w 625521"/>
                <a:gd name="connsiteY73" fmla="*/ 123450 h 788699"/>
                <a:gd name="connsiteX74" fmla="*/ 118011 w 625521"/>
                <a:gd name="connsiteY74" fmla="*/ 123450 h 788699"/>
                <a:gd name="connsiteX75" fmla="*/ 101693 w 625521"/>
                <a:gd name="connsiteY75" fmla="*/ 123450 h 788699"/>
                <a:gd name="connsiteX76" fmla="*/ 74496 w 625521"/>
                <a:gd name="connsiteY76" fmla="*/ 118011 h 788699"/>
                <a:gd name="connsiteX77" fmla="*/ 58178 w 625521"/>
                <a:gd name="connsiteY77" fmla="*/ 101693 h 788699"/>
                <a:gd name="connsiteX78" fmla="*/ 63618 w 625521"/>
                <a:gd name="connsiteY78" fmla="*/ 93534 h 788699"/>
                <a:gd name="connsiteX79" fmla="*/ 85375 w 625521"/>
                <a:gd name="connsiteY79" fmla="*/ 85375 h 788699"/>
                <a:gd name="connsiteX80" fmla="*/ 137048 w 625521"/>
                <a:gd name="connsiteY80" fmla="*/ 82655 h 788699"/>
                <a:gd name="connsiteX81" fmla="*/ 147927 w 625521"/>
                <a:gd name="connsiteY81" fmla="*/ 82655 h 788699"/>
                <a:gd name="connsiteX82" fmla="*/ 186003 w 625521"/>
                <a:gd name="connsiteY82" fmla="*/ 58178 h 788699"/>
                <a:gd name="connsiteX83" fmla="*/ 226797 w 625521"/>
                <a:gd name="connsiteY83" fmla="*/ 79936 h 788699"/>
                <a:gd name="connsiteX84" fmla="*/ 253994 w 625521"/>
                <a:gd name="connsiteY84" fmla="*/ 79936 h 788699"/>
                <a:gd name="connsiteX85" fmla="*/ 294789 w 625521"/>
                <a:gd name="connsiteY85" fmla="*/ 96253 h 788699"/>
                <a:gd name="connsiteX86" fmla="*/ 283910 w 625521"/>
                <a:gd name="connsiteY86" fmla="*/ 112571 h 788699"/>
                <a:gd name="connsiteX87" fmla="*/ 267592 w 625521"/>
                <a:gd name="connsiteY87" fmla="*/ 120730 h 788699"/>
                <a:gd name="connsiteX88" fmla="*/ 245835 w 625521"/>
                <a:gd name="connsiteY88" fmla="*/ 123450 h 788699"/>
                <a:gd name="connsiteX89" fmla="*/ 237676 w 625521"/>
                <a:gd name="connsiteY89" fmla="*/ 123450 h 788699"/>
                <a:gd name="connsiteX90" fmla="*/ 240396 w 625521"/>
                <a:gd name="connsiteY90" fmla="*/ 128889 h 788699"/>
                <a:gd name="connsiteX91" fmla="*/ 251274 w 625521"/>
                <a:gd name="connsiteY91" fmla="*/ 177843 h 788699"/>
                <a:gd name="connsiteX92" fmla="*/ 256714 w 625521"/>
                <a:gd name="connsiteY92" fmla="*/ 226797 h 788699"/>
                <a:gd name="connsiteX93" fmla="*/ 262153 w 625521"/>
                <a:gd name="connsiteY93" fmla="*/ 273031 h 788699"/>
                <a:gd name="connsiteX94" fmla="*/ 262153 w 625521"/>
                <a:gd name="connsiteY94" fmla="*/ 289349 h 788699"/>
                <a:gd name="connsiteX95" fmla="*/ 262153 w 625521"/>
                <a:gd name="connsiteY95" fmla="*/ 297508 h 788699"/>
                <a:gd name="connsiteX96" fmla="*/ 264872 w 625521"/>
                <a:gd name="connsiteY96" fmla="*/ 321985 h 788699"/>
                <a:gd name="connsiteX97" fmla="*/ 270312 w 625521"/>
                <a:gd name="connsiteY97" fmla="*/ 335583 h 788699"/>
                <a:gd name="connsiteX98" fmla="*/ 270312 w 625521"/>
                <a:gd name="connsiteY98" fmla="*/ 338303 h 788699"/>
                <a:gd name="connsiteX99" fmla="*/ 270312 w 625521"/>
                <a:gd name="connsiteY99" fmla="*/ 346462 h 788699"/>
                <a:gd name="connsiteX100" fmla="*/ 278471 w 625521"/>
                <a:gd name="connsiteY100" fmla="*/ 354621 h 788699"/>
                <a:gd name="connsiteX101" fmla="*/ 338304 w 625521"/>
                <a:gd name="connsiteY101" fmla="*/ 349181 h 788699"/>
                <a:gd name="connsiteX102" fmla="*/ 365500 w 625521"/>
                <a:gd name="connsiteY102" fmla="*/ 349181 h 788699"/>
                <a:gd name="connsiteX103" fmla="*/ 381817 w 625521"/>
                <a:gd name="connsiteY103" fmla="*/ 349181 h 788699"/>
                <a:gd name="connsiteX104" fmla="*/ 392697 w 625521"/>
                <a:gd name="connsiteY104" fmla="*/ 338303 h 788699"/>
                <a:gd name="connsiteX105" fmla="*/ 389977 w 625521"/>
                <a:gd name="connsiteY105" fmla="*/ 313826 h 788699"/>
                <a:gd name="connsiteX106" fmla="*/ 392697 w 625521"/>
                <a:gd name="connsiteY106" fmla="*/ 262152 h 788699"/>
                <a:gd name="connsiteX107" fmla="*/ 395416 w 625521"/>
                <a:gd name="connsiteY107" fmla="*/ 224077 h 788699"/>
                <a:gd name="connsiteX108" fmla="*/ 398136 w 625521"/>
                <a:gd name="connsiteY108" fmla="*/ 177843 h 788699"/>
                <a:gd name="connsiteX109" fmla="*/ 395416 w 625521"/>
                <a:gd name="connsiteY109" fmla="*/ 153366 h 788699"/>
                <a:gd name="connsiteX110" fmla="*/ 395416 w 625521"/>
                <a:gd name="connsiteY110" fmla="*/ 137048 h 788699"/>
                <a:gd name="connsiteX111" fmla="*/ 379098 w 625521"/>
                <a:gd name="connsiteY111" fmla="*/ 137048 h 788699"/>
                <a:gd name="connsiteX112" fmla="*/ 351902 w 625521"/>
                <a:gd name="connsiteY112" fmla="*/ 131609 h 788699"/>
                <a:gd name="connsiteX113" fmla="*/ 338304 w 625521"/>
                <a:gd name="connsiteY113" fmla="*/ 115291 h 788699"/>
                <a:gd name="connsiteX114" fmla="*/ 343742 w 625521"/>
                <a:gd name="connsiteY114" fmla="*/ 107132 h 788699"/>
                <a:gd name="connsiteX115" fmla="*/ 362780 w 625521"/>
                <a:gd name="connsiteY115" fmla="*/ 98973 h 788699"/>
                <a:gd name="connsiteX116" fmla="*/ 395416 w 625521"/>
                <a:gd name="connsiteY116" fmla="*/ 96253 h 788699"/>
                <a:gd name="connsiteX117" fmla="*/ 403575 w 625521"/>
                <a:gd name="connsiteY117" fmla="*/ 90814 h 788699"/>
                <a:gd name="connsiteX118" fmla="*/ 422612 w 625521"/>
                <a:gd name="connsiteY118" fmla="*/ 88095 h 788699"/>
                <a:gd name="connsiteX119" fmla="*/ 428052 w 625521"/>
                <a:gd name="connsiteY119" fmla="*/ 88095 h 788699"/>
                <a:gd name="connsiteX120" fmla="*/ 447090 w 625521"/>
                <a:gd name="connsiteY120" fmla="*/ 90814 h 788699"/>
                <a:gd name="connsiteX121" fmla="*/ 455249 w 625521"/>
                <a:gd name="connsiteY121" fmla="*/ 96253 h 788699"/>
                <a:gd name="connsiteX122" fmla="*/ 525960 w 625521"/>
                <a:gd name="connsiteY122" fmla="*/ 93534 h 788699"/>
                <a:gd name="connsiteX123" fmla="*/ 561315 w 625521"/>
                <a:gd name="connsiteY123" fmla="*/ 109852 h 788699"/>
                <a:gd name="connsiteX124" fmla="*/ 555876 w 625521"/>
                <a:gd name="connsiteY124" fmla="*/ 126170 h 788699"/>
                <a:gd name="connsiteX125" fmla="*/ 539558 w 625521"/>
                <a:gd name="connsiteY125" fmla="*/ 134329 h 788699"/>
                <a:gd name="connsiteX126" fmla="*/ 517800 w 625521"/>
                <a:gd name="connsiteY126" fmla="*/ 137048 h 788699"/>
                <a:gd name="connsiteX127" fmla="*/ 477006 w 625521"/>
                <a:gd name="connsiteY127" fmla="*/ 137048 h 788699"/>
                <a:gd name="connsiteX128" fmla="*/ 485165 w 625521"/>
                <a:gd name="connsiteY128" fmla="*/ 161525 h 788699"/>
                <a:gd name="connsiteX129" fmla="*/ 496043 w 625521"/>
                <a:gd name="connsiteY129" fmla="*/ 210479 h 788699"/>
                <a:gd name="connsiteX130" fmla="*/ 501483 w 625521"/>
                <a:gd name="connsiteY130" fmla="*/ 251274 h 788699"/>
                <a:gd name="connsiteX131" fmla="*/ 506922 w 625521"/>
                <a:gd name="connsiteY131" fmla="*/ 292069 h 788699"/>
                <a:gd name="connsiteX132" fmla="*/ 506922 w 625521"/>
                <a:gd name="connsiteY132" fmla="*/ 321985 h 788699"/>
                <a:gd name="connsiteX133" fmla="*/ 509642 w 625521"/>
                <a:gd name="connsiteY133" fmla="*/ 341022 h 788699"/>
                <a:gd name="connsiteX134" fmla="*/ 509642 w 625521"/>
                <a:gd name="connsiteY134" fmla="*/ 343742 h 788699"/>
                <a:gd name="connsiteX135" fmla="*/ 517800 w 625521"/>
                <a:gd name="connsiteY135" fmla="*/ 349181 h 788699"/>
                <a:gd name="connsiteX136" fmla="*/ 528680 w 625521"/>
                <a:gd name="connsiteY136" fmla="*/ 349181 h 788699"/>
                <a:gd name="connsiteX137" fmla="*/ 550437 w 625521"/>
                <a:gd name="connsiteY137" fmla="*/ 357340 h 788699"/>
                <a:gd name="connsiteX138" fmla="*/ 550437 w 625521"/>
                <a:gd name="connsiteY138" fmla="*/ 362780 h 788699"/>
                <a:gd name="connsiteX139" fmla="*/ 534119 w 625521"/>
                <a:gd name="connsiteY139" fmla="*/ 384537 h 788699"/>
                <a:gd name="connsiteX140" fmla="*/ 520520 w 625521"/>
                <a:gd name="connsiteY140" fmla="*/ 389976 h 788699"/>
                <a:gd name="connsiteX141" fmla="*/ 512362 w 625521"/>
                <a:gd name="connsiteY141" fmla="*/ 395415 h 788699"/>
                <a:gd name="connsiteX142" fmla="*/ 512362 w 625521"/>
                <a:gd name="connsiteY142" fmla="*/ 398135 h 788699"/>
                <a:gd name="connsiteX143" fmla="*/ 512362 w 625521"/>
                <a:gd name="connsiteY143" fmla="*/ 409014 h 788699"/>
                <a:gd name="connsiteX144" fmla="*/ 512362 w 625521"/>
                <a:gd name="connsiteY144" fmla="*/ 414453 h 788699"/>
                <a:gd name="connsiteX145" fmla="*/ 512362 w 625521"/>
                <a:gd name="connsiteY145" fmla="*/ 438930 h 788699"/>
                <a:gd name="connsiteX146" fmla="*/ 515081 w 625521"/>
                <a:gd name="connsiteY146" fmla="*/ 504202 h 788699"/>
                <a:gd name="connsiteX147" fmla="*/ 520520 w 625521"/>
                <a:gd name="connsiteY147" fmla="*/ 572193 h 788699"/>
                <a:gd name="connsiteX148" fmla="*/ 517800 w 625521"/>
                <a:gd name="connsiteY148" fmla="*/ 604829 h 788699"/>
                <a:gd name="connsiteX149" fmla="*/ 512362 w 625521"/>
                <a:gd name="connsiteY149" fmla="*/ 661942 h 788699"/>
                <a:gd name="connsiteX150" fmla="*/ 509642 w 625521"/>
                <a:gd name="connsiteY150" fmla="*/ 670101 h 788699"/>
                <a:gd name="connsiteX151" fmla="*/ 512362 w 625521"/>
                <a:gd name="connsiteY151" fmla="*/ 680979 h 788699"/>
                <a:gd name="connsiteX152" fmla="*/ 512362 w 625521"/>
                <a:gd name="connsiteY152" fmla="*/ 686419 h 788699"/>
                <a:gd name="connsiteX153" fmla="*/ 536838 w 625521"/>
                <a:gd name="connsiteY153" fmla="*/ 680979 h 788699"/>
                <a:gd name="connsiteX154" fmla="*/ 536838 w 625521"/>
                <a:gd name="connsiteY154" fmla="*/ 680979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</a:cxnLst>
              <a:rect l="l" t="t" r="r" b="b"/>
              <a:pathLst>
                <a:path w="625521" h="788699">
                  <a:moveTo>
                    <a:pt x="536838" y="680979"/>
                  </a:moveTo>
                  <a:cubicBezTo>
                    <a:pt x="550437" y="680979"/>
                    <a:pt x="574913" y="680979"/>
                    <a:pt x="574913" y="697297"/>
                  </a:cubicBezTo>
                  <a:cubicBezTo>
                    <a:pt x="574913" y="705456"/>
                    <a:pt x="572194" y="708176"/>
                    <a:pt x="566755" y="713615"/>
                  </a:cubicBezTo>
                  <a:cubicBezTo>
                    <a:pt x="561315" y="719054"/>
                    <a:pt x="555876" y="721774"/>
                    <a:pt x="550437" y="721774"/>
                  </a:cubicBezTo>
                  <a:cubicBezTo>
                    <a:pt x="539558" y="724494"/>
                    <a:pt x="534119" y="724494"/>
                    <a:pt x="528680" y="724494"/>
                  </a:cubicBezTo>
                  <a:cubicBezTo>
                    <a:pt x="517800" y="724494"/>
                    <a:pt x="428052" y="724494"/>
                    <a:pt x="417174" y="724494"/>
                  </a:cubicBezTo>
                  <a:cubicBezTo>
                    <a:pt x="403575" y="724494"/>
                    <a:pt x="414454" y="724494"/>
                    <a:pt x="398136" y="724494"/>
                  </a:cubicBezTo>
                  <a:cubicBezTo>
                    <a:pt x="389977" y="724494"/>
                    <a:pt x="381817" y="724494"/>
                    <a:pt x="373659" y="724494"/>
                  </a:cubicBezTo>
                  <a:cubicBezTo>
                    <a:pt x="365500" y="724494"/>
                    <a:pt x="354621" y="721774"/>
                    <a:pt x="346462" y="719054"/>
                  </a:cubicBezTo>
                  <a:cubicBezTo>
                    <a:pt x="338304" y="716335"/>
                    <a:pt x="330144" y="708176"/>
                    <a:pt x="330144" y="702737"/>
                  </a:cubicBezTo>
                  <a:cubicBezTo>
                    <a:pt x="330144" y="700017"/>
                    <a:pt x="330144" y="697297"/>
                    <a:pt x="335584" y="694578"/>
                  </a:cubicBezTo>
                  <a:cubicBezTo>
                    <a:pt x="341023" y="691858"/>
                    <a:pt x="351902" y="689138"/>
                    <a:pt x="357341" y="686419"/>
                  </a:cubicBezTo>
                  <a:cubicBezTo>
                    <a:pt x="373659" y="683699"/>
                    <a:pt x="387257" y="680979"/>
                    <a:pt x="395416" y="680979"/>
                  </a:cubicBezTo>
                  <a:cubicBezTo>
                    <a:pt x="387257" y="675540"/>
                    <a:pt x="384537" y="670101"/>
                    <a:pt x="381817" y="656502"/>
                  </a:cubicBezTo>
                  <a:cubicBezTo>
                    <a:pt x="379098" y="632026"/>
                    <a:pt x="379098" y="610268"/>
                    <a:pt x="379098" y="585791"/>
                  </a:cubicBezTo>
                  <a:cubicBezTo>
                    <a:pt x="379098" y="564034"/>
                    <a:pt x="379098" y="542277"/>
                    <a:pt x="379098" y="517800"/>
                  </a:cubicBezTo>
                  <a:cubicBezTo>
                    <a:pt x="379098" y="504202"/>
                    <a:pt x="379098" y="487884"/>
                    <a:pt x="379098" y="474286"/>
                  </a:cubicBezTo>
                  <a:cubicBezTo>
                    <a:pt x="379098" y="457968"/>
                    <a:pt x="376379" y="444369"/>
                    <a:pt x="379098" y="430771"/>
                  </a:cubicBezTo>
                  <a:cubicBezTo>
                    <a:pt x="379098" y="425332"/>
                    <a:pt x="381817" y="417173"/>
                    <a:pt x="381817" y="411733"/>
                  </a:cubicBezTo>
                  <a:cubicBezTo>
                    <a:pt x="381817" y="406294"/>
                    <a:pt x="381817" y="403575"/>
                    <a:pt x="379098" y="400855"/>
                  </a:cubicBezTo>
                  <a:cubicBezTo>
                    <a:pt x="376379" y="400855"/>
                    <a:pt x="373659" y="398135"/>
                    <a:pt x="370939" y="398135"/>
                  </a:cubicBezTo>
                  <a:cubicBezTo>
                    <a:pt x="360061" y="398135"/>
                    <a:pt x="343742" y="400855"/>
                    <a:pt x="338304" y="400855"/>
                  </a:cubicBezTo>
                  <a:cubicBezTo>
                    <a:pt x="330144" y="400855"/>
                    <a:pt x="319266" y="403575"/>
                    <a:pt x="289349" y="403575"/>
                  </a:cubicBezTo>
                  <a:cubicBezTo>
                    <a:pt x="275751" y="403575"/>
                    <a:pt x="267592" y="400855"/>
                    <a:pt x="264872" y="400855"/>
                  </a:cubicBezTo>
                  <a:cubicBezTo>
                    <a:pt x="262153" y="400855"/>
                    <a:pt x="259433" y="400855"/>
                    <a:pt x="259433" y="406294"/>
                  </a:cubicBezTo>
                  <a:cubicBezTo>
                    <a:pt x="259433" y="414453"/>
                    <a:pt x="259433" y="419892"/>
                    <a:pt x="259433" y="425332"/>
                  </a:cubicBezTo>
                  <a:cubicBezTo>
                    <a:pt x="259433" y="433491"/>
                    <a:pt x="259433" y="441650"/>
                    <a:pt x="259433" y="449809"/>
                  </a:cubicBezTo>
                  <a:cubicBezTo>
                    <a:pt x="259433" y="457968"/>
                    <a:pt x="259433" y="463407"/>
                    <a:pt x="259433" y="471566"/>
                  </a:cubicBezTo>
                  <a:cubicBezTo>
                    <a:pt x="259433" y="482445"/>
                    <a:pt x="259433" y="493323"/>
                    <a:pt x="259433" y="504202"/>
                  </a:cubicBezTo>
                  <a:cubicBezTo>
                    <a:pt x="259433" y="506921"/>
                    <a:pt x="259433" y="506921"/>
                    <a:pt x="259433" y="509641"/>
                  </a:cubicBezTo>
                  <a:cubicBezTo>
                    <a:pt x="259433" y="520520"/>
                    <a:pt x="256714" y="531398"/>
                    <a:pt x="256714" y="542277"/>
                  </a:cubicBezTo>
                  <a:cubicBezTo>
                    <a:pt x="256714" y="553156"/>
                    <a:pt x="256714" y="566754"/>
                    <a:pt x="256714" y="577632"/>
                  </a:cubicBezTo>
                  <a:cubicBezTo>
                    <a:pt x="256714" y="588511"/>
                    <a:pt x="256714" y="599390"/>
                    <a:pt x="256714" y="612988"/>
                  </a:cubicBezTo>
                  <a:cubicBezTo>
                    <a:pt x="256714" y="629306"/>
                    <a:pt x="253994" y="642904"/>
                    <a:pt x="253994" y="656502"/>
                  </a:cubicBezTo>
                  <a:cubicBezTo>
                    <a:pt x="253994" y="664661"/>
                    <a:pt x="256714" y="672820"/>
                    <a:pt x="256714" y="678260"/>
                  </a:cubicBezTo>
                  <a:cubicBezTo>
                    <a:pt x="270312" y="678260"/>
                    <a:pt x="286629" y="680979"/>
                    <a:pt x="286629" y="694578"/>
                  </a:cubicBezTo>
                  <a:cubicBezTo>
                    <a:pt x="286629" y="702737"/>
                    <a:pt x="283910" y="705456"/>
                    <a:pt x="281191" y="710895"/>
                  </a:cubicBezTo>
                  <a:cubicBezTo>
                    <a:pt x="275751" y="716335"/>
                    <a:pt x="270312" y="719054"/>
                    <a:pt x="264872" y="719054"/>
                  </a:cubicBezTo>
                  <a:cubicBezTo>
                    <a:pt x="256714" y="721774"/>
                    <a:pt x="248554" y="721774"/>
                    <a:pt x="243116" y="721774"/>
                  </a:cubicBezTo>
                  <a:cubicBezTo>
                    <a:pt x="243116" y="721774"/>
                    <a:pt x="243116" y="721774"/>
                    <a:pt x="243116" y="721774"/>
                  </a:cubicBezTo>
                  <a:cubicBezTo>
                    <a:pt x="237676" y="724494"/>
                    <a:pt x="237676" y="724494"/>
                    <a:pt x="232236" y="727214"/>
                  </a:cubicBezTo>
                  <a:cubicBezTo>
                    <a:pt x="229517" y="729933"/>
                    <a:pt x="229517" y="732653"/>
                    <a:pt x="224078" y="735372"/>
                  </a:cubicBezTo>
                  <a:cubicBezTo>
                    <a:pt x="221358" y="738092"/>
                    <a:pt x="215919" y="738092"/>
                    <a:pt x="213199" y="738092"/>
                  </a:cubicBezTo>
                  <a:cubicBezTo>
                    <a:pt x="199601" y="738092"/>
                    <a:pt x="188722" y="735372"/>
                    <a:pt x="183283" y="727214"/>
                  </a:cubicBezTo>
                  <a:cubicBezTo>
                    <a:pt x="180563" y="724494"/>
                    <a:pt x="177843" y="721774"/>
                    <a:pt x="175124" y="719054"/>
                  </a:cubicBezTo>
                  <a:cubicBezTo>
                    <a:pt x="161526" y="719054"/>
                    <a:pt x="150646" y="719054"/>
                    <a:pt x="145208" y="719054"/>
                  </a:cubicBezTo>
                  <a:cubicBezTo>
                    <a:pt x="131609" y="719054"/>
                    <a:pt x="142488" y="719054"/>
                    <a:pt x="126170" y="719054"/>
                  </a:cubicBezTo>
                  <a:cubicBezTo>
                    <a:pt x="118011" y="719054"/>
                    <a:pt x="109852" y="719054"/>
                    <a:pt x="101693" y="719054"/>
                  </a:cubicBezTo>
                  <a:cubicBezTo>
                    <a:pt x="93534" y="719054"/>
                    <a:pt x="82655" y="719054"/>
                    <a:pt x="74496" y="713615"/>
                  </a:cubicBezTo>
                  <a:cubicBezTo>
                    <a:pt x="66338" y="710895"/>
                    <a:pt x="58178" y="702737"/>
                    <a:pt x="58178" y="697297"/>
                  </a:cubicBezTo>
                  <a:cubicBezTo>
                    <a:pt x="58178" y="694578"/>
                    <a:pt x="58178" y="691858"/>
                    <a:pt x="63618" y="689138"/>
                  </a:cubicBezTo>
                  <a:cubicBezTo>
                    <a:pt x="69057" y="686419"/>
                    <a:pt x="79936" y="683699"/>
                    <a:pt x="85375" y="680979"/>
                  </a:cubicBezTo>
                  <a:cubicBezTo>
                    <a:pt x="98973" y="678260"/>
                    <a:pt x="118011" y="678260"/>
                    <a:pt x="131609" y="675540"/>
                  </a:cubicBezTo>
                  <a:cubicBezTo>
                    <a:pt x="131609" y="672820"/>
                    <a:pt x="131609" y="670101"/>
                    <a:pt x="131609" y="667381"/>
                  </a:cubicBezTo>
                  <a:cubicBezTo>
                    <a:pt x="131609" y="661942"/>
                    <a:pt x="131609" y="656502"/>
                    <a:pt x="131609" y="651063"/>
                  </a:cubicBezTo>
                  <a:cubicBezTo>
                    <a:pt x="131609" y="640184"/>
                    <a:pt x="131609" y="629306"/>
                    <a:pt x="131609" y="618427"/>
                  </a:cubicBezTo>
                  <a:cubicBezTo>
                    <a:pt x="131609" y="604829"/>
                    <a:pt x="131609" y="593950"/>
                    <a:pt x="131609" y="580352"/>
                  </a:cubicBezTo>
                  <a:cubicBezTo>
                    <a:pt x="131609" y="564034"/>
                    <a:pt x="131609" y="547716"/>
                    <a:pt x="131609" y="531398"/>
                  </a:cubicBezTo>
                  <a:cubicBezTo>
                    <a:pt x="131609" y="509641"/>
                    <a:pt x="131609" y="487884"/>
                    <a:pt x="131609" y="466126"/>
                  </a:cubicBezTo>
                  <a:cubicBezTo>
                    <a:pt x="131609" y="452528"/>
                    <a:pt x="131609" y="436210"/>
                    <a:pt x="131609" y="422612"/>
                  </a:cubicBezTo>
                  <a:cubicBezTo>
                    <a:pt x="131609" y="419892"/>
                    <a:pt x="131609" y="414453"/>
                    <a:pt x="131609" y="411733"/>
                  </a:cubicBezTo>
                  <a:cubicBezTo>
                    <a:pt x="131609" y="409014"/>
                    <a:pt x="131609" y="400855"/>
                    <a:pt x="131609" y="398135"/>
                  </a:cubicBezTo>
                  <a:cubicBezTo>
                    <a:pt x="131609" y="392696"/>
                    <a:pt x="131609" y="392696"/>
                    <a:pt x="126170" y="389976"/>
                  </a:cubicBezTo>
                  <a:cubicBezTo>
                    <a:pt x="123450" y="389976"/>
                    <a:pt x="109852" y="387257"/>
                    <a:pt x="101693" y="387257"/>
                  </a:cubicBezTo>
                  <a:cubicBezTo>
                    <a:pt x="90814" y="384537"/>
                    <a:pt x="77216" y="381817"/>
                    <a:pt x="77216" y="376378"/>
                  </a:cubicBezTo>
                  <a:cubicBezTo>
                    <a:pt x="77216" y="373658"/>
                    <a:pt x="79936" y="370939"/>
                    <a:pt x="82655" y="368219"/>
                  </a:cubicBezTo>
                  <a:cubicBezTo>
                    <a:pt x="88095" y="365499"/>
                    <a:pt x="93534" y="362780"/>
                    <a:pt x="98973" y="360060"/>
                  </a:cubicBezTo>
                  <a:cubicBezTo>
                    <a:pt x="104413" y="360060"/>
                    <a:pt x="112571" y="357340"/>
                    <a:pt x="118011" y="357340"/>
                  </a:cubicBezTo>
                  <a:cubicBezTo>
                    <a:pt x="126170" y="354621"/>
                    <a:pt x="128890" y="357340"/>
                    <a:pt x="131609" y="351901"/>
                  </a:cubicBezTo>
                  <a:cubicBezTo>
                    <a:pt x="131609" y="349181"/>
                    <a:pt x="131609" y="346462"/>
                    <a:pt x="131609" y="343742"/>
                  </a:cubicBezTo>
                  <a:cubicBezTo>
                    <a:pt x="131609" y="319265"/>
                    <a:pt x="131609" y="294788"/>
                    <a:pt x="131609" y="270311"/>
                  </a:cubicBezTo>
                  <a:cubicBezTo>
                    <a:pt x="131609" y="226797"/>
                    <a:pt x="131609" y="186002"/>
                    <a:pt x="137048" y="145207"/>
                  </a:cubicBezTo>
                  <a:cubicBezTo>
                    <a:pt x="137048" y="139768"/>
                    <a:pt x="137048" y="131609"/>
                    <a:pt x="139768" y="123450"/>
                  </a:cubicBezTo>
                  <a:cubicBezTo>
                    <a:pt x="134329" y="123450"/>
                    <a:pt x="137048" y="123450"/>
                    <a:pt x="123450" y="123450"/>
                  </a:cubicBezTo>
                  <a:cubicBezTo>
                    <a:pt x="120731" y="123450"/>
                    <a:pt x="120731" y="123450"/>
                    <a:pt x="118011" y="123450"/>
                  </a:cubicBezTo>
                  <a:cubicBezTo>
                    <a:pt x="112571" y="123450"/>
                    <a:pt x="107133" y="123450"/>
                    <a:pt x="101693" y="123450"/>
                  </a:cubicBezTo>
                  <a:cubicBezTo>
                    <a:pt x="93534" y="123450"/>
                    <a:pt x="82655" y="120730"/>
                    <a:pt x="74496" y="118011"/>
                  </a:cubicBezTo>
                  <a:cubicBezTo>
                    <a:pt x="66338" y="115291"/>
                    <a:pt x="58178" y="107132"/>
                    <a:pt x="58178" y="101693"/>
                  </a:cubicBezTo>
                  <a:cubicBezTo>
                    <a:pt x="58178" y="98973"/>
                    <a:pt x="58178" y="96253"/>
                    <a:pt x="63618" y="93534"/>
                  </a:cubicBezTo>
                  <a:cubicBezTo>
                    <a:pt x="66338" y="90814"/>
                    <a:pt x="77216" y="88095"/>
                    <a:pt x="85375" y="85375"/>
                  </a:cubicBezTo>
                  <a:cubicBezTo>
                    <a:pt x="104413" y="82655"/>
                    <a:pt x="128890" y="82655"/>
                    <a:pt x="137048" y="82655"/>
                  </a:cubicBezTo>
                  <a:cubicBezTo>
                    <a:pt x="139768" y="82655"/>
                    <a:pt x="142488" y="82655"/>
                    <a:pt x="147927" y="82655"/>
                  </a:cubicBezTo>
                  <a:cubicBezTo>
                    <a:pt x="153366" y="69057"/>
                    <a:pt x="164245" y="58178"/>
                    <a:pt x="186003" y="58178"/>
                  </a:cubicBezTo>
                  <a:cubicBezTo>
                    <a:pt x="202321" y="58178"/>
                    <a:pt x="215919" y="66337"/>
                    <a:pt x="226797" y="79936"/>
                  </a:cubicBezTo>
                  <a:cubicBezTo>
                    <a:pt x="237676" y="79936"/>
                    <a:pt x="248554" y="79936"/>
                    <a:pt x="253994" y="79936"/>
                  </a:cubicBezTo>
                  <a:cubicBezTo>
                    <a:pt x="267592" y="79936"/>
                    <a:pt x="294789" y="79936"/>
                    <a:pt x="294789" y="96253"/>
                  </a:cubicBezTo>
                  <a:cubicBezTo>
                    <a:pt x="294789" y="104412"/>
                    <a:pt x="289349" y="107132"/>
                    <a:pt x="283910" y="112571"/>
                  </a:cubicBezTo>
                  <a:cubicBezTo>
                    <a:pt x="278471" y="118011"/>
                    <a:pt x="273031" y="120730"/>
                    <a:pt x="267592" y="120730"/>
                  </a:cubicBezTo>
                  <a:cubicBezTo>
                    <a:pt x="259433" y="123450"/>
                    <a:pt x="251274" y="123450"/>
                    <a:pt x="245835" y="123450"/>
                  </a:cubicBezTo>
                  <a:cubicBezTo>
                    <a:pt x="245835" y="123450"/>
                    <a:pt x="243116" y="123450"/>
                    <a:pt x="237676" y="123450"/>
                  </a:cubicBezTo>
                  <a:cubicBezTo>
                    <a:pt x="237676" y="126170"/>
                    <a:pt x="237676" y="126170"/>
                    <a:pt x="240396" y="128889"/>
                  </a:cubicBezTo>
                  <a:cubicBezTo>
                    <a:pt x="245835" y="145207"/>
                    <a:pt x="248554" y="161525"/>
                    <a:pt x="251274" y="177843"/>
                  </a:cubicBezTo>
                  <a:cubicBezTo>
                    <a:pt x="253994" y="194161"/>
                    <a:pt x="253994" y="210479"/>
                    <a:pt x="256714" y="226797"/>
                  </a:cubicBezTo>
                  <a:cubicBezTo>
                    <a:pt x="259433" y="243115"/>
                    <a:pt x="262153" y="256713"/>
                    <a:pt x="262153" y="273031"/>
                  </a:cubicBezTo>
                  <a:cubicBezTo>
                    <a:pt x="262153" y="278470"/>
                    <a:pt x="262153" y="283910"/>
                    <a:pt x="262153" y="289349"/>
                  </a:cubicBezTo>
                  <a:lnTo>
                    <a:pt x="262153" y="297508"/>
                  </a:lnTo>
                  <a:cubicBezTo>
                    <a:pt x="262153" y="305667"/>
                    <a:pt x="262153" y="313826"/>
                    <a:pt x="264872" y="321985"/>
                  </a:cubicBezTo>
                  <a:cubicBezTo>
                    <a:pt x="264872" y="327424"/>
                    <a:pt x="270312" y="330144"/>
                    <a:pt x="270312" y="335583"/>
                  </a:cubicBezTo>
                  <a:cubicBezTo>
                    <a:pt x="270312" y="335583"/>
                    <a:pt x="270312" y="338303"/>
                    <a:pt x="270312" y="338303"/>
                  </a:cubicBezTo>
                  <a:cubicBezTo>
                    <a:pt x="270312" y="341022"/>
                    <a:pt x="270312" y="343742"/>
                    <a:pt x="270312" y="346462"/>
                  </a:cubicBezTo>
                  <a:cubicBezTo>
                    <a:pt x="270312" y="351901"/>
                    <a:pt x="273031" y="354621"/>
                    <a:pt x="278471" y="354621"/>
                  </a:cubicBezTo>
                  <a:cubicBezTo>
                    <a:pt x="289349" y="354621"/>
                    <a:pt x="335584" y="351901"/>
                    <a:pt x="338304" y="349181"/>
                  </a:cubicBezTo>
                  <a:cubicBezTo>
                    <a:pt x="346462" y="349181"/>
                    <a:pt x="357341" y="349181"/>
                    <a:pt x="365500" y="349181"/>
                  </a:cubicBezTo>
                  <a:cubicBezTo>
                    <a:pt x="370939" y="349181"/>
                    <a:pt x="376379" y="349181"/>
                    <a:pt x="381817" y="349181"/>
                  </a:cubicBezTo>
                  <a:cubicBezTo>
                    <a:pt x="387257" y="349181"/>
                    <a:pt x="392697" y="346462"/>
                    <a:pt x="392697" y="338303"/>
                  </a:cubicBezTo>
                  <a:cubicBezTo>
                    <a:pt x="392697" y="330144"/>
                    <a:pt x="389977" y="316545"/>
                    <a:pt x="389977" y="313826"/>
                  </a:cubicBezTo>
                  <a:cubicBezTo>
                    <a:pt x="389977" y="294788"/>
                    <a:pt x="389977" y="278470"/>
                    <a:pt x="392697" y="262152"/>
                  </a:cubicBezTo>
                  <a:cubicBezTo>
                    <a:pt x="392697" y="259433"/>
                    <a:pt x="395416" y="243115"/>
                    <a:pt x="395416" y="224077"/>
                  </a:cubicBezTo>
                  <a:cubicBezTo>
                    <a:pt x="395416" y="207759"/>
                    <a:pt x="398136" y="188722"/>
                    <a:pt x="398136" y="177843"/>
                  </a:cubicBezTo>
                  <a:cubicBezTo>
                    <a:pt x="398136" y="169684"/>
                    <a:pt x="395416" y="158806"/>
                    <a:pt x="395416" y="153366"/>
                  </a:cubicBezTo>
                  <a:cubicBezTo>
                    <a:pt x="395416" y="145207"/>
                    <a:pt x="395416" y="142488"/>
                    <a:pt x="395416" y="137048"/>
                  </a:cubicBezTo>
                  <a:cubicBezTo>
                    <a:pt x="389977" y="137048"/>
                    <a:pt x="384537" y="137048"/>
                    <a:pt x="379098" y="137048"/>
                  </a:cubicBezTo>
                  <a:cubicBezTo>
                    <a:pt x="370939" y="137048"/>
                    <a:pt x="360061" y="134329"/>
                    <a:pt x="351902" y="131609"/>
                  </a:cubicBezTo>
                  <a:cubicBezTo>
                    <a:pt x="343742" y="128889"/>
                    <a:pt x="338304" y="120730"/>
                    <a:pt x="338304" y="115291"/>
                  </a:cubicBezTo>
                  <a:cubicBezTo>
                    <a:pt x="338304" y="112571"/>
                    <a:pt x="338304" y="109852"/>
                    <a:pt x="343742" y="107132"/>
                  </a:cubicBezTo>
                  <a:cubicBezTo>
                    <a:pt x="349182" y="104412"/>
                    <a:pt x="357341" y="101693"/>
                    <a:pt x="362780" y="98973"/>
                  </a:cubicBezTo>
                  <a:cubicBezTo>
                    <a:pt x="373659" y="96253"/>
                    <a:pt x="387257" y="96253"/>
                    <a:pt x="395416" y="96253"/>
                  </a:cubicBezTo>
                  <a:cubicBezTo>
                    <a:pt x="398136" y="93534"/>
                    <a:pt x="400855" y="90814"/>
                    <a:pt x="403575" y="90814"/>
                  </a:cubicBezTo>
                  <a:cubicBezTo>
                    <a:pt x="411734" y="90814"/>
                    <a:pt x="419893" y="88095"/>
                    <a:pt x="422612" y="88095"/>
                  </a:cubicBezTo>
                  <a:cubicBezTo>
                    <a:pt x="425332" y="88095"/>
                    <a:pt x="425332" y="88095"/>
                    <a:pt x="428052" y="88095"/>
                  </a:cubicBezTo>
                  <a:cubicBezTo>
                    <a:pt x="433492" y="88095"/>
                    <a:pt x="441650" y="88095"/>
                    <a:pt x="447090" y="90814"/>
                  </a:cubicBezTo>
                  <a:cubicBezTo>
                    <a:pt x="449809" y="90814"/>
                    <a:pt x="452529" y="93534"/>
                    <a:pt x="455249" y="96253"/>
                  </a:cubicBezTo>
                  <a:cubicBezTo>
                    <a:pt x="482445" y="96253"/>
                    <a:pt x="509642" y="93534"/>
                    <a:pt x="525960" y="93534"/>
                  </a:cubicBezTo>
                  <a:cubicBezTo>
                    <a:pt x="539558" y="93534"/>
                    <a:pt x="561315" y="93534"/>
                    <a:pt x="561315" y="109852"/>
                  </a:cubicBezTo>
                  <a:cubicBezTo>
                    <a:pt x="561315" y="118011"/>
                    <a:pt x="561315" y="120730"/>
                    <a:pt x="555876" y="126170"/>
                  </a:cubicBezTo>
                  <a:cubicBezTo>
                    <a:pt x="550437" y="131609"/>
                    <a:pt x="544997" y="134329"/>
                    <a:pt x="539558" y="134329"/>
                  </a:cubicBezTo>
                  <a:cubicBezTo>
                    <a:pt x="531399" y="137048"/>
                    <a:pt x="523240" y="137048"/>
                    <a:pt x="517800" y="137048"/>
                  </a:cubicBezTo>
                  <a:cubicBezTo>
                    <a:pt x="515081" y="137048"/>
                    <a:pt x="498763" y="137048"/>
                    <a:pt x="477006" y="137048"/>
                  </a:cubicBezTo>
                  <a:cubicBezTo>
                    <a:pt x="479725" y="145207"/>
                    <a:pt x="485165" y="153366"/>
                    <a:pt x="485165" y="161525"/>
                  </a:cubicBezTo>
                  <a:cubicBezTo>
                    <a:pt x="487885" y="177843"/>
                    <a:pt x="493324" y="194161"/>
                    <a:pt x="496043" y="210479"/>
                  </a:cubicBezTo>
                  <a:cubicBezTo>
                    <a:pt x="498763" y="224077"/>
                    <a:pt x="498763" y="237676"/>
                    <a:pt x="501483" y="251274"/>
                  </a:cubicBezTo>
                  <a:cubicBezTo>
                    <a:pt x="504202" y="264872"/>
                    <a:pt x="506922" y="275751"/>
                    <a:pt x="506922" y="292069"/>
                  </a:cubicBezTo>
                  <a:cubicBezTo>
                    <a:pt x="506922" y="302947"/>
                    <a:pt x="506922" y="311106"/>
                    <a:pt x="506922" y="321985"/>
                  </a:cubicBezTo>
                  <a:cubicBezTo>
                    <a:pt x="506922" y="327424"/>
                    <a:pt x="509642" y="335583"/>
                    <a:pt x="509642" y="341022"/>
                  </a:cubicBezTo>
                  <a:cubicBezTo>
                    <a:pt x="509642" y="343742"/>
                    <a:pt x="509642" y="343742"/>
                    <a:pt x="509642" y="343742"/>
                  </a:cubicBezTo>
                  <a:cubicBezTo>
                    <a:pt x="509642" y="349181"/>
                    <a:pt x="515081" y="349181"/>
                    <a:pt x="517800" y="349181"/>
                  </a:cubicBezTo>
                  <a:cubicBezTo>
                    <a:pt x="520520" y="349181"/>
                    <a:pt x="523240" y="349181"/>
                    <a:pt x="528680" y="349181"/>
                  </a:cubicBezTo>
                  <a:cubicBezTo>
                    <a:pt x="536838" y="349181"/>
                    <a:pt x="547717" y="349181"/>
                    <a:pt x="550437" y="357340"/>
                  </a:cubicBezTo>
                  <a:cubicBezTo>
                    <a:pt x="550437" y="360060"/>
                    <a:pt x="550437" y="360060"/>
                    <a:pt x="550437" y="362780"/>
                  </a:cubicBezTo>
                  <a:cubicBezTo>
                    <a:pt x="550437" y="370939"/>
                    <a:pt x="539558" y="381817"/>
                    <a:pt x="534119" y="384537"/>
                  </a:cubicBezTo>
                  <a:cubicBezTo>
                    <a:pt x="531399" y="387257"/>
                    <a:pt x="523240" y="387257"/>
                    <a:pt x="520520" y="389976"/>
                  </a:cubicBezTo>
                  <a:cubicBezTo>
                    <a:pt x="515081" y="389976"/>
                    <a:pt x="512362" y="392696"/>
                    <a:pt x="512362" y="395415"/>
                  </a:cubicBezTo>
                  <a:cubicBezTo>
                    <a:pt x="512362" y="395415"/>
                    <a:pt x="512362" y="398135"/>
                    <a:pt x="512362" y="398135"/>
                  </a:cubicBezTo>
                  <a:cubicBezTo>
                    <a:pt x="512362" y="400855"/>
                    <a:pt x="512362" y="406294"/>
                    <a:pt x="512362" y="409014"/>
                  </a:cubicBezTo>
                  <a:cubicBezTo>
                    <a:pt x="512362" y="411733"/>
                    <a:pt x="512362" y="411733"/>
                    <a:pt x="512362" y="414453"/>
                  </a:cubicBezTo>
                  <a:cubicBezTo>
                    <a:pt x="512362" y="422612"/>
                    <a:pt x="512362" y="430771"/>
                    <a:pt x="512362" y="438930"/>
                  </a:cubicBezTo>
                  <a:cubicBezTo>
                    <a:pt x="512362" y="460687"/>
                    <a:pt x="512362" y="482445"/>
                    <a:pt x="515081" y="504202"/>
                  </a:cubicBezTo>
                  <a:cubicBezTo>
                    <a:pt x="517800" y="525959"/>
                    <a:pt x="520520" y="550436"/>
                    <a:pt x="520520" y="572193"/>
                  </a:cubicBezTo>
                  <a:cubicBezTo>
                    <a:pt x="520520" y="583072"/>
                    <a:pt x="520520" y="593950"/>
                    <a:pt x="517800" y="604829"/>
                  </a:cubicBezTo>
                  <a:cubicBezTo>
                    <a:pt x="515081" y="623867"/>
                    <a:pt x="515081" y="642904"/>
                    <a:pt x="512362" y="661942"/>
                  </a:cubicBezTo>
                  <a:cubicBezTo>
                    <a:pt x="512362" y="664661"/>
                    <a:pt x="509642" y="667381"/>
                    <a:pt x="509642" y="670101"/>
                  </a:cubicBezTo>
                  <a:cubicBezTo>
                    <a:pt x="509642" y="672820"/>
                    <a:pt x="512362" y="678260"/>
                    <a:pt x="512362" y="680979"/>
                  </a:cubicBezTo>
                  <a:cubicBezTo>
                    <a:pt x="512362" y="683699"/>
                    <a:pt x="512362" y="686419"/>
                    <a:pt x="512362" y="686419"/>
                  </a:cubicBezTo>
                  <a:cubicBezTo>
                    <a:pt x="517800" y="680979"/>
                    <a:pt x="528680" y="680979"/>
                    <a:pt x="536838" y="680979"/>
                  </a:cubicBezTo>
                  <a:lnTo>
                    <a:pt x="536838" y="680979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13B3252F-B372-453C-853F-96C6D6241684}"/>
                </a:ext>
              </a:extLst>
            </p:cNvPr>
            <p:cNvSpPr/>
            <p:nvPr/>
          </p:nvSpPr>
          <p:spPr>
            <a:xfrm>
              <a:off x="9592416" y="4192158"/>
              <a:ext cx="516735" cy="761503"/>
            </a:xfrm>
            <a:custGeom>
              <a:avLst/>
              <a:gdLst>
                <a:gd name="connsiteX0" fmla="*/ 463407 w 516735"/>
                <a:gd name="connsiteY0" fmla="*/ 194161 h 761503"/>
                <a:gd name="connsiteX1" fmla="*/ 447089 w 516735"/>
                <a:gd name="connsiteY1" fmla="*/ 226797 h 761503"/>
                <a:gd name="connsiteX2" fmla="*/ 430771 w 516735"/>
                <a:gd name="connsiteY2" fmla="*/ 221357 h 761503"/>
                <a:gd name="connsiteX3" fmla="*/ 422612 w 516735"/>
                <a:gd name="connsiteY3" fmla="*/ 207759 h 761503"/>
                <a:gd name="connsiteX4" fmla="*/ 419893 w 516735"/>
                <a:gd name="connsiteY4" fmla="*/ 188722 h 761503"/>
                <a:gd name="connsiteX5" fmla="*/ 419893 w 516735"/>
                <a:gd name="connsiteY5" fmla="*/ 139768 h 761503"/>
                <a:gd name="connsiteX6" fmla="*/ 419893 w 516735"/>
                <a:gd name="connsiteY6" fmla="*/ 120730 h 761503"/>
                <a:gd name="connsiteX7" fmla="*/ 395416 w 516735"/>
                <a:gd name="connsiteY7" fmla="*/ 120730 h 761503"/>
                <a:gd name="connsiteX8" fmla="*/ 370939 w 516735"/>
                <a:gd name="connsiteY8" fmla="*/ 120730 h 761503"/>
                <a:gd name="connsiteX9" fmla="*/ 346461 w 516735"/>
                <a:gd name="connsiteY9" fmla="*/ 123450 h 761503"/>
                <a:gd name="connsiteX10" fmla="*/ 335583 w 516735"/>
                <a:gd name="connsiteY10" fmla="*/ 123450 h 761503"/>
                <a:gd name="connsiteX11" fmla="*/ 335583 w 516735"/>
                <a:gd name="connsiteY11" fmla="*/ 123450 h 761503"/>
                <a:gd name="connsiteX12" fmla="*/ 324704 w 516735"/>
                <a:gd name="connsiteY12" fmla="*/ 128889 h 761503"/>
                <a:gd name="connsiteX13" fmla="*/ 327424 w 516735"/>
                <a:gd name="connsiteY13" fmla="*/ 139768 h 761503"/>
                <a:gd name="connsiteX14" fmla="*/ 330144 w 516735"/>
                <a:gd name="connsiteY14" fmla="*/ 175123 h 761503"/>
                <a:gd name="connsiteX15" fmla="*/ 330144 w 516735"/>
                <a:gd name="connsiteY15" fmla="*/ 199600 h 761503"/>
                <a:gd name="connsiteX16" fmla="*/ 327424 w 516735"/>
                <a:gd name="connsiteY16" fmla="*/ 224077 h 761503"/>
                <a:gd name="connsiteX17" fmla="*/ 330144 w 516735"/>
                <a:gd name="connsiteY17" fmla="*/ 251274 h 761503"/>
                <a:gd name="connsiteX18" fmla="*/ 327424 w 516735"/>
                <a:gd name="connsiteY18" fmla="*/ 278470 h 761503"/>
                <a:gd name="connsiteX19" fmla="*/ 327424 w 516735"/>
                <a:gd name="connsiteY19" fmla="*/ 332864 h 761503"/>
                <a:gd name="connsiteX20" fmla="*/ 330144 w 516735"/>
                <a:gd name="connsiteY20" fmla="*/ 357340 h 761503"/>
                <a:gd name="connsiteX21" fmla="*/ 330144 w 516735"/>
                <a:gd name="connsiteY21" fmla="*/ 368219 h 761503"/>
                <a:gd name="connsiteX22" fmla="*/ 332863 w 516735"/>
                <a:gd name="connsiteY22" fmla="*/ 387257 h 761503"/>
                <a:gd name="connsiteX23" fmla="*/ 332863 w 516735"/>
                <a:gd name="connsiteY23" fmla="*/ 433491 h 761503"/>
                <a:gd name="connsiteX24" fmla="*/ 332863 w 516735"/>
                <a:gd name="connsiteY24" fmla="*/ 487884 h 761503"/>
                <a:gd name="connsiteX25" fmla="*/ 330144 w 516735"/>
                <a:gd name="connsiteY25" fmla="*/ 512361 h 761503"/>
                <a:gd name="connsiteX26" fmla="*/ 330144 w 516735"/>
                <a:gd name="connsiteY26" fmla="*/ 539557 h 761503"/>
                <a:gd name="connsiteX27" fmla="*/ 332863 w 516735"/>
                <a:gd name="connsiteY27" fmla="*/ 593950 h 761503"/>
                <a:gd name="connsiteX28" fmla="*/ 332863 w 516735"/>
                <a:gd name="connsiteY28" fmla="*/ 648343 h 761503"/>
                <a:gd name="connsiteX29" fmla="*/ 332863 w 516735"/>
                <a:gd name="connsiteY29" fmla="*/ 656502 h 761503"/>
                <a:gd name="connsiteX30" fmla="*/ 357341 w 516735"/>
                <a:gd name="connsiteY30" fmla="*/ 656502 h 761503"/>
                <a:gd name="connsiteX31" fmla="*/ 395416 w 516735"/>
                <a:gd name="connsiteY31" fmla="*/ 675540 h 761503"/>
                <a:gd name="connsiteX32" fmla="*/ 389976 w 516735"/>
                <a:gd name="connsiteY32" fmla="*/ 691858 h 761503"/>
                <a:gd name="connsiteX33" fmla="*/ 373658 w 516735"/>
                <a:gd name="connsiteY33" fmla="*/ 700017 h 761503"/>
                <a:gd name="connsiteX34" fmla="*/ 351901 w 516735"/>
                <a:gd name="connsiteY34" fmla="*/ 702737 h 761503"/>
                <a:gd name="connsiteX35" fmla="*/ 319265 w 516735"/>
                <a:gd name="connsiteY35" fmla="*/ 702737 h 761503"/>
                <a:gd name="connsiteX36" fmla="*/ 311106 w 516735"/>
                <a:gd name="connsiteY36" fmla="*/ 708176 h 761503"/>
                <a:gd name="connsiteX37" fmla="*/ 289349 w 516735"/>
                <a:gd name="connsiteY37" fmla="*/ 713615 h 761503"/>
                <a:gd name="connsiteX38" fmla="*/ 270311 w 516735"/>
                <a:gd name="connsiteY38" fmla="*/ 713615 h 761503"/>
                <a:gd name="connsiteX39" fmla="*/ 243115 w 516735"/>
                <a:gd name="connsiteY39" fmla="*/ 705456 h 761503"/>
                <a:gd name="connsiteX40" fmla="*/ 237675 w 516735"/>
                <a:gd name="connsiteY40" fmla="*/ 702737 h 761503"/>
                <a:gd name="connsiteX41" fmla="*/ 199600 w 516735"/>
                <a:gd name="connsiteY41" fmla="*/ 702737 h 761503"/>
                <a:gd name="connsiteX42" fmla="*/ 175123 w 516735"/>
                <a:gd name="connsiteY42" fmla="*/ 702737 h 761503"/>
                <a:gd name="connsiteX43" fmla="*/ 147927 w 516735"/>
                <a:gd name="connsiteY43" fmla="*/ 697297 h 761503"/>
                <a:gd name="connsiteX44" fmla="*/ 131609 w 516735"/>
                <a:gd name="connsiteY44" fmla="*/ 678260 h 761503"/>
                <a:gd name="connsiteX45" fmla="*/ 137048 w 516735"/>
                <a:gd name="connsiteY45" fmla="*/ 670101 h 761503"/>
                <a:gd name="connsiteX46" fmla="*/ 158805 w 516735"/>
                <a:gd name="connsiteY46" fmla="*/ 661942 h 761503"/>
                <a:gd name="connsiteX47" fmla="*/ 199600 w 516735"/>
                <a:gd name="connsiteY47" fmla="*/ 659222 h 761503"/>
                <a:gd name="connsiteX48" fmla="*/ 199600 w 516735"/>
                <a:gd name="connsiteY48" fmla="*/ 659222 h 761503"/>
                <a:gd name="connsiteX49" fmla="*/ 196880 w 516735"/>
                <a:gd name="connsiteY49" fmla="*/ 629306 h 761503"/>
                <a:gd name="connsiteX50" fmla="*/ 199600 w 516735"/>
                <a:gd name="connsiteY50" fmla="*/ 574913 h 761503"/>
                <a:gd name="connsiteX51" fmla="*/ 202320 w 516735"/>
                <a:gd name="connsiteY51" fmla="*/ 523239 h 761503"/>
                <a:gd name="connsiteX52" fmla="*/ 205040 w 516735"/>
                <a:gd name="connsiteY52" fmla="*/ 460687 h 761503"/>
                <a:gd name="connsiteX53" fmla="*/ 205040 w 516735"/>
                <a:gd name="connsiteY53" fmla="*/ 417173 h 761503"/>
                <a:gd name="connsiteX54" fmla="*/ 207759 w 516735"/>
                <a:gd name="connsiteY54" fmla="*/ 392696 h 761503"/>
                <a:gd name="connsiteX55" fmla="*/ 210478 w 516735"/>
                <a:gd name="connsiteY55" fmla="*/ 368219 h 761503"/>
                <a:gd name="connsiteX56" fmla="*/ 210478 w 516735"/>
                <a:gd name="connsiteY56" fmla="*/ 313826 h 761503"/>
                <a:gd name="connsiteX57" fmla="*/ 210478 w 516735"/>
                <a:gd name="connsiteY57" fmla="*/ 259433 h 761503"/>
                <a:gd name="connsiteX58" fmla="*/ 210478 w 516735"/>
                <a:gd name="connsiteY58" fmla="*/ 213199 h 761503"/>
                <a:gd name="connsiteX59" fmla="*/ 210478 w 516735"/>
                <a:gd name="connsiteY59" fmla="*/ 145207 h 761503"/>
                <a:gd name="connsiteX60" fmla="*/ 213198 w 516735"/>
                <a:gd name="connsiteY60" fmla="*/ 131609 h 761503"/>
                <a:gd name="connsiteX61" fmla="*/ 205040 w 516735"/>
                <a:gd name="connsiteY61" fmla="*/ 123450 h 761503"/>
                <a:gd name="connsiteX62" fmla="*/ 161525 w 516735"/>
                <a:gd name="connsiteY62" fmla="*/ 123450 h 761503"/>
                <a:gd name="connsiteX63" fmla="*/ 112571 w 516735"/>
                <a:gd name="connsiteY63" fmla="*/ 120730 h 761503"/>
                <a:gd name="connsiteX64" fmla="*/ 104412 w 516735"/>
                <a:gd name="connsiteY64" fmla="*/ 118011 h 761503"/>
                <a:gd name="connsiteX65" fmla="*/ 107132 w 516735"/>
                <a:gd name="connsiteY65" fmla="*/ 191441 h 761503"/>
                <a:gd name="connsiteX66" fmla="*/ 90814 w 516735"/>
                <a:gd name="connsiteY66" fmla="*/ 224077 h 761503"/>
                <a:gd name="connsiteX67" fmla="*/ 74496 w 516735"/>
                <a:gd name="connsiteY67" fmla="*/ 218638 h 761503"/>
                <a:gd name="connsiteX68" fmla="*/ 66337 w 516735"/>
                <a:gd name="connsiteY68" fmla="*/ 205040 h 761503"/>
                <a:gd name="connsiteX69" fmla="*/ 63617 w 516735"/>
                <a:gd name="connsiteY69" fmla="*/ 186002 h 761503"/>
                <a:gd name="connsiteX70" fmla="*/ 63617 w 516735"/>
                <a:gd name="connsiteY70" fmla="*/ 145207 h 761503"/>
                <a:gd name="connsiteX71" fmla="*/ 63617 w 516735"/>
                <a:gd name="connsiteY71" fmla="*/ 109852 h 761503"/>
                <a:gd name="connsiteX72" fmla="*/ 58178 w 516735"/>
                <a:gd name="connsiteY72" fmla="*/ 96253 h 761503"/>
                <a:gd name="connsiteX73" fmla="*/ 66337 w 516735"/>
                <a:gd name="connsiteY73" fmla="*/ 85375 h 761503"/>
                <a:gd name="connsiteX74" fmla="*/ 93533 w 516735"/>
                <a:gd name="connsiteY74" fmla="*/ 77216 h 761503"/>
                <a:gd name="connsiteX75" fmla="*/ 115290 w 516735"/>
                <a:gd name="connsiteY75" fmla="*/ 77216 h 761503"/>
                <a:gd name="connsiteX76" fmla="*/ 169684 w 516735"/>
                <a:gd name="connsiteY76" fmla="*/ 74496 h 761503"/>
                <a:gd name="connsiteX77" fmla="*/ 194161 w 516735"/>
                <a:gd name="connsiteY77" fmla="*/ 71776 h 761503"/>
                <a:gd name="connsiteX78" fmla="*/ 196880 w 516735"/>
                <a:gd name="connsiteY78" fmla="*/ 71776 h 761503"/>
                <a:gd name="connsiteX79" fmla="*/ 210478 w 516735"/>
                <a:gd name="connsiteY79" fmla="*/ 71776 h 761503"/>
                <a:gd name="connsiteX80" fmla="*/ 218638 w 516735"/>
                <a:gd name="connsiteY80" fmla="*/ 71776 h 761503"/>
                <a:gd name="connsiteX81" fmla="*/ 237675 w 516735"/>
                <a:gd name="connsiteY81" fmla="*/ 60898 h 761503"/>
                <a:gd name="connsiteX82" fmla="*/ 253993 w 516735"/>
                <a:gd name="connsiteY82" fmla="*/ 58178 h 761503"/>
                <a:gd name="connsiteX83" fmla="*/ 283910 w 516735"/>
                <a:gd name="connsiteY83" fmla="*/ 60898 h 761503"/>
                <a:gd name="connsiteX84" fmla="*/ 294788 w 516735"/>
                <a:gd name="connsiteY84" fmla="*/ 66337 h 761503"/>
                <a:gd name="connsiteX85" fmla="*/ 305667 w 516735"/>
                <a:gd name="connsiteY85" fmla="*/ 74496 h 761503"/>
                <a:gd name="connsiteX86" fmla="*/ 313826 w 516735"/>
                <a:gd name="connsiteY86" fmla="*/ 74496 h 761503"/>
                <a:gd name="connsiteX87" fmla="*/ 327424 w 516735"/>
                <a:gd name="connsiteY87" fmla="*/ 74496 h 761503"/>
                <a:gd name="connsiteX88" fmla="*/ 354621 w 516735"/>
                <a:gd name="connsiteY88" fmla="*/ 74496 h 761503"/>
                <a:gd name="connsiteX89" fmla="*/ 422612 w 516735"/>
                <a:gd name="connsiteY89" fmla="*/ 74496 h 761503"/>
                <a:gd name="connsiteX90" fmla="*/ 455248 w 516735"/>
                <a:gd name="connsiteY90" fmla="*/ 79936 h 761503"/>
                <a:gd name="connsiteX91" fmla="*/ 466127 w 516735"/>
                <a:gd name="connsiteY91" fmla="*/ 98973 h 761503"/>
                <a:gd name="connsiteX92" fmla="*/ 463407 w 516735"/>
                <a:gd name="connsiteY92" fmla="*/ 109852 h 761503"/>
                <a:gd name="connsiteX93" fmla="*/ 463407 w 516735"/>
                <a:gd name="connsiteY93" fmla="*/ 120730 h 761503"/>
                <a:gd name="connsiteX94" fmla="*/ 463407 w 516735"/>
                <a:gd name="connsiteY94" fmla="*/ 194161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</a:cxnLst>
              <a:rect l="l" t="t" r="r" b="b"/>
              <a:pathLst>
                <a:path w="516735" h="761503">
                  <a:moveTo>
                    <a:pt x="463407" y="194161"/>
                  </a:moveTo>
                  <a:cubicBezTo>
                    <a:pt x="463407" y="205040"/>
                    <a:pt x="463407" y="226797"/>
                    <a:pt x="447089" y="226797"/>
                  </a:cubicBezTo>
                  <a:cubicBezTo>
                    <a:pt x="438930" y="226797"/>
                    <a:pt x="436211" y="226797"/>
                    <a:pt x="430771" y="221357"/>
                  </a:cubicBezTo>
                  <a:cubicBezTo>
                    <a:pt x="425332" y="218638"/>
                    <a:pt x="422612" y="210479"/>
                    <a:pt x="422612" y="207759"/>
                  </a:cubicBezTo>
                  <a:cubicBezTo>
                    <a:pt x="419893" y="199600"/>
                    <a:pt x="419893" y="194161"/>
                    <a:pt x="419893" y="188722"/>
                  </a:cubicBezTo>
                  <a:cubicBezTo>
                    <a:pt x="419893" y="183282"/>
                    <a:pt x="419893" y="147927"/>
                    <a:pt x="419893" y="139768"/>
                  </a:cubicBezTo>
                  <a:cubicBezTo>
                    <a:pt x="419893" y="134329"/>
                    <a:pt x="419893" y="128889"/>
                    <a:pt x="419893" y="120730"/>
                  </a:cubicBezTo>
                  <a:cubicBezTo>
                    <a:pt x="411734" y="120730"/>
                    <a:pt x="403574" y="120730"/>
                    <a:pt x="395416" y="120730"/>
                  </a:cubicBezTo>
                  <a:cubicBezTo>
                    <a:pt x="387256" y="120730"/>
                    <a:pt x="379098" y="120730"/>
                    <a:pt x="370939" y="120730"/>
                  </a:cubicBezTo>
                  <a:cubicBezTo>
                    <a:pt x="362780" y="120730"/>
                    <a:pt x="354621" y="123450"/>
                    <a:pt x="346461" y="123450"/>
                  </a:cubicBezTo>
                  <a:cubicBezTo>
                    <a:pt x="343742" y="123450"/>
                    <a:pt x="341023" y="123450"/>
                    <a:pt x="335583" y="123450"/>
                  </a:cubicBezTo>
                  <a:cubicBezTo>
                    <a:pt x="335583" y="123450"/>
                    <a:pt x="335583" y="123450"/>
                    <a:pt x="335583" y="123450"/>
                  </a:cubicBezTo>
                  <a:cubicBezTo>
                    <a:pt x="327424" y="123450"/>
                    <a:pt x="324704" y="126170"/>
                    <a:pt x="324704" y="128889"/>
                  </a:cubicBezTo>
                  <a:cubicBezTo>
                    <a:pt x="324704" y="131609"/>
                    <a:pt x="324704" y="137048"/>
                    <a:pt x="327424" y="139768"/>
                  </a:cubicBezTo>
                  <a:cubicBezTo>
                    <a:pt x="330144" y="147927"/>
                    <a:pt x="330144" y="166964"/>
                    <a:pt x="330144" y="175123"/>
                  </a:cubicBezTo>
                  <a:cubicBezTo>
                    <a:pt x="330144" y="183282"/>
                    <a:pt x="330144" y="191441"/>
                    <a:pt x="330144" y="199600"/>
                  </a:cubicBezTo>
                  <a:cubicBezTo>
                    <a:pt x="330144" y="207759"/>
                    <a:pt x="327424" y="215918"/>
                    <a:pt x="327424" y="224077"/>
                  </a:cubicBezTo>
                  <a:cubicBezTo>
                    <a:pt x="327424" y="232236"/>
                    <a:pt x="330144" y="243115"/>
                    <a:pt x="330144" y="251274"/>
                  </a:cubicBezTo>
                  <a:cubicBezTo>
                    <a:pt x="330144" y="259433"/>
                    <a:pt x="330144" y="267592"/>
                    <a:pt x="327424" y="278470"/>
                  </a:cubicBezTo>
                  <a:cubicBezTo>
                    <a:pt x="327424" y="294788"/>
                    <a:pt x="327424" y="313826"/>
                    <a:pt x="327424" y="332864"/>
                  </a:cubicBezTo>
                  <a:cubicBezTo>
                    <a:pt x="327424" y="341022"/>
                    <a:pt x="327424" y="349181"/>
                    <a:pt x="330144" y="357340"/>
                  </a:cubicBezTo>
                  <a:cubicBezTo>
                    <a:pt x="330144" y="360060"/>
                    <a:pt x="330144" y="365499"/>
                    <a:pt x="330144" y="368219"/>
                  </a:cubicBezTo>
                  <a:cubicBezTo>
                    <a:pt x="330144" y="373658"/>
                    <a:pt x="332863" y="384537"/>
                    <a:pt x="332863" y="387257"/>
                  </a:cubicBezTo>
                  <a:cubicBezTo>
                    <a:pt x="332863" y="406294"/>
                    <a:pt x="332863" y="414453"/>
                    <a:pt x="332863" y="433491"/>
                  </a:cubicBezTo>
                  <a:cubicBezTo>
                    <a:pt x="332863" y="452528"/>
                    <a:pt x="335583" y="468846"/>
                    <a:pt x="332863" y="487884"/>
                  </a:cubicBezTo>
                  <a:cubicBezTo>
                    <a:pt x="332863" y="496043"/>
                    <a:pt x="330144" y="504202"/>
                    <a:pt x="330144" y="512361"/>
                  </a:cubicBezTo>
                  <a:cubicBezTo>
                    <a:pt x="330144" y="520520"/>
                    <a:pt x="330144" y="531398"/>
                    <a:pt x="330144" y="539557"/>
                  </a:cubicBezTo>
                  <a:cubicBezTo>
                    <a:pt x="330144" y="558595"/>
                    <a:pt x="330144" y="574913"/>
                    <a:pt x="332863" y="593950"/>
                  </a:cubicBezTo>
                  <a:cubicBezTo>
                    <a:pt x="332863" y="610268"/>
                    <a:pt x="332863" y="632026"/>
                    <a:pt x="332863" y="648343"/>
                  </a:cubicBezTo>
                  <a:cubicBezTo>
                    <a:pt x="332863" y="651063"/>
                    <a:pt x="332863" y="653783"/>
                    <a:pt x="332863" y="656502"/>
                  </a:cubicBezTo>
                  <a:cubicBezTo>
                    <a:pt x="343742" y="656502"/>
                    <a:pt x="351901" y="656502"/>
                    <a:pt x="357341" y="656502"/>
                  </a:cubicBezTo>
                  <a:cubicBezTo>
                    <a:pt x="370939" y="656502"/>
                    <a:pt x="395416" y="659222"/>
                    <a:pt x="395416" y="675540"/>
                  </a:cubicBezTo>
                  <a:cubicBezTo>
                    <a:pt x="395416" y="683699"/>
                    <a:pt x="392696" y="686419"/>
                    <a:pt x="389976" y="691858"/>
                  </a:cubicBezTo>
                  <a:cubicBezTo>
                    <a:pt x="384537" y="697297"/>
                    <a:pt x="379098" y="700017"/>
                    <a:pt x="373658" y="700017"/>
                  </a:cubicBezTo>
                  <a:cubicBezTo>
                    <a:pt x="365499" y="702737"/>
                    <a:pt x="357341" y="702737"/>
                    <a:pt x="351901" y="702737"/>
                  </a:cubicBezTo>
                  <a:cubicBezTo>
                    <a:pt x="349181" y="702737"/>
                    <a:pt x="335583" y="702737"/>
                    <a:pt x="319265" y="702737"/>
                  </a:cubicBezTo>
                  <a:cubicBezTo>
                    <a:pt x="316546" y="705456"/>
                    <a:pt x="313826" y="705456"/>
                    <a:pt x="311106" y="708176"/>
                  </a:cubicBezTo>
                  <a:cubicBezTo>
                    <a:pt x="302948" y="713615"/>
                    <a:pt x="297508" y="713615"/>
                    <a:pt x="289349" y="713615"/>
                  </a:cubicBezTo>
                  <a:cubicBezTo>
                    <a:pt x="283910" y="713615"/>
                    <a:pt x="278470" y="713615"/>
                    <a:pt x="270311" y="713615"/>
                  </a:cubicBezTo>
                  <a:cubicBezTo>
                    <a:pt x="259433" y="713615"/>
                    <a:pt x="251273" y="710895"/>
                    <a:pt x="243115" y="705456"/>
                  </a:cubicBezTo>
                  <a:cubicBezTo>
                    <a:pt x="240395" y="705456"/>
                    <a:pt x="237675" y="702737"/>
                    <a:pt x="237675" y="702737"/>
                  </a:cubicBezTo>
                  <a:cubicBezTo>
                    <a:pt x="224077" y="702737"/>
                    <a:pt x="213198" y="702737"/>
                    <a:pt x="199600" y="702737"/>
                  </a:cubicBezTo>
                  <a:cubicBezTo>
                    <a:pt x="191441" y="702737"/>
                    <a:pt x="183282" y="702737"/>
                    <a:pt x="175123" y="702737"/>
                  </a:cubicBezTo>
                  <a:cubicBezTo>
                    <a:pt x="166965" y="702737"/>
                    <a:pt x="156085" y="702737"/>
                    <a:pt x="147927" y="697297"/>
                  </a:cubicBezTo>
                  <a:cubicBezTo>
                    <a:pt x="139768" y="694578"/>
                    <a:pt x="131609" y="680979"/>
                    <a:pt x="131609" y="678260"/>
                  </a:cubicBezTo>
                  <a:cubicBezTo>
                    <a:pt x="131609" y="675540"/>
                    <a:pt x="131609" y="672820"/>
                    <a:pt x="137048" y="670101"/>
                  </a:cubicBezTo>
                  <a:cubicBezTo>
                    <a:pt x="142487" y="667381"/>
                    <a:pt x="153366" y="664661"/>
                    <a:pt x="158805" y="661942"/>
                  </a:cubicBezTo>
                  <a:cubicBezTo>
                    <a:pt x="175123" y="659222"/>
                    <a:pt x="191441" y="659222"/>
                    <a:pt x="199600" y="659222"/>
                  </a:cubicBezTo>
                  <a:lnTo>
                    <a:pt x="199600" y="659222"/>
                  </a:lnTo>
                  <a:cubicBezTo>
                    <a:pt x="199600" y="648343"/>
                    <a:pt x="196880" y="640184"/>
                    <a:pt x="196880" y="629306"/>
                  </a:cubicBezTo>
                  <a:cubicBezTo>
                    <a:pt x="196880" y="612988"/>
                    <a:pt x="196880" y="591231"/>
                    <a:pt x="199600" y="574913"/>
                  </a:cubicBezTo>
                  <a:cubicBezTo>
                    <a:pt x="199600" y="558595"/>
                    <a:pt x="199600" y="539557"/>
                    <a:pt x="202320" y="523239"/>
                  </a:cubicBezTo>
                  <a:cubicBezTo>
                    <a:pt x="202320" y="501482"/>
                    <a:pt x="205040" y="482445"/>
                    <a:pt x="205040" y="460687"/>
                  </a:cubicBezTo>
                  <a:cubicBezTo>
                    <a:pt x="205040" y="447089"/>
                    <a:pt x="205040" y="430771"/>
                    <a:pt x="205040" y="417173"/>
                  </a:cubicBezTo>
                  <a:cubicBezTo>
                    <a:pt x="205040" y="409014"/>
                    <a:pt x="207759" y="400855"/>
                    <a:pt x="207759" y="392696"/>
                  </a:cubicBezTo>
                  <a:cubicBezTo>
                    <a:pt x="207759" y="384537"/>
                    <a:pt x="210478" y="376378"/>
                    <a:pt x="210478" y="368219"/>
                  </a:cubicBezTo>
                  <a:cubicBezTo>
                    <a:pt x="210478" y="351901"/>
                    <a:pt x="210478" y="332864"/>
                    <a:pt x="210478" y="313826"/>
                  </a:cubicBezTo>
                  <a:cubicBezTo>
                    <a:pt x="210478" y="294788"/>
                    <a:pt x="210478" y="275751"/>
                    <a:pt x="210478" y="259433"/>
                  </a:cubicBezTo>
                  <a:cubicBezTo>
                    <a:pt x="210478" y="243115"/>
                    <a:pt x="210478" y="226797"/>
                    <a:pt x="210478" y="213199"/>
                  </a:cubicBezTo>
                  <a:cubicBezTo>
                    <a:pt x="210478" y="194161"/>
                    <a:pt x="210478" y="164245"/>
                    <a:pt x="210478" y="145207"/>
                  </a:cubicBezTo>
                  <a:cubicBezTo>
                    <a:pt x="210478" y="139768"/>
                    <a:pt x="213198" y="134329"/>
                    <a:pt x="213198" y="131609"/>
                  </a:cubicBezTo>
                  <a:cubicBezTo>
                    <a:pt x="213198" y="126170"/>
                    <a:pt x="207759" y="123450"/>
                    <a:pt x="205040" y="123450"/>
                  </a:cubicBezTo>
                  <a:cubicBezTo>
                    <a:pt x="199600" y="123450"/>
                    <a:pt x="166965" y="123450"/>
                    <a:pt x="161525" y="123450"/>
                  </a:cubicBezTo>
                  <a:cubicBezTo>
                    <a:pt x="145207" y="123450"/>
                    <a:pt x="128889" y="123450"/>
                    <a:pt x="112571" y="120730"/>
                  </a:cubicBezTo>
                  <a:cubicBezTo>
                    <a:pt x="109852" y="120730"/>
                    <a:pt x="107132" y="120730"/>
                    <a:pt x="104412" y="118011"/>
                  </a:cubicBezTo>
                  <a:cubicBezTo>
                    <a:pt x="107132" y="137048"/>
                    <a:pt x="107132" y="172404"/>
                    <a:pt x="107132" y="191441"/>
                  </a:cubicBezTo>
                  <a:cubicBezTo>
                    <a:pt x="107132" y="202320"/>
                    <a:pt x="107132" y="224077"/>
                    <a:pt x="90814" y="224077"/>
                  </a:cubicBezTo>
                  <a:cubicBezTo>
                    <a:pt x="82655" y="224077"/>
                    <a:pt x="79935" y="221357"/>
                    <a:pt x="74496" y="218638"/>
                  </a:cubicBezTo>
                  <a:cubicBezTo>
                    <a:pt x="69057" y="215918"/>
                    <a:pt x="66337" y="210479"/>
                    <a:pt x="66337" y="205040"/>
                  </a:cubicBezTo>
                  <a:cubicBezTo>
                    <a:pt x="63617" y="196881"/>
                    <a:pt x="63617" y="191441"/>
                    <a:pt x="63617" y="186002"/>
                  </a:cubicBezTo>
                  <a:cubicBezTo>
                    <a:pt x="63617" y="180563"/>
                    <a:pt x="63617" y="153366"/>
                    <a:pt x="63617" y="145207"/>
                  </a:cubicBezTo>
                  <a:cubicBezTo>
                    <a:pt x="63617" y="134329"/>
                    <a:pt x="63617" y="120730"/>
                    <a:pt x="63617" y="109852"/>
                  </a:cubicBezTo>
                  <a:cubicBezTo>
                    <a:pt x="60897" y="104412"/>
                    <a:pt x="58178" y="101693"/>
                    <a:pt x="58178" y="96253"/>
                  </a:cubicBezTo>
                  <a:cubicBezTo>
                    <a:pt x="58178" y="93534"/>
                    <a:pt x="60897" y="88095"/>
                    <a:pt x="66337" y="85375"/>
                  </a:cubicBezTo>
                  <a:cubicBezTo>
                    <a:pt x="74496" y="79936"/>
                    <a:pt x="77215" y="77216"/>
                    <a:pt x="93533" y="77216"/>
                  </a:cubicBezTo>
                  <a:cubicBezTo>
                    <a:pt x="101692" y="77216"/>
                    <a:pt x="109852" y="77216"/>
                    <a:pt x="115290" y="77216"/>
                  </a:cubicBezTo>
                  <a:cubicBezTo>
                    <a:pt x="134328" y="77216"/>
                    <a:pt x="150646" y="77216"/>
                    <a:pt x="169684" y="74496"/>
                  </a:cubicBezTo>
                  <a:cubicBezTo>
                    <a:pt x="177843" y="74496"/>
                    <a:pt x="186002" y="71776"/>
                    <a:pt x="194161" y="71776"/>
                  </a:cubicBezTo>
                  <a:cubicBezTo>
                    <a:pt x="194161" y="71776"/>
                    <a:pt x="196880" y="71776"/>
                    <a:pt x="196880" y="71776"/>
                  </a:cubicBezTo>
                  <a:cubicBezTo>
                    <a:pt x="199600" y="71776"/>
                    <a:pt x="205040" y="71776"/>
                    <a:pt x="210478" y="71776"/>
                  </a:cubicBezTo>
                  <a:cubicBezTo>
                    <a:pt x="213198" y="71776"/>
                    <a:pt x="215918" y="71776"/>
                    <a:pt x="218638" y="71776"/>
                  </a:cubicBezTo>
                  <a:cubicBezTo>
                    <a:pt x="224077" y="69057"/>
                    <a:pt x="229516" y="63618"/>
                    <a:pt x="237675" y="60898"/>
                  </a:cubicBezTo>
                  <a:cubicBezTo>
                    <a:pt x="243115" y="58178"/>
                    <a:pt x="248554" y="58178"/>
                    <a:pt x="253993" y="58178"/>
                  </a:cubicBezTo>
                  <a:cubicBezTo>
                    <a:pt x="264872" y="58178"/>
                    <a:pt x="273031" y="58178"/>
                    <a:pt x="283910" y="60898"/>
                  </a:cubicBezTo>
                  <a:cubicBezTo>
                    <a:pt x="286629" y="60898"/>
                    <a:pt x="292068" y="63618"/>
                    <a:pt x="294788" y="66337"/>
                  </a:cubicBezTo>
                  <a:cubicBezTo>
                    <a:pt x="297508" y="69057"/>
                    <a:pt x="302948" y="71776"/>
                    <a:pt x="305667" y="74496"/>
                  </a:cubicBezTo>
                  <a:cubicBezTo>
                    <a:pt x="308386" y="74496"/>
                    <a:pt x="311106" y="74496"/>
                    <a:pt x="313826" y="74496"/>
                  </a:cubicBezTo>
                  <a:cubicBezTo>
                    <a:pt x="319265" y="74496"/>
                    <a:pt x="321985" y="74496"/>
                    <a:pt x="327424" y="74496"/>
                  </a:cubicBezTo>
                  <a:cubicBezTo>
                    <a:pt x="335583" y="74496"/>
                    <a:pt x="346461" y="74496"/>
                    <a:pt x="354621" y="74496"/>
                  </a:cubicBezTo>
                  <a:cubicBezTo>
                    <a:pt x="376378" y="74496"/>
                    <a:pt x="400855" y="74496"/>
                    <a:pt x="422612" y="74496"/>
                  </a:cubicBezTo>
                  <a:cubicBezTo>
                    <a:pt x="433491" y="74496"/>
                    <a:pt x="447089" y="74496"/>
                    <a:pt x="455248" y="79936"/>
                  </a:cubicBezTo>
                  <a:cubicBezTo>
                    <a:pt x="460687" y="82655"/>
                    <a:pt x="466127" y="90814"/>
                    <a:pt x="466127" y="98973"/>
                  </a:cubicBezTo>
                  <a:cubicBezTo>
                    <a:pt x="466127" y="101693"/>
                    <a:pt x="466127" y="107132"/>
                    <a:pt x="463407" y="109852"/>
                  </a:cubicBezTo>
                  <a:cubicBezTo>
                    <a:pt x="463407" y="112571"/>
                    <a:pt x="463407" y="112571"/>
                    <a:pt x="463407" y="120730"/>
                  </a:cubicBezTo>
                  <a:cubicBezTo>
                    <a:pt x="463407" y="142488"/>
                    <a:pt x="463407" y="172404"/>
                    <a:pt x="463407" y="194161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</p:grpSp>
      <p:sp>
        <p:nvSpPr>
          <p:cNvPr id="53" name="Text Placeholder 53">
            <a:extLst>
              <a:ext uri="{FF2B5EF4-FFF2-40B4-BE49-F238E27FC236}">
                <a16:creationId xmlns:a16="http://schemas.microsoft.com/office/drawing/2014/main" id="{A06BB12E-B6C0-430E-92B2-14BF0016930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971551" y="1444711"/>
            <a:ext cx="4953908" cy="369332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1pPr>
            <a:lvl2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2pPr>
            <a:lvl3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3pPr>
            <a:lvl4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4pPr>
            <a:lvl5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5pPr>
            <a:lvl6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6pPr>
            <a:lvl7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7pPr>
            <a:lvl8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8pPr>
            <a:lvl9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9pPr>
          </a:lstStyle>
          <a:p>
            <a:pPr lvl="0"/>
            <a:r>
              <a:rPr lang="en-US"/>
              <a:t>Type first item</a:t>
            </a:r>
          </a:p>
        </p:txBody>
      </p:sp>
      <p:sp>
        <p:nvSpPr>
          <p:cNvPr id="58" name="Text Placeholder 57">
            <a:extLst>
              <a:ext uri="{FF2B5EF4-FFF2-40B4-BE49-F238E27FC236}">
                <a16:creationId xmlns:a16="http://schemas.microsoft.com/office/drawing/2014/main" id="{669D2195-8E5A-403C-9846-2544DFFAF2B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381001" y="1418375"/>
            <a:ext cx="400736" cy="395668"/>
          </a:xfrm>
          <a:custGeom>
            <a:avLst/>
            <a:gdLst>
              <a:gd name="connsiteX0" fmla="*/ 211632 w 400736"/>
              <a:gd name="connsiteY0" fmla="*/ 4 h 395668"/>
              <a:gd name="connsiteX1" fmla="*/ 251329 w 400736"/>
              <a:gd name="connsiteY1" fmla="*/ 4637 h 395668"/>
              <a:gd name="connsiteX2" fmla="*/ 399960 w 400736"/>
              <a:gd name="connsiteY2" fmla="*/ 224995 h 395668"/>
              <a:gd name="connsiteX3" fmla="*/ 143368 w 400736"/>
              <a:gd name="connsiteY3" fmla="*/ 390633 h 395668"/>
              <a:gd name="connsiteX4" fmla="*/ 5089 w 400736"/>
              <a:gd name="connsiteY4" fmla="*/ 163621 h 395668"/>
              <a:gd name="connsiteX5" fmla="*/ 211632 w 400736"/>
              <a:gd name="connsiteY5" fmla="*/ 4 h 3956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00736" h="395668">
                <a:moveTo>
                  <a:pt x="211632" y="4"/>
                </a:moveTo>
                <a:cubicBezTo>
                  <a:pt x="224986" y="85"/>
                  <a:pt x="238296" y="1587"/>
                  <a:pt x="251329" y="4637"/>
                </a:cubicBezTo>
                <a:cubicBezTo>
                  <a:pt x="351896" y="28300"/>
                  <a:pt x="408094" y="126648"/>
                  <a:pt x="399960" y="224995"/>
                </a:cubicBezTo>
                <a:cubicBezTo>
                  <a:pt x="387390" y="388415"/>
                  <a:pt x="196609" y="407641"/>
                  <a:pt x="143368" y="390633"/>
                </a:cubicBezTo>
                <a:cubicBezTo>
                  <a:pt x="-8221" y="341829"/>
                  <a:pt x="-7481" y="233868"/>
                  <a:pt x="5089" y="163621"/>
                </a:cubicBezTo>
                <a:cubicBezTo>
                  <a:pt x="22559" y="68508"/>
                  <a:pt x="118157" y="-561"/>
                  <a:pt x="211632" y="4"/>
                </a:cubicBezTo>
                <a:close/>
              </a:path>
            </a:pathLst>
          </a:custGeom>
          <a:solidFill>
            <a:schemeClr val="accent2"/>
          </a:solidFill>
        </p:spPr>
        <p:txBody>
          <a:bodyPr wrap="none" anchor="ctr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1pPr>
            <a:lvl2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2pPr>
            <a:lvl3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3pPr>
            <a:lvl4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4pPr>
            <a:lvl5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5pPr>
            <a:lvl6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6pPr>
            <a:lvl7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7pPr>
            <a:lvl8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8pPr>
            <a:lvl9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/>
              <a:t>#</a:t>
            </a:r>
          </a:p>
        </p:txBody>
      </p:sp>
      <p:sp>
        <p:nvSpPr>
          <p:cNvPr id="59" name="Text Placeholder 53">
            <a:extLst>
              <a:ext uri="{FF2B5EF4-FFF2-40B4-BE49-F238E27FC236}">
                <a16:creationId xmlns:a16="http://schemas.microsoft.com/office/drawing/2014/main" id="{A7B5E7A9-B9DF-45F8-A739-FC8A9096C720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971551" y="2107168"/>
            <a:ext cx="4953908" cy="369332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1pPr>
            <a:lvl2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2pPr>
            <a:lvl3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3pPr>
            <a:lvl4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4pPr>
            <a:lvl5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5pPr>
            <a:lvl6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6pPr>
            <a:lvl7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7pPr>
            <a:lvl8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8pPr>
            <a:lvl9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9pPr>
          </a:lstStyle>
          <a:p>
            <a:pPr lvl="0"/>
            <a:r>
              <a:rPr lang="en-US"/>
              <a:t>Type next item</a:t>
            </a:r>
          </a:p>
        </p:txBody>
      </p:sp>
      <p:sp>
        <p:nvSpPr>
          <p:cNvPr id="60" name="Text Placeholder 59">
            <a:extLst>
              <a:ext uri="{FF2B5EF4-FFF2-40B4-BE49-F238E27FC236}">
                <a16:creationId xmlns:a16="http://schemas.microsoft.com/office/drawing/2014/main" id="{A21D3DEF-A031-45FE-89E2-41EF0AF9C968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81001" y="2080832"/>
            <a:ext cx="400736" cy="395668"/>
          </a:xfrm>
          <a:custGeom>
            <a:avLst/>
            <a:gdLst>
              <a:gd name="connsiteX0" fmla="*/ 211632 w 400736"/>
              <a:gd name="connsiteY0" fmla="*/ 4 h 395668"/>
              <a:gd name="connsiteX1" fmla="*/ 251329 w 400736"/>
              <a:gd name="connsiteY1" fmla="*/ 4637 h 395668"/>
              <a:gd name="connsiteX2" fmla="*/ 399960 w 400736"/>
              <a:gd name="connsiteY2" fmla="*/ 224995 h 395668"/>
              <a:gd name="connsiteX3" fmla="*/ 143368 w 400736"/>
              <a:gd name="connsiteY3" fmla="*/ 390633 h 395668"/>
              <a:gd name="connsiteX4" fmla="*/ 5089 w 400736"/>
              <a:gd name="connsiteY4" fmla="*/ 163621 h 395668"/>
              <a:gd name="connsiteX5" fmla="*/ 211632 w 400736"/>
              <a:gd name="connsiteY5" fmla="*/ 4 h 3956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00736" h="395668">
                <a:moveTo>
                  <a:pt x="211632" y="4"/>
                </a:moveTo>
                <a:cubicBezTo>
                  <a:pt x="224986" y="85"/>
                  <a:pt x="238296" y="1587"/>
                  <a:pt x="251329" y="4637"/>
                </a:cubicBezTo>
                <a:cubicBezTo>
                  <a:pt x="351896" y="28300"/>
                  <a:pt x="408094" y="126648"/>
                  <a:pt x="399960" y="224995"/>
                </a:cubicBezTo>
                <a:cubicBezTo>
                  <a:pt x="387390" y="388415"/>
                  <a:pt x="196609" y="407641"/>
                  <a:pt x="143368" y="390633"/>
                </a:cubicBezTo>
                <a:cubicBezTo>
                  <a:pt x="-8221" y="341829"/>
                  <a:pt x="-7481" y="233868"/>
                  <a:pt x="5089" y="163621"/>
                </a:cubicBezTo>
                <a:cubicBezTo>
                  <a:pt x="22559" y="68508"/>
                  <a:pt x="118157" y="-561"/>
                  <a:pt x="211632" y="4"/>
                </a:cubicBezTo>
                <a:close/>
              </a:path>
            </a:pathLst>
          </a:custGeom>
          <a:solidFill>
            <a:schemeClr val="accent2"/>
          </a:solidFill>
        </p:spPr>
        <p:txBody>
          <a:bodyPr wrap="none" anchor="ctr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1pPr>
            <a:lvl2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2pPr>
            <a:lvl3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3pPr>
            <a:lvl4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4pPr>
            <a:lvl5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5pPr>
            <a:lvl6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6pPr>
            <a:lvl7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7pPr>
            <a:lvl8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8pPr>
            <a:lvl9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/>
              <a:t>#</a:t>
            </a:r>
          </a:p>
        </p:txBody>
      </p:sp>
      <p:sp>
        <p:nvSpPr>
          <p:cNvPr id="61" name="Text Placeholder 53">
            <a:extLst>
              <a:ext uri="{FF2B5EF4-FFF2-40B4-BE49-F238E27FC236}">
                <a16:creationId xmlns:a16="http://schemas.microsoft.com/office/drawing/2014/main" id="{843991E2-821D-4ADE-B4B2-D73D36D98AD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971551" y="2774943"/>
            <a:ext cx="4953908" cy="369332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1pPr>
            <a:lvl2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2pPr>
            <a:lvl3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3pPr>
            <a:lvl4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4pPr>
            <a:lvl5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5pPr>
            <a:lvl6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6pPr>
            <a:lvl7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7pPr>
            <a:lvl8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8pPr>
            <a:lvl9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9pPr>
          </a:lstStyle>
          <a:p>
            <a:pPr lvl="0"/>
            <a:r>
              <a:rPr lang="en-US"/>
              <a:t>Type next item</a:t>
            </a:r>
          </a:p>
        </p:txBody>
      </p:sp>
      <p:sp>
        <p:nvSpPr>
          <p:cNvPr id="62" name="Text Placeholder 61">
            <a:extLst>
              <a:ext uri="{FF2B5EF4-FFF2-40B4-BE49-F238E27FC236}">
                <a16:creationId xmlns:a16="http://schemas.microsoft.com/office/drawing/2014/main" id="{CCF9AAF0-8A4F-48C4-AC54-27C04E20141A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381001" y="2748607"/>
            <a:ext cx="400736" cy="395668"/>
          </a:xfrm>
          <a:custGeom>
            <a:avLst/>
            <a:gdLst>
              <a:gd name="connsiteX0" fmla="*/ 211632 w 400736"/>
              <a:gd name="connsiteY0" fmla="*/ 4 h 395668"/>
              <a:gd name="connsiteX1" fmla="*/ 251329 w 400736"/>
              <a:gd name="connsiteY1" fmla="*/ 4637 h 395668"/>
              <a:gd name="connsiteX2" fmla="*/ 399960 w 400736"/>
              <a:gd name="connsiteY2" fmla="*/ 224995 h 395668"/>
              <a:gd name="connsiteX3" fmla="*/ 143368 w 400736"/>
              <a:gd name="connsiteY3" fmla="*/ 390633 h 395668"/>
              <a:gd name="connsiteX4" fmla="*/ 5089 w 400736"/>
              <a:gd name="connsiteY4" fmla="*/ 163621 h 395668"/>
              <a:gd name="connsiteX5" fmla="*/ 211632 w 400736"/>
              <a:gd name="connsiteY5" fmla="*/ 4 h 3956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00736" h="395668">
                <a:moveTo>
                  <a:pt x="211632" y="4"/>
                </a:moveTo>
                <a:cubicBezTo>
                  <a:pt x="224986" y="85"/>
                  <a:pt x="238296" y="1587"/>
                  <a:pt x="251329" y="4637"/>
                </a:cubicBezTo>
                <a:cubicBezTo>
                  <a:pt x="351896" y="28300"/>
                  <a:pt x="408094" y="126648"/>
                  <a:pt x="399960" y="224995"/>
                </a:cubicBezTo>
                <a:cubicBezTo>
                  <a:pt x="387390" y="388415"/>
                  <a:pt x="196609" y="407641"/>
                  <a:pt x="143368" y="390633"/>
                </a:cubicBezTo>
                <a:cubicBezTo>
                  <a:pt x="-8221" y="341829"/>
                  <a:pt x="-7481" y="233868"/>
                  <a:pt x="5089" y="163621"/>
                </a:cubicBezTo>
                <a:cubicBezTo>
                  <a:pt x="22559" y="68508"/>
                  <a:pt x="118157" y="-561"/>
                  <a:pt x="211632" y="4"/>
                </a:cubicBezTo>
                <a:close/>
              </a:path>
            </a:pathLst>
          </a:custGeom>
          <a:solidFill>
            <a:schemeClr val="accent2"/>
          </a:solidFill>
        </p:spPr>
        <p:txBody>
          <a:bodyPr wrap="none" anchor="ctr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1pPr>
            <a:lvl2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2pPr>
            <a:lvl3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3pPr>
            <a:lvl4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4pPr>
            <a:lvl5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5pPr>
            <a:lvl6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6pPr>
            <a:lvl7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7pPr>
            <a:lvl8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8pPr>
            <a:lvl9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/>
              <a:t>#</a:t>
            </a:r>
          </a:p>
        </p:txBody>
      </p:sp>
      <p:sp>
        <p:nvSpPr>
          <p:cNvPr id="63" name="Text Placeholder 53">
            <a:extLst>
              <a:ext uri="{FF2B5EF4-FFF2-40B4-BE49-F238E27FC236}">
                <a16:creationId xmlns:a16="http://schemas.microsoft.com/office/drawing/2014/main" id="{5235ED59-3C41-47EE-B906-51D1E578E399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971551" y="3469143"/>
            <a:ext cx="4953908" cy="369332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1pPr>
            <a:lvl2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2pPr>
            <a:lvl3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3pPr>
            <a:lvl4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4pPr>
            <a:lvl5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5pPr>
            <a:lvl6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6pPr>
            <a:lvl7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7pPr>
            <a:lvl8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8pPr>
            <a:lvl9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9pPr>
          </a:lstStyle>
          <a:p>
            <a:pPr lvl="0"/>
            <a:r>
              <a:rPr lang="en-US"/>
              <a:t>Type next item</a:t>
            </a:r>
          </a:p>
        </p:txBody>
      </p:sp>
      <p:sp>
        <p:nvSpPr>
          <p:cNvPr id="64" name="Text Placeholder 63">
            <a:extLst>
              <a:ext uri="{FF2B5EF4-FFF2-40B4-BE49-F238E27FC236}">
                <a16:creationId xmlns:a16="http://schemas.microsoft.com/office/drawing/2014/main" id="{4280E422-A0A9-40DF-9122-00AD1444FB54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381001" y="3442807"/>
            <a:ext cx="400736" cy="395668"/>
          </a:xfrm>
          <a:custGeom>
            <a:avLst/>
            <a:gdLst>
              <a:gd name="connsiteX0" fmla="*/ 211632 w 400736"/>
              <a:gd name="connsiteY0" fmla="*/ 4 h 395668"/>
              <a:gd name="connsiteX1" fmla="*/ 251329 w 400736"/>
              <a:gd name="connsiteY1" fmla="*/ 4637 h 395668"/>
              <a:gd name="connsiteX2" fmla="*/ 399960 w 400736"/>
              <a:gd name="connsiteY2" fmla="*/ 224995 h 395668"/>
              <a:gd name="connsiteX3" fmla="*/ 143368 w 400736"/>
              <a:gd name="connsiteY3" fmla="*/ 390633 h 395668"/>
              <a:gd name="connsiteX4" fmla="*/ 5089 w 400736"/>
              <a:gd name="connsiteY4" fmla="*/ 163621 h 395668"/>
              <a:gd name="connsiteX5" fmla="*/ 211632 w 400736"/>
              <a:gd name="connsiteY5" fmla="*/ 4 h 3956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00736" h="395668">
                <a:moveTo>
                  <a:pt x="211632" y="4"/>
                </a:moveTo>
                <a:cubicBezTo>
                  <a:pt x="224986" y="85"/>
                  <a:pt x="238296" y="1587"/>
                  <a:pt x="251329" y="4637"/>
                </a:cubicBezTo>
                <a:cubicBezTo>
                  <a:pt x="351896" y="28300"/>
                  <a:pt x="408094" y="126648"/>
                  <a:pt x="399960" y="224995"/>
                </a:cubicBezTo>
                <a:cubicBezTo>
                  <a:pt x="387390" y="388415"/>
                  <a:pt x="196609" y="407641"/>
                  <a:pt x="143368" y="390633"/>
                </a:cubicBezTo>
                <a:cubicBezTo>
                  <a:pt x="-8221" y="341829"/>
                  <a:pt x="-7481" y="233868"/>
                  <a:pt x="5089" y="163621"/>
                </a:cubicBezTo>
                <a:cubicBezTo>
                  <a:pt x="22559" y="68508"/>
                  <a:pt x="118157" y="-561"/>
                  <a:pt x="211632" y="4"/>
                </a:cubicBezTo>
                <a:close/>
              </a:path>
            </a:pathLst>
          </a:custGeom>
          <a:solidFill>
            <a:schemeClr val="accent2"/>
          </a:solidFill>
        </p:spPr>
        <p:txBody>
          <a:bodyPr wrap="none" anchor="ctr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1pPr>
            <a:lvl2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2pPr>
            <a:lvl3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3pPr>
            <a:lvl4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4pPr>
            <a:lvl5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5pPr>
            <a:lvl6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6pPr>
            <a:lvl7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7pPr>
            <a:lvl8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8pPr>
            <a:lvl9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/>
              <a:t>#</a:t>
            </a:r>
          </a:p>
        </p:txBody>
      </p:sp>
      <p:sp>
        <p:nvSpPr>
          <p:cNvPr id="65" name="Text Placeholder 53">
            <a:extLst>
              <a:ext uri="{FF2B5EF4-FFF2-40B4-BE49-F238E27FC236}">
                <a16:creationId xmlns:a16="http://schemas.microsoft.com/office/drawing/2014/main" id="{AECA80CA-9F74-4096-9C45-C057913B5886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971551" y="4126468"/>
            <a:ext cx="4953908" cy="369332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1pPr>
            <a:lvl2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2pPr>
            <a:lvl3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3pPr>
            <a:lvl4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4pPr>
            <a:lvl5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5pPr>
            <a:lvl6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6pPr>
            <a:lvl7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7pPr>
            <a:lvl8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8pPr>
            <a:lvl9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9pPr>
          </a:lstStyle>
          <a:p>
            <a:pPr lvl="0"/>
            <a:r>
              <a:rPr lang="en-US"/>
              <a:t>Type next item</a:t>
            </a:r>
          </a:p>
        </p:txBody>
      </p:sp>
      <p:sp>
        <p:nvSpPr>
          <p:cNvPr id="66" name="Text Placeholder 65">
            <a:extLst>
              <a:ext uri="{FF2B5EF4-FFF2-40B4-BE49-F238E27FC236}">
                <a16:creationId xmlns:a16="http://schemas.microsoft.com/office/drawing/2014/main" id="{B6CAD1F9-5950-4D84-A97B-25108B127726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381001" y="4100132"/>
            <a:ext cx="400736" cy="395668"/>
          </a:xfrm>
          <a:custGeom>
            <a:avLst/>
            <a:gdLst>
              <a:gd name="connsiteX0" fmla="*/ 211632 w 400736"/>
              <a:gd name="connsiteY0" fmla="*/ 4 h 395668"/>
              <a:gd name="connsiteX1" fmla="*/ 251329 w 400736"/>
              <a:gd name="connsiteY1" fmla="*/ 4637 h 395668"/>
              <a:gd name="connsiteX2" fmla="*/ 399960 w 400736"/>
              <a:gd name="connsiteY2" fmla="*/ 224995 h 395668"/>
              <a:gd name="connsiteX3" fmla="*/ 143368 w 400736"/>
              <a:gd name="connsiteY3" fmla="*/ 390633 h 395668"/>
              <a:gd name="connsiteX4" fmla="*/ 5089 w 400736"/>
              <a:gd name="connsiteY4" fmla="*/ 163621 h 395668"/>
              <a:gd name="connsiteX5" fmla="*/ 211632 w 400736"/>
              <a:gd name="connsiteY5" fmla="*/ 4 h 3956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00736" h="395668">
                <a:moveTo>
                  <a:pt x="211632" y="4"/>
                </a:moveTo>
                <a:cubicBezTo>
                  <a:pt x="224986" y="85"/>
                  <a:pt x="238296" y="1587"/>
                  <a:pt x="251329" y="4637"/>
                </a:cubicBezTo>
                <a:cubicBezTo>
                  <a:pt x="351896" y="28300"/>
                  <a:pt x="408094" y="126648"/>
                  <a:pt x="399960" y="224995"/>
                </a:cubicBezTo>
                <a:cubicBezTo>
                  <a:pt x="387390" y="388415"/>
                  <a:pt x="196609" y="407641"/>
                  <a:pt x="143368" y="390633"/>
                </a:cubicBezTo>
                <a:cubicBezTo>
                  <a:pt x="-8221" y="341829"/>
                  <a:pt x="-7481" y="233868"/>
                  <a:pt x="5089" y="163621"/>
                </a:cubicBezTo>
                <a:cubicBezTo>
                  <a:pt x="22559" y="68508"/>
                  <a:pt x="118157" y="-561"/>
                  <a:pt x="211632" y="4"/>
                </a:cubicBezTo>
                <a:close/>
              </a:path>
            </a:pathLst>
          </a:custGeom>
          <a:solidFill>
            <a:schemeClr val="accent2"/>
          </a:solidFill>
        </p:spPr>
        <p:txBody>
          <a:bodyPr wrap="none" anchor="ctr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1pPr>
            <a:lvl2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2pPr>
            <a:lvl3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3pPr>
            <a:lvl4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4pPr>
            <a:lvl5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5pPr>
            <a:lvl6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6pPr>
            <a:lvl7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7pPr>
            <a:lvl8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8pPr>
            <a:lvl9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/>
              <a:t>#</a:t>
            </a:r>
          </a:p>
        </p:txBody>
      </p:sp>
      <p:sp>
        <p:nvSpPr>
          <p:cNvPr id="67" name="Text Placeholder 53">
            <a:extLst>
              <a:ext uri="{FF2B5EF4-FFF2-40B4-BE49-F238E27FC236}">
                <a16:creationId xmlns:a16="http://schemas.microsoft.com/office/drawing/2014/main" id="{A4C226B7-27E7-48B6-9ACD-14E208CD4471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971551" y="4792261"/>
            <a:ext cx="4953908" cy="369332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1pPr>
            <a:lvl2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2pPr>
            <a:lvl3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3pPr>
            <a:lvl4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4pPr>
            <a:lvl5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5pPr>
            <a:lvl6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6pPr>
            <a:lvl7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7pPr>
            <a:lvl8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8pPr>
            <a:lvl9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9pPr>
          </a:lstStyle>
          <a:p>
            <a:pPr lvl="0"/>
            <a:r>
              <a:rPr lang="en-US"/>
              <a:t>Type next item</a:t>
            </a:r>
          </a:p>
        </p:txBody>
      </p:sp>
      <p:sp>
        <p:nvSpPr>
          <p:cNvPr id="68" name="Text Placeholder 67">
            <a:extLst>
              <a:ext uri="{FF2B5EF4-FFF2-40B4-BE49-F238E27FC236}">
                <a16:creationId xmlns:a16="http://schemas.microsoft.com/office/drawing/2014/main" id="{D0EA1119-3409-4D86-8187-1CFFEF0DF14C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381001" y="4765925"/>
            <a:ext cx="400736" cy="395668"/>
          </a:xfrm>
          <a:custGeom>
            <a:avLst/>
            <a:gdLst>
              <a:gd name="connsiteX0" fmla="*/ 211632 w 400736"/>
              <a:gd name="connsiteY0" fmla="*/ 4 h 395668"/>
              <a:gd name="connsiteX1" fmla="*/ 251329 w 400736"/>
              <a:gd name="connsiteY1" fmla="*/ 4637 h 395668"/>
              <a:gd name="connsiteX2" fmla="*/ 399960 w 400736"/>
              <a:gd name="connsiteY2" fmla="*/ 224995 h 395668"/>
              <a:gd name="connsiteX3" fmla="*/ 143368 w 400736"/>
              <a:gd name="connsiteY3" fmla="*/ 390633 h 395668"/>
              <a:gd name="connsiteX4" fmla="*/ 5089 w 400736"/>
              <a:gd name="connsiteY4" fmla="*/ 163621 h 395668"/>
              <a:gd name="connsiteX5" fmla="*/ 211632 w 400736"/>
              <a:gd name="connsiteY5" fmla="*/ 4 h 3956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00736" h="395668">
                <a:moveTo>
                  <a:pt x="211632" y="4"/>
                </a:moveTo>
                <a:cubicBezTo>
                  <a:pt x="224986" y="85"/>
                  <a:pt x="238296" y="1587"/>
                  <a:pt x="251329" y="4637"/>
                </a:cubicBezTo>
                <a:cubicBezTo>
                  <a:pt x="351896" y="28300"/>
                  <a:pt x="408094" y="126648"/>
                  <a:pt x="399960" y="224995"/>
                </a:cubicBezTo>
                <a:cubicBezTo>
                  <a:pt x="387390" y="388415"/>
                  <a:pt x="196609" y="407641"/>
                  <a:pt x="143368" y="390633"/>
                </a:cubicBezTo>
                <a:cubicBezTo>
                  <a:pt x="-8221" y="341829"/>
                  <a:pt x="-7481" y="233868"/>
                  <a:pt x="5089" y="163621"/>
                </a:cubicBezTo>
                <a:cubicBezTo>
                  <a:pt x="22559" y="68508"/>
                  <a:pt x="118157" y="-561"/>
                  <a:pt x="211632" y="4"/>
                </a:cubicBezTo>
                <a:close/>
              </a:path>
            </a:pathLst>
          </a:custGeom>
          <a:solidFill>
            <a:schemeClr val="accent2"/>
          </a:solidFill>
        </p:spPr>
        <p:txBody>
          <a:bodyPr wrap="none" anchor="ctr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1pPr>
            <a:lvl2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2pPr>
            <a:lvl3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3pPr>
            <a:lvl4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4pPr>
            <a:lvl5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5pPr>
            <a:lvl6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6pPr>
            <a:lvl7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7pPr>
            <a:lvl8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8pPr>
            <a:lvl9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/>
              <a:t>#</a:t>
            </a:r>
          </a:p>
        </p:txBody>
      </p:sp>
      <p:sp>
        <p:nvSpPr>
          <p:cNvPr id="69" name="Text Placeholder 53">
            <a:extLst>
              <a:ext uri="{FF2B5EF4-FFF2-40B4-BE49-F238E27FC236}">
                <a16:creationId xmlns:a16="http://schemas.microsoft.com/office/drawing/2014/main" id="{DF220140-A17A-47FD-96A9-63441622845B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6845301" y="1444711"/>
            <a:ext cx="4953908" cy="369332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1pPr>
            <a:lvl2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2pPr>
            <a:lvl3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3pPr>
            <a:lvl4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4pPr>
            <a:lvl5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5pPr>
            <a:lvl6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6pPr>
            <a:lvl7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7pPr>
            <a:lvl8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8pPr>
            <a:lvl9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9pPr>
          </a:lstStyle>
          <a:p>
            <a:pPr lvl="0"/>
            <a:r>
              <a:rPr lang="en-US"/>
              <a:t>Circle fill color can be changed</a:t>
            </a:r>
          </a:p>
        </p:txBody>
      </p:sp>
      <p:sp>
        <p:nvSpPr>
          <p:cNvPr id="70" name="Text Placeholder 69">
            <a:extLst>
              <a:ext uri="{FF2B5EF4-FFF2-40B4-BE49-F238E27FC236}">
                <a16:creationId xmlns:a16="http://schemas.microsoft.com/office/drawing/2014/main" id="{D5C5A157-E82E-413B-BB5A-5BB8F6F13C73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6254751" y="1418375"/>
            <a:ext cx="400736" cy="395668"/>
          </a:xfrm>
          <a:custGeom>
            <a:avLst/>
            <a:gdLst>
              <a:gd name="connsiteX0" fmla="*/ 211632 w 400736"/>
              <a:gd name="connsiteY0" fmla="*/ 4 h 395668"/>
              <a:gd name="connsiteX1" fmla="*/ 251329 w 400736"/>
              <a:gd name="connsiteY1" fmla="*/ 4637 h 395668"/>
              <a:gd name="connsiteX2" fmla="*/ 399960 w 400736"/>
              <a:gd name="connsiteY2" fmla="*/ 224995 h 395668"/>
              <a:gd name="connsiteX3" fmla="*/ 143368 w 400736"/>
              <a:gd name="connsiteY3" fmla="*/ 390633 h 395668"/>
              <a:gd name="connsiteX4" fmla="*/ 5089 w 400736"/>
              <a:gd name="connsiteY4" fmla="*/ 163621 h 395668"/>
              <a:gd name="connsiteX5" fmla="*/ 211632 w 400736"/>
              <a:gd name="connsiteY5" fmla="*/ 4 h 3956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00736" h="395668">
                <a:moveTo>
                  <a:pt x="211632" y="4"/>
                </a:moveTo>
                <a:cubicBezTo>
                  <a:pt x="224986" y="85"/>
                  <a:pt x="238296" y="1587"/>
                  <a:pt x="251329" y="4637"/>
                </a:cubicBezTo>
                <a:cubicBezTo>
                  <a:pt x="351896" y="28300"/>
                  <a:pt x="408094" y="126648"/>
                  <a:pt x="399960" y="224995"/>
                </a:cubicBezTo>
                <a:cubicBezTo>
                  <a:pt x="387390" y="388415"/>
                  <a:pt x="196609" y="407641"/>
                  <a:pt x="143368" y="390633"/>
                </a:cubicBezTo>
                <a:cubicBezTo>
                  <a:pt x="-8221" y="341829"/>
                  <a:pt x="-7481" y="233868"/>
                  <a:pt x="5089" y="163621"/>
                </a:cubicBezTo>
                <a:cubicBezTo>
                  <a:pt x="22559" y="68508"/>
                  <a:pt x="118157" y="-561"/>
                  <a:pt x="211632" y="4"/>
                </a:cubicBezTo>
                <a:close/>
              </a:path>
            </a:pathLst>
          </a:custGeom>
          <a:solidFill>
            <a:schemeClr val="accent2"/>
          </a:solidFill>
        </p:spPr>
        <p:txBody>
          <a:bodyPr wrap="none" anchor="ctr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1pPr>
            <a:lvl2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2pPr>
            <a:lvl3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3pPr>
            <a:lvl4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4pPr>
            <a:lvl5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5pPr>
            <a:lvl6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6pPr>
            <a:lvl7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7pPr>
            <a:lvl8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8pPr>
            <a:lvl9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/>
              <a:t>#</a:t>
            </a:r>
          </a:p>
        </p:txBody>
      </p:sp>
      <p:sp>
        <p:nvSpPr>
          <p:cNvPr id="71" name="Text Placeholder 53">
            <a:extLst>
              <a:ext uri="{FF2B5EF4-FFF2-40B4-BE49-F238E27FC236}">
                <a16:creationId xmlns:a16="http://schemas.microsoft.com/office/drawing/2014/main" id="{BD21E496-D37E-4761-8172-822F85DCF01A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6845301" y="2107168"/>
            <a:ext cx="4953908" cy="369332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1pPr>
            <a:lvl2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2pPr>
            <a:lvl3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3pPr>
            <a:lvl4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4pPr>
            <a:lvl5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5pPr>
            <a:lvl6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6pPr>
            <a:lvl7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7pPr>
            <a:lvl8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8pPr>
            <a:lvl9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9pPr>
          </a:lstStyle>
          <a:p>
            <a:pPr lvl="0"/>
            <a:r>
              <a:rPr lang="en-US"/>
              <a:t>Circle fill color can be changed</a:t>
            </a:r>
          </a:p>
        </p:txBody>
      </p:sp>
      <p:sp>
        <p:nvSpPr>
          <p:cNvPr id="72" name="Text Placeholder 71">
            <a:extLst>
              <a:ext uri="{FF2B5EF4-FFF2-40B4-BE49-F238E27FC236}">
                <a16:creationId xmlns:a16="http://schemas.microsoft.com/office/drawing/2014/main" id="{E0EF41A7-D380-4CC9-9EC8-D362F1F0B13C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6254751" y="2080832"/>
            <a:ext cx="400736" cy="395668"/>
          </a:xfrm>
          <a:custGeom>
            <a:avLst/>
            <a:gdLst>
              <a:gd name="connsiteX0" fmla="*/ 211632 w 400736"/>
              <a:gd name="connsiteY0" fmla="*/ 4 h 395668"/>
              <a:gd name="connsiteX1" fmla="*/ 251329 w 400736"/>
              <a:gd name="connsiteY1" fmla="*/ 4637 h 395668"/>
              <a:gd name="connsiteX2" fmla="*/ 399960 w 400736"/>
              <a:gd name="connsiteY2" fmla="*/ 224995 h 395668"/>
              <a:gd name="connsiteX3" fmla="*/ 143368 w 400736"/>
              <a:gd name="connsiteY3" fmla="*/ 390633 h 395668"/>
              <a:gd name="connsiteX4" fmla="*/ 5089 w 400736"/>
              <a:gd name="connsiteY4" fmla="*/ 163621 h 395668"/>
              <a:gd name="connsiteX5" fmla="*/ 211632 w 400736"/>
              <a:gd name="connsiteY5" fmla="*/ 4 h 3956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00736" h="395668">
                <a:moveTo>
                  <a:pt x="211632" y="4"/>
                </a:moveTo>
                <a:cubicBezTo>
                  <a:pt x="224986" y="85"/>
                  <a:pt x="238296" y="1587"/>
                  <a:pt x="251329" y="4637"/>
                </a:cubicBezTo>
                <a:cubicBezTo>
                  <a:pt x="351896" y="28300"/>
                  <a:pt x="408094" y="126648"/>
                  <a:pt x="399960" y="224995"/>
                </a:cubicBezTo>
                <a:cubicBezTo>
                  <a:pt x="387390" y="388415"/>
                  <a:pt x="196609" y="407641"/>
                  <a:pt x="143368" y="390633"/>
                </a:cubicBezTo>
                <a:cubicBezTo>
                  <a:pt x="-8221" y="341829"/>
                  <a:pt x="-7481" y="233868"/>
                  <a:pt x="5089" y="163621"/>
                </a:cubicBezTo>
                <a:cubicBezTo>
                  <a:pt x="22559" y="68508"/>
                  <a:pt x="118157" y="-561"/>
                  <a:pt x="211632" y="4"/>
                </a:cubicBezTo>
                <a:close/>
              </a:path>
            </a:pathLst>
          </a:custGeom>
          <a:solidFill>
            <a:schemeClr val="accent2"/>
          </a:solidFill>
        </p:spPr>
        <p:txBody>
          <a:bodyPr wrap="none" anchor="ctr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1pPr>
            <a:lvl2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2pPr>
            <a:lvl3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3pPr>
            <a:lvl4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4pPr>
            <a:lvl5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5pPr>
            <a:lvl6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6pPr>
            <a:lvl7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7pPr>
            <a:lvl8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8pPr>
            <a:lvl9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/>
              <a:t>#</a:t>
            </a:r>
          </a:p>
        </p:txBody>
      </p:sp>
      <p:sp>
        <p:nvSpPr>
          <p:cNvPr id="73" name="Text Placeholder 53">
            <a:extLst>
              <a:ext uri="{FF2B5EF4-FFF2-40B4-BE49-F238E27FC236}">
                <a16:creationId xmlns:a16="http://schemas.microsoft.com/office/drawing/2014/main" id="{4F469721-F9C8-4264-985A-69119F52CAC2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845301" y="2774943"/>
            <a:ext cx="4953908" cy="369332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1pPr>
            <a:lvl2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2pPr>
            <a:lvl3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3pPr>
            <a:lvl4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4pPr>
            <a:lvl5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5pPr>
            <a:lvl6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6pPr>
            <a:lvl7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7pPr>
            <a:lvl8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8pPr>
            <a:lvl9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9pPr>
          </a:lstStyle>
          <a:p>
            <a:pPr lvl="0"/>
            <a:r>
              <a:rPr lang="en-US"/>
              <a:t>Circle fill color can be changed</a:t>
            </a:r>
          </a:p>
        </p:txBody>
      </p:sp>
      <p:sp>
        <p:nvSpPr>
          <p:cNvPr id="74" name="Text Placeholder 73">
            <a:extLst>
              <a:ext uri="{FF2B5EF4-FFF2-40B4-BE49-F238E27FC236}">
                <a16:creationId xmlns:a16="http://schemas.microsoft.com/office/drawing/2014/main" id="{FECC6C45-1A8B-4F2F-B1E3-9FE603D3F2B9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6254751" y="2748607"/>
            <a:ext cx="400736" cy="395668"/>
          </a:xfrm>
          <a:custGeom>
            <a:avLst/>
            <a:gdLst>
              <a:gd name="connsiteX0" fmla="*/ 211632 w 400736"/>
              <a:gd name="connsiteY0" fmla="*/ 4 h 395668"/>
              <a:gd name="connsiteX1" fmla="*/ 251329 w 400736"/>
              <a:gd name="connsiteY1" fmla="*/ 4637 h 395668"/>
              <a:gd name="connsiteX2" fmla="*/ 399960 w 400736"/>
              <a:gd name="connsiteY2" fmla="*/ 224995 h 395668"/>
              <a:gd name="connsiteX3" fmla="*/ 143368 w 400736"/>
              <a:gd name="connsiteY3" fmla="*/ 390633 h 395668"/>
              <a:gd name="connsiteX4" fmla="*/ 5089 w 400736"/>
              <a:gd name="connsiteY4" fmla="*/ 163621 h 395668"/>
              <a:gd name="connsiteX5" fmla="*/ 211632 w 400736"/>
              <a:gd name="connsiteY5" fmla="*/ 4 h 3956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00736" h="395668">
                <a:moveTo>
                  <a:pt x="211632" y="4"/>
                </a:moveTo>
                <a:cubicBezTo>
                  <a:pt x="224986" y="85"/>
                  <a:pt x="238296" y="1587"/>
                  <a:pt x="251329" y="4637"/>
                </a:cubicBezTo>
                <a:cubicBezTo>
                  <a:pt x="351896" y="28300"/>
                  <a:pt x="408094" y="126648"/>
                  <a:pt x="399960" y="224995"/>
                </a:cubicBezTo>
                <a:cubicBezTo>
                  <a:pt x="387390" y="388415"/>
                  <a:pt x="196609" y="407641"/>
                  <a:pt x="143368" y="390633"/>
                </a:cubicBezTo>
                <a:cubicBezTo>
                  <a:pt x="-8221" y="341829"/>
                  <a:pt x="-7481" y="233868"/>
                  <a:pt x="5089" y="163621"/>
                </a:cubicBezTo>
                <a:cubicBezTo>
                  <a:pt x="22559" y="68508"/>
                  <a:pt x="118157" y="-561"/>
                  <a:pt x="211632" y="4"/>
                </a:cubicBezTo>
                <a:close/>
              </a:path>
            </a:pathLst>
          </a:custGeom>
          <a:solidFill>
            <a:schemeClr val="accent2"/>
          </a:solidFill>
        </p:spPr>
        <p:txBody>
          <a:bodyPr wrap="none" anchor="ctr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1pPr>
            <a:lvl2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2pPr>
            <a:lvl3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3pPr>
            <a:lvl4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4pPr>
            <a:lvl5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5pPr>
            <a:lvl6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6pPr>
            <a:lvl7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7pPr>
            <a:lvl8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8pPr>
            <a:lvl9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/>
              <a:t>#</a:t>
            </a:r>
          </a:p>
        </p:txBody>
      </p:sp>
      <p:sp>
        <p:nvSpPr>
          <p:cNvPr id="75" name="Text Placeholder 53">
            <a:extLst>
              <a:ext uri="{FF2B5EF4-FFF2-40B4-BE49-F238E27FC236}">
                <a16:creationId xmlns:a16="http://schemas.microsoft.com/office/drawing/2014/main" id="{9C294EA6-0710-4E2B-9FE5-E2AA43EB7455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6845301" y="3469143"/>
            <a:ext cx="4953908" cy="369332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1pPr>
            <a:lvl2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2pPr>
            <a:lvl3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3pPr>
            <a:lvl4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4pPr>
            <a:lvl5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5pPr>
            <a:lvl6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6pPr>
            <a:lvl7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7pPr>
            <a:lvl8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8pPr>
            <a:lvl9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9pPr>
          </a:lstStyle>
          <a:p>
            <a:pPr lvl="0"/>
            <a:r>
              <a:rPr lang="en-US"/>
              <a:t>Delete all unused placeholders</a:t>
            </a:r>
          </a:p>
        </p:txBody>
      </p:sp>
      <p:sp>
        <p:nvSpPr>
          <p:cNvPr id="76" name="Text Placeholder 75">
            <a:extLst>
              <a:ext uri="{FF2B5EF4-FFF2-40B4-BE49-F238E27FC236}">
                <a16:creationId xmlns:a16="http://schemas.microsoft.com/office/drawing/2014/main" id="{C167E3BD-01BA-46B0-8C56-C2139417F9BA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6254751" y="3442807"/>
            <a:ext cx="400736" cy="395668"/>
          </a:xfrm>
          <a:custGeom>
            <a:avLst/>
            <a:gdLst>
              <a:gd name="connsiteX0" fmla="*/ 211632 w 400736"/>
              <a:gd name="connsiteY0" fmla="*/ 4 h 395668"/>
              <a:gd name="connsiteX1" fmla="*/ 251329 w 400736"/>
              <a:gd name="connsiteY1" fmla="*/ 4637 h 395668"/>
              <a:gd name="connsiteX2" fmla="*/ 399960 w 400736"/>
              <a:gd name="connsiteY2" fmla="*/ 224995 h 395668"/>
              <a:gd name="connsiteX3" fmla="*/ 143368 w 400736"/>
              <a:gd name="connsiteY3" fmla="*/ 390633 h 395668"/>
              <a:gd name="connsiteX4" fmla="*/ 5089 w 400736"/>
              <a:gd name="connsiteY4" fmla="*/ 163621 h 395668"/>
              <a:gd name="connsiteX5" fmla="*/ 211632 w 400736"/>
              <a:gd name="connsiteY5" fmla="*/ 4 h 3956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00736" h="395668">
                <a:moveTo>
                  <a:pt x="211632" y="4"/>
                </a:moveTo>
                <a:cubicBezTo>
                  <a:pt x="224986" y="85"/>
                  <a:pt x="238296" y="1587"/>
                  <a:pt x="251329" y="4637"/>
                </a:cubicBezTo>
                <a:cubicBezTo>
                  <a:pt x="351896" y="28300"/>
                  <a:pt x="408094" y="126648"/>
                  <a:pt x="399960" y="224995"/>
                </a:cubicBezTo>
                <a:cubicBezTo>
                  <a:pt x="387390" y="388415"/>
                  <a:pt x="196609" y="407641"/>
                  <a:pt x="143368" y="390633"/>
                </a:cubicBezTo>
                <a:cubicBezTo>
                  <a:pt x="-8221" y="341829"/>
                  <a:pt x="-7481" y="233868"/>
                  <a:pt x="5089" y="163621"/>
                </a:cubicBezTo>
                <a:cubicBezTo>
                  <a:pt x="22559" y="68508"/>
                  <a:pt x="118157" y="-561"/>
                  <a:pt x="211632" y="4"/>
                </a:cubicBezTo>
                <a:close/>
              </a:path>
            </a:pathLst>
          </a:custGeom>
          <a:solidFill>
            <a:schemeClr val="accent2"/>
          </a:solidFill>
        </p:spPr>
        <p:txBody>
          <a:bodyPr wrap="none" anchor="ctr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1pPr>
            <a:lvl2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2pPr>
            <a:lvl3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3pPr>
            <a:lvl4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4pPr>
            <a:lvl5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5pPr>
            <a:lvl6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6pPr>
            <a:lvl7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7pPr>
            <a:lvl8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8pPr>
            <a:lvl9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/>
              <a:t>#</a:t>
            </a:r>
          </a:p>
        </p:txBody>
      </p:sp>
      <p:sp>
        <p:nvSpPr>
          <p:cNvPr id="77" name="Text Placeholder 53">
            <a:extLst>
              <a:ext uri="{FF2B5EF4-FFF2-40B4-BE49-F238E27FC236}">
                <a16:creationId xmlns:a16="http://schemas.microsoft.com/office/drawing/2014/main" id="{CC08D11D-1C9F-4E62-B3A8-39C8892D7678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6845301" y="4126468"/>
            <a:ext cx="4953908" cy="369332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1pPr>
            <a:lvl2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2pPr>
            <a:lvl3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3pPr>
            <a:lvl4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4pPr>
            <a:lvl5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5pPr>
            <a:lvl6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6pPr>
            <a:lvl7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7pPr>
            <a:lvl8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8pPr>
            <a:lvl9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9pPr>
          </a:lstStyle>
          <a:p>
            <a:pPr lvl="0"/>
            <a:r>
              <a:rPr lang="en-US"/>
              <a:t>Delete all unused placeholders</a:t>
            </a:r>
          </a:p>
        </p:txBody>
      </p:sp>
      <p:sp>
        <p:nvSpPr>
          <p:cNvPr id="78" name="Text Placeholder 77">
            <a:extLst>
              <a:ext uri="{FF2B5EF4-FFF2-40B4-BE49-F238E27FC236}">
                <a16:creationId xmlns:a16="http://schemas.microsoft.com/office/drawing/2014/main" id="{E99AB11B-9D32-4DF8-80A4-930B735446CA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6254751" y="4100132"/>
            <a:ext cx="400736" cy="395668"/>
          </a:xfrm>
          <a:custGeom>
            <a:avLst/>
            <a:gdLst>
              <a:gd name="connsiteX0" fmla="*/ 211632 w 400736"/>
              <a:gd name="connsiteY0" fmla="*/ 4 h 395668"/>
              <a:gd name="connsiteX1" fmla="*/ 251329 w 400736"/>
              <a:gd name="connsiteY1" fmla="*/ 4637 h 395668"/>
              <a:gd name="connsiteX2" fmla="*/ 399960 w 400736"/>
              <a:gd name="connsiteY2" fmla="*/ 224995 h 395668"/>
              <a:gd name="connsiteX3" fmla="*/ 143368 w 400736"/>
              <a:gd name="connsiteY3" fmla="*/ 390633 h 395668"/>
              <a:gd name="connsiteX4" fmla="*/ 5089 w 400736"/>
              <a:gd name="connsiteY4" fmla="*/ 163621 h 395668"/>
              <a:gd name="connsiteX5" fmla="*/ 211632 w 400736"/>
              <a:gd name="connsiteY5" fmla="*/ 4 h 3956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00736" h="395668">
                <a:moveTo>
                  <a:pt x="211632" y="4"/>
                </a:moveTo>
                <a:cubicBezTo>
                  <a:pt x="224986" y="85"/>
                  <a:pt x="238296" y="1587"/>
                  <a:pt x="251329" y="4637"/>
                </a:cubicBezTo>
                <a:cubicBezTo>
                  <a:pt x="351896" y="28300"/>
                  <a:pt x="408094" y="126648"/>
                  <a:pt x="399960" y="224995"/>
                </a:cubicBezTo>
                <a:cubicBezTo>
                  <a:pt x="387390" y="388415"/>
                  <a:pt x="196609" y="407641"/>
                  <a:pt x="143368" y="390633"/>
                </a:cubicBezTo>
                <a:cubicBezTo>
                  <a:pt x="-8221" y="341829"/>
                  <a:pt x="-7481" y="233868"/>
                  <a:pt x="5089" y="163621"/>
                </a:cubicBezTo>
                <a:cubicBezTo>
                  <a:pt x="22559" y="68508"/>
                  <a:pt x="118157" y="-561"/>
                  <a:pt x="211632" y="4"/>
                </a:cubicBezTo>
                <a:close/>
              </a:path>
            </a:pathLst>
          </a:custGeom>
          <a:solidFill>
            <a:schemeClr val="accent2"/>
          </a:solidFill>
        </p:spPr>
        <p:txBody>
          <a:bodyPr wrap="none" anchor="ctr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1pPr>
            <a:lvl2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2pPr>
            <a:lvl3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3pPr>
            <a:lvl4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4pPr>
            <a:lvl5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5pPr>
            <a:lvl6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6pPr>
            <a:lvl7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7pPr>
            <a:lvl8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8pPr>
            <a:lvl9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/>
              <a:t>#</a:t>
            </a:r>
          </a:p>
        </p:txBody>
      </p:sp>
      <p:sp>
        <p:nvSpPr>
          <p:cNvPr id="79" name="Text Placeholder 53">
            <a:extLst>
              <a:ext uri="{FF2B5EF4-FFF2-40B4-BE49-F238E27FC236}">
                <a16:creationId xmlns:a16="http://schemas.microsoft.com/office/drawing/2014/main" id="{F8CCC2D7-D1BC-4EB8-BB66-1CCA97A45B63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6845301" y="4792261"/>
            <a:ext cx="4953908" cy="369332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1pPr>
            <a:lvl2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2pPr>
            <a:lvl3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3pPr>
            <a:lvl4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4pPr>
            <a:lvl5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5pPr>
            <a:lvl6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6pPr>
            <a:lvl7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7pPr>
            <a:lvl8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8pPr>
            <a:lvl9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9pPr>
          </a:lstStyle>
          <a:p>
            <a:pPr lvl="0"/>
            <a:r>
              <a:rPr lang="en-US"/>
              <a:t>Delete all unused placeholders</a:t>
            </a:r>
          </a:p>
        </p:txBody>
      </p:sp>
      <p:sp>
        <p:nvSpPr>
          <p:cNvPr id="80" name="Text Placeholder 79">
            <a:extLst>
              <a:ext uri="{FF2B5EF4-FFF2-40B4-BE49-F238E27FC236}">
                <a16:creationId xmlns:a16="http://schemas.microsoft.com/office/drawing/2014/main" id="{8C487161-30FF-4175-B33D-D4EFB0DD4EAE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6254751" y="4765925"/>
            <a:ext cx="400736" cy="395668"/>
          </a:xfrm>
          <a:custGeom>
            <a:avLst/>
            <a:gdLst>
              <a:gd name="connsiteX0" fmla="*/ 211632 w 400736"/>
              <a:gd name="connsiteY0" fmla="*/ 4 h 395668"/>
              <a:gd name="connsiteX1" fmla="*/ 251329 w 400736"/>
              <a:gd name="connsiteY1" fmla="*/ 4637 h 395668"/>
              <a:gd name="connsiteX2" fmla="*/ 399960 w 400736"/>
              <a:gd name="connsiteY2" fmla="*/ 224995 h 395668"/>
              <a:gd name="connsiteX3" fmla="*/ 143368 w 400736"/>
              <a:gd name="connsiteY3" fmla="*/ 390633 h 395668"/>
              <a:gd name="connsiteX4" fmla="*/ 5089 w 400736"/>
              <a:gd name="connsiteY4" fmla="*/ 163621 h 395668"/>
              <a:gd name="connsiteX5" fmla="*/ 211632 w 400736"/>
              <a:gd name="connsiteY5" fmla="*/ 4 h 3956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00736" h="395668">
                <a:moveTo>
                  <a:pt x="211632" y="4"/>
                </a:moveTo>
                <a:cubicBezTo>
                  <a:pt x="224986" y="85"/>
                  <a:pt x="238296" y="1587"/>
                  <a:pt x="251329" y="4637"/>
                </a:cubicBezTo>
                <a:cubicBezTo>
                  <a:pt x="351896" y="28300"/>
                  <a:pt x="408094" y="126648"/>
                  <a:pt x="399960" y="224995"/>
                </a:cubicBezTo>
                <a:cubicBezTo>
                  <a:pt x="387390" y="388415"/>
                  <a:pt x="196609" y="407641"/>
                  <a:pt x="143368" y="390633"/>
                </a:cubicBezTo>
                <a:cubicBezTo>
                  <a:pt x="-8221" y="341829"/>
                  <a:pt x="-7481" y="233868"/>
                  <a:pt x="5089" y="163621"/>
                </a:cubicBezTo>
                <a:cubicBezTo>
                  <a:pt x="22559" y="68508"/>
                  <a:pt x="118157" y="-561"/>
                  <a:pt x="211632" y="4"/>
                </a:cubicBezTo>
                <a:close/>
              </a:path>
            </a:pathLst>
          </a:custGeom>
          <a:solidFill>
            <a:schemeClr val="accent2"/>
          </a:solidFill>
        </p:spPr>
        <p:txBody>
          <a:bodyPr wrap="none" anchor="ctr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1pPr>
            <a:lvl2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2pPr>
            <a:lvl3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3pPr>
            <a:lvl4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4pPr>
            <a:lvl5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5pPr>
            <a:lvl6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6pPr>
            <a:lvl7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7pPr>
            <a:lvl8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8pPr>
            <a:lvl9pPr marL="0" indent="0" algn="ctr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/>
              <a:t>#</a:t>
            </a:r>
          </a:p>
        </p:txBody>
      </p:sp>
    </p:spTree>
    <p:extLst>
      <p:ext uri="{BB962C8B-B14F-4D97-AF65-F5344CB8AC3E}">
        <p14:creationId xmlns:p14="http://schemas.microsoft.com/office/powerpoint/2010/main" val="2747961398"/>
      </p:ext>
    </p:extLst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Arrow with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: Shape 6">
            <a:extLst>
              <a:ext uri="{FF2B5EF4-FFF2-40B4-BE49-F238E27FC236}">
                <a16:creationId xmlns:a16="http://schemas.microsoft.com/office/drawing/2014/main" id="{967A9474-DCF8-444C-9F9E-D4D5FF840D78}"/>
              </a:ext>
            </a:extLst>
          </p:cNvPr>
          <p:cNvSpPr/>
          <p:nvPr/>
        </p:nvSpPr>
        <p:spPr>
          <a:xfrm>
            <a:off x="0" y="308486"/>
            <a:ext cx="4118657" cy="3661435"/>
          </a:xfrm>
          <a:custGeom>
            <a:avLst/>
            <a:gdLst>
              <a:gd name="connsiteX0" fmla="*/ 2315158 w 4118657"/>
              <a:gd name="connsiteY0" fmla="*/ 0 h 3661435"/>
              <a:gd name="connsiteX1" fmla="*/ 2321167 w 4118657"/>
              <a:gd name="connsiteY1" fmla="*/ 0 h 3661435"/>
              <a:gd name="connsiteX2" fmla="*/ 3782138 w 4118657"/>
              <a:gd name="connsiteY2" fmla="*/ 1376794 h 3661435"/>
              <a:gd name="connsiteX3" fmla="*/ 4106797 w 4118657"/>
              <a:gd name="connsiteY3" fmla="*/ 2026113 h 3661435"/>
              <a:gd name="connsiteX4" fmla="*/ 3896366 w 4118657"/>
              <a:gd name="connsiteY4" fmla="*/ 2338748 h 3661435"/>
              <a:gd name="connsiteX5" fmla="*/ 2567671 w 4118657"/>
              <a:gd name="connsiteY5" fmla="*/ 3438986 h 3661435"/>
              <a:gd name="connsiteX6" fmla="*/ 2321167 w 4118657"/>
              <a:gd name="connsiteY6" fmla="*/ 3619352 h 3661435"/>
              <a:gd name="connsiteX7" fmla="*/ 2255036 w 4118657"/>
              <a:gd name="connsiteY7" fmla="*/ 3661435 h 3661435"/>
              <a:gd name="connsiteX8" fmla="*/ 2243012 w 4118657"/>
              <a:gd name="connsiteY8" fmla="*/ 3661435 h 3661435"/>
              <a:gd name="connsiteX9" fmla="*/ 2146817 w 4118657"/>
              <a:gd name="connsiteY9" fmla="*/ 3475059 h 3661435"/>
              <a:gd name="connsiteX10" fmla="*/ 2140801 w 4118657"/>
              <a:gd name="connsiteY10" fmla="*/ 3270644 h 3661435"/>
              <a:gd name="connsiteX11" fmla="*/ 2146817 w 4118657"/>
              <a:gd name="connsiteY11" fmla="*/ 2909911 h 3661435"/>
              <a:gd name="connsiteX12" fmla="*/ 2146817 w 4118657"/>
              <a:gd name="connsiteY12" fmla="*/ 2765618 h 3661435"/>
              <a:gd name="connsiteX13" fmla="*/ 0 w 4118657"/>
              <a:gd name="connsiteY13" fmla="*/ 2765618 h 3661435"/>
              <a:gd name="connsiteX14" fmla="*/ 0 w 4118657"/>
              <a:gd name="connsiteY14" fmla="*/ 893100 h 3661435"/>
              <a:gd name="connsiteX15" fmla="*/ 36528 w 4118657"/>
              <a:gd name="connsiteY15" fmla="*/ 889808 h 3661435"/>
              <a:gd name="connsiteX16" fmla="*/ 2212948 w 4118657"/>
              <a:gd name="connsiteY16" fmla="*/ 889808 h 3661435"/>
              <a:gd name="connsiteX17" fmla="*/ 2297119 w 4118657"/>
              <a:gd name="connsiteY17" fmla="*/ 12025 h 3661435"/>
              <a:gd name="connsiteX18" fmla="*/ 2303134 w 4118657"/>
              <a:gd name="connsiteY18" fmla="*/ 6009 h 3661435"/>
              <a:gd name="connsiteX19" fmla="*/ 2315158 w 4118657"/>
              <a:gd name="connsiteY19" fmla="*/ 0 h 36614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4118657" h="3661435">
                <a:moveTo>
                  <a:pt x="2315158" y="0"/>
                </a:moveTo>
                <a:lnTo>
                  <a:pt x="2321167" y="0"/>
                </a:lnTo>
                <a:cubicBezTo>
                  <a:pt x="2477485" y="0"/>
                  <a:pt x="3649869" y="1232501"/>
                  <a:pt x="3782138" y="1376794"/>
                </a:cubicBezTo>
                <a:cubicBezTo>
                  <a:pt x="3800171" y="1394834"/>
                  <a:pt x="4190968" y="1833722"/>
                  <a:pt x="4106797" y="2026113"/>
                </a:cubicBezTo>
                <a:cubicBezTo>
                  <a:pt x="4076733" y="2104275"/>
                  <a:pt x="3902382" y="2326724"/>
                  <a:pt x="3896366" y="2338748"/>
                </a:cubicBezTo>
                <a:cubicBezTo>
                  <a:pt x="3493551" y="2801692"/>
                  <a:pt x="2892331" y="3216531"/>
                  <a:pt x="2567671" y="3438986"/>
                </a:cubicBezTo>
                <a:cubicBezTo>
                  <a:pt x="2435403" y="3529166"/>
                  <a:pt x="2345216" y="3595304"/>
                  <a:pt x="2321167" y="3619352"/>
                </a:cubicBezTo>
                <a:cubicBezTo>
                  <a:pt x="2297119" y="3649410"/>
                  <a:pt x="2273070" y="3661435"/>
                  <a:pt x="2255036" y="3661435"/>
                </a:cubicBezTo>
                <a:cubicBezTo>
                  <a:pt x="2249021" y="3661435"/>
                  <a:pt x="2249021" y="3661435"/>
                  <a:pt x="2243012" y="3661435"/>
                </a:cubicBezTo>
                <a:cubicBezTo>
                  <a:pt x="2194914" y="3649410"/>
                  <a:pt x="2164850" y="3559230"/>
                  <a:pt x="2146817" y="3475059"/>
                </a:cubicBezTo>
                <a:cubicBezTo>
                  <a:pt x="2128777" y="3408922"/>
                  <a:pt x="2134792" y="3354815"/>
                  <a:pt x="2140801" y="3270644"/>
                </a:cubicBezTo>
                <a:cubicBezTo>
                  <a:pt x="2146817" y="3186473"/>
                  <a:pt x="2152826" y="3078253"/>
                  <a:pt x="2146817" y="2909911"/>
                </a:cubicBezTo>
                <a:cubicBezTo>
                  <a:pt x="2146817" y="2867823"/>
                  <a:pt x="2146817" y="2819725"/>
                  <a:pt x="2146817" y="2765618"/>
                </a:cubicBezTo>
                <a:lnTo>
                  <a:pt x="0" y="2765618"/>
                </a:lnTo>
                <a:lnTo>
                  <a:pt x="0" y="893100"/>
                </a:lnTo>
                <a:lnTo>
                  <a:pt x="36528" y="889808"/>
                </a:lnTo>
                <a:lnTo>
                  <a:pt x="2212948" y="889808"/>
                </a:lnTo>
                <a:cubicBezTo>
                  <a:pt x="2212948" y="162327"/>
                  <a:pt x="2273070" y="30058"/>
                  <a:pt x="2297119" y="12025"/>
                </a:cubicBezTo>
                <a:lnTo>
                  <a:pt x="2303134" y="6009"/>
                </a:lnTo>
                <a:cubicBezTo>
                  <a:pt x="2303134" y="6009"/>
                  <a:pt x="2309143" y="0"/>
                  <a:pt x="2315158" y="0"/>
                </a:cubicBezTo>
                <a:close/>
              </a:path>
            </a:pathLst>
          </a:custGeom>
          <a:solidFill>
            <a:schemeClr val="accent2"/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>
              <a:lnSpc>
                <a:spcPct val="90000"/>
              </a:lnSpc>
            </a:pPr>
            <a:endParaRPr lang="en-US">
              <a:solidFill>
                <a:schemeClr val="bg1"/>
              </a:solidFill>
            </a:endParaRPr>
          </a:p>
        </p:txBody>
      </p:sp>
      <p:sp>
        <p:nvSpPr>
          <p:cNvPr id="6" name="Freeform: Shape 5">
            <a:extLst>
              <a:ext uri="{FF2B5EF4-FFF2-40B4-BE49-F238E27FC236}">
                <a16:creationId xmlns:a16="http://schemas.microsoft.com/office/drawing/2014/main" id="{3117BFFA-728A-45B4-855F-C65538E196D8}"/>
              </a:ext>
            </a:extLst>
          </p:cNvPr>
          <p:cNvSpPr/>
          <p:nvPr/>
        </p:nvSpPr>
        <p:spPr bwMode="ltGray">
          <a:xfrm>
            <a:off x="4252974" y="0"/>
            <a:ext cx="7564605" cy="6019800"/>
          </a:xfrm>
          <a:custGeom>
            <a:avLst/>
            <a:gdLst>
              <a:gd name="connsiteX0" fmla="*/ 49779 w 7564605"/>
              <a:gd name="connsiteY0" fmla="*/ 0 h 5823600"/>
              <a:gd name="connsiteX1" fmla="*/ 7531204 w 7564605"/>
              <a:gd name="connsiteY1" fmla="*/ 0 h 5823600"/>
              <a:gd name="connsiteX2" fmla="*/ 7531733 w 7564605"/>
              <a:gd name="connsiteY2" fmla="*/ 14515 h 5823600"/>
              <a:gd name="connsiteX3" fmla="*/ 7528259 w 7564605"/>
              <a:gd name="connsiteY3" fmla="*/ 318689 h 5823600"/>
              <a:gd name="connsiteX4" fmla="*/ 7544134 w 7564605"/>
              <a:gd name="connsiteY4" fmla="*/ 2096896 h 5823600"/>
              <a:gd name="connsiteX5" fmla="*/ 7560025 w 7564605"/>
              <a:gd name="connsiteY5" fmla="*/ 3437194 h 5823600"/>
              <a:gd name="connsiteX6" fmla="*/ 7560025 w 7564605"/>
              <a:gd name="connsiteY6" fmla="*/ 4366108 h 5823600"/>
              <a:gd name="connsiteX7" fmla="*/ 7512369 w 7564605"/>
              <a:gd name="connsiteY7" fmla="*/ 5520609 h 5823600"/>
              <a:gd name="connsiteX8" fmla="*/ 6972367 w 7564605"/>
              <a:gd name="connsiteY8" fmla="*/ 5732932 h 5823600"/>
              <a:gd name="connsiteX9" fmla="*/ 6416491 w 7564605"/>
              <a:gd name="connsiteY9" fmla="*/ 5746210 h 5823600"/>
              <a:gd name="connsiteX10" fmla="*/ 5844725 w 7564605"/>
              <a:gd name="connsiteY10" fmla="*/ 5812554 h 5823600"/>
              <a:gd name="connsiteX11" fmla="*/ 1556476 w 7564605"/>
              <a:gd name="connsiteY11" fmla="*/ 5759473 h 5823600"/>
              <a:gd name="connsiteX12" fmla="*/ 762356 w 7564605"/>
              <a:gd name="connsiteY12" fmla="*/ 5693129 h 5823600"/>
              <a:gd name="connsiteX13" fmla="*/ 127060 w 7564605"/>
              <a:gd name="connsiteY13" fmla="*/ 5401184 h 5823600"/>
              <a:gd name="connsiteX14" fmla="*/ 63530 w 7564605"/>
              <a:gd name="connsiteY14" fmla="*/ 4074164 h 5823600"/>
              <a:gd name="connsiteX15" fmla="*/ 31766 w 7564605"/>
              <a:gd name="connsiteY15" fmla="*/ 2083633 h 5823600"/>
              <a:gd name="connsiteX16" fmla="*/ 0 w 7564605"/>
              <a:gd name="connsiteY16" fmla="*/ 1420123 h 5823600"/>
              <a:gd name="connsiteX17" fmla="*/ 31766 w 7564605"/>
              <a:gd name="connsiteY17" fmla="*/ 385047 h 5823600"/>
              <a:gd name="connsiteX18" fmla="*/ 47640 w 7564605"/>
              <a:gd name="connsiteY18" fmla="*/ 53285 h 5823600"/>
              <a:gd name="connsiteX19" fmla="*/ 49066 w 7564605"/>
              <a:gd name="connsiteY19" fmla="*/ 10986 h 582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7564605" h="5823600">
                <a:moveTo>
                  <a:pt x="49779" y="0"/>
                </a:moveTo>
                <a:lnTo>
                  <a:pt x="7531204" y="0"/>
                </a:lnTo>
                <a:lnTo>
                  <a:pt x="7531733" y="14515"/>
                </a:lnTo>
                <a:cubicBezTo>
                  <a:pt x="7532230" y="112174"/>
                  <a:pt x="7528259" y="215847"/>
                  <a:pt x="7528259" y="318689"/>
                </a:cubicBezTo>
                <a:cubicBezTo>
                  <a:pt x="7512369" y="915855"/>
                  <a:pt x="7575899" y="1499744"/>
                  <a:pt x="7544134" y="2096896"/>
                </a:cubicBezTo>
                <a:cubicBezTo>
                  <a:pt x="7528259" y="2534820"/>
                  <a:pt x="7575899" y="2999270"/>
                  <a:pt x="7560025" y="3437194"/>
                </a:cubicBezTo>
                <a:cubicBezTo>
                  <a:pt x="7544134" y="3742402"/>
                  <a:pt x="7575899" y="4060887"/>
                  <a:pt x="7560025" y="4366108"/>
                </a:cubicBezTo>
                <a:cubicBezTo>
                  <a:pt x="7544134" y="4671316"/>
                  <a:pt x="7575899" y="5122503"/>
                  <a:pt x="7512369" y="5520609"/>
                </a:cubicBezTo>
                <a:cubicBezTo>
                  <a:pt x="7480604" y="5679852"/>
                  <a:pt x="7194721" y="5706392"/>
                  <a:pt x="6972367" y="5732932"/>
                </a:cubicBezTo>
                <a:cubicBezTo>
                  <a:pt x="6845308" y="5746210"/>
                  <a:pt x="6607081" y="5719669"/>
                  <a:pt x="6416491" y="5746210"/>
                </a:cubicBezTo>
                <a:cubicBezTo>
                  <a:pt x="6273541" y="5772750"/>
                  <a:pt x="6003549" y="5812554"/>
                  <a:pt x="5844725" y="5812554"/>
                </a:cubicBezTo>
                <a:cubicBezTo>
                  <a:pt x="4224719" y="5852371"/>
                  <a:pt x="3430600" y="5772750"/>
                  <a:pt x="1556476" y="5759473"/>
                </a:cubicBezTo>
                <a:cubicBezTo>
                  <a:pt x="1381761" y="5759473"/>
                  <a:pt x="1143534" y="5759473"/>
                  <a:pt x="762356" y="5693129"/>
                </a:cubicBezTo>
                <a:cubicBezTo>
                  <a:pt x="412943" y="5640048"/>
                  <a:pt x="238228" y="5693129"/>
                  <a:pt x="127060" y="5401184"/>
                </a:cubicBezTo>
                <a:cubicBezTo>
                  <a:pt x="31766" y="5162321"/>
                  <a:pt x="79404" y="4379372"/>
                  <a:pt x="63530" y="4074164"/>
                </a:cubicBezTo>
                <a:cubicBezTo>
                  <a:pt x="31766" y="3384113"/>
                  <a:pt x="31766" y="2906386"/>
                  <a:pt x="31766" y="2083633"/>
                </a:cubicBezTo>
                <a:lnTo>
                  <a:pt x="0" y="1420123"/>
                </a:lnTo>
                <a:cubicBezTo>
                  <a:pt x="79404" y="1048557"/>
                  <a:pt x="-47655" y="769876"/>
                  <a:pt x="31766" y="385047"/>
                </a:cubicBezTo>
                <a:cubicBezTo>
                  <a:pt x="47640" y="252345"/>
                  <a:pt x="47640" y="265608"/>
                  <a:pt x="47640" y="53285"/>
                </a:cubicBezTo>
                <a:cubicBezTo>
                  <a:pt x="47640" y="43332"/>
                  <a:pt x="48136" y="28818"/>
                  <a:pt x="49066" y="10986"/>
                </a:cubicBez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>
              <a:lnSpc>
                <a:spcPct val="90000"/>
              </a:lnSpc>
            </a:pPr>
            <a:endParaRPr lang="en-US">
              <a:solidFill>
                <a:schemeClr val="bg1"/>
              </a:solidFill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17EAB047-7709-4466-A961-418CD41D0EA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81001" y="1555130"/>
            <a:ext cx="3111499" cy="921370"/>
          </a:xfrm>
        </p:spPr>
        <p:txBody>
          <a:bodyPr/>
          <a:lstStyle>
            <a:lvl1pPr>
              <a:defRPr sz="6600" baseline="0">
                <a:solidFill>
                  <a:schemeClr val="tx1"/>
                </a:solidFill>
              </a:defRPr>
            </a:lvl1pPr>
          </a:lstStyle>
          <a:p>
            <a:r>
              <a:rPr lang="en-US"/>
              <a:t>TITLE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278109F1-DB54-40AC-9EFE-BD170DCF93B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2EB1475D-EF5B-48A6-8CCB-3BD08F726926}" type="datetimeFigureOut">
              <a:rPr lang="en-US"/>
              <a:pPr/>
              <a:t>10/30/2026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058632F8-B1D4-42C3-A25F-51F06753F5F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1CD40013-3360-45D5-A8EF-FE748E71205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565A54F4-DB31-4FC5-B748-3F06867349C3}" type="slidenum">
              <a:rPr lang="en-US"/>
              <a:pPr/>
              <a:t>‹#›</a:t>
            </a:fld>
            <a:endParaRPr lang="en-US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BBCEFFE7-67B4-45E7-A42F-DB170DD4AE20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730750" y="914400"/>
            <a:ext cx="6705600" cy="45720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add text (change to numbered list on Home tab)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36844114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le and Content Oran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Freeform: Shape 16">
            <a:extLst>
              <a:ext uri="{FF2B5EF4-FFF2-40B4-BE49-F238E27FC236}">
                <a16:creationId xmlns:a16="http://schemas.microsoft.com/office/drawing/2014/main" id="{90A67651-30FC-482C-8BD7-415FEAC5C2F3}"/>
              </a:ext>
            </a:extLst>
          </p:cNvPr>
          <p:cNvSpPr/>
          <p:nvPr/>
        </p:nvSpPr>
        <p:spPr>
          <a:xfrm>
            <a:off x="0" y="0"/>
            <a:ext cx="12192000" cy="6874379"/>
          </a:xfrm>
          <a:custGeom>
            <a:avLst/>
            <a:gdLst>
              <a:gd name="connsiteX0" fmla="*/ 0 w 12192000"/>
              <a:gd name="connsiteY0" fmla="*/ 0 h 6874379"/>
              <a:gd name="connsiteX1" fmla="*/ 12192000 w 12192000"/>
              <a:gd name="connsiteY1" fmla="*/ 0 h 6874379"/>
              <a:gd name="connsiteX2" fmla="*/ 12192000 w 12192000"/>
              <a:gd name="connsiteY2" fmla="*/ 190329 h 6874379"/>
              <a:gd name="connsiteX3" fmla="*/ 12097817 w 12192000"/>
              <a:gd name="connsiteY3" fmla="*/ 160025 h 6874379"/>
              <a:gd name="connsiteX4" fmla="*/ 11807295 w 12192000"/>
              <a:gd name="connsiteY4" fmla="*/ 132559 h 6874379"/>
              <a:gd name="connsiteX5" fmla="*/ 11803273 w 12192000"/>
              <a:gd name="connsiteY5" fmla="*/ 132651 h 6874379"/>
              <a:gd name="connsiteX6" fmla="*/ 11801114 w 12192000"/>
              <a:gd name="connsiteY6" fmla="*/ 132559 h 6874379"/>
              <a:gd name="connsiteX7" fmla="*/ 9648247 w 12192000"/>
              <a:gd name="connsiteY7" fmla="*/ 283191 h 6874379"/>
              <a:gd name="connsiteX8" fmla="*/ 9289437 w 12192000"/>
              <a:gd name="connsiteY8" fmla="*/ 298139 h 6874379"/>
              <a:gd name="connsiteX9" fmla="*/ 8937897 w 12192000"/>
              <a:gd name="connsiteY9" fmla="*/ 297353 h 6874379"/>
              <a:gd name="connsiteX10" fmla="*/ 7958013 w 12192000"/>
              <a:gd name="connsiteY10" fmla="*/ 284263 h 6874379"/>
              <a:gd name="connsiteX11" fmla="*/ 7948375 w 12192000"/>
              <a:gd name="connsiteY11" fmla="*/ 284273 h 6874379"/>
              <a:gd name="connsiteX12" fmla="*/ 7947582 w 12192000"/>
              <a:gd name="connsiteY12" fmla="*/ 284263 h 6874379"/>
              <a:gd name="connsiteX13" fmla="*/ 5026488 w 12192000"/>
              <a:gd name="connsiteY13" fmla="*/ 324819 h 6874379"/>
              <a:gd name="connsiteX14" fmla="*/ 5003554 w 12192000"/>
              <a:gd name="connsiteY14" fmla="*/ 325295 h 6874379"/>
              <a:gd name="connsiteX15" fmla="*/ 4543566 w 12192000"/>
              <a:gd name="connsiteY15" fmla="*/ 331280 h 6874379"/>
              <a:gd name="connsiteX16" fmla="*/ 1280017 w 12192000"/>
              <a:gd name="connsiteY16" fmla="*/ 176856 h 6874379"/>
              <a:gd name="connsiteX17" fmla="*/ 405208 w 12192000"/>
              <a:gd name="connsiteY17" fmla="*/ 314184 h 6874379"/>
              <a:gd name="connsiteX18" fmla="*/ 282764 w 12192000"/>
              <a:gd name="connsiteY18" fmla="*/ 671391 h 6874379"/>
              <a:gd name="connsiteX19" fmla="*/ 248165 w 12192000"/>
              <a:gd name="connsiteY19" fmla="*/ 1871382 h 6874379"/>
              <a:gd name="connsiteX20" fmla="*/ 256012 w 12192000"/>
              <a:gd name="connsiteY20" fmla="*/ 2213101 h 6874379"/>
              <a:gd name="connsiteX21" fmla="*/ 252706 w 12192000"/>
              <a:gd name="connsiteY21" fmla="*/ 2453832 h 6874379"/>
              <a:gd name="connsiteX22" fmla="*/ 244400 w 12192000"/>
              <a:gd name="connsiteY22" fmla="*/ 3071384 h 6874379"/>
              <a:gd name="connsiteX23" fmla="*/ 177982 w 12192000"/>
              <a:gd name="connsiteY23" fmla="*/ 3854148 h 6874379"/>
              <a:gd name="connsiteX24" fmla="*/ 144773 w 12192000"/>
              <a:gd name="connsiteY24" fmla="*/ 6202469 h 6874379"/>
              <a:gd name="connsiteX25" fmla="*/ 676116 w 12192000"/>
              <a:gd name="connsiteY25" fmla="*/ 6710576 h 6874379"/>
              <a:gd name="connsiteX26" fmla="*/ 739810 w 12192000"/>
              <a:gd name="connsiteY26" fmla="*/ 6711571 h 6874379"/>
              <a:gd name="connsiteX27" fmla="*/ 742537 w 12192000"/>
              <a:gd name="connsiteY27" fmla="*/ 6711326 h 6874379"/>
              <a:gd name="connsiteX28" fmla="*/ 758188 w 12192000"/>
              <a:gd name="connsiteY28" fmla="*/ 6711571 h 6874379"/>
              <a:gd name="connsiteX29" fmla="*/ 1161699 w 12192000"/>
              <a:gd name="connsiteY29" fmla="*/ 6645433 h 6874379"/>
              <a:gd name="connsiteX30" fmla="*/ 1223129 w 12192000"/>
              <a:gd name="connsiteY30" fmla="*/ 6642040 h 6874379"/>
              <a:gd name="connsiteX31" fmla="*/ 1249749 w 12192000"/>
              <a:gd name="connsiteY31" fmla="*/ 6642246 h 6874379"/>
              <a:gd name="connsiteX32" fmla="*/ 2021087 w 12192000"/>
              <a:gd name="connsiteY32" fmla="*/ 6683110 h 6874379"/>
              <a:gd name="connsiteX33" fmla="*/ 7012994 w 12192000"/>
              <a:gd name="connsiteY33" fmla="*/ 6716069 h 6874379"/>
              <a:gd name="connsiteX34" fmla="*/ 7016698 w 12192000"/>
              <a:gd name="connsiteY34" fmla="*/ 6716018 h 6874379"/>
              <a:gd name="connsiteX35" fmla="*/ 7024455 w 12192000"/>
              <a:gd name="connsiteY35" fmla="*/ 6716069 h 6874379"/>
              <a:gd name="connsiteX36" fmla="*/ 7963164 w 12192000"/>
              <a:gd name="connsiteY36" fmla="*/ 6700185 h 6874379"/>
              <a:gd name="connsiteX37" fmla="*/ 8424990 w 12192000"/>
              <a:gd name="connsiteY37" fmla="*/ 6696610 h 6874379"/>
              <a:gd name="connsiteX38" fmla="*/ 8891818 w 12192000"/>
              <a:gd name="connsiteY38" fmla="*/ 6707289 h 6874379"/>
              <a:gd name="connsiteX39" fmla="*/ 11120508 w 12192000"/>
              <a:gd name="connsiteY39" fmla="*/ 6749147 h 6874379"/>
              <a:gd name="connsiteX40" fmla="*/ 11123244 w 12192000"/>
              <a:gd name="connsiteY40" fmla="*/ 6749138 h 6874379"/>
              <a:gd name="connsiteX41" fmla="*/ 11127440 w 12192000"/>
              <a:gd name="connsiteY41" fmla="*/ 6749147 h 6874379"/>
              <a:gd name="connsiteX42" fmla="*/ 11659021 w 12192000"/>
              <a:gd name="connsiteY42" fmla="*/ 6746289 h 6874379"/>
              <a:gd name="connsiteX43" fmla="*/ 12146815 w 12192000"/>
              <a:gd name="connsiteY43" fmla="*/ 6741361 h 6874379"/>
              <a:gd name="connsiteX44" fmla="*/ 12192000 w 12192000"/>
              <a:gd name="connsiteY44" fmla="*/ 6734754 h 6874379"/>
              <a:gd name="connsiteX45" fmla="*/ 12192000 w 12192000"/>
              <a:gd name="connsiteY45" fmla="*/ 6874379 h 6874379"/>
              <a:gd name="connsiteX46" fmla="*/ 0 w 12192000"/>
              <a:gd name="connsiteY46" fmla="*/ 6874379 h 68743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</a:cxnLst>
            <a:rect l="l" t="t" r="r" b="b"/>
            <a:pathLst>
              <a:path w="12192000" h="6874379">
                <a:moveTo>
                  <a:pt x="0" y="0"/>
                </a:moveTo>
                <a:lnTo>
                  <a:pt x="12192000" y="0"/>
                </a:lnTo>
                <a:lnTo>
                  <a:pt x="12192000" y="190329"/>
                </a:lnTo>
                <a:lnTo>
                  <a:pt x="12097817" y="160025"/>
                </a:lnTo>
                <a:cubicBezTo>
                  <a:pt x="12015663" y="141142"/>
                  <a:pt x="11919254" y="132559"/>
                  <a:pt x="11807295" y="132559"/>
                </a:cubicBezTo>
                <a:lnTo>
                  <a:pt x="11803273" y="132651"/>
                </a:lnTo>
                <a:lnTo>
                  <a:pt x="11801114" y="132559"/>
                </a:lnTo>
                <a:cubicBezTo>
                  <a:pt x="11078819" y="132559"/>
                  <a:pt x="10365869" y="240705"/>
                  <a:pt x="9648247" y="283191"/>
                </a:cubicBezTo>
                <a:lnTo>
                  <a:pt x="9289437" y="298139"/>
                </a:lnTo>
                <a:lnTo>
                  <a:pt x="8937897" y="297353"/>
                </a:lnTo>
                <a:cubicBezTo>
                  <a:pt x="8610318" y="290487"/>
                  <a:pt x="8283777" y="286195"/>
                  <a:pt x="7958013" y="284263"/>
                </a:cubicBezTo>
                <a:lnTo>
                  <a:pt x="7948375" y="284273"/>
                </a:lnTo>
                <a:lnTo>
                  <a:pt x="7947582" y="284263"/>
                </a:lnTo>
                <a:cubicBezTo>
                  <a:pt x="6969212" y="278468"/>
                  <a:pt x="5997850" y="293915"/>
                  <a:pt x="5026488" y="324819"/>
                </a:cubicBezTo>
                <a:lnTo>
                  <a:pt x="5003554" y="325295"/>
                </a:lnTo>
                <a:lnTo>
                  <a:pt x="4543566" y="331280"/>
                </a:lnTo>
                <a:cubicBezTo>
                  <a:pt x="3349959" y="326969"/>
                  <a:pt x="1955605" y="198024"/>
                  <a:pt x="1280017" y="176856"/>
                </a:cubicBezTo>
                <a:cubicBezTo>
                  <a:pt x="615478" y="156034"/>
                  <a:pt x="571070" y="163116"/>
                  <a:pt x="405208" y="314184"/>
                </a:cubicBezTo>
                <a:cubicBezTo>
                  <a:pt x="322286" y="396581"/>
                  <a:pt x="299341" y="575254"/>
                  <a:pt x="282764" y="671391"/>
                </a:cubicBezTo>
                <a:cubicBezTo>
                  <a:pt x="241294" y="1090239"/>
                  <a:pt x="240583" y="1480809"/>
                  <a:pt x="248165" y="1871382"/>
                </a:cubicBezTo>
                <a:lnTo>
                  <a:pt x="256012" y="2213101"/>
                </a:lnTo>
                <a:lnTo>
                  <a:pt x="252706" y="2453832"/>
                </a:lnTo>
                <a:cubicBezTo>
                  <a:pt x="250630" y="2656821"/>
                  <a:pt x="248553" y="2861957"/>
                  <a:pt x="244400" y="3071384"/>
                </a:cubicBezTo>
                <a:cubicBezTo>
                  <a:pt x="244400" y="3277369"/>
                  <a:pt x="211191" y="3552026"/>
                  <a:pt x="177982" y="3854148"/>
                </a:cubicBezTo>
                <a:cubicBezTo>
                  <a:pt x="94968" y="4623186"/>
                  <a:pt x="177982" y="5419690"/>
                  <a:pt x="144773" y="6202469"/>
                </a:cubicBezTo>
                <a:cubicBezTo>
                  <a:pt x="128177" y="6477125"/>
                  <a:pt x="227804" y="6683110"/>
                  <a:pt x="676116" y="6710576"/>
                </a:cubicBezTo>
                <a:cubicBezTo>
                  <a:pt x="696872" y="6712294"/>
                  <a:pt x="718146" y="6712509"/>
                  <a:pt x="739810" y="6711571"/>
                </a:cubicBezTo>
                <a:lnTo>
                  <a:pt x="742537" y="6711326"/>
                </a:lnTo>
                <a:lnTo>
                  <a:pt x="758188" y="6711571"/>
                </a:lnTo>
                <a:cubicBezTo>
                  <a:pt x="888027" y="6705943"/>
                  <a:pt x="1031860" y="6658790"/>
                  <a:pt x="1161699" y="6645433"/>
                </a:cubicBezTo>
                <a:lnTo>
                  <a:pt x="1223129" y="6642040"/>
                </a:lnTo>
                <a:lnTo>
                  <a:pt x="1249749" y="6642246"/>
                </a:lnTo>
                <a:cubicBezTo>
                  <a:pt x="1426096" y="6645459"/>
                  <a:pt x="1113971" y="6671527"/>
                  <a:pt x="2021087" y="6683110"/>
                </a:cubicBezTo>
                <a:lnTo>
                  <a:pt x="7012994" y="6716069"/>
                </a:lnTo>
                <a:lnTo>
                  <a:pt x="7016698" y="6716018"/>
                </a:lnTo>
                <a:lnTo>
                  <a:pt x="7024455" y="6716069"/>
                </a:lnTo>
                <a:cubicBezTo>
                  <a:pt x="7337250" y="6714606"/>
                  <a:pt x="7650263" y="6705480"/>
                  <a:pt x="7963164" y="6700185"/>
                </a:cubicBezTo>
                <a:lnTo>
                  <a:pt x="8424990" y="6696610"/>
                </a:lnTo>
                <a:lnTo>
                  <a:pt x="8891818" y="6707289"/>
                </a:lnTo>
                <a:cubicBezTo>
                  <a:pt x="9645805" y="6740724"/>
                  <a:pt x="10498919" y="6749520"/>
                  <a:pt x="11120508" y="6749147"/>
                </a:cubicBezTo>
                <a:lnTo>
                  <a:pt x="11123244" y="6749138"/>
                </a:lnTo>
                <a:lnTo>
                  <a:pt x="11127440" y="6749147"/>
                </a:lnTo>
                <a:cubicBezTo>
                  <a:pt x="11334408" y="6749022"/>
                  <a:pt x="11515679" y="6747879"/>
                  <a:pt x="11659021" y="6746289"/>
                </a:cubicBezTo>
                <a:cubicBezTo>
                  <a:pt x="11945705" y="6743110"/>
                  <a:pt x="12070693" y="6747846"/>
                  <a:pt x="12146815" y="6741361"/>
                </a:cubicBezTo>
                <a:lnTo>
                  <a:pt x="12192000" y="6734754"/>
                </a:lnTo>
                <a:lnTo>
                  <a:pt x="12192000" y="6874379"/>
                </a:lnTo>
                <a:lnTo>
                  <a:pt x="0" y="687437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858FEA80-7B9C-47B6-AB26-C4831912993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8501" y="457200"/>
            <a:ext cx="11182499" cy="485335"/>
          </a:xfrm>
        </p:spPr>
        <p:txBody>
          <a:bodyPr/>
          <a:lstStyle/>
          <a:p>
            <a:r>
              <a:rPr lang="en-US" altLang="zh-CN"/>
              <a:t>Click to edit Master title style</a:t>
            </a:r>
            <a:endParaRPr lang="en-US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AF412722-E6BD-447B-8052-740133E9D43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EB1475D-EF5B-48A6-8CCB-3BD08F726926}" type="datetimeFigureOut">
              <a:rPr lang="en-US"/>
              <a:pPr/>
              <a:t>10/30/2026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C5511FD4-F314-401C-A0EF-CB4185315A9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440098E-180C-438C-85EA-F6F1FB1B52F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5A54F4-DB31-4FC5-B748-3F06867349C3}" type="slidenum">
              <a:rPr lang="en-US"/>
              <a:pPr/>
              <a:t>‹#›</a:t>
            </a:fld>
            <a:endParaRPr lang="en-US"/>
          </a:p>
        </p:txBody>
      </p:sp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4609F077-D81F-4729-9AC7-9C5410D45906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628651" y="1664702"/>
            <a:ext cx="11182350" cy="4355097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add text or choose an icon below to insert other content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3" name="Text Placeholder 53">
            <a:extLst>
              <a:ext uri="{FF2B5EF4-FFF2-40B4-BE49-F238E27FC236}">
                <a16:creationId xmlns:a16="http://schemas.microsoft.com/office/drawing/2014/main" id="{DCA8F8B7-60BD-4B53-A658-C77FA4FA67B5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28500" y="1086829"/>
            <a:ext cx="11182499" cy="290515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1pPr>
            <a:lvl2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2pPr>
            <a:lvl3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3pPr>
            <a:lvl4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4pPr>
            <a:lvl5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5pPr>
            <a:lvl6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6pPr>
            <a:lvl7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7pPr>
            <a:lvl8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8pPr>
            <a:lvl9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9pPr>
          </a:lstStyle>
          <a:p>
            <a:pPr lvl="0"/>
            <a:r>
              <a:rPr lang="en-US"/>
              <a:t>Click to add subtitle</a:t>
            </a:r>
          </a:p>
        </p:txBody>
      </p:sp>
    </p:spTree>
    <p:extLst>
      <p:ext uri="{BB962C8B-B14F-4D97-AF65-F5344CB8AC3E}">
        <p14:creationId xmlns:p14="http://schemas.microsoft.com/office/powerpoint/2010/main" val="3393217811"/>
      </p:ext>
    </p:extLst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wo Content Purp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Freeform: Shape 5">
            <a:extLst>
              <a:ext uri="{FF2B5EF4-FFF2-40B4-BE49-F238E27FC236}">
                <a16:creationId xmlns:a16="http://schemas.microsoft.com/office/drawing/2014/main" id="{5318214A-2D20-42DC-9E1E-5FE8646C4D6C}"/>
              </a:ext>
            </a:extLst>
          </p:cNvPr>
          <p:cNvSpPr/>
          <p:nvPr/>
        </p:nvSpPr>
        <p:spPr bwMode="ltGray">
          <a:xfrm>
            <a:off x="0" y="0"/>
            <a:ext cx="12192000" cy="6874379"/>
          </a:xfrm>
          <a:custGeom>
            <a:avLst/>
            <a:gdLst>
              <a:gd name="connsiteX0" fmla="*/ 0 w 12192000"/>
              <a:gd name="connsiteY0" fmla="*/ 0 h 6874379"/>
              <a:gd name="connsiteX1" fmla="*/ 12192000 w 12192000"/>
              <a:gd name="connsiteY1" fmla="*/ 0 h 6874379"/>
              <a:gd name="connsiteX2" fmla="*/ 12192000 w 12192000"/>
              <a:gd name="connsiteY2" fmla="*/ 341392 h 6874379"/>
              <a:gd name="connsiteX3" fmla="*/ 12134257 w 12192000"/>
              <a:gd name="connsiteY3" fmla="*/ 320479 h 6874379"/>
              <a:gd name="connsiteX4" fmla="*/ 11462617 w 12192000"/>
              <a:gd name="connsiteY4" fmla="*/ 234532 h 6874379"/>
              <a:gd name="connsiteX5" fmla="*/ 10560397 w 12192000"/>
              <a:gd name="connsiteY5" fmla="*/ 220643 h 6874379"/>
              <a:gd name="connsiteX6" fmla="*/ 9632386 w 12192000"/>
              <a:gd name="connsiteY6" fmla="*/ 151243 h 6874379"/>
              <a:gd name="connsiteX7" fmla="*/ 8274354 w 12192000"/>
              <a:gd name="connsiteY7" fmla="*/ 139710 h 6874379"/>
              <a:gd name="connsiteX8" fmla="*/ 2672303 w 12192000"/>
              <a:gd name="connsiteY8" fmla="*/ 206769 h 6874379"/>
              <a:gd name="connsiteX9" fmla="*/ 1383398 w 12192000"/>
              <a:gd name="connsiteY9" fmla="*/ 276170 h 6874379"/>
              <a:gd name="connsiteX10" fmla="*/ 352275 w 12192000"/>
              <a:gd name="connsiteY10" fmla="*/ 581565 h 6874379"/>
              <a:gd name="connsiteX11" fmla="*/ 249163 w 12192000"/>
              <a:gd name="connsiteY11" fmla="*/ 1969723 h 6874379"/>
              <a:gd name="connsiteX12" fmla="*/ 197606 w 12192000"/>
              <a:gd name="connsiteY12" fmla="*/ 4051960 h 6874379"/>
              <a:gd name="connsiteX13" fmla="*/ 146050 w 12192000"/>
              <a:gd name="connsiteY13" fmla="*/ 4746040 h 6874379"/>
              <a:gd name="connsiteX14" fmla="*/ 197606 w 12192000"/>
              <a:gd name="connsiteY14" fmla="*/ 5828803 h 6874379"/>
              <a:gd name="connsiteX15" fmla="*/ 223371 w 12192000"/>
              <a:gd name="connsiteY15" fmla="*/ 6175850 h 6874379"/>
              <a:gd name="connsiteX16" fmla="*/ 452464 w 12192000"/>
              <a:gd name="connsiteY16" fmla="*/ 6511675 h 6874379"/>
              <a:gd name="connsiteX17" fmla="*/ 5891167 w 12192000"/>
              <a:gd name="connsiteY17" fmla="*/ 6680936 h 6874379"/>
              <a:gd name="connsiteX18" fmla="*/ 9142589 w 12192000"/>
              <a:gd name="connsiteY18" fmla="*/ 6731113 h 6874379"/>
              <a:gd name="connsiteX19" fmla="*/ 12192000 w 12192000"/>
              <a:gd name="connsiteY19" fmla="*/ 6743126 h 6874379"/>
              <a:gd name="connsiteX20" fmla="*/ 12192000 w 12192000"/>
              <a:gd name="connsiteY20" fmla="*/ 6874379 h 6874379"/>
              <a:gd name="connsiteX21" fmla="*/ 0 w 12192000"/>
              <a:gd name="connsiteY21" fmla="*/ 6874379 h 68743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12192000" h="6874379">
                <a:moveTo>
                  <a:pt x="0" y="0"/>
                </a:moveTo>
                <a:lnTo>
                  <a:pt x="12192000" y="0"/>
                </a:lnTo>
                <a:lnTo>
                  <a:pt x="12192000" y="341392"/>
                </a:lnTo>
                <a:lnTo>
                  <a:pt x="12134257" y="320479"/>
                </a:lnTo>
                <a:cubicBezTo>
                  <a:pt x="11954012" y="269236"/>
                  <a:pt x="11688175" y="251884"/>
                  <a:pt x="11462617" y="234532"/>
                </a:cubicBezTo>
                <a:cubicBezTo>
                  <a:pt x="11256392" y="220643"/>
                  <a:pt x="10869734" y="248407"/>
                  <a:pt x="10560397" y="220643"/>
                </a:cubicBezTo>
                <a:cubicBezTo>
                  <a:pt x="10328381" y="192880"/>
                  <a:pt x="9890167" y="151243"/>
                  <a:pt x="9632386" y="151243"/>
                </a:cubicBezTo>
                <a:cubicBezTo>
                  <a:pt x="9139380" y="143433"/>
                  <a:pt x="8693500" y="140016"/>
                  <a:pt x="8274354" y="139710"/>
                </a:cubicBezTo>
                <a:cubicBezTo>
                  <a:pt x="6458057" y="138384"/>
                  <a:pt x="5143777" y="195484"/>
                  <a:pt x="2672303" y="206769"/>
                </a:cubicBezTo>
                <a:cubicBezTo>
                  <a:pt x="2388730" y="206769"/>
                  <a:pt x="2002073" y="206769"/>
                  <a:pt x="1383398" y="276170"/>
                </a:cubicBezTo>
                <a:cubicBezTo>
                  <a:pt x="816280" y="331696"/>
                  <a:pt x="532708" y="276170"/>
                  <a:pt x="352275" y="581565"/>
                </a:cubicBezTo>
                <a:cubicBezTo>
                  <a:pt x="197606" y="831433"/>
                  <a:pt x="274927" y="1650454"/>
                  <a:pt x="249163" y="1969723"/>
                </a:cubicBezTo>
                <a:cubicBezTo>
                  <a:pt x="197606" y="2691565"/>
                  <a:pt x="197606" y="3191302"/>
                  <a:pt x="197606" y="4051960"/>
                </a:cubicBezTo>
                <a:lnTo>
                  <a:pt x="146050" y="4746040"/>
                </a:lnTo>
                <a:cubicBezTo>
                  <a:pt x="274927" y="5134724"/>
                  <a:pt x="68702" y="5426244"/>
                  <a:pt x="197606" y="5828803"/>
                </a:cubicBezTo>
                <a:cubicBezTo>
                  <a:pt x="223371" y="5967619"/>
                  <a:pt x="180908" y="6062043"/>
                  <a:pt x="223371" y="6175850"/>
                </a:cubicBezTo>
                <a:cubicBezTo>
                  <a:pt x="265834" y="6289657"/>
                  <a:pt x="263750" y="6295253"/>
                  <a:pt x="452464" y="6511675"/>
                </a:cubicBezTo>
                <a:cubicBezTo>
                  <a:pt x="1044048" y="6836264"/>
                  <a:pt x="4442832" y="6644370"/>
                  <a:pt x="5891167" y="6680936"/>
                </a:cubicBezTo>
                <a:cubicBezTo>
                  <a:pt x="7339503" y="6717501"/>
                  <a:pt x="8163022" y="6744988"/>
                  <a:pt x="9142589" y="6731113"/>
                </a:cubicBezTo>
                <a:lnTo>
                  <a:pt x="12192000" y="6743126"/>
                </a:lnTo>
                <a:lnTo>
                  <a:pt x="12192000" y="6874379"/>
                </a:lnTo>
                <a:lnTo>
                  <a:pt x="0" y="687437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2C1DE026-1211-4BB1-B4B5-C2260592AD3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8501" y="457200"/>
            <a:ext cx="11182499" cy="485335"/>
          </a:xfrm>
        </p:spPr>
        <p:txBody>
          <a:bodyPr/>
          <a:lstStyle/>
          <a:p>
            <a:r>
              <a:rPr lang="en-US" altLang="zh-CN"/>
              <a:t>Click to edit Master title style</a:t>
            </a:r>
            <a:endParaRPr lang="en-US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F717AA9E-D108-4CE2-89FE-7BF9BE02BB5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EB1475D-EF5B-48A6-8CCB-3BD08F726926}" type="datetimeFigureOut">
              <a:rPr lang="en-US"/>
              <a:pPr/>
              <a:t>10/30/2026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C3D5D3E2-25F9-4BB3-889E-54F2FFA429D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8FC1D393-2630-4AA7-9044-26C6B46637A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5A54F4-DB31-4FC5-B748-3F06867349C3}" type="slidenum">
              <a:rPr lang="en-US"/>
              <a:pPr/>
              <a:t>‹#›</a:t>
            </a:fld>
            <a:endParaRPr lang="en-US"/>
          </a:p>
        </p:txBody>
      </p:sp>
      <p:sp>
        <p:nvSpPr>
          <p:cNvPr id="9" name="Text Placeholder 53">
            <a:extLst>
              <a:ext uri="{FF2B5EF4-FFF2-40B4-BE49-F238E27FC236}">
                <a16:creationId xmlns:a16="http://schemas.microsoft.com/office/drawing/2014/main" id="{9D2C6C6E-901A-4B8F-B000-D207C47F072E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28500" y="1086829"/>
            <a:ext cx="11182499" cy="290515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1pPr>
            <a:lvl2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2pPr>
            <a:lvl3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3pPr>
            <a:lvl4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4pPr>
            <a:lvl5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5pPr>
            <a:lvl6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6pPr>
            <a:lvl7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7pPr>
            <a:lvl8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8pPr>
            <a:lvl9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9pPr>
          </a:lstStyle>
          <a:p>
            <a:pPr lvl="0"/>
            <a:r>
              <a:rPr lang="en-US"/>
              <a:t>Click to add subtitle</a:t>
            </a:r>
          </a:p>
        </p:txBody>
      </p:sp>
      <p:sp>
        <p:nvSpPr>
          <p:cNvPr id="11" name="Content Placeholder 10">
            <a:extLst>
              <a:ext uri="{FF2B5EF4-FFF2-40B4-BE49-F238E27FC236}">
                <a16:creationId xmlns:a16="http://schemas.microsoft.com/office/drawing/2014/main" id="{A18E98C8-CBF7-4423-80CA-BBA23E400588}"/>
              </a:ext>
            </a:extLst>
          </p:cNvPr>
          <p:cNvSpPr>
            <a:spLocks noGrp="1"/>
          </p:cNvSpPr>
          <p:nvPr>
            <p:ph sz="quarter" idx="16" hasCustomPrompt="1"/>
          </p:nvPr>
        </p:nvSpPr>
        <p:spPr>
          <a:xfrm>
            <a:off x="628649" y="1664702"/>
            <a:ext cx="5486400" cy="4355097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add text or choose an icon below to insert other content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2" name="Content Placeholder 10">
            <a:extLst>
              <a:ext uri="{FF2B5EF4-FFF2-40B4-BE49-F238E27FC236}">
                <a16:creationId xmlns:a16="http://schemas.microsoft.com/office/drawing/2014/main" id="{77318A40-5974-4778-8EA2-5CB8991B7CBA}"/>
              </a:ext>
            </a:extLst>
          </p:cNvPr>
          <p:cNvSpPr>
            <a:spLocks noGrp="1"/>
          </p:cNvSpPr>
          <p:nvPr>
            <p:ph sz="quarter" idx="17" hasCustomPrompt="1"/>
          </p:nvPr>
        </p:nvSpPr>
        <p:spPr>
          <a:xfrm>
            <a:off x="6324599" y="1664702"/>
            <a:ext cx="5486400" cy="4355097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add text or choose an icon below to insert other content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387935285"/>
      </p:ext>
    </p:extLst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12EC308-A595-4731-81D6-E996B8DA199F}"/>
              </a:ext>
            </a:extLst>
          </p:cNvPr>
          <p:cNvSpPr>
            <a:spLocks noGrp="1"/>
          </p:cNvSpPr>
          <p:nvPr>
            <p:ph idx="1" hasCustomPrompt="1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add text or choose an icon below to insert other content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B204747-4051-4C7A-B674-A1E64ACD02F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EB1475D-EF5B-48A6-8CCB-3BD08F726926}" type="datetimeFigureOut">
              <a:rPr lang="en-US"/>
              <a:t>10/30/2026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9DB6A6F-2612-48E0-B685-EE5FD0A1A4E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1BB2BD39-0025-4E14-A207-974EC0FD86D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5A54F4-DB31-4FC5-B748-3F06867349C3}" type="slidenum">
              <a:rPr lang="en-US"/>
              <a:t>‹#›</a:t>
            </a:fld>
            <a:endParaRPr lang="en-US"/>
          </a:p>
        </p:txBody>
      </p:sp>
      <p:sp>
        <p:nvSpPr>
          <p:cNvPr id="7" name="Title 6">
            <a:extLst>
              <a:ext uri="{FF2B5EF4-FFF2-40B4-BE49-F238E27FC236}">
                <a16:creationId xmlns:a16="http://schemas.microsoft.com/office/drawing/2014/main" id="{0A593348-F93D-4FEF-A9B9-1AEA4A21A64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/>
              <a:t>Click to edit Master title style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56089257"/>
      </p:ext>
    </p:extLst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, Sub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D7533635-B1C4-457F-B4C4-D0F7EFBF08C3}"/>
              </a:ext>
            </a:extLst>
          </p:cNvPr>
          <p:cNvSpPr/>
          <p:nvPr/>
        </p:nvSpPr>
        <p:spPr bwMode="ltGray">
          <a:xfrm>
            <a:off x="10462371" y="5974804"/>
            <a:ext cx="1585477" cy="883197"/>
          </a:xfrm>
          <a:custGeom>
            <a:avLst/>
            <a:gdLst>
              <a:gd name="connsiteX0" fmla="*/ 838774 w 1585477"/>
              <a:gd name="connsiteY0" fmla="*/ 14 h 883197"/>
              <a:gd name="connsiteX1" fmla="*/ 996107 w 1585477"/>
              <a:gd name="connsiteY1" fmla="*/ 18377 h 883197"/>
              <a:gd name="connsiteX2" fmla="*/ 1585477 w 1585477"/>
              <a:gd name="connsiteY2" fmla="*/ 746145 h 883197"/>
              <a:gd name="connsiteX3" fmla="*/ 1585202 w 1585477"/>
              <a:gd name="connsiteY3" fmla="*/ 883197 h 883197"/>
              <a:gd name="connsiteX4" fmla="*/ 695 w 1585477"/>
              <a:gd name="connsiteY4" fmla="*/ 883197 h 883197"/>
              <a:gd name="connsiteX5" fmla="*/ 294 w 1585477"/>
              <a:gd name="connsiteY5" fmla="*/ 879328 h 883197"/>
              <a:gd name="connsiteX6" fmla="*/ 20167 w 1585477"/>
              <a:gd name="connsiteY6" fmla="*/ 648487 h 883197"/>
              <a:gd name="connsiteX7" fmla="*/ 838774 w 1585477"/>
              <a:gd name="connsiteY7" fmla="*/ 14 h 883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585477" h="883197">
                <a:moveTo>
                  <a:pt x="838774" y="14"/>
                </a:moveTo>
                <a:cubicBezTo>
                  <a:pt x="891699" y="335"/>
                  <a:pt x="944452" y="6288"/>
                  <a:pt x="996107" y="18377"/>
                </a:cubicBezTo>
                <a:cubicBezTo>
                  <a:pt x="1344865" y="100437"/>
                  <a:pt x="1558993" y="409128"/>
                  <a:pt x="1585477" y="746145"/>
                </a:cubicBezTo>
                <a:lnTo>
                  <a:pt x="1585202" y="883197"/>
                </a:lnTo>
                <a:lnTo>
                  <a:pt x="695" y="883197"/>
                </a:lnTo>
                <a:lnTo>
                  <a:pt x="294" y="879328"/>
                </a:lnTo>
                <a:cubicBezTo>
                  <a:pt x="-1813" y="797038"/>
                  <a:pt x="7712" y="718092"/>
                  <a:pt x="20167" y="648487"/>
                </a:cubicBezTo>
                <a:cubicBezTo>
                  <a:pt x="89408" y="271519"/>
                  <a:pt x="468297" y="-2229"/>
                  <a:pt x="838774" y="14"/>
                </a:cubicBezTo>
                <a:close/>
              </a:path>
            </a:pathLst>
          </a:custGeom>
          <a:solidFill>
            <a:srgbClr val="4F2170"/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>
              <a:lnSpc>
                <a:spcPct val="90000"/>
              </a:lnSpc>
            </a:pPr>
            <a:endParaRPr lang="en-US">
              <a:solidFill>
                <a:schemeClr val="bg1"/>
              </a:solidFill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2B813CEC-1B8A-4FB0-9276-0170AED9E37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/>
              <a:t>Click to edit Master title style</a:t>
            </a:r>
            <a:endParaRPr lang="en-US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DA994A90-D491-44FB-9802-5BF47DE84FD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EB1475D-EF5B-48A6-8CCB-3BD08F726926}" type="datetimeFigureOut">
              <a:rPr lang="en-US"/>
              <a:pPr/>
              <a:t>10/30/2026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F07A821A-79DC-41C0-A300-2B368D9926E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D49FD507-7645-49CA-AA88-72717BAD31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5A54F4-DB31-4FC5-B748-3F06867349C3}" type="slidenum">
              <a:rPr lang="en-US"/>
              <a:pPr/>
              <a:t>‹#›</a:t>
            </a:fld>
            <a:endParaRPr lang="en-US"/>
          </a:p>
        </p:txBody>
      </p:sp>
      <p:sp>
        <p:nvSpPr>
          <p:cNvPr id="8" name="Text Placeholder 53">
            <a:extLst>
              <a:ext uri="{FF2B5EF4-FFF2-40B4-BE49-F238E27FC236}">
                <a16:creationId xmlns:a16="http://schemas.microsoft.com/office/drawing/2014/main" id="{B420C7EB-E753-4F7B-AEA6-BF83E3F37129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381000" y="731530"/>
            <a:ext cx="11429998" cy="365739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1pPr>
            <a:lvl2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2pPr>
            <a:lvl3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3pPr>
            <a:lvl4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4pPr>
            <a:lvl5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5pPr>
            <a:lvl6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6pPr>
            <a:lvl7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7pPr>
            <a:lvl8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8pPr>
            <a:lvl9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9pPr>
          </a:lstStyle>
          <a:p>
            <a:pPr lvl="0"/>
            <a:r>
              <a:rPr lang="en-US"/>
              <a:t>Click to add subtitle</a:t>
            </a: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95A0AFF1-9E54-421B-AC34-EAFAF90112DD}"/>
              </a:ext>
            </a:extLst>
          </p:cNvPr>
          <p:cNvGrpSpPr>
            <a:grpSpLocks noChangeAspect="1"/>
          </p:cNvGrpSpPr>
          <p:nvPr/>
        </p:nvGrpSpPr>
        <p:grpSpPr>
          <a:xfrm>
            <a:off x="10676779" y="6205751"/>
            <a:ext cx="1143000" cy="440144"/>
            <a:chOff x="2078951" y="1888610"/>
            <a:chExt cx="8030200" cy="3092248"/>
          </a:xfrm>
          <a:solidFill>
            <a:srgbClr val="FFFFFF"/>
          </a:solidFill>
        </p:grpSpPr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0BFDC3F4-CA3C-4FC2-92DD-3CADF4989447}"/>
                </a:ext>
              </a:extLst>
            </p:cNvPr>
            <p:cNvSpPr/>
            <p:nvPr/>
          </p:nvSpPr>
          <p:spPr>
            <a:xfrm>
              <a:off x="2078951" y="2872694"/>
              <a:ext cx="951880" cy="652717"/>
            </a:xfrm>
            <a:custGeom>
              <a:avLst/>
              <a:gdLst>
                <a:gd name="connsiteX0" fmla="*/ 903041 w 951880"/>
                <a:gd name="connsiteY0" fmla="*/ 330574 h 652717"/>
                <a:gd name="connsiteX1" fmla="*/ 780656 w 951880"/>
                <a:gd name="connsiteY1" fmla="*/ 379528 h 652717"/>
                <a:gd name="connsiteX2" fmla="*/ 598439 w 951880"/>
                <a:gd name="connsiteY2" fmla="*/ 311537 h 652717"/>
                <a:gd name="connsiteX3" fmla="*/ 505970 w 951880"/>
                <a:gd name="connsiteY3" fmla="*/ 164675 h 652717"/>
                <a:gd name="connsiteX4" fmla="*/ 266640 w 951880"/>
                <a:gd name="connsiteY4" fmla="*/ 61329 h 652717"/>
                <a:gd name="connsiteX5" fmla="*/ 103461 w 951880"/>
                <a:gd name="connsiteY5" fmla="*/ 458398 h 652717"/>
                <a:gd name="connsiteX6" fmla="*/ 756179 w 951880"/>
                <a:gd name="connsiteY6" fmla="*/ 485595 h 652717"/>
                <a:gd name="connsiteX7" fmla="*/ 903041 w 951880"/>
                <a:gd name="connsiteY7" fmla="*/ 330574 h 65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51880" h="652717">
                  <a:moveTo>
                    <a:pt x="903041" y="330574"/>
                  </a:moveTo>
                  <a:cubicBezTo>
                    <a:pt x="867685" y="363210"/>
                    <a:pt x="813292" y="374089"/>
                    <a:pt x="780656" y="379528"/>
                  </a:cubicBezTo>
                  <a:cubicBezTo>
                    <a:pt x="712664" y="387687"/>
                    <a:pt x="641953" y="365930"/>
                    <a:pt x="598439" y="311537"/>
                  </a:cubicBezTo>
                  <a:cubicBezTo>
                    <a:pt x="563083" y="268022"/>
                    <a:pt x="544046" y="210910"/>
                    <a:pt x="505970" y="164675"/>
                  </a:cubicBezTo>
                  <a:cubicBezTo>
                    <a:pt x="448858" y="93964"/>
                    <a:pt x="359109" y="45011"/>
                    <a:pt x="266640" y="61329"/>
                  </a:cubicBezTo>
                  <a:cubicBezTo>
                    <a:pt x="81704" y="93964"/>
                    <a:pt x="114" y="308817"/>
                    <a:pt x="103461" y="458398"/>
                  </a:cubicBezTo>
                  <a:cubicBezTo>
                    <a:pt x="253042" y="670531"/>
                    <a:pt x="584840" y="635176"/>
                    <a:pt x="756179" y="485595"/>
                  </a:cubicBezTo>
                  <a:cubicBezTo>
                    <a:pt x="813292" y="442080"/>
                    <a:pt x="862246" y="390407"/>
                    <a:pt x="903041" y="33057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637DBEEE-CF7F-4D1F-849D-928BA82EC93B}"/>
                </a:ext>
              </a:extLst>
            </p:cNvPr>
            <p:cNvSpPr/>
            <p:nvPr/>
          </p:nvSpPr>
          <p:spPr>
            <a:xfrm>
              <a:off x="9151831" y="2872694"/>
              <a:ext cx="951880" cy="652717"/>
            </a:xfrm>
            <a:custGeom>
              <a:avLst/>
              <a:gdLst>
                <a:gd name="connsiteX0" fmla="*/ 58178 w 951880"/>
                <a:gd name="connsiteY0" fmla="*/ 330574 h 652717"/>
                <a:gd name="connsiteX1" fmla="*/ 180563 w 951880"/>
                <a:gd name="connsiteY1" fmla="*/ 379528 h 652717"/>
                <a:gd name="connsiteX2" fmla="*/ 362780 w 951880"/>
                <a:gd name="connsiteY2" fmla="*/ 311537 h 652717"/>
                <a:gd name="connsiteX3" fmla="*/ 455249 w 951880"/>
                <a:gd name="connsiteY3" fmla="*/ 164675 h 652717"/>
                <a:gd name="connsiteX4" fmla="*/ 694578 w 951880"/>
                <a:gd name="connsiteY4" fmla="*/ 61329 h 652717"/>
                <a:gd name="connsiteX5" fmla="*/ 857758 w 951880"/>
                <a:gd name="connsiteY5" fmla="*/ 458398 h 652717"/>
                <a:gd name="connsiteX6" fmla="*/ 205040 w 951880"/>
                <a:gd name="connsiteY6" fmla="*/ 485595 h 652717"/>
                <a:gd name="connsiteX7" fmla="*/ 58178 w 951880"/>
                <a:gd name="connsiteY7" fmla="*/ 330574 h 65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51880" h="652717">
                  <a:moveTo>
                    <a:pt x="58178" y="330574"/>
                  </a:moveTo>
                  <a:cubicBezTo>
                    <a:pt x="96253" y="363210"/>
                    <a:pt x="147927" y="374089"/>
                    <a:pt x="180563" y="379528"/>
                  </a:cubicBezTo>
                  <a:cubicBezTo>
                    <a:pt x="248554" y="387687"/>
                    <a:pt x="319266" y="365930"/>
                    <a:pt x="362780" y="311537"/>
                  </a:cubicBezTo>
                  <a:cubicBezTo>
                    <a:pt x="398136" y="268022"/>
                    <a:pt x="417174" y="210910"/>
                    <a:pt x="455249" y="164675"/>
                  </a:cubicBezTo>
                  <a:cubicBezTo>
                    <a:pt x="512362" y="93964"/>
                    <a:pt x="602110" y="45011"/>
                    <a:pt x="694578" y="61329"/>
                  </a:cubicBezTo>
                  <a:cubicBezTo>
                    <a:pt x="879515" y="93964"/>
                    <a:pt x="961105" y="308817"/>
                    <a:pt x="857758" y="458398"/>
                  </a:cubicBezTo>
                  <a:cubicBezTo>
                    <a:pt x="708176" y="670531"/>
                    <a:pt x="376379" y="635176"/>
                    <a:pt x="205040" y="485595"/>
                  </a:cubicBezTo>
                  <a:cubicBezTo>
                    <a:pt x="150646" y="442080"/>
                    <a:pt x="101693" y="390407"/>
                    <a:pt x="58178" y="33057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BB2F70EF-E943-4F09-9AF2-6BD9CAD5CB3A}"/>
                </a:ext>
              </a:extLst>
            </p:cNvPr>
            <p:cNvSpPr/>
            <p:nvPr/>
          </p:nvSpPr>
          <p:spPr>
            <a:xfrm>
              <a:off x="8001294" y="2010994"/>
              <a:ext cx="734308" cy="299162"/>
            </a:xfrm>
            <a:custGeom>
              <a:avLst/>
              <a:gdLst>
                <a:gd name="connsiteX0" fmla="*/ 596792 w 734307"/>
                <a:gd name="connsiteY0" fmla="*/ 58178 h 299162"/>
                <a:gd name="connsiteX1" fmla="*/ 148048 w 734307"/>
                <a:gd name="connsiteY1" fmla="*/ 58178 h 299162"/>
                <a:gd name="connsiteX2" fmla="*/ 58299 w 734307"/>
                <a:gd name="connsiteY2" fmla="*/ 150646 h 299162"/>
                <a:gd name="connsiteX3" fmla="*/ 148048 w 734307"/>
                <a:gd name="connsiteY3" fmla="*/ 251274 h 299162"/>
                <a:gd name="connsiteX4" fmla="*/ 596792 w 734307"/>
                <a:gd name="connsiteY4" fmla="*/ 251274 h 299162"/>
                <a:gd name="connsiteX5" fmla="*/ 686541 w 734307"/>
                <a:gd name="connsiteY5" fmla="*/ 158805 h 299162"/>
                <a:gd name="connsiteX6" fmla="*/ 596792 w 734307"/>
                <a:gd name="connsiteY6" fmla="*/ 58178 h 299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4307" h="299162">
                  <a:moveTo>
                    <a:pt x="596792" y="58178"/>
                  </a:moveTo>
                  <a:cubicBezTo>
                    <a:pt x="591353" y="58178"/>
                    <a:pt x="153487" y="58178"/>
                    <a:pt x="148048" y="58178"/>
                  </a:cubicBezTo>
                  <a:cubicBezTo>
                    <a:pt x="99094" y="60898"/>
                    <a:pt x="61019" y="104412"/>
                    <a:pt x="58299" y="150646"/>
                  </a:cubicBezTo>
                  <a:cubicBezTo>
                    <a:pt x="55580" y="199600"/>
                    <a:pt x="99094" y="248554"/>
                    <a:pt x="148048" y="251274"/>
                  </a:cubicBezTo>
                  <a:cubicBezTo>
                    <a:pt x="153487" y="251274"/>
                    <a:pt x="591353" y="251274"/>
                    <a:pt x="596792" y="251274"/>
                  </a:cubicBezTo>
                  <a:cubicBezTo>
                    <a:pt x="645746" y="248554"/>
                    <a:pt x="683821" y="205040"/>
                    <a:pt x="686541" y="158805"/>
                  </a:cubicBezTo>
                  <a:cubicBezTo>
                    <a:pt x="689260" y="109852"/>
                    <a:pt x="648465" y="60898"/>
                    <a:pt x="596792" y="58178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87C3E69A-2B35-4A55-B991-C0C039AFB0CE}"/>
                </a:ext>
              </a:extLst>
            </p:cNvPr>
            <p:cNvSpPr/>
            <p:nvPr/>
          </p:nvSpPr>
          <p:spPr>
            <a:xfrm>
              <a:off x="4920042" y="2277520"/>
              <a:ext cx="1006274" cy="951879"/>
            </a:xfrm>
            <a:custGeom>
              <a:avLst/>
              <a:gdLst>
                <a:gd name="connsiteX0" fmla="*/ 884954 w 1006273"/>
                <a:gd name="connsiteY0" fmla="*/ 746251 h 951879"/>
                <a:gd name="connsiteX1" fmla="*/ 874076 w 1006273"/>
                <a:gd name="connsiteY1" fmla="*/ 670101 h 951879"/>
                <a:gd name="connsiteX2" fmla="*/ 874076 w 1006273"/>
                <a:gd name="connsiteY2" fmla="*/ 536837 h 951879"/>
                <a:gd name="connsiteX3" fmla="*/ 689139 w 1006273"/>
                <a:gd name="connsiteY3" fmla="*/ 88094 h 951879"/>
                <a:gd name="connsiteX4" fmla="*/ 428052 w 1006273"/>
                <a:gd name="connsiteY4" fmla="*/ 253993 h 951879"/>
                <a:gd name="connsiteX5" fmla="*/ 196881 w 1006273"/>
                <a:gd name="connsiteY5" fmla="*/ 58178 h 951879"/>
                <a:gd name="connsiteX6" fmla="*/ 58178 w 1006273"/>
                <a:gd name="connsiteY6" fmla="*/ 128889 h 951879"/>
                <a:gd name="connsiteX7" fmla="*/ 142488 w 1006273"/>
                <a:gd name="connsiteY7" fmla="*/ 273031 h 951879"/>
                <a:gd name="connsiteX8" fmla="*/ 142488 w 1006273"/>
                <a:gd name="connsiteY8" fmla="*/ 757130 h 951879"/>
                <a:gd name="connsiteX9" fmla="*/ 283910 w 1006273"/>
                <a:gd name="connsiteY9" fmla="*/ 895832 h 951879"/>
                <a:gd name="connsiteX10" fmla="*/ 428052 w 1006273"/>
                <a:gd name="connsiteY10" fmla="*/ 757130 h 951879"/>
                <a:gd name="connsiteX11" fmla="*/ 428052 w 1006273"/>
                <a:gd name="connsiteY11" fmla="*/ 400855 h 951879"/>
                <a:gd name="connsiteX12" fmla="*/ 523240 w 1006273"/>
                <a:gd name="connsiteY12" fmla="*/ 283910 h 951879"/>
                <a:gd name="connsiteX13" fmla="*/ 591231 w 1006273"/>
                <a:gd name="connsiteY13" fmla="*/ 354621 h 951879"/>
                <a:gd name="connsiteX14" fmla="*/ 591231 w 1006273"/>
                <a:gd name="connsiteY14" fmla="*/ 697297 h 951879"/>
                <a:gd name="connsiteX15" fmla="*/ 593951 w 1006273"/>
                <a:gd name="connsiteY15" fmla="*/ 729933 h 951879"/>
                <a:gd name="connsiteX16" fmla="*/ 610269 w 1006273"/>
                <a:gd name="connsiteY16" fmla="*/ 778887 h 951879"/>
                <a:gd name="connsiteX17" fmla="*/ 822402 w 1006273"/>
                <a:gd name="connsiteY17" fmla="*/ 893112 h 951879"/>
                <a:gd name="connsiteX18" fmla="*/ 961105 w 1006273"/>
                <a:gd name="connsiteY18" fmla="*/ 822401 h 951879"/>
                <a:gd name="connsiteX19" fmla="*/ 884954 w 1006273"/>
                <a:gd name="connsiteY19" fmla="*/ 746251 h 951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006273" h="951879">
                  <a:moveTo>
                    <a:pt x="884954" y="746251"/>
                  </a:moveTo>
                  <a:cubicBezTo>
                    <a:pt x="879515" y="721774"/>
                    <a:pt x="876795" y="694578"/>
                    <a:pt x="874076" y="670101"/>
                  </a:cubicBezTo>
                  <a:cubicBezTo>
                    <a:pt x="874076" y="634745"/>
                    <a:pt x="874076" y="583072"/>
                    <a:pt x="874076" y="536837"/>
                  </a:cubicBezTo>
                  <a:cubicBezTo>
                    <a:pt x="879515" y="373658"/>
                    <a:pt x="909431" y="88094"/>
                    <a:pt x="689139" y="88094"/>
                  </a:cubicBezTo>
                  <a:cubicBezTo>
                    <a:pt x="539558" y="88094"/>
                    <a:pt x="452529" y="213199"/>
                    <a:pt x="428052" y="253993"/>
                  </a:cubicBezTo>
                  <a:cubicBezTo>
                    <a:pt x="425332" y="139768"/>
                    <a:pt x="335583" y="58178"/>
                    <a:pt x="196881" y="58178"/>
                  </a:cubicBezTo>
                  <a:cubicBezTo>
                    <a:pt x="109852" y="58178"/>
                    <a:pt x="58178" y="128889"/>
                    <a:pt x="58178" y="128889"/>
                  </a:cubicBezTo>
                  <a:cubicBezTo>
                    <a:pt x="58178" y="128889"/>
                    <a:pt x="142488" y="158805"/>
                    <a:pt x="142488" y="273031"/>
                  </a:cubicBezTo>
                  <a:cubicBezTo>
                    <a:pt x="142488" y="354621"/>
                    <a:pt x="142488" y="757130"/>
                    <a:pt x="142488" y="757130"/>
                  </a:cubicBezTo>
                  <a:cubicBezTo>
                    <a:pt x="145207" y="827841"/>
                    <a:pt x="194161" y="895832"/>
                    <a:pt x="283910" y="895832"/>
                  </a:cubicBezTo>
                  <a:cubicBezTo>
                    <a:pt x="373659" y="895832"/>
                    <a:pt x="428052" y="827841"/>
                    <a:pt x="428052" y="757130"/>
                  </a:cubicBezTo>
                  <a:lnTo>
                    <a:pt x="428052" y="400855"/>
                  </a:lnTo>
                  <a:cubicBezTo>
                    <a:pt x="441650" y="343742"/>
                    <a:pt x="474286" y="283910"/>
                    <a:pt x="523240" y="283910"/>
                  </a:cubicBezTo>
                  <a:cubicBezTo>
                    <a:pt x="585792" y="283910"/>
                    <a:pt x="591231" y="354621"/>
                    <a:pt x="591231" y="354621"/>
                  </a:cubicBezTo>
                  <a:lnTo>
                    <a:pt x="591231" y="697297"/>
                  </a:lnTo>
                  <a:cubicBezTo>
                    <a:pt x="591231" y="708176"/>
                    <a:pt x="593951" y="719054"/>
                    <a:pt x="593951" y="729933"/>
                  </a:cubicBezTo>
                  <a:cubicBezTo>
                    <a:pt x="596671" y="748971"/>
                    <a:pt x="602110" y="765289"/>
                    <a:pt x="610269" y="778887"/>
                  </a:cubicBezTo>
                  <a:cubicBezTo>
                    <a:pt x="645624" y="846878"/>
                    <a:pt x="719055" y="893112"/>
                    <a:pt x="822402" y="893112"/>
                  </a:cubicBezTo>
                  <a:cubicBezTo>
                    <a:pt x="909431" y="893112"/>
                    <a:pt x="961105" y="822401"/>
                    <a:pt x="961105" y="822401"/>
                  </a:cubicBezTo>
                  <a:cubicBezTo>
                    <a:pt x="961105" y="822401"/>
                    <a:pt x="909431" y="808803"/>
                    <a:pt x="884954" y="746251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11AF4A2B-A30E-4897-8EDC-C99DE54C2936}"/>
                </a:ext>
              </a:extLst>
            </p:cNvPr>
            <p:cNvSpPr/>
            <p:nvPr/>
          </p:nvSpPr>
          <p:spPr>
            <a:xfrm>
              <a:off x="7552331" y="1888610"/>
              <a:ext cx="489539" cy="1332631"/>
            </a:xfrm>
            <a:custGeom>
              <a:avLst/>
              <a:gdLst>
                <a:gd name="connsiteX0" fmla="*/ 368560 w 489538"/>
                <a:gd name="connsiteY0" fmla="*/ 1135162 h 1332630"/>
                <a:gd name="connsiteX1" fmla="*/ 357681 w 489538"/>
                <a:gd name="connsiteY1" fmla="*/ 1059011 h 1332630"/>
                <a:gd name="connsiteX2" fmla="*/ 357681 w 489538"/>
                <a:gd name="connsiteY2" fmla="*/ 207759 h 1332630"/>
                <a:gd name="connsiteX3" fmla="*/ 208099 w 489538"/>
                <a:gd name="connsiteY3" fmla="*/ 58178 h 1332630"/>
                <a:gd name="connsiteX4" fmla="*/ 58518 w 489538"/>
                <a:gd name="connsiteY4" fmla="*/ 207759 h 1332630"/>
                <a:gd name="connsiteX5" fmla="*/ 58518 w 489538"/>
                <a:gd name="connsiteY5" fmla="*/ 961104 h 1332630"/>
                <a:gd name="connsiteX6" fmla="*/ 85715 w 489538"/>
                <a:gd name="connsiteY6" fmla="*/ 1159639 h 1332630"/>
                <a:gd name="connsiteX7" fmla="*/ 306007 w 489538"/>
                <a:gd name="connsiteY7" fmla="*/ 1282023 h 1332630"/>
                <a:gd name="connsiteX8" fmla="*/ 444710 w 489538"/>
                <a:gd name="connsiteY8" fmla="*/ 1211312 h 1332630"/>
                <a:gd name="connsiteX9" fmla="*/ 368560 w 489538"/>
                <a:gd name="connsiteY9" fmla="*/ 1135162 h 1332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89538" h="1332630">
                  <a:moveTo>
                    <a:pt x="368560" y="1135162"/>
                  </a:moveTo>
                  <a:cubicBezTo>
                    <a:pt x="363120" y="1110685"/>
                    <a:pt x="357681" y="1083488"/>
                    <a:pt x="357681" y="1059011"/>
                  </a:cubicBezTo>
                  <a:lnTo>
                    <a:pt x="357681" y="207759"/>
                  </a:lnTo>
                  <a:cubicBezTo>
                    <a:pt x="357681" y="126170"/>
                    <a:pt x="289689" y="58178"/>
                    <a:pt x="208099" y="58178"/>
                  </a:cubicBezTo>
                  <a:cubicBezTo>
                    <a:pt x="126510" y="58178"/>
                    <a:pt x="58518" y="126170"/>
                    <a:pt x="58518" y="207759"/>
                  </a:cubicBezTo>
                  <a:lnTo>
                    <a:pt x="58518" y="961104"/>
                  </a:lnTo>
                  <a:cubicBezTo>
                    <a:pt x="58518" y="1029095"/>
                    <a:pt x="53079" y="1097086"/>
                    <a:pt x="85715" y="1159639"/>
                  </a:cubicBezTo>
                  <a:cubicBezTo>
                    <a:pt x="118351" y="1227630"/>
                    <a:pt x="202660" y="1282023"/>
                    <a:pt x="306007" y="1282023"/>
                  </a:cubicBezTo>
                  <a:cubicBezTo>
                    <a:pt x="393036" y="1282023"/>
                    <a:pt x="444710" y="1211312"/>
                    <a:pt x="444710" y="1211312"/>
                  </a:cubicBezTo>
                  <a:cubicBezTo>
                    <a:pt x="444710" y="1211312"/>
                    <a:pt x="393036" y="1197714"/>
                    <a:pt x="368560" y="1135162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B2DCAE65-6D6D-48D1-B28A-A058E3BC709E}"/>
                </a:ext>
              </a:extLst>
            </p:cNvPr>
            <p:cNvSpPr/>
            <p:nvPr/>
          </p:nvSpPr>
          <p:spPr>
            <a:xfrm>
              <a:off x="4162324" y="2357456"/>
              <a:ext cx="815899" cy="815898"/>
            </a:xfrm>
            <a:custGeom>
              <a:avLst/>
              <a:gdLst>
                <a:gd name="connsiteX0" fmla="*/ 407949 w 815899"/>
                <a:gd name="connsiteY0" fmla="*/ 174058 h 815898"/>
                <a:gd name="connsiteX1" fmla="*/ 293723 w 815899"/>
                <a:gd name="connsiteY1" fmla="*/ 407950 h 815898"/>
                <a:gd name="connsiteX2" fmla="*/ 410669 w 815899"/>
                <a:gd name="connsiteY2" fmla="*/ 641840 h 815898"/>
                <a:gd name="connsiteX3" fmla="*/ 522175 w 815899"/>
                <a:gd name="connsiteY3" fmla="*/ 407950 h 815898"/>
                <a:gd name="connsiteX4" fmla="*/ 407949 w 815899"/>
                <a:gd name="connsiteY4" fmla="*/ 174058 h 815898"/>
                <a:gd name="connsiteX5" fmla="*/ 407950 w 815899"/>
                <a:gd name="connsiteY5" fmla="*/ 0 h 815898"/>
                <a:gd name="connsiteX6" fmla="*/ 815899 w 815899"/>
                <a:gd name="connsiteY6" fmla="*/ 407949 h 815898"/>
                <a:gd name="connsiteX7" fmla="*/ 407950 w 815899"/>
                <a:gd name="connsiteY7" fmla="*/ 815898 h 815898"/>
                <a:gd name="connsiteX8" fmla="*/ 0 w 815899"/>
                <a:gd name="connsiteY8" fmla="*/ 407949 h 815898"/>
                <a:gd name="connsiteX9" fmla="*/ 407950 w 815899"/>
                <a:gd name="connsiteY9" fmla="*/ 0 h 815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5899" h="815898">
                  <a:moveTo>
                    <a:pt x="407949" y="174058"/>
                  </a:moveTo>
                  <a:cubicBezTo>
                    <a:pt x="342677" y="174058"/>
                    <a:pt x="293723" y="263807"/>
                    <a:pt x="293723" y="407950"/>
                  </a:cubicBezTo>
                  <a:cubicBezTo>
                    <a:pt x="293723" y="552091"/>
                    <a:pt x="331799" y="639120"/>
                    <a:pt x="410669" y="641840"/>
                  </a:cubicBezTo>
                  <a:cubicBezTo>
                    <a:pt x="489539" y="641840"/>
                    <a:pt x="527614" y="552091"/>
                    <a:pt x="522175" y="407950"/>
                  </a:cubicBezTo>
                  <a:cubicBezTo>
                    <a:pt x="522175" y="263807"/>
                    <a:pt x="473221" y="176778"/>
                    <a:pt x="407949" y="174058"/>
                  </a:cubicBezTo>
                  <a:close/>
                  <a:moveTo>
                    <a:pt x="407950" y="0"/>
                  </a:moveTo>
                  <a:cubicBezTo>
                    <a:pt x="633682" y="0"/>
                    <a:pt x="815899" y="182217"/>
                    <a:pt x="815899" y="407949"/>
                  </a:cubicBezTo>
                  <a:cubicBezTo>
                    <a:pt x="815899" y="633681"/>
                    <a:pt x="633682" y="815898"/>
                    <a:pt x="407950" y="815898"/>
                  </a:cubicBezTo>
                  <a:cubicBezTo>
                    <a:pt x="182218" y="815898"/>
                    <a:pt x="0" y="633681"/>
                    <a:pt x="0" y="407949"/>
                  </a:cubicBezTo>
                  <a:cubicBezTo>
                    <a:pt x="0" y="182217"/>
                    <a:pt x="182218" y="0"/>
                    <a:pt x="407950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395AFC10-7312-4BF8-A557-DA8678F962DA}"/>
                </a:ext>
              </a:extLst>
            </p:cNvPr>
            <p:cNvSpPr/>
            <p:nvPr/>
          </p:nvSpPr>
          <p:spPr>
            <a:xfrm>
              <a:off x="5884871" y="1946788"/>
              <a:ext cx="912802" cy="1223846"/>
            </a:xfrm>
            <a:custGeom>
              <a:avLst/>
              <a:gdLst>
                <a:gd name="connsiteX0" fmla="*/ 387907 w 912802"/>
                <a:gd name="connsiteY0" fmla="*/ 620081 h 1223846"/>
                <a:gd name="connsiteX1" fmla="*/ 273681 w 912802"/>
                <a:gd name="connsiteY1" fmla="*/ 824055 h 1223846"/>
                <a:gd name="connsiteX2" fmla="*/ 390627 w 912802"/>
                <a:gd name="connsiteY2" fmla="*/ 1028029 h 1223846"/>
                <a:gd name="connsiteX3" fmla="*/ 502132 w 912802"/>
                <a:gd name="connsiteY3" fmla="*/ 824055 h 1223846"/>
                <a:gd name="connsiteX4" fmla="*/ 387907 w 912802"/>
                <a:gd name="connsiteY4" fmla="*/ 620081 h 1223846"/>
                <a:gd name="connsiteX5" fmla="*/ 676192 w 912802"/>
                <a:gd name="connsiteY5" fmla="*/ 0 h 1223846"/>
                <a:gd name="connsiteX6" fmla="*/ 825773 w 912802"/>
                <a:gd name="connsiteY6" fmla="*/ 149581 h 1223846"/>
                <a:gd name="connsiteX7" fmla="*/ 825773 w 912802"/>
                <a:gd name="connsiteY7" fmla="*/ 1000834 h 1223846"/>
                <a:gd name="connsiteX8" fmla="*/ 836651 w 912802"/>
                <a:gd name="connsiteY8" fmla="*/ 1076985 h 1223846"/>
                <a:gd name="connsiteX9" fmla="*/ 912802 w 912802"/>
                <a:gd name="connsiteY9" fmla="*/ 1150415 h 1223846"/>
                <a:gd name="connsiteX10" fmla="*/ 774099 w 912802"/>
                <a:gd name="connsiteY10" fmla="*/ 1221126 h 1223846"/>
                <a:gd name="connsiteX11" fmla="*/ 553807 w 912802"/>
                <a:gd name="connsiteY11" fmla="*/ 1098742 h 1223846"/>
                <a:gd name="connsiteX12" fmla="*/ 548367 w 912802"/>
                <a:gd name="connsiteY12" fmla="*/ 1085144 h 1223846"/>
                <a:gd name="connsiteX13" fmla="*/ 398786 w 912802"/>
                <a:gd name="connsiteY13" fmla="*/ 1212967 h 1223846"/>
                <a:gd name="connsiteX14" fmla="*/ 156736 w 912802"/>
                <a:gd name="connsiteY14" fmla="*/ 1180332 h 1223846"/>
                <a:gd name="connsiteX15" fmla="*/ 287280 w 912802"/>
                <a:gd name="connsiteY15" fmla="*/ 416107 h 1223846"/>
                <a:gd name="connsiteX16" fmla="*/ 526611 w 912802"/>
                <a:gd name="connsiteY16" fmla="*/ 552091 h 1223846"/>
                <a:gd name="connsiteX17" fmla="*/ 526611 w 912802"/>
                <a:gd name="connsiteY17" fmla="*/ 149581 h 1223846"/>
                <a:gd name="connsiteX18" fmla="*/ 676192 w 912802"/>
                <a:gd name="connsiteY18" fmla="*/ 0 h 1223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12802" h="1223846">
                  <a:moveTo>
                    <a:pt x="387907" y="620081"/>
                  </a:moveTo>
                  <a:cubicBezTo>
                    <a:pt x="322635" y="620081"/>
                    <a:pt x="273681" y="698951"/>
                    <a:pt x="273681" y="824055"/>
                  </a:cubicBezTo>
                  <a:cubicBezTo>
                    <a:pt x="273681" y="949160"/>
                    <a:pt x="311756" y="1028029"/>
                    <a:pt x="390627" y="1028029"/>
                  </a:cubicBezTo>
                  <a:cubicBezTo>
                    <a:pt x="466777" y="1025310"/>
                    <a:pt x="504852" y="949160"/>
                    <a:pt x="502132" y="824055"/>
                  </a:cubicBezTo>
                  <a:cubicBezTo>
                    <a:pt x="502132" y="698951"/>
                    <a:pt x="455898" y="622801"/>
                    <a:pt x="387907" y="620081"/>
                  </a:cubicBezTo>
                  <a:close/>
                  <a:moveTo>
                    <a:pt x="676192" y="0"/>
                  </a:moveTo>
                  <a:cubicBezTo>
                    <a:pt x="757781" y="0"/>
                    <a:pt x="825773" y="67992"/>
                    <a:pt x="825773" y="149581"/>
                  </a:cubicBezTo>
                  <a:lnTo>
                    <a:pt x="825773" y="1000834"/>
                  </a:lnTo>
                  <a:cubicBezTo>
                    <a:pt x="828492" y="1025311"/>
                    <a:pt x="831212" y="1052508"/>
                    <a:pt x="836651" y="1076985"/>
                  </a:cubicBezTo>
                  <a:cubicBezTo>
                    <a:pt x="861128" y="1139537"/>
                    <a:pt x="912802" y="1150415"/>
                    <a:pt x="912802" y="1150415"/>
                  </a:cubicBezTo>
                  <a:cubicBezTo>
                    <a:pt x="912802" y="1150415"/>
                    <a:pt x="861128" y="1221126"/>
                    <a:pt x="774099" y="1221126"/>
                  </a:cubicBezTo>
                  <a:cubicBezTo>
                    <a:pt x="670752" y="1221126"/>
                    <a:pt x="589162" y="1166733"/>
                    <a:pt x="553807" y="1098742"/>
                  </a:cubicBezTo>
                  <a:cubicBezTo>
                    <a:pt x="551087" y="1093303"/>
                    <a:pt x="551087" y="1090583"/>
                    <a:pt x="548367" y="1085144"/>
                  </a:cubicBezTo>
                  <a:cubicBezTo>
                    <a:pt x="534769" y="1147696"/>
                    <a:pt x="450460" y="1199369"/>
                    <a:pt x="398786" y="1212967"/>
                  </a:cubicBezTo>
                  <a:cubicBezTo>
                    <a:pt x="322636" y="1234725"/>
                    <a:pt x="222008" y="1223846"/>
                    <a:pt x="156736" y="1180332"/>
                  </a:cubicBezTo>
                  <a:cubicBezTo>
                    <a:pt x="-79874" y="1028031"/>
                    <a:pt x="-58117" y="416107"/>
                    <a:pt x="287280" y="416107"/>
                  </a:cubicBezTo>
                  <a:cubicBezTo>
                    <a:pt x="412385" y="416107"/>
                    <a:pt x="491255" y="503137"/>
                    <a:pt x="526611" y="552091"/>
                  </a:cubicBezTo>
                  <a:lnTo>
                    <a:pt x="526611" y="149581"/>
                  </a:lnTo>
                  <a:cubicBezTo>
                    <a:pt x="526611" y="67992"/>
                    <a:pt x="594602" y="0"/>
                    <a:pt x="676192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2F36A6C7-D0EE-46D0-A334-73B13AC9039B}"/>
                </a:ext>
              </a:extLst>
            </p:cNvPr>
            <p:cNvSpPr/>
            <p:nvPr/>
          </p:nvSpPr>
          <p:spPr>
            <a:xfrm>
              <a:off x="6789513" y="2362895"/>
              <a:ext cx="747906" cy="810458"/>
            </a:xfrm>
            <a:custGeom>
              <a:avLst/>
              <a:gdLst>
                <a:gd name="connsiteX0" fmla="*/ 394818 w 747906"/>
                <a:gd name="connsiteY0" fmla="*/ 163222 h 810458"/>
                <a:gd name="connsiteX1" fmla="*/ 356275 w 747906"/>
                <a:gd name="connsiteY1" fmla="*/ 174058 h 810458"/>
                <a:gd name="connsiteX2" fmla="*/ 274685 w 747906"/>
                <a:gd name="connsiteY2" fmla="*/ 356275 h 810458"/>
                <a:gd name="connsiteX3" fmla="*/ 375313 w 747906"/>
                <a:gd name="connsiteY3" fmla="*/ 358994 h 810458"/>
                <a:gd name="connsiteX4" fmla="*/ 473220 w 747906"/>
                <a:gd name="connsiteY4" fmla="*/ 239329 h 810458"/>
                <a:gd name="connsiteX5" fmla="*/ 394818 w 747906"/>
                <a:gd name="connsiteY5" fmla="*/ 163222 h 810458"/>
                <a:gd name="connsiteX6" fmla="*/ 386192 w 747906"/>
                <a:gd name="connsiteY6" fmla="*/ 0 h 810458"/>
                <a:gd name="connsiteX7" fmla="*/ 747906 w 747906"/>
                <a:gd name="connsiteY7" fmla="*/ 266526 h 810458"/>
                <a:gd name="connsiteX8" fmla="*/ 291004 w 747906"/>
                <a:gd name="connsiteY8" fmla="*/ 484100 h 810458"/>
                <a:gd name="connsiteX9" fmla="*/ 497698 w 747906"/>
                <a:gd name="connsiteY9" fmla="*/ 617363 h 810458"/>
                <a:gd name="connsiteX10" fmla="*/ 712551 w 747906"/>
                <a:gd name="connsiteY10" fmla="*/ 557530 h 810458"/>
                <a:gd name="connsiteX11" fmla="*/ 388912 w 747906"/>
                <a:gd name="connsiteY11" fmla="*/ 810458 h 810458"/>
                <a:gd name="connsiteX12" fmla="*/ 0 w 747906"/>
                <a:gd name="connsiteY12" fmla="*/ 413389 h 810458"/>
                <a:gd name="connsiteX13" fmla="*/ 386192 w 747906"/>
                <a:gd name="connsiteY13" fmla="*/ 0 h 810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47906" h="810458">
                  <a:moveTo>
                    <a:pt x="394818" y="163222"/>
                  </a:moveTo>
                  <a:cubicBezTo>
                    <a:pt x="381772" y="163179"/>
                    <a:pt x="368514" y="166579"/>
                    <a:pt x="356275" y="174058"/>
                  </a:cubicBezTo>
                  <a:cubicBezTo>
                    <a:pt x="299162" y="212133"/>
                    <a:pt x="282844" y="291003"/>
                    <a:pt x="274685" y="356275"/>
                  </a:cubicBezTo>
                  <a:cubicBezTo>
                    <a:pt x="274685" y="364434"/>
                    <a:pt x="369873" y="358994"/>
                    <a:pt x="375313" y="358994"/>
                  </a:cubicBezTo>
                  <a:cubicBezTo>
                    <a:pt x="432425" y="345396"/>
                    <a:pt x="473220" y="301881"/>
                    <a:pt x="473220" y="239329"/>
                  </a:cubicBezTo>
                  <a:cubicBezTo>
                    <a:pt x="471181" y="194455"/>
                    <a:pt x="433956" y="163349"/>
                    <a:pt x="394818" y="163222"/>
                  </a:cubicBezTo>
                  <a:close/>
                  <a:moveTo>
                    <a:pt x="386192" y="0"/>
                  </a:moveTo>
                  <a:cubicBezTo>
                    <a:pt x="519455" y="0"/>
                    <a:pt x="747906" y="65272"/>
                    <a:pt x="747906" y="266526"/>
                  </a:cubicBezTo>
                  <a:cubicBezTo>
                    <a:pt x="747906" y="467782"/>
                    <a:pt x="538493" y="484100"/>
                    <a:pt x="291004" y="484100"/>
                  </a:cubicBezTo>
                  <a:cubicBezTo>
                    <a:pt x="291004" y="484100"/>
                    <a:pt x="326359" y="617363"/>
                    <a:pt x="497698" y="617363"/>
                  </a:cubicBezTo>
                  <a:cubicBezTo>
                    <a:pt x="669036" y="617363"/>
                    <a:pt x="712551" y="557530"/>
                    <a:pt x="712551" y="557530"/>
                  </a:cubicBezTo>
                  <a:cubicBezTo>
                    <a:pt x="712551" y="557530"/>
                    <a:pt x="696233" y="810458"/>
                    <a:pt x="388912" y="810458"/>
                  </a:cubicBezTo>
                  <a:cubicBezTo>
                    <a:pt x="212134" y="810458"/>
                    <a:pt x="0" y="677195"/>
                    <a:pt x="0" y="413389"/>
                  </a:cubicBezTo>
                  <a:cubicBezTo>
                    <a:pt x="0" y="176778"/>
                    <a:pt x="163180" y="0"/>
                    <a:pt x="386192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CA99400B-701C-434B-A9DF-407DAC516AB5}"/>
                </a:ext>
              </a:extLst>
            </p:cNvPr>
            <p:cNvSpPr/>
            <p:nvPr/>
          </p:nvSpPr>
          <p:spPr>
            <a:xfrm>
              <a:off x="7988882" y="2362895"/>
              <a:ext cx="747906" cy="810458"/>
            </a:xfrm>
            <a:custGeom>
              <a:avLst/>
              <a:gdLst>
                <a:gd name="connsiteX0" fmla="*/ 394818 w 747906"/>
                <a:gd name="connsiteY0" fmla="*/ 163222 h 810458"/>
                <a:gd name="connsiteX1" fmla="*/ 356275 w 747906"/>
                <a:gd name="connsiteY1" fmla="*/ 174058 h 810458"/>
                <a:gd name="connsiteX2" fmla="*/ 274685 w 747906"/>
                <a:gd name="connsiteY2" fmla="*/ 356275 h 810458"/>
                <a:gd name="connsiteX3" fmla="*/ 375313 w 747906"/>
                <a:gd name="connsiteY3" fmla="*/ 358994 h 810458"/>
                <a:gd name="connsiteX4" fmla="*/ 473220 w 747906"/>
                <a:gd name="connsiteY4" fmla="*/ 239329 h 810458"/>
                <a:gd name="connsiteX5" fmla="*/ 394818 w 747906"/>
                <a:gd name="connsiteY5" fmla="*/ 163222 h 810458"/>
                <a:gd name="connsiteX6" fmla="*/ 386192 w 747906"/>
                <a:gd name="connsiteY6" fmla="*/ 0 h 810458"/>
                <a:gd name="connsiteX7" fmla="*/ 747906 w 747906"/>
                <a:gd name="connsiteY7" fmla="*/ 266526 h 810458"/>
                <a:gd name="connsiteX8" fmla="*/ 291004 w 747906"/>
                <a:gd name="connsiteY8" fmla="*/ 484100 h 810458"/>
                <a:gd name="connsiteX9" fmla="*/ 497697 w 747906"/>
                <a:gd name="connsiteY9" fmla="*/ 617363 h 810458"/>
                <a:gd name="connsiteX10" fmla="*/ 712551 w 747906"/>
                <a:gd name="connsiteY10" fmla="*/ 557530 h 810458"/>
                <a:gd name="connsiteX11" fmla="*/ 388911 w 747906"/>
                <a:gd name="connsiteY11" fmla="*/ 810458 h 810458"/>
                <a:gd name="connsiteX12" fmla="*/ 0 w 747906"/>
                <a:gd name="connsiteY12" fmla="*/ 413389 h 810458"/>
                <a:gd name="connsiteX13" fmla="*/ 386192 w 747906"/>
                <a:gd name="connsiteY13" fmla="*/ 0 h 810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47906" h="810458">
                  <a:moveTo>
                    <a:pt x="394818" y="163222"/>
                  </a:moveTo>
                  <a:cubicBezTo>
                    <a:pt x="381772" y="163179"/>
                    <a:pt x="368514" y="166579"/>
                    <a:pt x="356275" y="174058"/>
                  </a:cubicBezTo>
                  <a:cubicBezTo>
                    <a:pt x="299162" y="212133"/>
                    <a:pt x="282844" y="291003"/>
                    <a:pt x="274685" y="356275"/>
                  </a:cubicBezTo>
                  <a:cubicBezTo>
                    <a:pt x="274685" y="364434"/>
                    <a:pt x="369873" y="358994"/>
                    <a:pt x="375313" y="358994"/>
                  </a:cubicBezTo>
                  <a:cubicBezTo>
                    <a:pt x="432426" y="345396"/>
                    <a:pt x="473220" y="301881"/>
                    <a:pt x="473220" y="239329"/>
                  </a:cubicBezTo>
                  <a:cubicBezTo>
                    <a:pt x="471181" y="194455"/>
                    <a:pt x="433955" y="163349"/>
                    <a:pt x="394818" y="163222"/>
                  </a:cubicBezTo>
                  <a:close/>
                  <a:moveTo>
                    <a:pt x="386192" y="0"/>
                  </a:moveTo>
                  <a:cubicBezTo>
                    <a:pt x="519455" y="0"/>
                    <a:pt x="747906" y="65272"/>
                    <a:pt x="747906" y="266526"/>
                  </a:cubicBezTo>
                  <a:cubicBezTo>
                    <a:pt x="747906" y="467782"/>
                    <a:pt x="538492" y="484100"/>
                    <a:pt x="291004" y="484100"/>
                  </a:cubicBezTo>
                  <a:cubicBezTo>
                    <a:pt x="291004" y="484100"/>
                    <a:pt x="326359" y="617363"/>
                    <a:pt x="497697" y="617363"/>
                  </a:cubicBezTo>
                  <a:cubicBezTo>
                    <a:pt x="669036" y="617363"/>
                    <a:pt x="712551" y="557530"/>
                    <a:pt x="712551" y="557530"/>
                  </a:cubicBezTo>
                  <a:cubicBezTo>
                    <a:pt x="712551" y="557530"/>
                    <a:pt x="696233" y="810458"/>
                    <a:pt x="388911" y="810458"/>
                  </a:cubicBezTo>
                  <a:cubicBezTo>
                    <a:pt x="212133" y="810458"/>
                    <a:pt x="0" y="677195"/>
                    <a:pt x="0" y="413389"/>
                  </a:cubicBezTo>
                  <a:cubicBezTo>
                    <a:pt x="0" y="176778"/>
                    <a:pt x="163180" y="0"/>
                    <a:pt x="386192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B2D1B86A-33BB-46AB-8000-A26581AE547C}"/>
                </a:ext>
              </a:extLst>
            </p:cNvPr>
            <p:cNvSpPr/>
            <p:nvPr/>
          </p:nvSpPr>
          <p:spPr>
            <a:xfrm>
              <a:off x="8683414" y="2274801"/>
              <a:ext cx="897487" cy="951879"/>
            </a:xfrm>
            <a:custGeom>
              <a:avLst/>
              <a:gdLst>
                <a:gd name="connsiteX0" fmla="*/ 580988 w 897487"/>
                <a:gd name="connsiteY0" fmla="*/ 667381 h 951879"/>
                <a:gd name="connsiteX1" fmla="*/ 409649 w 897487"/>
                <a:gd name="connsiteY1" fmla="*/ 667381 h 951879"/>
                <a:gd name="connsiteX2" fmla="*/ 591866 w 897487"/>
                <a:gd name="connsiteY2" fmla="*/ 525959 h 951879"/>
                <a:gd name="connsiteX3" fmla="*/ 842075 w 897487"/>
                <a:gd name="connsiteY3" fmla="*/ 123450 h 951879"/>
                <a:gd name="connsiteX4" fmla="*/ 842075 w 897487"/>
                <a:gd name="connsiteY4" fmla="*/ 123450 h 951879"/>
                <a:gd name="connsiteX5" fmla="*/ 798560 w 897487"/>
                <a:gd name="connsiteY5" fmla="*/ 58178 h 951879"/>
                <a:gd name="connsiteX6" fmla="*/ 746887 w 897487"/>
                <a:gd name="connsiteY6" fmla="*/ 107132 h 951879"/>
                <a:gd name="connsiteX7" fmla="*/ 697933 w 897487"/>
                <a:gd name="connsiteY7" fmla="*/ 115291 h 951879"/>
                <a:gd name="connsiteX8" fmla="*/ 219273 w 897487"/>
                <a:gd name="connsiteY8" fmla="*/ 115291 h 951879"/>
                <a:gd name="connsiteX9" fmla="*/ 102328 w 897487"/>
                <a:gd name="connsiteY9" fmla="*/ 224077 h 951879"/>
                <a:gd name="connsiteX10" fmla="*/ 213834 w 897487"/>
                <a:gd name="connsiteY10" fmla="*/ 332863 h 951879"/>
                <a:gd name="connsiteX11" fmla="*/ 485800 w 897487"/>
                <a:gd name="connsiteY11" fmla="*/ 335583 h 951879"/>
                <a:gd name="connsiteX12" fmla="*/ 134964 w 897487"/>
                <a:gd name="connsiteY12" fmla="*/ 615708 h 951879"/>
                <a:gd name="connsiteX13" fmla="*/ 61533 w 897487"/>
                <a:gd name="connsiteY13" fmla="*/ 884953 h 951879"/>
                <a:gd name="connsiteX14" fmla="*/ 398771 w 897487"/>
                <a:gd name="connsiteY14" fmla="*/ 806083 h 951879"/>
                <a:gd name="connsiteX15" fmla="*/ 529314 w 897487"/>
                <a:gd name="connsiteY15" fmla="*/ 863196 h 951879"/>
                <a:gd name="connsiteX16" fmla="*/ 782242 w 897487"/>
                <a:gd name="connsiteY16" fmla="*/ 607549 h 951879"/>
                <a:gd name="connsiteX17" fmla="*/ 580988 w 897487"/>
                <a:gd name="connsiteY17" fmla="*/ 667381 h 951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97487" h="951879">
                  <a:moveTo>
                    <a:pt x="580988" y="667381"/>
                  </a:moveTo>
                  <a:lnTo>
                    <a:pt x="409649" y="667381"/>
                  </a:lnTo>
                  <a:cubicBezTo>
                    <a:pt x="423248" y="667381"/>
                    <a:pt x="548352" y="561314"/>
                    <a:pt x="591866" y="525959"/>
                  </a:cubicBezTo>
                  <a:cubicBezTo>
                    <a:pt x="700653" y="433491"/>
                    <a:pt x="899188" y="297508"/>
                    <a:pt x="842075" y="123450"/>
                  </a:cubicBezTo>
                  <a:lnTo>
                    <a:pt x="842075" y="123450"/>
                  </a:lnTo>
                  <a:cubicBezTo>
                    <a:pt x="831197" y="82655"/>
                    <a:pt x="798560" y="58178"/>
                    <a:pt x="798560" y="58178"/>
                  </a:cubicBezTo>
                  <a:cubicBezTo>
                    <a:pt x="798560" y="58178"/>
                    <a:pt x="787682" y="90814"/>
                    <a:pt x="746887" y="107132"/>
                  </a:cubicBezTo>
                  <a:cubicBezTo>
                    <a:pt x="730569" y="109852"/>
                    <a:pt x="714251" y="115291"/>
                    <a:pt x="697933" y="115291"/>
                  </a:cubicBezTo>
                  <a:cubicBezTo>
                    <a:pt x="684334" y="115291"/>
                    <a:pt x="219273" y="115291"/>
                    <a:pt x="219273" y="115291"/>
                  </a:cubicBezTo>
                  <a:cubicBezTo>
                    <a:pt x="156721" y="115291"/>
                    <a:pt x="105048" y="166964"/>
                    <a:pt x="102328" y="224077"/>
                  </a:cubicBezTo>
                  <a:cubicBezTo>
                    <a:pt x="102328" y="283910"/>
                    <a:pt x="151282" y="332863"/>
                    <a:pt x="213834" y="332863"/>
                  </a:cubicBezTo>
                  <a:lnTo>
                    <a:pt x="485800" y="335583"/>
                  </a:lnTo>
                  <a:cubicBezTo>
                    <a:pt x="360695" y="406294"/>
                    <a:pt x="211114" y="487884"/>
                    <a:pt x="134964" y="615708"/>
                  </a:cubicBezTo>
                  <a:cubicBezTo>
                    <a:pt x="91449" y="689138"/>
                    <a:pt x="45215" y="800644"/>
                    <a:pt x="61533" y="884953"/>
                  </a:cubicBezTo>
                  <a:cubicBezTo>
                    <a:pt x="121366" y="830560"/>
                    <a:pt x="279106" y="778887"/>
                    <a:pt x="398771" y="806083"/>
                  </a:cubicBezTo>
                  <a:cubicBezTo>
                    <a:pt x="445005" y="814242"/>
                    <a:pt x="491239" y="838719"/>
                    <a:pt x="529314" y="863196"/>
                  </a:cubicBezTo>
                  <a:cubicBezTo>
                    <a:pt x="755046" y="1004618"/>
                    <a:pt x="891029" y="727213"/>
                    <a:pt x="782242" y="607549"/>
                  </a:cubicBezTo>
                  <a:cubicBezTo>
                    <a:pt x="784962" y="607549"/>
                    <a:pt x="722410" y="667381"/>
                    <a:pt x="580988" y="667381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76F0D372-8C1C-4BBA-8C19-5C5D50CB40D3}"/>
                </a:ext>
              </a:extLst>
            </p:cNvPr>
            <p:cNvSpPr/>
            <p:nvPr/>
          </p:nvSpPr>
          <p:spPr>
            <a:xfrm>
              <a:off x="2624650" y="1948442"/>
              <a:ext cx="1903761" cy="1577400"/>
            </a:xfrm>
            <a:custGeom>
              <a:avLst/>
              <a:gdLst>
                <a:gd name="connsiteX0" fmla="*/ 1559430 w 1903760"/>
                <a:gd name="connsiteY0" fmla="*/ 1165078 h 1577399"/>
                <a:gd name="connsiteX1" fmla="*/ 1369054 w 1903760"/>
                <a:gd name="connsiteY1" fmla="*/ 593950 h 1577399"/>
                <a:gd name="connsiteX2" fmla="*/ 1483279 w 1903760"/>
                <a:gd name="connsiteY2" fmla="*/ 126170 h 1577399"/>
                <a:gd name="connsiteX3" fmla="*/ 1311941 w 1903760"/>
                <a:gd name="connsiteY3" fmla="*/ 58178 h 1577399"/>
                <a:gd name="connsiteX4" fmla="*/ 1078050 w 1903760"/>
                <a:gd name="connsiteY4" fmla="*/ 205040 h 1577399"/>
                <a:gd name="connsiteX5" fmla="*/ 846879 w 1903760"/>
                <a:gd name="connsiteY5" fmla="*/ 523239 h 1577399"/>
                <a:gd name="connsiteX6" fmla="*/ 645624 w 1903760"/>
                <a:gd name="connsiteY6" fmla="*/ 210479 h 1577399"/>
                <a:gd name="connsiteX7" fmla="*/ 455248 w 1903760"/>
                <a:gd name="connsiteY7" fmla="*/ 63617 h 1577399"/>
                <a:gd name="connsiteX8" fmla="*/ 234956 w 1903760"/>
                <a:gd name="connsiteY8" fmla="*/ 137048 h 1577399"/>
                <a:gd name="connsiteX9" fmla="*/ 316546 w 1903760"/>
                <a:gd name="connsiteY9" fmla="*/ 588511 h 1577399"/>
                <a:gd name="connsiteX10" fmla="*/ 58178 w 1903760"/>
                <a:gd name="connsiteY10" fmla="*/ 1072610 h 1577399"/>
                <a:gd name="connsiteX11" fmla="*/ 474286 w 1903760"/>
                <a:gd name="connsiteY11" fmla="*/ 1020936 h 1577399"/>
                <a:gd name="connsiteX12" fmla="*/ 555876 w 1903760"/>
                <a:gd name="connsiteY12" fmla="*/ 572193 h 1577399"/>
                <a:gd name="connsiteX13" fmla="*/ 830561 w 1903760"/>
                <a:gd name="connsiteY13" fmla="*/ 993740 h 1577399"/>
                <a:gd name="connsiteX14" fmla="*/ 1140602 w 1903760"/>
                <a:gd name="connsiteY14" fmla="*/ 574913 h 1577399"/>
                <a:gd name="connsiteX15" fmla="*/ 1567589 w 1903760"/>
                <a:gd name="connsiteY15" fmla="*/ 1526792 h 1577399"/>
                <a:gd name="connsiteX16" fmla="*/ 1866751 w 1903760"/>
                <a:gd name="connsiteY16" fmla="*/ 1322818 h 1577399"/>
                <a:gd name="connsiteX17" fmla="*/ 1559430 w 1903760"/>
                <a:gd name="connsiteY17" fmla="*/ 1165078 h 1577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903760" h="1577399">
                  <a:moveTo>
                    <a:pt x="1559430" y="1165078"/>
                  </a:moveTo>
                  <a:cubicBezTo>
                    <a:pt x="1420727" y="1012777"/>
                    <a:pt x="1377213" y="762569"/>
                    <a:pt x="1369054" y="593950"/>
                  </a:cubicBezTo>
                  <a:cubicBezTo>
                    <a:pt x="1360895" y="449809"/>
                    <a:pt x="1369054" y="199600"/>
                    <a:pt x="1483279" y="126170"/>
                  </a:cubicBezTo>
                  <a:cubicBezTo>
                    <a:pt x="1445204" y="77216"/>
                    <a:pt x="1369054" y="58178"/>
                    <a:pt x="1311941" y="58178"/>
                  </a:cubicBezTo>
                  <a:cubicBezTo>
                    <a:pt x="1184117" y="58178"/>
                    <a:pt x="1121565" y="142488"/>
                    <a:pt x="1078050" y="205040"/>
                  </a:cubicBezTo>
                  <a:cubicBezTo>
                    <a:pt x="1064452" y="224077"/>
                    <a:pt x="846879" y="523239"/>
                    <a:pt x="846879" y="523239"/>
                  </a:cubicBezTo>
                  <a:cubicBezTo>
                    <a:pt x="846879" y="523239"/>
                    <a:pt x="667382" y="243115"/>
                    <a:pt x="645624" y="210479"/>
                  </a:cubicBezTo>
                  <a:cubicBezTo>
                    <a:pt x="615708" y="164245"/>
                    <a:pt x="555876" y="77216"/>
                    <a:pt x="455248" y="63617"/>
                  </a:cubicBezTo>
                  <a:cubicBezTo>
                    <a:pt x="411734" y="58178"/>
                    <a:pt x="297508" y="52739"/>
                    <a:pt x="234956" y="137048"/>
                  </a:cubicBezTo>
                  <a:cubicBezTo>
                    <a:pt x="341023" y="221357"/>
                    <a:pt x="338303" y="438930"/>
                    <a:pt x="316546" y="588511"/>
                  </a:cubicBezTo>
                  <a:cubicBezTo>
                    <a:pt x="248554" y="1031815"/>
                    <a:pt x="58178" y="1072610"/>
                    <a:pt x="58178" y="1072610"/>
                  </a:cubicBezTo>
                  <a:cubicBezTo>
                    <a:pt x="156086" y="1333696"/>
                    <a:pt x="403575" y="1230350"/>
                    <a:pt x="474286" y="1020936"/>
                  </a:cubicBezTo>
                  <a:cubicBezTo>
                    <a:pt x="520520" y="884953"/>
                    <a:pt x="550436" y="713615"/>
                    <a:pt x="555876" y="572193"/>
                  </a:cubicBezTo>
                  <a:lnTo>
                    <a:pt x="830561" y="993740"/>
                  </a:lnTo>
                  <a:cubicBezTo>
                    <a:pt x="830561" y="993740"/>
                    <a:pt x="1140602" y="574913"/>
                    <a:pt x="1140602" y="574913"/>
                  </a:cubicBezTo>
                  <a:cubicBezTo>
                    <a:pt x="1088929" y="1314659"/>
                    <a:pt x="1344577" y="1526792"/>
                    <a:pt x="1567589" y="1526792"/>
                  </a:cubicBezTo>
                  <a:cubicBezTo>
                    <a:pt x="1790601" y="1526792"/>
                    <a:pt x="1866751" y="1322818"/>
                    <a:pt x="1866751" y="1322818"/>
                  </a:cubicBezTo>
                  <a:cubicBezTo>
                    <a:pt x="1744367" y="1314659"/>
                    <a:pt x="1641019" y="1252107"/>
                    <a:pt x="1559430" y="1165078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BEF4B029-DDF1-4096-896A-C4F8417BFF1E}"/>
                </a:ext>
              </a:extLst>
            </p:cNvPr>
            <p:cNvSpPr/>
            <p:nvPr/>
          </p:nvSpPr>
          <p:spPr>
            <a:xfrm>
              <a:off x="4792218" y="3234839"/>
              <a:ext cx="271966" cy="652717"/>
            </a:xfrm>
            <a:custGeom>
              <a:avLst/>
              <a:gdLst>
                <a:gd name="connsiteX0" fmla="*/ 88095 w 271965"/>
                <a:gd name="connsiteY0" fmla="*/ 120730 h 652717"/>
                <a:gd name="connsiteX1" fmla="*/ 93534 w 271965"/>
                <a:gd name="connsiteY1" fmla="*/ 153366 h 652717"/>
                <a:gd name="connsiteX2" fmla="*/ 93534 w 271965"/>
                <a:gd name="connsiteY2" fmla="*/ 544997 h 652717"/>
                <a:gd name="connsiteX3" fmla="*/ 156086 w 271965"/>
                <a:gd name="connsiteY3" fmla="*/ 604829 h 652717"/>
                <a:gd name="connsiteX4" fmla="*/ 221358 w 271965"/>
                <a:gd name="connsiteY4" fmla="*/ 544997 h 652717"/>
                <a:gd name="connsiteX5" fmla="*/ 221358 w 271965"/>
                <a:gd name="connsiteY5" fmla="*/ 194161 h 652717"/>
                <a:gd name="connsiteX6" fmla="*/ 210479 w 271965"/>
                <a:gd name="connsiteY6" fmla="*/ 109852 h 652717"/>
                <a:gd name="connsiteX7" fmla="*/ 118011 w 271965"/>
                <a:gd name="connsiteY7" fmla="*/ 58178 h 652717"/>
                <a:gd name="connsiteX8" fmla="*/ 58178 w 271965"/>
                <a:gd name="connsiteY8" fmla="*/ 88094 h 652717"/>
                <a:gd name="connsiteX9" fmla="*/ 88095 w 271965"/>
                <a:gd name="connsiteY9" fmla="*/ 120730 h 65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1965" h="652717">
                  <a:moveTo>
                    <a:pt x="88095" y="120730"/>
                  </a:moveTo>
                  <a:cubicBezTo>
                    <a:pt x="90814" y="131609"/>
                    <a:pt x="90814" y="142487"/>
                    <a:pt x="93534" y="153366"/>
                  </a:cubicBezTo>
                  <a:cubicBezTo>
                    <a:pt x="93534" y="156086"/>
                    <a:pt x="93534" y="542277"/>
                    <a:pt x="93534" y="544997"/>
                  </a:cubicBezTo>
                  <a:cubicBezTo>
                    <a:pt x="93534" y="577632"/>
                    <a:pt x="123450" y="604829"/>
                    <a:pt x="156086" y="604829"/>
                  </a:cubicBezTo>
                  <a:cubicBezTo>
                    <a:pt x="188722" y="607548"/>
                    <a:pt x="221358" y="577632"/>
                    <a:pt x="221358" y="544997"/>
                  </a:cubicBezTo>
                  <a:cubicBezTo>
                    <a:pt x="221358" y="539557"/>
                    <a:pt x="221358" y="194161"/>
                    <a:pt x="221358" y="194161"/>
                  </a:cubicBezTo>
                  <a:cubicBezTo>
                    <a:pt x="221358" y="164245"/>
                    <a:pt x="224078" y="134329"/>
                    <a:pt x="210479" y="109852"/>
                  </a:cubicBezTo>
                  <a:cubicBezTo>
                    <a:pt x="196881" y="79935"/>
                    <a:pt x="158806" y="58178"/>
                    <a:pt x="118011" y="58178"/>
                  </a:cubicBezTo>
                  <a:cubicBezTo>
                    <a:pt x="79936" y="58178"/>
                    <a:pt x="58178" y="88094"/>
                    <a:pt x="58178" y="88094"/>
                  </a:cubicBezTo>
                  <a:cubicBezTo>
                    <a:pt x="58178" y="88094"/>
                    <a:pt x="77216" y="93534"/>
                    <a:pt x="88095" y="120730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E3742297-9C6A-4599-8768-0BDB13B1FCEF}"/>
                </a:ext>
              </a:extLst>
            </p:cNvPr>
            <p:cNvSpPr/>
            <p:nvPr/>
          </p:nvSpPr>
          <p:spPr>
            <a:xfrm>
              <a:off x="8751819" y="3234667"/>
              <a:ext cx="271966" cy="652717"/>
            </a:xfrm>
            <a:custGeom>
              <a:avLst/>
              <a:gdLst>
                <a:gd name="connsiteX0" fmla="*/ 191663 w 271965"/>
                <a:gd name="connsiteY0" fmla="*/ 542449 h 652717"/>
                <a:gd name="connsiteX1" fmla="*/ 186224 w 271965"/>
                <a:gd name="connsiteY1" fmla="*/ 509813 h 652717"/>
                <a:gd name="connsiteX2" fmla="*/ 186224 w 271965"/>
                <a:gd name="connsiteY2" fmla="*/ 118183 h 652717"/>
                <a:gd name="connsiteX3" fmla="*/ 123672 w 271965"/>
                <a:gd name="connsiteY3" fmla="*/ 58350 h 652717"/>
                <a:gd name="connsiteX4" fmla="*/ 58400 w 271965"/>
                <a:gd name="connsiteY4" fmla="*/ 118183 h 652717"/>
                <a:gd name="connsiteX5" fmla="*/ 58400 w 271965"/>
                <a:gd name="connsiteY5" fmla="*/ 469018 h 652717"/>
                <a:gd name="connsiteX6" fmla="*/ 69279 w 271965"/>
                <a:gd name="connsiteY6" fmla="*/ 553328 h 652717"/>
                <a:gd name="connsiteX7" fmla="*/ 161747 w 271965"/>
                <a:gd name="connsiteY7" fmla="*/ 605001 h 652717"/>
                <a:gd name="connsiteX8" fmla="*/ 221580 w 271965"/>
                <a:gd name="connsiteY8" fmla="*/ 575085 h 652717"/>
                <a:gd name="connsiteX9" fmla="*/ 191663 w 271965"/>
                <a:gd name="connsiteY9" fmla="*/ 542449 h 65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1965" h="652717">
                  <a:moveTo>
                    <a:pt x="191663" y="542449"/>
                  </a:moveTo>
                  <a:cubicBezTo>
                    <a:pt x="188944" y="531570"/>
                    <a:pt x="186224" y="520692"/>
                    <a:pt x="186224" y="509813"/>
                  </a:cubicBezTo>
                  <a:cubicBezTo>
                    <a:pt x="186224" y="507093"/>
                    <a:pt x="186224" y="120902"/>
                    <a:pt x="186224" y="118183"/>
                  </a:cubicBezTo>
                  <a:cubicBezTo>
                    <a:pt x="186224" y="85547"/>
                    <a:pt x="156308" y="58350"/>
                    <a:pt x="123672" y="58350"/>
                  </a:cubicBezTo>
                  <a:cubicBezTo>
                    <a:pt x="91036" y="55631"/>
                    <a:pt x="58400" y="85547"/>
                    <a:pt x="58400" y="118183"/>
                  </a:cubicBezTo>
                  <a:cubicBezTo>
                    <a:pt x="58400" y="123622"/>
                    <a:pt x="58400" y="469018"/>
                    <a:pt x="58400" y="469018"/>
                  </a:cubicBezTo>
                  <a:cubicBezTo>
                    <a:pt x="58400" y="498934"/>
                    <a:pt x="55680" y="528851"/>
                    <a:pt x="69279" y="553328"/>
                  </a:cubicBezTo>
                  <a:cubicBezTo>
                    <a:pt x="82877" y="583244"/>
                    <a:pt x="120953" y="605001"/>
                    <a:pt x="161747" y="605001"/>
                  </a:cubicBezTo>
                  <a:cubicBezTo>
                    <a:pt x="199822" y="605001"/>
                    <a:pt x="221580" y="575085"/>
                    <a:pt x="221580" y="575085"/>
                  </a:cubicBezTo>
                  <a:cubicBezTo>
                    <a:pt x="221580" y="575085"/>
                    <a:pt x="202542" y="566926"/>
                    <a:pt x="191663" y="542449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0253335F-845B-4DB3-A9A0-46D3B34CD5DB}"/>
                </a:ext>
              </a:extLst>
            </p:cNvPr>
            <p:cNvSpPr/>
            <p:nvPr/>
          </p:nvSpPr>
          <p:spPr>
            <a:xfrm>
              <a:off x="6320666" y="3416868"/>
              <a:ext cx="435145" cy="462341"/>
            </a:xfrm>
            <a:custGeom>
              <a:avLst/>
              <a:gdLst>
                <a:gd name="connsiteX0" fmla="*/ 302948 w 435145"/>
                <a:gd name="connsiteY0" fmla="*/ 74684 h 462341"/>
                <a:gd name="connsiteX1" fmla="*/ 186003 w 435145"/>
                <a:gd name="connsiteY1" fmla="*/ 148115 h 462341"/>
                <a:gd name="connsiteX2" fmla="*/ 186003 w 435145"/>
                <a:gd name="connsiteY2" fmla="*/ 148115 h 462341"/>
                <a:gd name="connsiteX3" fmla="*/ 186003 w 435145"/>
                <a:gd name="connsiteY3" fmla="*/ 115479 h 462341"/>
                <a:gd name="connsiteX4" fmla="*/ 123450 w 435145"/>
                <a:gd name="connsiteY4" fmla="*/ 58366 h 462341"/>
                <a:gd name="connsiteX5" fmla="*/ 58178 w 435145"/>
                <a:gd name="connsiteY5" fmla="*/ 115479 h 462341"/>
                <a:gd name="connsiteX6" fmla="*/ 58178 w 435145"/>
                <a:gd name="connsiteY6" fmla="*/ 362967 h 462341"/>
                <a:gd name="connsiteX7" fmla="*/ 120730 w 435145"/>
                <a:gd name="connsiteY7" fmla="*/ 422800 h 462341"/>
                <a:gd name="connsiteX8" fmla="*/ 186003 w 435145"/>
                <a:gd name="connsiteY8" fmla="*/ 362967 h 462341"/>
                <a:gd name="connsiteX9" fmla="*/ 186003 w 435145"/>
                <a:gd name="connsiteY9" fmla="*/ 213386 h 462341"/>
                <a:gd name="connsiteX10" fmla="*/ 186003 w 435145"/>
                <a:gd name="connsiteY10" fmla="*/ 213386 h 462341"/>
                <a:gd name="connsiteX11" fmla="*/ 229517 w 435145"/>
                <a:gd name="connsiteY11" fmla="*/ 161713 h 462341"/>
                <a:gd name="connsiteX12" fmla="*/ 259433 w 435145"/>
                <a:gd name="connsiteY12" fmla="*/ 194349 h 462341"/>
                <a:gd name="connsiteX13" fmla="*/ 259433 w 435145"/>
                <a:gd name="connsiteY13" fmla="*/ 362967 h 462341"/>
                <a:gd name="connsiteX14" fmla="*/ 321985 w 435145"/>
                <a:gd name="connsiteY14" fmla="*/ 422800 h 462341"/>
                <a:gd name="connsiteX15" fmla="*/ 387257 w 435145"/>
                <a:gd name="connsiteY15" fmla="*/ 362967 h 462341"/>
                <a:gd name="connsiteX16" fmla="*/ 387257 w 435145"/>
                <a:gd name="connsiteY16" fmla="*/ 273219 h 462341"/>
                <a:gd name="connsiteX17" fmla="*/ 302948 w 435145"/>
                <a:gd name="connsiteY17" fmla="*/ 74684 h 46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5145" h="462341">
                  <a:moveTo>
                    <a:pt x="302948" y="74684"/>
                  </a:moveTo>
                  <a:cubicBezTo>
                    <a:pt x="234956" y="74684"/>
                    <a:pt x="196881" y="131797"/>
                    <a:pt x="186003" y="148115"/>
                  </a:cubicBezTo>
                  <a:lnTo>
                    <a:pt x="186003" y="148115"/>
                  </a:lnTo>
                  <a:cubicBezTo>
                    <a:pt x="186003" y="129077"/>
                    <a:pt x="186003" y="115479"/>
                    <a:pt x="186003" y="115479"/>
                  </a:cubicBezTo>
                  <a:cubicBezTo>
                    <a:pt x="186003" y="82843"/>
                    <a:pt x="156086" y="58366"/>
                    <a:pt x="123450" y="58366"/>
                  </a:cubicBezTo>
                  <a:cubicBezTo>
                    <a:pt x="90814" y="55646"/>
                    <a:pt x="58178" y="82843"/>
                    <a:pt x="58178" y="115479"/>
                  </a:cubicBezTo>
                  <a:cubicBezTo>
                    <a:pt x="58178" y="120918"/>
                    <a:pt x="58178" y="360248"/>
                    <a:pt x="58178" y="362967"/>
                  </a:cubicBezTo>
                  <a:cubicBezTo>
                    <a:pt x="58178" y="395603"/>
                    <a:pt x="88095" y="422800"/>
                    <a:pt x="120730" y="422800"/>
                  </a:cubicBezTo>
                  <a:cubicBezTo>
                    <a:pt x="153366" y="425519"/>
                    <a:pt x="186003" y="395603"/>
                    <a:pt x="186003" y="362967"/>
                  </a:cubicBezTo>
                  <a:cubicBezTo>
                    <a:pt x="186003" y="360248"/>
                    <a:pt x="186003" y="281378"/>
                    <a:pt x="186003" y="213386"/>
                  </a:cubicBezTo>
                  <a:lnTo>
                    <a:pt x="186003" y="213386"/>
                  </a:lnTo>
                  <a:cubicBezTo>
                    <a:pt x="191442" y="186190"/>
                    <a:pt x="205040" y="161713"/>
                    <a:pt x="229517" y="161713"/>
                  </a:cubicBezTo>
                  <a:cubicBezTo>
                    <a:pt x="259433" y="161713"/>
                    <a:pt x="259433" y="194349"/>
                    <a:pt x="259433" y="194349"/>
                  </a:cubicBezTo>
                  <a:lnTo>
                    <a:pt x="259433" y="362967"/>
                  </a:lnTo>
                  <a:cubicBezTo>
                    <a:pt x="259433" y="395603"/>
                    <a:pt x="289349" y="422800"/>
                    <a:pt x="321985" y="422800"/>
                  </a:cubicBezTo>
                  <a:cubicBezTo>
                    <a:pt x="354621" y="425519"/>
                    <a:pt x="387257" y="395603"/>
                    <a:pt x="387257" y="362967"/>
                  </a:cubicBezTo>
                  <a:lnTo>
                    <a:pt x="387257" y="273219"/>
                  </a:lnTo>
                  <a:cubicBezTo>
                    <a:pt x="387257" y="183470"/>
                    <a:pt x="395416" y="71964"/>
                    <a:pt x="302948" y="7468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599992C4-BDD7-4BA0-95D9-C32B47D580A5}"/>
                </a:ext>
              </a:extLst>
            </p:cNvPr>
            <p:cNvSpPr/>
            <p:nvPr/>
          </p:nvSpPr>
          <p:spPr>
            <a:xfrm>
              <a:off x="7960620" y="3416868"/>
              <a:ext cx="435145" cy="462341"/>
            </a:xfrm>
            <a:custGeom>
              <a:avLst/>
              <a:gdLst>
                <a:gd name="connsiteX0" fmla="*/ 302948 w 435145"/>
                <a:gd name="connsiteY0" fmla="*/ 74684 h 462341"/>
                <a:gd name="connsiteX1" fmla="*/ 186002 w 435145"/>
                <a:gd name="connsiteY1" fmla="*/ 148115 h 462341"/>
                <a:gd name="connsiteX2" fmla="*/ 186002 w 435145"/>
                <a:gd name="connsiteY2" fmla="*/ 148115 h 462341"/>
                <a:gd name="connsiteX3" fmla="*/ 186002 w 435145"/>
                <a:gd name="connsiteY3" fmla="*/ 115479 h 462341"/>
                <a:gd name="connsiteX4" fmla="*/ 123450 w 435145"/>
                <a:gd name="connsiteY4" fmla="*/ 58366 h 462341"/>
                <a:gd name="connsiteX5" fmla="*/ 58178 w 435145"/>
                <a:gd name="connsiteY5" fmla="*/ 115479 h 462341"/>
                <a:gd name="connsiteX6" fmla="*/ 58178 w 435145"/>
                <a:gd name="connsiteY6" fmla="*/ 362967 h 462341"/>
                <a:gd name="connsiteX7" fmla="*/ 120730 w 435145"/>
                <a:gd name="connsiteY7" fmla="*/ 422800 h 462341"/>
                <a:gd name="connsiteX8" fmla="*/ 186002 w 435145"/>
                <a:gd name="connsiteY8" fmla="*/ 362967 h 462341"/>
                <a:gd name="connsiteX9" fmla="*/ 186002 w 435145"/>
                <a:gd name="connsiteY9" fmla="*/ 213386 h 462341"/>
                <a:gd name="connsiteX10" fmla="*/ 186002 w 435145"/>
                <a:gd name="connsiteY10" fmla="*/ 213386 h 462341"/>
                <a:gd name="connsiteX11" fmla="*/ 229517 w 435145"/>
                <a:gd name="connsiteY11" fmla="*/ 161713 h 462341"/>
                <a:gd name="connsiteX12" fmla="*/ 259433 w 435145"/>
                <a:gd name="connsiteY12" fmla="*/ 194349 h 462341"/>
                <a:gd name="connsiteX13" fmla="*/ 259433 w 435145"/>
                <a:gd name="connsiteY13" fmla="*/ 362967 h 462341"/>
                <a:gd name="connsiteX14" fmla="*/ 321985 w 435145"/>
                <a:gd name="connsiteY14" fmla="*/ 422800 h 462341"/>
                <a:gd name="connsiteX15" fmla="*/ 387257 w 435145"/>
                <a:gd name="connsiteY15" fmla="*/ 362967 h 462341"/>
                <a:gd name="connsiteX16" fmla="*/ 387257 w 435145"/>
                <a:gd name="connsiteY16" fmla="*/ 273219 h 462341"/>
                <a:gd name="connsiteX17" fmla="*/ 302948 w 435145"/>
                <a:gd name="connsiteY17" fmla="*/ 74684 h 46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5145" h="462341">
                  <a:moveTo>
                    <a:pt x="302948" y="74684"/>
                  </a:moveTo>
                  <a:cubicBezTo>
                    <a:pt x="234956" y="74684"/>
                    <a:pt x="196881" y="131797"/>
                    <a:pt x="186002" y="148115"/>
                  </a:cubicBezTo>
                  <a:lnTo>
                    <a:pt x="186002" y="148115"/>
                  </a:lnTo>
                  <a:cubicBezTo>
                    <a:pt x="186002" y="129077"/>
                    <a:pt x="186002" y="115479"/>
                    <a:pt x="186002" y="115479"/>
                  </a:cubicBezTo>
                  <a:cubicBezTo>
                    <a:pt x="186002" y="82843"/>
                    <a:pt x="156086" y="58366"/>
                    <a:pt x="123450" y="58366"/>
                  </a:cubicBezTo>
                  <a:cubicBezTo>
                    <a:pt x="90814" y="55646"/>
                    <a:pt x="58178" y="82843"/>
                    <a:pt x="58178" y="115479"/>
                  </a:cubicBezTo>
                  <a:cubicBezTo>
                    <a:pt x="58178" y="120918"/>
                    <a:pt x="58178" y="360248"/>
                    <a:pt x="58178" y="362967"/>
                  </a:cubicBezTo>
                  <a:cubicBezTo>
                    <a:pt x="58178" y="395603"/>
                    <a:pt x="88095" y="422800"/>
                    <a:pt x="120730" y="422800"/>
                  </a:cubicBezTo>
                  <a:cubicBezTo>
                    <a:pt x="153366" y="425519"/>
                    <a:pt x="186002" y="395603"/>
                    <a:pt x="186002" y="362967"/>
                  </a:cubicBezTo>
                  <a:cubicBezTo>
                    <a:pt x="186002" y="360248"/>
                    <a:pt x="186002" y="281378"/>
                    <a:pt x="186002" y="213386"/>
                  </a:cubicBezTo>
                  <a:lnTo>
                    <a:pt x="186002" y="213386"/>
                  </a:lnTo>
                  <a:cubicBezTo>
                    <a:pt x="191442" y="186190"/>
                    <a:pt x="205040" y="161713"/>
                    <a:pt x="229517" y="161713"/>
                  </a:cubicBezTo>
                  <a:cubicBezTo>
                    <a:pt x="259433" y="161713"/>
                    <a:pt x="259433" y="194349"/>
                    <a:pt x="259433" y="194349"/>
                  </a:cubicBezTo>
                  <a:lnTo>
                    <a:pt x="259433" y="362967"/>
                  </a:lnTo>
                  <a:cubicBezTo>
                    <a:pt x="259433" y="395603"/>
                    <a:pt x="289349" y="422800"/>
                    <a:pt x="321985" y="422800"/>
                  </a:cubicBezTo>
                  <a:cubicBezTo>
                    <a:pt x="354621" y="425519"/>
                    <a:pt x="387257" y="395603"/>
                    <a:pt x="387257" y="362967"/>
                  </a:cubicBezTo>
                  <a:lnTo>
                    <a:pt x="387257" y="273219"/>
                  </a:lnTo>
                  <a:cubicBezTo>
                    <a:pt x="384537" y="183470"/>
                    <a:pt x="395416" y="71964"/>
                    <a:pt x="302948" y="7468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BBA1C7DC-6309-4E4F-B5A5-1E32C5ABFC1A}"/>
                </a:ext>
              </a:extLst>
            </p:cNvPr>
            <p:cNvSpPr/>
            <p:nvPr/>
          </p:nvSpPr>
          <p:spPr>
            <a:xfrm>
              <a:off x="5020669" y="3416868"/>
              <a:ext cx="435145" cy="462341"/>
            </a:xfrm>
            <a:custGeom>
              <a:avLst/>
              <a:gdLst>
                <a:gd name="connsiteX0" fmla="*/ 302948 w 435145"/>
                <a:gd name="connsiteY0" fmla="*/ 74684 h 462341"/>
                <a:gd name="connsiteX1" fmla="*/ 186002 w 435145"/>
                <a:gd name="connsiteY1" fmla="*/ 148115 h 462341"/>
                <a:gd name="connsiteX2" fmla="*/ 186002 w 435145"/>
                <a:gd name="connsiteY2" fmla="*/ 148115 h 462341"/>
                <a:gd name="connsiteX3" fmla="*/ 186002 w 435145"/>
                <a:gd name="connsiteY3" fmla="*/ 115479 h 462341"/>
                <a:gd name="connsiteX4" fmla="*/ 123450 w 435145"/>
                <a:gd name="connsiteY4" fmla="*/ 58366 h 462341"/>
                <a:gd name="connsiteX5" fmla="*/ 58178 w 435145"/>
                <a:gd name="connsiteY5" fmla="*/ 115479 h 462341"/>
                <a:gd name="connsiteX6" fmla="*/ 58178 w 435145"/>
                <a:gd name="connsiteY6" fmla="*/ 362967 h 462341"/>
                <a:gd name="connsiteX7" fmla="*/ 120730 w 435145"/>
                <a:gd name="connsiteY7" fmla="*/ 422800 h 462341"/>
                <a:gd name="connsiteX8" fmla="*/ 186002 w 435145"/>
                <a:gd name="connsiteY8" fmla="*/ 362967 h 462341"/>
                <a:gd name="connsiteX9" fmla="*/ 186002 w 435145"/>
                <a:gd name="connsiteY9" fmla="*/ 213386 h 462341"/>
                <a:gd name="connsiteX10" fmla="*/ 186002 w 435145"/>
                <a:gd name="connsiteY10" fmla="*/ 213386 h 462341"/>
                <a:gd name="connsiteX11" fmla="*/ 229517 w 435145"/>
                <a:gd name="connsiteY11" fmla="*/ 161713 h 462341"/>
                <a:gd name="connsiteX12" fmla="*/ 259433 w 435145"/>
                <a:gd name="connsiteY12" fmla="*/ 194349 h 462341"/>
                <a:gd name="connsiteX13" fmla="*/ 259433 w 435145"/>
                <a:gd name="connsiteY13" fmla="*/ 362967 h 462341"/>
                <a:gd name="connsiteX14" fmla="*/ 321985 w 435145"/>
                <a:gd name="connsiteY14" fmla="*/ 422800 h 462341"/>
                <a:gd name="connsiteX15" fmla="*/ 387257 w 435145"/>
                <a:gd name="connsiteY15" fmla="*/ 362967 h 462341"/>
                <a:gd name="connsiteX16" fmla="*/ 387257 w 435145"/>
                <a:gd name="connsiteY16" fmla="*/ 273219 h 462341"/>
                <a:gd name="connsiteX17" fmla="*/ 302948 w 435145"/>
                <a:gd name="connsiteY17" fmla="*/ 74684 h 46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5145" h="462341">
                  <a:moveTo>
                    <a:pt x="302948" y="74684"/>
                  </a:moveTo>
                  <a:cubicBezTo>
                    <a:pt x="234956" y="74684"/>
                    <a:pt x="196881" y="131797"/>
                    <a:pt x="186002" y="148115"/>
                  </a:cubicBezTo>
                  <a:lnTo>
                    <a:pt x="186002" y="148115"/>
                  </a:lnTo>
                  <a:cubicBezTo>
                    <a:pt x="186002" y="129077"/>
                    <a:pt x="186002" y="115479"/>
                    <a:pt x="186002" y="115479"/>
                  </a:cubicBezTo>
                  <a:cubicBezTo>
                    <a:pt x="186002" y="82843"/>
                    <a:pt x="156086" y="58366"/>
                    <a:pt x="123450" y="58366"/>
                  </a:cubicBezTo>
                  <a:cubicBezTo>
                    <a:pt x="90814" y="55646"/>
                    <a:pt x="58178" y="82843"/>
                    <a:pt x="58178" y="115479"/>
                  </a:cubicBezTo>
                  <a:cubicBezTo>
                    <a:pt x="58178" y="120918"/>
                    <a:pt x="58178" y="360248"/>
                    <a:pt x="58178" y="362967"/>
                  </a:cubicBezTo>
                  <a:cubicBezTo>
                    <a:pt x="58178" y="395603"/>
                    <a:pt x="88094" y="422800"/>
                    <a:pt x="120730" y="422800"/>
                  </a:cubicBezTo>
                  <a:cubicBezTo>
                    <a:pt x="153366" y="425519"/>
                    <a:pt x="186002" y="395603"/>
                    <a:pt x="186002" y="362967"/>
                  </a:cubicBezTo>
                  <a:cubicBezTo>
                    <a:pt x="186002" y="360248"/>
                    <a:pt x="186002" y="281378"/>
                    <a:pt x="186002" y="213386"/>
                  </a:cubicBezTo>
                  <a:lnTo>
                    <a:pt x="186002" y="213386"/>
                  </a:lnTo>
                  <a:cubicBezTo>
                    <a:pt x="191442" y="186190"/>
                    <a:pt x="205040" y="161713"/>
                    <a:pt x="229517" y="161713"/>
                  </a:cubicBezTo>
                  <a:cubicBezTo>
                    <a:pt x="259433" y="161713"/>
                    <a:pt x="259433" y="194349"/>
                    <a:pt x="259433" y="194349"/>
                  </a:cubicBezTo>
                  <a:lnTo>
                    <a:pt x="259433" y="362967"/>
                  </a:lnTo>
                  <a:cubicBezTo>
                    <a:pt x="259433" y="395603"/>
                    <a:pt x="289349" y="422800"/>
                    <a:pt x="321985" y="422800"/>
                  </a:cubicBezTo>
                  <a:cubicBezTo>
                    <a:pt x="354621" y="425519"/>
                    <a:pt x="387257" y="395603"/>
                    <a:pt x="387257" y="362967"/>
                  </a:cubicBezTo>
                  <a:lnTo>
                    <a:pt x="387257" y="273219"/>
                  </a:lnTo>
                  <a:cubicBezTo>
                    <a:pt x="384537" y="183470"/>
                    <a:pt x="395416" y="71964"/>
                    <a:pt x="302948" y="7468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F248CF09-AD3B-4C85-B535-3B9F24457F3F}"/>
                </a:ext>
              </a:extLst>
            </p:cNvPr>
            <p:cNvSpPr/>
            <p:nvPr/>
          </p:nvSpPr>
          <p:spPr>
            <a:xfrm>
              <a:off x="7616289" y="3475234"/>
              <a:ext cx="364436" cy="364434"/>
            </a:xfrm>
            <a:custGeom>
              <a:avLst/>
              <a:gdLst>
                <a:gd name="connsiteX0" fmla="*/ 182218 w 364436"/>
                <a:gd name="connsiteY0" fmla="*/ 73431 h 364434"/>
                <a:gd name="connsiteX1" fmla="*/ 130544 w 364436"/>
                <a:gd name="connsiteY1" fmla="*/ 179499 h 364434"/>
                <a:gd name="connsiteX2" fmla="*/ 182218 w 364436"/>
                <a:gd name="connsiteY2" fmla="*/ 285565 h 364434"/>
                <a:gd name="connsiteX3" fmla="*/ 233891 w 364436"/>
                <a:gd name="connsiteY3" fmla="*/ 179499 h 364434"/>
                <a:gd name="connsiteX4" fmla="*/ 182218 w 364436"/>
                <a:gd name="connsiteY4" fmla="*/ 73431 h 364434"/>
                <a:gd name="connsiteX5" fmla="*/ 182219 w 364436"/>
                <a:gd name="connsiteY5" fmla="*/ 0 h 364434"/>
                <a:gd name="connsiteX6" fmla="*/ 364436 w 364436"/>
                <a:gd name="connsiteY6" fmla="*/ 182217 h 364434"/>
                <a:gd name="connsiteX7" fmla="*/ 182219 w 364436"/>
                <a:gd name="connsiteY7" fmla="*/ 364434 h 364434"/>
                <a:gd name="connsiteX8" fmla="*/ 0 w 364436"/>
                <a:gd name="connsiteY8" fmla="*/ 182217 h 364434"/>
                <a:gd name="connsiteX9" fmla="*/ 182219 w 364436"/>
                <a:gd name="connsiteY9" fmla="*/ 0 h 364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64436" h="364434">
                  <a:moveTo>
                    <a:pt x="182218" y="73431"/>
                  </a:moveTo>
                  <a:cubicBezTo>
                    <a:pt x="152302" y="76151"/>
                    <a:pt x="130544" y="114226"/>
                    <a:pt x="130544" y="179499"/>
                  </a:cubicBezTo>
                  <a:cubicBezTo>
                    <a:pt x="130544" y="244770"/>
                    <a:pt x="146862" y="285565"/>
                    <a:pt x="182218" y="285565"/>
                  </a:cubicBezTo>
                  <a:cubicBezTo>
                    <a:pt x="217573" y="285565"/>
                    <a:pt x="233891" y="247490"/>
                    <a:pt x="233891" y="179499"/>
                  </a:cubicBezTo>
                  <a:cubicBezTo>
                    <a:pt x="233891" y="114226"/>
                    <a:pt x="212134" y="73431"/>
                    <a:pt x="182218" y="73431"/>
                  </a:cubicBezTo>
                  <a:close/>
                  <a:moveTo>
                    <a:pt x="182219" y="0"/>
                  </a:moveTo>
                  <a:cubicBezTo>
                    <a:pt x="282846" y="0"/>
                    <a:pt x="364436" y="81590"/>
                    <a:pt x="364436" y="182217"/>
                  </a:cubicBezTo>
                  <a:cubicBezTo>
                    <a:pt x="364436" y="282844"/>
                    <a:pt x="282846" y="364434"/>
                    <a:pt x="182219" y="364434"/>
                  </a:cubicBezTo>
                  <a:cubicBezTo>
                    <a:pt x="81591" y="364434"/>
                    <a:pt x="0" y="282844"/>
                    <a:pt x="0" y="182217"/>
                  </a:cubicBezTo>
                  <a:cubicBezTo>
                    <a:pt x="0" y="81590"/>
                    <a:pt x="81591" y="0"/>
                    <a:pt x="182219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E974E943-15A7-4D05-B2E8-5041FD49AFD8}"/>
                </a:ext>
              </a:extLst>
            </p:cNvPr>
            <p:cNvSpPr/>
            <p:nvPr/>
          </p:nvSpPr>
          <p:spPr>
            <a:xfrm>
              <a:off x="6743101" y="3464184"/>
              <a:ext cx="372773" cy="375657"/>
            </a:xfrm>
            <a:custGeom>
              <a:avLst/>
              <a:gdLst>
                <a:gd name="connsiteX0" fmla="*/ 176958 w 372773"/>
                <a:gd name="connsiteY0" fmla="*/ 98080 h 375657"/>
                <a:gd name="connsiteX1" fmla="*/ 125284 w 372773"/>
                <a:gd name="connsiteY1" fmla="*/ 190548 h 375657"/>
                <a:gd name="connsiteX2" fmla="*/ 176958 w 372773"/>
                <a:gd name="connsiteY2" fmla="*/ 283017 h 375657"/>
                <a:gd name="connsiteX3" fmla="*/ 228631 w 372773"/>
                <a:gd name="connsiteY3" fmla="*/ 190548 h 375657"/>
                <a:gd name="connsiteX4" fmla="*/ 176958 w 372773"/>
                <a:gd name="connsiteY4" fmla="*/ 98080 h 375657"/>
                <a:gd name="connsiteX5" fmla="*/ 307501 w 372773"/>
                <a:gd name="connsiteY5" fmla="*/ 172 h 375657"/>
                <a:gd name="connsiteX6" fmla="*/ 372773 w 372773"/>
                <a:gd name="connsiteY6" fmla="*/ 62724 h 375657"/>
                <a:gd name="connsiteX7" fmla="*/ 372773 w 372773"/>
                <a:gd name="connsiteY7" fmla="*/ 312934 h 375657"/>
                <a:gd name="connsiteX8" fmla="*/ 302061 w 372773"/>
                <a:gd name="connsiteY8" fmla="*/ 375486 h 375657"/>
                <a:gd name="connsiteX9" fmla="*/ 239509 w 372773"/>
                <a:gd name="connsiteY9" fmla="*/ 326532 h 375657"/>
                <a:gd name="connsiteX10" fmla="*/ 179677 w 372773"/>
                <a:gd name="connsiteY10" fmla="*/ 370046 h 375657"/>
                <a:gd name="connsiteX11" fmla="*/ 70890 w 372773"/>
                <a:gd name="connsiteY11" fmla="*/ 353728 h 375657"/>
                <a:gd name="connsiteX12" fmla="*/ 128003 w 372773"/>
                <a:gd name="connsiteY12" fmla="*/ 11051 h 375657"/>
                <a:gd name="connsiteX13" fmla="*/ 236790 w 372773"/>
                <a:gd name="connsiteY13" fmla="*/ 70883 h 375657"/>
                <a:gd name="connsiteX14" fmla="*/ 236790 w 372773"/>
                <a:gd name="connsiteY14" fmla="*/ 62724 h 375657"/>
                <a:gd name="connsiteX15" fmla="*/ 307501 w 372773"/>
                <a:gd name="connsiteY15" fmla="*/ 172 h 375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2773" h="375657">
                  <a:moveTo>
                    <a:pt x="176958" y="98080"/>
                  </a:moveTo>
                  <a:cubicBezTo>
                    <a:pt x="147042" y="100800"/>
                    <a:pt x="125284" y="133436"/>
                    <a:pt x="125284" y="190548"/>
                  </a:cubicBezTo>
                  <a:cubicBezTo>
                    <a:pt x="125284" y="247661"/>
                    <a:pt x="141602" y="283017"/>
                    <a:pt x="176958" y="283017"/>
                  </a:cubicBezTo>
                  <a:cubicBezTo>
                    <a:pt x="212314" y="283017"/>
                    <a:pt x="228631" y="247661"/>
                    <a:pt x="228631" y="190548"/>
                  </a:cubicBezTo>
                  <a:cubicBezTo>
                    <a:pt x="228631" y="133436"/>
                    <a:pt x="206874" y="98080"/>
                    <a:pt x="176958" y="98080"/>
                  </a:cubicBezTo>
                  <a:close/>
                  <a:moveTo>
                    <a:pt x="307501" y="172"/>
                  </a:moveTo>
                  <a:cubicBezTo>
                    <a:pt x="340137" y="172"/>
                    <a:pt x="372773" y="30088"/>
                    <a:pt x="372773" y="62724"/>
                  </a:cubicBezTo>
                  <a:cubicBezTo>
                    <a:pt x="372773" y="65444"/>
                    <a:pt x="372773" y="307494"/>
                    <a:pt x="372773" y="312934"/>
                  </a:cubicBezTo>
                  <a:cubicBezTo>
                    <a:pt x="370053" y="348289"/>
                    <a:pt x="337417" y="378205"/>
                    <a:pt x="302061" y="375486"/>
                  </a:cubicBezTo>
                  <a:cubicBezTo>
                    <a:pt x="274865" y="372766"/>
                    <a:pt x="247668" y="353728"/>
                    <a:pt x="239509" y="326532"/>
                  </a:cubicBezTo>
                  <a:cubicBezTo>
                    <a:pt x="225911" y="348289"/>
                    <a:pt x="198715" y="364607"/>
                    <a:pt x="179677" y="370046"/>
                  </a:cubicBezTo>
                  <a:cubicBezTo>
                    <a:pt x="147041" y="378205"/>
                    <a:pt x="100807" y="372766"/>
                    <a:pt x="70890" y="353728"/>
                  </a:cubicBezTo>
                  <a:cubicBezTo>
                    <a:pt x="-35177" y="285737"/>
                    <a:pt x="-27018" y="11051"/>
                    <a:pt x="128003" y="11051"/>
                  </a:cubicBezTo>
                  <a:cubicBezTo>
                    <a:pt x="185116" y="11051"/>
                    <a:pt x="220471" y="49126"/>
                    <a:pt x="236790" y="70883"/>
                  </a:cubicBezTo>
                  <a:cubicBezTo>
                    <a:pt x="236790" y="70883"/>
                    <a:pt x="236790" y="65444"/>
                    <a:pt x="236790" y="62724"/>
                  </a:cubicBezTo>
                  <a:cubicBezTo>
                    <a:pt x="239509" y="27369"/>
                    <a:pt x="272145" y="-2547"/>
                    <a:pt x="307501" y="172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55FFAEB3-1B3E-4C78-9313-BD977A48C24D}"/>
                </a:ext>
              </a:extLst>
            </p:cNvPr>
            <p:cNvSpPr/>
            <p:nvPr/>
          </p:nvSpPr>
          <p:spPr>
            <a:xfrm>
              <a:off x="8380335" y="3464184"/>
              <a:ext cx="372772" cy="375657"/>
            </a:xfrm>
            <a:custGeom>
              <a:avLst/>
              <a:gdLst>
                <a:gd name="connsiteX0" fmla="*/ 176957 w 372772"/>
                <a:gd name="connsiteY0" fmla="*/ 98080 h 375657"/>
                <a:gd name="connsiteX1" fmla="*/ 125282 w 372772"/>
                <a:gd name="connsiteY1" fmla="*/ 190548 h 375657"/>
                <a:gd name="connsiteX2" fmla="*/ 176957 w 372772"/>
                <a:gd name="connsiteY2" fmla="*/ 283017 h 375657"/>
                <a:gd name="connsiteX3" fmla="*/ 228630 w 372772"/>
                <a:gd name="connsiteY3" fmla="*/ 190548 h 375657"/>
                <a:gd name="connsiteX4" fmla="*/ 176957 w 372772"/>
                <a:gd name="connsiteY4" fmla="*/ 98080 h 375657"/>
                <a:gd name="connsiteX5" fmla="*/ 307501 w 372772"/>
                <a:gd name="connsiteY5" fmla="*/ 172 h 375657"/>
                <a:gd name="connsiteX6" fmla="*/ 372772 w 372772"/>
                <a:gd name="connsiteY6" fmla="*/ 62724 h 375657"/>
                <a:gd name="connsiteX7" fmla="*/ 372772 w 372772"/>
                <a:gd name="connsiteY7" fmla="*/ 312934 h 375657"/>
                <a:gd name="connsiteX8" fmla="*/ 302062 w 372772"/>
                <a:gd name="connsiteY8" fmla="*/ 375486 h 375657"/>
                <a:gd name="connsiteX9" fmla="*/ 239509 w 372772"/>
                <a:gd name="connsiteY9" fmla="*/ 326532 h 375657"/>
                <a:gd name="connsiteX10" fmla="*/ 179677 w 372772"/>
                <a:gd name="connsiteY10" fmla="*/ 370046 h 375657"/>
                <a:gd name="connsiteX11" fmla="*/ 70890 w 372772"/>
                <a:gd name="connsiteY11" fmla="*/ 353728 h 375657"/>
                <a:gd name="connsiteX12" fmla="*/ 128002 w 372772"/>
                <a:gd name="connsiteY12" fmla="*/ 11051 h 375657"/>
                <a:gd name="connsiteX13" fmla="*/ 236790 w 372772"/>
                <a:gd name="connsiteY13" fmla="*/ 70883 h 375657"/>
                <a:gd name="connsiteX14" fmla="*/ 236790 w 372772"/>
                <a:gd name="connsiteY14" fmla="*/ 62724 h 375657"/>
                <a:gd name="connsiteX15" fmla="*/ 307501 w 372772"/>
                <a:gd name="connsiteY15" fmla="*/ 172 h 375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2772" h="375657">
                  <a:moveTo>
                    <a:pt x="176957" y="98080"/>
                  </a:moveTo>
                  <a:cubicBezTo>
                    <a:pt x="147039" y="100800"/>
                    <a:pt x="125282" y="133436"/>
                    <a:pt x="125282" y="190548"/>
                  </a:cubicBezTo>
                  <a:cubicBezTo>
                    <a:pt x="125282" y="247661"/>
                    <a:pt x="141600" y="283017"/>
                    <a:pt x="176957" y="283017"/>
                  </a:cubicBezTo>
                  <a:cubicBezTo>
                    <a:pt x="212312" y="283017"/>
                    <a:pt x="228630" y="247661"/>
                    <a:pt x="228630" y="190548"/>
                  </a:cubicBezTo>
                  <a:cubicBezTo>
                    <a:pt x="228630" y="133436"/>
                    <a:pt x="206873" y="98080"/>
                    <a:pt x="176957" y="98080"/>
                  </a:cubicBezTo>
                  <a:close/>
                  <a:moveTo>
                    <a:pt x="307501" y="172"/>
                  </a:moveTo>
                  <a:cubicBezTo>
                    <a:pt x="340137" y="172"/>
                    <a:pt x="372772" y="30088"/>
                    <a:pt x="372772" y="62724"/>
                  </a:cubicBezTo>
                  <a:cubicBezTo>
                    <a:pt x="372772" y="65444"/>
                    <a:pt x="372772" y="307494"/>
                    <a:pt x="372772" y="312934"/>
                  </a:cubicBezTo>
                  <a:cubicBezTo>
                    <a:pt x="370053" y="348289"/>
                    <a:pt x="337417" y="378205"/>
                    <a:pt x="302062" y="375486"/>
                  </a:cubicBezTo>
                  <a:cubicBezTo>
                    <a:pt x="274865" y="372766"/>
                    <a:pt x="247668" y="353728"/>
                    <a:pt x="239509" y="326532"/>
                  </a:cubicBezTo>
                  <a:cubicBezTo>
                    <a:pt x="228630" y="348289"/>
                    <a:pt x="198714" y="364607"/>
                    <a:pt x="179677" y="370046"/>
                  </a:cubicBezTo>
                  <a:cubicBezTo>
                    <a:pt x="147040" y="378205"/>
                    <a:pt x="100806" y="372766"/>
                    <a:pt x="70890" y="353728"/>
                  </a:cubicBezTo>
                  <a:cubicBezTo>
                    <a:pt x="-35177" y="285737"/>
                    <a:pt x="-27018" y="11051"/>
                    <a:pt x="128002" y="11051"/>
                  </a:cubicBezTo>
                  <a:cubicBezTo>
                    <a:pt x="185116" y="11051"/>
                    <a:pt x="220472" y="49126"/>
                    <a:pt x="236790" y="70883"/>
                  </a:cubicBezTo>
                  <a:cubicBezTo>
                    <a:pt x="236790" y="70883"/>
                    <a:pt x="236790" y="65444"/>
                    <a:pt x="236790" y="62724"/>
                  </a:cubicBezTo>
                  <a:cubicBezTo>
                    <a:pt x="239509" y="27369"/>
                    <a:pt x="272145" y="-2547"/>
                    <a:pt x="307501" y="172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7013A6C2-7D68-4911-9BB2-76B931A0840C}"/>
                </a:ext>
              </a:extLst>
            </p:cNvPr>
            <p:cNvSpPr/>
            <p:nvPr/>
          </p:nvSpPr>
          <p:spPr>
            <a:xfrm>
              <a:off x="7389492" y="3444253"/>
              <a:ext cx="217573" cy="435145"/>
            </a:xfrm>
            <a:custGeom>
              <a:avLst/>
              <a:gdLst>
                <a:gd name="connsiteX0" fmla="*/ 186002 w 217572"/>
                <a:gd name="connsiteY0" fmla="*/ 118011 h 435144"/>
                <a:gd name="connsiteX1" fmla="*/ 128890 w 217572"/>
                <a:gd name="connsiteY1" fmla="*/ 58178 h 435144"/>
                <a:gd name="connsiteX2" fmla="*/ 123450 w 217572"/>
                <a:gd name="connsiteY2" fmla="*/ 58178 h 435144"/>
                <a:gd name="connsiteX3" fmla="*/ 58178 w 217572"/>
                <a:gd name="connsiteY3" fmla="*/ 115291 h 435144"/>
                <a:gd name="connsiteX4" fmla="*/ 58178 w 217572"/>
                <a:gd name="connsiteY4" fmla="*/ 232236 h 435144"/>
                <a:gd name="connsiteX5" fmla="*/ 58178 w 217572"/>
                <a:gd name="connsiteY5" fmla="*/ 232236 h 435144"/>
                <a:gd name="connsiteX6" fmla="*/ 58178 w 217572"/>
                <a:gd name="connsiteY6" fmla="*/ 335583 h 435144"/>
                <a:gd name="connsiteX7" fmla="*/ 115291 w 217572"/>
                <a:gd name="connsiteY7" fmla="*/ 395415 h 435144"/>
                <a:gd name="connsiteX8" fmla="*/ 120730 w 217572"/>
                <a:gd name="connsiteY8" fmla="*/ 395415 h 435144"/>
                <a:gd name="connsiteX9" fmla="*/ 186002 w 217572"/>
                <a:gd name="connsiteY9" fmla="*/ 338303 h 435144"/>
                <a:gd name="connsiteX10" fmla="*/ 186002 w 217572"/>
                <a:gd name="connsiteY10" fmla="*/ 240395 h 435144"/>
                <a:gd name="connsiteX11" fmla="*/ 186002 w 217572"/>
                <a:gd name="connsiteY11" fmla="*/ 240395 h 435144"/>
                <a:gd name="connsiteX12" fmla="*/ 186002 w 217572"/>
                <a:gd name="connsiteY12" fmla="*/ 118011 h 435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7572" h="435144">
                  <a:moveTo>
                    <a:pt x="186002" y="118011"/>
                  </a:moveTo>
                  <a:cubicBezTo>
                    <a:pt x="183283" y="85375"/>
                    <a:pt x="158806" y="60898"/>
                    <a:pt x="128890" y="58178"/>
                  </a:cubicBezTo>
                  <a:cubicBezTo>
                    <a:pt x="126170" y="58178"/>
                    <a:pt x="126170" y="58178"/>
                    <a:pt x="123450" y="58178"/>
                  </a:cubicBezTo>
                  <a:cubicBezTo>
                    <a:pt x="96254" y="58178"/>
                    <a:pt x="58178" y="82655"/>
                    <a:pt x="58178" y="115291"/>
                  </a:cubicBezTo>
                  <a:lnTo>
                    <a:pt x="58178" y="232236"/>
                  </a:lnTo>
                  <a:lnTo>
                    <a:pt x="58178" y="232236"/>
                  </a:lnTo>
                  <a:cubicBezTo>
                    <a:pt x="58178" y="270311"/>
                    <a:pt x="58178" y="335583"/>
                    <a:pt x="58178" y="335583"/>
                  </a:cubicBezTo>
                  <a:cubicBezTo>
                    <a:pt x="60898" y="368219"/>
                    <a:pt x="85375" y="392696"/>
                    <a:pt x="115291" y="395415"/>
                  </a:cubicBezTo>
                  <a:cubicBezTo>
                    <a:pt x="118011" y="395415"/>
                    <a:pt x="118011" y="395415"/>
                    <a:pt x="120730" y="395415"/>
                  </a:cubicBezTo>
                  <a:cubicBezTo>
                    <a:pt x="147927" y="395415"/>
                    <a:pt x="186002" y="370938"/>
                    <a:pt x="186002" y="338303"/>
                  </a:cubicBezTo>
                  <a:lnTo>
                    <a:pt x="186002" y="240395"/>
                  </a:lnTo>
                  <a:lnTo>
                    <a:pt x="186002" y="240395"/>
                  </a:lnTo>
                  <a:cubicBezTo>
                    <a:pt x="186002" y="202320"/>
                    <a:pt x="186002" y="118011"/>
                    <a:pt x="186002" y="118011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43A0FC2E-1696-4E5D-8740-0173FEC0C940}"/>
                </a:ext>
              </a:extLst>
            </p:cNvPr>
            <p:cNvSpPr/>
            <p:nvPr/>
          </p:nvSpPr>
          <p:spPr>
            <a:xfrm>
              <a:off x="7392212" y="3280901"/>
              <a:ext cx="217573" cy="217572"/>
            </a:xfrm>
            <a:custGeom>
              <a:avLst/>
              <a:gdLst>
                <a:gd name="connsiteX0" fmla="*/ 183282 w 217572"/>
                <a:gd name="connsiteY0" fmla="*/ 120902 h 217572"/>
                <a:gd name="connsiteX1" fmla="*/ 120730 w 217572"/>
                <a:gd name="connsiteY1" fmla="*/ 183454 h 217572"/>
                <a:gd name="connsiteX2" fmla="*/ 58178 w 217572"/>
                <a:gd name="connsiteY2" fmla="*/ 120902 h 217572"/>
                <a:gd name="connsiteX3" fmla="*/ 120730 w 217572"/>
                <a:gd name="connsiteY3" fmla="*/ 58350 h 217572"/>
                <a:gd name="connsiteX4" fmla="*/ 183282 w 217572"/>
                <a:gd name="connsiteY4" fmla="*/ 120902 h 217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7572" h="217572">
                  <a:moveTo>
                    <a:pt x="183282" y="120902"/>
                  </a:moveTo>
                  <a:cubicBezTo>
                    <a:pt x="183282" y="156258"/>
                    <a:pt x="156086" y="183454"/>
                    <a:pt x="120730" y="183454"/>
                  </a:cubicBezTo>
                  <a:cubicBezTo>
                    <a:pt x="85375" y="183454"/>
                    <a:pt x="58178" y="156258"/>
                    <a:pt x="58178" y="120902"/>
                  </a:cubicBezTo>
                  <a:cubicBezTo>
                    <a:pt x="58178" y="85547"/>
                    <a:pt x="85375" y="58350"/>
                    <a:pt x="120730" y="58350"/>
                  </a:cubicBezTo>
                  <a:cubicBezTo>
                    <a:pt x="153366" y="55630"/>
                    <a:pt x="183282" y="85547"/>
                    <a:pt x="183282" y="120902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FA6C3BEF-B959-4A63-9972-3910916B1FB5}"/>
                </a:ext>
              </a:extLst>
            </p:cNvPr>
            <p:cNvSpPr/>
            <p:nvPr/>
          </p:nvSpPr>
          <p:spPr>
            <a:xfrm>
              <a:off x="6005186" y="3416884"/>
              <a:ext cx="380752" cy="462341"/>
            </a:xfrm>
            <a:custGeom>
              <a:avLst/>
              <a:gdLst>
                <a:gd name="connsiteX0" fmla="*/ 270312 w 380752"/>
                <a:gd name="connsiteY0" fmla="*/ 69229 h 462341"/>
                <a:gd name="connsiteX1" fmla="*/ 188722 w 380752"/>
                <a:gd name="connsiteY1" fmla="*/ 134501 h 462341"/>
                <a:gd name="connsiteX2" fmla="*/ 188722 w 380752"/>
                <a:gd name="connsiteY2" fmla="*/ 118183 h 462341"/>
                <a:gd name="connsiteX3" fmla="*/ 126170 w 380752"/>
                <a:gd name="connsiteY3" fmla="*/ 58350 h 462341"/>
                <a:gd name="connsiteX4" fmla="*/ 58178 w 380752"/>
                <a:gd name="connsiteY4" fmla="*/ 118183 h 462341"/>
                <a:gd name="connsiteX5" fmla="*/ 58178 w 380752"/>
                <a:gd name="connsiteY5" fmla="*/ 210651 h 462341"/>
                <a:gd name="connsiteX6" fmla="*/ 58178 w 380752"/>
                <a:gd name="connsiteY6" fmla="*/ 365671 h 462341"/>
                <a:gd name="connsiteX7" fmla="*/ 58178 w 380752"/>
                <a:gd name="connsiteY7" fmla="*/ 365671 h 462341"/>
                <a:gd name="connsiteX8" fmla="*/ 120730 w 380752"/>
                <a:gd name="connsiteY8" fmla="*/ 425504 h 462341"/>
                <a:gd name="connsiteX9" fmla="*/ 186002 w 380752"/>
                <a:gd name="connsiteY9" fmla="*/ 365671 h 462341"/>
                <a:gd name="connsiteX10" fmla="*/ 186002 w 380752"/>
                <a:gd name="connsiteY10" fmla="*/ 365671 h 462341"/>
                <a:gd name="connsiteX11" fmla="*/ 186002 w 380752"/>
                <a:gd name="connsiteY11" fmla="*/ 210651 h 462341"/>
                <a:gd name="connsiteX12" fmla="*/ 215919 w 380752"/>
                <a:gd name="connsiteY12" fmla="*/ 158978 h 462341"/>
                <a:gd name="connsiteX13" fmla="*/ 275751 w 380752"/>
                <a:gd name="connsiteY13" fmla="*/ 221530 h 462341"/>
                <a:gd name="connsiteX14" fmla="*/ 270312 w 380752"/>
                <a:gd name="connsiteY14" fmla="*/ 69229 h 46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0752" h="462341">
                  <a:moveTo>
                    <a:pt x="270312" y="69229"/>
                  </a:moveTo>
                  <a:cubicBezTo>
                    <a:pt x="232236" y="71949"/>
                    <a:pt x="213199" y="99145"/>
                    <a:pt x="188722" y="134501"/>
                  </a:cubicBezTo>
                  <a:cubicBezTo>
                    <a:pt x="188722" y="134501"/>
                    <a:pt x="188722" y="118183"/>
                    <a:pt x="188722" y="118183"/>
                  </a:cubicBezTo>
                  <a:cubicBezTo>
                    <a:pt x="188722" y="85547"/>
                    <a:pt x="158806" y="58350"/>
                    <a:pt x="126170" y="58350"/>
                  </a:cubicBezTo>
                  <a:cubicBezTo>
                    <a:pt x="93534" y="55631"/>
                    <a:pt x="60898" y="85547"/>
                    <a:pt x="58178" y="118183"/>
                  </a:cubicBezTo>
                  <a:lnTo>
                    <a:pt x="58178" y="210651"/>
                  </a:lnTo>
                  <a:lnTo>
                    <a:pt x="58178" y="365671"/>
                  </a:lnTo>
                  <a:lnTo>
                    <a:pt x="58178" y="365671"/>
                  </a:lnTo>
                  <a:cubicBezTo>
                    <a:pt x="58178" y="398307"/>
                    <a:pt x="88094" y="425504"/>
                    <a:pt x="120730" y="425504"/>
                  </a:cubicBezTo>
                  <a:cubicBezTo>
                    <a:pt x="153366" y="428224"/>
                    <a:pt x="186002" y="398307"/>
                    <a:pt x="186002" y="365671"/>
                  </a:cubicBezTo>
                  <a:lnTo>
                    <a:pt x="186002" y="365671"/>
                  </a:lnTo>
                  <a:lnTo>
                    <a:pt x="186002" y="210651"/>
                  </a:lnTo>
                  <a:cubicBezTo>
                    <a:pt x="188722" y="188894"/>
                    <a:pt x="196881" y="158978"/>
                    <a:pt x="215919" y="158978"/>
                  </a:cubicBezTo>
                  <a:cubicBezTo>
                    <a:pt x="243115" y="158978"/>
                    <a:pt x="215919" y="221530"/>
                    <a:pt x="275751" y="221530"/>
                  </a:cubicBezTo>
                  <a:cubicBezTo>
                    <a:pt x="362780" y="221530"/>
                    <a:pt x="373658" y="63790"/>
                    <a:pt x="270312" y="69229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95A684EE-FC6F-42C2-A395-8D903D7DA553}"/>
                </a:ext>
              </a:extLst>
            </p:cNvPr>
            <p:cNvSpPr/>
            <p:nvPr/>
          </p:nvSpPr>
          <p:spPr>
            <a:xfrm>
              <a:off x="5693490" y="3475234"/>
              <a:ext cx="337238" cy="364434"/>
            </a:xfrm>
            <a:custGeom>
              <a:avLst/>
              <a:gdLst>
                <a:gd name="connsiteX0" fmla="*/ 180433 w 337238"/>
                <a:gd name="connsiteY0" fmla="*/ 73984 h 364434"/>
                <a:gd name="connsiteX1" fmla="*/ 163180 w 337238"/>
                <a:gd name="connsiteY1" fmla="*/ 78870 h 364434"/>
                <a:gd name="connsiteX2" fmla="*/ 125105 w 337238"/>
                <a:gd name="connsiteY2" fmla="*/ 160461 h 364434"/>
                <a:gd name="connsiteX3" fmla="*/ 171339 w 337238"/>
                <a:gd name="connsiteY3" fmla="*/ 163180 h 364434"/>
                <a:gd name="connsiteX4" fmla="*/ 214854 w 337238"/>
                <a:gd name="connsiteY4" fmla="*/ 108787 h 364434"/>
                <a:gd name="connsiteX5" fmla="*/ 180433 w 337238"/>
                <a:gd name="connsiteY5" fmla="*/ 73984 h 364434"/>
                <a:gd name="connsiteX6" fmla="*/ 174059 w 337238"/>
                <a:gd name="connsiteY6" fmla="*/ 0 h 364434"/>
                <a:gd name="connsiteX7" fmla="*/ 337238 w 337238"/>
                <a:gd name="connsiteY7" fmla="*/ 119665 h 364434"/>
                <a:gd name="connsiteX8" fmla="*/ 133264 w 337238"/>
                <a:gd name="connsiteY8" fmla="*/ 217573 h 364434"/>
                <a:gd name="connsiteX9" fmla="*/ 225732 w 337238"/>
                <a:gd name="connsiteY9" fmla="*/ 277405 h 364434"/>
                <a:gd name="connsiteX10" fmla="*/ 320920 w 337238"/>
                <a:gd name="connsiteY10" fmla="*/ 250208 h 364434"/>
                <a:gd name="connsiteX11" fmla="*/ 174059 w 337238"/>
                <a:gd name="connsiteY11" fmla="*/ 364434 h 364434"/>
                <a:gd name="connsiteX12" fmla="*/ 0 w 337238"/>
                <a:gd name="connsiteY12" fmla="*/ 184937 h 364434"/>
                <a:gd name="connsiteX13" fmla="*/ 174059 w 337238"/>
                <a:gd name="connsiteY13" fmla="*/ 0 h 364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37238" h="364434">
                  <a:moveTo>
                    <a:pt x="180433" y="73984"/>
                  </a:moveTo>
                  <a:cubicBezTo>
                    <a:pt x="174569" y="73941"/>
                    <a:pt x="168620" y="75471"/>
                    <a:pt x="163180" y="78870"/>
                  </a:cubicBezTo>
                  <a:cubicBezTo>
                    <a:pt x="135984" y="95189"/>
                    <a:pt x="127825" y="130544"/>
                    <a:pt x="125105" y="160461"/>
                  </a:cubicBezTo>
                  <a:cubicBezTo>
                    <a:pt x="125105" y="163180"/>
                    <a:pt x="168620" y="160461"/>
                    <a:pt x="171339" y="163180"/>
                  </a:cubicBezTo>
                  <a:cubicBezTo>
                    <a:pt x="195816" y="157741"/>
                    <a:pt x="214854" y="135984"/>
                    <a:pt x="214854" y="108787"/>
                  </a:cubicBezTo>
                  <a:cubicBezTo>
                    <a:pt x="214854" y="88389"/>
                    <a:pt x="198026" y="74111"/>
                    <a:pt x="180433" y="73984"/>
                  </a:cubicBezTo>
                  <a:close/>
                  <a:moveTo>
                    <a:pt x="174059" y="0"/>
                  </a:moveTo>
                  <a:cubicBezTo>
                    <a:pt x="233891" y="0"/>
                    <a:pt x="337238" y="29916"/>
                    <a:pt x="337238" y="119665"/>
                  </a:cubicBezTo>
                  <a:cubicBezTo>
                    <a:pt x="337238" y="209414"/>
                    <a:pt x="244770" y="217573"/>
                    <a:pt x="133264" y="217573"/>
                  </a:cubicBezTo>
                  <a:cubicBezTo>
                    <a:pt x="133264" y="217573"/>
                    <a:pt x="149581" y="277405"/>
                    <a:pt x="225732" y="277405"/>
                  </a:cubicBezTo>
                  <a:cubicBezTo>
                    <a:pt x="301883" y="277405"/>
                    <a:pt x="320920" y="250208"/>
                    <a:pt x="320920" y="250208"/>
                  </a:cubicBezTo>
                  <a:cubicBezTo>
                    <a:pt x="320920" y="250208"/>
                    <a:pt x="315481" y="364434"/>
                    <a:pt x="174059" y="364434"/>
                  </a:cubicBezTo>
                  <a:cubicBezTo>
                    <a:pt x="95188" y="364434"/>
                    <a:pt x="0" y="304602"/>
                    <a:pt x="0" y="184937"/>
                  </a:cubicBezTo>
                  <a:cubicBezTo>
                    <a:pt x="0" y="78870"/>
                    <a:pt x="73431" y="0"/>
                    <a:pt x="174059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FFA0438A-6980-45CF-B8F0-FB53943DAB08}"/>
                </a:ext>
              </a:extLst>
            </p:cNvPr>
            <p:cNvSpPr/>
            <p:nvPr/>
          </p:nvSpPr>
          <p:spPr>
            <a:xfrm>
              <a:off x="5376945" y="3338014"/>
              <a:ext cx="353556" cy="543931"/>
            </a:xfrm>
            <a:custGeom>
              <a:avLst/>
              <a:gdLst>
                <a:gd name="connsiteX0" fmla="*/ 311107 w 353555"/>
                <a:gd name="connsiteY0" fmla="*/ 433663 h 543931"/>
                <a:gd name="connsiteX1" fmla="*/ 215919 w 353555"/>
                <a:gd name="connsiteY1" fmla="*/ 501654 h 543931"/>
                <a:gd name="connsiteX2" fmla="*/ 98973 w 353555"/>
                <a:gd name="connsiteY2" fmla="*/ 392868 h 543931"/>
                <a:gd name="connsiteX3" fmla="*/ 98973 w 353555"/>
                <a:gd name="connsiteY3" fmla="*/ 221530 h 543931"/>
                <a:gd name="connsiteX4" fmla="*/ 82655 w 353555"/>
                <a:gd name="connsiteY4" fmla="*/ 221530 h 543931"/>
                <a:gd name="connsiteX5" fmla="*/ 58178 w 353555"/>
                <a:gd name="connsiteY5" fmla="*/ 191614 h 543931"/>
                <a:gd name="connsiteX6" fmla="*/ 85375 w 353555"/>
                <a:gd name="connsiteY6" fmla="*/ 164417 h 543931"/>
                <a:gd name="connsiteX7" fmla="*/ 101693 w 353555"/>
                <a:gd name="connsiteY7" fmla="*/ 164417 h 543931"/>
                <a:gd name="connsiteX8" fmla="*/ 101693 w 353555"/>
                <a:gd name="connsiteY8" fmla="*/ 118183 h 543931"/>
                <a:gd name="connsiteX9" fmla="*/ 166965 w 353555"/>
                <a:gd name="connsiteY9" fmla="*/ 58350 h 543931"/>
                <a:gd name="connsiteX10" fmla="*/ 229517 w 353555"/>
                <a:gd name="connsiteY10" fmla="*/ 118183 h 543931"/>
                <a:gd name="connsiteX11" fmla="*/ 229517 w 353555"/>
                <a:gd name="connsiteY11" fmla="*/ 118183 h 543931"/>
                <a:gd name="connsiteX12" fmla="*/ 229517 w 353555"/>
                <a:gd name="connsiteY12" fmla="*/ 164417 h 543931"/>
                <a:gd name="connsiteX13" fmla="*/ 283910 w 353555"/>
                <a:gd name="connsiteY13" fmla="*/ 164417 h 543931"/>
                <a:gd name="connsiteX14" fmla="*/ 308387 w 353555"/>
                <a:gd name="connsiteY14" fmla="*/ 194333 h 543931"/>
                <a:gd name="connsiteX15" fmla="*/ 281190 w 353555"/>
                <a:gd name="connsiteY15" fmla="*/ 221530 h 543931"/>
                <a:gd name="connsiteX16" fmla="*/ 229517 w 353555"/>
                <a:gd name="connsiteY16" fmla="*/ 221530 h 543931"/>
                <a:gd name="connsiteX17" fmla="*/ 229517 w 353555"/>
                <a:gd name="connsiteY17" fmla="*/ 365671 h 543931"/>
                <a:gd name="connsiteX18" fmla="*/ 311107 w 353555"/>
                <a:gd name="connsiteY18" fmla="*/ 433663 h 543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53555" h="543931">
                  <a:moveTo>
                    <a:pt x="311107" y="433663"/>
                  </a:moveTo>
                  <a:cubicBezTo>
                    <a:pt x="311107" y="433663"/>
                    <a:pt x="278471" y="501654"/>
                    <a:pt x="215919" y="501654"/>
                  </a:cubicBezTo>
                  <a:cubicBezTo>
                    <a:pt x="164245" y="501654"/>
                    <a:pt x="101693" y="458140"/>
                    <a:pt x="98973" y="392868"/>
                  </a:cubicBezTo>
                  <a:cubicBezTo>
                    <a:pt x="98973" y="392868"/>
                    <a:pt x="98973" y="297680"/>
                    <a:pt x="98973" y="221530"/>
                  </a:cubicBezTo>
                  <a:lnTo>
                    <a:pt x="82655" y="221530"/>
                  </a:lnTo>
                  <a:cubicBezTo>
                    <a:pt x="74496" y="221530"/>
                    <a:pt x="58178" y="216090"/>
                    <a:pt x="58178" y="191614"/>
                  </a:cubicBezTo>
                  <a:cubicBezTo>
                    <a:pt x="58178" y="167137"/>
                    <a:pt x="77216" y="164417"/>
                    <a:pt x="85375" y="164417"/>
                  </a:cubicBezTo>
                  <a:lnTo>
                    <a:pt x="101693" y="164417"/>
                  </a:lnTo>
                  <a:cubicBezTo>
                    <a:pt x="101693" y="137220"/>
                    <a:pt x="101693" y="118183"/>
                    <a:pt x="101693" y="118183"/>
                  </a:cubicBezTo>
                  <a:cubicBezTo>
                    <a:pt x="104413" y="85547"/>
                    <a:pt x="134329" y="55631"/>
                    <a:pt x="166965" y="58350"/>
                  </a:cubicBezTo>
                  <a:cubicBezTo>
                    <a:pt x="196881" y="61070"/>
                    <a:pt x="229517" y="85547"/>
                    <a:pt x="229517" y="118183"/>
                  </a:cubicBezTo>
                  <a:lnTo>
                    <a:pt x="229517" y="118183"/>
                  </a:lnTo>
                  <a:lnTo>
                    <a:pt x="229517" y="164417"/>
                  </a:lnTo>
                  <a:lnTo>
                    <a:pt x="283910" y="164417"/>
                  </a:lnTo>
                  <a:cubicBezTo>
                    <a:pt x="292069" y="164417"/>
                    <a:pt x="308387" y="169856"/>
                    <a:pt x="308387" y="194333"/>
                  </a:cubicBezTo>
                  <a:cubicBezTo>
                    <a:pt x="308387" y="218810"/>
                    <a:pt x="292069" y="221530"/>
                    <a:pt x="281190" y="221530"/>
                  </a:cubicBezTo>
                  <a:lnTo>
                    <a:pt x="229517" y="221530"/>
                  </a:lnTo>
                  <a:lnTo>
                    <a:pt x="229517" y="365671"/>
                  </a:lnTo>
                  <a:cubicBezTo>
                    <a:pt x="226797" y="409186"/>
                    <a:pt x="267592" y="433663"/>
                    <a:pt x="311107" y="433663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1FC20C9B-4BB9-46A9-9696-DAAC441E835C}"/>
                </a:ext>
              </a:extLst>
            </p:cNvPr>
            <p:cNvSpPr/>
            <p:nvPr/>
          </p:nvSpPr>
          <p:spPr>
            <a:xfrm>
              <a:off x="7090329" y="3338014"/>
              <a:ext cx="353556" cy="543931"/>
            </a:xfrm>
            <a:custGeom>
              <a:avLst/>
              <a:gdLst>
                <a:gd name="connsiteX0" fmla="*/ 311107 w 353555"/>
                <a:gd name="connsiteY0" fmla="*/ 433663 h 543931"/>
                <a:gd name="connsiteX1" fmla="*/ 215919 w 353555"/>
                <a:gd name="connsiteY1" fmla="*/ 501654 h 543931"/>
                <a:gd name="connsiteX2" fmla="*/ 98973 w 353555"/>
                <a:gd name="connsiteY2" fmla="*/ 392868 h 543931"/>
                <a:gd name="connsiteX3" fmla="*/ 98973 w 353555"/>
                <a:gd name="connsiteY3" fmla="*/ 221530 h 543931"/>
                <a:gd name="connsiteX4" fmla="*/ 82655 w 353555"/>
                <a:gd name="connsiteY4" fmla="*/ 221530 h 543931"/>
                <a:gd name="connsiteX5" fmla="*/ 58178 w 353555"/>
                <a:gd name="connsiteY5" fmla="*/ 191614 h 543931"/>
                <a:gd name="connsiteX6" fmla="*/ 85375 w 353555"/>
                <a:gd name="connsiteY6" fmla="*/ 164417 h 543931"/>
                <a:gd name="connsiteX7" fmla="*/ 101693 w 353555"/>
                <a:gd name="connsiteY7" fmla="*/ 164417 h 543931"/>
                <a:gd name="connsiteX8" fmla="*/ 101693 w 353555"/>
                <a:gd name="connsiteY8" fmla="*/ 118183 h 543931"/>
                <a:gd name="connsiteX9" fmla="*/ 166965 w 353555"/>
                <a:gd name="connsiteY9" fmla="*/ 58350 h 543931"/>
                <a:gd name="connsiteX10" fmla="*/ 229517 w 353555"/>
                <a:gd name="connsiteY10" fmla="*/ 118183 h 543931"/>
                <a:gd name="connsiteX11" fmla="*/ 229517 w 353555"/>
                <a:gd name="connsiteY11" fmla="*/ 118183 h 543931"/>
                <a:gd name="connsiteX12" fmla="*/ 229517 w 353555"/>
                <a:gd name="connsiteY12" fmla="*/ 164417 h 543931"/>
                <a:gd name="connsiteX13" fmla="*/ 283910 w 353555"/>
                <a:gd name="connsiteY13" fmla="*/ 164417 h 543931"/>
                <a:gd name="connsiteX14" fmla="*/ 308387 w 353555"/>
                <a:gd name="connsiteY14" fmla="*/ 194333 h 543931"/>
                <a:gd name="connsiteX15" fmla="*/ 281190 w 353555"/>
                <a:gd name="connsiteY15" fmla="*/ 221530 h 543931"/>
                <a:gd name="connsiteX16" fmla="*/ 229517 w 353555"/>
                <a:gd name="connsiteY16" fmla="*/ 221530 h 543931"/>
                <a:gd name="connsiteX17" fmla="*/ 229517 w 353555"/>
                <a:gd name="connsiteY17" fmla="*/ 365671 h 543931"/>
                <a:gd name="connsiteX18" fmla="*/ 311107 w 353555"/>
                <a:gd name="connsiteY18" fmla="*/ 433663 h 543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53555" h="543931">
                  <a:moveTo>
                    <a:pt x="311107" y="433663"/>
                  </a:moveTo>
                  <a:cubicBezTo>
                    <a:pt x="311107" y="433663"/>
                    <a:pt x="278471" y="501654"/>
                    <a:pt x="215919" y="501654"/>
                  </a:cubicBezTo>
                  <a:cubicBezTo>
                    <a:pt x="164245" y="501654"/>
                    <a:pt x="101693" y="458140"/>
                    <a:pt x="98973" y="392868"/>
                  </a:cubicBezTo>
                  <a:cubicBezTo>
                    <a:pt x="98973" y="392868"/>
                    <a:pt x="98973" y="297680"/>
                    <a:pt x="98973" y="221530"/>
                  </a:cubicBezTo>
                  <a:lnTo>
                    <a:pt x="82655" y="221530"/>
                  </a:lnTo>
                  <a:cubicBezTo>
                    <a:pt x="74496" y="221530"/>
                    <a:pt x="58178" y="216090"/>
                    <a:pt x="58178" y="191614"/>
                  </a:cubicBezTo>
                  <a:cubicBezTo>
                    <a:pt x="58178" y="167137"/>
                    <a:pt x="77216" y="164417"/>
                    <a:pt x="85375" y="164417"/>
                  </a:cubicBezTo>
                  <a:lnTo>
                    <a:pt x="101693" y="164417"/>
                  </a:lnTo>
                  <a:cubicBezTo>
                    <a:pt x="101693" y="137220"/>
                    <a:pt x="101693" y="118183"/>
                    <a:pt x="101693" y="118183"/>
                  </a:cubicBezTo>
                  <a:cubicBezTo>
                    <a:pt x="104412" y="85547"/>
                    <a:pt x="134329" y="55631"/>
                    <a:pt x="166965" y="58350"/>
                  </a:cubicBezTo>
                  <a:cubicBezTo>
                    <a:pt x="196881" y="61070"/>
                    <a:pt x="229517" y="85547"/>
                    <a:pt x="229517" y="118183"/>
                  </a:cubicBezTo>
                  <a:lnTo>
                    <a:pt x="229517" y="118183"/>
                  </a:lnTo>
                  <a:lnTo>
                    <a:pt x="229517" y="164417"/>
                  </a:lnTo>
                  <a:lnTo>
                    <a:pt x="283910" y="164417"/>
                  </a:lnTo>
                  <a:cubicBezTo>
                    <a:pt x="292069" y="164417"/>
                    <a:pt x="308387" y="169856"/>
                    <a:pt x="308387" y="194333"/>
                  </a:cubicBezTo>
                  <a:cubicBezTo>
                    <a:pt x="308387" y="218810"/>
                    <a:pt x="292069" y="221530"/>
                    <a:pt x="281190" y="221530"/>
                  </a:cubicBezTo>
                  <a:lnTo>
                    <a:pt x="229517" y="221530"/>
                  </a:lnTo>
                  <a:lnTo>
                    <a:pt x="229517" y="365671"/>
                  </a:lnTo>
                  <a:cubicBezTo>
                    <a:pt x="229517" y="409186"/>
                    <a:pt x="270312" y="433663"/>
                    <a:pt x="311107" y="433663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F19D53DE-A4DA-4AE7-BA92-608B7F6E88D3}"/>
                </a:ext>
              </a:extLst>
            </p:cNvPr>
            <p:cNvSpPr/>
            <p:nvPr/>
          </p:nvSpPr>
          <p:spPr>
            <a:xfrm>
              <a:off x="2080719" y="4178559"/>
              <a:ext cx="462342" cy="788700"/>
            </a:xfrm>
            <a:custGeom>
              <a:avLst/>
              <a:gdLst>
                <a:gd name="connsiteX0" fmla="*/ 403575 w 462341"/>
                <a:gd name="connsiteY0" fmla="*/ 583072 h 788699"/>
                <a:gd name="connsiteX1" fmla="*/ 406295 w 462341"/>
                <a:gd name="connsiteY1" fmla="*/ 596670 h 788699"/>
                <a:gd name="connsiteX2" fmla="*/ 400855 w 462341"/>
                <a:gd name="connsiteY2" fmla="*/ 610268 h 788699"/>
                <a:gd name="connsiteX3" fmla="*/ 389977 w 462341"/>
                <a:gd name="connsiteY3" fmla="*/ 626586 h 788699"/>
                <a:gd name="connsiteX4" fmla="*/ 354621 w 462341"/>
                <a:gd name="connsiteY4" fmla="*/ 675540 h 788699"/>
                <a:gd name="connsiteX5" fmla="*/ 327424 w 462341"/>
                <a:gd name="connsiteY5" fmla="*/ 691858 h 788699"/>
                <a:gd name="connsiteX6" fmla="*/ 292069 w 462341"/>
                <a:gd name="connsiteY6" fmla="*/ 713615 h 788699"/>
                <a:gd name="connsiteX7" fmla="*/ 251274 w 462341"/>
                <a:gd name="connsiteY7" fmla="*/ 724494 h 788699"/>
                <a:gd name="connsiteX8" fmla="*/ 221358 w 462341"/>
                <a:gd name="connsiteY8" fmla="*/ 721774 h 788699"/>
                <a:gd name="connsiteX9" fmla="*/ 191442 w 462341"/>
                <a:gd name="connsiteY9" fmla="*/ 721774 h 788699"/>
                <a:gd name="connsiteX10" fmla="*/ 153366 w 462341"/>
                <a:gd name="connsiteY10" fmla="*/ 713615 h 788699"/>
                <a:gd name="connsiteX11" fmla="*/ 104412 w 462341"/>
                <a:gd name="connsiteY11" fmla="*/ 675540 h 788699"/>
                <a:gd name="connsiteX12" fmla="*/ 104412 w 462341"/>
                <a:gd name="connsiteY12" fmla="*/ 689138 h 788699"/>
                <a:gd name="connsiteX13" fmla="*/ 101693 w 462341"/>
                <a:gd name="connsiteY13" fmla="*/ 710895 h 788699"/>
                <a:gd name="connsiteX14" fmla="*/ 85375 w 462341"/>
                <a:gd name="connsiteY14" fmla="*/ 732653 h 788699"/>
                <a:gd name="connsiteX15" fmla="*/ 69057 w 462341"/>
                <a:gd name="connsiteY15" fmla="*/ 727214 h 788699"/>
                <a:gd name="connsiteX16" fmla="*/ 60898 w 462341"/>
                <a:gd name="connsiteY16" fmla="*/ 710895 h 788699"/>
                <a:gd name="connsiteX17" fmla="*/ 58178 w 462341"/>
                <a:gd name="connsiteY17" fmla="*/ 691858 h 788699"/>
                <a:gd name="connsiteX18" fmla="*/ 60898 w 462341"/>
                <a:gd name="connsiteY18" fmla="*/ 664661 h 788699"/>
                <a:gd name="connsiteX19" fmla="*/ 60898 w 462341"/>
                <a:gd name="connsiteY19" fmla="*/ 607549 h 788699"/>
                <a:gd name="connsiteX20" fmla="*/ 63618 w 462341"/>
                <a:gd name="connsiteY20" fmla="*/ 528679 h 788699"/>
                <a:gd name="connsiteX21" fmla="*/ 69057 w 462341"/>
                <a:gd name="connsiteY21" fmla="*/ 504202 h 788699"/>
                <a:gd name="connsiteX22" fmla="*/ 74496 w 462341"/>
                <a:gd name="connsiteY22" fmla="*/ 493323 h 788699"/>
                <a:gd name="connsiteX23" fmla="*/ 82655 w 462341"/>
                <a:gd name="connsiteY23" fmla="*/ 487884 h 788699"/>
                <a:gd name="connsiteX24" fmla="*/ 90814 w 462341"/>
                <a:gd name="connsiteY24" fmla="*/ 493323 h 788699"/>
                <a:gd name="connsiteX25" fmla="*/ 98973 w 462341"/>
                <a:gd name="connsiteY25" fmla="*/ 512361 h 788699"/>
                <a:gd name="connsiteX26" fmla="*/ 101693 w 462341"/>
                <a:gd name="connsiteY26" fmla="*/ 555875 h 788699"/>
                <a:gd name="connsiteX27" fmla="*/ 101693 w 462341"/>
                <a:gd name="connsiteY27" fmla="*/ 596670 h 788699"/>
                <a:gd name="connsiteX28" fmla="*/ 109852 w 462341"/>
                <a:gd name="connsiteY28" fmla="*/ 626586 h 788699"/>
                <a:gd name="connsiteX29" fmla="*/ 128889 w 462341"/>
                <a:gd name="connsiteY29" fmla="*/ 651063 h 788699"/>
                <a:gd name="connsiteX30" fmla="*/ 153366 w 462341"/>
                <a:gd name="connsiteY30" fmla="*/ 670101 h 788699"/>
                <a:gd name="connsiteX31" fmla="*/ 196881 w 462341"/>
                <a:gd name="connsiteY31" fmla="*/ 678260 h 788699"/>
                <a:gd name="connsiteX32" fmla="*/ 221358 w 462341"/>
                <a:gd name="connsiteY32" fmla="*/ 667381 h 788699"/>
                <a:gd name="connsiteX33" fmla="*/ 253994 w 462341"/>
                <a:gd name="connsiteY33" fmla="*/ 659222 h 788699"/>
                <a:gd name="connsiteX34" fmla="*/ 275751 w 462341"/>
                <a:gd name="connsiteY34" fmla="*/ 637465 h 788699"/>
                <a:gd name="connsiteX35" fmla="*/ 281190 w 462341"/>
                <a:gd name="connsiteY35" fmla="*/ 615708 h 788699"/>
                <a:gd name="connsiteX36" fmla="*/ 278471 w 462341"/>
                <a:gd name="connsiteY36" fmla="*/ 602109 h 788699"/>
                <a:gd name="connsiteX37" fmla="*/ 262153 w 462341"/>
                <a:gd name="connsiteY37" fmla="*/ 572193 h 788699"/>
                <a:gd name="connsiteX38" fmla="*/ 245835 w 462341"/>
                <a:gd name="connsiteY38" fmla="*/ 536838 h 788699"/>
                <a:gd name="connsiteX39" fmla="*/ 196881 w 462341"/>
                <a:gd name="connsiteY39" fmla="*/ 477005 h 788699"/>
                <a:gd name="connsiteX40" fmla="*/ 145207 w 462341"/>
                <a:gd name="connsiteY40" fmla="*/ 419892 h 788699"/>
                <a:gd name="connsiteX41" fmla="*/ 93534 w 462341"/>
                <a:gd name="connsiteY41" fmla="*/ 357340 h 788699"/>
                <a:gd name="connsiteX42" fmla="*/ 66337 w 462341"/>
                <a:gd name="connsiteY42" fmla="*/ 283910 h 788699"/>
                <a:gd name="connsiteX43" fmla="*/ 58178 w 462341"/>
                <a:gd name="connsiteY43" fmla="*/ 224077 h 788699"/>
                <a:gd name="connsiteX44" fmla="*/ 82655 w 462341"/>
                <a:gd name="connsiteY44" fmla="*/ 150647 h 788699"/>
                <a:gd name="connsiteX45" fmla="*/ 137048 w 462341"/>
                <a:gd name="connsiteY45" fmla="*/ 96253 h 788699"/>
                <a:gd name="connsiteX46" fmla="*/ 196881 w 462341"/>
                <a:gd name="connsiteY46" fmla="*/ 77216 h 788699"/>
                <a:gd name="connsiteX47" fmla="*/ 232236 w 462341"/>
                <a:gd name="connsiteY47" fmla="*/ 69057 h 788699"/>
                <a:gd name="connsiteX48" fmla="*/ 262153 w 462341"/>
                <a:gd name="connsiteY48" fmla="*/ 74496 h 788699"/>
                <a:gd name="connsiteX49" fmla="*/ 294789 w 462341"/>
                <a:gd name="connsiteY49" fmla="*/ 85375 h 788699"/>
                <a:gd name="connsiteX50" fmla="*/ 327424 w 462341"/>
                <a:gd name="connsiteY50" fmla="*/ 104412 h 788699"/>
                <a:gd name="connsiteX51" fmla="*/ 332864 w 462341"/>
                <a:gd name="connsiteY51" fmla="*/ 74496 h 788699"/>
                <a:gd name="connsiteX52" fmla="*/ 338303 w 462341"/>
                <a:gd name="connsiteY52" fmla="*/ 63618 h 788699"/>
                <a:gd name="connsiteX53" fmla="*/ 349182 w 462341"/>
                <a:gd name="connsiteY53" fmla="*/ 58178 h 788699"/>
                <a:gd name="connsiteX54" fmla="*/ 357341 w 462341"/>
                <a:gd name="connsiteY54" fmla="*/ 63618 h 788699"/>
                <a:gd name="connsiteX55" fmla="*/ 365500 w 462341"/>
                <a:gd name="connsiteY55" fmla="*/ 82655 h 788699"/>
                <a:gd name="connsiteX56" fmla="*/ 368219 w 462341"/>
                <a:gd name="connsiteY56" fmla="*/ 142488 h 788699"/>
                <a:gd name="connsiteX57" fmla="*/ 368219 w 462341"/>
                <a:gd name="connsiteY57" fmla="*/ 188722 h 788699"/>
                <a:gd name="connsiteX58" fmla="*/ 370939 w 462341"/>
                <a:gd name="connsiteY58" fmla="*/ 245834 h 788699"/>
                <a:gd name="connsiteX59" fmla="*/ 354621 w 462341"/>
                <a:gd name="connsiteY59" fmla="*/ 286629 h 788699"/>
                <a:gd name="connsiteX60" fmla="*/ 338303 w 462341"/>
                <a:gd name="connsiteY60" fmla="*/ 281190 h 788699"/>
                <a:gd name="connsiteX61" fmla="*/ 330144 w 462341"/>
                <a:gd name="connsiteY61" fmla="*/ 264872 h 788699"/>
                <a:gd name="connsiteX62" fmla="*/ 327424 w 462341"/>
                <a:gd name="connsiteY62" fmla="*/ 248554 h 788699"/>
                <a:gd name="connsiteX63" fmla="*/ 330144 w 462341"/>
                <a:gd name="connsiteY63" fmla="*/ 221357 h 788699"/>
                <a:gd name="connsiteX64" fmla="*/ 330144 w 462341"/>
                <a:gd name="connsiteY64" fmla="*/ 188722 h 788699"/>
                <a:gd name="connsiteX65" fmla="*/ 327424 w 462341"/>
                <a:gd name="connsiteY65" fmla="*/ 164245 h 788699"/>
                <a:gd name="connsiteX66" fmla="*/ 311107 w 462341"/>
                <a:gd name="connsiteY66" fmla="*/ 134329 h 788699"/>
                <a:gd name="connsiteX67" fmla="*/ 283910 w 462341"/>
                <a:gd name="connsiteY67" fmla="*/ 118011 h 788699"/>
                <a:gd name="connsiteX68" fmla="*/ 251274 w 462341"/>
                <a:gd name="connsiteY68" fmla="*/ 112571 h 788699"/>
                <a:gd name="connsiteX69" fmla="*/ 215918 w 462341"/>
                <a:gd name="connsiteY69" fmla="*/ 123450 h 788699"/>
                <a:gd name="connsiteX70" fmla="*/ 202320 w 462341"/>
                <a:gd name="connsiteY70" fmla="*/ 147927 h 788699"/>
                <a:gd name="connsiteX71" fmla="*/ 188722 w 462341"/>
                <a:gd name="connsiteY71" fmla="*/ 180563 h 788699"/>
                <a:gd name="connsiteX72" fmla="*/ 183283 w 462341"/>
                <a:gd name="connsiteY72" fmla="*/ 210479 h 788699"/>
                <a:gd name="connsiteX73" fmla="*/ 188722 w 462341"/>
                <a:gd name="connsiteY73" fmla="*/ 226797 h 788699"/>
                <a:gd name="connsiteX74" fmla="*/ 188722 w 462341"/>
                <a:gd name="connsiteY74" fmla="*/ 248554 h 788699"/>
                <a:gd name="connsiteX75" fmla="*/ 210479 w 462341"/>
                <a:gd name="connsiteY75" fmla="*/ 273031 h 788699"/>
                <a:gd name="connsiteX76" fmla="*/ 226797 w 462341"/>
                <a:gd name="connsiteY76" fmla="*/ 300228 h 788699"/>
                <a:gd name="connsiteX77" fmla="*/ 256713 w 462341"/>
                <a:gd name="connsiteY77" fmla="*/ 332864 h 788699"/>
                <a:gd name="connsiteX78" fmla="*/ 275751 w 462341"/>
                <a:gd name="connsiteY78" fmla="*/ 351901 h 788699"/>
                <a:gd name="connsiteX79" fmla="*/ 324705 w 462341"/>
                <a:gd name="connsiteY79" fmla="*/ 400855 h 788699"/>
                <a:gd name="connsiteX80" fmla="*/ 343742 w 462341"/>
                <a:gd name="connsiteY80" fmla="*/ 428051 h 788699"/>
                <a:gd name="connsiteX81" fmla="*/ 351901 w 462341"/>
                <a:gd name="connsiteY81" fmla="*/ 433491 h 788699"/>
                <a:gd name="connsiteX82" fmla="*/ 360060 w 462341"/>
                <a:gd name="connsiteY82" fmla="*/ 447089 h 788699"/>
                <a:gd name="connsiteX83" fmla="*/ 384537 w 462341"/>
                <a:gd name="connsiteY83" fmla="*/ 474286 h 788699"/>
                <a:gd name="connsiteX84" fmla="*/ 395416 w 462341"/>
                <a:gd name="connsiteY84" fmla="*/ 506921 h 788699"/>
                <a:gd name="connsiteX85" fmla="*/ 406295 w 462341"/>
                <a:gd name="connsiteY85" fmla="*/ 536838 h 788699"/>
                <a:gd name="connsiteX86" fmla="*/ 409014 w 462341"/>
                <a:gd name="connsiteY86" fmla="*/ 547716 h 788699"/>
                <a:gd name="connsiteX87" fmla="*/ 406295 w 462341"/>
                <a:gd name="connsiteY87" fmla="*/ 569473 h 788699"/>
                <a:gd name="connsiteX88" fmla="*/ 403575 w 462341"/>
                <a:gd name="connsiteY88" fmla="*/ 583072 h 788699"/>
                <a:gd name="connsiteX89" fmla="*/ 403575 w 462341"/>
                <a:gd name="connsiteY89" fmla="*/ 583072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462341" h="788699">
                  <a:moveTo>
                    <a:pt x="403575" y="583072"/>
                  </a:moveTo>
                  <a:cubicBezTo>
                    <a:pt x="403575" y="588511"/>
                    <a:pt x="406295" y="591231"/>
                    <a:pt x="406295" y="596670"/>
                  </a:cubicBezTo>
                  <a:cubicBezTo>
                    <a:pt x="406295" y="602109"/>
                    <a:pt x="403575" y="604829"/>
                    <a:pt x="400855" y="610268"/>
                  </a:cubicBezTo>
                  <a:cubicBezTo>
                    <a:pt x="398136" y="615708"/>
                    <a:pt x="392696" y="621147"/>
                    <a:pt x="389977" y="626586"/>
                  </a:cubicBezTo>
                  <a:cubicBezTo>
                    <a:pt x="381818" y="645624"/>
                    <a:pt x="368219" y="661942"/>
                    <a:pt x="354621" y="675540"/>
                  </a:cubicBezTo>
                  <a:cubicBezTo>
                    <a:pt x="346462" y="683699"/>
                    <a:pt x="338303" y="686419"/>
                    <a:pt x="327424" y="691858"/>
                  </a:cubicBezTo>
                  <a:cubicBezTo>
                    <a:pt x="316546" y="700017"/>
                    <a:pt x="302948" y="708176"/>
                    <a:pt x="292069" y="713615"/>
                  </a:cubicBezTo>
                  <a:cubicBezTo>
                    <a:pt x="281190" y="719054"/>
                    <a:pt x="264872" y="724494"/>
                    <a:pt x="251274" y="724494"/>
                  </a:cubicBezTo>
                  <a:cubicBezTo>
                    <a:pt x="240395" y="724494"/>
                    <a:pt x="229517" y="721774"/>
                    <a:pt x="221358" y="721774"/>
                  </a:cubicBezTo>
                  <a:cubicBezTo>
                    <a:pt x="213199" y="721774"/>
                    <a:pt x="202320" y="721774"/>
                    <a:pt x="191442" y="721774"/>
                  </a:cubicBezTo>
                  <a:cubicBezTo>
                    <a:pt x="172404" y="721774"/>
                    <a:pt x="172404" y="721774"/>
                    <a:pt x="153366" y="713615"/>
                  </a:cubicBezTo>
                  <a:cubicBezTo>
                    <a:pt x="134329" y="708176"/>
                    <a:pt x="118011" y="691858"/>
                    <a:pt x="104412" y="675540"/>
                  </a:cubicBezTo>
                  <a:cubicBezTo>
                    <a:pt x="104412" y="678260"/>
                    <a:pt x="104412" y="680979"/>
                    <a:pt x="104412" y="689138"/>
                  </a:cubicBezTo>
                  <a:cubicBezTo>
                    <a:pt x="104412" y="694578"/>
                    <a:pt x="104412" y="702737"/>
                    <a:pt x="101693" y="710895"/>
                  </a:cubicBezTo>
                  <a:cubicBezTo>
                    <a:pt x="101693" y="721774"/>
                    <a:pt x="96253" y="732653"/>
                    <a:pt x="85375" y="732653"/>
                  </a:cubicBezTo>
                  <a:cubicBezTo>
                    <a:pt x="77216" y="732653"/>
                    <a:pt x="74496" y="729933"/>
                    <a:pt x="69057" y="727214"/>
                  </a:cubicBezTo>
                  <a:cubicBezTo>
                    <a:pt x="63618" y="724494"/>
                    <a:pt x="60898" y="716335"/>
                    <a:pt x="60898" y="710895"/>
                  </a:cubicBezTo>
                  <a:cubicBezTo>
                    <a:pt x="58178" y="702737"/>
                    <a:pt x="58178" y="697297"/>
                    <a:pt x="58178" y="691858"/>
                  </a:cubicBezTo>
                  <a:cubicBezTo>
                    <a:pt x="58178" y="683699"/>
                    <a:pt x="60898" y="678260"/>
                    <a:pt x="60898" y="664661"/>
                  </a:cubicBezTo>
                  <a:cubicBezTo>
                    <a:pt x="60898" y="656502"/>
                    <a:pt x="60898" y="632026"/>
                    <a:pt x="60898" y="607549"/>
                  </a:cubicBezTo>
                  <a:cubicBezTo>
                    <a:pt x="60898" y="574913"/>
                    <a:pt x="60898" y="542277"/>
                    <a:pt x="63618" y="528679"/>
                  </a:cubicBezTo>
                  <a:cubicBezTo>
                    <a:pt x="63618" y="520520"/>
                    <a:pt x="63618" y="509641"/>
                    <a:pt x="69057" y="504202"/>
                  </a:cubicBezTo>
                  <a:cubicBezTo>
                    <a:pt x="71777" y="501482"/>
                    <a:pt x="71777" y="498762"/>
                    <a:pt x="74496" y="493323"/>
                  </a:cubicBezTo>
                  <a:cubicBezTo>
                    <a:pt x="77216" y="490603"/>
                    <a:pt x="79936" y="487884"/>
                    <a:pt x="82655" y="487884"/>
                  </a:cubicBezTo>
                  <a:cubicBezTo>
                    <a:pt x="85375" y="487884"/>
                    <a:pt x="90814" y="490603"/>
                    <a:pt x="90814" y="493323"/>
                  </a:cubicBezTo>
                  <a:cubicBezTo>
                    <a:pt x="93534" y="498762"/>
                    <a:pt x="98973" y="506921"/>
                    <a:pt x="98973" y="512361"/>
                  </a:cubicBezTo>
                  <a:cubicBezTo>
                    <a:pt x="98973" y="520520"/>
                    <a:pt x="101693" y="536838"/>
                    <a:pt x="101693" y="555875"/>
                  </a:cubicBezTo>
                  <a:cubicBezTo>
                    <a:pt x="101693" y="569473"/>
                    <a:pt x="101693" y="583072"/>
                    <a:pt x="101693" y="596670"/>
                  </a:cubicBezTo>
                  <a:cubicBezTo>
                    <a:pt x="101693" y="607549"/>
                    <a:pt x="104412" y="618427"/>
                    <a:pt x="109852" y="626586"/>
                  </a:cubicBezTo>
                  <a:cubicBezTo>
                    <a:pt x="115291" y="637465"/>
                    <a:pt x="123450" y="642904"/>
                    <a:pt x="128889" y="651063"/>
                  </a:cubicBezTo>
                  <a:cubicBezTo>
                    <a:pt x="137048" y="661942"/>
                    <a:pt x="139768" y="667381"/>
                    <a:pt x="153366" y="670101"/>
                  </a:cubicBezTo>
                  <a:cubicBezTo>
                    <a:pt x="161525" y="670101"/>
                    <a:pt x="183283" y="678260"/>
                    <a:pt x="196881" y="678260"/>
                  </a:cubicBezTo>
                  <a:cubicBezTo>
                    <a:pt x="207759" y="678260"/>
                    <a:pt x="210479" y="672820"/>
                    <a:pt x="221358" y="667381"/>
                  </a:cubicBezTo>
                  <a:cubicBezTo>
                    <a:pt x="232236" y="661942"/>
                    <a:pt x="245835" y="664661"/>
                    <a:pt x="253994" y="659222"/>
                  </a:cubicBezTo>
                  <a:cubicBezTo>
                    <a:pt x="262153" y="653783"/>
                    <a:pt x="273031" y="645624"/>
                    <a:pt x="275751" y="637465"/>
                  </a:cubicBezTo>
                  <a:cubicBezTo>
                    <a:pt x="281190" y="629306"/>
                    <a:pt x="281190" y="621147"/>
                    <a:pt x="281190" y="615708"/>
                  </a:cubicBezTo>
                  <a:cubicBezTo>
                    <a:pt x="281190" y="610268"/>
                    <a:pt x="281190" y="607549"/>
                    <a:pt x="278471" y="602109"/>
                  </a:cubicBezTo>
                  <a:cubicBezTo>
                    <a:pt x="275751" y="591231"/>
                    <a:pt x="267592" y="583072"/>
                    <a:pt x="262153" y="572193"/>
                  </a:cubicBezTo>
                  <a:cubicBezTo>
                    <a:pt x="256713" y="561314"/>
                    <a:pt x="253994" y="547716"/>
                    <a:pt x="245835" y="536838"/>
                  </a:cubicBezTo>
                  <a:cubicBezTo>
                    <a:pt x="232236" y="515080"/>
                    <a:pt x="213199" y="498762"/>
                    <a:pt x="196881" y="477005"/>
                  </a:cubicBezTo>
                  <a:cubicBezTo>
                    <a:pt x="180563" y="457968"/>
                    <a:pt x="164245" y="438930"/>
                    <a:pt x="145207" y="419892"/>
                  </a:cubicBezTo>
                  <a:cubicBezTo>
                    <a:pt x="126170" y="400855"/>
                    <a:pt x="109852" y="379098"/>
                    <a:pt x="93534" y="357340"/>
                  </a:cubicBezTo>
                  <a:cubicBezTo>
                    <a:pt x="77216" y="335583"/>
                    <a:pt x="71777" y="308387"/>
                    <a:pt x="66337" y="283910"/>
                  </a:cubicBezTo>
                  <a:cubicBezTo>
                    <a:pt x="63618" y="267592"/>
                    <a:pt x="58178" y="245834"/>
                    <a:pt x="58178" y="224077"/>
                  </a:cubicBezTo>
                  <a:cubicBezTo>
                    <a:pt x="58178" y="194161"/>
                    <a:pt x="69057" y="175123"/>
                    <a:pt x="82655" y="150647"/>
                  </a:cubicBezTo>
                  <a:cubicBezTo>
                    <a:pt x="96253" y="128889"/>
                    <a:pt x="115291" y="109852"/>
                    <a:pt x="137048" y="96253"/>
                  </a:cubicBezTo>
                  <a:cubicBezTo>
                    <a:pt x="158806" y="82655"/>
                    <a:pt x="172404" y="79936"/>
                    <a:pt x="196881" y="77216"/>
                  </a:cubicBezTo>
                  <a:cubicBezTo>
                    <a:pt x="210479" y="77216"/>
                    <a:pt x="215918" y="69057"/>
                    <a:pt x="232236" y="69057"/>
                  </a:cubicBezTo>
                  <a:cubicBezTo>
                    <a:pt x="243115" y="69057"/>
                    <a:pt x="251274" y="71776"/>
                    <a:pt x="262153" y="74496"/>
                  </a:cubicBezTo>
                  <a:cubicBezTo>
                    <a:pt x="273031" y="77216"/>
                    <a:pt x="283910" y="82655"/>
                    <a:pt x="294789" y="85375"/>
                  </a:cubicBezTo>
                  <a:cubicBezTo>
                    <a:pt x="308387" y="90814"/>
                    <a:pt x="319265" y="96253"/>
                    <a:pt x="327424" y="104412"/>
                  </a:cubicBezTo>
                  <a:cubicBezTo>
                    <a:pt x="327424" y="90814"/>
                    <a:pt x="327424" y="79936"/>
                    <a:pt x="332864" y="74496"/>
                  </a:cubicBezTo>
                  <a:cubicBezTo>
                    <a:pt x="335583" y="71776"/>
                    <a:pt x="335583" y="69057"/>
                    <a:pt x="338303" y="63618"/>
                  </a:cubicBezTo>
                  <a:cubicBezTo>
                    <a:pt x="341023" y="60898"/>
                    <a:pt x="346462" y="58178"/>
                    <a:pt x="349182" y="58178"/>
                  </a:cubicBezTo>
                  <a:cubicBezTo>
                    <a:pt x="351901" y="58178"/>
                    <a:pt x="357341" y="60898"/>
                    <a:pt x="357341" y="63618"/>
                  </a:cubicBezTo>
                  <a:cubicBezTo>
                    <a:pt x="360060" y="69057"/>
                    <a:pt x="365500" y="77216"/>
                    <a:pt x="365500" y="82655"/>
                  </a:cubicBezTo>
                  <a:cubicBezTo>
                    <a:pt x="365500" y="90814"/>
                    <a:pt x="368219" y="123450"/>
                    <a:pt x="368219" y="142488"/>
                  </a:cubicBezTo>
                  <a:cubicBezTo>
                    <a:pt x="368219" y="158806"/>
                    <a:pt x="368219" y="177843"/>
                    <a:pt x="368219" y="188722"/>
                  </a:cubicBezTo>
                  <a:cubicBezTo>
                    <a:pt x="368219" y="213199"/>
                    <a:pt x="370939" y="224077"/>
                    <a:pt x="370939" y="245834"/>
                  </a:cubicBezTo>
                  <a:cubicBezTo>
                    <a:pt x="370939" y="256713"/>
                    <a:pt x="370939" y="286629"/>
                    <a:pt x="354621" y="286629"/>
                  </a:cubicBezTo>
                  <a:cubicBezTo>
                    <a:pt x="346462" y="286629"/>
                    <a:pt x="343742" y="283910"/>
                    <a:pt x="338303" y="281190"/>
                  </a:cubicBezTo>
                  <a:cubicBezTo>
                    <a:pt x="332864" y="278470"/>
                    <a:pt x="330144" y="270311"/>
                    <a:pt x="330144" y="264872"/>
                  </a:cubicBezTo>
                  <a:cubicBezTo>
                    <a:pt x="327424" y="256713"/>
                    <a:pt x="327424" y="251274"/>
                    <a:pt x="327424" y="248554"/>
                  </a:cubicBezTo>
                  <a:cubicBezTo>
                    <a:pt x="327424" y="240395"/>
                    <a:pt x="330144" y="234956"/>
                    <a:pt x="330144" y="221357"/>
                  </a:cubicBezTo>
                  <a:cubicBezTo>
                    <a:pt x="330144" y="213199"/>
                    <a:pt x="330144" y="202320"/>
                    <a:pt x="330144" y="188722"/>
                  </a:cubicBezTo>
                  <a:cubicBezTo>
                    <a:pt x="330144" y="180563"/>
                    <a:pt x="327424" y="172404"/>
                    <a:pt x="327424" y="164245"/>
                  </a:cubicBezTo>
                  <a:cubicBezTo>
                    <a:pt x="324705" y="153366"/>
                    <a:pt x="319265" y="142488"/>
                    <a:pt x="311107" y="134329"/>
                  </a:cubicBezTo>
                  <a:cubicBezTo>
                    <a:pt x="302948" y="126170"/>
                    <a:pt x="294789" y="120730"/>
                    <a:pt x="283910" y="118011"/>
                  </a:cubicBezTo>
                  <a:cubicBezTo>
                    <a:pt x="275751" y="115291"/>
                    <a:pt x="262153" y="112571"/>
                    <a:pt x="251274" y="112571"/>
                  </a:cubicBezTo>
                  <a:cubicBezTo>
                    <a:pt x="237676" y="112571"/>
                    <a:pt x="224077" y="115291"/>
                    <a:pt x="215918" y="123450"/>
                  </a:cubicBezTo>
                  <a:cubicBezTo>
                    <a:pt x="207759" y="128889"/>
                    <a:pt x="205040" y="139768"/>
                    <a:pt x="202320" y="147927"/>
                  </a:cubicBezTo>
                  <a:cubicBezTo>
                    <a:pt x="196881" y="158806"/>
                    <a:pt x="191442" y="166964"/>
                    <a:pt x="188722" y="180563"/>
                  </a:cubicBezTo>
                  <a:cubicBezTo>
                    <a:pt x="186002" y="191441"/>
                    <a:pt x="183283" y="199600"/>
                    <a:pt x="183283" y="210479"/>
                  </a:cubicBezTo>
                  <a:cubicBezTo>
                    <a:pt x="183283" y="215918"/>
                    <a:pt x="186002" y="221357"/>
                    <a:pt x="188722" y="226797"/>
                  </a:cubicBezTo>
                  <a:cubicBezTo>
                    <a:pt x="191442" y="234956"/>
                    <a:pt x="188722" y="243115"/>
                    <a:pt x="188722" y="248554"/>
                  </a:cubicBezTo>
                  <a:cubicBezTo>
                    <a:pt x="191442" y="259433"/>
                    <a:pt x="202320" y="264872"/>
                    <a:pt x="210479" y="273031"/>
                  </a:cubicBezTo>
                  <a:cubicBezTo>
                    <a:pt x="218638" y="281190"/>
                    <a:pt x="221358" y="292069"/>
                    <a:pt x="226797" y="300228"/>
                  </a:cubicBezTo>
                  <a:cubicBezTo>
                    <a:pt x="234956" y="311106"/>
                    <a:pt x="245835" y="321985"/>
                    <a:pt x="256713" y="332864"/>
                  </a:cubicBezTo>
                  <a:cubicBezTo>
                    <a:pt x="259433" y="338303"/>
                    <a:pt x="267592" y="343742"/>
                    <a:pt x="275751" y="351901"/>
                  </a:cubicBezTo>
                  <a:cubicBezTo>
                    <a:pt x="292069" y="368219"/>
                    <a:pt x="311107" y="384537"/>
                    <a:pt x="324705" y="400855"/>
                  </a:cubicBezTo>
                  <a:cubicBezTo>
                    <a:pt x="332864" y="409014"/>
                    <a:pt x="335583" y="419892"/>
                    <a:pt x="343742" y="428051"/>
                  </a:cubicBezTo>
                  <a:cubicBezTo>
                    <a:pt x="346462" y="430771"/>
                    <a:pt x="349182" y="430771"/>
                    <a:pt x="351901" y="433491"/>
                  </a:cubicBezTo>
                  <a:cubicBezTo>
                    <a:pt x="354621" y="436210"/>
                    <a:pt x="357341" y="441650"/>
                    <a:pt x="360060" y="447089"/>
                  </a:cubicBezTo>
                  <a:cubicBezTo>
                    <a:pt x="368219" y="455248"/>
                    <a:pt x="376378" y="463407"/>
                    <a:pt x="384537" y="474286"/>
                  </a:cubicBezTo>
                  <a:cubicBezTo>
                    <a:pt x="389977" y="482445"/>
                    <a:pt x="392696" y="496043"/>
                    <a:pt x="395416" y="506921"/>
                  </a:cubicBezTo>
                  <a:cubicBezTo>
                    <a:pt x="400855" y="517800"/>
                    <a:pt x="400855" y="528679"/>
                    <a:pt x="406295" y="536838"/>
                  </a:cubicBezTo>
                  <a:cubicBezTo>
                    <a:pt x="409014" y="539557"/>
                    <a:pt x="409014" y="544997"/>
                    <a:pt x="409014" y="547716"/>
                  </a:cubicBezTo>
                  <a:cubicBezTo>
                    <a:pt x="409014" y="555875"/>
                    <a:pt x="406295" y="561314"/>
                    <a:pt x="406295" y="569473"/>
                  </a:cubicBezTo>
                  <a:cubicBezTo>
                    <a:pt x="406295" y="574913"/>
                    <a:pt x="403575" y="577632"/>
                    <a:pt x="403575" y="583072"/>
                  </a:cubicBezTo>
                  <a:lnTo>
                    <a:pt x="403575" y="583072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B625ED8A-D3D4-4154-B0B3-EF43EBC3C6D3}"/>
                </a:ext>
              </a:extLst>
            </p:cNvPr>
            <p:cNvSpPr/>
            <p:nvPr/>
          </p:nvSpPr>
          <p:spPr>
            <a:xfrm>
              <a:off x="2456032" y="4192158"/>
              <a:ext cx="571128" cy="761503"/>
            </a:xfrm>
            <a:custGeom>
              <a:avLst/>
              <a:gdLst>
                <a:gd name="connsiteX0" fmla="*/ 512361 w 571128"/>
                <a:gd name="connsiteY0" fmla="*/ 79936 h 761503"/>
                <a:gd name="connsiteX1" fmla="*/ 539558 w 571128"/>
                <a:gd name="connsiteY1" fmla="*/ 96253 h 761503"/>
                <a:gd name="connsiteX2" fmla="*/ 534118 w 571128"/>
                <a:gd name="connsiteY2" fmla="*/ 112571 h 761503"/>
                <a:gd name="connsiteX3" fmla="*/ 523240 w 571128"/>
                <a:gd name="connsiteY3" fmla="*/ 120730 h 761503"/>
                <a:gd name="connsiteX4" fmla="*/ 506922 w 571128"/>
                <a:gd name="connsiteY4" fmla="*/ 123450 h 761503"/>
                <a:gd name="connsiteX5" fmla="*/ 477006 w 571128"/>
                <a:gd name="connsiteY5" fmla="*/ 123450 h 761503"/>
                <a:gd name="connsiteX6" fmla="*/ 479725 w 571128"/>
                <a:gd name="connsiteY6" fmla="*/ 145207 h 761503"/>
                <a:gd name="connsiteX7" fmla="*/ 477006 w 571128"/>
                <a:gd name="connsiteY7" fmla="*/ 180563 h 761503"/>
                <a:gd name="connsiteX8" fmla="*/ 482445 w 571128"/>
                <a:gd name="connsiteY8" fmla="*/ 232236 h 761503"/>
                <a:gd name="connsiteX9" fmla="*/ 485165 w 571128"/>
                <a:gd name="connsiteY9" fmla="*/ 283910 h 761503"/>
                <a:gd name="connsiteX10" fmla="*/ 485165 w 571128"/>
                <a:gd name="connsiteY10" fmla="*/ 327424 h 761503"/>
                <a:gd name="connsiteX11" fmla="*/ 487884 w 571128"/>
                <a:gd name="connsiteY11" fmla="*/ 373658 h 761503"/>
                <a:gd name="connsiteX12" fmla="*/ 485165 w 571128"/>
                <a:gd name="connsiteY12" fmla="*/ 419892 h 761503"/>
                <a:gd name="connsiteX13" fmla="*/ 485165 w 571128"/>
                <a:gd name="connsiteY13" fmla="*/ 463407 h 761503"/>
                <a:gd name="connsiteX14" fmla="*/ 482445 w 571128"/>
                <a:gd name="connsiteY14" fmla="*/ 515080 h 761503"/>
                <a:gd name="connsiteX15" fmla="*/ 482445 w 571128"/>
                <a:gd name="connsiteY15" fmla="*/ 558595 h 761503"/>
                <a:gd name="connsiteX16" fmla="*/ 479725 w 571128"/>
                <a:gd name="connsiteY16" fmla="*/ 602109 h 761503"/>
                <a:gd name="connsiteX17" fmla="*/ 485165 w 571128"/>
                <a:gd name="connsiteY17" fmla="*/ 648343 h 761503"/>
                <a:gd name="connsiteX18" fmla="*/ 474286 w 571128"/>
                <a:gd name="connsiteY18" fmla="*/ 675540 h 761503"/>
                <a:gd name="connsiteX19" fmla="*/ 428052 w 571128"/>
                <a:gd name="connsiteY19" fmla="*/ 691858 h 761503"/>
                <a:gd name="connsiteX20" fmla="*/ 387257 w 571128"/>
                <a:gd name="connsiteY20" fmla="*/ 683699 h 761503"/>
                <a:gd name="connsiteX21" fmla="*/ 351901 w 571128"/>
                <a:gd name="connsiteY21" fmla="*/ 664661 h 761503"/>
                <a:gd name="connsiteX22" fmla="*/ 305667 w 571128"/>
                <a:gd name="connsiteY22" fmla="*/ 596670 h 761503"/>
                <a:gd name="connsiteX23" fmla="*/ 270312 w 571128"/>
                <a:gd name="connsiteY23" fmla="*/ 509641 h 761503"/>
                <a:gd name="connsiteX24" fmla="*/ 251274 w 571128"/>
                <a:gd name="connsiteY24" fmla="*/ 460687 h 761503"/>
                <a:gd name="connsiteX25" fmla="*/ 224077 w 571128"/>
                <a:gd name="connsiteY25" fmla="*/ 381817 h 761503"/>
                <a:gd name="connsiteX26" fmla="*/ 207759 w 571128"/>
                <a:gd name="connsiteY26" fmla="*/ 330144 h 761503"/>
                <a:gd name="connsiteX27" fmla="*/ 191442 w 571128"/>
                <a:gd name="connsiteY27" fmla="*/ 286629 h 761503"/>
                <a:gd name="connsiteX28" fmla="*/ 183283 w 571128"/>
                <a:gd name="connsiteY28" fmla="*/ 278470 h 761503"/>
                <a:gd name="connsiteX29" fmla="*/ 180563 w 571128"/>
                <a:gd name="connsiteY29" fmla="*/ 292069 h 761503"/>
                <a:gd name="connsiteX30" fmla="*/ 180563 w 571128"/>
                <a:gd name="connsiteY30" fmla="*/ 305667 h 761503"/>
                <a:gd name="connsiteX31" fmla="*/ 183283 w 571128"/>
                <a:gd name="connsiteY31" fmla="*/ 354621 h 761503"/>
                <a:gd name="connsiteX32" fmla="*/ 188722 w 571128"/>
                <a:gd name="connsiteY32" fmla="*/ 449809 h 761503"/>
                <a:gd name="connsiteX33" fmla="*/ 188722 w 571128"/>
                <a:gd name="connsiteY33" fmla="*/ 479725 h 761503"/>
                <a:gd name="connsiteX34" fmla="*/ 188722 w 571128"/>
                <a:gd name="connsiteY34" fmla="*/ 542277 h 761503"/>
                <a:gd name="connsiteX35" fmla="*/ 186002 w 571128"/>
                <a:gd name="connsiteY35" fmla="*/ 615708 h 761503"/>
                <a:gd name="connsiteX36" fmla="*/ 186002 w 571128"/>
                <a:gd name="connsiteY36" fmla="*/ 637465 h 761503"/>
                <a:gd name="connsiteX37" fmla="*/ 183283 w 571128"/>
                <a:gd name="connsiteY37" fmla="*/ 664661 h 761503"/>
                <a:gd name="connsiteX38" fmla="*/ 226797 w 571128"/>
                <a:gd name="connsiteY38" fmla="*/ 664661 h 761503"/>
                <a:gd name="connsiteX39" fmla="*/ 253994 w 571128"/>
                <a:gd name="connsiteY39" fmla="*/ 680979 h 761503"/>
                <a:gd name="connsiteX40" fmla="*/ 248554 w 571128"/>
                <a:gd name="connsiteY40" fmla="*/ 697297 h 761503"/>
                <a:gd name="connsiteX41" fmla="*/ 234956 w 571128"/>
                <a:gd name="connsiteY41" fmla="*/ 705456 h 761503"/>
                <a:gd name="connsiteX42" fmla="*/ 218638 w 571128"/>
                <a:gd name="connsiteY42" fmla="*/ 708176 h 761503"/>
                <a:gd name="connsiteX43" fmla="*/ 183283 w 571128"/>
                <a:gd name="connsiteY43" fmla="*/ 708176 h 761503"/>
                <a:gd name="connsiteX44" fmla="*/ 150647 w 571128"/>
                <a:gd name="connsiteY44" fmla="*/ 708176 h 761503"/>
                <a:gd name="connsiteX45" fmla="*/ 107132 w 571128"/>
                <a:gd name="connsiteY45" fmla="*/ 708176 h 761503"/>
                <a:gd name="connsiteX46" fmla="*/ 88094 w 571128"/>
                <a:gd name="connsiteY46" fmla="*/ 708176 h 761503"/>
                <a:gd name="connsiteX47" fmla="*/ 69057 w 571128"/>
                <a:gd name="connsiteY47" fmla="*/ 702737 h 761503"/>
                <a:gd name="connsiteX48" fmla="*/ 58178 w 571128"/>
                <a:gd name="connsiteY48" fmla="*/ 686419 h 761503"/>
                <a:gd name="connsiteX49" fmla="*/ 60898 w 571128"/>
                <a:gd name="connsiteY49" fmla="*/ 678260 h 761503"/>
                <a:gd name="connsiteX50" fmla="*/ 77216 w 571128"/>
                <a:gd name="connsiteY50" fmla="*/ 670101 h 761503"/>
                <a:gd name="connsiteX51" fmla="*/ 120730 w 571128"/>
                <a:gd name="connsiteY51" fmla="*/ 664661 h 761503"/>
                <a:gd name="connsiteX52" fmla="*/ 131609 w 571128"/>
                <a:gd name="connsiteY52" fmla="*/ 664661 h 761503"/>
                <a:gd name="connsiteX53" fmla="*/ 134329 w 571128"/>
                <a:gd name="connsiteY53" fmla="*/ 539557 h 761503"/>
                <a:gd name="connsiteX54" fmla="*/ 134329 w 571128"/>
                <a:gd name="connsiteY54" fmla="*/ 504202 h 761503"/>
                <a:gd name="connsiteX55" fmla="*/ 131609 w 571128"/>
                <a:gd name="connsiteY55" fmla="*/ 376378 h 761503"/>
                <a:gd name="connsiteX56" fmla="*/ 131609 w 571128"/>
                <a:gd name="connsiteY56" fmla="*/ 302947 h 761503"/>
                <a:gd name="connsiteX57" fmla="*/ 134329 w 571128"/>
                <a:gd name="connsiteY57" fmla="*/ 221357 h 761503"/>
                <a:gd name="connsiteX58" fmla="*/ 137048 w 571128"/>
                <a:gd name="connsiteY58" fmla="*/ 123450 h 761503"/>
                <a:gd name="connsiteX59" fmla="*/ 107132 w 571128"/>
                <a:gd name="connsiteY59" fmla="*/ 123450 h 761503"/>
                <a:gd name="connsiteX60" fmla="*/ 88094 w 571128"/>
                <a:gd name="connsiteY60" fmla="*/ 123450 h 761503"/>
                <a:gd name="connsiteX61" fmla="*/ 69057 w 571128"/>
                <a:gd name="connsiteY61" fmla="*/ 118011 h 761503"/>
                <a:gd name="connsiteX62" fmla="*/ 58178 w 571128"/>
                <a:gd name="connsiteY62" fmla="*/ 101693 h 761503"/>
                <a:gd name="connsiteX63" fmla="*/ 60898 w 571128"/>
                <a:gd name="connsiteY63" fmla="*/ 93534 h 761503"/>
                <a:gd name="connsiteX64" fmla="*/ 77216 w 571128"/>
                <a:gd name="connsiteY64" fmla="*/ 85375 h 761503"/>
                <a:gd name="connsiteX65" fmla="*/ 131609 w 571128"/>
                <a:gd name="connsiteY65" fmla="*/ 79936 h 761503"/>
                <a:gd name="connsiteX66" fmla="*/ 161525 w 571128"/>
                <a:gd name="connsiteY66" fmla="*/ 79936 h 761503"/>
                <a:gd name="connsiteX67" fmla="*/ 177843 w 571128"/>
                <a:gd name="connsiteY67" fmla="*/ 66337 h 761503"/>
                <a:gd name="connsiteX68" fmla="*/ 202320 w 571128"/>
                <a:gd name="connsiteY68" fmla="*/ 58178 h 761503"/>
                <a:gd name="connsiteX69" fmla="*/ 234956 w 571128"/>
                <a:gd name="connsiteY69" fmla="*/ 77216 h 761503"/>
                <a:gd name="connsiteX70" fmla="*/ 251274 w 571128"/>
                <a:gd name="connsiteY70" fmla="*/ 107132 h 761503"/>
                <a:gd name="connsiteX71" fmla="*/ 267592 w 571128"/>
                <a:gd name="connsiteY71" fmla="*/ 147927 h 761503"/>
                <a:gd name="connsiteX72" fmla="*/ 281190 w 571128"/>
                <a:gd name="connsiteY72" fmla="*/ 183282 h 761503"/>
                <a:gd name="connsiteX73" fmla="*/ 297508 w 571128"/>
                <a:gd name="connsiteY73" fmla="*/ 224077 h 761503"/>
                <a:gd name="connsiteX74" fmla="*/ 308387 w 571128"/>
                <a:gd name="connsiteY74" fmla="*/ 264872 h 761503"/>
                <a:gd name="connsiteX75" fmla="*/ 319265 w 571128"/>
                <a:gd name="connsiteY75" fmla="*/ 300228 h 761503"/>
                <a:gd name="connsiteX76" fmla="*/ 351901 w 571128"/>
                <a:gd name="connsiteY76" fmla="*/ 379098 h 761503"/>
                <a:gd name="connsiteX77" fmla="*/ 365500 w 571128"/>
                <a:gd name="connsiteY77" fmla="*/ 417173 h 761503"/>
                <a:gd name="connsiteX78" fmla="*/ 379098 w 571128"/>
                <a:gd name="connsiteY78" fmla="*/ 457968 h 761503"/>
                <a:gd name="connsiteX79" fmla="*/ 395416 w 571128"/>
                <a:gd name="connsiteY79" fmla="*/ 496043 h 761503"/>
                <a:gd name="connsiteX80" fmla="*/ 406295 w 571128"/>
                <a:gd name="connsiteY80" fmla="*/ 512361 h 761503"/>
                <a:gd name="connsiteX81" fmla="*/ 411734 w 571128"/>
                <a:gd name="connsiteY81" fmla="*/ 531398 h 761503"/>
                <a:gd name="connsiteX82" fmla="*/ 419893 w 571128"/>
                <a:gd name="connsiteY82" fmla="*/ 558595 h 761503"/>
                <a:gd name="connsiteX83" fmla="*/ 425332 w 571128"/>
                <a:gd name="connsiteY83" fmla="*/ 564034 h 761503"/>
                <a:gd name="connsiteX84" fmla="*/ 430771 w 571128"/>
                <a:gd name="connsiteY84" fmla="*/ 558595 h 761503"/>
                <a:gd name="connsiteX85" fmla="*/ 430771 w 571128"/>
                <a:gd name="connsiteY85" fmla="*/ 550436 h 761503"/>
                <a:gd name="connsiteX86" fmla="*/ 430771 w 571128"/>
                <a:gd name="connsiteY86" fmla="*/ 501482 h 761503"/>
                <a:gd name="connsiteX87" fmla="*/ 430771 w 571128"/>
                <a:gd name="connsiteY87" fmla="*/ 403575 h 761503"/>
                <a:gd name="connsiteX88" fmla="*/ 425332 w 571128"/>
                <a:gd name="connsiteY88" fmla="*/ 313826 h 761503"/>
                <a:gd name="connsiteX89" fmla="*/ 425332 w 571128"/>
                <a:gd name="connsiteY89" fmla="*/ 248554 h 761503"/>
                <a:gd name="connsiteX90" fmla="*/ 425332 w 571128"/>
                <a:gd name="connsiteY90" fmla="*/ 210479 h 761503"/>
                <a:gd name="connsiteX91" fmla="*/ 422613 w 571128"/>
                <a:gd name="connsiteY91" fmla="*/ 153366 h 761503"/>
                <a:gd name="connsiteX92" fmla="*/ 425332 w 571128"/>
                <a:gd name="connsiteY92" fmla="*/ 123450 h 761503"/>
                <a:gd name="connsiteX93" fmla="*/ 398136 w 571128"/>
                <a:gd name="connsiteY93" fmla="*/ 123450 h 761503"/>
                <a:gd name="connsiteX94" fmla="*/ 379098 w 571128"/>
                <a:gd name="connsiteY94" fmla="*/ 123450 h 761503"/>
                <a:gd name="connsiteX95" fmla="*/ 360060 w 571128"/>
                <a:gd name="connsiteY95" fmla="*/ 118011 h 761503"/>
                <a:gd name="connsiteX96" fmla="*/ 349182 w 571128"/>
                <a:gd name="connsiteY96" fmla="*/ 101693 h 761503"/>
                <a:gd name="connsiteX97" fmla="*/ 351901 w 571128"/>
                <a:gd name="connsiteY97" fmla="*/ 93534 h 761503"/>
                <a:gd name="connsiteX98" fmla="*/ 368219 w 571128"/>
                <a:gd name="connsiteY98" fmla="*/ 85375 h 761503"/>
                <a:gd name="connsiteX99" fmla="*/ 422613 w 571128"/>
                <a:gd name="connsiteY99" fmla="*/ 79936 h 761503"/>
                <a:gd name="connsiteX100" fmla="*/ 444370 w 571128"/>
                <a:gd name="connsiteY100" fmla="*/ 79936 h 761503"/>
                <a:gd name="connsiteX101" fmla="*/ 463407 w 571128"/>
                <a:gd name="connsiteY101" fmla="*/ 71776 h 761503"/>
                <a:gd name="connsiteX102" fmla="*/ 477006 w 571128"/>
                <a:gd name="connsiteY102" fmla="*/ 79936 h 761503"/>
                <a:gd name="connsiteX103" fmla="*/ 512361 w 571128"/>
                <a:gd name="connsiteY103" fmla="*/ 79936 h 761503"/>
                <a:gd name="connsiteX104" fmla="*/ 512361 w 571128"/>
                <a:gd name="connsiteY104" fmla="*/ 79936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571128" h="761503">
                  <a:moveTo>
                    <a:pt x="512361" y="79936"/>
                  </a:moveTo>
                  <a:cubicBezTo>
                    <a:pt x="520520" y="79936"/>
                    <a:pt x="539558" y="79936"/>
                    <a:pt x="539558" y="96253"/>
                  </a:cubicBezTo>
                  <a:cubicBezTo>
                    <a:pt x="539558" y="104412"/>
                    <a:pt x="539558" y="107132"/>
                    <a:pt x="534118" y="112571"/>
                  </a:cubicBezTo>
                  <a:cubicBezTo>
                    <a:pt x="531399" y="118011"/>
                    <a:pt x="525960" y="120730"/>
                    <a:pt x="523240" y="120730"/>
                  </a:cubicBezTo>
                  <a:cubicBezTo>
                    <a:pt x="515081" y="123450"/>
                    <a:pt x="512361" y="123450"/>
                    <a:pt x="506922" y="123450"/>
                  </a:cubicBezTo>
                  <a:cubicBezTo>
                    <a:pt x="504202" y="123450"/>
                    <a:pt x="490604" y="123450"/>
                    <a:pt x="477006" y="123450"/>
                  </a:cubicBezTo>
                  <a:cubicBezTo>
                    <a:pt x="477006" y="131609"/>
                    <a:pt x="479725" y="137048"/>
                    <a:pt x="479725" y="145207"/>
                  </a:cubicBezTo>
                  <a:cubicBezTo>
                    <a:pt x="479725" y="156086"/>
                    <a:pt x="477006" y="166964"/>
                    <a:pt x="477006" y="180563"/>
                  </a:cubicBezTo>
                  <a:cubicBezTo>
                    <a:pt x="477006" y="196881"/>
                    <a:pt x="479725" y="215918"/>
                    <a:pt x="482445" y="232236"/>
                  </a:cubicBezTo>
                  <a:cubicBezTo>
                    <a:pt x="485165" y="248554"/>
                    <a:pt x="485165" y="267592"/>
                    <a:pt x="485165" y="283910"/>
                  </a:cubicBezTo>
                  <a:cubicBezTo>
                    <a:pt x="485165" y="297508"/>
                    <a:pt x="485165" y="313826"/>
                    <a:pt x="485165" y="327424"/>
                  </a:cubicBezTo>
                  <a:cubicBezTo>
                    <a:pt x="485165" y="343742"/>
                    <a:pt x="487884" y="357340"/>
                    <a:pt x="487884" y="373658"/>
                  </a:cubicBezTo>
                  <a:cubicBezTo>
                    <a:pt x="487884" y="389976"/>
                    <a:pt x="485165" y="403575"/>
                    <a:pt x="485165" y="419892"/>
                  </a:cubicBezTo>
                  <a:cubicBezTo>
                    <a:pt x="485165" y="436210"/>
                    <a:pt x="485165" y="449809"/>
                    <a:pt x="485165" y="463407"/>
                  </a:cubicBezTo>
                  <a:cubicBezTo>
                    <a:pt x="485165" y="479725"/>
                    <a:pt x="485165" y="498762"/>
                    <a:pt x="482445" y="515080"/>
                  </a:cubicBezTo>
                  <a:cubicBezTo>
                    <a:pt x="482445" y="528679"/>
                    <a:pt x="482445" y="542277"/>
                    <a:pt x="482445" y="558595"/>
                  </a:cubicBezTo>
                  <a:cubicBezTo>
                    <a:pt x="482445" y="572193"/>
                    <a:pt x="479725" y="588511"/>
                    <a:pt x="479725" y="602109"/>
                  </a:cubicBezTo>
                  <a:cubicBezTo>
                    <a:pt x="479725" y="615708"/>
                    <a:pt x="485165" y="632026"/>
                    <a:pt x="485165" y="648343"/>
                  </a:cubicBezTo>
                  <a:cubicBezTo>
                    <a:pt x="485165" y="659222"/>
                    <a:pt x="482445" y="670101"/>
                    <a:pt x="474286" y="675540"/>
                  </a:cubicBezTo>
                  <a:cubicBezTo>
                    <a:pt x="460688" y="686419"/>
                    <a:pt x="444370" y="691858"/>
                    <a:pt x="428052" y="691858"/>
                  </a:cubicBezTo>
                  <a:cubicBezTo>
                    <a:pt x="414454" y="691858"/>
                    <a:pt x="400855" y="689138"/>
                    <a:pt x="387257" y="683699"/>
                  </a:cubicBezTo>
                  <a:cubicBezTo>
                    <a:pt x="373659" y="678260"/>
                    <a:pt x="360060" y="672820"/>
                    <a:pt x="351901" y="664661"/>
                  </a:cubicBezTo>
                  <a:cubicBezTo>
                    <a:pt x="330144" y="645624"/>
                    <a:pt x="316546" y="621147"/>
                    <a:pt x="305667" y="596670"/>
                  </a:cubicBezTo>
                  <a:cubicBezTo>
                    <a:pt x="292069" y="569473"/>
                    <a:pt x="281190" y="539557"/>
                    <a:pt x="270312" y="509641"/>
                  </a:cubicBezTo>
                  <a:cubicBezTo>
                    <a:pt x="264872" y="493323"/>
                    <a:pt x="256713" y="477005"/>
                    <a:pt x="251274" y="460687"/>
                  </a:cubicBezTo>
                  <a:cubicBezTo>
                    <a:pt x="240395" y="433491"/>
                    <a:pt x="232236" y="409014"/>
                    <a:pt x="224077" y="381817"/>
                  </a:cubicBezTo>
                  <a:cubicBezTo>
                    <a:pt x="218638" y="365499"/>
                    <a:pt x="213199" y="346462"/>
                    <a:pt x="207759" y="330144"/>
                  </a:cubicBezTo>
                  <a:cubicBezTo>
                    <a:pt x="202320" y="316545"/>
                    <a:pt x="196881" y="300228"/>
                    <a:pt x="191442" y="286629"/>
                  </a:cubicBezTo>
                  <a:cubicBezTo>
                    <a:pt x="188722" y="281190"/>
                    <a:pt x="186002" y="278470"/>
                    <a:pt x="183283" y="278470"/>
                  </a:cubicBezTo>
                  <a:cubicBezTo>
                    <a:pt x="180563" y="278470"/>
                    <a:pt x="180563" y="286629"/>
                    <a:pt x="180563" y="292069"/>
                  </a:cubicBezTo>
                  <a:cubicBezTo>
                    <a:pt x="180563" y="297508"/>
                    <a:pt x="180563" y="302947"/>
                    <a:pt x="180563" y="305667"/>
                  </a:cubicBezTo>
                  <a:cubicBezTo>
                    <a:pt x="180563" y="321985"/>
                    <a:pt x="183283" y="338303"/>
                    <a:pt x="183283" y="354621"/>
                  </a:cubicBezTo>
                  <a:cubicBezTo>
                    <a:pt x="183283" y="387257"/>
                    <a:pt x="186002" y="417173"/>
                    <a:pt x="188722" y="449809"/>
                  </a:cubicBezTo>
                  <a:cubicBezTo>
                    <a:pt x="188722" y="460687"/>
                    <a:pt x="188722" y="468846"/>
                    <a:pt x="188722" y="479725"/>
                  </a:cubicBezTo>
                  <a:cubicBezTo>
                    <a:pt x="188722" y="501482"/>
                    <a:pt x="188722" y="523239"/>
                    <a:pt x="188722" y="542277"/>
                  </a:cubicBezTo>
                  <a:cubicBezTo>
                    <a:pt x="188722" y="566754"/>
                    <a:pt x="186002" y="591231"/>
                    <a:pt x="186002" y="615708"/>
                  </a:cubicBezTo>
                  <a:cubicBezTo>
                    <a:pt x="186002" y="623867"/>
                    <a:pt x="186002" y="632026"/>
                    <a:pt x="186002" y="637465"/>
                  </a:cubicBezTo>
                  <a:cubicBezTo>
                    <a:pt x="186002" y="645624"/>
                    <a:pt x="183283" y="656502"/>
                    <a:pt x="183283" y="664661"/>
                  </a:cubicBezTo>
                  <a:cubicBezTo>
                    <a:pt x="202320" y="664661"/>
                    <a:pt x="218638" y="664661"/>
                    <a:pt x="226797" y="664661"/>
                  </a:cubicBezTo>
                  <a:cubicBezTo>
                    <a:pt x="234956" y="664661"/>
                    <a:pt x="253994" y="664661"/>
                    <a:pt x="253994" y="680979"/>
                  </a:cubicBezTo>
                  <a:cubicBezTo>
                    <a:pt x="253994" y="689138"/>
                    <a:pt x="253994" y="691858"/>
                    <a:pt x="248554" y="697297"/>
                  </a:cubicBezTo>
                  <a:cubicBezTo>
                    <a:pt x="245835" y="702737"/>
                    <a:pt x="240395" y="705456"/>
                    <a:pt x="234956" y="705456"/>
                  </a:cubicBezTo>
                  <a:cubicBezTo>
                    <a:pt x="226797" y="708176"/>
                    <a:pt x="224077" y="708176"/>
                    <a:pt x="218638" y="708176"/>
                  </a:cubicBezTo>
                  <a:cubicBezTo>
                    <a:pt x="215918" y="708176"/>
                    <a:pt x="199600" y="708176"/>
                    <a:pt x="183283" y="708176"/>
                  </a:cubicBezTo>
                  <a:cubicBezTo>
                    <a:pt x="166965" y="708176"/>
                    <a:pt x="153366" y="708176"/>
                    <a:pt x="150647" y="708176"/>
                  </a:cubicBezTo>
                  <a:cubicBezTo>
                    <a:pt x="139768" y="708176"/>
                    <a:pt x="120730" y="708176"/>
                    <a:pt x="107132" y="708176"/>
                  </a:cubicBezTo>
                  <a:cubicBezTo>
                    <a:pt x="101693" y="708176"/>
                    <a:pt x="96253" y="708176"/>
                    <a:pt x="88094" y="708176"/>
                  </a:cubicBezTo>
                  <a:cubicBezTo>
                    <a:pt x="82655" y="708176"/>
                    <a:pt x="74496" y="708176"/>
                    <a:pt x="69057" y="702737"/>
                  </a:cubicBezTo>
                  <a:cubicBezTo>
                    <a:pt x="63618" y="700017"/>
                    <a:pt x="58178" y="691858"/>
                    <a:pt x="58178" y="686419"/>
                  </a:cubicBezTo>
                  <a:cubicBezTo>
                    <a:pt x="58178" y="683699"/>
                    <a:pt x="58178" y="680979"/>
                    <a:pt x="60898" y="678260"/>
                  </a:cubicBezTo>
                  <a:cubicBezTo>
                    <a:pt x="63618" y="675540"/>
                    <a:pt x="71777" y="672820"/>
                    <a:pt x="77216" y="670101"/>
                  </a:cubicBezTo>
                  <a:cubicBezTo>
                    <a:pt x="90814" y="667381"/>
                    <a:pt x="115291" y="664661"/>
                    <a:pt x="120730" y="664661"/>
                  </a:cubicBezTo>
                  <a:cubicBezTo>
                    <a:pt x="123450" y="664661"/>
                    <a:pt x="126170" y="664661"/>
                    <a:pt x="131609" y="664661"/>
                  </a:cubicBezTo>
                  <a:cubicBezTo>
                    <a:pt x="131609" y="623867"/>
                    <a:pt x="134329" y="583072"/>
                    <a:pt x="134329" y="539557"/>
                  </a:cubicBezTo>
                  <a:cubicBezTo>
                    <a:pt x="134329" y="528679"/>
                    <a:pt x="134329" y="515080"/>
                    <a:pt x="134329" y="504202"/>
                  </a:cubicBezTo>
                  <a:cubicBezTo>
                    <a:pt x="131609" y="460687"/>
                    <a:pt x="131609" y="417173"/>
                    <a:pt x="131609" y="376378"/>
                  </a:cubicBezTo>
                  <a:cubicBezTo>
                    <a:pt x="131609" y="351901"/>
                    <a:pt x="131609" y="327424"/>
                    <a:pt x="131609" y="302947"/>
                  </a:cubicBezTo>
                  <a:cubicBezTo>
                    <a:pt x="131609" y="275751"/>
                    <a:pt x="131609" y="248554"/>
                    <a:pt x="134329" y="221357"/>
                  </a:cubicBezTo>
                  <a:cubicBezTo>
                    <a:pt x="134329" y="188722"/>
                    <a:pt x="137048" y="156086"/>
                    <a:pt x="137048" y="123450"/>
                  </a:cubicBezTo>
                  <a:cubicBezTo>
                    <a:pt x="126170" y="123450"/>
                    <a:pt x="115291" y="123450"/>
                    <a:pt x="107132" y="123450"/>
                  </a:cubicBezTo>
                  <a:cubicBezTo>
                    <a:pt x="101693" y="123450"/>
                    <a:pt x="96253" y="123450"/>
                    <a:pt x="88094" y="123450"/>
                  </a:cubicBezTo>
                  <a:cubicBezTo>
                    <a:pt x="82655" y="123450"/>
                    <a:pt x="74496" y="120730"/>
                    <a:pt x="69057" y="118011"/>
                  </a:cubicBezTo>
                  <a:cubicBezTo>
                    <a:pt x="63618" y="115291"/>
                    <a:pt x="58178" y="107132"/>
                    <a:pt x="58178" y="101693"/>
                  </a:cubicBezTo>
                  <a:cubicBezTo>
                    <a:pt x="58178" y="98973"/>
                    <a:pt x="58178" y="96253"/>
                    <a:pt x="60898" y="93534"/>
                  </a:cubicBezTo>
                  <a:cubicBezTo>
                    <a:pt x="63618" y="90814"/>
                    <a:pt x="71777" y="88095"/>
                    <a:pt x="77216" y="85375"/>
                  </a:cubicBezTo>
                  <a:cubicBezTo>
                    <a:pt x="90814" y="82655"/>
                    <a:pt x="126170" y="79936"/>
                    <a:pt x="131609" y="79936"/>
                  </a:cubicBezTo>
                  <a:cubicBezTo>
                    <a:pt x="137048" y="79936"/>
                    <a:pt x="147927" y="79936"/>
                    <a:pt x="161525" y="79936"/>
                  </a:cubicBezTo>
                  <a:cubicBezTo>
                    <a:pt x="166965" y="74496"/>
                    <a:pt x="172404" y="71776"/>
                    <a:pt x="177843" y="66337"/>
                  </a:cubicBezTo>
                  <a:cubicBezTo>
                    <a:pt x="186002" y="60898"/>
                    <a:pt x="194161" y="58178"/>
                    <a:pt x="202320" y="58178"/>
                  </a:cubicBezTo>
                  <a:cubicBezTo>
                    <a:pt x="215918" y="58178"/>
                    <a:pt x="226797" y="63618"/>
                    <a:pt x="234956" y="77216"/>
                  </a:cubicBezTo>
                  <a:cubicBezTo>
                    <a:pt x="240395" y="88095"/>
                    <a:pt x="248554" y="96253"/>
                    <a:pt x="251274" y="107132"/>
                  </a:cubicBezTo>
                  <a:cubicBezTo>
                    <a:pt x="256713" y="120730"/>
                    <a:pt x="259433" y="134329"/>
                    <a:pt x="267592" y="147927"/>
                  </a:cubicBezTo>
                  <a:cubicBezTo>
                    <a:pt x="273031" y="158806"/>
                    <a:pt x="275751" y="172404"/>
                    <a:pt x="281190" y="183282"/>
                  </a:cubicBezTo>
                  <a:cubicBezTo>
                    <a:pt x="286630" y="196881"/>
                    <a:pt x="292069" y="210479"/>
                    <a:pt x="297508" y="224077"/>
                  </a:cubicBezTo>
                  <a:cubicBezTo>
                    <a:pt x="300228" y="237676"/>
                    <a:pt x="305667" y="251274"/>
                    <a:pt x="308387" y="264872"/>
                  </a:cubicBezTo>
                  <a:cubicBezTo>
                    <a:pt x="311107" y="278470"/>
                    <a:pt x="311107" y="289349"/>
                    <a:pt x="319265" y="300228"/>
                  </a:cubicBezTo>
                  <a:cubicBezTo>
                    <a:pt x="332864" y="324704"/>
                    <a:pt x="346462" y="351901"/>
                    <a:pt x="351901" y="379098"/>
                  </a:cubicBezTo>
                  <a:cubicBezTo>
                    <a:pt x="354621" y="392696"/>
                    <a:pt x="360060" y="403575"/>
                    <a:pt x="365500" y="417173"/>
                  </a:cubicBezTo>
                  <a:cubicBezTo>
                    <a:pt x="373659" y="430771"/>
                    <a:pt x="373659" y="444369"/>
                    <a:pt x="379098" y="457968"/>
                  </a:cubicBezTo>
                  <a:cubicBezTo>
                    <a:pt x="381818" y="471566"/>
                    <a:pt x="387257" y="482445"/>
                    <a:pt x="395416" y="496043"/>
                  </a:cubicBezTo>
                  <a:cubicBezTo>
                    <a:pt x="398136" y="501482"/>
                    <a:pt x="403575" y="506921"/>
                    <a:pt x="406295" y="512361"/>
                  </a:cubicBezTo>
                  <a:cubicBezTo>
                    <a:pt x="409014" y="517800"/>
                    <a:pt x="409014" y="525959"/>
                    <a:pt x="411734" y="531398"/>
                  </a:cubicBezTo>
                  <a:cubicBezTo>
                    <a:pt x="414454" y="539557"/>
                    <a:pt x="417173" y="550436"/>
                    <a:pt x="419893" y="558595"/>
                  </a:cubicBezTo>
                  <a:cubicBezTo>
                    <a:pt x="422613" y="561314"/>
                    <a:pt x="422613" y="564034"/>
                    <a:pt x="425332" y="564034"/>
                  </a:cubicBezTo>
                  <a:cubicBezTo>
                    <a:pt x="428052" y="564034"/>
                    <a:pt x="428052" y="561314"/>
                    <a:pt x="430771" y="558595"/>
                  </a:cubicBezTo>
                  <a:cubicBezTo>
                    <a:pt x="430771" y="555875"/>
                    <a:pt x="430771" y="553156"/>
                    <a:pt x="430771" y="550436"/>
                  </a:cubicBezTo>
                  <a:cubicBezTo>
                    <a:pt x="430771" y="534118"/>
                    <a:pt x="430771" y="517800"/>
                    <a:pt x="430771" y="501482"/>
                  </a:cubicBezTo>
                  <a:cubicBezTo>
                    <a:pt x="430771" y="468846"/>
                    <a:pt x="433491" y="436210"/>
                    <a:pt x="430771" y="403575"/>
                  </a:cubicBezTo>
                  <a:cubicBezTo>
                    <a:pt x="430771" y="373658"/>
                    <a:pt x="425332" y="343742"/>
                    <a:pt x="425332" y="313826"/>
                  </a:cubicBezTo>
                  <a:cubicBezTo>
                    <a:pt x="425332" y="292069"/>
                    <a:pt x="425332" y="270311"/>
                    <a:pt x="425332" y="248554"/>
                  </a:cubicBezTo>
                  <a:cubicBezTo>
                    <a:pt x="425332" y="234956"/>
                    <a:pt x="425332" y="224077"/>
                    <a:pt x="425332" y="210479"/>
                  </a:cubicBezTo>
                  <a:cubicBezTo>
                    <a:pt x="425332" y="191441"/>
                    <a:pt x="422613" y="172404"/>
                    <a:pt x="422613" y="153366"/>
                  </a:cubicBezTo>
                  <a:cubicBezTo>
                    <a:pt x="422613" y="142488"/>
                    <a:pt x="422613" y="134329"/>
                    <a:pt x="425332" y="123450"/>
                  </a:cubicBezTo>
                  <a:cubicBezTo>
                    <a:pt x="417173" y="123450"/>
                    <a:pt x="406295" y="123450"/>
                    <a:pt x="398136" y="123450"/>
                  </a:cubicBezTo>
                  <a:cubicBezTo>
                    <a:pt x="392696" y="123450"/>
                    <a:pt x="387257" y="123450"/>
                    <a:pt x="379098" y="123450"/>
                  </a:cubicBezTo>
                  <a:cubicBezTo>
                    <a:pt x="373659" y="123450"/>
                    <a:pt x="365500" y="120730"/>
                    <a:pt x="360060" y="118011"/>
                  </a:cubicBezTo>
                  <a:cubicBezTo>
                    <a:pt x="354621" y="115291"/>
                    <a:pt x="349182" y="107132"/>
                    <a:pt x="349182" y="101693"/>
                  </a:cubicBezTo>
                  <a:cubicBezTo>
                    <a:pt x="349182" y="98973"/>
                    <a:pt x="349182" y="96253"/>
                    <a:pt x="351901" y="93534"/>
                  </a:cubicBezTo>
                  <a:cubicBezTo>
                    <a:pt x="354621" y="90814"/>
                    <a:pt x="362780" y="88095"/>
                    <a:pt x="368219" y="85375"/>
                  </a:cubicBezTo>
                  <a:cubicBezTo>
                    <a:pt x="381818" y="82655"/>
                    <a:pt x="417173" y="79936"/>
                    <a:pt x="422613" y="79936"/>
                  </a:cubicBezTo>
                  <a:cubicBezTo>
                    <a:pt x="428052" y="79936"/>
                    <a:pt x="433491" y="79936"/>
                    <a:pt x="444370" y="79936"/>
                  </a:cubicBezTo>
                  <a:cubicBezTo>
                    <a:pt x="449809" y="74496"/>
                    <a:pt x="455248" y="71776"/>
                    <a:pt x="463407" y="71776"/>
                  </a:cubicBezTo>
                  <a:cubicBezTo>
                    <a:pt x="471566" y="71776"/>
                    <a:pt x="477006" y="74496"/>
                    <a:pt x="477006" y="79936"/>
                  </a:cubicBezTo>
                  <a:cubicBezTo>
                    <a:pt x="490604" y="82655"/>
                    <a:pt x="504202" y="79936"/>
                    <a:pt x="512361" y="79936"/>
                  </a:cubicBezTo>
                  <a:lnTo>
                    <a:pt x="512361" y="79936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9B1C02FF-90CC-4831-BAE5-A86D10791FC1}"/>
                </a:ext>
              </a:extLst>
            </p:cNvPr>
            <p:cNvSpPr/>
            <p:nvPr/>
          </p:nvSpPr>
          <p:spPr>
            <a:xfrm>
              <a:off x="2987430" y="4242177"/>
              <a:ext cx="494979" cy="674476"/>
            </a:xfrm>
            <a:custGeom>
              <a:avLst/>
              <a:gdLst>
                <a:gd name="connsiteX0" fmla="*/ 228453 w 494979"/>
                <a:gd name="connsiteY0" fmla="*/ 97907 h 674476"/>
                <a:gd name="connsiteX1" fmla="*/ 212135 w 494979"/>
                <a:gd name="connsiteY1" fmla="*/ 119665 h 674476"/>
                <a:gd name="connsiteX2" fmla="*/ 203976 w 494979"/>
                <a:gd name="connsiteY2" fmla="*/ 152300 h 674476"/>
                <a:gd name="connsiteX3" fmla="*/ 201256 w 494979"/>
                <a:gd name="connsiteY3" fmla="*/ 168618 h 674476"/>
                <a:gd name="connsiteX4" fmla="*/ 198537 w 494979"/>
                <a:gd name="connsiteY4" fmla="*/ 184936 h 674476"/>
                <a:gd name="connsiteX5" fmla="*/ 190378 w 494979"/>
                <a:gd name="connsiteY5" fmla="*/ 220292 h 674476"/>
                <a:gd name="connsiteX6" fmla="*/ 171340 w 494979"/>
                <a:gd name="connsiteY6" fmla="*/ 291003 h 674476"/>
                <a:gd name="connsiteX7" fmla="*/ 163180 w 494979"/>
                <a:gd name="connsiteY7" fmla="*/ 323639 h 674476"/>
                <a:gd name="connsiteX8" fmla="*/ 152302 w 494979"/>
                <a:gd name="connsiteY8" fmla="*/ 361714 h 674476"/>
                <a:gd name="connsiteX9" fmla="*/ 146862 w 494979"/>
                <a:gd name="connsiteY9" fmla="*/ 388910 h 674476"/>
                <a:gd name="connsiteX10" fmla="*/ 152302 w 494979"/>
                <a:gd name="connsiteY10" fmla="*/ 391630 h 674476"/>
                <a:gd name="connsiteX11" fmla="*/ 174060 w 494979"/>
                <a:gd name="connsiteY11" fmla="*/ 391630 h 674476"/>
                <a:gd name="connsiteX12" fmla="*/ 195817 w 494979"/>
                <a:gd name="connsiteY12" fmla="*/ 388910 h 674476"/>
                <a:gd name="connsiteX13" fmla="*/ 214855 w 494979"/>
                <a:gd name="connsiteY13" fmla="*/ 388910 h 674476"/>
                <a:gd name="connsiteX14" fmla="*/ 239332 w 494979"/>
                <a:gd name="connsiteY14" fmla="*/ 388910 h 674476"/>
                <a:gd name="connsiteX15" fmla="*/ 252930 w 494979"/>
                <a:gd name="connsiteY15" fmla="*/ 386191 h 674476"/>
                <a:gd name="connsiteX16" fmla="*/ 261089 w 494979"/>
                <a:gd name="connsiteY16" fmla="*/ 386191 h 674476"/>
                <a:gd name="connsiteX17" fmla="*/ 258369 w 494979"/>
                <a:gd name="connsiteY17" fmla="*/ 367153 h 674476"/>
                <a:gd name="connsiteX18" fmla="*/ 252930 w 494979"/>
                <a:gd name="connsiteY18" fmla="*/ 331797 h 674476"/>
                <a:gd name="connsiteX19" fmla="*/ 250210 w 494979"/>
                <a:gd name="connsiteY19" fmla="*/ 244769 h 674476"/>
                <a:gd name="connsiteX20" fmla="*/ 244771 w 494979"/>
                <a:gd name="connsiteY20" fmla="*/ 203974 h 674476"/>
                <a:gd name="connsiteX21" fmla="*/ 239332 w 494979"/>
                <a:gd name="connsiteY21" fmla="*/ 157740 h 674476"/>
                <a:gd name="connsiteX22" fmla="*/ 236612 w 494979"/>
                <a:gd name="connsiteY22" fmla="*/ 119665 h 674476"/>
                <a:gd name="connsiteX23" fmla="*/ 228453 w 494979"/>
                <a:gd name="connsiteY23" fmla="*/ 97907 h 674476"/>
                <a:gd name="connsiteX24" fmla="*/ 274687 w 494979"/>
                <a:gd name="connsiteY24" fmla="*/ 0 h 674476"/>
                <a:gd name="connsiteX25" fmla="*/ 304603 w 494979"/>
                <a:gd name="connsiteY25" fmla="*/ 5439 h 674476"/>
                <a:gd name="connsiteX26" fmla="*/ 320921 w 494979"/>
                <a:gd name="connsiteY26" fmla="*/ 24477 h 674476"/>
                <a:gd name="connsiteX27" fmla="*/ 334519 w 494979"/>
                <a:gd name="connsiteY27" fmla="*/ 43515 h 674476"/>
                <a:gd name="connsiteX28" fmla="*/ 339959 w 494979"/>
                <a:gd name="connsiteY28" fmla="*/ 65272 h 674476"/>
                <a:gd name="connsiteX29" fmla="*/ 348118 w 494979"/>
                <a:gd name="connsiteY29" fmla="*/ 114226 h 674476"/>
                <a:gd name="connsiteX30" fmla="*/ 361716 w 494979"/>
                <a:gd name="connsiteY30" fmla="*/ 163180 h 674476"/>
                <a:gd name="connsiteX31" fmla="*/ 369875 w 494979"/>
                <a:gd name="connsiteY31" fmla="*/ 220293 h 674476"/>
                <a:gd name="connsiteX32" fmla="*/ 378034 w 494979"/>
                <a:gd name="connsiteY32" fmla="*/ 274686 h 674476"/>
                <a:gd name="connsiteX33" fmla="*/ 383473 w 494979"/>
                <a:gd name="connsiteY33" fmla="*/ 301883 h 674476"/>
                <a:gd name="connsiteX34" fmla="*/ 391632 w 494979"/>
                <a:gd name="connsiteY34" fmla="*/ 337238 h 674476"/>
                <a:gd name="connsiteX35" fmla="*/ 397071 w 494979"/>
                <a:gd name="connsiteY35" fmla="*/ 364435 h 674476"/>
                <a:gd name="connsiteX36" fmla="*/ 405230 w 494979"/>
                <a:gd name="connsiteY36" fmla="*/ 383473 h 674476"/>
                <a:gd name="connsiteX37" fmla="*/ 416109 w 494979"/>
                <a:gd name="connsiteY37" fmla="*/ 386192 h 674476"/>
                <a:gd name="connsiteX38" fmla="*/ 426988 w 494979"/>
                <a:gd name="connsiteY38" fmla="*/ 386192 h 674476"/>
                <a:gd name="connsiteX39" fmla="*/ 454184 w 494979"/>
                <a:gd name="connsiteY39" fmla="*/ 397071 h 674476"/>
                <a:gd name="connsiteX40" fmla="*/ 456904 w 494979"/>
                <a:gd name="connsiteY40" fmla="*/ 405230 h 674476"/>
                <a:gd name="connsiteX41" fmla="*/ 451465 w 494979"/>
                <a:gd name="connsiteY41" fmla="*/ 416108 h 674476"/>
                <a:gd name="connsiteX42" fmla="*/ 432427 w 494979"/>
                <a:gd name="connsiteY42" fmla="*/ 429707 h 674476"/>
                <a:gd name="connsiteX43" fmla="*/ 421548 w 494979"/>
                <a:gd name="connsiteY43" fmla="*/ 432426 h 674476"/>
                <a:gd name="connsiteX44" fmla="*/ 413389 w 494979"/>
                <a:gd name="connsiteY44" fmla="*/ 435146 h 674476"/>
                <a:gd name="connsiteX45" fmla="*/ 413389 w 494979"/>
                <a:gd name="connsiteY45" fmla="*/ 440585 h 674476"/>
                <a:gd name="connsiteX46" fmla="*/ 416109 w 494979"/>
                <a:gd name="connsiteY46" fmla="*/ 451464 h 674476"/>
                <a:gd name="connsiteX47" fmla="*/ 418829 w 494979"/>
                <a:gd name="connsiteY47" fmla="*/ 465062 h 674476"/>
                <a:gd name="connsiteX48" fmla="*/ 418829 w 494979"/>
                <a:gd name="connsiteY48" fmla="*/ 475941 h 674476"/>
                <a:gd name="connsiteX49" fmla="*/ 418829 w 494979"/>
                <a:gd name="connsiteY49" fmla="*/ 486820 h 674476"/>
                <a:gd name="connsiteX50" fmla="*/ 426988 w 494979"/>
                <a:gd name="connsiteY50" fmla="*/ 516736 h 674476"/>
                <a:gd name="connsiteX51" fmla="*/ 432427 w 494979"/>
                <a:gd name="connsiteY51" fmla="*/ 543932 h 674476"/>
                <a:gd name="connsiteX52" fmla="*/ 437866 w 494979"/>
                <a:gd name="connsiteY52" fmla="*/ 573848 h 674476"/>
                <a:gd name="connsiteX53" fmla="*/ 443306 w 494979"/>
                <a:gd name="connsiteY53" fmla="*/ 606484 h 674476"/>
                <a:gd name="connsiteX54" fmla="*/ 446025 w 494979"/>
                <a:gd name="connsiteY54" fmla="*/ 617363 h 674476"/>
                <a:gd name="connsiteX55" fmla="*/ 470502 w 494979"/>
                <a:gd name="connsiteY55" fmla="*/ 617363 h 674476"/>
                <a:gd name="connsiteX56" fmla="*/ 494979 w 494979"/>
                <a:gd name="connsiteY56" fmla="*/ 641840 h 674476"/>
                <a:gd name="connsiteX57" fmla="*/ 486820 w 494979"/>
                <a:gd name="connsiteY57" fmla="*/ 655438 h 674476"/>
                <a:gd name="connsiteX58" fmla="*/ 470502 w 494979"/>
                <a:gd name="connsiteY58" fmla="*/ 663597 h 674476"/>
                <a:gd name="connsiteX59" fmla="*/ 446025 w 494979"/>
                <a:gd name="connsiteY59" fmla="*/ 666317 h 674476"/>
                <a:gd name="connsiteX60" fmla="*/ 424268 w 494979"/>
                <a:gd name="connsiteY60" fmla="*/ 666317 h 674476"/>
                <a:gd name="connsiteX61" fmla="*/ 416109 w 494979"/>
                <a:gd name="connsiteY61" fmla="*/ 666317 h 674476"/>
                <a:gd name="connsiteX62" fmla="*/ 402511 w 494979"/>
                <a:gd name="connsiteY62" fmla="*/ 671756 h 674476"/>
                <a:gd name="connsiteX63" fmla="*/ 386193 w 494979"/>
                <a:gd name="connsiteY63" fmla="*/ 674476 h 674476"/>
                <a:gd name="connsiteX64" fmla="*/ 350837 w 494979"/>
                <a:gd name="connsiteY64" fmla="*/ 669036 h 674476"/>
                <a:gd name="connsiteX65" fmla="*/ 329080 w 494979"/>
                <a:gd name="connsiteY65" fmla="*/ 669036 h 674476"/>
                <a:gd name="connsiteX66" fmla="*/ 280126 w 494979"/>
                <a:gd name="connsiteY66" fmla="*/ 669036 h 674476"/>
                <a:gd name="connsiteX67" fmla="*/ 255649 w 494979"/>
                <a:gd name="connsiteY67" fmla="*/ 663597 h 674476"/>
                <a:gd name="connsiteX68" fmla="*/ 239331 w 494979"/>
                <a:gd name="connsiteY68" fmla="*/ 647279 h 674476"/>
                <a:gd name="connsiteX69" fmla="*/ 263808 w 494979"/>
                <a:gd name="connsiteY69" fmla="*/ 630961 h 674476"/>
                <a:gd name="connsiteX70" fmla="*/ 291005 w 494979"/>
                <a:gd name="connsiteY70" fmla="*/ 628241 h 674476"/>
                <a:gd name="connsiteX71" fmla="*/ 288285 w 494979"/>
                <a:gd name="connsiteY71" fmla="*/ 609204 h 674476"/>
                <a:gd name="connsiteX72" fmla="*/ 285565 w 494979"/>
                <a:gd name="connsiteY72" fmla="*/ 582007 h 674476"/>
                <a:gd name="connsiteX73" fmla="*/ 282846 w 494979"/>
                <a:gd name="connsiteY73" fmla="*/ 568409 h 674476"/>
                <a:gd name="connsiteX74" fmla="*/ 285565 w 494979"/>
                <a:gd name="connsiteY74" fmla="*/ 554811 h 674476"/>
                <a:gd name="connsiteX75" fmla="*/ 280126 w 494979"/>
                <a:gd name="connsiteY75" fmla="*/ 538493 h 674476"/>
                <a:gd name="connsiteX76" fmla="*/ 274687 w 494979"/>
                <a:gd name="connsiteY76" fmla="*/ 505857 h 674476"/>
                <a:gd name="connsiteX77" fmla="*/ 271967 w 494979"/>
                <a:gd name="connsiteY77" fmla="*/ 478660 h 674476"/>
                <a:gd name="connsiteX78" fmla="*/ 269247 w 494979"/>
                <a:gd name="connsiteY78" fmla="*/ 446025 h 674476"/>
                <a:gd name="connsiteX79" fmla="*/ 263808 w 494979"/>
                <a:gd name="connsiteY79" fmla="*/ 437866 h 674476"/>
                <a:gd name="connsiteX80" fmla="*/ 252929 w 494979"/>
                <a:gd name="connsiteY80" fmla="*/ 437866 h 674476"/>
                <a:gd name="connsiteX81" fmla="*/ 223013 w 494979"/>
                <a:gd name="connsiteY81" fmla="*/ 440585 h 674476"/>
                <a:gd name="connsiteX82" fmla="*/ 193097 w 494979"/>
                <a:gd name="connsiteY82" fmla="*/ 443305 h 674476"/>
                <a:gd name="connsiteX83" fmla="*/ 168620 w 494979"/>
                <a:gd name="connsiteY83" fmla="*/ 443305 h 674476"/>
                <a:gd name="connsiteX84" fmla="*/ 146862 w 494979"/>
                <a:gd name="connsiteY84" fmla="*/ 440585 h 674476"/>
                <a:gd name="connsiteX85" fmla="*/ 138703 w 494979"/>
                <a:gd name="connsiteY85" fmla="*/ 454184 h 674476"/>
                <a:gd name="connsiteX86" fmla="*/ 133263 w 494979"/>
                <a:gd name="connsiteY86" fmla="*/ 486820 h 674476"/>
                <a:gd name="connsiteX87" fmla="*/ 122385 w 494979"/>
                <a:gd name="connsiteY87" fmla="*/ 541213 h 674476"/>
                <a:gd name="connsiteX88" fmla="*/ 106067 w 494979"/>
                <a:gd name="connsiteY88" fmla="*/ 614643 h 674476"/>
                <a:gd name="connsiteX89" fmla="*/ 135983 w 494979"/>
                <a:gd name="connsiteY89" fmla="*/ 614643 h 674476"/>
                <a:gd name="connsiteX90" fmla="*/ 171340 w 494979"/>
                <a:gd name="connsiteY90" fmla="*/ 630961 h 674476"/>
                <a:gd name="connsiteX91" fmla="*/ 165900 w 494979"/>
                <a:gd name="connsiteY91" fmla="*/ 647279 h 674476"/>
                <a:gd name="connsiteX92" fmla="*/ 149581 w 494979"/>
                <a:gd name="connsiteY92" fmla="*/ 655438 h 674476"/>
                <a:gd name="connsiteX93" fmla="*/ 127824 w 494979"/>
                <a:gd name="connsiteY93" fmla="*/ 658158 h 674476"/>
                <a:gd name="connsiteX94" fmla="*/ 106067 w 494979"/>
                <a:gd name="connsiteY94" fmla="*/ 658158 h 674476"/>
                <a:gd name="connsiteX95" fmla="*/ 62552 w 494979"/>
                <a:gd name="connsiteY95" fmla="*/ 658158 h 674476"/>
                <a:gd name="connsiteX96" fmla="*/ 40795 w 494979"/>
                <a:gd name="connsiteY96" fmla="*/ 658158 h 674476"/>
                <a:gd name="connsiteX97" fmla="*/ 16318 w 494979"/>
                <a:gd name="connsiteY97" fmla="*/ 652718 h 674476"/>
                <a:gd name="connsiteX98" fmla="*/ 0 w 494979"/>
                <a:gd name="connsiteY98" fmla="*/ 636401 h 674476"/>
                <a:gd name="connsiteX99" fmla="*/ 2720 w 494979"/>
                <a:gd name="connsiteY99" fmla="*/ 628241 h 674476"/>
                <a:gd name="connsiteX100" fmla="*/ 24477 w 494979"/>
                <a:gd name="connsiteY100" fmla="*/ 620082 h 674476"/>
                <a:gd name="connsiteX101" fmla="*/ 62552 w 494979"/>
                <a:gd name="connsiteY101" fmla="*/ 617363 h 674476"/>
                <a:gd name="connsiteX102" fmla="*/ 62552 w 494979"/>
                <a:gd name="connsiteY102" fmla="*/ 614643 h 674476"/>
                <a:gd name="connsiteX103" fmla="*/ 65272 w 494979"/>
                <a:gd name="connsiteY103" fmla="*/ 587447 h 674476"/>
                <a:gd name="connsiteX104" fmla="*/ 76151 w 494979"/>
                <a:gd name="connsiteY104" fmla="*/ 522175 h 674476"/>
                <a:gd name="connsiteX105" fmla="*/ 87029 w 494979"/>
                <a:gd name="connsiteY105" fmla="*/ 470501 h 674476"/>
                <a:gd name="connsiteX106" fmla="*/ 92469 w 494979"/>
                <a:gd name="connsiteY106" fmla="*/ 446025 h 674476"/>
                <a:gd name="connsiteX107" fmla="*/ 65272 w 494979"/>
                <a:gd name="connsiteY107" fmla="*/ 432426 h 674476"/>
                <a:gd name="connsiteX108" fmla="*/ 54393 w 494979"/>
                <a:gd name="connsiteY108" fmla="*/ 421548 h 674476"/>
                <a:gd name="connsiteX109" fmla="*/ 73431 w 494979"/>
                <a:gd name="connsiteY109" fmla="*/ 407949 h 674476"/>
                <a:gd name="connsiteX110" fmla="*/ 100628 w 494979"/>
                <a:gd name="connsiteY110" fmla="*/ 399790 h 674476"/>
                <a:gd name="connsiteX111" fmla="*/ 108787 w 494979"/>
                <a:gd name="connsiteY111" fmla="*/ 369874 h 674476"/>
                <a:gd name="connsiteX112" fmla="*/ 125105 w 494979"/>
                <a:gd name="connsiteY112" fmla="*/ 307322 h 674476"/>
                <a:gd name="connsiteX113" fmla="*/ 141423 w 494979"/>
                <a:gd name="connsiteY113" fmla="*/ 242051 h 674476"/>
                <a:gd name="connsiteX114" fmla="*/ 155021 w 494979"/>
                <a:gd name="connsiteY114" fmla="*/ 179498 h 674476"/>
                <a:gd name="connsiteX115" fmla="*/ 168620 w 494979"/>
                <a:gd name="connsiteY115" fmla="*/ 119665 h 674476"/>
                <a:gd name="connsiteX116" fmla="*/ 193097 w 494979"/>
                <a:gd name="connsiteY116" fmla="*/ 57113 h 674476"/>
                <a:gd name="connsiteX117" fmla="*/ 201256 w 494979"/>
                <a:gd name="connsiteY117" fmla="*/ 38075 h 674476"/>
                <a:gd name="connsiteX118" fmla="*/ 217574 w 494979"/>
                <a:gd name="connsiteY118" fmla="*/ 13598 h 674476"/>
                <a:gd name="connsiteX119" fmla="*/ 274687 w 494979"/>
                <a:gd name="connsiteY119" fmla="*/ 0 h 674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</a:cxnLst>
              <a:rect l="l" t="t" r="r" b="b"/>
              <a:pathLst>
                <a:path w="494979" h="674476">
                  <a:moveTo>
                    <a:pt x="228453" y="97907"/>
                  </a:moveTo>
                  <a:cubicBezTo>
                    <a:pt x="220294" y="97907"/>
                    <a:pt x="212135" y="114225"/>
                    <a:pt x="212135" y="119665"/>
                  </a:cubicBezTo>
                  <a:cubicBezTo>
                    <a:pt x="209415" y="130543"/>
                    <a:pt x="206696" y="144141"/>
                    <a:pt x="203976" y="152300"/>
                  </a:cubicBezTo>
                  <a:cubicBezTo>
                    <a:pt x="201256" y="157740"/>
                    <a:pt x="201256" y="163179"/>
                    <a:pt x="201256" y="168618"/>
                  </a:cubicBezTo>
                  <a:cubicBezTo>
                    <a:pt x="201256" y="174058"/>
                    <a:pt x="198537" y="179497"/>
                    <a:pt x="198537" y="184936"/>
                  </a:cubicBezTo>
                  <a:cubicBezTo>
                    <a:pt x="195817" y="195815"/>
                    <a:pt x="193097" y="209413"/>
                    <a:pt x="190378" y="220292"/>
                  </a:cubicBezTo>
                  <a:cubicBezTo>
                    <a:pt x="187658" y="244769"/>
                    <a:pt x="179499" y="269246"/>
                    <a:pt x="171340" y="291003"/>
                  </a:cubicBezTo>
                  <a:cubicBezTo>
                    <a:pt x="168620" y="301881"/>
                    <a:pt x="165900" y="312760"/>
                    <a:pt x="163180" y="323639"/>
                  </a:cubicBezTo>
                  <a:cubicBezTo>
                    <a:pt x="160461" y="337237"/>
                    <a:pt x="157741" y="348115"/>
                    <a:pt x="152302" y="361714"/>
                  </a:cubicBezTo>
                  <a:cubicBezTo>
                    <a:pt x="149582" y="367153"/>
                    <a:pt x="146862" y="383471"/>
                    <a:pt x="146862" y="388910"/>
                  </a:cubicBezTo>
                  <a:cubicBezTo>
                    <a:pt x="146862" y="391630"/>
                    <a:pt x="149582" y="391630"/>
                    <a:pt x="152302" y="391630"/>
                  </a:cubicBezTo>
                  <a:cubicBezTo>
                    <a:pt x="157741" y="391630"/>
                    <a:pt x="171340" y="391630"/>
                    <a:pt x="174060" y="391630"/>
                  </a:cubicBezTo>
                  <a:cubicBezTo>
                    <a:pt x="182219" y="391630"/>
                    <a:pt x="190378" y="391630"/>
                    <a:pt x="195817" y="388910"/>
                  </a:cubicBezTo>
                  <a:cubicBezTo>
                    <a:pt x="201256" y="388910"/>
                    <a:pt x="206696" y="388910"/>
                    <a:pt x="214855" y="388910"/>
                  </a:cubicBezTo>
                  <a:cubicBezTo>
                    <a:pt x="220294" y="388910"/>
                    <a:pt x="228453" y="388910"/>
                    <a:pt x="239332" y="388910"/>
                  </a:cubicBezTo>
                  <a:cubicBezTo>
                    <a:pt x="244771" y="388910"/>
                    <a:pt x="250210" y="388910"/>
                    <a:pt x="252930" y="386191"/>
                  </a:cubicBezTo>
                  <a:cubicBezTo>
                    <a:pt x="258369" y="391630"/>
                    <a:pt x="261089" y="388910"/>
                    <a:pt x="261089" y="386191"/>
                  </a:cubicBezTo>
                  <a:cubicBezTo>
                    <a:pt x="261089" y="380751"/>
                    <a:pt x="258369" y="372592"/>
                    <a:pt x="258369" y="367153"/>
                  </a:cubicBezTo>
                  <a:cubicBezTo>
                    <a:pt x="255650" y="353555"/>
                    <a:pt x="252930" y="342676"/>
                    <a:pt x="252930" y="331797"/>
                  </a:cubicBezTo>
                  <a:cubicBezTo>
                    <a:pt x="252930" y="301881"/>
                    <a:pt x="252930" y="274685"/>
                    <a:pt x="250210" y="244769"/>
                  </a:cubicBezTo>
                  <a:cubicBezTo>
                    <a:pt x="250210" y="231170"/>
                    <a:pt x="247491" y="217572"/>
                    <a:pt x="244771" y="203974"/>
                  </a:cubicBezTo>
                  <a:cubicBezTo>
                    <a:pt x="242051" y="187656"/>
                    <a:pt x="239332" y="174058"/>
                    <a:pt x="239332" y="157740"/>
                  </a:cubicBezTo>
                  <a:cubicBezTo>
                    <a:pt x="239332" y="152300"/>
                    <a:pt x="239332" y="133263"/>
                    <a:pt x="236612" y="119665"/>
                  </a:cubicBezTo>
                  <a:cubicBezTo>
                    <a:pt x="236612" y="106066"/>
                    <a:pt x="233892" y="97907"/>
                    <a:pt x="228453" y="97907"/>
                  </a:cubicBezTo>
                  <a:close/>
                  <a:moveTo>
                    <a:pt x="274687" y="0"/>
                  </a:moveTo>
                  <a:cubicBezTo>
                    <a:pt x="288285" y="0"/>
                    <a:pt x="293724" y="2720"/>
                    <a:pt x="304603" y="5439"/>
                  </a:cubicBezTo>
                  <a:cubicBezTo>
                    <a:pt x="315482" y="10879"/>
                    <a:pt x="315482" y="16318"/>
                    <a:pt x="320921" y="24477"/>
                  </a:cubicBezTo>
                  <a:cubicBezTo>
                    <a:pt x="326360" y="29916"/>
                    <a:pt x="331800" y="35356"/>
                    <a:pt x="334519" y="43515"/>
                  </a:cubicBezTo>
                  <a:cubicBezTo>
                    <a:pt x="337239" y="51674"/>
                    <a:pt x="337239" y="57113"/>
                    <a:pt x="339959" y="65272"/>
                  </a:cubicBezTo>
                  <a:cubicBezTo>
                    <a:pt x="345398" y="78870"/>
                    <a:pt x="342678" y="97908"/>
                    <a:pt x="348118" y="114226"/>
                  </a:cubicBezTo>
                  <a:cubicBezTo>
                    <a:pt x="350837" y="130544"/>
                    <a:pt x="358996" y="146863"/>
                    <a:pt x="361716" y="163180"/>
                  </a:cubicBezTo>
                  <a:cubicBezTo>
                    <a:pt x="364435" y="182218"/>
                    <a:pt x="364435" y="201256"/>
                    <a:pt x="369875" y="220293"/>
                  </a:cubicBezTo>
                  <a:cubicBezTo>
                    <a:pt x="375314" y="239331"/>
                    <a:pt x="378034" y="255649"/>
                    <a:pt x="378034" y="274686"/>
                  </a:cubicBezTo>
                  <a:cubicBezTo>
                    <a:pt x="378034" y="282845"/>
                    <a:pt x="380753" y="293724"/>
                    <a:pt x="383473" y="301883"/>
                  </a:cubicBezTo>
                  <a:cubicBezTo>
                    <a:pt x="386193" y="312762"/>
                    <a:pt x="388912" y="326360"/>
                    <a:pt x="391632" y="337238"/>
                  </a:cubicBezTo>
                  <a:cubicBezTo>
                    <a:pt x="391632" y="342678"/>
                    <a:pt x="394352" y="353556"/>
                    <a:pt x="397071" y="364435"/>
                  </a:cubicBezTo>
                  <a:cubicBezTo>
                    <a:pt x="399791" y="372594"/>
                    <a:pt x="402511" y="380753"/>
                    <a:pt x="405230" y="383473"/>
                  </a:cubicBezTo>
                  <a:cubicBezTo>
                    <a:pt x="407950" y="386192"/>
                    <a:pt x="413389" y="386192"/>
                    <a:pt x="416109" y="386192"/>
                  </a:cubicBezTo>
                  <a:cubicBezTo>
                    <a:pt x="418829" y="386192"/>
                    <a:pt x="424268" y="386192"/>
                    <a:pt x="426988" y="386192"/>
                  </a:cubicBezTo>
                  <a:cubicBezTo>
                    <a:pt x="437866" y="386192"/>
                    <a:pt x="448745" y="388912"/>
                    <a:pt x="454184" y="397071"/>
                  </a:cubicBezTo>
                  <a:cubicBezTo>
                    <a:pt x="456904" y="399790"/>
                    <a:pt x="456904" y="402510"/>
                    <a:pt x="456904" y="405230"/>
                  </a:cubicBezTo>
                  <a:cubicBezTo>
                    <a:pt x="456904" y="407949"/>
                    <a:pt x="454184" y="410669"/>
                    <a:pt x="451465" y="416108"/>
                  </a:cubicBezTo>
                  <a:cubicBezTo>
                    <a:pt x="446025" y="421548"/>
                    <a:pt x="440586" y="426987"/>
                    <a:pt x="432427" y="429707"/>
                  </a:cubicBezTo>
                  <a:cubicBezTo>
                    <a:pt x="429707" y="429707"/>
                    <a:pt x="426988" y="432426"/>
                    <a:pt x="421548" y="432426"/>
                  </a:cubicBezTo>
                  <a:cubicBezTo>
                    <a:pt x="418829" y="432426"/>
                    <a:pt x="416109" y="432426"/>
                    <a:pt x="413389" y="435146"/>
                  </a:cubicBezTo>
                  <a:cubicBezTo>
                    <a:pt x="413389" y="435146"/>
                    <a:pt x="413389" y="437866"/>
                    <a:pt x="413389" y="440585"/>
                  </a:cubicBezTo>
                  <a:cubicBezTo>
                    <a:pt x="413389" y="443305"/>
                    <a:pt x="413389" y="448744"/>
                    <a:pt x="416109" y="451464"/>
                  </a:cubicBezTo>
                  <a:cubicBezTo>
                    <a:pt x="416109" y="456903"/>
                    <a:pt x="418829" y="462343"/>
                    <a:pt x="418829" y="465062"/>
                  </a:cubicBezTo>
                  <a:lnTo>
                    <a:pt x="418829" y="475941"/>
                  </a:lnTo>
                  <a:cubicBezTo>
                    <a:pt x="418829" y="481380"/>
                    <a:pt x="418829" y="484100"/>
                    <a:pt x="418829" y="486820"/>
                  </a:cubicBezTo>
                  <a:cubicBezTo>
                    <a:pt x="421548" y="497698"/>
                    <a:pt x="424268" y="505857"/>
                    <a:pt x="426988" y="516736"/>
                  </a:cubicBezTo>
                  <a:cubicBezTo>
                    <a:pt x="426988" y="524895"/>
                    <a:pt x="429707" y="535773"/>
                    <a:pt x="432427" y="543932"/>
                  </a:cubicBezTo>
                  <a:cubicBezTo>
                    <a:pt x="435147" y="554811"/>
                    <a:pt x="437866" y="562970"/>
                    <a:pt x="437866" y="573848"/>
                  </a:cubicBezTo>
                  <a:cubicBezTo>
                    <a:pt x="437866" y="587447"/>
                    <a:pt x="440586" y="595606"/>
                    <a:pt x="443306" y="606484"/>
                  </a:cubicBezTo>
                  <a:cubicBezTo>
                    <a:pt x="443306" y="609204"/>
                    <a:pt x="446025" y="614643"/>
                    <a:pt x="446025" y="617363"/>
                  </a:cubicBezTo>
                  <a:cubicBezTo>
                    <a:pt x="454184" y="617363"/>
                    <a:pt x="462343" y="617363"/>
                    <a:pt x="470502" y="617363"/>
                  </a:cubicBezTo>
                  <a:cubicBezTo>
                    <a:pt x="478661" y="625522"/>
                    <a:pt x="492259" y="630961"/>
                    <a:pt x="494979" y="641840"/>
                  </a:cubicBezTo>
                  <a:cubicBezTo>
                    <a:pt x="494979" y="647279"/>
                    <a:pt x="489540" y="649999"/>
                    <a:pt x="486820" y="655438"/>
                  </a:cubicBezTo>
                  <a:cubicBezTo>
                    <a:pt x="484100" y="660877"/>
                    <a:pt x="475942" y="663597"/>
                    <a:pt x="470502" y="663597"/>
                  </a:cubicBezTo>
                  <a:cubicBezTo>
                    <a:pt x="459623" y="666317"/>
                    <a:pt x="454184" y="666317"/>
                    <a:pt x="446025" y="666317"/>
                  </a:cubicBezTo>
                  <a:cubicBezTo>
                    <a:pt x="440586" y="666317"/>
                    <a:pt x="432427" y="666317"/>
                    <a:pt x="424268" y="666317"/>
                  </a:cubicBezTo>
                  <a:cubicBezTo>
                    <a:pt x="421548" y="666317"/>
                    <a:pt x="418829" y="666317"/>
                    <a:pt x="416109" y="666317"/>
                  </a:cubicBezTo>
                  <a:cubicBezTo>
                    <a:pt x="410670" y="669036"/>
                    <a:pt x="407950" y="669036"/>
                    <a:pt x="402511" y="671756"/>
                  </a:cubicBezTo>
                  <a:cubicBezTo>
                    <a:pt x="397071" y="671756"/>
                    <a:pt x="391632" y="674476"/>
                    <a:pt x="386193" y="674476"/>
                  </a:cubicBezTo>
                  <a:cubicBezTo>
                    <a:pt x="375314" y="674476"/>
                    <a:pt x="361716" y="671756"/>
                    <a:pt x="350837" y="669036"/>
                  </a:cubicBezTo>
                  <a:cubicBezTo>
                    <a:pt x="342678" y="669036"/>
                    <a:pt x="334519" y="669036"/>
                    <a:pt x="329080" y="669036"/>
                  </a:cubicBezTo>
                  <a:cubicBezTo>
                    <a:pt x="307323" y="669036"/>
                    <a:pt x="288285" y="669036"/>
                    <a:pt x="280126" y="669036"/>
                  </a:cubicBezTo>
                  <a:cubicBezTo>
                    <a:pt x="271967" y="669036"/>
                    <a:pt x="261088" y="669036"/>
                    <a:pt x="255649" y="663597"/>
                  </a:cubicBezTo>
                  <a:cubicBezTo>
                    <a:pt x="250210" y="660877"/>
                    <a:pt x="239331" y="655438"/>
                    <a:pt x="239331" y="647279"/>
                  </a:cubicBezTo>
                  <a:cubicBezTo>
                    <a:pt x="239331" y="636401"/>
                    <a:pt x="255649" y="633681"/>
                    <a:pt x="263808" y="630961"/>
                  </a:cubicBezTo>
                  <a:cubicBezTo>
                    <a:pt x="269247" y="630961"/>
                    <a:pt x="277406" y="630961"/>
                    <a:pt x="291005" y="628241"/>
                  </a:cubicBezTo>
                  <a:cubicBezTo>
                    <a:pt x="291005" y="620082"/>
                    <a:pt x="291005" y="614643"/>
                    <a:pt x="288285" y="609204"/>
                  </a:cubicBezTo>
                  <a:cubicBezTo>
                    <a:pt x="288285" y="601045"/>
                    <a:pt x="285565" y="590166"/>
                    <a:pt x="285565" y="582007"/>
                  </a:cubicBezTo>
                  <a:cubicBezTo>
                    <a:pt x="285565" y="576568"/>
                    <a:pt x="282846" y="573848"/>
                    <a:pt x="282846" y="568409"/>
                  </a:cubicBezTo>
                  <a:cubicBezTo>
                    <a:pt x="282846" y="562970"/>
                    <a:pt x="285565" y="557531"/>
                    <a:pt x="285565" y="554811"/>
                  </a:cubicBezTo>
                  <a:cubicBezTo>
                    <a:pt x="285565" y="549371"/>
                    <a:pt x="282846" y="546652"/>
                    <a:pt x="280126" y="538493"/>
                  </a:cubicBezTo>
                  <a:cubicBezTo>
                    <a:pt x="280126" y="527614"/>
                    <a:pt x="274687" y="516736"/>
                    <a:pt x="274687" y="505857"/>
                  </a:cubicBezTo>
                  <a:cubicBezTo>
                    <a:pt x="274687" y="494978"/>
                    <a:pt x="274687" y="486820"/>
                    <a:pt x="271967" y="478660"/>
                  </a:cubicBezTo>
                  <a:cubicBezTo>
                    <a:pt x="269247" y="467782"/>
                    <a:pt x="269247" y="456903"/>
                    <a:pt x="269247" y="446025"/>
                  </a:cubicBezTo>
                  <a:cubicBezTo>
                    <a:pt x="269247" y="440585"/>
                    <a:pt x="266528" y="437866"/>
                    <a:pt x="263808" y="437866"/>
                  </a:cubicBezTo>
                  <a:cubicBezTo>
                    <a:pt x="261088" y="437866"/>
                    <a:pt x="258369" y="437866"/>
                    <a:pt x="252929" y="437866"/>
                  </a:cubicBezTo>
                  <a:cubicBezTo>
                    <a:pt x="242051" y="437866"/>
                    <a:pt x="231172" y="437866"/>
                    <a:pt x="223013" y="440585"/>
                  </a:cubicBezTo>
                  <a:cubicBezTo>
                    <a:pt x="212135" y="440585"/>
                    <a:pt x="203976" y="443305"/>
                    <a:pt x="193097" y="443305"/>
                  </a:cubicBezTo>
                  <a:cubicBezTo>
                    <a:pt x="184938" y="443305"/>
                    <a:pt x="176779" y="443305"/>
                    <a:pt x="168620" y="443305"/>
                  </a:cubicBezTo>
                  <a:cubicBezTo>
                    <a:pt x="165900" y="443305"/>
                    <a:pt x="155021" y="440585"/>
                    <a:pt x="146862" y="440585"/>
                  </a:cubicBezTo>
                  <a:cubicBezTo>
                    <a:pt x="138703" y="440585"/>
                    <a:pt x="138703" y="448744"/>
                    <a:pt x="138703" y="454184"/>
                  </a:cubicBezTo>
                  <a:cubicBezTo>
                    <a:pt x="138703" y="465062"/>
                    <a:pt x="135983" y="475941"/>
                    <a:pt x="133263" y="486820"/>
                  </a:cubicBezTo>
                  <a:cubicBezTo>
                    <a:pt x="130544" y="505857"/>
                    <a:pt x="125105" y="522175"/>
                    <a:pt x="122385" y="541213"/>
                  </a:cubicBezTo>
                  <a:cubicBezTo>
                    <a:pt x="119665" y="560250"/>
                    <a:pt x="111506" y="595606"/>
                    <a:pt x="106067" y="614643"/>
                  </a:cubicBezTo>
                  <a:cubicBezTo>
                    <a:pt x="114226" y="614643"/>
                    <a:pt x="125105" y="614643"/>
                    <a:pt x="135983" y="614643"/>
                  </a:cubicBezTo>
                  <a:cubicBezTo>
                    <a:pt x="149581" y="614643"/>
                    <a:pt x="171340" y="614643"/>
                    <a:pt x="171340" y="630961"/>
                  </a:cubicBezTo>
                  <a:cubicBezTo>
                    <a:pt x="171340" y="639120"/>
                    <a:pt x="168620" y="639120"/>
                    <a:pt x="165900" y="647279"/>
                  </a:cubicBezTo>
                  <a:cubicBezTo>
                    <a:pt x="163181" y="652718"/>
                    <a:pt x="155021" y="655438"/>
                    <a:pt x="149581" y="655438"/>
                  </a:cubicBezTo>
                  <a:cubicBezTo>
                    <a:pt x="141423" y="658158"/>
                    <a:pt x="135983" y="658158"/>
                    <a:pt x="127824" y="658158"/>
                  </a:cubicBezTo>
                  <a:cubicBezTo>
                    <a:pt x="122385" y="658158"/>
                    <a:pt x="116946" y="658158"/>
                    <a:pt x="106067" y="658158"/>
                  </a:cubicBezTo>
                  <a:cubicBezTo>
                    <a:pt x="92469" y="658158"/>
                    <a:pt x="78870" y="658158"/>
                    <a:pt x="62552" y="658158"/>
                  </a:cubicBezTo>
                  <a:cubicBezTo>
                    <a:pt x="54393" y="658158"/>
                    <a:pt x="46234" y="658158"/>
                    <a:pt x="40795" y="658158"/>
                  </a:cubicBezTo>
                  <a:cubicBezTo>
                    <a:pt x="32636" y="658158"/>
                    <a:pt x="21758" y="658158"/>
                    <a:pt x="16318" y="652718"/>
                  </a:cubicBezTo>
                  <a:cubicBezTo>
                    <a:pt x="8159" y="649999"/>
                    <a:pt x="0" y="641840"/>
                    <a:pt x="0" y="636401"/>
                  </a:cubicBezTo>
                  <a:cubicBezTo>
                    <a:pt x="0" y="633681"/>
                    <a:pt x="0" y="630961"/>
                    <a:pt x="2720" y="628241"/>
                  </a:cubicBezTo>
                  <a:cubicBezTo>
                    <a:pt x="8159" y="625522"/>
                    <a:pt x="16318" y="622802"/>
                    <a:pt x="24477" y="620082"/>
                  </a:cubicBezTo>
                  <a:cubicBezTo>
                    <a:pt x="38075" y="617363"/>
                    <a:pt x="48954" y="617363"/>
                    <a:pt x="62552" y="617363"/>
                  </a:cubicBezTo>
                  <a:cubicBezTo>
                    <a:pt x="62552" y="617363"/>
                    <a:pt x="62552" y="614643"/>
                    <a:pt x="62552" y="614643"/>
                  </a:cubicBezTo>
                  <a:cubicBezTo>
                    <a:pt x="62552" y="603765"/>
                    <a:pt x="65272" y="590166"/>
                    <a:pt x="65272" y="587447"/>
                  </a:cubicBezTo>
                  <a:cubicBezTo>
                    <a:pt x="67992" y="565689"/>
                    <a:pt x="73431" y="543932"/>
                    <a:pt x="76151" y="522175"/>
                  </a:cubicBezTo>
                  <a:cubicBezTo>
                    <a:pt x="78870" y="505857"/>
                    <a:pt x="81590" y="486820"/>
                    <a:pt x="87029" y="470501"/>
                  </a:cubicBezTo>
                  <a:cubicBezTo>
                    <a:pt x="87029" y="465062"/>
                    <a:pt x="92469" y="451464"/>
                    <a:pt x="92469" y="446025"/>
                  </a:cubicBezTo>
                  <a:cubicBezTo>
                    <a:pt x="92469" y="437866"/>
                    <a:pt x="73431" y="437866"/>
                    <a:pt x="65272" y="432426"/>
                  </a:cubicBezTo>
                  <a:cubicBezTo>
                    <a:pt x="59833" y="429707"/>
                    <a:pt x="54393" y="426987"/>
                    <a:pt x="54393" y="421548"/>
                  </a:cubicBezTo>
                  <a:cubicBezTo>
                    <a:pt x="54393" y="413389"/>
                    <a:pt x="62552" y="410669"/>
                    <a:pt x="73431" y="407949"/>
                  </a:cubicBezTo>
                  <a:cubicBezTo>
                    <a:pt x="78870" y="407949"/>
                    <a:pt x="92469" y="405230"/>
                    <a:pt x="100628" y="399790"/>
                  </a:cubicBezTo>
                  <a:cubicBezTo>
                    <a:pt x="106067" y="394351"/>
                    <a:pt x="106067" y="378033"/>
                    <a:pt x="108787" y="369874"/>
                  </a:cubicBezTo>
                  <a:cubicBezTo>
                    <a:pt x="114226" y="348117"/>
                    <a:pt x="119665" y="326360"/>
                    <a:pt x="125105" y="307322"/>
                  </a:cubicBezTo>
                  <a:cubicBezTo>
                    <a:pt x="130544" y="285565"/>
                    <a:pt x="135983" y="263808"/>
                    <a:pt x="141423" y="242051"/>
                  </a:cubicBezTo>
                  <a:cubicBezTo>
                    <a:pt x="146862" y="220293"/>
                    <a:pt x="152301" y="198536"/>
                    <a:pt x="155021" y="179498"/>
                  </a:cubicBezTo>
                  <a:cubicBezTo>
                    <a:pt x="157740" y="160461"/>
                    <a:pt x="163181" y="138703"/>
                    <a:pt x="168620" y="119665"/>
                  </a:cubicBezTo>
                  <a:cubicBezTo>
                    <a:pt x="176779" y="100627"/>
                    <a:pt x="182218" y="76150"/>
                    <a:pt x="193097" y="57113"/>
                  </a:cubicBezTo>
                  <a:lnTo>
                    <a:pt x="201256" y="38075"/>
                  </a:lnTo>
                  <a:cubicBezTo>
                    <a:pt x="206695" y="29916"/>
                    <a:pt x="209415" y="19038"/>
                    <a:pt x="217574" y="13598"/>
                  </a:cubicBezTo>
                  <a:cubicBezTo>
                    <a:pt x="231172" y="2720"/>
                    <a:pt x="255649" y="0"/>
                    <a:pt x="274687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F82A0DB8-0ECB-4944-9468-4B85E60D809E}"/>
                </a:ext>
              </a:extLst>
            </p:cNvPr>
            <p:cNvSpPr/>
            <p:nvPr/>
          </p:nvSpPr>
          <p:spPr>
            <a:xfrm>
              <a:off x="3443268" y="4186718"/>
              <a:ext cx="435145" cy="761503"/>
            </a:xfrm>
            <a:custGeom>
              <a:avLst/>
              <a:gdLst>
                <a:gd name="connsiteX0" fmla="*/ 400855 w 435145"/>
                <a:gd name="connsiteY0" fmla="*/ 678260 h 761503"/>
                <a:gd name="connsiteX1" fmla="*/ 384537 w 435145"/>
                <a:gd name="connsiteY1" fmla="*/ 719054 h 761503"/>
                <a:gd name="connsiteX2" fmla="*/ 368219 w 435145"/>
                <a:gd name="connsiteY2" fmla="*/ 713615 h 761503"/>
                <a:gd name="connsiteX3" fmla="*/ 360060 w 435145"/>
                <a:gd name="connsiteY3" fmla="*/ 697297 h 761503"/>
                <a:gd name="connsiteX4" fmla="*/ 360060 w 435145"/>
                <a:gd name="connsiteY4" fmla="*/ 651063 h 761503"/>
                <a:gd name="connsiteX5" fmla="*/ 332864 w 435145"/>
                <a:gd name="connsiteY5" fmla="*/ 686418 h 761503"/>
                <a:gd name="connsiteX6" fmla="*/ 251274 w 435145"/>
                <a:gd name="connsiteY6" fmla="*/ 721774 h 761503"/>
                <a:gd name="connsiteX7" fmla="*/ 229517 w 435145"/>
                <a:gd name="connsiteY7" fmla="*/ 719054 h 761503"/>
                <a:gd name="connsiteX8" fmla="*/ 158806 w 435145"/>
                <a:gd name="connsiteY8" fmla="*/ 694578 h 761503"/>
                <a:gd name="connsiteX9" fmla="*/ 112571 w 435145"/>
                <a:gd name="connsiteY9" fmla="*/ 659222 h 761503"/>
                <a:gd name="connsiteX10" fmla="*/ 79936 w 435145"/>
                <a:gd name="connsiteY10" fmla="*/ 607548 h 761503"/>
                <a:gd name="connsiteX11" fmla="*/ 63618 w 435145"/>
                <a:gd name="connsiteY11" fmla="*/ 542277 h 761503"/>
                <a:gd name="connsiteX12" fmla="*/ 58178 w 435145"/>
                <a:gd name="connsiteY12" fmla="*/ 471566 h 761503"/>
                <a:gd name="connsiteX13" fmla="*/ 60898 w 435145"/>
                <a:gd name="connsiteY13" fmla="*/ 400855 h 761503"/>
                <a:gd name="connsiteX14" fmla="*/ 66337 w 435145"/>
                <a:gd name="connsiteY14" fmla="*/ 335583 h 761503"/>
                <a:gd name="connsiteX15" fmla="*/ 85375 w 435145"/>
                <a:gd name="connsiteY15" fmla="*/ 267592 h 761503"/>
                <a:gd name="connsiteX16" fmla="*/ 109852 w 435145"/>
                <a:gd name="connsiteY16" fmla="*/ 199600 h 761503"/>
                <a:gd name="connsiteX17" fmla="*/ 145207 w 435145"/>
                <a:gd name="connsiteY17" fmla="*/ 145207 h 761503"/>
                <a:gd name="connsiteX18" fmla="*/ 188722 w 435145"/>
                <a:gd name="connsiteY18" fmla="*/ 96253 h 761503"/>
                <a:gd name="connsiteX19" fmla="*/ 243115 w 435145"/>
                <a:gd name="connsiteY19" fmla="*/ 71776 h 761503"/>
                <a:gd name="connsiteX20" fmla="*/ 286630 w 435145"/>
                <a:gd name="connsiteY20" fmla="*/ 63617 h 761503"/>
                <a:gd name="connsiteX21" fmla="*/ 305667 w 435145"/>
                <a:gd name="connsiteY21" fmla="*/ 66337 h 761503"/>
                <a:gd name="connsiteX22" fmla="*/ 324705 w 435145"/>
                <a:gd name="connsiteY22" fmla="*/ 79936 h 761503"/>
                <a:gd name="connsiteX23" fmla="*/ 341023 w 435145"/>
                <a:gd name="connsiteY23" fmla="*/ 101693 h 761503"/>
                <a:gd name="connsiteX24" fmla="*/ 354621 w 435145"/>
                <a:gd name="connsiteY24" fmla="*/ 123450 h 761503"/>
                <a:gd name="connsiteX25" fmla="*/ 354621 w 435145"/>
                <a:gd name="connsiteY25" fmla="*/ 98973 h 761503"/>
                <a:gd name="connsiteX26" fmla="*/ 360060 w 435145"/>
                <a:gd name="connsiteY26" fmla="*/ 74496 h 761503"/>
                <a:gd name="connsiteX27" fmla="*/ 365500 w 435145"/>
                <a:gd name="connsiteY27" fmla="*/ 63617 h 761503"/>
                <a:gd name="connsiteX28" fmla="*/ 373659 w 435145"/>
                <a:gd name="connsiteY28" fmla="*/ 58178 h 761503"/>
                <a:gd name="connsiteX29" fmla="*/ 381818 w 435145"/>
                <a:gd name="connsiteY29" fmla="*/ 63617 h 761503"/>
                <a:gd name="connsiteX30" fmla="*/ 389977 w 435145"/>
                <a:gd name="connsiteY30" fmla="*/ 82655 h 761503"/>
                <a:gd name="connsiteX31" fmla="*/ 392696 w 435145"/>
                <a:gd name="connsiteY31" fmla="*/ 126170 h 761503"/>
                <a:gd name="connsiteX32" fmla="*/ 395416 w 435145"/>
                <a:gd name="connsiteY32" fmla="*/ 186002 h 761503"/>
                <a:gd name="connsiteX33" fmla="*/ 398136 w 435145"/>
                <a:gd name="connsiteY33" fmla="*/ 237675 h 761503"/>
                <a:gd name="connsiteX34" fmla="*/ 398136 w 435145"/>
                <a:gd name="connsiteY34" fmla="*/ 243115 h 761503"/>
                <a:gd name="connsiteX35" fmla="*/ 395416 w 435145"/>
                <a:gd name="connsiteY35" fmla="*/ 256713 h 761503"/>
                <a:gd name="connsiteX36" fmla="*/ 379098 w 435145"/>
                <a:gd name="connsiteY36" fmla="*/ 278470 h 761503"/>
                <a:gd name="connsiteX37" fmla="*/ 362780 w 435145"/>
                <a:gd name="connsiteY37" fmla="*/ 273031 h 761503"/>
                <a:gd name="connsiteX38" fmla="*/ 354621 w 435145"/>
                <a:gd name="connsiteY38" fmla="*/ 256713 h 761503"/>
                <a:gd name="connsiteX39" fmla="*/ 354621 w 435145"/>
                <a:gd name="connsiteY39" fmla="*/ 213198 h 761503"/>
                <a:gd name="connsiteX40" fmla="*/ 354621 w 435145"/>
                <a:gd name="connsiteY40" fmla="*/ 205040 h 761503"/>
                <a:gd name="connsiteX41" fmla="*/ 338303 w 435145"/>
                <a:gd name="connsiteY41" fmla="*/ 147927 h 761503"/>
                <a:gd name="connsiteX42" fmla="*/ 292069 w 435145"/>
                <a:gd name="connsiteY42" fmla="*/ 107132 h 761503"/>
                <a:gd name="connsiteX43" fmla="*/ 262153 w 435145"/>
                <a:gd name="connsiteY43" fmla="*/ 120730 h 761503"/>
                <a:gd name="connsiteX44" fmla="*/ 251274 w 435145"/>
                <a:gd name="connsiteY44" fmla="*/ 131609 h 761503"/>
                <a:gd name="connsiteX45" fmla="*/ 240395 w 435145"/>
                <a:gd name="connsiteY45" fmla="*/ 139768 h 761503"/>
                <a:gd name="connsiteX46" fmla="*/ 237676 w 435145"/>
                <a:gd name="connsiteY46" fmla="*/ 164245 h 761503"/>
                <a:gd name="connsiteX47" fmla="*/ 226797 w 435145"/>
                <a:gd name="connsiteY47" fmla="*/ 196881 h 761503"/>
                <a:gd name="connsiteX48" fmla="*/ 213199 w 435145"/>
                <a:gd name="connsiteY48" fmla="*/ 259433 h 761503"/>
                <a:gd name="connsiteX49" fmla="*/ 207759 w 435145"/>
                <a:gd name="connsiteY49" fmla="*/ 324704 h 761503"/>
                <a:gd name="connsiteX50" fmla="*/ 207759 w 435145"/>
                <a:gd name="connsiteY50" fmla="*/ 335583 h 761503"/>
                <a:gd name="connsiteX51" fmla="*/ 205040 w 435145"/>
                <a:gd name="connsiteY51" fmla="*/ 349181 h 761503"/>
                <a:gd name="connsiteX52" fmla="*/ 207759 w 435145"/>
                <a:gd name="connsiteY52" fmla="*/ 368219 h 761503"/>
                <a:gd name="connsiteX53" fmla="*/ 207759 w 435145"/>
                <a:gd name="connsiteY53" fmla="*/ 376378 h 761503"/>
                <a:gd name="connsiteX54" fmla="*/ 205040 w 435145"/>
                <a:gd name="connsiteY54" fmla="*/ 387256 h 761503"/>
                <a:gd name="connsiteX55" fmla="*/ 205040 w 435145"/>
                <a:gd name="connsiteY55" fmla="*/ 395415 h 761503"/>
                <a:gd name="connsiteX56" fmla="*/ 205040 w 435145"/>
                <a:gd name="connsiteY56" fmla="*/ 406294 h 761503"/>
                <a:gd name="connsiteX57" fmla="*/ 205040 w 435145"/>
                <a:gd name="connsiteY57" fmla="*/ 425332 h 761503"/>
                <a:gd name="connsiteX58" fmla="*/ 213199 w 435145"/>
                <a:gd name="connsiteY58" fmla="*/ 493323 h 761503"/>
                <a:gd name="connsiteX59" fmla="*/ 221358 w 435145"/>
                <a:gd name="connsiteY59" fmla="*/ 561314 h 761503"/>
                <a:gd name="connsiteX60" fmla="*/ 226797 w 435145"/>
                <a:gd name="connsiteY60" fmla="*/ 591231 h 761503"/>
                <a:gd name="connsiteX61" fmla="*/ 240395 w 435145"/>
                <a:gd name="connsiteY61" fmla="*/ 618427 h 761503"/>
                <a:gd name="connsiteX62" fmla="*/ 283910 w 435145"/>
                <a:gd name="connsiteY62" fmla="*/ 651063 h 761503"/>
                <a:gd name="connsiteX63" fmla="*/ 338303 w 435145"/>
                <a:gd name="connsiteY63" fmla="*/ 612988 h 761503"/>
                <a:gd name="connsiteX64" fmla="*/ 354621 w 435145"/>
                <a:gd name="connsiteY64" fmla="*/ 577632 h 761503"/>
                <a:gd name="connsiteX65" fmla="*/ 357341 w 435145"/>
                <a:gd name="connsiteY65" fmla="*/ 509641 h 761503"/>
                <a:gd name="connsiteX66" fmla="*/ 362780 w 435145"/>
                <a:gd name="connsiteY66" fmla="*/ 485164 h 761503"/>
                <a:gd name="connsiteX67" fmla="*/ 368219 w 435145"/>
                <a:gd name="connsiteY67" fmla="*/ 474286 h 761503"/>
                <a:gd name="connsiteX68" fmla="*/ 376378 w 435145"/>
                <a:gd name="connsiteY68" fmla="*/ 468846 h 761503"/>
                <a:gd name="connsiteX69" fmla="*/ 384537 w 435145"/>
                <a:gd name="connsiteY69" fmla="*/ 474286 h 761503"/>
                <a:gd name="connsiteX70" fmla="*/ 392696 w 435145"/>
                <a:gd name="connsiteY70" fmla="*/ 493323 h 761503"/>
                <a:gd name="connsiteX71" fmla="*/ 395416 w 435145"/>
                <a:gd name="connsiteY71" fmla="*/ 558595 h 761503"/>
                <a:gd name="connsiteX72" fmla="*/ 398136 w 435145"/>
                <a:gd name="connsiteY72" fmla="*/ 618427 h 761503"/>
                <a:gd name="connsiteX73" fmla="*/ 400855 w 435145"/>
                <a:gd name="connsiteY73" fmla="*/ 678260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435145" h="761503">
                  <a:moveTo>
                    <a:pt x="400855" y="678260"/>
                  </a:moveTo>
                  <a:cubicBezTo>
                    <a:pt x="400855" y="689138"/>
                    <a:pt x="400855" y="719054"/>
                    <a:pt x="384537" y="719054"/>
                  </a:cubicBezTo>
                  <a:cubicBezTo>
                    <a:pt x="376378" y="719054"/>
                    <a:pt x="373659" y="716335"/>
                    <a:pt x="368219" y="713615"/>
                  </a:cubicBezTo>
                  <a:cubicBezTo>
                    <a:pt x="362780" y="710895"/>
                    <a:pt x="360060" y="702736"/>
                    <a:pt x="360060" y="697297"/>
                  </a:cubicBezTo>
                  <a:cubicBezTo>
                    <a:pt x="357341" y="680979"/>
                    <a:pt x="357341" y="664661"/>
                    <a:pt x="360060" y="651063"/>
                  </a:cubicBezTo>
                  <a:cubicBezTo>
                    <a:pt x="354621" y="659222"/>
                    <a:pt x="341023" y="678260"/>
                    <a:pt x="332864" y="686418"/>
                  </a:cubicBezTo>
                  <a:cubicBezTo>
                    <a:pt x="311107" y="708176"/>
                    <a:pt x="283910" y="721774"/>
                    <a:pt x="251274" y="721774"/>
                  </a:cubicBezTo>
                  <a:cubicBezTo>
                    <a:pt x="243115" y="721774"/>
                    <a:pt x="237676" y="721774"/>
                    <a:pt x="229517" y="719054"/>
                  </a:cubicBezTo>
                  <a:cubicBezTo>
                    <a:pt x="207759" y="716335"/>
                    <a:pt x="183283" y="708176"/>
                    <a:pt x="158806" y="694578"/>
                  </a:cubicBezTo>
                  <a:cubicBezTo>
                    <a:pt x="142488" y="686418"/>
                    <a:pt x="126170" y="672820"/>
                    <a:pt x="112571" y="659222"/>
                  </a:cubicBezTo>
                  <a:cubicBezTo>
                    <a:pt x="98973" y="642904"/>
                    <a:pt x="88095" y="626586"/>
                    <a:pt x="79936" y="607548"/>
                  </a:cubicBezTo>
                  <a:cubicBezTo>
                    <a:pt x="71777" y="585791"/>
                    <a:pt x="66337" y="566754"/>
                    <a:pt x="63618" y="542277"/>
                  </a:cubicBezTo>
                  <a:cubicBezTo>
                    <a:pt x="60898" y="517800"/>
                    <a:pt x="58178" y="493323"/>
                    <a:pt x="58178" y="471566"/>
                  </a:cubicBezTo>
                  <a:cubicBezTo>
                    <a:pt x="58178" y="447089"/>
                    <a:pt x="58178" y="425332"/>
                    <a:pt x="60898" y="400855"/>
                  </a:cubicBezTo>
                  <a:cubicBezTo>
                    <a:pt x="63618" y="379098"/>
                    <a:pt x="60898" y="357340"/>
                    <a:pt x="66337" y="335583"/>
                  </a:cubicBezTo>
                  <a:cubicBezTo>
                    <a:pt x="69057" y="313826"/>
                    <a:pt x="77216" y="289349"/>
                    <a:pt x="85375" y="267592"/>
                  </a:cubicBezTo>
                  <a:cubicBezTo>
                    <a:pt x="93534" y="243115"/>
                    <a:pt x="98973" y="221357"/>
                    <a:pt x="109852" y="199600"/>
                  </a:cubicBezTo>
                  <a:cubicBezTo>
                    <a:pt x="118011" y="177843"/>
                    <a:pt x="131609" y="161525"/>
                    <a:pt x="145207" y="145207"/>
                  </a:cubicBezTo>
                  <a:cubicBezTo>
                    <a:pt x="158806" y="128889"/>
                    <a:pt x="172404" y="109852"/>
                    <a:pt x="188722" y="96253"/>
                  </a:cubicBezTo>
                  <a:cubicBezTo>
                    <a:pt x="205040" y="82655"/>
                    <a:pt x="224077" y="77216"/>
                    <a:pt x="243115" y="71776"/>
                  </a:cubicBezTo>
                  <a:cubicBezTo>
                    <a:pt x="256713" y="69057"/>
                    <a:pt x="273031" y="63617"/>
                    <a:pt x="286630" y="63617"/>
                  </a:cubicBezTo>
                  <a:cubicBezTo>
                    <a:pt x="292069" y="63617"/>
                    <a:pt x="297508" y="63617"/>
                    <a:pt x="305667" y="66337"/>
                  </a:cubicBezTo>
                  <a:cubicBezTo>
                    <a:pt x="313826" y="69057"/>
                    <a:pt x="319266" y="74496"/>
                    <a:pt x="324705" y="79936"/>
                  </a:cubicBezTo>
                  <a:cubicBezTo>
                    <a:pt x="332864" y="85375"/>
                    <a:pt x="332864" y="93534"/>
                    <a:pt x="341023" y="101693"/>
                  </a:cubicBezTo>
                  <a:cubicBezTo>
                    <a:pt x="346462" y="107132"/>
                    <a:pt x="349182" y="118011"/>
                    <a:pt x="354621" y="123450"/>
                  </a:cubicBezTo>
                  <a:cubicBezTo>
                    <a:pt x="354621" y="115291"/>
                    <a:pt x="354621" y="101693"/>
                    <a:pt x="354621" y="98973"/>
                  </a:cubicBezTo>
                  <a:cubicBezTo>
                    <a:pt x="354621" y="90814"/>
                    <a:pt x="354621" y="79936"/>
                    <a:pt x="360060" y="74496"/>
                  </a:cubicBezTo>
                  <a:cubicBezTo>
                    <a:pt x="362780" y="71776"/>
                    <a:pt x="362780" y="69057"/>
                    <a:pt x="365500" y="63617"/>
                  </a:cubicBezTo>
                  <a:cubicBezTo>
                    <a:pt x="368219" y="60898"/>
                    <a:pt x="370939" y="58178"/>
                    <a:pt x="373659" y="58178"/>
                  </a:cubicBezTo>
                  <a:cubicBezTo>
                    <a:pt x="376378" y="58178"/>
                    <a:pt x="379098" y="60898"/>
                    <a:pt x="381818" y="63617"/>
                  </a:cubicBezTo>
                  <a:cubicBezTo>
                    <a:pt x="384537" y="69057"/>
                    <a:pt x="387257" y="77216"/>
                    <a:pt x="389977" y="82655"/>
                  </a:cubicBezTo>
                  <a:cubicBezTo>
                    <a:pt x="389977" y="90814"/>
                    <a:pt x="392696" y="107132"/>
                    <a:pt x="392696" y="126170"/>
                  </a:cubicBezTo>
                  <a:cubicBezTo>
                    <a:pt x="392696" y="150647"/>
                    <a:pt x="392696" y="177843"/>
                    <a:pt x="395416" y="186002"/>
                  </a:cubicBezTo>
                  <a:cubicBezTo>
                    <a:pt x="398136" y="205040"/>
                    <a:pt x="398136" y="215918"/>
                    <a:pt x="398136" y="237675"/>
                  </a:cubicBezTo>
                  <a:cubicBezTo>
                    <a:pt x="398136" y="240395"/>
                    <a:pt x="398136" y="243115"/>
                    <a:pt x="398136" y="243115"/>
                  </a:cubicBezTo>
                  <a:cubicBezTo>
                    <a:pt x="398136" y="248554"/>
                    <a:pt x="398136" y="251274"/>
                    <a:pt x="395416" y="256713"/>
                  </a:cubicBezTo>
                  <a:cubicBezTo>
                    <a:pt x="392696" y="267592"/>
                    <a:pt x="389977" y="278470"/>
                    <a:pt x="379098" y="278470"/>
                  </a:cubicBezTo>
                  <a:cubicBezTo>
                    <a:pt x="370939" y="278470"/>
                    <a:pt x="368219" y="275751"/>
                    <a:pt x="362780" y="273031"/>
                  </a:cubicBezTo>
                  <a:cubicBezTo>
                    <a:pt x="357341" y="270311"/>
                    <a:pt x="354621" y="262152"/>
                    <a:pt x="354621" y="256713"/>
                  </a:cubicBezTo>
                  <a:cubicBezTo>
                    <a:pt x="349182" y="237675"/>
                    <a:pt x="354621" y="232236"/>
                    <a:pt x="354621" y="213198"/>
                  </a:cubicBezTo>
                  <a:cubicBezTo>
                    <a:pt x="354621" y="210479"/>
                    <a:pt x="354621" y="207759"/>
                    <a:pt x="354621" y="205040"/>
                  </a:cubicBezTo>
                  <a:cubicBezTo>
                    <a:pt x="349182" y="186002"/>
                    <a:pt x="343742" y="169684"/>
                    <a:pt x="338303" y="147927"/>
                  </a:cubicBezTo>
                  <a:cubicBezTo>
                    <a:pt x="332864" y="131609"/>
                    <a:pt x="311107" y="107132"/>
                    <a:pt x="292069" y="107132"/>
                  </a:cubicBezTo>
                  <a:cubicBezTo>
                    <a:pt x="281190" y="107132"/>
                    <a:pt x="270312" y="115291"/>
                    <a:pt x="262153" y="120730"/>
                  </a:cubicBezTo>
                  <a:cubicBezTo>
                    <a:pt x="259433" y="123450"/>
                    <a:pt x="256713" y="126170"/>
                    <a:pt x="251274" y="131609"/>
                  </a:cubicBezTo>
                  <a:cubicBezTo>
                    <a:pt x="248554" y="134329"/>
                    <a:pt x="243115" y="137048"/>
                    <a:pt x="240395" y="139768"/>
                  </a:cubicBezTo>
                  <a:cubicBezTo>
                    <a:pt x="237676" y="145207"/>
                    <a:pt x="240395" y="156086"/>
                    <a:pt x="237676" y="164245"/>
                  </a:cubicBezTo>
                  <a:cubicBezTo>
                    <a:pt x="232236" y="175123"/>
                    <a:pt x="229517" y="186002"/>
                    <a:pt x="226797" y="196881"/>
                  </a:cubicBezTo>
                  <a:cubicBezTo>
                    <a:pt x="221358" y="218638"/>
                    <a:pt x="218638" y="237675"/>
                    <a:pt x="213199" y="259433"/>
                  </a:cubicBezTo>
                  <a:cubicBezTo>
                    <a:pt x="210479" y="281190"/>
                    <a:pt x="207759" y="302947"/>
                    <a:pt x="207759" y="324704"/>
                  </a:cubicBezTo>
                  <a:cubicBezTo>
                    <a:pt x="207759" y="327424"/>
                    <a:pt x="207759" y="332863"/>
                    <a:pt x="207759" y="335583"/>
                  </a:cubicBezTo>
                  <a:cubicBezTo>
                    <a:pt x="207759" y="341022"/>
                    <a:pt x="205040" y="343742"/>
                    <a:pt x="205040" y="349181"/>
                  </a:cubicBezTo>
                  <a:cubicBezTo>
                    <a:pt x="205040" y="354621"/>
                    <a:pt x="207759" y="362779"/>
                    <a:pt x="207759" y="368219"/>
                  </a:cubicBezTo>
                  <a:cubicBezTo>
                    <a:pt x="207759" y="370939"/>
                    <a:pt x="207759" y="373658"/>
                    <a:pt x="207759" y="376378"/>
                  </a:cubicBezTo>
                  <a:cubicBezTo>
                    <a:pt x="205040" y="381817"/>
                    <a:pt x="205040" y="384537"/>
                    <a:pt x="205040" y="387256"/>
                  </a:cubicBezTo>
                  <a:cubicBezTo>
                    <a:pt x="205040" y="389976"/>
                    <a:pt x="205040" y="392696"/>
                    <a:pt x="205040" y="395415"/>
                  </a:cubicBezTo>
                  <a:cubicBezTo>
                    <a:pt x="205040" y="398135"/>
                    <a:pt x="205040" y="403574"/>
                    <a:pt x="205040" y="406294"/>
                  </a:cubicBezTo>
                  <a:cubicBezTo>
                    <a:pt x="205040" y="411733"/>
                    <a:pt x="205040" y="417173"/>
                    <a:pt x="205040" y="425332"/>
                  </a:cubicBezTo>
                  <a:cubicBezTo>
                    <a:pt x="205040" y="449809"/>
                    <a:pt x="213199" y="471566"/>
                    <a:pt x="213199" y="493323"/>
                  </a:cubicBezTo>
                  <a:cubicBezTo>
                    <a:pt x="213199" y="517800"/>
                    <a:pt x="215919" y="539557"/>
                    <a:pt x="221358" y="561314"/>
                  </a:cubicBezTo>
                  <a:cubicBezTo>
                    <a:pt x="224077" y="572193"/>
                    <a:pt x="224077" y="580352"/>
                    <a:pt x="226797" y="591231"/>
                  </a:cubicBezTo>
                  <a:cubicBezTo>
                    <a:pt x="229517" y="599390"/>
                    <a:pt x="237676" y="607548"/>
                    <a:pt x="240395" y="618427"/>
                  </a:cubicBezTo>
                  <a:cubicBezTo>
                    <a:pt x="248554" y="637465"/>
                    <a:pt x="262153" y="651063"/>
                    <a:pt x="283910" y="651063"/>
                  </a:cubicBezTo>
                  <a:cubicBezTo>
                    <a:pt x="302948" y="651063"/>
                    <a:pt x="330144" y="629306"/>
                    <a:pt x="338303" y="612988"/>
                  </a:cubicBezTo>
                  <a:cubicBezTo>
                    <a:pt x="346462" y="599390"/>
                    <a:pt x="351901" y="591231"/>
                    <a:pt x="354621" y="577632"/>
                  </a:cubicBezTo>
                  <a:cubicBezTo>
                    <a:pt x="354621" y="550436"/>
                    <a:pt x="354621" y="517800"/>
                    <a:pt x="357341" y="509641"/>
                  </a:cubicBezTo>
                  <a:cubicBezTo>
                    <a:pt x="357341" y="501482"/>
                    <a:pt x="357341" y="490603"/>
                    <a:pt x="362780" y="485164"/>
                  </a:cubicBezTo>
                  <a:cubicBezTo>
                    <a:pt x="365500" y="482444"/>
                    <a:pt x="365500" y="479725"/>
                    <a:pt x="368219" y="474286"/>
                  </a:cubicBezTo>
                  <a:cubicBezTo>
                    <a:pt x="370939" y="471566"/>
                    <a:pt x="373659" y="468846"/>
                    <a:pt x="376378" y="468846"/>
                  </a:cubicBezTo>
                  <a:cubicBezTo>
                    <a:pt x="379098" y="468846"/>
                    <a:pt x="381818" y="471566"/>
                    <a:pt x="384537" y="474286"/>
                  </a:cubicBezTo>
                  <a:cubicBezTo>
                    <a:pt x="387257" y="479725"/>
                    <a:pt x="389977" y="487884"/>
                    <a:pt x="392696" y="493323"/>
                  </a:cubicBezTo>
                  <a:cubicBezTo>
                    <a:pt x="392696" y="501482"/>
                    <a:pt x="395416" y="539557"/>
                    <a:pt x="395416" y="558595"/>
                  </a:cubicBezTo>
                  <a:cubicBezTo>
                    <a:pt x="395416" y="583072"/>
                    <a:pt x="395416" y="610268"/>
                    <a:pt x="398136" y="618427"/>
                  </a:cubicBezTo>
                  <a:cubicBezTo>
                    <a:pt x="398136" y="648343"/>
                    <a:pt x="400855" y="659222"/>
                    <a:pt x="400855" y="678260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DA4A0440-EB6E-4064-A01C-1781BC03A876}"/>
                </a:ext>
              </a:extLst>
            </p:cNvPr>
            <p:cNvSpPr/>
            <p:nvPr/>
          </p:nvSpPr>
          <p:spPr>
            <a:xfrm>
              <a:off x="3829459" y="4200317"/>
              <a:ext cx="598325" cy="761503"/>
            </a:xfrm>
            <a:custGeom>
              <a:avLst/>
              <a:gdLst>
                <a:gd name="connsiteX0" fmla="*/ 360060 w 598324"/>
                <a:gd name="connsiteY0" fmla="*/ 332863 h 761503"/>
                <a:gd name="connsiteX1" fmla="*/ 341023 w 598324"/>
                <a:gd name="connsiteY1" fmla="*/ 370939 h 761503"/>
                <a:gd name="connsiteX2" fmla="*/ 376378 w 598324"/>
                <a:gd name="connsiteY2" fmla="*/ 389976 h 761503"/>
                <a:gd name="connsiteX3" fmla="*/ 425332 w 598324"/>
                <a:gd name="connsiteY3" fmla="*/ 433491 h 761503"/>
                <a:gd name="connsiteX4" fmla="*/ 438930 w 598324"/>
                <a:gd name="connsiteY4" fmla="*/ 463407 h 761503"/>
                <a:gd name="connsiteX5" fmla="*/ 449809 w 598324"/>
                <a:gd name="connsiteY5" fmla="*/ 498762 h 761503"/>
                <a:gd name="connsiteX6" fmla="*/ 457968 w 598324"/>
                <a:gd name="connsiteY6" fmla="*/ 528679 h 761503"/>
                <a:gd name="connsiteX7" fmla="*/ 466127 w 598324"/>
                <a:gd name="connsiteY7" fmla="*/ 564034 h 761503"/>
                <a:gd name="connsiteX8" fmla="*/ 471566 w 598324"/>
                <a:gd name="connsiteY8" fmla="*/ 593950 h 761503"/>
                <a:gd name="connsiteX9" fmla="*/ 479725 w 598324"/>
                <a:gd name="connsiteY9" fmla="*/ 607548 h 761503"/>
                <a:gd name="connsiteX10" fmla="*/ 487884 w 598324"/>
                <a:gd name="connsiteY10" fmla="*/ 623867 h 761503"/>
                <a:gd name="connsiteX11" fmla="*/ 501482 w 598324"/>
                <a:gd name="connsiteY11" fmla="*/ 651063 h 761503"/>
                <a:gd name="connsiteX12" fmla="*/ 523240 w 598324"/>
                <a:gd name="connsiteY12" fmla="*/ 670101 h 761503"/>
                <a:gd name="connsiteX13" fmla="*/ 534119 w 598324"/>
                <a:gd name="connsiteY13" fmla="*/ 686418 h 761503"/>
                <a:gd name="connsiteX14" fmla="*/ 531399 w 598324"/>
                <a:gd name="connsiteY14" fmla="*/ 694578 h 761503"/>
                <a:gd name="connsiteX15" fmla="*/ 498763 w 598324"/>
                <a:gd name="connsiteY15" fmla="*/ 708176 h 761503"/>
                <a:gd name="connsiteX16" fmla="*/ 449809 w 598324"/>
                <a:gd name="connsiteY16" fmla="*/ 700017 h 761503"/>
                <a:gd name="connsiteX17" fmla="*/ 400855 w 598324"/>
                <a:gd name="connsiteY17" fmla="*/ 667381 h 761503"/>
                <a:gd name="connsiteX18" fmla="*/ 381817 w 598324"/>
                <a:gd name="connsiteY18" fmla="*/ 642904 h 761503"/>
                <a:gd name="connsiteX19" fmla="*/ 368219 w 598324"/>
                <a:gd name="connsiteY19" fmla="*/ 610268 h 761503"/>
                <a:gd name="connsiteX20" fmla="*/ 349182 w 598324"/>
                <a:gd name="connsiteY20" fmla="*/ 550436 h 761503"/>
                <a:gd name="connsiteX21" fmla="*/ 338303 w 598324"/>
                <a:gd name="connsiteY21" fmla="*/ 504202 h 761503"/>
                <a:gd name="connsiteX22" fmla="*/ 330144 w 598324"/>
                <a:gd name="connsiteY22" fmla="*/ 477005 h 761503"/>
                <a:gd name="connsiteX23" fmla="*/ 321985 w 598324"/>
                <a:gd name="connsiteY23" fmla="*/ 455248 h 761503"/>
                <a:gd name="connsiteX24" fmla="*/ 305667 w 598324"/>
                <a:gd name="connsiteY24" fmla="*/ 436210 h 761503"/>
                <a:gd name="connsiteX25" fmla="*/ 294788 w 598324"/>
                <a:gd name="connsiteY25" fmla="*/ 441650 h 761503"/>
                <a:gd name="connsiteX26" fmla="*/ 278471 w 598324"/>
                <a:gd name="connsiteY26" fmla="*/ 463407 h 761503"/>
                <a:gd name="connsiteX27" fmla="*/ 264872 w 598324"/>
                <a:gd name="connsiteY27" fmla="*/ 496043 h 761503"/>
                <a:gd name="connsiteX28" fmla="*/ 262153 w 598324"/>
                <a:gd name="connsiteY28" fmla="*/ 517800 h 761503"/>
                <a:gd name="connsiteX29" fmla="*/ 262153 w 598324"/>
                <a:gd name="connsiteY29" fmla="*/ 523239 h 761503"/>
                <a:gd name="connsiteX30" fmla="*/ 262153 w 598324"/>
                <a:gd name="connsiteY30" fmla="*/ 553155 h 761503"/>
                <a:gd name="connsiteX31" fmla="*/ 262153 w 598324"/>
                <a:gd name="connsiteY31" fmla="*/ 629306 h 761503"/>
                <a:gd name="connsiteX32" fmla="*/ 259433 w 598324"/>
                <a:gd name="connsiteY32" fmla="*/ 659222 h 761503"/>
                <a:gd name="connsiteX33" fmla="*/ 283910 w 598324"/>
                <a:gd name="connsiteY33" fmla="*/ 659222 h 761503"/>
                <a:gd name="connsiteX34" fmla="*/ 321985 w 598324"/>
                <a:gd name="connsiteY34" fmla="*/ 675540 h 761503"/>
                <a:gd name="connsiteX35" fmla="*/ 316546 w 598324"/>
                <a:gd name="connsiteY35" fmla="*/ 691858 h 761503"/>
                <a:gd name="connsiteX36" fmla="*/ 300228 w 598324"/>
                <a:gd name="connsiteY36" fmla="*/ 700017 h 761503"/>
                <a:gd name="connsiteX37" fmla="*/ 278471 w 598324"/>
                <a:gd name="connsiteY37" fmla="*/ 702736 h 761503"/>
                <a:gd name="connsiteX38" fmla="*/ 243115 w 598324"/>
                <a:gd name="connsiteY38" fmla="*/ 702736 h 761503"/>
                <a:gd name="connsiteX39" fmla="*/ 221358 w 598324"/>
                <a:gd name="connsiteY39" fmla="*/ 710895 h 761503"/>
                <a:gd name="connsiteX40" fmla="*/ 194161 w 598324"/>
                <a:gd name="connsiteY40" fmla="*/ 702736 h 761503"/>
                <a:gd name="connsiteX41" fmla="*/ 177843 w 598324"/>
                <a:gd name="connsiteY41" fmla="*/ 702736 h 761503"/>
                <a:gd name="connsiteX42" fmla="*/ 126170 w 598324"/>
                <a:gd name="connsiteY42" fmla="*/ 702736 h 761503"/>
                <a:gd name="connsiteX43" fmla="*/ 101693 w 598324"/>
                <a:gd name="connsiteY43" fmla="*/ 702736 h 761503"/>
                <a:gd name="connsiteX44" fmla="*/ 74496 w 598324"/>
                <a:gd name="connsiteY44" fmla="*/ 697297 h 761503"/>
                <a:gd name="connsiteX45" fmla="*/ 58178 w 598324"/>
                <a:gd name="connsiteY45" fmla="*/ 680979 h 761503"/>
                <a:gd name="connsiteX46" fmla="*/ 63617 w 598324"/>
                <a:gd name="connsiteY46" fmla="*/ 672820 h 761503"/>
                <a:gd name="connsiteX47" fmla="*/ 85375 w 598324"/>
                <a:gd name="connsiteY47" fmla="*/ 664661 h 761503"/>
                <a:gd name="connsiteX48" fmla="*/ 128889 w 598324"/>
                <a:gd name="connsiteY48" fmla="*/ 659222 h 761503"/>
                <a:gd name="connsiteX49" fmla="*/ 147927 w 598324"/>
                <a:gd name="connsiteY49" fmla="*/ 659222 h 761503"/>
                <a:gd name="connsiteX50" fmla="*/ 145207 w 598324"/>
                <a:gd name="connsiteY50" fmla="*/ 653783 h 761503"/>
                <a:gd name="connsiteX51" fmla="*/ 131609 w 598324"/>
                <a:gd name="connsiteY51" fmla="*/ 585791 h 761503"/>
                <a:gd name="connsiteX52" fmla="*/ 134329 w 598324"/>
                <a:gd name="connsiteY52" fmla="*/ 498762 h 761503"/>
                <a:gd name="connsiteX53" fmla="*/ 137048 w 598324"/>
                <a:gd name="connsiteY53" fmla="*/ 406294 h 761503"/>
                <a:gd name="connsiteX54" fmla="*/ 134329 w 598324"/>
                <a:gd name="connsiteY54" fmla="*/ 327424 h 761503"/>
                <a:gd name="connsiteX55" fmla="*/ 137048 w 598324"/>
                <a:gd name="connsiteY55" fmla="*/ 253993 h 761503"/>
                <a:gd name="connsiteX56" fmla="*/ 139768 w 598324"/>
                <a:gd name="connsiteY56" fmla="*/ 207759 h 761503"/>
                <a:gd name="connsiteX57" fmla="*/ 137048 w 598324"/>
                <a:gd name="connsiteY57" fmla="*/ 172404 h 761503"/>
                <a:gd name="connsiteX58" fmla="*/ 137048 w 598324"/>
                <a:gd name="connsiteY58" fmla="*/ 112571 h 761503"/>
                <a:gd name="connsiteX59" fmla="*/ 126170 w 598324"/>
                <a:gd name="connsiteY59" fmla="*/ 112571 h 761503"/>
                <a:gd name="connsiteX60" fmla="*/ 101693 w 598324"/>
                <a:gd name="connsiteY60" fmla="*/ 112571 h 761503"/>
                <a:gd name="connsiteX61" fmla="*/ 74496 w 598324"/>
                <a:gd name="connsiteY61" fmla="*/ 107132 h 761503"/>
                <a:gd name="connsiteX62" fmla="*/ 58178 w 598324"/>
                <a:gd name="connsiteY62" fmla="*/ 90814 h 761503"/>
                <a:gd name="connsiteX63" fmla="*/ 63617 w 598324"/>
                <a:gd name="connsiteY63" fmla="*/ 82655 h 761503"/>
                <a:gd name="connsiteX64" fmla="*/ 85375 w 598324"/>
                <a:gd name="connsiteY64" fmla="*/ 74496 h 761503"/>
                <a:gd name="connsiteX65" fmla="*/ 137048 w 598324"/>
                <a:gd name="connsiteY65" fmla="*/ 69057 h 761503"/>
                <a:gd name="connsiteX66" fmla="*/ 145207 w 598324"/>
                <a:gd name="connsiteY66" fmla="*/ 69057 h 761503"/>
                <a:gd name="connsiteX67" fmla="*/ 169684 w 598324"/>
                <a:gd name="connsiteY67" fmla="*/ 58178 h 761503"/>
                <a:gd name="connsiteX68" fmla="*/ 177843 w 598324"/>
                <a:gd name="connsiteY68" fmla="*/ 58178 h 761503"/>
                <a:gd name="connsiteX69" fmla="*/ 205040 w 598324"/>
                <a:gd name="connsiteY69" fmla="*/ 66337 h 761503"/>
                <a:gd name="connsiteX70" fmla="*/ 286629 w 598324"/>
                <a:gd name="connsiteY70" fmla="*/ 63617 h 761503"/>
                <a:gd name="connsiteX71" fmla="*/ 324705 w 598324"/>
                <a:gd name="connsiteY71" fmla="*/ 79936 h 761503"/>
                <a:gd name="connsiteX72" fmla="*/ 319265 w 598324"/>
                <a:gd name="connsiteY72" fmla="*/ 96253 h 761503"/>
                <a:gd name="connsiteX73" fmla="*/ 302948 w 598324"/>
                <a:gd name="connsiteY73" fmla="*/ 104412 h 761503"/>
                <a:gd name="connsiteX74" fmla="*/ 278471 w 598324"/>
                <a:gd name="connsiteY74" fmla="*/ 112571 h 761503"/>
                <a:gd name="connsiteX75" fmla="*/ 232236 w 598324"/>
                <a:gd name="connsiteY75" fmla="*/ 112571 h 761503"/>
                <a:gd name="connsiteX76" fmla="*/ 240395 w 598324"/>
                <a:gd name="connsiteY76" fmla="*/ 137048 h 761503"/>
                <a:gd name="connsiteX77" fmla="*/ 240395 w 598324"/>
                <a:gd name="connsiteY77" fmla="*/ 150647 h 761503"/>
                <a:gd name="connsiteX78" fmla="*/ 243115 w 598324"/>
                <a:gd name="connsiteY78" fmla="*/ 158805 h 761503"/>
                <a:gd name="connsiteX79" fmla="*/ 248554 w 598324"/>
                <a:gd name="connsiteY79" fmla="*/ 188722 h 761503"/>
                <a:gd name="connsiteX80" fmla="*/ 248554 w 598324"/>
                <a:gd name="connsiteY80" fmla="*/ 199600 h 761503"/>
                <a:gd name="connsiteX81" fmla="*/ 248554 w 598324"/>
                <a:gd name="connsiteY81" fmla="*/ 221357 h 761503"/>
                <a:gd name="connsiteX82" fmla="*/ 253994 w 598324"/>
                <a:gd name="connsiteY82" fmla="*/ 264872 h 761503"/>
                <a:gd name="connsiteX83" fmla="*/ 262153 w 598324"/>
                <a:gd name="connsiteY83" fmla="*/ 297508 h 761503"/>
                <a:gd name="connsiteX84" fmla="*/ 264872 w 598324"/>
                <a:gd name="connsiteY84" fmla="*/ 324704 h 761503"/>
                <a:gd name="connsiteX85" fmla="*/ 264872 w 598324"/>
                <a:gd name="connsiteY85" fmla="*/ 332863 h 761503"/>
                <a:gd name="connsiteX86" fmla="*/ 264872 w 598324"/>
                <a:gd name="connsiteY86" fmla="*/ 351901 h 761503"/>
                <a:gd name="connsiteX87" fmla="*/ 262153 w 598324"/>
                <a:gd name="connsiteY87" fmla="*/ 370939 h 761503"/>
                <a:gd name="connsiteX88" fmla="*/ 267592 w 598324"/>
                <a:gd name="connsiteY88" fmla="*/ 384537 h 761503"/>
                <a:gd name="connsiteX89" fmla="*/ 278471 w 598324"/>
                <a:gd name="connsiteY89" fmla="*/ 370939 h 761503"/>
                <a:gd name="connsiteX90" fmla="*/ 297508 w 598324"/>
                <a:gd name="connsiteY90" fmla="*/ 332863 h 761503"/>
                <a:gd name="connsiteX91" fmla="*/ 311106 w 598324"/>
                <a:gd name="connsiteY91" fmla="*/ 305667 h 761503"/>
                <a:gd name="connsiteX92" fmla="*/ 335583 w 598324"/>
                <a:gd name="connsiteY92" fmla="*/ 259433 h 761503"/>
                <a:gd name="connsiteX93" fmla="*/ 354621 w 598324"/>
                <a:gd name="connsiteY93" fmla="*/ 224077 h 761503"/>
                <a:gd name="connsiteX94" fmla="*/ 381817 w 598324"/>
                <a:gd name="connsiteY94" fmla="*/ 172404 h 761503"/>
                <a:gd name="connsiteX95" fmla="*/ 409014 w 598324"/>
                <a:gd name="connsiteY95" fmla="*/ 118011 h 761503"/>
                <a:gd name="connsiteX96" fmla="*/ 411734 w 598324"/>
                <a:gd name="connsiteY96" fmla="*/ 115291 h 761503"/>
                <a:gd name="connsiteX97" fmla="*/ 398136 w 598324"/>
                <a:gd name="connsiteY97" fmla="*/ 115291 h 761503"/>
                <a:gd name="connsiteX98" fmla="*/ 379098 w 598324"/>
                <a:gd name="connsiteY98" fmla="*/ 109852 h 761503"/>
                <a:gd name="connsiteX99" fmla="*/ 368219 w 598324"/>
                <a:gd name="connsiteY99" fmla="*/ 93534 h 761503"/>
                <a:gd name="connsiteX100" fmla="*/ 370939 w 598324"/>
                <a:gd name="connsiteY100" fmla="*/ 85375 h 761503"/>
                <a:gd name="connsiteX101" fmla="*/ 387257 w 598324"/>
                <a:gd name="connsiteY101" fmla="*/ 77216 h 761503"/>
                <a:gd name="connsiteX102" fmla="*/ 422612 w 598324"/>
                <a:gd name="connsiteY102" fmla="*/ 71776 h 761503"/>
                <a:gd name="connsiteX103" fmla="*/ 436211 w 598324"/>
                <a:gd name="connsiteY103" fmla="*/ 71776 h 761503"/>
                <a:gd name="connsiteX104" fmla="*/ 438930 w 598324"/>
                <a:gd name="connsiteY104" fmla="*/ 69057 h 761503"/>
                <a:gd name="connsiteX105" fmla="*/ 452529 w 598324"/>
                <a:gd name="connsiteY105" fmla="*/ 66337 h 761503"/>
                <a:gd name="connsiteX106" fmla="*/ 466127 w 598324"/>
                <a:gd name="connsiteY106" fmla="*/ 69057 h 761503"/>
                <a:gd name="connsiteX107" fmla="*/ 471566 w 598324"/>
                <a:gd name="connsiteY107" fmla="*/ 71776 h 761503"/>
                <a:gd name="connsiteX108" fmla="*/ 515081 w 598324"/>
                <a:gd name="connsiteY108" fmla="*/ 71776 h 761503"/>
                <a:gd name="connsiteX109" fmla="*/ 542277 w 598324"/>
                <a:gd name="connsiteY109" fmla="*/ 88094 h 761503"/>
                <a:gd name="connsiteX110" fmla="*/ 536838 w 598324"/>
                <a:gd name="connsiteY110" fmla="*/ 104412 h 761503"/>
                <a:gd name="connsiteX111" fmla="*/ 525959 w 598324"/>
                <a:gd name="connsiteY111" fmla="*/ 112571 h 761503"/>
                <a:gd name="connsiteX112" fmla="*/ 509642 w 598324"/>
                <a:gd name="connsiteY112" fmla="*/ 115291 h 761503"/>
                <a:gd name="connsiteX113" fmla="*/ 468847 w 598324"/>
                <a:gd name="connsiteY113" fmla="*/ 115291 h 761503"/>
                <a:gd name="connsiteX114" fmla="*/ 457968 w 598324"/>
                <a:gd name="connsiteY114" fmla="*/ 137048 h 761503"/>
                <a:gd name="connsiteX115" fmla="*/ 430771 w 598324"/>
                <a:gd name="connsiteY115" fmla="*/ 194161 h 761503"/>
                <a:gd name="connsiteX116" fmla="*/ 400855 w 598324"/>
                <a:gd name="connsiteY116" fmla="*/ 262152 h 761503"/>
                <a:gd name="connsiteX117" fmla="*/ 360060 w 598324"/>
                <a:gd name="connsiteY117" fmla="*/ 332863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</a:cxnLst>
              <a:rect l="l" t="t" r="r" b="b"/>
              <a:pathLst>
                <a:path w="598324" h="761503">
                  <a:moveTo>
                    <a:pt x="360060" y="332863"/>
                  </a:moveTo>
                  <a:cubicBezTo>
                    <a:pt x="351901" y="343742"/>
                    <a:pt x="341023" y="357340"/>
                    <a:pt x="341023" y="370939"/>
                  </a:cubicBezTo>
                  <a:cubicBezTo>
                    <a:pt x="341023" y="379098"/>
                    <a:pt x="357341" y="381817"/>
                    <a:pt x="376378" y="389976"/>
                  </a:cubicBezTo>
                  <a:cubicBezTo>
                    <a:pt x="395416" y="398135"/>
                    <a:pt x="417173" y="417173"/>
                    <a:pt x="425332" y="433491"/>
                  </a:cubicBezTo>
                  <a:cubicBezTo>
                    <a:pt x="430771" y="444369"/>
                    <a:pt x="436211" y="452528"/>
                    <a:pt x="438930" y="463407"/>
                  </a:cubicBezTo>
                  <a:cubicBezTo>
                    <a:pt x="444370" y="474286"/>
                    <a:pt x="447089" y="487884"/>
                    <a:pt x="449809" y="498762"/>
                  </a:cubicBezTo>
                  <a:cubicBezTo>
                    <a:pt x="452529" y="512361"/>
                    <a:pt x="452529" y="517800"/>
                    <a:pt x="457968" y="528679"/>
                  </a:cubicBezTo>
                  <a:cubicBezTo>
                    <a:pt x="463407" y="539557"/>
                    <a:pt x="463407" y="553155"/>
                    <a:pt x="466127" y="564034"/>
                  </a:cubicBezTo>
                  <a:cubicBezTo>
                    <a:pt x="468847" y="572193"/>
                    <a:pt x="468847" y="585791"/>
                    <a:pt x="471566" y="593950"/>
                  </a:cubicBezTo>
                  <a:cubicBezTo>
                    <a:pt x="474286" y="599390"/>
                    <a:pt x="477006" y="602109"/>
                    <a:pt x="479725" y="607548"/>
                  </a:cubicBezTo>
                  <a:cubicBezTo>
                    <a:pt x="482445" y="612988"/>
                    <a:pt x="487884" y="618427"/>
                    <a:pt x="487884" y="623867"/>
                  </a:cubicBezTo>
                  <a:cubicBezTo>
                    <a:pt x="490604" y="634745"/>
                    <a:pt x="496043" y="642904"/>
                    <a:pt x="501482" y="651063"/>
                  </a:cubicBezTo>
                  <a:cubicBezTo>
                    <a:pt x="506922" y="661942"/>
                    <a:pt x="512361" y="664661"/>
                    <a:pt x="523240" y="670101"/>
                  </a:cubicBezTo>
                  <a:cubicBezTo>
                    <a:pt x="528679" y="672820"/>
                    <a:pt x="534119" y="680979"/>
                    <a:pt x="534119" y="686418"/>
                  </a:cubicBezTo>
                  <a:cubicBezTo>
                    <a:pt x="534119" y="689138"/>
                    <a:pt x="534119" y="691858"/>
                    <a:pt x="531399" y="694578"/>
                  </a:cubicBezTo>
                  <a:cubicBezTo>
                    <a:pt x="525959" y="702736"/>
                    <a:pt x="512361" y="708176"/>
                    <a:pt x="498763" y="708176"/>
                  </a:cubicBezTo>
                  <a:cubicBezTo>
                    <a:pt x="485165" y="708176"/>
                    <a:pt x="466127" y="705456"/>
                    <a:pt x="449809" y="700017"/>
                  </a:cubicBezTo>
                  <a:cubicBezTo>
                    <a:pt x="430771" y="694578"/>
                    <a:pt x="409014" y="675540"/>
                    <a:pt x="400855" y="667381"/>
                  </a:cubicBezTo>
                  <a:cubicBezTo>
                    <a:pt x="392696" y="659222"/>
                    <a:pt x="387257" y="651063"/>
                    <a:pt x="381817" y="642904"/>
                  </a:cubicBezTo>
                  <a:cubicBezTo>
                    <a:pt x="376378" y="632025"/>
                    <a:pt x="370939" y="623867"/>
                    <a:pt x="368219" y="610268"/>
                  </a:cubicBezTo>
                  <a:cubicBezTo>
                    <a:pt x="360060" y="588511"/>
                    <a:pt x="357341" y="574913"/>
                    <a:pt x="349182" y="550436"/>
                  </a:cubicBezTo>
                  <a:cubicBezTo>
                    <a:pt x="343742" y="534118"/>
                    <a:pt x="341023" y="520520"/>
                    <a:pt x="338303" y="504202"/>
                  </a:cubicBezTo>
                  <a:cubicBezTo>
                    <a:pt x="335583" y="493323"/>
                    <a:pt x="332864" y="485164"/>
                    <a:pt x="330144" y="477005"/>
                  </a:cubicBezTo>
                  <a:cubicBezTo>
                    <a:pt x="327424" y="471566"/>
                    <a:pt x="324705" y="463407"/>
                    <a:pt x="321985" y="455248"/>
                  </a:cubicBezTo>
                  <a:cubicBezTo>
                    <a:pt x="316546" y="444369"/>
                    <a:pt x="311106" y="436210"/>
                    <a:pt x="305667" y="436210"/>
                  </a:cubicBezTo>
                  <a:cubicBezTo>
                    <a:pt x="302948" y="436210"/>
                    <a:pt x="300228" y="438930"/>
                    <a:pt x="294788" y="441650"/>
                  </a:cubicBezTo>
                  <a:cubicBezTo>
                    <a:pt x="289349" y="447089"/>
                    <a:pt x="283910" y="455248"/>
                    <a:pt x="278471" y="463407"/>
                  </a:cubicBezTo>
                  <a:cubicBezTo>
                    <a:pt x="270312" y="474286"/>
                    <a:pt x="267592" y="485164"/>
                    <a:pt x="264872" y="496043"/>
                  </a:cubicBezTo>
                  <a:cubicBezTo>
                    <a:pt x="264872" y="504202"/>
                    <a:pt x="262153" y="512361"/>
                    <a:pt x="262153" y="517800"/>
                  </a:cubicBezTo>
                  <a:cubicBezTo>
                    <a:pt x="262153" y="520520"/>
                    <a:pt x="262153" y="520520"/>
                    <a:pt x="262153" y="523239"/>
                  </a:cubicBezTo>
                  <a:cubicBezTo>
                    <a:pt x="262153" y="528679"/>
                    <a:pt x="262153" y="544997"/>
                    <a:pt x="262153" y="553155"/>
                  </a:cubicBezTo>
                  <a:cubicBezTo>
                    <a:pt x="262153" y="583072"/>
                    <a:pt x="264872" y="599390"/>
                    <a:pt x="262153" y="629306"/>
                  </a:cubicBezTo>
                  <a:cubicBezTo>
                    <a:pt x="262153" y="640184"/>
                    <a:pt x="262153" y="648343"/>
                    <a:pt x="259433" y="659222"/>
                  </a:cubicBezTo>
                  <a:cubicBezTo>
                    <a:pt x="270312" y="659222"/>
                    <a:pt x="278471" y="659222"/>
                    <a:pt x="283910" y="659222"/>
                  </a:cubicBezTo>
                  <a:cubicBezTo>
                    <a:pt x="297508" y="659222"/>
                    <a:pt x="321985" y="659222"/>
                    <a:pt x="321985" y="675540"/>
                  </a:cubicBezTo>
                  <a:cubicBezTo>
                    <a:pt x="321985" y="683699"/>
                    <a:pt x="319265" y="686418"/>
                    <a:pt x="316546" y="691858"/>
                  </a:cubicBezTo>
                  <a:cubicBezTo>
                    <a:pt x="311106" y="697297"/>
                    <a:pt x="305667" y="700017"/>
                    <a:pt x="300228" y="700017"/>
                  </a:cubicBezTo>
                  <a:cubicBezTo>
                    <a:pt x="292069" y="702736"/>
                    <a:pt x="283910" y="702736"/>
                    <a:pt x="278471" y="702736"/>
                  </a:cubicBezTo>
                  <a:cubicBezTo>
                    <a:pt x="275751" y="702736"/>
                    <a:pt x="259433" y="702736"/>
                    <a:pt x="243115" y="702736"/>
                  </a:cubicBezTo>
                  <a:cubicBezTo>
                    <a:pt x="237676" y="708176"/>
                    <a:pt x="229517" y="710895"/>
                    <a:pt x="221358" y="710895"/>
                  </a:cubicBezTo>
                  <a:cubicBezTo>
                    <a:pt x="213199" y="710895"/>
                    <a:pt x="202320" y="708176"/>
                    <a:pt x="194161" y="702736"/>
                  </a:cubicBezTo>
                  <a:cubicBezTo>
                    <a:pt x="186002" y="702736"/>
                    <a:pt x="180563" y="702736"/>
                    <a:pt x="177843" y="702736"/>
                  </a:cubicBezTo>
                  <a:cubicBezTo>
                    <a:pt x="164245" y="702736"/>
                    <a:pt x="139768" y="702736"/>
                    <a:pt x="126170" y="702736"/>
                  </a:cubicBezTo>
                  <a:cubicBezTo>
                    <a:pt x="118011" y="702736"/>
                    <a:pt x="109852" y="702736"/>
                    <a:pt x="101693" y="702736"/>
                  </a:cubicBezTo>
                  <a:cubicBezTo>
                    <a:pt x="93534" y="702736"/>
                    <a:pt x="82655" y="702736"/>
                    <a:pt x="74496" y="697297"/>
                  </a:cubicBezTo>
                  <a:cubicBezTo>
                    <a:pt x="66337" y="694578"/>
                    <a:pt x="58178" y="686418"/>
                    <a:pt x="58178" y="680979"/>
                  </a:cubicBezTo>
                  <a:cubicBezTo>
                    <a:pt x="58178" y="678260"/>
                    <a:pt x="58178" y="675540"/>
                    <a:pt x="63617" y="672820"/>
                  </a:cubicBezTo>
                  <a:cubicBezTo>
                    <a:pt x="69057" y="670101"/>
                    <a:pt x="79935" y="667381"/>
                    <a:pt x="85375" y="664661"/>
                  </a:cubicBezTo>
                  <a:cubicBezTo>
                    <a:pt x="104412" y="661942"/>
                    <a:pt x="123450" y="659222"/>
                    <a:pt x="128889" y="659222"/>
                  </a:cubicBezTo>
                  <a:cubicBezTo>
                    <a:pt x="134329" y="659222"/>
                    <a:pt x="139768" y="659222"/>
                    <a:pt x="147927" y="659222"/>
                  </a:cubicBezTo>
                  <a:cubicBezTo>
                    <a:pt x="147927" y="656502"/>
                    <a:pt x="145207" y="653783"/>
                    <a:pt x="145207" y="653783"/>
                  </a:cubicBezTo>
                  <a:cubicBezTo>
                    <a:pt x="131609" y="632025"/>
                    <a:pt x="131609" y="610268"/>
                    <a:pt x="131609" y="585791"/>
                  </a:cubicBezTo>
                  <a:cubicBezTo>
                    <a:pt x="131609" y="555875"/>
                    <a:pt x="131609" y="528679"/>
                    <a:pt x="134329" y="498762"/>
                  </a:cubicBezTo>
                  <a:cubicBezTo>
                    <a:pt x="134329" y="468846"/>
                    <a:pt x="137048" y="436210"/>
                    <a:pt x="137048" y="406294"/>
                  </a:cubicBezTo>
                  <a:cubicBezTo>
                    <a:pt x="137048" y="379098"/>
                    <a:pt x="134329" y="354621"/>
                    <a:pt x="134329" y="327424"/>
                  </a:cubicBezTo>
                  <a:cubicBezTo>
                    <a:pt x="134329" y="302947"/>
                    <a:pt x="137048" y="278470"/>
                    <a:pt x="137048" y="253993"/>
                  </a:cubicBezTo>
                  <a:cubicBezTo>
                    <a:pt x="137048" y="237675"/>
                    <a:pt x="139768" y="224077"/>
                    <a:pt x="139768" y="207759"/>
                  </a:cubicBezTo>
                  <a:cubicBezTo>
                    <a:pt x="139768" y="196881"/>
                    <a:pt x="137048" y="183282"/>
                    <a:pt x="137048" y="172404"/>
                  </a:cubicBezTo>
                  <a:cubicBezTo>
                    <a:pt x="137048" y="150647"/>
                    <a:pt x="137048" y="131609"/>
                    <a:pt x="137048" y="112571"/>
                  </a:cubicBezTo>
                  <a:cubicBezTo>
                    <a:pt x="134329" y="112571"/>
                    <a:pt x="137048" y="112571"/>
                    <a:pt x="126170" y="112571"/>
                  </a:cubicBezTo>
                  <a:cubicBezTo>
                    <a:pt x="118011" y="112571"/>
                    <a:pt x="109852" y="112571"/>
                    <a:pt x="101693" y="112571"/>
                  </a:cubicBezTo>
                  <a:cubicBezTo>
                    <a:pt x="93534" y="112571"/>
                    <a:pt x="82655" y="109852"/>
                    <a:pt x="74496" y="107132"/>
                  </a:cubicBezTo>
                  <a:cubicBezTo>
                    <a:pt x="66337" y="104412"/>
                    <a:pt x="58178" y="96253"/>
                    <a:pt x="58178" y="90814"/>
                  </a:cubicBezTo>
                  <a:cubicBezTo>
                    <a:pt x="58178" y="88094"/>
                    <a:pt x="58178" y="85375"/>
                    <a:pt x="63617" y="82655"/>
                  </a:cubicBezTo>
                  <a:cubicBezTo>
                    <a:pt x="69057" y="79936"/>
                    <a:pt x="79935" y="77216"/>
                    <a:pt x="85375" y="74496"/>
                  </a:cubicBezTo>
                  <a:cubicBezTo>
                    <a:pt x="104412" y="71776"/>
                    <a:pt x="128889" y="69057"/>
                    <a:pt x="137048" y="69057"/>
                  </a:cubicBezTo>
                  <a:cubicBezTo>
                    <a:pt x="137048" y="69057"/>
                    <a:pt x="139768" y="69057"/>
                    <a:pt x="145207" y="69057"/>
                  </a:cubicBezTo>
                  <a:cubicBezTo>
                    <a:pt x="150646" y="60898"/>
                    <a:pt x="158806" y="58178"/>
                    <a:pt x="169684" y="58178"/>
                  </a:cubicBezTo>
                  <a:cubicBezTo>
                    <a:pt x="172404" y="58178"/>
                    <a:pt x="175123" y="58178"/>
                    <a:pt x="177843" y="58178"/>
                  </a:cubicBezTo>
                  <a:cubicBezTo>
                    <a:pt x="186002" y="58178"/>
                    <a:pt x="196881" y="63617"/>
                    <a:pt x="205040" y="66337"/>
                  </a:cubicBezTo>
                  <a:cubicBezTo>
                    <a:pt x="237676" y="66337"/>
                    <a:pt x="273031" y="63617"/>
                    <a:pt x="286629" y="63617"/>
                  </a:cubicBezTo>
                  <a:cubicBezTo>
                    <a:pt x="300228" y="63617"/>
                    <a:pt x="324705" y="63617"/>
                    <a:pt x="324705" y="79936"/>
                  </a:cubicBezTo>
                  <a:cubicBezTo>
                    <a:pt x="324705" y="88094"/>
                    <a:pt x="321985" y="90814"/>
                    <a:pt x="319265" y="96253"/>
                  </a:cubicBezTo>
                  <a:cubicBezTo>
                    <a:pt x="313826" y="101693"/>
                    <a:pt x="308387" y="104412"/>
                    <a:pt x="302948" y="104412"/>
                  </a:cubicBezTo>
                  <a:cubicBezTo>
                    <a:pt x="289349" y="112571"/>
                    <a:pt x="283910" y="112571"/>
                    <a:pt x="278471" y="112571"/>
                  </a:cubicBezTo>
                  <a:cubicBezTo>
                    <a:pt x="273031" y="112571"/>
                    <a:pt x="253994" y="112571"/>
                    <a:pt x="232236" y="112571"/>
                  </a:cubicBezTo>
                  <a:cubicBezTo>
                    <a:pt x="237676" y="120730"/>
                    <a:pt x="240395" y="128889"/>
                    <a:pt x="240395" y="137048"/>
                  </a:cubicBezTo>
                  <a:cubicBezTo>
                    <a:pt x="240395" y="142487"/>
                    <a:pt x="240395" y="145207"/>
                    <a:pt x="240395" y="150647"/>
                  </a:cubicBezTo>
                  <a:cubicBezTo>
                    <a:pt x="240395" y="153366"/>
                    <a:pt x="240395" y="156086"/>
                    <a:pt x="243115" y="158805"/>
                  </a:cubicBezTo>
                  <a:cubicBezTo>
                    <a:pt x="245835" y="169684"/>
                    <a:pt x="245835" y="180563"/>
                    <a:pt x="248554" y="188722"/>
                  </a:cubicBezTo>
                  <a:cubicBezTo>
                    <a:pt x="248554" y="191441"/>
                    <a:pt x="248554" y="194161"/>
                    <a:pt x="248554" y="199600"/>
                  </a:cubicBezTo>
                  <a:cubicBezTo>
                    <a:pt x="248554" y="207759"/>
                    <a:pt x="248554" y="213198"/>
                    <a:pt x="248554" y="221357"/>
                  </a:cubicBezTo>
                  <a:cubicBezTo>
                    <a:pt x="248554" y="234956"/>
                    <a:pt x="251274" y="248554"/>
                    <a:pt x="253994" y="264872"/>
                  </a:cubicBezTo>
                  <a:cubicBezTo>
                    <a:pt x="256713" y="275751"/>
                    <a:pt x="259433" y="286629"/>
                    <a:pt x="262153" y="297508"/>
                  </a:cubicBezTo>
                  <a:cubicBezTo>
                    <a:pt x="264872" y="305667"/>
                    <a:pt x="264872" y="313826"/>
                    <a:pt x="264872" y="324704"/>
                  </a:cubicBezTo>
                  <a:cubicBezTo>
                    <a:pt x="264872" y="327424"/>
                    <a:pt x="264872" y="330144"/>
                    <a:pt x="264872" y="332863"/>
                  </a:cubicBezTo>
                  <a:cubicBezTo>
                    <a:pt x="264872" y="338303"/>
                    <a:pt x="264872" y="346462"/>
                    <a:pt x="264872" y="351901"/>
                  </a:cubicBezTo>
                  <a:cubicBezTo>
                    <a:pt x="264872" y="357340"/>
                    <a:pt x="262153" y="365499"/>
                    <a:pt x="262153" y="370939"/>
                  </a:cubicBezTo>
                  <a:cubicBezTo>
                    <a:pt x="262153" y="376378"/>
                    <a:pt x="264872" y="384537"/>
                    <a:pt x="267592" y="384537"/>
                  </a:cubicBezTo>
                  <a:cubicBezTo>
                    <a:pt x="273031" y="384537"/>
                    <a:pt x="275751" y="376378"/>
                    <a:pt x="278471" y="370939"/>
                  </a:cubicBezTo>
                  <a:cubicBezTo>
                    <a:pt x="283910" y="360060"/>
                    <a:pt x="289349" y="346462"/>
                    <a:pt x="297508" y="332863"/>
                  </a:cubicBezTo>
                  <a:cubicBezTo>
                    <a:pt x="302948" y="324704"/>
                    <a:pt x="305667" y="313826"/>
                    <a:pt x="311106" y="305667"/>
                  </a:cubicBezTo>
                  <a:cubicBezTo>
                    <a:pt x="319265" y="289349"/>
                    <a:pt x="327424" y="275751"/>
                    <a:pt x="335583" y="259433"/>
                  </a:cubicBezTo>
                  <a:cubicBezTo>
                    <a:pt x="341023" y="248554"/>
                    <a:pt x="349182" y="234956"/>
                    <a:pt x="354621" y="224077"/>
                  </a:cubicBezTo>
                  <a:cubicBezTo>
                    <a:pt x="362780" y="207759"/>
                    <a:pt x="370939" y="191441"/>
                    <a:pt x="381817" y="172404"/>
                  </a:cubicBezTo>
                  <a:cubicBezTo>
                    <a:pt x="389977" y="153366"/>
                    <a:pt x="400855" y="134329"/>
                    <a:pt x="409014" y="118011"/>
                  </a:cubicBezTo>
                  <a:cubicBezTo>
                    <a:pt x="409014" y="115291"/>
                    <a:pt x="409014" y="115291"/>
                    <a:pt x="411734" y="115291"/>
                  </a:cubicBezTo>
                  <a:cubicBezTo>
                    <a:pt x="406294" y="115291"/>
                    <a:pt x="400855" y="115291"/>
                    <a:pt x="398136" y="115291"/>
                  </a:cubicBezTo>
                  <a:cubicBezTo>
                    <a:pt x="392696" y="115291"/>
                    <a:pt x="384537" y="115291"/>
                    <a:pt x="379098" y="109852"/>
                  </a:cubicBezTo>
                  <a:cubicBezTo>
                    <a:pt x="373659" y="107132"/>
                    <a:pt x="368219" y="98973"/>
                    <a:pt x="368219" y="93534"/>
                  </a:cubicBezTo>
                  <a:cubicBezTo>
                    <a:pt x="368219" y="90814"/>
                    <a:pt x="368219" y="88094"/>
                    <a:pt x="370939" y="85375"/>
                  </a:cubicBezTo>
                  <a:cubicBezTo>
                    <a:pt x="373659" y="82655"/>
                    <a:pt x="381817" y="79936"/>
                    <a:pt x="387257" y="77216"/>
                  </a:cubicBezTo>
                  <a:cubicBezTo>
                    <a:pt x="400855" y="74496"/>
                    <a:pt x="414453" y="71776"/>
                    <a:pt x="422612" y="71776"/>
                  </a:cubicBezTo>
                  <a:cubicBezTo>
                    <a:pt x="425332" y="71776"/>
                    <a:pt x="430771" y="71776"/>
                    <a:pt x="436211" y="71776"/>
                  </a:cubicBezTo>
                  <a:cubicBezTo>
                    <a:pt x="436211" y="71776"/>
                    <a:pt x="438930" y="69057"/>
                    <a:pt x="438930" y="69057"/>
                  </a:cubicBezTo>
                  <a:cubicBezTo>
                    <a:pt x="444370" y="66337"/>
                    <a:pt x="447089" y="66337"/>
                    <a:pt x="452529" y="66337"/>
                  </a:cubicBezTo>
                  <a:cubicBezTo>
                    <a:pt x="457968" y="66337"/>
                    <a:pt x="460688" y="66337"/>
                    <a:pt x="466127" y="69057"/>
                  </a:cubicBezTo>
                  <a:cubicBezTo>
                    <a:pt x="468847" y="69057"/>
                    <a:pt x="471566" y="71776"/>
                    <a:pt x="471566" y="71776"/>
                  </a:cubicBezTo>
                  <a:cubicBezTo>
                    <a:pt x="490604" y="71776"/>
                    <a:pt x="506922" y="71776"/>
                    <a:pt x="515081" y="71776"/>
                  </a:cubicBezTo>
                  <a:cubicBezTo>
                    <a:pt x="523240" y="71776"/>
                    <a:pt x="542277" y="71776"/>
                    <a:pt x="542277" y="88094"/>
                  </a:cubicBezTo>
                  <a:cubicBezTo>
                    <a:pt x="542277" y="96253"/>
                    <a:pt x="542277" y="98973"/>
                    <a:pt x="536838" y="104412"/>
                  </a:cubicBezTo>
                  <a:cubicBezTo>
                    <a:pt x="534119" y="109852"/>
                    <a:pt x="528679" y="112571"/>
                    <a:pt x="525959" y="112571"/>
                  </a:cubicBezTo>
                  <a:cubicBezTo>
                    <a:pt x="520520" y="115291"/>
                    <a:pt x="515081" y="115291"/>
                    <a:pt x="509642" y="115291"/>
                  </a:cubicBezTo>
                  <a:cubicBezTo>
                    <a:pt x="506922" y="115291"/>
                    <a:pt x="487884" y="115291"/>
                    <a:pt x="468847" y="115291"/>
                  </a:cubicBezTo>
                  <a:cubicBezTo>
                    <a:pt x="466127" y="123450"/>
                    <a:pt x="460688" y="128889"/>
                    <a:pt x="457968" y="137048"/>
                  </a:cubicBezTo>
                  <a:cubicBezTo>
                    <a:pt x="447089" y="156086"/>
                    <a:pt x="438930" y="175123"/>
                    <a:pt x="430771" y="194161"/>
                  </a:cubicBezTo>
                  <a:cubicBezTo>
                    <a:pt x="419893" y="215918"/>
                    <a:pt x="411734" y="240395"/>
                    <a:pt x="400855" y="262152"/>
                  </a:cubicBezTo>
                  <a:cubicBezTo>
                    <a:pt x="387257" y="289349"/>
                    <a:pt x="373659" y="311106"/>
                    <a:pt x="360060" y="332863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49007CFA-4CB6-4475-8DC1-AE2D8D316015}"/>
                </a:ext>
              </a:extLst>
            </p:cNvPr>
            <p:cNvSpPr/>
            <p:nvPr/>
          </p:nvSpPr>
          <p:spPr>
            <a:xfrm>
              <a:off x="4335316" y="4186718"/>
              <a:ext cx="353556" cy="761503"/>
            </a:xfrm>
            <a:custGeom>
              <a:avLst/>
              <a:gdLst>
                <a:gd name="connsiteX0" fmla="*/ 283910 w 353555"/>
                <a:gd name="connsiteY0" fmla="*/ 672820 h 761503"/>
                <a:gd name="connsiteX1" fmla="*/ 321985 w 353555"/>
                <a:gd name="connsiteY1" fmla="*/ 689138 h 761503"/>
                <a:gd name="connsiteX2" fmla="*/ 316546 w 353555"/>
                <a:gd name="connsiteY2" fmla="*/ 705456 h 761503"/>
                <a:gd name="connsiteX3" fmla="*/ 300228 w 353555"/>
                <a:gd name="connsiteY3" fmla="*/ 713615 h 761503"/>
                <a:gd name="connsiteX4" fmla="*/ 278471 w 353555"/>
                <a:gd name="connsiteY4" fmla="*/ 716335 h 761503"/>
                <a:gd name="connsiteX5" fmla="*/ 237676 w 353555"/>
                <a:gd name="connsiteY5" fmla="*/ 716335 h 761503"/>
                <a:gd name="connsiteX6" fmla="*/ 180563 w 353555"/>
                <a:gd name="connsiteY6" fmla="*/ 719054 h 761503"/>
                <a:gd name="connsiteX7" fmla="*/ 126170 w 353555"/>
                <a:gd name="connsiteY7" fmla="*/ 719054 h 761503"/>
                <a:gd name="connsiteX8" fmla="*/ 101693 w 353555"/>
                <a:gd name="connsiteY8" fmla="*/ 719054 h 761503"/>
                <a:gd name="connsiteX9" fmla="*/ 74496 w 353555"/>
                <a:gd name="connsiteY9" fmla="*/ 713615 h 761503"/>
                <a:gd name="connsiteX10" fmla="*/ 58178 w 353555"/>
                <a:gd name="connsiteY10" fmla="*/ 697297 h 761503"/>
                <a:gd name="connsiteX11" fmla="*/ 63617 w 353555"/>
                <a:gd name="connsiteY11" fmla="*/ 689138 h 761503"/>
                <a:gd name="connsiteX12" fmla="*/ 85375 w 353555"/>
                <a:gd name="connsiteY12" fmla="*/ 680979 h 761503"/>
                <a:gd name="connsiteX13" fmla="*/ 131609 w 353555"/>
                <a:gd name="connsiteY13" fmla="*/ 675540 h 761503"/>
                <a:gd name="connsiteX14" fmla="*/ 142488 w 353555"/>
                <a:gd name="connsiteY14" fmla="*/ 675540 h 761503"/>
                <a:gd name="connsiteX15" fmla="*/ 131609 w 353555"/>
                <a:gd name="connsiteY15" fmla="*/ 653783 h 761503"/>
                <a:gd name="connsiteX16" fmla="*/ 128889 w 353555"/>
                <a:gd name="connsiteY16" fmla="*/ 640184 h 761503"/>
                <a:gd name="connsiteX17" fmla="*/ 128889 w 353555"/>
                <a:gd name="connsiteY17" fmla="*/ 629306 h 761503"/>
                <a:gd name="connsiteX18" fmla="*/ 128889 w 353555"/>
                <a:gd name="connsiteY18" fmla="*/ 621147 h 761503"/>
                <a:gd name="connsiteX19" fmla="*/ 128889 w 353555"/>
                <a:gd name="connsiteY19" fmla="*/ 593950 h 761503"/>
                <a:gd name="connsiteX20" fmla="*/ 128889 w 353555"/>
                <a:gd name="connsiteY20" fmla="*/ 583072 h 761503"/>
                <a:gd name="connsiteX21" fmla="*/ 128889 w 353555"/>
                <a:gd name="connsiteY21" fmla="*/ 436210 h 761503"/>
                <a:gd name="connsiteX22" fmla="*/ 128889 w 353555"/>
                <a:gd name="connsiteY22" fmla="*/ 357340 h 761503"/>
                <a:gd name="connsiteX23" fmla="*/ 131609 w 353555"/>
                <a:gd name="connsiteY23" fmla="*/ 289349 h 761503"/>
                <a:gd name="connsiteX24" fmla="*/ 131609 w 353555"/>
                <a:gd name="connsiteY24" fmla="*/ 251274 h 761503"/>
                <a:gd name="connsiteX25" fmla="*/ 131609 w 353555"/>
                <a:gd name="connsiteY25" fmla="*/ 205040 h 761503"/>
                <a:gd name="connsiteX26" fmla="*/ 131609 w 353555"/>
                <a:gd name="connsiteY26" fmla="*/ 139768 h 761503"/>
                <a:gd name="connsiteX27" fmla="*/ 131609 w 353555"/>
                <a:gd name="connsiteY27" fmla="*/ 128889 h 761503"/>
                <a:gd name="connsiteX28" fmla="*/ 126170 w 353555"/>
                <a:gd name="connsiteY28" fmla="*/ 128889 h 761503"/>
                <a:gd name="connsiteX29" fmla="*/ 101693 w 353555"/>
                <a:gd name="connsiteY29" fmla="*/ 128889 h 761503"/>
                <a:gd name="connsiteX30" fmla="*/ 74496 w 353555"/>
                <a:gd name="connsiteY30" fmla="*/ 123450 h 761503"/>
                <a:gd name="connsiteX31" fmla="*/ 58178 w 353555"/>
                <a:gd name="connsiteY31" fmla="*/ 107132 h 761503"/>
                <a:gd name="connsiteX32" fmla="*/ 60898 w 353555"/>
                <a:gd name="connsiteY32" fmla="*/ 98973 h 761503"/>
                <a:gd name="connsiteX33" fmla="*/ 82655 w 353555"/>
                <a:gd name="connsiteY33" fmla="*/ 93534 h 761503"/>
                <a:gd name="connsiteX34" fmla="*/ 131609 w 353555"/>
                <a:gd name="connsiteY34" fmla="*/ 88094 h 761503"/>
                <a:gd name="connsiteX35" fmla="*/ 131609 w 353555"/>
                <a:gd name="connsiteY35" fmla="*/ 82655 h 761503"/>
                <a:gd name="connsiteX36" fmla="*/ 134329 w 353555"/>
                <a:gd name="connsiteY36" fmla="*/ 71776 h 761503"/>
                <a:gd name="connsiteX37" fmla="*/ 147927 w 353555"/>
                <a:gd name="connsiteY37" fmla="*/ 63617 h 761503"/>
                <a:gd name="connsiteX38" fmla="*/ 164245 w 353555"/>
                <a:gd name="connsiteY38" fmla="*/ 58178 h 761503"/>
                <a:gd name="connsiteX39" fmla="*/ 177843 w 353555"/>
                <a:gd name="connsiteY39" fmla="*/ 58178 h 761503"/>
                <a:gd name="connsiteX40" fmla="*/ 196881 w 353555"/>
                <a:gd name="connsiteY40" fmla="*/ 60898 h 761503"/>
                <a:gd name="connsiteX41" fmla="*/ 232236 w 353555"/>
                <a:gd name="connsiteY41" fmla="*/ 88094 h 761503"/>
                <a:gd name="connsiteX42" fmla="*/ 278471 w 353555"/>
                <a:gd name="connsiteY42" fmla="*/ 88094 h 761503"/>
                <a:gd name="connsiteX43" fmla="*/ 316546 w 353555"/>
                <a:gd name="connsiteY43" fmla="*/ 104412 h 761503"/>
                <a:gd name="connsiteX44" fmla="*/ 311106 w 353555"/>
                <a:gd name="connsiteY44" fmla="*/ 120730 h 761503"/>
                <a:gd name="connsiteX45" fmla="*/ 294788 w 353555"/>
                <a:gd name="connsiteY45" fmla="*/ 128889 h 761503"/>
                <a:gd name="connsiteX46" fmla="*/ 273031 w 353555"/>
                <a:gd name="connsiteY46" fmla="*/ 131609 h 761503"/>
                <a:gd name="connsiteX47" fmla="*/ 243115 w 353555"/>
                <a:gd name="connsiteY47" fmla="*/ 131609 h 761503"/>
                <a:gd name="connsiteX48" fmla="*/ 243115 w 353555"/>
                <a:gd name="connsiteY48" fmla="*/ 134329 h 761503"/>
                <a:gd name="connsiteX49" fmla="*/ 248554 w 353555"/>
                <a:gd name="connsiteY49" fmla="*/ 169684 h 761503"/>
                <a:gd name="connsiteX50" fmla="*/ 251274 w 353555"/>
                <a:gd name="connsiteY50" fmla="*/ 205040 h 761503"/>
                <a:gd name="connsiteX51" fmla="*/ 251274 w 353555"/>
                <a:gd name="connsiteY51" fmla="*/ 240395 h 761503"/>
                <a:gd name="connsiteX52" fmla="*/ 251274 w 353555"/>
                <a:gd name="connsiteY52" fmla="*/ 256713 h 761503"/>
                <a:gd name="connsiteX53" fmla="*/ 253994 w 353555"/>
                <a:gd name="connsiteY53" fmla="*/ 270311 h 761503"/>
                <a:gd name="connsiteX54" fmla="*/ 259433 w 353555"/>
                <a:gd name="connsiteY54" fmla="*/ 343742 h 761503"/>
                <a:gd name="connsiteX55" fmla="*/ 262153 w 353555"/>
                <a:gd name="connsiteY55" fmla="*/ 425332 h 761503"/>
                <a:gd name="connsiteX56" fmla="*/ 264872 w 353555"/>
                <a:gd name="connsiteY56" fmla="*/ 490603 h 761503"/>
                <a:gd name="connsiteX57" fmla="*/ 270312 w 353555"/>
                <a:gd name="connsiteY57" fmla="*/ 564034 h 761503"/>
                <a:gd name="connsiteX58" fmla="*/ 270312 w 353555"/>
                <a:gd name="connsiteY58" fmla="*/ 599390 h 761503"/>
                <a:gd name="connsiteX59" fmla="*/ 270312 w 353555"/>
                <a:gd name="connsiteY59" fmla="*/ 637465 h 761503"/>
                <a:gd name="connsiteX60" fmla="*/ 264872 w 353555"/>
                <a:gd name="connsiteY60" fmla="*/ 670101 h 761503"/>
                <a:gd name="connsiteX61" fmla="*/ 283910 w 353555"/>
                <a:gd name="connsiteY61" fmla="*/ 672820 h 761503"/>
                <a:gd name="connsiteX62" fmla="*/ 283910 w 353555"/>
                <a:gd name="connsiteY62" fmla="*/ 672820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353555" h="761503">
                  <a:moveTo>
                    <a:pt x="283910" y="672820"/>
                  </a:moveTo>
                  <a:cubicBezTo>
                    <a:pt x="297508" y="672820"/>
                    <a:pt x="321985" y="672820"/>
                    <a:pt x="321985" y="689138"/>
                  </a:cubicBezTo>
                  <a:cubicBezTo>
                    <a:pt x="321985" y="697297"/>
                    <a:pt x="319265" y="697297"/>
                    <a:pt x="316546" y="705456"/>
                  </a:cubicBezTo>
                  <a:cubicBezTo>
                    <a:pt x="311106" y="710895"/>
                    <a:pt x="305667" y="713615"/>
                    <a:pt x="300228" y="713615"/>
                  </a:cubicBezTo>
                  <a:cubicBezTo>
                    <a:pt x="292069" y="716335"/>
                    <a:pt x="283910" y="716335"/>
                    <a:pt x="278471" y="716335"/>
                  </a:cubicBezTo>
                  <a:cubicBezTo>
                    <a:pt x="275751" y="716335"/>
                    <a:pt x="256713" y="716335"/>
                    <a:pt x="237676" y="716335"/>
                  </a:cubicBezTo>
                  <a:cubicBezTo>
                    <a:pt x="213199" y="716335"/>
                    <a:pt x="186002" y="719054"/>
                    <a:pt x="180563" y="719054"/>
                  </a:cubicBezTo>
                  <a:cubicBezTo>
                    <a:pt x="166965" y="719054"/>
                    <a:pt x="142488" y="719054"/>
                    <a:pt x="126170" y="719054"/>
                  </a:cubicBezTo>
                  <a:cubicBezTo>
                    <a:pt x="118011" y="719054"/>
                    <a:pt x="109852" y="719054"/>
                    <a:pt x="101693" y="719054"/>
                  </a:cubicBezTo>
                  <a:cubicBezTo>
                    <a:pt x="93534" y="719054"/>
                    <a:pt x="82655" y="719054"/>
                    <a:pt x="74496" y="713615"/>
                  </a:cubicBezTo>
                  <a:cubicBezTo>
                    <a:pt x="66337" y="710895"/>
                    <a:pt x="58178" y="702736"/>
                    <a:pt x="58178" y="697297"/>
                  </a:cubicBezTo>
                  <a:cubicBezTo>
                    <a:pt x="58178" y="694578"/>
                    <a:pt x="58178" y="691858"/>
                    <a:pt x="63617" y="689138"/>
                  </a:cubicBezTo>
                  <a:cubicBezTo>
                    <a:pt x="69057" y="686418"/>
                    <a:pt x="79935" y="683699"/>
                    <a:pt x="85375" y="680979"/>
                  </a:cubicBezTo>
                  <a:cubicBezTo>
                    <a:pt x="104412" y="678260"/>
                    <a:pt x="123450" y="675540"/>
                    <a:pt x="131609" y="675540"/>
                  </a:cubicBezTo>
                  <a:cubicBezTo>
                    <a:pt x="134329" y="675540"/>
                    <a:pt x="137048" y="675540"/>
                    <a:pt x="142488" y="675540"/>
                  </a:cubicBezTo>
                  <a:cubicBezTo>
                    <a:pt x="134329" y="670101"/>
                    <a:pt x="131609" y="661942"/>
                    <a:pt x="131609" y="653783"/>
                  </a:cubicBezTo>
                  <a:cubicBezTo>
                    <a:pt x="131609" y="648343"/>
                    <a:pt x="131609" y="642904"/>
                    <a:pt x="128889" y="640184"/>
                  </a:cubicBezTo>
                  <a:cubicBezTo>
                    <a:pt x="128889" y="637465"/>
                    <a:pt x="128889" y="634745"/>
                    <a:pt x="128889" y="629306"/>
                  </a:cubicBezTo>
                  <a:cubicBezTo>
                    <a:pt x="128889" y="626586"/>
                    <a:pt x="128889" y="623867"/>
                    <a:pt x="128889" y="621147"/>
                  </a:cubicBezTo>
                  <a:cubicBezTo>
                    <a:pt x="128889" y="612988"/>
                    <a:pt x="128889" y="604829"/>
                    <a:pt x="128889" y="593950"/>
                  </a:cubicBezTo>
                  <a:cubicBezTo>
                    <a:pt x="128889" y="591231"/>
                    <a:pt x="128889" y="585791"/>
                    <a:pt x="128889" y="583072"/>
                  </a:cubicBezTo>
                  <a:cubicBezTo>
                    <a:pt x="128889" y="534118"/>
                    <a:pt x="131609" y="485164"/>
                    <a:pt x="128889" y="436210"/>
                  </a:cubicBezTo>
                  <a:cubicBezTo>
                    <a:pt x="128889" y="409014"/>
                    <a:pt x="128889" y="384537"/>
                    <a:pt x="128889" y="357340"/>
                  </a:cubicBezTo>
                  <a:cubicBezTo>
                    <a:pt x="128889" y="335583"/>
                    <a:pt x="131609" y="313826"/>
                    <a:pt x="131609" y="289349"/>
                  </a:cubicBezTo>
                  <a:cubicBezTo>
                    <a:pt x="131609" y="275751"/>
                    <a:pt x="131609" y="264872"/>
                    <a:pt x="131609" y="251274"/>
                  </a:cubicBezTo>
                  <a:cubicBezTo>
                    <a:pt x="131609" y="234956"/>
                    <a:pt x="131609" y="221357"/>
                    <a:pt x="131609" y="205040"/>
                  </a:cubicBezTo>
                  <a:cubicBezTo>
                    <a:pt x="131609" y="183282"/>
                    <a:pt x="131609" y="161525"/>
                    <a:pt x="131609" y="139768"/>
                  </a:cubicBezTo>
                  <a:cubicBezTo>
                    <a:pt x="131609" y="137048"/>
                    <a:pt x="131609" y="134329"/>
                    <a:pt x="131609" y="128889"/>
                  </a:cubicBezTo>
                  <a:cubicBezTo>
                    <a:pt x="128889" y="128889"/>
                    <a:pt x="126170" y="128889"/>
                    <a:pt x="126170" y="128889"/>
                  </a:cubicBezTo>
                  <a:cubicBezTo>
                    <a:pt x="118011" y="128889"/>
                    <a:pt x="109852" y="128889"/>
                    <a:pt x="101693" y="128889"/>
                  </a:cubicBezTo>
                  <a:cubicBezTo>
                    <a:pt x="93534" y="128889"/>
                    <a:pt x="82655" y="128889"/>
                    <a:pt x="74496" y="123450"/>
                  </a:cubicBezTo>
                  <a:cubicBezTo>
                    <a:pt x="66337" y="120730"/>
                    <a:pt x="58178" y="112571"/>
                    <a:pt x="58178" y="107132"/>
                  </a:cubicBezTo>
                  <a:cubicBezTo>
                    <a:pt x="58178" y="104412"/>
                    <a:pt x="58178" y="101693"/>
                    <a:pt x="60898" y="98973"/>
                  </a:cubicBezTo>
                  <a:cubicBezTo>
                    <a:pt x="63617" y="96253"/>
                    <a:pt x="77216" y="93534"/>
                    <a:pt x="82655" y="93534"/>
                  </a:cubicBezTo>
                  <a:cubicBezTo>
                    <a:pt x="98973" y="90814"/>
                    <a:pt x="123450" y="88094"/>
                    <a:pt x="131609" y="88094"/>
                  </a:cubicBezTo>
                  <a:cubicBezTo>
                    <a:pt x="131609" y="85375"/>
                    <a:pt x="131609" y="85375"/>
                    <a:pt x="131609" y="82655"/>
                  </a:cubicBezTo>
                  <a:cubicBezTo>
                    <a:pt x="131609" y="77216"/>
                    <a:pt x="131609" y="74496"/>
                    <a:pt x="134329" y="71776"/>
                  </a:cubicBezTo>
                  <a:cubicBezTo>
                    <a:pt x="137048" y="69057"/>
                    <a:pt x="145207" y="66337"/>
                    <a:pt x="147927" y="63617"/>
                  </a:cubicBezTo>
                  <a:cubicBezTo>
                    <a:pt x="153366" y="60898"/>
                    <a:pt x="158806" y="58178"/>
                    <a:pt x="164245" y="58178"/>
                  </a:cubicBezTo>
                  <a:cubicBezTo>
                    <a:pt x="169684" y="58178"/>
                    <a:pt x="175123" y="58178"/>
                    <a:pt x="177843" y="58178"/>
                  </a:cubicBezTo>
                  <a:cubicBezTo>
                    <a:pt x="183283" y="58178"/>
                    <a:pt x="191442" y="58178"/>
                    <a:pt x="196881" y="60898"/>
                  </a:cubicBezTo>
                  <a:cubicBezTo>
                    <a:pt x="213199" y="63617"/>
                    <a:pt x="224077" y="74496"/>
                    <a:pt x="232236" y="88094"/>
                  </a:cubicBezTo>
                  <a:cubicBezTo>
                    <a:pt x="253994" y="88094"/>
                    <a:pt x="270312" y="88094"/>
                    <a:pt x="278471" y="88094"/>
                  </a:cubicBezTo>
                  <a:cubicBezTo>
                    <a:pt x="292069" y="88094"/>
                    <a:pt x="316546" y="88094"/>
                    <a:pt x="316546" y="104412"/>
                  </a:cubicBezTo>
                  <a:cubicBezTo>
                    <a:pt x="316546" y="112571"/>
                    <a:pt x="313826" y="112571"/>
                    <a:pt x="311106" y="120730"/>
                  </a:cubicBezTo>
                  <a:cubicBezTo>
                    <a:pt x="305667" y="126170"/>
                    <a:pt x="300228" y="128889"/>
                    <a:pt x="294788" y="128889"/>
                  </a:cubicBezTo>
                  <a:cubicBezTo>
                    <a:pt x="286630" y="131609"/>
                    <a:pt x="278471" y="131609"/>
                    <a:pt x="273031" y="131609"/>
                  </a:cubicBezTo>
                  <a:cubicBezTo>
                    <a:pt x="270312" y="131609"/>
                    <a:pt x="259433" y="131609"/>
                    <a:pt x="243115" y="131609"/>
                  </a:cubicBezTo>
                  <a:lnTo>
                    <a:pt x="243115" y="134329"/>
                  </a:lnTo>
                  <a:cubicBezTo>
                    <a:pt x="245835" y="145207"/>
                    <a:pt x="245835" y="158805"/>
                    <a:pt x="248554" y="169684"/>
                  </a:cubicBezTo>
                  <a:cubicBezTo>
                    <a:pt x="251274" y="180563"/>
                    <a:pt x="251274" y="194161"/>
                    <a:pt x="251274" y="205040"/>
                  </a:cubicBezTo>
                  <a:cubicBezTo>
                    <a:pt x="251274" y="215918"/>
                    <a:pt x="251274" y="226797"/>
                    <a:pt x="251274" y="240395"/>
                  </a:cubicBezTo>
                  <a:cubicBezTo>
                    <a:pt x="251274" y="245834"/>
                    <a:pt x="251274" y="251274"/>
                    <a:pt x="251274" y="256713"/>
                  </a:cubicBezTo>
                  <a:cubicBezTo>
                    <a:pt x="251274" y="262152"/>
                    <a:pt x="251274" y="267592"/>
                    <a:pt x="253994" y="270311"/>
                  </a:cubicBezTo>
                  <a:cubicBezTo>
                    <a:pt x="256713" y="294788"/>
                    <a:pt x="256713" y="319265"/>
                    <a:pt x="259433" y="343742"/>
                  </a:cubicBezTo>
                  <a:cubicBezTo>
                    <a:pt x="259433" y="370939"/>
                    <a:pt x="262153" y="398135"/>
                    <a:pt x="262153" y="425332"/>
                  </a:cubicBezTo>
                  <a:cubicBezTo>
                    <a:pt x="262153" y="447089"/>
                    <a:pt x="262153" y="468846"/>
                    <a:pt x="264872" y="490603"/>
                  </a:cubicBezTo>
                  <a:cubicBezTo>
                    <a:pt x="264872" y="515080"/>
                    <a:pt x="270312" y="539557"/>
                    <a:pt x="270312" y="564034"/>
                  </a:cubicBezTo>
                  <a:cubicBezTo>
                    <a:pt x="270312" y="574913"/>
                    <a:pt x="270312" y="588511"/>
                    <a:pt x="270312" y="599390"/>
                  </a:cubicBezTo>
                  <a:cubicBezTo>
                    <a:pt x="270312" y="612988"/>
                    <a:pt x="270312" y="623867"/>
                    <a:pt x="270312" y="637465"/>
                  </a:cubicBezTo>
                  <a:cubicBezTo>
                    <a:pt x="270312" y="648343"/>
                    <a:pt x="270312" y="661942"/>
                    <a:pt x="264872" y="670101"/>
                  </a:cubicBezTo>
                  <a:cubicBezTo>
                    <a:pt x="273031" y="672820"/>
                    <a:pt x="278471" y="672820"/>
                    <a:pt x="283910" y="672820"/>
                  </a:cubicBezTo>
                  <a:lnTo>
                    <a:pt x="283910" y="672820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862B4178-3CD4-4F75-9B25-C23D707C377A}"/>
                </a:ext>
              </a:extLst>
            </p:cNvPr>
            <p:cNvSpPr/>
            <p:nvPr/>
          </p:nvSpPr>
          <p:spPr>
            <a:xfrm>
              <a:off x="4620880" y="4194877"/>
              <a:ext cx="598325" cy="761503"/>
            </a:xfrm>
            <a:custGeom>
              <a:avLst/>
              <a:gdLst>
                <a:gd name="connsiteX0" fmla="*/ 515081 w 598324"/>
                <a:gd name="connsiteY0" fmla="*/ 79935 h 761503"/>
                <a:gd name="connsiteX1" fmla="*/ 542277 w 598324"/>
                <a:gd name="connsiteY1" fmla="*/ 96253 h 761503"/>
                <a:gd name="connsiteX2" fmla="*/ 536838 w 598324"/>
                <a:gd name="connsiteY2" fmla="*/ 112571 h 761503"/>
                <a:gd name="connsiteX3" fmla="*/ 523240 w 598324"/>
                <a:gd name="connsiteY3" fmla="*/ 120730 h 761503"/>
                <a:gd name="connsiteX4" fmla="*/ 506922 w 598324"/>
                <a:gd name="connsiteY4" fmla="*/ 123450 h 761503"/>
                <a:gd name="connsiteX5" fmla="*/ 477006 w 598324"/>
                <a:gd name="connsiteY5" fmla="*/ 123450 h 761503"/>
                <a:gd name="connsiteX6" fmla="*/ 479725 w 598324"/>
                <a:gd name="connsiteY6" fmla="*/ 145207 h 761503"/>
                <a:gd name="connsiteX7" fmla="*/ 477006 w 598324"/>
                <a:gd name="connsiteY7" fmla="*/ 180563 h 761503"/>
                <a:gd name="connsiteX8" fmla="*/ 482445 w 598324"/>
                <a:gd name="connsiteY8" fmla="*/ 232236 h 761503"/>
                <a:gd name="connsiteX9" fmla="*/ 485165 w 598324"/>
                <a:gd name="connsiteY9" fmla="*/ 283909 h 761503"/>
                <a:gd name="connsiteX10" fmla="*/ 485165 w 598324"/>
                <a:gd name="connsiteY10" fmla="*/ 327424 h 761503"/>
                <a:gd name="connsiteX11" fmla="*/ 487884 w 598324"/>
                <a:gd name="connsiteY11" fmla="*/ 373658 h 761503"/>
                <a:gd name="connsiteX12" fmla="*/ 485165 w 598324"/>
                <a:gd name="connsiteY12" fmla="*/ 419892 h 761503"/>
                <a:gd name="connsiteX13" fmla="*/ 485165 w 598324"/>
                <a:gd name="connsiteY13" fmla="*/ 463407 h 761503"/>
                <a:gd name="connsiteX14" fmla="*/ 482445 w 598324"/>
                <a:gd name="connsiteY14" fmla="*/ 515080 h 761503"/>
                <a:gd name="connsiteX15" fmla="*/ 482445 w 598324"/>
                <a:gd name="connsiteY15" fmla="*/ 558595 h 761503"/>
                <a:gd name="connsiteX16" fmla="*/ 479725 w 598324"/>
                <a:gd name="connsiteY16" fmla="*/ 602109 h 761503"/>
                <a:gd name="connsiteX17" fmla="*/ 485165 w 598324"/>
                <a:gd name="connsiteY17" fmla="*/ 648343 h 761503"/>
                <a:gd name="connsiteX18" fmla="*/ 474286 w 598324"/>
                <a:gd name="connsiteY18" fmla="*/ 675540 h 761503"/>
                <a:gd name="connsiteX19" fmla="*/ 428052 w 598324"/>
                <a:gd name="connsiteY19" fmla="*/ 691858 h 761503"/>
                <a:gd name="connsiteX20" fmla="*/ 387257 w 598324"/>
                <a:gd name="connsiteY20" fmla="*/ 683699 h 761503"/>
                <a:gd name="connsiteX21" fmla="*/ 351901 w 598324"/>
                <a:gd name="connsiteY21" fmla="*/ 664661 h 761503"/>
                <a:gd name="connsiteX22" fmla="*/ 305667 w 598324"/>
                <a:gd name="connsiteY22" fmla="*/ 596670 h 761503"/>
                <a:gd name="connsiteX23" fmla="*/ 270312 w 598324"/>
                <a:gd name="connsiteY23" fmla="*/ 509641 h 761503"/>
                <a:gd name="connsiteX24" fmla="*/ 251274 w 598324"/>
                <a:gd name="connsiteY24" fmla="*/ 460687 h 761503"/>
                <a:gd name="connsiteX25" fmla="*/ 224077 w 598324"/>
                <a:gd name="connsiteY25" fmla="*/ 381817 h 761503"/>
                <a:gd name="connsiteX26" fmla="*/ 207759 w 598324"/>
                <a:gd name="connsiteY26" fmla="*/ 330144 h 761503"/>
                <a:gd name="connsiteX27" fmla="*/ 191442 w 598324"/>
                <a:gd name="connsiteY27" fmla="*/ 286629 h 761503"/>
                <a:gd name="connsiteX28" fmla="*/ 183283 w 598324"/>
                <a:gd name="connsiteY28" fmla="*/ 278470 h 761503"/>
                <a:gd name="connsiteX29" fmla="*/ 180563 w 598324"/>
                <a:gd name="connsiteY29" fmla="*/ 292068 h 761503"/>
                <a:gd name="connsiteX30" fmla="*/ 180563 w 598324"/>
                <a:gd name="connsiteY30" fmla="*/ 305667 h 761503"/>
                <a:gd name="connsiteX31" fmla="*/ 183283 w 598324"/>
                <a:gd name="connsiteY31" fmla="*/ 354620 h 761503"/>
                <a:gd name="connsiteX32" fmla="*/ 188722 w 598324"/>
                <a:gd name="connsiteY32" fmla="*/ 449808 h 761503"/>
                <a:gd name="connsiteX33" fmla="*/ 188722 w 598324"/>
                <a:gd name="connsiteY33" fmla="*/ 479725 h 761503"/>
                <a:gd name="connsiteX34" fmla="*/ 188722 w 598324"/>
                <a:gd name="connsiteY34" fmla="*/ 542277 h 761503"/>
                <a:gd name="connsiteX35" fmla="*/ 186002 w 598324"/>
                <a:gd name="connsiteY35" fmla="*/ 615708 h 761503"/>
                <a:gd name="connsiteX36" fmla="*/ 186002 w 598324"/>
                <a:gd name="connsiteY36" fmla="*/ 637465 h 761503"/>
                <a:gd name="connsiteX37" fmla="*/ 183283 w 598324"/>
                <a:gd name="connsiteY37" fmla="*/ 664661 h 761503"/>
                <a:gd name="connsiteX38" fmla="*/ 226797 w 598324"/>
                <a:gd name="connsiteY38" fmla="*/ 664661 h 761503"/>
                <a:gd name="connsiteX39" fmla="*/ 253994 w 598324"/>
                <a:gd name="connsiteY39" fmla="*/ 680979 h 761503"/>
                <a:gd name="connsiteX40" fmla="*/ 248554 w 598324"/>
                <a:gd name="connsiteY40" fmla="*/ 697297 h 761503"/>
                <a:gd name="connsiteX41" fmla="*/ 234956 w 598324"/>
                <a:gd name="connsiteY41" fmla="*/ 705456 h 761503"/>
                <a:gd name="connsiteX42" fmla="*/ 218638 w 598324"/>
                <a:gd name="connsiteY42" fmla="*/ 708176 h 761503"/>
                <a:gd name="connsiteX43" fmla="*/ 183283 w 598324"/>
                <a:gd name="connsiteY43" fmla="*/ 708176 h 761503"/>
                <a:gd name="connsiteX44" fmla="*/ 150647 w 598324"/>
                <a:gd name="connsiteY44" fmla="*/ 708176 h 761503"/>
                <a:gd name="connsiteX45" fmla="*/ 107132 w 598324"/>
                <a:gd name="connsiteY45" fmla="*/ 708176 h 761503"/>
                <a:gd name="connsiteX46" fmla="*/ 88094 w 598324"/>
                <a:gd name="connsiteY46" fmla="*/ 708176 h 761503"/>
                <a:gd name="connsiteX47" fmla="*/ 69057 w 598324"/>
                <a:gd name="connsiteY47" fmla="*/ 702736 h 761503"/>
                <a:gd name="connsiteX48" fmla="*/ 58178 w 598324"/>
                <a:gd name="connsiteY48" fmla="*/ 686418 h 761503"/>
                <a:gd name="connsiteX49" fmla="*/ 60898 w 598324"/>
                <a:gd name="connsiteY49" fmla="*/ 678259 h 761503"/>
                <a:gd name="connsiteX50" fmla="*/ 77216 w 598324"/>
                <a:gd name="connsiteY50" fmla="*/ 670101 h 761503"/>
                <a:gd name="connsiteX51" fmla="*/ 120730 w 598324"/>
                <a:gd name="connsiteY51" fmla="*/ 664661 h 761503"/>
                <a:gd name="connsiteX52" fmla="*/ 131609 w 598324"/>
                <a:gd name="connsiteY52" fmla="*/ 664661 h 761503"/>
                <a:gd name="connsiteX53" fmla="*/ 134329 w 598324"/>
                <a:gd name="connsiteY53" fmla="*/ 539557 h 761503"/>
                <a:gd name="connsiteX54" fmla="*/ 134329 w 598324"/>
                <a:gd name="connsiteY54" fmla="*/ 504201 h 761503"/>
                <a:gd name="connsiteX55" fmla="*/ 131609 w 598324"/>
                <a:gd name="connsiteY55" fmla="*/ 376378 h 761503"/>
                <a:gd name="connsiteX56" fmla="*/ 131609 w 598324"/>
                <a:gd name="connsiteY56" fmla="*/ 302947 h 761503"/>
                <a:gd name="connsiteX57" fmla="*/ 134329 w 598324"/>
                <a:gd name="connsiteY57" fmla="*/ 221357 h 761503"/>
                <a:gd name="connsiteX58" fmla="*/ 137048 w 598324"/>
                <a:gd name="connsiteY58" fmla="*/ 123450 h 761503"/>
                <a:gd name="connsiteX59" fmla="*/ 107132 w 598324"/>
                <a:gd name="connsiteY59" fmla="*/ 123450 h 761503"/>
                <a:gd name="connsiteX60" fmla="*/ 88094 w 598324"/>
                <a:gd name="connsiteY60" fmla="*/ 123450 h 761503"/>
                <a:gd name="connsiteX61" fmla="*/ 69057 w 598324"/>
                <a:gd name="connsiteY61" fmla="*/ 118011 h 761503"/>
                <a:gd name="connsiteX62" fmla="*/ 58178 w 598324"/>
                <a:gd name="connsiteY62" fmla="*/ 101693 h 761503"/>
                <a:gd name="connsiteX63" fmla="*/ 60898 w 598324"/>
                <a:gd name="connsiteY63" fmla="*/ 93534 h 761503"/>
                <a:gd name="connsiteX64" fmla="*/ 77216 w 598324"/>
                <a:gd name="connsiteY64" fmla="*/ 85375 h 761503"/>
                <a:gd name="connsiteX65" fmla="*/ 131609 w 598324"/>
                <a:gd name="connsiteY65" fmla="*/ 79935 h 761503"/>
                <a:gd name="connsiteX66" fmla="*/ 161525 w 598324"/>
                <a:gd name="connsiteY66" fmla="*/ 79935 h 761503"/>
                <a:gd name="connsiteX67" fmla="*/ 177843 w 598324"/>
                <a:gd name="connsiteY67" fmla="*/ 66337 h 761503"/>
                <a:gd name="connsiteX68" fmla="*/ 202320 w 598324"/>
                <a:gd name="connsiteY68" fmla="*/ 58178 h 761503"/>
                <a:gd name="connsiteX69" fmla="*/ 234956 w 598324"/>
                <a:gd name="connsiteY69" fmla="*/ 77216 h 761503"/>
                <a:gd name="connsiteX70" fmla="*/ 251274 w 598324"/>
                <a:gd name="connsiteY70" fmla="*/ 107132 h 761503"/>
                <a:gd name="connsiteX71" fmla="*/ 267592 w 598324"/>
                <a:gd name="connsiteY71" fmla="*/ 147927 h 761503"/>
                <a:gd name="connsiteX72" fmla="*/ 281190 w 598324"/>
                <a:gd name="connsiteY72" fmla="*/ 183282 h 761503"/>
                <a:gd name="connsiteX73" fmla="*/ 297508 w 598324"/>
                <a:gd name="connsiteY73" fmla="*/ 224077 h 761503"/>
                <a:gd name="connsiteX74" fmla="*/ 308387 w 598324"/>
                <a:gd name="connsiteY74" fmla="*/ 264872 h 761503"/>
                <a:gd name="connsiteX75" fmla="*/ 319265 w 598324"/>
                <a:gd name="connsiteY75" fmla="*/ 300227 h 761503"/>
                <a:gd name="connsiteX76" fmla="*/ 351901 w 598324"/>
                <a:gd name="connsiteY76" fmla="*/ 379097 h 761503"/>
                <a:gd name="connsiteX77" fmla="*/ 365500 w 598324"/>
                <a:gd name="connsiteY77" fmla="*/ 417173 h 761503"/>
                <a:gd name="connsiteX78" fmla="*/ 379098 w 598324"/>
                <a:gd name="connsiteY78" fmla="*/ 457967 h 761503"/>
                <a:gd name="connsiteX79" fmla="*/ 395416 w 598324"/>
                <a:gd name="connsiteY79" fmla="*/ 496043 h 761503"/>
                <a:gd name="connsiteX80" fmla="*/ 406294 w 598324"/>
                <a:gd name="connsiteY80" fmla="*/ 512361 h 761503"/>
                <a:gd name="connsiteX81" fmla="*/ 411734 w 598324"/>
                <a:gd name="connsiteY81" fmla="*/ 531398 h 761503"/>
                <a:gd name="connsiteX82" fmla="*/ 419893 w 598324"/>
                <a:gd name="connsiteY82" fmla="*/ 558595 h 761503"/>
                <a:gd name="connsiteX83" fmla="*/ 425332 w 598324"/>
                <a:gd name="connsiteY83" fmla="*/ 564034 h 761503"/>
                <a:gd name="connsiteX84" fmla="*/ 430771 w 598324"/>
                <a:gd name="connsiteY84" fmla="*/ 558595 h 761503"/>
                <a:gd name="connsiteX85" fmla="*/ 430771 w 598324"/>
                <a:gd name="connsiteY85" fmla="*/ 550436 h 761503"/>
                <a:gd name="connsiteX86" fmla="*/ 430771 w 598324"/>
                <a:gd name="connsiteY86" fmla="*/ 501482 h 761503"/>
                <a:gd name="connsiteX87" fmla="*/ 430771 w 598324"/>
                <a:gd name="connsiteY87" fmla="*/ 403574 h 761503"/>
                <a:gd name="connsiteX88" fmla="*/ 425332 w 598324"/>
                <a:gd name="connsiteY88" fmla="*/ 313826 h 761503"/>
                <a:gd name="connsiteX89" fmla="*/ 425332 w 598324"/>
                <a:gd name="connsiteY89" fmla="*/ 248554 h 761503"/>
                <a:gd name="connsiteX90" fmla="*/ 425332 w 598324"/>
                <a:gd name="connsiteY90" fmla="*/ 210479 h 761503"/>
                <a:gd name="connsiteX91" fmla="*/ 422613 w 598324"/>
                <a:gd name="connsiteY91" fmla="*/ 153366 h 761503"/>
                <a:gd name="connsiteX92" fmla="*/ 425332 w 598324"/>
                <a:gd name="connsiteY92" fmla="*/ 123450 h 761503"/>
                <a:gd name="connsiteX93" fmla="*/ 398136 w 598324"/>
                <a:gd name="connsiteY93" fmla="*/ 123450 h 761503"/>
                <a:gd name="connsiteX94" fmla="*/ 379098 w 598324"/>
                <a:gd name="connsiteY94" fmla="*/ 123450 h 761503"/>
                <a:gd name="connsiteX95" fmla="*/ 360060 w 598324"/>
                <a:gd name="connsiteY95" fmla="*/ 118011 h 761503"/>
                <a:gd name="connsiteX96" fmla="*/ 349182 w 598324"/>
                <a:gd name="connsiteY96" fmla="*/ 101693 h 761503"/>
                <a:gd name="connsiteX97" fmla="*/ 351901 w 598324"/>
                <a:gd name="connsiteY97" fmla="*/ 93534 h 761503"/>
                <a:gd name="connsiteX98" fmla="*/ 368219 w 598324"/>
                <a:gd name="connsiteY98" fmla="*/ 85375 h 761503"/>
                <a:gd name="connsiteX99" fmla="*/ 422613 w 598324"/>
                <a:gd name="connsiteY99" fmla="*/ 79935 h 761503"/>
                <a:gd name="connsiteX100" fmla="*/ 444370 w 598324"/>
                <a:gd name="connsiteY100" fmla="*/ 79935 h 761503"/>
                <a:gd name="connsiteX101" fmla="*/ 463407 w 598324"/>
                <a:gd name="connsiteY101" fmla="*/ 71776 h 761503"/>
                <a:gd name="connsiteX102" fmla="*/ 477006 w 598324"/>
                <a:gd name="connsiteY102" fmla="*/ 79935 h 761503"/>
                <a:gd name="connsiteX103" fmla="*/ 515081 w 598324"/>
                <a:gd name="connsiteY103" fmla="*/ 79935 h 761503"/>
                <a:gd name="connsiteX104" fmla="*/ 515081 w 598324"/>
                <a:gd name="connsiteY104" fmla="*/ 79935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598324" h="761503">
                  <a:moveTo>
                    <a:pt x="515081" y="79935"/>
                  </a:moveTo>
                  <a:cubicBezTo>
                    <a:pt x="523240" y="79935"/>
                    <a:pt x="542277" y="79935"/>
                    <a:pt x="542277" y="96253"/>
                  </a:cubicBezTo>
                  <a:cubicBezTo>
                    <a:pt x="542277" y="104412"/>
                    <a:pt x="542277" y="107132"/>
                    <a:pt x="536838" y="112571"/>
                  </a:cubicBezTo>
                  <a:cubicBezTo>
                    <a:pt x="534119" y="118011"/>
                    <a:pt x="528679" y="120730"/>
                    <a:pt x="523240" y="120730"/>
                  </a:cubicBezTo>
                  <a:cubicBezTo>
                    <a:pt x="515081" y="123450"/>
                    <a:pt x="512361" y="123450"/>
                    <a:pt x="506922" y="123450"/>
                  </a:cubicBezTo>
                  <a:cubicBezTo>
                    <a:pt x="504202" y="123450"/>
                    <a:pt x="490604" y="123450"/>
                    <a:pt x="477006" y="123450"/>
                  </a:cubicBezTo>
                  <a:cubicBezTo>
                    <a:pt x="477006" y="131609"/>
                    <a:pt x="479725" y="137048"/>
                    <a:pt x="479725" y="145207"/>
                  </a:cubicBezTo>
                  <a:cubicBezTo>
                    <a:pt x="479725" y="156086"/>
                    <a:pt x="477006" y="166964"/>
                    <a:pt x="477006" y="180563"/>
                  </a:cubicBezTo>
                  <a:cubicBezTo>
                    <a:pt x="477006" y="196881"/>
                    <a:pt x="479725" y="215918"/>
                    <a:pt x="482445" y="232236"/>
                  </a:cubicBezTo>
                  <a:cubicBezTo>
                    <a:pt x="485165" y="248554"/>
                    <a:pt x="485165" y="267592"/>
                    <a:pt x="485165" y="283909"/>
                  </a:cubicBezTo>
                  <a:cubicBezTo>
                    <a:pt x="485165" y="297508"/>
                    <a:pt x="485165" y="313826"/>
                    <a:pt x="485165" y="327424"/>
                  </a:cubicBezTo>
                  <a:cubicBezTo>
                    <a:pt x="485165" y="343742"/>
                    <a:pt x="487884" y="357340"/>
                    <a:pt x="487884" y="373658"/>
                  </a:cubicBezTo>
                  <a:cubicBezTo>
                    <a:pt x="487884" y="389976"/>
                    <a:pt x="485165" y="403574"/>
                    <a:pt x="485165" y="419892"/>
                  </a:cubicBezTo>
                  <a:cubicBezTo>
                    <a:pt x="485165" y="436210"/>
                    <a:pt x="485165" y="449808"/>
                    <a:pt x="485165" y="463407"/>
                  </a:cubicBezTo>
                  <a:cubicBezTo>
                    <a:pt x="485165" y="479725"/>
                    <a:pt x="485165" y="498762"/>
                    <a:pt x="482445" y="515080"/>
                  </a:cubicBezTo>
                  <a:cubicBezTo>
                    <a:pt x="482445" y="528678"/>
                    <a:pt x="482445" y="542277"/>
                    <a:pt x="482445" y="558595"/>
                  </a:cubicBezTo>
                  <a:cubicBezTo>
                    <a:pt x="482445" y="572193"/>
                    <a:pt x="479725" y="588511"/>
                    <a:pt x="479725" y="602109"/>
                  </a:cubicBezTo>
                  <a:cubicBezTo>
                    <a:pt x="479725" y="615708"/>
                    <a:pt x="485165" y="632025"/>
                    <a:pt x="485165" y="648343"/>
                  </a:cubicBezTo>
                  <a:cubicBezTo>
                    <a:pt x="485165" y="659222"/>
                    <a:pt x="482445" y="670101"/>
                    <a:pt x="474286" y="675540"/>
                  </a:cubicBezTo>
                  <a:cubicBezTo>
                    <a:pt x="460688" y="686418"/>
                    <a:pt x="444370" y="691858"/>
                    <a:pt x="428052" y="691858"/>
                  </a:cubicBezTo>
                  <a:cubicBezTo>
                    <a:pt x="414453" y="691858"/>
                    <a:pt x="400855" y="689138"/>
                    <a:pt x="387257" y="683699"/>
                  </a:cubicBezTo>
                  <a:cubicBezTo>
                    <a:pt x="373659" y="678259"/>
                    <a:pt x="360060" y="672820"/>
                    <a:pt x="351901" y="664661"/>
                  </a:cubicBezTo>
                  <a:cubicBezTo>
                    <a:pt x="330144" y="645624"/>
                    <a:pt x="316546" y="621147"/>
                    <a:pt x="305667" y="596670"/>
                  </a:cubicBezTo>
                  <a:cubicBezTo>
                    <a:pt x="292069" y="569473"/>
                    <a:pt x="281190" y="539557"/>
                    <a:pt x="270312" y="509641"/>
                  </a:cubicBezTo>
                  <a:cubicBezTo>
                    <a:pt x="264872" y="493323"/>
                    <a:pt x="256713" y="477005"/>
                    <a:pt x="251274" y="460687"/>
                  </a:cubicBezTo>
                  <a:cubicBezTo>
                    <a:pt x="240395" y="433490"/>
                    <a:pt x="232236" y="409014"/>
                    <a:pt x="224077" y="381817"/>
                  </a:cubicBezTo>
                  <a:cubicBezTo>
                    <a:pt x="218638" y="365499"/>
                    <a:pt x="213199" y="346462"/>
                    <a:pt x="207759" y="330144"/>
                  </a:cubicBezTo>
                  <a:cubicBezTo>
                    <a:pt x="202320" y="316545"/>
                    <a:pt x="196881" y="300227"/>
                    <a:pt x="191442" y="286629"/>
                  </a:cubicBezTo>
                  <a:cubicBezTo>
                    <a:pt x="188722" y="281190"/>
                    <a:pt x="186002" y="278470"/>
                    <a:pt x="183283" y="278470"/>
                  </a:cubicBezTo>
                  <a:cubicBezTo>
                    <a:pt x="180563" y="278470"/>
                    <a:pt x="180563" y="286629"/>
                    <a:pt x="180563" y="292068"/>
                  </a:cubicBezTo>
                  <a:cubicBezTo>
                    <a:pt x="180563" y="297508"/>
                    <a:pt x="180563" y="302947"/>
                    <a:pt x="180563" y="305667"/>
                  </a:cubicBezTo>
                  <a:cubicBezTo>
                    <a:pt x="180563" y="321985"/>
                    <a:pt x="183283" y="338303"/>
                    <a:pt x="183283" y="354620"/>
                  </a:cubicBezTo>
                  <a:cubicBezTo>
                    <a:pt x="183283" y="387256"/>
                    <a:pt x="186002" y="417173"/>
                    <a:pt x="188722" y="449808"/>
                  </a:cubicBezTo>
                  <a:cubicBezTo>
                    <a:pt x="188722" y="460687"/>
                    <a:pt x="188722" y="468846"/>
                    <a:pt x="188722" y="479725"/>
                  </a:cubicBezTo>
                  <a:cubicBezTo>
                    <a:pt x="188722" y="501482"/>
                    <a:pt x="188722" y="523239"/>
                    <a:pt x="188722" y="542277"/>
                  </a:cubicBezTo>
                  <a:cubicBezTo>
                    <a:pt x="188722" y="566754"/>
                    <a:pt x="186002" y="591231"/>
                    <a:pt x="186002" y="615708"/>
                  </a:cubicBezTo>
                  <a:cubicBezTo>
                    <a:pt x="186002" y="623866"/>
                    <a:pt x="186002" y="632025"/>
                    <a:pt x="186002" y="637465"/>
                  </a:cubicBezTo>
                  <a:cubicBezTo>
                    <a:pt x="186002" y="645624"/>
                    <a:pt x="183283" y="656502"/>
                    <a:pt x="183283" y="664661"/>
                  </a:cubicBezTo>
                  <a:cubicBezTo>
                    <a:pt x="202320" y="664661"/>
                    <a:pt x="218638" y="664661"/>
                    <a:pt x="226797" y="664661"/>
                  </a:cubicBezTo>
                  <a:cubicBezTo>
                    <a:pt x="234956" y="664661"/>
                    <a:pt x="253994" y="664661"/>
                    <a:pt x="253994" y="680979"/>
                  </a:cubicBezTo>
                  <a:cubicBezTo>
                    <a:pt x="253994" y="689138"/>
                    <a:pt x="253994" y="691858"/>
                    <a:pt x="248554" y="697297"/>
                  </a:cubicBezTo>
                  <a:cubicBezTo>
                    <a:pt x="245835" y="702736"/>
                    <a:pt x="240395" y="705456"/>
                    <a:pt x="234956" y="705456"/>
                  </a:cubicBezTo>
                  <a:cubicBezTo>
                    <a:pt x="226797" y="708176"/>
                    <a:pt x="224077" y="708176"/>
                    <a:pt x="218638" y="708176"/>
                  </a:cubicBezTo>
                  <a:cubicBezTo>
                    <a:pt x="215918" y="708176"/>
                    <a:pt x="199600" y="708176"/>
                    <a:pt x="183283" y="708176"/>
                  </a:cubicBezTo>
                  <a:cubicBezTo>
                    <a:pt x="166965" y="708176"/>
                    <a:pt x="153366" y="708176"/>
                    <a:pt x="150647" y="708176"/>
                  </a:cubicBezTo>
                  <a:cubicBezTo>
                    <a:pt x="139768" y="708176"/>
                    <a:pt x="120730" y="708176"/>
                    <a:pt x="107132" y="708176"/>
                  </a:cubicBezTo>
                  <a:cubicBezTo>
                    <a:pt x="101693" y="708176"/>
                    <a:pt x="96254" y="708176"/>
                    <a:pt x="88094" y="708176"/>
                  </a:cubicBezTo>
                  <a:cubicBezTo>
                    <a:pt x="82655" y="708176"/>
                    <a:pt x="74496" y="708176"/>
                    <a:pt x="69057" y="702736"/>
                  </a:cubicBezTo>
                  <a:cubicBezTo>
                    <a:pt x="63617" y="700017"/>
                    <a:pt x="58178" y="691858"/>
                    <a:pt x="58178" y="686418"/>
                  </a:cubicBezTo>
                  <a:cubicBezTo>
                    <a:pt x="58178" y="683699"/>
                    <a:pt x="58178" y="680979"/>
                    <a:pt x="60898" y="678259"/>
                  </a:cubicBezTo>
                  <a:cubicBezTo>
                    <a:pt x="63617" y="675540"/>
                    <a:pt x="71777" y="672820"/>
                    <a:pt x="77216" y="670101"/>
                  </a:cubicBezTo>
                  <a:cubicBezTo>
                    <a:pt x="90814" y="667381"/>
                    <a:pt x="115291" y="664661"/>
                    <a:pt x="120730" y="664661"/>
                  </a:cubicBezTo>
                  <a:cubicBezTo>
                    <a:pt x="123450" y="664661"/>
                    <a:pt x="126170" y="664661"/>
                    <a:pt x="131609" y="664661"/>
                  </a:cubicBezTo>
                  <a:cubicBezTo>
                    <a:pt x="131609" y="623866"/>
                    <a:pt x="134329" y="583072"/>
                    <a:pt x="134329" y="539557"/>
                  </a:cubicBezTo>
                  <a:cubicBezTo>
                    <a:pt x="134329" y="528678"/>
                    <a:pt x="134329" y="515080"/>
                    <a:pt x="134329" y="504201"/>
                  </a:cubicBezTo>
                  <a:cubicBezTo>
                    <a:pt x="131609" y="460687"/>
                    <a:pt x="131609" y="417173"/>
                    <a:pt x="131609" y="376378"/>
                  </a:cubicBezTo>
                  <a:cubicBezTo>
                    <a:pt x="131609" y="351901"/>
                    <a:pt x="131609" y="327424"/>
                    <a:pt x="131609" y="302947"/>
                  </a:cubicBezTo>
                  <a:cubicBezTo>
                    <a:pt x="131609" y="275751"/>
                    <a:pt x="131609" y="248554"/>
                    <a:pt x="134329" y="221357"/>
                  </a:cubicBezTo>
                  <a:cubicBezTo>
                    <a:pt x="134329" y="188722"/>
                    <a:pt x="137048" y="156086"/>
                    <a:pt x="137048" y="123450"/>
                  </a:cubicBezTo>
                  <a:cubicBezTo>
                    <a:pt x="126170" y="123450"/>
                    <a:pt x="115291" y="123450"/>
                    <a:pt x="107132" y="123450"/>
                  </a:cubicBezTo>
                  <a:cubicBezTo>
                    <a:pt x="101693" y="123450"/>
                    <a:pt x="96254" y="123450"/>
                    <a:pt x="88094" y="123450"/>
                  </a:cubicBezTo>
                  <a:cubicBezTo>
                    <a:pt x="82655" y="123450"/>
                    <a:pt x="74496" y="120730"/>
                    <a:pt x="69057" y="118011"/>
                  </a:cubicBezTo>
                  <a:cubicBezTo>
                    <a:pt x="63617" y="115291"/>
                    <a:pt x="58178" y="107132"/>
                    <a:pt x="58178" y="101693"/>
                  </a:cubicBezTo>
                  <a:cubicBezTo>
                    <a:pt x="58178" y="98973"/>
                    <a:pt x="58178" y="96253"/>
                    <a:pt x="60898" y="93534"/>
                  </a:cubicBezTo>
                  <a:cubicBezTo>
                    <a:pt x="63617" y="90814"/>
                    <a:pt x="71777" y="88094"/>
                    <a:pt x="77216" y="85375"/>
                  </a:cubicBezTo>
                  <a:cubicBezTo>
                    <a:pt x="90814" y="82655"/>
                    <a:pt x="126170" y="79935"/>
                    <a:pt x="131609" y="79935"/>
                  </a:cubicBezTo>
                  <a:cubicBezTo>
                    <a:pt x="137048" y="79935"/>
                    <a:pt x="147927" y="79935"/>
                    <a:pt x="161525" y="79935"/>
                  </a:cubicBezTo>
                  <a:cubicBezTo>
                    <a:pt x="166965" y="74496"/>
                    <a:pt x="172404" y="71776"/>
                    <a:pt x="177843" y="66337"/>
                  </a:cubicBezTo>
                  <a:cubicBezTo>
                    <a:pt x="186002" y="60898"/>
                    <a:pt x="194161" y="58178"/>
                    <a:pt x="202320" y="58178"/>
                  </a:cubicBezTo>
                  <a:cubicBezTo>
                    <a:pt x="215918" y="58178"/>
                    <a:pt x="226797" y="63617"/>
                    <a:pt x="234956" y="77216"/>
                  </a:cubicBezTo>
                  <a:cubicBezTo>
                    <a:pt x="240395" y="88094"/>
                    <a:pt x="248554" y="96253"/>
                    <a:pt x="251274" y="107132"/>
                  </a:cubicBezTo>
                  <a:cubicBezTo>
                    <a:pt x="256713" y="120730"/>
                    <a:pt x="259433" y="134328"/>
                    <a:pt x="267592" y="147927"/>
                  </a:cubicBezTo>
                  <a:cubicBezTo>
                    <a:pt x="273031" y="158805"/>
                    <a:pt x="275751" y="172404"/>
                    <a:pt x="281190" y="183282"/>
                  </a:cubicBezTo>
                  <a:cubicBezTo>
                    <a:pt x="286630" y="196881"/>
                    <a:pt x="292069" y="210479"/>
                    <a:pt x="297508" y="224077"/>
                  </a:cubicBezTo>
                  <a:cubicBezTo>
                    <a:pt x="300228" y="237675"/>
                    <a:pt x="305667" y="251274"/>
                    <a:pt x="308387" y="264872"/>
                  </a:cubicBezTo>
                  <a:cubicBezTo>
                    <a:pt x="311106" y="278470"/>
                    <a:pt x="311106" y="289349"/>
                    <a:pt x="319265" y="300227"/>
                  </a:cubicBezTo>
                  <a:cubicBezTo>
                    <a:pt x="332864" y="324704"/>
                    <a:pt x="346462" y="351901"/>
                    <a:pt x="351901" y="379097"/>
                  </a:cubicBezTo>
                  <a:cubicBezTo>
                    <a:pt x="354621" y="392696"/>
                    <a:pt x="360060" y="403574"/>
                    <a:pt x="365500" y="417173"/>
                  </a:cubicBezTo>
                  <a:cubicBezTo>
                    <a:pt x="373659" y="430771"/>
                    <a:pt x="373659" y="444369"/>
                    <a:pt x="379098" y="457967"/>
                  </a:cubicBezTo>
                  <a:cubicBezTo>
                    <a:pt x="381818" y="471566"/>
                    <a:pt x="387257" y="482444"/>
                    <a:pt x="395416" y="496043"/>
                  </a:cubicBezTo>
                  <a:cubicBezTo>
                    <a:pt x="398136" y="501482"/>
                    <a:pt x="403575" y="506921"/>
                    <a:pt x="406294" y="512361"/>
                  </a:cubicBezTo>
                  <a:cubicBezTo>
                    <a:pt x="409014" y="517800"/>
                    <a:pt x="409014" y="525959"/>
                    <a:pt x="411734" y="531398"/>
                  </a:cubicBezTo>
                  <a:cubicBezTo>
                    <a:pt x="414453" y="539557"/>
                    <a:pt x="417173" y="550436"/>
                    <a:pt x="419893" y="558595"/>
                  </a:cubicBezTo>
                  <a:cubicBezTo>
                    <a:pt x="422613" y="561314"/>
                    <a:pt x="422613" y="564034"/>
                    <a:pt x="425332" y="564034"/>
                  </a:cubicBezTo>
                  <a:cubicBezTo>
                    <a:pt x="428052" y="564034"/>
                    <a:pt x="428052" y="561314"/>
                    <a:pt x="430771" y="558595"/>
                  </a:cubicBezTo>
                  <a:cubicBezTo>
                    <a:pt x="430771" y="555875"/>
                    <a:pt x="430771" y="553155"/>
                    <a:pt x="430771" y="550436"/>
                  </a:cubicBezTo>
                  <a:cubicBezTo>
                    <a:pt x="430771" y="534118"/>
                    <a:pt x="430771" y="517800"/>
                    <a:pt x="430771" y="501482"/>
                  </a:cubicBezTo>
                  <a:cubicBezTo>
                    <a:pt x="430771" y="468846"/>
                    <a:pt x="433491" y="436210"/>
                    <a:pt x="430771" y="403574"/>
                  </a:cubicBezTo>
                  <a:cubicBezTo>
                    <a:pt x="430771" y="373658"/>
                    <a:pt x="425332" y="343742"/>
                    <a:pt x="425332" y="313826"/>
                  </a:cubicBezTo>
                  <a:cubicBezTo>
                    <a:pt x="425332" y="292068"/>
                    <a:pt x="425332" y="270311"/>
                    <a:pt x="425332" y="248554"/>
                  </a:cubicBezTo>
                  <a:cubicBezTo>
                    <a:pt x="425332" y="234956"/>
                    <a:pt x="425332" y="224077"/>
                    <a:pt x="425332" y="210479"/>
                  </a:cubicBezTo>
                  <a:cubicBezTo>
                    <a:pt x="425332" y="191441"/>
                    <a:pt x="422613" y="172404"/>
                    <a:pt x="422613" y="153366"/>
                  </a:cubicBezTo>
                  <a:cubicBezTo>
                    <a:pt x="422613" y="142487"/>
                    <a:pt x="422613" y="134328"/>
                    <a:pt x="425332" y="123450"/>
                  </a:cubicBezTo>
                  <a:cubicBezTo>
                    <a:pt x="417173" y="123450"/>
                    <a:pt x="406294" y="123450"/>
                    <a:pt x="398136" y="123450"/>
                  </a:cubicBezTo>
                  <a:cubicBezTo>
                    <a:pt x="392696" y="123450"/>
                    <a:pt x="387257" y="123450"/>
                    <a:pt x="379098" y="123450"/>
                  </a:cubicBezTo>
                  <a:cubicBezTo>
                    <a:pt x="373659" y="123450"/>
                    <a:pt x="365500" y="120730"/>
                    <a:pt x="360060" y="118011"/>
                  </a:cubicBezTo>
                  <a:cubicBezTo>
                    <a:pt x="354621" y="115291"/>
                    <a:pt x="349182" y="107132"/>
                    <a:pt x="349182" y="101693"/>
                  </a:cubicBezTo>
                  <a:cubicBezTo>
                    <a:pt x="349182" y="98973"/>
                    <a:pt x="349182" y="96253"/>
                    <a:pt x="351901" y="93534"/>
                  </a:cubicBezTo>
                  <a:cubicBezTo>
                    <a:pt x="354621" y="90814"/>
                    <a:pt x="362780" y="88094"/>
                    <a:pt x="368219" y="85375"/>
                  </a:cubicBezTo>
                  <a:cubicBezTo>
                    <a:pt x="381818" y="82655"/>
                    <a:pt x="417173" y="79935"/>
                    <a:pt x="422613" y="79935"/>
                  </a:cubicBezTo>
                  <a:cubicBezTo>
                    <a:pt x="428052" y="79935"/>
                    <a:pt x="433491" y="79935"/>
                    <a:pt x="444370" y="79935"/>
                  </a:cubicBezTo>
                  <a:cubicBezTo>
                    <a:pt x="449809" y="74496"/>
                    <a:pt x="455248" y="71776"/>
                    <a:pt x="463407" y="71776"/>
                  </a:cubicBezTo>
                  <a:cubicBezTo>
                    <a:pt x="471566" y="71776"/>
                    <a:pt x="477006" y="74496"/>
                    <a:pt x="477006" y="79935"/>
                  </a:cubicBezTo>
                  <a:cubicBezTo>
                    <a:pt x="493324" y="79935"/>
                    <a:pt x="506922" y="79935"/>
                    <a:pt x="515081" y="79935"/>
                  </a:cubicBezTo>
                  <a:lnTo>
                    <a:pt x="515081" y="79935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558B1006-CC1F-40DD-BD7B-99C832704287}"/>
                </a:ext>
              </a:extLst>
            </p:cNvPr>
            <p:cNvSpPr/>
            <p:nvPr/>
          </p:nvSpPr>
          <p:spPr>
            <a:xfrm>
              <a:off x="5139126" y="4192158"/>
              <a:ext cx="516735" cy="788700"/>
            </a:xfrm>
            <a:custGeom>
              <a:avLst/>
              <a:gdLst>
                <a:gd name="connsiteX0" fmla="*/ 464616 w 516735"/>
                <a:gd name="connsiteY0" fmla="*/ 436210 h 788699"/>
                <a:gd name="connsiteX1" fmla="*/ 445578 w 516735"/>
                <a:gd name="connsiteY1" fmla="*/ 455248 h 788699"/>
                <a:gd name="connsiteX2" fmla="*/ 404784 w 516735"/>
                <a:gd name="connsiteY2" fmla="*/ 466126 h 788699"/>
                <a:gd name="connsiteX3" fmla="*/ 385746 w 516735"/>
                <a:gd name="connsiteY3" fmla="*/ 479725 h 788699"/>
                <a:gd name="connsiteX4" fmla="*/ 388466 w 516735"/>
                <a:gd name="connsiteY4" fmla="*/ 512361 h 788699"/>
                <a:gd name="connsiteX5" fmla="*/ 388466 w 516735"/>
                <a:gd name="connsiteY5" fmla="*/ 544997 h 788699"/>
                <a:gd name="connsiteX6" fmla="*/ 388466 w 516735"/>
                <a:gd name="connsiteY6" fmla="*/ 566754 h 788699"/>
                <a:gd name="connsiteX7" fmla="*/ 391185 w 516735"/>
                <a:gd name="connsiteY7" fmla="*/ 632026 h 788699"/>
                <a:gd name="connsiteX8" fmla="*/ 393905 w 516735"/>
                <a:gd name="connsiteY8" fmla="*/ 683699 h 788699"/>
                <a:gd name="connsiteX9" fmla="*/ 377587 w 516735"/>
                <a:gd name="connsiteY9" fmla="*/ 724494 h 788699"/>
                <a:gd name="connsiteX10" fmla="*/ 361269 w 516735"/>
                <a:gd name="connsiteY10" fmla="*/ 719054 h 788699"/>
                <a:gd name="connsiteX11" fmla="*/ 353110 w 516735"/>
                <a:gd name="connsiteY11" fmla="*/ 702737 h 788699"/>
                <a:gd name="connsiteX12" fmla="*/ 350390 w 516735"/>
                <a:gd name="connsiteY12" fmla="*/ 686419 h 788699"/>
                <a:gd name="connsiteX13" fmla="*/ 353110 w 516735"/>
                <a:gd name="connsiteY13" fmla="*/ 659222 h 788699"/>
                <a:gd name="connsiteX14" fmla="*/ 353110 w 516735"/>
                <a:gd name="connsiteY14" fmla="*/ 656502 h 788699"/>
                <a:gd name="connsiteX15" fmla="*/ 317755 w 516735"/>
                <a:gd name="connsiteY15" fmla="*/ 708176 h 788699"/>
                <a:gd name="connsiteX16" fmla="*/ 241604 w 516735"/>
                <a:gd name="connsiteY16" fmla="*/ 735372 h 788699"/>
                <a:gd name="connsiteX17" fmla="*/ 187211 w 516735"/>
                <a:gd name="connsiteY17" fmla="*/ 727214 h 788699"/>
                <a:gd name="connsiteX18" fmla="*/ 135538 w 516735"/>
                <a:gd name="connsiteY18" fmla="*/ 694578 h 788699"/>
                <a:gd name="connsiteX19" fmla="*/ 86584 w 516735"/>
                <a:gd name="connsiteY19" fmla="*/ 621147 h 788699"/>
                <a:gd name="connsiteX20" fmla="*/ 67546 w 516735"/>
                <a:gd name="connsiteY20" fmla="*/ 555875 h 788699"/>
                <a:gd name="connsiteX21" fmla="*/ 59387 w 516735"/>
                <a:gd name="connsiteY21" fmla="*/ 509641 h 788699"/>
                <a:gd name="connsiteX22" fmla="*/ 59387 w 516735"/>
                <a:gd name="connsiteY22" fmla="*/ 468846 h 788699"/>
                <a:gd name="connsiteX23" fmla="*/ 86584 w 516735"/>
                <a:gd name="connsiteY23" fmla="*/ 302947 h 788699"/>
                <a:gd name="connsiteX24" fmla="*/ 108341 w 516735"/>
                <a:gd name="connsiteY24" fmla="*/ 224077 h 788699"/>
                <a:gd name="connsiteX25" fmla="*/ 146416 w 516735"/>
                <a:gd name="connsiteY25" fmla="*/ 145207 h 788699"/>
                <a:gd name="connsiteX26" fmla="*/ 198090 w 516735"/>
                <a:gd name="connsiteY26" fmla="*/ 85375 h 788699"/>
                <a:gd name="connsiteX27" fmla="*/ 228006 w 516735"/>
                <a:gd name="connsiteY27" fmla="*/ 69057 h 788699"/>
                <a:gd name="connsiteX28" fmla="*/ 268801 w 516735"/>
                <a:gd name="connsiteY28" fmla="*/ 58178 h 788699"/>
                <a:gd name="connsiteX29" fmla="*/ 274240 w 516735"/>
                <a:gd name="connsiteY29" fmla="*/ 58178 h 788699"/>
                <a:gd name="connsiteX30" fmla="*/ 295997 w 516735"/>
                <a:gd name="connsiteY30" fmla="*/ 60898 h 788699"/>
                <a:gd name="connsiteX31" fmla="*/ 331353 w 516735"/>
                <a:gd name="connsiteY31" fmla="*/ 71776 h 788699"/>
                <a:gd name="connsiteX32" fmla="*/ 350390 w 516735"/>
                <a:gd name="connsiteY32" fmla="*/ 93534 h 788699"/>
                <a:gd name="connsiteX33" fmla="*/ 353110 w 516735"/>
                <a:gd name="connsiteY33" fmla="*/ 74496 h 788699"/>
                <a:gd name="connsiteX34" fmla="*/ 358549 w 516735"/>
                <a:gd name="connsiteY34" fmla="*/ 63618 h 788699"/>
                <a:gd name="connsiteX35" fmla="*/ 366708 w 516735"/>
                <a:gd name="connsiteY35" fmla="*/ 58178 h 788699"/>
                <a:gd name="connsiteX36" fmla="*/ 374867 w 516735"/>
                <a:gd name="connsiteY36" fmla="*/ 63618 h 788699"/>
                <a:gd name="connsiteX37" fmla="*/ 383026 w 516735"/>
                <a:gd name="connsiteY37" fmla="*/ 82655 h 788699"/>
                <a:gd name="connsiteX38" fmla="*/ 385746 w 516735"/>
                <a:gd name="connsiteY38" fmla="*/ 126170 h 788699"/>
                <a:gd name="connsiteX39" fmla="*/ 388466 w 516735"/>
                <a:gd name="connsiteY39" fmla="*/ 186002 h 788699"/>
                <a:gd name="connsiteX40" fmla="*/ 391185 w 516735"/>
                <a:gd name="connsiteY40" fmla="*/ 237676 h 788699"/>
                <a:gd name="connsiteX41" fmla="*/ 374867 w 516735"/>
                <a:gd name="connsiteY41" fmla="*/ 278470 h 788699"/>
                <a:gd name="connsiteX42" fmla="*/ 358549 w 516735"/>
                <a:gd name="connsiteY42" fmla="*/ 273031 h 788699"/>
                <a:gd name="connsiteX43" fmla="*/ 350390 w 516735"/>
                <a:gd name="connsiteY43" fmla="*/ 256713 h 788699"/>
                <a:gd name="connsiteX44" fmla="*/ 347671 w 516735"/>
                <a:gd name="connsiteY44" fmla="*/ 240395 h 788699"/>
                <a:gd name="connsiteX45" fmla="*/ 347671 w 516735"/>
                <a:gd name="connsiteY45" fmla="*/ 213199 h 788699"/>
                <a:gd name="connsiteX46" fmla="*/ 344951 w 516735"/>
                <a:gd name="connsiteY46" fmla="*/ 194161 h 788699"/>
                <a:gd name="connsiteX47" fmla="*/ 339512 w 516735"/>
                <a:gd name="connsiteY47" fmla="*/ 150647 h 788699"/>
                <a:gd name="connsiteX48" fmla="*/ 323194 w 516735"/>
                <a:gd name="connsiteY48" fmla="*/ 112571 h 788699"/>
                <a:gd name="connsiteX49" fmla="*/ 293278 w 516735"/>
                <a:gd name="connsiteY49" fmla="*/ 101693 h 788699"/>
                <a:gd name="connsiteX50" fmla="*/ 263361 w 516735"/>
                <a:gd name="connsiteY50" fmla="*/ 120730 h 788699"/>
                <a:gd name="connsiteX51" fmla="*/ 241604 w 516735"/>
                <a:gd name="connsiteY51" fmla="*/ 153366 h 788699"/>
                <a:gd name="connsiteX52" fmla="*/ 233445 w 516735"/>
                <a:gd name="connsiteY52" fmla="*/ 194161 h 788699"/>
                <a:gd name="connsiteX53" fmla="*/ 225286 w 516735"/>
                <a:gd name="connsiteY53" fmla="*/ 232236 h 788699"/>
                <a:gd name="connsiteX54" fmla="*/ 217127 w 516735"/>
                <a:gd name="connsiteY54" fmla="*/ 275751 h 788699"/>
                <a:gd name="connsiteX55" fmla="*/ 211688 w 516735"/>
                <a:gd name="connsiteY55" fmla="*/ 316545 h 788699"/>
                <a:gd name="connsiteX56" fmla="*/ 206249 w 516735"/>
                <a:gd name="connsiteY56" fmla="*/ 354621 h 788699"/>
                <a:gd name="connsiteX57" fmla="*/ 200809 w 516735"/>
                <a:gd name="connsiteY57" fmla="*/ 398135 h 788699"/>
                <a:gd name="connsiteX58" fmla="*/ 195370 w 516735"/>
                <a:gd name="connsiteY58" fmla="*/ 438930 h 788699"/>
                <a:gd name="connsiteX59" fmla="*/ 192650 w 516735"/>
                <a:gd name="connsiteY59" fmla="*/ 474286 h 788699"/>
                <a:gd name="connsiteX60" fmla="*/ 195370 w 516735"/>
                <a:gd name="connsiteY60" fmla="*/ 525959 h 788699"/>
                <a:gd name="connsiteX61" fmla="*/ 208968 w 516735"/>
                <a:gd name="connsiteY61" fmla="*/ 596670 h 788699"/>
                <a:gd name="connsiteX62" fmla="*/ 214407 w 516735"/>
                <a:gd name="connsiteY62" fmla="*/ 623867 h 788699"/>
                <a:gd name="connsiteX63" fmla="*/ 228006 w 516735"/>
                <a:gd name="connsiteY63" fmla="*/ 656502 h 788699"/>
                <a:gd name="connsiteX64" fmla="*/ 271520 w 516735"/>
                <a:gd name="connsiteY64" fmla="*/ 689138 h 788699"/>
                <a:gd name="connsiteX65" fmla="*/ 306876 w 516735"/>
                <a:gd name="connsiteY65" fmla="*/ 664661 h 788699"/>
                <a:gd name="connsiteX66" fmla="*/ 331353 w 516735"/>
                <a:gd name="connsiteY66" fmla="*/ 602109 h 788699"/>
                <a:gd name="connsiteX67" fmla="*/ 336792 w 516735"/>
                <a:gd name="connsiteY67" fmla="*/ 544997 h 788699"/>
                <a:gd name="connsiteX68" fmla="*/ 336792 w 516735"/>
                <a:gd name="connsiteY68" fmla="*/ 498762 h 788699"/>
                <a:gd name="connsiteX69" fmla="*/ 336792 w 516735"/>
                <a:gd name="connsiteY69" fmla="*/ 490603 h 788699"/>
                <a:gd name="connsiteX70" fmla="*/ 320474 w 516735"/>
                <a:gd name="connsiteY70" fmla="*/ 477005 h 788699"/>
                <a:gd name="connsiteX71" fmla="*/ 282399 w 516735"/>
                <a:gd name="connsiteY71" fmla="*/ 479725 h 788699"/>
                <a:gd name="connsiteX72" fmla="*/ 252483 w 516735"/>
                <a:gd name="connsiteY72" fmla="*/ 474286 h 788699"/>
                <a:gd name="connsiteX73" fmla="*/ 247043 w 516735"/>
                <a:gd name="connsiteY73" fmla="*/ 466126 h 788699"/>
                <a:gd name="connsiteX74" fmla="*/ 249763 w 516735"/>
                <a:gd name="connsiteY74" fmla="*/ 457968 h 788699"/>
                <a:gd name="connsiteX75" fmla="*/ 268801 w 516735"/>
                <a:gd name="connsiteY75" fmla="*/ 447089 h 788699"/>
                <a:gd name="connsiteX76" fmla="*/ 312315 w 516735"/>
                <a:gd name="connsiteY76" fmla="*/ 436210 h 788699"/>
                <a:gd name="connsiteX77" fmla="*/ 353110 w 516735"/>
                <a:gd name="connsiteY77" fmla="*/ 430771 h 788699"/>
                <a:gd name="connsiteX78" fmla="*/ 385746 w 516735"/>
                <a:gd name="connsiteY78" fmla="*/ 430771 h 788699"/>
                <a:gd name="connsiteX79" fmla="*/ 437420 w 516735"/>
                <a:gd name="connsiteY79" fmla="*/ 428051 h 788699"/>
                <a:gd name="connsiteX80" fmla="*/ 464616 w 516735"/>
                <a:gd name="connsiteY80" fmla="*/ 436210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516735" h="788699">
                  <a:moveTo>
                    <a:pt x="464616" y="436210"/>
                  </a:moveTo>
                  <a:cubicBezTo>
                    <a:pt x="464616" y="447089"/>
                    <a:pt x="453737" y="452528"/>
                    <a:pt x="445578" y="455248"/>
                  </a:cubicBezTo>
                  <a:cubicBezTo>
                    <a:pt x="434700" y="460687"/>
                    <a:pt x="415662" y="463407"/>
                    <a:pt x="404784" y="466126"/>
                  </a:cubicBezTo>
                  <a:cubicBezTo>
                    <a:pt x="393905" y="466126"/>
                    <a:pt x="385746" y="468846"/>
                    <a:pt x="385746" y="479725"/>
                  </a:cubicBezTo>
                  <a:cubicBezTo>
                    <a:pt x="385746" y="487884"/>
                    <a:pt x="388466" y="506921"/>
                    <a:pt x="388466" y="512361"/>
                  </a:cubicBezTo>
                  <a:cubicBezTo>
                    <a:pt x="388466" y="515080"/>
                    <a:pt x="388466" y="539557"/>
                    <a:pt x="388466" y="544997"/>
                  </a:cubicBezTo>
                  <a:cubicBezTo>
                    <a:pt x="388466" y="550436"/>
                    <a:pt x="388466" y="558595"/>
                    <a:pt x="388466" y="566754"/>
                  </a:cubicBezTo>
                  <a:cubicBezTo>
                    <a:pt x="388466" y="591231"/>
                    <a:pt x="388466" y="621147"/>
                    <a:pt x="391185" y="632026"/>
                  </a:cubicBezTo>
                  <a:cubicBezTo>
                    <a:pt x="393905" y="653783"/>
                    <a:pt x="393905" y="661942"/>
                    <a:pt x="393905" y="683699"/>
                  </a:cubicBezTo>
                  <a:cubicBezTo>
                    <a:pt x="393905" y="694578"/>
                    <a:pt x="393905" y="724494"/>
                    <a:pt x="377587" y="724494"/>
                  </a:cubicBezTo>
                  <a:cubicBezTo>
                    <a:pt x="369428" y="724494"/>
                    <a:pt x="366708" y="721774"/>
                    <a:pt x="361269" y="719054"/>
                  </a:cubicBezTo>
                  <a:cubicBezTo>
                    <a:pt x="355830" y="716335"/>
                    <a:pt x="353110" y="708176"/>
                    <a:pt x="353110" y="702737"/>
                  </a:cubicBezTo>
                  <a:cubicBezTo>
                    <a:pt x="350390" y="694578"/>
                    <a:pt x="350390" y="689138"/>
                    <a:pt x="350390" y="686419"/>
                  </a:cubicBezTo>
                  <a:cubicBezTo>
                    <a:pt x="350390" y="678260"/>
                    <a:pt x="353110" y="672820"/>
                    <a:pt x="353110" y="659222"/>
                  </a:cubicBezTo>
                  <a:lnTo>
                    <a:pt x="353110" y="656502"/>
                  </a:lnTo>
                  <a:cubicBezTo>
                    <a:pt x="347671" y="675540"/>
                    <a:pt x="334072" y="694578"/>
                    <a:pt x="317755" y="708176"/>
                  </a:cubicBezTo>
                  <a:cubicBezTo>
                    <a:pt x="293278" y="727214"/>
                    <a:pt x="274240" y="735372"/>
                    <a:pt x="241604" y="735372"/>
                  </a:cubicBezTo>
                  <a:cubicBezTo>
                    <a:pt x="222566" y="735372"/>
                    <a:pt x="203529" y="732653"/>
                    <a:pt x="187211" y="727214"/>
                  </a:cubicBezTo>
                  <a:cubicBezTo>
                    <a:pt x="165454" y="719054"/>
                    <a:pt x="149136" y="708176"/>
                    <a:pt x="135538" y="694578"/>
                  </a:cubicBezTo>
                  <a:cubicBezTo>
                    <a:pt x="113780" y="672820"/>
                    <a:pt x="100182" y="648343"/>
                    <a:pt x="86584" y="621147"/>
                  </a:cubicBezTo>
                  <a:cubicBezTo>
                    <a:pt x="75705" y="599390"/>
                    <a:pt x="70266" y="580352"/>
                    <a:pt x="67546" y="555875"/>
                  </a:cubicBezTo>
                  <a:cubicBezTo>
                    <a:pt x="64826" y="539557"/>
                    <a:pt x="62107" y="525959"/>
                    <a:pt x="59387" y="509641"/>
                  </a:cubicBezTo>
                  <a:cubicBezTo>
                    <a:pt x="56667" y="493323"/>
                    <a:pt x="59387" y="485164"/>
                    <a:pt x="59387" y="468846"/>
                  </a:cubicBezTo>
                  <a:cubicBezTo>
                    <a:pt x="59387" y="414453"/>
                    <a:pt x="72985" y="362780"/>
                    <a:pt x="86584" y="302947"/>
                  </a:cubicBezTo>
                  <a:cubicBezTo>
                    <a:pt x="92023" y="275751"/>
                    <a:pt x="100182" y="248554"/>
                    <a:pt x="108341" y="224077"/>
                  </a:cubicBezTo>
                  <a:cubicBezTo>
                    <a:pt x="116500" y="196881"/>
                    <a:pt x="130098" y="169684"/>
                    <a:pt x="146416" y="145207"/>
                  </a:cubicBezTo>
                  <a:cubicBezTo>
                    <a:pt x="160014" y="123450"/>
                    <a:pt x="176332" y="101693"/>
                    <a:pt x="198090" y="85375"/>
                  </a:cubicBezTo>
                  <a:cubicBezTo>
                    <a:pt x="206249" y="77216"/>
                    <a:pt x="217127" y="71776"/>
                    <a:pt x="228006" y="69057"/>
                  </a:cubicBezTo>
                  <a:cubicBezTo>
                    <a:pt x="241604" y="63618"/>
                    <a:pt x="255202" y="58178"/>
                    <a:pt x="268801" y="58178"/>
                  </a:cubicBezTo>
                  <a:cubicBezTo>
                    <a:pt x="271520" y="58178"/>
                    <a:pt x="274240" y="58178"/>
                    <a:pt x="274240" y="58178"/>
                  </a:cubicBezTo>
                  <a:cubicBezTo>
                    <a:pt x="279679" y="58178"/>
                    <a:pt x="285119" y="58178"/>
                    <a:pt x="295997" y="60898"/>
                  </a:cubicBezTo>
                  <a:cubicBezTo>
                    <a:pt x="309595" y="63618"/>
                    <a:pt x="320474" y="66337"/>
                    <a:pt x="331353" y="71776"/>
                  </a:cubicBezTo>
                  <a:cubicBezTo>
                    <a:pt x="339512" y="77216"/>
                    <a:pt x="347671" y="85375"/>
                    <a:pt x="350390" y="93534"/>
                  </a:cubicBezTo>
                  <a:cubicBezTo>
                    <a:pt x="350390" y="88095"/>
                    <a:pt x="353110" y="79936"/>
                    <a:pt x="353110" y="74496"/>
                  </a:cubicBezTo>
                  <a:cubicBezTo>
                    <a:pt x="355830" y="71776"/>
                    <a:pt x="355830" y="69057"/>
                    <a:pt x="358549" y="63618"/>
                  </a:cubicBezTo>
                  <a:cubicBezTo>
                    <a:pt x="361269" y="60898"/>
                    <a:pt x="363989" y="58178"/>
                    <a:pt x="366708" y="58178"/>
                  </a:cubicBezTo>
                  <a:cubicBezTo>
                    <a:pt x="369428" y="58178"/>
                    <a:pt x="372148" y="60898"/>
                    <a:pt x="374867" y="63618"/>
                  </a:cubicBezTo>
                  <a:cubicBezTo>
                    <a:pt x="377587" y="69057"/>
                    <a:pt x="380307" y="77216"/>
                    <a:pt x="383026" y="82655"/>
                  </a:cubicBezTo>
                  <a:cubicBezTo>
                    <a:pt x="383026" y="90814"/>
                    <a:pt x="385746" y="107132"/>
                    <a:pt x="385746" y="126170"/>
                  </a:cubicBezTo>
                  <a:cubicBezTo>
                    <a:pt x="385746" y="150647"/>
                    <a:pt x="385746" y="177843"/>
                    <a:pt x="388466" y="186002"/>
                  </a:cubicBezTo>
                  <a:cubicBezTo>
                    <a:pt x="391185" y="207759"/>
                    <a:pt x="391185" y="215918"/>
                    <a:pt x="391185" y="237676"/>
                  </a:cubicBezTo>
                  <a:cubicBezTo>
                    <a:pt x="391185" y="248554"/>
                    <a:pt x="391185" y="278470"/>
                    <a:pt x="374867" y="278470"/>
                  </a:cubicBezTo>
                  <a:cubicBezTo>
                    <a:pt x="366708" y="278470"/>
                    <a:pt x="363989" y="275751"/>
                    <a:pt x="358549" y="273031"/>
                  </a:cubicBezTo>
                  <a:cubicBezTo>
                    <a:pt x="353110" y="270311"/>
                    <a:pt x="350390" y="262152"/>
                    <a:pt x="350390" y="256713"/>
                  </a:cubicBezTo>
                  <a:cubicBezTo>
                    <a:pt x="350390" y="251274"/>
                    <a:pt x="347671" y="245834"/>
                    <a:pt x="347671" y="240395"/>
                  </a:cubicBezTo>
                  <a:cubicBezTo>
                    <a:pt x="347671" y="232236"/>
                    <a:pt x="347671" y="224077"/>
                    <a:pt x="347671" y="213199"/>
                  </a:cubicBezTo>
                  <a:cubicBezTo>
                    <a:pt x="347671" y="207759"/>
                    <a:pt x="347671" y="199600"/>
                    <a:pt x="344951" y="194161"/>
                  </a:cubicBezTo>
                  <a:cubicBezTo>
                    <a:pt x="342232" y="180563"/>
                    <a:pt x="342232" y="164245"/>
                    <a:pt x="339512" y="150647"/>
                  </a:cubicBezTo>
                  <a:cubicBezTo>
                    <a:pt x="336792" y="137048"/>
                    <a:pt x="331353" y="123450"/>
                    <a:pt x="323194" y="112571"/>
                  </a:cubicBezTo>
                  <a:cubicBezTo>
                    <a:pt x="317755" y="104412"/>
                    <a:pt x="304156" y="101693"/>
                    <a:pt x="293278" y="101693"/>
                  </a:cubicBezTo>
                  <a:cubicBezTo>
                    <a:pt x="279679" y="101693"/>
                    <a:pt x="271520" y="109852"/>
                    <a:pt x="263361" y="120730"/>
                  </a:cubicBezTo>
                  <a:cubicBezTo>
                    <a:pt x="257922" y="131609"/>
                    <a:pt x="247043" y="139768"/>
                    <a:pt x="241604" y="153366"/>
                  </a:cubicBezTo>
                  <a:cubicBezTo>
                    <a:pt x="236165" y="166964"/>
                    <a:pt x="233445" y="180563"/>
                    <a:pt x="233445" y="194161"/>
                  </a:cubicBezTo>
                  <a:cubicBezTo>
                    <a:pt x="233445" y="207759"/>
                    <a:pt x="230726" y="218638"/>
                    <a:pt x="225286" y="232236"/>
                  </a:cubicBezTo>
                  <a:cubicBezTo>
                    <a:pt x="219847" y="245834"/>
                    <a:pt x="219847" y="262152"/>
                    <a:pt x="217127" y="275751"/>
                  </a:cubicBezTo>
                  <a:cubicBezTo>
                    <a:pt x="214407" y="289349"/>
                    <a:pt x="214407" y="302947"/>
                    <a:pt x="211688" y="316545"/>
                  </a:cubicBezTo>
                  <a:cubicBezTo>
                    <a:pt x="211688" y="330144"/>
                    <a:pt x="206249" y="341022"/>
                    <a:pt x="206249" y="354621"/>
                  </a:cubicBezTo>
                  <a:cubicBezTo>
                    <a:pt x="203529" y="368219"/>
                    <a:pt x="203529" y="381817"/>
                    <a:pt x="200809" y="398135"/>
                  </a:cubicBezTo>
                  <a:cubicBezTo>
                    <a:pt x="198090" y="411733"/>
                    <a:pt x="198090" y="425332"/>
                    <a:pt x="195370" y="438930"/>
                  </a:cubicBezTo>
                  <a:cubicBezTo>
                    <a:pt x="195370" y="449809"/>
                    <a:pt x="192650" y="463407"/>
                    <a:pt x="192650" y="474286"/>
                  </a:cubicBezTo>
                  <a:cubicBezTo>
                    <a:pt x="192650" y="490603"/>
                    <a:pt x="195370" y="509641"/>
                    <a:pt x="195370" y="525959"/>
                  </a:cubicBezTo>
                  <a:cubicBezTo>
                    <a:pt x="195370" y="550436"/>
                    <a:pt x="203529" y="572193"/>
                    <a:pt x="208968" y="596670"/>
                  </a:cubicBezTo>
                  <a:cubicBezTo>
                    <a:pt x="211688" y="604829"/>
                    <a:pt x="211688" y="615708"/>
                    <a:pt x="214407" y="623867"/>
                  </a:cubicBezTo>
                  <a:cubicBezTo>
                    <a:pt x="217127" y="634745"/>
                    <a:pt x="222566" y="645624"/>
                    <a:pt x="228006" y="656502"/>
                  </a:cubicBezTo>
                  <a:cubicBezTo>
                    <a:pt x="236165" y="670101"/>
                    <a:pt x="252483" y="689138"/>
                    <a:pt x="271520" y="689138"/>
                  </a:cubicBezTo>
                  <a:cubicBezTo>
                    <a:pt x="287838" y="689138"/>
                    <a:pt x="298717" y="675540"/>
                    <a:pt x="306876" y="664661"/>
                  </a:cubicBezTo>
                  <a:cubicBezTo>
                    <a:pt x="320474" y="645624"/>
                    <a:pt x="325914" y="623867"/>
                    <a:pt x="331353" y="602109"/>
                  </a:cubicBezTo>
                  <a:cubicBezTo>
                    <a:pt x="334072" y="583072"/>
                    <a:pt x="336792" y="564034"/>
                    <a:pt x="336792" y="544997"/>
                  </a:cubicBezTo>
                  <a:cubicBezTo>
                    <a:pt x="336792" y="531398"/>
                    <a:pt x="336792" y="512361"/>
                    <a:pt x="336792" y="498762"/>
                  </a:cubicBezTo>
                  <a:cubicBezTo>
                    <a:pt x="336792" y="496043"/>
                    <a:pt x="336792" y="493323"/>
                    <a:pt x="336792" y="490603"/>
                  </a:cubicBezTo>
                  <a:cubicBezTo>
                    <a:pt x="336792" y="479725"/>
                    <a:pt x="336792" y="477005"/>
                    <a:pt x="320474" y="477005"/>
                  </a:cubicBezTo>
                  <a:cubicBezTo>
                    <a:pt x="309595" y="477005"/>
                    <a:pt x="295997" y="479725"/>
                    <a:pt x="282399" y="479725"/>
                  </a:cubicBezTo>
                  <a:cubicBezTo>
                    <a:pt x="271520" y="479725"/>
                    <a:pt x="260642" y="479725"/>
                    <a:pt x="252483" y="474286"/>
                  </a:cubicBezTo>
                  <a:cubicBezTo>
                    <a:pt x="249763" y="471566"/>
                    <a:pt x="247043" y="468846"/>
                    <a:pt x="247043" y="466126"/>
                  </a:cubicBezTo>
                  <a:cubicBezTo>
                    <a:pt x="247043" y="463407"/>
                    <a:pt x="247043" y="460687"/>
                    <a:pt x="249763" y="457968"/>
                  </a:cubicBezTo>
                  <a:cubicBezTo>
                    <a:pt x="255202" y="452528"/>
                    <a:pt x="260642" y="449809"/>
                    <a:pt x="268801" y="447089"/>
                  </a:cubicBezTo>
                  <a:cubicBezTo>
                    <a:pt x="282399" y="441650"/>
                    <a:pt x="295997" y="438930"/>
                    <a:pt x="312315" y="436210"/>
                  </a:cubicBezTo>
                  <a:cubicBezTo>
                    <a:pt x="325914" y="433491"/>
                    <a:pt x="339512" y="433491"/>
                    <a:pt x="353110" y="430771"/>
                  </a:cubicBezTo>
                  <a:cubicBezTo>
                    <a:pt x="363989" y="430771"/>
                    <a:pt x="374867" y="430771"/>
                    <a:pt x="385746" y="430771"/>
                  </a:cubicBezTo>
                  <a:cubicBezTo>
                    <a:pt x="402064" y="430771"/>
                    <a:pt x="426541" y="428051"/>
                    <a:pt x="437420" y="428051"/>
                  </a:cubicBezTo>
                  <a:cubicBezTo>
                    <a:pt x="451018" y="419892"/>
                    <a:pt x="464616" y="425332"/>
                    <a:pt x="464616" y="436210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E3A64DEA-4098-4ADC-9CD1-9687FE43DC93}"/>
                </a:ext>
              </a:extLst>
            </p:cNvPr>
            <p:cNvSpPr/>
            <p:nvPr/>
          </p:nvSpPr>
          <p:spPr>
            <a:xfrm>
              <a:off x="5651630" y="4181279"/>
              <a:ext cx="734308" cy="788700"/>
            </a:xfrm>
            <a:custGeom>
              <a:avLst/>
              <a:gdLst>
                <a:gd name="connsiteX0" fmla="*/ 653783 w 734307"/>
                <a:gd name="connsiteY0" fmla="*/ 678259 h 788699"/>
                <a:gd name="connsiteX1" fmla="*/ 691859 w 734307"/>
                <a:gd name="connsiteY1" fmla="*/ 694577 h 788699"/>
                <a:gd name="connsiteX2" fmla="*/ 686419 w 734307"/>
                <a:gd name="connsiteY2" fmla="*/ 710895 h 788699"/>
                <a:gd name="connsiteX3" fmla="*/ 670101 w 734307"/>
                <a:gd name="connsiteY3" fmla="*/ 719054 h 788699"/>
                <a:gd name="connsiteX4" fmla="*/ 648344 w 734307"/>
                <a:gd name="connsiteY4" fmla="*/ 721774 h 788699"/>
                <a:gd name="connsiteX5" fmla="*/ 618428 w 734307"/>
                <a:gd name="connsiteY5" fmla="*/ 721774 h 788699"/>
                <a:gd name="connsiteX6" fmla="*/ 572194 w 734307"/>
                <a:gd name="connsiteY6" fmla="*/ 735372 h 788699"/>
                <a:gd name="connsiteX7" fmla="*/ 544997 w 734307"/>
                <a:gd name="connsiteY7" fmla="*/ 729933 h 788699"/>
                <a:gd name="connsiteX8" fmla="*/ 534119 w 734307"/>
                <a:gd name="connsiteY8" fmla="*/ 721774 h 788699"/>
                <a:gd name="connsiteX9" fmla="*/ 496043 w 734307"/>
                <a:gd name="connsiteY9" fmla="*/ 721774 h 788699"/>
                <a:gd name="connsiteX10" fmla="*/ 471566 w 734307"/>
                <a:gd name="connsiteY10" fmla="*/ 721774 h 788699"/>
                <a:gd name="connsiteX11" fmla="*/ 444370 w 734307"/>
                <a:gd name="connsiteY11" fmla="*/ 716335 h 788699"/>
                <a:gd name="connsiteX12" fmla="*/ 428052 w 734307"/>
                <a:gd name="connsiteY12" fmla="*/ 700017 h 788699"/>
                <a:gd name="connsiteX13" fmla="*/ 433491 w 734307"/>
                <a:gd name="connsiteY13" fmla="*/ 691858 h 788699"/>
                <a:gd name="connsiteX14" fmla="*/ 455248 w 734307"/>
                <a:gd name="connsiteY14" fmla="*/ 683699 h 788699"/>
                <a:gd name="connsiteX15" fmla="*/ 506922 w 734307"/>
                <a:gd name="connsiteY15" fmla="*/ 678259 h 788699"/>
                <a:gd name="connsiteX16" fmla="*/ 509641 w 734307"/>
                <a:gd name="connsiteY16" fmla="*/ 678259 h 788699"/>
                <a:gd name="connsiteX17" fmla="*/ 506922 w 734307"/>
                <a:gd name="connsiteY17" fmla="*/ 664661 h 788699"/>
                <a:gd name="connsiteX18" fmla="*/ 498763 w 734307"/>
                <a:gd name="connsiteY18" fmla="*/ 580352 h 788699"/>
                <a:gd name="connsiteX19" fmla="*/ 496043 w 734307"/>
                <a:gd name="connsiteY19" fmla="*/ 479725 h 788699"/>
                <a:gd name="connsiteX20" fmla="*/ 493324 w 734307"/>
                <a:gd name="connsiteY20" fmla="*/ 389976 h 788699"/>
                <a:gd name="connsiteX21" fmla="*/ 490604 w 734307"/>
                <a:gd name="connsiteY21" fmla="*/ 302947 h 788699"/>
                <a:gd name="connsiteX22" fmla="*/ 487884 w 734307"/>
                <a:gd name="connsiteY22" fmla="*/ 229516 h 788699"/>
                <a:gd name="connsiteX23" fmla="*/ 485165 w 734307"/>
                <a:gd name="connsiteY23" fmla="*/ 221357 h 788699"/>
                <a:gd name="connsiteX24" fmla="*/ 482445 w 734307"/>
                <a:gd name="connsiteY24" fmla="*/ 226797 h 788699"/>
                <a:gd name="connsiteX25" fmla="*/ 477006 w 734307"/>
                <a:gd name="connsiteY25" fmla="*/ 262152 h 788699"/>
                <a:gd name="connsiteX26" fmla="*/ 460688 w 734307"/>
                <a:gd name="connsiteY26" fmla="*/ 341022 h 788699"/>
                <a:gd name="connsiteX27" fmla="*/ 444370 w 734307"/>
                <a:gd name="connsiteY27" fmla="*/ 417173 h 788699"/>
                <a:gd name="connsiteX28" fmla="*/ 436211 w 734307"/>
                <a:gd name="connsiteY28" fmla="*/ 455248 h 788699"/>
                <a:gd name="connsiteX29" fmla="*/ 425332 w 734307"/>
                <a:gd name="connsiteY29" fmla="*/ 493323 h 788699"/>
                <a:gd name="connsiteX30" fmla="*/ 411734 w 734307"/>
                <a:gd name="connsiteY30" fmla="*/ 531398 h 788699"/>
                <a:gd name="connsiteX31" fmla="*/ 376378 w 734307"/>
                <a:gd name="connsiteY31" fmla="*/ 547716 h 788699"/>
                <a:gd name="connsiteX32" fmla="*/ 319265 w 734307"/>
                <a:gd name="connsiteY32" fmla="*/ 525959 h 788699"/>
                <a:gd name="connsiteX33" fmla="*/ 289349 w 734307"/>
                <a:gd name="connsiteY33" fmla="*/ 455248 h 788699"/>
                <a:gd name="connsiteX34" fmla="*/ 273031 w 734307"/>
                <a:gd name="connsiteY34" fmla="*/ 373658 h 788699"/>
                <a:gd name="connsiteX35" fmla="*/ 262153 w 734307"/>
                <a:gd name="connsiteY35" fmla="*/ 316545 h 788699"/>
                <a:gd name="connsiteX36" fmla="*/ 245835 w 734307"/>
                <a:gd name="connsiteY36" fmla="*/ 237675 h 788699"/>
                <a:gd name="connsiteX37" fmla="*/ 234956 w 734307"/>
                <a:gd name="connsiteY37" fmla="*/ 196881 h 788699"/>
                <a:gd name="connsiteX38" fmla="*/ 232236 w 734307"/>
                <a:gd name="connsiteY38" fmla="*/ 191441 h 788699"/>
                <a:gd name="connsiteX39" fmla="*/ 226797 w 734307"/>
                <a:gd name="connsiteY39" fmla="*/ 207759 h 788699"/>
                <a:gd name="connsiteX40" fmla="*/ 226797 w 734307"/>
                <a:gd name="connsiteY40" fmla="*/ 232236 h 788699"/>
                <a:gd name="connsiteX41" fmla="*/ 224077 w 734307"/>
                <a:gd name="connsiteY41" fmla="*/ 267592 h 788699"/>
                <a:gd name="connsiteX42" fmla="*/ 221358 w 734307"/>
                <a:gd name="connsiteY42" fmla="*/ 311106 h 788699"/>
                <a:gd name="connsiteX43" fmla="*/ 218638 w 734307"/>
                <a:gd name="connsiteY43" fmla="*/ 360060 h 788699"/>
                <a:gd name="connsiteX44" fmla="*/ 215919 w 734307"/>
                <a:gd name="connsiteY44" fmla="*/ 398135 h 788699"/>
                <a:gd name="connsiteX45" fmla="*/ 213199 w 734307"/>
                <a:gd name="connsiteY45" fmla="*/ 430771 h 788699"/>
                <a:gd name="connsiteX46" fmla="*/ 213199 w 734307"/>
                <a:gd name="connsiteY46" fmla="*/ 455248 h 788699"/>
                <a:gd name="connsiteX47" fmla="*/ 213199 w 734307"/>
                <a:gd name="connsiteY47" fmla="*/ 477005 h 788699"/>
                <a:gd name="connsiteX48" fmla="*/ 207759 w 734307"/>
                <a:gd name="connsiteY48" fmla="*/ 520520 h 788699"/>
                <a:gd name="connsiteX49" fmla="*/ 196881 w 734307"/>
                <a:gd name="connsiteY49" fmla="*/ 610268 h 788699"/>
                <a:gd name="connsiteX50" fmla="*/ 194161 w 734307"/>
                <a:gd name="connsiteY50" fmla="*/ 653783 h 788699"/>
                <a:gd name="connsiteX51" fmla="*/ 191441 w 734307"/>
                <a:gd name="connsiteY51" fmla="*/ 667381 h 788699"/>
                <a:gd name="connsiteX52" fmla="*/ 243115 w 734307"/>
                <a:gd name="connsiteY52" fmla="*/ 667381 h 788699"/>
                <a:gd name="connsiteX53" fmla="*/ 273031 w 734307"/>
                <a:gd name="connsiteY53" fmla="*/ 683699 h 788699"/>
                <a:gd name="connsiteX54" fmla="*/ 262153 w 734307"/>
                <a:gd name="connsiteY54" fmla="*/ 697297 h 788699"/>
                <a:gd name="connsiteX55" fmla="*/ 248554 w 734307"/>
                <a:gd name="connsiteY55" fmla="*/ 705456 h 788699"/>
                <a:gd name="connsiteX56" fmla="*/ 232236 w 734307"/>
                <a:gd name="connsiteY56" fmla="*/ 708176 h 788699"/>
                <a:gd name="connsiteX57" fmla="*/ 166965 w 734307"/>
                <a:gd name="connsiteY57" fmla="*/ 708176 h 788699"/>
                <a:gd name="connsiteX58" fmla="*/ 109852 w 734307"/>
                <a:gd name="connsiteY58" fmla="*/ 708176 h 788699"/>
                <a:gd name="connsiteX59" fmla="*/ 90814 w 734307"/>
                <a:gd name="connsiteY59" fmla="*/ 708176 h 788699"/>
                <a:gd name="connsiteX60" fmla="*/ 69057 w 734307"/>
                <a:gd name="connsiteY60" fmla="*/ 702736 h 788699"/>
                <a:gd name="connsiteX61" fmla="*/ 58178 w 734307"/>
                <a:gd name="connsiteY61" fmla="*/ 686418 h 788699"/>
                <a:gd name="connsiteX62" fmla="*/ 60898 w 734307"/>
                <a:gd name="connsiteY62" fmla="*/ 678259 h 788699"/>
                <a:gd name="connsiteX63" fmla="*/ 77216 w 734307"/>
                <a:gd name="connsiteY63" fmla="*/ 670101 h 788699"/>
                <a:gd name="connsiteX64" fmla="*/ 126170 w 734307"/>
                <a:gd name="connsiteY64" fmla="*/ 664661 h 788699"/>
                <a:gd name="connsiteX65" fmla="*/ 142487 w 734307"/>
                <a:gd name="connsiteY65" fmla="*/ 664661 h 788699"/>
                <a:gd name="connsiteX66" fmla="*/ 147927 w 734307"/>
                <a:gd name="connsiteY66" fmla="*/ 588511 h 788699"/>
                <a:gd name="connsiteX67" fmla="*/ 153366 w 734307"/>
                <a:gd name="connsiteY67" fmla="*/ 493323 h 788699"/>
                <a:gd name="connsiteX68" fmla="*/ 156086 w 734307"/>
                <a:gd name="connsiteY68" fmla="*/ 411733 h 788699"/>
                <a:gd name="connsiteX69" fmla="*/ 161525 w 734307"/>
                <a:gd name="connsiteY69" fmla="*/ 297508 h 788699"/>
                <a:gd name="connsiteX70" fmla="*/ 166965 w 734307"/>
                <a:gd name="connsiteY70" fmla="*/ 240395 h 788699"/>
                <a:gd name="connsiteX71" fmla="*/ 177843 w 734307"/>
                <a:gd name="connsiteY71" fmla="*/ 161525 h 788699"/>
                <a:gd name="connsiteX72" fmla="*/ 183282 w 734307"/>
                <a:gd name="connsiteY72" fmla="*/ 118011 h 788699"/>
                <a:gd name="connsiteX73" fmla="*/ 183282 w 734307"/>
                <a:gd name="connsiteY73" fmla="*/ 115291 h 788699"/>
                <a:gd name="connsiteX74" fmla="*/ 161525 w 734307"/>
                <a:gd name="connsiteY74" fmla="*/ 115291 h 788699"/>
                <a:gd name="connsiteX75" fmla="*/ 137048 w 734307"/>
                <a:gd name="connsiteY75" fmla="*/ 115291 h 788699"/>
                <a:gd name="connsiteX76" fmla="*/ 109852 w 734307"/>
                <a:gd name="connsiteY76" fmla="*/ 109851 h 788699"/>
                <a:gd name="connsiteX77" fmla="*/ 93534 w 734307"/>
                <a:gd name="connsiteY77" fmla="*/ 93534 h 788699"/>
                <a:gd name="connsiteX78" fmla="*/ 98973 w 734307"/>
                <a:gd name="connsiteY78" fmla="*/ 85375 h 788699"/>
                <a:gd name="connsiteX79" fmla="*/ 120730 w 734307"/>
                <a:gd name="connsiteY79" fmla="*/ 77216 h 788699"/>
                <a:gd name="connsiteX80" fmla="*/ 172404 w 734307"/>
                <a:gd name="connsiteY80" fmla="*/ 71776 h 788699"/>
                <a:gd name="connsiteX81" fmla="*/ 234956 w 734307"/>
                <a:gd name="connsiteY81" fmla="*/ 69057 h 788699"/>
                <a:gd name="connsiteX82" fmla="*/ 243115 w 734307"/>
                <a:gd name="connsiteY82" fmla="*/ 69057 h 788699"/>
                <a:gd name="connsiteX83" fmla="*/ 270312 w 734307"/>
                <a:gd name="connsiteY83" fmla="*/ 74496 h 788699"/>
                <a:gd name="connsiteX84" fmla="*/ 308387 w 734307"/>
                <a:gd name="connsiteY84" fmla="*/ 123450 h 788699"/>
                <a:gd name="connsiteX85" fmla="*/ 332864 w 734307"/>
                <a:gd name="connsiteY85" fmla="*/ 202320 h 788699"/>
                <a:gd name="connsiteX86" fmla="*/ 338303 w 734307"/>
                <a:gd name="connsiteY86" fmla="*/ 237675 h 788699"/>
                <a:gd name="connsiteX87" fmla="*/ 349182 w 734307"/>
                <a:gd name="connsiteY87" fmla="*/ 281190 h 788699"/>
                <a:gd name="connsiteX88" fmla="*/ 357341 w 734307"/>
                <a:gd name="connsiteY88" fmla="*/ 316545 h 788699"/>
                <a:gd name="connsiteX89" fmla="*/ 365500 w 734307"/>
                <a:gd name="connsiteY89" fmla="*/ 351901 h 788699"/>
                <a:gd name="connsiteX90" fmla="*/ 376378 w 734307"/>
                <a:gd name="connsiteY90" fmla="*/ 389976 h 788699"/>
                <a:gd name="connsiteX91" fmla="*/ 387257 w 734307"/>
                <a:gd name="connsiteY91" fmla="*/ 414453 h 788699"/>
                <a:gd name="connsiteX92" fmla="*/ 398136 w 734307"/>
                <a:gd name="connsiteY92" fmla="*/ 376378 h 788699"/>
                <a:gd name="connsiteX93" fmla="*/ 406295 w 734307"/>
                <a:gd name="connsiteY93" fmla="*/ 332863 h 788699"/>
                <a:gd name="connsiteX94" fmla="*/ 425332 w 734307"/>
                <a:gd name="connsiteY94" fmla="*/ 243115 h 788699"/>
                <a:gd name="connsiteX95" fmla="*/ 444370 w 734307"/>
                <a:gd name="connsiteY95" fmla="*/ 150646 h 788699"/>
                <a:gd name="connsiteX96" fmla="*/ 477006 w 734307"/>
                <a:gd name="connsiteY96" fmla="*/ 79935 h 788699"/>
                <a:gd name="connsiteX97" fmla="*/ 523240 w 734307"/>
                <a:gd name="connsiteY97" fmla="*/ 58178 h 788699"/>
                <a:gd name="connsiteX98" fmla="*/ 544997 w 734307"/>
                <a:gd name="connsiteY98" fmla="*/ 63617 h 788699"/>
                <a:gd name="connsiteX99" fmla="*/ 612988 w 734307"/>
                <a:gd name="connsiteY99" fmla="*/ 63617 h 788699"/>
                <a:gd name="connsiteX100" fmla="*/ 651064 w 734307"/>
                <a:gd name="connsiteY100" fmla="*/ 79935 h 788699"/>
                <a:gd name="connsiteX101" fmla="*/ 645624 w 734307"/>
                <a:gd name="connsiteY101" fmla="*/ 96253 h 788699"/>
                <a:gd name="connsiteX102" fmla="*/ 629307 w 734307"/>
                <a:gd name="connsiteY102" fmla="*/ 104412 h 788699"/>
                <a:gd name="connsiteX103" fmla="*/ 607549 w 734307"/>
                <a:gd name="connsiteY103" fmla="*/ 107132 h 788699"/>
                <a:gd name="connsiteX104" fmla="*/ 580353 w 734307"/>
                <a:gd name="connsiteY104" fmla="*/ 107132 h 788699"/>
                <a:gd name="connsiteX105" fmla="*/ 583072 w 734307"/>
                <a:gd name="connsiteY105" fmla="*/ 115291 h 788699"/>
                <a:gd name="connsiteX106" fmla="*/ 588512 w 734307"/>
                <a:gd name="connsiteY106" fmla="*/ 156086 h 788699"/>
                <a:gd name="connsiteX107" fmla="*/ 593951 w 734307"/>
                <a:gd name="connsiteY107" fmla="*/ 196881 h 788699"/>
                <a:gd name="connsiteX108" fmla="*/ 599390 w 734307"/>
                <a:gd name="connsiteY108" fmla="*/ 226797 h 788699"/>
                <a:gd name="connsiteX109" fmla="*/ 599390 w 734307"/>
                <a:gd name="connsiteY109" fmla="*/ 232236 h 788699"/>
                <a:gd name="connsiteX110" fmla="*/ 599390 w 734307"/>
                <a:gd name="connsiteY110" fmla="*/ 240395 h 788699"/>
                <a:gd name="connsiteX111" fmla="*/ 602110 w 734307"/>
                <a:gd name="connsiteY111" fmla="*/ 270311 h 788699"/>
                <a:gd name="connsiteX112" fmla="*/ 607549 w 734307"/>
                <a:gd name="connsiteY112" fmla="*/ 308386 h 788699"/>
                <a:gd name="connsiteX113" fmla="*/ 607549 w 734307"/>
                <a:gd name="connsiteY113" fmla="*/ 319265 h 788699"/>
                <a:gd name="connsiteX114" fmla="*/ 612988 w 734307"/>
                <a:gd name="connsiteY114" fmla="*/ 335583 h 788699"/>
                <a:gd name="connsiteX115" fmla="*/ 612988 w 734307"/>
                <a:gd name="connsiteY115" fmla="*/ 346462 h 788699"/>
                <a:gd name="connsiteX116" fmla="*/ 612988 w 734307"/>
                <a:gd name="connsiteY116" fmla="*/ 370939 h 788699"/>
                <a:gd name="connsiteX117" fmla="*/ 612988 w 734307"/>
                <a:gd name="connsiteY117" fmla="*/ 395415 h 788699"/>
                <a:gd name="connsiteX118" fmla="*/ 615708 w 734307"/>
                <a:gd name="connsiteY118" fmla="*/ 422612 h 788699"/>
                <a:gd name="connsiteX119" fmla="*/ 618428 w 734307"/>
                <a:gd name="connsiteY119" fmla="*/ 441650 h 788699"/>
                <a:gd name="connsiteX120" fmla="*/ 618428 w 734307"/>
                <a:gd name="connsiteY120" fmla="*/ 455248 h 788699"/>
                <a:gd name="connsiteX121" fmla="*/ 621147 w 734307"/>
                <a:gd name="connsiteY121" fmla="*/ 463407 h 788699"/>
                <a:gd name="connsiteX122" fmla="*/ 626587 w 734307"/>
                <a:gd name="connsiteY122" fmla="*/ 482444 h 788699"/>
                <a:gd name="connsiteX123" fmla="*/ 629307 w 734307"/>
                <a:gd name="connsiteY123" fmla="*/ 517800 h 788699"/>
                <a:gd name="connsiteX124" fmla="*/ 634746 w 734307"/>
                <a:gd name="connsiteY124" fmla="*/ 561314 h 788699"/>
                <a:gd name="connsiteX125" fmla="*/ 634746 w 734307"/>
                <a:gd name="connsiteY125" fmla="*/ 566754 h 788699"/>
                <a:gd name="connsiteX126" fmla="*/ 634746 w 734307"/>
                <a:gd name="connsiteY126" fmla="*/ 583072 h 788699"/>
                <a:gd name="connsiteX127" fmla="*/ 637466 w 734307"/>
                <a:gd name="connsiteY127" fmla="*/ 607548 h 788699"/>
                <a:gd name="connsiteX128" fmla="*/ 640185 w 734307"/>
                <a:gd name="connsiteY128" fmla="*/ 618427 h 788699"/>
                <a:gd name="connsiteX129" fmla="*/ 640185 w 734307"/>
                <a:gd name="connsiteY129" fmla="*/ 632025 h 788699"/>
                <a:gd name="connsiteX130" fmla="*/ 640185 w 734307"/>
                <a:gd name="connsiteY130" fmla="*/ 640184 h 788699"/>
                <a:gd name="connsiteX131" fmla="*/ 642905 w 734307"/>
                <a:gd name="connsiteY131" fmla="*/ 659222 h 788699"/>
                <a:gd name="connsiteX132" fmla="*/ 642905 w 734307"/>
                <a:gd name="connsiteY132" fmla="*/ 664661 h 788699"/>
                <a:gd name="connsiteX133" fmla="*/ 653783 w 734307"/>
                <a:gd name="connsiteY133" fmla="*/ 678259 h 788699"/>
                <a:gd name="connsiteX134" fmla="*/ 653783 w 734307"/>
                <a:gd name="connsiteY134" fmla="*/ 678259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</a:cxnLst>
              <a:rect l="l" t="t" r="r" b="b"/>
              <a:pathLst>
                <a:path w="734307" h="788699">
                  <a:moveTo>
                    <a:pt x="653783" y="678259"/>
                  </a:moveTo>
                  <a:cubicBezTo>
                    <a:pt x="667382" y="678259"/>
                    <a:pt x="691859" y="678259"/>
                    <a:pt x="691859" y="694577"/>
                  </a:cubicBezTo>
                  <a:cubicBezTo>
                    <a:pt x="691859" y="702736"/>
                    <a:pt x="689139" y="705456"/>
                    <a:pt x="686419" y="710895"/>
                  </a:cubicBezTo>
                  <a:cubicBezTo>
                    <a:pt x="683700" y="716335"/>
                    <a:pt x="675541" y="719054"/>
                    <a:pt x="670101" y="719054"/>
                  </a:cubicBezTo>
                  <a:cubicBezTo>
                    <a:pt x="661942" y="721774"/>
                    <a:pt x="653783" y="721774"/>
                    <a:pt x="648344" y="721774"/>
                  </a:cubicBezTo>
                  <a:cubicBezTo>
                    <a:pt x="645624" y="721774"/>
                    <a:pt x="634746" y="721774"/>
                    <a:pt x="618428" y="721774"/>
                  </a:cubicBezTo>
                  <a:cubicBezTo>
                    <a:pt x="604829" y="729933"/>
                    <a:pt x="588512" y="735372"/>
                    <a:pt x="572194" y="735372"/>
                  </a:cubicBezTo>
                  <a:cubicBezTo>
                    <a:pt x="564035" y="735372"/>
                    <a:pt x="553156" y="732653"/>
                    <a:pt x="544997" y="729933"/>
                  </a:cubicBezTo>
                  <a:cubicBezTo>
                    <a:pt x="539558" y="727213"/>
                    <a:pt x="536838" y="724494"/>
                    <a:pt x="534119" y="721774"/>
                  </a:cubicBezTo>
                  <a:cubicBezTo>
                    <a:pt x="520520" y="721774"/>
                    <a:pt x="509641" y="721774"/>
                    <a:pt x="496043" y="721774"/>
                  </a:cubicBezTo>
                  <a:cubicBezTo>
                    <a:pt x="487884" y="721774"/>
                    <a:pt x="479725" y="721774"/>
                    <a:pt x="471566" y="721774"/>
                  </a:cubicBezTo>
                  <a:cubicBezTo>
                    <a:pt x="463407" y="721774"/>
                    <a:pt x="452529" y="721774"/>
                    <a:pt x="444370" y="716335"/>
                  </a:cubicBezTo>
                  <a:cubicBezTo>
                    <a:pt x="436211" y="713615"/>
                    <a:pt x="428052" y="705456"/>
                    <a:pt x="428052" y="700017"/>
                  </a:cubicBezTo>
                  <a:cubicBezTo>
                    <a:pt x="428052" y="697297"/>
                    <a:pt x="428052" y="694577"/>
                    <a:pt x="433491" y="691858"/>
                  </a:cubicBezTo>
                  <a:cubicBezTo>
                    <a:pt x="438930" y="689138"/>
                    <a:pt x="449809" y="686418"/>
                    <a:pt x="455248" y="683699"/>
                  </a:cubicBezTo>
                  <a:cubicBezTo>
                    <a:pt x="474286" y="680979"/>
                    <a:pt x="498763" y="678259"/>
                    <a:pt x="506922" y="678259"/>
                  </a:cubicBezTo>
                  <a:cubicBezTo>
                    <a:pt x="506922" y="678259"/>
                    <a:pt x="509641" y="678259"/>
                    <a:pt x="509641" y="678259"/>
                  </a:cubicBezTo>
                  <a:cubicBezTo>
                    <a:pt x="509641" y="672820"/>
                    <a:pt x="506922" y="670101"/>
                    <a:pt x="506922" y="664661"/>
                  </a:cubicBezTo>
                  <a:cubicBezTo>
                    <a:pt x="501483" y="640184"/>
                    <a:pt x="501483" y="612988"/>
                    <a:pt x="498763" y="580352"/>
                  </a:cubicBezTo>
                  <a:cubicBezTo>
                    <a:pt x="496043" y="547716"/>
                    <a:pt x="498763" y="512361"/>
                    <a:pt x="496043" y="479725"/>
                  </a:cubicBezTo>
                  <a:cubicBezTo>
                    <a:pt x="493324" y="449808"/>
                    <a:pt x="493324" y="419892"/>
                    <a:pt x="493324" y="389976"/>
                  </a:cubicBezTo>
                  <a:cubicBezTo>
                    <a:pt x="493324" y="360060"/>
                    <a:pt x="490604" y="332863"/>
                    <a:pt x="490604" y="302947"/>
                  </a:cubicBezTo>
                  <a:cubicBezTo>
                    <a:pt x="487884" y="275751"/>
                    <a:pt x="487884" y="240395"/>
                    <a:pt x="487884" y="229516"/>
                  </a:cubicBezTo>
                  <a:cubicBezTo>
                    <a:pt x="487884" y="224077"/>
                    <a:pt x="487884" y="221357"/>
                    <a:pt x="485165" y="221357"/>
                  </a:cubicBezTo>
                  <a:cubicBezTo>
                    <a:pt x="485165" y="221357"/>
                    <a:pt x="482445" y="224077"/>
                    <a:pt x="482445" y="226797"/>
                  </a:cubicBezTo>
                  <a:cubicBezTo>
                    <a:pt x="479725" y="237675"/>
                    <a:pt x="479725" y="251274"/>
                    <a:pt x="477006" y="262152"/>
                  </a:cubicBezTo>
                  <a:cubicBezTo>
                    <a:pt x="471566" y="289349"/>
                    <a:pt x="466127" y="316545"/>
                    <a:pt x="460688" y="341022"/>
                  </a:cubicBezTo>
                  <a:cubicBezTo>
                    <a:pt x="455248" y="365499"/>
                    <a:pt x="447090" y="392696"/>
                    <a:pt x="444370" y="417173"/>
                  </a:cubicBezTo>
                  <a:cubicBezTo>
                    <a:pt x="441650" y="430771"/>
                    <a:pt x="438930" y="441650"/>
                    <a:pt x="436211" y="455248"/>
                  </a:cubicBezTo>
                  <a:cubicBezTo>
                    <a:pt x="433491" y="468846"/>
                    <a:pt x="428052" y="479725"/>
                    <a:pt x="425332" y="493323"/>
                  </a:cubicBezTo>
                  <a:cubicBezTo>
                    <a:pt x="422612" y="506921"/>
                    <a:pt x="419893" y="520520"/>
                    <a:pt x="411734" y="531398"/>
                  </a:cubicBezTo>
                  <a:cubicBezTo>
                    <a:pt x="406295" y="539557"/>
                    <a:pt x="395416" y="547716"/>
                    <a:pt x="376378" y="547716"/>
                  </a:cubicBezTo>
                  <a:cubicBezTo>
                    <a:pt x="357341" y="547716"/>
                    <a:pt x="335583" y="539557"/>
                    <a:pt x="319265" y="525959"/>
                  </a:cubicBezTo>
                  <a:cubicBezTo>
                    <a:pt x="300228" y="506921"/>
                    <a:pt x="294788" y="479725"/>
                    <a:pt x="289349" y="455248"/>
                  </a:cubicBezTo>
                  <a:cubicBezTo>
                    <a:pt x="283910" y="428051"/>
                    <a:pt x="278470" y="400855"/>
                    <a:pt x="273031" y="373658"/>
                  </a:cubicBezTo>
                  <a:cubicBezTo>
                    <a:pt x="273031" y="368219"/>
                    <a:pt x="267592" y="346462"/>
                    <a:pt x="262153" y="316545"/>
                  </a:cubicBezTo>
                  <a:cubicBezTo>
                    <a:pt x="256713" y="292068"/>
                    <a:pt x="251274" y="262152"/>
                    <a:pt x="245835" y="237675"/>
                  </a:cubicBezTo>
                  <a:cubicBezTo>
                    <a:pt x="240395" y="218638"/>
                    <a:pt x="237675" y="205039"/>
                    <a:pt x="234956" y="196881"/>
                  </a:cubicBezTo>
                  <a:cubicBezTo>
                    <a:pt x="232236" y="191441"/>
                    <a:pt x="232236" y="191441"/>
                    <a:pt x="232236" y="191441"/>
                  </a:cubicBezTo>
                  <a:cubicBezTo>
                    <a:pt x="229517" y="191441"/>
                    <a:pt x="229517" y="196881"/>
                    <a:pt x="226797" y="207759"/>
                  </a:cubicBezTo>
                  <a:cubicBezTo>
                    <a:pt x="226797" y="215918"/>
                    <a:pt x="226797" y="229516"/>
                    <a:pt x="226797" y="232236"/>
                  </a:cubicBezTo>
                  <a:cubicBezTo>
                    <a:pt x="226797" y="243115"/>
                    <a:pt x="224077" y="256713"/>
                    <a:pt x="224077" y="267592"/>
                  </a:cubicBezTo>
                  <a:cubicBezTo>
                    <a:pt x="224077" y="278470"/>
                    <a:pt x="224077" y="294788"/>
                    <a:pt x="221358" y="311106"/>
                  </a:cubicBezTo>
                  <a:cubicBezTo>
                    <a:pt x="221358" y="327424"/>
                    <a:pt x="218638" y="343742"/>
                    <a:pt x="218638" y="360060"/>
                  </a:cubicBezTo>
                  <a:cubicBezTo>
                    <a:pt x="218638" y="373658"/>
                    <a:pt x="215919" y="384537"/>
                    <a:pt x="215919" y="398135"/>
                  </a:cubicBezTo>
                  <a:cubicBezTo>
                    <a:pt x="215919" y="409014"/>
                    <a:pt x="213199" y="419892"/>
                    <a:pt x="213199" y="430771"/>
                  </a:cubicBezTo>
                  <a:cubicBezTo>
                    <a:pt x="213199" y="438930"/>
                    <a:pt x="213199" y="447089"/>
                    <a:pt x="213199" y="455248"/>
                  </a:cubicBezTo>
                  <a:cubicBezTo>
                    <a:pt x="213199" y="463407"/>
                    <a:pt x="213199" y="471566"/>
                    <a:pt x="213199" y="477005"/>
                  </a:cubicBezTo>
                  <a:cubicBezTo>
                    <a:pt x="210479" y="490603"/>
                    <a:pt x="207759" y="506921"/>
                    <a:pt x="207759" y="520520"/>
                  </a:cubicBezTo>
                  <a:cubicBezTo>
                    <a:pt x="202320" y="550436"/>
                    <a:pt x="199600" y="580352"/>
                    <a:pt x="196881" y="610268"/>
                  </a:cubicBezTo>
                  <a:cubicBezTo>
                    <a:pt x="196881" y="623866"/>
                    <a:pt x="196881" y="640184"/>
                    <a:pt x="194161" y="653783"/>
                  </a:cubicBezTo>
                  <a:cubicBezTo>
                    <a:pt x="194161" y="659222"/>
                    <a:pt x="194161" y="661942"/>
                    <a:pt x="191441" y="667381"/>
                  </a:cubicBezTo>
                  <a:cubicBezTo>
                    <a:pt x="213199" y="667381"/>
                    <a:pt x="232236" y="667381"/>
                    <a:pt x="243115" y="667381"/>
                  </a:cubicBezTo>
                  <a:cubicBezTo>
                    <a:pt x="253994" y="667381"/>
                    <a:pt x="273031" y="670101"/>
                    <a:pt x="273031" y="683699"/>
                  </a:cubicBezTo>
                  <a:cubicBezTo>
                    <a:pt x="273031" y="691858"/>
                    <a:pt x="267592" y="691858"/>
                    <a:pt x="262153" y="697297"/>
                  </a:cubicBezTo>
                  <a:cubicBezTo>
                    <a:pt x="259433" y="702736"/>
                    <a:pt x="253994" y="705456"/>
                    <a:pt x="248554" y="705456"/>
                  </a:cubicBezTo>
                  <a:cubicBezTo>
                    <a:pt x="240395" y="708176"/>
                    <a:pt x="234956" y="708176"/>
                    <a:pt x="232236" y="708176"/>
                  </a:cubicBezTo>
                  <a:cubicBezTo>
                    <a:pt x="226797" y="708176"/>
                    <a:pt x="175124" y="708176"/>
                    <a:pt x="166965" y="708176"/>
                  </a:cubicBezTo>
                  <a:cubicBezTo>
                    <a:pt x="156086" y="708176"/>
                    <a:pt x="120730" y="708176"/>
                    <a:pt x="109852" y="708176"/>
                  </a:cubicBezTo>
                  <a:cubicBezTo>
                    <a:pt x="104412" y="708176"/>
                    <a:pt x="96253" y="708176"/>
                    <a:pt x="90814" y="708176"/>
                  </a:cubicBezTo>
                  <a:cubicBezTo>
                    <a:pt x="85375" y="708176"/>
                    <a:pt x="77216" y="705456"/>
                    <a:pt x="69057" y="702736"/>
                  </a:cubicBezTo>
                  <a:cubicBezTo>
                    <a:pt x="63617" y="700017"/>
                    <a:pt x="58178" y="691858"/>
                    <a:pt x="58178" y="686418"/>
                  </a:cubicBezTo>
                  <a:cubicBezTo>
                    <a:pt x="58178" y="683699"/>
                    <a:pt x="58178" y="680979"/>
                    <a:pt x="60898" y="678259"/>
                  </a:cubicBezTo>
                  <a:cubicBezTo>
                    <a:pt x="63617" y="675540"/>
                    <a:pt x="71777" y="672820"/>
                    <a:pt x="77216" y="670101"/>
                  </a:cubicBezTo>
                  <a:cubicBezTo>
                    <a:pt x="90814" y="667381"/>
                    <a:pt x="120730" y="664661"/>
                    <a:pt x="126170" y="664661"/>
                  </a:cubicBezTo>
                  <a:cubicBezTo>
                    <a:pt x="128889" y="664661"/>
                    <a:pt x="134329" y="664661"/>
                    <a:pt x="142487" y="664661"/>
                  </a:cubicBezTo>
                  <a:cubicBezTo>
                    <a:pt x="142487" y="640184"/>
                    <a:pt x="147927" y="612988"/>
                    <a:pt x="147927" y="588511"/>
                  </a:cubicBezTo>
                  <a:cubicBezTo>
                    <a:pt x="150646" y="555875"/>
                    <a:pt x="153366" y="523239"/>
                    <a:pt x="153366" y="493323"/>
                  </a:cubicBezTo>
                  <a:cubicBezTo>
                    <a:pt x="153366" y="466126"/>
                    <a:pt x="156086" y="438930"/>
                    <a:pt x="156086" y="411733"/>
                  </a:cubicBezTo>
                  <a:cubicBezTo>
                    <a:pt x="158806" y="373658"/>
                    <a:pt x="158806" y="335583"/>
                    <a:pt x="161525" y="297508"/>
                  </a:cubicBezTo>
                  <a:cubicBezTo>
                    <a:pt x="161525" y="278470"/>
                    <a:pt x="164245" y="259433"/>
                    <a:pt x="166965" y="240395"/>
                  </a:cubicBezTo>
                  <a:cubicBezTo>
                    <a:pt x="169684" y="210479"/>
                    <a:pt x="172404" y="191441"/>
                    <a:pt x="177843" y="161525"/>
                  </a:cubicBezTo>
                  <a:cubicBezTo>
                    <a:pt x="180563" y="147927"/>
                    <a:pt x="180563" y="131609"/>
                    <a:pt x="183282" y="118011"/>
                  </a:cubicBezTo>
                  <a:cubicBezTo>
                    <a:pt x="183282" y="118011"/>
                    <a:pt x="183282" y="115291"/>
                    <a:pt x="183282" y="115291"/>
                  </a:cubicBezTo>
                  <a:cubicBezTo>
                    <a:pt x="177843" y="115291"/>
                    <a:pt x="172404" y="115291"/>
                    <a:pt x="161525" y="115291"/>
                  </a:cubicBezTo>
                  <a:cubicBezTo>
                    <a:pt x="153366" y="115291"/>
                    <a:pt x="145207" y="115291"/>
                    <a:pt x="137048" y="115291"/>
                  </a:cubicBezTo>
                  <a:cubicBezTo>
                    <a:pt x="128889" y="115291"/>
                    <a:pt x="118011" y="115291"/>
                    <a:pt x="109852" y="109851"/>
                  </a:cubicBezTo>
                  <a:cubicBezTo>
                    <a:pt x="101693" y="107132"/>
                    <a:pt x="93534" y="98973"/>
                    <a:pt x="93534" y="93534"/>
                  </a:cubicBezTo>
                  <a:cubicBezTo>
                    <a:pt x="93534" y="90814"/>
                    <a:pt x="93534" y="88094"/>
                    <a:pt x="98973" y="85375"/>
                  </a:cubicBezTo>
                  <a:cubicBezTo>
                    <a:pt x="104412" y="82655"/>
                    <a:pt x="115291" y="79935"/>
                    <a:pt x="120730" y="77216"/>
                  </a:cubicBezTo>
                  <a:cubicBezTo>
                    <a:pt x="139768" y="74496"/>
                    <a:pt x="164245" y="71776"/>
                    <a:pt x="172404" y="71776"/>
                  </a:cubicBezTo>
                  <a:cubicBezTo>
                    <a:pt x="194161" y="71776"/>
                    <a:pt x="210479" y="69057"/>
                    <a:pt x="234956" y="69057"/>
                  </a:cubicBezTo>
                  <a:cubicBezTo>
                    <a:pt x="237675" y="69057"/>
                    <a:pt x="240395" y="69057"/>
                    <a:pt x="243115" y="69057"/>
                  </a:cubicBezTo>
                  <a:cubicBezTo>
                    <a:pt x="251274" y="69057"/>
                    <a:pt x="262153" y="69057"/>
                    <a:pt x="270312" y="74496"/>
                  </a:cubicBezTo>
                  <a:cubicBezTo>
                    <a:pt x="283910" y="82655"/>
                    <a:pt x="300228" y="96253"/>
                    <a:pt x="308387" y="123450"/>
                  </a:cubicBezTo>
                  <a:cubicBezTo>
                    <a:pt x="316546" y="147927"/>
                    <a:pt x="327424" y="175123"/>
                    <a:pt x="332864" y="202320"/>
                  </a:cubicBezTo>
                  <a:cubicBezTo>
                    <a:pt x="335583" y="213198"/>
                    <a:pt x="335583" y="226797"/>
                    <a:pt x="338303" y="237675"/>
                  </a:cubicBezTo>
                  <a:cubicBezTo>
                    <a:pt x="343742" y="251274"/>
                    <a:pt x="346462" y="264872"/>
                    <a:pt x="349182" y="281190"/>
                  </a:cubicBezTo>
                  <a:cubicBezTo>
                    <a:pt x="351901" y="292068"/>
                    <a:pt x="351901" y="305667"/>
                    <a:pt x="357341" y="316545"/>
                  </a:cubicBezTo>
                  <a:cubicBezTo>
                    <a:pt x="362780" y="327424"/>
                    <a:pt x="362780" y="338303"/>
                    <a:pt x="365500" y="351901"/>
                  </a:cubicBezTo>
                  <a:cubicBezTo>
                    <a:pt x="365500" y="357340"/>
                    <a:pt x="373658" y="373658"/>
                    <a:pt x="376378" y="389976"/>
                  </a:cubicBezTo>
                  <a:cubicBezTo>
                    <a:pt x="381817" y="403574"/>
                    <a:pt x="384537" y="414453"/>
                    <a:pt x="387257" y="414453"/>
                  </a:cubicBezTo>
                  <a:cubicBezTo>
                    <a:pt x="392696" y="414453"/>
                    <a:pt x="395416" y="381817"/>
                    <a:pt x="398136" y="376378"/>
                  </a:cubicBezTo>
                  <a:cubicBezTo>
                    <a:pt x="400855" y="362779"/>
                    <a:pt x="403575" y="346462"/>
                    <a:pt x="406295" y="332863"/>
                  </a:cubicBezTo>
                  <a:cubicBezTo>
                    <a:pt x="411734" y="302947"/>
                    <a:pt x="417173" y="273031"/>
                    <a:pt x="425332" y="243115"/>
                  </a:cubicBezTo>
                  <a:cubicBezTo>
                    <a:pt x="430771" y="213198"/>
                    <a:pt x="436211" y="180563"/>
                    <a:pt x="444370" y="150646"/>
                  </a:cubicBezTo>
                  <a:cubicBezTo>
                    <a:pt x="449809" y="126170"/>
                    <a:pt x="460688" y="98973"/>
                    <a:pt x="477006" y="79935"/>
                  </a:cubicBezTo>
                  <a:cubicBezTo>
                    <a:pt x="487884" y="66337"/>
                    <a:pt x="506922" y="58178"/>
                    <a:pt x="523240" y="58178"/>
                  </a:cubicBezTo>
                  <a:cubicBezTo>
                    <a:pt x="528679" y="58178"/>
                    <a:pt x="539558" y="58178"/>
                    <a:pt x="544997" y="63617"/>
                  </a:cubicBezTo>
                  <a:lnTo>
                    <a:pt x="612988" y="63617"/>
                  </a:lnTo>
                  <a:cubicBezTo>
                    <a:pt x="626587" y="63617"/>
                    <a:pt x="651064" y="63617"/>
                    <a:pt x="651064" y="79935"/>
                  </a:cubicBezTo>
                  <a:cubicBezTo>
                    <a:pt x="651064" y="88094"/>
                    <a:pt x="648344" y="88094"/>
                    <a:pt x="645624" y="96253"/>
                  </a:cubicBezTo>
                  <a:cubicBezTo>
                    <a:pt x="640185" y="101693"/>
                    <a:pt x="634746" y="104412"/>
                    <a:pt x="629307" y="104412"/>
                  </a:cubicBezTo>
                  <a:cubicBezTo>
                    <a:pt x="621147" y="107132"/>
                    <a:pt x="612988" y="107132"/>
                    <a:pt x="607549" y="107132"/>
                  </a:cubicBezTo>
                  <a:cubicBezTo>
                    <a:pt x="604829" y="107132"/>
                    <a:pt x="591231" y="107132"/>
                    <a:pt x="580353" y="107132"/>
                  </a:cubicBezTo>
                  <a:cubicBezTo>
                    <a:pt x="580353" y="109851"/>
                    <a:pt x="583072" y="112571"/>
                    <a:pt x="583072" y="115291"/>
                  </a:cubicBezTo>
                  <a:cubicBezTo>
                    <a:pt x="585792" y="128889"/>
                    <a:pt x="585792" y="142487"/>
                    <a:pt x="588512" y="156086"/>
                  </a:cubicBezTo>
                  <a:cubicBezTo>
                    <a:pt x="591231" y="169684"/>
                    <a:pt x="591231" y="183282"/>
                    <a:pt x="593951" y="196881"/>
                  </a:cubicBezTo>
                  <a:cubicBezTo>
                    <a:pt x="593951" y="207759"/>
                    <a:pt x="599390" y="215918"/>
                    <a:pt x="599390" y="226797"/>
                  </a:cubicBezTo>
                  <a:cubicBezTo>
                    <a:pt x="599390" y="229516"/>
                    <a:pt x="599390" y="229516"/>
                    <a:pt x="599390" y="232236"/>
                  </a:cubicBezTo>
                  <a:cubicBezTo>
                    <a:pt x="599390" y="234956"/>
                    <a:pt x="599390" y="237675"/>
                    <a:pt x="599390" y="240395"/>
                  </a:cubicBezTo>
                  <a:cubicBezTo>
                    <a:pt x="599390" y="251274"/>
                    <a:pt x="599390" y="259433"/>
                    <a:pt x="602110" y="270311"/>
                  </a:cubicBezTo>
                  <a:cubicBezTo>
                    <a:pt x="604829" y="283909"/>
                    <a:pt x="607549" y="294788"/>
                    <a:pt x="607549" y="308386"/>
                  </a:cubicBezTo>
                  <a:cubicBezTo>
                    <a:pt x="607549" y="311106"/>
                    <a:pt x="607549" y="316545"/>
                    <a:pt x="607549" y="319265"/>
                  </a:cubicBezTo>
                  <a:cubicBezTo>
                    <a:pt x="607549" y="324704"/>
                    <a:pt x="610269" y="330144"/>
                    <a:pt x="612988" y="335583"/>
                  </a:cubicBezTo>
                  <a:cubicBezTo>
                    <a:pt x="612988" y="338303"/>
                    <a:pt x="612988" y="343742"/>
                    <a:pt x="612988" y="346462"/>
                  </a:cubicBezTo>
                  <a:cubicBezTo>
                    <a:pt x="612988" y="354620"/>
                    <a:pt x="612988" y="362779"/>
                    <a:pt x="612988" y="370939"/>
                  </a:cubicBezTo>
                  <a:cubicBezTo>
                    <a:pt x="612988" y="379097"/>
                    <a:pt x="612988" y="387256"/>
                    <a:pt x="612988" y="395415"/>
                  </a:cubicBezTo>
                  <a:cubicBezTo>
                    <a:pt x="612988" y="403574"/>
                    <a:pt x="615708" y="414453"/>
                    <a:pt x="615708" y="422612"/>
                  </a:cubicBezTo>
                  <a:cubicBezTo>
                    <a:pt x="618428" y="430771"/>
                    <a:pt x="618428" y="436210"/>
                    <a:pt x="618428" y="441650"/>
                  </a:cubicBezTo>
                  <a:cubicBezTo>
                    <a:pt x="618428" y="444369"/>
                    <a:pt x="618428" y="449808"/>
                    <a:pt x="618428" y="455248"/>
                  </a:cubicBezTo>
                  <a:cubicBezTo>
                    <a:pt x="618428" y="460687"/>
                    <a:pt x="618428" y="460687"/>
                    <a:pt x="621147" y="463407"/>
                  </a:cubicBezTo>
                  <a:cubicBezTo>
                    <a:pt x="623867" y="471566"/>
                    <a:pt x="623867" y="477005"/>
                    <a:pt x="626587" y="482444"/>
                  </a:cubicBezTo>
                  <a:cubicBezTo>
                    <a:pt x="629307" y="493323"/>
                    <a:pt x="629307" y="506921"/>
                    <a:pt x="629307" y="517800"/>
                  </a:cubicBezTo>
                  <a:cubicBezTo>
                    <a:pt x="632026" y="534118"/>
                    <a:pt x="632026" y="547716"/>
                    <a:pt x="634746" y="561314"/>
                  </a:cubicBezTo>
                  <a:cubicBezTo>
                    <a:pt x="634746" y="564034"/>
                    <a:pt x="634746" y="564034"/>
                    <a:pt x="634746" y="566754"/>
                  </a:cubicBezTo>
                  <a:cubicBezTo>
                    <a:pt x="634746" y="572193"/>
                    <a:pt x="634746" y="577632"/>
                    <a:pt x="634746" y="583072"/>
                  </a:cubicBezTo>
                  <a:cubicBezTo>
                    <a:pt x="634746" y="596670"/>
                    <a:pt x="637466" y="602109"/>
                    <a:pt x="637466" y="607548"/>
                  </a:cubicBezTo>
                  <a:cubicBezTo>
                    <a:pt x="637466" y="610268"/>
                    <a:pt x="640185" y="615708"/>
                    <a:pt x="640185" y="618427"/>
                  </a:cubicBezTo>
                  <a:cubicBezTo>
                    <a:pt x="640185" y="623866"/>
                    <a:pt x="640185" y="629306"/>
                    <a:pt x="640185" y="632025"/>
                  </a:cubicBezTo>
                  <a:cubicBezTo>
                    <a:pt x="640185" y="634745"/>
                    <a:pt x="640185" y="637465"/>
                    <a:pt x="640185" y="640184"/>
                  </a:cubicBezTo>
                  <a:cubicBezTo>
                    <a:pt x="640185" y="645624"/>
                    <a:pt x="642905" y="653783"/>
                    <a:pt x="642905" y="659222"/>
                  </a:cubicBezTo>
                  <a:cubicBezTo>
                    <a:pt x="642905" y="661942"/>
                    <a:pt x="642905" y="661942"/>
                    <a:pt x="642905" y="664661"/>
                  </a:cubicBezTo>
                  <a:cubicBezTo>
                    <a:pt x="645624" y="678259"/>
                    <a:pt x="651064" y="678259"/>
                    <a:pt x="653783" y="678259"/>
                  </a:cubicBezTo>
                  <a:lnTo>
                    <a:pt x="653783" y="678259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A832BAE0-D017-4A44-B1FD-B27B15799420}"/>
                </a:ext>
              </a:extLst>
            </p:cNvPr>
            <p:cNvSpPr/>
            <p:nvPr/>
          </p:nvSpPr>
          <p:spPr>
            <a:xfrm>
              <a:off x="6362526" y="4242177"/>
              <a:ext cx="492259" cy="674476"/>
            </a:xfrm>
            <a:custGeom>
              <a:avLst/>
              <a:gdLst>
                <a:gd name="connsiteX0" fmla="*/ 225733 w 492259"/>
                <a:gd name="connsiteY0" fmla="*/ 97907 h 674476"/>
                <a:gd name="connsiteX1" fmla="*/ 209415 w 492259"/>
                <a:gd name="connsiteY1" fmla="*/ 119665 h 674476"/>
                <a:gd name="connsiteX2" fmla="*/ 201256 w 492259"/>
                <a:gd name="connsiteY2" fmla="*/ 152300 h 674476"/>
                <a:gd name="connsiteX3" fmla="*/ 198536 w 492259"/>
                <a:gd name="connsiteY3" fmla="*/ 168618 h 674476"/>
                <a:gd name="connsiteX4" fmla="*/ 195817 w 492259"/>
                <a:gd name="connsiteY4" fmla="*/ 184936 h 674476"/>
                <a:gd name="connsiteX5" fmla="*/ 187658 w 492259"/>
                <a:gd name="connsiteY5" fmla="*/ 220292 h 674476"/>
                <a:gd name="connsiteX6" fmla="*/ 168620 w 492259"/>
                <a:gd name="connsiteY6" fmla="*/ 291003 h 674476"/>
                <a:gd name="connsiteX7" fmla="*/ 160461 w 492259"/>
                <a:gd name="connsiteY7" fmla="*/ 323639 h 674476"/>
                <a:gd name="connsiteX8" fmla="*/ 149582 w 492259"/>
                <a:gd name="connsiteY8" fmla="*/ 361714 h 674476"/>
                <a:gd name="connsiteX9" fmla="*/ 144143 w 492259"/>
                <a:gd name="connsiteY9" fmla="*/ 388910 h 674476"/>
                <a:gd name="connsiteX10" fmla="*/ 149582 w 492259"/>
                <a:gd name="connsiteY10" fmla="*/ 391630 h 674476"/>
                <a:gd name="connsiteX11" fmla="*/ 171340 w 492259"/>
                <a:gd name="connsiteY11" fmla="*/ 391630 h 674476"/>
                <a:gd name="connsiteX12" fmla="*/ 193097 w 492259"/>
                <a:gd name="connsiteY12" fmla="*/ 388910 h 674476"/>
                <a:gd name="connsiteX13" fmla="*/ 212135 w 492259"/>
                <a:gd name="connsiteY13" fmla="*/ 388910 h 674476"/>
                <a:gd name="connsiteX14" fmla="*/ 236611 w 492259"/>
                <a:gd name="connsiteY14" fmla="*/ 388910 h 674476"/>
                <a:gd name="connsiteX15" fmla="*/ 250210 w 492259"/>
                <a:gd name="connsiteY15" fmla="*/ 386191 h 674476"/>
                <a:gd name="connsiteX16" fmla="*/ 258369 w 492259"/>
                <a:gd name="connsiteY16" fmla="*/ 386191 h 674476"/>
                <a:gd name="connsiteX17" fmla="*/ 255649 w 492259"/>
                <a:gd name="connsiteY17" fmla="*/ 367153 h 674476"/>
                <a:gd name="connsiteX18" fmla="*/ 250210 w 492259"/>
                <a:gd name="connsiteY18" fmla="*/ 331797 h 674476"/>
                <a:gd name="connsiteX19" fmla="*/ 247490 w 492259"/>
                <a:gd name="connsiteY19" fmla="*/ 244769 h 674476"/>
                <a:gd name="connsiteX20" fmla="*/ 242051 w 492259"/>
                <a:gd name="connsiteY20" fmla="*/ 203974 h 674476"/>
                <a:gd name="connsiteX21" fmla="*/ 236611 w 492259"/>
                <a:gd name="connsiteY21" fmla="*/ 157740 h 674476"/>
                <a:gd name="connsiteX22" fmla="*/ 233892 w 492259"/>
                <a:gd name="connsiteY22" fmla="*/ 119665 h 674476"/>
                <a:gd name="connsiteX23" fmla="*/ 225733 w 492259"/>
                <a:gd name="connsiteY23" fmla="*/ 97907 h 674476"/>
                <a:gd name="connsiteX24" fmla="*/ 274687 w 492259"/>
                <a:gd name="connsiteY24" fmla="*/ 0 h 674476"/>
                <a:gd name="connsiteX25" fmla="*/ 304603 w 492259"/>
                <a:gd name="connsiteY25" fmla="*/ 5439 h 674476"/>
                <a:gd name="connsiteX26" fmla="*/ 320921 w 492259"/>
                <a:gd name="connsiteY26" fmla="*/ 24477 h 674476"/>
                <a:gd name="connsiteX27" fmla="*/ 334519 w 492259"/>
                <a:gd name="connsiteY27" fmla="*/ 43515 h 674476"/>
                <a:gd name="connsiteX28" fmla="*/ 339959 w 492259"/>
                <a:gd name="connsiteY28" fmla="*/ 65272 h 674476"/>
                <a:gd name="connsiteX29" fmla="*/ 348118 w 492259"/>
                <a:gd name="connsiteY29" fmla="*/ 114226 h 674476"/>
                <a:gd name="connsiteX30" fmla="*/ 361716 w 492259"/>
                <a:gd name="connsiteY30" fmla="*/ 163180 h 674476"/>
                <a:gd name="connsiteX31" fmla="*/ 369875 w 492259"/>
                <a:gd name="connsiteY31" fmla="*/ 220293 h 674476"/>
                <a:gd name="connsiteX32" fmla="*/ 378034 w 492259"/>
                <a:gd name="connsiteY32" fmla="*/ 274686 h 674476"/>
                <a:gd name="connsiteX33" fmla="*/ 383473 w 492259"/>
                <a:gd name="connsiteY33" fmla="*/ 301883 h 674476"/>
                <a:gd name="connsiteX34" fmla="*/ 391632 w 492259"/>
                <a:gd name="connsiteY34" fmla="*/ 337238 h 674476"/>
                <a:gd name="connsiteX35" fmla="*/ 397071 w 492259"/>
                <a:gd name="connsiteY35" fmla="*/ 364435 h 674476"/>
                <a:gd name="connsiteX36" fmla="*/ 405230 w 492259"/>
                <a:gd name="connsiteY36" fmla="*/ 383473 h 674476"/>
                <a:gd name="connsiteX37" fmla="*/ 416109 w 492259"/>
                <a:gd name="connsiteY37" fmla="*/ 386192 h 674476"/>
                <a:gd name="connsiteX38" fmla="*/ 426988 w 492259"/>
                <a:gd name="connsiteY38" fmla="*/ 386192 h 674476"/>
                <a:gd name="connsiteX39" fmla="*/ 454184 w 492259"/>
                <a:gd name="connsiteY39" fmla="*/ 397071 h 674476"/>
                <a:gd name="connsiteX40" fmla="*/ 456904 w 492259"/>
                <a:gd name="connsiteY40" fmla="*/ 405230 h 674476"/>
                <a:gd name="connsiteX41" fmla="*/ 451464 w 492259"/>
                <a:gd name="connsiteY41" fmla="*/ 416108 h 674476"/>
                <a:gd name="connsiteX42" fmla="*/ 432427 w 492259"/>
                <a:gd name="connsiteY42" fmla="*/ 429707 h 674476"/>
                <a:gd name="connsiteX43" fmla="*/ 421548 w 492259"/>
                <a:gd name="connsiteY43" fmla="*/ 432426 h 674476"/>
                <a:gd name="connsiteX44" fmla="*/ 413389 w 492259"/>
                <a:gd name="connsiteY44" fmla="*/ 435146 h 674476"/>
                <a:gd name="connsiteX45" fmla="*/ 413389 w 492259"/>
                <a:gd name="connsiteY45" fmla="*/ 440585 h 674476"/>
                <a:gd name="connsiteX46" fmla="*/ 416109 w 492259"/>
                <a:gd name="connsiteY46" fmla="*/ 451464 h 674476"/>
                <a:gd name="connsiteX47" fmla="*/ 418829 w 492259"/>
                <a:gd name="connsiteY47" fmla="*/ 465062 h 674476"/>
                <a:gd name="connsiteX48" fmla="*/ 418829 w 492259"/>
                <a:gd name="connsiteY48" fmla="*/ 475941 h 674476"/>
                <a:gd name="connsiteX49" fmla="*/ 418829 w 492259"/>
                <a:gd name="connsiteY49" fmla="*/ 486820 h 674476"/>
                <a:gd name="connsiteX50" fmla="*/ 426988 w 492259"/>
                <a:gd name="connsiteY50" fmla="*/ 516736 h 674476"/>
                <a:gd name="connsiteX51" fmla="*/ 432427 w 492259"/>
                <a:gd name="connsiteY51" fmla="*/ 543932 h 674476"/>
                <a:gd name="connsiteX52" fmla="*/ 437866 w 492259"/>
                <a:gd name="connsiteY52" fmla="*/ 573848 h 674476"/>
                <a:gd name="connsiteX53" fmla="*/ 443306 w 492259"/>
                <a:gd name="connsiteY53" fmla="*/ 606484 h 674476"/>
                <a:gd name="connsiteX54" fmla="*/ 446025 w 492259"/>
                <a:gd name="connsiteY54" fmla="*/ 617363 h 674476"/>
                <a:gd name="connsiteX55" fmla="*/ 470502 w 492259"/>
                <a:gd name="connsiteY55" fmla="*/ 617363 h 674476"/>
                <a:gd name="connsiteX56" fmla="*/ 492259 w 492259"/>
                <a:gd name="connsiteY56" fmla="*/ 641840 h 674476"/>
                <a:gd name="connsiteX57" fmla="*/ 484101 w 492259"/>
                <a:gd name="connsiteY57" fmla="*/ 655438 h 674476"/>
                <a:gd name="connsiteX58" fmla="*/ 467782 w 492259"/>
                <a:gd name="connsiteY58" fmla="*/ 663597 h 674476"/>
                <a:gd name="connsiteX59" fmla="*/ 443306 w 492259"/>
                <a:gd name="connsiteY59" fmla="*/ 666317 h 674476"/>
                <a:gd name="connsiteX60" fmla="*/ 421548 w 492259"/>
                <a:gd name="connsiteY60" fmla="*/ 666317 h 674476"/>
                <a:gd name="connsiteX61" fmla="*/ 413389 w 492259"/>
                <a:gd name="connsiteY61" fmla="*/ 666317 h 674476"/>
                <a:gd name="connsiteX62" fmla="*/ 399791 w 492259"/>
                <a:gd name="connsiteY62" fmla="*/ 671756 h 674476"/>
                <a:gd name="connsiteX63" fmla="*/ 383473 w 492259"/>
                <a:gd name="connsiteY63" fmla="*/ 674476 h 674476"/>
                <a:gd name="connsiteX64" fmla="*/ 348118 w 492259"/>
                <a:gd name="connsiteY64" fmla="*/ 669036 h 674476"/>
                <a:gd name="connsiteX65" fmla="*/ 326360 w 492259"/>
                <a:gd name="connsiteY65" fmla="*/ 669036 h 674476"/>
                <a:gd name="connsiteX66" fmla="*/ 277406 w 492259"/>
                <a:gd name="connsiteY66" fmla="*/ 669036 h 674476"/>
                <a:gd name="connsiteX67" fmla="*/ 252930 w 492259"/>
                <a:gd name="connsiteY67" fmla="*/ 663597 h 674476"/>
                <a:gd name="connsiteX68" fmla="*/ 236611 w 492259"/>
                <a:gd name="connsiteY68" fmla="*/ 647279 h 674476"/>
                <a:gd name="connsiteX69" fmla="*/ 261088 w 492259"/>
                <a:gd name="connsiteY69" fmla="*/ 630961 h 674476"/>
                <a:gd name="connsiteX70" fmla="*/ 288285 w 492259"/>
                <a:gd name="connsiteY70" fmla="*/ 628241 h 674476"/>
                <a:gd name="connsiteX71" fmla="*/ 285565 w 492259"/>
                <a:gd name="connsiteY71" fmla="*/ 609204 h 674476"/>
                <a:gd name="connsiteX72" fmla="*/ 282846 w 492259"/>
                <a:gd name="connsiteY72" fmla="*/ 582007 h 674476"/>
                <a:gd name="connsiteX73" fmla="*/ 280126 w 492259"/>
                <a:gd name="connsiteY73" fmla="*/ 568409 h 674476"/>
                <a:gd name="connsiteX74" fmla="*/ 282846 w 492259"/>
                <a:gd name="connsiteY74" fmla="*/ 554811 h 674476"/>
                <a:gd name="connsiteX75" fmla="*/ 277406 w 492259"/>
                <a:gd name="connsiteY75" fmla="*/ 538493 h 674476"/>
                <a:gd name="connsiteX76" fmla="*/ 271967 w 492259"/>
                <a:gd name="connsiteY76" fmla="*/ 505857 h 674476"/>
                <a:gd name="connsiteX77" fmla="*/ 269247 w 492259"/>
                <a:gd name="connsiteY77" fmla="*/ 478660 h 674476"/>
                <a:gd name="connsiteX78" fmla="*/ 266528 w 492259"/>
                <a:gd name="connsiteY78" fmla="*/ 446025 h 674476"/>
                <a:gd name="connsiteX79" fmla="*/ 261088 w 492259"/>
                <a:gd name="connsiteY79" fmla="*/ 437866 h 674476"/>
                <a:gd name="connsiteX80" fmla="*/ 250210 w 492259"/>
                <a:gd name="connsiteY80" fmla="*/ 437866 h 674476"/>
                <a:gd name="connsiteX81" fmla="*/ 220293 w 492259"/>
                <a:gd name="connsiteY81" fmla="*/ 440585 h 674476"/>
                <a:gd name="connsiteX82" fmla="*/ 190377 w 492259"/>
                <a:gd name="connsiteY82" fmla="*/ 443305 h 674476"/>
                <a:gd name="connsiteX83" fmla="*/ 165900 w 492259"/>
                <a:gd name="connsiteY83" fmla="*/ 443305 h 674476"/>
                <a:gd name="connsiteX84" fmla="*/ 144143 w 492259"/>
                <a:gd name="connsiteY84" fmla="*/ 440585 h 674476"/>
                <a:gd name="connsiteX85" fmla="*/ 135984 w 492259"/>
                <a:gd name="connsiteY85" fmla="*/ 454184 h 674476"/>
                <a:gd name="connsiteX86" fmla="*/ 130545 w 492259"/>
                <a:gd name="connsiteY86" fmla="*/ 486820 h 674476"/>
                <a:gd name="connsiteX87" fmla="*/ 119666 w 492259"/>
                <a:gd name="connsiteY87" fmla="*/ 541213 h 674476"/>
                <a:gd name="connsiteX88" fmla="*/ 103348 w 492259"/>
                <a:gd name="connsiteY88" fmla="*/ 614643 h 674476"/>
                <a:gd name="connsiteX89" fmla="*/ 133264 w 492259"/>
                <a:gd name="connsiteY89" fmla="*/ 614643 h 674476"/>
                <a:gd name="connsiteX90" fmla="*/ 168620 w 492259"/>
                <a:gd name="connsiteY90" fmla="*/ 630961 h 674476"/>
                <a:gd name="connsiteX91" fmla="*/ 163181 w 492259"/>
                <a:gd name="connsiteY91" fmla="*/ 647279 h 674476"/>
                <a:gd name="connsiteX92" fmla="*/ 146863 w 492259"/>
                <a:gd name="connsiteY92" fmla="*/ 655438 h 674476"/>
                <a:gd name="connsiteX93" fmla="*/ 127825 w 492259"/>
                <a:gd name="connsiteY93" fmla="*/ 658158 h 674476"/>
                <a:gd name="connsiteX94" fmla="*/ 106068 w 492259"/>
                <a:gd name="connsiteY94" fmla="*/ 658158 h 674476"/>
                <a:gd name="connsiteX95" fmla="*/ 62552 w 492259"/>
                <a:gd name="connsiteY95" fmla="*/ 658158 h 674476"/>
                <a:gd name="connsiteX96" fmla="*/ 40795 w 492259"/>
                <a:gd name="connsiteY96" fmla="*/ 658158 h 674476"/>
                <a:gd name="connsiteX97" fmla="*/ 16318 w 492259"/>
                <a:gd name="connsiteY97" fmla="*/ 652718 h 674476"/>
                <a:gd name="connsiteX98" fmla="*/ 0 w 492259"/>
                <a:gd name="connsiteY98" fmla="*/ 636401 h 674476"/>
                <a:gd name="connsiteX99" fmla="*/ 2720 w 492259"/>
                <a:gd name="connsiteY99" fmla="*/ 628241 h 674476"/>
                <a:gd name="connsiteX100" fmla="*/ 24477 w 492259"/>
                <a:gd name="connsiteY100" fmla="*/ 620082 h 674476"/>
                <a:gd name="connsiteX101" fmla="*/ 62552 w 492259"/>
                <a:gd name="connsiteY101" fmla="*/ 617363 h 674476"/>
                <a:gd name="connsiteX102" fmla="*/ 62552 w 492259"/>
                <a:gd name="connsiteY102" fmla="*/ 614643 h 674476"/>
                <a:gd name="connsiteX103" fmla="*/ 65272 w 492259"/>
                <a:gd name="connsiteY103" fmla="*/ 587447 h 674476"/>
                <a:gd name="connsiteX104" fmla="*/ 76151 w 492259"/>
                <a:gd name="connsiteY104" fmla="*/ 522175 h 674476"/>
                <a:gd name="connsiteX105" fmla="*/ 87029 w 492259"/>
                <a:gd name="connsiteY105" fmla="*/ 470501 h 674476"/>
                <a:gd name="connsiteX106" fmla="*/ 92468 w 492259"/>
                <a:gd name="connsiteY106" fmla="*/ 446025 h 674476"/>
                <a:gd name="connsiteX107" fmla="*/ 65272 w 492259"/>
                <a:gd name="connsiteY107" fmla="*/ 432426 h 674476"/>
                <a:gd name="connsiteX108" fmla="*/ 54393 w 492259"/>
                <a:gd name="connsiteY108" fmla="*/ 421548 h 674476"/>
                <a:gd name="connsiteX109" fmla="*/ 73431 w 492259"/>
                <a:gd name="connsiteY109" fmla="*/ 407949 h 674476"/>
                <a:gd name="connsiteX110" fmla="*/ 100629 w 492259"/>
                <a:gd name="connsiteY110" fmla="*/ 399790 h 674476"/>
                <a:gd name="connsiteX111" fmla="*/ 108788 w 492259"/>
                <a:gd name="connsiteY111" fmla="*/ 369874 h 674476"/>
                <a:gd name="connsiteX112" fmla="*/ 125105 w 492259"/>
                <a:gd name="connsiteY112" fmla="*/ 307322 h 674476"/>
                <a:gd name="connsiteX113" fmla="*/ 141423 w 492259"/>
                <a:gd name="connsiteY113" fmla="*/ 242051 h 674476"/>
                <a:gd name="connsiteX114" fmla="*/ 155022 w 492259"/>
                <a:gd name="connsiteY114" fmla="*/ 179498 h 674476"/>
                <a:gd name="connsiteX115" fmla="*/ 168620 w 492259"/>
                <a:gd name="connsiteY115" fmla="*/ 119665 h 674476"/>
                <a:gd name="connsiteX116" fmla="*/ 193097 w 492259"/>
                <a:gd name="connsiteY116" fmla="*/ 57113 h 674476"/>
                <a:gd name="connsiteX117" fmla="*/ 201256 w 492259"/>
                <a:gd name="connsiteY117" fmla="*/ 38075 h 674476"/>
                <a:gd name="connsiteX118" fmla="*/ 217574 w 492259"/>
                <a:gd name="connsiteY118" fmla="*/ 13598 h 674476"/>
                <a:gd name="connsiteX119" fmla="*/ 274687 w 492259"/>
                <a:gd name="connsiteY119" fmla="*/ 0 h 674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</a:cxnLst>
              <a:rect l="l" t="t" r="r" b="b"/>
              <a:pathLst>
                <a:path w="492259" h="674476">
                  <a:moveTo>
                    <a:pt x="225733" y="97907"/>
                  </a:moveTo>
                  <a:cubicBezTo>
                    <a:pt x="217574" y="97907"/>
                    <a:pt x="209415" y="114225"/>
                    <a:pt x="209415" y="119665"/>
                  </a:cubicBezTo>
                  <a:cubicBezTo>
                    <a:pt x="206695" y="130543"/>
                    <a:pt x="203976" y="144141"/>
                    <a:pt x="201256" y="152300"/>
                  </a:cubicBezTo>
                  <a:cubicBezTo>
                    <a:pt x="198536" y="157740"/>
                    <a:pt x="198536" y="163179"/>
                    <a:pt x="198536" y="168618"/>
                  </a:cubicBezTo>
                  <a:cubicBezTo>
                    <a:pt x="198536" y="174058"/>
                    <a:pt x="195817" y="179497"/>
                    <a:pt x="195817" y="184936"/>
                  </a:cubicBezTo>
                  <a:cubicBezTo>
                    <a:pt x="193097" y="195815"/>
                    <a:pt x="190377" y="209413"/>
                    <a:pt x="187658" y="220292"/>
                  </a:cubicBezTo>
                  <a:cubicBezTo>
                    <a:pt x="184938" y="244769"/>
                    <a:pt x="176779" y="269246"/>
                    <a:pt x="168620" y="291003"/>
                  </a:cubicBezTo>
                  <a:cubicBezTo>
                    <a:pt x="165900" y="301881"/>
                    <a:pt x="163181" y="312760"/>
                    <a:pt x="160461" y="323639"/>
                  </a:cubicBezTo>
                  <a:cubicBezTo>
                    <a:pt x="157742" y="337237"/>
                    <a:pt x="155022" y="348115"/>
                    <a:pt x="149582" y="361714"/>
                  </a:cubicBezTo>
                  <a:cubicBezTo>
                    <a:pt x="146863" y="367153"/>
                    <a:pt x="144143" y="383471"/>
                    <a:pt x="144143" y="388910"/>
                  </a:cubicBezTo>
                  <a:cubicBezTo>
                    <a:pt x="144143" y="391630"/>
                    <a:pt x="146863" y="391630"/>
                    <a:pt x="149582" y="391630"/>
                  </a:cubicBezTo>
                  <a:cubicBezTo>
                    <a:pt x="155022" y="391630"/>
                    <a:pt x="168620" y="391630"/>
                    <a:pt x="171340" y="391630"/>
                  </a:cubicBezTo>
                  <a:cubicBezTo>
                    <a:pt x="179498" y="391630"/>
                    <a:pt x="187658" y="391630"/>
                    <a:pt x="193097" y="388910"/>
                  </a:cubicBezTo>
                  <a:cubicBezTo>
                    <a:pt x="198536" y="388910"/>
                    <a:pt x="203976" y="388910"/>
                    <a:pt x="212135" y="388910"/>
                  </a:cubicBezTo>
                  <a:cubicBezTo>
                    <a:pt x="217574" y="388910"/>
                    <a:pt x="225733" y="388910"/>
                    <a:pt x="236611" y="388910"/>
                  </a:cubicBezTo>
                  <a:cubicBezTo>
                    <a:pt x="242051" y="388910"/>
                    <a:pt x="247490" y="388910"/>
                    <a:pt x="250210" y="386191"/>
                  </a:cubicBezTo>
                  <a:cubicBezTo>
                    <a:pt x="255649" y="391630"/>
                    <a:pt x="258369" y="388910"/>
                    <a:pt x="258369" y="386191"/>
                  </a:cubicBezTo>
                  <a:cubicBezTo>
                    <a:pt x="258369" y="380751"/>
                    <a:pt x="255649" y="372592"/>
                    <a:pt x="255649" y="367153"/>
                  </a:cubicBezTo>
                  <a:cubicBezTo>
                    <a:pt x="252930" y="353555"/>
                    <a:pt x="250210" y="342676"/>
                    <a:pt x="250210" y="331797"/>
                  </a:cubicBezTo>
                  <a:cubicBezTo>
                    <a:pt x="250210" y="301881"/>
                    <a:pt x="250210" y="274685"/>
                    <a:pt x="247490" y="244769"/>
                  </a:cubicBezTo>
                  <a:cubicBezTo>
                    <a:pt x="247490" y="231170"/>
                    <a:pt x="244771" y="217572"/>
                    <a:pt x="242051" y="203974"/>
                  </a:cubicBezTo>
                  <a:cubicBezTo>
                    <a:pt x="239331" y="187656"/>
                    <a:pt x="236611" y="174058"/>
                    <a:pt x="236611" y="157740"/>
                  </a:cubicBezTo>
                  <a:cubicBezTo>
                    <a:pt x="236611" y="152300"/>
                    <a:pt x="236611" y="133263"/>
                    <a:pt x="233892" y="119665"/>
                  </a:cubicBezTo>
                  <a:cubicBezTo>
                    <a:pt x="233892" y="106066"/>
                    <a:pt x="231172" y="97907"/>
                    <a:pt x="225733" y="97907"/>
                  </a:cubicBezTo>
                  <a:close/>
                  <a:moveTo>
                    <a:pt x="274687" y="0"/>
                  </a:moveTo>
                  <a:cubicBezTo>
                    <a:pt x="288285" y="0"/>
                    <a:pt x="293724" y="2720"/>
                    <a:pt x="304603" y="5439"/>
                  </a:cubicBezTo>
                  <a:cubicBezTo>
                    <a:pt x="315481" y="10879"/>
                    <a:pt x="315481" y="16318"/>
                    <a:pt x="320921" y="24477"/>
                  </a:cubicBezTo>
                  <a:cubicBezTo>
                    <a:pt x="326360" y="29916"/>
                    <a:pt x="331800" y="35356"/>
                    <a:pt x="334519" y="43515"/>
                  </a:cubicBezTo>
                  <a:cubicBezTo>
                    <a:pt x="337239" y="51674"/>
                    <a:pt x="337239" y="57113"/>
                    <a:pt x="339959" y="65272"/>
                  </a:cubicBezTo>
                  <a:cubicBezTo>
                    <a:pt x="345398" y="78870"/>
                    <a:pt x="342678" y="97908"/>
                    <a:pt x="348118" y="114226"/>
                  </a:cubicBezTo>
                  <a:cubicBezTo>
                    <a:pt x="350837" y="130544"/>
                    <a:pt x="358996" y="146863"/>
                    <a:pt x="361716" y="163180"/>
                  </a:cubicBezTo>
                  <a:cubicBezTo>
                    <a:pt x="364435" y="182218"/>
                    <a:pt x="364435" y="201256"/>
                    <a:pt x="369875" y="220293"/>
                  </a:cubicBezTo>
                  <a:cubicBezTo>
                    <a:pt x="375314" y="239331"/>
                    <a:pt x="378034" y="255649"/>
                    <a:pt x="378034" y="274686"/>
                  </a:cubicBezTo>
                  <a:cubicBezTo>
                    <a:pt x="378034" y="282845"/>
                    <a:pt x="380753" y="293724"/>
                    <a:pt x="383473" y="301883"/>
                  </a:cubicBezTo>
                  <a:cubicBezTo>
                    <a:pt x="386193" y="312762"/>
                    <a:pt x="388913" y="326360"/>
                    <a:pt x="391632" y="337238"/>
                  </a:cubicBezTo>
                  <a:cubicBezTo>
                    <a:pt x="391632" y="342678"/>
                    <a:pt x="394352" y="353556"/>
                    <a:pt x="397071" y="364435"/>
                  </a:cubicBezTo>
                  <a:cubicBezTo>
                    <a:pt x="399791" y="372594"/>
                    <a:pt x="402511" y="380753"/>
                    <a:pt x="405230" y="383473"/>
                  </a:cubicBezTo>
                  <a:cubicBezTo>
                    <a:pt x="407950" y="386192"/>
                    <a:pt x="413389" y="386192"/>
                    <a:pt x="416109" y="386192"/>
                  </a:cubicBezTo>
                  <a:cubicBezTo>
                    <a:pt x="418829" y="386192"/>
                    <a:pt x="424268" y="386192"/>
                    <a:pt x="426988" y="386192"/>
                  </a:cubicBezTo>
                  <a:cubicBezTo>
                    <a:pt x="437866" y="386192"/>
                    <a:pt x="448745" y="388912"/>
                    <a:pt x="454184" y="397071"/>
                  </a:cubicBezTo>
                  <a:cubicBezTo>
                    <a:pt x="456904" y="399790"/>
                    <a:pt x="456904" y="402510"/>
                    <a:pt x="456904" y="405230"/>
                  </a:cubicBezTo>
                  <a:cubicBezTo>
                    <a:pt x="456904" y="407949"/>
                    <a:pt x="454184" y="410669"/>
                    <a:pt x="451464" y="416108"/>
                  </a:cubicBezTo>
                  <a:cubicBezTo>
                    <a:pt x="446025" y="421548"/>
                    <a:pt x="440586" y="426987"/>
                    <a:pt x="432427" y="429707"/>
                  </a:cubicBezTo>
                  <a:cubicBezTo>
                    <a:pt x="429707" y="429707"/>
                    <a:pt x="426988" y="432426"/>
                    <a:pt x="421548" y="432426"/>
                  </a:cubicBezTo>
                  <a:cubicBezTo>
                    <a:pt x="418829" y="432426"/>
                    <a:pt x="416109" y="432426"/>
                    <a:pt x="413389" y="435146"/>
                  </a:cubicBezTo>
                  <a:cubicBezTo>
                    <a:pt x="413389" y="435146"/>
                    <a:pt x="413389" y="437866"/>
                    <a:pt x="413389" y="440585"/>
                  </a:cubicBezTo>
                  <a:cubicBezTo>
                    <a:pt x="413389" y="443305"/>
                    <a:pt x="413389" y="448744"/>
                    <a:pt x="416109" y="451464"/>
                  </a:cubicBezTo>
                  <a:cubicBezTo>
                    <a:pt x="416109" y="456903"/>
                    <a:pt x="418829" y="462343"/>
                    <a:pt x="418829" y="465062"/>
                  </a:cubicBezTo>
                  <a:lnTo>
                    <a:pt x="418829" y="475941"/>
                  </a:lnTo>
                  <a:cubicBezTo>
                    <a:pt x="418829" y="481380"/>
                    <a:pt x="418829" y="484100"/>
                    <a:pt x="418829" y="486820"/>
                  </a:cubicBezTo>
                  <a:cubicBezTo>
                    <a:pt x="421548" y="497698"/>
                    <a:pt x="424268" y="505857"/>
                    <a:pt x="426988" y="516736"/>
                  </a:cubicBezTo>
                  <a:cubicBezTo>
                    <a:pt x="426988" y="524895"/>
                    <a:pt x="429707" y="535773"/>
                    <a:pt x="432427" y="543932"/>
                  </a:cubicBezTo>
                  <a:cubicBezTo>
                    <a:pt x="435147" y="554811"/>
                    <a:pt x="437866" y="562970"/>
                    <a:pt x="437866" y="573848"/>
                  </a:cubicBezTo>
                  <a:cubicBezTo>
                    <a:pt x="437866" y="587447"/>
                    <a:pt x="440586" y="595606"/>
                    <a:pt x="443306" y="606484"/>
                  </a:cubicBezTo>
                  <a:cubicBezTo>
                    <a:pt x="443306" y="609204"/>
                    <a:pt x="446025" y="614643"/>
                    <a:pt x="446025" y="617363"/>
                  </a:cubicBezTo>
                  <a:cubicBezTo>
                    <a:pt x="454184" y="617363"/>
                    <a:pt x="462343" y="617363"/>
                    <a:pt x="470502" y="617363"/>
                  </a:cubicBezTo>
                  <a:cubicBezTo>
                    <a:pt x="475942" y="625522"/>
                    <a:pt x="492259" y="630961"/>
                    <a:pt x="492259" y="641840"/>
                  </a:cubicBezTo>
                  <a:cubicBezTo>
                    <a:pt x="492259" y="647279"/>
                    <a:pt x="486820" y="649999"/>
                    <a:pt x="484101" y="655438"/>
                  </a:cubicBezTo>
                  <a:cubicBezTo>
                    <a:pt x="481381" y="660877"/>
                    <a:pt x="473222" y="663597"/>
                    <a:pt x="467782" y="663597"/>
                  </a:cubicBezTo>
                  <a:cubicBezTo>
                    <a:pt x="456904" y="666317"/>
                    <a:pt x="451464" y="666317"/>
                    <a:pt x="443306" y="666317"/>
                  </a:cubicBezTo>
                  <a:cubicBezTo>
                    <a:pt x="437866" y="666317"/>
                    <a:pt x="429707" y="666317"/>
                    <a:pt x="421548" y="666317"/>
                  </a:cubicBezTo>
                  <a:cubicBezTo>
                    <a:pt x="418829" y="666317"/>
                    <a:pt x="416109" y="666317"/>
                    <a:pt x="413389" y="666317"/>
                  </a:cubicBezTo>
                  <a:cubicBezTo>
                    <a:pt x="407950" y="669036"/>
                    <a:pt x="405230" y="669036"/>
                    <a:pt x="399791" y="671756"/>
                  </a:cubicBezTo>
                  <a:cubicBezTo>
                    <a:pt x="394352" y="671756"/>
                    <a:pt x="388913" y="674476"/>
                    <a:pt x="383473" y="674476"/>
                  </a:cubicBezTo>
                  <a:cubicBezTo>
                    <a:pt x="372594" y="674476"/>
                    <a:pt x="358996" y="671756"/>
                    <a:pt x="348118" y="669036"/>
                  </a:cubicBezTo>
                  <a:cubicBezTo>
                    <a:pt x="339959" y="669036"/>
                    <a:pt x="331800" y="669036"/>
                    <a:pt x="326360" y="669036"/>
                  </a:cubicBezTo>
                  <a:cubicBezTo>
                    <a:pt x="304603" y="669036"/>
                    <a:pt x="285565" y="669036"/>
                    <a:pt x="277406" y="669036"/>
                  </a:cubicBezTo>
                  <a:cubicBezTo>
                    <a:pt x="269247" y="669036"/>
                    <a:pt x="258369" y="669036"/>
                    <a:pt x="252930" y="663597"/>
                  </a:cubicBezTo>
                  <a:cubicBezTo>
                    <a:pt x="247490" y="660877"/>
                    <a:pt x="236611" y="655438"/>
                    <a:pt x="236611" y="647279"/>
                  </a:cubicBezTo>
                  <a:cubicBezTo>
                    <a:pt x="236611" y="636401"/>
                    <a:pt x="252930" y="633681"/>
                    <a:pt x="261088" y="630961"/>
                  </a:cubicBezTo>
                  <a:cubicBezTo>
                    <a:pt x="266528" y="630961"/>
                    <a:pt x="274687" y="630961"/>
                    <a:pt x="288285" y="628241"/>
                  </a:cubicBezTo>
                  <a:cubicBezTo>
                    <a:pt x="288285" y="620082"/>
                    <a:pt x="288285" y="614643"/>
                    <a:pt x="285565" y="609204"/>
                  </a:cubicBezTo>
                  <a:cubicBezTo>
                    <a:pt x="285565" y="601045"/>
                    <a:pt x="282846" y="590166"/>
                    <a:pt x="282846" y="582007"/>
                  </a:cubicBezTo>
                  <a:cubicBezTo>
                    <a:pt x="282846" y="576568"/>
                    <a:pt x="280126" y="573848"/>
                    <a:pt x="280126" y="568409"/>
                  </a:cubicBezTo>
                  <a:cubicBezTo>
                    <a:pt x="280126" y="562970"/>
                    <a:pt x="282846" y="557531"/>
                    <a:pt x="282846" y="554811"/>
                  </a:cubicBezTo>
                  <a:cubicBezTo>
                    <a:pt x="282846" y="549371"/>
                    <a:pt x="280126" y="546652"/>
                    <a:pt x="277406" y="538493"/>
                  </a:cubicBezTo>
                  <a:cubicBezTo>
                    <a:pt x="277406" y="527614"/>
                    <a:pt x="271967" y="516736"/>
                    <a:pt x="271967" y="505857"/>
                  </a:cubicBezTo>
                  <a:cubicBezTo>
                    <a:pt x="271967" y="494978"/>
                    <a:pt x="271967" y="486820"/>
                    <a:pt x="269247" y="478660"/>
                  </a:cubicBezTo>
                  <a:cubicBezTo>
                    <a:pt x="266528" y="467782"/>
                    <a:pt x="266528" y="456903"/>
                    <a:pt x="266528" y="446025"/>
                  </a:cubicBezTo>
                  <a:cubicBezTo>
                    <a:pt x="266528" y="440585"/>
                    <a:pt x="263808" y="437866"/>
                    <a:pt x="261088" y="437866"/>
                  </a:cubicBezTo>
                  <a:cubicBezTo>
                    <a:pt x="258369" y="437866"/>
                    <a:pt x="255649" y="437866"/>
                    <a:pt x="250210" y="437866"/>
                  </a:cubicBezTo>
                  <a:cubicBezTo>
                    <a:pt x="239331" y="437866"/>
                    <a:pt x="228452" y="437866"/>
                    <a:pt x="220293" y="440585"/>
                  </a:cubicBezTo>
                  <a:cubicBezTo>
                    <a:pt x="209415" y="440585"/>
                    <a:pt x="201256" y="443305"/>
                    <a:pt x="190377" y="443305"/>
                  </a:cubicBezTo>
                  <a:cubicBezTo>
                    <a:pt x="182218" y="443305"/>
                    <a:pt x="174059" y="443305"/>
                    <a:pt x="165900" y="443305"/>
                  </a:cubicBezTo>
                  <a:cubicBezTo>
                    <a:pt x="163181" y="443305"/>
                    <a:pt x="152302" y="440585"/>
                    <a:pt x="144143" y="440585"/>
                  </a:cubicBezTo>
                  <a:cubicBezTo>
                    <a:pt x="135984" y="440585"/>
                    <a:pt x="135984" y="448744"/>
                    <a:pt x="135984" y="454184"/>
                  </a:cubicBezTo>
                  <a:cubicBezTo>
                    <a:pt x="135984" y="465062"/>
                    <a:pt x="133264" y="475941"/>
                    <a:pt x="130545" y="486820"/>
                  </a:cubicBezTo>
                  <a:cubicBezTo>
                    <a:pt x="127825" y="505857"/>
                    <a:pt x="122386" y="522175"/>
                    <a:pt x="119666" y="541213"/>
                  </a:cubicBezTo>
                  <a:cubicBezTo>
                    <a:pt x="116947" y="560250"/>
                    <a:pt x="108788" y="595606"/>
                    <a:pt x="103348" y="614643"/>
                  </a:cubicBezTo>
                  <a:cubicBezTo>
                    <a:pt x="111507" y="614643"/>
                    <a:pt x="122386" y="614643"/>
                    <a:pt x="133264" y="614643"/>
                  </a:cubicBezTo>
                  <a:cubicBezTo>
                    <a:pt x="146863" y="614643"/>
                    <a:pt x="168620" y="614643"/>
                    <a:pt x="168620" y="630961"/>
                  </a:cubicBezTo>
                  <a:cubicBezTo>
                    <a:pt x="168620" y="639120"/>
                    <a:pt x="165900" y="639120"/>
                    <a:pt x="163181" y="647279"/>
                  </a:cubicBezTo>
                  <a:cubicBezTo>
                    <a:pt x="160461" y="652718"/>
                    <a:pt x="152302" y="655438"/>
                    <a:pt x="146863" y="655438"/>
                  </a:cubicBezTo>
                  <a:cubicBezTo>
                    <a:pt x="138704" y="658158"/>
                    <a:pt x="133264" y="658158"/>
                    <a:pt x="127825" y="658158"/>
                  </a:cubicBezTo>
                  <a:cubicBezTo>
                    <a:pt x="122386" y="658158"/>
                    <a:pt x="116947" y="658158"/>
                    <a:pt x="106068" y="658158"/>
                  </a:cubicBezTo>
                  <a:cubicBezTo>
                    <a:pt x="92468" y="658158"/>
                    <a:pt x="78870" y="658158"/>
                    <a:pt x="62552" y="658158"/>
                  </a:cubicBezTo>
                  <a:cubicBezTo>
                    <a:pt x="54393" y="658158"/>
                    <a:pt x="46234" y="658158"/>
                    <a:pt x="40795" y="658158"/>
                  </a:cubicBezTo>
                  <a:cubicBezTo>
                    <a:pt x="32636" y="658158"/>
                    <a:pt x="21758" y="658158"/>
                    <a:pt x="16318" y="652718"/>
                  </a:cubicBezTo>
                  <a:cubicBezTo>
                    <a:pt x="8159" y="649999"/>
                    <a:pt x="0" y="641840"/>
                    <a:pt x="0" y="636401"/>
                  </a:cubicBezTo>
                  <a:cubicBezTo>
                    <a:pt x="0" y="633681"/>
                    <a:pt x="0" y="630961"/>
                    <a:pt x="2720" y="628241"/>
                  </a:cubicBezTo>
                  <a:cubicBezTo>
                    <a:pt x="8159" y="625522"/>
                    <a:pt x="16318" y="622802"/>
                    <a:pt x="24477" y="620082"/>
                  </a:cubicBezTo>
                  <a:cubicBezTo>
                    <a:pt x="38075" y="617363"/>
                    <a:pt x="48954" y="617363"/>
                    <a:pt x="62552" y="617363"/>
                  </a:cubicBezTo>
                  <a:cubicBezTo>
                    <a:pt x="62552" y="617363"/>
                    <a:pt x="62552" y="614643"/>
                    <a:pt x="62552" y="614643"/>
                  </a:cubicBezTo>
                  <a:cubicBezTo>
                    <a:pt x="62552" y="603765"/>
                    <a:pt x="65272" y="590166"/>
                    <a:pt x="65272" y="587447"/>
                  </a:cubicBezTo>
                  <a:cubicBezTo>
                    <a:pt x="67992" y="565689"/>
                    <a:pt x="73431" y="543932"/>
                    <a:pt x="76151" y="522175"/>
                  </a:cubicBezTo>
                  <a:cubicBezTo>
                    <a:pt x="78870" y="505857"/>
                    <a:pt x="81590" y="486820"/>
                    <a:pt x="87029" y="470501"/>
                  </a:cubicBezTo>
                  <a:cubicBezTo>
                    <a:pt x="87029" y="465062"/>
                    <a:pt x="92468" y="451464"/>
                    <a:pt x="92468" y="446025"/>
                  </a:cubicBezTo>
                  <a:cubicBezTo>
                    <a:pt x="92468" y="437866"/>
                    <a:pt x="73431" y="437866"/>
                    <a:pt x="65272" y="432426"/>
                  </a:cubicBezTo>
                  <a:cubicBezTo>
                    <a:pt x="59833" y="429707"/>
                    <a:pt x="54393" y="426987"/>
                    <a:pt x="54393" y="421548"/>
                  </a:cubicBezTo>
                  <a:cubicBezTo>
                    <a:pt x="54393" y="413389"/>
                    <a:pt x="62552" y="410669"/>
                    <a:pt x="73431" y="407949"/>
                  </a:cubicBezTo>
                  <a:cubicBezTo>
                    <a:pt x="78870" y="407949"/>
                    <a:pt x="92468" y="405230"/>
                    <a:pt x="100629" y="399790"/>
                  </a:cubicBezTo>
                  <a:cubicBezTo>
                    <a:pt x="106068" y="394351"/>
                    <a:pt x="106068" y="378033"/>
                    <a:pt x="108788" y="369874"/>
                  </a:cubicBezTo>
                  <a:cubicBezTo>
                    <a:pt x="114227" y="348117"/>
                    <a:pt x="119666" y="326360"/>
                    <a:pt x="125105" y="307322"/>
                  </a:cubicBezTo>
                  <a:cubicBezTo>
                    <a:pt x="130545" y="285565"/>
                    <a:pt x="135984" y="263808"/>
                    <a:pt x="141423" y="242051"/>
                  </a:cubicBezTo>
                  <a:cubicBezTo>
                    <a:pt x="146863" y="220293"/>
                    <a:pt x="152302" y="198536"/>
                    <a:pt x="155022" y="179498"/>
                  </a:cubicBezTo>
                  <a:cubicBezTo>
                    <a:pt x="157742" y="160461"/>
                    <a:pt x="163181" y="138703"/>
                    <a:pt x="168620" y="119665"/>
                  </a:cubicBezTo>
                  <a:cubicBezTo>
                    <a:pt x="176779" y="100627"/>
                    <a:pt x="182218" y="76150"/>
                    <a:pt x="193097" y="57113"/>
                  </a:cubicBezTo>
                  <a:lnTo>
                    <a:pt x="201256" y="38075"/>
                  </a:lnTo>
                  <a:cubicBezTo>
                    <a:pt x="206695" y="29916"/>
                    <a:pt x="209415" y="19038"/>
                    <a:pt x="217574" y="13598"/>
                  </a:cubicBezTo>
                  <a:cubicBezTo>
                    <a:pt x="231172" y="2720"/>
                    <a:pt x="255649" y="0"/>
                    <a:pt x="274687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95C4E59D-A8AD-4910-AF39-8DEEF44A00F1}"/>
                </a:ext>
              </a:extLst>
            </p:cNvPr>
            <p:cNvSpPr/>
            <p:nvPr/>
          </p:nvSpPr>
          <p:spPr>
            <a:xfrm>
              <a:off x="6876542" y="4244897"/>
              <a:ext cx="462342" cy="677195"/>
            </a:xfrm>
            <a:custGeom>
              <a:avLst/>
              <a:gdLst>
                <a:gd name="connsiteX0" fmla="*/ 214853 w 462342"/>
                <a:gd name="connsiteY0" fmla="*/ 65272 h 677195"/>
                <a:gd name="connsiteX1" fmla="*/ 195815 w 462342"/>
                <a:gd name="connsiteY1" fmla="*/ 73431 h 677195"/>
                <a:gd name="connsiteX2" fmla="*/ 193096 w 462342"/>
                <a:gd name="connsiteY2" fmla="*/ 125105 h 677195"/>
                <a:gd name="connsiteX3" fmla="*/ 190376 w 462342"/>
                <a:gd name="connsiteY3" fmla="*/ 280125 h 677195"/>
                <a:gd name="connsiteX4" fmla="*/ 190376 w 462342"/>
                <a:gd name="connsiteY4" fmla="*/ 301882 h 677195"/>
                <a:gd name="connsiteX5" fmla="*/ 193096 w 462342"/>
                <a:gd name="connsiteY5" fmla="*/ 342677 h 677195"/>
                <a:gd name="connsiteX6" fmla="*/ 195815 w 462342"/>
                <a:gd name="connsiteY6" fmla="*/ 397070 h 677195"/>
                <a:gd name="connsiteX7" fmla="*/ 195815 w 462342"/>
                <a:gd name="connsiteY7" fmla="*/ 443304 h 677195"/>
                <a:gd name="connsiteX8" fmla="*/ 195815 w 462342"/>
                <a:gd name="connsiteY8" fmla="*/ 530333 h 677195"/>
                <a:gd name="connsiteX9" fmla="*/ 193096 w 462342"/>
                <a:gd name="connsiteY9" fmla="*/ 554810 h 677195"/>
                <a:gd name="connsiteX10" fmla="*/ 190376 w 462342"/>
                <a:gd name="connsiteY10" fmla="*/ 603764 h 677195"/>
                <a:gd name="connsiteX11" fmla="*/ 198535 w 462342"/>
                <a:gd name="connsiteY11" fmla="*/ 611923 h 677195"/>
                <a:gd name="connsiteX12" fmla="*/ 214853 w 462342"/>
                <a:gd name="connsiteY12" fmla="*/ 611923 h 677195"/>
                <a:gd name="connsiteX13" fmla="*/ 236610 w 462342"/>
                <a:gd name="connsiteY13" fmla="*/ 611923 h 677195"/>
                <a:gd name="connsiteX14" fmla="*/ 263807 w 462342"/>
                <a:gd name="connsiteY14" fmla="*/ 598325 h 677195"/>
                <a:gd name="connsiteX15" fmla="*/ 277405 w 462342"/>
                <a:gd name="connsiteY15" fmla="*/ 592885 h 677195"/>
                <a:gd name="connsiteX16" fmla="*/ 291004 w 462342"/>
                <a:gd name="connsiteY16" fmla="*/ 573848 h 677195"/>
                <a:gd name="connsiteX17" fmla="*/ 307322 w 462342"/>
                <a:gd name="connsiteY17" fmla="*/ 543931 h 677195"/>
                <a:gd name="connsiteX18" fmla="*/ 326359 w 462342"/>
                <a:gd name="connsiteY18" fmla="*/ 481379 h 677195"/>
                <a:gd name="connsiteX19" fmla="*/ 337238 w 462342"/>
                <a:gd name="connsiteY19" fmla="*/ 413388 h 677195"/>
                <a:gd name="connsiteX20" fmla="*/ 337238 w 462342"/>
                <a:gd name="connsiteY20" fmla="*/ 350836 h 677195"/>
                <a:gd name="connsiteX21" fmla="*/ 334518 w 462342"/>
                <a:gd name="connsiteY21" fmla="*/ 296443 h 677195"/>
                <a:gd name="connsiteX22" fmla="*/ 329079 w 462342"/>
                <a:gd name="connsiteY22" fmla="*/ 244769 h 677195"/>
                <a:gd name="connsiteX23" fmla="*/ 307322 w 462342"/>
                <a:gd name="connsiteY23" fmla="*/ 135983 h 677195"/>
                <a:gd name="connsiteX24" fmla="*/ 271966 w 462342"/>
                <a:gd name="connsiteY24" fmla="*/ 78870 h 677195"/>
                <a:gd name="connsiteX25" fmla="*/ 214853 w 462342"/>
                <a:gd name="connsiteY25" fmla="*/ 65272 h 677195"/>
                <a:gd name="connsiteX26" fmla="*/ 114226 w 462342"/>
                <a:gd name="connsiteY26" fmla="*/ 0 h 677195"/>
                <a:gd name="connsiteX27" fmla="*/ 127824 w 462342"/>
                <a:gd name="connsiteY27" fmla="*/ 0 h 677195"/>
                <a:gd name="connsiteX28" fmla="*/ 146862 w 462342"/>
                <a:gd name="connsiteY28" fmla="*/ 2720 h 677195"/>
                <a:gd name="connsiteX29" fmla="*/ 174059 w 462342"/>
                <a:gd name="connsiteY29" fmla="*/ 21758 h 677195"/>
                <a:gd name="connsiteX30" fmla="*/ 193096 w 462342"/>
                <a:gd name="connsiteY30" fmla="*/ 21758 h 677195"/>
                <a:gd name="connsiteX31" fmla="*/ 261088 w 462342"/>
                <a:gd name="connsiteY31" fmla="*/ 27197 h 677195"/>
                <a:gd name="connsiteX32" fmla="*/ 310042 w 462342"/>
                <a:gd name="connsiteY32" fmla="*/ 35356 h 677195"/>
                <a:gd name="connsiteX33" fmla="*/ 334518 w 462342"/>
                <a:gd name="connsiteY33" fmla="*/ 40795 h 677195"/>
                <a:gd name="connsiteX34" fmla="*/ 356276 w 462342"/>
                <a:gd name="connsiteY34" fmla="*/ 59833 h 677195"/>
                <a:gd name="connsiteX35" fmla="*/ 372593 w 462342"/>
                <a:gd name="connsiteY35" fmla="*/ 76151 h 677195"/>
                <a:gd name="connsiteX36" fmla="*/ 380752 w 462342"/>
                <a:gd name="connsiteY36" fmla="*/ 95188 h 677195"/>
                <a:gd name="connsiteX37" fmla="*/ 405230 w 462342"/>
                <a:gd name="connsiteY37" fmla="*/ 114226 h 677195"/>
                <a:gd name="connsiteX38" fmla="*/ 416108 w 462342"/>
                <a:gd name="connsiteY38" fmla="*/ 141422 h 677195"/>
                <a:gd name="connsiteX39" fmla="*/ 451464 w 462342"/>
                <a:gd name="connsiteY39" fmla="*/ 201256 h 677195"/>
                <a:gd name="connsiteX40" fmla="*/ 456903 w 462342"/>
                <a:gd name="connsiteY40" fmla="*/ 252929 h 677195"/>
                <a:gd name="connsiteX41" fmla="*/ 456903 w 462342"/>
                <a:gd name="connsiteY41" fmla="*/ 291004 h 677195"/>
                <a:gd name="connsiteX42" fmla="*/ 459623 w 462342"/>
                <a:gd name="connsiteY42" fmla="*/ 318201 h 677195"/>
                <a:gd name="connsiteX43" fmla="*/ 459623 w 462342"/>
                <a:gd name="connsiteY43" fmla="*/ 326360 h 677195"/>
                <a:gd name="connsiteX44" fmla="*/ 459623 w 462342"/>
                <a:gd name="connsiteY44" fmla="*/ 348117 h 677195"/>
                <a:gd name="connsiteX45" fmla="*/ 462342 w 462342"/>
                <a:gd name="connsiteY45" fmla="*/ 367155 h 677195"/>
                <a:gd name="connsiteX46" fmla="*/ 456903 w 462342"/>
                <a:gd name="connsiteY46" fmla="*/ 391632 h 677195"/>
                <a:gd name="connsiteX47" fmla="*/ 456903 w 462342"/>
                <a:gd name="connsiteY47" fmla="*/ 418828 h 677195"/>
                <a:gd name="connsiteX48" fmla="*/ 451464 w 462342"/>
                <a:gd name="connsiteY48" fmla="*/ 437866 h 677195"/>
                <a:gd name="connsiteX49" fmla="*/ 446025 w 462342"/>
                <a:gd name="connsiteY49" fmla="*/ 454184 h 677195"/>
                <a:gd name="connsiteX50" fmla="*/ 440585 w 462342"/>
                <a:gd name="connsiteY50" fmla="*/ 481380 h 677195"/>
                <a:gd name="connsiteX51" fmla="*/ 432426 w 462342"/>
                <a:gd name="connsiteY51" fmla="*/ 508577 h 677195"/>
                <a:gd name="connsiteX52" fmla="*/ 418828 w 462342"/>
                <a:gd name="connsiteY52" fmla="*/ 530334 h 677195"/>
                <a:gd name="connsiteX53" fmla="*/ 410669 w 462342"/>
                <a:gd name="connsiteY53" fmla="*/ 549371 h 677195"/>
                <a:gd name="connsiteX54" fmla="*/ 391631 w 462342"/>
                <a:gd name="connsiteY54" fmla="*/ 579288 h 677195"/>
                <a:gd name="connsiteX55" fmla="*/ 337238 w 462342"/>
                <a:gd name="connsiteY55" fmla="*/ 630961 h 677195"/>
                <a:gd name="connsiteX56" fmla="*/ 301883 w 462342"/>
                <a:gd name="connsiteY56" fmla="*/ 647279 h 677195"/>
                <a:gd name="connsiteX57" fmla="*/ 263807 w 462342"/>
                <a:gd name="connsiteY57" fmla="*/ 652718 h 677195"/>
                <a:gd name="connsiteX58" fmla="*/ 233891 w 462342"/>
                <a:gd name="connsiteY58" fmla="*/ 649999 h 677195"/>
                <a:gd name="connsiteX59" fmla="*/ 187657 w 462342"/>
                <a:gd name="connsiteY59" fmla="*/ 652718 h 677195"/>
                <a:gd name="connsiteX60" fmla="*/ 171339 w 462342"/>
                <a:gd name="connsiteY60" fmla="*/ 669036 h 677195"/>
                <a:gd name="connsiteX61" fmla="*/ 155021 w 462342"/>
                <a:gd name="connsiteY61" fmla="*/ 671756 h 677195"/>
                <a:gd name="connsiteX62" fmla="*/ 138703 w 462342"/>
                <a:gd name="connsiteY62" fmla="*/ 674476 h 677195"/>
                <a:gd name="connsiteX63" fmla="*/ 125105 w 462342"/>
                <a:gd name="connsiteY63" fmla="*/ 677195 h 677195"/>
                <a:gd name="connsiteX64" fmla="*/ 106067 w 462342"/>
                <a:gd name="connsiteY64" fmla="*/ 671756 h 677195"/>
                <a:gd name="connsiteX65" fmla="*/ 87029 w 462342"/>
                <a:gd name="connsiteY65" fmla="*/ 658158 h 677195"/>
                <a:gd name="connsiteX66" fmla="*/ 81590 w 462342"/>
                <a:gd name="connsiteY66" fmla="*/ 652718 h 677195"/>
                <a:gd name="connsiteX67" fmla="*/ 67992 w 462342"/>
                <a:gd name="connsiteY67" fmla="*/ 652718 h 677195"/>
                <a:gd name="connsiteX68" fmla="*/ 43515 w 462342"/>
                <a:gd name="connsiteY68" fmla="*/ 652718 h 677195"/>
                <a:gd name="connsiteX69" fmla="*/ 16318 w 462342"/>
                <a:gd name="connsiteY69" fmla="*/ 647279 h 677195"/>
                <a:gd name="connsiteX70" fmla="*/ 0 w 462342"/>
                <a:gd name="connsiteY70" fmla="*/ 630961 h 677195"/>
                <a:gd name="connsiteX71" fmla="*/ 5439 w 462342"/>
                <a:gd name="connsiteY71" fmla="*/ 620083 h 677195"/>
                <a:gd name="connsiteX72" fmla="*/ 27197 w 462342"/>
                <a:gd name="connsiteY72" fmla="*/ 611924 h 677195"/>
                <a:gd name="connsiteX73" fmla="*/ 65272 w 462342"/>
                <a:gd name="connsiteY73" fmla="*/ 609204 h 677195"/>
                <a:gd name="connsiteX74" fmla="*/ 65272 w 462342"/>
                <a:gd name="connsiteY74" fmla="*/ 584727 h 677195"/>
                <a:gd name="connsiteX75" fmla="*/ 62552 w 462342"/>
                <a:gd name="connsiteY75" fmla="*/ 456903 h 677195"/>
                <a:gd name="connsiteX76" fmla="*/ 65272 w 462342"/>
                <a:gd name="connsiteY76" fmla="*/ 337238 h 677195"/>
                <a:gd name="connsiteX77" fmla="*/ 67992 w 462342"/>
                <a:gd name="connsiteY77" fmla="*/ 203975 h 677195"/>
                <a:gd name="connsiteX78" fmla="*/ 70712 w 462342"/>
                <a:gd name="connsiteY78" fmla="*/ 119665 h 677195"/>
                <a:gd name="connsiteX79" fmla="*/ 73431 w 462342"/>
                <a:gd name="connsiteY79" fmla="*/ 67992 h 677195"/>
                <a:gd name="connsiteX80" fmla="*/ 67992 w 462342"/>
                <a:gd name="connsiteY80" fmla="*/ 67992 h 677195"/>
                <a:gd name="connsiteX81" fmla="*/ 43515 w 462342"/>
                <a:gd name="connsiteY81" fmla="*/ 67992 h 677195"/>
                <a:gd name="connsiteX82" fmla="*/ 16318 w 462342"/>
                <a:gd name="connsiteY82" fmla="*/ 62552 h 677195"/>
                <a:gd name="connsiteX83" fmla="*/ 0 w 462342"/>
                <a:gd name="connsiteY83" fmla="*/ 46234 h 677195"/>
                <a:gd name="connsiteX84" fmla="*/ 5439 w 462342"/>
                <a:gd name="connsiteY84" fmla="*/ 35356 h 677195"/>
                <a:gd name="connsiteX85" fmla="*/ 27197 w 462342"/>
                <a:gd name="connsiteY85" fmla="*/ 27197 h 677195"/>
                <a:gd name="connsiteX86" fmla="*/ 76151 w 462342"/>
                <a:gd name="connsiteY86" fmla="*/ 21758 h 677195"/>
                <a:gd name="connsiteX87" fmla="*/ 81590 w 462342"/>
                <a:gd name="connsiteY87" fmla="*/ 13598 h 677195"/>
                <a:gd name="connsiteX88" fmla="*/ 97908 w 462342"/>
                <a:gd name="connsiteY88" fmla="*/ 5439 h 677195"/>
                <a:gd name="connsiteX89" fmla="*/ 114226 w 462342"/>
                <a:gd name="connsiteY89" fmla="*/ 0 h 677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462342" h="677195">
                  <a:moveTo>
                    <a:pt x="214853" y="65272"/>
                  </a:moveTo>
                  <a:cubicBezTo>
                    <a:pt x="203975" y="65272"/>
                    <a:pt x="195815" y="67992"/>
                    <a:pt x="195815" y="73431"/>
                  </a:cubicBezTo>
                  <a:cubicBezTo>
                    <a:pt x="193096" y="78870"/>
                    <a:pt x="193096" y="100628"/>
                    <a:pt x="193096" y="125105"/>
                  </a:cubicBezTo>
                  <a:cubicBezTo>
                    <a:pt x="193096" y="182217"/>
                    <a:pt x="193096" y="266527"/>
                    <a:pt x="190376" y="280125"/>
                  </a:cubicBezTo>
                  <a:cubicBezTo>
                    <a:pt x="190376" y="288284"/>
                    <a:pt x="190376" y="293723"/>
                    <a:pt x="190376" y="301882"/>
                  </a:cubicBezTo>
                  <a:cubicBezTo>
                    <a:pt x="190376" y="315480"/>
                    <a:pt x="190376" y="329079"/>
                    <a:pt x="193096" y="342677"/>
                  </a:cubicBezTo>
                  <a:cubicBezTo>
                    <a:pt x="193096" y="361715"/>
                    <a:pt x="193096" y="378033"/>
                    <a:pt x="195815" y="397070"/>
                  </a:cubicBezTo>
                  <a:cubicBezTo>
                    <a:pt x="195815" y="413388"/>
                    <a:pt x="195815" y="426986"/>
                    <a:pt x="195815" y="443304"/>
                  </a:cubicBezTo>
                  <a:cubicBezTo>
                    <a:pt x="195815" y="465061"/>
                    <a:pt x="198535" y="508576"/>
                    <a:pt x="195815" y="530333"/>
                  </a:cubicBezTo>
                  <a:cubicBezTo>
                    <a:pt x="195815" y="538492"/>
                    <a:pt x="193096" y="546651"/>
                    <a:pt x="193096" y="554810"/>
                  </a:cubicBezTo>
                  <a:cubicBezTo>
                    <a:pt x="193096" y="560249"/>
                    <a:pt x="190376" y="590166"/>
                    <a:pt x="190376" y="603764"/>
                  </a:cubicBezTo>
                  <a:cubicBezTo>
                    <a:pt x="190376" y="609203"/>
                    <a:pt x="190376" y="611923"/>
                    <a:pt x="198535" y="611923"/>
                  </a:cubicBezTo>
                  <a:cubicBezTo>
                    <a:pt x="206694" y="611923"/>
                    <a:pt x="209414" y="611923"/>
                    <a:pt x="214853" y="611923"/>
                  </a:cubicBezTo>
                  <a:cubicBezTo>
                    <a:pt x="223012" y="611923"/>
                    <a:pt x="220293" y="611923"/>
                    <a:pt x="236610" y="611923"/>
                  </a:cubicBezTo>
                  <a:cubicBezTo>
                    <a:pt x="242050" y="611923"/>
                    <a:pt x="258368" y="601044"/>
                    <a:pt x="263807" y="598325"/>
                  </a:cubicBezTo>
                  <a:cubicBezTo>
                    <a:pt x="266527" y="598325"/>
                    <a:pt x="274686" y="592885"/>
                    <a:pt x="277405" y="592885"/>
                  </a:cubicBezTo>
                  <a:cubicBezTo>
                    <a:pt x="285564" y="587446"/>
                    <a:pt x="288284" y="579287"/>
                    <a:pt x="291004" y="573848"/>
                  </a:cubicBezTo>
                  <a:cubicBezTo>
                    <a:pt x="296443" y="562969"/>
                    <a:pt x="301882" y="554810"/>
                    <a:pt x="307322" y="543931"/>
                  </a:cubicBezTo>
                  <a:cubicBezTo>
                    <a:pt x="315481" y="524894"/>
                    <a:pt x="320920" y="524894"/>
                    <a:pt x="326359" y="481379"/>
                  </a:cubicBezTo>
                  <a:cubicBezTo>
                    <a:pt x="329079" y="456903"/>
                    <a:pt x="334518" y="435145"/>
                    <a:pt x="337238" y="413388"/>
                  </a:cubicBezTo>
                  <a:cubicBezTo>
                    <a:pt x="337238" y="391631"/>
                    <a:pt x="337238" y="369873"/>
                    <a:pt x="337238" y="350836"/>
                  </a:cubicBezTo>
                  <a:cubicBezTo>
                    <a:pt x="337238" y="339957"/>
                    <a:pt x="337238" y="320920"/>
                    <a:pt x="334518" y="296443"/>
                  </a:cubicBezTo>
                  <a:cubicBezTo>
                    <a:pt x="331798" y="269246"/>
                    <a:pt x="329079" y="250209"/>
                    <a:pt x="329079" y="244769"/>
                  </a:cubicBezTo>
                  <a:cubicBezTo>
                    <a:pt x="323640" y="206694"/>
                    <a:pt x="318200" y="174058"/>
                    <a:pt x="307322" y="135983"/>
                  </a:cubicBezTo>
                  <a:cubicBezTo>
                    <a:pt x="304602" y="125105"/>
                    <a:pt x="304602" y="108787"/>
                    <a:pt x="271966" y="78870"/>
                  </a:cubicBezTo>
                  <a:cubicBezTo>
                    <a:pt x="263807" y="73431"/>
                    <a:pt x="233891" y="65272"/>
                    <a:pt x="214853" y="65272"/>
                  </a:cubicBezTo>
                  <a:close/>
                  <a:moveTo>
                    <a:pt x="114226" y="0"/>
                  </a:moveTo>
                  <a:cubicBezTo>
                    <a:pt x="119665" y="0"/>
                    <a:pt x="125105" y="0"/>
                    <a:pt x="127824" y="0"/>
                  </a:cubicBezTo>
                  <a:cubicBezTo>
                    <a:pt x="133264" y="0"/>
                    <a:pt x="141422" y="0"/>
                    <a:pt x="146862" y="2720"/>
                  </a:cubicBezTo>
                  <a:cubicBezTo>
                    <a:pt x="157741" y="5439"/>
                    <a:pt x="165900" y="13598"/>
                    <a:pt x="174059" y="21758"/>
                  </a:cubicBezTo>
                  <a:cubicBezTo>
                    <a:pt x="179498" y="21758"/>
                    <a:pt x="187657" y="21758"/>
                    <a:pt x="193096" y="21758"/>
                  </a:cubicBezTo>
                  <a:cubicBezTo>
                    <a:pt x="212134" y="21758"/>
                    <a:pt x="228452" y="27197"/>
                    <a:pt x="261088" y="27197"/>
                  </a:cubicBezTo>
                  <a:cubicBezTo>
                    <a:pt x="277405" y="27197"/>
                    <a:pt x="293723" y="35356"/>
                    <a:pt x="310042" y="35356"/>
                  </a:cubicBezTo>
                  <a:cubicBezTo>
                    <a:pt x="318200" y="35356"/>
                    <a:pt x="329079" y="35356"/>
                    <a:pt x="334518" y="40795"/>
                  </a:cubicBezTo>
                  <a:cubicBezTo>
                    <a:pt x="342677" y="46234"/>
                    <a:pt x="348117" y="54393"/>
                    <a:pt x="356276" y="59833"/>
                  </a:cubicBezTo>
                  <a:cubicBezTo>
                    <a:pt x="361715" y="65272"/>
                    <a:pt x="369874" y="67992"/>
                    <a:pt x="372593" y="76151"/>
                  </a:cubicBezTo>
                  <a:cubicBezTo>
                    <a:pt x="375313" y="81590"/>
                    <a:pt x="378033" y="89749"/>
                    <a:pt x="380752" y="95188"/>
                  </a:cubicBezTo>
                  <a:cubicBezTo>
                    <a:pt x="386192" y="103347"/>
                    <a:pt x="391631" y="106067"/>
                    <a:pt x="405230" y="114226"/>
                  </a:cubicBezTo>
                  <a:cubicBezTo>
                    <a:pt x="413388" y="119665"/>
                    <a:pt x="410669" y="133263"/>
                    <a:pt x="416108" y="141422"/>
                  </a:cubicBezTo>
                  <a:cubicBezTo>
                    <a:pt x="426987" y="160461"/>
                    <a:pt x="446025" y="182218"/>
                    <a:pt x="451464" y="201256"/>
                  </a:cubicBezTo>
                  <a:cubicBezTo>
                    <a:pt x="456903" y="220293"/>
                    <a:pt x="456903" y="236611"/>
                    <a:pt x="456903" y="252929"/>
                  </a:cubicBezTo>
                  <a:cubicBezTo>
                    <a:pt x="456903" y="266527"/>
                    <a:pt x="456903" y="277406"/>
                    <a:pt x="456903" y="291004"/>
                  </a:cubicBezTo>
                  <a:cubicBezTo>
                    <a:pt x="456903" y="299163"/>
                    <a:pt x="456903" y="307322"/>
                    <a:pt x="459623" y="318201"/>
                  </a:cubicBezTo>
                  <a:cubicBezTo>
                    <a:pt x="459623" y="320921"/>
                    <a:pt x="459623" y="323640"/>
                    <a:pt x="459623" y="326360"/>
                  </a:cubicBezTo>
                  <a:cubicBezTo>
                    <a:pt x="462342" y="331799"/>
                    <a:pt x="459623" y="337238"/>
                    <a:pt x="459623" y="348117"/>
                  </a:cubicBezTo>
                  <a:cubicBezTo>
                    <a:pt x="459623" y="350837"/>
                    <a:pt x="462342" y="361715"/>
                    <a:pt x="462342" y="367155"/>
                  </a:cubicBezTo>
                  <a:cubicBezTo>
                    <a:pt x="462342" y="375314"/>
                    <a:pt x="456903" y="383473"/>
                    <a:pt x="456903" y="391632"/>
                  </a:cubicBezTo>
                  <a:cubicBezTo>
                    <a:pt x="456903" y="399790"/>
                    <a:pt x="456903" y="410669"/>
                    <a:pt x="456903" y="418828"/>
                  </a:cubicBezTo>
                  <a:cubicBezTo>
                    <a:pt x="456903" y="421548"/>
                    <a:pt x="454183" y="429707"/>
                    <a:pt x="451464" y="437866"/>
                  </a:cubicBezTo>
                  <a:cubicBezTo>
                    <a:pt x="448744" y="443305"/>
                    <a:pt x="448744" y="451464"/>
                    <a:pt x="446025" y="454184"/>
                  </a:cubicBezTo>
                  <a:cubicBezTo>
                    <a:pt x="443305" y="462343"/>
                    <a:pt x="440585" y="473221"/>
                    <a:pt x="440585" y="481380"/>
                  </a:cubicBezTo>
                  <a:cubicBezTo>
                    <a:pt x="437865" y="489539"/>
                    <a:pt x="437865" y="500418"/>
                    <a:pt x="432426" y="508577"/>
                  </a:cubicBezTo>
                  <a:cubicBezTo>
                    <a:pt x="429706" y="516736"/>
                    <a:pt x="424267" y="522175"/>
                    <a:pt x="418828" y="530334"/>
                  </a:cubicBezTo>
                  <a:cubicBezTo>
                    <a:pt x="416108" y="535773"/>
                    <a:pt x="413388" y="543932"/>
                    <a:pt x="410669" y="549371"/>
                  </a:cubicBezTo>
                  <a:cubicBezTo>
                    <a:pt x="405230" y="557531"/>
                    <a:pt x="397071" y="573848"/>
                    <a:pt x="391631" y="579288"/>
                  </a:cubicBezTo>
                  <a:cubicBezTo>
                    <a:pt x="369874" y="609204"/>
                    <a:pt x="350836" y="620083"/>
                    <a:pt x="337238" y="630961"/>
                  </a:cubicBezTo>
                  <a:cubicBezTo>
                    <a:pt x="326359" y="639120"/>
                    <a:pt x="315481" y="641840"/>
                    <a:pt x="301883" y="647279"/>
                  </a:cubicBezTo>
                  <a:cubicBezTo>
                    <a:pt x="291004" y="649999"/>
                    <a:pt x="277405" y="652718"/>
                    <a:pt x="263807" y="652718"/>
                  </a:cubicBezTo>
                  <a:cubicBezTo>
                    <a:pt x="252929" y="652718"/>
                    <a:pt x="244770" y="649999"/>
                    <a:pt x="233891" y="649999"/>
                  </a:cubicBezTo>
                  <a:cubicBezTo>
                    <a:pt x="206694" y="649999"/>
                    <a:pt x="217573" y="652718"/>
                    <a:pt x="187657" y="652718"/>
                  </a:cubicBezTo>
                  <a:cubicBezTo>
                    <a:pt x="184937" y="660877"/>
                    <a:pt x="179498" y="666317"/>
                    <a:pt x="171339" y="669036"/>
                  </a:cubicBezTo>
                  <a:cubicBezTo>
                    <a:pt x="165900" y="671756"/>
                    <a:pt x="160460" y="671756"/>
                    <a:pt x="155021" y="671756"/>
                  </a:cubicBezTo>
                  <a:cubicBezTo>
                    <a:pt x="149581" y="671756"/>
                    <a:pt x="144142" y="674476"/>
                    <a:pt x="138703" y="674476"/>
                  </a:cubicBezTo>
                  <a:cubicBezTo>
                    <a:pt x="135983" y="674476"/>
                    <a:pt x="127824" y="677195"/>
                    <a:pt x="125105" y="677195"/>
                  </a:cubicBezTo>
                  <a:cubicBezTo>
                    <a:pt x="116946" y="677195"/>
                    <a:pt x="108787" y="671756"/>
                    <a:pt x="106067" y="671756"/>
                  </a:cubicBezTo>
                  <a:cubicBezTo>
                    <a:pt x="100628" y="669036"/>
                    <a:pt x="95188" y="663597"/>
                    <a:pt x="87029" y="658158"/>
                  </a:cubicBezTo>
                  <a:cubicBezTo>
                    <a:pt x="84310" y="655438"/>
                    <a:pt x="81590" y="655438"/>
                    <a:pt x="81590" y="652718"/>
                  </a:cubicBezTo>
                  <a:cubicBezTo>
                    <a:pt x="73431" y="652718"/>
                    <a:pt x="81590" y="652718"/>
                    <a:pt x="67992" y="652718"/>
                  </a:cubicBezTo>
                  <a:cubicBezTo>
                    <a:pt x="59833" y="652718"/>
                    <a:pt x="51674" y="652718"/>
                    <a:pt x="43515" y="652718"/>
                  </a:cubicBezTo>
                  <a:cubicBezTo>
                    <a:pt x="35356" y="652718"/>
                    <a:pt x="24477" y="652718"/>
                    <a:pt x="16318" y="647279"/>
                  </a:cubicBezTo>
                  <a:cubicBezTo>
                    <a:pt x="8159" y="644559"/>
                    <a:pt x="0" y="636401"/>
                    <a:pt x="0" y="630961"/>
                  </a:cubicBezTo>
                  <a:cubicBezTo>
                    <a:pt x="0" y="625522"/>
                    <a:pt x="0" y="622802"/>
                    <a:pt x="5439" y="620083"/>
                  </a:cubicBezTo>
                  <a:cubicBezTo>
                    <a:pt x="10879" y="617363"/>
                    <a:pt x="21758" y="614643"/>
                    <a:pt x="27197" y="611924"/>
                  </a:cubicBezTo>
                  <a:cubicBezTo>
                    <a:pt x="38076" y="609204"/>
                    <a:pt x="54393" y="609204"/>
                    <a:pt x="65272" y="609204"/>
                  </a:cubicBezTo>
                  <a:cubicBezTo>
                    <a:pt x="65272" y="601045"/>
                    <a:pt x="65272" y="592886"/>
                    <a:pt x="65272" y="584727"/>
                  </a:cubicBezTo>
                  <a:cubicBezTo>
                    <a:pt x="65272" y="541213"/>
                    <a:pt x="62552" y="500418"/>
                    <a:pt x="62552" y="456903"/>
                  </a:cubicBezTo>
                  <a:cubicBezTo>
                    <a:pt x="62552" y="440585"/>
                    <a:pt x="65272" y="397071"/>
                    <a:pt x="65272" y="337238"/>
                  </a:cubicBezTo>
                  <a:cubicBezTo>
                    <a:pt x="65272" y="293724"/>
                    <a:pt x="67992" y="247490"/>
                    <a:pt x="67992" y="203975"/>
                  </a:cubicBezTo>
                  <a:cubicBezTo>
                    <a:pt x="67992" y="179498"/>
                    <a:pt x="67992" y="149582"/>
                    <a:pt x="70712" y="119665"/>
                  </a:cubicBezTo>
                  <a:cubicBezTo>
                    <a:pt x="70712" y="103347"/>
                    <a:pt x="73431" y="84309"/>
                    <a:pt x="73431" y="67992"/>
                  </a:cubicBezTo>
                  <a:cubicBezTo>
                    <a:pt x="73431" y="67992"/>
                    <a:pt x="70712" y="67992"/>
                    <a:pt x="67992" y="67992"/>
                  </a:cubicBezTo>
                  <a:cubicBezTo>
                    <a:pt x="59833" y="67992"/>
                    <a:pt x="51674" y="67992"/>
                    <a:pt x="43515" y="67992"/>
                  </a:cubicBezTo>
                  <a:cubicBezTo>
                    <a:pt x="35356" y="67992"/>
                    <a:pt x="24477" y="67992"/>
                    <a:pt x="16318" y="62552"/>
                  </a:cubicBezTo>
                  <a:cubicBezTo>
                    <a:pt x="8159" y="59833"/>
                    <a:pt x="0" y="51674"/>
                    <a:pt x="0" y="46234"/>
                  </a:cubicBezTo>
                  <a:cubicBezTo>
                    <a:pt x="0" y="43515"/>
                    <a:pt x="0" y="38075"/>
                    <a:pt x="5439" y="35356"/>
                  </a:cubicBezTo>
                  <a:cubicBezTo>
                    <a:pt x="10879" y="32636"/>
                    <a:pt x="21758" y="29916"/>
                    <a:pt x="27197" y="27197"/>
                  </a:cubicBezTo>
                  <a:cubicBezTo>
                    <a:pt x="46234" y="24477"/>
                    <a:pt x="65272" y="21758"/>
                    <a:pt x="76151" y="21758"/>
                  </a:cubicBezTo>
                  <a:cubicBezTo>
                    <a:pt x="76151" y="19038"/>
                    <a:pt x="78871" y="16318"/>
                    <a:pt x="81590" y="13598"/>
                  </a:cubicBezTo>
                  <a:cubicBezTo>
                    <a:pt x="84310" y="10879"/>
                    <a:pt x="92469" y="5439"/>
                    <a:pt x="97908" y="5439"/>
                  </a:cubicBezTo>
                  <a:cubicBezTo>
                    <a:pt x="103347" y="2720"/>
                    <a:pt x="108787" y="0"/>
                    <a:pt x="114226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A81B5D9D-89FB-4D2F-A78D-73AF9AEC196D}"/>
                </a:ext>
              </a:extLst>
            </p:cNvPr>
            <p:cNvSpPr/>
            <p:nvPr/>
          </p:nvSpPr>
          <p:spPr>
            <a:xfrm>
              <a:off x="7310622" y="4197597"/>
              <a:ext cx="489539" cy="761503"/>
            </a:xfrm>
            <a:custGeom>
              <a:avLst/>
              <a:gdLst>
                <a:gd name="connsiteX0" fmla="*/ 433491 w 489538"/>
                <a:gd name="connsiteY0" fmla="*/ 651063 h 761503"/>
                <a:gd name="connsiteX1" fmla="*/ 438930 w 489538"/>
                <a:gd name="connsiteY1" fmla="*/ 661942 h 761503"/>
                <a:gd name="connsiteX2" fmla="*/ 425332 w 489538"/>
                <a:gd name="connsiteY2" fmla="*/ 683699 h 761503"/>
                <a:gd name="connsiteX3" fmla="*/ 400855 w 489538"/>
                <a:gd name="connsiteY3" fmla="*/ 691858 h 761503"/>
                <a:gd name="connsiteX4" fmla="*/ 343742 w 489538"/>
                <a:gd name="connsiteY4" fmla="*/ 700017 h 761503"/>
                <a:gd name="connsiteX5" fmla="*/ 316546 w 489538"/>
                <a:gd name="connsiteY5" fmla="*/ 705456 h 761503"/>
                <a:gd name="connsiteX6" fmla="*/ 275751 w 489538"/>
                <a:gd name="connsiteY6" fmla="*/ 705456 h 761503"/>
                <a:gd name="connsiteX7" fmla="*/ 264872 w 489538"/>
                <a:gd name="connsiteY7" fmla="*/ 708176 h 761503"/>
                <a:gd name="connsiteX8" fmla="*/ 253994 w 489538"/>
                <a:gd name="connsiteY8" fmla="*/ 708176 h 761503"/>
                <a:gd name="connsiteX9" fmla="*/ 240395 w 489538"/>
                <a:gd name="connsiteY9" fmla="*/ 719054 h 761503"/>
                <a:gd name="connsiteX10" fmla="*/ 224077 w 489538"/>
                <a:gd name="connsiteY10" fmla="*/ 721774 h 761503"/>
                <a:gd name="connsiteX11" fmla="*/ 205040 w 489538"/>
                <a:gd name="connsiteY11" fmla="*/ 724494 h 761503"/>
                <a:gd name="connsiteX12" fmla="*/ 191441 w 489538"/>
                <a:gd name="connsiteY12" fmla="*/ 727213 h 761503"/>
                <a:gd name="connsiteX13" fmla="*/ 169684 w 489538"/>
                <a:gd name="connsiteY13" fmla="*/ 721774 h 761503"/>
                <a:gd name="connsiteX14" fmla="*/ 150646 w 489538"/>
                <a:gd name="connsiteY14" fmla="*/ 708176 h 761503"/>
                <a:gd name="connsiteX15" fmla="*/ 139768 w 489538"/>
                <a:gd name="connsiteY15" fmla="*/ 708176 h 761503"/>
                <a:gd name="connsiteX16" fmla="*/ 120730 w 489538"/>
                <a:gd name="connsiteY16" fmla="*/ 708176 h 761503"/>
                <a:gd name="connsiteX17" fmla="*/ 98973 w 489538"/>
                <a:gd name="connsiteY17" fmla="*/ 708176 h 761503"/>
                <a:gd name="connsiteX18" fmla="*/ 74496 w 489538"/>
                <a:gd name="connsiteY18" fmla="*/ 702736 h 761503"/>
                <a:gd name="connsiteX19" fmla="*/ 58178 w 489538"/>
                <a:gd name="connsiteY19" fmla="*/ 683699 h 761503"/>
                <a:gd name="connsiteX20" fmla="*/ 63617 w 489538"/>
                <a:gd name="connsiteY20" fmla="*/ 675540 h 761503"/>
                <a:gd name="connsiteX21" fmla="*/ 85375 w 489538"/>
                <a:gd name="connsiteY21" fmla="*/ 667381 h 761503"/>
                <a:gd name="connsiteX22" fmla="*/ 128889 w 489538"/>
                <a:gd name="connsiteY22" fmla="*/ 661942 h 761503"/>
                <a:gd name="connsiteX23" fmla="*/ 128889 w 489538"/>
                <a:gd name="connsiteY23" fmla="*/ 602109 h 761503"/>
                <a:gd name="connsiteX24" fmla="*/ 126170 w 489538"/>
                <a:gd name="connsiteY24" fmla="*/ 523239 h 761503"/>
                <a:gd name="connsiteX25" fmla="*/ 126170 w 489538"/>
                <a:gd name="connsiteY25" fmla="*/ 468846 h 761503"/>
                <a:gd name="connsiteX26" fmla="*/ 123450 w 489538"/>
                <a:gd name="connsiteY26" fmla="*/ 409014 h 761503"/>
                <a:gd name="connsiteX27" fmla="*/ 123450 w 489538"/>
                <a:gd name="connsiteY27" fmla="*/ 384537 h 761503"/>
                <a:gd name="connsiteX28" fmla="*/ 126170 w 489538"/>
                <a:gd name="connsiteY28" fmla="*/ 349181 h 761503"/>
                <a:gd name="connsiteX29" fmla="*/ 126170 w 489538"/>
                <a:gd name="connsiteY29" fmla="*/ 324704 h 761503"/>
                <a:gd name="connsiteX30" fmla="*/ 128889 w 489538"/>
                <a:gd name="connsiteY30" fmla="*/ 292068 h 761503"/>
                <a:gd name="connsiteX31" fmla="*/ 134329 w 489538"/>
                <a:gd name="connsiteY31" fmla="*/ 234956 h 761503"/>
                <a:gd name="connsiteX32" fmla="*/ 134329 w 489538"/>
                <a:gd name="connsiteY32" fmla="*/ 172404 h 761503"/>
                <a:gd name="connsiteX33" fmla="*/ 137048 w 489538"/>
                <a:gd name="connsiteY33" fmla="*/ 123450 h 761503"/>
                <a:gd name="connsiteX34" fmla="*/ 123450 w 489538"/>
                <a:gd name="connsiteY34" fmla="*/ 123450 h 761503"/>
                <a:gd name="connsiteX35" fmla="*/ 101693 w 489538"/>
                <a:gd name="connsiteY35" fmla="*/ 123450 h 761503"/>
                <a:gd name="connsiteX36" fmla="*/ 77216 w 489538"/>
                <a:gd name="connsiteY36" fmla="*/ 118011 h 761503"/>
                <a:gd name="connsiteX37" fmla="*/ 60898 w 489538"/>
                <a:gd name="connsiteY37" fmla="*/ 98973 h 761503"/>
                <a:gd name="connsiteX38" fmla="*/ 66337 w 489538"/>
                <a:gd name="connsiteY38" fmla="*/ 90814 h 761503"/>
                <a:gd name="connsiteX39" fmla="*/ 88094 w 489538"/>
                <a:gd name="connsiteY39" fmla="*/ 82655 h 761503"/>
                <a:gd name="connsiteX40" fmla="*/ 145207 w 489538"/>
                <a:gd name="connsiteY40" fmla="*/ 77216 h 761503"/>
                <a:gd name="connsiteX41" fmla="*/ 145207 w 489538"/>
                <a:gd name="connsiteY41" fmla="*/ 77216 h 761503"/>
                <a:gd name="connsiteX42" fmla="*/ 153366 w 489538"/>
                <a:gd name="connsiteY42" fmla="*/ 69057 h 761503"/>
                <a:gd name="connsiteX43" fmla="*/ 177843 w 489538"/>
                <a:gd name="connsiteY43" fmla="*/ 60898 h 761503"/>
                <a:gd name="connsiteX44" fmla="*/ 196881 w 489538"/>
                <a:gd name="connsiteY44" fmla="*/ 58178 h 761503"/>
                <a:gd name="connsiteX45" fmla="*/ 205040 w 489538"/>
                <a:gd name="connsiteY45" fmla="*/ 58178 h 761503"/>
                <a:gd name="connsiteX46" fmla="*/ 215919 w 489538"/>
                <a:gd name="connsiteY46" fmla="*/ 63617 h 761503"/>
                <a:gd name="connsiteX47" fmla="*/ 229517 w 489538"/>
                <a:gd name="connsiteY47" fmla="*/ 69057 h 761503"/>
                <a:gd name="connsiteX48" fmla="*/ 256713 w 489538"/>
                <a:gd name="connsiteY48" fmla="*/ 77216 h 761503"/>
                <a:gd name="connsiteX49" fmla="*/ 264872 w 489538"/>
                <a:gd name="connsiteY49" fmla="*/ 77216 h 761503"/>
                <a:gd name="connsiteX50" fmla="*/ 281190 w 489538"/>
                <a:gd name="connsiteY50" fmla="*/ 77216 h 761503"/>
                <a:gd name="connsiteX51" fmla="*/ 330144 w 489538"/>
                <a:gd name="connsiteY51" fmla="*/ 77216 h 761503"/>
                <a:gd name="connsiteX52" fmla="*/ 357341 w 489538"/>
                <a:gd name="connsiteY52" fmla="*/ 79935 h 761503"/>
                <a:gd name="connsiteX53" fmla="*/ 387257 w 489538"/>
                <a:gd name="connsiteY53" fmla="*/ 82655 h 761503"/>
                <a:gd name="connsiteX54" fmla="*/ 406295 w 489538"/>
                <a:gd name="connsiteY54" fmla="*/ 85375 h 761503"/>
                <a:gd name="connsiteX55" fmla="*/ 417173 w 489538"/>
                <a:gd name="connsiteY55" fmla="*/ 79935 h 761503"/>
                <a:gd name="connsiteX56" fmla="*/ 425332 w 489538"/>
                <a:gd name="connsiteY56" fmla="*/ 85375 h 761503"/>
                <a:gd name="connsiteX57" fmla="*/ 433491 w 489538"/>
                <a:gd name="connsiteY57" fmla="*/ 104412 h 761503"/>
                <a:gd name="connsiteX58" fmla="*/ 436211 w 489538"/>
                <a:gd name="connsiteY58" fmla="*/ 137048 h 761503"/>
                <a:gd name="connsiteX59" fmla="*/ 438930 w 489538"/>
                <a:gd name="connsiteY59" fmla="*/ 183282 h 761503"/>
                <a:gd name="connsiteX60" fmla="*/ 422612 w 489538"/>
                <a:gd name="connsiteY60" fmla="*/ 218638 h 761503"/>
                <a:gd name="connsiteX61" fmla="*/ 406295 w 489538"/>
                <a:gd name="connsiteY61" fmla="*/ 213198 h 761503"/>
                <a:gd name="connsiteX62" fmla="*/ 398136 w 489538"/>
                <a:gd name="connsiteY62" fmla="*/ 196881 h 761503"/>
                <a:gd name="connsiteX63" fmla="*/ 395416 w 489538"/>
                <a:gd name="connsiteY63" fmla="*/ 175123 h 761503"/>
                <a:gd name="connsiteX64" fmla="*/ 395416 w 489538"/>
                <a:gd name="connsiteY64" fmla="*/ 153366 h 761503"/>
                <a:gd name="connsiteX65" fmla="*/ 395416 w 489538"/>
                <a:gd name="connsiteY65" fmla="*/ 126170 h 761503"/>
                <a:gd name="connsiteX66" fmla="*/ 370939 w 489538"/>
                <a:gd name="connsiteY66" fmla="*/ 128889 h 761503"/>
                <a:gd name="connsiteX67" fmla="*/ 338303 w 489538"/>
                <a:gd name="connsiteY67" fmla="*/ 131609 h 761503"/>
                <a:gd name="connsiteX68" fmla="*/ 286629 w 489538"/>
                <a:gd name="connsiteY68" fmla="*/ 134328 h 761503"/>
                <a:gd name="connsiteX69" fmla="*/ 273031 w 489538"/>
                <a:gd name="connsiteY69" fmla="*/ 137048 h 761503"/>
                <a:gd name="connsiteX70" fmla="*/ 262153 w 489538"/>
                <a:gd name="connsiteY70" fmla="*/ 142487 h 761503"/>
                <a:gd name="connsiteX71" fmla="*/ 259433 w 489538"/>
                <a:gd name="connsiteY71" fmla="*/ 153366 h 761503"/>
                <a:gd name="connsiteX72" fmla="*/ 262153 w 489538"/>
                <a:gd name="connsiteY72" fmla="*/ 166964 h 761503"/>
                <a:gd name="connsiteX73" fmla="*/ 262153 w 489538"/>
                <a:gd name="connsiteY73" fmla="*/ 196881 h 761503"/>
                <a:gd name="connsiteX74" fmla="*/ 262153 w 489538"/>
                <a:gd name="connsiteY74" fmla="*/ 215918 h 761503"/>
                <a:gd name="connsiteX75" fmla="*/ 262153 w 489538"/>
                <a:gd name="connsiteY75" fmla="*/ 251274 h 761503"/>
                <a:gd name="connsiteX76" fmla="*/ 259433 w 489538"/>
                <a:gd name="connsiteY76" fmla="*/ 278470 h 761503"/>
                <a:gd name="connsiteX77" fmla="*/ 259433 w 489538"/>
                <a:gd name="connsiteY77" fmla="*/ 308386 h 761503"/>
                <a:gd name="connsiteX78" fmla="*/ 259433 w 489538"/>
                <a:gd name="connsiteY78" fmla="*/ 321985 h 761503"/>
                <a:gd name="connsiteX79" fmla="*/ 259433 w 489538"/>
                <a:gd name="connsiteY79" fmla="*/ 332863 h 761503"/>
                <a:gd name="connsiteX80" fmla="*/ 267592 w 489538"/>
                <a:gd name="connsiteY80" fmla="*/ 335583 h 761503"/>
                <a:gd name="connsiteX81" fmla="*/ 281190 w 489538"/>
                <a:gd name="connsiteY81" fmla="*/ 335583 h 761503"/>
                <a:gd name="connsiteX82" fmla="*/ 327424 w 489538"/>
                <a:gd name="connsiteY82" fmla="*/ 338303 h 761503"/>
                <a:gd name="connsiteX83" fmla="*/ 351901 w 489538"/>
                <a:gd name="connsiteY83" fmla="*/ 341022 h 761503"/>
                <a:gd name="connsiteX84" fmla="*/ 351901 w 489538"/>
                <a:gd name="connsiteY84" fmla="*/ 335583 h 761503"/>
                <a:gd name="connsiteX85" fmla="*/ 351901 w 489538"/>
                <a:gd name="connsiteY85" fmla="*/ 313826 h 761503"/>
                <a:gd name="connsiteX86" fmla="*/ 357341 w 489538"/>
                <a:gd name="connsiteY86" fmla="*/ 289349 h 761503"/>
                <a:gd name="connsiteX87" fmla="*/ 373658 w 489538"/>
                <a:gd name="connsiteY87" fmla="*/ 273031 h 761503"/>
                <a:gd name="connsiteX88" fmla="*/ 381817 w 489538"/>
                <a:gd name="connsiteY88" fmla="*/ 278470 h 761503"/>
                <a:gd name="connsiteX89" fmla="*/ 389977 w 489538"/>
                <a:gd name="connsiteY89" fmla="*/ 300228 h 761503"/>
                <a:gd name="connsiteX90" fmla="*/ 395416 w 489538"/>
                <a:gd name="connsiteY90" fmla="*/ 351901 h 761503"/>
                <a:gd name="connsiteX91" fmla="*/ 398136 w 489538"/>
                <a:gd name="connsiteY91" fmla="*/ 409014 h 761503"/>
                <a:gd name="connsiteX92" fmla="*/ 381817 w 489538"/>
                <a:gd name="connsiteY92" fmla="*/ 444369 h 761503"/>
                <a:gd name="connsiteX93" fmla="*/ 365500 w 489538"/>
                <a:gd name="connsiteY93" fmla="*/ 438930 h 761503"/>
                <a:gd name="connsiteX94" fmla="*/ 357341 w 489538"/>
                <a:gd name="connsiteY94" fmla="*/ 422612 h 761503"/>
                <a:gd name="connsiteX95" fmla="*/ 354621 w 489538"/>
                <a:gd name="connsiteY95" fmla="*/ 400855 h 761503"/>
                <a:gd name="connsiteX96" fmla="*/ 354621 w 489538"/>
                <a:gd name="connsiteY96" fmla="*/ 381817 h 761503"/>
                <a:gd name="connsiteX97" fmla="*/ 270312 w 489538"/>
                <a:gd name="connsiteY97" fmla="*/ 381817 h 761503"/>
                <a:gd name="connsiteX98" fmla="*/ 256713 w 489538"/>
                <a:gd name="connsiteY98" fmla="*/ 395415 h 761503"/>
                <a:gd name="connsiteX99" fmla="*/ 253994 w 489538"/>
                <a:gd name="connsiteY99" fmla="*/ 422612 h 761503"/>
                <a:gd name="connsiteX100" fmla="*/ 253994 w 489538"/>
                <a:gd name="connsiteY100" fmla="*/ 433490 h 761503"/>
                <a:gd name="connsiteX101" fmla="*/ 253994 w 489538"/>
                <a:gd name="connsiteY101" fmla="*/ 449809 h 761503"/>
                <a:gd name="connsiteX102" fmla="*/ 256713 w 489538"/>
                <a:gd name="connsiteY102" fmla="*/ 474285 h 761503"/>
                <a:gd name="connsiteX103" fmla="*/ 256713 w 489538"/>
                <a:gd name="connsiteY103" fmla="*/ 496043 h 761503"/>
                <a:gd name="connsiteX104" fmla="*/ 259433 w 489538"/>
                <a:gd name="connsiteY104" fmla="*/ 534118 h 761503"/>
                <a:gd name="connsiteX105" fmla="*/ 259433 w 489538"/>
                <a:gd name="connsiteY105" fmla="*/ 591231 h 761503"/>
                <a:gd name="connsiteX106" fmla="*/ 262153 w 489538"/>
                <a:gd name="connsiteY106" fmla="*/ 618427 h 761503"/>
                <a:gd name="connsiteX107" fmla="*/ 267592 w 489538"/>
                <a:gd name="connsiteY107" fmla="*/ 648343 h 761503"/>
                <a:gd name="connsiteX108" fmla="*/ 292069 w 489538"/>
                <a:gd name="connsiteY108" fmla="*/ 651063 h 761503"/>
                <a:gd name="connsiteX109" fmla="*/ 327424 w 489538"/>
                <a:gd name="connsiteY109" fmla="*/ 651063 h 761503"/>
                <a:gd name="connsiteX110" fmla="*/ 362780 w 489538"/>
                <a:gd name="connsiteY110" fmla="*/ 653783 h 761503"/>
                <a:gd name="connsiteX111" fmla="*/ 395416 w 489538"/>
                <a:gd name="connsiteY111" fmla="*/ 648343 h 761503"/>
                <a:gd name="connsiteX112" fmla="*/ 395416 w 489538"/>
                <a:gd name="connsiteY112" fmla="*/ 618427 h 761503"/>
                <a:gd name="connsiteX113" fmla="*/ 395416 w 489538"/>
                <a:gd name="connsiteY113" fmla="*/ 596670 h 761503"/>
                <a:gd name="connsiteX114" fmla="*/ 398136 w 489538"/>
                <a:gd name="connsiteY114" fmla="*/ 574913 h 761503"/>
                <a:gd name="connsiteX115" fmla="*/ 406295 w 489538"/>
                <a:gd name="connsiteY115" fmla="*/ 558595 h 761503"/>
                <a:gd name="connsiteX116" fmla="*/ 422612 w 489538"/>
                <a:gd name="connsiteY116" fmla="*/ 553155 h 761503"/>
                <a:gd name="connsiteX117" fmla="*/ 438930 w 489538"/>
                <a:gd name="connsiteY117" fmla="*/ 588511 h 761503"/>
                <a:gd name="connsiteX118" fmla="*/ 436211 w 489538"/>
                <a:gd name="connsiteY118" fmla="*/ 645624 h 761503"/>
                <a:gd name="connsiteX119" fmla="*/ 433491 w 489538"/>
                <a:gd name="connsiteY119" fmla="*/ 651063 h 761503"/>
                <a:gd name="connsiteX120" fmla="*/ 433491 w 489538"/>
                <a:gd name="connsiteY120" fmla="*/ 651063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</a:cxnLst>
              <a:rect l="l" t="t" r="r" b="b"/>
              <a:pathLst>
                <a:path w="489538" h="761503">
                  <a:moveTo>
                    <a:pt x="433491" y="651063"/>
                  </a:moveTo>
                  <a:cubicBezTo>
                    <a:pt x="436211" y="653783"/>
                    <a:pt x="438930" y="656502"/>
                    <a:pt x="438930" y="661942"/>
                  </a:cubicBezTo>
                  <a:cubicBezTo>
                    <a:pt x="438930" y="670101"/>
                    <a:pt x="433491" y="678259"/>
                    <a:pt x="425332" y="683699"/>
                  </a:cubicBezTo>
                  <a:cubicBezTo>
                    <a:pt x="417173" y="689138"/>
                    <a:pt x="409014" y="689138"/>
                    <a:pt x="400855" y="691858"/>
                  </a:cubicBezTo>
                  <a:cubicBezTo>
                    <a:pt x="381817" y="694578"/>
                    <a:pt x="362780" y="694578"/>
                    <a:pt x="343742" y="700017"/>
                  </a:cubicBezTo>
                  <a:cubicBezTo>
                    <a:pt x="335583" y="702736"/>
                    <a:pt x="324705" y="702736"/>
                    <a:pt x="316546" y="705456"/>
                  </a:cubicBezTo>
                  <a:cubicBezTo>
                    <a:pt x="308387" y="705456"/>
                    <a:pt x="289349" y="705456"/>
                    <a:pt x="275751" y="705456"/>
                  </a:cubicBezTo>
                  <a:cubicBezTo>
                    <a:pt x="270312" y="705456"/>
                    <a:pt x="267592" y="708176"/>
                    <a:pt x="264872" y="708176"/>
                  </a:cubicBezTo>
                  <a:cubicBezTo>
                    <a:pt x="264872" y="708176"/>
                    <a:pt x="259433" y="708176"/>
                    <a:pt x="253994" y="708176"/>
                  </a:cubicBezTo>
                  <a:cubicBezTo>
                    <a:pt x="251274" y="713615"/>
                    <a:pt x="245835" y="716335"/>
                    <a:pt x="240395" y="719054"/>
                  </a:cubicBezTo>
                  <a:cubicBezTo>
                    <a:pt x="234956" y="721774"/>
                    <a:pt x="229517" y="721774"/>
                    <a:pt x="224077" y="721774"/>
                  </a:cubicBezTo>
                  <a:cubicBezTo>
                    <a:pt x="218638" y="721774"/>
                    <a:pt x="213199" y="724494"/>
                    <a:pt x="205040" y="724494"/>
                  </a:cubicBezTo>
                  <a:cubicBezTo>
                    <a:pt x="202320" y="724494"/>
                    <a:pt x="194161" y="727213"/>
                    <a:pt x="191441" y="727213"/>
                  </a:cubicBezTo>
                  <a:cubicBezTo>
                    <a:pt x="183282" y="727213"/>
                    <a:pt x="172404" y="721774"/>
                    <a:pt x="169684" y="721774"/>
                  </a:cubicBezTo>
                  <a:cubicBezTo>
                    <a:pt x="164245" y="719054"/>
                    <a:pt x="156086" y="713615"/>
                    <a:pt x="150646" y="708176"/>
                  </a:cubicBezTo>
                  <a:cubicBezTo>
                    <a:pt x="145207" y="708176"/>
                    <a:pt x="139768" y="708176"/>
                    <a:pt x="139768" y="708176"/>
                  </a:cubicBezTo>
                  <a:cubicBezTo>
                    <a:pt x="126170" y="708176"/>
                    <a:pt x="137048" y="708176"/>
                    <a:pt x="120730" y="708176"/>
                  </a:cubicBezTo>
                  <a:cubicBezTo>
                    <a:pt x="112571" y="708176"/>
                    <a:pt x="104412" y="708176"/>
                    <a:pt x="98973" y="708176"/>
                  </a:cubicBezTo>
                  <a:cubicBezTo>
                    <a:pt x="90814" y="708176"/>
                    <a:pt x="79936" y="708176"/>
                    <a:pt x="74496" y="702736"/>
                  </a:cubicBezTo>
                  <a:cubicBezTo>
                    <a:pt x="66337" y="700017"/>
                    <a:pt x="58178" y="689138"/>
                    <a:pt x="58178" y="683699"/>
                  </a:cubicBezTo>
                  <a:cubicBezTo>
                    <a:pt x="58178" y="680979"/>
                    <a:pt x="58178" y="678259"/>
                    <a:pt x="63617" y="675540"/>
                  </a:cubicBezTo>
                  <a:cubicBezTo>
                    <a:pt x="69057" y="672820"/>
                    <a:pt x="77216" y="670101"/>
                    <a:pt x="85375" y="667381"/>
                  </a:cubicBezTo>
                  <a:cubicBezTo>
                    <a:pt x="98973" y="664661"/>
                    <a:pt x="115291" y="664661"/>
                    <a:pt x="128889" y="661942"/>
                  </a:cubicBezTo>
                  <a:cubicBezTo>
                    <a:pt x="128889" y="645624"/>
                    <a:pt x="128889" y="623866"/>
                    <a:pt x="128889" y="602109"/>
                  </a:cubicBezTo>
                  <a:cubicBezTo>
                    <a:pt x="128889" y="566754"/>
                    <a:pt x="128889" y="531398"/>
                    <a:pt x="126170" y="523239"/>
                  </a:cubicBezTo>
                  <a:cubicBezTo>
                    <a:pt x="126170" y="517800"/>
                    <a:pt x="126170" y="487884"/>
                    <a:pt x="126170" y="468846"/>
                  </a:cubicBezTo>
                  <a:cubicBezTo>
                    <a:pt x="126170" y="449809"/>
                    <a:pt x="123450" y="430771"/>
                    <a:pt x="123450" y="409014"/>
                  </a:cubicBezTo>
                  <a:cubicBezTo>
                    <a:pt x="123450" y="400855"/>
                    <a:pt x="123450" y="392696"/>
                    <a:pt x="123450" y="384537"/>
                  </a:cubicBezTo>
                  <a:cubicBezTo>
                    <a:pt x="123450" y="373658"/>
                    <a:pt x="126170" y="360060"/>
                    <a:pt x="126170" y="349181"/>
                  </a:cubicBezTo>
                  <a:cubicBezTo>
                    <a:pt x="126170" y="341022"/>
                    <a:pt x="126170" y="332863"/>
                    <a:pt x="126170" y="324704"/>
                  </a:cubicBezTo>
                  <a:cubicBezTo>
                    <a:pt x="126170" y="313826"/>
                    <a:pt x="126170" y="302947"/>
                    <a:pt x="128889" y="292068"/>
                  </a:cubicBezTo>
                  <a:cubicBezTo>
                    <a:pt x="131609" y="273031"/>
                    <a:pt x="134329" y="253993"/>
                    <a:pt x="134329" y="234956"/>
                  </a:cubicBezTo>
                  <a:cubicBezTo>
                    <a:pt x="134329" y="213198"/>
                    <a:pt x="134329" y="191441"/>
                    <a:pt x="134329" y="172404"/>
                  </a:cubicBezTo>
                  <a:cubicBezTo>
                    <a:pt x="134329" y="156086"/>
                    <a:pt x="134329" y="139768"/>
                    <a:pt x="137048" y="123450"/>
                  </a:cubicBezTo>
                  <a:cubicBezTo>
                    <a:pt x="131609" y="123450"/>
                    <a:pt x="134329" y="123450"/>
                    <a:pt x="123450" y="123450"/>
                  </a:cubicBezTo>
                  <a:cubicBezTo>
                    <a:pt x="115291" y="123450"/>
                    <a:pt x="107132" y="123450"/>
                    <a:pt x="101693" y="123450"/>
                  </a:cubicBezTo>
                  <a:cubicBezTo>
                    <a:pt x="93534" y="123450"/>
                    <a:pt x="82655" y="123450"/>
                    <a:pt x="77216" y="118011"/>
                  </a:cubicBezTo>
                  <a:cubicBezTo>
                    <a:pt x="69057" y="115291"/>
                    <a:pt x="60898" y="101693"/>
                    <a:pt x="60898" y="98973"/>
                  </a:cubicBezTo>
                  <a:cubicBezTo>
                    <a:pt x="60898" y="96253"/>
                    <a:pt x="60898" y="93534"/>
                    <a:pt x="66337" y="90814"/>
                  </a:cubicBezTo>
                  <a:cubicBezTo>
                    <a:pt x="71777" y="88094"/>
                    <a:pt x="79936" y="85375"/>
                    <a:pt x="88094" y="82655"/>
                  </a:cubicBezTo>
                  <a:cubicBezTo>
                    <a:pt x="104412" y="79935"/>
                    <a:pt x="131609" y="77216"/>
                    <a:pt x="145207" y="77216"/>
                  </a:cubicBezTo>
                  <a:cubicBezTo>
                    <a:pt x="145207" y="77216"/>
                    <a:pt x="145207" y="77216"/>
                    <a:pt x="145207" y="77216"/>
                  </a:cubicBezTo>
                  <a:cubicBezTo>
                    <a:pt x="145207" y="74496"/>
                    <a:pt x="150646" y="71776"/>
                    <a:pt x="153366" y="69057"/>
                  </a:cubicBezTo>
                  <a:cubicBezTo>
                    <a:pt x="161525" y="63617"/>
                    <a:pt x="169684" y="63617"/>
                    <a:pt x="177843" y="60898"/>
                  </a:cubicBezTo>
                  <a:cubicBezTo>
                    <a:pt x="183282" y="58178"/>
                    <a:pt x="191441" y="58178"/>
                    <a:pt x="196881" y="58178"/>
                  </a:cubicBezTo>
                  <a:cubicBezTo>
                    <a:pt x="199600" y="58178"/>
                    <a:pt x="202320" y="58178"/>
                    <a:pt x="205040" y="58178"/>
                  </a:cubicBezTo>
                  <a:cubicBezTo>
                    <a:pt x="207759" y="58178"/>
                    <a:pt x="213199" y="60898"/>
                    <a:pt x="215919" y="63617"/>
                  </a:cubicBezTo>
                  <a:cubicBezTo>
                    <a:pt x="221358" y="66337"/>
                    <a:pt x="224077" y="66337"/>
                    <a:pt x="229517" y="69057"/>
                  </a:cubicBezTo>
                  <a:cubicBezTo>
                    <a:pt x="237675" y="71776"/>
                    <a:pt x="245835" y="77216"/>
                    <a:pt x="256713" y="77216"/>
                  </a:cubicBezTo>
                  <a:cubicBezTo>
                    <a:pt x="259433" y="77216"/>
                    <a:pt x="262153" y="77216"/>
                    <a:pt x="264872" y="77216"/>
                  </a:cubicBezTo>
                  <a:cubicBezTo>
                    <a:pt x="270312" y="77216"/>
                    <a:pt x="275751" y="77216"/>
                    <a:pt x="281190" y="77216"/>
                  </a:cubicBezTo>
                  <a:cubicBezTo>
                    <a:pt x="292069" y="77216"/>
                    <a:pt x="321985" y="77216"/>
                    <a:pt x="330144" y="77216"/>
                  </a:cubicBezTo>
                  <a:cubicBezTo>
                    <a:pt x="338303" y="77216"/>
                    <a:pt x="349182" y="77216"/>
                    <a:pt x="357341" y="79935"/>
                  </a:cubicBezTo>
                  <a:cubicBezTo>
                    <a:pt x="368219" y="79935"/>
                    <a:pt x="379098" y="82655"/>
                    <a:pt x="387257" y="82655"/>
                  </a:cubicBezTo>
                  <a:cubicBezTo>
                    <a:pt x="392696" y="82655"/>
                    <a:pt x="400855" y="85375"/>
                    <a:pt x="406295" y="85375"/>
                  </a:cubicBezTo>
                  <a:cubicBezTo>
                    <a:pt x="409014" y="82655"/>
                    <a:pt x="414453" y="79935"/>
                    <a:pt x="417173" y="79935"/>
                  </a:cubicBezTo>
                  <a:cubicBezTo>
                    <a:pt x="419893" y="79935"/>
                    <a:pt x="422612" y="79935"/>
                    <a:pt x="425332" y="85375"/>
                  </a:cubicBezTo>
                  <a:cubicBezTo>
                    <a:pt x="428052" y="90814"/>
                    <a:pt x="433491" y="98973"/>
                    <a:pt x="433491" y="104412"/>
                  </a:cubicBezTo>
                  <a:cubicBezTo>
                    <a:pt x="436211" y="131609"/>
                    <a:pt x="436211" y="120730"/>
                    <a:pt x="436211" y="137048"/>
                  </a:cubicBezTo>
                  <a:cubicBezTo>
                    <a:pt x="438930" y="158805"/>
                    <a:pt x="438930" y="158805"/>
                    <a:pt x="438930" y="183282"/>
                  </a:cubicBezTo>
                  <a:cubicBezTo>
                    <a:pt x="438930" y="194161"/>
                    <a:pt x="438930" y="218638"/>
                    <a:pt x="422612" y="218638"/>
                  </a:cubicBezTo>
                  <a:cubicBezTo>
                    <a:pt x="414453" y="218638"/>
                    <a:pt x="411734" y="215918"/>
                    <a:pt x="406295" y="213198"/>
                  </a:cubicBezTo>
                  <a:cubicBezTo>
                    <a:pt x="400855" y="210479"/>
                    <a:pt x="398136" y="202320"/>
                    <a:pt x="398136" y="196881"/>
                  </a:cubicBezTo>
                  <a:cubicBezTo>
                    <a:pt x="395416" y="188722"/>
                    <a:pt x="395416" y="183282"/>
                    <a:pt x="395416" y="175123"/>
                  </a:cubicBezTo>
                  <a:cubicBezTo>
                    <a:pt x="395416" y="169684"/>
                    <a:pt x="395416" y="164245"/>
                    <a:pt x="395416" y="153366"/>
                  </a:cubicBezTo>
                  <a:cubicBezTo>
                    <a:pt x="395416" y="145207"/>
                    <a:pt x="395416" y="134328"/>
                    <a:pt x="395416" y="126170"/>
                  </a:cubicBezTo>
                  <a:cubicBezTo>
                    <a:pt x="387257" y="128889"/>
                    <a:pt x="379098" y="128889"/>
                    <a:pt x="370939" y="128889"/>
                  </a:cubicBezTo>
                  <a:cubicBezTo>
                    <a:pt x="360060" y="128889"/>
                    <a:pt x="349182" y="128889"/>
                    <a:pt x="338303" y="131609"/>
                  </a:cubicBezTo>
                  <a:cubicBezTo>
                    <a:pt x="327424" y="131609"/>
                    <a:pt x="319265" y="134328"/>
                    <a:pt x="286629" y="134328"/>
                  </a:cubicBezTo>
                  <a:cubicBezTo>
                    <a:pt x="281190" y="134328"/>
                    <a:pt x="278470" y="134328"/>
                    <a:pt x="273031" y="137048"/>
                  </a:cubicBezTo>
                  <a:cubicBezTo>
                    <a:pt x="270312" y="137048"/>
                    <a:pt x="264872" y="137048"/>
                    <a:pt x="262153" y="142487"/>
                  </a:cubicBezTo>
                  <a:cubicBezTo>
                    <a:pt x="259433" y="145207"/>
                    <a:pt x="259433" y="150647"/>
                    <a:pt x="259433" y="153366"/>
                  </a:cubicBezTo>
                  <a:cubicBezTo>
                    <a:pt x="259433" y="158805"/>
                    <a:pt x="259433" y="164245"/>
                    <a:pt x="262153" y="166964"/>
                  </a:cubicBezTo>
                  <a:cubicBezTo>
                    <a:pt x="262153" y="177843"/>
                    <a:pt x="262153" y="186002"/>
                    <a:pt x="262153" y="196881"/>
                  </a:cubicBezTo>
                  <a:cubicBezTo>
                    <a:pt x="262153" y="202320"/>
                    <a:pt x="262153" y="210479"/>
                    <a:pt x="262153" y="215918"/>
                  </a:cubicBezTo>
                  <a:cubicBezTo>
                    <a:pt x="262153" y="229516"/>
                    <a:pt x="262153" y="240395"/>
                    <a:pt x="262153" y="251274"/>
                  </a:cubicBezTo>
                  <a:cubicBezTo>
                    <a:pt x="262153" y="259433"/>
                    <a:pt x="259433" y="270311"/>
                    <a:pt x="259433" y="278470"/>
                  </a:cubicBezTo>
                  <a:cubicBezTo>
                    <a:pt x="259433" y="289349"/>
                    <a:pt x="259433" y="297508"/>
                    <a:pt x="259433" y="308386"/>
                  </a:cubicBezTo>
                  <a:cubicBezTo>
                    <a:pt x="259433" y="313826"/>
                    <a:pt x="259433" y="319265"/>
                    <a:pt x="259433" y="321985"/>
                  </a:cubicBezTo>
                  <a:cubicBezTo>
                    <a:pt x="259433" y="324704"/>
                    <a:pt x="259433" y="330144"/>
                    <a:pt x="259433" y="332863"/>
                  </a:cubicBezTo>
                  <a:cubicBezTo>
                    <a:pt x="262153" y="335583"/>
                    <a:pt x="264872" y="335583"/>
                    <a:pt x="267592" y="335583"/>
                  </a:cubicBezTo>
                  <a:cubicBezTo>
                    <a:pt x="273031" y="335583"/>
                    <a:pt x="275751" y="335583"/>
                    <a:pt x="281190" y="335583"/>
                  </a:cubicBezTo>
                  <a:cubicBezTo>
                    <a:pt x="311107" y="335583"/>
                    <a:pt x="319265" y="335583"/>
                    <a:pt x="327424" y="338303"/>
                  </a:cubicBezTo>
                  <a:cubicBezTo>
                    <a:pt x="335583" y="341022"/>
                    <a:pt x="343742" y="341022"/>
                    <a:pt x="351901" y="341022"/>
                  </a:cubicBezTo>
                  <a:cubicBezTo>
                    <a:pt x="351901" y="338303"/>
                    <a:pt x="351901" y="338303"/>
                    <a:pt x="351901" y="335583"/>
                  </a:cubicBezTo>
                  <a:cubicBezTo>
                    <a:pt x="351901" y="327424"/>
                    <a:pt x="351901" y="319265"/>
                    <a:pt x="351901" y="313826"/>
                  </a:cubicBezTo>
                  <a:cubicBezTo>
                    <a:pt x="351901" y="305667"/>
                    <a:pt x="351901" y="294788"/>
                    <a:pt x="357341" y="289349"/>
                  </a:cubicBezTo>
                  <a:cubicBezTo>
                    <a:pt x="360060" y="281190"/>
                    <a:pt x="368219" y="273031"/>
                    <a:pt x="373658" y="273031"/>
                  </a:cubicBezTo>
                  <a:cubicBezTo>
                    <a:pt x="376378" y="273031"/>
                    <a:pt x="379098" y="273031"/>
                    <a:pt x="381817" y="278470"/>
                  </a:cubicBezTo>
                  <a:cubicBezTo>
                    <a:pt x="384537" y="283909"/>
                    <a:pt x="387257" y="292068"/>
                    <a:pt x="389977" y="300228"/>
                  </a:cubicBezTo>
                  <a:cubicBezTo>
                    <a:pt x="392696" y="316545"/>
                    <a:pt x="392696" y="335583"/>
                    <a:pt x="395416" y="351901"/>
                  </a:cubicBezTo>
                  <a:cubicBezTo>
                    <a:pt x="398136" y="373658"/>
                    <a:pt x="398136" y="384537"/>
                    <a:pt x="398136" y="409014"/>
                  </a:cubicBezTo>
                  <a:cubicBezTo>
                    <a:pt x="398136" y="422612"/>
                    <a:pt x="398136" y="444369"/>
                    <a:pt x="381817" y="444369"/>
                  </a:cubicBezTo>
                  <a:cubicBezTo>
                    <a:pt x="373658" y="444369"/>
                    <a:pt x="370939" y="441650"/>
                    <a:pt x="365500" y="438930"/>
                  </a:cubicBezTo>
                  <a:cubicBezTo>
                    <a:pt x="360060" y="436210"/>
                    <a:pt x="357341" y="428051"/>
                    <a:pt x="357341" y="422612"/>
                  </a:cubicBezTo>
                  <a:cubicBezTo>
                    <a:pt x="354621" y="414453"/>
                    <a:pt x="354621" y="409014"/>
                    <a:pt x="354621" y="400855"/>
                  </a:cubicBezTo>
                  <a:cubicBezTo>
                    <a:pt x="354621" y="395415"/>
                    <a:pt x="354621" y="389976"/>
                    <a:pt x="354621" y="381817"/>
                  </a:cubicBezTo>
                  <a:cubicBezTo>
                    <a:pt x="335583" y="381817"/>
                    <a:pt x="308387" y="384537"/>
                    <a:pt x="270312" y="381817"/>
                  </a:cubicBezTo>
                  <a:cubicBezTo>
                    <a:pt x="262153" y="381817"/>
                    <a:pt x="256713" y="387256"/>
                    <a:pt x="256713" y="395415"/>
                  </a:cubicBezTo>
                  <a:cubicBezTo>
                    <a:pt x="256713" y="403574"/>
                    <a:pt x="256713" y="414453"/>
                    <a:pt x="253994" y="422612"/>
                  </a:cubicBezTo>
                  <a:cubicBezTo>
                    <a:pt x="253994" y="425332"/>
                    <a:pt x="253994" y="430771"/>
                    <a:pt x="253994" y="433490"/>
                  </a:cubicBezTo>
                  <a:cubicBezTo>
                    <a:pt x="253994" y="438930"/>
                    <a:pt x="253994" y="444369"/>
                    <a:pt x="253994" y="449809"/>
                  </a:cubicBezTo>
                  <a:cubicBezTo>
                    <a:pt x="253994" y="457967"/>
                    <a:pt x="256713" y="466126"/>
                    <a:pt x="256713" y="474285"/>
                  </a:cubicBezTo>
                  <a:cubicBezTo>
                    <a:pt x="256713" y="482444"/>
                    <a:pt x="256713" y="490603"/>
                    <a:pt x="256713" y="496043"/>
                  </a:cubicBezTo>
                  <a:cubicBezTo>
                    <a:pt x="256713" y="509641"/>
                    <a:pt x="259433" y="520520"/>
                    <a:pt x="259433" y="534118"/>
                  </a:cubicBezTo>
                  <a:cubicBezTo>
                    <a:pt x="259433" y="553155"/>
                    <a:pt x="259433" y="572193"/>
                    <a:pt x="259433" y="591231"/>
                  </a:cubicBezTo>
                  <a:cubicBezTo>
                    <a:pt x="259433" y="602109"/>
                    <a:pt x="262153" y="610268"/>
                    <a:pt x="262153" y="618427"/>
                  </a:cubicBezTo>
                  <a:cubicBezTo>
                    <a:pt x="264872" y="626586"/>
                    <a:pt x="262153" y="642904"/>
                    <a:pt x="267592" y="648343"/>
                  </a:cubicBezTo>
                  <a:cubicBezTo>
                    <a:pt x="270312" y="651063"/>
                    <a:pt x="275751" y="651063"/>
                    <a:pt x="292069" y="651063"/>
                  </a:cubicBezTo>
                  <a:cubicBezTo>
                    <a:pt x="305667" y="651063"/>
                    <a:pt x="319265" y="651063"/>
                    <a:pt x="327424" y="651063"/>
                  </a:cubicBezTo>
                  <a:cubicBezTo>
                    <a:pt x="338303" y="651063"/>
                    <a:pt x="351901" y="653783"/>
                    <a:pt x="362780" y="653783"/>
                  </a:cubicBezTo>
                  <a:cubicBezTo>
                    <a:pt x="376378" y="653783"/>
                    <a:pt x="384537" y="651063"/>
                    <a:pt x="395416" y="648343"/>
                  </a:cubicBezTo>
                  <a:cubicBezTo>
                    <a:pt x="395416" y="637465"/>
                    <a:pt x="395416" y="629306"/>
                    <a:pt x="395416" y="618427"/>
                  </a:cubicBezTo>
                  <a:cubicBezTo>
                    <a:pt x="395416" y="610268"/>
                    <a:pt x="395416" y="602109"/>
                    <a:pt x="395416" y="596670"/>
                  </a:cubicBezTo>
                  <a:cubicBezTo>
                    <a:pt x="395416" y="591231"/>
                    <a:pt x="395416" y="585791"/>
                    <a:pt x="398136" y="574913"/>
                  </a:cubicBezTo>
                  <a:cubicBezTo>
                    <a:pt x="400855" y="569473"/>
                    <a:pt x="400855" y="564034"/>
                    <a:pt x="406295" y="558595"/>
                  </a:cubicBezTo>
                  <a:cubicBezTo>
                    <a:pt x="411734" y="553155"/>
                    <a:pt x="414453" y="553155"/>
                    <a:pt x="422612" y="553155"/>
                  </a:cubicBezTo>
                  <a:cubicBezTo>
                    <a:pt x="436211" y="553155"/>
                    <a:pt x="438930" y="577632"/>
                    <a:pt x="438930" y="588511"/>
                  </a:cubicBezTo>
                  <a:cubicBezTo>
                    <a:pt x="438930" y="612988"/>
                    <a:pt x="438930" y="623866"/>
                    <a:pt x="436211" y="645624"/>
                  </a:cubicBezTo>
                  <a:cubicBezTo>
                    <a:pt x="433491" y="648343"/>
                    <a:pt x="433491" y="648343"/>
                    <a:pt x="433491" y="651063"/>
                  </a:cubicBezTo>
                  <a:lnTo>
                    <a:pt x="433491" y="651063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DBFAFEDA-92A7-430B-864D-95B664E05370}"/>
                </a:ext>
              </a:extLst>
            </p:cNvPr>
            <p:cNvSpPr/>
            <p:nvPr/>
          </p:nvSpPr>
          <p:spPr>
            <a:xfrm>
              <a:off x="7912732" y="4250336"/>
              <a:ext cx="465062" cy="658157"/>
            </a:xfrm>
            <a:custGeom>
              <a:avLst/>
              <a:gdLst>
                <a:gd name="connsiteX0" fmla="*/ 193096 w 465062"/>
                <a:gd name="connsiteY0" fmla="*/ 59832 h 658157"/>
                <a:gd name="connsiteX1" fmla="*/ 193096 w 465062"/>
                <a:gd name="connsiteY1" fmla="*/ 114226 h 658157"/>
                <a:gd name="connsiteX2" fmla="*/ 198536 w 465062"/>
                <a:gd name="connsiteY2" fmla="*/ 209414 h 658157"/>
                <a:gd name="connsiteX3" fmla="*/ 201255 w 465062"/>
                <a:gd name="connsiteY3" fmla="*/ 282845 h 658157"/>
                <a:gd name="connsiteX4" fmla="*/ 203975 w 465062"/>
                <a:gd name="connsiteY4" fmla="*/ 315481 h 658157"/>
                <a:gd name="connsiteX5" fmla="*/ 203975 w 465062"/>
                <a:gd name="connsiteY5" fmla="*/ 320920 h 658157"/>
                <a:gd name="connsiteX6" fmla="*/ 212134 w 465062"/>
                <a:gd name="connsiteY6" fmla="*/ 329079 h 658157"/>
                <a:gd name="connsiteX7" fmla="*/ 223013 w 465062"/>
                <a:gd name="connsiteY7" fmla="*/ 329079 h 658157"/>
                <a:gd name="connsiteX8" fmla="*/ 239331 w 465062"/>
                <a:gd name="connsiteY8" fmla="*/ 329079 h 658157"/>
                <a:gd name="connsiteX9" fmla="*/ 280126 w 465062"/>
                <a:gd name="connsiteY9" fmla="*/ 312761 h 658157"/>
                <a:gd name="connsiteX10" fmla="*/ 296443 w 465062"/>
                <a:gd name="connsiteY10" fmla="*/ 288284 h 658157"/>
                <a:gd name="connsiteX11" fmla="*/ 304602 w 465062"/>
                <a:gd name="connsiteY11" fmla="*/ 258368 h 658157"/>
                <a:gd name="connsiteX12" fmla="*/ 312761 w 465062"/>
                <a:gd name="connsiteY12" fmla="*/ 225732 h 658157"/>
                <a:gd name="connsiteX13" fmla="*/ 315481 w 465062"/>
                <a:gd name="connsiteY13" fmla="*/ 195816 h 658157"/>
                <a:gd name="connsiteX14" fmla="*/ 318201 w 465062"/>
                <a:gd name="connsiteY14" fmla="*/ 168619 h 658157"/>
                <a:gd name="connsiteX15" fmla="*/ 312761 w 465062"/>
                <a:gd name="connsiteY15" fmla="*/ 135983 h 658157"/>
                <a:gd name="connsiteX16" fmla="*/ 312761 w 465062"/>
                <a:gd name="connsiteY16" fmla="*/ 122385 h 658157"/>
                <a:gd name="connsiteX17" fmla="*/ 293724 w 465062"/>
                <a:gd name="connsiteY17" fmla="*/ 84309 h 658157"/>
                <a:gd name="connsiteX18" fmla="*/ 280126 w 465062"/>
                <a:gd name="connsiteY18" fmla="*/ 73430 h 658157"/>
                <a:gd name="connsiteX19" fmla="*/ 258368 w 465062"/>
                <a:gd name="connsiteY19" fmla="*/ 62552 h 658157"/>
                <a:gd name="connsiteX20" fmla="*/ 217573 w 465062"/>
                <a:gd name="connsiteY20" fmla="*/ 59832 h 658157"/>
                <a:gd name="connsiteX21" fmla="*/ 111506 w 465062"/>
                <a:gd name="connsiteY21" fmla="*/ 0 h 658157"/>
                <a:gd name="connsiteX22" fmla="*/ 127824 w 465062"/>
                <a:gd name="connsiteY22" fmla="*/ 0 h 658157"/>
                <a:gd name="connsiteX23" fmla="*/ 157741 w 465062"/>
                <a:gd name="connsiteY23" fmla="*/ 5440 h 658157"/>
                <a:gd name="connsiteX24" fmla="*/ 179497 w 465062"/>
                <a:gd name="connsiteY24" fmla="*/ 16318 h 658157"/>
                <a:gd name="connsiteX25" fmla="*/ 209414 w 465062"/>
                <a:gd name="connsiteY25" fmla="*/ 16318 h 658157"/>
                <a:gd name="connsiteX26" fmla="*/ 247489 w 465062"/>
                <a:gd name="connsiteY26" fmla="*/ 16318 h 658157"/>
                <a:gd name="connsiteX27" fmla="*/ 266527 w 465062"/>
                <a:gd name="connsiteY27" fmla="*/ 16318 h 658157"/>
                <a:gd name="connsiteX28" fmla="*/ 312761 w 465062"/>
                <a:gd name="connsiteY28" fmla="*/ 27197 h 658157"/>
                <a:gd name="connsiteX29" fmla="*/ 337238 w 465062"/>
                <a:gd name="connsiteY29" fmla="*/ 38075 h 658157"/>
                <a:gd name="connsiteX30" fmla="*/ 364434 w 465062"/>
                <a:gd name="connsiteY30" fmla="*/ 54393 h 658157"/>
                <a:gd name="connsiteX31" fmla="*/ 386192 w 465062"/>
                <a:gd name="connsiteY31" fmla="*/ 73431 h 658157"/>
                <a:gd name="connsiteX32" fmla="*/ 407949 w 465062"/>
                <a:gd name="connsiteY32" fmla="*/ 103347 h 658157"/>
                <a:gd name="connsiteX33" fmla="*/ 416108 w 465062"/>
                <a:gd name="connsiteY33" fmla="*/ 141422 h 658157"/>
                <a:gd name="connsiteX34" fmla="*/ 418828 w 465062"/>
                <a:gd name="connsiteY34" fmla="*/ 163179 h 658157"/>
                <a:gd name="connsiteX35" fmla="*/ 418828 w 465062"/>
                <a:gd name="connsiteY35" fmla="*/ 171339 h 658157"/>
                <a:gd name="connsiteX36" fmla="*/ 421547 w 465062"/>
                <a:gd name="connsiteY36" fmla="*/ 187656 h 658157"/>
                <a:gd name="connsiteX37" fmla="*/ 418828 w 465062"/>
                <a:gd name="connsiteY37" fmla="*/ 206694 h 658157"/>
                <a:gd name="connsiteX38" fmla="*/ 416108 w 465062"/>
                <a:gd name="connsiteY38" fmla="*/ 233891 h 658157"/>
                <a:gd name="connsiteX39" fmla="*/ 405229 w 465062"/>
                <a:gd name="connsiteY39" fmla="*/ 263807 h 658157"/>
                <a:gd name="connsiteX40" fmla="*/ 394351 w 465062"/>
                <a:gd name="connsiteY40" fmla="*/ 274686 h 658157"/>
                <a:gd name="connsiteX41" fmla="*/ 388912 w 465062"/>
                <a:gd name="connsiteY41" fmla="*/ 285564 h 658157"/>
                <a:gd name="connsiteX42" fmla="*/ 369874 w 465062"/>
                <a:gd name="connsiteY42" fmla="*/ 304602 h 658157"/>
                <a:gd name="connsiteX43" fmla="*/ 358995 w 465062"/>
                <a:gd name="connsiteY43" fmla="*/ 310041 h 658157"/>
                <a:gd name="connsiteX44" fmla="*/ 348117 w 465062"/>
                <a:gd name="connsiteY44" fmla="*/ 320920 h 658157"/>
                <a:gd name="connsiteX45" fmla="*/ 326359 w 465062"/>
                <a:gd name="connsiteY45" fmla="*/ 339957 h 658157"/>
                <a:gd name="connsiteX46" fmla="*/ 312761 w 465062"/>
                <a:gd name="connsiteY46" fmla="*/ 353555 h 658157"/>
                <a:gd name="connsiteX47" fmla="*/ 337238 w 465062"/>
                <a:gd name="connsiteY47" fmla="*/ 380752 h 658157"/>
                <a:gd name="connsiteX48" fmla="*/ 358995 w 465062"/>
                <a:gd name="connsiteY48" fmla="*/ 421547 h 658157"/>
                <a:gd name="connsiteX49" fmla="*/ 372593 w 465062"/>
                <a:gd name="connsiteY49" fmla="*/ 459622 h 658157"/>
                <a:gd name="connsiteX50" fmla="*/ 386192 w 465062"/>
                <a:gd name="connsiteY50" fmla="*/ 514015 h 658157"/>
                <a:gd name="connsiteX51" fmla="*/ 407949 w 465062"/>
                <a:gd name="connsiteY51" fmla="*/ 568408 h 658157"/>
                <a:gd name="connsiteX52" fmla="*/ 421547 w 465062"/>
                <a:gd name="connsiteY52" fmla="*/ 598324 h 658157"/>
                <a:gd name="connsiteX53" fmla="*/ 451463 w 465062"/>
                <a:gd name="connsiteY53" fmla="*/ 628241 h 658157"/>
                <a:gd name="connsiteX54" fmla="*/ 465062 w 465062"/>
                <a:gd name="connsiteY54" fmla="*/ 644559 h 658157"/>
                <a:gd name="connsiteX55" fmla="*/ 462342 w 465062"/>
                <a:gd name="connsiteY55" fmla="*/ 649998 h 658157"/>
                <a:gd name="connsiteX56" fmla="*/ 437865 w 465062"/>
                <a:gd name="connsiteY56" fmla="*/ 658157 h 658157"/>
                <a:gd name="connsiteX57" fmla="*/ 361715 w 465062"/>
                <a:gd name="connsiteY57" fmla="*/ 622801 h 658157"/>
                <a:gd name="connsiteX58" fmla="*/ 320920 w 465062"/>
                <a:gd name="connsiteY58" fmla="*/ 565689 h 658157"/>
                <a:gd name="connsiteX59" fmla="*/ 304602 w 465062"/>
                <a:gd name="connsiteY59" fmla="*/ 530333 h 658157"/>
                <a:gd name="connsiteX60" fmla="*/ 293723 w 465062"/>
                <a:gd name="connsiteY60" fmla="*/ 497697 h 658157"/>
                <a:gd name="connsiteX61" fmla="*/ 282845 w 465062"/>
                <a:gd name="connsiteY61" fmla="*/ 462342 h 658157"/>
                <a:gd name="connsiteX62" fmla="*/ 269246 w 465062"/>
                <a:gd name="connsiteY62" fmla="*/ 424267 h 658157"/>
                <a:gd name="connsiteX63" fmla="*/ 255648 w 465062"/>
                <a:gd name="connsiteY63" fmla="*/ 391631 h 658157"/>
                <a:gd name="connsiteX64" fmla="*/ 236610 w 465062"/>
                <a:gd name="connsiteY64" fmla="*/ 367154 h 658157"/>
                <a:gd name="connsiteX65" fmla="*/ 217573 w 465062"/>
                <a:gd name="connsiteY65" fmla="*/ 361714 h 658157"/>
                <a:gd name="connsiteX66" fmla="*/ 201255 w 465062"/>
                <a:gd name="connsiteY66" fmla="*/ 361714 h 658157"/>
                <a:gd name="connsiteX67" fmla="*/ 198535 w 465062"/>
                <a:gd name="connsiteY67" fmla="*/ 367154 h 658157"/>
                <a:gd name="connsiteX68" fmla="*/ 201255 w 465062"/>
                <a:gd name="connsiteY68" fmla="*/ 388911 h 658157"/>
                <a:gd name="connsiteX69" fmla="*/ 198535 w 465062"/>
                <a:gd name="connsiteY69" fmla="*/ 426986 h 658157"/>
                <a:gd name="connsiteX70" fmla="*/ 203975 w 465062"/>
                <a:gd name="connsiteY70" fmla="*/ 478660 h 658157"/>
                <a:gd name="connsiteX71" fmla="*/ 198535 w 465062"/>
                <a:gd name="connsiteY71" fmla="*/ 552090 h 658157"/>
                <a:gd name="connsiteX72" fmla="*/ 195816 w 465062"/>
                <a:gd name="connsiteY72" fmla="*/ 576567 h 658157"/>
                <a:gd name="connsiteX73" fmla="*/ 198535 w 465062"/>
                <a:gd name="connsiteY73" fmla="*/ 592885 h 658157"/>
                <a:gd name="connsiteX74" fmla="*/ 233891 w 465062"/>
                <a:gd name="connsiteY74" fmla="*/ 592885 h 658157"/>
                <a:gd name="connsiteX75" fmla="*/ 271966 w 465062"/>
                <a:gd name="connsiteY75" fmla="*/ 611923 h 658157"/>
                <a:gd name="connsiteX76" fmla="*/ 266527 w 465062"/>
                <a:gd name="connsiteY76" fmla="*/ 628241 h 658157"/>
                <a:gd name="connsiteX77" fmla="*/ 250209 w 465062"/>
                <a:gd name="connsiteY77" fmla="*/ 636400 h 658157"/>
                <a:gd name="connsiteX78" fmla="*/ 228451 w 465062"/>
                <a:gd name="connsiteY78" fmla="*/ 639119 h 658157"/>
                <a:gd name="connsiteX79" fmla="*/ 187657 w 465062"/>
                <a:gd name="connsiteY79" fmla="*/ 639119 h 658157"/>
                <a:gd name="connsiteX80" fmla="*/ 152301 w 465062"/>
                <a:gd name="connsiteY80" fmla="*/ 652717 h 658157"/>
                <a:gd name="connsiteX81" fmla="*/ 133263 w 465062"/>
                <a:gd name="connsiteY81" fmla="*/ 655437 h 658157"/>
                <a:gd name="connsiteX82" fmla="*/ 122385 w 465062"/>
                <a:gd name="connsiteY82" fmla="*/ 652717 h 658157"/>
                <a:gd name="connsiteX83" fmla="*/ 97908 w 465062"/>
                <a:gd name="connsiteY83" fmla="*/ 639119 h 658157"/>
                <a:gd name="connsiteX84" fmla="*/ 70711 w 465062"/>
                <a:gd name="connsiteY84" fmla="*/ 639119 h 658157"/>
                <a:gd name="connsiteX85" fmla="*/ 46234 w 465062"/>
                <a:gd name="connsiteY85" fmla="*/ 639119 h 658157"/>
                <a:gd name="connsiteX86" fmla="*/ 19038 w 465062"/>
                <a:gd name="connsiteY86" fmla="*/ 630960 h 658157"/>
                <a:gd name="connsiteX87" fmla="*/ 2720 w 465062"/>
                <a:gd name="connsiteY87" fmla="*/ 614642 h 658157"/>
                <a:gd name="connsiteX88" fmla="*/ 8159 w 465062"/>
                <a:gd name="connsiteY88" fmla="*/ 606483 h 658157"/>
                <a:gd name="connsiteX89" fmla="*/ 29916 w 465062"/>
                <a:gd name="connsiteY89" fmla="*/ 598324 h 658157"/>
                <a:gd name="connsiteX90" fmla="*/ 76151 w 465062"/>
                <a:gd name="connsiteY90" fmla="*/ 592885 h 658157"/>
                <a:gd name="connsiteX91" fmla="*/ 73431 w 465062"/>
                <a:gd name="connsiteY91" fmla="*/ 573848 h 658157"/>
                <a:gd name="connsiteX92" fmla="*/ 70711 w 465062"/>
                <a:gd name="connsiteY92" fmla="*/ 500417 h 658157"/>
                <a:gd name="connsiteX93" fmla="*/ 73431 w 465062"/>
                <a:gd name="connsiteY93" fmla="*/ 437865 h 658157"/>
                <a:gd name="connsiteX94" fmla="*/ 70711 w 465062"/>
                <a:gd name="connsiteY94" fmla="*/ 369873 h 658157"/>
                <a:gd name="connsiteX95" fmla="*/ 70711 w 465062"/>
                <a:gd name="connsiteY95" fmla="*/ 293723 h 658157"/>
                <a:gd name="connsiteX96" fmla="*/ 73431 w 465062"/>
                <a:gd name="connsiteY96" fmla="*/ 212133 h 658157"/>
                <a:gd name="connsiteX97" fmla="*/ 76151 w 465062"/>
                <a:gd name="connsiteY97" fmla="*/ 155021 h 658157"/>
                <a:gd name="connsiteX98" fmla="*/ 76151 w 465062"/>
                <a:gd name="connsiteY98" fmla="*/ 119665 h 658157"/>
                <a:gd name="connsiteX99" fmla="*/ 78870 w 465062"/>
                <a:gd name="connsiteY99" fmla="*/ 84310 h 658157"/>
                <a:gd name="connsiteX100" fmla="*/ 76151 w 465062"/>
                <a:gd name="connsiteY100" fmla="*/ 62552 h 658157"/>
                <a:gd name="connsiteX101" fmla="*/ 67992 w 465062"/>
                <a:gd name="connsiteY101" fmla="*/ 62552 h 658157"/>
                <a:gd name="connsiteX102" fmla="*/ 43515 w 465062"/>
                <a:gd name="connsiteY102" fmla="*/ 62552 h 658157"/>
                <a:gd name="connsiteX103" fmla="*/ 16318 w 465062"/>
                <a:gd name="connsiteY103" fmla="*/ 57113 h 658157"/>
                <a:gd name="connsiteX104" fmla="*/ 0 w 465062"/>
                <a:gd name="connsiteY104" fmla="*/ 40795 h 658157"/>
                <a:gd name="connsiteX105" fmla="*/ 5439 w 465062"/>
                <a:gd name="connsiteY105" fmla="*/ 32636 h 658157"/>
                <a:gd name="connsiteX106" fmla="*/ 27197 w 465062"/>
                <a:gd name="connsiteY106" fmla="*/ 24477 h 658157"/>
                <a:gd name="connsiteX107" fmla="*/ 76151 w 465062"/>
                <a:gd name="connsiteY107" fmla="*/ 19038 h 658157"/>
                <a:gd name="connsiteX108" fmla="*/ 78870 w 465062"/>
                <a:gd name="connsiteY108" fmla="*/ 13598 h 658157"/>
                <a:gd name="connsiteX109" fmla="*/ 95188 w 465062"/>
                <a:gd name="connsiteY109" fmla="*/ 5440 h 658157"/>
                <a:gd name="connsiteX110" fmla="*/ 111506 w 465062"/>
                <a:gd name="connsiteY110" fmla="*/ 0 h 658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</a:cxnLst>
              <a:rect l="l" t="t" r="r" b="b"/>
              <a:pathLst>
                <a:path w="465062" h="658157">
                  <a:moveTo>
                    <a:pt x="193096" y="59832"/>
                  </a:moveTo>
                  <a:cubicBezTo>
                    <a:pt x="193096" y="73430"/>
                    <a:pt x="193096" y="89748"/>
                    <a:pt x="193096" y="114226"/>
                  </a:cubicBezTo>
                  <a:cubicBezTo>
                    <a:pt x="193096" y="144142"/>
                    <a:pt x="195816" y="176778"/>
                    <a:pt x="198536" y="209414"/>
                  </a:cubicBezTo>
                  <a:cubicBezTo>
                    <a:pt x="198536" y="247489"/>
                    <a:pt x="201255" y="277406"/>
                    <a:pt x="201255" y="282845"/>
                  </a:cubicBezTo>
                  <a:cubicBezTo>
                    <a:pt x="201255" y="293723"/>
                    <a:pt x="203975" y="304602"/>
                    <a:pt x="203975" y="315481"/>
                  </a:cubicBezTo>
                  <a:cubicBezTo>
                    <a:pt x="203975" y="318200"/>
                    <a:pt x="203975" y="318200"/>
                    <a:pt x="203975" y="320920"/>
                  </a:cubicBezTo>
                  <a:cubicBezTo>
                    <a:pt x="203975" y="326359"/>
                    <a:pt x="206695" y="329079"/>
                    <a:pt x="212134" y="329079"/>
                  </a:cubicBezTo>
                  <a:cubicBezTo>
                    <a:pt x="214854" y="329079"/>
                    <a:pt x="220293" y="329079"/>
                    <a:pt x="223013" y="329079"/>
                  </a:cubicBezTo>
                  <a:cubicBezTo>
                    <a:pt x="228452" y="329079"/>
                    <a:pt x="233891" y="329079"/>
                    <a:pt x="239331" y="329079"/>
                  </a:cubicBezTo>
                  <a:cubicBezTo>
                    <a:pt x="252929" y="329079"/>
                    <a:pt x="271967" y="323640"/>
                    <a:pt x="280126" y="312761"/>
                  </a:cubicBezTo>
                  <a:cubicBezTo>
                    <a:pt x="288284" y="304602"/>
                    <a:pt x="291004" y="299163"/>
                    <a:pt x="296443" y="288284"/>
                  </a:cubicBezTo>
                  <a:cubicBezTo>
                    <a:pt x="299163" y="277406"/>
                    <a:pt x="301883" y="269247"/>
                    <a:pt x="304602" y="258368"/>
                  </a:cubicBezTo>
                  <a:cubicBezTo>
                    <a:pt x="307322" y="244770"/>
                    <a:pt x="310042" y="239330"/>
                    <a:pt x="312761" y="225732"/>
                  </a:cubicBezTo>
                  <a:cubicBezTo>
                    <a:pt x="315481" y="212134"/>
                    <a:pt x="315481" y="209414"/>
                    <a:pt x="315481" y="195816"/>
                  </a:cubicBezTo>
                  <a:cubicBezTo>
                    <a:pt x="315481" y="179498"/>
                    <a:pt x="315481" y="184937"/>
                    <a:pt x="318201" y="168619"/>
                  </a:cubicBezTo>
                  <a:cubicBezTo>
                    <a:pt x="312761" y="152302"/>
                    <a:pt x="312761" y="149582"/>
                    <a:pt x="312761" y="135983"/>
                  </a:cubicBezTo>
                  <a:cubicBezTo>
                    <a:pt x="312761" y="133264"/>
                    <a:pt x="312761" y="127825"/>
                    <a:pt x="312761" y="122385"/>
                  </a:cubicBezTo>
                  <a:cubicBezTo>
                    <a:pt x="312761" y="111507"/>
                    <a:pt x="301883" y="95188"/>
                    <a:pt x="293724" y="84309"/>
                  </a:cubicBezTo>
                  <a:cubicBezTo>
                    <a:pt x="288284" y="78870"/>
                    <a:pt x="285565" y="76150"/>
                    <a:pt x="280126" y="73430"/>
                  </a:cubicBezTo>
                  <a:cubicBezTo>
                    <a:pt x="271967" y="67991"/>
                    <a:pt x="266527" y="65271"/>
                    <a:pt x="258368" y="62552"/>
                  </a:cubicBezTo>
                  <a:cubicBezTo>
                    <a:pt x="244770" y="59832"/>
                    <a:pt x="228452" y="59832"/>
                    <a:pt x="217573" y="59832"/>
                  </a:cubicBezTo>
                  <a:close/>
                  <a:moveTo>
                    <a:pt x="111506" y="0"/>
                  </a:moveTo>
                  <a:cubicBezTo>
                    <a:pt x="114226" y="0"/>
                    <a:pt x="122385" y="0"/>
                    <a:pt x="127824" y="0"/>
                  </a:cubicBezTo>
                  <a:cubicBezTo>
                    <a:pt x="135983" y="0"/>
                    <a:pt x="146862" y="2720"/>
                    <a:pt x="157741" y="5440"/>
                  </a:cubicBezTo>
                  <a:cubicBezTo>
                    <a:pt x="168619" y="8159"/>
                    <a:pt x="176778" y="10879"/>
                    <a:pt x="179497" y="16318"/>
                  </a:cubicBezTo>
                  <a:cubicBezTo>
                    <a:pt x="193096" y="16318"/>
                    <a:pt x="201255" y="16318"/>
                    <a:pt x="209414" y="16318"/>
                  </a:cubicBezTo>
                  <a:cubicBezTo>
                    <a:pt x="220292" y="16318"/>
                    <a:pt x="231171" y="16318"/>
                    <a:pt x="247489" y="16318"/>
                  </a:cubicBezTo>
                  <a:cubicBezTo>
                    <a:pt x="250209" y="16318"/>
                    <a:pt x="258368" y="16318"/>
                    <a:pt x="266527" y="16318"/>
                  </a:cubicBezTo>
                  <a:cubicBezTo>
                    <a:pt x="277405" y="16318"/>
                    <a:pt x="291004" y="21758"/>
                    <a:pt x="312761" y="27197"/>
                  </a:cubicBezTo>
                  <a:cubicBezTo>
                    <a:pt x="320920" y="29917"/>
                    <a:pt x="329079" y="35356"/>
                    <a:pt x="337238" y="38075"/>
                  </a:cubicBezTo>
                  <a:cubicBezTo>
                    <a:pt x="342677" y="40795"/>
                    <a:pt x="353556" y="48954"/>
                    <a:pt x="364434" y="54393"/>
                  </a:cubicBezTo>
                  <a:cubicBezTo>
                    <a:pt x="375313" y="62552"/>
                    <a:pt x="386192" y="67992"/>
                    <a:pt x="386192" y="73431"/>
                  </a:cubicBezTo>
                  <a:cubicBezTo>
                    <a:pt x="391631" y="84310"/>
                    <a:pt x="402510" y="92469"/>
                    <a:pt x="407949" y="103347"/>
                  </a:cubicBezTo>
                  <a:cubicBezTo>
                    <a:pt x="413388" y="116945"/>
                    <a:pt x="416108" y="130544"/>
                    <a:pt x="416108" y="141422"/>
                  </a:cubicBezTo>
                  <a:cubicBezTo>
                    <a:pt x="416108" y="152301"/>
                    <a:pt x="418828" y="157740"/>
                    <a:pt x="418828" y="163179"/>
                  </a:cubicBezTo>
                  <a:cubicBezTo>
                    <a:pt x="418828" y="165899"/>
                    <a:pt x="418828" y="168619"/>
                    <a:pt x="418828" y="171339"/>
                  </a:cubicBezTo>
                  <a:cubicBezTo>
                    <a:pt x="418828" y="174058"/>
                    <a:pt x="421547" y="182217"/>
                    <a:pt x="421547" y="187656"/>
                  </a:cubicBezTo>
                  <a:cubicBezTo>
                    <a:pt x="421547" y="193096"/>
                    <a:pt x="418828" y="201255"/>
                    <a:pt x="418828" y="206694"/>
                  </a:cubicBezTo>
                  <a:cubicBezTo>
                    <a:pt x="418828" y="217573"/>
                    <a:pt x="418828" y="223012"/>
                    <a:pt x="416108" y="233891"/>
                  </a:cubicBezTo>
                  <a:cubicBezTo>
                    <a:pt x="413388" y="244769"/>
                    <a:pt x="410668" y="255648"/>
                    <a:pt x="405229" y="263807"/>
                  </a:cubicBezTo>
                  <a:cubicBezTo>
                    <a:pt x="402510" y="269246"/>
                    <a:pt x="397070" y="269246"/>
                    <a:pt x="394351" y="274686"/>
                  </a:cubicBezTo>
                  <a:cubicBezTo>
                    <a:pt x="391631" y="277405"/>
                    <a:pt x="391631" y="282844"/>
                    <a:pt x="388912" y="285564"/>
                  </a:cubicBezTo>
                  <a:cubicBezTo>
                    <a:pt x="383472" y="291003"/>
                    <a:pt x="375313" y="301882"/>
                    <a:pt x="369874" y="304602"/>
                  </a:cubicBezTo>
                  <a:cubicBezTo>
                    <a:pt x="367154" y="307321"/>
                    <a:pt x="361715" y="307321"/>
                    <a:pt x="358995" y="310041"/>
                  </a:cubicBezTo>
                  <a:cubicBezTo>
                    <a:pt x="356275" y="312761"/>
                    <a:pt x="350836" y="318200"/>
                    <a:pt x="348117" y="320920"/>
                  </a:cubicBezTo>
                  <a:cubicBezTo>
                    <a:pt x="339958" y="326359"/>
                    <a:pt x="334518" y="334518"/>
                    <a:pt x="326359" y="339957"/>
                  </a:cubicBezTo>
                  <a:cubicBezTo>
                    <a:pt x="320920" y="342677"/>
                    <a:pt x="312761" y="342677"/>
                    <a:pt x="312761" y="353555"/>
                  </a:cubicBezTo>
                  <a:cubicBezTo>
                    <a:pt x="312761" y="361714"/>
                    <a:pt x="334518" y="372593"/>
                    <a:pt x="337238" y="380752"/>
                  </a:cubicBezTo>
                  <a:cubicBezTo>
                    <a:pt x="345397" y="394350"/>
                    <a:pt x="353556" y="407948"/>
                    <a:pt x="358995" y="421547"/>
                  </a:cubicBezTo>
                  <a:cubicBezTo>
                    <a:pt x="364434" y="435145"/>
                    <a:pt x="367154" y="446024"/>
                    <a:pt x="372593" y="459622"/>
                  </a:cubicBezTo>
                  <a:cubicBezTo>
                    <a:pt x="378033" y="478660"/>
                    <a:pt x="383472" y="494978"/>
                    <a:pt x="386192" y="514015"/>
                  </a:cubicBezTo>
                  <a:cubicBezTo>
                    <a:pt x="391631" y="533053"/>
                    <a:pt x="402510" y="549371"/>
                    <a:pt x="407949" y="568408"/>
                  </a:cubicBezTo>
                  <a:cubicBezTo>
                    <a:pt x="410668" y="579287"/>
                    <a:pt x="416108" y="590165"/>
                    <a:pt x="421547" y="598324"/>
                  </a:cubicBezTo>
                  <a:cubicBezTo>
                    <a:pt x="435146" y="614642"/>
                    <a:pt x="443305" y="622801"/>
                    <a:pt x="451463" y="628241"/>
                  </a:cubicBezTo>
                  <a:cubicBezTo>
                    <a:pt x="456903" y="630960"/>
                    <a:pt x="465062" y="636400"/>
                    <a:pt x="465062" y="644559"/>
                  </a:cubicBezTo>
                  <a:cubicBezTo>
                    <a:pt x="465062" y="647278"/>
                    <a:pt x="465062" y="647278"/>
                    <a:pt x="462342" y="649998"/>
                  </a:cubicBezTo>
                  <a:cubicBezTo>
                    <a:pt x="456903" y="655437"/>
                    <a:pt x="446024" y="658157"/>
                    <a:pt x="437865" y="658157"/>
                  </a:cubicBezTo>
                  <a:cubicBezTo>
                    <a:pt x="413388" y="658157"/>
                    <a:pt x="378033" y="641839"/>
                    <a:pt x="361715" y="622801"/>
                  </a:cubicBezTo>
                  <a:cubicBezTo>
                    <a:pt x="345397" y="606483"/>
                    <a:pt x="334518" y="584726"/>
                    <a:pt x="320920" y="565689"/>
                  </a:cubicBezTo>
                  <a:cubicBezTo>
                    <a:pt x="315480" y="554810"/>
                    <a:pt x="310041" y="543931"/>
                    <a:pt x="304602" y="530333"/>
                  </a:cubicBezTo>
                  <a:cubicBezTo>
                    <a:pt x="299163" y="519454"/>
                    <a:pt x="296443" y="508576"/>
                    <a:pt x="293723" y="497697"/>
                  </a:cubicBezTo>
                  <a:cubicBezTo>
                    <a:pt x="291004" y="486819"/>
                    <a:pt x="288284" y="473220"/>
                    <a:pt x="282845" y="462342"/>
                  </a:cubicBezTo>
                  <a:cubicBezTo>
                    <a:pt x="280125" y="448743"/>
                    <a:pt x="274686" y="437865"/>
                    <a:pt x="269246" y="424267"/>
                  </a:cubicBezTo>
                  <a:cubicBezTo>
                    <a:pt x="266527" y="416108"/>
                    <a:pt x="261087" y="402509"/>
                    <a:pt x="255648" y="391631"/>
                  </a:cubicBezTo>
                  <a:cubicBezTo>
                    <a:pt x="250209" y="380752"/>
                    <a:pt x="244770" y="375313"/>
                    <a:pt x="236610" y="367154"/>
                  </a:cubicBezTo>
                  <a:cubicBezTo>
                    <a:pt x="231171" y="361714"/>
                    <a:pt x="223012" y="361714"/>
                    <a:pt x="217573" y="361714"/>
                  </a:cubicBezTo>
                  <a:cubicBezTo>
                    <a:pt x="212134" y="361714"/>
                    <a:pt x="206694" y="361714"/>
                    <a:pt x="201255" y="361714"/>
                  </a:cubicBezTo>
                  <a:cubicBezTo>
                    <a:pt x="198535" y="361714"/>
                    <a:pt x="198535" y="364434"/>
                    <a:pt x="198535" y="367154"/>
                  </a:cubicBezTo>
                  <a:cubicBezTo>
                    <a:pt x="198535" y="375313"/>
                    <a:pt x="201255" y="386191"/>
                    <a:pt x="201255" y="388911"/>
                  </a:cubicBezTo>
                  <a:cubicBezTo>
                    <a:pt x="201255" y="402509"/>
                    <a:pt x="198535" y="413388"/>
                    <a:pt x="198535" y="426986"/>
                  </a:cubicBezTo>
                  <a:cubicBezTo>
                    <a:pt x="198535" y="446024"/>
                    <a:pt x="203975" y="456902"/>
                    <a:pt x="203975" y="478660"/>
                  </a:cubicBezTo>
                  <a:cubicBezTo>
                    <a:pt x="203975" y="503136"/>
                    <a:pt x="201255" y="527613"/>
                    <a:pt x="198535" y="552090"/>
                  </a:cubicBezTo>
                  <a:cubicBezTo>
                    <a:pt x="198535" y="560249"/>
                    <a:pt x="195816" y="568408"/>
                    <a:pt x="195816" y="576567"/>
                  </a:cubicBezTo>
                  <a:cubicBezTo>
                    <a:pt x="195816" y="582006"/>
                    <a:pt x="195816" y="587446"/>
                    <a:pt x="198535" y="592885"/>
                  </a:cubicBezTo>
                  <a:cubicBezTo>
                    <a:pt x="212134" y="592885"/>
                    <a:pt x="225732" y="592885"/>
                    <a:pt x="233891" y="592885"/>
                  </a:cubicBezTo>
                  <a:cubicBezTo>
                    <a:pt x="247489" y="592885"/>
                    <a:pt x="271966" y="592885"/>
                    <a:pt x="271966" y="611923"/>
                  </a:cubicBezTo>
                  <a:cubicBezTo>
                    <a:pt x="271966" y="620082"/>
                    <a:pt x="269246" y="622801"/>
                    <a:pt x="266527" y="628241"/>
                  </a:cubicBezTo>
                  <a:cubicBezTo>
                    <a:pt x="261087" y="633680"/>
                    <a:pt x="255648" y="636400"/>
                    <a:pt x="250209" y="636400"/>
                  </a:cubicBezTo>
                  <a:cubicBezTo>
                    <a:pt x="239330" y="639119"/>
                    <a:pt x="233891" y="639119"/>
                    <a:pt x="228451" y="639119"/>
                  </a:cubicBezTo>
                  <a:cubicBezTo>
                    <a:pt x="223012" y="639119"/>
                    <a:pt x="206694" y="639119"/>
                    <a:pt x="187657" y="639119"/>
                  </a:cubicBezTo>
                  <a:cubicBezTo>
                    <a:pt x="176778" y="647278"/>
                    <a:pt x="163180" y="649998"/>
                    <a:pt x="152301" y="652717"/>
                  </a:cubicBezTo>
                  <a:cubicBezTo>
                    <a:pt x="146862" y="652717"/>
                    <a:pt x="138703" y="655437"/>
                    <a:pt x="133263" y="655437"/>
                  </a:cubicBezTo>
                  <a:cubicBezTo>
                    <a:pt x="130544" y="655437"/>
                    <a:pt x="125104" y="655437"/>
                    <a:pt x="122385" y="652717"/>
                  </a:cubicBezTo>
                  <a:cubicBezTo>
                    <a:pt x="114226" y="649998"/>
                    <a:pt x="103347" y="644559"/>
                    <a:pt x="97908" y="639119"/>
                  </a:cubicBezTo>
                  <a:cubicBezTo>
                    <a:pt x="87029" y="639119"/>
                    <a:pt x="78870" y="639119"/>
                    <a:pt x="70711" y="639119"/>
                  </a:cubicBezTo>
                  <a:cubicBezTo>
                    <a:pt x="62552" y="639119"/>
                    <a:pt x="54393" y="639119"/>
                    <a:pt x="46234" y="639119"/>
                  </a:cubicBezTo>
                  <a:cubicBezTo>
                    <a:pt x="38075" y="639119"/>
                    <a:pt x="27197" y="633680"/>
                    <a:pt x="19038" y="630960"/>
                  </a:cubicBezTo>
                  <a:cubicBezTo>
                    <a:pt x="10879" y="628241"/>
                    <a:pt x="2720" y="620082"/>
                    <a:pt x="2720" y="614642"/>
                  </a:cubicBezTo>
                  <a:cubicBezTo>
                    <a:pt x="2720" y="611923"/>
                    <a:pt x="2720" y="609203"/>
                    <a:pt x="8159" y="606483"/>
                  </a:cubicBezTo>
                  <a:cubicBezTo>
                    <a:pt x="13599" y="603764"/>
                    <a:pt x="24477" y="601044"/>
                    <a:pt x="29916" y="598324"/>
                  </a:cubicBezTo>
                  <a:cubicBezTo>
                    <a:pt x="43515" y="595605"/>
                    <a:pt x="62552" y="595605"/>
                    <a:pt x="76151" y="592885"/>
                  </a:cubicBezTo>
                  <a:cubicBezTo>
                    <a:pt x="76151" y="587446"/>
                    <a:pt x="73431" y="582006"/>
                    <a:pt x="73431" y="573848"/>
                  </a:cubicBezTo>
                  <a:cubicBezTo>
                    <a:pt x="73431" y="565689"/>
                    <a:pt x="70711" y="516735"/>
                    <a:pt x="70711" y="500417"/>
                  </a:cubicBezTo>
                  <a:cubicBezTo>
                    <a:pt x="70711" y="481379"/>
                    <a:pt x="73431" y="456902"/>
                    <a:pt x="73431" y="437865"/>
                  </a:cubicBezTo>
                  <a:cubicBezTo>
                    <a:pt x="73431" y="416108"/>
                    <a:pt x="70711" y="391631"/>
                    <a:pt x="70711" y="369873"/>
                  </a:cubicBezTo>
                  <a:cubicBezTo>
                    <a:pt x="70711" y="345397"/>
                    <a:pt x="70711" y="318200"/>
                    <a:pt x="70711" y="293723"/>
                  </a:cubicBezTo>
                  <a:cubicBezTo>
                    <a:pt x="70711" y="266526"/>
                    <a:pt x="73431" y="239330"/>
                    <a:pt x="73431" y="212133"/>
                  </a:cubicBezTo>
                  <a:cubicBezTo>
                    <a:pt x="73431" y="187656"/>
                    <a:pt x="76151" y="179498"/>
                    <a:pt x="76151" y="155021"/>
                  </a:cubicBezTo>
                  <a:cubicBezTo>
                    <a:pt x="76151" y="144142"/>
                    <a:pt x="76151" y="130544"/>
                    <a:pt x="76151" y="119665"/>
                  </a:cubicBezTo>
                  <a:cubicBezTo>
                    <a:pt x="76151" y="106067"/>
                    <a:pt x="78870" y="95188"/>
                    <a:pt x="78870" y="84310"/>
                  </a:cubicBezTo>
                  <a:cubicBezTo>
                    <a:pt x="78870" y="78870"/>
                    <a:pt x="78870" y="70711"/>
                    <a:pt x="76151" y="62552"/>
                  </a:cubicBezTo>
                  <a:cubicBezTo>
                    <a:pt x="76151" y="62552"/>
                    <a:pt x="73431" y="62552"/>
                    <a:pt x="67992" y="62552"/>
                  </a:cubicBezTo>
                  <a:cubicBezTo>
                    <a:pt x="59833" y="62552"/>
                    <a:pt x="51674" y="62552"/>
                    <a:pt x="43515" y="62552"/>
                  </a:cubicBezTo>
                  <a:cubicBezTo>
                    <a:pt x="35356" y="62552"/>
                    <a:pt x="24477" y="59833"/>
                    <a:pt x="16318" y="57113"/>
                  </a:cubicBezTo>
                  <a:cubicBezTo>
                    <a:pt x="8159" y="54393"/>
                    <a:pt x="0" y="43515"/>
                    <a:pt x="0" y="40795"/>
                  </a:cubicBezTo>
                  <a:cubicBezTo>
                    <a:pt x="0" y="38075"/>
                    <a:pt x="0" y="35356"/>
                    <a:pt x="5439" y="32636"/>
                  </a:cubicBezTo>
                  <a:cubicBezTo>
                    <a:pt x="10879" y="29917"/>
                    <a:pt x="21758" y="27197"/>
                    <a:pt x="27197" y="24477"/>
                  </a:cubicBezTo>
                  <a:cubicBezTo>
                    <a:pt x="46234" y="21758"/>
                    <a:pt x="62552" y="19038"/>
                    <a:pt x="76151" y="19038"/>
                  </a:cubicBezTo>
                  <a:cubicBezTo>
                    <a:pt x="76151" y="16318"/>
                    <a:pt x="78870" y="16318"/>
                    <a:pt x="78870" y="13598"/>
                  </a:cubicBezTo>
                  <a:cubicBezTo>
                    <a:pt x="84309" y="10879"/>
                    <a:pt x="89749" y="8159"/>
                    <a:pt x="95188" y="5440"/>
                  </a:cubicBezTo>
                  <a:cubicBezTo>
                    <a:pt x="100628" y="2720"/>
                    <a:pt x="106067" y="0"/>
                    <a:pt x="111506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74C54477-D660-4214-9D6F-AF9A7F0C3099}"/>
                </a:ext>
              </a:extLst>
            </p:cNvPr>
            <p:cNvSpPr/>
            <p:nvPr/>
          </p:nvSpPr>
          <p:spPr>
            <a:xfrm>
              <a:off x="8346812" y="4186718"/>
              <a:ext cx="353556" cy="761503"/>
            </a:xfrm>
            <a:custGeom>
              <a:avLst/>
              <a:gdLst>
                <a:gd name="connsiteX0" fmla="*/ 283910 w 353555"/>
                <a:gd name="connsiteY0" fmla="*/ 672820 h 761503"/>
                <a:gd name="connsiteX1" fmla="*/ 321985 w 353555"/>
                <a:gd name="connsiteY1" fmla="*/ 689138 h 761503"/>
                <a:gd name="connsiteX2" fmla="*/ 316546 w 353555"/>
                <a:gd name="connsiteY2" fmla="*/ 705456 h 761503"/>
                <a:gd name="connsiteX3" fmla="*/ 300228 w 353555"/>
                <a:gd name="connsiteY3" fmla="*/ 713615 h 761503"/>
                <a:gd name="connsiteX4" fmla="*/ 278471 w 353555"/>
                <a:gd name="connsiteY4" fmla="*/ 716335 h 761503"/>
                <a:gd name="connsiteX5" fmla="*/ 237676 w 353555"/>
                <a:gd name="connsiteY5" fmla="*/ 716335 h 761503"/>
                <a:gd name="connsiteX6" fmla="*/ 180563 w 353555"/>
                <a:gd name="connsiteY6" fmla="*/ 719054 h 761503"/>
                <a:gd name="connsiteX7" fmla="*/ 126170 w 353555"/>
                <a:gd name="connsiteY7" fmla="*/ 719054 h 761503"/>
                <a:gd name="connsiteX8" fmla="*/ 101693 w 353555"/>
                <a:gd name="connsiteY8" fmla="*/ 719054 h 761503"/>
                <a:gd name="connsiteX9" fmla="*/ 74496 w 353555"/>
                <a:gd name="connsiteY9" fmla="*/ 713615 h 761503"/>
                <a:gd name="connsiteX10" fmla="*/ 58178 w 353555"/>
                <a:gd name="connsiteY10" fmla="*/ 697297 h 761503"/>
                <a:gd name="connsiteX11" fmla="*/ 63618 w 353555"/>
                <a:gd name="connsiteY11" fmla="*/ 689138 h 761503"/>
                <a:gd name="connsiteX12" fmla="*/ 85375 w 353555"/>
                <a:gd name="connsiteY12" fmla="*/ 680979 h 761503"/>
                <a:gd name="connsiteX13" fmla="*/ 131609 w 353555"/>
                <a:gd name="connsiteY13" fmla="*/ 675540 h 761503"/>
                <a:gd name="connsiteX14" fmla="*/ 142488 w 353555"/>
                <a:gd name="connsiteY14" fmla="*/ 675540 h 761503"/>
                <a:gd name="connsiteX15" fmla="*/ 131609 w 353555"/>
                <a:gd name="connsiteY15" fmla="*/ 653783 h 761503"/>
                <a:gd name="connsiteX16" fmla="*/ 128890 w 353555"/>
                <a:gd name="connsiteY16" fmla="*/ 640184 h 761503"/>
                <a:gd name="connsiteX17" fmla="*/ 128890 w 353555"/>
                <a:gd name="connsiteY17" fmla="*/ 629306 h 761503"/>
                <a:gd name="connsiteX18" fmla="*/ 128890 w 353555"/>
                <a:gd name="connsiteY18" fmla="*/ 621147 h 761503"/>
                <a:gd name="connsiteX19" fmla="*/ 128890 w 353555"/>
                <a:gd name="connsiteY19" fmla="*/ 593950 h 761503"/>
                <a:gd name="connsiteX20" fmla="*/ 128890 w 353555"/>
                <a:gd name="connsiteY20" fmla="*/ 583072 h 761503"/>
                <a:gd name="connsiteX21" fmla="*/ 128890 w 353555"/>
                <a:gd name="connsiteY21" fmla="*/ 436210 h 761503"/>
                <a:gd name="connsiteX22" fmla="*/ 128890 w 353555"/>
                <a:gd name="connsiteY22" fmla="*/ 357340 h 761503"/>
                <a:gd name="connsiteX23" fmla="*/ 131609 w 353555"/>
                <a:gd name="connsiteY23" fmla="*/ 289349 h 761503"/>
                <a:gd name="connsiteX24" fmla="*/ 131609 w 353555"/>
                <a:gd name="connsiteY24" fmla="*/ 251274 h 761503"/>
                <a:gd name="connsiteX25" fmla="*/ 131609 w 353555"/>
                <a:gd name="connsiteY25" fmla="*/ 205040 h 761503"/>
                <a:gd name="connsiteX26" fmla="*/ 131609 w 353555"/>
                <a:gd name="connsiteY26" fmla="*/ 139768 h 761503"/>
                <a:gd name="connsiteX27" fmla="*/ 131609 w 353555"/>
                <a:gd name="connsiteY27" fmla="*/ 128889 h 761503"/>
                <a:gd name="connsiteX28" fmla="*/ 126170 w 353555"/>
                <a:gd name="connsiteY28" fmla="*/ 128889 h 761503"/>
                <a:gd name="connsiteX29" fmla="*/ 101693 w 353555"/>
                <a:gd name="connsiteY29" fmla="*/ 128889 h 761503"/>
                <a:gd name="connsiteX30" fmla="*/ 74496 w 353555"/>
                <a:gd name="connsiteY30" fmla="*/ 123450 h 761503"/>
                <a:gd name="connsiteX31" fmla="*/ 58178 w 353555"/>
                <a:gd name="connsiteY31" fmla="*/ 107132 h 761503"/>
                <a:gd name="connsiteX32" fmla="*/ 60898 w 353555"/>
                <a:gd name="connsiteY32" fmla="*/ 98973 h 761503"/>
                <a:gd name="connsiteX33" fmla="*/ 82655 w 353555"/>
                <a:gd name="connsiteY33" fmla="*/ 93534 h 761503"/>
                <a:gd name="connsiteX34" fmla="*/ 131609 w 353555"/>
                <a:gd name="connsiteY34" fmla="*/ 88094 h 761503"/>
                <a:gd name="connsiteX35" fmla="*/ 131609 w 353555"/>
                <a:gd name="connsiteY35" fmla="*/ 82655 h 761503"/>
                <a:gd name="connsiteX36" fmla="*/ 134329 w 353555"/>
                <a:gd name="connsiteY36" fmla="*/ 71776 h 761503"/>
                <a:gd name="connsiteX37" fmla="*/ 147927 w 353555"/>
                <a:gd name="connsiteY37" fmla="*/ 63617 h 761503"/>
                <a:gd name="connsiteX38" fmla="*/ 164245 w 353555"/>
                <a:gd name="connsiteY38" fmla="*/ 58178 h 761503"/>
                <a:gd name="connsiteX39" fmla="*/ 177843 w 353555"/>
                <a:gd name="connsiteY39" fmla="*/ 58178 h 761503"/>
                <a:gd name="connsiteX40" fmla="*/ 196881 w 353555"/>
                <a:gd name="connsiteY40" fmla="*/ 60898 h 761503"/>
                <a:gd name="connsiteX41" fmla="*/ 232237 w 353555"/>
                <a:gd name="connsiteY41" fmla="*/ 88094 h 761503"/>
                <a:gd name="connsiteX42" fmla="*/ 278471 w 353555"/>
                <a:gd name="connsiteY42" fmla="*/ 88094 h 761503"/>
                <a:gd name="connsiteX43" fmla="*/ 316546 w 353555"/>
                <a:gd name="connsiteY43" fmla="*/ 104412 h 761503"/>
                <a:gd name="connsiteX44" fmla="*/ 311107 w 353555"/>
                <a:gd name="connsiteY44" fmla="*/ 120730 h 761503"/>
                <a:gd name="connsiteX45" fmla="*/ 294789 w 353555"/>
                <a:gd name="connsiteY45" fmla="*/ 128889 h 761503"/>
                <a:gd name="connsiteX46" fmla="*/ 273032 w 353555"/>
                <a:gd name="connsiteY46" fmla="*/ 131609 h 761503"/>
                <a:gd name="connsiteX47" fmla="*/ 243115 w 353555"/>
                <a:gd name="connsiteY47" fmla="*/ 131609 h 761503"/>
                <a:gd name="connsiteX48" fmla="*/ 243115 w 353555"/>
                <a:gd name="connsiteY48" fmla="*/ 134329 h 761503"/>
                <a:gd name="connsiteX49" fmla="*/ 248554 w 353555"/>
                <a:gd name="connsiteY49" fmla="*/ 169684 h 761503"/>
                <a:gd name="connsiteX50" fmla="*/ 251274 w 353555"/>
                <a:gd name="connsiteY50" fmla="*/ 205040 h 761503"/>
                <a:gd name="connsiteX51" fmla="*/ 251274 w 353555"/>
                <a:gd name="connsiteY51" fmla="*/ 240395 h 761503"/>
                <a:gd name="connsiteX52" fmla="*/ 251274 w 353555"/>
                <a:gd name="connsiteY52" fmla="*/ 256713 h 761503"/>
                <a:gd name="connsiteX53" fmla="*/ 253994 w 353555"/>
                <a:gd name="connsiteY53" fmla="*/ 270311 h 761503"/>
                <a:gd name="connsiteX54" fmla="*/ 259433 w 353555"/>
                <a:gd name="connsiteY54" fmla="*/ 343742 h 761503"/>
                <a:gd name="connsiteX55" fmla="*/ 262153 w 353555"/>
                <a:gd name="connsiteY55" fmla="*/ 425332 h 761503"/>
                <a:gd name="connsiteX56" fmla="*/ 264872 w 353555"/>
                <a:gd name="connsiteY56" fmla="*/ 490603 h 761503"/>
                <a:gd name="connsiteX57" fmla="*/ 270312 w 353555"/>
                <a:gd name="connsiteY57" fmla="*/ 564034 h 761503"/>
                <a:gd name="connsiteX58" fmla="*/ 270312 w 353555"/>
                <a:gd name="connsiteY58" fmla="*/ 599390 h 761503"/>
                <a:gd name="connsiteX59" fmla="*/ 270312 w 353555"/>
                <a:gd name="connsiteY59" fmla="*/ 637465 h 761503"/>
                <a:gd name="connsiteX60" fmla="*/ 264872 w 353555"/>
                <a:gd name="connsiteY60" fmla="*/ 670101 h 761503"/>
                <a:gd name="connsiteX61" fmla="*/ 283910 w 353555"/>
                <a:gd name="connsiteY61" fmla="*/ 672820 h 761503"/>
                <a:gd name="connsiteX62" fmla="*/ 283910 w 353555"/>
                <a:gd name="connsiteY62" fmla="*/ 672820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353555" h="761503">
                  <a:moveTo>
                    <a:pt x="283910" y="672820"/>
                  </a:moveTo>
                  <a:cubicBezTo>
                    <a:pt x="297508" y="672820"/>
                    <a:pt x="321985" y="672820"/>
                    <a:pt x="321985" y="689138"/>
                  </a:cubicBezTo>
                  <a:cubicBezTo>
                    <a:pt x="321985" y="697297"/>
                    <a:pt x="319266" y="697297"/>
                    <a:pt x="316546" y="705456"/>
                  </a:cubicBezTo>
                  <a:cubicBezTo>
                    <a:pt x="311107" y="710895"/>
                    <a:pt x="305667" y="713615"/>
                    <a:pt x="300228" y="713615"/>
                  </a:cubicBezTo>
                  <a:cubicBezTo>
                    <a:pt x="292069" y="716335"/>
                    <a:pt x="283910" y="716335"/>
                    <a:pt x="278471" y="716335"/>
                  </a:cubicBezTo>
                  <a:cubicBezTo>
                    <a:pt x="275751" y="716335"/>
                    <a:pt x="256713" y="716335"/>
                    <a:pt x="237676" y="716335"/>
                  </a:cubicBezTo>
                  <a:cubicBezTo>
                    <a:pt x="213199" y="716335"/>
                    <a:pt x="186003" y="719054"/>
                    <a:pt x="180563" y="719054"/>
                  </a:cubicBezTo>
                  <a:cubicBezTo>
                    <a:pt x="166965" y="719054"/>
                    <a:pt x="142488" y="719054"/>
                    <a:pt x="126170" y="719054"/>
                  </a:cubicBezTo>
                  <a:cubicBezTo>
                    <a:pt x="118011" y="719054"/>
                    <a:pt x="109852" y="719054"/>
                    <a:pt x="101693" y="719054"/>
                  </a:cubicBezTo>
                  <a:cubicBezTo>
                    <a:pt x="93534" y="719054"/>
                    <a:pt x="82655" y="719054"/>
                    <a:pt x="74496" y="713615"/>
                  </a:cubicBezTo>
                  <a:cubicBezTo>
                    <a:pt x="66337" y="710895"/>
                    <a:pt x="58178" y="702736"/>
                    <a:pt x="58178" y="697297"/>
                  </a:cubicBezTo>
                  <a:cubicBezTo>
                    <a:pt x="58178" y="694578"/>
                    <a:pt x="58178" y="691858"/>
                    <a:pt x="63618" y="689138"/>
                  </a:cubicBezTo>
                  <a:cubicBezTo>
                    <a:pt x="69057" y="686418"/>
                    <a:pt x="79936" y="683699"/>
                    <a:pt x="85375" y="680979"/>
                  </a:cubicBezTo>
                  <a:cubicBezTo>
                    <a:pt x="104413" y="678260"/>
                    <a:pt x="123450" y="675540"/>
                    <a:pt x="131609" y="675540"/>
                  </a:cubicBezTo>
                  <a:cubicBezTo>
                    <a:pt x="134329" y="675540"/>
                    <a:pt x="137049" y="675540"/>
                    <a:pt x="142488" y="675540"/>
                  </a:cubicBezTo>
                  <a:cubicBezTo>
                    <a:pt x="134329" y="670101"/>
                    <a:pt x="131609" y="661942"/>
                    <a:pt x="131609" y="653783"/>
                  </a:cubicBezTo>
                  <a:cubicBezTo>
                    <a:pt x="131609" y="648343"/>
                    <a:pt x="131609" y="642904"/>
                    <a:pt x="128890" y="640184"/>
                  </a:cubicBezTo>
                  <a:cubicBezTo>
                    <a:pt x="128890" y="637465"/>
                    <a:pt x="128890" y="634745"/>
                    <a:pt x="128890" y="629306"/>
                  </a:cubicBezTo>
                  <a:cubicBezTo>
                    <a:pt x="128890" y="626586"/>
                    <a:pt x="128890" y="623867"/>
                    <a:pt x="128890" y="621147"/>
                  </a:cubicBezTo>
                  <a:cubicBezTo>
                    <a:pt x="128890" y="612988"/>
                    <a:pt x="128890" y="604829"/>
                    <a:pt x="128890" y="593950"/>
                  </a:cubicBezTo>
                  <a:cubicBezTo>
                    <a:pt x="128890" y="591231"/>
                    <a:pt x="128890" y="585791"/>
                    <a:pt x="128890" y="583072"/>
                  </a:cubicBezTo>
                  <a:cubicBezTo>
                    <a:pt x="128890" y="534118"/>
                    <a:pt x="131609" y="485164"/>
                    <a:pt x="128890" y="436210"/>
                  </a:cubicBezTo>
                  <a:cubicBezTo>
                    <a:pt x="128890" y="409014"/>
                    <a:pt x="128890" y="384537"/>
                    <a:pt x="128890" y="357340"/>
                  </a:cubicBezTo>
                  <a:cubicBezTo>
                    <a:pt x="128890" y="335583"/>
                    <a:pt x="131609" y="313826"/>
                    <a:pt x="131609" y="289349"/>
                  </a:cubicBezTo>
                  <a:cubicBezTo>
                    <a:pt x="131609" y="275751"/>
                    <a:pt x="131609" y="264872"/>
                    <a:pt x="131609" y="251274"/>
                  </a:cubicBezTo>
                  <a:cubicBezTo>
                    <a:pt x="131609" y="234956"/>
                    <a:pt x="131609" y="221357"/>
                    <a:pt x="131609" y="205040"/>
                  </a:cubicBezTo>
                  <a:cubicBezTo>
                    <a:pt x="131609" y="183282"/>
                    <a:pt x="131609" y="161525"/>
                    <a:pt x="131609" y="139768"/>
                  </a:cubicBezTo>
                  <a:cubicBezTo>
                    <a:pt x="131609" y="137048"/>
                    <a:pt x="131609" y="134329"/>
                    <a:pt x="131609" y="128889"/>
                  </a:cubicBezTo>
                  <a:cubicBezTo>
                    <a:pt x="128890" y="128889"/>
                    <a:pt x="126170" y="128889"/>
                    <a:pt x="126170" y="128889"/>
                  </a:cubicBezTo>
                  <a:cubicBezTo>
                    <a:pt x="118011" y="128889"/>
                    <a:pt x="109852" y="128889"/>
                    <a:pt x="101693" y="128889"/>
                  </a:cubicBezTo>
                  <a:cubicBezTo>
                    <a:pt x="93534" y="128889"/>
                    <a:pt x="82655" y="128889"/>
                    <a:pt x="74496" y="123450"/>
                  </a:cubicBezTo>
                  <a:cubicBezTo>
                    <a:pt x="66337" y="120730"/>
                    <a:pt x="58178" y="112571"/>
                    <a:pt x="58178" y="107132"/>
                  </a:cubicBezTo>
                  <a:cubicBezTo>
                    <a:pt x="58178" y="104412"/>
                    <a:pt x="58178" y="101693"/>
                    <a:pt x="60898" y="98973"/>
                  </a:cubicBezTo>
                  <a:cubicBezTo>
                    <a:pt x="63618" y="96253"/>
                    <a:pt x="77216" y="93534"/>
                    <a:pt x="82655" y="93534"/>
                  </a:cubicBezTo>
                  <a:cubicBezTo>
                    <a:pt x="98973" y="90814"/>
                    <a:pt x="123450" y="88094"/>
                    <a:pt x="131609" y="88094"/>
                  </a:cubicBezTo>
                  <a:cubicBezTo>
                    <a:pt x="131609" y="85375"/>
                    <a:pt x="131609" y="85375"/>
                    <a:pt x="131609" y="82655"/>
                  </a:cubicBezTo>
                  <a:cubicBezTo>
                    <a:pt x="131609" y="77216"/>
                    <a:pt x="131609" y="74496"/>
                    <a:pt x="134329" y="71776"/>
                  </a:cubicBezTo>
                  <a:cubicBezTo>
                    <a:pt x="137049" y="69057"/>
                    <a:pt x="145208" y="66337"/>
                    <a:pt x="147927" y="63617"/>
                  </a:cubicBezTo>
                  <a:cubicBezTo>
                    <a:pt x="153366" y="60898"/>
                    <a:pt x="158806" y="58178"/>
                    <a:pt x="164245" y="58178"/>
                  </a:cubicBezTo>
                  <a:cubicBezTo>
                    <a:pt x="169684" y="58178"/>
                    <a:pt x="175124" y="58178"/>
                    <a:pt x="177843" y="58178"/>
                  </a:cubicBezTo>
                  <a:cubicBezTo>
                    <a:pt x="183283" y="58178"/>
                    <a:pt x="191442" y="58178"/>
                    <a:pt x="196881" y="60898"/>
                  </a:cubicBezTo>
                  <a:cubicBezTo>
                    <a:pt x="213199" y="63617"/>
                    <a:pt x="224078" y="74496"/>
                    <a:pt x="232237" y="88094"/>
                  </a:cubicBezTo>
                  <a:cubicBezTo>
                    <a:pt x="253994" y="88094"/>
                    <a:pt x="270312" y="88094"/>
                    <a:pt x="278471" y="88094"/>
                  </a:cubicBezTo>
                  <a:cubicBezTo>
                    <a:pt x="292069" y="88094"/>
                    <a:pt x="316546" y="88094"/>
                    <a:pt x="316546" y="104412"/>
                  </a:cubicBezTo>
                  <a:cubicBezTo>
                    <a:pt x="316546" y="112571"/>
                    <a:pt x="313826" y="112571"/>
                    <a:pt x="311107" y="120730"/>
                  </a:cubicBezTo>
                  <a:cubicBezTo>
                    <a:pt x="305667" y="126170"/>
                    <a:pt x="300228" y="128889"/>
                    <a:pt x="294789" y="128889"/>
                  </a:cubicBezTo>
                  <a:cubicBezTo>
                    <a:pt x="286630" y="131609"/>
                    <a:pt x="278471" y="131609"/>
                    <a:pt x="273032" y="131609"/>
                  </a:cubicBezTo>
                  <a:cubicBezTo>
                    <a:pt x="270312" y="131609"/>
                    <a:pt x="259433" y="131609"/>
                    <a:pt x="243115" y="131609"/>
                  </a:cubicBezTo>
                  <a:lnTo>
                    <a:pt x="243115" y="134329"/>
                  </a:lnTo>
                  <a:cubicBezTo>
                    <a:pt x="245835" y="145207"/>
                    <a:pt x="245835" y="158805"/>
                    <a:pt x="248554" y="169684"/>
                  </a:cubicBezTo>
                  <a:cubicBezTo>
                    <a:pt x="251274" y="180563"/>
                    <a:pt x="251274" y="194161"/>
                    <a:pt x="251274" y="205040"/>
                  </a:cubicBezTo>
                  <a:cubicBezTo>
                    <a:pt x="251274" y="215918"/>
                    <a:pt x="251274" y="226797"/>
                    <a:pt x="251274" y="240395"/>
                  </a:cubicBezTo>
                  <a:cubicBezTo>
                    <a:pt x="251274" y="245834"/>
                    <a:pt x="251274" y="251274"/>
                    <a:pt x="251274" y="256713"/>
                  </a:cubicBezTo>
                  <a:cubicBezTo>
                    <a:pt x="251274" y="262152"/>
                    <a:pt x="251274" y="267592"/>
                    <a:pt x="253994" y="270311"/>
                  </a:cubicBezTo>
                  <a:cubicBezTo>
                    <a:pt x="256713" y="294788"/>
                    <a:pt x="256713" y="319265"/>
                    <a:pt x="259433" y="343742"/>
                  </a:cubicBezTo>
                  <a:cubicBezTo>
                    <a:pt x="259433" y="370939"/>
                    <a:pt x="262153" y="398135"/>
                    <a:pt x="262153" y="425332"/>
                  </a:cubicBezTo>
                  <a:cubicBezTo>
                    <a:pt x="262153" y="447089"/>
                    <a:pt x="262153" y="468846"/>
                    <a:pt x="264872" y="490603"/>
                  </a:cubicBezTo>
                  <a:cubicBezTo>
                    <a:pt x="264872" y="515080"/>
                    <a:pt x="270312" y="539557"/>
                    <a:pt x="270312" y="564034"/>
                  </a:cubicBezTo>
                  <a:cubicBezTo>
                    <a:pt x="270312" y="574913"/>
                    <a:pt x="270312" y="588511"/>
                    <a:pt x="270312" y="599390"/>
                  </a:cubicBezTo>
                  <a:cubicBezTo>
                    <a:pt x="270312" y="612988"/>
                    <a:pt x="270312" y="623867"/>
                    <a:pt x="270312" y="637465"/>
                  </a:cubicBezTo>
                  <a:cubicBezTo>
                    <a:pt x="270312" y="648343"/>
                    <a:pt x="270312" y="661942"/>
                    <a:pt x="264872" y="670101"/>
                  </a:cubicBezTo>
                  <a:cubicBezTo>
                    <a:pt x="273032" y="672820"/>
                    <a:pt x="278471" y="672820"/>
                    <a:pt x="283910" y="672820"/>
                  </a:cubicBezTo>
                  <a:lnTo>
                    <a:pt x="283910" y="672820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7AB18A07-F054-4F36-97CA-4DBDC6B271F5}"/>
                </a:ext>
              </a:extLst>
            </p:cNvPr>
            <p:cNvSpPr/>
            <p:nvPr/>
          </p:nvSpPr>
          <p:spPr>
            <a:xfrm>
              <a:off x="8652924" y="4192158"/>
              <a:ext cx="516735" cy="788700"/>
            </a:xfrm>
            <a:custGeom>
              <a:avLst/>
              <a:gdLst>
                <a:gd name="connsiteX0" fmla="*/ 464616 w 516735"/>
                <a:gd name="connsiteY0" fmla="*/ 436210 h 788699"/>
                <a:gd name="connsiteX1" fmla="*/ 445578 w 516735"/>
                <a:gd name="connsiteY1" fmla="*/ 455248 h 788699"/>
                <a:gd name="connsiteX2" fmla="*/ 404783 w 516735"/>
                <a:gd name="connsiteY2" fmla="*/ 466126 h 788699"/>
                <a:gd name="connsiteX3" fmla="*/ 385746 w 516735"/>
                <a:gd name="connsiteY3" fmla="*/ 479725 h 788699"/>
                <a:gd name="connsiteX4" fmla="*/ 388466 w 516735"/>
                <a:gd name="connsiteY4" fmla="*/ 512361 h 788699"/>
                <a:gd name="connsiteX5" fmla="*/ 388466 w 516735"/>
                <a:gd name="connsiteY5" fmla="*/ 544997 h 788699"/>
                <a:gd name="connsiteX6" fmla="*/ 388466 w 516735"/>
                <a:gd name="connsiteY6" fmla="*/ 566754 h 788699"/>
                <a:gd name="connsiteX7" fmla="*/ 391185 w 516735"/>
                <a:gd name="connsiteY7" fmla="*/ 632026 h 788699"/>
                <a:gd name="connsiteX8" fmla="*/ 393905 w 516735"/>
                <a:gd name="connsiteY8" fmla="*/ 683699 h 788699"/>
                <a:gd name="connsiteX9" fmla="*/ 377587 w 516735"/>
                <a:gd name="connsiteY9" fmla="*/ 724494 h 788699"/>
                <a:gd name="connsiteX10" fmla="*/ 361269 w 516735"/>
                <a:gd name="connsiteY10" fmla="*/ 719054 h 788699"/>
                <a:gd name="connsiteX11" fmla="*/ 353110 w 516735"/>
                <a:gd name="connsiteY11" fmla="*/ 702737 h 788699"/>
                <a:gd name="connsiteX12" fmla="*/ 350390 w 516735"/>
                <a:gd name="connsiteY12" fmla="*/ 686419 h 788699"/>
                <a:gd name="connsiteX13" fmla="*/ 353110 w 516735"/>
                <a:gd name="connsiteY13" fmla="*/ 659222 h 788699"/>
                <a:gd name="connsiteX14" fmla="*/ 353110 w 516735"/>
                <a:gd name="connsiteY14" fmla="*/ 656502 h 788699"/>
                <a:gd name="connsiteX15" fmla="*/ 317754 w 516735"/>
                <a:gd name="connsiteY15" fmla="*/ 708176 h 788699"/>
                <a:gd name="connsiteX16" fmla="*/ 241604 w 516735"/>
                <a:gd name="connsiteY16" fmla="*/ 735372 h 788699"/>
                <a:gd name="connsiteX17" fmla="*/ 187211 w 516735"/>
                <a:gd name="connsiteY17" fmla="*/ 727214 h 788699"/>
                <a:gd name="connsiteX18" fmla="*/ 135537 w 516735"/>
                <a:gd name="connsiteY18" fmla="*/ 694578 h 788699"/>
                <a:gd name="connsiteX19" fmla="*/ 86583 w 516735"/>
                <a:gd name="connsiteY19" fmla="*/ 621147 h 788699"/>
                <a:gd name="connsiteX20" fmla="*/ 67546 w 516735"/>
                <a:gd name="connsiteY20" fmla="*/ 555875 h 788699"/>
                <a:gd name="connsiteX21" fmla="*/ 59387 w 516735"/>
                <a:gd name="connsiteY21" fmla="*/ 509641 h 788699"/>
                <a:gd name="connsiteX22" fmla="*/ 59387 w 516735"/>
                <a:gd name="connsiteY22" fmla="*/ 468846 h 788699"/>
                <a:gd name="connsiteX23" fmla="*/ 86583 w 516735"/>
                <a:gd name="connsiteY23" fmla="*/ 302947 h 788699"/>
                <a:gd name="connsiteX24" fmla="*/ 108341 w 516735"/>
                <a:gd name="connsiteY24" fmla="*/ 224077 h 788699"/>
                <a:gd name="connsiteX25" fmla="*/ 146416 w 516735"/>
                <a:gd name="connsiteY25" fmla="*/ 145207 h 788699"/>
                <a:gd name="connsiteX26" fmla="*/ 198090 w 516735"/>
                <a:gd name="connsiteY26" fmla="*/ 85375 h 788699"/>
                <a:gd name="connsiteX27" fmla="*/ 228006 w 516735"/>
                <a:gd name="connsiteY27" fmla="*/ 69057 h 788699"/>
                <a:gd name="connsiteX28" fmla="*/ 268801 w 516735"/>
                <a:gd name="connsiteY28" fmla="*/ 58178 h 788699"/>
                <a:gd name="connsiteX29" fmla="*/ 274240 w 516735"/>
                <a:gd name="connsiteY29" fmla="*/ 58178 h 788699"/>
                <a:gd name="connsiteX30" fmla="*/ 295997 w 516735"/>
                <a:gd name="connsiteY30" fmla="*/ 60898 h 788699"/>
                <a:gd name="connsiteX31" fmla="*/ 331353 w 516735"/>
                <a:gd name="connsiteY31" fmla="*/ 71776 h 788699"/>
                <a:gd name="connsiteX32" fmla="*/ 350390 w 516735"/>
                <a:gd name="connsiteY32" fmla="*/ 93534 h 788699"/>
                <a:gd name="connsiteX33" fmla="*/ 353110 w 516735"/>
                <a:gd name="connsiteY33" fmla="*/ 74496 h 788699"/>
                <a:gd name="connsiteX34" fmla="*/ 358549 w 516735"/>
                <a:gd name="connsiteY34" fmla="*/ 63618 h 788699"/>
                <a:gd name="connsiteX35" fmla="*/ 366708 w 516735"/>
                <a:gd name="connsiteY35" fmla="*/ 58178 h 788699"/>
                <a:gd name="connsiteX36" fmla="*/ 374867 w 516735"/>
                <a:gd name="connsiteY36" fmla="*/ 63618 h 788699"/>
                <a:gd name="connsiteX37" fmla="*/ 383027 w 516735"/>
                <a:gd name="connsiteY37" fmla="*/ 82655 h 788699"/>
                <a:gd name="connsiteX38" fmla="*/ 385746 w 516735"/>
                <a:gd name="connsiteY38" fmla="*/ 126170 h 788699"/>
                <a:gd name="connsiteX39" fmla="*/ 388466 w 516735"/>
                <a:gd name="connsiteY39" fmla="*/ 186002 h 788699"/>
                <a:gd name="connsiteX40" fmla="*/ 391185 w 516735"/>
                <a:gd name="connsiteY40" fmla="*/ 237676 h 788699"/>
                <a:gd name="connsiteX41" fmla="*/ 374867 w 516735"/>
                <a:gd name="connsiteY41" fmla="*/ 278470 h 788699"/>
                <a:gd name="connsiteX42" fmla="*/ 358549 w 516735"/>
                <a:gd name="connsiteY42" fmla="*/ 273031 h 788699"/>
                <a:gd name="connsiteX43" fmla="*/ 350390 w 516735"/>
                <a:gd name="connsiteY43" fmla="*/ 256713 h 788699"/>
                <a:gd name="connsiteX44" fmla="*/ 347671 w 516735"/>
                <a:gd name="connsiteY44" fmla="*/ 240395 h 788699"/>
                <a:gd name="connsiteX45" fmla="*/ 347671 w 516735"/>
                <a:gd name="connsiteY45" fmla="*/ 213199 h 788699"/>
                <a:gd name="connsiteX46" fmla="*/ 344951 w 516735"/>
                <a:gd name="connsiteY46" fmla="*/ 194161 h 788699"/>
                <a:gd name="connsiteX47" fmla="*/ 339512 w 516735"/>
                <a:gd name="connsiteY47" fmla="*/ 150647 h 788699"/>
                <a:gd name="connsiteX48" fmla="*/ 323194 w 516735"/>
                <a:gd name="connsiteY48" fmla="*/ 112571 h 788699"/>
                <a:gd name="connsiteX49" fmla="*/ 293278 w 516735"/>
                <a:gd name="connsiteY49" fmla="*/ 101693 h 788699"/>
                <a:gd name="connsiteX50" fmla="*/ 263361 w 516735"/>
                <a:gd name="connsiteY50" fmla="*/ 120730 h 788699"/>
                <a:gd name="connsiteX51" fmla="*/ 241604 w 516735"/>
                <a:gd name="connsiteY51" fmla="*/ 153366 h 788699"/>
                <a:gd name="connsiteX52" fmla="*/ 233445 w 516735"/>
                <a:gd name="connsiteY52" fmla="*/ 194161 h 788699"/>
                <a:gd name="connsiteX53" fmla="*/ 225286 w 516735"/>
                <a:gd name="connsiteY53" fmla="*/ 232236 h 788699"/>
                <a:gd name="connsiteX54" fmla="*/ 217127 w 516735"/>
                <a:gd name="connsiteY54" fmla="*/ 275751 h 788699"/>
                <a:gd name="connsiteX55" fmla="*/ 211688 w 516735"/>
                <a:gd name="connsiteY55" fmla="*/ 316545 h 788699"/>
                <a:gd name="connsiteX56" fmla="*/ 206249 w 516735"/>
                <a:gd name="connsiteY56" fmla="*/ 354621 h 788699"/>
                <a:gd name="connsiteX57" fmla="*/ 200809 w 516735"/>
                <a:gd name="connsiteY57" fmla="*/ 398135 h 788699"/>
                <a:gd name="connsiteX58" fmla="*/ 195370 w 516735"/>
                <a:gd name="connsiteY58" fmla="*/ 438930 h 788699"/>
                <a:gd name="connsiteX59" fmla="*/ 192650 w 516735"/>
                <a:gd name="connsiteY59" fmla="*/ 474286 h 788699"/>
                <a:gd name="connsiteX60" fmla="*/ 195370 w 516735"/>
                <a:gd name="connsiteY60" fmla="*/ 525959 h 788699"/>
                <a:gd name="connsiteX61" fmla="*/ 208968 w 516735"/>
                <a:gd name="connsiteY61" fmla="*/ 596670 h 788699"/>
                <a:gd name="connsiteX62" fmla="*/ 214407 w 516735"/>
                <a:gd name="connsiteY62" fmla="*/ 623867 h 788699"/>
                <a:gd name="connsiteX63" fmla="*/ 228006 w 516735"/>
                <a:gd name="connsiteY63" fmla="*/ 656502 h 788699"/>
                <a:gd name="connsiteX64" fmla="*/ 271520 w 516735"/>
                <a:gd name="connsiteY64" fmla="*/ 689138 h 788699"/>
                <a:gd name="connsiteX65" fmla="*/ 306876 w 516735"/>
                <a:gd name="connsiteY65" fmla="*/ 664661 h 788699"/>
                <a:gd name="connsiteX66" fmla="*/ 331353 w 516735"/>
                <a:gd name="connsiteY66" fmla="*/ 602109 h 788699"/>
                <a:gd name="connsiteX67" fmla="*/ 336792 w 516735"/>
                <a:gd name="connsiteY67" fmla="*/ 544997 h 788699"/>
                <a:gd name="connsiteX68" fmla="*/ 336792 w 516735"/>
                <a:gd name="connsiteY68" fmla="*/ 498762 h 788699"/>
                <a:gd name="connsiteX69" fmla="*/ 336792 w 516735"/>
                <a:gd name="connsiteY69" fmla="*/ 490603 h 788699"/>
                <a:gd name="connsiteX70" fmla="*/ 320474 w 516735"/>
                <a:gd name="connsiteY70" fmla="*/ 477005 h 788699"/>
                <a:gd name="connsiteX71" fmla="*/ 282399 w 516735"/>
                <a:gd name="connsiteY71" fmla="*/ 479725 h 788699"/>
                <a:gd name="connsiteX72" fmla="*/ 252483 w 516735"/>
                <a:gd name="connsiteY72" fmla="*/ 474286 h 788699"/>
                <a:gd name="connsiteX73" fmla="*/ 247044 w 516735"/>
                <a:gd name="connsiteY73" fmla="*/ 466126 h 788699"/>
                <a:gd name="connsiteX74" fmla="*/ 249763 w 516735"/>
                <a:gd name="connsiteY74" fmla="*/ 457968 h 788699"/>
                <a:gd name="connsiteX75" fmla="*/ 268801 w 516735"/>
                <a:gd name="connsiteY75" fmla="*/ 447089 h 788699"/>
                <a:gd name="connsiteX76" fmla="*/ 312315 w 516735"/>
                <a:gd name="connsiteY76" fmla="*/ 436210 h 788699"/>
                <a:gd name="connsiteX77" fmla="*/ 353110 w 516735"/>
                <a:gd name="connsiteY77" fmla="*/ 430771 h 788699"/>
                <a:gd name="connsiteX78" fmla="*/ 385746 w 516735"/>
                <a:gd name="connsiteY78" fmla="*/ 430771 h 788699"/>
                <a:gd name="connsiteX79" fmla="*/ 437420 w 516735"/>
                <a:gd name="connsiteY79" fmla="*/ 428051 h 788699"/>
                <a:gd name="connsiteX80" fmla="*/ 464616 w 516735"/>
                <a:gd name="connsiteY80" fmla="*/ 436210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516735" h="788699">
                  <a:moveTo>
                    <a:pt x="464616" y="436210"/>
                  </a:moveTo>
                  <a:cubicBezTo>
                    <a:pt x="464616" y="447089"/>
                    <a:pt x="453738" y="452528"/>
                    <a:pt x="445578" y="455248"/>
                  </a:cubicBezTo>
                  <a:cubicBezTo>
                    <a:pt x="434700" y="460687"/>
                    <a:pt x="415662" y="463407"/>
                    <a:pt x="404783" y="466126"/>
                  </a:cubicBezTo>
                  <a:cubicBezTo>
                    <a:pt x="393905" y="466126"/>
                    <a:pt x="385746" y="468846"/>
                    <a:pt x="385746" y="479725"/>
                  </a:cubicBezTo>
                  <a:cubicBezTo>
                    <a:pt x="385746" y="487884"/>
                    <a:pt x="388466" y="506921"/>
                    <a:pt x="388466" y="512361"/>
                  </a:cubicBezTo>
                  <a:cubicBezTo>
                    <a:pt x="388466" y="515080"/>
                    <a:pt x="388466" y="539557"/>
                    <a:pt x="388466" y="544997"/>
                  </a:cubicBezTo>
                  <a:cubicBezTo>
                    <a:pt x="388466" y="550436"/>
                    <a:pt x="388466" y="558595"/>
                    <a:pt x="388466" y="566754"/>
                  </a:cubicBezTo>
                  <a:cubicBezTo>
                    <a:pt x="388466" y="591231"/>
                    <a:pt x="388466" y="621147"/>
                    <a:pt x="391185" y="632026"/>
                  </a:cubicBezTo>
                  <a:cubicBezTo>
                    <a:pt x="393905" y="653783"/>
                    <a:pt x="393905" y="661942"/>
                    <a:pt x="393905" y="683699"/>
                  </a:cubicBezTo>
                  <a:cubicBezTo>
                    <a:pt x="393905" y="694578"/>
                    <a:pt x="393905" y="724494"/>
                    <a:pt x="377587" y="724494"/>
                  </a:cubicBezTo>
                  <a:cubicBezTo>
                    <a:pt x="369428" y="724494"/>
                    <a:pt x="366708" y="721774"/>
                    <a:pt x="361269" y="719054"/>
                  </a:cubicBezTo>
                  <a:cubicBezTo>
                    <a:pt x="355830" y="716335"/>
                    <a:pt x="353110" y="708176"/>
                    <a:pt x="353110" y="702737"/>
                  </a:cubicBezTo>
                  <a:cubicBezTo>
                    <a:pt x="350390" y="694578"/>
                    <a:pt x="350390" y="689138"/>
                    <a:pt x="350390" y="686419"/>
                  </a:cubicBezTo>
                  <a:cubicBezTo>
                    <a:pt x="350390" y="678260"/>
                    <a:pt x="353110" y="672820"/>
                    <a:pt x="353110" y="659222"/>
                  </a:cubicBezTo>
                  <a:lnTo>
                    <a:pt x="353110" y="656502"/>
                  </a:lnTo>
                  <a:cubicBezTo>
                    <a:pt x="347671" y="675540"/>
                    <a:pt x="334073" y="694578"/>
                    <a:pt x="317754" y="708176"/>
                  </a:cubicBezTo>
                  <a:cubicBezTo>
                    <a:pt x="293278" y="727214"/>
                    <a:pt x="274240" y="735372"/>
                    <a:pt x="241604" y="735372"/>
                  </a:cubicBezTo>
                  <a:cubicBezTo>
                    <a:pt x="222566" y="735372"/>
                    <a:pt x="203529" y="732653"/>
                    <a:pt x="187211" y="727214"/>
                  </a:cubicBezTo>
                  <a:cubicBezTo>
                    <a:pt x="165454" y="719054"/>
                    <a:pt x="149136" y="708176"/>
                    <a:pt x="135537" y="694578"/>
                  </a:cubicBezTo>
                  <a:cubicBezTo>
                    <a:pt x="113780" y="672820"/>
                    <a:pt x="100182" y="648343"/>
                    <a:pt x="86583" y="621147"/>
                  </a:cubicBezTo>
                  <a:cubicBezTo>
                    <a:pt x="75705" y="599390"/>
                    <a:pt x="70266" y="580352"/>
                    <a:pt x="67546" y="555875"/>
                  </a:cubicBezTo>
                  <a:cubicBezTo>
                    <a:pt x="64826" y="539557"/>
                    <a:pt x="62107" y="525959"/>
                    <a:pt x="59387" y="509641"/>
                  </a:cubicBezTo>
                  <a:cubicBezTo>
                    <a:pt x="56667" y="493323"/>
                    <a:pt x="59387" y="485164"/>
                    <a:pt x="59387" y="468846"/>
                  </a:cubicBezTo>
                  <a:cubicBezTo>
                    <a:pt x="59387" y="414453"/>
                    <a:pt x="72985" y="362780"/>
                    <a:pt x="86583" y="302947"/>
                  </a:cubicBezTo>
                  <a:cubicBezTo>
                    <a:pt x="92023" y="275751"/>
                    <a:pt x="100182" y="248554"/>
                    <a:pt x="108341" y="224077"/>
                  </a:cubicBezTo>
                  <a:cubicBezTo>
                    <a:pt x="116500" y="196881"/>
                    <a:pt x="130098" y="169684"/>
                    <a:pt x="146416" y="145207"/>
                  </a:cubicBezTo>
                  <a:cubicBezTo>
                    <a:pt x="160014" y="123450"/>
                    <a:pt x="176332" y="101693"/>
                    <a:pt x="198090" y="85375"/>
                  </a:cubicBezTo>
                  <a:cubicBezTo>
                    <a:pt x="206249" y="77216"/>
                    <a:pt x="217127" y="71776"/>
                    <a:pt x="228006" y="69057"/>
                  </a:cubicBezTo>
                  <a:cubicBezTo>
                    <a:pt x="241604" y="63618"/>
                    <a:pt x="255202" y="58178"/>
                    <a:pt x="268801" y="58178"/>
                  </a:cubicBezTo>
                  <a:cubicBezTo>
                    <a:pt x="271520" y="58178"/>
                    <a:pt x="274240" y="58178"/>
                    <a:pt x="274240" y="58178"/>
                  </a:cubicBezTo>
                  <a:cubicBezTo>
                    <a:pt x="279679" y="58178"/>
                    <a:pt x="285119" y="58178"/>
                    <a:pt x="295997" y="60898"/>
                  </a:cubicBezTo>
                  <a:cubicBezTo>
                    <a:pt x="309595" y="63618"/>
                    <a:pt x="320474" y="66337"/>
                    <a:pt x="331353" y="71776"/>
                  </a:cubicBezTo>
                  <a:cubicBezTo>
                    <a:pt x="339512" y="77216"/>
                    <a:pt x="347671" y="85375"/>
                    <a:pt x="350390" y="93534"/>
                  </a:cubicBezTo>
                  <a:cubicBezTo>
                    <a:pt x="350390" y="88095"/>
                    <a:pt x="353110" y="79936"/>
                    <a:pt x="353110" y="74496"/>
                  </a:cubicBezTo>
                  <a:cubicBezTo>
                    <a:pt x="355830" y="71776"/>
                    <a:pt x="355830" y="69057"/>
                    <a:pt x="358549" y="63618"/>
                  </a:cubicBezTo>
                  <a:cubicBezTo>
                    <a:pt x="361269" y="60898"/>
                    <a:pt x="363989" y="58178"/>
                    <a:pt x="366708" y="58178"/>
                  </a:cubicBezTo>
                  <a:cubicBezTo>
                    <a:pt x="369428" y="58178"/>
                    <a:pt x="372148" y="60898"/>
                    <a:pt x="374867" y="63618"/>
                  </a:cubicBezTo>
                  <a:cubicBezTo>
                    <a:pt x="377587" y="69057"/>
                    <a:pt x="380307" y="77216"/>
                    <a:pt x="383027" y="82655"/>
                  </a:cubicBezTo>
                  <a:cubicBezTo>
                    <a:pt x="383027" y="90814"/>
                    <a:pt x="385746" y="107132"/>
                    <a:pt x="385746" y="126170"/>
                  </a:cubicBezTo>
                  <a:cubicBezTo>
                    <a:pt x="385746" y="150647"/>
                    <a:pt x="385746" y="177843"/>
                    <a:pt x="388466" y="186002"/>
                  </a:cubicBezTo>
                  <a:cubicBezTo>
                    <a:pt x="391185" y="207759"/>
                    <a:pt x="391185" y="215918"/>
                    <a:pt x="391185" y="237676"/>
                  </a:cubicBezTo>
                  <a:cubicBezTo>
                    <a:pt x="391185" y="248554"/>
                    <a:pt x="391185" y="278470"/>
                    <a:pt x="374867" y="278470"/>
                  </a:cubicBezTo>
                  <a:cubicBezTo>
                    <a:pt x="366708" y="278470"/>
                    <a:pt x="363989" y="275751"/>
                    <a:pt x="358549" y="273031"/>
                  </a:cubicBezTo>
                  <a:cubicBezTo>
                    <a:pt x="353110" y="270311"/>
                    <a:pt x="350390" y="262152"/>
                    <a:pt x="350390" y="256713"/>
                  </a:cubicBezTo>
                  <a:cubicBezTo>
                    <a:pt x="350390" y="251274"/>
                    <a:pt x="347671" y="245834"/>
                    <a:pt x="347671" y="240395"/>
                  </a:cubicBezTo>
                  <a:cubicBezTo>
                    <a:pt x="347671" y="232236"/>
                    <a:pt x="347671" y="224077"/>
                    <a:pt x="347671" y="213199"/>
                  </a:cubicBezTo>
                  <a:cubicBezTo>
                    <a:pt x="347671" y="207759"/>
                    <a:pt x="347671" y="199600"/>
                    <a:pt x="344951" y="194161"/>
                  </a:cubicBezTo>
                  <a:cubicBezTo>
                    <a:pt x="342232" y="180563"/>
                    <a:pt x="342232" y="164245"/>
                    <a:pt x="339512" y="150647"/>
                  </a:cubicBezTo>
                  <a:cubicBezTo>
                    <a:pt x="336792" y="137048"/>
                    <a:pt x="331353" y="123450"/>
                    <a:pt x="323194" y="112571"/>
                  </a:cubicBezTo>
                  <a:cubicBezTo>
                    <a:pt x="317754" y="104412"/>
                    <a:pt x="304156" y="101693"/>
                    <a:pt x="293278" y="101693"/>
                  </a:cubicBezTo>
                  <a:cubicBezTo>
                    <a:pt x="279679" y="101693"/>
                    <a:pt x="271520" y="109852"/>
                    <a:pt x="263361" y="120730"/>
                  </a:cubicBezTo>
                  <a:cubicBezTo>
                    <a:pt x="257922" y="131609"/>
                    <a:pt x="247044" y="139768"/>
                    <a:pt x="241604" y="153366"/>
                  </a:cubicBezTo>
                  <a:cubicBezTo>
                    <a:pt x="236165" y="166964"/>
                    <a:pt x="233445" y="180563"/>
                    <a:pt x="233445" y="194161"/>
                  </a:cubicBezTo>
                  <a:cubicBezTo>
                    <a:pt x="233445" y="207759"/>
                    <a:pt x="230725" y="218638"/>
                    <a:pt x="225286" y="232236"/>
                  </a:cubicBezTo>
                  <a:cubicBezTo>
                    <a:pt x="219847" y="245834"/>
                    <a:pt x="219847" y="262152"/>
                    <a:pt x="217127" y="275751"/>
                  </a:cubicBezTo>
                  <a:cubicBezTo>
                    <a:pt x="214407" y="289349"/>
                    <a:pt x="214407" y="302947"/>
                    <a:pt x="211688" y="316545"/>
                  </a:cubicBezTo>
                  <a:cubicBezTo>
                    <a:pt x="211688" y="330144"/>
                    <a:pt x="206249" y="341022"/>
                    <a:pt x="206249" y="354621"/>
                  </a:cubicBezTo>
                  <a:cubicBezTo>
                    <a:pt x="203529" y="368219"/>
                    <a:pt x="203529" y="381817"/>
                    <a:pt x="200809" y="398135"/>
                  </a:cubicBezTo>
                  <a:cubicBezTo>
                    <a:pt x="198090" y="411733"/>
                    <a:pt x="198090" y="425332"/>
                    <a:pt x="195370" y="438930"/>
                  </a:cubicBezTo>
                  <a:cubicBezTo>
                    <a:pt x="195370" y="449809"/>
                    <a:pt x="192650" y="463407"/>
                    <a:pt x="192650" y="474286"/>
                  </a:cubicBezTo>
                  <a:cubicBezTo>
                    <a:pt x="192650" y="490603"/>
                    <a:pt x="195370" y="509641"/>
                    <a:pt x="195370" y="525959"/>
                  </a:cubicBezTo>
                  <a:cubicBezTo>
                    <a:pt x="195370" y="550436"/>
                    <a:pt x="203529" y="572193"/>
                    <a:pt x="208968" y="596670"/>
                  </a:cubicBezTo>
                  <a:cubicBezTo>
                    <a:pt x="211688" y="604829"/>
                    <a:pt x="211688" y="615708"/>
                    <a:pt x="214407" y="623867"/>
                  </a:cubicBezTo>
                  <a:cubicBezTo>
                    <a:pt x="217127" y="634745"/>
                    <a:pt x="222566" y="645624"/>
                    <a:pt x="228006" y="656502"/>
                  </a:cubicBezTo>
                  <a:cubicBezTo>
                    <a:pt x="236165" y="670101"/>
                    <a:pt x="252483" y="689138"/>
                    <a:pt x="271520" y="689138"/>
                  </a:cubicBezTo>
                  <a:cubicBezTo>
                    <a:pt x="287838" y="689138"/>
                    <a:pt x="298717" y="675540"/>
                    <a:pt x="306876" y="664661"/>
                  </a:cubicBezTo>
                  <a:cubicBezTo>
                    <a:pt x="320474" y="645624"/>
                    <a:pt x="325914" y="623867"/>
                    <a:pt x="331353" y="602109"/>
                  </a:cubicBezTo>
                  <a:cubicBezTo>
                    <a:pt x="334073" y="583072"/>
                    <a:pt x="336792" y="564034"/>
                    <a:pt x="336792" y="544997"/>
                  </a:cubicBezTo>
                  <a:cubicBezTo>
                    <a:pt x="336792" y="531398"/>
                    <a:pt x="336792" y="512361"/>
                    <a:pt x="336792" y="498762"/>
                  </a:cubicBezTo>
                  <a:cubicBezTo>
                    <a:pt x="336792" y="496043"/>
                    <a:pt x="336792" y="493323"/>
                    <a:pt x="336792" y="490603"/>
                  </a:cubicBezTo>
                  <a:cubicBezTo>
                    <a:pt x="336792" y="479725"/>
                    <a:pt x="336792" y="477005"/>
                    <a:pt x="320474" y="477005"/>
                  </a:cubicBezTo>
                  <a:cubicBezTo>
                    <a:pt x="309595" y="477005"/>
                    <a:pt x="295997" y="479725"/>
                    <a:pt x="282399" y="479725"/>
                  </a:cubicBezTo>
                  <a:cubicBezTo>
                    <a:pt x="271520" y="479725"/>
                    <a:pt x="260642" y="479725"/>
                    <a:pt x="252483" y="474286"/>
                  </a:cubicBezTo>
                  <a:cubicBezTo>
                    <a:pt x="249763" y="471566"/>
                    <a:pt x="247044" y="468846"/>
                    <a:pt x="247044" y="466126"/>
                  </a:cubicBezTo>
                  <a:cubicBezTo>
                    <a:pt x="247044" y="463407"/>
                    <a:pt x="247044" y="460687"/>
                    <a:pt x="249763" y="457968"/>
                  </a:cubicBezTo>
                  <a:cubicBezTo>
                    <a:pt x="255202" y="452528"/>
                    <a:pt x="260642" y="449809"/>
                    <a:pt x="268801" y="447089"/>
                  </a:cubicBezTo>
                  <a:cubicBezTo>
                    <a:pt x="282399" y="441650"/>
                    <a:pt x="295997" y="438930"/>
                    <a:pt x="312315" y="436210"/>
                  </a:cubicBezTo>
                  <a:cubicBezTo>
                    <a:pt x="325914" y="433491"/>
                    <a:pt x="339512" y="433491"/>
                    <a:pt x="353110" y="430771"/>
                  </a:cubicBezTo>
                  <a:cubicBezTo>
                    <a:pt x="363989" y="430771"/>
                    <a:pt x="374867" y="430771"/>
                    <a:pt x="385746" y="430771"/>
                  </a:cubicBezTo>
                  <a:cubicBezTo>
                    <a:pt x="402064" y="430771"/>
                    <a:pt x="426541" y="428051"/>
                    <a:pt x="437420" y="428051"/>
                  </a:cubicBezTo>
                  <a:cubicBezTo>
                    <a:pt x="451018" y="422612"/>
                    <a:pt x="464616" y="425332"/>
                    <a:pt x="464616" y="436210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FD1E386E-E3EA-4515-B634-C0D94651C931}"/>
                </a:ext>
              </a:extLst>
            </p:cNvPr>
            <p:cNvSpPr/>
            <p:nvPr/>
          </p:nvSpPr>
          <p:spPr>
            <a:xfrm>
              <a:off x="9053923" y="4178559"/>
              <a:ext cx="625521" cy="788700"/>
            </a:xfrm>
            <a:custGeom>
              <a:avLst/>
              <a:gdLst>
                <a:gd name="connsiteX0" fmla="*/ 536838 w 625521"/>
                <a:gd name="connsiteY0" fmla="*/ 680979 h 788699"/>
                <a:gd name="connsiteX1" fmla="*/ 574913 w 625521"/>
                <a:gd name="connsiteY1" fmla="*/ 697297 h 788699"/>
                <a:gd name="connsiteX2" fmla="*/ 566755 w 625521"/>
                <a:gd name="connsiteY2" fmla="*/ 713615 h 788699"/>
                <a:gd name="connsiteX3" fmla="*/ 550437 w 625521"/>
                <a:gd name="connsiteY3" fmla="*/ 721774 h 788699"/>
                <a:gd name="connsiteX4" fmla="*/ 528680 w 625521"/>
                <a:gd name="connsiteY4" fmla="*/ 724494 h 788699"/>
                <a:gd name="connsiteX5" fmla="*/ 417174 w 625521"/>
                <a:gd name="connsiteY5" fmla="*/ 724494 h 788699"/>
                <a:gd name="connsiteX6" fmla="*/ 398136 w 625521"/>
                <a:gd name="connsiteY6" fmla="*/ 724494 h 788699"/>
                <a:gd name="connsiteX7" fmla="*/ 373659 w 625521"/>
                <a:gd name="connsiteY7" fmla="*/ 724494 h 788699"/>
                <a:gd name="connsiteX8" fmla="*/ 346462 w 625521"/>
                <a:gd name="connsiteY8" fmla="*/ 719054 h 788699"/>
                <a:gd name="connsiteX9" fmla="*/ 330144 w 625521"/>
                <a:gd name="connsiteY9" fmla="*/ 702737 h 788699"/>
                <a:gd name="connsiteX10" fmla="*/ 335584 w 625521"/>
                <a:gd name="connsiteY10" fmla="*/ 694578 h 788699"/>
                <a:gd name="connsiteX11" fmla="*/ 357341 w 625521"/>
                <a:gd name="connsiteY11" fmla="*/ 686419 h 788699"/>
                <a:gd name="connsiteX12" fmla="*/ 395416 w 625521"/>
                <a:gd name="connsiteY12" fmla="*/ 680979 h 788699"/>
                <a:gd name="connsiteX13" fmla="*/ 381817 w 625521"/>
                <a:gd name="connsiteY13" fmla="*/ 656502 h 788699"/>
                <a:gd name="connsiteX14" fmla="*/ 379098 w 625521"/>
                <a:gd name="connsiteY14" fmla="*/ 585791 h 788699"/>
                <a:gd name="connsiteX15" fmla="*/ 379098 w 625521"/>
                <a:gd name="connsiteY15" fmla="*/ 517800 h 788699"/>
                <a:gd name="connsiteX16" fmla="*/ 379098 w 625521"/>
                <a:gd name="connsiteY16" fmla="*/ 474286 h 788699"/>
                <a:gd name="connsiteX17" fmla="*/ 379098 w 625521"/>
                <a:gd name="connsiteY17" fmla="*/ 430771 h 788699"/>
                <a:gd name="connsiteX18" fmla="*/ 381817 w 625521"/>
                <a:gd name="connsiteY18" fmla="*/ 411733 h 788699"/>
                <a:gd name="connsiteX19" fmla="*/ 379098 w 625521"/>
                <a:gd name="connsiteY19" fmla="*/ 400855 h 788699"/>
                <a:gd name="connsiteX20" fmla="*/ 370939 w 625521"/>
                <a:gd name="connsiteY20" fmla="*/ 398135 h 788699"/>
                <a:gd name="connsiteX21" fmla="*/ 338304 w 625521"/>
                <a:gd name="connsiteY21" fmla="*/ 400855 h 788699"/>
                <a:gd name="connsiteX22" fmla="*/ 289349 w 625521"/>
                <a:gd name="connsiteY22" fmla="*/ 403575 h 788699"/>
                <a:gd name="connsiteX23" fmla="*/ 264872 w 625521"/>
                <a:gd name="connsiteY23" fmla="*/ 400855 h 788699"/>
                <a:gd name="connsiteX24" fmla="*/ 259433 w 625521"/>
                <a:gd name="connsiteY24" fmla="*/ 406294 h 788699"/>
                <a:gd name="connsiteX25" fmla="*/ 259433 w 625521"/>
                <a:gd name="connsiteY25" fmla="*/ 425332 h 788699"/>
                <a:gd name="connsiteX26" fmla="*/ 259433 w 625521"/>
                <a:gd name="connsiteY26" fmla="*/ 449809 h 788699"/>
                <a:gd name="connsiteX27" fmla="*/ 259433 w 625521"/>
                <a:gd name="connsiteY27" fmla="*/ 471566 h 788699"/>
                <a:gd name="connsiteX28" fmla="*/ 259433 w 625521"/>
                <a:gd name="connsiteY28" fmla="*/ 504202 h 788699"/>
                <a:gd name="connsiteX29" fmla="*/ 259433 w 625521"/>
                <a:gd name="connsiteY29" fmla="*/ 509641 h 788699"/>
                <a:gd name="connsiteX30" fmla="*/ 256714 w 625521"/>
                <a:gd name="connsiteY30" fmla="*/ 542277 h 788699"/>
                <a:gd name="connsiteX31" fmla="*/ 256714 w 625521"/>
                <a:gd name="connsiteY31" fmla="*/ 577632 h 788699"/>
                <a:gd name="connsiteX32" fmla="*/ 256714 w 625521"/>
                <a:gd name="connsiteY32" fmla="*/ 612988 h 788699"/>
                <a:gd name="connsiteX33" fmla="*/ 253994 w 625521"/>
                <a:gd name="connsiteY33" fmla="*/ 656502 h 788699"/>
                <a:gd name="connsiteX34" fmla="*/ 256714 w 625521"/>
                <a:gd name="connsiteY34" fmla="*/ 678260 h 788699"/>
                <a:gd name="connsiteX35" fmla="*/ 286629 w 625521"/>
                <a:gd name="connsiteY35" fmla="*/ 694578 h 788699"/>
                <a:gd name="connsiteX36" fmla="*/ 281191 w 625521"/>
                <a:gd name="connsiteY36" fmla="*/ 710895 h 788699"/>
                <a:gd name="connsiteX37" fmla="*/ 264872 w 625521"/>
                <a:gd name="connsiteY37" fmla="*/ 719054 h 788699"/>
                <a:gd name="connsiteX38" fmla="*/ 243116 w 625521"/>
                <a:gd name="connsiteY38" fmla="*/ 721774 h 788699"/>
                <a:gd name="connsiteX39" fmla="*/ 243116 w 625521"/>
                <a:gd name="connsiteY39" fmla="*/ 721774 h 788699"/>
                <a:gd name="connsiteX40" fmla="*/ 232236 w 625521"/>
                <a:gd name="connsiteY40" fmla="*/ 727214 h 788699"/>
                <a:gd name="connsiteX41" fmla="*/ 224078 w 625521"/>
                <a:gd name="connsiteY41" fmla="*/ 735372 h 788699"/>
                <a:gd name="connsiteX42" fmla="*/ 213199 w 625521"/>
                <a:gd name="connsiteY42" fmla="*/ 738092 h 788699"/>
                <a:gd name="connsiteX43" fmla="*/ 183283 w 625521"/>
                <a:gd name="connsiteY43" fmla="*/ 727214 h 788699"/>
                <a:gd name="connsiteX44" fmla="*/ 175124 w 625521"/>
                <a:gd name="connsiteY44" fmla="*/ 719054 h 788699"/>
                <a:gd name="connsiteX45" fmla="*/ 145208 w 625521"/>
                <a:gd name="connsiteY45" fmla="*/ 719054 h 788699"/>
                <a:gd name="connsiteX46" fmla="*/ 126170 w 625521"/>
                <a:gd name="connsiteY46" fmla="*/ 719054 h 788699"/>
                <a:gd name="connsiteX47" fmla="*/ 101693 w 625521"/>
                <a:gd name="connsiteY47" fmla="*/ 719054 h 788699"/>
                <a:gd name="connsiteX48" fmla="*/ 74496 w 625521"/>
                <a:gd name="connsiteY48" fmla="*/ 713615 h 788699"/>
                <a:gd name="connsiteX49" fmla="*/ 58178 w 625521"/>
                <a:gd name="connsiteY49" fmla="*/ 697297 h 788699"/>
                <a:gd name="connsiteX50" fmla="*/ 63618 w 625521"/>
                <a:gd name="connsiteY50" fmla="*/ 689138 h 788699"/>
                <a:gd name="connsiteX51" fmla="*/ 85375 w 625521"/>
                <a:gd name="connsiteY51" fmla="*/ 680979 h 788699"/>
                <a:gd name="connsiteX52" fmla="*/ 131609 w 625521"/>
                <a:gd name="connsiteY52" fmla="*/ 675540 h 788699"/>
                <a:gd name="connsiteX53" fmla="*/ 131609 w 625521"/>
                <a:gd name="connsiteY53" fmla="*/ 667381 h 788699"/>
                <a:gd name="connsiteX54" fmla="*/ 131609 w 625521"/>
                <a:gd name="connsiteY54" fmla="*/ 651063 h 788699"/>
                <a:gd name="connsiteX55" fmla="*/ 131609 w 625521"/>
                <a:gd name="connsiteY55" fmla="*/ 618427 h 788699"/>
                <a:gd name="connsiteX56" fmla="*/ 131609 w 625521"/>
                <a:gd name="connsiteY56" fmla="*/ 580352 h 788699"/>
                <a:gd name="connsiteX57" fmla="*/ 131609 w 625521"/>
                <a:gd name="connsiteY57" fmla="*/ 531398 h 788699"/>
                <a:gd name="connsiteX58" fmla="*/ 131609 w 625521"/>
                <a:gd name="connsiteY58" fmla="*/ 466126 h 788699"/>
                <a:gd name="connsiteX59" fmla="*/ 131609 w 625521"/>
                <a:gd name="connsiteY59" fmla="*/ 422612 h 788699"/>
                <a:gd name="connsiteX60" fmla="*/ 131609 w 625521"/>
                <a:gd name="connsiteY60" fmla="*/ 411733 h 788699"/>
                <a:gd name="connsiteX61" fmla="*/ 131609 w 625521"/>
                <a:gd name="connsiteY61" fmla="*/ 398135 h 788699"/>
                <a:gd name="connsiteX62" fmla="*/ 126170 w 625521"/>
                <a:gd name="connsiteY62" fmla="*/ 389976 h 788699"/>
                <a:gd name="connsiteX63" fmla="*/ 101693 w 625521"/>
                <a:gd name="connsiteY63" fmla="*/ 387257 h 788699"/>
                <a:gd name="connsiteX64" fmla="*/ 77216 w 625521"/>
                <a:gd name="connsiteY64" fmla="*/ 376378 h 788699"/>
                <a:gd name="connsiteX65" fmla="*/ 82655 w 625521"/>
                <a:gd name="connsiteY65" fmla="*/ 368219 h 788699"/>
                <a:gd name="connsiteX66" fmla="*/ 98973 w 625521"/>
                <a:gd name="connsiteY66" fmla="*/ 360060 h 788699"/>
                <a:gd name="connsiteX67" fmla="*/ 118011 w 625521"/>
                <a:gd name="connsiteY67" fmla="*/ 357340 h 788699"/>
                <a:gd name="connsiteX68" fmla="*/ 131609 w 625521"/>
                <a:gd name="connsiteY68" fmla="*/ 351901 h 788699"/>
                <a:gd name="connsiteX69" fmla="*/ 131609 w 625521"/>
                <a:gd name="connsiteY69" fmla="*/ 343742 h 788699"/>
                <a:gd name="connsiteX70" fmla="*/ 131609 w 625521"/>
                <a:gd name="connsiteY70" fmla="*/ 270311 h 788699"/>
                <a:gd name="connsiteX71" fmla="*/ 137048 w 625521"/>
                <a:gd name="connsiteY71" fmla="*/ 145207 h 788699"/>
                <a:gd name="connsiteX72" fmla="*/ 139768 w 625521"/>
                <a:gd name="connsiteY72" fmla="*/ 123450 h 788699"/>
                <a:gd name="connsiteX73" fmla="*/ 123450 w 625521"/>
                <a:gd name="connsiteY73" fmla="*/ 123450 h 788699"/>
                <a:gd name="connsiteX74" fmla="*/ 118011 w 625521"/>
                <a:gd name="connsiteY74" fmla="*/ 123450 h 788699"/>
                <a:gd name="connsiteX75" fmla="*/ 101693 w 625521"/>
                <a:gd name="connsiteY75" fmla="*/ 123450 h 788699"/>
                <a:gd name="connsiteX76" fmla="*/ 74496 w 625521"/>
                <a:gd name="connsiteY76" fmla="*/ 118011 h 788699"/>
                <a:gd name="connsiteX77" fmla="*/ 58178 w 625521"/>
                <a:gd name="connsiteY77" fmla="*/ 101693 h 788699"/>
                <a:gd name="connsiteX78" fmla="*/ 63618 w 625521"/>
                <a:gd name="connsiteY78" fmla="*/ 93534 h 788699"/>
                <a:gd name="connsiteX79" fmla="*/ 85375 w 625521"/>
                <a:gd name="connsiteY79" fmla="*/ 85375 h 788699"/>
                <a:gd name="connsiteX80" fmla="*/ 137048 w 625521"/>
                <a:gd name="connsiteY80" fmla="*/ 82655 h 788699"/>
                <a:gd name="connsiteX81" fmla="*/ 147927 w 625521"/>
                <a:gd name="connsiteY81" fmla="*/ 82655 h 788699"/>
                <a:gd name="connsiteX82" fmla="*/ 186003 w 625521"/>
                <a:gd name="connsiteY82" fmla="*/ 58178 h 788699"/>
                <a:gd name="connsiteX83" fmla="*/ 226797 w 625521"/>
                <a:gd name="connsiteY83" fmla="*/ 79936 h 788699"/>
                <a:gd name="connsiteX84" fmla="*/ 253994 w 625521"/>
                <a:gd name="connsiteY84" fmla="*/ 79936 h 788699"/>
                <a:gd name="connsiteX85" fmla="*/ 294789 w 625521"/>
                <a:gd name="connsiteY85" fmla="*/ 96253 h 788699"/>
                <a:gd name="connsiteX86" fmla="*/ 283910 w 625521"/>
                <a:gd name="connsiteY86" fmla="*/ 112571 h 788699"/>
                <a:gd name="connsiteX87" fmla="*/ 267592 w 625521"/>
                <a:gd name="connsiteY87" fmla="*/ 120730 h 788699"/>
                <a:gd name="connsiteX88" fmla="*/ 245835 w 625521"/>
                <a:gd name="connsiteY88" fmla="*/ 123450 h 788699"/>
                <a:gd name="connsiteX89" fmla="*/ 237676 w 625521"/>
                <a:gd name="connsiteY89" fmla="*/ 123450 h 788699"/>
                <a:gd name="connsiteX90" fmla="*/ 240396 w 625521"/>
                <a:gd name="connsiteY90" fmla="*/ 128889 h 788699"/>
                <a:gd name="connsiteX91" fmla="*/ 251274 w 625521"/>
                <a:gd name="connsiteY91" fmla="*/ 177843 h 788699"/>
                <a:gd name="connsiteX92" fmla="*/ 256714 w 625521"/>
                <a:gd name="connsiteY92" fmla="*/ 226797 h 788699"/>
                <a:gd name="connsiteX93" fmla="*/ 262153 w 625521"/>
                <a:gd name="connsiteY93" fmla="*/ 273031 h 788699"/>
                <a:gd name="connsiteX94" fmla="*/ 262153 w 625521"/>
                <a:gd name="connsiteY94" fmla="*/ 289349 h 788699"/>
                <a:gd name="connsiteX95" fmla="*/ 262153 w 625521"/>
                <a:gd name="connsiteY95" fmla="*/ 297508 h 788699"/>
                <a:gd name="connsiteX96" fmla="*/ 264872 w 625521"/>
                <a:gd name="connsiteY96" fmla="*/ 321985 h 788699"/>
                <a:gd name="connsiteX97" fmla="*/ 270312 w 625521"/>
                <a:gd name="connsiteY97" fmla="*/ 335583 h 788699"/>
                <a:gd name="connsiteX98" fmla="*/ 270312 w 625521"/>
                <a:gd name="connsiteY98" fmla="*/ 338303 h 788699"/>
                <a:gd name="connsiteX99" fmla="*/ 270312 w 625521"/>
                <a:gd name="connsiteY99" fmla="*/ 346462 h 788699"/>
                <a:gd name="connsiteX100" fmla="*/ 278471 w 625521"/>
                <a:gd name="connsiteY100" fmla="*/ 354621 h 788699"/>
                <a:gd name="connsiteX101" fmla="*/ 338304 w 625521"/>
                <a:gd name="connsiteY101" fmla="*/ 349181 h 788699"/>
                <a:gd name="connsiteX102" fmla="*/ 365500 w 625521"/>
                <a:gd name="connsiteY102" fmla="*/ 349181 h 788699"/>
                <a:gd name="connsiteX103" fmla="*/ 381817 w 625521"/>
                <a:gd name="connsiteY103" fmla="*/ 349181 h 788699"/>
                <a:gd name="connsiteX104" fmla="*/ 392697 w 625521"/>
                <a:gd name="connsiteY104" fmla="*/ 338303 h 788699"/>
                <a:gd name="connsiteX105" fmla="*/ 389977 w 625521"/>
                <a:gd name="connsiteY105" fmla="*/ 313826 h 788699"/>
                <a:gd name="connsiteX106" fmla="*/ 392697 w 625521"/>
                <a:gd name="connsiteY106" fmla="*/ 262152 h 788699"/>
                <a:gd name="connsiteX107" fmla="*/ 395416 w 625521"/>
                <a:gd name="connsiteY107" fmla="*/ 224077 h 788699"/>
                <a:gd name="connsiteX108" fmla="*/ 398136 w 625521"/>
                <a:gd name="connsiteY108" fmla="*/ 177843 h 788699"/>
                <a:gd name="connsiteX109" fmla="*/ 395416 w 625521"/>
                <a:gd name="connsiteY109" fmla="*/ 153366 h 788699"/>
                <a:gd name="connsiteX110" fmla="*/ 395416 w 625521"/>
                <a:gd name="connsiteY110" fmla="*/ 137048 h 788699"/>
                <a:gd name="connsiteX111" fmla="*/ 379098 w 625521"/>
                <a:gd name="connsiteY111" fmla="*/ 137048 h 788699"/>
                <a:gd name="connsiteX112" fmla="*/ 351902 w 625521"/>
                <a:gd name="connsiteY112" fmla="*/ 131609 h 788699"/>
                <a:gd name="connsiteX113" fmla="*/ 338304 w 625521"/>
                <a:gd name="connsiteY113" fmla="*/ 115291 h 788699"/>
                <a:gd name="connsiteX114" fmla="*/ 343742 w 625521"/>
                <a:gd name="connsiteY114" fmla="*/ 107132 h 788699"/>
                <a:gd name="connsiteX115" fmla="*/ 362780 w 625521"/>
                <a:gd name="connsiteY115" fmla="*/ 98973 h 788699"/>
                <a:gd name="connsiteX116" fmla="*/ 395416 w 625521"/>
                <a:gd name="connsiteY116" fmla="*/ 96253 h 788699"/>
                <a:gd name="connsiteX117" fmla="*/ 403575 w 625521"/>
                <a:gd name="connsiteY117" fmla="*/ 90814 h 788699"/>
                <a:gd name="connsiteX118" fmla="*/ 422612 w 625521"/>
                <a:gd name="connsiteY118" fmla="*/ 88095 h 788699"/>
                <a:gd name="connsiteX119" fmla="*/ 428052 w 625521"/>
                <a:gd name="connsiteY119" fmla="*/ 88095 h 788699"/>
                <a:gd name="connsiteX120" fmla="*/ 447090 w 625521"/>
                <a:gd name="connsiteY120" fmla="*/ 90814 h 788699"/>
                <a:gd name="connsiteX121" fmla="*/ 455249 w 625521"/>
                <a:gd name="connsiteY121" fmla="*/ 96253 h 788699"/>
                <a:gd name="connsiteX122" fmla="*/ 525960 w 625521"/>
                <a:gd name="connsiteY122" fmla="*/ 93534 h 788699"/>
                <a:gd name="connsiteX123" fmla="*/ 561315 w 625521"/>
                <a:gd name="connsiteY123" fmla="*/ 109852 h 788699"/>
                <a:gd name="connsiteX124" fmla="*/ 555876 w 625521"/>
                <a:gd name="connsiteY124" fmla="*/ 126170 h 788699"/>
                <a:gd name="connsiteX125" fmla="*/ 539558 w 625521"/>
                <a:gd name="connsiteY125" fmla="*/ 134329 h 788699"/>
                <a:gd name="connsiteX126" fmla="*/ 517800 w 625521"/>
                <a:gd name="connsiteY126" fmla="*/ 137048 h 788699"/>
                <a:gd name="connsiteX127" fmla="*/ 477006 w 625521"/>
                <a:gd name="connsiteY127" fmla="*/ 137048 h 788699"/>
                <a:gd name="connsiteX128" fmla="*/ 485165 w 625521"/>
                <a:gd name="connsiteY128" fmla="*/ 161525 h 788699"/>
                <a:gd name="connsiteX129" fmla="*/ 496043 w 625521"/>
                <a:gd name="connsiteY129" fmla="*/ 210479 h 788699"/>
                <a:gd name="connsiteX130" fmla="*/ 501483 w 625521"/>
                <a:gd name="connsiteY130" fmla="*/ 251274 h 788699"/>
                <a:gd name="connsiteX131" fmla="*/ 506922 w 625521"/>
                <a:gd name="connsiteY131" fmla="*/ 292069 h 788699"/>
                <a:gd name="connsiteX132" fmla="*/ 506922 w 625521"/>
                <a:gd name="connsiteY132" fmla="*/ 321985 h 788699"/>
                <a:gd name="connsiteX133" fmla="*/ 509642 w 625521"/>
                <a:gd name="connsiteY133" fmla="*/ 341022 h 788699"/>
                <a:gd name="connsiteX134" fmla="*/ 509642 w 625521"/>
                <a:gd name="connsiteY134" fmla="*/ 343742 h 788699"/>
                <a:gd name="connsiteX135" fmla="*/ 517800 w 625521"/>
                <a:gd name="connsiteY135" fmla="*/ 349181 h 788699"/>
                <a:gd name="connsiteX136" fmla="*/ 528680 w 625521"/>
                <a:gd name="connsiteY136" fmla="*/ 349181 h 788699"/>
                <a:gd name="connsiteX137" fmla="*/ 550437 w 625521"/>
                <a:gd name="connsiteY137" fmla="*/ 357340 h 788699"/>
                <a:gd name="connsiteX138" fmla="*/ 550437 w 625521"/>
                <a:gd name="connsiteY138" fmla="*/ 362780 h 788699"/>
                <a:gd name="connsiteX139" fmla="*/ 534119 w 625521"/>
                <a:gd name="connsiteY139" fmla="*/ 384537 h 788699"/>
                <a:gd name="connsiteX140" fmla="*/ 520520 w 625521"/>
                <a:gd name="connsiteY140" fmla="*/ 389976 h 788699"/>
                <a:gd name="connsiteX141" fmla="*/ 512362 w 625521"/>
                <a:gd name="connsiteY141" fmla="*/ 395415 h 788699"/>
                <a:gd name="connsiteX142" fmla="*/ 512362 w 625521"/>
                <a:gd name="connsiteY142" fmla="*/ 398135 h 788699"/>
                <a:gd name="connsiteX143" fmla="*/ 512362 w 625521"/>
                <a:gd name="connsiteY143" fmla="*/ 409014 h 788699"/>
                <a:gd name="connsiteX144" fmla="*/ 512362 w 625521"/>
                <a:gd name="connsiteY144" fmla="*/ 414453 h 788699"/>
                <a:gd name="connsiteX145" fmla="*/ 512362 w 625521"/>
                <a:gd name="connsiteY145" fmla="*/ 438930 h 788699"/>
                <a:gd name="connsiteX146" fmla="*/ 515081 w 625521"/>
                <a:gd name="connsiteY146" fmla="*/ 504202 h 788699"/>
                <a:gd name="connsiteX147" fmla="*/ 520520 w 625521"/>
                <a:gd name="connsiteY147" fmla="*/ 572193 h 788699"/>
                <a:gd name="connsiteX148" fmla="*/ 517800 w 625521"/>
                <a:gd name="connsiteY148" fmla="*/ 604829 h 788699"/>
                <a:gd name="connsiteX149" fmla="*/ 512362 w 625521"/>
                <a:gd name="connsiteY149" fmla="*/ 661942 h 788699"/>
                <a:gd name="connsiteX150" fmla="*/ 509642 w 625521"/>
                <a:gd name="connsiteY150" fmla="*/ 670101 h 788699"/>
                <a:gd name="connsiteX151" fmla="*/ 512362 w 625521"/>
                <a:gd name="connsiteY151" fmla="*/ 680979 h 788699"/>
                <a:gd name="connsiteX152" fmla="*/ 512362 w 625521"/>
                <a:gd name="connsiteY152" fmla="*/ 686419 h 788699"/>
                <a:gd name="connsiteX153" fmla="*/ 536838 w 625521"/>
                <a:gd name="connsiteY153" fmla="*/ 680979 h 788699"/>
                <a:gd name="connsiteX154" fmla="*/ 536838 w 625521"/>
                <a:gd name="connsiteY154" fmla="*/ 680979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</a:cxnLst>
              <a:rect l="l" t="t" r="r" b="b"/>
              <a:pathLst>
                <a:path w="625521" h="788699">
                  <a:moveTo>
                    <a:pt x="536838" y="680979"/>
                  </a:moveTo>
                  <a:cubicBezTo>
                    <a:pt x="550437" y="680979"/>
                    <a:pt x="574913" y="680979"/>
                    <a:pt x="574913" y="697297"/>
                  </a:cubicBezTo>
                  <a:cubicBezTo>
                    <a:pt x="574913" y="705456"/>
                    <a:pt x="572194" y="708176"/>
                    <a:pt x="566755" y="713615"/>
                  </a:cubicBezTo>
                  <a:cubicBezTo>
                    <a:pt x="561315" y="719054"/>
                    <a:pt x="555876" y="721774"/>
                    <a:pt x="550437" y="721774"/>
                  </a:cubicBezTo>
                  <a:cubicBezTo>
                    <a:pt x="539558" y="724494"/>
                    <a:pt x="534119" y="724494"/>
                    <a:pt x="528680" y="724494"/>
                  </a:cubicBezTo>
                  <a:cubicBezTo>
                    <a:pt x="517800" y="724494"/>
                    <a:pt x="428052" y="724494"/>
                    <a:pt x="417174" y="724494"/>
                  </a:cubicBezTo>
                  <a:cubicBezTo>
                    <a:pt x="403575" y="724494"/>
                    <a:pt x="414454" y="724494"/>
                    <a:pt x="398136" y="724494"/>
                  </a:cubicBezTo>
                  <a:cubicBezTo>
                    <a:pt x="389977" y="724494"/>
                    <a:pt x="381817" y="724494"/>
                    <a:pt x="373659" y="724494"/>
                  </a:cubicBezTo>
                  <a:cubicBezTo>
                    <a:pt x="365500" y="724494"/>
                    <a:pt x="354621" y="721774"/>
                    <a:pt x="346462" y="719054"/>
                  </a:cubicBezTo>
                  <a:cubicBezTo>
                    <a:pt x="338304" y="716335"/>
                    <a:pt x="330144" y="708176"/>
                    <a:pt x="330144" y="702737"/>
                  </a:cubicBezTo>
                  <a:cubicBezTo>
                    <a:pt x="330144" y="700017"/>
                    <a:pt x="330144" y="697297"/>
                    <a:pt x="335584" y="694578"/>
                  </a:cubicBezTo>
                  <a:cubicBezTo>
                    <a:pt x="341023" y="691858"/>
                    <a:pt x="351902" y="689138"/>
                    <a:pt x="357341" y="686419"/>
                  </a:cubicBezTo>
                  <a:cubicBezTo>
                    <a:pt x="373659" y="683699"/>
                    <a:pt x="387257" y="680979"/>
                    <a:pt x="395416" y="680979"/>
                  </a:cubicBezTo>
                  <a:cubicBezTo>
                    <a:pt x="387257" y="675540"/>
                    <a:pt x="384537" y="670101"/>
                    <a:pt x="381817" y="656502"/>
                  </a:cubicBezTo>
                  <a:cubicBezTo>
                    <a:pt x="379098" y="632026"/>
                    <a:pt x="379098" y="610268"/>
                    <a:pt x="379098" y="585791"/>
                  </a:cubicBezTo>
                  <a:cubicBezTo>
                    <a:pt x="379098" y="564034"/>
                    <a:pt x="379098" y="542277"/>
                    <a:pt x="379098" y="517800"/>
                  </a:cubicBezTo>
                  <a:cubicBezTo>
                    <a:pt x="379098" y="504202"/>
                    <a:pt x="379098" y="487884"/>
                    <a:pt x="379098" y="474286"/>
                  </a:cubicBezTo>
                  <a:cubicBezTo>
                    <a:pt x="379098" y="457968"/>
                    <a:pt x="376379" y="444369"/>
                    <a:pt x="379098" y="430771"/>
                  </a:cubicBezTo>
                  <a:cubicBezTo>
                    <a:pt x="379098" y="425332"/>
                    <a:pt x="381817" y="417173"/>
                    <a:pt x="381817" y="411733"/>
                  </a:cubicBezTo>
                  <a:cubicBezTo>
                    <a:pt x="381817" y="406294"/>
                    <a:pt x="381817" y="403575"/>
                    <a:pt x="379098" y="400855"/>
                  </a:cubicBezTo>
                  <a:cubicBezTo>
                    <a:pt x="376379" y="400855"/>
                    <a:pt x="373659" y="398135"/>
                    <a:pt x="370939" y="398135"/>
                  </a:cubicBezTo>
                  <a:cubicBezTo>
                    <a:pt x="360061" y="398135"/>
                    <a:pt x="343742" y="400855"/>
                    <a:pt x="338304" y="400855"/>
                  </a:cubicBezTo>
                  <a:cubicBezTo>
                    <a:pt x="330144" y="400855"/>
                    <a:pt x="319266" y="403575"/>
                    <a:pt x="289349" y="403575"/>
                  </a:cubicBezTo>
                  <a:cubicBezTo>
                    <a:pt x="275751" y="403575"/>
                    <a:pt x="267592" y="400855"/>
                    <a:pt x="264872" y="400855"/>
                  </a:cubicBezTo>
                  <a:cubicBezTo>
                    <a:pt x="262153" y="400855"/>
                    <a:pt x="259433" y="400855"/>
                    <a:pt x="259433" y="406294"/>
                  </a:cubicBezTo>
                  <a:cubicBezTo>
                    <a:pt x="259433" y="414453"/>
                    <a:pt x="259433" y="419892"/>
                    <a:pt x="259433" y="425332"/>
                  </a:cubicBezTo>
                  <a:cubicBezTo>
                    <a:pt x="259433" y="433491"/>
                    <a:pt x="259433" y="441650"/>
                    <a:pt x="259433" y="449809"/>
                  </a:cubicBezTo>
                  <a:cubicBezTo>
                    <a:pt x="259433" y="457968"/>
                    <a:pt x="259433" y="463407"/>
                    <a:pt x="259433" y="471566"/>
                  </a:cubicBezTo>
                  <a:cubicBezTo>
                    <a:pt x="259433" y="482445"/>
                    <a:pt x="259433" y="493323"/>
                    <a:pt x="259433" y="504202"/>
                  </a:cubicBezTo>
                  <a:cubicBezTo>
                    <a:pt x="259433" y="506921"/>
                    <a:pt x="259433" y="506921"/>
                    <a:pt x="259433" y="509641"/>
                  </a:cubicBezTo>
                  <a:cubicBezTo>
                    <a:pt x="259433" y="520520"/>
                    <a:pt x="256714" y="531398"/>
                    <a:pt x="256714" y="542277"/>
                  </a:cubicBezTo>
                  <a:cubicBezTo>
                    <a:pt x="256714" y="553156"/>
                    <a:pt x="256714" y="566754"/>
                    <a:pt x="256714" y="577632"/>
                  </a:cubicBezTo>
                  <a:cubicBezTo>
                    <a:pt x="256714" y="588511"/>
                    <a:pt x="256714" y="599390"/>
                    <a:pt x="256714" y="612988"/>
                  </a:cubicBezTo>
                  <a:cubicBezTo>
                    <a:pt x="256714" y="629306"/>
                    <a:pt x="253994" y="642904"/>
                    <a:pt x="253994" y="656502"/>
                  </a:cubicBezTo>
                  <a:cubicBezTo>
                    <a:pt x="253994" y="664661"/>
                    <a:pt x="256714" y="672820"/>
                    <a:pt x="256714" y="678260"/>
                  </a:cubicBezTo>
                  <a:cubicBezTo>
                    <a:pt x="270312" y="678260"/>
                    <a:pt x="286629" y="680979"/>
                    <a:pt x="286629" y="694578"/>
                  </a:cubicBezTo>
                  <a:cubicBezTo>
                    <a:pt x="286629" y="702737"/>
                    <a:pt x="283910" y="705456"/>
                    <a:pt x="281191" y="710895"/>
                  </a:cubicBezTo>
                  <a:cubicBezTo>
                    <a:pt x="275751" y="716335"/>
                    <a:pt x="270312" y="719054"/>
                    <a:pt x="264872" y="719054"/>
                  </a:cubicBezTo>
                  <a:cubicBezTo>
                    <a:pt x="256714" y="721774"/>
                    <a:pt x="248554" y="721774"/>
                    <a:pt x="243116" y="721774"/>
                  </a:cubicBezTo>
                  <a:cubicBezTo>
                    <a:pt x="243116" y="721774"/>
                    <a:pt x="243116" y="721774"/>
                    <a:pt x="243116" y="721774"/>
                  </a:cubicBezTo>
                  <a:cubicBezTo>
                    <a:pt x="237676" y="724494"/>
                    <a:pt x="237676" y="724494"/>
                    <a:pt x="232236" y="727214"/>
                  </a:cubicBezTo>
                  <a:cubicBezTo>
                    <a:pt x="229517" y="729933"/>
                    <a:pt x="229517" y="732653"/>
                    <a:pt x="224078" y="735372"/>
                  </a:cubicBezTo>
                  <a:cubicBezTo>
                    <a:pt x="221358" y="738092"/>
                    <a:pt x="215919" y="738092"/>
                    <a:pt x="213199" y="738092"/>
                  </a:cubicBezTo>
                  <a:cubicBezTo>
                    <a:pt x="199601" y="738092"/>
                    <a:pt x="188722" y="735372"/>
                    <a:pt x="183283" y="727214"/>
                  </a:cubicBezTo>
                  <a:cubicBezTo>
                    <a:pt x="180563" y="724494"/>
                    <a:pt x="177843" y="721774"/>
                    <a:pt x="175124" y="719054"/>
                  </a:cubicBezTo>
                  <a:cubicBezTo>
                    <a:pt x="161526" y="719054"/>
                    <a:pt x="150646" y="719054"/>
                    <a:pt x="145208" y="719054"/>
                  </a:cubicBezTo>
                  <a:cubicBezTo>
                    <a:pt x="131609" y="719054"/>
                    <a:pt x="142488" y="719054"/>
                    <a:pt x="126170" y="719054"/>
                  </a:cubicBezTo>
                  <a:cubicBezTo>
                    <a:pt x="118011" y="719054"/>
                    <a:pt x="109852" y="719054"/>
                    <a:pt x="101693" y="719054"/>
                  </a:cubicBezTo>
                  <a:cubicBezTo>
                    <a:pt x="93534" y="719054"/>
                    <a:pt x="82655" y="719054"/>
                    <a:pt x="74496" y="713615"/>
                  </a:cubicBezTo>
                  <a:cubicBezTo>
                    <a:pt x="66338" y="710895"/>
                    <a:pt x="58178" y="702737"/>
                    <a:pt x="58178" y="697297"/>
                  </a:cubicBezTo>
                  <a:cubicBezTo>
                    <a:pt x="58178" y="694578"/>
                    <a:pt x="58178" y="691858"/>
                    <a:pt x="63618" y="689138"/>
                  </a:cubicBezTo>
                  <a:cubicBezTo>
                    <a:pt x="69057" y="686419"/>
                    <a:pt x="79936" y="683699"/>
                    <a:pt x="85375" y="680979"/>
                  </a:cubicBezTo>
                  <a:cubicBezTo>
                    <a:pt x="98973" y="678260"/>
                    <a:pt x="118011" y="678260"/>
                    <a:pt x="131609" y="675540"/>
                  </a:cubicBezTo>
                  <a:cubicBezTo>
                    <a:pt x="131609" y="672820"/>
                    <a:pt x="131609" y="670101"/>
                    <a:pt x="131609" y="667381"/>
                  </a:cubicBezTo>
                  <a:cubicBezTo>
                    <a:pt x="131609" y="661942"/>
                    <a:pt x="131609" y="656502"/>
                    <a:pt x="131609" y="651063"/>
                  </a:cubicBezTo>
                  <a:cubicBezTo>
                    <a:pt x="131609" y="640184"/>
                    <a:pt x="131609" y="629306"/>
                    <a:pt x="131609" y="618427"/>
                  </a:cubicBezTo>
                  <a:cubicBezTo>
                    <a:pt x="131609" y="604829"/>
                    <a:pt x="131609" y="593950"/>
                    <a:pt x="131609" y="580352"/>
                  </a:cubicBezTo>
                  <a:cubicBezTo>
                    <a:pt x="131609" y="564034"/>
                    <a:pt x="131609" y="547716"/>
                    <a:pt x="131609" y="531398"/>
                  </a:cubicBezTo>
                  <a:cubicBezTo>
                    <a:pt x="131609" y="509641"/>
                    <a:pt x="131609" y="487884"/>
                    <a:pt x="131609" y="466126"/>
                  </a:cubicBezTo>
                  <a:cubicBezTo>
                    <a:pt x="131609" y="452528"/>
                    <a:pt x="131609" y="436210"/>
                    <a:pt x="131609" y="422612"/>
                  </a:cubicBezTo>
                  <a:cubicBezTo>
                    <a:pt x="131609" y="419892"/>
                    <a:pt x="131609" y="414453"/>
                    <a:pt x="131609" y="411733"/>
                  </a:cubicBezTo>
                  <a:cubicBezTo>
                    <a:pt x="131609" y="409014"/>
                    <a:pt x="131609" y="400855"/>
                    <a:pt x="131609" y="398135"/>
                  </a:cubicBezTo>
                  <a:cubicBezTo>
                    <a:pt x="131609" y="392696"/>
                    <a:pt x="131609" y="392696"/>
                    <a:pt x="126170" y="389976"/>
                  </a:cubicBezTo>
                  <a:cubicBezTo>
                    <a:pt x="123450" y="389976"/>
                    <a:pt x="109852" y="387257"/>
                    <a:pt x="101693" y="387257"/>
                  </a:cubicBezTo>
                  <a:cubicBezTo>
                    <a:pt x="90814" y="384537"/>
                    <a:pt x="77216" y="381817"/>
                    <a:pt x="77216" y="376378"/>
                  </a:cubicBezTo>
                  <a:cubicBezTo>
                    <a:pt x="77216" y="373658"/>
                    <a:pt x="79936" y="370939"/>
                    <a:pt x="82655" y="368219"/>
                  </a:cubicBezTo>
                  <a:cubicBezTo>
                    <a:pt x="88095" y="365499"/>
                    <a:pt x="93534" y="362780"/>
                    <a:pt x="98973" y="360060"/>
                  </a:cubicBezTo>
                  <a:cubicBezTo>
                    <a:pt x="104413" y="360060"/>
                    <a:pt x="112571" y="357340"/>
                    <a:pt x="118011" y="357340"/>
                  </a:cubicBezTo>
                  <a:cubicBezTo>
                    <a:pt x="126170" y="354621"/>
                    <a:pt x="128890" y="357340"/>
                    <a:pt x="131609" y="351901"/>
                  </a:cubicBezTo>
                  <a:cubicBezTo>
                    <a:pt x="131609" y="349181"/>
                    <a:pt x="131609" y="346462"/>
                    <a:pt x="131609" y="343742"/>
                  </a:cubicBezTo>
                  <a:cubicBezTo>
                    <a:pt x="131609" y="319265"/>
                    <a:pt x="131609" y="294788"/>
                    <a:pt x="131609" y="270311"/>
                  </a:cubicBezTo>
                  <a:cubicBezTo>
                    <a:pt x="131609" y="226797"/>
                    <a:pt x="131609" y="186002"/>
                    <a:pt x="137048" y="145207"/>
                  </a:cubicBezTo>
                  <a:cubicBezTo>
                    <a:pt x="137048" y="139768"/>
                    <a:pt x="137048" y="131609"/>
                    <a:pt x="139768" y="123450"/>
                  </a:cubicBezTo>
                  <a:cubicBezTo>
                    <a:pt x="134329" y="123450"/>
                    <a:pt x="137048" y="123450"/>
                    <a:pt x="123450" y="123450"/>
                  </a:cubicBezTo>
                  <a:cubicBezTo>
                    <a:pt x="120731" y="123450"/>
                    <a:pt x="120731" y="123450"/>
                    <a:pt x="118011" y="123450"/>
                  </a:cubicBezTo>
                  <a:cubicBezTo>
                    <a:pt x="112571" y="123450"/>
                    <a:pt x="107133" y="123450"/>
                    <a:pt x="101693" y="123450"/>
                  </a:cubicBezTo>
                  <a:cubicBezTo>
                    <a:pt x="93534" y="123450"/>
                    <a:pt x="82655" y="120730"/>
                    <a:pt x="74496" y="118011"/>
                  </a:cubicBezTo>
                  <a:cubicBezTo>
                    <a:pt x="66338" y="115291"/>
                    <a:pt x="58178" y="107132"/>
                    <a:pt x="58178" y="101693"/>
                  </a:cubicBezTo>
                  <a:cubicBezTo>
                    <a:pt x="58178" y="98973"/>
                    <a:pt x="58178" y="96253"/>
                    <a:pt x="63618" y="93534"/>
                  </a:cubicBezTo>
                  <a:cubicBezTo>
                    <a:pt x="66338" y="90814"/>
                    <a:pt x="77216" y="88095"/>
                    <a:pt x="85375" y="85375"/>
                  </a:cubicBezTo>
                  <a:cubicBezTo>
                    <a:pt x="104413" y="82655"/>
                    <a:pt x="128890" y="82655"/>
                    <a:pt x="137048" y="82655"/>
                  </a:cubicBezTo>
                  <a:cubicBezTo>
                    <a:pt x="139768" y="82655"/>
                    <a:pt x="142488" y="82655"/>
                    <a:pt x="147927" y="82655"/>
                  </a:cubicBezTo>
                  <a:cubicBezTo>
                    <a:pt x="153366" y="69057"/>
                    <a:pt x="164245" y="58178"/>
                    <a:pt x="186003" y="58178"/>
                  </a:cubicBezTo>
                  <a:cubicBezTo>
                    <a:pt x="202321" y="58178"/>
                    <a:pt x="215919" y="66337"/>
                    <a:pt x="226797" y="79936"/>
                  </a:cubicBezTo>
                  <a:cubicBezTo>
                    <a:pt x="237676" y="79936"/>
                    <a:pt x="248554" y="79936"/>
                    <a:pt x="253994" y="79936"/>
                  </a:cubicBezTo>
                  <a:cubicBezTo>
                    <a:pt x="267592" y="79936"/>
                    <a:pt x="294789" y="79936"/>
                    <a:pt x="294789" y="96253"/>
                  </a:cubicBezTo>
                  <a:cubicBezTo>
                    <a:pt x="294789" y="104412"/>
                    <a:pt x="289349" y="107132"/>
                    <a:pt x="283910" y="112571"/>
                  </a:cubicBezTo>
                  <a:cubicBezTo>
                    <a:pt x="278471" y="118011"/>
                    <a:pt x="273031" y="120730"/>
                    <a:pt x="267592" y="120730"/>
                  </a:cubicBezTo>
                  <a:cubicBezTo>
                    <a:pt x="259433" y="123450"/>
                    <a:pt x="251274" y="123450"/>
                    <a:pt x="245835" y="123450"/>
                  </a:cubicBezTo>
                  <a:cubicBezTo>
                    <a:pt x="245835" y="123450"/>
                    <a:pt x="243116" y="123450"/>
                    <a:pt x="237676" y="123450"/>
                  </a:cubicBezTo>
                  <a:cubicBezTo>
                    <a:pt x="237676" y="126170"/>
                    <a:pt x="237676" y="126170"/>
                    <a:pt x="240396" y="128889"/>
                  </a:cubicBezTo>
                  <a:cubicBezTo>
                    <a:pt x="245835" y="145207"/>
                    <a:pt x="248554" y="161525"/>
                    <a:pt x="251274" y="177843"/>
                  </a:cubicBezTo>
                  <a:cubicBezTo>
                    <a:pt x="253994" y="194161"/>
                    <a:pt x="253994" y="210479"/>
                    <a:pt x="256714" y="226797"/>
                  </a:cubicBezTo>
                  <a:cubicBezTo>
                    <a:pt x="259433" y="243115"/>
                    <a:pt x="262153" y="256713"/>
                    <a:pt x="262153" y="273031"/>
                  </a:cubicBezTo>
                  <a:cubicBezTo>
                    <a:pt x="262153" y="278470"/>
                    <a:pt x="262153" y="283910"/>
                    <a:pt x="262153" y="289349"/>
                  </a:cubicBezTo>
                  <a:lnTo>
                    <a:pt x="262153" y="297508"/>
                  </a:lnTo>
                  <a:cubicBezTo>
                    <a:pt x="262153" y="305667"/>
                    <a:pt x="262153" y="313826"/>
                    <a:pt x="264872" y="321985"/>
                  </a:cubicBezTo>
                  <a:cubicBezTo>
                    <a:pt x="264872" y="327424"/>
                    <a:pt x="270312" y="330144"/>
                    <a:pt x="270312" y="335583"/>
                  </a:cubicBezTo>
                  <a:cubicBezTo>
                    <a:pt x="270312" y="335583"/>
                    <a:pt x="270312" y="338303"/>
                    <a:pt x="270312" y="338303"/>
                  </a:cubicBezTo>
                  <a:cubicBezTo>
                    <a:pt x="270312" y="341022"/>
                    <a:pt x="270312" y="343742"/>
                    <a:pt x="270312" y="346462"/>
                  </a:cubicBezTo>
                  <a:cubicBezTo>
                    <a:pt x="270312" y="351901"/>
                    <a:pt x="273031" y="354621"/>
                    <a:pt x="278471" y="354621"/>
                  </a:cubicBezTo>
                  <a:cubicBezTo>
                    <a:pt x="289349" y="354621"/>
                    <a:pt x="335584" y="351901"/>
                    <a:pt x="338304" y="349181"/>
                  </a:cubicBezTo>
                  <a:cubicBezTo>
                    <a:pt x="346462" y="349181"/>
                    <a:pt x="357341" y="349181"/>
                    <a:pt x="365500" y="349181"/>
                  </a:cubicBezTo>
                  <a:cubicBezTo>
                    <a:pt x="370939" y="349181"/>
                    <a:pt x="376379" y="349181"/>
                    <a:pt x="381817" y="349181"/>
                  </a:cubicBezTo>
                  <a:cubicBezTo>
                    <a:pt x="387257" y="349181"/>
                    <a:pt x="392697" y="346462"/>
                    <a:pt x="392697" y="338303"/>
                  </a:cubicBezTo>
                  <a:cubicBezTo>
                    <a:pt x="392697" y="330144"/>
                    <a:pt x="389977" y="316545"/>
                    <a:pt x="389977" y="313826"/>
                  </a:cubicBezTo>
                  <a:cubicBezTo>
                    <a:pt x="389977" y="294788"/>
                    <a:pt x="389977" y="278470"/>
                    <a:pt x="392697" y="262152"/>
                  </a:cubicBezTo>
                  <a:cubicBezTo>
                    <a:pt x="392697" y="259433"/>
                    <a:pt x="395416" y="243115"/>
                    <a:pt x="395416" y="224077"/>
                  </a:cubicBezTo>
                  <a:cubicBezTo>
                    <a:pt x="395416" y="207759"/>
                    <a:pt x="398136" y="188722"/>
                    <a:pt x="398136" y="177843"/>
                  </a:cubicBezTo>
                  <a:cubicBezTo>
                    <a:pt x="398136" y="169684"/>
                    <a:pt x="395416" y="158806"/>
                    <a:pt x="395416" y="153366"/>
                  </a:cubicBezTo>
                  <a:cubicBezTo>
                    <a:pt x="395416" y="145207"/>
                    <a:pt x="395416" y="142488"/>
                    <a:pt x="395416" y="137048"/>
                  </a:cubicBezTo>
                  <a:cubicBezTo>
                    <a:pt x="389977" y="137048"/>
                    <a:pt x="384537" y="137048"/>
                    <a:pt x="379098" y="137048"/>
                  </a:cubicBezTo>
                  <a:cubicBezTo>
                    <a:pt x="370939" y="137048"/>
                    <a:pt x="360061" y="134329"/>
                    <a:pt x="351902" y="131609"/>
                  </a:cubicBezTo>
                  <a:cubicBezTo>
                    <a:pt x="343742" y="128889"/>
                    <a:pt x="338304" y="120730"/>
                    <a:pt x="338304" y="115291"/>
                  </a:cubicBezTo>
                  <a:cubicBezTo>
                    <a:pt x="338304" y="112571"/>
                    <a:pt x="338304" y="109852"/>
                    <a:pt x="343742" y="107132"/>
                  </a:cubicBezTo>
                  <a:cubicBezTo>
                    <a:pt x="349182" y="104412"/>
                    <a:pt x="357341" y="101693"/>
                    <a:pt x="362780" y="98973"/>
                  </a:cubicBezTo>
                  <a:cubicBezTo>
                    <a:pt x="373659" y="96253"/>
                    <a:pt x="387257" y="96253"/>
                    <a:pt x="395416" y="96253"/>
                  </a:cubicBezTo>
                  <a:cubicBezTo>
                    <a:pt x="398136" y="93534"/>
                    <a:pt x="400855" y="90814"/>
                    <a:pt x="403575" y="90814"/>
                  </a:cubicBezTo>
                  <a:cubicBezTo>
                    <a:pt x="411734" y="90814"/>
                    <a:pt x="419893" y="88095"/>
                    <a:pt x="422612" y="88095"/>
                  </a:cubicBezTo>
                  <a:cubicBezTo>
                    <a:pt x="425332" y="88095"/>
                    <a:pt x="425332" y="88095"/>
                    <a:pt x="428052" y="88095"/>
                  </a:cubicBezTo>
                  <a:cubicBezTo>
                    <a:pt x="433492" y="88095"/>
                    <a:pt x="441650" y="88095"/>
                    <a:pt x="447090" y="90814"/>
                  </a:cubicBezTo>
                  <a:cubicBezTo>
                    <a:pt x="449809" y="90814"/>
                    <a:pt x="452529" y="93534"/>
                    <a:pt x="455249" y="96253"/>
                  </a:cubicBezTo>
                  <a:cubicBezTo>
                    <a:pt x="482445" y="96253"/>
                    <a:pt x="509642" y="93534"/>
                    <a:pt x="525960" y="93534"/>
                  </a:cubicBezTo>
                  <a:cubicBezTo>
                    <a:pt x="539558" y="93534"/>
                    <a:pt x="561315" y="93534"/>
                    <a:pt x="561315" y="109852"/>
                  </a:cubicBezTo>
                  <a:cubicBezTo>
                    <a:pt x="561315" y="118011"/>
                    <a:pt x="561315" y="120730"/>
                    <a:pt x="555876" y="126170"/>
                  </a:cubicBezTo>
                  <a:cubicBezTo>
                    <a:pt x="550437" y="131609"/>
                    <a:pt x="544997" y="134329"/>
                    <a:pt x="539558" y="134329"/>
                  </a:cubicBezTo>
                  <a:cubicBezTo>
                    <a:pt x="531399" y="137048"/>
                    <a:pt x="523240" y="137048"/>
                    <a:pt x="517800" y="137048"/>
                  </a:cubicBezTo>
                  <a:cubicBezTo>
                    <a:pt x="515081" y="137048"/>
                    <a:pt x="498763" y="137048"/>
                    <a:pt x="477006" y="137048"/>
                  </a:cubicBezTo>
                  <a:cubicBezTo>
                    <a:pt x="479725" y="145207"/>
                    <a:pt x="485165" y="153366"/>
                    <a:pt x="485165" y="161525"/>
                  </a:cubicBezTo>
                  <a:cubicBezTo>
                    <a:pt x="487885" y="177843"/>
                    <a:pt x="493324" y="194161"/>
                    <a:pt x="496043" y="210479"/>
                  </a:cubicBezTo>
                  <a:cubicBezTo>
                    <a:pt x="498763" y="224077"/>
                    <a:pt x="498763" y="237676"/>
                    <a:pt x="501483" y="251274"/>
                  </a:cubicBezTo>
                  <a:cubicBezTo>
                    <a:pt x="504202" y="264872"/>
                    <a:pt x="506922" y="275751"/>
                    <a:pt x="506922" y="292069"/>
                  </a:cubicBezTo>
                  <a:cubicBezTo>
                    <a:pt x="506922" y="302947"/>
                    <a:pt x="506922" y="311106"/>
                    <a:pt x="506922" y="321985"/>
                  </a:cubicBezTo>
                  <a:cubicBezTo>
                    <a:pt x="506922" y="327424"/>
                    <a:pt x="509642" y="335583"/>
                    <a:pt x="509642" y="341022"/>
                  </a:cubicBezTo>
                  <a:cubicBezTo>
                    <a:pt x="509642" y="343742"/>
                    <a:pt x="509642" y="343742"/>
                    <a:pt x="509642" y="343742"/>
                  </a:cubicBezTo>
                  <a:cubicBezTo>
                    <a:pt x="509642" y="349181"/>
                    <a:pt x="515081" y="349181"/>
                    <a:pt x="517800" y="349181"/>
                  </a:cubicBezTo>
                  <a:cubicBezTo>
                    <a:pt x="520520" y="349181"/>
                    <a:pt x="523240" y="349181"/>
                    <a:pt x="528680" y="349181"/>
                  </a:cubicBezTo>
                  <a:cubicBezTo>
                    <a:pt x="536838" y="349181"/>
                    <a:pt x="547717" y="349181"/>
                    <a:pt x="550437" y="357340"/>
                  </a:cubicBezTo>
                  <a:cubicBezTo>
                    <a:pt x="550437" y="360060"/>
                    <a:pt x="550437" y="360060"/>
                    <a:pt x="550437" y="362780"/>
                  </a:cubicBezTo>
                  <a:cubicBezTo>
                    <a:pt x="550437" y="370939"/>
                    <a:pt x="539558" y="381817"/>
                    <a:pt x="534119" y="384537"/>
                  </a:cubicBezTo>
                  <a:cubicBezTo>
                    <a:pt x="531399" y="387257"/>
                    <a:pt x="523240" y="387257"/>
                    <a:pt x="520520" y="389976"/>
                  </a:cubicBezTo>
                  <a:cubicBezTo>
                    <a:pt x="515081" y="389976"/>
                    <a:pt x="512362" y="392696"/>
                    <a:pt x="512362" y="395415"/>
                  </a:cubicBezTo>
                  <a:cubicBezTo>
                    <a:pt x="512362" y="395415"/>
                    <a:pt x="512362" y="398135"/>
                    <a:pt x="512362" y="398135"/>
                  </a:cubicBezTo>
                  <a:cubicBezTo>
                    <a:pt x="512362" y="400855"/>
                    <a:pt x="512362" y="406294"/>
                    <a:pt x="512362" y="409014"/>
                  </a:cubicBezTo>
                  <a:cubicBezTo>
                    <a:pt x="512362" y="411733"/>
                    <a:pt x="512362" y="411733"/>
                    <a:pt x="512362" y="414453"/>
                  </a:cubicBezTo>
                  <a:cubicBezTo>
                    <a:pt x="512362" y="422612"/>
                    <a:pt x="512362" y="430771"/>
                    <a:pt x="512362" y="438930"/>
                  </a:cubicBezTo>
                  <a:cubicBezTo>
                    <a:pt x="512362" y="460687"/>
                    <a:pt x="512362" y="482445"/>
                    <a:pt x="515081" y="504202"/>
                  </a:cubicBezTo>
                  <a:cubicBezTo>
                    <a:pt x="517800" y="525959"/>
                    <a:pt x="520520" y="550436"/>
                    <a:pt x="520520" y="572193"/>
                  </a:cubicBezTo>
                  <a:cubicBezTo>
                    <a:pt x="520520" y="583072"/>
                    <a:pt x="520520" y="593950"/>
                    <a:pt x="517800" y="604829"/>
                  </a:cubicBezTo>
                  <a:cubicBezTo>
                    <a:pt x="515081" y="623867"/>
                    <a:pt x="515081" y="642904"/>
                    <a:pt x="512362" y="661942"/>
                  </a:cubicBezTo>
                  <a:cubicBezTo>
                    <a:pt x="512362" y="664661"/>
                    <a:pt x="509642" y="667381"/>
                    <a:pt x="509642" y="670101"/>
                  </a:cubicBezTo>
                  <a:cubicBezTo>
                    <a:pt x="509642" y="672820"/>
                    <a:pt x="512362" y="678260"/>
                    <a:pt x="512362" y="680979"/>
                  </a:cubicBezTo>
                  <a:cubicBezTo>
                    <a:pt x="512362" y="683699"/>
                    <a:pt x="512362" y="686419"/>
                    <a:pt x="512362" y="686419"/>
                  </a:cubicBezTo>
                  <a:cubicBezTo>
                    <a:pt x="517800" y="680979"/>
                    <a:pt x="528680" y="680979"/>
                    <a:pt x="536838" y="680979"/>
                  </a:cubicBezTo>
                  <a:lnTo>
                    <a:pt x="536838" y="680979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A4566A92-B6AE-4D30-A8A5-6CAEA783F9AC}"/>
                </a:ext>
              </a:extLst>
            </p:cNvPr>
            <p:cNvSpPr/>
            <p:nvPr/>
          </p:nvSpPr>
          <p:spPr>
            <a:xfrm>
              <a:off x="9592416" y="4192158"/>
              <a:ext cx="516735" cy="761503"/>
            </a:xfrm>
            <a:custGeom>
              <a:avLst/>
              <a:gdLst>
                <a:gd name="connsiteX0" fmla="*/ 463407 w 516735"/>
                <a:gd name="connsiteY0" fmla="*/ 194161 h 761503"/>
                <a:gd name="connsiteX1" fmla="*/ 447089 w 516735"/>
                <a:gd name="connsiteY1" fmla="*/ 226797 h 761503"/>
                <a:gd name="connsiteX2" fmla="*/ 430771 w 516735"/>
                <a:gd name="connsiteY2" fmla="*/ 221357 h 761503"/>
                <a:gd name="connsiteX3" fmla="*/ 422612 w 516735"/>
                <a:gd name="connsiteY3" fmla="*/ 207759 h 761503"/>
                <a:gd name="connsiteX4" fmla="*/ 419893 w 516735"/>
                <a:gd name="connsiteY4" fmla="*/ 188722 h 761503"/>
                <a:gd name="connsiteX5" fmla="*/ 419893 w 516735"/>
                <a:gd name="connsiteY5" fmla="*/ 139768 h 761503"/>
                <a:gd name="connsiteX6" fmla="*/ 419893 w 516735"/>
                <a:gd name="connsiteY6" fmla="*/ 120730 h 761503"/>
                <a:gd name="connsiteX7" fmla="*/ 395416 w 516735"/>
                <a:gd name="connsiteY7" fmla="*/ 120730 h 761503"/>
                <a:gd name="connsiteX8" fmla="*/ 370939 w 516735"/>
                <a:gd name="connsiteY8" fmla="*/ 120730 h 761503"/>
                <a:gd name="connsiteX9" fmla="*/ 346461 w 516735"/>
                <a:gd name="connsiteY9" fmla="*/ 123450 h 761503"/>
                <a:gd name="connsiteX10" fmla="*/ 335583 w 516735"/>
                <a:gd name="connsiteY10" fmla="*/ 123450 h 761503"/>
                <a:gd name="connsiteX11" fmla="*/ 335583 w 516735"/>
                <a:gd name="connsiteY11" fmla="*/ 123450 h 761503"/>
                <a:gd name="connsiteX12" fmla="*/ 324704 w 516735"/>
                <a:gd name="connsiteY12" fmla="*/ 128889 h 761503"/>
                <a:gd name="connsiteX13" fmla="*/ 327424 w 516735"/>
                <a:gd name="connsiteY13" fmla="*/ 139768 h 761503"/>
                <a:gd name="connsiteX14" fmla="*/ 330144 w 516735"/>
                <a:gd name="connsiteY14" fmla="*/ 175123 h 761503"/>
                <a:gd name="connsiteX15" fmla="*/ 330144 w 516735"/>
                <a:gd name="connsiteY15" fmla="*/ 199600 h 761503"/>
                <a:gd name="connsiteX16" fmla="*/ 327424 w 516735"/>
                <a:gd name="connsiteY16" fmla="*/ 224077 h 761503"/>
                <a:gd name="connsiteX17" fmla="*/ 330144 w 516735"/>
                <a:gd name="connsiteY17" fmla="*/ 251274 h 761503"/>
                <a:gd name="connsiteX18" fmla="*/ 327424 w 516735"/>
                <a:gd name="connsiteY18" fmla="*/ 278470 h 761503"/>
                <a:gd name="connsiteX19" fmla="*/ 327424 w 516735"/>
                <a:gd name="connsiteY19" fmla="*/ 332864 h 761503"/>
                <a:gd name="connsiteX20" fmla="*/ 330144 w 516735"/>
                <a:gd name="connsiteY20" fmla="*/ 357340 h 761503"/>
                <a:gd name="connsiteX21" fmla="*/ 330144 w 516735"/>
                <a:gd name="connsiteY21" fmla="*/ 368219 h 761503"/>
                <a:gd name="connsiteX22" fmla="*/ 332863 w 516735"/>
                <a:gd name="connsiteY22" fmla="*/ 387257 h 761503"/>
                <a:gd name="connsiteX23" fmla="*/ 332863 w 516735"/>
                <a:gd name="connsiteY23" fmla="*/ 433491 h 761503"/>
                <a:gd name="connsiteX24" fmla="*/ 332863 w 516735"/>
                <a:gd name="connsiteY24" fmla="*/ 487884 h 761503"/>
                <a:gd name="connsiteX25" fmla="*/ 330144 w 516735"/>
                <a:gd name="connsiteY25" fmla="*/ 512361 h 761503"/>
                <a:gd name="connsiteX26" fmla="*/ 330144 w 516735"/>
                <a:gd name="connsiteY26" fmla="*/ 539557 h 761503"/>
                <a:gd name="connsiteX27" fmla="*/ 332863 w 516735"/>
                <a:gd name="connsiteY27" fmla="*/ 593950 h 761503"/>
                <a:gd name="connsiteX28" fmla="*/ 332863 w 516735"/>
                <a:gd name="connsiteY28" fmla="*/ 648343 h 761503"/>
                <a:gd name="connsiteX29" fmla="*/ 332863 w 516735"/>
                <a:gd name="connsiteY29" fmla="*/ 656502 h 761503"/>
                <a:gd name="connsiteX30" fmla="*/ 357341 w 516735"/>
                <a:gd name="connsiteY30" fmla="*/ 656502 h 761503"/>
                <a:gd name="connsiteX31" fmla="*/ 395416 w 516735"/>
                <a:gd name="connsiteY31" fmla="*/ 675540 h 761503"/>
                <a:gd name="connsiteX32" fmla="*/ 389976 w 516735"/>
                <a:gd name="connsiteY32" fmla="*/ 691858 h 761503"/>
                <a:gd name="connsiteX33" fmla="*/ 373658 w 516735"/>
                <a:gd name="connsiteY33" fmla="*/ 700017 h 761503"/>
                <a:gd name="connsiteX34" fmla="*/ 351901 w 516735"/>
                <a:gd name="connsiteY34" fmla="*/ 702737 h 761503"/>
                <a:gd name="connsiteX35" fmla="*/ 319265 w 516735"/>
                <a:gd name="connsiteY35" fmla="*/ 702737 h 761503"/>
                <a:gd name="connsiteX36" fmla="*/ 311106 w 516735"/>
                <a:gd name="connsiteY36" fmla="*/ 708176 h 761503"/>
                <a:gd name="connsiteX37" fmla="*/ 289349 w 516735"/>
                <a:gd name="connsiteY37" fmla="*/ 713615 h 761503"/>
                <a:gd name="connsiteX38" fmla="*/ 270311 w 516735"/>
                <a:gd name="connsiteY38" fmla="*/ 713615 h 761503"/>
                <a:gd name="connsiteX39" fmla="*/ 243115 w 516735"/>
                <a:gd name="connsiteY39" fmla="*/ 705456 h 761503"/>
                <a:gd name="connsiteX40" fmla="*/ 237675 w 516735"/>
                <a:gd name="connsiteY40" fmla="*/ 702737 h 761503"/>
                <a:gd name="connsiteX41" fmla="*/ 199600 w 516735"/>
                <a:gd name="connsiteY41" fmla="*/ 702737 h 761503"/>
                <a:gd name="connsiteX42" fmla="*/ 175123 w 516735"/>
                <a:gd name="connsiteY42" fmla="*/ 702737 h 761503"/>
                <a:gd name="connsiteX43" fmla="*/ 147927 w 516735"/>
                <a:gd name="connsiteY43" fmla="*/ 697297 h 761503"/>
                <a:gd name="connsiteX44" fmla="*/ 131609 w 516735"/>
                <a:gd name="connsiteY44" fmla="*/ 678260 h 761503"/>
                <a:gd name="connsiteX45" fmla="*/ 137048 w 516735"/>
                <a:gd name="connsiteY45" fmla="*/ 670101 h 761503"/>
                <a:gd name="connsiteX46" fmla="*/ 158805 w 516735"/>
                <a:gd name="connsiteY46" fmla="*/ 661942 h 761503"/>
                <a:gd name="connsiteX47" fmla="*/ 199600 w 516735"/>
                <a:gd name="connsiteY47" fmla="*/ 659222 h 761503"/>
                <a:gd name="connsiteX48" fmla="*/ 199600 w 516735"/>
                <a:gd name="connsiteY48" fmla="*/ 659222 h 761503"/>
                <a:gd name="connsiteX49" fmla="*/ 196880 w 516735"/>
                <a:gd name="connsiteY49" fmla="*/ 629306 h 761503"/>
                <a:gd name="connsiteX50" fmla="*/ 199600 w 516735"/>
                <a:gd name="connsiteY50" fmla="*/ 574913 h 761503"/>
                <a:gd name="connsiteX51" fmla="*/ 202320 w 516735"/>
                <a:gd name="connsiteY51" fmla="*/ 523239 h 761503"/>
                <a:gd name="connsiteX52" fmla="*/ 205040 w 516735"/>
                <a:gd name="connsiteY52" fmla="*/ 460687 h 761503"/>
                <a:gd name="connsiteX53" fmla="*/ 205040 w 516735"/>
                <a:gd name="connsiteY53" fmla="*/ 417173 h 761503"/>
                <a:gd name="connsiteX54" fmla="*/ 207759 w 516735"/>
                <a:gd name="connsiteY54" fmla="*/ 392696 h 761503"/>
                <a:gd name="connsiteX55" fmla="*/ 210478 w 516735"/>
                <a:gd name="connsiteY55" fmla="*/ 368219 h 761503"/>
                <a:gd name="connsiteX56" fmla="*/ 210478 w 516735"/>
                <a:gd name="connsiteY56" fmla="*/ 313826 h 761503"/>
                <a:gd name="connsiteX57" fmla="*/ 210478 w 516735"/>
                <a:gd name="connsiteY57" fmla="*/ 259433 h 761503"/>
                <a:gd name="connsiteX58" fmla="*/ 210478 w 516735"/>
                <a:gd name="connsiteY58" fmla="*/ 213199 h 761503"/>
                <a:gd name="connsiteX59" fmla="*/ 210478 w 516735"/>
                <a:gd name="connsiteY59" fmla="*/ 145207 h 761503"/>
                <a:gd name="connsiteX60" fmla="*/ 213198 w 516735"/>
                <a:gd name="connsiteY60" fmla="*/ 131609 h 761503"/>
                <a:gd name="connsiteX61" fmla="*/ 205040 w 516735"/>
                <a:gd name="connsiteY61" fmla="*/ 123450 h 761503"/>
                <a:gd name="connsiteX62" fmla="*/ 161525 w 516735"/>
                <a:gd name="connsiteY62" fmla="*/ 123450 h 761503"/>
                <a:gd name="connsiteX63" fmla="*/ 112571 w 516735"/>
                <a:gd name="connsiteY63" fmla="*/ 120730 h 761503"/>
                <a:gd name="connsiteX64" fmla="*/ 104412 w 516735"/>
                <a:gd name="connsiteY64" fmla="*/ 118011 h 761503"/>
                <a:gd name="connsiteX65" fmla="*/ 107132 w 516735"/>
                <a:gd name="connsiteY65" fmla="*/ 191441 h 761503"/>
                <a:gd name="connsiteX66" fmla="*/ 90814 w 516735"/>
                <a:gd name="connsiteY66" fmla="*/ 224077 h 761503"/>
                <a:gd name="connsiteX67" fmla="*/ 74496 w 516735"/>
                <a:gd name="connsiteY67" fmla="*/ 218638 h 761503"/>
                <a:gd name="connsiteX68" fmla="*/ 66337 w 516735"/>
                <a:gd name="connsiteY68" fmla="*/ 205040 h 761503"/>
                <a:gd name="connsiteX69" fmla="*/ 63617 w 516735"/>
                <a:gd name="connsiteY69" fmla="*/ 186002 h 761503"/>
                <a:gd name="connsiteX70" fmla="*/ 63617 w 516735"/>
                <a:gd name="connsiteY70" fmla="*/ 145207 h 761503"/>
                <a:gd name="connsiteX71" fmla="*/ 63617 w 516735"/>
                <a:gd name="connsiteY71" fmla="*/ 109852 h 761503"/>
                <a:gd name="connsiteX72" fmla="*/ 58178 w 516735"/>
                <a:gd name="connsiteY72" fmla="*/ 96253 h 761503"/>
                <a:gd name="connsiteX73" fmla="*/ 66337 w 516735"/>
                <a:gd name="connsiteY73" fmla="*/ 85375 h 761503"/>
                <a:gd name="connsiteX74" fmla="*/ 93533 w 516735"/>
                <a:gd name="connsiteY74" fmla="*/ 77216 h 761503"/>
                <a:gd name="connsiteX75" fmla="*/ 115290 w 516735"/>
                <a:gd name="connsiteY75" fmla="*/ 77216 h 761503"/>
                <a:gd name="connsiteX76" fmla="*/ 169684 w 516735"/>
                <a:gd name="connsiteY76" fmla="*/ 74496 h 761503"/>
                <a:gd name="connsiteX77" fmla="*/ 194161 w 516735"/>
                <a:gd name="connsiteY77" fmla="*/ 71776 h 761503"/>
                <a:gd name="connsiteX78" fmla="*/ 196880 w 516735"/>
                <a:gd name="connsiteY78" fmla="*/ 71776 h 761503"/>
                <a:gd name="connsiteX79" fmla="*/ 210478 w 516735"/>
                <a:gd name="connsiteY79" fmla="*/ 71776 h 761503"/>
                <a:gd name="connsiteX80" fmla="*/ 218638 w 516735"/>
                <a:gd name="connsiteY80" fmla="*/ 71776 h 761503"/>
                <a:gd name="connsiteX81" fmla="*/ 237675 w 516735"/>
                <a:gd name="connsiteY81" fmla="*/ 60898 h 761503"/>
                <a:gd name="connsiteX82" fmla="*/ 253993 w 516735"/>
                <a:gd name="connsiteY82" fmla="*/ 58178 h 761503"/>
                <a:gd name="connsiteX83" fmla="*/ 283910 w 516735"/>
                <a:gd name="connsiteY83" fmla="*/ 60898 h 761503"/>
                <a:gd name="connsiteX84" fmla="*/ 294788 w 516735"/>
                <a:gd name="connsiteY84" fmla="*/ 66337 h 761503"/>
                <a:gd name="connsiteX85" fmla="*/ 305667 w 516735"/>
                <a:gd name="connsiteY85" fmla="*/ 74496 h 761503"/>
                <a:gd name="connsiteX86" fmla="*/ 313826 w 516735"/>
                <a:gd name="connsiteY86" fmla="*/ 74496 h 761503"/>
                <a:gd name="connsiteX87" fmla="*/ 327424 w 516735"/>
                <a:gd name="connsiteY87" fmla="*/ 74496 h 761503"/>
                <a:gd name="connsiteX88" fmla="*/ 354621 w 516735"/>
                <a:gd name="connsiteY88" fmla="*/ 74496 h 761503"/>
                <a:gd name="connsiteX89" fmla="*/ 422612 w 516735"/>
                <a:gd name="connsiteY89" fmla="*/ 74496 h 761503"/>
                <a:gd name="connsiteX90" fmla="*/ 455248 w 516735"/>
                <a:gd name="connsiteY90" fmla="*/ 79936 h 761503"/>
                <a:gd name="connsiteX91" fmla="*/ 466127 w 516735"/>
                <a:gd name="connsiteY91" fmla="*/ 98973 h 761503"/>
                <a:gd name="connsiteX92" fmla="*/ 463407 w 516735"/>
                <a:gd name="connsiteY92" fmla="*/ 109852 h 761503"/>
                <a:gd name="connsiteX93" fmla="*/ 463407 w 516735"/>
                <a:gd name="connsiteY93" fmla="*/ 120730 h 761503"/>
                <a:gd name="connsiteX94" fmla="*/ 463407 w 516735"/>
                <a:gd name="connsiteY94" fmla="*/ 194161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</a:cxnLst>
              <a:rect l="l" t="t" r="r" b="b"/>
              <a:pathLst>
                <a:path w="516735" h="761503">
                  <a:moveTo>
                    <a:pt x="463407" y="194161"/>
                  </a:moveTo>
                  <a:cubicBezTo>
                    <a:pt x="463407" y="205040"/>
                    <a:pt x="463407" y="226797"/>
                    <a:pt x="447089" y="226797"/>
                  </a:cubicBezTo>
                  <a:cubicBezTo>
                    <a:pt x="438930" y="226797"/>
                    <a:pt x="436211" y="226797"/>
                    <a:pt x="430771" y="221357"/>
                  </a:cubicBezTo>
                  <a:cubicBezTo>
                    <a:pt x="425332" y="218638"/>
                    <a:pt x="422612" y="210479"/>
                    <a:pt x="422612" y="207759"/>
                  </a:cubicBezTo>
                  <a:cubicBezTo>
                    <a:pt x="419893" y="199600"/>
                    <a:pt x="419893" y="194161"/>
                    <a:pt x="419893" y="188722"/>
                  </a:cubicBezTo>
                  <a:cubicBezTo>
                    <a:pt x="419893" y="183282"/>
                    <a:pt x="419893" y="147927"/>
                    <a:pt x="419893" y="139768"/>
                  </a:cubicBezTo>
                  <a:cubicBezTo>
                    <a:pt x="419893" y="134329"/>
                    <a:pt x="419893" y="128889"/>
                    <a:pt x="419893" y="120730"/>
                  </a:cubicBezTo>
                  <a:cubicBezTo>
                    <a:pt x="411734" y="120730"/>
                    <a:pt x="403574" y="120730"/>
                    <a:pt x="395416" y="120730"/>
                  </a:cubicBezTo>
                  <a:cubicBezTo>
                    <a:pt x="387256" y="120730"/>
                    <a:pt x="379098" y="120730"/>
                    <a:pt x="370939" y="120730"/>
                  </a:cubicBezTo>
                  <a:cubicBezTo>
                    <a:pt x="362780" y="120730"/>
                    <a:pt x="354621" y="123450"/>
                    <a:pt x="346461" y="123450"/>
                  </a:cubicBezTo>
                  <a:cubicBezTo>
                    <a:pt x="343742" y="123450"/>
                    <a:pt x="341023" y="123450"/>
                    <a:pt x="335583" y="123450"/>
                  </a:cubicBezTo>
                  <a:cubicBezTo>
                    <a:pt x="335583" y="123450"/>
                    <a:pt x="335583" y="123450"/>
                    <a:pt x="335583" y="123450"/>
                  </a:cubicBezTo>
                  <a:cubicBezTo>
                    <a:pt x="327424" y="123450"/>
                    <a:pt x="324704" y="126170"/>
                    <a:pt x="324704" y="128889"/>
                  </a:cubicBezTo>
                  <a:cubicBezTo>
                    <a:pt x="324704" y="131609"/>
                    <a:pt x="324704" y="137048"/>
                    <a:pt x="327424" y="139768"/>
                  </a:cubicBezTo>
                  <a:cubicBezTo>
                    <a:pt x="330144" y="147927"/>
                    <a:pt x="330144" y="166964"/>
                    <a:pt x="330144" y="175123"/>
                  </a:cubicBezTo>
                  <a:cubicBezTo>
                    <a:pt x="330144" y="183282"/>
                    <a:pt x="330144" y="191441"/>
                    <a:pt x="330144" y="199600"/>
                  </a:cubicBezTo>
                  <a:cubicBezTo>
                    <a:pt x="330144" y="207759"/>
                    <a:pt x="327424" y="215918"/>
                    <a:pt x="327424" y="224077"/>
                  </a:cubicBezTo>
                  <a:cubicBezTo>
                    <a:pt x="327424" y="232236"/>
                    <a:pt x="330144" y="243115"/>
                    <a:pt x="330144" y="251274"/>
                  </a:cubicBezTo>
                  <a:cubicBezTo>
                    <a:pt x="330144" y="259433"/>
                    <a:pt x="330144" y="267592"/>
                    <a:pt x="327424" y="278470"/>
                  </a:cubicBezTo>
                  <a:cubicBezTo>
                    <a:pt x="327424" y="294788"/>
                    <a:pt x="327424" y="313826"/>
                    <a:pt x="327424" y="332864"/>
                  </a:cubicBezTo>
                  <a:cubicBezTo>
                    <a:pt x="327424" y="341022"/>
                    <a:pt x="327424" y="349181"/>
                    <a:pt x="330144" y="357340"/>
                  </a:cubicBezTo>
                  <a:cubicBezTo>
                    <a:pt x="330144" y="360060"/>
                    <a:pt x="330144" y="365499"/>
                    <a:pt x="330144" y="368219"/>
                  </a:cubicBezTo>
                  <a:cubicBezTo>
                    <a:pt x="330144" y="373658"/>
                    <a:pt x="332863" y="384537"/>
                    <a:pt x="332863" y="387257"/>
                  </a:cubicBezTo>
                  <a:cubicBezTo>
                    <a:pt x="332863" y="406294"/>
                    <a:pt x="332863" y="414453"/>
                    <a:pt x="332863" y="433491"/>
                  </a:cubicBezTo>
                  <a:cubicBezTo>
                    <a:pt x="332863" y="452528"/>
                    <a:pt x="335583" y="468846"/>
                    <a:pt x="332863" y="487884"/>
                  </a:cubicBezTo>
                  <a:cubicBezTo>
                    <a:pt x="332863" y="496043"/>
                    <a:pt x="330144" y="504202"/>
                    <a:pt x="330144" y="512361"/>
                  </a:cubicBezTo>
                  <a:cubicBezTo>
                    <a:pt x="330144" y="520520"/>
                    <a:pt x="330144" y="531398"/>
                    <a:pt x="330144" y="539557"/>
                  </a:cubicBezTo>
                  <a:cubicBezTo>
                    <a:pt x="330144" y="558595"/>
                    <a:pt x="330144" y="574913"/>
                    <a:pt x="332863" y="593950"/>
                  </a:cubicBezTo>
                  <a:cubicBezTo>
                    <a:pt x="332863" y="610268"/>
                    <a:pt x="332863" y="632026"/>
                    <a:pt x="332863" y="648343"/>
                  </a:cubicBezTo>
                  <a:cubicBezTo>
                    <a:pt x="332863" y="651063"/>
                    <a:pt x="332863" y="653783"/>
                    <a:pt x="332863" y="656502"/>
                  </a:cubicBezTo>
                  <a:cubicBezTo>
                    <a:pt x="343742" y="656502"/>
                    <a:pt x="351901" y="656502"/>
                    <a:pt x="357341" y="656502"/>
                  </a:cubicBezTo>
                  <a:cubicBezTo>
                    <a:pt x="370939" y="656502"/>
                    <a:pt x="395416" y="659222"/>
                    <a:pt x="395416" y="675540"/>
                  </a:cubicBezTo>
                  <a:cubicBezTo>
                    <a:pt x="395416" y="683699"/>
                    <a:pt x="392696" y="686419"/>
                    <a:pt x="389976" y="691858"/>
                  </a:cubicBezTo>
                  <a:cubicBezTo>
                    <a:pt x="384537" y="697297"/>
                    <a:pt x="379098" y="700017"/>
                    <a:pt x="373658" y="700017"/>
                  </a:cubicBezTo>
                  <a:cubicBezTo>
                    <a:pt x="365499" y="702737"/>
                    <a:pt x="357341" y="702737"/>
                    <a:pt x="351901" y="702737"/>
                  </a:cubicBezTo>
                  <a:cubicBezTo>
                    <a:pt x="349181" y="702737"/>
                    <a:pt x="335583" y="702737"/>
                    <a:pt x="319265" y="702737"/>
                  </a:cubicBezTo>
                  <a:cubicBezTo>
                    <a:pt x="316546" y="705456"/>
                    <a:pt x="313826" y="705456"/>
                    <a:pt x="311106" y="708176"/>
                  </a:cubicBezTo>
                  <a:cubicBezTo>
                    <a:pt x="302948" y="713615"/>
                    <a:pt x="297508" y="713615"/>
                    <a:pt x="289349" y="713615"/>
                  </a:cubicBezTo>
                  <a:cubicBezTo>
                    <a:pt x="283910" y="713615"/>
                    <a:pt x="278470" y="713615"/>
                    <a:pt x="270311" y="713615"/>
                  </a:cubicBezTo>
                  <a:cubicBezTo>
                    <a:pt x="259433" y="713615"/>
                    <a:pt x="251273" y="710895"/>
                    <a:pt x="243115" y="705456"/>
                  </a:cubicBezTo>
                  <a:cubicBezTo>
                    <a:pt x="240395" y="705456"/>
                    <a:pt x="237675" y="702737"/>
                    <a:pt x="237675" y="702737"/>
                  </a:cubicBezTo>
                  <a:cubicBezTo>
                    <a:pt x="224077" y="702737"/>
                    <a:pt x="213198" y="702737"/>
                    <a:pt x="199600" y="702737"/>
                  </a:cubicBezTo>
                  <a:cubicBezTo>
                    <a:pt x="191441" y="702737"/>
                    <a:pt x="183282" y="702737"/>
                    <a:pt x="175123" y="702737"/>
                  </a:cubicBezTo>
                  <a:cubicBezTo>
                    <a:pt x="166965" y="702737"/>
                    <a:pt x="156085" y="702737"/>
                    <a:pt x="147927" y="697297"/>
                  </a:cubicBezTo>
                  <a:cubicBezTo>
                    <a:pt x="139768" y="694578"/>
                    <a:pt x="131609" y="680979"/>
                    <a:pt x="131609" y="678260"/>
                  </a:cubicBezTo>
                  <a:cubicBezTo>
                    <a:pt x="131609" y="675540"/>
                    <a:pt x="131609" y="672820"/>
                    <a:pt x="137048" y="670101"/>
                  </a:cubicBezTo>
                  <a:cubicBezTo>
                    <a:pt x="142487" y="667381"/>
                    <a:pt x="153366" y="664661"/>
                    <a:pt x="158805" y="661942"/>
                  </a:cubicBezTo>
                  <a:cubicBezTo>
                    <a:pt x="175123" y="659222"/>
                    <a:pt x="191441" y="659222"/>
                    <a:pt x="199600" y="659222"/>
                  </a:cubicBezTo>
                  <a:lnTo>
                    <a:pt x="199600" y="659222"/>
                  </a:lnTo>
                  <a:cubicBezTo>
                    <a:pt x="199600" y="648343"/>
                    <a:pt x="196880" y="640184"/>
                    <a:pt x="196880" y="629306"/>
                  </a:cubicBezTo>
                  <a:cubicBezTo>
                    <a:pt x="196880" y="612988"/>
                    <a:pt x="196880" y="591231"/>
                    <a:pt x="199600" y="574913"/>
                  </a:cubicBezTo>
                  <a:cubicBezTo>
                    <a:pt x="199600" y="558595"/>
                    <a:pt x="199600" y="539557"/>
                    <a:pt x="202320" y="523239"/>
                  </a:cubicBezTo>
                  <a:cubicBezTo>
                    <a:pt x="202320" y="501482"/>
                    <a:pt x="205040" y="482445"/>
                    <a:pt x="205040" y="460687"/>
                  </a:cubicBezTo>
                  <a:cubicBezTo>
                    <a:pt x="205040" y="447089"/>
                    <a:pt x="205040" y="430771"/>
                    <a:pt x="205040" y="417173"/>
                  </a:cubicBezTo>
                  <a:cubicBezTo>
                    <a:pt x="205040" y="409014"/>
                    <a:pt x="207759" y="400855"/>
                    <a:pt x="207759" y="392696"/>
                  </a:cubicBezTo>
                  <a:cubicBezTo>
                    <a:pt x="207759" y="384537"/>
                    <a:pt x="210478" y="376378"/>
                    <a:pt x="210478" y="368219"/>
                  </a:cubicBezTo>
                  <a:cubicBezTo>
                    <a:pt x="210478" y="351901"/>
                    <a:pt x="210478" y="332864"/>
                    <a:pt x="210478" y="313826"/>
                  </a:cubicBezTo>
                  <a:cubicBezTo>
                    <a:pt x="210478" y="294788"/>
                    <a:pt x="210478" y="275751"/>
                    <a:pt x="210478" y="259433"/>
                  </a:cubicBezTo>
                  <a:cubicBezTo>
                    <a:pt x="210478" y="243115"/>
                    <a:pt x="210478" y="226797"/>
                    <a:pt x="210478" y="213199"/>
                  </a:cubicBezTo>
                  <a:cubicBezTo>
                    <a:pt x="210478" y="194161"/>
                    <a:pt x="210478" y="164245"/>
                    <a:pt x="210478" y="145207"/>
                  </a:cubicBezTo>
                  <a:cubicBezTo>
                    <a:pt x="210478" y="139768"/>
                    <a:pt x="213198" y="134329"/>
                    <a:pt x="213198" y="131609"/>
                  </a:cubicBezTo>
                  <a:cubicBezTo>
                    <a:pt x="213198" y="126170"/>
                    <a:pt x="207759" y="123450"/>
                    <a:pt x="205040" y="123450"/>
                  </a:cubicBezTo>
                  <a:cubicBezTo>
                    <a:pt x="199600" y="123450"/>
                    <a:pt x="166965" y="123450"/>
                    <a:pt x="161525" y="123450"/>
                  </a:cubicBezTo>
                  <a:cubicBezTo>
                    <a:pt x="145207" y="123450"/>
                    <a:pt x="128889" y="123450"/>
                    <a:pt x="112571" y="120730"/>
                  </a:cubicBezTo>
                  <a:cubicBezTo>
                    <a:pt x="109852" y="120730"/>
                    <a:pt x="107132" y="120730"/>
                    <a:pt x="104412" y="118011"/>
                  </a:cubicBezTo>
                  <a:cubicBezTo>
                    <a:pt x="107132" y="137048"/>
                    <a:pt x="107132" y="172404"/>
                    <a:pt x="107132" y="191441"/>
                  </a:cubicBezTo>
                  <a:cubicBezTo>
                    <a:pt x="107132" y="202320"/>
                    <a:pt x="107132" y="224077"/>
                    <a:pt x="90814" y="224077"/>
                  </a:cubicBezTo>
                  <a:cubicBezTo>
                    <a:pt x="82655" y="224077"/>
                    <a:pt x="79935" y="221357"/>
                    <a:pt x="74496" y="218638"/>
                  </a:cubicBezTo>
                  <a:cubicBezTo>
                    <a:pt x="69057" y="215918"/>
                    <a:pt x="66337" y="210479"/>
                    <a:pt x="66337" y="205040"/>
                  </a:cubicBezTo>
                  <a:cubicBezTo>
                    <a:pt x="63617" y="196881"/>
                    <a:pt x="63617" y="191441"/>
                    <a:pt x="63617" y="186002"/>
                  </a:cubicBezTo>
                  <a:cubicBezTo>
                    <a:pt x="63617" y="180563"/>
                    <a:pt x="63617" y="153366"/>
                    <a:pt x="63617" y="145207"/>
                  </a:cubicBezTo>
                  <a:cubicBezTo>
                    <a:pt x="63617" y="134329"/>
                    <a:pt x="63617" y="120730"/>
                    <a:pt x="63617" y="109852"/>
                  </a:cubicBezTo>
                  <a:cubicBezTo>
                    <a:pt x="60897" y="104412"/>
                    <a:pt x="58178" y="101693"/>
                    <a:pt x="58178" y="96253"/>
                  </a:cubicBezTo>
                  <a:cubicBezTo>
                    <a:pt x="58178" y="93534"/>
                    <a:pt x="60897" y="88095"/>
                    <a:pt x="66337" y="85375"/>
                  </a:cubicBezTo>
                  <a:cubicBezTo>
                    <a:pt x="74496" y="79936"/>
                    <a:pt x="77215" y="77216"/>
                    <a:pt x="93533" y="77216"/>
                  </a:cubicBezTo>
                  <a:cubicBezTo>
                    <a:pt x="101692" y="77216"/>
                    <a:pt x="109852" y="77216"/>
                    <a:pt x="115290" y="77216"/>
                  </a:cubicBezTo>
                  <a:cubicBezTo>
                    <a:pt x="134328" y="77216"/>
                    <a:pt x="150646" y="77216"/>
                    <a:pt x="169684" y="74496"/>
                  </a:cubicBezTo>
                  <a:cubicBezTo>
                    <a:pt x="177843" y="74496"/>
                    <a:pt x="186002" y="71776"/>
                    <a:pt x="194161" y="71776"/>
                  </a:cubicBezTo>
                  <a:cubicBezTo>
                    <a:pt x="194161" y="71776"/>
                    <a:pt x="196880" y="71776"/>
                    <a:pt x="196880" y="71776"/>
                  </a:cubicBezTo>
                  <a:cubicBezTo>
                    <a:pt x="199600" y="71776"/>
                    <a:pt x="205040" y="71776"/>
                    <a:pt x="210478" y="71776"/>
                  </a:cubicBezTo>
                  <a:cubicBezTo>
                    <a:pt x="213198" y="71776"/>
                    <a:pt x="215918" y="71776"/>
                    <a:pt x="218638" y="71776"/>
                  </a:cubicBezTo>
                  <a:cubicBezTo>
                    <a:pt x="224077" y="69057"/>
                    <a:pt x="229516" y="63618"/>
                    <a:pt x="237675" y="60898"/>
                  </a:cubicBezTo>
                  <a:cubicBezTo>
                    <a:pt x="243115" y="58178"/>
                    <a:pt x="248554" y="58178"/>
                    <a:pt x="253993" y="58178"/>
                  </a:cubicBezTo>
                  <a:cubicBezTo>
                    <a:pt x="264872" y="58178"/>
                    <a:pt x="273031" y="58178"/>
                    <a:pt x="283910" y="60898"/>
                  </a:cubicBezTo>
                  <a:cubicBezTo>
                    <a:pt x="286629" y="60898"/>
                    <a:pt x="292068" y="63618"/>
                    <a:pt x="294788" y="66337"/>
                  </a:cubicBezTo>
                  <a:cubicBezTo>
                    <a:pt x="297508" y="69057"/>
                    <a:pt x="302948" y="71776"/>
                    <a:pt x="305667" y="74496"/>
                  </a:cubicBezTo>
                  <a:cubicBezTo>
                    <a:pt x="308386" y="74496"/>
                    <a:pt x="311106" y="74496"/>
                    <a:pt x="313826" y="74496"/>
                  </a:cubicBezTo>
                  <a:cubicBezTo>
                    <a:pt x="319265" y="74496"/>
                    <a:pt x="321985" y="74496"/>
                    <a:pt x="327424" y="74496"/>
                  </a:cubicBezTo>
                  <a:cubicBezTo>
                    <a:pt x="335583" y="74496"/>
                    <a:pt x="346461" y="74496"/>
                    <a:pt x="354621" y="74496"/>
                  </a:cubicBezTo>
                  <a:cubicBezTo>
                    <a:pt x="376378" y="74496"/>
                    <a:pt x="400855" y="74496"/>
                    <a:pt x="422612" y="74496"/>
                  </a:cubicBezTo>
                  <a:cubicBezTo>
                    <a:pt x="433491" y="74496"/>
                    <a:pt x="447089" y="74496"/>
                    <a:pt x="455248" y="79936"/>
                  </a:cubicBezTo>
                  <a:cubicBezTo>
                    <a:pt x="460687" y="82655"/>
                    <a:pt x="466127" y="90814"/>
                    <a:pt x="466127" y="98973"/>
                  </a:cubicBezTo>
                  <a:cubicBezTo>
                    <a:pt x="466127" y="101693"/>
                    <a:pt x="466127" y="107132"/>
                    <a:pt x="463407" y="109852"/>
                  </a:cubicBezTo>
                  <a:cubicBezTo>
                    <a:pt x="463407" y="112571"/>
                    <a:pt x="463407" y="112571"/>
                    <a:pt x="463407" y="120730"/>
                  </a:cubicBezTo>
                  <a:cubicBezTo>
                    <a:pt x="463407" y="142488"/>
                    <a:pt x="463407" y="172404"/>
                    <a:pt x="463407" y="194161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41BC387F-0885-43F6-85BD-C73BA9398781}"/>
              </a:ext>
            </a:extLst>
          </p:cNvPr>
          <p:cNvSpPr>
            <a:spLocks noGrp="1"/>
          </p:cNvSpPr>
          <p:nvPr>
            <p:ph sz="quarter" idx="15"/>
          </p:nvPr>
        </p:nvSpPr>
        <p:spPr>
          <a:xfrm>
            <a:off x="381000" y="1384628"/>
            <a:ext cx="11430000" cy="4635173"/>
          </a:xfrm>
        </p:spPr>
        <p:txBody>
          <a:bodyPr/>
          <a:lstStyle/>
          <a:p>
            <a:pPr lvl="0"/>
            <a:r>
              <a:rPr lang="en-US" altLang="zh-CN"/>
              <a:t>Edit Master text styles</a:t>
            </a:r>
          </a:p>
          <a:p>
            <a:pPr lvl="1"/>
            <a:r>
              <a:rPr lang="en-US" altLang="zh-CN"/>
              <a:t>Second level</a:t>
            </a:r>
          </a:p>
          <a:p>
            <a:pPr lvl="2"/>
            <a:r>
              <a:rPr lang="en-US" altLang="zh-CN"/>
              <a:t>Third level</a:t>
            </a:r>
          </a:p>
          <a:p>
            <a:pPr lvl="3"/>
            <a:r>
              <a:rPr lang="en-US" altLang="zh-CN"/>
              <a:t>Fourth level</a:t>
            </a:r>
          </a:p>
          <a:p>
            <a:pPr lvl="4"/>
            <a:r>
              <a:rPr lang="en-US" altLang="zh-CN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14265710"/>
      </p:ext>
    </p:extLst>
  </p:cSld>
  <p:clrMapOvr>
    <a:masterClrMapping/>
  </p:clrMapOvr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E6CF7A3-C01B-4858-95E5-B008688EC04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/>
              <a:t>Click to edit Master title style</a:t>
            </a:r>
            <a:endParaRPr lang="en-US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28C0B5B2-035E-4875-9E0B-65D7693B97EB}"/>
              </a:ext>
            </a:extLst>
          </p:cNvPr>
          <p:cNvSpPr>
            <a:spLocks noGrp="1"/>
          </p:cNvSpPr>
          <p:nvPr>
            <p:ph sz="half" idx="1" hasCustomPrompt="1"/>
          </p:nvPr>
        </p:nvSpPr>
        <p:spPr>
          <a:xfrm>
            <a:off x="381001" y="914400"/>
            <a:ext cx="5610221" cy="51054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add text or choose an icon below to insert other content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F51C9F57-0475-48B8-B2C4-3C1B844EB79F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6200774" y="914401"/>
            <a:ext cx="5610221" cy="51054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add text or choose an icon below to insert other content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438D6859-D53D-4387-B548-092AE96646A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73FEB38-5A4E-45E5-A640-26D00BC1F3AB}" type="datetimeFigureOut">
              <a:rPr lang="en-US"/>
              <a:t>10/30/2026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09800914-2B16-461D-99E1-47F26402478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EA110C2F-EFB2-4168-86BE-C3ABA04BA60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BF95A1E-4E3E-4AAD-A517-7DAD9580D6B2}" type="slidenum">
              <a:rPr lang="en-US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8817479"/>
      </p:ext>
    </p:extLst>
  </p:cSld>
  <p:clrMapOvr>
    <a:masterClrMapping/>
  </p:clrMapOvr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hree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1081126-3DF6-4AE2-A8AE-6034E9AA396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/>
              <a:t>Click to edit Master title style</a:t>
            </a:r>
            <a:endParaRPr lang="en-US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ADE021F4-C37C-4B7E-96F0-1DCC6296730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EB1475D-EF5B-48A6-8CCB-3BD08F726926}" type="datetimeFigureOut">
              <a:rPr lang="en-US"/>
              <a:pPr/>
              <a:t>10/30/2026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2343FD06-8A80-436E-AAD0-0B4CC79FEF8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3B54BFCC-9FE5-4526-91E6-920CEB6231C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5A54F4-DB31-4FC5-B748-3F06867349C3}" type="slidenum">
              <a:rPr lang="en-US"/>
              <a:pPr/>
              <a:t>‹#›</a:t>
            </a:fld>
            <a:endParaRPr lang="en-US"/>
          </a:p>
        </p:txBody>
      </p:sp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45AA6A50-CF51-470A-8339-2A98B2291152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381000" y="914400"/>
            <a:ext cx="3733800" cy="51054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add text or choose an icon below to insert other content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Content Placeholder 6">
            <a:extLst>
              <a:ext uri="{FF2B5EF4-FFF2-40B4-BE49-F238E27FC236}">
                <a16:creationId xmlns:a16="http://schemas.microsoft.com/office/drawing/2014/main" id="{EC50042C-8E0C-40C9-A488-3584EFC873E7}"/>
              </a:ext>
            </a:extLst>
          </p:cNvPr>
          <p:cNvSpPr>
            <a:spLocks noGrp="1"/>
          </p:cNvSpPr>
          <p:nvPr>
            <p:ph sz="quarter" idx="14" hasCustomPrompt="1"/>
          </p:nvPr>
        </p:nvSpPr>
        <p:spPr>
          <a:xfrm>
            <a:off x="4229100" y="914400"/>
            <a:ext cx="3733800" cy="51054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add text or choose an icon below to insert other content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9" name="Content Placeholder 6">
            <a:extLst>
              <a:ext uri="{FF2B5EF4-FFF2-40B4-BE49-F238E27FC236}">
                <a16:creationId xmlns:a16="http://schemas.microsoft.com/office/drawing/2014/main" id="{E85AC529-F215-45F0-A438-817CEBA3DFFA}"/>
              </a:ext>
            </a:extLst>
          </p:cNvPr>
          <p:cNvSpPr>
            <a:spLocks noGrp="1"/>
          </p:cNvSpPr>
          <p:nvPr>
            <p:ph sz="quarter" idx="15" hasCustomPrompt="1"/>
          </p:nvPr>
        </p:nvSpPr>
        <p:spPr>
          <a:xfrm>
            <a:off x="8077200" y="914400"/>
            <a:ext cx="3733800" cy="51054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add text or choose an icon below to insert other content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270841635"/>
      </p:ext>
    </p:extLst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1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DD82B1C-9D1C-470A-8DAC-872C6F3CE17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/>
              <a:t>Click to edit Master title style</a:t>
            </a:r>
            <a:endParaRPr lang="en-US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2D815023-C126-4128-BC8F-1BB4CB113EE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73FEB38-5A4E-45E5-A640-26D00BC1F3AB}" type="datetimeFigureOut">
              <a:rPr lang="en-US"/>
              <a:t>10/30/2026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4CFFE3BA-31F8-4FB8-B78F-6C12DFB24A3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9CDE704-6759-4C07-BC57-03EACFFCB1E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BF95A1E-4E3E-4AAD-A517-7DAD9580D6B2}" type="slidenum">
              <a:rPr lang="en-US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89790202"/>
      </p:ext>
    </p:extLst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le and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C182308-D8FD-4D2D-A4A4-0AB7B426134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/>
              <a:t>Click to edit Master title style</a:t>
            </a:r>
            <a:endParaRPr lang="en-US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25C24ADA-2B35-4506-BCFE-28F2ED617C2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EB1475D-EF5B-48A6-8CCB-3BD08F726926}" type="datetimeFigureOut">
              <a:rPr lang="en-US"/>
              <a:pPr/>
              <a:t>10/30/2026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22EABF83-04BE-4745-A7CD-9BF29745610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51FB1B30-07A6-4897-BFAA-775293B4CC0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5A54F4-DB31-4FC5-B748-3F06867349C3}" type="slidenum">
              <a:rPr lang="en-US"/>
              <a:pPr/>
              <a:t>‹#›</a:t>
            </a:fld>
            <a:endParaRPr lang="en-US"/>
          </a:p>
        </p:txBody>
      </p:sp>
      <p:sp>
        <p:nvSpPr>
          <p:cNvPr id="6" name="Text Placeholder 53">
            <a:extLst>
              <a:ext uri="{FF2B5EF4-FFF2-40B4-BE49-F238E27FC236}">
                <a16:creationId xmlns:a16="http://schemas.microsoft.com/office/drawing/2014/main" id="{AC1DD188-8160-4400-A56B-985CF10D490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381000" y="731530"/>
            <a:ext cx="11429998" cy="365739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1pPr>
            <a:lvl2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2pPr>
            <a:lvl3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3pPr>
            <a:lvl4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4pPr>
            <a:lvl5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5pPr>
            <a:lvl6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6pPr>
            <a:lvl7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7pPr>
            <a:lvl8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8pPr>
            <a:lvl9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9pPr>
          </a:lstStyle>
          <a:p>
            <a:pPr lvl="0"/>
            <a:r>
              <a:rPr lang="en-US"/>
              <a:t>Click to add subtitle</a:t>
            </a:r>
          </a:p>
        </p:txBody>
      </p:sp>
    </p:spTree>
    <p:extLst>
      <p:ext uri="{BB962C8B-B14F-4D97-AF65-F5344CB8AC3E}">
        <p14:creationId xmlns:p14="http://schemas.microsoft.com/office/powerpoint/2010/main" val="2557862120"/>
      </p:ext>
    </p:extLst>
  </p:cSld>
  <p:clrMapOvr>
    <a:masterClrMapping/>
  </p:clrMapOvr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B36DCD65-4054-4059-9788-175B50658EF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EB1475D-EF5B-48A6-8CCB-3BD08F726926}" type="datetimeFigureOut">
              <a:rPr lang="en-US"/>
              <a:t>10/30/2026</a:t>
            </a:fld>
            <a:endParaRPr 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4009CC7B-BD5E-4DEB-98F7-581E73AB0D9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AB1890A-9F5B-4D33-B25B-84BA80C938A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5A54F4-DB31-4FC5-B748-3F06867349C3}" type="slidenum">
              <a:rPr lang="en-US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55639134"/>
      </p:ext>
    </p:extLst>
  </p:cSld>
  <p:clrMapOvr>
    <a:masterClrMapping/>
  </p:clrMapOvr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hree Pictures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Picture Placeholder 17">
            <a:extLst>
              <a:ext uri="{FF2B5EF4-FFF2-40B4-BE49-F238E27FC236}">
                <a16:creationId xmlns:a16="http://schemas.microsoft.com/office/drawing/2014/main" id="{A63F8DDC-ACF7-4A20-8541-378AD67A6BE4}"/>
              </a:ext>
            </a:extLst>
          </p:cNvPr>
          <p:cNvSpPr>
            <a:spLocks noGrp="1"/>
          </p:cNvSpPr>
          <p:nvPr>
            <p:ph type="pic" sz="quarter" idx="17" hasCustomPrompt="1"/>
          </p:nvPr>
        </p:nvSpPr>
        <p:spPr>
          <a:xfrm>
            <a:off x="905999" y="5020104"/>
            <a:ext cx="2797175" cy="1837896"/>
          </a:xfrm>
          <a:custGeom>
            <a:avLst/>
            <a:gdLst>
              <a:gd name="connsiteX0" fmla="*/ 1477209 w 2797175"/>
              <a:gd name="connsiteY0" fmla="*/ 25 h 1837896"/>
              <a:gd name="connsiteX1" fmla="*/ 1754297 w 2797175"/>
              <a:gd name="connsiteY1" fmla="*/ 32364 h 1837896"/>
              <a:gd name="connsiteX2" fmla="*/ 2791755 w 2797175"/>
              <a:gd name="connsiteY2" fmla="*/ 1570484 h 1837896"/>
              <a:gd name="connsiteX3" fmla="*/ 2761264 w 2797175"/>
              <a:gd name="connsiteY3" fmla="*/ 1772753 h 1837896"/>
              <a:gd name="connsiteX4" fmla="*/ 2740822 w 2797175"/>
              <a:gd name="connsiteY4" fmla="*/ 1837896 h 1837896"/>
              <a:gd name="connsiteX5" fmla="*/ 40031 w 2797175"/>
              <a:gd name="connsiteY5" fmla="*/ 1837896 h 1837896"/>
              <a:gd name="connsiteX6" fmla="*/ 14140 w 2797175"/>
              <a:gd name="connsiteY6" fmla="*/ 1713596 h 1837896"/>
              <a:gd name="connsiteX7" fmla="*/ 35516 w 2797175"/>
              <a:gd name="connsiteY7" fmla="*/ 1142084 h 1837896"/>
              <a:gd name="connsiteX8" fmla="*/ 1477209 w 2797175"/>
              <a:gd name="connsiteY8" fmla="*/ 25 h 18378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797175" h="1837896">
                <a:moveTo>
                  <a:pt x="1477209" y="25"/>
                </a:moveTo>
                <a:cubicBezTo>
                  <a:pt x="1570418" y="590"/>
                  <a:pt x="1663325" y="11074"/>
                  <a:pt x="1754297" y="32364"/>
                </a:cubicBezTo>
                <a:cubicBezTo>
                  <a:pt x="2456261" y="197531"/>
                  <a:pt x="2848534" y="884010"/>
                  <a:pt x="2791755" y="1570484"/>
                </a:cubicBezTo>
                <a:cubicBezTo>
                  <a:pt x="2786271" y="1641777"/>
                  <a:pt x="2775928" y="1709139"/>
                  <a:pt x="2761264" y="1772753"/>
                </a:cubicBezTo>
                <a:lnTo>
                  <a:pt x="2740822" y="1837896"/>
                </a:lnTo>
                <a:lnTo>
                  <a:pt x="40031" y="1837896"/>
                </a:lnTo>
                <a:lnTo>
                  <a:pt x="14140" y="1713596"/>
                </a:lnTo>
                <a:cubicBezTo>
                  <a:pt x="-15049" y="1510297"/>
                  <a:pt x="5355" y="1310638"/>
                  <a:pt x="35516" y="1142084"/>
                </a:cubicBezTo>
                <a:cubicBezTo>
                  <a:pt x="157459" y="478188"/>
                  <a:pt x="824742" y="-3925"/>
                  <a:pt x="1477209" y="25"/>
                </a:cubicBezTo>
                <a:close/>
              </a:path>
            </a:pathLst>
          </a:custGeom>
          <a:solidFill>
            <a:srgbClr val="D9D9D9"/>
          </a:solidFill>
        </p:spPr>
        <p:txBody>
          <a:bodyPr wrap="square" tIns="1097280">
            <a:noAutofit/>
          </a:bodyPr>
          <a:lstStyle>
            <a:lvl1pPr marL="0" marR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tx1"/>
              </a:buClr>
              <a:buSzTx/>
              <a:buFont typeface="Arial" panose="020B0604020202020204" pitchFamily="34" charset="0"/>
              <a:buNone/>
              <a:tabLst/>
              <a:defRPr sz="1400"/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1200"/>
              </a:spcBef>
              <a:spcAft>
                <a:spcPts val="0"/>
              </a:spcAft>
              <a:buClr>
                <a:schemeClr val="tx1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Click icon to insert picture</a:t>
            </a:r>
            <a:br>
              <a:rPr lang="en-US"/>
            </a:br>
            <a:r>
              <a:rPr lang="en-US"/>
              <a:t>(minimum size 320 x 320 pixels)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DC2924F1-A0DC-49D4-96C4-A482D4DF75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229100" y="152400"/>
            <a:ext cx="7581902" cy="485335"/>
          </a:xfrm>
        </p:spPr>
        <p:txBody>
          <a:bodyPr/>
          <a:lstStyle/>
          <a:p>
            <a:r>
              <a:rPr lang="en-US" altLang="zh-CN"/>
              <a:t>Click to edit Master title style</a:t>
            </a:r>
            <a:endParaRPr lang="en-US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EA32D13B-5124-4E72-BA9F-FE8C6BFCCC0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EB1475D-EF5B-48A6-8CCB-3BD08F726926}" type="datetimeFigureOut">
              <a:rPr lang="en-US"/>
              <a:pPr/>
              <a:t>10/30/2026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DFA0BBFE-DFC3-45FF-B281-F9BC65C1B49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0B7E582E-199C-40D6-A654-4D49AF0C7DF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5A54F4-DB31-4FC5-B748-3F06867349C3}" type="slidenum">
              <a:rPr lang="en-US"/>
              <a:pPr/>
              <a:t>‹#›</a:t>
            </a:fld>
            <a:endParaRPr lang="en-US"/>
          </a:p>
        </p:txBody>
      </p:sp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C7104F46-245D-486A-B90A-2D0951EDC204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4229100" y="1383792"/>
            <a:ext cx="7581900" cy="4636008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add text or choose an icon below to insert other content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Text Placeholder 53">
            <a:extLst>
              <a:ext uri="{FF2B5EF4-FFF2-40B4-BE49-F238E27FC236}">
                <a16:creationId xmlns:a16="http://schemas.microsoft.com/office/drawing/2014/main" id="{EF7030FC-3432-442B-80CB-FA420E440CA9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229100" y="731530"/>
            <a:ext cx="7581898" cy="365739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1pPr>
            <a:lvl2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2pPr>
            <a:lvl3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3pPr>
            <a:lvl4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4pPr>
            <a:lvl5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5pPr>
            <a:lvl6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6pPr>
            <a:lvl7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7pPr>
            <a:lvl8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8pPr>
            <a:lvl9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9pPr>
          </a:lstStyle>
          <a:p>
            <a:pPr lvl="0"/>
            <a:r>
              <a:rPr lang="en-US"/>
              <a:t>Click to add subtitle</a:t>
            </a:r>
          </a:p>
        </p:txBody>
      </p:sp>
      <p:sp>
        <p:nvSpPr>
          <p:cNvPr id="16" name="Picture Placeholder 15">
            <a:extLst>
              <a:ext uri="{FF2B5EF4-FFF2-40B4-BE49-F238E27FC236}">
                <a16:creationId xmlns:a16="http://schemas.microsoft.com/office/drawing/2014/main" id="{5D6B7F4B-2B1B-4CC9-B4BE-A27597837E20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905996" y="1"/>
            <a:ext cx="2797176" cy="1905875"/>
          </a:xfrm>
          <a:custGeom>
            <a:avLst/>
            <a:gdLst>
              <a:gd name="connsiteX0" fmla="*/ 126450 w 2797176"/>
              <a:gd name="connsiteY0" fmla="*/ 0 h 1905875"/>
              <a:gd name="connsiteX1" fmla="*/ 2684933 w 2797176"/>
              <a:gd name="connsiteY1" fmla="*/ 0 h 1905875"/>
              <a:gd name="connsiteX2" fmla="*/ 2717681 w 2797176"/>
              <a:gd name="connsiteY2" fmla="*/ 86895 h 1905875"/>
              <a:gd name="connsiteX3" fmla="*/ 2791756 w 2797176"/>
              <a:gd name="connsiteY3" fmla="*/ 714556 h 1905875"/>
              <a:gd name="connsiteX4" fmla="*/ 1000720 w 2797176"/>
              <a:gd name="connsiteY4" fmla="*/ 1870727 h 1905875"/>
              <a:gd name="connsiteX5" fmla="*/ 35517 w 2797176"/>
              <a:gd name="connsiteY5" fmla="*/ 286156 h 1905875"/>
              <a:gd name="connsiteX6" fmla="*/ 119533 w 2797176"/>
              <a:gd name="connsiteY6" fmla="*/ 13646 h 19058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797176" h="1905875">
                <a:moveTo>
                  <a:pt x="126450" y="0"/>
                </a:moveTo>
                <a:lnTo>
                  <a:pt x="2684933" y="0"/>
                </a:lnTo>
                <a:lnTo>
                  <a:pt x="2717681" y="86895"/>
                </a:lnTo>
                <a:cubicBezTo>
                  <a:pt x="2783390" y="285509"/>
                  <a:pt x="2809500" y="500033"/>
                  <a:pt x="2791756" y="714556"/>
                </a:cubicBezTo>
                <a:cubicBezTo>
                  <a:pt x="2704013" y="1855245"/>
                  <a:pt x="1372347" y="1989443"/>
                  <a:pt x="1000720" y="1870727"/>
                </a:cubicBezTo>
                <a:cubicBezTo>
                  <a:pt x="-57390" y="1530069"/>
                  <a:pt x="-52226" y="776494"/>
                  <a:pt x="35517" y="286156"/>
                </a:cubicBezTo>
                <a:cubicBezTo>
                  <a:pt x="52937" y="191314"/>
                  <a:pt x="81487" y="100181"/>
                  <a:pt x="119533" y="13646"/>
                </a:cubicBezTo>
                <a:close/>
              </a:path>
            </a:pathLst>
          </a:custGeom>
          <a:solidFill>
            <a:srgbClr val="D9D9D9"/>
          </a:solidFill>
        </p:spPr>
        <p:txBody>
          <a:bodyPr wrap="square" tIns="365760">
            <a:noAutofit/>
          </a:bodyPr>
          <a:lstStyle>
            <a:lvl1pPr marL="0" marR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tx1"/>
              </a:buClr>
              <a:buSzTx/>
              <a:buFont typeface="Arial" panose="020B0604020202020204" pitchFamily="34" charset="0"/>
              <a:buNone/>
              <a:tabLst/>
              <a:defRPr sz="1400"/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1200"/>
              </a:spcBef>
              <a:spcAft>
                <a:spcPts val="0"/>
              </a:spcAft>
              <a:buClr>
                <a:schemeClr val="tx1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Click icon to insert picture</a:t>
            </a:r>
            <a:br>
              <a:rPr lang="en-US"/>
            </a:br>
            <a:r>
              <a:rPr lang="en-US"/>
              <a:t>(minimum size 320 x 320 pixels)</a:t>
            </a:r>
          </a:p>
        </p:txBody>
      </p:sp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DF9C56AD-BDF6-4DD3-BCC6-F6A6E7ADA300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905996" y="2082136"/>
            <a:ext cx="2797176" cy="2761803"/>
          </a:xfrm>
          <a:custGeom>
            <a:avLst/>
            <a:gdLst>
              <a:gd name="connsiteX0" fmla="*/ 1477210 w 2797176"/>
              <a:gd name="connsiteY0" fmla="*/ 25 h 2761803"/>
              <a:gd name="connsiteX1" fmla="*/ 1754298 w 2797176"/>
              <a:gd name="connsiteY1" fmla="*/ 32364 h 2761803"/>
              <a:gd name="connsiteX2" fmla="*/ 2791756 w 2797176"/>
              <a:gd name="connsiteY2" fmla="*/ 1570484 h 2761803"/>
              <a:gd name="connsiteX3" fmla="*/ 1000720 w 2797176"/>
              <a:gd name="connsiteY3" fmla="*/ 2726655 h 2761803"/>
              <a:gd name="connsiteX4" fmla="*/ 35517 w 2797176"/>
              <a:gd name="connsiteY4" fmla="*/ 1142084 h 2761803"/>
              <a:gd name="connsiteX5" fmla="*/ 1477210 w 2797176"/>
              <a:gd name="connsiteY5" fmla="*/ 25 h 27618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97176" h="2761803">
                <a:moveTo>
                  <a:pt x="1477210" y="25"/>
                </a:moveTo>
                <a:cubicBezTo>
                  <a:pt x="1570419" y="589"/>
                  <a:pt x="1663326" y="11073"/>
                  <a:pt x="1754298" y="32364"/>
                </a:cubicBezTo>
                <a:cubicBezTo>
                  <a:pt x="2456262" y="197531"/>
                  <a:pt x="2848535" y="884010"/>
                  <a:pt x="2791756" y="1570484"/>
                </a:cubicBezTo>
                <a:cubicBezTo>
                  <a:pt x="2704013" y="2711173"/>
                  <a:pt x="1372347" y="2845371"/>
                  <a:pt x="1000720" y="2726655"/>
                </a:cubicBezTo>
                <a:cubicBezTo>
                  <a:pt x="-57390" y="2385997"/>
                  <a:pt x="-52226" y="1632422"/>
                  <a:pt x="35517" y="1142084"/>
                </a:cubicBezTo>
                <a:cubicBezTo>
                  <a:pt x="157460" y="478187"/>
                  <a:pt x="824743" y="-3925"/>
                  <a:pt x="1477210" y="25"/>
                </a:cubicBezTo>
                <a:close/>
              </a:path>
            </a:pathLst>
          </a:custGeom>
          <a:solidFill>
            <a:srgbClr val="D9D9D9"/>
          </a:solidFill>
        </p:spPr>
        <p:txBody>
          <a:bodyPr wrap="square" tIns="731520">
            <a:noAutofit/>
          </a:bodyPr>
          <a:lstStyle>
            <a:lvl1pPr marL="0" marR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tx1"/>
              </a:buClr>
              <a:buSzTx/>
              <a:buFont typeface="Arial" panose="020B0604020202020204" pitchFamily="34" charset="0"/>
              <a:buNone/>
              <a:tabLst/>
              <a:defRPr sz="1400"/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1200"/>
              </a:spcBef>
              <a:spcAft>
                <a:spcPts val="0"/>
              </a:spcAft>
              <a:buClr>
                <a:schemeClr val="tx1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Click icon to insert picture</a:t>
            </a:r>
            <a:br>
              <a:rPr lang="en-US"/>
            </a:br>
            <a:r>
              <a:rPr lang="en-US"/>
              <a:t>(minimum size 320 x 320 pixels)</a:t>
            </a:r>
          </a:p>
        </p:txBody>
      </p:sp>
    </p:spTree>
    <p:extLst>
      <p:ext uri="{BB962C8B-B14F-4D97-AF65-F5344CB8AC3E}">
        <p14:creationId xmlns:p14="http://schemas.microsoft.com/office/powerpoint/2010/main" val="1481969106"/>
      </p:ext>
    </p:extLst>
  </p:cSld>
  <p:clrMapOvr>
    <a:masterClrMapping/>
  </p:clrMapOvr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ircle Picture with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10">
            <a:extLst>
              <a:ext uri="{FF2B5EF4-FFF2-40B4-BE49-F238E27FC236}">
                <a16:creationId xmlns:a16="http://schemas.microsoft.com/office/drawing/2014/main" id="{A2733906-1C03-4012-B214-1CE93389DA79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0" y="2"/>
            <a:ext cx="5266036" cy="6857999"/>
          </a:xfrm>
          <a:custGeom>
            <a:avLst/>
            <a:gdLst>
              <a:gd name="connsiteX0" fmla="*/ 0 w 5266036"/>
              <a:gd name="connsiteY0" fmla="*/ 0 h 6857999"/>
              <a:gd name="connsiteX1" fmla="*/ 3014696 w 5266036"/>
              <a:gd name="connsiteY1" fmla="*/ 0 h 6857999"/>
              <a:gd name="connsiteX2" fmla="*/ 3040982 w 5266036"/>
              <a:gd name="connsiteY2" fmla="*/ 11408 h 6857999"/>
              <a:gd name="connsiteX3" fmla="*/ 5250901 w 5266036"/>
              <a:gd name="connsiteY3" fmla="*/ 4085922 h 6857999"/>
              <a:gd name="connsiteX4" fmla="*/ 3435696 w 5266036"/>
              <a:gd name="connsiteY4" fmla="*/ 6839477 h 6857999"/>
              <a:gd name="connsiteX5" fmla="*/ 3398838 w 5266036"/>
              <a:gd name="connsiteY5" fmla="*/ 6857999 h 6857999"/>
              <a:gd name="connsiteX6" fmla="*/ 0 w 5266036"/>
              <a:gd name="connsiteY6" fmla="*/ 6857999 h 6857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266036" h="6857999">
                <a:moveTo>
                  <a:pt x="0" y="0"/>
                </a:moveTo>
                <a:lnTo>
                  <a:pt x="3014696" y="0"/>
                </a:lnTo>
                <a:lnTo>
                  <a:pt x="3040982" y="11408"/>
                </a:lnTo>
                <a:cubicBezTo>
                  <a:pt x="4562919" y="717837"/>
                  <a:pt x="5390071" y="2397951"/>
                  <a:pt x="5250901" y="4085922"/>
                </a:cubicBezTo>
                <a:cubicBezTo>
                  <a:pt x="5138669" y="5484335"/>
                  <a:pt x="4361602" y="6343612"/>
                  <a:pt x="3435696" y="6839477"/>
                </a:cubicBezTo>
                <a:lnTo>
                  <a:pt x="3398838" y="6857999"/>
                </a:lnTo>
                <a:lnTo>
                  <a:pt x="0" y="6857999"/>
                </a:lnTo>
                <a:close/>
              </a:path>
            </a:pathLst>
          </a:custGeom>
          <a:solidFill>
            <a:srgbClr val="D9D9D9"/>
          </a:solidFill>
        </p:spPr>
        <p:txBody>
          <a:bodyPr wrap="square" tIns="3657600">
            <a:noAutofit/>
          </a:bodyPr>
          <a:lstStyle>
            <a:lvl1pPr marL="0" marR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tx1"/>
              </a:buClr>
              <a:buSzTx/>
              <a:buFont typeface="Arial" panose="020B0604020202020204" pitchFamily="34" charset="0"/>
              <a:buNone/>
              <a:tabLst/>
              <a:defRPr sz="1600"/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1200"/>
              </a:spcBef>
              <a:spcAft>
                <a:spcPts val="0"/>
              </a:spcAft>
              <a:buClr>
                <a:schemeClr val="tx1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Click icon to insert picture</a:t>
            </a:r>
            <a:br>
              <a:rPr lang="en-US"/>
            </a:br>
            <a:r>
              <a:rPr lang="en-US"/>
              <a:t>(minimum recommended size for </a:t>
            </a:r>
            <a:br>
              <a:rPr lang="en-US"/>
            </a:br>
            <a:r>
              <a:rPr lang="en-US"/>
              <a:t>half slide image is 640 x 720 pixels)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18AEA02C-1880-4C71-86A6-34ED8A6721F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0" y="152400"/>
            <a:ext cx="5715002" cy="901700"/>
          </a:xfrm>
        </p:spPr>
        <p:txBody>
          <a:bodyPr/>
          <a:lstStyle>
            <a:lvl1pPr>
              <a:defRPr/>
            </a:lvl1pPr>
          </a:lstStyle>
          <a:p>
            <a:r>
              <a:rPr lang="en-US" altLang="zh-CN"/>
              <a:t>Click to edit Master title style</a:t>
            </a:r>
            <a:endParaRPr lang="en-US"/>
          </a:p>
        </p:txBody>
      </p:sp>
      <p:sp>
        <p:nvSpPr>
          <p:cNvPr id="8" name="Content Placeholder 7">
            <a:extLst>
              <a:ext uri="{FF2B5EF4-FFF2-40B4-BE49-F238E27FC236}">
                <a16:creationId xmlns:a16="http://schemas.microsoft.com/office/drawing/2014/main" id="{720C5055-7E08-43F9-85F7-AF9A137CF041}"/>
              </a:ext>
            </a:extLst>
          </p:cNvPr>
          <p:cNvSpPr>
            <a:spLocks noGrp="1"/>
          </p:cNvSpPr>
          <p:nvPr>
            <p:ph sz="quarter" idx="14" hasCustomPrompt="1"/>
          </p:nvPr>
        </p:nvSpPr>
        <p:spPr>
          <a:xfrm>
            <a:off x="6096000" y="1383792"/>
            <a:ext cx="5715000" cy="4636008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add text or choose an icon below to insert other content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429680137"/>
      </p:ext>
    </p:extLst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quare Picture with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273CA62-557B-4233-A280-B632FDE7EB4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1001" y="152400"/>
            <a:ext cx="11430001" cy="485335"/>
          </a:xfrm>
        </p:spPr>
        <p:txBody>
          <a:bodyPr/>
          <a:lstStyle/>
          <a:p>
            <a:r>
              <a:rPr lang="en-US" altLang="zh-CN"/>
              <a:t>Click to edit Master title style</a:t>
            </a:r>
            <a:endParaRPr lang="en-US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23477033-05D8-4136-947B-33FDFE0937F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EB1475D-EF5B-48A6-8CCB-3BD08F726926}" type="datetimeFigureOut">
              <a:rPr lang="en-US"/>
              <a:pPr/>
              <a:t>10/30/2026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94ABE26E-7618-4F78-8596-2A31C0BCE0C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44B0F7D-C1BE-4FF4-8D9C-4EB1E876039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5A54F4-DB31-4FC5-B748-3F06867349C3}" type="slidenum">
              <a:rPr lang="en-US"/>
              <a:pPr/>
              <a:t>‹#›</a:t>
            </a:fld>
            <a:endParaRPr lang="en-US"/>
          </a:p>
        </p:txBody>
      </p:sp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9CAA4CE7-2E79-487E-9FB0-5C7F0E926C22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381000" y="1383792"/>
            <a:ext cx="6400800" cy="4636008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add text or choose an icon below to insert other content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Text Placeholder 53">
            <a:extLst>
              <a:ext uri="{FF2B5EF4-FFF2-40B4-BE49-F238E27FC236}">
                <a16:creationId xmlns:a16="http://schemas.microsoft.com/office/drawing/2014/main" id="{734CE9CF-0E3B-470F-87D6-C69D18AB3E08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381001" y="731530"/>
            <a:ext cx="6400799" cy="365739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1pPr>
            <a:lvl2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2pPr>
            <a:lvl3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3pPr>
            <a:lvl4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4pPr>
            <a:lvl5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5pPr>
            <a:lvl6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6pPr>
            <a:lvl7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7pPr>
            <a:lvl8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8pPr>
            <a:lvl9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9pPr>
          </a:lstStyle>
          <a:p>
            <a:pPr lvl="0"/>
            <a:r>
              <a:rPr lang="en-US"/>
              <a:t>Click to add subtitle</a:t>
            </a:r>
          </a:p>
        </p:txBody>
      </p:sp>
      <p:sp>
        <p:nvSpPr>
          <p:cNvPr id="12" name="Picture Placeholder 11">
            <a:extLst>
              <a:ext uri="{FF2B5EF4-FFF2-40B4-BE49-F238E27FC236}">
                <a16:creationId xmlns:a16="http://schemas.microsoft.com/office/drawing/2014/main" id="{111A1073-7FE1-4F7F-8031-C3C041EB8AF5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6986761" y="862564"/>
            <a:ext cx="4851030" cy="5081476"/>
          </a:xfrm>
          <a:custGeom>
            <a:avLst/>
            <a:gdLst>
              <a:gd name="connsiteX0" fmla="*/ 4603651 w 4851030"/>
              <a:gd name="connsiteY0" fmla="*/ 0 h 5081476"/>
              <a:gd name="connsiteX1" fmla="*/ 4827723 w 4851030"/>
              <a:gd name="connsiteY1" fmla="*/ 669963 h 5081476"/>
              <a:gd name="connsiteX2" fmla="*/ 4837903 w 4851030"/>
              <a:gd name="connsiteY2" fmla="*/ 2094980 h 5081476"/>
              <a:gd name="connsiteX3" fmla="*/ 4848093 w 4851030"/>
              <a:gd name="connsiteY3" fmla="*/ 3169064 h 5081476"/>
              <a:gd name="connsiteX4" fmla="*/ 4848093 w 4851030"/>
              <a:gd name="connsiteY4" fmla="*/ 3913475 h 5081476"/>
              <a:gd name="connsiteX5" fmla="*/ 4817532 w 4851030"/>
              <a:gd name="connsiteY5" fmla="*/ 4838667 h 5081476"/>
              <a:gd name="connsiteX6" fmla="*/ 4471241 w 4851030"/>
              <a:gd name="connsiteY6" fmla="*/ 5008818 h 5081476"/>
              <a:gd name="connsiteX7" fmla="*/ 4114767 w 4851030"/>
              <a:gd name="connsiteY7" fmla="*/ 5019457 h 5081476"/>
              <a:gd name="connsiteX8" fmla="*/ 3748105 w 4851030"/>
              <a:gd name="connsiteY8" fmla="*/ 5072624 h 5081476"/>
              <a:gd name="connsiteX9" fmla="*/ 998137 w 4851030"/>
              <a:gd name="connsiteY9" fmla="*/ 5030086 h 5081476"/>
              <a:gd name="connsiteX10" fmla="*/ 488884 w 4851030"/>
              <a:gd name="connsiteY10" fmla="*/ 4976920 h 5081476"/>
              <a:gd name="connsiteX11" fmla="*/ 81481 w 4851030"/>
              <a:gd name="connsiteY11" fmla="*/ 4742962 h 5081476"/>
              <a:gd name="connsiteX12" fmla="*/ 40741 w 4851030"/>
              <a:gd name="connsiteY12" fmla="*/ 3679517 h 5081476"/>
              <a:gd name="connsiteX13" fmla="*/ 20371 w 4851030"/>
              <a:gd name="connsiteY13" fmla="*/ 2084351 h 5081476"/>
              <a:gd name="connsiteX14" fmla="*/ 0 w 4851030"/>
              <a:gd name="connsiteY14" fmla="*/ 1552629 h 5081476"/>
              <a:gd name="connsiteX15" fmla="*/ 20371 w 4851030"/>
              <a:gd name="connsiteY15" fmla="*/ 723142 h 5081476"/>
              <a:gd name="connsiteX16" fmla="*/ 30551 w 4851030"/>
              <a:gd name="connsiteY16" fmla="*/ 457275 h 5081476"/>
              <a:gd name="connsiteX17" fmla="*/ 71291 w 4851030"/>
              <a:gd name="connsiteY17" fmla="*/ 74435 h 5081476"/>
              <a:gd name="connsiteX18" fmla="*/ 2261085 w 4851030"/>
              <a:gd name="connsiteY18" fmla="*/ 42537 h 5081476"/>
              <a:gd name="connsiteX19" fmla="*/ 3554584 w 4851030"/>
              <a:gd name="connsiteY19" fmla="*/ 31898 h 5081476"/>
              <a:gd name="connsiteX20" fmla="*/ 4603651 w 4851030"/>
              <a:gd name="connsiteY20" fmla="*/ 0 h 50814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4851030" h="5081476">
                <a:moveTo>
                  <a:pt x="4603651" y="0"/>
                </a:moveTo>
                <a:cubicBezTo>
                  <a:pt x="4868463" y="0"/>
                  <a:pt x="4827723" y="340302"/>
                  <a:pt x="4827723" y="669963"/>
                </a:cubicBezTo>
                <a:cubicBezTo>
                  <a:pt x="4817532" y="1148520"/>
                  <a:pt x="4858273" y="1616435"/>
                  <a:pt x="4837903" y="2094980"/>
                </a:cubicBezTo>
                <a:cubicBezTo>
                  <a:pt x="4827723" y="2445922"/>
                  <a:pt x="4858273" y="2818122"/>
                  <a:pt x="4848093" y="3169064"/>
                </a:cubicBezTo>
                <a:cubicBezTo>
                  <a:pt x="4837903" y="3413650"/>
                  <a:pt x="4858273" y="3668878"/>
                  <a:pt x="4848093" y="3913475"/>
                </a:cubicBezTo>
                <a:cubicBezTo>
                  <a:pt x="4837903" y="4158061"/>
                  <a:pt x="4858273" y="4519633"/>
                  <a:pt x="4817532" y="4838667"/>
                </a:cubicBezTo>
                <a:cubicBezTo>
                  <a:pt x="4797162" y="4966279"/>
                  <a:pt x="4613831" y="4987548"/>
                  <a:pt x="4471241" y="5008818"/>
                </a:cubicBezTo>
                <a:cubicBezTo>
                  <a:pt x="4389759" y="5019457"/>
                  <a:pt x="4236989" y="4998188"/>
                  <a:pt x="4114767" y="5019457"/>
                </a:cubicBezTo>
                <a:cubicBezTo>
                  <a:pt x="4023097" y="5040726"/>
                  <a:pt x="3849956" y="5072624"/>
                  <a:pt x="3748105" y="5072624"/>
                </a:cubicBezTo>
                <a:cubicBezTo>
                  <a:pt x="2709228" y="5104533"/>
                  <a:pt x="2199975" y="5040726"/>
                  <a:pt x="998137" y="5030086"/>
                </a:cubicBezTo>
                <a:cubicBezTo>
                  <a:pt x="886096" y="5030086"/>
                  <a:pt x="733325" y="5030086"/>
                  <a:pt x="488884" y="4976920"/>
                </a:cubicBezTo>
                <a:cubicBezTo>
                  <a:pt x="264812" y="4934382"/>
                  <a:pt x="152771" y="4976920"/>
                  <a:pt x="81481" y="4742962"/>
                </a:cubicBezTo>
                <a:cubicBezTo>
                  <a:pt x="20371" y="4551542"/>
                  <a:pt x="50920" y="3924104"/>
                  <a:pt x="40741" y="3679517"/>
                </a:cubicBezTo>
                <a:cubicBezTo>
                  <a:pt x="20371" y="3126526"/>
                  <a:pt x="20371" y="2743686"/>
                  <a:pt x="20371" y="2084351"/>
                </a:cubicBezTo>
                <a:lnTo>
                  <a:pt x="0" y="1552629"/>
                </a:lnTo>
                <a:cubicBezTo>
                  <a:pt x="50920" y="1254863"/>
                  <a:pt x="-30560" y="1031534"/>
                  <a:pt x="20371" y="723142"/>
                </a:cubicBezTo>
                <a:cubicBezTo>
                  <a:pt x="30551" y="616798"/>
                  <a:pt x="30551" y="627426"/>
                  <a:pt x="30551" y="457275"/>
                </a:cubicBezTo>
                <a:cubicBezTo>
                  <a:pt x="30551" y="393469"/>
                  <a:pt x="-31630" y="221930"/>
                  <a:pt x="71291" y="74435"/>
                </a:cubicBezTo>
                <a:cubicBezTo>
                  <a:pt x="358675" y="-52826"/>
                  <a:pt x="1476830" y="42537"/>
                  <a:pt x="2261085" y="42537"/>
                </a:cubicBezTo>
                <a:cubicBezTo>
                  <a:pt x="2658297" y="42537"/>
                  <a:pt x="3167551" y="21269"/>
                  <a:pt x="3554584" y="31898"/>
                </a:cubicBezTo>
                <a:cubicBezTo>
                  <a:pt x="3676805" y="42537"/>
                  <a:pt x="4481430" y="0"/>
                  <a:pt x="4603651" y="0"/>
                </a:cubicBezTo>
                <a:close/>
              </a:path>
            </a:pathLst>
          </a:custGeom>
          <a:solidFill>
            <a:srgbClr val="D9D9D9"/>
          </a:solidFill>
        </p:spPr>
        <p:txBody>
          <a:bodyPr wrap="square" tIns="1554480">
            <a:noAutofit/>
          </a:bodyPr>
          <a:lstStyle>
            <a:lvl1pPr marL="0" marR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tx1"/>
              </a:buClr>
              <a:buSzTx/>
              <a:buFont typeface="Arial" panose="020B0604020202020204" pitchFamily="34" charset="0"/>
              <a:buNone/>
              <a:tabLst/>
              <a:defRPr sz="1600"/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1200"/>
              </a:spcBef>
              <a:spcAft>
                <a:spcPts val="0"/>
              </a:spcAft>
              <a:buClr>
                <a:schemeClr val="tx1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Click icon to insert picture</a:t>
            </a:r>
            <a:br>
              <a:rPr lang="en-US"/>
            </a:br>
            <a:r>
              <a:rPr lang="en-US"/>
              <a:t>(minimum recommended size for </a:t>
            </a:r>
            <a:br>
              <a:rPr lang="en-US"/>
            </a:br>
            <a:r>
              <a:rPr lang="en-US"/>
              <a:t>half slide image is 640 x 720 pixels)</a:t>
            </a:r>
          </a:p>
        </p:txBody>
      </p:sp>
    </p:spTree>
    <p:extLst>
      <p:ext uri="{BB962C8B-B14F-4D97-AF65-F5344CB8AC3E}">
        <p14:creationId xmlns:p14="http://schemas.microsoft.com/office/powerpoint/2010/main" val="841820025"/>
      </p:ext>
    </p:extLst>
  </p:cSld>
  <p:clrMapOvr>
    <a:masterClrMapping/>
  </p:clrMapOvr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Full Picture with Circle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: Shape 6">
            <a:extLst>
              <a:ext uri="{FF2B5EF4-FFF2-40B4-BE49-F238E27FC236}">
                <a16:creationId xmlns:a16="http://schemas.microsoft.com/office/drawing/2014/main" id="{B66CA63B-C1B1-43E5-8904-2600EAA42658}"/>
              </a:ext>
            </a:extLst>
          </p:cNvPr>
          <p:cNvSpPr/>
          <p:nvPr/>
        </p:nvSpPr>
        <p:spPr bwMode="ltGray">
          <a:xfrm>
            <a:off x="10451952" y="5963196"/>
            <a:ext cx="1606316" cy="894804"/>
          </a:xfrm>
          <a:custGeom>
            <a:avLst/>
            <a:gdLst>
              <a:gd name="connsiteX0" fmla="*/ 838774 w 1585477"/>
              <a:gd name="connsiteY0" fmla="*/ 14 h 883197"/>
              <a:gd name="connsiteX1" fmla="*/ 996107 w 1585477"/>
              <a:gd name="connsiteY1" fmla="*/ 18377 h 883197"/>
              <a:gd name="connsiteX2" fmla="*/ 1585477 w 1585477"/>
              <a:gd name="connsiteY2" fmla="*/ 746145 h 883197"/>
              <a:gd name="connsiteX3" fmla="*/ 1585202 w 1585477"/>
              <a:gd name="connsiteY3" fmla="*/ 883197 h 883197"/>
              <a:gd name="connsiteX4" fmla="*/ 695 w 1585477"/>
              <a:gd name="connsiteY4" fmla="*/ 883197 h 883197"/>
              <a:gd name="connsiteX5" fmla="*/ 294 w 1585477"/>
              <a:gd name="connsiteY5" fmla="*/ 879328 h 883197"/>
              <a:gd name="connsiteX6" fmla="*/ 20167 w 1585477"/>
              <a:gd name="connsiteY6" fmla="*/ 648487 h 883197"/>
              <a:gd name="connsiteX7" fmla="*/ 838774 w 1585477"/>
              <a:gd name="connsiteY7" fmla="*/ 14 h 883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585477" h="883197">
                <a:moveTo>
                  <a:pt x="838774" y="14"/>
                </a:moveTo>
                <a:cubicBezTo>
                  <a:pt x="891699" y="335"/>
                  <a:pt x="944452" y="6288"/>
                  <a:pt x="996107" y="18377"/>
                </a:cubicBezTo>
                <a:cubicBezTo>
                  <a:pt x="1344865" y="100437"/>
                  <a:pt x="1558993" y="409128"/>
                  <a:pt x="1585477" y="746145"/>
                </a:cubicBezTo>
                <a:lnTo>
                  <a:pt x="1585202" y="883197"/>
                </a:lnTo>
                <a:lnTo>
                  <a:pt x="695" y="883197"/>
                </a:lnTo>
                <a:lnTo>
                  <a:pt x="294" y="879328"/>
                </a:lnTo>
                <a:cubicBezTo>
                  <a:pt x="-1813" y="797038"/>
                  <a:pt x="7712" y="718092"/>
                  <a:pt x="20167" y="648487"/>
                </a:cubicBezTo>
                <a:cubicBezTo>
                  <a:pt x="89408" y="271519"/>
                  <a:pt x="468297" y="-2229"/>
                  <a:pt x="838774" y="14"/>
                </a:cubicBezTo>
                <a:close/>
              </a:path>
            </a:pathLst>
          </a:custGeom>
          <a:solidFill>
            <a:srgbClr val="4F2170"/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>
              <a:lnSpc>
                <a:spcPct val="90000"/>
              </a:lnSpc>
            </a:pPr>
            <a:endParaRPr lang="en-US">
              <a:solidFill>
                <a:schemeClr val="bg1"/>
              </a:solidFill>
            </a:endParaRPr>
          </a:p>
        </p:txBody>
      </p:sp>
      <p:sp>
        <p:nvSpPr>
          <p:cNvPr id="56" name="Picture Placeholder 55">
            <a:extLst>
              <a:ext uri="{FF2B5EF4-FFF2-40B4-BE49-F238E27FC236}">
                <a16:creationId xmlns:a16="http://schemas.microsoft.com/office/drawing/2014/main" id="{A5EAFFDE-7D79-4F83-9864-FE3F4E8DFC8B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0" y="0"/>
            <a:ext cx="12192000" cy="6858000"/>
          </a:xfrm>
          <a:custGeom>
            <a:avLst/>
            <a:gdLst>
              <a:gd name="connsiteX0" fmla="*/ 0 w 12192000"/>
              <a:gd name="connsiteY0" fmla="*/ 0 h 6858000"/>
              <a:gd name="connsiteX1" fmla="*/ 12192000 w 12192000"/>
              <a:gd name="connsiteY1" fmla="*/ 0 h 6858000"/>
              <a:gd name="connsiteX2" fmla="*/ 12192000 w 12192000"/>
              <a:gd name="connsiteY2" fmla="*/ 2 h 6858000"/>
              <a:gd name="connsiteX3" fmla="*/ 7663103 w 12192000"/>
              <a:gd name="connsiteY3" fmla="*/ 2 h 6858000"/>
              <a:gd name="connsiteX4" fmla="*/ 7480204 w 12192000"/>
              <a:gd name="connsiteY4" fmla="*/ 153025 h 6858000"/>
              <a:gd name="connsiteX5" fmla="*/ 6428049 w 12192000"/>
              <a:gd name="connsiteY5" fmla="*/ 1989352 h 6858000"/>
              <a:gd name="connsiteX6" fmla="*/ 8885900 w 12192000"/>
              <a:gd name="connsiteY6" fmla="*/ 5978297 h 6858000"/>
              <a:gd name="connsiteX7" fmla="*/ 12154972 w 12192000"/>
              <a:gd name="connsiteY7" fmla="*/ 5329397 h 6858000"/>
              <a:gd name="connsiteX8" fmla="*/ 12192000 w 12192000"/>
              <a:gd name="connsiteY8" fmla="*/ 5302368 h 6858000"/>
              <a:gd name="connsiteX9" fmla="*/ 12192000 w 12192000"/>
              <a:gd name="connsiteY9" fmla="*/ 6858000 h 6858000"/>
              <a:gd name="connsiteX10" fmla="*/ 12047573 w 12192000"/>
              <a:gd name="connsiteY10" fmla="*/ 6858000 h 6858000"/>
              <a:gd name="connsiteX11" fmla="*/ 12047848 w 12192000"/>
              <a:gd name="connsiteY11" fmla="*/ 6720949 h 6858000"/>
              <a:gd name="connsiteX12" fmla="*/ 11458478 w 12192000"/>
              <a:gd name="connsiteY12" fmla="*/ 5993181 h 6858000"/>
              <a:gd name="connsiteX13" fmla="*/ 11301145 w 12192000"/>
              <a:gd name="connsiteY13" fmla="*/ 5974818 h 6858000"/>
              <a:gd name="connsiteX14" fmla="*/ 10482538 w 12192000"/>
              <a:gd name="connsiteY14" fmla="*/ 6623291 h 6858000"/>
              <a:gd name="connsiteX15" fmla="*/ 10462665 w 12192000"/>
              <a:gd name="connsiteY15" fmla="*/ 6854132 h 6858000"/>
              <a:gd name="connsiteX16" fmla="*/ 10463066 w 12192000"/>
              <a:gd name="connsiteY16" fmla="*/ 6858000 h 6858000"/>
              <a:gd name="connsiteX17" fmla="*/ 0 w 12192000"/>
              <a:gd name="connsiteY17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12192000" h="6858000">
                <a:moveTo>
                  <a:pt x="0" y="0"/>
                </a:moveTo>
                <a:lnTo>
                  <a:pt x="12192000" y="0"/>
                </a:lnTo>
                <a:lnTo>
                  <a:pt x="12192000" y="2"/>
                </a:lnTo>
                <a:lnTo>
                  <a:pt x="7663103" y="2"/>
                </a:lnTo>
                <a:lnTo>
                  <a:pt x="7480204" y="153025"/>
                </a:lnTo>
                <a:cubicBezTo>
                  <a:pt x="6949276" y="640885"/>
                  <a:pt x="6561130" y="1273092"/>
                  <a:pt x="6428049" y="1989352"/>
                </a:cubicBezTo>
                <a:cubicBezTo>
                  <a:pt x="6204615" y="3223711"/>
                  <a:pt x="6191465" y="5120738"/>
                  <a:pt x="8885900" y="5978297"/>
                </a:cubicBezTo>
                <a:cubicBezTo>
                  <a:pt x="9477360" y="6165081"/>
                  <a:pt x="11023781" y="6103162"/>
                  <a:pt x="12154972" y="5329397"/>
                </a:cubicBezTo>
                <a:lnTo>
                  <a:pt x="12192000" y="5302368"/>
                </a:lnTo>
                <a:lnTo>
                  <a:pt x="12192000" y="6858000"/>
                </a:lnTo>
                <a:lnTo>
                  <a:pt x="12047573" y="6858000"/>
                </a:lnTo>
                <a:lnTo>
                  <a:pt x="12047848" y="6720949"/>
                </a:lnTo>
                <a:cubicBezTo>
                  <a:pt x="12021364" y="6383932"/>
                  <a:pt x="11807236" y="6075241"/>
                  <a:pt x="11458478" y="5993181"/>
                </a:cubicBezTo>
                <a:cubicBezTo>
                  <a:pt x="11406823" y="5981092"/>
                  <a:pt x="11354070" y="5975139"/>
                  <a:pt x="11301145" y="5974818"/>
                </a:cubicBezTo>
                <a:cubicBezTo>
                  <a:pt x="10930668" y="5972575"/>
                  <a:pt x="10551779" y="6246323"/>
                  <a:pt x="10482538" y="6623291"/>
                </a:cubicBezTo>
                <a:cubicBezTo>
                  <a:pt x="10470083" y="6692896"/>
                  <a:pt x="10460558" y="6771842"/>
                  <a:pt x="10462665" y="6854132"/>
                </a:cubicBezTo>
                <a:lnTo>
                  <a:pt x="10463066" y="6858000"/>
                </a:lnTo>
                <a:lnTo>
                  <a:pt x="0" y="6858000"/>
                </a:lnTo>
                <a:close/>
              </a:path>
            </a:pathLst>
          </a:custGeom>
          <a:solidFill>
            <a:srgbClr val="D9D9D9"/>
          </a:solidFill>
        </p:spPr>
        <p:txBody>
          <a:bodyPr wrap="square" lIns="0" rIns="3474720" anchor="ctr" anchorCtr="0">
            <a:noAutofit/>
          </a:bodyPr>
          <a:lstStyle>
            <a:lvl1pPr marL="0" marR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tx1"/>
              </a:buClr>
              <a:buSzTx/>
              <a:buFont typeface="Arial" panose="020B0604020202020204" pitchFamily="34" charset="0"/>
              <a:buNone/>
              <a:tabLst/>
              <a:defRPr sz="1600"/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1200"/>
              </a:spcBef>
              <a:spcAft>
                <a:spcPts val="0"/>
              </a:spcAft>
              <a:buClr>
                <a:schemeClr val="tx1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Click icon to insert picture</a:t>
            </a:r>
            <a:br>
              <a:rPr lang="en-US"/>
            </a:br>
            <a:r>
              <a:rPr lang="en-US"/>
              <a:t>(minimum recommended size for </a:t>
            </a:r>
            <a:br>
              <a:rPr lang="en-US"/>
            </a:br>
            <a:r>
              <a:rPr lang="en-US"/>
              <a:t>full slide image is 1280 x 720 pixels)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054D87F-D170-4CA6-B8DB-A068AAB2EE6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184556" y="909045"/>
            <a:ext cx="4626444" cy="841828"/>
          </a:xfrm>
        </p:spPr>
        <p:txBody>
          <a:bodyPr/>
          <a:lstStyle/>
          <a:p>
            <a:r>
              <a:rPr lang="en-US" altLang="zh-CN"/>
              <a:t>Click to edit Master title style</a:t>
            </a:r>
            <a:endParaRPr lang="en-US"/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DBB3B4C9-10AF-4C1C-BD4C-19B5526DA837}"/>
              </a:ext>
            </a:extLst>
          </p:cNvPr>
          <p:cNvGrpSpPr>
            <a:grpSpLocks noChangeAspect="1"/>
          </p:cNvGrpSpPr>
          <p:nvPr/>
        </p:nvGrpSpPr>
        <p:grpSpPr>
          <a:xfrm>
            <a:off x="10676779" y="6205751"/>
            <a:ext cx="1143000" cy="440144"/>
            <a:chOff x="2078951" y="1888610"/>
            <a:chExt cx="8030200" cy="3092248"/>
          </a:xfrm>
          <a:solidFill>
            <a:srgbClr val="FFFFFF"/>
          </a:solidFill>
        </p:grpSpPr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2AA55965-C91C-46A8-84D3-9426B2920951}"/>
                </a:ext>
              </a:extLst>
            </p:cNvPr>
            <p:cNvSpPr/>
            <p:nvPr/>
          </p:nvSpPr>
          <p:spPr>
            <a:xfrm>
              <a:off x="2078951" y="2872694"/>
              <a:ext cx="951880" cy="652717"/>
            </a:xfrm>
            <a:custGeom>
              <a:avLst/>
              <a:gdLst>
                <a:gd name="connsiteX0" fmla="*/ 903041 w 951880"/>
                <a:gd name="connsiteY0" fmla="*/ 330574 h 652717"/>
                <a:gd name="connsiteX1" fmla="*/ 780656 w 951880"/>
                <a:gd name="connsiteY1" fmla="*/ 379528 h 652717"/>
                <a:gd name="connsiteX2" fmla="*/ 598439 w 951880"/>
                <a:gd name="connsiteY2" fmla="*/ 311537 h 652717"/>
                <a:gd name="connsiteX3" fmla="*/ 505970 w 951880"/>
                <a:gd name="connsiteY3" fmla="*/ 164675 h 652717"/>
                <a:gd name="connsiteX4" fmla="*/ 266640 w 951880"/>
                <a:gd name="connsiteY4" fmla="*/ 61329 h 652717"/>
                <a:gd name="connsiteX5" fmla="*/ 103461 w 951880"/>
                <a:gd name="connsiteY5" fmla="*/ 458398 h 652717"/>
                <a:gd name="connsiteX6" fmla="*/ 756179 w 951880"/>
                <a:gd name="connsiteY6" fmla="*/ 485595 h 652717"/>
                <a:gd name="connsiteX7" fmla="*/ 903041 w 951880"/>
                <a:gd name="connsiteY7" fmla="*/ 330574 h 65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51880" h="652717">
                  <a:moveTo>
                    <a:pt x="903041" y="330574"/>
                  </a:moveTo>
                  <a:cubicBezTo>
                    <a:pt x="867685" y="363210"/>
                    <a:pt x="813292" y="374089"/>
                    <a:pt x="780656" y="379528"/>
                  </a:cubicBezTo>
                  <a:cubicBezTo>
                    <a:pt x="712664" y="387687"/>
                    <a:pt x="641953" y="365930"/>
                    <a:pt x="598439" y="311537"/>
                  </a:cubicBezTo>
                  <a:cubicBezTo>
                    <a:pt x="563083" y="268022"/>
                    <a:pt x="544046" y="210910"/>
                    <a:pt x="505970" y="164675"/>
                  </a:cubicBezTo>
                  <a:cubicBezTo>
                    <a:pt x="448858" y="93964"/>
                    <a:pt x="359109" y="45011"/>
                    <a:pt x="266640" y="61329"/>
                  </a:cubicBezTo>
                  <a:cubicBezTo>
                    <a:pt x="81704" y="93964"/>
                    <a:pt x="114" y="308817"/>
                    <a:pt x="103461" y="458398"/>
                  </a:cubicBezTo>
                  <a:cubicBezTo>
                    <a:pt x="253042" y="670531"/>
                    <a:pt x="584840" y="635176"/>
                    <a:pt x="756179" y="485595"/>
                  </a:cubicBezTo>
                  <a:cubicBezTo>
                    <a:pt x="813292" y="442080"/>
                    <a:pt x="862246" y="390407"/>
                    <a:pt x="903041" y="33057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FA7C3306-5AFD-4197-B039-52B9B3D0AC6E}"/>
                </a:ext>
              </a:extLst>
            </p:cNvPr>
            <p:cNvSpPr/>
            <p:nvPr/>
          </p:nvSpPr>
          <p:spPr>
            <a:xfrm>
              <a:off x="9151831" y="2872694"/>
              <a:ext cx="951880" cy="652717"/>
            </a:xfrm>
            <a:custGeom>
              <a:avLst/>
              <a:gdLst>
                <a:gd name="connsiteX0" fmla="*/ 58178 w 951880"/>
                <a:gd name="connsiteY0" fmla="*/ 330574 h 652717"/>
                <a:gd name="connsiteX1" fmla="*/ 180563 w 951880"/>
                <a:gd name="connsiteY1" fmla="*/ 379528 h 652717"/>
                <a:gd name="connsiteX2" fmla="*/ 362780 w 951880"/>
                <a:gd name="connsiteY2" fmla="*/ 311537 h 652717"/>
                <a:gd name="connsiteX3" fmla="*/ 455249 w 951880"/>
                <a:gd name="connsiteY3" fmla="*/ 164675 h 652717"/>
                <a:gd name="connsiteX4" fmla="*/ 694578 w 951880"/>
                <a:gd name="connsiteY4" fmla="*/ 61329 h 652717"/>
                <a:gd name="connsiteX5" fmla="*/ 857758 w 951880"/>
                <a:gd name="connsiteY5" fmla="*/ 458398 h 652717"/>
                <a:gd name="connsiteX6" fmla="*/ 205040 w 951880"/>
                <a:gd name="connsiteY6" fmla="*/ 485595 h 652717"/>
                <a:gd name="connsiteX7" fmla="*/ 58178 w 951880"/>
                <a:gd name="connsiteY7" fmla="*/ 330574 h 65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51880" h="652717">
                  <a:moveTo>
                    <a:pt x="58178" y="330574"/>
                  </a:moveTo>
                  <a:cubicBezTo>
                    <a:pt x="96253" y="363210"/>
                    <a:pt x="147927" y="374089"/>
                    <a:pt x="180563" y="379528"/>
                  </a:cubicBezTo>
                  <a:cubicBezTo>
                    <a:pt x="248554" y="387687"/>
                    <a:pt x="319266" y="365930"/>
                    <a:pt x="362780" y="311537"/>
                  </a:cubicBezTo>
                  <a:cubicBezTo>
                    <a:pt x="398136" y="268022"/>
                    <a:pt x="417174" y="210910"/>
                    <a:pt x="455249" y="164675"/>
                  </a:cubicBezTo>
                  <a:cubicBezTo>
                    <a:pt x="512362" y="93964"/>
                    <a:pt x="602110" y="45011"/>
                    <a:pt x="694578" y="61329"/>
                  </a:cubicBezTo>
                  <a:cubicBezTo>
                    <a:pt x="879515" y="93964"/>
                    <a:pt x="961105" y="308817"/>
                    <a:pt x="857758" y="458398"/>
                  </a:cubicBezTo>
                  <a:cubicBezTo>
                    <a:pt x="708176" y="670531"/>
                    <a:pt x="376379" y="635176"/>
                    <a:pt x="205040" y="485595"/>
                  </a:cubicBezTo>
                  <a:cubicBezTo>
                    <a:pt x="150646" y="442080"/>
                    <a:pt x="101693" y="390407"/>
                    <a:pt x="58178" y="33057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5C31767F-4ADA-45F2-B354-AEF2579A6A70}"/>
                </a:ext>
              </a:extLst>
            </p:cNvPr>
            <p:cNvSpPr/>
            <p:nvPr/>
          </p:nvSpPr>
          <p:spPr>
            <a:xfrm>
              <a:off x="8001294" y="2010994"/>
              <a:ext cx="734308" cy="299162"/>
            </a:xfrm>
            <a:custGeom>
              <a:avLst/>
              <a:gdLst>
                <a:gd name="connsiteX0" fmla="*/ 596792 w 734307"/>
                <a:gd name="connsiteY0" fmla="*/ 58178 h 299162"/>
                <a:gd name="connsiteX1" fmla="*/ 148048 w 734307"/>
                <a:gd name="connsiteY1" fmla="*/ 58178 h 299162"/>
                <a:gd name="connsiteX2" fmla="*/ 58299 w 734307"/>
                <a:gd name="connsiteY2" fmla="*/ 150646 h 299162"/>
                <a:gd name="connsiteX3" fmla="*/ 148048 w 734307"/>
                <a:gd name="connsiteY3" fmla="*/ 251274 h 299162"/>
                <a:gd name="connsiteX4" fmla="*/ 596792 w 734307"/>
                <a:gd name="connsiteY4" fmla="*/ 251274 h 299162"/>
                <a:gd name="connsiteX5" fmla="*/ 686541 w 734307"/>
                <a:gd name="connsiteY5" fmla="*/ 158805 h 299162"/>
                <a:gd name="connsiteX6" fmla="*/ 596792 w 734307"/>
                <a:gd name="connsiteY6" fmla="*/ 58178 h 299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4307" h="299162">
                  <a:moveTo>
                    <a:pt x="596792" y="58178"/>
                  </a:moveTo>
                  <a:cubicBezTo>
                    <a:pt x="591353" y="58178"/>
                    <a:pt x="153487" y="58178"/>
                    <a:pt x="148048" y="58178"/>
                  </a:cubicBezTo>
                  <a:cubicBezTo>
                    <a:pt x="99094" y="60898"/>
                    <a:pt x="61019" y="104412"/>
                    <a:pt x="58299" y="150646"/>
                  </a:cubicBezTo>
                  <a:cubicBezTo>
                    <a:pt x="55580" y="199600"/>
                    <a:pt x="99094" y="248554"/>
                    <a:pt x="148048" y="251274"/>
                  </a:cubicBezTo>
                  <a:cubicBezTo>
                    <a:pt x="153487" y="251274"/>
                    <a:pt x="591353" y="251274"/>
                    <a:pt x="596792" y="251274"/>
                  </a:cubicBezTo>
                  <a:cubicBezTo>
                    <a:pt x="645746" y="248554"/>
                    <a:pt x="683821" y="205040"/>
                    <a:pt x="686541" y="158805"/>
                  </a:cubicBezTo>
                  <a:cubicBezTo>
                    <a:pt x="689260" y="109852"/>
                    <a:pt x="648465" y="60898"/>
                    <a:pt x="596792" y="58178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CB6DA548-0CD9-4078-B433-D61F10371744}"/>
                </a:ext>
              </a:extLst>
            </p:cNvPr>
            <p:cNvSpPr/>
            <p:nvPr/>
          </p:nvSpPr>
          <p:spPr>
            <a:xfrm>
              <a:off x="4920042" y="2277520"/>
              <a:ext cx="1006274" cy="951879"/>
            </a:xfrm>
            <a:custGeom>
              <a:avLst/>
              <a:gdLst>
                <a:gd name="connsiteX0" fmla="*/ 884954 w 1006273"/>
                <a:gd name="connsiteY0" fmla="*/ 746251 h 951879"/>
                <a:gd name="connsiteX1" fmla="*/ 874076 w 1006273"/>
                <a:gd name="connsiteY1" fmla="*/ 670101 h 951879"/>
                <a:gd name="connsiteX2" fmla="*/ 874076 w 1006273"/>
                <a:gd name="connsiteY2" fmla="*/ 536837 h 951879"/>
                <a:gd name="connsiteX3" fmla="*/ 689139 w 1006273"/>
                <a:gd name="connsiteY3" fmla="*/ 88094 h 951879"/>
                <a:gd name="connsiteX4" fmla="*/ 428052 w 1006273"/>
                <a:gd name="connsiteY4" fmla="*/ 253993 h 951879"/>
                <a:gd name="connsiteX5" fmla="*/ 196881 w 1006273"/>
                <a:gd name="connsiteY5" fmla="*/ 58178 h 951879"/>
                <a:gd name="connsiteX6" fmla="*/ 58178 w 1006273"/>
                <a:gd name="connsiteY6" fmla="*/ 128889 h 951879"/>
                <a:gd name="connsiteX7" fmla="*/ 142488 w 1006273"/>
                <a:gd name="connsiteY7" fmla="*/ 273031 h 951879"/>
                <a:gd name="connsiteX8" fmla="*/ 142488 w 1006273"/>
                <a:gd name="connsiteY8" fmla="*/ 757130 h 951879"/>
                <a:gd name="connsiteX9" fmla="*/ 283910 w 1006273"/>
                <a:gd name="connsiteY9" fmla="*/ 895832 h 951879"/>
                <a:gd name="connsiteX10" fmla="*/ 428052 w 1006273"/>
                <a:gd name="connsiteY10" fmla="*/ 757130 h 951879"/>
                <a:gd name="connsiteX11" fmla="*/ 428052 w 1006273"/>
                <a:gd name="connsiteY11" fmla="*/ 400855 h 951879"/>
                <a:gd name="connsiteX12" fmla="*/ 523240 w 1006273"/>
                <a:gd name="connsiteY12" fmla="*/ 283910 h 951879"/>
                <a:gd name="connsiteX13" fmla="*/ 591231 w 1006273"/>
                <a:gd name="connsiteY13" fmla="*/ 354621 h 951879"/>
                <a:gd name="connsiteX14" fmla="*/ 591231 w 1006273"/>
                <a:gd name="connsiteY14" fmla="*/ 697297 h 951879"/>
                <a:gd name="connsiteX15" fmla="*/ 593951 w 1006273"/>
                <a:gd name="connsiteY15" fmla="*/ 729933 h 951879"/>
                <a:gd name="connsiteX16" fmla="*/ 610269 w 1006273"/>
                <a:gd name="connsiteY16" fmla="*/ 778887 h 951879"/>
                <a:gd name="connsiteX17" fmla="*/ 822402 w 1006273"/>
                <a:gd name="connsiteY17" fmla="*/ 893112 h 951879"/>
                <a:gd name="connsiteX18" fmla="*/ 961105 w 1006273"/>
                <a:gd name="connsiteY18" fmla="*/ 822401 h 951879"/>
                <a:gd name="connsiteX19" fmla="*/ 884954 w 1006273"/>
                <a:gd name="connsiteY19" fmla="*/ 746251 h 951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006273" h="951879">
                  <a:moveTo>
                    <a:pt x="884954" y="746251"/>
                  </a:moveTo>
                  <a:cubicBezTo>
                    <a:pt x="879515" y="721774"/>
                    <a:pt x="876795" y="694578"/>
                    <a:pt x="874076" y="670101"/>
                  </a:cubicBezTo>
                  <a:cubicBezTo>
                    <a:pt x="874076" y="634745"/>
                    <a:pt x="874076" y="583072"/>
                    <a:pt x="874076" y="536837"/>
                  </a:cubicBezTo>
                  <a:cubicBezTo>
                    <a:pt x="879515" y="373658"/>
                    <a:pt x="909431" y="88094"/>
                    <a:pt x="689139" y="88094"/>
                  </a:cubicBezTo>
                  <a:cubicBezTo>
                    <a:pt x="539558" y="88094"/>
                    <a:pt x="452529" y="213199"/>
                    <a:pt x="428052" y="253993"/>
                  </a:cubicBezTo>
                  <a:cubicBezTo>
                    <a:pt x="425332" y="139768"/>
                    <a:pt x="335583" y="58178"/>
                    <a:pt x="196881" y="58178"/>
                  </a:cubicBezTo>
                  <a:cubicBezTo>
                    <a:pt x="109852" y="58178"/>
                    <a:pt x="58178" y="128889"/>
                    <a:pt x="58178" y="128889"/>
                  </a:cubicBezTo>
                  <a:cubicBezTo>
                    <a:pt x="58178" y="128889"/>
                    <a:pt x="142488" y="158805"/>
                    <a:pt x="142488" y="273031"/>
                  </a:cubicBezTo>
                  <a:cubicBezTo>
                    <a:pt x="142488" y="354621"/>
                    <a:pt x="142488" y="757130"/>
                    <a:pt x="142488" y="757130"/>
                  </a:cubicBezTo>
                  <a:cubicBezTo>
                    <a:pt x="145207" y="827841"/>
                    <a:pt x="194161" y="895832"/>
                    <a:pt x="283910" y="895832"/>
                  </a:cubicBezTo>
                  <a:cubicBezTo>
                    <a:pt x="373659" y="895832"/>
                    <a:pt x="428052" y="827841"/>
                    <a:pt x="428052" y="757130"/>
                  </a:cubicBezTo>
                  <a:lnTo>
                    <a:pt x="428052" y="400855"/>
                  </a:lnTo>
                  <a:cubicBezTo>
                    <a:pt x="441650" y="343742"/>
                    <a:pt x="474286" y="283910"/>
                    <a:pt x="523240" y="283910"/>
                  </a:cubicBezTo>
                  <a:cubicBezTo>
                    <a:pt x="585792" y="283910"/>
                    <a:pt x="591231" y="354621"/>
                    <a:pt x="591231" y="354621"/>
                  </a:cubicBezTo>
                  <a:lnTo>
                    <a:pt x="591231" y="697297"/>
                  </a:lnTo>
                  <a:cubicBezTo>
                    <a:pt x="591231" y="708176"/>
                    <a:pt x="593951" y="719054"/>
                    <a:pt x="593951" y="729933"/>
                  </a:cubicBezTo>
                  <a:cubicBezTo>
                    <a:pt x="596671" y="748971"/>
                    <a:pt x="602110" y="765289"/>
                    <a:pt x="610269" y="778887"/>
                  </a:cubicBezTo>
                  <a:cubicBezTo>
                    <a:pt x="645624" y="846878"/>
                    <a:pt x="719055" y="893112"/>
                    <a:pt x="822402" y="893112"/>
                  </a:cubicBezTo>
                  <a:cubicBezTo>
                    <a:pt x="909431" y="893112"/>
                    <a:pt x="961105" y="822401"/>
                    <a:pt x="961105" y="822401"/>
                  </a:cubicBezTo>
                  <a:cubicBezTo>
                    <a:pt x="961105" y="822401"/>
                    <a:pt x="909431" y="808803"/>
                    <a:pt x="884954" y="746251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8D688978-BCBB-42C3-8877-14A7C1EF64F9}"/>
                </a:ext>
              </a:extLst>
            </p:cNvPr>
            <p:cNvSpPr/>
            <p:nvPr/>
          </p:nvSpPr>
          <p:spPr>
            <a:xfrm>
              <a:off x="7552331" y="1888610"/>
              <a:ext cx="489539" cy="1332631"/>
            </a:xfrm>
            <a:custGeom>
              <a:avLst/>
              <a:gdLst>
                <a:gd name="connsiteX0" fmla="*/ 368560 w 489538"/>
                <a:gd name="connsiteY0" fmla="*/ 1135162 h 1332630"/>
                <a:gd name="connsiteX1" fmla="*/ 357681 w 489538"/>
                <a:gd name="connsiteY1" fmla="*/ 1059011 h 1332630"/>
                <a:gd name="connsiteX2" fmla="*/ 357681 w 489538"/>
                <a:gd name="connsiteY2" fmla="*/ 207759 h 1332630"/>
                <a:gd name="connsiteX3" fmla="*/ 208099 w 489538"/>
                <a:gd name="connsiteY3" fmla="*/ 58178 h 1332630"/>
                <a:gd name="connsiteX4" fmla="*/ 58518 w 489538"/>
                <a:gd name="connsiteY4" fmla="*/ 207759 h 1332630"/>
                <a:gd name="connsiteX5" fmla="*/ 58518 w 489538"/>
                <a:gd name="connsiteY5" fmla="*/ 961104 h 1332630"/>
                <a:gd name="connsiteX6" fmla="*/ 85715 w 489538"/>
                <a:gd name="connsiteY6" fmla="*/ 1159639 h 1332630"/>
                <a:gd name="connsiteX7" fmla="*/ 306007 w 489538"/>
                <a:gd name="connsiteY7" fmla="*/ 1282023 h 1332630"/>
                <a:gd name="connsiteX8" fmla="*/ 444710 w 489538"/>
                <a:gd name="connsiteY8" fmla="*/ 1211312 h 1332630"/>
                <a:gd name="connsiteX9" fmla="*/ 368560 w 489538"/>
                <a:gd name="connsiteY9" fmla="*/ 1135162 h 1332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89538" h="1332630">
                  <a:moveTo>
                    <a:pt x="368560" y="1135162"/>
                  </a:moveTo>
                  <a:cubicBezTo>
                    <a:pt x="363120" y="1110685"/>
                    <a:pt x="357681" y="1083488"/>
                    <a:pt x="357681" y="1059011"/>
                  </a:cubicBezTo>
                  <a:lnTo>
                    <a:pt x="357681" y="207759"/>
                  </a:lnTo>
                  <a:cubicBezTo>
                    <a:pt x="357681" y="126170"/>
                    <a:pt x="289689" y="58178"/>
                    <a:pt x="208099" y="58178"/>
                  </a:cubicBezTo>
                  <a:cubicBezTo>
                    <a:pt x="126510" y="58178"/>
                    <a:pt x="58518" y="126170"/>
                    <a:pt x="58518" y="207759"/>
                  </a:cubicBezTo>
                  <a:lnTo>
                    <a:pt x="58518" y="961104"/>
                  </a:lnTo>
                  <a:cubicBezTo>
                    <a:pt x="58518" y="1029095"/>
                    <a:pt x="53079" y="1097086"/>
                    <a:pt x="85715" y="1159639"/>
                  </a:cubicBezTo>
                  <a:cubicBezTo>
                    <a:pt x="118351" y="1227630"/>
                    <a:pt x="202660" y="1282023"/>
                    <a:pt x="306007" y="1282023"/>
                  </a:cubicBezTo>
                  <a:cubicBezTo>
                    <a:pt x="393036" y="1282023"/>
                    <a:pt x="444710" y="1211312"/>
                    <a:pt x="444710" y="1211312"/>
                  </a:cubicBezTo>
                  <a:cubicBezTo>
                    <a:pt x="444710" y="1211312"/>
                    <a:pt x="393036" y="1197714"/>
                    <a:pt x="368560" y="1135162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D3EAD6C8-DC12-4BCC-8993-9CD4B9FF1B4B}"/>
                </a:ext>
              </a:extLst>
            </p:cNvPr>
            <p:cNvSpPr/>
            <p:nvPr/>
          </p:nvSpPr>
          <p:spPr>
            <a:xfrm>
              <a:off x="4162324" y="2357456"/>
              <a:ext cx="815899" cy="815898"/>
            </a:xfrm>
            <a:custGeom>
              <a:avLst/>
              <a:gdLst>
                <a:gd name="connsiteX0" fmla="*/ 407949 w 815899"/>
                <a:gd name="connsiteY0" fmla="*/ 174058 h 815898"/>
                <a:gd name="connsiteX1" fmla="*/ 293723 w 815899"/>
                <a:gd name="connsiteY1" fmla="*/ 407950 h 815898"/>
                <a:gd name="connsiteX2" fmla="*/ 410669 w 815899"/>
                <a:gd name="connsiteY2" fmla="*/ 641840 h 815898"/>
                <a:gd name="connsiteX3" fmla="*/ 522175 w 815899"/>
                <a:gd name="connsiteY3" fmla="*/ 407950 h 815898"/>
                <a:gd name="connsiteX4" fmla="*/ 407949 w 815899"/>
                <a:gd name="connsiteY4" fmla="*/ 174058 h 815898"/>
                <a:gd name="connsiteX5" fmla="*/ 407950 w 815899"/>
                <a:gd name="connsiteY5" fmla="*/ 0 h 815898"/>
                <a:gd name="connsiteX6" fmla="*/ 815899 w 815899"/>
                <a:gd name="connsiteY6" fmla="*/ 407949 h 815898"/>
                <a:gd name="connsiteX7" fmla="*/ 407950 w 815899"/>
                <a:gd name="connsiteY7" fmla="*/ 815898 h 815898"/>
                <a:gd name="connsiteX8" fmla="*/ 0 w 815899"/>
                <a:gd name="connsiteY8" fmla="*/ 407949 h 815898"/>
                <a:gd name="connsiteX9" fmla="*/ 407950 w 815899"/>
                <a:gd name="connsiteY9" fmla="*/ 0 h 815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5899" h="815898">
                  <a:moveTo>
                    <a:pt x="407949" y="174058"/>
                  </a:moveTo>
                  <a:cubicBezTo>
                    <a:pt x="342677" y="174058"/>
                    <a:pt x="293723" y="263807"/>
                    <a:pt x="293723" y="407950"/>
                  </a:cubicBezTo>
                  <a:cubicBezTo>
                    <a:pt x="293723" y="552091"/>
                    <a:pt x="331799" y="639120"/>
                    <a:pt x="410669" y="641840"/>
                  </a:cubicBezTo>
                  <a:cubicBezTo>
                    <a:pt x="489539" y="641840"/>
                    <a:pt x="527614" y="552091"/>
                    <a:pt x="522175" y="407950"/>
                  </a:cubicBezTo>
                  <a:cubicBezTo>
                    <a:pt x="522175" y="263807"/>
                    <a:pt x="473221" y="176778"/>
                    <a:pt x="407949" y="174058"/>
                  </a:cubicBezTo>
                  <a:close/>
                  <a:moveTo>
                    <a:pt x="407950" y="0"/>
                  </a:moveTo>
                  <a:cubicBezTo>
                    <a:pt x="633682" y="0"/>
                    <a:pt x="815899" y="182217"/>
                    <a:pt x="815899" y="407949"/>
                  </a:cubicBezTo>
                  <a:cubicBezTo>
                    <a:pt x="815899" y="633681"/>
                    <a:pt x="633682" y="815898"/>
                    <a:pt x="407950" y="815898"/>
                  </a:cubicBezTo>
                  <a:cubicBezTo>
                    <a:pt x="182218" y="815898"/>
                    <a:pt x="0" y="633681"/>
                    <a:pt x="0" y="407949"/>
                  </a:cubicBezTo>
                  <a:cubicBezTo>
                    <a:pt x="0" y="182217"/>
                    <a:pt x="182218" y="0"/>
                    <a:pt x="407950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10A3D4A8-5179-4579-86DA-E3BE1D9939BC}"/>
                </a:ext>
              </a:extLst>
            </p:cNvPr>
            <p:cNvSpPr/>
            <p:nvPr/>
          </p:nvSpPr>
          <p:spPr>
            <a:xfrm>
              <a:off x="5884871" y="1946788"/>
              <a:ext cx="912802" cy="1223846"/>
            </a:xfrm>
            <a:custGeom>
              <a:avLst/>
              <a:gdLst>
                <a:gd name="connsiteX0" fmla="*/ 387907 w 912802"/>
                <a:gd name="connsiteY0" fmla="*/ 620081 h 1223846"/>
                <a:gd name="connsiteX1" fmla="*/ 273681 w 912802"/>
                <a:gd name="connsiteY1" fmla="*/ 824055 h 1223846"/>
                <a:gd name="connsiteX2" fmla="*/ 390627 w 912802"/>
                <a:gd name="connsiteY2" fmla="*/ 1028029 h 1223846"/>
                <a:gd name="connsiteX3" fmla="*/ 502132 w 912802"/>
                <a:gd name="connsiteY3" fmla="*/ 824055 h 1223846"/>
                <a:gd name="connsiteX4" fmla="*/ 387907 w 912802"/>
                <a:gd name="connsiteY4" fmla="*/ 620081 h 1223846"/>
                <a:gd name="connsiteX5" fmla="*/ 676192 w 912802"/>
                <a:gd name="connsiteY5" fmla="*/ 0 h 1223846"/>
                <a:gd name="connsiteX6" fmla="*/ 825773 w 912802"/>
                <a:gd name="connsiteY6" fmla="*/ 149581 h 1223846"/>
                <a:gd name="connsiteX7" fmla="*/ 825773 w 912802"/>
                <a:gd name="connsiteY7" fmla="*/ 1000834 h 1223846"/>
                <a:gd name="connsiteX8" fmla="*/ 836651 w 912802"/>
                <a:gd name="connsiteY8" fmla="*/ 1076985 h 1223846"/>
                <a:gd name="connsiteX9" fmla="*/ 912802 w 912802"/>
                <a:gd name="connsiteY9" fmla="*/ 1150415 h 1223846"/>
                <a:gd name="connsiteX10" fmla="*/ 774099 w 912802"/>
                <a:gd name="connsiteY10" fmla="*/ 1221126 h 1223846"/>
                <a:gd name="connsiteX11" fmla="*/ 553807 w 912802"/>
                <a:gd name="connsiteY11" fmla="*/ 1098742 h 1223846"/>
                <a:gd name="connsiteX12" fmla="*/ 548367 w 912802"/>
                <a:gd name="connsiteY12" fmla="*/ 1085144 h 1223846"/>
                <a:gd name="connsiteX13" fmla="*/ 398786 w 912802"/>
                <a:gd name="connsiteY13" fmla="*/ 1212967 h 1223846"/>
                <a:gd name="connsiteX14" fmla="*/ 156736 w 912802"/>
                <a:gd name="connsiteY14" fmla="*/ 1180332 h 1223846"/>
                <a:gd name="connsiteX15" fmla="*/ 287280 w 912802"/>
                <a:gd name="connsiteY15" fmla="*/ 416107 h 1223846"/>
                <a:gd name="connsiteX16" fmla="*/ 526611 w 912802"/>
                <a:gd name="connsiteY16" fmla="*/ 552091 h 1223846"/>
                <a:gd name="connsiteX17" fmla="*/ 526611 w 912802"/>
                <a:gd name="connsiteY17" fmla="*/ 149581 h 1223846"/>
                <a:gd name="connsiteX18" fmla="*/ 676192 w 912802"/>
                <a:gd name="connsiteY18" fmla="*/ 0 h 1223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12802" h="1223846">
                  <a:moveTo>
                    <a:pt x="387907" y="620081"/>
                  </a:moveTo>
                  <a:cubicBezTo>
                    <a:pt x="322635" y="620081"/>
                    <a:pt x="273681" y="698951"/>
                    <a:pt x="273681" y="824055"/>
                  </a:cubicBezTo>
                  <a:cubicBezTo>
                    <a:pt x="273681" y="949160"/>
                    <a:pt x="311756" y="1028029"/>
                    <a:pt x="390627" y="1028029"/>
                  </a:cubicBezTo>
                  <a:cubicBezTo>
                    <a:pt x="466777" y="1025310"/>
                    <a:pt x="504852" y="949160"/>
                    <a:pt x="502132" y="824055"/>
                  </a:cubicBezTo>
                  <a:cubicBezTo>
                    <a:pt x="502132" y="698951"/>
                    <a:pt x="455898" y="622801"/>
                    <a:pt x="387907" y="620081"/>
                  </a:cubicBezTo>
                  <a:close/>
                  <a:moveTo>
                    <a:pt x="676192" y="0"/>
                  </a:moveTo>
                  <a:cubicBezTo>
                    <a:pt x="757781" y="0"/>
                    <a:pt x="825773" y="67992"/>
                    <a:pt x="825773" y="149581"/>
                  </a:cubicBezTo>
                  <a:lnTo>
                    <a:pt x="825773" y="1000834"/>
                  </a:lnTo>
                  <a:cubicBezTo>
                    <a:pt x="828492" y="1025311"/>
                    <a:pt x="831212" y="1052508"/>
                    <a:pt x="836651" y="1076985"/>
                  </a:cubicBezTo>
                  <a:cubicBezTo>
                    <a:pt x="861128" y="1139537"/>
                    <a:pt x="912802" y="1150415"/>
                    <a:pt x="912802" y="1150415"/>
                  </a:cubicBezTo>
                  <a:cubicBezTo>
                    <a:pt x="912802" y="1150415"/>
                    <a:pt x="861128" y="1221126"/>
                    <a:pt x="774099" y="1221126"/>
                  </a:cubicBezTo>
                  <a:cubicBezTo>
                    <a:pt x="670752" y="1221126"/>
                    <a:pt x="589162" y="1166733"/>
                    <a:pt x="553807" y="1098742"/>
                  </a:cubicBezTo>
                  <a:cubicBezTo>
                    <a:pt x="551087" y="1093303"/>
                    <a:pt x="551087" y="1090583"/>
                    <a:pt x="548367" y="1085144"/>
                  </a:cubicBezTo>
                  <a:cubicBezTo>
                    <a:pt x="534769" y="1147696"/>
                    <a:pt x="450460" y="1199369"/>
                    <a:pt x="398786" y="1212967"/>
                  </a:cubicBezTo>
                  <a:cubicBezTo>
                    <a:pt x="322636" y="1234725"/>
                    <a:pt x="222008" y="1223846"/>
                    <a:pt x="156736" y="1180332"/>
                  </a:cubicBezTo>
                  <a:cubicBezTo>
                    <a:pt x="-79874" y="1028031"/>
                    <a:pt x="-58117" y="416107"/>
                    <a:pt x="287280" y="416107"/>
                  </a:cubicBezTo>
                  <a:cubicBezTo>
                    <a:pt x="412385" y="416107"/>
                    <a:pt x="491255" y="503137"/>
                    <a:pt x="526611" y="552091"/>
                  </a:cubicBezTo>
                  <a:lnTo>
                    <a:pt x="526611" y="149581"/>
                  </a:lnTo>
                  <a:cubicBezTo>
                    <a:pt x="526611" y="67992"/>
                    <a:pt x="594602" y="0"/>
                    <a:pt x="676192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1DB9A871-4A68-495F-A3EF-392427AED281}"/>
                </a:ext>
              </a:extLst>
            </p:cNvPr>
            <p:cNvSpPr/>
            <p:nvPr/>
          </p:nvSpPr>
          <p:spPr>
            <a:xfrm>
              <a:off x="6789513" y="2362895"/>
              <a:ext cx="747906" cy="810458"/>
            </a:xfrm>
            <a:custGeom>
              <a:avLst/>
              <a:gdLst>
                <a:gd name="connsiteX0" fmla="*/ 394818 w 747906"/>
                <a:gd name="connsiteY0" fmla="*/ 163222 h 810458"/>
                <a:gd name="connsiteX1" fmla="*/ 356275 w 747906"/>
                <a:gd name="connsiteY1" fmla="*/ 174058 h 810458"/>
                <a:gd name="connsiteX2" fmla="*/ 274685 w 747906"/>
                <a:gd name="connsiteY2" fmla="*/ 356275 h 810458"/>
                <a:gd name="connsiteX3" fmla="*/ 375313 w 747906"/>
                <a:gd name="connsiteY3" fmla="*/ 358994 h 810458"/>
                <a:gd name="connsiteX4" fmla="*/ 473220 w 747906"/>
                <a:gd name="connsiteY4" fmla="*/ 239329 h 810458"/>
                <a:gd name="connsiteX5" fmla="*/ 394818 w 747906"/>
                <a:gd name="connsiteY5" fmla="*/ 163222 h 810458"/>
                <a:gd name="connsiteX6" fmla="*/ 386192 w 747906"/>
                <a:gd name="connsiteY6" fmla="*/ 0 h 810458"/>
                <a:gd name="connsiteX7" fmla="*/ 747906 w 747906"/>
                <a:gd name="connsiteY7" fmla="*/ 266526 h 810458"/>
                <a:gd name="connsiteX8" fmla="*/ 291004 w 747906"/>
                <a:gd name="connsiteY8" fmla="*/ 484100 h 810458"/>
                <a:gd name="connsiteX9" fmla="*/ 497698 w 747906"/>
                <a:gd name="connsiteY9" fmla="*/ 617363 h 810458"/>
                <a:gd name="connsiteX10" fmla="*/ 712551 w 747906"/>
                <a:gd name="connsiteY10" fmla="*/ 557530 h 810458"/>
                <a:gd name="connsiteX11" fmla="*/ 388912 w 747906"/>
                <a:gd name="connsiteY11" fmla="*/ 810458 h 810458"/>
                <a:gd name="connsiteX12" fmla="*/ 0 w 747906"/>
                <a:gd name="connsiteY12" fmla="*/ 413389 h 810458"/>
                <a:gd name="connsiteX13" fmla="*/ 386192 w 747906"/>
                <a:gd name="connsiteY13" fmla="*/ 0 h 810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47906" h="810458">
                  <a:moveTo>
                    <a:pt x="394818" y="163222"/>
                  </a:moveTo>
                  <a:cubicBezTo>
                    <a:pt x="381772" y="163179"/>
                    <a:pt x="368514" y="166579"/>
                    <a:pt x="356275" y="174058"/>
                  </a:cubicBezTo>
                  <a:cubicBezTo>
                    <a:pt x="299162" y="212133"/>
                    <a:pt x="282844" y="291003"/>
                    <a:pt x="274685" y="356275"/>
                  </a:cubicBezTo>
                  <a:cubicBezTo>
                    <a:pt x="274685" y="364434"/>
                    <a:pt x="369873" y="358994"/>
                    <a:pt x="375313" y="358994"/>
                  </a:cubicBezTo>
                  <a:cubicBezTo>
                    <a:pt x="432425" y="345396"/>
                    <a:pt x="473220" y="301881"/>
                    <a:pt x="473220" y="239329"/>
                  </a:cubicBezTo>
                  <a:cubicBezTo>
                    <a:pt x="471181" y="194455"/>
                    <a:pt x="433956" y="163349"/>
                    <a:pt x="394818" y="163222"/>
                  </a:cubicBezTo>
                  <a:close/>
                  <a:moveTo>
                    <a:pt x="386192" y="0"/>
                  </a:moveTo>
                  <a:cubicBezTo>
                    <a:pt x="519455" y="0"/>
                    <a:pt x="747906" y="65272"/>
                    <a:pt x="747906" y="266526"/>
                  </a:cubicBezTo>
                  <a:cubicBezTo>
                    <a:pt x="747906" y="467782"/>
                    <a:pt x="538493" y="484100"/>
                    <a:pt x="291004" y="484100"/>
                  </a:cubicBezTo>
                  <a:cubicBezTo>
                    <a:pt x="291004" y="484100"/>
                    <a:pt x="326359" y="617363"/>
                    <a:pt x="497698" y="617363"/>
                  </a:cubicBezTo>
                  <a:cubicBezTo>
                    <a:pt x="669036" y="617363"/>
                    <a:pt x="712551" y="557530"/>
                    <a:pt x="712551" y="557530"/>
                  </a:cubicBezTo>
                  <a:cubicBezTo>
                    <a:pt x="712551" y="557530"/>
                    <a:pt x="696233" y="810458"/>
                    <a:pt x="388912" y="810458"/>
                  </a:cubicBezTo>
                  <a:cubicBezTo>
                    <a:pt x="212134" y="810458"/>
                    <a:pt x="0" y="677195"/>
                    <a:pt x="0" y="413389"/>
                  </a:cubicBezTo>
                  <a:cubicBezTo>
                    <a:pt x="0" y="176778"/>
                    <a:pt x="163180" y="0"/>
                    <a:pt x="386192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1001B3D6-C1BC-4979-BF9B-2956B2C7EC99}"/>
                </a:ext>
              </a:extLst>
            </p:cNvPr>
            <p:cNvSpPr/>
            <p:nvPr/>
          </p:nvSpPr>
          <p:spPr>
            <a:xfrm>
              <a:off x="7988882" y="2362895"/>
              <a:ext cx="747906" cy="810458"/>
            </a:xfrm>
            <a:custGeom>
              <a:avLst/>
              <a:gdLst>
                <a:gd name="connsiteX0" fmla="*/ 394818 w 747906"/>
                <a:gd name="connsiteY0" fmla="*/ 163222 h 810458"/>
                <a:gd name="connsiteX1" fmla="*/ 356275 w 747906"/>
                <a:gd name="connsiteY1" fmla="*/ 174058 h 810458"/>
                <a:gd name="connsiteX2" fmla="*/ 274685 w 747906"/>
                <a:gd name="connsiteY2" fmla="*/ 356275 h 810458"/>
                <a:gd name="connsiteX3" fmla="*/ 375313 w 747906"/>
                <a:gd name="connsiteY3" fmla="*/ 358994 h 810458"/>
                <a:gd name="connsiteX4" fmla="*/ 473220 w 747906"/>
                <a:gd name="connsiteY4" fmla="*/ 239329 h 810458"/>
                <a:gd name="connsiteX5" fmla="*/ 394818 w 747906"/>
                <a:gd name="connsiteY5" fmla="*/ 163222 h 810458"/>
                <a:gd name="connsiteX6" fmla="*/ 386192 w 747906"/>
                <a:gd name="connsiteY6" fmla="*/ 0 h 810458"/>
                <a:gd name="connsiteX7" fmla="*/ 747906 w 747906"/>
                <a:gd name="connsiteY7" fmla="*/ 266526 h 810458"/>
                <a:gd name="connsiteX8" fmla="*/ 291004 w 747906"/>
                <a:gd name="connsiteY8" fmla="*/ 484100 h 810458"/>
                <a:gd name="connsiteX9" fmla="*/ 497697 w 747906"/>
                <a:gd name="connsiteY9" fmla="*/ 617363 h 810458"/>
                <a:gd name="connsiteX10" fmla="*/ 712551 w 747906"/>
                <a:gd name="connsiteY10" fmla="*/ 557530 h 810458"/>
                <a:gd name="connsiteX11" fmla="*/ 388911 w 747906"/>
                <a:gd name="connsiteY11" fmla="*/ 810458 h 810458"/>
                <a:gd name="connsiteX12" fmla="*/ 0 w 747906"/>
                <a:gd name="connsiteY12" fmla="*/ 413389 h 810458"/>
                <a:gd name="connsiteX13" fmla="*/ 386192 w 747906"/>
                <a:gd name="connsiteY13" fmla="*/ 0 h 810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47906" h="810458">
                  <a:moveTo>
                    <a:pt x="394818" y="163222"/>
                  </a:moveTo>
                  <a:cubicBezTo>
                    <a:pt x="381772" y="163179"/>
                    <a:pt x="368514" y="166579"/>
                    <a:pt x="356275" y="174058"/>
                  </a:cubicBezTo>
                  <a:cubicBezTo>
                    <a:pt x="299162" y="212133"/>
                    <a:pt x="282844" y="291003"/>
                    <a:pt x="274685" y="356275"/>
                  </a:cubicBezTo>
                  <a:cubicBezTo>
                    <a:pt x="274685" y="364434"/>
                    <a:pt x="369873" y="358994"/>
                    <a:pt x="375313" y="358994"/>
                  </a:cubicBezTo>
                  <a:cubicBezTo>
                    <a:pt x="432426" y="345396"/>
                    <a:pt x="473220" y="301881"/>
                    <a:pt x="473220" y="239329"/>
                  </a:cubicBezTo>
                  <a:cubicBezTo>
                    <a:pt x="471181" y="194455"/>
                    <a:pt x="433955" y="163349"/>
                    <a:pt x="394818" y="163222"/>
                  </a:cubicBezTo>
                  <a:close/>
                  <a:moveTo>
                    <a:pt x="386192" y="0"/>
                  </a:moveTo>
                  <a:cubicBezTo>
                    <a:pt x="519455" y="0"/>
                    <a:pt x="747906" y="65272"/>
                    <a:pt x="747906" y="266526"/>
                  </a:cubicBezTo>
                  <a:cubicBezTo>
                    <a:pt x="747906" y="467782"/>
                    <a:pt x="538492" y="484100"/>
                    <a:pt x="291004" y="484100"/>
                  </a:cubicBezTo>
                  <a:cubicBezTo>
                    <a:pt x="291004" y="484100"/>
                    <a:pt x="326359" y="617363"/>
                    <a:pt x="497697" y="617363"/>
                  </a:cubicBezTo>
                  <a:cubicBezTo>
                    <a:pt x="669036" y="617363"/>
                    <a:pt x="712551" y="557530"/>
                    <a:pt x="712551" y="557530"/>
                  </a:cubicBezTo>
                  <a:cubicBezTo>
                    <a:pt x="712551" y="557530"/>
                    <a:pt x="696233" y="810458"/>
                    <a:pt x="388911" y="810458"/>
                  </a:cubicBezTo>
                  <a:cubicBezTo>
                    <a:pt x="212133" y="810458"/>
                    <a:pt x="0" y="677195"/>
                    <a:pt x="0" y="413389"/>
                  </a:cubicBezTo>
                  <a:cubicBezTo>
                    <a:pt x="0" y="176778"/>
                    <a:pt x="163180" y="0"/>
                    <a:pt x="386192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16367185-B7D6-4C5F-BFDB-408FCE04E3F2}"/>
                </a:ext>
              </a:extLst>
            </p:cNvPr>
            <p:cNvSpPr/>
            <p:nvPr/>
          </p:nvSpPr>
          <p:spPr>
            <a:xfrm>
              <a:off x="8683414" y="2274801"/>
              <a:ext cx="897487" cy="951879"/>
            </a:xfrm>
            <a:custGeom>
              <a:avLst/>
              <a:gdLst>
                <a:gd name="connsiteX0" fmla="*/ 580988 w 897487"/>
                <a:gd name="connsiteY0" fmla="*/ 667381 h 951879"/>
                <a:gd name="connsiteX1" fmla="*/ 409649 w 897487"/>
                <a:gd name="connsiteY1" fmla="*/ 667381 h 951879"/>
                <a:gd name="connsiteX2" fmla="*/ 591866 w 897487"/>
                <a:gd name="connsiteY2" fmla="*/ 525959 h 951879"/>
                <a:gd name="connsiteX3" fmla="*/ 842075 w 897487"/>
                <a:gd name="connsiteY3" fmla="*/ 123450 h 951879"/>
                <a:gd name="connsiteX4" fmla="*/ 842075 w 897487"/>
                <a:gd name="connsiteY4" fmla="*/ 123450 h 951879"/>
                <a:gd name="connsiteX5" fmla="*/ 798560 w 897487"/>
                <a:gd name="connsiteY5" fmla="*/ 58178 h 951879"/>
                <a:gd name="connsiteX6" fmla="*/ 746887 w 897487"/>
                <a:gd name="connsiteY6" fmla="*/ 107132 h 951879"/>
                <a:gd name="connsiteX7" fmla="*/ 697933 w 897487"/>
                <a:gd name="connsiteY7" fmla="*/ 115291 h 951879"/>
                <a:gd name="connsiteX8" fmla="*/ 219273 w 897487"/>
                <a:gd name="connsiteY8" fmla="*/ 115291 h 951879"/>
                <a:gd name="connsiteX9" fmla="*/ 102328 w 897487"/>
                <a:gd name="connsiteY9" fmla="*/ 224077 h 951879"/>
                <a:gd name="connsiteX10" fmla="*/ 213834 w 897487"/>
                <a:gd name="connsiteY10" fmla="*/ 332863 h 951879"/>
                <a:gd name="connsiteX11" fmla="*/ 485800 w 897487"/>
                <a:gd name="connsiteY11" fmla="*/ 335583 h 951879"/>
                <a:gd name="connsiteX12" fmla="*/ 134964 w 897487"/>
                <a:gd name="connsiteY12" fmla="*/ 615708 h 951879"/>
                <a:gd name="connsiteX13" fmla="*/ 61533 w 897487"/>
                <a:gd name="connsiteY13" fmla="*/ 884953 h 951879"/>
                <a:gd name="connsiteX14" fmla="*/ 398771 w 897487"/>
                <a:gd name="connsiteY14" fmla="*/ 806083 h 951879"/>
                <a:gd name="connsiteX15" fmla="*/ 529314 w 897487"/>
                <a:gd name="connsiteY15" fmla="*/ 863196 h 951879"/>
                <a:gd name="connsiteX16" fmla="*/ 782242 w 897487"/>
                <a:gd name="connsiteY16" fmla="*/ 607549 h 951879"/>
                <a:gd name="connsiteX17" fmla="*/ 580988 w 897487"/>
                <a:gd name="connsiteY17" fmla="*/ 667381 h 951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97487" h="951879">
                  <a:moveTo>
                    <a:pt x="580988" y="667381"/>
                  </a:moveTo>
                  <a:lnTo>
                    <a:pt x="409649" y="667381"/>
                  </a:lnTo>
                  <a:cubicBezTo>
                    <a:pt x="423248" y="667381"/>
                    <a:pt x="548352" y="561314"/>
                    <a:pt x="591866" y="525959"/>
                  </a:cubicBezTo>
                  <a:cubicBezTo>
                    <a:pt x="700653" y="433491"/>
                    <a:pt x="899188" y="297508"/>
                    <a:pt x="842075" y="123450"/>
                  </a:cubicBezTo>
                  <a:lnTo>
                    <a:pt x="842075" y="123450"/>
                  </a:lnTo>
                  <a:cubicBezTo>
                    <a:pt x="831197" y="82655"/>
                    <a:pt x="798560" y="58178"/>
                    <a:pt x="798560" y="58178"/>
                  </a:cubicBezTo>
                  <a:cubicBezTo>
                    <a:pt x="798560" y="58178"/>
                    <a:pt x="787682" y="90814"/>
                    <a:pt x="746887" y="107132"/>
                  </a:cubicBezTo>
                  <a:cubicBezTo>
                    <a:pt x="730569" y="109852"/>
                    <a:pt x="714251" y="115291"/>
                    <a:pt x="697933" y="115291"/>
                  </a:cubicBezTo>
                  <a:cubicBezTo>
                    <a:pt x="684334" y="115291"/>
                    <a:pt x="219273" y="115291"/>
                    <a:pt x="219273" y="115291"/>
                  </a:cubicBezTo>
                  <a:cubicBezTo>
                    <a:pt x="156721" y="115291"/>
                    <a:pt x="105048" y="166964"/>
                    <a:pt x="102328" y="224077"/>
                  </a:cubicBezTo>
                  <a:cubicBezTo>
                    <a:pt x="102328" y="283910"/>
                    <a:pt x="151282" y="332863"/>
                    <a:pt x="213834" y="332863"/>
                  </a:cubicBezTo>
                  <a:lnTo>
                    <a:pt x="485800" y="335583"/>
                  </a:lnTo>
                  <a:cubicBezTo>
                    <a:pt x="360695" y="406294"/>
                    <a:pt x="211114" y="487884"/>
                    <a:pt x="134964" y="615708"/>
                  </a:cubicBezTo>
                  <a:cubicBezTo>
                    <a:pt x="91449" y="689138"/>
                    <a:pt x="45215" y="800644"/>
                    <a:pt x="61533" y="884953"/>
                  </a:cubicBezTo>
                  <a:cubicBezTo>
                    <a:pt x="121366" y="830560"/>
                    <a:pt x="279106" y="778887"/>
                    <a:pt x="398771" y="806083"/>
                  </a:cubicBezTo>
                  <a:cubicBezTo>
                    <a:pt x="445005" y="814242"/>
                    <a:pt x="491239" y="838719"/>
                    <a:pt x="529314" y="863196"/>
                  </a:cubicBezTo>
                  <a:cubicBezTo>
                    <a:pt x="755046" y="1004618"/>
                    <a:pt x="891029" y="727213"/>
                    <a:pt x="782242" y="607549"/>
                  </a:cubicBezTo>
                  <a:cubicBezTo>
                    <a:pt x="784962" y="607549"/>
                    <a:pt x="722410" y="667381"/>
                    <a:pt x="580988" y="667381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17770C8A-5B84-4503-8D5D-B710B131CCB1}"/>
                </a:ext>
              </a:extLst>
            </p:cNvPr>
            <p:cNvSpPr/>
            <p:nvPr/>
          </p:nvSpPr>
          <p:spPr>
            <a:xfrm>
              <a:off x="2624650" y="1948442"/>
              <a:ext cx="1903761" cy="1577400"/>
            </a:xfrm>
            <a:custGeom>
              <a:avLst/>
              <a:gdLst>
                <a:gd name="connsiteX0" fmla="*/ 1559430 w 1903760"/>
                <a:gd name="connsiteY0" fmla="*/ 1165078 h 1577399"/>
                <a:gd name="connsiteX1" fmla="*/ 1369054 w 1903760"/>
                <a:gd name="connsiteY1" fmla="*/ 593950 h 1577399"/>
                <a:gd name="connsiteX2" fmla="*/ 1483279 w 1903760"/>
                <a:gd name="connsiteY2" fmla="*/ 126170 h 1577399"/>
                <a:gd name="connsiteX3" fmla="*/ 1311941 w 1903760"/>
                <a:gd name="connsiteY3" fmla="*/ 58178 h 1577399"/>
                <a:gd name="connsiteX4" fmla="*/ 1078050 w 1903760"/>
                <a:gd name="connsiteY4" fmla="*/ 205040 h 1577399"/>
                <a:gd name="connsiteX5" fmla="*/ 846879 w 1903760"/>
                <a:gd name="connsiteY5" fmla="*/ 523239 h 1577399"/>
                <a:gd name="connsiteX6" fmla="*/ 645624 w 1903760"/>
                <a:gd name="connsiteY6" fmla="*/ 210479 h 1577399"/>
                <a:gd name="connsiteX7" fmla="*/ 455248 w 1903760"/>
                <a:gd name="connsiteY7" fmla="*/ 63617 h 1577399"/>
                <a:gd name="connsiteX8" fmla="*/ 234956 w 1903760"/>
                <a:gd name="connsiteY8" fmla="*/ 137048 h 1577399"/>
                <a:gd name="connsiteX9" fmla="*/ 316546 w 1903760"/>
                <a:gd name="connsiteY9" fmla="*/ 588511 h 1577399"/>
                <a:gd name="connsiteX10" fmla="*/ 58178 w 1903760"/>
                <a:gd name="connsiteY10" fmla="*/ 1072610 h 1577399"/>
                <a:gd name="connsiteX11" fmla="*/ 474286 w 1903760"/>
                <a:gd name="connsiteY11" fmla="*/ 1020936 h 1577399"/>
                <a:gd name="connsiteX12" fmla="*/ 555876 w 1903760"/>
                <a:gd name="connsiteY12" fmla="*/ 572193 h 1577399"/>
                <a:gd name="connsiteX13" fmla="*/ 830561 w 1903760"/>
                <a:gd name="connsiteY13" fmla="*/ 993740 h 1577399"/>
                <a:gd name="connsiteX14" fmla="*/ 1140602 w 1903760"/>
                <a:gd name="connsiteY14" fmla="*/ 574913 h 1577399"/>
                <a:gd name="connsiteX15" fmla="*/ 1567589 w 1903760"/>
                <a:gd name="connsiteY15" fmla="*/ 1526792 h 1577399"/>
                <a:gd name="connsiteX16" fmla="*/ 1866751 w 1903760"/>
                <a:gd name="connsiteY16" fmla="*/ 1322818 h 1577399"/>
                <a:gd name="connsiteX17" fmla="*/ 1559430 w 1903760"/>
                <a:gd name="connsiteY17" fmla="*/ 1165078 h 1577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903760" h="1577399">
                  <a:moveTo>
                    <a:pt x="1559430" y="1165078"/>
                  </a:moveTo>
                  <a:cubicBezTo>
                    <a:pt x="1420727" y="1012777"/>
                    <a:pt x="1377213" y="762569"/>
                    <a:pt x="1369054" y="593950"/>
                  </a:cubicBezTo>
                  <a:cubicBezTo>
                    <a:pt x="1360895" y="449809"/>
                    <a:pt x="1369054" y="199600"/>
                    <a:pt x="1483279" y="126170"/>
                  </a:cubicBezTo>
                  <a:cubicBezTo>
                    <a:pt x="1445204" y="77216"/>
                    <a:pt x="1369054" y="58178"/>
                    <a:pt x="1311941" y="58178"/>
                  </a:cubicBezTo>
                  <a:cubicBezTo>
                    <a:pt x="1184117" y="58178"/>
                    <a:pt x="1121565" y="142488"/>
                    <a:pt x="1078050" y="205040"/>
                  </a:cubicBezTo>
                  <a:cubicBezTo>
                    <a:pt x="1064452" y="224077"/>
                    <a:pt x="846879" y="523239"/>
                    <a:pt x="846879" y="523239"/>
                  </a:cubicBezTo>
                  <a:cubicBezTo>
                    <a:pt x="846879" y="523239"/>
                    <a:pt x="667382" y="243115"/>
                    <a:pt x="645624" y="210479"/>
                  </a:cubicBezTo>
                  <a:cubicBezTo>
                    <a:pt x="615708" y="164245"/>
                    <a:pt x="555876" y="77216"/>
                    <a:pt x="455248" y="63617"/>
                  </a:cubicBezTo>
                  <a:cubicBezTo>
                    <a:pt x="411734" y="58178"/>
                    <a:pt x="297508" y="52739"/>
                    <a:pt x="234956" y="137048"/>
                  </a:cubicBezTo>
                  <a:cubicBezTo>
                    <a:pt x="341023" y="221357"/>
                    <a:pt x="338303" y="438930"/>
                    <a:pt x="316546" y="588511"/>
                  </a:cubicBezTo>
                  <a:cubicBezTo>
                    <a:pt x="248554" y="1031815"/>
                    <a:pt x="58178" y="1072610"/>
                    <a:pt x="58178" y="1072610"/>
                  </a:cubicBezTo>
                  <a:cubicBezTo>
                    <a:pt x="156086" y="1333696"/>
                    <a:pt x="403575" y="1230350"/>
                    <a:pt x="474286" y="1020936"/>
                  </a:cubicBezTo>
                  <a:cubicBezTo>
                    <a:pt x="520520" y="884953"/>
                    <a:pt x="550436" y="713615"/>
                    <a:pt x="555876" y="572193"/>
                  </a:cubicBezTo>
                  <a:lnTo>
                    <a:pt x="830561" y="993740"/>
                  </a:lnTo>
                  <a:cubicBezTo>
                    <a:pt x="830561" y="993740"/>
                    <a:pt x="1140602" y="574913"/>
                    <a:pt x="1140602" y="574913"/>
                  </a:cubicBezTo>
                  <a:cubicBezTo>
                    <a:pt x="1088929" y="1314659"/>
                    <a:pt x="1344577" y="1526792"/>
                    <a:pt x="1567589" y="1526792"/>
                  </a:cubicBezTo>
                  <a:cubicBezTo>
                    <a:pt x="1790601" y="1526792"/>
                    <a:pt x="1866751" y="1322818"/>
                    <a:pt x="1866751" y="1322818"/>
                  </a:cubicBezTo>
                  <a:cubicBezTo>
                    <a:pt x="1744367" y="1314659"/>
                    <a:pt x="1641019" y="1252107"/>
                    <a:pt x="1559430" y="1165078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A7E3A062-DDC7-49B6-A3D5-B32A3A38D180}"/>
                </a:ext>
              </a:extLst>
            </p:cNvPr>
            <p:cNvSpPr/>
            <p:nvPr/>
          </p:nvSpPr>
          <p:spPr>
            <a:xfrm>
              <a:off x="4792218" y="3234839"/>
              <a:ext cx="271966" cy="652717"/>
            </a:xfrm>
            <a:custGeom>
              <a:avLst/>
              <a:gdLst>
                <a:gd name="connsiteX0" fmla="*/ 88095 w 271965"/>
                <a:gd name="connsiteY0" fmla="*/ 120730 h 652717"/>
                <a:gd name="connsiteX1" fmla="*/ 93534 w 271965"/>
                <a:gd name="connsiteY1" fmla="*/ 153366 h 652717"/>
                <a:gd name="connsiteX2" fmla="*/ 93534 w 271965"/>
                <a:gd name="connsiteY2" fmla="*/ 544997 h 652717"/>
                <a:gd name="connsiteX3" fmla="*/ 156086 w 271965"/>
                <a:gd name="connsiteY3" fmla="*/ 604829 h 652717"/>
                <a:gd name="connsiteX4" fmla="*/ 221358 w 271965"/>
                <a:gd name="connsiteY4" fmla="*/ 544997 h 652717"/>
                <a:gd name="connsiteX5" fmla="*/ 221358 w 271965"/>
                <a:gd name="connsiteY5" fmla="*/ 194161 h 652717"/>
                <a:gd name="connsiteX6" fmla="*/ 210479 w 271965"/>
                <a:gd name="connsiteY6" fmla="*/ 109852 h 652717"/>
                <a:gd name="connsiteX7" fmla="*/ 118011 w 271965"/>
                <a:gd name="connsiteY7" fmla="*/ 58178 h 652717"/>
                <a:gd name="connsiteX8" fmla="*/ 58178 w 271965"/>
                <a:gd name="connsiteY8" fmla="*/ 88094 h 652717"/>
                <a:gd name="connsiteX9" fmla="*/ 88095 w 271965"/>
                <a:gd name="connsiteY9" fmla="*/ 120730 h 65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1965" h="652717">
                  <a:moveTo>
                    <a:pt x="88095" y="120730"/>
                  </a:moveTo>
                  <a:cubicBezTo>
                    <a:pt x="90814" y="131609"/>
                    <a:pt x="90814" y="142487"/>
                    <a:pt x="93534" y="153366"/>
                  </a:cubicBezTo>
                  <a:cubicBezTo>
                    <a:pt x="93534" y="156086"/>
                    <a:pt x="93534" y="542277"/>
                    <a:pt x="93534" y="544997"/>
                  </a:cubicBezTo>
                  <a:cubicBezTo>
                    <a:pt x="93534" y="577632"/>
                    <a:pt x="123450" y="604829"/>
                    <a:pt x="156086" y="604829"/>
                  </a:cubicBezTo>
                  <a:cubicBezTo>
                    <a:pt x="188722" y="607548"/>
                    <a:pt x="221358" y="577632"/>
                    <a:pt x="221358" y="544997"/>
                  </a:cubicBezTo>
                  <a:cubicBezTo>
                    <a:pt x="221358" y="539557"/>
                    <a:pt x="221358" y="194161"/>
                    <a:pt x="221358" y="194161"/>
                  </a:cubicBezTo>
                  <a:cubicBezTo>
                    <a:pt x="221358" y="164245"/>
                    <a:pt x="224078" y="134329"/>
                    <a:pt x="210479" y="109852"/>
                  </a:cubicBezTo>
                  <a:cubicBezTo>
                    <a:pt x="196881" y="79935"/>
                    <a:pt x="158806" y="58178"/>
                    <a:pt x="118011" y="58178"/>
                  </a:cubicBezTo>
                  <a:cubicBezTo>
                    <a:pt x="79936" y="58178"/>
                    <a:pt x="58178" y="88094"/>
                    <a:pt x="58178" y="88094"/>
                  </a:cubicBezTo>
                  <a:cubicBezTo>
                    <a:pt x="58178" y="88094"/>
                    <a:pt x="77216" y="93534"/>
                    <a:pt x="88095" y="120730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DB52140B-5C19-4D8B-93F0-72CFECE86CC0}"/>
                </a:ext>
              </a:extLst>
            </p:cNvPr>
            <p:cNvSpPr/>
            <p:nvPr/>
          </p:nvSpPr>
          <p:spPr>
            <a:xfrm>
              <a:off x="8751819" y="3234667"/>
              <a:ext cx="271966" cy="652717"/>
            </a:xfrm>
            <a:custGeom>
              <a:avLst/>
              <a:gdLst>
                <a:gd name="connsiteX0" fmla="*/ 191663 w 271965"/>
                <a:gd name="connsiteY0" fmla="*/ 542449 h 652717"/>
                <a:gd name="connsiteX1" fmla="*/ 186224 w 271965"/>
                <a:gd name="connsiteY1" fmla="*/ 509813 h 652717"/>
                <a:gd name="connsiteX2" fmla="*/ 186224 w 271965"/>
                <a:gd name="connsiteY2" fmla="*/ 118183 h 652717"/>
                <a:gd name="connsiteX3" fmla="*/ 123672 w 271965"/>
                <a:gd name="connsiteY3" fmla="*/ 58350 h 652717"/>
                <a:gd name="connsiteX4" fmla="*/ 58400 w 271965"/>
                <a:gd name="connsiteY4" fmla="*/ 118183 h 652717"/>
                <a:gd name="connsiteX5" fmla="*/ 58400 w 271965"/>
                <a:gd name="connsiteY5" fmla="*/ 469018 h 652717"/>
                <a:gd name="connsiteX6" fmla="*/ 69279 w 271965"/>
                <a:gd name="connsiteY6" fmla="*/ 553328 h 652717"/>
                <a:gd name="connsiteX7" fmla="*/ 161747 w 271965"/>
                <a:gd name="connsiteY7" fmla="*/ 605001 h 652717"/>
                <a:gd name="connsiteX8" fmla="*/ 221580 w 271965"/>
                <a:gd name="connsiteY8" fmla="*/ 575085 h 652717"/>
                <a:gd name="connsiteX9" fmla="*/ 191663 w 271965"/>
                <a:gd name="connsiteY9" fmla="*/ 542449 h 65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1965" h="652717">
                  <a:moveTo>
                    <a:pt x="191663" y="542449"/>
                  </a:moveTo>
                  <a:cubicBezTo>
                    <a:pt x="188944" y="531570"/>
                    <a:pt x="186224" y="520692"/>
                    <a:pt x="186224" y="509813"/>
                  </a:cubicBezTo>
                  <a:cubicBezTo>
                    <a:pt x="186224" y="507093"/>
                    <a:pt x="186224" y="120902"/>
                    <a:pt x="186224" y="118183"/>
                  </a:cubicBezTo>
                  <a:cubicBezTo>
                    <a:pt x="186224" y="85547"/>
                    <a:pt x="156308" y="58350"/>
                    <a:pt x="123672" y="58350"/>
                  </a:cubicBezTo>
                  <a:cubicBezTo>
                    <a:pt x="91036" y="55631"/>
                    <a:pt x="58400" y="85547"/>
                    <a:pt x="58400" y="118183"/>
                  </a:cubicBezTo>
                  <a:cubicBezTo>
                    <a:pt x="58400" y="123622"/>
                    <a:pt x="58400" y="469018"/>
                    <a:pt x="58400" y="469018"/>
                  </a:cubicBezTo>
                  <a:cubicBezTo>
                    <a:pt x="58400" y="498934"/>
                    <a:pt x="55680" y="528851"/>
                    <a:pt x="69279" y="553328"/>
                  </a:cubicBezTo>
                  <a:cubicBezTo>
                    <a:pt x="82877" y="583244"/>
                    <a:pt x="120953" y="605001"/>
                    <a:pt x="161747" y="605001"/>
                  </a:cubicBezTo>
                  <a:cubicBezTo>
                    <a:pt x="199822" y="605001"/>
                    <a:pt x="221580" y="575085"/>
                    <a:pt x="221580" y="575085"/>
                  </a:cubicBezTo>
                  <a:cubicBezTo>
                    <a:pt x="221580" y="575085"/>
                    <a:pt x="202542" y="566926"/>
                    <a:pt x="191663" y="542449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79A100D8-96DD-4438-B034-852ACD48360A}"/>
                </a:ext>
              </a:extLst>
            </p:cNvPr>
            <p:cNvSpPr/>
            <p:nvPr/>
          </p:nvSpPr>
          <p:spPr>
            <a:xfrm>
              <a:off x="6320666" y="3416868"/>
              <a:ext cx="435145" cy="462341"/>
            </a:xfrm>
            <a:custGeom>
              <a:avLst/>
              <a:gdLst>
                <a:gd name="connsiteX0" fmla="*/ 302948 w 435145"/>
                <a:gd name="connsiteY0" fmla="*/ 74684 h 462341"/>
                <a:gd name="connsiteX1" fmla="*/ 186003 w 435145"/>
                <a:gd name="connsiteY1" fmla="*/ 148115 h 462341"/>
                <a:gd name="connsiteX2" fmla="*/ 186003 w 435145"/>
                <a:gd name="connsiteY2" fmla="*/ 148115 h 462341"/>
                <a:gd name="connsiteX3" fmla="*/ 186003 w 435145"/>
                <a:gd name="connsiteY3" fmla="*/ 115479 h 462341"/>
                <a:gd name="connsiteX4" fmla="*/ 123450 w 435145"/>
                <a:gd name="connsiteY4" fmla="*/ 58366 h 462341"/>
                <a:gd name="connsiteX5" fmla="*/ 58178 w 435145"/>
                <a:gd name="connsiteY5" fmla="*/ 115479 h 462341"/>
                <a:gd name="connsiteX6" fmla="*/ 58178 w 435145"/>
                <a:gd name="connsiteY6" fmla="*/ 362967 h 462341"/>
                <a:gd name="connsiteX7" fmla="*/ 120730 w 435145"/>
                <a:gd name="connsiteY7" fmla="*/ 422800 h 462341"/>
                <a:gd name="connsiteX8" fmla="*/ 186003 w 435145"/>
                <a:gd name="connsiteY8" fmla="*/ 362967 h 462341"/>
                <a:gd name="connsiteX9" fmla="*/ 186003 w 435145"/>
                <a:gd name="connsiteY9" fmla="*/ 213386 h 462341"/>
                <a:gd name="connsiteX10" fmla="*/ 186003 w 435145"/>
                <a:gd name="connsiteY10" fmla="*/ 213386 h 462341"/>
                <a:gd name="connsiteX11" fmla="*/ 229517 w 435145"/>
                <a:gd name="connsiteY11" fmla="*/ 161713 h 462341"/>
                <a:gd name="connsiteX12" fmla="*/ 259433 w 435145"/>
                <a:gd name="connsiteY12" fmla="*/ 194349 h 462341"/>
                <a:gd name="connsiteX13" fmla="*/ 259433 w 435145"/>
                <a:gd name="connsiteY13" fmla="*/ 362967 h 462341"/>
                <a:gd name="connsiteX14" fmla="*/ 321985 w 435145"/>
                <a:gd name="connsiteY14" fmla="*/ 422800 h 462341"/>
                <a:gd name="connsiteX15" fmla="*/ 387257 w 435145"/>
                <a:gd name="connsiteY15" fmla="*/ 362967 h 462341"/>
                <a:gd name="connsiteX16" fmla="*/ 387257 w 435145"/>
                <a:gd name="connsiteY16" fmla="*/ 273219 h 462341"/>
                <a:gd name="connsiteX17" fmla="*/ 302948 w 435145"/>
                <a:gd name="connsiteY17" fmla="*/ 74684 h 46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5145" h="462341">
                  <a:moveTo>
                    <a:pt x="302948" y="74684"/>
                  </a:moveTo>
                  <a:cubicBezTo>
                    <a:pt x="234956" y="74684"/>
                    <a:pt x="196881" y="131797"/>
                    <a:pt x="186003" y="148115"/>
                  </a:cubicBezTo>
                  <a:lnTo>
                    <a:pt x="186003" y="148115"/>
                  </a:lnTo>
                  <a:cubicBezTo>
                    <a:pt x="186003" y="129077"/>
                    <a:pt x="186003" y="115479"/>
                    <a:pt x="186003" y="115479"/>
                  </a:cubicBezTo>
                  <a:cubicBezTo>
                    <a:pt x="186003" y="82843"/>
                    <a:pt x="156086" y="58366"/>
                    <a:pt x="123450" y="58366"/>
                  </a:cubicBezTo>
                  <a:cubicBezTo>
                    <a:pt x="90814" y="55646"/>
                    <a:pt x="58178" y="82843"/>
                    <a:pt x="58178" y="115479"/>
                  </a:cubicBezTo>
                  <a:cubicBezTo>
                    <a:pt x="58178" y="120918"/>
                    <a:pt x="58178" y="360248"/>
                    <a:pt x="58178" y="362967"/>
                  </a:cubicBezTo>
                  <a:cubicBezTo>
                    <a:pt x="58178" y="395603"/>
                    <a:pt x="88095" y="422800"/>
                    <a:pt x="120730" y="422800"/>
                  </a:cubicBezTo>
                  <a:cubicBezTo>
                    <a:pt x="153366" y="425519"/>
                    <a:pt x="186003" y="395603"/>
                    <a:pt x="186003" y="362967"/>
                  </a:cubicBezTo>
                  <a:cubicBezTo>
                    <a:pt x="186003" y="360248"/>
                    <a:pt x="186003" y="281378"/>
                    <a:pt x="186003" y="213386"/>
                  </a:cubicBezTo>
                  <a:lnTo>
                    <a:pt x="186003" y="213386"/>
                  </a:lnTo>
                  <a:cubicBezTo>
                    <a:pt x="191442" y="186190"/>
                    <a:pt x="205040" y="161713"/>
                    <a:pt x="229517" y="161713"/>
                  </a:cubicBezTo>
                  <a:cubicBezTo>
                    <a:pt x="259433" y="161713"/>
                    <a:pt x="259433" y="194349"/>
                    <a:pt x="259433" y="194349"/>
                  </a:cubicBezTo>
                  <a:lnTo>
                    <a:pt x="259433" y="362967"/>
                  </a:lnTo>
                  <a:cubicBezTo>
                    <a:pt x="259433" y="395603"/>
                    <a:pt x="289349" y="422800"/>
                    <a:pt x="321985" y="422800"/>
                  </a:cubicBezTo>
                  <a:cubicBezTo>
                    <a:pt x="354621" y="425519"/>
                    <a:pt x="387257" y="395603"/>
                    <a:pt x="387257" y="362967"/>
                  </a:cubicBezTo>
                  <a:lnTo>
                    <a:pt x="387257" y="273219"/>
                  </a:lnTo>
                  <a:cubicBezTo>
                    <a:pt x="387257" y="183470"/>
                    <a:pt x="395416" y="71964"/>
                    <a:pt x="302948" y="7468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E4435034-3BFA-4E05-A947-D42274FB4ACD}"/>
                </a:ext>
              </a:extLst>
            </p:cNvPr>
            <p:cNvSpPr/>
            <p:nvPr/>
          </p:nvSpPr>
          <p:spPr>
            <a:xfrm>
              <a:off x="7960620" y="3416868"/>
              <a:ext cx="435145" cy="462341"/>
            </a:xfrm>
            <a:custGeom>
              <a:avLst/>
              <a:gdLst>
                <a:gd name="connsiteX0" fmla="*/ 302948 w 435145"/>
                <a:gd name="connsiteY0" fmla="*/ 74684 h 462341"/>
                <a:gd name="connsiteX1" fmla="*/ 186002 w 435145"/>
                <a:gd name="connsiteY1" fmla="*/ 148115 h 462341"/>
                <a:gd name="connsiteX2" fmla="*/ 186002 w 435145"/>
                <a:gd name="connsiteY2" fmla="*/ 148115 h 462341"/>
                <a:gd name="connsiteX3" fmla="*/ 186002 w 435145"/>
                <a:gd name="connsiteY3" fmla="*/ 115479 h 462341"/>
                <a:gd name="connsiteX4" fmla="*/ 123450 w 435145"/>
                <a:gd name="connsiteY4" fmla="*/ 58366 h 462341"/>
                <a:gd name="connsiteX5" fmla="*/ 58178 w 435145"/>
                <a:gd name="connsiteY5" fmla="*/ 115479 h 462341"/>
                <a:gd name="connsiteX6" fmla="*/ 58178 w 435145"/>
                <a:gd name="connsiteY6" fmla="*/ 362967 h 462341"/>
                <a:gd name="connsiteX7" fmla="*/ 120730 w 435145"/>
                <a:gd name="connsiteY7" fmla="*/ 422800 h 462341"/>
                <a:gd name="connsiteX8" fmla="*/ 186002 w 435145"/>
                <a:gd name="connsiteY8" fmla="*/ 362967 h 462341"/>
                <a:gd name="connsiteX9" fmla="*/ 186002 w 435145"/>
                <a:gd name="connsiteY9" fmla="*/ 213386 h 462341"/>
                <a:gd name="connsiteX10" fmla="*/ 186002 w 435145"/>
                <a:gd name="connsiteY10" fmla="*/ 213386 h 462341"/>
                <a:gd name="connsiteX11" fmla="*/ 229517 w 435145"/>
                <a:gd name="connsiteY11" fmla="*/ 161713 h 462341"/>
                <a:gd name="connsiteX12" fmla="*/ 259433 w 435145"/>
                <a:gd name="connsiteY12" fmla="*/ 194349 h 462341"/>
                <a:gd name="connsiteX13" fmla="*/ 259433 w 435145"/>
                <a:gd name="connsiteY13" fmla="*/ 362967 h 462341"/>
                <a:gd name="connsiteX14" fmla="*/ 321985 w 435145"/>
                <a:gd name="connsiteY14" fmla="*/ 422800 h 462341"/>
                <a:gd name="connsiteX15" fmla="*/ 387257 w 435145"/>
                <a:gd name="connsiteY15" fmla="*/ 362967 h 462341"/>
                <a:gd name="connsiteX16" fmla="*/ 387257 w 435145"/>
                <a:gd name="connsiteY16" fmla="*/ 273219 h 462341"/>
                <a:gd name="connsiteX17" fmla="*/ 302948 w 435145"/>
                <a:gd name="connsiteY17" fmla="*/ 74684 h 46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5145" h="462341">
                  <a:moveTo>
                    <a:pt x="302948" y="74684"/>
                  </a:moveTo>
                  <a:cubicBezTo>
                    <a:pt x="234956" y="74684"/>
                    <a:pt x="196881" y="131797"/>
                    <a:pt x="186002" y="148115"/>
                  </a:cubicBezTo>
                  <a:lnTo>
                    <a:pt x="186002" y="148115"/>
                  </a:lnTo>
                  <a:cubicBezTo>
                    <a:pt x="186002" y="129077"/>
                    <a:pt x="186002" y="115479"/>
                    <a:pt x="186002" y="115479"/>
                  </a:cubicBezTo>
                  <a:cubicBezTo>
                    <a:pt x="186002" y="82843"/>
                    <a:pt x="156086" y="58366"/>
                    <a:pt x="123450" y="58366"/>
                  </a:cubicBezTo>
                  <a:cubicBezTo>
                    <a:pt x="90814" y="55646"/>
                    <a:pt x="58178" y="82843"/>
                    <a:pt x="58178" y="115479"/>
                  </a:cubicBezTo>
                  <a:cubicBezTo>
                    <a:pt x="58178" y="120918"/>
                    <a:pt x="58178" y="360248"/>
                    <a:pt x="58178" y="362967"/>
                  </a:cubicBezTo>
                  <a:cubicBezTo>
                    <a:pt x="58178" y="395603"/>
                    <a:pt x="88095" y="422800"/>
                    <a:pt x="120730" y="422800"/>
                  </a:cubicBezTo>
                  <a:cubicBezTo>
                    <a:pt x="153366" y="425519"/>
                    <a:pt x="186002" y="395603"/>
                    <a:pt x="186002" y="362967"/>
                  </a:cubicBezTo>
                  <a:cubicBezTo>
                    <a:pt x="186002" y="360248"/>
                    <a:pt x="186002" y="281378"/>
                    <a:pt x="186002" y="213386"/>
                  </a:cubicBezTo>
                  <a:lnTo>
                    <a:pt x="186002" y="213386"/>
                  </a:lnTo>
                  <a:cubicBezTo>
                    <a:pt x="191442" y="186190"/>
                    <a:pt x="205040" y="161713"/>
                    <a:pt x="229517" y="161713"/>
                  </a:cubicBezTo>
                  <a:cubicBezTo>
                    <a:pt x="259433" y="161713"/>
                    <a:pt x="259433" y="194349"/>
                    <a:pt x="259433" y="194349"/>
                  </a:cubicBezTo>
                  <a:lnTo>
                    <a:pt x="259433" y="362967"/>
                  </a:lnTo>
                  <a:cubicBezTo>
                    <a:pt x="259433" y="395603"/>
                    <a:pt x="289349" y="422800"/>
                    <a:pt x="321985" y="422800"/>
                  </a:cubicBezTo>
                  <a:cubicBezTo>
                    <a:pt x="354621" y="425519"/>
                    <a:pt x="387257" y="395603"/>
                    <a:pt x="387257" y="362967"/>
                  </a:cubicBezTo>
                  <a:lnTo>
                    <a:pt x="387257" y="273219"/>
                  </a:lnTo>
                  <a:cubicBezTo>
                    <a:pt x="384537" y="183470"/>
                    <a:pt x="395416" y="71964"/>
                    <a:pt x="302948" y="7468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1F94EEDF-4DA9-4C49-8D81-4FEAA7A00790}"/>
                </a:ext>
              </a:extLst>
            </p:cNvPr>
            <p:cNvSpPr/>
            <p:nvPr/>
          </p:nvSpPr>
          <p:spPr>
            <a:xfrm>
              <a:off x="5020669" y="3416868"/>
              <a:ext cx="435145" cy="462341"/>
            </a:xfrm>
            <a:custGeom>
              <a:avLst/>
              <a:gdLst>
                <a:gd name="connsiteX0" fmla="*/ 302948 w 435145"/>
                <a:gd name="connsiteY0" fmla="*/ 74684 h 462341"/>
                <a:gd name="connsiteX1" fmla="*/ 186002 w 435145"/>
                <a:gd name="connsiteY1" fmla="*/ 148115 h 462341"/>
                <a:gd name="connsiteX2" fmla="*/ 186002 w 435145"/>
                <a:gd name="connsiteY2" fmla="*/ 148115 h 462341"/>
                <a:gd name="connsiteX3" fmla="*/ 186002 w 435145"/>
                <a:gd name="connsiteY3" fmla="*/ 115479 h 462341"/>
                <a:gd name="connsiteX4" fmla="*/ 123450 w 435145"/>
                <a:gd name="connsiteY4" fmla="*/ 58366 h 462341"/>
                <a:gd name="connsiteX5" fmla="*/ 58178 w 435145"/>
                <a:gd name="connsiteY5" fmla="*/ 115479 h 462341"/>
                <a:gd name="connsiteX6" fmla="*/ 58178 w 435145"/>
                <a:gd name="connsiteY6" fmla="*/ 362967 h 462341"/>
                <a:gd name="connsiteX7" fmla="*/ 120730 w 435145"/>
                <a:gd name="connsiteY7" fmla="*/ 422800 h 462341"/>
                <a:gd name="connsiteX8" fmla="*/ 186002 w 435145"/>
                <a:gd name="connsiteY8" fmla="*/ 362967 h 462341"/>
                <a:gd name="connsiteX9" fmla="*/ 186002 w 435145"/>
                <a:gd name="connsiteY9" fmla="*/ 213386 h 462341"/>
                <a:gd name="connsiteX10" fmla="*/ 186002 w 435145"/>
                <a:gd name="connsiteY10" fmla="*/ 213386 h 462341"/>
                <a:gd name="connsiteX11" fmla="*/ 229517 w 435145"/>
                <a:gd name="connsiteY11" fmla="*/ 161713 h 462341"/>
                <a:gd name="connsiteX12" fmla="*/ 259433 w 435145"/>
                <a:gd name="connsiteY12" fmla="*/ 194349 h 462341"/>
                <a:gd name="connsiteX13" fmla="*/ 259433 w 435145"/>
                <a:gd name="connsiteY13" fmla="*/ 362967 h 462341"/>
                <a:gd name="connsiteX14" fmla="*/ 321985 w 435145"/>
                <a:gd name="connsiteY14" fmla="*/ 422800 h 462341"/>
                <a:gd name="connsiteX15" fmla="*/ 387257 w 435145"/>
                <a:gd name="connsiteY15" fmla="*/ 362967 h 462341"/>
                <a:gd name="connsiteX16" fmla="*/ 387257 w 435145"/>
                <a:gd name="connsiteY16" fmla="*/ 273219 h 462341"/>
                <a:gd name="connsiteX17" fmla="*/ 302948 w 435145"/>
                <a:gd name="connsiteY17" fmla="*/ 74684 h 46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5145" h="462341">
                  <a:moveTo>
                    <a:pt x="302948" y="74684"/>
                  </a:moveTo>
                  <a:cubicBezTo>
                    <a:pt x="234956" y="74684"/>
                    <a:pt x="196881" y="131797"/>
                    <a:pt x="186002" y="148115"/>
                  </a:cubicBezTo>
                  <a:lnTo>
                    <a:pt x="186002" y="148115"/>
                  </a:lnTo>
                  <a:cubicBezTo>
                    <a:pt x="186002" y="129077"/>
                    <a:pt x="186002" y="115479"/>
                    <a:pt x="186002" y="115479"/>
                  </a:cubicBezTo>
                  <a:cubicBezTo>
                    <a:pt x="186002" y="82843"/>
                    <a:pt x="156086" y="58366"/>
                    <a:pt x="123450" y="58366"/>
                  </a:cubicBezTo>
                  <a:cubicBezTo>
                    <a:pt x="90814" y="55646"/>
                    <a:pt x="58178" y="82843"/>
                    <a:pt x="58178" y="115479"/>
                  </a:cubicBezTo>
                  <a:cubicBezTo>
                    <a:pt x="58178" y="120918"/>
                    <a:pt x="58178" y="360248"/>
                    <a:pt x="58178" y="362967"/>
                  </a:cubicBezTo>
                  <a:cubicBezTo>
                    <a:pt x="58178" y="395603"/>
                    <a:pt x="88094" y="422800"/>
                    <a:pt x="120730" y="422800"/>
                  </a:cubicBezTo>
                  <a:cubicBezTo>
                    <a:pt x="153366" y="425519"/>
                    <a:pt x="186002" y="395603"/>
                    <a:pt x="186002" y="362967"/>
                  </a:cubicBezTo>
                  <a:cubicBezTo>
                    <a:pt x="186002" y="360248"/>
                    <a:pt x="186002" y="281378"/>
                    <a:pt x="186002" y="213386"/>
                  </a:cubicBezTo>
                  <a:lnTo>
                    <a:pt x="186002" y="213386"/>
                  </a:lnTo>
                  <a:cubicBezTo>
                    <a:pt x="191442" y="186190"/>
                    <a:pt x="205040" y="161713"/>
                    <a:pt x="229517" y="161713"/>
                  </a:cubicBezTo>
                  <a:cubicBezTo>
                    <a:pt x="259433" y="161713"/>
                    <a:pt x="259433" y="194349"/>
                    <a:pt x="259433" y="194349"/>
                  </a:cubicBezTo>
                  <a:lnTo>
                    <a:pt x="259433" y="362967"/>
                  </a:lnTo>
                  <a:cubicBezTo>
                    <a:pt x="259433" y="395603"/>
                    <a:pt x="289349" y="422800"/>
                    <a:pt x="321985" y="422800"/>
                  </a:cubicBezTo>
                  <a:cubicBezTo>
                    <a:pt x="354621" y="425519"/>
                    <a:pt x="387257" y="395603"/>
                    <a:pt x="387257" y="362967"/>
                  </a:cubicBezTo>
                  <a:lnTo>
                    <a:pt x="387257" y="273219"/>
                  </a:lnTo>
                  <a:cubicBezTo>
                    <a:pt x="384537" y="183470"/>
                    <a:pt x="395416" y="71964"/>
                    <a:pt x="302948" y="7468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847FAE4D-6929-4A6E-B735-59F6ED016FDD}"/>
                </a:ext>
              </a:extLst>
            </p:cNvPr>
            <p:cNvSpPr/>
            <p:nvPr/>
          </p:nvSpPr>
          <p:spPr>
            <a:xfrm>
              <a:off x="7616289" y="3475234"/>
              <a:ext cx="364436" cy="364434"/>
            </a:xfrm>
            <a:custGeom>
              <a:avLst/>
              <a:gdLst>
                <a:gd name="connsiteX0" fmla="*/ 182218 w 364436"/>
                <a:gd name="connsiteY0" fmla="*/ 73431 h 364434"/>
                <a:gd name="connsiteX1" fmla="*/ 130544 w 364436"/>
                <a:gd name="connsiteY1" fmla="*/ 179499 h 364434"/>
                <a:gd name="connsiteX2" fmla="*/ 182218 w 364436"/>
                <a:gd name="connsiteY2" fmla="*/ 285565 h 364434"/>
                <a:gd name="connsiteX3" fmla="*/ 233891 w 364436"/>
                <a:gd name="connsiteY3" fmla="*/ 179499 h 364434"/>
                <a:gd name="connsiteX4" fmla="*/ 182218 w 364436"/>
                <a:gd name="connsiteY4" fmla="*/ 73431 h 364434"/>
                <a:gd name="connsiteX5" fmla="*/ 182219 w 364436"/>
                <a:gd name="connsiteY5" fmla="*/ 0 h 364434"/>
                <a:gd name="connsiteX6" fmla="*/ 364436 w 364436"/>
                <a:gd name="connsiteY6" fmla="*/ 182217 h 364434"/>
                <a:gd name="connsiteX7" fmla="*/ 182219 w 364436"/>
                <a:gd name="connsiteY7" fmla="*/ 364434 h 364434"/>
                <a:gd name="connsiteX8" fmla="*/ 0 w 364436"/>
                <a:gd name="connsiteY8" fmla="*/ 182217 h 364434"/>
                <a:gd name="connsiteX9" fmla="*/ 182219 w 364436"/>
                <a:gd name="connsiteY9" fmla="*/ 0 h 364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64436" h="364434">
                  <a:moveTo>
                    <a:pt x="182218" y="73431"/>
                  </a:moveTo>
                  <a:cubicBezTo>
                    <a:pt x="152302" y="76151"/>
                    <a:pt x="130544" y="114226"/>
                    <a:pt x="130544" y="179499"/>
                  </a:cubicBezTo>
                  <a:cubicBezTo>
                    <a:pt x="130544" y="244770"/>
                    <a:pt x="146862" y="285565"/>
                    <a:pt x="182218" y="285565"/>
                  </a:cubicBezTo>
                  <a:cubicBezTo>
                    <a:pt x="217573" y="285565"/>
                    <a:pt x="233891" y="247490"/>
                    <a:pt x="233891" y="179499"/>
                  </a:cubicBezTo>
                  <a:cubicBezTo>
                    <a:pt x="233891" y="114226"/>
                    <a:pt x="212134" y="73431"/>
                    <a:pt x="182218" y="73431"/>
                  </a:cubicBezTo>
                  <a:close/>
                  <a:moveTo>
                    <a:pt x="182219" y="0"/>
                  </a:moveTo>
                  <a:cubicBezTo>
                    <a:pt x="282846" y="0"/>
                    <a:pt x="364436" y="81590"/>
                    <a:pt x="364436" y="182217"/>
                  </a:cubicBezTo>
                  <a:cubicBezTo>
                    <a:pt x="364436" y="282844"/>
                    <a:pt x="282846" y="364434"/>
                    <a:pt x="182219" y="364434"/>
                  </a:cubicBezTo>
                  <a:cubicBezTo>
                    <a:pt x="81591" y="364434"/>
                    <a:pt x="0" y="282844"/>
                    <a:pt x="0" y="182217"/>
                  </a:cubicBezTo>
                  <a:cubicBezTo>
                    <a:pt x="0" y="81590"/>
                    <a:pt x="81591" y="0"/>
                    <a:pt x="182219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A61A7D8E-A6BF-40D7-95EB-1191999BD2EC}"/>
                </a:ext>
              </a:extLst>
            </p:cNvPr>
            <p:cNvSpPr/>
            <p:nvPr/>
          </p:nvSpPr>
          <p:spPr>
            <a:xfrm>
              <a:off x="6743101" y="3464184"/>
              <a:ext cx="372773" cy="375657"/>
            </a:xfrm>
            <a:custGeom>
              <a:avLst/>
              <a:gdLst>
                <a:gd name="connsiteX0" fmla="*/ 176958 w 372773"/>
                <a:gd name="connsiteY0" fmla="*/ 98080 h 375657"/>
                <a:gd name="connsiteX1" fmla="*/ 125284 w 372773"/>
                <a:gd name="connsiteY1" fmla="*/ 190548 h 375657"/>
                <a:gd name="connsiteX2" fmla="*/ 176958 w 372773"/>
                <a:gd name="connsiteY2" fmla="*/ 283017 h 375657"/>
                <a:gd name="connsiteX3" fmla="*/ 228631 w 372773"/>
                <a:gd name="connsiteY3" fmla="*/ 190548 h 375657"/>
                <a:gd name="connsiteX4" fmla="*/ 176958 w 372773"/>
                <a:gd name="connsiteY4" fmla="*/ 98080 h 375657"/>
                <a:gd name="connsiteX5" fmla="*/ 307501 w 372773"/>
                <a:gd name="connsiteY5" fmla="*/ 172 h 375657"/>
                <a:gd name="connsiteX6" fmla="*/ 372773 w 372773"/>
                <a:gd name="connsiteY6" fmla="*/ 62724 h 375657"/>
                <a:gd name="connsiteX7" fmla="*/ 372773 w 372773"/>
                <a:gd name="connsiteY7" fmla="*/ 312934 h 375657"/>
                <a:gd name="connsiteX8" fmla="*/ 302061 w 372773"/>
                <a:gd name="connsiteY8" fmla="*/ 375486 h 375657"/>
                <a:gd name="connsiteX9" fmla="*/ 239509 w 372773"/>
                <a:gd name="connsiteY9" fmla="*/ 326532 h 375657"/>
                <a:gd name="connsiteX10" fmla="*/ 179677 w 372773"/>
                <a:gd name="connsiteY10" fmla="*/ 370046 h 375657"/>
                <a:gd name="connsiteX11" fmla="*/ 70890 w 372773"/>
                <a:gd name="connsiteY11" fmla="*/ 353728 h 375657"/>
                <a:gd name="connsiteX12" fmla="*/ 128003 w 372773"/>
                <a:gd name="connsiteY12" fmla="*/ 11051 h 375657"/>
                <a:gd name="connsiteX13" fmla="*/ 236790 w 372773"/>
                <a:gd name="connsiteY13" fmla="*/ 70883 h 375657"/>
                <a:gd name="connsiteX14" fmla="*/ 236790 w 372773"/>
                <a:gd name="connsiteY14" fmla="*/ 62724 h 375657"/>
                <a:gd name="connsiteX15" fmla="*/ 307501 w 372773"/>
                <a:gd name="connsiteY15" fmla="*/ 172 h 375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2773" h="375657">
                  <a:moveTo>
                    <a:pt x="176958" y="98080"/>
                  </a:moveTo>
                  <a:cubicBezTo>
                    <a:pt x="147042" y="100800"/>
                    <a:pt x="125284" y="133436"/>
                    <a:pt x="125284" y="190548"/>
                  </a:cubicBezTo>
                  <a:cubicBezTo>
                    <a:pt x="125284" y="247661"/>
                    <a:pt x="141602" y="283017"/>
                    <a:pt x="176958" y="283017"/>
                  </a:cubicBezTo>
                  <a:cubicBezTo>
                    <a:pt x="212314" y="283017"/>
                    <a:pt x="228631" y="247661"/>
                    <a:pt x="228631" y="190548"/>
                  </a:cubicBezTo>
                  <a:cubicBezTo>
                    <a:pt x="228631" y="133436"/>
                    <a:pt x="206874" y="98080"/>
                    <a:pt x="176958" y="98080"/>
                  </a:cubicBezTo>
                  <a:close/>
                  <a:moveTo>
                    <a:pt x="307501" y="172"/>
                  </a:moveTo>
                  <a:cubicBezTo>
                    <a:pt x="340137" y="172"/>
                    <a:pt x="372773" y="30088"/>
                    <a:pt x="372773" y="62724"/>
                  </a:cubicBezTo>
                  <a:cubicBezTo>
                    <a:pt x="372773" y="65444"/>
                    <a:pt x="372773" y="307494"/>
                    <a:pt x="372773" y="312934"/>
                  </a:cubicBezTo>
                  <a:cubicBezTo>
                    <a:pt x="370053" y="348289"/>
                    <a:pt x="337417" y="378205"/>
                    <a:pt x="302061" y="375486"/>
                  </a:cubicBezTo>
                  <a:cubicBezTo>
                    <a:pt x="274865" y="372766"/>
                    <a:pt x="247668" y="353728"/>
                    <a:pt x="239509" y="326532"/>
                  </a:cubicBezTo>
                  <a:cubicBezTo>
                    <a:pt x="225911" y="348289"/>
                    <a:pt x="198715" y="364607"/>
                    <a:pt x="179677" y="370046"/>
                  </a:cubicBezTo>
                  <a:cubicBezTo>
                    <a:pt x="147041" y="378205"/>
                    <a:pt x="100807" y="372766"/>
                    <a:pt x="70890" y="353728"/>
                  </a:cubicBezTo>
                  <a:cubicBezTo>
                    <a:pt x="-35177" y="285737"/>
                    <a:pt x="-27018" y="11051"/>
                    <a:pt x="128003" y="11051"/>
                  </a:cubicBezTo>
                  <a:cubicBezTo>
                    <a:pt x="185116" y="11051"/>
                    <a:pt x="220471" y="49126"/>
                    <a:pt x="236790" y="70883"/>
                  </a:cubicBezTo>
                  <a:cubicBezTo>
                    <a:pt x="236790" y="70883"/>
                    <a:pt x="236790" y="65444"/>
                    <a:pt x="236790" y="62724"/>
                  </a:cubicBezTo>
                  <a:cubicBezTo>
                    <a:pt x="239509" y="27369"/>
                    <a:pt x="272145" y="-2547"/>
                    <a:pt x="307501" y="172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41409C27-3D54-4E7E-B608-F8D1F36BC68E}"/>
                </a:ext>
              </a:extLst>
            </p:cNvPr>
            <p:cNvSpPr/>
            <p:nvPr/>
          </p:nvSpPr>
          <p:spPr>
            <a:xfrm>
              <a:off x="8380335" y="3464184"/>
              <a:ext cx="372772" cy="375657"/>
            </a:xfrm>
            <a:custGeom>
              <a:avLst/>
              <a:gdLst>
                <a:gd name="connsiteX0" fmla="*/ 176957 w 372772"/>
                <a:gd name="connsiteY0" fmla="*/ 98080 h 375657"/>
                <a:gd name="connsiteX1" fmla="*/ 125282 w 372772"/>
                <a:gd name="connsiteY1" fmla="*/ 190548 h 375657"/>
                <a:gd name="connsiteX2" fmla="*/ 176957 w 372772"/>
                <a:gd name="connsiteY2" fmla="*/ 283017 h 375657"/>
                <a:gd name="connsiteX3" fmla="*/ 228630 w 372772"/>
                <a:gd name="connsiteY3" fmla="*/ 190548 h 375657"/>
                <a:gd name="connsiteX4" fmla="*/ 176957 w 372772"/>
                <a:gd name="connsiteY4" fmla="*/ 98080 h 375657"/>
                <a:gd name="connsiteX5" fmla="*/ 307501 w 372772"/>
                <a:gd name="connsiteY5" fmla="*/ 172 h 375657"/>
                <a:gd name="connsiteX6" fmla="*/ 372772 w 372772"/>
                <a:gd name="connsiteY6" fmla="*/ 62724 h 375657"/>
                <a:gd name="connsiteX7" fmla="*/ 372772 w 372772"/>
                <a:gd name="connsiteY7" fmla="*/ 312934 h 375657"/>
                <a:gd name="connsiteX8" fmla="*/ 302062 w 372772"/>
                <a:gd name="connsiteY8" fmla="*/ 375486 h 375657"/>
                <a:gd name="connsiteX9" fmla="*/ 239509 w 372772"/>
                <a:gd name="connsiteY9" fmla="*/ 326532 h 375657"/>
                <a:gd name="connsiteX10" fmla="*/ 179677 w 372772"/>
                <a:gd name="connsiteY10" fmla="*/ 370046 h 375657"/>
                <a:gd name="connsiteX11" fmla="*/ 70890 w 372772"/>
                <a:gd name="connsiteY11" fmla="*/ 353728 h 375657"/>
                <a:gd name="connsiteX12" fmla="*/ 128002 w 372772"/>
                <a:gd name="connsiteY12" fmla="*/ 11051 h 375657"/>
                <a:gd name="connsiteX13" fmla="*/ 236790 w 372772"/>
                <a:gd name="connsiteY13" fmla="*/ 70883 h 375657"/>
                <a:gd name="connsiteX14" fmla="*/ 236790 w 372772"/>
                <a:gd name="connsiteY14" fmla="*/ 62724 h 375657"/>
                <a:gd name="connsiteX15" fmla="*/ 307501 w 372772"/>
                <a:gd name="connsiteY15" fmla="*/ 172 h 375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2772" h="375657">
                  <a:moveTo>
                    <a:pt x="176957" y="98080"/>
                  </a:moveTo>
                  <a:cubicBezTo>
                    <a:pt x="147039" y="100800"/>
                    <a:pt x="125282" y="133436"/>
                    <a:pt x="125282" y="190548"/>
                  </a:cubicBezTo>
                  <a:cubicBezTo>
                    <a:pt x="125282" y="247661"/>
                    <a:pt x="141600" y="283017"/>
                    <a:pt x="176957" y="283017"/>
                  </a:cubicBezTo>
                  <a:cubicBezTo>
                    <a:pt x="212312" y="283017"/>
                    <a:pt x="228630" y="247661"/>
                    <a:pt x="228630" y="190548"/>
                  </a:cubicBezTo>
                  <a:cubicBezTo>
                    <a:pt x="228630" y="133436"/>
                    <a:pt x="206873" y="98080"/>
                    <a:pt x="176957" y="98080"/>
                  </a:cubicBezTo>
                  <a:close/>
                  <a:moveTo>
                    <a:pt x="307501" y="172"/>
                  </a:moveTo>
                  <a:cubicBezTo>
                    <a:pt x="340137" y="172"/>
                    <a:pt x="372772" y="30088"/>
                    <a:pt x="372772" y="62724"/>
                  </a:cubicBezTo>
                  <a:cubicBezTo>
                    <a:pt x="372772" y="65444"/>
                    <a:pt x="372772" y="307494"/>
                    <a:pt x="372772" y="312934"/>
                  </a:cubicBezTo>
                  <a:cubicBezTo>
                    <a:pt x="370053" y="348289"/>
                    <a:pt x="337417" y="378205"/>
                    <a:pt x="302062" y="375486"/>
                  </a:cubicBezTo>
                  <a:cubicBezTo>
                    <a:pt x="274865" y="372766"/>
                    <a:pt x="247668" y="353728"/>
                    <a:pt x="239509" y="326532"/>
                  </a:cubicBezTo>
                  <a:cubicBezTo>
                    <a:pt x="228630" y="348289"/>
                    <a:pt x="198714" y="364607"/>
                    <a:pt x="179677" y="370046"/>
                  </a:cubicBezTo>
                  <a:cubicBezTo>
                    <a:pt x="147040" y="378205"/>
                    <a:pt x="100806" y="372766"/>
                    <a:pt x="70890" y="353728"/>
                  </a:cubicBezTo>
                  <a:cubicBezTo>
                    <a:pt x="-35177" y="285737"/>
                    <a:pt x="-27018" y="11051"/>
                    <a:pt x="128002" y="11051"/>
                  </a:cubicBezTo>
                  <a:cubicBezTo>
                    <a:pt x="185116" y="11051"/>
                    <a:pt x="220472" y="49126"/>
                    <a:pt x="236790" y="70883"/>
                  </a:cubicBezTo>
                  <a:cubicBezTo>
                    <a:pt x="236790" y="70883"/>
                    <a:pt x="236790" y="65444"/>
                    <a:pt x="236790" y="62724"/>
                  </a:cubicBezTo>
                  <a:cubicBezTo>
                    <a:pt x="239509" y="27369"/>
                    <a:pt x="272145" y="-2547"/>
                    <a:pt x="307501" y="172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DD063CBE-F520-471D-99C8-586943DE0D8C}"/>
                </a:ext>
              </a:extLst>
            </p:cNvPr>
            <p:cNvSpPr/>
            <p:nvPr/>
          </p:nvSpPr>
          <p:spPr>
            <a:xfrm>
              <a:off x="7389492" y="3444253"/>
              <a:ext cx="217573" cy="435145"/>
            </a:xfrm>
            <a:custGeom>
              <a:avLst/>
              <a:gdLst>
                <a:gd name="connsiteX0" fmla="*/ 186002 w 217572"/>
                <a:gd name="connsiteY0" fmla="*/ 118011 h 435144"/>
                <a:gd name="connsiteX1" fmla="*/ 128890 w 217572"/>
                <a:gd name="connsiteY1" fmla="*/ 58178 h 435144"/>
                <a:gd name="connsiteX2" fmla="*/ 123450 w 217572"/>
                <a:gd name="connsiteY2" fmla="*/ 58178 h 435144"/>
                <a:gd name="connsiteX3" fmla="*/ 58178 w 217572"/>
                <a:gd name="connsiteY3" fmla="*/ 115291 h 435144"/>
                <a:gd name="connsiteX4" fmla="*/ 58178 w 217572"/>
                <a:gd name="connsiteY4" fmla="*/ 232236 h 435144"/>
                <a:gd name="connsiteX5" fmla="*/ 58178 w 217572"/>
                <a:gd name="connsiteY5" fmla="*/ 232236 h 435144"/>
                <a:gd name="connsiteX6" fmla="*/ 58178 w 217572"/>
                <a:gd name="connsiteY6" fmla="*/ 335583 h 435144"/>
                <a:gd name="connsiteX7" fmla="*/ 115291 w 217572"/>
                <a:gd name="connsiteY7" fmla="*/ 395415 h 435144"/>
                <a:gd name="connsiteX8" fmla="*/ 120730 w 217572"/>
                <a:gd name="connsiteY8" fmla="*/ 395415 h 435144"/>
                <a:gd name="connsiteX9" fmla="*/ 186002 w 217572"/>
                <a:gd name="connsiteY9" fmla="*/ 338303 h 435144"/>
                <a:gd name="connsiteX10" fmla="*/ 186002 w 217572"/>
                <a:gd name="connsiteY10" fmla="*/ 240395 h 435144"/>
                <a:gd name="connsiteX11" fmla="*/ 186002 w 217572"/>
                <a:gd name="connsiteY11" fmla="*/ 240395 h 435144"/>
                <a:gd name="connsiteX12" fmla="*/ 186002 w 217572"/>
                <a:gd name="connsiteY12" fmla="*/ 118011 h 435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7572" h="435144">
                  <a:moveTo>
                    <a:pt x="186002" y="118011"/>
                  </a:moveTo>
                  <a:cubicBezTo>
                    <a:pt x="183283" y="85375"/>
                    <a:pt x="158806" y="60898"/>
                    <a:pt x="128890" y="58178"/>
                  </a:cubicBezTo>
                  <a:cubicBezTo>
                    <a:pt x="126170" y="58178"/>
                    <a:pt x="126170" y="58178"/>
                    <a:pt x="123450" y="58178"/>
                  </a:cubicBezTo>
                  <a:cubicBezTo>
                    <a:pt x="96254" y="58178"/>
                    <a:pt x="58178" y="82655"/>
                    <a:pt x="58178" y="115291"/>
                  </a:cubicBezTo>
                  <a:lnTo>
                    <a:pt x="58178" y="232236"/>
                  </a:lnTo>
                  <a:lnTo>
                    <a:pt x="58178" y="232236"/>
                  </a:lnTo>
                  <a:cubicBezTo>
                    <a:pt x="58178" y="270311"/>
                    <a:pt x="58178" y="335583"/>
                    <a:pt x="58178" y="335583"/>
                  </a:cubicBezTo>
                  <a:cubicBezTo>
                    <a:pt x="60898" y="368219"/>
                    <a:pt x="85375" y="392696"/>
                    <a:pt x="115291" y="395415"/>
                  </a:cubicBezTo>
                  <a:cubicBezTo>
                    <a:pt x="118011" y="395415"/>
                    <a:pt x="118011" y="395415"/>
                    <a:pt x="120730" y="395415"/>
                  </a:cubicBezTo>
                  <a:cubicBezTo>
                    <a:pt x="147927" y="395415"/>
                    <a:pt x="186002" y="370938"/>
                    <a:pt x="186002" y="338303"/>
                  </a:cubicBezTo>
                  <a:lnTo>
                    <a:pt x="186002" y="240395"/>
                  </a:lnTo>
                  <a:lnTo>
                    <a:pt x="186002" y="240395"/>
                  </a:lnTo>
                  <a:cubicBezTo>
                    <a:pt x="186002" y="202320"/>
                    <a:pt x="186002" y="118011"/>
                    <a:pt x="186002" y="118011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8DC003CD-8A26-432E-9060-84F8E0B2AA1B}"/>
                </a:ext>
              </a:extLst>
            </p:cNvPr>
            <p:cNvSpPr/>
            <p:nvPr/>
          </p:nvSpPr>
          <p:spPr>
            <a:xfrm>
              <a:off x="7392212" y="3280901"/>
              <a:ext cx="217573" cy="217572"/>
            </a:xfrm>
            <a:custGeom>
              <a:avLst/>
              <a:gdLst>
                <a:gd name="connsiteX0" fmla="*/ 183282 w 217572"/>
                <a:gd name="connsiteY0" fmla="*/ 120902 h 217572"/>
                <a:gd name="connsiteX1" fmla="*/ 120730 w 217572"/>
                <a:gd name="connsiteY1" fmla="*/ 183454 h 217572"/>
                <a:gd name="connsiteX2" fmla="*/ 58178 w 217572"/>
                <a:gd name="connsiteY2" fmla="*/ 120902 h 217572"/>
                <a:gd name="connsiteX3" fmla="*/ 120730 w 217572"/>
                <a:gd name="connsiteY3" fmla="*/ 58350 h 217572"/>
                <a:gd name="connsiteX4" fmla="*/ 183282 w 217572"/>
                <a:gd name="connsiteY4" fmla="*/ 120902 h 217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7572" h="217572">
                  <a:moveTo>
                    <a:pt x="183282" y="120902"/>
                  </a:moveTo>
                  <a:cubicBezTo>
                    <a:pt x="183282" y="156258"/>
                    <a:pt x="156086" y="183454"/>
                    <a:pt x="120730" y="183454"/>
                  </a:cubicBezTo>
                  <a:cubicBezTo>
                    <a:pt x="85375" y="183454"/>
                    <a:pt x="58178" y="156258"/>
                    <a:pt x="58178" y="120902"/>
                  </a:cubicBezTo>
                  <a:cubicBezTo>
                    <a:pt x="58178" y="85547"/>
                    <a:pt x="85375" y="58350"/>
                    <a:pt x="120730" y="58350"/>
                  </a:cubicBezTo>
                  <a:cubicBezTo>
                    <a:pt x="153366" y="55630"/>
                    <a:pt x="183282" y="85547"/>
                    <a:pt x="183282" y="120902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8EA46793-C37F-42AD-B0A2-1B9D19975188}"/>
                </a:ext>
              </a:extLst>
            </p:cNvPr>
            <p:cNvSpPr/>
            <p:nvPr/>
          </p:nvSpPr>
          <p:spPr>
            <a:xfrm>
              <a:off x="6005186" y="3416884"/>
              <a:ext cx="380752" cy="462341"/>
            </a:xfrm>
            <a:custGeom>
              <a:avLst/>
              <a:gdLst>
                <a:gd name="connsiteX0" fmla="*/ 270312 w 380752"/>
                <a:gd name="connsiteY0" fmla="*/ 69229 h 462341"/>
                <a:gd name="connsiteX1" fmla="*/ 188722 w 380752"/>
                <a:gd name="connsiteY1" fmla="*/ 134501 h 462341"/>
                <a:gd name="connsiteX2" fmla="*/ 188722 w 380752"/>
                <a:gd name="connsiteY2" fmla="*/ 118183 h 462341"/>
                <a:gd name="connsiteX3" fmla="*/ 126170 w 380752"/>
                <a:gd name="connsiteY3" fmla="*/ 58350 h 462341"/>
                <a:gd name="connsiteX4" fmla="*/ 58178 w 380752"/>
                <a:gd name="connsiteY4" fmla="*/ 118183 h 462341"/>
                <a:gd name="connsiteX5" fmla="*/ 58178 w 380752"/>
                <a:gd name="connsiteY5" fmla="*/ 210651 h 462341"/>
                <a:gd name="connsiteX6" fmla="*/ 58178 w 380752"/>
                <a:gd name="connsiteY6" fmla="*/ 365671 h 462341"/>
                <a:gd name="connsiteX7" fmla="*/ 58178 w 380752"/>
                <a:gd name="connsiteY7" fmla="*/ 365671 h 462341"/>
                <a:gd name="connsiteX8" fmla="*/ 120730 w 380752"/>
                <a:gd name="connsiteY8" fmla="*/ 425504 h 462341"/>
                <a:gd name="connsiteX9" fmla="*/ 186002 w 380752"/>
                <a:gd name="connsiteY9" fmla="*/ 365671 h 462341"/>
                <a:gd name="connsiteX10" fmla="*/ 186002 w 380752"/>
                <a:gd name="connsiteY10" fmla="*/ 365671 h 462341"/>
                <a:gd name="connsiteX11" fmla="*/ 186002 w 380752"/>
                <a:gd name="connsiteY11" fmla="*/ 210651 h 462341"/>
                <a:gd name="connsiteX12" fmla="*/ 215919 w 380752"/>
                <a:gd name="connsiteY12" fmla="*/ 158978 h 462341"/>
                <a:gd name="connsiteX13" fmla="*/ 275751 w 380752"/>
                <a:gd name="connsiteY13" fmla="*/ 221530 h 462341"/>
                <a:gd name="connsiteX14" fmla="*/ 270312 w 380752"/>
                <a:gd name="connsiteY14" fmla="*/ 69229 h 46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0752" h="462341">
                  <a:moveTo>
                    <a:pt x="270312" y="69229"/>
                  </a:moveTo>
                  <a:cubicBezTo>
                    <a:pt x="232236" y="71949"/>
                    <a:pt x="213199" y="99145"/>
                    <a:pt x="188722" y="134501"/>
                  </a:cubicBezTo>
                  <a:cubicBezTo>
                    <a:pt x="188722" y="134501"/>
                    <a:pt x="188722" y="118183"/>
                    <a:pt x="188722" y="118183"/>
                  </a:cubicBezTo>
                  <a:cubicBezTo>
                    <a:pt x="188722" y="85547"/>
                    <a:pt x="158806" y="58350"/>
                    <a:pt x="126170" y="58350"/>
                  </a:cubicBezTo>
                  <a:cubicBezTo>
                    <a:pt x="93534" y="55631"/>
                    <a:pt x="60898" y="85547"/>
                    <a:pt x="58178" y="118183"/>
                  </a:cubicBezTo>
                  <a:lnTo>
                    <a:pt x="58178" y="210651"/>
                  </a:lnTo>
                  <a:lnTo>
                    <a:pt x="58178" y="365671"/>
                  </a:lnTo>
                  <a:lnTo>
                    <a:pt x="58178" y="365671"/>
                  </a:lnTo>
                  <a:cubicBezTo>
                    <a:pt x="58178" y="398307"/>
                    <a:pt x="88094" y="425504"/>
                    <a:pt x="120730" y="425504"/>
                  </a:cubicBezTo>
                  <a:cubicBezTo>
                    <a:pt x="153366" y="428224"/>
                    <a:pt x="186002" y="398307"/>
                    <a:pt x="186002" y="365671"/>
                  </a:cubicBezTo>
                  <a:lnTo>
                    <a:pt x="186002" y="365671"/>
                  </a:lnTo>
                  <a:lnTo>
                    <a:pt x="186002" y="210651"/>
                  </a:lnTo>
                  <a:cubicBezTo>
                    <a:pt x="188722" y="188894"/>
                    <a:pt x="196881" y="158978"/>
                    <a:pt x="215919" y="158978"/>
                  </a:cubicBezTo>
                  <a:cubicBezTo>
                    <a:pt x="243115" y="158978"/>
                    <a:pt x="215919" y="221530"/>
                    <a:pt x="275751" y="221530"/>
                  </a:cubicBezTo>
                  <a:cubicBezTo>
                    <a:pt x="362780" y="221530"/>
                    <a:pt x="373658" y="63790"/>
                    <a:pt x="270312" y="69229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00046F6B-E5D4-4598-93CE-3280F6A1E048}"/>
                </a:ext>
              </a:extLst>
            </p:cNvPr>
            <p:cNvSpPr/>
            <p:nvPr/>
          </p:nvSpPr>
          <p:spPr>
            <a:xfrm>
              <a:off x="5693490" y="3475234"/>
              <a:ext cx="337238" cy="364434"/>
            </a:xfrm>
            <a:custGeom>
              <a:avLst/>
              <a:gdLst>
                <a:gd name="connsiteX0" fmla="*/ 180433 w 337238"/>
                <a:gd name="connsiteY0" fmla="*/ 73984 h 364434"/>
                <a:gd name="connsiteX1" fmla="*/ 163180 w 337238"/>
                <a:gd name="connsiteY1" fmla="*/ 78870 h 364434"/>
                <a:gd name="connsiteX2" fmla="*/ 125105 w 337238"/>
                <a:gd name="connsiteY2" fmla="*/ 160461 h 364434"/>
                <a:gd name="connsiteX3" fmla="*/ 171339 w 337238"/>
                <a:gd name="connsiteY3" fmla="*/ 163180 h 364434"/>
                <a:gd name="connsiteX4" fmla="*/ 214854 w 337238"/>
                <a:gd name="connsiteY4" fmla="*/ 108787 h 364434"/>
                <a:gd name="connsiteX5" fmla="*/ 180433 w 337238"/>
                <a:gd name="connsiteY5" fmla="*/ 73984 h 364434"/>
                <a:gd name="connsiteX6" fmla="*/ 174059 w 337238"/>
                <a:gd name="connsiteY6" fmla="*/ 0 h 364434"/>
                <a:gd name="connsiteX7" fmla="*/ 337238 w 337238"/>
                <a:gd name="connsiteY7" fmla="*/ 119665 h 364434"/>
                <a:gd name="connsiteX8" fmla="*/ 133264 w 337238"/>
                <a:gd name="connsiteY8" fmla="*/ 217573 h 364434"/>
                <a:gd name="connsiteX9" fmla="*/ 225732 w 337238"/>
                <a:gd name="connsiteY9" fmla="*/ 277405 h 364434"/>
                <a:gd name="connsiteX10" fmla="*/ 320920 w 337238"/>
                <a:gd name="connsiteY10" fmla="*/ 250208 h 364434"/>
                <a:gd name="connsiteX11" fmla="*/ 174059 w 337238"/>
                <a:gd name="connsiteY11" fmla="*/ 364434 h 364434"/>
                <a:gd name="connsiteX12" fmla="*/ 0 w 337238"/>
                <a:gd name="connsiteY12" fmla="*/ 184937 h 364434"/>
                <a:gd name="connsiteX13" fmla="*/ 174059 w 337238"/>
                <a:gd name="connsiteY13" fmla="*/ 0 h 364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37238" h="364434">
                  <a:moveTo>
                    <a:pt x="180433" y="73984"/>
                  </a:moveTo>
                  <a:cubicBezTo>
                    <a:pt x="174569" y="73941"/>
                    <a:pt x="168620" y="75471"/>
                    <a:pt x="163180" y="78870"/>
                  </a:cubicBezTo>
                  <a:cubicBezTo>
                    <a:pt x="135984" y="95189"/>
                    <a:pt x="127825" y="130544"/>
                    <a:pt x="125105" y="160461"/>
                  </a:cubicBezTo>
                  <a:cubicBezTo>
                    <a:pt x="125105" y="163180"/>
                    <a:pt x="168620" y="160461"/>
                    <a:pt x="171339" y="163180"/>
                  </a:cubicBezTo>
                  <a:cubicBezTo>
                    <a:pt x="195816" y="157741"/>
                    <a:pt x="214854" y="135984"/>
                    <a:pt x="214854" y="108787"/>
                  </a:cubicBezTo>
                  <a:cubicBezTo>
                    <a:pt x="214854" y="88389"/>
                    <a:pt x="198026" y="74111"/>
                    <a:pt x="180433" y="73984"/>
                  </a:cubicBezTo>
                  <a:close/>
                  <a:moveTo>
                    <a:pt x="174059" y="0"/>
                  </a:moveTo>
                  <a:cubicBezTo>
                    <a:pt x="233891" y="0"/>
                    <a:pt x="337238" y="29916"/>
                    <a:pt x="337238" y="119665"/>
                  </a:cubicBezTo>
                  <a:cubicBezTo>
                    <a:pt x="337238" y="209414"/>
                    <a:pt x="244770" y="217573"/>
                    <a:pt x="133264" y="217573"/>
                  </a:cubicBezTo>
                  <a:cubicBezTo>
                    <a:pt x="133264" y="217573"/>
                    <a:pt x="149581" y="277405"/>
                    <a:pt x="225732" y="277405"/>
                  </a:cubicBezTo>
                  <a:cubicBezTo>
                    <a:pt x="301883" y="277405"/>
                    <a:pt x="320920" y="250208"/>
                    <a:pt x="320920" y="250208"/>
                  </a:cubicBezTo>
                  <a:cubicBezTo>
                    <a:pt x="320920" y="250208"/>
                    <a:pt x="315481" y="364434"/>
                    <a:pt x="174059" y="364434"/>
                  </a:cubicBezTo>
                  <a:cubicBezTo>
                    <a:pt x="95188" y="364434"/>
                    <a:pt x="0" y="304602"/>
                    <a:pt x="0" y="184937"/>
                  </a:cubicBezTo>
                  <a:cubicBezTo>
                    <a:pt x="0" y="78870"/>
                    <a:pt x="73431" y="0"/>
                    <a:pt x="174059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D9E3FEEA-893B-4BCB-878A-93F25BBD9C29}"/>
                </a:ext>
              </a:extLst>
            </p:cNvPr>
            <p:cNvSpPr/>
            <p:nvPr/>
          </p:nvSpPr>
          <p:spPr>
            <a:xfrm>
              <a:off x="5376945" y="3338014"/>
              <a:ext cx="353556" cy="543931"/>
            </a:xfrm>
            <a:custGeom>
              <a:avLst/>
              <a:gdLst>
                <a:gd name="connsiteX0" fmla="*/ 311107 w 353555"/>
                <a:gd name="connsiteY0" fmla="*/ 433663 h 543931"/>
                <a:gd name="connsiteX1" fmla="*/ 215919 w 353555"/>
                <a:gd name="connsiteY1" fmla="*/ 501654 h 543931"/>
                <a:gd name="connsiteX2" fmla="*/ 98973 w 353555"/>
                <a:gd name="connsiteY2" fmla="*/ 392868 h 543931"/>
                <a:gd name="connsiteX3" fmla="*/ 98973 w 353555"/>
                <a:gd name="connsiteY3" fmla="*/ 221530 h 543931"/>
                <a:gd name="connsiteX4" fmla="*/ 82655 w 353555"/>
                <a:gd name="connsiteY4" fmla="*/ 221530 h 543931"/>
                <a:gd name="connsiteX5" fmla="*/ 58178 w 353555"/>
                <a:gd name="connsiteY5" fmla="*/ 191614 h 543931"/>
                <a:gd name="connsiteX6" fmla="*/ 85375 w 353555"/>
                <a:gd name="connsiteY6" fmla="*/ 164417 h 543931"/>
                <a:gd name="connsiteX7" fmla="*/ 101693 w 353555"/>
                <a:gd name="connsiteY7" fmla="*/ 164417 h 543931"/>
                <a:gd name="connsiteX8" fmla="*/ 101693 w 353555"/>
                <a:gd name="connsiteY8" fmla="*/ 118183 h 543931"/>
                <a:gd name="connsiteX9" fmla="*/ 166965 w 353555"/>
                <a:gd name="connsiteY9" fmla="*/ 58350 h 543931"/>
                <a:gd name="connsiteX10" fmla="*/ 229517 w 353555"/>
                <a:gd name="connsiteY10" fmla="*/ 118183 h 543931"/>
                <a:gd name="connsiteX11" fmla="*/ 229517 w 353555"/>
                <a:gd name="connsiteY11" fmla="*/ 118183 h 543931"/>
                <a:gd name="connsiteX12" fmla="*/ 229517 w 353555"/>
                <a:gd name="connsiteY12" fmla="*/ 164417 h 543931"/>
                <a:gd name="connsiteX13" fmla="*/ 283910 w 353555"/>
                <a:gd name="connsiteY13" fmla="*/ 164417 h 543931"/>
                <a:gd name="connsiteX14" fmla="*/ 308387 w 353555"/>
                <a:gd name="connsiteY14" fmla="*/ 194333 h 543931"/>
                <a:gd name="connsiteX15" fmla="*/ 281190 w 353555"/>
                <a:gd name="connsiteY15" fmla="*/ 221530 h 543931"/>
                <a:gd name="connsiteX16" fmla="*/ 229517 w 353555"/>
                <a:gd name="connsiteY16" fmla="*/ 221530 h 543931"/>
                <a:gd name="connsiteX17" fmla="*/ 229517 w 353555"/>
                <a:gd name="connsiteY17" fmla="*/ 365671 h 543931"/>
                <a:gd name="connsiteX18" fmla="*/ 311107 w 353555"/>
                <a:gd name="connsiteY18" fmla="*/ 433663 h 543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53555" h="543931">
                  <a:moveTo>
                    <a:pt x="311107" y="433663"/>
                  </a:moveTo>
                  <a:cubicBezTo>
                    <a:pt x="311107" y="433663"/>
                    <a:pt x="278471" y="501654"/>
                    <a:pt x="215919" y="501654"/>
                  </a:cubicBezTo>
                  <a:cubicBezTo>
                    <a:pt x="164245" y="501654"/>
                    <a:pt x="101693" y="458140"/>
                    <a:pt x="98973" y="392868"/>
                  </a:cubicBezTo>
                  <a:cubicBezTo>
                    <a:pt x="98973" y="392868"/>
                    <a:pt x="98973" y="297680"/>
                    <a:pt x="98973" y="221530"/>
                  </a:cubicBezTo>
                  <a:lnTo>
                    <a:pt x="82655" y="221530"/>
                  </a:lnTo>
                  <a:cubicBezTo>
                    <a:pt x="74496" y="221530"/>
                    <a:pt x="58178" y="216090"/>
                    <a:pt x="58178" y="191614"/>
                  </a:cubicBezTo>
                  <a:cubicBezTo>
                    <a:pt x="58178" y="167137"/>
                    <a:pt x="77216" y="164417"/>
                    <a:pt x="85375" y="164417"/>
                  </a:cubicBezTo>
                  <a:lnTo>
                    <a:pt x="101693" y="164417"/>
                  </a:lnTo>
                  <a:cubicBezTo>
                    <a:pt x="101693" y="137220"/>
                    <a:pt x="101693" y="118183"/>
                    <a:pt x="101693" y="118183"/>
                  </a:cubicBezTo>
                  <a:cubicBezTo>
                    <a:pt x="104413" y="85547"/>
                    <a:pt x="134329" y="55631"/>
                    <a:pt x="166965" y="58350"/>
                  </a:cubicBezTo>
                  <a:cubicBezTo>
                    <a:pt x="196881" y="61070"/>
                    <a:pt x="229517" y="85547"/>
                    <a:pt x="229517" y="118183"/>
                  </a:cubicBezTo>
                  <a:lnTo>
                    <a:pt x="229517" y="118183"/>
                  </a:lnTo>
                  <a:lnTo>
                    <a:pt x="229517" y="164417"/>
                  </a:lnTo>
                  <a:lnTo>
                    <a:pt x="283910" y="164417"/>
                  </a:lnTo>
                  <a:cubicBezTo>
                    <a:pt x="292069" y="164417"/>
                    <a:pt x="308387" y="169856"/>
                    <a:pt x="308387" y="194333"/>
                  </a:cubicBezTo>
                  <a:cubicBezTo>
                    <a:pt x="308387" y="218810"/>
                    <a:pt x="292069" y="221530"/>
                    <a:pt x="281190" y="221530"/>
                  </a:cubicBezTo>
                  <a:lnTo>
                    <a:pt x="229517" y="221530"/>
                  </a:lnTo>
                  <a:lnTo>
                    <a:pt x="229517" y="365671"/>
                  </a:lnTo>
                  <a:cubicBezTo>
                    <a:pt x="226797" y="409186"/>
                    <a:pt x="267592" y="433663"/>
                    <a:pt x="311107" y="433663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0C294731-92AD-4771-A321-6B09FBA089E6}"/>
                </a:ext>
              </a:extLst>
            </p:cNvPr>
            <p:cNvSpPr/>
            <p:nvPr/>
          </p:nvSpPr>
          <p:spPr>
            <a:xfrm>
              <a:off x="7090329" y="3338014"/>
              <a:ext cx="353556" cy="543931"/>
            </a:xfrm>
            <a:custGeom>
              <a:avLst/>
              <a:gdLst>
                <a:gd name="connsiteX0" fmla="*/ 311107 w 353555"/>
                <a:gd name="connsiteY0" fmla="*/ 433663 h 543931"/>
                <a:gd name="connsiteX1" fmla="*/ 215919 w 353555"/>
                <a:gd name="connsiteY1" fmla="*/ 501654 h 543931"/>
                <a:gd name="connsiteX2" fmla="*/ 98973 w 353555"/>
                <a:gd name="connsiteY2" fmla="*/ 392868 h 543931"/>
                <a:gd name="connsiteX3" fmla="*/ 98973 w 353555"/>
                <a:gd name="connsiteY3" fmla="*/ 221530 h 543931"/>
                <a:gd name="connsiteX4" fmla="*/ 82655 w 353555"/>
                <a:gd name="connsiteY4" fmla="*/ 221530 h 543931"/>
                <a:gd name="connsiteX5" fmla="*/ 58178 w 353555"/>
                <a:gd name="connsiteY5" fmla="*/ 191614 h 543931"/>
                <a:gd name="connsiteX6" fmla="*/ 85375 w 353555"/>
                <a:gd name="connsiteY6" fmla="*/ 164417 h 543931"/>
                <a:gd name="connsiteX7" fmla="*/ 101693 w 353555"/>
                <a:gd name="connsiteY7" fmla="*/ 164417 h 543931"/>
                <a:gd name="connsiteX8" fmla="*/ 101693 w 353555"/>
                <a:gd name="connsiteY8" fmla="*/ 118183 h 543931"/>
                <a:gd name="connsiteX9" fmla="*/ 166965 w 353555"/>
                <a:gd name="connsiteY9" fmla="*/ 58350 h 543931"/>
                <a:gd name="connsiteX10" fmla="*/ 229517 w 353555"/>
                <a:gd name="connsiteY10" fmla="*/ 118183 h 543931"/>
                <a:gd name="connsiteX11" fmla="*/ 229517 w 353555"/>
                <a:gd name="connsiteY11" fmla="*/ 118183 h 543931"/>
                <a:gd name="connsiteX12" fmla="*/ 229517 w 353555"/>
                <a:gd name="connsiteY12" fmla="*/ 164417 h 543931"/>
                <a:gd name="connsiteX13" fmla="*/ 283910 w 353555"/>
                <a:gd name="connsiteY13" fmla="*/ 164417 h 543931"/>
                <a:gd name="connsiteX14" fmla="*/ 308387 w 353555"/>
                <a:gd name="connsiteY14" fmla="*/ 194333 h 543931"/>
                <a:gd name="connsiteX15" fmla="*/ 281190 w 353555"/>
                <a:gd name="connsiteY15" fmla="*/ 221530 h 543931"/>
                <a:gd name="connsiteX16" fmla="*/ 229517 w 353555"/>
                <a:gd name="connsiteY16" fmla="*/ 221530 h 543931"/>
                <a:gd name="connsiteX17" fmla="*/ 229517 w 353555"/>
                <a:gd name="connsiteY17" fmla="*/ 365671 h 543931"/>
                <a:gd name="connsiteX18" fmla="*/ 311107 w 353555"/>
                <a:gd name="connsiteY18" fmla="*/ 433663 h 543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53555" h="543931">
                  <a:moveTo>
                    <a:pt x="311107" y="433663"/>
                  </a:moveTo>
                  <a:cubicBezTo>
                    <a:pt x="311107" y="433663"/>
                    <a:pt x="278471" y="501654"/>
                    <a:pt x="215919" y="501654"/>
                  </a:cubicBezTo>
                  <a:cubicBezTo>
                    <a:pt x="164245" y="501654"/>
                    <a:pt x="101693" y="458140"/>
                    <a:pt x="98973" y="392868"/>
                  </a:cubicBezTo>
                  <a:cubicBezTo>
                    <a:pt x="98973" y="392868"/>
                    <a:pt x="98973" y="297680"/>
                    <a:pt x="98973" y="221530"/>
                  </a:cubicBezTo>
                  <a:lnTo>
                    <a:pt x="82655" y="221530"/>
                  </a:lnTo>
                  <a:cubicBezTo>
                    <a:pt x="74496" y="221530"/>
                    <a:pt x="58178" y="216090"/>
                    <a:pt x="58178" y="191614"/>
                  </a:cubicBezTo>
                  <a:cubicBezTo>
                    <a:pt x="58178" y="167137"/>
                    <a:pt x="77216" y="164417"/>
                    <a:pt x="85375" y="164417"/>
                  </a:cubicBezTo>
                  <a:lnTo>
                    <a:pt x="101693" y="164417"/>
                  </a:lnTo>
                  <a:cubicBezTo>
                    <a:pt x="101693" y="137220"/>
                    <a:pt x="101693" y="118183"/>
                    <a:pt x="101693" y="118183"/>
                  </a:cubicBezTo>
                  <a:cubicBezTo>
                    <a:pt x="104412" y="85547"/>
                    <a:pt x="134329" y="55631"/>
                    <a:pt x="166965" y="58350"/>
                  </a:cubicBezTo>
                  <a:cubicBezTo>
                    <a:pt x="196881" y="61070"/>
                    <a:pt x="229517" y="85547"/>
                    <a:pt x="229517" y="118183"/>
                  </a:cubicBezTo>
                  <a:lnTo>
                    <a:pt x="229517" y="118183"/>
                  </a:lnTo>
                  <a:lnTo>
                    <a:pt x="229517" y="164417"/>
                  </a:lnTo>
                  <a:lnTo>
                    <a:pt x="283910" y="164417"/>
                  </a:lnTo>
                  <a:cubicBezTo>
                    <a:pt x="292069" y="164417"/>
                    <a:pt x="308387" y="169856"/>
                    <a:pt x="308387" y="194333"/>
                  </a:cubicBezTo>
                  <a:cubicBezTo>
                    <a:pt x="308387" y="218810"/>
                    <a:pt x="292069" y="221530"/>
                    <a:pt x="281190" y="221530"/>
                  </a:cubicBezTo>
                  <a:lnTo>
                    <a:pt x="229517" y="221530"/>
                  </a:lnTo>
                  <a:lnTo>
                    <a:pt x="229517" y="365671"/>
                  </a:lnTo>
                  <a:cubicBezTo>
                    <a:pt x="229517" y="409186"/>
                    <a:pt x="270312" y="433663"/>
                    <a:pt x="311107" y="433663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4E06B157-DBF4-4A2A-A41B-A23CBB507D06}"/>
                </a:ext>
              </a:extLst>
            </p:cNvPr>
            <p:cNvSpPr/>
            <p:nvPr/>
          </p:nvSpPr>
          <p:spPr>
            <a:xfrm>
              <a:off x="2080719" y="4178559"/>
              <a:ext cx="462342" cy="788700"/>
            </a:xfrm>
            <a:custGeom>
              <a:avLst/>
              <a:gdLst>
                <a:gd name="connsiteX0" fmla="*/ 403575 w 462341"/>
                <a:gd name="connsiteY0" fmla="*/ 583072 h 788699"/>
                <a:gd name="connsiteX1" fmla="*/ 406295 w 462341"/>
                <a:gd name="connsiteY1" fmla="*/ 596670 h 788699"/>
                <a:gd name="connsiteX2" fmla="*/ 400855 w 462341"/>
                <a:gd name="connsiteY2" fmla="*/ 610268 h 788699"/>
                <a:gd name="connsiteX3" fmla="*/ 389977 w 462341"/>
                <a:gd name="connsiteY3" fmla="*/ 626586 h 788699"/>
                <a:gd name="connsiteX4" fmla="*/ 354621 w 462341"/>
                <a:gd name="connsiteY4" fmla="*/ 675540 h 788699"/>
                <a:gd name="connsiteX5" fmla="*/ 327424 w 462341"/>
                <a:gd name="connsiteY5" fmla="*/ 691858 h 788699"/>
                <a:gd name="connsiteX6" fmla="*/ 292069 w 462341"/>
                <a:gd name="connsiteY6" fmla="*/ 713615 h 788699"/>
                <a:gd name="connsiteX7" fmla="*/ 251274 w 462341"/>
                <a:gd name="connsiteY7" fmla="*/ 724494 h 788699"/>
                <a:gd name="connsiteX8" fmla="*/ 221358 w 462341"/>
                <a:gd name="connsiteY8" fmla="*/ 721774 h 788699"/>
                <a:gd name="connsiteX9" fmla="*/ 191442 w 462341"/>
                <a:gd name="connsiteY9" fmla="*/ 721774 h 788699"/>
                <a:gd name="connsiteX10" fmla="*/ 153366 w 462341"/>
                <a:gd name="connsiteY10" fmla="*/ 713615 h 788699"/>
                <a:gd name="connsiteX11" fmla="*/ 104412 w 462341"/>
                <a:gd name="connsiteY11" fmla="*/ 675540 h 788699"/>
                <a:gd name="connsiteX12" fmla="*/ 104412 w 462341"/>
                <a:gd name="connsiteY12" fmla="*/ 689138 h 788699"/>
                <a:gd name="connsiteX13" fmla="*/ 101693 w 462341"/>
                <a:gd name="connsiteY13" fmla="*/ 710895 h 788699"/>
                <a:gd name="connsiteX14" fmla="*/ 85375 w 462341"/>
                <a:gd name="connsiteY14" fmla="*/ 732653 h 788699"/>
                <a:gd name="connsiteX15" fmla="*/ 69057 w 462341"/>
                <a:gd name="connsiteY15" fmla="*/ 727214 h 788699"/>
                <a:gd name="connsiteX16" fmla="*/ 60898 w 462341"/>
                <a:gd name="connsiteY16" fmla="*/ 710895 h 788699"/>
                <a:gd name="connsiteX17" fmla="*/ 58178 w 462341"/>
                <a:gd name="connsiteY17" fmla="*/ 691858 h 788699"/>
                <a:gd name="connsiteX18" fmla="*/ 60898 w 462341"/>
                <a:gd name="connsiteY18" fmla="*/ 664661 h 788699"/>
                <a:gd name="connsiteX19" fmla="*/ 60898 w 462341"/>
                <a:gd name="connsiteY19" fmla="*/ 607549 h 788699"/>
                <a:gd name="connsiteX20" fmla="*/ 63618 w 462341"/>
                <a:gd name="connsiteY20" fmla="*/ 528679 h 788699"/>
                <a:gd name="connsiteX21" fmla="*/ 69057 w 462341"/>
                <a:gd name="connsiteY21" fmla="*/ 504202 h 788699"/>
                <a:gd name="connsiteX22" fmla="*/ 74496 w 462341"/>
                <a:gd name="connsiteY22" fmla="*/ 493323 h 788699"/>
                <a:gd name="connsiteX23" fmla="*/ 82655 w 462341"/>
                <a:gd name="connsiteY23" fmla="*/ 487884 h 788699"/>
                <a:gd name="connsiteX24" fmla="*/ 90814 w 462341"/>
                <a:gd name="connsiteY24" fmla="*/ 493323 h 788699"/>
                <a:gd name="connsiteX25" fmla="*/ 98973 w 462341"/>
                <a:gd name="connsiteY25" fmla="*/ 512361 h 788699"/>
                <a:gd name="connsiteX26" fmla="*/ 101693 w 462341"/>
                <a:gd name="connsiteY26" fmla="*/ 555875 h 788699"/>
                <a:gd name="connsiteX27" fmla="*/ 101693 w 462341"/>
                <a:gd name="connsiteY27" fmla="*/ 596670 h 788699"/>
                <a:gd name="connsiteX28" fmla="*/ 109852 w 462341"/>
                <a:gd name="connsiteY28" fmla="*/ 626586 h 788699"/>
                <a:gd name="connsiteX29" fmla="*/ 128889 w 462341"/>
                <a:gd name="connsiteY29" fmla="*/ 651063 h 788699"/>
                <a:gd name="connsiteX30" fmla="*/ 153366 w 462341"/>
                <a:gd name="connsiteY30" fmla="*/ 670101 h 788699"/>
                <a:gd name="connsiteX31" fmla="*/ 196881 w 462341"/>
                <a:gd name="connsiteY31" fmla="*/ 678260 h 788699"/>
                <a:gd name="connsiteX32" fmla="*/ 221358 w 462341"/>
                <a:gd name="connsiteY32" fmla="*/ 667381 h 788699"/>
                <a:gd name="connsiteX33" fmla="*/ 253994 w 462341"/>
                <a:gd name="connsiteY33" fmla="*/ 659222 h 788699"/>
                <a:gd name="connsiteX34" fmla="*/ 275751 w 462341"/>
                <a:gd name="connsiteY34" fmla="*/ 637465 h 788699"/>
                <a:gd name="connsiteX35" fmla="*/ 281190 w 462341"/>
                <a:gd name="connsiteY35" fmla="*/ 615708 h 788699"/>
                <a:gd name="connsiteX36" fmla="*/ 278471 w 462341"/>
                <a:gd name="connsiteY36" fmla="*/ 602109 h 788699"/>
                <a:gd name="connsiteX37" fmla="*/ 262153 w 462341"/>
                <a:gd name="connsiteY37" fmla="*/ 572193 h 788699"/>
                <a:gd name="connsiteX38" fmla="*/ 245835 w 462341"/>
                <a:gd name="connsiteY38" fmla="*/ 536838 h 788699"/>
                <a:gd name="connsiteX39" fmla="*/ 196881 w 462341"/>
                <a:gd name="connsiteY39" fmla="*/ 477005 h 788699"/>
                <a:gd name="connsiteX40" fmla="*/ 145207 w 462341"/>
                <a:gd name="connsiteY40" fmla="*/ 419892 h 788699"/>
                <a:gd name="connsiteX41" fmla="*/ 93534 w 462341"/>
                <a:gd name="connsiteY41" fmla="*/ 357340 h 788699"/>
                <a:gd name="connsiteX42" fmla="*/ 66337 w 462341"/>
                <a:gd name="connsiteY42" fmla="*/ 283910 h 788699"/>
                <a:gd name="connsiteX43" fmla="*/ 58178 w 462341"/>
                <a:gd name="connsiteY43" fmla="*/ 224077 h 788699"/>
                <a:gd name="connsiteX44" fmla="*/ 82655 w 462341"/>
                <a:gd name="connsiteY44" fmla="*/ 150647 h 788699"/>
                <a:gd name="connsiteX45" fmla="*/ 137048 w 462341"/>
                <a:gd name="connsiteY45" fmla="*/ 96253 h 788699"/>
                <a:gd name="connsiteX46" fmla="*/ 196881 w 462341"/>
                <a:gd name="connsiteY46" fmla="*/ 77216 h 788699"/>
                <a:gd name="connsiteX47" fmla="*/ 232236 w 462341"/>
                <a:gd name="connsiteY47" fmla="*/ 69057 h 788699"/>
                <a:gd name="connsiteX48" fmla="*/ 262153 w 462341"/>
                <a:gd name="connsiteY48" fmla="*/ 74496 h 788699"/>
                <a:gd name="connsiteX49" fmla="*/ 294789 w 462341"/>
                <a:gd name="connsiteY49" fmla="*/ 85375 h 788699"/>
                <a:gd name="connsiteX50" fmla="*/ 327424 w 462341"/>
                <a:gd name="connsiteY50" fmla="*/ 104412 h 788699"/>
                <a:gd name="connsiteX51" fmla="*/ 332864 w 462341"/>
                <a:gd name="connsiteY51" fmla="*/ 74496 h 788699"/>
                <a:gd name="connsiteX52" fmla="*/ 338303 w 462341"/>
                <a:gd name="connsiteY52" fmla="*/ 63618 h 788699"/>
                <a:gd name="connsiteX53" fmla="*/ 349182 w 462341"/>
                <a:gd name="connsiteY53" fmla="*/ 58178 h 788699"/>
                <a:gd name="connsiteX54" fmla="*/ 357341 w 462341"/>
                <a:gd name="connsiteY54" fmla="*/ 63618 h 788699"/>
                <a:gd name="connsiteX55" fmla="*/ 365500 w 462341"/>
                <a:gd name="connsiteY55" fmla="*/ 82655 h 788699"/>
                <a:gd name="connsiteX56" fmla="*/ 368219 w 462341"/>
                <a:gd name="connsiteY56" fmla="*/ 142488 h 788699"/>
                <a:gd name="connsiteX57" fmla="*/ 368219 w 462341"/>
                <a:gd name="connsiteY57" fmla="*/ 188722 h 788699"/>
                <a:gd name="connsiteX58" fmla="*/ 370939 w 462341"/>
                <a:gd name="connsiteY58" fmla="*/ 245834 h 788699"/>
                <a:gd name="connsiteX59" fmla="*/ 354621 w 462341"/>
                <a:gd name="connsiteY59" fmla="*/ 286629 h 788699"/>
                <a:gd name="connsiteX60" fmla="*/ 338303 w 462341"/>
                <a:gd name="connsiteY60" fmla="*/ 281190 h 788699"/>
                <a:gd name="connsiteX61" fmla="*/ 330144 w 462341"/>
                <a:gd name="connsiteY61" fmla="*/ 264872 h 788699"/>
                <a:gd name="connsiteX62" fmla="*/ 327424 w 462341"/>
                <a:gd name="connsiteY62" fmla="*/ 248554 h 788699"/>
                <a:gd name="connsiteX63" fmla="*/ 330144 w 462341"/>
                <a:gd name="connsiteY63" fmla="*/ 221357 h 788699"/>
                <a:gd name="connsiteX64" fmla="*/ 330144 w 462341"/>
                <a:gd name="connsiteY64" fmla="*/ 188722 h 788699"/>
                <a:gd name="connsiteX65" fmla="*/ 327424 w 462341"/>
                <a:gd name="connsiteY65" fmla="*/ 164245 h 788699"/>
                <a:gd name="connsiteX66" fmla="*/ 311107 w 462341"/>
                <a:gd name="connsiteY66" fmla="*/ 134329 h 788699"/>
                <a:gd name="connsiteX67" fmla="*/ 283910 w 462341"/>
                <a:gd name="connsiteY67" fmla="*/ 118011 h 788699"/>
                <a:gd name="connsiteX68" fmla="*/ 251274 w 462341"/>
                <a:gd name="connsiteY68" fmla="*/ 112571 h 788699"/>
                <a:gd name="connsiteX69" fmla="*/ 215918 w 462341"/>
                <a:gd name="connsiteY69" fmla="*/ 123450 h 788699"/>
                <a:gd name="connsiteX70" fmla="*/ 202320 w 462341"/>
                <a:gd name="connsiteY70" fmla="*/ 147927 h 788699"/>
                <a:gd name="connsiteX71" fmla="*/ 188722 w 462341"/>
                <a:gd name="connsiteY71" fmla="*/ 180563 h 788699"/>
                <a:gd name="connsiteX72" fmla="*/ 183283 w 462341"/>
                <a:gd name="connsiteY72" fmla="*/ 210479 h 788699"/>
                <a:gd name="connsiteX73" fmla="*/ 188722 w 462341"/>
                <a:gd name="connsiteY73" fmla="*/ 226797 h 788699"/>
                <a:gd name="connsiteX74" fmla="*/ 188722 w 462341"/>
                <a:gd name="connsiteY74" fmla="*/ 248554 h 788699"/>
                <a:gd name="connsiteX75" fmla="*/ 210479 w 462341"/>
                <a:gd name="connsiteY75" fmla="*/ 273031 h 788699"/>
                <a:gd name="connsiteX76" fmla="*/ 226797 w 462341"/>
                <a:gd name="connsiteY76" fmla="*/ 300228 h 788699"/>
                <a:gd name="connsiteX77" fmla="*/ 256713 w 462341"/>
                <a:gd name="connsiteY77" fmla="*/ 332864 h 788699"/>
                <a:gd name="connsiteX78" fmla="*/ 275751 w 462341"/>
                <a:gd name="connsiteY78" fmla="*/ 351901 h 788699"/>
                <a:gd name="connsiteX79" fmla="*/ 324705 w 462341"/>
                <a:gd name="connsiteY79" fmla="*/ 400855 h 788699"/>
                <a:gd name="connsiteX80" fmla="*/ 343742 w 462341"/>
                <a:gd name="connsiteY80" fmla="*/ 428051 h 788699"/>
                <a:gd name="connsiteX81" fmla="*/ 351901 w 462341"/>
                <a:gd name="connsiteY81" fmla="*/ 433491 h 788699"/>
                <a:gd name="connsiteX82" fmla="*/ 360060 w 462341"/>
                <a:gd name="connsiteY82" fmla="*/ 447089 h 788699"/>
                <a:gd name="connsiteX83" fmla="*/ 384537 w 462341"/>
                <a:gd name="connsiteY83" fmla="*/ 474286 h 788699"/>
                <a:gd name="connsiteX84" fmla="*/ 395416 w 462341"/>
                <a:gd name="connsiteY84" fmla="*/ 506921 h 788699"/>
                <a:gd name="connsiteX85" fmla="*/ 406295 w 462341"/>
                <a:gd name="connsiteY85" fmla="*/ 536838 h 788699"/>
                <a:gd name="connsiteX86" fmla="*/ 409014 w 462341"/>
                <a:gd name="connsiteY86" fmla="*/ 547716 h 788699"/>
                <a:gd name="connsiteX87" fmla="*/ 406295 w 462341"/>
                <a:gd name="connsiteY87" fmla="*/ 569473 h 788699"/>
                <a:gd name="connsiteX88" fmla="*/ 403575 w 462341"/>
                <a:gd name="connsiteY88" fmla="*/ 583072 h 788699"/>
                <a:gd name="connsiteX89" fmla="*/ 403575 w 462341"/>
                <a:gd name="connsiteY89" fmla="*/ 583072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462341" h="788699">
                  <a:moveTo>
                    <a:pt x="403575" y="583072"/>
                  </a:moveTo>
                  <a:cubicBezTo>
                    <a:pt x="403575" y="588511"/>
                    <a:pt x="406295" y="591231"/>
                    <a:pt x="406295" y="596670"/>
                  </a:cubicBezTo>
                  <a:cubicBezTo>
                    <a:pt x="406295" y="602109"/>
                    <a:pt x="403575" y="604829"/>
                    <a:pt x="400855" y="610268"/>
                  </a:cubicBezTo>
                  <a:cubicBezTo>
                    <a:pt x="398136" y="615708"/>
                    <a:pt x="392696" y="621147"/>
                    <a:pt x="389977" y="626586"/>
                  </a:cubicBezTo>
                  <a:cubicBezTo>
                    <a:pt x="381818" y="645624"/>
                    <a:pt x="368219" y="661942"/>
                    <a:pt x="354621" y="675540"/>
                  </a:cubicBezTo>
                  <a:cubicBezTo>
                    <a:pt x="346462" y="683699"/>
                    <a:pt x="338303" y="686419"/>
                    <a:pt x="327424" y="691858"/>
                  </a:cubicBezTo>
                  <a:cubicBezTo>
                    <a:pt x="316546" y="700017"/>
                    <a:pt x="302948" y="708176"/>
                    <a:pt x="292069" y="713615"/>
                  </a:cubicBezTo>
                  <a:cubicBezTo>
                    <a:pt x="281190" y="719054"/>
                    <a:pt x="264872" y="724494"/>
                    <a:pt x="251274" y="724494"/>
                  </a:cubicBezTo>
                  <a:cubicBezTo>
                    <a:pt x="240395" y="724494"/>
                    <a:pt x="229517" y="721774"/>
                    <a:pt x="221358" y="721774"/>
                  </a:cubicBezTo>
                  <a:cubicBezTo>
                    <a:pt x="213199" y="721774"/>
                    <a:pt x="202320" y="721774"/>
                    <a:pt x="191442" y="721774"/>
                  </a:cubicBezTo>
                  <a:cubicBezTo>
                    <a:pt x="172404" y="721774"/>
                    <a:pt x="172404" y="721774"/>
                    <a:pt x="153366" y="713615"/>
                  </a:cubicBezTo>
                  <a:cubicBezTo>
                    <a:pt x="134329" y="708176"/>
                    <a:pt x="118011" y="691858"/>
                    <a:pt x="104412" y="675540"/>
                  </a:cubicBezTo>
                  <a:cubicBezTo>
                    <a:pt x="104412" y="678260"/>
                    <a:pt x="104412" y="680979"/>
                    <a:pt x="104412" y="689138"/>
                  </a:cubicBezTo>
                  <a:cubicBezTo>
                    <a:pt x="104412" y="694578"/>
                    <a:pt x="104412" y="702737"/>
                    <a:pt x="101693" y="710895"/>
                  </a:cubicBezTo>
                  <a:cubicBezTo>
                    <a:pt x="101693" y="721774"/>
                    <a:pt x="96253" y="732653"/>
                    <a:pt x="85375" y="732653"/>
                  </a:cubicBezTo>
                  <a:cubicBezTo>
                    <a:pt x="77216" y="732653"/>
                    <a:pt x="74496" y="729933"/>
                    <a:pt x="69057" y="727214"/>
                  </a:cubicBezTo>
                  <a:cubicBezTo>
                    <a:pt x="63618" y="724494"/>
                    <a:pt x="60898" y="716335"/>
                    <a:pt x="60898" y="710895"/>
                  </a:cubicBezTo>
                  <a:cubicBezTo>
                    <a:pt x="58178" y="702737"/>
                    <a:pt x="58178" y="697297"/>
                    <a:pt x="58178" y="691858"/>
                  </a:cubicBezTo>
                  <a:cubicBezTo>
                    <a:pt x="58178" y="683699"/>
                    <a:pt x="60898" y="678260"/>
                    <a:pt x="60898" y="664661"/>
                  </a:cubicBezTo>
                  <a:cubicBezTo>
                    <a:pt x="60898" y="656502"/>
                    <a:pt x="60898" y="632026"/>
                    <a:pt x="60898" y="607549"/>
                  </a:cubicBezTo>
                  <a:cubicBezTo>
                    <a:pt x="60898" y="574913"/>
                    <a:pt x="60898" y="542277"/>
                    <a:pt x="63618" y="528679"/>
                  </a:cubicBezTo>
                  <a:cubicBezTo>
                    <a:pt x="63618" y="520520"/>
                    <a:pt x="63618" y="509641"/>
                    <a:pt x="69057" y="504202"/>
                  </a:cubicBezTo>
                  <a:cubicBezTo>
                    <a:pt x="71777" y="501482"/>
                    <a:pt x="71777" y="498762"/>
                    <a:pt x="74496" y="493323"/>
                  </a:cubicBezTo>
                  <a:cubicBezTo>
                    <a:pt x="77216" y="490603"/>
                    <a:pt x="79936" y="487884"/>
                    <a:pt x="82655" y="487884"/>
                  </a:cubicBezTo>
                  <a:cubicBezTo>
                    <a:pt x="85375" y="487884"/>
                    <a:pt x="90814" y="490603"/>
                    <a:pt x="90814" y="493323"/>
                  </a:cubicBezTo>
                  <a:cubicBezTo>
                    <a:pt x="93534" y="498762"/>
                    <a:pt x="98973" y="506921"/>
                    <a:pt x="98973" y="512361"/>
                  </a:cubicBezTo>
                  <a:cubicBezTo>
                    <a:pt x="98973" y="520520"/>
                    <a:pt x="101693" y="536838"/>
                    <a:pt x="101693" y="555875"/>
                  </a:cubicBezTo>
                  <a:cubicBezTo>
                    <a:pt x="101693" y="569473"/>
                    <a:pt x="101693" y="583072"/>
                    <a:pt x="101693" y="596670"/>
                  </a:cubicBezTo>
                  <a:cubicBezTo>
                    <a:pt x="101693" y="607549"/>
                    <a:pt x="104412" y="618427"/>
                    <a:pt x="109852" y="626586"/>
                  </a:cubicBezTo>
                  <a:cubicBezTo>
                    <a:pt x="115291" y="637465"/>
                    <a:pt x="123450" y="642904"/>
                    <a:pt x="128889" y="651063"/>
                  </a:cubicBezTo>
                  <a:cubicBezTo>
                    <a:pt x="137048" y="661942"/>
                    <a:pt x="139768" y="667381"/>
                    <a:pt x="153366" y="670101"/>
                  </a:cubicBezTo>
                  <a:cubicBezTo>
                    <a:pt x="161525" y="670101"/>
                    <a:pt x="183283" y="678260"/>
                    <a:pt x="196881" y="678260"/>
                  </a:cubicBezTo>
                  <a:cubicBezTo>
                    <a:pt x="207759" y="678260"/>
                    <a:pt x="210479" y="672820"/>
                    <a:pt x="221358" y="667381"/>
                  </a:cubicBezTo>
                  <a:cubicBezTo>
                    <a:pt x="232236" y="661942"/>
                    <a:pt x="245835" y="664661"/>
                    <a:pt x="253994" y="659222"/>
                  </a:cubicBezTo>
                  <a:cubicBezTo>
                    <a:pt x="262153" y="653783"/>
                    <a:pt x="273031" y="645624"/>
                    <a:pt x="275751" y="637465"/>
                  </a:cubicBezTo>
                  <a:cubicBezTo>
                    <a:pt x="281190" y="629306"/>
                    <a:pt x="281190" y="621147"/>
                    <a:pt x="281190" y="615708"/>
                  </a:cubicBezTo>
                  <a:cubicBezTo>
                    <a:pt x="281190" y="610268"/>
                    <a:pt x="281190" y="607549"/>
                    <a:pt x="278471" y="602109"/>
                  </a:cubicBezTo>
                  <a:cubicBezTo>
                    <a:pt x="275751" y="591231"/>
                    <a:pt x="267592" y="583072"/>
                    <a:pt x="262153" y="572193"/>
                  </a:cubicBezTo>
                  <a:cubicBezTo>
                    <a:pt x="256713" y="561314"/>
                    <a:pt x="253994" y="547716"/>
                    <a:pt x="245835" y="536838"/>
                  </a:cubicBezTo>
                  <a:cubicBezTo>
                    <a:pt x="232236" y="515080"/>
                    <a:pt x="213199" y="498762"/>
                    <a:pt x="196881" y="477005"/>
                  </a:cubicBezTo>
                  <a:cubicBezTo>
                    <a:pt x="180563" y="457968"/>
                    <a:pt x="164245" y="438930"/>
                    <a:pt x="145207" y="419892"/>
                  </a:cubicBezTo>
                  <a:cubicBezTo>
                    <a:pt x="126170" y="400855"/>
                    <a:pt x="109852" y="379098"/>
                    <a:pt x="93534" y="357340"/>
                  </a:cubicBezTo>
                  <a:cubicBezTo>
                    <a:pt x="77216" y="335583"/>
                    <a:pt x="71777" y="308387"/>
                    <a:pt x="66337" y="283910"/>
                  </a:cubicBezTo>
                  <a:cubicBezTo>
                    <a:pt x="63618" y="267592"/>
                    <a:pt x="58178" y="245834"/>
                    <a:pt x="58178" y="224077"/>
                  </a:cubicBezTo>
                  <a:cubicBezTo>
                    <a:pt x="58178" y="194161"/>
                    <a:pt x="69057" y="175123"/>
                    <a:pt x="82655" y="150647"/>
                  </a:cubicBezTo>
                  <a:cubicBezTo>
                    <a:pt x="96253" y="128889"/>
                    <a:pt x="115291" y="109852"/>
                    <a:pt x="137048" y="96253"/>
                  </a:cubicBezTo>
                  <a:cubicBezTo>
                    <a:pt x="158806" y="82655"/>
                    <a:pt x="172404" y="79936"/>
                    <a:pt x="196881" y="77216"/>
                  </a:cubicBezTo>
                  <a:cubicBezTo>
                    <a:pt x="210479" y="77216"/>
                    <a:pt x="215918" y="69057"/>
                    <a:pt x="232236" y="69057"/>
                  </a:cubicBezTo>
                  <a:cubicBezTo>
                    <a:pt x="243115" y="69057"/>
                    <a:pt x="251274" y="71776"/>
                    <a:pt x="262153" y="74496"/>
                  </a:cubicBezTo>
                  <a:cubicBezTo>
                    <a:pt x="273031" y="77216"/>
                    <a:pt x="283910" y="82655"/>
                    <a:pt x="294789" y="85375"/>
                  </a:cubicBezTo>
                  <a:cubicBezTo>
                    <a:pt x="308387" y="90814"/>
                    <a:pt x="319265" y="96253"/>
                    <a:pt x="327424" y="104412"/>
                  </a:cubicBezTo>
                  <a:cubicBezTo>
                    <a:pt x="327424" y="90814"/>
                    <a:pt x="327424" y="79936"/>
                    <a:pt x="332864" y="74496"/>
                  </a:cubicBezTo>
                  <a:cubicBezTo>
                    <a:pt x="335583" y="71776"/>
                    <a:pt x="335583" y="69057"/>
                    <a:pt x="338303" y="63618"/>
                  </a:cubicBezTo>
                  <a:cubicBezTo>
                    <a:pt x="341023" y="60898"/>
                    <a:pt x="346462" y="58178"/>
                    <a:pt x="349182" y="58178"/>
                  </a:cubicBezTo>
                  <a:cubicBezTo>
                    <a:pt x="351901" y="58178"/>
                    <a:pt x="357341" y="60898"/>
                    <a:pt x="357341" y="63618"/>
                  </a:cubicBezTo>
                  <a:cubicBezTo>
                    <a:pt x="360060" y="69057"/>
                    <a:pt x="365500" y="77216"/>
                    <a:pt x="365500" y="82655"/>
                  </a:cubicBezTo>
                  <a:cubicBezTo>
                    <a:pt x="365500" y="90814"/>
                    <a:pt x="368219" y="123450"/>
                    <a:pt x="368219" y="142488"/>
                  </a:cubicBezTo>
                  <a:cubicBezTo>
                    <a:pt x="368219" y="158806"/>
                    <a:pt x="368219" y="177843"/>
                    <a:pt x="368219" y="188722"/>
                  </a:cubicBezTo>
                  <a:cubicBezTo>
                    <a:pt x="368219" y="213199"/>
                    <a:pt x="370939" y="224077"/>
                    <a:pt x="370939" y="245834"/>
                  </a:cubicBezTo>
                  <a:cubicBezTo>
                    <a:pt x="370939" y="256713"/>
                    <a:pt x="370939" y="286629"/>
                    <a:pt x="354621" y="286629"/>
                  </a:cubicBezTo>
                  <a:cubicBezTo>
                    <a:pt x="346462" y="286629"/>
                    <a:pt x="343742" y="283910"/>
                    <a:pt x="338303" y="281190"/>
                  </a:cubicBezTo>
                  <a:cubicBezTo>
                    <a:pt x="332864" y="278470"/>
                    <a:pt x="330144" y="270311"/>
                    <a:pt x="330144" y="264872"/>
                  </a:cubicBezTo>
                  <a:cubicBezTo>
                    <a:pt x="327424" y="256713"/>
                    <a:pt x="327424" y="251274"/>
                    <a:pt x="327424" y="248554"/>
                  </a:cubicBezTo>
                  <a:cubicBezTo>
                    <a:pt x="327424" y="240395"/>
                    <a:pt x="330144" y="234956"/>
                    <a:pt x="330144" y="221357"/>
                  </a:cubicBezTo>
                  <a:cubicBezTo>
                    <a:pt x="330144" y="213199"/>
                    <a:pt x="330144" y="202320"/>
                    <a:pt x="330144" y="188722"/>
                  </a:cubicBezTo>
                  <a:cubicBezTo>
                    <a:pt x="330144" y="180563"/>
                    <a:pt x="327424" y="172404"/>
                    <a:pt x="327424" y="164245"/>
                  </a:cubicBezTo>
                  <a:cubicBezTo>
                    <a:pt x="324705" y="153366"/>
                    <a:pt x="319265" y="142488"/>
                    <a:pt x="311107" y="134329"/>
                  </a:cubicBezTo>
                  <a:cubicBezTo>
                    <a:pt x="302948" y="126170"/>
                    <a:pt x="294789" y="120730"/>
                    <a:pt x="283910" y="118011"/>
                  </a:cubicBezTo>
                  <a:cubicBezTo>
                    <a:pt x="275751" y="115291"/>
                    <a:pt x="262153" y="112571"/>
                    <a:pt x="251274" y="112571"/>
                  </a:cubicBezTo>
                  <a:cubicBezTo>
                    <a:pt x="237676" y="112571"/>
                    <a:pt x="224077" y="115291"/>
                    <a:pt x="215918" y="123450"/>
                  </a:cubicBezTo>
                  <a:cubicBezTo>
                    <a:pt x="207759" y="128889"/>
                    <a:pt x="205040" y="139768"/>
                    <a:pt x="202320" y="147927"/>
                  </a:cubicBezTo>
                  <a:cubicBezTo>
                    <a:pt x="196881" y="158806"/>
                    <a:pt x="191442" y="166964"/>
                    <a:pt x="188722" y="180563"/>
                  </a:cubicBezTo>
                  <a:cubicBezTo>
                    <a:pt x="186002" y="191441"/>
                    <a:pt x="183283" y="199600"/>
                    <a:pt x="183283" y="210479"/>
                  </a:cubicBezTo>
                  <a:cubicBezTo>
                    <a:pt x="183283" y="215918"/>
                    <a:pt x="186002" y="221357"/>
                    <a:pt x="188722" y="226797"/>
                  </a:cubicBezTo>
                  <a:cubicBezTo>
                    <a:pt x="191442" y="234956"/>
                    <a:pt x="188722" y="243115"/>
                    <a:pt x="188722" y="248554"/>
                  </a:cubicBezTo>
                  <a:cubicBezTo>
                    <a:pt x="191442" y="259433"/>
                    <a:pt x="202320" y="264872"/>
                    <a:pt x="210479" y="273031"/>
                  </a:cubicBezTo>
                  <a:cubicBezTo>
                    <a:pt x="218638" y="281190"/>
                    <a:pt x="221358" y="292069"/>
                    <a:pt x="226797" y="300228"/>
                  </a:cubicBezTo>
                  <a:cubicBezTo>
                    <a:pt x="234956" y="311106"/>
                    <a:pt x="245835" y="321985"/>
                    <a:pt x="256713" y="332864"/>
                  </a:cubicBezTo>
                  <a:cubicBezTo>
                    <a:pt x="259433" y="338303"/>
                    <a:pt x="267592" y="343742"/>
                    <a:pt x="275751" y="351901"/>
                  </a:cubicBezTo>
                  <a:cubicBezTo>
                    <a:pt x="292069" y="368219"/>
                    <a:pt x="311107" y="384537"/>
                    <a:pt x="324705" y="400855"/>
                  </a:cubicBezTo>
                  <a:cubicBezTo>
                    <a:pt x="332864" y="409014"/>
                    <a:pt x="335583" y="419892"/>
                    <a:pt x="343742" y="428051"/>
                  </a:cubicBezTo>
                  <a:cubicBezTo>
                    <a:pt x="346462" y="430771"/>
                    <a:pt x="349182" y="430771"/>
                    <a:pt x="351901" y="433491"/>
                  </a:cubicBezTo>
                  <a:cubicBezTo>
                    <a:pt x="354621" y="436210"/>
                    <a:pt x="357341" y="441650"/>
                    <a:pt x="360060" y="447089"/>
                  </a:cubicBezTo>
                  <a:cubicBezTo>
                    <a:pt x="368219" y="455248"/>
                    <a:pt x="376378" y="463407"/>
                    <a:pt x="384537" y="474286"/>
                  </a:cubicBezTo>
                  <a:cubicBezTo>
                    <a:pt x="389977" y="482445"/>
                    <a:pt x="392696" y="496043"/>
                    <a:pt x="395416" y="506921"/>
                  </a:cubicBezTo>
                  <a:cubicBezTo>
                    <a:pt x="400855" y="517800"/>
                    <a:pt x="400855" y="528679"/>
                    <a:pt x="406295" y="536838"/>
                  </a:cubicBezTo>
                  <a:cubicBezTo>
                    <a:pt x="409014" y="539557"/>
                    <a:pt x="409014" y="544997"/>
                    <a:pt x="409014" y="547716"/>
                  </a:cubicBezTo>
                  <a:cubicBezTo>
                    <a:pt x="409014" y="555875"/>
                    <a:pt x="406295" y="561314"/>
                    <a:pt x="406295" y="569473"/>
                  </a:cubicBezTo>
                  <a:cubicBezTo>
                    <a:pt x="406295" y="574913"/>
                    <a:pt x="403575" y="577632"/>
                    <a:pt x="403575" y="583072"/>
                  </a:cubicBezTo>
                  <a:lnTo>
                    <a:pt x="403575" y="583072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006E6070-9EF3-4ED3-9C75-E6CAC8EA9E4A}"/>
                </a:ext>
              </a:extLst>
            </p:cNvPr>
            <p:cNvSpPr/>
            <p:nvPr/>
          </p:nvSpPr>
          <p:spPr>
            <a:xfrm>
              <a:off x="2456032" y="4192158"/>
              <a:ext cx="571128" cy="761503"/>
            </a:xfrm>
            <a:custGeom>
              <a:avLst/>
              <a:gdLst>
                <a:gd name="connsiteX0" fmla="*/ 512361 w 571128"/>
                <a:gd name="connsiteY0" fmla="*/ 79936 h 761503"/>
                <a:gd name="connsiteX1" fmla="*/ 539558 w 571128"/>
                <a:gd name="connsiteY1" fmla="*/ 96253 h 761503"/>
                <a:gd name="connsiteX2" fmla="*/ 534118 w 571128"/>
                <a:gd name="connsiteY2" fmla="*/ 112571 h 761503"/>
                <a:gd name="connsiteX3" fmla="*/ 523240 w 571128"/>
                <a:gd name="connsiteY3" fmla="*/ 120730 h 761503"/>
                <a:gd name="connsiteX4" fmla="*/ 506922 w 571128"/>
                <a:gd name="connsiteY4" fmla="*/ 123450 h 761503"/>
                <a:gd name="connsiteX5" fmla="*/ 477006 w 571128"/>
                <a:gd name="connsiteY5" fmla="*/ 123450 h 761503"/>
                <a:gd name="connsiteX6" fmla="*/ 479725 w 571128"/>
                <a:gd name="connsiteY6" fmla="*/ 145207 h 761503"/>
                <a:gd name="connsiteX7" fmla="*/ 477006 w 571128"/>
                <a:gd name="connsiteY7" fmla="*/ 180563 h 761503"/>
                <a:gd name="connsiteX8" fmla="*/ 482445 w 571128"/>
                <a:gd name="connsiteY8" fmla="*/ 232236 h 761503"/>
                <a:gd name="connsiteX9" fmla="*/ 485165 w 571128"/>
                <a:gd name="connsiteY9" fmla="*/ 283910 h 761503"/>
                <a:gd name="connsiteX10" fmla="*/ 485165 w 571128"/>
                <a:gd name="connsiteY10" fmla="*/ 327424 h 761503"/>
                <a:gd name="connsiteX11" fmla="*/ 487884 w 571128"/>
                <a:gd name="connsiteY11" fmla="*/ 373658 h 761503"/>
                <a:gd name="connsiteX12" fmla="*/ 485165 w 571128"/>
                <a:gd name="connsiteY12" fmla="*/ 419892 h 761503"/>
                <a:gd name="connsiteX13" fmla="*/ 485165 w 571128"/>
                <a:gd name="connsiteY13" fmla="*/ 463407 h 761503"/>
                <a:gd name="connsiteX14" fmla="*/ 482445 w 571128"/>
                <a:gd name="connsiteY14" fmla="*/ 515080 h 761503"/>
                <a:gd name="connsiteX15" fmla="*/ 482445 w 571128"/>
                <a:gd name="connsiteY15" fmla="*/ 558595 h 761503"/>
                <a:gd name="connsiteX16" fmla="*/ 479725 w 571128"/>
                <a:gd name="connsiteY16" fmla="*/ 602109 h 761503"/>
                <a:gd name="connsiteX17" fmla="*/ 485165 w 571128"/>
                <a:gd name="connsiteY17" fmla="*/ 648343 h 761503"/>
                <a:gd name="connsiteX18" fmla="*/ 474286 w 571128"/>
                <a:gd name="connsiteY18" fmla="*/ 675540 h 761503"/>
                <a:gd name="connsiteX19" fmla="*/ 428052 w 571128"/>
                <a:gd name="connsiteY19" fmla="*/ 691858 h 761503"/>
                <a:gd name="connsiteX20" fmla="*/ 387257 w 571128"/>
                <a:gd name="connsiteY20" fmla="*/ 683699 h 761503"/>
                <a:gd name="connsiteX21" fmla="*/ 351901 w 571128"/>
                <a:gd name="connsiteY21" fmla="*/ 664661 h 761503"/>
                <a:gd name="connsiteX22" fmla="*/ 305667 w 571128"/>
                <a:gd name="connsiteY22" fmla="*/ 596670 h 761503"/>
                <a:gd name="connsiteX23" fmla="*/ 270312 w 571128"/>
                <a:gd name="connsiteY23" fmla="*/ 509641 h 761503"/>
                <a:gd name="connsiteX24" fmla="*/ 251274 w 571128"/>
                <a:gd name="connsiteY24" fmla="*/ 460687 h 761503"/>
                <a:gd name="connsiteX25" fmla="*/ 224077 w 571128"/>
                <a:gd name="connsiteY25" fmla="*/ 381817 h 761503"/>
                <a:gd name="connsiteX26" fmla="*/ 207759 w 571128"/>
                <a:gd name="connsiteY26" fmla="*/ 330144 h 761503"/>
                <a:gd name="connsiteX27" fmla="*/ 191442 w 571128"/>
                <a:gd name="connsiteY27" fmla="*/ 286629 h 761503"/>
                <a:gd name="connsiteX28" fmla="*/ 183283 w 571128"/>
                <a:gd name="connsiteY28" fmla="*/ 278470 h 761503"/>
                <a:gd name="connsiteX29" fmla="*/ 180563 w 571128"/>
                <a:gd name="connsiteY29" fmla="*/ 292069 h 761503"/>
                <a:gd name="connsiteX30" fmla="*/ 180563 w 571128"/>
                <a:gd name="connsiteY30" fmla="*/ 305667 h 761503"/>
                <a:gd name="connsiteX31" fmla="*/ 183283 w 571128"/>
                <a:gd name="connsiteY31" fmla="*/ 354621 h 761503"/>
                <a:gd name="connsiteX32" fmla="*/ 188722 w 571128"/>
                <a:gd name="connsiteY32" fmla="*/ 449809 h 761503"/>
                <a:gd name="connsiteX33" fmla="*/ 188722 w 571128"/>
                <a:gd name="connsiteY33" fmla="*/ 479725 h 761503"/>
                <a:gd name="connsiteX34" fmla="*/ 188722 w 571128"/>
                <a:gd name="connsiteY34" fmla="*/ 542277 h 761503"/>
                <a:gd name="connsiteX35" fmla="*/ 186002 w 571128"/>
                <a:gd name="connsiteY35" fmla="*/ 615708 h 761503"/>
                <a:gd name="connsiteX36" fmla="*/ 186002 w 571128"/>
                <a:gd name="connsiteY36" fmla="*/ 637465 h 761503"/>
                <a:gd name="connsiteX37" fmla="*/ 183283 w 571128"/>
                <a:gd name="connsiteY37" fmla="*/ 664661 h 761503"/>
                <a:gd name="connsiteX38" fmla="*/ 226797 w 571128"/>
                <a:gd name="connsiteY38" fmla="*/ 664661 h 761503"/>
                <a:gd name="connsiteX39" fmla="*/ 253994 w 571128"/>
                <a:gd name="connsiteY39" fmla="*/ 680979 h 761503"/>
                <a:gd name="connsiteX40" fmla="*/ 248554 w 571128"/>
                <a:gd name="connsiteY40" fmla="*/ 697297 h 761503"/>
                <a:gd name="connsiteX41" fmla="*/ 234956 w 571128"/>
                <a:gd name="connsiteY41" fmla="*/ 705456 h 761503"/>
                <a:gd name="connsiteX42" fmla="*/ 218638 w 571128"/>
                <a:gd name="connsiteY42" fmla="*/ 708176 h 761503"/>
                <a:gd name="connsiteX43" fmla="*/ 183283 w 571128"/>
                <a:gd name="connsiteY43" fmla="*/ 708176 h 761503"/>
                <a:gd name="connsiteX44" fmla="*/ 150647 w 571128"/>
                <a:gd name="connsiteY44" fmla="*/ 708176 h 761503"/>
                <a:gd name="connsiteX45" fmla="*/ 107132 w 571128"/>
                <a:gd name="connsiteY45" fmla="*/ 708176 h 761503"/>
                <a:gd name="connsiteX46" fmla="*/ 88094 w 571128"/>
                <a:gd name="connsiteY46" fmla="*/ 708176 h 761503"/>
                <a:gd name="connsiteX47" fmla="*/ 69057 w 571128"/>
                <a:gd name="connsiteY47" fmla="*/ 702737 h 761503"/>
                <a:gd name="connsiteX48" fmla="*/ 58178 w 571128"/>
                <a:gd name="connsiteY48" fmla="*/ 686419 h 761503"/>
                <a:gd name="connsiteX49" fmla="*/ 60898 w 571128"/>
                <a:gd name="connsiteY49" fmla="*/ 678260 h 761503"/>
                <a:gd name="connsiteX50" fmla="*/ 77216 w 571128"/>
                <a:gd name="connsiteY50" fmla="*/ 670101 h 761503"/>
                <a:gd name="connsiteX51" fmla="*/ 120730 w 571128"/>
                <a:gd name="connsiteY51" fmla="*/ 664661 h 761503"/>
                <a:gd name="connsiteX52" fmla="*/ 131609 w 571128"/>
                <a:gd name="connsiteY52" fmla="*/ 664661 h 761503"/>
                <a:gd name="connsiteX53" fmla="*/ 134329 w 571128"/>
                <a:gd name="connsiteY53" fmla="*/ 539557 h 761503"/>
                <a:gd name="connsiteX54" fmla="*/ 134329 w 571128"/>
                <a:gd name="connsiteY54" fmla="*/ 504202 h 761503"/>
                <a:gd name="connsiteX55" fmla="*/ 131609 w 571128"/>
                <a:gd name="connsiteY55" fmla="*/ 376378 h 761503"/>
                <a:gd name="connsiteX56" fmla="*/ 131609 w 571128"/>
                <a:gd name="connsiteY56" fmla="*/ 302947 h 761503"/>
                <a:gd name="connsiteX57" fmla="*/ 134329 w 571128"/>
                <a:gd name="connsiteY57" fmla="*/ 221357 h 761503"/>
                <a:gd name="connsiteX58" fmla="*/ 137048 w 571128"/>
                <a:gd name="connsiteY58" fmla="*/ 123450 h 761503"/>
                <a:gd name="connsiteX59" fmla="*/ 107132 w 571128"/>
                <a:gd name="connsiteY59" fmla="*/ 123450 h 761503"/>
                <a:gd name="connsiteX60" fmla="*/ 88094 w 571128"/>
                <a:gd name="connsiteY60" fmla="*/ 123450 h 761503"/>
                <a:gd name="connsiteX61" fmla="*/ 69057 w 571128"/>
                <a:gd name="connsiteY61" fmla="*/ 118011 h 761503"/>
                <a:gd name="connsiteX62" fmla="*/ 58178 w 571128"/>
                <a:gd name="connsiteY62" fmla="*/ 101693 h 761503"/>
                <a:gd name="connsiteX63" fmla="*/ 60898 w 571128"/>
                <a:gd name="connsiteY63" fmla="*/ 93534 h 761503"/>
                <a:gd name="connsiteX64" fmla="*/ 77216 w 571128"/>
                <a:gd name="connsiteY64" fmla="*/ 85375 h 761503"/>
                <a:gd name="connsiteX65" fmla="*/ 131609 w 571128"/>
                <a:gd name="connsiteY65" fmla="*/ 79936 h 761503"/>
                <a:gd name="connsiteX66" fmla="*/ 161525 w 571128"/>
                <a:gd name="connsiteY66" fmla="*/ 79936 h 761503"/>
                <a:gd name="connsiteX67" fmla="*/ 177843 w 571128"/>
                <a:gd name="connsiteY67" fmla="*/ 66337 h 761503"/>
                <a:gd name="connsiteX68" fmla="*/ 202320 w 571128"/>
                <a:gd name="connsiteY68" fmla="*/ 58178 h 761503"/>
                <a:gd name="connsiteX69" fmla="*/ 234956 w 571128"/>
                <a:gd name="connsiteY69" fmla="*/ 77216 h 761503"/>
                <a:gd name="connsiteX70" fmla="*/ 251274 w 571128"/>
                <a:gd name="connsiteY70" fmla="*/ 107132 h 761503"/>
                <a:gd name="connsiteX71" fmla="*/ 267592 w 571128"/>
                <a:gd name="connsiteY71" fmla="*/ 147927 h 761503"/>
                <a:gd name="connsiteX72" fmla="*/ 281190 w 571128"/>
                <a:gd name="connsiteY72" fmla="*/ 183282 h 761503"/>
                <a:gd name="connsiteX73" fmla="*/ 297508 w 571128"/>
                <a:gd name="connsiteY73" fmla="*/ 224077 h 761503"/>
                <a:gd name="connsiteX74" fmla="*/ 308387 w 571128"/>
                <a:gd name="connsiteY74" fmla="*/ 264872 h 761503"/>
                <a:gd name="connsiteX75" fmla="*/ 319265 w 571128"/>
                <a:gd name="connsiteY75" fmla="*/ 300228 h 761503"/>
                <a:gd name="connsiteX76" fmla="*/ 351901 w 571128"/>
                <a:gd name="connsiteY76" fmla="*/ 379098 h 761503"/>
                <a:gd name="connsiteX77" fmla="*/ 365500 w 571128"/>
                <a:gd name="connsiteY77" fmla="*/ 417173 h 761503"/>
                <a:gd name="connsiteX78" fmla="*/ 379098 w 571128"/>
                <a:gd name="connsiteY78" fmla="*/ 457968 h 761503"/>
                <a:gd name="connsiteX79" fmla="*/ 395416 w 571128"/>
                <a:gd name="connsiteY79" fmla="*/ 496043 h 761503"/>
                <a:gd name="connsiteX80" fmla="*/ 406295 w 571128"/>
                <a:gd name="connsiteY80" fmla="*/ 512361 h 761503"/>
                <a:gd name="connsiteX81" fmla="*/ 411734 w 571128"/>
                <a:gd name="connsiteY81" fmla="*/ 531398 h 761503"/>
                <a:gd name="connsiteX82" fmla="*/ 419893 w 571128"/>
                <a:gd name="connsiteY82" fmla="*/ 558595 h 761503"/>
                <a:gd name="connsiteX83" fmla="*/ 425332 w 571128"/>
                <a:gd name="connsiteY83" fmla="*/ 564034 h 761503"/>
                <a:gd name="connsiteX84" fmla="*/ 430771 w 571128"/>
                <a:gd name="connsiteY84" fmla="*/ 558595 h 761503"/>
                <a:gd name="connsiteX85" fmla="*/ 430771 w 571128"/>
                <a:gd name="connsiteY85" fmla="*/ 550436 h 761503"/>
                <a:gd name="connsiteX86" fmla="*/ 430771 w 571128"/>
                <a:gd name="connsiteY86" fmla="*/ 501482 h 761503"/>
                <a:gd name="connsiteX87" fmla="*/ 430771 w 571128"/>
                <a:gd name="connsiteY87" fmla="*/ 403575 h 761503"/>
                <a:gd name="connsiteX88" fmla="*/ 425332 w 571128"/>
                <a:gd name="connsiteY88" fmla="*/ 313826 h 761503"/>
                <a:gd name="connsiteX89" fmla="*/ 425332 w 571128"/>
                <a:gd name="connsiteY89" fmla="*/ 248554 h 761503"/>
                <a:gd name="connsiteX90" fmla="*/ 425332 w 571128"/>
                <a:gd name="connsiteY90" fmla="*/ 210479 h 761503"/>
                <a:gd name="connsiteX91" fmla="*/ 422613 w 571128"/>
                <a:gd name="connsiteY91" fmla="*/ 153366 h 761503"/>
                <a:gd name="connsiteX92" fmla="*/ 425332 w 571128"/>
                <a:gd name="connsiteY92" fmla="*/ 123450 h 761503"/>
                <a:gd name="connsiteX93" fmla="*/ 398136 w 571128"/>
                <a:gd name="connsiteY93" fmla="*/ 123450 h 761503"/>
                <a:gd name="connsiteX94" fmla="*/ 379098 w 571128"/>
                <a:gd name="connsiteY94" fmla="*/ 123450 h 761503"/>
                <a:gd name="connsiteX95" fmla="*/ 360060 w 571128"/>
                <a:gd name="connsiteY95" fmla="*/ 118011 h 761503"/>
                <a:gd name="connsiteX96" fmla="*/ 349182 w 571128"/>
                <a:gd name="connsiteY96" fmla="*/ 101693 h 761503"/>
                <a:gd name="connsiteX97" fmla="*/ 351901 w 571128"/>
                <a:gd name="connsiteY97" fmla="*/ 93534 h 761503"/>
                <a:gd name="connsiteX98" fmla="*/ 368219 w 571128"/>
                <a:gd name="connsiteY98" fmla="*/ 85375 h 761503"/>
                <a:gd name="connsiteX99" fmla="*/ 422613 w 571128"/>
                <a:gd name="connsiteY99" fmla="*/ 79936 h 761503"/>
                <a:gd name="connsiteX100" fmla="*/ 444370 w 571128"/>
                <a:gd name="connsiteY100" fmla="*/ 79936 h 761503"/>
                <a:gd name="connsiteX101" fmla="*/ 463407 w 571128"/>
                <a:gd name="connsiteY101" fmla="*/ 71776 h 761503"/>
                <a:gd name="connsiteX102" fmla="*/ 477006 w 571128"/>
                <a:gd name="connsiteY102" fmla="*/ 79936 h 761503"/>
                <a:gd name="connsiteX103" fmla="*/ 512361 w 571128"/>
                <a:gd name="connsiteY103" fmla="*/ 79936 h 761503"/>
                <a:gd name="connsiteX104" fmla="*/ 512361 w 571128"/>
                <a:gd name="connsiteY104" fmla="*/ 79936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571128" h="761503">
                  <a:moveTo>
                    <a:pt x="512361" y="79936"/>
                  </a:moveTo>
                  <a:cubicBezTo>
                    <a:pt x="520520" y="79936"/>
                    <a:pt x="539558" y="79936"/>
                    <a:pt x="539558" y="96253"/>
                  </a:cubicBezTo>
                  <a:cubicBezTo>
                    <a:pt x="539558" y="104412"/>
                    <a:pt x="539558" y="107132"/>
                    <a:pt x="534118" y="112571"/>
                  </a:cubicBezTo>
                  <a:cubicBezTo>
                    <a:pt x="531399" y="118011"/>
                    <a:pt x="525960" y="120730"/>
                    <a:pt x="523240" y="120730"/>
                  </a:cubicBezTo>
                  <a:cubicBezTo>
                    <a:pt x="515081" y="123450"/>
                    <a:pt x="512361" y="123450"/>
                    <a:pt x="506922" y="123450"/>
                  </a:cubicBezTo>
                  <a:cubicBezTo>
                    <a:pt x="504202" y="123450"/>
                    <a:pt x="490604" y="123450"/>
                    <a:pt x="477006" y="123450"/>
                  </a:cubicBezTo>
                  <a:cubicBezTo>
                    <a:pt x="477006" y="131609"/>
                    <a:pt x="479725" y="137048"/>
                    <a:pt x="479725" y="145207"/>
                  </a:cubicBezTo>
                  <a:cubicBezTo>
                    <a:pt x="479725" y="156086"/>
                    <a:pt x="477006" y="166964"/>
                    <a:pt x="477006" y="180563"/>
                  </a:cubicBezTo>
                  <a:cubicBezTo>
                    <a:pt x="477006" y="196881"/>
                    <a:pt x="479725" y="215918"/>
                    <a:pt x="482445" y="232236"/>
                  </a:cubicBezTo>
                  <a:cubicBezTo>
                    <a:pt x="485165" y="248554"/>
                    <a:pt x="485165" y="267592"/>
                    <a:pt x="485165" y="283910"/>
                  </a:cubicBezTo>
                  <a:cubicBezTo>
                    <a:pt x="485165" y="297508"/>
                    <a:pt x="485165" y="313826"/>
                    <a:pt x="485165" y="327424"/>
                  </a:cubicBezTo>
                  <a:cubicBezTo>
                    <a:pt x="485165" y="343742"/>
                    <a:pt x="487884" y="357340"/>
                    <a:pt x="487884" y="373658"/>
                  </a:cubicBezTo>
                  <a:cubicBezTo>
                    <a:pt x="487884" y="389976"/>
                    <a:pt x="485165" y="403575"/>
                    <a:pt x="485165" y="419892"/>
                  </a:cubicBezTo>
                  <a:cubicBezTo>
                    <a:pt x="485165" y="436210"/>
                    <a:pt x="485165" y="449809"/>
                    <a:pt x="485165" y="463407"/>
                  </a:cubicBezTo>
                  <a:cubicBezTo>
                    <a:pt x="485165" y="479725"/>
                    <a:pt x="485165" y="498762"/>
                    <a:pt x="482445" y="515080"/>
                  </a:cubicBezTo>
                  <a:cubicBezTo>
                    <a:pt x="482445" y="528679"/>
                    <a:pt x="482445" y="542277"/>
                    <a:pt x="482445" y="558595"/>
                  </a:cubicBezTo>
                  <a:cubicBezTo>
                    <a:pt x="482445" y="572193"/>
                    <a:pt x="479725" y="588511"/>
                    <a:pt x="479725" y="602109"/>
                  </a:cubicBezTo>
                  <a:cubicBezTo>
                    <a:pt x="479725" y="615708"/>
                    <a:pt x="485165" y="632026"/>
                    <a:pt x="485165" y="648343"/>
                  </a:cubicBezTo>
                  <a:cubicBezTo>
                    <a:pt x="485165" y="659222"/>
                    <a:pt x="482445" y="670101"/>
                    <a:pt x="474286" y="675540"/>
                  </a:cubicBezTo>
                  <a:cubicBezTo>
                    <a:pt x="460688" y="686419"/>
                    <a:pt x="444370" y="691858"/>
                    <a:pt x="428052" y="691858"/>
                  </a:cubicBezTo>
                  <a:cubicBezTo>
                    <a:pt x="414454" y="691858"/>
                    <a:pt x="400855" y="689138"/>
                    <a:pt x="387257" y="683699"/>
                  </a:cubicBezTo>
                  <a:cubicBezTo>
                    <a:pt x="373659" y="678260"/>
                    <a:pt x="360060" y="672820"/>
                    <a:pt x="351901" y="664661"/>
                  </a:cubicBezTo>
                  <a:cubicBezTo>
                    <a:pt x="330144" y="645624"/>
                    <a:pt x="316546" y="621147"/>
                    <a:pt x="305667" y="596670"/>
                  </a:cubicBezTo>
                  <a:cubicBezTo>
                    <a:pt x="292069" y="569473"/>
                    <a:pt x="281190" y="539557"/>
                    <a:pt x="270312" y="509641"/>
                  </a:cubicBezTo>
                  <a:cubicBezTo>
                    <a:pt x="264872" y="493323"/>
                    <a:pt x="256713" y="477005"/>
                    <a:pt x="251274" y="460687"/>
                  </a:cubicBezTo>
                  <a:cubicBezTo>
                    <a:pt x="240395" y="433491"/>
                    <a:pt x="232236" y="409014"/>
                    <a:pt x="224077" y="381817"/>
                  </a:cubicBezTo>
                  <a:cubicBezTo>
                    <a:pt x="218638" y="365499"/>
                    <a:pt x="213199" y="346462"/>
                    <a:pt x="207759" y="330144"/>
                  </a:cubicBezTo>
                  <a:cubicBezTo>
                    <a:pt x="202320" y="316545"/>
                    <a:pt x="196881" y="300228"/>
                    <a:pt x="191442" y="286629"/>
                  </a:cubicBezTo>
                  <a:cubicBezTo>
                    <a:pt x="188722" y="281190"/>
                    <a:pt x="186002" y="278470"/>
                    <a:pt x="183283" y="278470"/>
                  </a:cubicBezTo>
                  <a:cubicBezTo>
                    <a:pt x="180563" y="278470"/>
                    <a:pt x="180563" y="286629"/>
                    <a:pt x="180563" y="292069"/>
                  </a:cubicBezTo>
                  <a:cubicBezTo>
                    <a:pt x="180563" y="297508"/>
                    <a:pt x="180563" y="302947"/>
                    <a:pt x="180563" y="305667"/>
                  </a:cubicBezTo>
                  <a:cubicBezTo>
                    <a:pt x="180563" y="321985"/>
                    <a:pt x="183283" y="338303"/>
                    <a:pt x="183283" y="354621"/>
                  </a:cubicBezTo>
                  <a:cubicBezTo>
                    <a:pt x="183283" y="387257"/>
                    <a:pt x="186002" y="417173"/>
                    <a:pt x="188722" y="449809"/>
                  </a:cubicBezTo>
                  <a:cubicBezTo>
                    <a:pt x="188722" y="460687"/>
                    <a:pt x="188722" y="468846"/>
                    <a:pt x="188722" y="479725"/>
                  </a:cubicBezTo>
                  <a:cubicBezTo>
                    <a:pt x="188722" y="501482"/>
                    <a:pt x="188722" y="523239"/>
                    <a:pt x="188722" y="542277"/>
                  </a:cubicBezTo>
                  <a:cubicBezTo>
                    <a:pt x="188722" y="566754"/>
                    <a:pt x="186002" y="591231"/>
                    <a:pt x="186002" y="615708"/>
                  </a:cubicBezTo>
                  <a:cubicBezTo>
                    <a:pt x="186002" y="623867"/>
                    <a:pt x="186002" y="632026"/>
                    <a:pt x="186002" y="637465"/>
                  </a:cubicBezTo>
                  <a:cubicBezTo>
                    <a:pt x="186002" y="645624"/>
                    <a:pt x="183283" y="656502"/>
                    <a:pt x="183283" y="664661"/>
                  </a:cubicBezTo>
                  <a:cubicBezTo>
                    <a:pt x="202320" y="664661"/>
                    <a:pt x="218638" y="664661"/>
                    <a:pt x="226797" y="664661"/>
                  </a:cubicBezTo>
                  <a:cubicBezTo>
                    <a:pt x="234956" y="664661"/>
                    <a:pt x="253994" y="664661"/>
                    <a:pt x="253994" y="680979"/>
                  </a:cubicBezTo>
                  <a:cubicBezTo>
                    <a:pt x="253994" y="689138"/>
                    <a:pt x="253994" y="691858"/>
                    <a:pt x="248554" y="697297"/>
                  </a:cubicBezTo>
                  <a:cubicBezTo>
                    <a:pt x="245835" y="702737"/>
                    <a:pt x="240395" y="705456"/>
                    <a:pt x="234956" y="705456"/>
                  </a:cubicBezTo>
                  <a:cubicBezTo>
                    <a:pt x="226797" y="708176"/>
                    <a:pt x="224077" y="708176"/>
                    <a:pt x="218638" y="708176"/>
                  </a:cubicBezTo>
                  <a:cubicBezTo>
                    <a:pt x="215918" y="708176"/>
                    <a:pt x="199600" y="708176"/>
                    <a:pt x="183283" y="708176"/>
                  </a:cubicBezTo>
                  <a:cubicBezTo>
                    <a:pt x="166965" y="708176"/>
                    <a:pt x="153366" y="708176"/>
                    <a:pt x="150647" y="708176"/>
                  </a:cubicBezTo>
                  <a:cubicBezTo>
                    <a:pt x="139768" y="708176"/>
                    <a:pt x="120730" y="708176"/>
                    <a:pt x="107132" y="708176"/>
                  </a:cubicBezTo>
                  <a:cubicBezTo>
                    <a:pt x="101693" y="708176"/>
                    <a:pt x="96253" y="708176"/>
                    <a:pt x="88094" y="708176"/>
                  </a:cubicBezTo>
                  <a:cubicBezTo>
                    <a:pt x="82655" y="708176"/>
                    <a:pt x="74496" y="708176"/>
                    <a:pt x="69057" y="702737"/>
                  </a:cubicBezTo>
                  <a:cubicBezTo>
                    <a:pt x="63618" y="700017"/>
                    <a:pt x="58178" y="691858"/>
                    <a:pt x="58178" y="686419"/>
                  </a:cubicBezTo>
                  <a:cubicBezTo>
                    <a:pt x="58178" y="683699"/>
                    <a:pt x="58178" y="680979"/>
                    <a:pt x="60898" y="678260"/>
                  </a:cubicBezTo>
                  <a:cubicBezTo>
                    <a:pt x="63618" y="675540"/>
                    <a:pt x="71777" y="672820"/>
                    <a:pt x="77216" y="670101"/>
                  </a:cubicBezTo>
                  <a:cubicBezTo>
                    <a:pt x="90814" y="667381"/>
                    <a:pt x="115291" y="664661"/>
                    <a:pt x="120730" y="664661"/>
                  </a:cubicBezTo>
                  <a:cubicBezTo>
                    <a:pt x="123450" y="664661"/>
                    <a:pt x="126170" y="664661"/>
                    <a:pt x="131609" y="664661"/>
                  </a:cubicBezTo>
                  <a:cubicBezTo>
                    <a:pt x="131609" y="623867"/>
                    <a:pt x="134329" y="583072"/>
                    <a:pt x="134329" y="539557"/>
                  </a:cubicBezTo>
                  <a:cubicBezTo>
                    <a:pt x="134329" y="528679"/>
                    <a:pt x="134329" y="515080"/>
                    <a:pt x="134329" y="504202"/>
                  </a:cubicBezTo>
                  <a:cubicBezTo>
                    <a:pt x="131609" y="460687"/>
                    <a:pt x="131609" y="417173"/>
                    <a:pt x="131609" y="376378"/>
                  </a:cubicBezTo>
                  <a:cubicBezTo>
                    <a:pt x="131609" y="351901"/>
                    <a:pt x="131609" y="327424"/>
                    <a:pt x="131609" y="302947"/>
                  </a:cubicBezTo>
                  <a:cubicBezTo>
                    <a:pt x="131609" y="275751"/>
                    <a:pt x="131609" y="248554"/>
                    <a:pt x="134329" y="221357"/>
                  </a:cubicBezTo>
                  <a:cubicBezTo>
                    <a:pt x="134329" y="188722"/>
                    <a:pt x="137048" y="156086"/>
                    <a:pt x="137048" y="123450"/>
                  </a:cubicBezTo>
                  <a:cubicBezTo>
                    <a:pt x="126170" y="123450"/>
                    <a:pt x="115291" y="123450"/>
                    <a:pt x="107132" y="123450"/>
                  </a:cubicBezTo>
                  <a:cubicBezTo>
                    <a:pt x="101693" y="123450"/>
                    <a:pt x="96253" y="123450"/>
                    <a:pt x="88094" y="123450"/>
                  </a:cubicBezTo>
                  <a:cubicBezTo>
                    <a:pt x="82655" y="123450"/>
                    <a:pt x="74496" y="120730"/>
                    <a:pt x="69057" y="118011"/>
                  </a:cubicBezTo>
                  <a:cubicBezTo>
                    <a:pt x="63618" y="115291"/>
                    <a:pt x="58178" y="107132"/>
                    <a:pt x="58178" y="101693"/>
                  </a:cubicBezTo>
                  <a:cubicBezTo>
                    <a:pt x="58178" y="98973"/>
                    <a:pt x="58178" y="96253"/>
                    <a:pt x="60898" y="93534"/>
                  </a:cubicBezTo>
                  <a:cubicBezTo>
                    <a:pt x="63618" y="90814"/>
                    <a:pt x="71777" y="88095"/>
                    <a:pt x="77216" y="85375"/>
                  </a:cubicBezTo>
                  <a:cubicBezTo>
                    <a:pt x="90814" y="82655"/>
                    <a:pt x="126170" y="79936"/>
                    <a:pt x="131609" y="79936"/>
                  </a:cubicBezTo>
                  <a:cubicBezTo>
                    <a:pt x="137048" y="79936"/>
                    <a:pt x="147927" y="79936"/>
                    <a:pt x="161525" y="79936"/>
                  </a:cubicBezTo>
                  <a:cubicBezTo>
                    <a:pt x="166965" y="74496"/>
                    <a:pt x="172404" y="71776"/>
                    <a:pt x="177843" y="66337"/>
                  </a:cubicBezTo>
                  <a:cubicBezTo>
                    <a:pt x="186002" y="60898"/>
                    <a:pt x="194161" y="58178"/>
                    <a:pt x="202320" y="58178"/>
                  </a:cubicBezTo>
                  <a:cubicBezTo>
                    <a:pt x="215918" y="58178"/>
                    <a:pt x="226797" y="63618"/>
                    <a:pt x="234956" y="77216"/>
                  </a:cubicBezTo>
                  <a:cubicBezTo>
                    <a:pt x="240395" y="88095"/>
                    <a:pt x="248554" y="96253"/>
                    <a:pt x="251274" y="107132"/>
                  </a:cubicBezTo>
                  <a:cubicBezTo>
                    <a:pt x="256713" y="120730"/>
                    <a:pt x="259433" y="134329"/>
                    <a:pt x="267592" y="147927"/>
                  </a:cubicBezTo>
                  <a:cubicBezTo>
                    <a:pt x="273031" y="158806"/>
                    <a:pt x="275751" y="172404"/>
                    <a:pt x="281190" y="183282"/>
                  </a:cubicBezTo>
                  <a:cubicBezTo>
                    <a:pt x="286630" y="196881"/>
                    <a:pt x="292069" y="210479"/>
                    <a:pt x="297508" y="224077"/>
                  </a:cubicBezTo>
                  <a:cubicBezTo>
                    <a:pt x="300228" y="237676"/>
                    <a:pt x="305667" y="251274"/>
                    <a:pt x="308387" y="264872"/>
                  </a:cubicBezTo>
                  <a:cubicBezTo>
                    <a:pt x="311107" y="278470"/>
                    <a:pt x="311107" y="289349"/>
                    <a:pt x="319265" y="300228"/>
                  </a:cubicBezTo>
                  <a:cubicBezTo>
                    <a:pt x="332864" y="324704"/>
                    <a:pt x="346462" y="351901"/>
                    <a:pt x="351901" y="379098"/>
                  </a:cubicBezTo>
                  <a:cubicBezTo>
                    <a:pt x="354621" y="392696"/>
                    <a:pt x="360060" y="403575"/>
                    <a:pt x="365500" y="417173"/>
                  </a:cubicBezTo>
                  <a:cubicBezTo>
                    <a:pt x="373659" y="430771"/>
                    <a:pt x="373659" y="444369"/>
                    <a:pt x="379098" y="457968"/>
                  </a:cubicBezTo>
                  <a:cubicBezTo>
                    <a:pt x="381818" y="471566"/>
                    <a:pt x="387257" y="482445"/>
                    <a:pt x="395416" y="496043"/>
                  </a:cubicBezTo>
                  <a:cubicBezTo>
                    <a:pt x="398136" y="501482"/>
                    <a:pt x="403575" y="506921"/>
                    <a:pt x="406295" y="512361"/>
                  </a:cubicBezTo>
                  <a:cubicBezTo>
                    <a:pt x="409014" y="517800"/>
                    <a:pt x="409014" y="525959"/>
                    <a:pt x="411734" y="531398"/>
                  </a:cubicBezTo>
                  <a:cubicBezTo>
                    <a:pt x="414454" y="539557"/>
                    <a:pt x="417173" y="550436"/>
                    <a:pt x="419893" y="558595"/>
                  </a:cubicBezTo>
                  <a:cubicBezTo>
                    <a:pt x="422613" y="561314"/>
                    <a:pt x="422613" y="564034"/>
                    <a:pt x="425332" y="564034"/>
                  </a:cubicBezTo>
                  <a:cubicBezTo>
                    <a:pt x="428052" y="564034"/>
                    <a:pt x="428052" y="561314"/>
                    <a:pt x="430771" y="558595"/>
                  </a:cubicBezTo>
                  <a:cubicBezTo>
                    <a:pt x="430771" y="555875"/>
                    <a:pt x="430771" y="553156"/>
                    <a:pt x="430771" y="550436"/>
                  </a:cubicBezTo>
                  <a:cubicBezTo>
                    <a:pt x="430771" y="534118"/>
                    <a:pt x="430771" y="517800"/>
                    <a:pt x="430771" y="501482"/>
                  </a:cubicBezTo>
                  <a:cubicBezTo>
                    <a:pt x="430771" y="468846"/>
                    <a:pt x="433491" y="436210"/>
                    <a:pt x="430771" y="403575"/>
                  </a:cubicBezTo>
                  <a:cubicBezTo>
                    <a:pt x="430771" y="373658"/>
                    <a:pt x="425332" y="343742"/>
                    <a:pt x="425332" y="313826"/>
                  </a:cubicBezTo>
                  <a:cubicBezTo>
                    <a:pt x="425332" y="292069"/>
                    <a:pt x="425332" y="270311"/>
                    <a:pt x="425332" y="248554"/>
                  </a:cubicBezTo>
                  <a:cubicBezTo>
                    <a:pt x="425332" y="234956"/>
                    <a:pt x="425332" y="224077"/>
                    <a:pt x="425332" y="210479"/>
                  </a:cubicBezTo>
                  <a:cubicBezTo>
                    <a:pt x="425332" y="191441"/>
                    <a:pt x="422613" y="172404"/>
                    <a:pt x="422613" y="153366"/>
                  </a:cubicBezTo>
                  <a:cubicBezTo>
                    <a:pt x="422613" y="142488"/>
                    <a:pt x="422613" y="134329"/>
                    <a:pt x="425332" y="123450"/>
                  </a:cubicBezTo>
                  <a:cubicBezTo>
                    <a:pt x="417173" y="123450"/>
                    <a:pt x="406295" y="123450"/>
                    <a:pt x="398136" y="123450"/>
                  </a:cubicBezTo>
                  <a:cubicBezTo>
                    <a:pt x="392696" y="123450"/>
                    <a:pt x="387257" y="123450"/>
                    <a:pt x="379098" y="123450"/>
                  </a:cubicBezTo>
                  <a:cubicBezTo>
                    <a:pt x="373659" y="123450"/>
                    <a:pt x="365500" y="120730"/>
                    <a:pt x="360060" y="118011"/>
                  </a:cubicBezTo>
                  <a:cubicBezTo>
                    <a:pt x="354621" y="115291"/>
                    <a:pt x="349182" y="107132"/>
                    <a:pt x="349182" y="101693"/>
                  </a:cubicBezTo>
                  <a:cubicBezTo>
                    <a:pt x="349182" y="98973"/>
                    <a:pt x="349182" y="96253"/>
                    <a:pt x="351901" y="93534"/>
                  </a:cubicBezTo>
                  <a:cubicBezTo>
                    <a:pt x="354621" y="90814"/>
                    <a:pt x="362780" y="88095"/>
                    <a:pt x="368219" y="85375"/>
                  </a:cubicBezTo>
                  <a:cubicBezTo>
                    <a:pt x="381818" y="82655"/>
                    <a:pt x="417173" y="79936"/>
                    <a:pt x="422613" y="79936"/>
                  </a:cubicBezTo>
                  <a:cubicBezTo>
                    <a:pt x="428052" y="79936"/>
                    <a:pt x="433491" y="79936"/>
                    <a:pt x="444370" y="79936"/>
                  </a:cubicBezTo>
                  <a:cubicBezTo>
                    <a:pt x="449809" y="74496"/>
                    <a:pt x="455248" y="71776"/>
                    <a:pt x="463407" y="71776"/>
                  </a:cubicBezTo>
                  <a:cubicBezTo>
                    <a:pt x="471566" y="71776"/>
                    <a:pt x="477006" y="74496"/>
                    <a:pt x="477006" y="79936"/>
                  </a:cubicBezTo>
                  <a:cubicBezTo>
                    <a:pt x="490604" y="82655"/>
                    <a:pt x="504202" y="79936"/>
                    <a:pt x="512361" y="79936"/>
                  </a:cubicBezTo>
                  <a:lnTo>
                    <a:pt x="512361" y="79936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417FE90C-6359-4A38-A932-B9E34A36EB87}"/>
                </a:ext>
              </a:extLst>
            </p:cNvPr>
            <p:cNvSpPr/>
            <p:nvPr/>
          </p:nvSpPr>
          <p:spPr>
            <a:xfrm>
              <a:off x="2987430" y="4242177"/>
              <a:ext cx="494979" cy="674476"/>
            </a:xfrm>
            <a:custGeom>
              <a:avLst/>
              <a:gdLst>
                <a:gd name="connsiteX0" fmla="*/ 228453 w 494979"/>
                <a:gd name="connsiteY0" fmla="*/ 97907 h 674476"/>
                <a:gd name="connsiteX1" fmla="*/ 212135 w 494979"/>
                <a:gd name="connsiteY1" fmla="*/ 119665 h 674476"/>
                <a:gd name="connsiteX2" fmla="*/ 203976 w 494979"/>
                <a:gd name="connsiteY2" fmla="*/ 152300 h 674476"/>
                <a:gd name="connsiteX3" fmla="*/ 201256 w 494979"/>
                <a:gd name="connsiteY3" fmla="*/ 168618 h 674476"/>
                <a:gd name="connsiteX4" fmla="*/ 198537 w 494979"/>
                <a:gd name="connsiteY4" fmla="*/ 184936 h 674476"/>
                <a:gd name="connsiteX5" fmla="*/ 190378 w 494979"/>
                <a:gd name="connsiteY5" fmla="*/ 220292 h 674476"/>
                <a:gd name="connsiteX6" fmla="*/ 171340 w 494979"/>
                <a:gd name="connsiteY6" fmla="*/ 291003 h 674476"/>
                <a:gd name="connsiteX7" fmla="*/ 163180 w 494979"/>
                <a:gd name="connsiteY7" fmla="*/ 323639 h 674476"/>
                <a:gd name="connsiteX8" fmla="*/ 152302 w 494979"/>
                <a:gd name="connsiteY8" fmla="*/ 361714 h 674476"/>
                <a:gd name="connsiteX9" fmla="*/ 146862 w 494979"/>
                <a:gd name="connsiteY9" fmla="*/ 388910 h 674476"/>
                <a:gd name="connsiteX10" fmla="*/ 152302 w 494979"/>
                <a:gd name="connsiteY10" fmla="*/ 391630 h 674476"/>
                <a:gd name="connsiteX11" fmla="*/ 174060 w 494979"/>
                <a:gd name="connsiteY11" fmla="*/ 391630 h 674476"/>
                <a:gd name="connsiteX12" fmla="*/ 195817 w 494979"/>
                <a:gd name="connsiteY12" fmla="*/ 388910 h 674476"/>
                <a:gd name="connsiteX13" fmla="*/ 214855 w 494979"/>
                <a:gd name="connsiteY13" fmla="*/ 388910 h 674476"/>
                <a:gd name="connsiteX14" fmla="*/ 239332 w 494979"/>
                <a:gd name="connsiteY14" fmla="*/ 388910 h 674476"/>
                <a:gd name="connsiteX15" fmla="*/ 252930 w 494979"/>
                <a:gd name="connsiteY15" fmla="*/ 386191 h 674476"/>
                <a:gd name="connsiteX16" fmla="*/ 261089 w 494979"/>
                <a:gd name="connsiteY16" fmla="*/ 386191 h 674476"/>
                <a:gd name="connsiteX17" fmla="*/ 258369 w 494979"/>
                <a:gd name="connsiteY17" fmla="*/ 367153 h 674476"/>
                <a:gd name="connsiteX18" fmla="*/ 252930 w 494979"/>
                <a:gd name="connsiteY18" fmla="*/ 331797 h 674476"/>
                <a:gd name="connsiteX19" fmla="*/ 250210 w 494979"/>
                <a:gd name="connsiteY19" fmla="*/ 244769 h 674476"/>
                <a:gd name="connsiteX20" fmla="*/ 244771 w 494979"/>
                <a:gd name="connsiteY20" fmla="*/ 203974 h 674476"/>
                <a:gd name="connsiteX21" fmla="*/ 239332 w 494979"/>
                <a:gd name="connsiteY21" fmla="*/ 157740 h 674476"/>
                <a:gd name="connsiteX22" fmla="*/ 236612 w 494979"/>
                <a:gd name="connsiteY22" fmla="*/ 119665 h 674476"/>
                <a:gd name="connsiteX23" fmla="*/ 228453 w 494979"/>
                <a:gd name="connsiteY23" fmla="*/ 97907 h 674476"/>
                <a:gd name="connsiteX24" fmla="*/ 274687 w 494979"/>
                <a:gd name="connsiteY24" fmla="*/ 0 h 674476"/>
                <a:gd name="connsiteX25" fmla="*/ 304603 w 494979"/>
                <a:gd name="connsiteY25" fmla="*/ 5439 h 674476"/>
                <a:gd name="connsiteX26" fmla="*/ 320921 w 494979"/>
                <a:gd name="connsiteY26" fmla="*/ 24477 h 674476"/>
                <a:gd name="connsiteX27" fmla="*/ 334519 w 494979"/>
                <a:gd name="connsiteY27" fmla="*/ 43515 h 674476"/>
                <a:gd name="connsiteX28" fmla="*/ 339959 w 494979"/>
                <a:gd name="connsiteY28" fmla="*/ 65272 h 674476"/>
                <a:gd name="connsiteX29" fmla="*/ 348118 w 494979"/>
                <a:gd name="connsiteY29" fmla="*/ 114226 h 674476"/>
                <a:gd name="connsiteX30" fmla="*/ 361716 w 494979"/>
                <a:gd name="connsiteY30" fmla="*/ 163180 h 674476"/>
                <a:gd name="connsiteX31" fmla="*/ 369875 w 494979"/>
                <a:gd name="connsiteY31" fmla="*/ 220293 h 674476"/>
                <a:gd name="connsiteX32" fmla="*/ 378034 w 494979"/>
                <a:gd name="connsiteY32" fmla="*/ 274686 h 674476"/>
                <a:gd name="connsiteX33" fmla="*/ 383473 w 494979"/>
                <a:gd name="connsiteY33" fmla="*/ 301883 h 674476"/>
                <a:gd name="connsiteX34" fmla="*/ 391632 w 494979"/>
                <a:gd name="connsiteY34" fmla="*/ 337238 h 674476"/>
                <a:gd name="connsiteX35" fmla="*/ 397071 w 494979"/>
                <a:gd name="connsiteY35" fmla="*/ 364435 h 674476"/>
                <a:gd name="connsiteX36" fmla="*/ 405230 w 494979"/>
                <a:gd name="connsiteY36" fmla="*/ 383473 h 674476"/>
                <a:gd name="connsiteX37" fmla="*/ 416109 w 494979"/>
                <a:gd name="connsiteY37" fmla="*/ 386192 h 674476"/>
                <a:gd name="connsiteX38" fmla="*/ 426988 w 494979"/>
                <a:gd name="connsiteY38" fmla="*/ 386192 h 674476"/>
                <a:gd name="connsiteX39" fmla="*/ 454184 w 494979"/>
                <a:gd name="connsiteY39" fmla="*/ 397071 h 674476"/>
                <a:gd name="connsiteX40" fmla="*/ 456904 w 494979"/>
                <a:gd name="connsiteY40" fmla="*/ 405230 h 674476"/>
                <a:gd name="connsiteX41" fmla="*/ 451465 w 494979"/>
                <a:gd name="connsiteY41" fmla="*/ 416108 h 674476"/>
                <a:gd name="connsiteX42" fmla="*/ 432427 w 494979"/>
                <a:gd name="connsiteY42" fmla="*/ 429707 h 674476"/>
                <a:gd name="connsiteX43" fmla="*/ 421548 w 494979"/>
                <a:gd name="connsiteY43" fmla="*/ 432426 h 674476"/>
                <a:gd name="connsiteX44" fmla="*/ 413389 w 494979"/>
                <a:gd name="connsiteY44" fmla="*/ 435146 h 674476"/>
                <a:gd name="connsiteX45" fmla="*/ 413389 w 494979"/>
                <a:gd name="connsiteY45" fmla="*/ 440585 h 674476"/>
                <a:gd name="connsiteX46" fmla="*/ 416109 w 494979"/>
                <a:gd name="connsiteY46" fmla="*/ 451464 h 674476"/>
                <a:gd name="connsiteX47" fmla="*/ 418829 w 494979"/>
                <a:gd name="connsiteY47" fmla="*/ 465062 h 674476"/>
                <a:gd name="connsiteX48" fmla="*/ 418829 w 494979"/>
                <a:gd name="connsiteY48" fmla="*/ 475941 h 674476"/>
                <a:gd name="connsiteX49" fmla="*/ 418829 w 494979"/>
                <a:gd name="connsiteY49" fmla="*/ 486820 h 674476"/>
                <a:gd name="connsiteX50" fmla="*/ 426988 w 494979"/>
                <a:gd name="connsiteY50" fmla="*/ 516736 h 674476"/>
                <a:gd name="connsiteX51" fmla="*/ 432427 w 494979"/>
                <a:gd name="connsiteY51" fmla="*/ 543932 h 674476"/>
                <a:gd name="connsiteX52" fmla="*/ 437866 w 494979"/>
                <a:gd name="connsiteY52" fmla="*/ 573848 h 674476"/>
                <a:gd name="connsiteX53" fmla="*/ 443306 w 494979"/>
                <a:gd name="connsiteY53" fmla="*/ 606484 h 674476"/>
                <a:gd name="connsiteX54" fmla="*/ 446025 w 494979"/>
                <a:gd name="connsiteY54" fmla="*/ 617363 h 674476"/>
                <a:gd name="connsiteX55" fmla="*/ 470502 w 494979"/>
                <a:gd name="connsiteY55" fmla="*/ 617363 h 674476"/>
                <a:gd name="connsiteX56" fmla="*/ 494979 w 494979"/>
                <a:gd name="connsiteY56" fmla="*/ 641840 h 674476"/>
                <a:gd name="connsiteX57" fmla="*/ 486820 w 494979"/>
                <a:gd name="connsiteY57" fmla="*/ 655438 h 674476"/>
                <a:gd name="connsiteX58" fmla="*/ 470502 w 494979"/>
                <a:gd name="connsiteY58" fmla="*/ 663597 h 674476"/>
                <a:gd name="connsiteX59" fmla="*/ 446025 w 494979"/>
                <a:gd name="connsiteY59" fmla="*/ 666317 h 674476"/>
                <a:gd name="connsiteX60" fmla="*/ 424268 w 494979"/>
                <a:gd name="connsiteY60" fmla="*/ 666317 h 674476"/>
                <a:gd name="connsiteX61" fmla="*/ 416109 w 494979"/>
                <a:gd name="connsiteY61" fmla="*/ 666317 h 674476"/>
                <a:gd name="connsiteX62" fmla="*/ 402511 w 494979"/>
                <a:gd name="connsiteY62" fmla="*/ 671756 h 674476"/>
                <a:gd name="connsiteX63" fmla="*/ 386193 w 494979"/>
                <a:gd name="connsiteY63" fmla="*/ 674476 h 674476"/>
                <a:gd name="connsiteX64" fmla="*/ 350837 w 494979"/>
                <a:gd name="connsiteY64" fmla="*/ 669036 h 674476"/>
                <a:gd name="connsiteX65" fmla="*/ 329080 w 494979"/>
                <a:gd name="connsiteY65" fmla="*/ 669036 h 674476"/>
                <a:gd name="connsiteX66" fmla="*/ 280126 w 494979"/>
                <a:gd name="connsiteY66" fmla="*/ 669036 h 674476"/>
                <a:gd name="connsiteX67" fmla="*/ 255649 w 494979"/>
                <a:gd name="connsiteY67" fmla="*/ 663597 h 674476"/>
                <a:gd name="connsiteX68" fmla="*/ 239331 w 494979"/>
                <a:gd name="connsiteY68" fmla="*/ 647279 h 674476"/>
                <a:gd name="connsiteX69" fmla="*/ 263808 w 494979"/>
                <a:gd name="connsiteY69" fmla="*/ 630961 h 674476"/>
                <a:gd name="connsiteX70" fmla="*/ 291005 w 494979"/>
                <a:gd name="connsiteY70" fmla="*/ 628241 h 674476"/>
                <a:gd name="connsiteX71" fmla="*/ 288285 w 494979"/>
                <a:gd name="connsiteY71" fmla="*/ 609204 h 674476"/>
                <a:gd name="connsiteX72" fmla="*/ 285565 w 494979"/>
                <a:gd name="connsiteY72" fmla="*/ 582007 h 674476"/>
                <a:gd name="connsiteX73" fmla="*/ 282846 w 494979"/>
                <a:gd name="connsiteY73" fmla="*/ 568409 h 674476"/>
                <a:gd name="connsiteX74" fmla="*/ 285565 w 494979"/>
                <a:gd name="connsiteY74" fmla="*/ 554811 h 674476"/>
                <a:gd name="connsiteX75" fmla="*/ 280126 w 494979"/>
                <a:gd name="connsiteY75" fmla="*/ 538493 h 674476"/>
                <a:gd name="connsiteX76" fmla="*/ 274687 w 494979"/>
                <a:gd name="connsiteY76" fmla="*/ 505857 h 674476"/>
                <a:gd name="connsiteX77" fmla="*/ 271967 w 494979"/>
                <a:gd name="connsiteY77" fmla="*/ 478660 h 674476"/>
                <a:gd name="connsiteX78" fmla="*/ 269247 w 494979"/>
                <a:gd name="connsiteY78" fmla="*/ 446025 h 674476"/>
                <a:gd name="connsiteX79" fmla="*/ 263808 w 494979"/>
                <a:gd name="connsiteY79" fmla="*/ 437866 h 674476"/>
                <a:gd name="connsiteX80" fmla="*/ 252929 w 494979"/>
                <a:gd name="connsiteY80" fmla="*/ 437866 h 674476"/>
                <a:gd name="connsiteX81" fmla="*/ 223013 w 494979"/>
                <a:gd name="connsiteY81" fmla="*/ 440585 h 674476"/>
                <a:gd name="connsiteX82" fmla="*/ 193097 w 494979"/>
                <a:gd name="connsiteY82" fmla="*/ 443305 h 674476"/>
                <a:gd name="connsiteX83" fmla="*/ 168620 w 494979"/>
                <a:gd name="connsiteY83" fmla="*/ 443305 h 674476"/>
                <a:gd name="connsiteX84" fmla="*/ 146862 w 494979"/>
                <a:gd name="connsiteY84" fmla="*/ 440585 h 674476"/>
                <a:gd name="connsiteX85" fmla="*/ 138703 w 494979"/>
                <a:gd name="connsiteY85" fmla="*/ 454184 h 674476"/>
                <a:gd name="connsiteX86" fmla="*/ 133263 w 494979"/>
                <a:gd name="connsiteY86" fmla="*/ 486820 h 674476"/>
                <a:gd name="connsiteX87" fmla="*/ 122385 w 494979"/>
                <a:gd name="connsiteY87" fmla="*/ 541213 h 674476"/>
                <a:gd name="connsiteX88" fmla="*/ 106067 w 494979"/>
                <a:gd name="connsiteY88" fmla="*/ 614643 h 674476"/>
                <a:gd name="connsiteX89" fmla="*/ 135983 w 494979"/>
                <a:gd name="connsiteY89" fmla="*/ 614643 h 674476"/>
                <a:gd name="connsiteX90" fmla="*/ 171340 w 494979"/>
                <a:gd name="connsiteY90" fmla="*/ 630961 h 674476"/>
                <a:gd name="connsiteX91" fmla="*/ 165900 w 494979"/>
                <a:gd name="connsiteY91" fmla="*/ 647279 h 674476"/>
                <a:gd name="connsiteX92" fmla="*/ 149581 w 494979"/>
                <a:gd name="connsiteY92" fmla="*/ 655438 h 674476"/>
                <a:gd name="connsiteX93" fmla="*/ 127824 w 494979"/>
                <a:gd name="connsiteY93" fmla="*/ 658158 h 674476"/>
                <a:gd name="connsiteX94" fmla="*/ 106067 w 494979"/>
                <a:gd name="connsiteY94" fmla="*/ 658158 h 674476"/>
                <a:gd name="connsiteX95" fmla="*/ 62552 w 494979"/>
                <a:gd name="connsiteY95" fmla="*/ 658158 h 674476"/>
                <a:gd name="connsiteX96" fmla="*/ 40795 w 494979"/>
                <a:gd name="connsiteY96" fmla="*/ 658158 h 674476"/>
                <a:gd name="connsiteX97" fmla="*/ 16318 w 494979"/>
                <a:gd name="connsiteY97" fmla="*/ 652718 h 674476"/>
                <a:gd name="connsiteX98" fmla="*/ 0 w 494979"/>
                <a:gd name="connsiteY98" fmla="*/ 636401 h 674476"/>
                <a:gd name="connsiteX99" fmla="*/ 2720 w 494979"/>
                <a:gd name="connsiteY99" fmla="*/ 628241 h 674476"/>
                <a:gd name="connsiteX100" fmla="*/ 24477 w 494979"/>
                <a:gd name="connsiteY100" fmla="*/ 620082 h 674476"/>
                <a:gd name="connsiteX101" fmla="*/ 62552 w 494979"/>
                <a:gd name="connsiteY101" fmla="*/ 617363 h 674476"/>
                <a:gd name="connsiteX102" fmla="*/ 62552 w 494979"/>
                <a:gd name="connsiteY102" fmla="*/ 614643 h 674476"/>
                <a:gd name="connsiteX103" fmla="*/ 65272 w 494979"/>
                <a:gd name="connsiteY103" fmla="*/ 587447 h 674476"/>
                <a:gd name="connsiteX104" fmla="*/ 76151 w 494979"/>
                <a:gd name="connsiteY104" fmla="*/ 522175 h 674476"/>
                <a:gd name="connsiteX105" fmla="*/ 87029 w 494979"/>
                <a:gd name="connsiteY105" fmla="*/ 470501 h 674476"/>
                <a:gd name="connsiteX106" fmla="*/ 92469 w 494979"/>
                <a:gd name="connsiteY106" fmla="*/ 446025 h 674476"/>
                <a:gd name="connsiteX107" fmla="*/ 65272 w 494979"/>
                <a:gd name="connsiteY107" fmla="*/ 432426 h 674476"/>
                <a:gd name="connsiteX108" fmla="*/ 54393 w 494979"/>
                <a:gd name="connsiteY108" fmla="*/ 421548 h 674476"/>
                <a:gd name="connsiteX109" fmla="*/ 73431 w 494979"/>
                <a:gd name="connsiteY109" fmla="*/ 407949 h 674476"/>
                <a:gd name="connsiteX110" fmla="*/ 100628 w 494979"/>
                <a:gd name="connsiteY110" fmla="*/ 399790 h 674476"/>
                <a:gd name="connsiteX111" fmla="*/ 108787 w 494979"/>
                <a:gd name="connsiteY111" fmla="*/ 369874 h 674476"/>
                <a:gd name="connsiteX112" fmla="*/ 125105 w 494979"/>
                <a:gd name="connsiteY112" fmla="*/ 307322 h 674476"/>
                <a:gd name="connsiteX113" fmla="*/ 141423 w 494979"/>
                <a:gd name="connsiteY113" fmla="*/ 242051 h 674476"/>
                <a:gd name="connsiteX114" fmla="*/ 155021 w 494979"/>
                <a:gd name="connsiteY114" fmla="*/ 179498 h 674476"/>
                <a:gd name="connsiteX115" fmla="*/ 168620 w 494979"/>
                <a:gd name="connsiteY115" fmla="*/ 119665 h 674476"/>
                <a:gd name="connsiteX116" fmla="*/ 193097 w 494979"/>
                <a:gd name="connsiteY116" fmla="*/ 57113 h 674476"/>
                <a:gd name="connsiteX117" fmla="*/ 201256 w 494979"/>
                <a:gd name="connsiteY117" fmla="*/ 38075 h 674476"/>
                <a:gd name="connsiteX118" fmla="*/ 217574 w 494979"/>
                <a:gd name="connsiteY118" fmla="*/ 13598 h 674476"/>
                <a:gd name="connsiteX119" fmla="*/ 274687 w 494979"/>
                <a:gd name="connsiteY119" fmla="*/ 0 h 674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</a:cxnLst>
              <a:rect l="l" t="t" r="r" b="b"/>
              <a:pathLst>
                <a:path w="494979" h="674476">
                  <a:moveTo>
                    <a:pt x="228453" y="97907"/>
                  </a:moveTo>
                  <a:cubicBezTo>
                    <a:pt x="220294" y="97907"/>
                    <a:pt x="212135" y="114225"/>
                    <a:pt x="212135" y="119665"/>
                  </a:cubicBezTo>
                  <a:cubicBezTo>
                    <a:pt x="209415" y="130543"/>
                    <a:pt x="206696" y="144141"/>
                    <a:pt x="203976" y="152300"/>
                  </a:cubicBezTo>
                  <a:cubicBezTo>
                    <a:pt x="201256" y="157740"/>
                    <a:pt x="201256" y="163179"/>
                    <a:pt x="201256" y="168618"/>
                  </a:cubicBezTo>
                  <a:cubicBezTo>
                    <a:pt x="201256" y="174058"/>
                    <a:pt x="198537" y="179497"/>
                    <a:pt x="198537" y="184936"/>
                  </a:cubicBezTo>
                  <a:cubicBezTo>
                    <a:pt x="195817" y="195815"/>
                    <a:pt x="193097" y="209413"/>
                    <a:pt x="190378" y="220292"/>
                  </a:cubicBezTo>
                  <a:cubicBezTo>
                    <a:pt x="187658" y="244769"/>
                    <a:pt x="179499" y="269246"/>
                    <a:pt x="171340" y="291003"/>
                  </a:cubicBezTo>
                  <a:cubicBezTo>
                    <a:pt x="168620" y="301881"/>
                    <a:pt x="165900" y="312760"/>
                    <a:pt x="163180" y="323639"/>
                  </a:cubicBezTo>
                  <a:cubicBezTo>
                    <a:pt x="160461" y="337237"/>
                    <a:pt x="157741" y="348115"/>
                    <a:pt x="152302" y="361714"/>
                  </a:cubicBezTo>
                  <a:cubicBezTo>
                    <a:pt x="149582" y="367153"/>
                    <a:pt x="146862" y="383471"/>
                    <a:pt x="146862" y="388910"/>
                  </a:cubicBezTo>
                  <a:cubicBezTo>
                    <a:pt x="146862" y="391630"/>
                    <a:pt x="149582" y="391630"/>
                    <a:pt x="152302" y="391630"/>
                  </a:cubicBezTo>
                  <a:cubicBezTo>
                    <a:pt x="157741" y="391630"/>
                    <a:pt x="171340" y="391630"/>
                    <a:pt x="174060" y="391630"/>
                  </a:cubicBezTo>
                  <a:cubicBezTo>
                    <a:pt x="182219" y="391630"/>
                    <a:pt x="190378" y="391630"/>
                    <a:pt x="195817" y="388910"/>
                  </a:cubicBezTo>
                  <a:cubicBezTo>
                    <a:pt x="201256" y="388910"/>
                    <a:pt x="206696" y="388910"/>
                    <a:pt x="214855" y="388910"/>
                  </a:cubicBezTo>
                  <a:cubicBezTo>
                    <a:pt x="220294" y="388910"/>
                    <a:pt x="228453" y="388910"/>
                    <a:pt x="239332" y="388910"/>
                  </a:cubicBezTo>
                  <a:cubicBezTo>
                    <a:pt x="244771" y="388910"/>
                    <a:pt x="250210" y="388910"/>
                    <a:pt x="252930" y="386191"/>
                  </a:cubicBezTo>
                  <a:cubicBezTo>
                    <a:pt x="258369" y="391630"/>
                    <a:pt x="261089" y="388910"/>
                    <a:pt x="261089" y="386191"/>
                  </a:cubicBezTo>
                  <a:cubicBezTo>
                    <a:pt x="261089" y="380751"/>
                    <a:pt x="258369" y="372592"/>
                    <a:pt x="258369" y="367153"/>
                  </a:cubicBezTo>
                  <a:cubicBezTo>
                    <a:pt x="255650" y="353555"/>
                    <a:pt x="252930" y="342676"/>
                    <a:pt x="252930" y="331797"/>
                  </a:cubicBezTo>
                  <a:cubicBezTo>
                    <a:pt x="252930" y="301881"/>
                    <a:pt x="252930" y="274685"/>
                    <a:pt x="250210" y="244769"/>
                  </a:cubicBezTo>
                  <a:cubicBezTo>
                    <a:pt x="250210" y="231170"/>
                    <a:pt x="247491" y="217572"/>
                    <a:pt x="244771" y="203974"/>
                  </a:cubicBezTo>
                  <a:cubicBezTo>
                    <a:pt x="242051" y="187656"/>
                    <a:pt x="239332" y="174058"/>
                    <a:pt x="239332" y="157740"/>
                  </a:cubicBezTo>
                  <a:cubicBezTo>
                    <a:pt x="239332" y="152300"/>
                    <a:pt x="239332" y="133263"/>
                    <a:pt x="236612" y="119665"/>
                  </a:cubicBezTo>
                  <a:cubicBezTo>
                    <a:pt x="236612" y="106066"/>
                    <a:pt x="233892" y="97907"/>
                    <a:pt x="228453" y="97907"/>
                  </a:cubicBezTo>
                  <a:close/>
                  <a:moveTo>
                    <a:pt x="274687" y="0"/>
                  </a:moveTo>
                  <a:cubicBezTo>
                    <a:pt x="288285" y="0"/>
                    <a:pt x="293724" y="2720"/>
                    <a:pt x="304603" y="5439"/>
                  </a:cubicBezTo>
                  <a:cubicBezTo>
                    <a:pt x="315482" y="10879"/>
                    <a:pt x="315482" y="16318"/>
                    <a:pt x="320921" y="24477"/>
                  </a:cubicBezTo>
                  <a:cubicBezTo>
                    <a:pt x="326360" y="29916"/>
                    <a:pt x="331800" y="35356"/>
                    <a:pt x="334519" y="43515"/>
                  </a:cubicBezTo>
                  <a:cubicBezTo>
                    <a:pt x="337239" y="51674"/>
                    <a:pt x="337239" y="57113"/>
                    <a:pt x="339959" y="65272"/>
                  </a:cubicBezTo>
                  <a:cubicBezTo>
                    <a:pt x="345398" y="78870"/>
                    <a:pt x="342678" y="97908"/>
                    <a:pt x="348118" y="114226"/>
                  </a:cubicBezTo>
                  <a:cubicBezTo>
                    <a:pt x="350837" y="130544"/>
                    <a:pt x="358996" y="146863"/>
                    <a:pt x="361716" y="163180"/>
                  </a:cubicBezTo>
                  <a:cubicBezTo>
                    <a:pt x="364435" y="182218"/>
                    <a:pt x="364435" y="201256"/>
                    <a:pt x="369875" y="220293"/>
                  </a:cubicBezTo>
                  <a:cubicBezTo>
                    <a:pt x="375314" y="239331"/>
                    <a:pt x="378034" y="255649"/>
                    <a:pt x="378034" y="274686"/>
                  </a:cubicBezTo>
                  <a:cubicBezTo>
                    <a:pt x="378034" y="282845"/>
                    <a:pt x="380753" y="293724"/>
                    <a:pt x="383473" y="301883"/>
                  </a:cubicBezTo>
                  <a:cubicBezTo>
                    <a:pt x="386193" y="312762"/>
                    <a:pt x="388912" y="326360"/>
                    <a:pt x="391632" y="337238"/>
                  </a:cubicBezTo>
                  <a:cubicBezTo>
                    <a:pt x="391632" y="342678"/>
                    <a:pt x="394352" y="353556"/>
                    <a:pt x="397071" y="364435"/>
                  </a:cubicBezTo>
                  <a:cubicBezTo>
                    <a:pt x="399791" y="372594"/>
                    <a:pt x="402511" y="380753"/>
                    <a:pt x="405230" y="383473"/>
                  </a:cubicBezTo>
                  <a:cubicBezTo>
                    <a:pt x="407950" y="386192"/>
                    <a:pt x="413389" y="386192"/>
                    <a:pt x="416109" y="386192"/>
                  </a:cubicBezTo>
                  <a:cubicBezTo>
                    <a:pt x="418829" y="386192"/>
                    <a:pt x="424268" y="386192"/>
                    <a:pt x="426988" y="386192"/>
                  </a:cubicBezTo>
                  <a:cubicBezTo>
                    <a:pt x="437866" y="386192"/>
                    <a:pt x="448745" y="388912"/>
                    <a:pt x="454184" y="397071"/>
                  </a:cubicBezTo>
                  <a:cubicBezTo>
                    <a:pt x="456904" y="399790"/>
                    <a:pt x="456904" y="402510"/>
                    <a:pt x="456904" y="405230"/>
                  </a:cubicBezTo>
                  <a:cubicBezTo>
                    <a:pt x="456904" y="407949"/>
                    <a:pt x="454184" y="410669"/>
                    <a:pt x="451465" y="416108"/>
                  </a:cubicBezTo>
                  <a:cubicBezTo>
                    <a:pt x="446025" y="421548"/>
                    <a:pt x="440586" y="426987"/>
                    <a:pt x="432427" y="429707"/>
                  </a:cubicBezTo>
                  <a:cubicBezTo>
                    <a:pt x="429707" y="429707"/>
                    <a:pt x="426988" y="432426"/>
                    <a:pt x="421548" y="432426"/>
                  </a:cubicBezTo>
                  <a:cubicBezTo>
                    <a:pt x="418829" y="432426"/>
                    <a:pt x="416109" y="432426"/>
                    <a:pt x="413389" y="435146"/>
                  </a:cubicBezTo>
                  <a:cubicBezTo>
                    <a:pt x="413389" y="435146"/>
                    <a:pt x="413389" y="437866"/>
                    <a:pt x="413389" y="440585"/>
                  </a:cubicBezTo>
                  <a:cubicBezTo>
                    <a:pt x="413389" y="443305"/>
                    <a:pt x="413389" y="448744"/>
                    <a:pt x="416109" y="451464"/>
                  </a:cubicBezTo>
                  <a:cubicBezTo>
                    <a:pt x="416109" y="456903"/>
                    <a:pt x="418829" y="462343"/>
                    <a:pt x="418829" y="465062"/>
                  </a:cubicBezTo>
                  <a:lnTo>
                    <a:pt x="418829" y="475941"/>
                  </a:lnTo>
                  <a:cubicBezTo>
                    <a:pt x="418829" y="481380"/>
                    <a:pt x="418829" y="484100"/>
                    <a:pt x="418829" y="486820"/>
                  </a:cubicBezTo>
                  <a:cubicBezTo>
                    <a:pt x="421548" y="497698"/>
                    <a:pt x="424268" y="505857"/>
                    <a:pt x="426988" y="516736"/>
                  </a:cubicBezTo>
                  <a:cubicBezTo>
                    <a:pt x="426988" y="524895"/>
                    <a:pt x="429707" y="535773"/>
                    <a:pt x="432427" y="543932"/>
                  </a:cubicBezTo>
                  <a:cubicBezTo>
                    <a:pt x="435147" y="554811"/>
                    <a:pt x="437866" y="562970"/>
                    <a:pt x="437866" y="573848"/>
                  </a:cubicBezTo>
                  <a:cubicBezTo>
                    <a:pt x="437866" y="587447"/>
                    <a:pt x="440586" y="595606"/>
                    <a:pt x="443306" y="606484"/>
                  </a:cubicBezTo>
                  <a:cubicBezTo>
                    <a:pt x="443306" y="609204"/>
                    <a:pt x="446025" y="614643"/>
                    <a:pt x="446025" y="617363"/>
                  </a:cubicBezTo>
                  <a:cubicBezTo>
                    <a:pt x="454184" y="617363"/>
                    <a:pt x="462343" y="617363"/>
                    <a:pt x="470502" y="617363"/>
                  </a:cubicBezTo>
                  <a:cubicBezTo>
                    <a:pt x="478661" y="625522"/>
                    <a:pt x="492259" y="630961"/>
                    <a:pt x="494979" y="641840"/>
                  </a:cubicBezTo>
                  <a:cubicBezTo>
                    <a:pt x="494979" y="647279"/>
                    <a:pt x="489540" y="649999"/>
                    <a:pt x="486820" y="655438"/>
                  </a:cubicBezTo>
                  <a:cubicBezTo>
                    <a:pt x="484100" y="660877"/>
                    <a:pt x="475942" y="663597"/>
                    <a:pt x="470502" y="663597"/>
                  </a:cubicBezTo>
                  <a:cubicBezTo>
                    <a:pt x="459623" y="666317"/>
                    <a:pt x="454184" y="666317"/>
                    <a:pt x="446025" y="666317"/>
                  </a:cubicBezTo>
                  <a:cubicBezTo>
                    <a:pt x="440586" y="666317"/>
                    <a:pt x="432427" y="666317"/>
                    <a:pt x="424268" y="666317"/>
                  </a:cubicBezTo>
                  <a:cubicBezTo>
                    <a:pt x="421548" y="666317"/>
                    <a:pt x="418829" y="666317"/>
                    <a:pt x="416109" y="666317"/>
                  </a:cubicBezTo>
                  <a:cubicBezTo>
                    <a:pt x="410670" y="669036"/>
                    <a:pt x="407950" y="669036"/>
                    <a:pt x="402511" y="671756"/>
                  </a:cubicBezTo>
                  <a:cubicBezTo>
                    <a:pt x="397071" y="671756"/>
                    <a:pt x="391632" y="674476"/>
                    <a:pt x="386193" y="674476"/>
                  </a:cubicBezTo>
                  <a:cubicBezTo>
                    <a:pt x="375314" y="674476"/>
                    <a:pt x="361716" y="671756"/>
                    <a:pt x="350837" y="669036"/>
                  </a:cubicBezTo>
                  <a:cubicBezTo>
                    <a:pt x="342678" y="669036"/>
                    <a:pt x="334519" y="669036"/>
                    <a:pt x="329080" y="669036"/>
                  </a:cubicBezTo>
                  <a:cubicBezTo>
                    <a:pt x="307323" y="669036"/>
                    <a:pt x="288285" y="669036"/>
                    <a:pt x="280126" y="669036"/>
                  </a:cubicBezTo>
                  <a:cubicBezTo>
                    <a:pt x="271967" y="669036"/>
                    <a:pt x="261088" y="669036"/>
                    <a:pt x="255649" y="663597"/>
                  </a:cubicBezTo>
                  <a:cubicBezTo>
                    <a:pt x="250210" y="660877"/>
                    <a:pt x="239331" y="655438"/>
                    <a:pt x="239331" y="647279"/>
                  </a:cubicBezTo>
                  <a:cubicBezTo>
                    <a:pt x="239331" y="636401"/>
                    <a:pt x="255649" y="633681"/>
                    <a:pt x="263808" y="630961"/>
                  </a:cubicBezTo>
                  <a:cubicBezTo>
                    <a:pt x="269247" y="630961"/>
                    <a:pt x="277406" y="630961"/>
                    <a:pt x="291005" y="628241"/>
                  </a:cubicBezTo>
                  <a:cubicBezTo>
                    <a:pt x="291005" y="620082"/>
                    <a:pt x="291005" y="614643"/>
                    <a:pt x="288285" y="609204"/>
                  </a:cubicBezTo>
                  <a:cubicBezTo>
                    <a:pt x="288285" y="601045"/>
                    <a:pt x="285565" y="590166"/>
                    <a:pt x="285565" y="582007"/>
                  </a:cubicBezTo>
                  <a:cubicBezTo>
                    <a:pt x="285565" y="576568"/>
                    <a:pt x="282846" y="573848"/>
                    <a:pt x="282846" y="568409"/>
                  </a:cubicBezTo>
                  <a:cubicBezTo>
                    <a:pt x="282846" y="562970"/>
                    <a:pt x="285565" y="557531"/>
                    <a:pt x="285565" y="554811"/>
                  </a:cubicBezTo>
                  <a:cubicBezTo>
                    <a:pt x="285565" y="549371"/>
                    <a:pt x="282846" y="546652"/>
                    <a:pt x="280126" y="538493"/>
                  </a:cubicBezTo>
                  <a:cubicBezTo>
                    <a:pt x="280126" y="527614"/>
                    <a:pt x="274687" y="516736"/>
                    <a:pt x="274687" y="505857"/>
                  </a:cubicBezTo>
                  <a:cubicBezTo>
                    <a:pt x="274687" y="494978"/>
                    <a:pt x="274687" y="486820"/>
                    <a:pt x="271967" y="478660"/>
                  </a:cubicBezTo>
                  <a:cubicBezTo>
                    <a:pt x="269247" y="467782"/>
                    <a:pt x="269247" y="456903"/>
                    <a:pt x="269247" y="446025"/>
                  </a:cubicBezTo>
                  <a:cubicBezTo>
                    <a:pt x="269247" y="440585"/>
                    <a:pt x="266528" y="437866"/>
                    <a:pt x="263808" y="437866"/>
                  </a:cubicBezTo>
                  <a:cubicBezTo>
                    <a:pt x="261088" y="437866"/>
                    <a:pt x="258369" y="437866"/>
                    <a:pt x="252929" y="437866"/>
                  </a:cubicBezTo>
                  <a:cubicBezTo>
                    <a:pt x="242051" y="437866"/>
                    <a:pt x="231172" y="437866"/>
                    <a:pt x="223013" y="440585"/>
                  </a:cubicBezTo>
                  <a:cubicBezTo>
                    <a:pt x="212135" y="440585"/>
                    <a:pt x="203976" y="443305"/>
                    <a:pt x="193097" y="443305"/>
                  </a:cubicBezTo>
                  <a:cubicBezTo>
                    <a:pt x="184938" y="443305"/>
                    <a:pt x="176779" y="443305"/>
                    <a:pt x="168620" y="443305"/>
                  </a:cubicBezTo>
                  <a:cubicBezTo>
                    <a:pt x="165900" y="443305"/>
                    <a:pt x="155021" y="440585"/>
                    <a:pt x="146862" y="440585"/>
                  </a:cubicBezTo>
                  <a:cubicBezTo>
                    <a:pt x="138703" y="440585"/>
                    <a:pt x="138703" y="448744"/>
                    <a:pt x="138703" y="454184"/>
                  </a:cubicBezTo>
                  <a:cubicBezTo>
                    <a:pt x="138703" y="465062"/>
                    <a:pt x="135983" y="475941"/>
                    <a:pt x="133263" y="486820"/>
                  </a:cubicBezTo>
                  <a:cubicBezTo>
                    <a:pt x="130544" y="505857"/>
                    <a:pt x="125105" y="522175"/>
                    <a:pt x="122385" y="541213"/>
                  </a:cubicBezTo>
                  <a:cubicBezTo>
                    <a:pt x="119665" y="560250"/>
                    <a:pt x="111506" y="595606"/>
                    <a:pt x="106067" y="614643"/>
                  </a:cubicBezTo>
                  <a:cubicBezTo>
                    <a:pt x="114226" y="614643"/>
                    <a:pt x="125105" y="614643"/>
                    <a:pt x="135983" y="614643"/>
                  </a:cubicBezTo>
                  <a:cubicBezTo>
                    <a:pt x="149581" y="614643"/>
                    <a:pt x="171340" y="614643"/>
                    <a:pt x="171340" y="630961"/>
                  </a:cubicBezTo>
                  <a:cubicBezTo>
                    <a:pt x="171340" y="639120"/>
                    <a:pt x="168620" y="639120"/>
                    <a:pt x="165900" y="647279"/>
                  </a:cubicBezTo>
                  <a:cubicBezTo>
                    <a:pt x="163181" y="652718"/>
                    <a:pt x="155021" y="655438"/>
                    <a:pt x="149581" y="655438"/>
                  </a:cubicBezTo>
                  <a:cubicBezTo>
                    <a:pt x="141423" y="658158"/>
                    <a:pt x="135983" y="658158"/>
                    <a:pt x="127824" y="658158"/>
                  </a:cubicBezTo>
                  <a:cubicBezTo>
                    <a:pt x="122385" y="658158"/>
                    <a:pt x="116946" y="658158"/>
                    <a:pt x="106067" y="658158"/>
                  </a:cubicBezTo>
                  <a:cubicBezTo>
                    <a:pt x="92469" y="658158"/>
                    <a:pt x="78870" y="658158"/>
                    <a:pt x="62552" y="658158"/>
                  </a:cubicBezTo>
                  <a:cubicBezTo>
                    <a:pt x="54393" y="658158"/>
                    <a:pt x="46234" y="658158"/>
                    <a:pt x="40795" y="658158"/>
                  </a:cubicBezTo>
                  <a:cubicBezTo>
                    <a:pt x="32636" y="658158"/>
                    <a:pt x="21758" y="658158"/>
                    <a:pt x="16318" y="652718"/>
                  </a:cubicBezTo>
                  <a:cubicBezTo>
                    <a:pt x="8159" y="649999"/>
                    <a:pt x="0" y="641840"/>
                    <a:pt x="0" y="636401"/>
                  </a:cubicBezTo>
                  <a:cubicBezTo>
                    <a:pt x="0" y="633681"/>
                    <a:pt x="0" y="630961"/>
                    <a:pt x="2720" y="628241"/>
                  </a:cubicBezTo>
                  <a:cubicBezTo>
                    <a:pt x="8159" y="625522"/>
                    <a:pt x="16318" y="622802"/>
                    <a:pt x="24477" y="620082"/>
                  </a:cubicBezTo>
                  <a:cubicBezTo>
                    <a:pt x="38075" y="617363"/>
                    <a:pt x="48954" y="617363"/>
                    <a:pt x="62552" y="617363"/>
                  </a:cubicBezTo>
                  <a:cubicBezTo>
                    <a:pt x="62552" y="617363"/>
                    <a:pt x="62552" y="614643"/>
                    <a:pt x="62552" y="614643"/>
                  </a:cubicBezTo>
                  <a:cubicBezTo>
                    <a:pt x="62552" y="603765"/>
                    <a:pt x="65272" y="590166"/>
                    <a:pt x="65272" y="587447"/>
                  </a:cubicBezTo>
                  <a:cubicBezTo>
                    <a:pt x="67992" y="565689"/>
                    <a:pt x="73431" y="543932"/>
                    <a:pt x="76151" y="522175"/>
                  </a:cubicBezTo>
                  <a:cubicBezTo>
                    <a:pt x="78870" y="505857"/>
                    <a:pt x="81590" y="486820"/>
                    <a:pt x="87029" y="470501"/>
                  </a:cubicBezTo>
                  <a:cubicBezTo>
                    <a:pt x="87029" y="465062"/>
                    <a:pt x="92469" y="451464"/>
                    <a:pt x="92469" y="446025"/>
                  </a:cubicBezTo>
                  <a:cubicBezTo>
                    <a:pt x="92469" y="437866"/>
                    <a:pt x="73431" y="437866"/>
                    <a:pt x="65272" y="432426"/>
                  </a:cubicBezTo>
                  <a:cubicBezTo>
                    <a:pt x="59833" y="429707"/>
                    <a:pt x="54393" y="426987"/>
                    <a:pt x="54393" y="421548"/>
                  </a:cubicBezTo>
                  <a:cubicBezTo>
                    <a:pt x="54393" y="413389"/>
                    <a:pt x="62552" y="410669"/>
                    <a:pt x="73431" y="407949"/>
                  </a:cubicBezTo>
                  <a:cubicBezTo>
                    <a:pt x="78870" y="407949"/>
                    <a:pt x="92469" y="405230"/>
                    <a:pt x="100628" y="399790"/>
                  </a:cubicBezTo>
                  <a:cubicBezTo>
                    <a:pt x="106067" y="394351"/>
                    <a:pt x="106067" y="378033"/>
                    <a:pt x="108787" y="369874"/>
                  </a:cubicBezTo>
                  <a:cubicBezTo>
                    <a:pt x="114226" y="348117"/>
                    <a:pt x="119665" y="326360"/>
                    <a:pt x="125105" y="307322"/>
                  </a:cubicBezTo>
                  <a:cubicBezTo>
                    <a:pt x="130544" y="285565"/>
                    <a:pt x="135983" y="263808"/>
                    <a:pt x="141423" y="242051"/>
                  </a:cubicBezTo>
                  <a:cubicBezTo>
                    <a:pt x="146862" y="220293"/>
                    <a:pt x="152301" y="198536"/>
                    <a:pt x="155021" y="179498"/>
                  </a:cubicBezTo>
                  <a:cubicBezTo>
                    <a:pt x="157740" y="160461"/>
                    <a:pt x="163181" y="138703"/>
                    <a:pt x="168620" y="119665"/>
                  </a:cubicBezTo>
                  <a:cubicBezTo>
                    <a:pt x="176779" y="100627"/>
                    <a:pt x="182218" y="76150"/>
                    <a:pt x="193097" y="57113"/>
                  </a:cubicBezTo>
                  <a:lnTo>
                    <a:pt x="201256" y="38075"/>
                  </a:lnTo>
                  <a:cubicBezTo>
                    <a:pt x="206695" y="29916"/>
                    <a:pt x="209415" y="19038"/>
                    <a:pt x="217574" y="13598"/>
                  </a:cubicBezTo>
                  <a:cubicBezTo>
                    <a:pt x="231172" y="2720"/>
                    <a:pt x="255649" y="0"/>
                    <a:pt x="274687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0195EC85-116E-4D1D-AAC5-E1EE778E9F14}"/>
                </a:ext>
              </a:extLst>
            </p:cNvPr>
            <p:cNvSpPr/>
            <p:nvPr/>
          </p:nvSpPr>
          <p:spPr>
            <a:xfrm>
              <a:off x="3443268" y="4186718"/>
              <a:ext cx="435145" cy="761503"/>
            </a:xfrm>
            <a:custGeom>
              <a:avLst/>
              <a:gdLst>
                <a:gd name="connsiteX0" fmla="*/ 400855 w 435145"/>
                <a:gd name="connsiteY0" fmla="*/ 678260 h 761503"/>
                <a:gd name="connsiteX1" fmla="*/ 384537 w 435145"/>
                <a:gd name="connsiteY1" fmla="*/ 719054 h 761503"/>
                <a:gd name="connsiteX2" fmla="*/ 368219 w 435145"/>
                <a:gd name="connsiteY2" fmla="*/ 713615 h 761503"/>
                <a:gd name="connsiteX3" fmla="*/ 360060 w 435145"/>
                <a:gd name="connsiteY3" fmla="*/ 697297 h 761503"/>
                <a:gd name="connsiteX4" fmla="*/ 360060 w 435145"/>
                <a:gd name="connsiteY4" fmla="*/ 651063 h 761503"/>
                <a:gd name="connsiteX5" fmla="*/ 332864 w 435145"/>
                <a:gd name="connsiteY5" fmla="*/ 686418 h 761503"/>
                <a:gd name="connsiteX6" fmla="*/ 251274 w 435145"/>
                <a:gd name="connsiteY6" fmla="*/ 721774 h 761503"/>
                <a:gd name="connsiteX7" fmla="*/ 229517 w 435145"/>
                <a:gd name="connsiteY7" fmla="*/ 719054 h 761503"/>
                <a:gd name="connsiteX8" fmla="*/ 158806 w 435145"/>
                <a:gd name="connsiteY8" fmla="*/ 694578 h 761503"/>
                <a:gd name="connsiteX9" fmla="*/ 112571 w 435145"/>
                <a:gd name="connsiteY9" fmla="*/ 659222 h 761503"/>
                <a:gd name="connsiteX10" fmla="*/ 79936 w 435145"/>
                <a:gd name="connsiteY10" fmla="*/ 607548 h 761503"/>
                <a:gd name="connsiteX11" fmla="*/ 63618 w 435145"/>
                <a:gd name="connsiteY11" fmla="*/ 542277 h 761503"/>
                <a:gd name="connsiteX12" fmla="*/ 58178 w 435145"/>
                <a:gd name="connsiteY12" fmla="*/ 471566 h 761503"/>
                <a:gd name="connsiteX13" fmla="*/ 60898 w 435145"/>
                <a:gd name="connsiteY13" fmla="*/ 400855 h 761503"/>
                <a:gd name="connsiteX14" fmla="*/ 66337 w 435145"/>
                <a:gd name="connsiteY14" fmla="*/ 335583 h 761503"/>
                <a:gd name="connsiteX15" fmla="*/ 85375 w 435145"/>
                <a:gd name="connsiteY15" fmla="*/ 267592 h 761503"/>
                <a:gd name="connsiteX16" fmla="*/ 109852 w 435145"/>
                <a:gd name="connsiteY16" fmla="*/ 199600 h 761503"/>
                <a:gd name="connsiteX17" fmla="*/ 145207 w 435145"/>
                <a:gd name="connsiteY17" fmla="*/ 145207 h 761503"/>
                <a:gd name="connsiteX18" fmla="*/ 188722 w 435145"/>
                <a:gd name="connsiteY18" fmla="*/ 96253 h 761503"/>
                <a:gd name="connsiteX19" fmla="*/ 243115 w 435145"/>
                <a:gd name="connsiteY19" fmla="*/ 71776 h 761503"/>
                <a:gd name="connsiteX20" fmla="*/ 286630 w 435145"/>
                <a:gd name="connsiteY20" fmla="*/ 63617 h 761503"/>
                <a:gd name="connsiteX21" fmla="*/ 305667 w 435145"/>
                <a:gd name="connsiteY21" fmla="*/ 66337 h 761503"/>
                <a:gd name="connsiteX22" fmla="*/ 324705 w 435145"/>
                <a:gd name="connsiteY22" fmla="*/ 79936 h 761503"/>
                <a:gd name="connsiteX23" fmla="*/ 341023 w 435145"/>
                <a:gd name="connsiteY23" fmla="*/ 101693 h 761503"/>
                <a:gd name="connsiteX24" fmla="*/ 354621 w 435145"/>
                <a:gd name="connsiteY24" fmla="*/ 123450 h 761503"/>
                <a:gd name="connsiteX25" fmla="*/ 354621 w 435145"/>
                <a:gd name="connsiteY25" fmla="*/ 98973 h 761503"/>
                <a:gd name="connsiteX26" fmla="*/ 360060 w 435145"/>
                <a:gd name="connsiteY26" fmla="*/ 74496 h 761503"/>
                <a:gd name="connsiteX27" fmla="*/ 365500 w 435145"/>
                <a:gd name="connsiteY27" fmla="*/ 63617 h 761503"/>
                <a:gd name="connsiteX28" fmla="*/ 373659 w 435145"/>
                <a:gd name="connsiteY28" fmla="*/ 58178 h 761503"/>
                <a:gd name="connsiteX29" fmla="*/ 381818 w 435145"/>
                <a:gd name="connsiteY29" fmla="*/ 63617 h 761503"/>
                <a:gd name="connsiteX30" fmla="*/ 389977 w 435145"/>
                <a:gd name="connsiteY30" fmla="*/ 82655 h 761503"/>
                <a:gd name="connsiteX31" fmla="*/ 392696 w 435145"/>
                <a:gd name="connsiteY31" fmla="*/ 126170 h 761503"/>
                <a:gd name="connsiteX32" fmla="*/ 395416 w 435145"/>
                <a:gd name="connsiteY32" fmla="*/ 186002 h 761503"/>
                <a:gd name="connsiteX33" fmla="*/ 398136 w 435145"/>
                <a:gd name="connsiteY33" fmla="*/ 237675 h 761503"/>
                <a:gd name="connsiteX34" fmla="*/ 398136 w 435145"/>
                <a:gd name="connsiteY34" fmla="*/ 243115 h 761503"/>
                <a:gd name="connsiteX35" fmla="*/ 395416 w 435145"/>
                <a:gd name="connsiteY35" fmla="*/ 256713 h 761503"/>
                <a:gd name="connsiteX36" fmla="*/ 379098 w 435145"/>
                <a:gd name="connsiteY36" fmla="*/ 278470 h 761503"/>
                <a:gd name="connsiteX37" fmla="*/ 362780 w 435145"/>
                <a:gd name="connsiteY37" fmla="*/ 273031 h 761503"/>
                <a:gd name="connsiteX38" fmla="*/ 354621 w 435145"/>
                <a:gd name="connsiteY38" fmla="*/ 256713 h 761503"/>
                <a:gd name="connsiteX39" fmla="*/ 354621 w 435145"/>
                <a:gd name="connsiteY39" fmla="*/ 213198 h 761503"/>
                <a:gd name="connsiteX40" fmla="*/ 354621 w 435145"/>
                <a:gd name="connsiteY40" fmla="*/ 205040 h 761503"/>
                <a:gd name="connsiteX41" fmla="*/ 338303 w 435145"/>
                <a:gd name="connsiteY41" fmla="*/ 147927 h 761503"/>
                <a:gd name="connsiteX42" fmla="*/ 292069 w 435145"/>
                <a:gd name="connsiteY42" fmla="*/ 107132 h 761503"/>
                <a:gd name="connsiteX43" fmla="*/ 262153 w 435145"/>
                <a:gd name="connsiteY43" fmla="*/ 120730 h 761503"/>
                <a:gd name="connsiteX44" fmla="*/ 251274 w 435145"/>
                <a:gd name="connsiteY44" fmla="*/ 131609 h 761503"/>
                <a:gd name="connsiteX45" fmla="*/ 240395 w 435145"/>
                <a:gd name="connsiteY45" fmla="*/ 139768 h 761503"/>
                <a:gd name="connsiteX46" fmla="*/ 237676 w 435145"/>
                <a:gd name="connsiteY46" fmla="*/ 164245 h 761503"/>
                <a:gd name="connsiteX47" fmla="*/ 226797 w 435145"/>
                <a:gd name="connsiteY47" fmla="*/ 196881 h 761503"/>
                <a:gd name="connsiteX48" fmla="*/ 213199 w 435145"/>
                <a:gd name="connsiteY48" fmla="*/ 259433 h 761503"/>
                <a:gd name="connsiteX49" fmla="*/ 207759 w 435145"/>
                <a:gd name="connsiteY49" fmla="*/ 324704 h 761503"/>
                <a:gd name="connsiteX50" fmla="*/ 207759 w 435145"/>
                <a:gd name="connsiteY50" fmla="*/ 335583 h 761503"/>
                <a:gd name="connsiteX51" fmla="*/ 205040 w 435145"/>
                <a:gd name="connsiteY51" fmla="*/ 349181 h 761503"/>
                <a:gd name="connsiteX52" fmla="*/ 207759 w 435145"/>
                <a:gd name="connsiteY52" fmla="*/ 368219 h 761503"/>
                <a:gd name="connsiteX53" fmla="*/ 207759 w 435145"/>
                <a:gd name="connsiteY53" fmla="*/ 376378 h 761503"/>
                <a:gd name="connsiteX54" fmla="*/ 205040 w 435145"/>
                <a:gd name="connsiteY54" fmla="*/ 387256 h 761503"/>
                <a:gd name="connsiteX55" fmla="*/ 205040 w 435145"/>
                <a:gd name="connsiteY55" fmla="*/ 395415 h 761503"/>
                <a:gd name="connsiteX56" fmla="*/ 205040 w 435145"/>
                <a:gd name="connsiteY56" fmla="*/ 406294 h 761503"/>
                <a:gd name="connsiteX57" fmla="*/ 205040 w 435145"/>
                <a:gd name="connsiteY57" fmla="*/ 425332 h 761503"/>
                <a:gd name="connsiteX58" fmla="*/ 213199 w 435145"/>
                <a:gd name="connsiteY58" fmla="*/ 493323 h 761503"/>
                <a:gd name="connsiteX59" fmla="*/ 221358 w 435145"/>
                <a:gd name="connsiteY59" fmla="*/ 561314 h 761503"/>
                <a:gd name="connsiteX60" fmla="*/ 226797 w 435145"/>
                <a:gd name="connsiteY60" fmla="*/ 591231 h 761503"/>
                <a:gd name="connsiteX61" fmla="*/ 240395 w 435145"/>
                <a:gd name="connsiteY61" fmla="*/ 618427 h 761503"/>
                <a:gd name="connsiteX62" fmla="*/ 283910 w 435145"/>
                <a:gd name="connsiteY62" fmla="*/ 651063 h 761503"/>
                <a:gd name="connsiteX63" fmla="*/ 338303 w 435145"/>
                <a:gd name="connsiteY63" fmla="*/ 612988 h 761503"/>
                <a:gd name="connsiteX64" fmla="*/ 354621 w 435145"/>
                <a:gd name="connsiteY64" fmla="*/ 577632 h 761503"/>
                <a:gd name="connsiteX65" fmla="*/ 357341 w 435145"/>
                <a:gd name="connsiteY65" fmla="*/ 509641 h 761503"/>
                <a:gd name="connsiteX66" fmla="*/ 362780 w 435145"/>
                <a:gd name="connsiteY66" fmla="*/ 485164 h 761503"/>
                <a:gd name="connsiteX67" fmla="*/ 368219 w 435145"/>
                <a:gd name="connsiteY67" fmla="*/ 474286 h 761503"/>
                <a:gd name="connsiteX68" fmla="*/ 376378 w 435145"/>
                <a:gd name="connsiteY68" fmla="*/ 468846 h 761503"/>
                <a:gd name="connsiteX69" fmla="*/ 384537 w 435145"/>
                <a:gd name="connsiteY69" fmla="*/ 474286 h 761503"/>
                <a:gd name="connsiteX70" fmla="*/ 392696 w 435145"/>
                <a:gd name="connsiteY70" fmla="*/ 493323 h 761503"/>
                <a:gd name="connsiteX71" fmla="*/ 395416 w 435145"/>
                <a:gd name="connsiteY71" fmla="*/ 558595 h 761503"/>
                <a:gd name="connsiteX72" fmla="*/ 398136 w 435145"/>
                <a:gd name="connsiteY72" fmla="*/ 618427 h 761503"/>
                <a:gd name="connsiteX73" fmla="*/ 400855 w 435145"/>
                <a:gd name="connsiteY73" fmla="*/ 678260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435145" h="761503">
                  <a:moveTo>
                    <a:pt x="400855" y="678260"/>
                  </a:moveTo>
                  <a:cubicBezTo>
                    <a:pt x="400855" y="689138"/>
                    <a:pt x="400855" y="719054"/>
                    <a:pt x="384537" y="719054"/>
                  </a:cubicBezTo>
                  <a:cubicBezTo>
                    <a:pt x="376378" y="719054"/>
                    <a:pt x="373659" y="716335"/>
                    <a:pt x="368219" y="713615"/>
                  </a:cubicBezTo>
                  <a:cubicBezTo>
                    <a:pt x="362780" y="710895"/>
                    <a:pt x="360060" y="702736"/>
                    <a:pt x="360060" y="697297"/>
                  </a:cubicBezTo>
                  <a:cubicBezTo>
                    <a:pt x="357341" y="680979"/>
                    <a:pt x="357341" y="664661"/>
                    <a:pt x="360060" y="651063"/>
                  </a:cubicBezTo>
                  <a:cubicBezTo>
                    <a:pt x="354621" y="659222"/>
                    <a:pt x="341023" y="678260"/>
                    <a:pt x="332864" y="686418"/>
                  </a:cubicBezTo>
                  <a:cubicBezTo>
                    <a:pt x="311107" y="708176"/>
                    <a:pt x="283910" y="721774"/>
                    <a:pt x="251274" y="721774"/>
                  </a:cubicBezTo>
                  <a:cubicBezTo>
                    <a:pt x="243115" y="721774"/>
                    <a:pt x="237676" y="721774"/>
                    <a:pt x="229517" y="719054"/>
                  </a:cubicBezTo>
                  <a:cubicBezTo>
                    <a:pt x="207759" y="716335"/>
                    <a:pt x="183283" y="708176"/>
                    <a:pt x="158806" y="694578"/>
                  </a:cubicBezTo>
                  <a:cubicBezTo>
                    <a:pt x="142488" y="686418"/>
                    <a:pt x="126170" y="672820"/>
                    <a:pt x="112571" y="659222"/>
                  </a:cubicBezTo>
                  <a:cubicBezTo>
                    <a:pt x="98973" y="642904"/>
                    <a:pt x="88095" y="626586"/>
                    <a:pt x="79936" y="607548"/>
                  </a:cubicBezTo>
                  <a:cubicBezTo>
                    <a:pt x="71777" y="585791"/>
                    <a:pt x="66337" y="566754"/>
                    <a:pt x="63618" y="542277"/>
                  </a:cubicBezTo>
                  <a:cubicBezTo>
                    <a:pt x="60898" y="517800"/>
                    <a:pt x="58178" y="493323"/>
                    <a:pt x="58178" y="471566"/>
                  </a:cubicBezTo>
                  <a:cubicBezTo>
                    <a:pt x="58178" y="447089"/>
                    <a:pt x="58178" y="425332"/>
                    <a:pt x="60898" y="400855"/>
                  </a:cubicBezTo>
                  <a:cubicBezTo>
                    <a:pt x="63618" y="379098"/>
                    <a:pt x="60898" y="357340"/>
                    <a:pt x="66337" y="335583"/>
                  </a:cubicBezTo>
                  <a:cubicBezTo>
                    <a:pt x="69057" y="313826"/>
                    <a:pt x="77216" y="289349"/>
                    <a:pt x="85375" y="267592"/>
                  </a:cubicBezTo>
                  <a:cubicBezTo>
                    <a:pt x="93534" y="243115"/>
                    <a:pt x="98973" y="221357"/>
                    <a:pt x="109852" y="199600"/>
                  </a:cubicBezTo>
                  <a:cubicBezTo>
                    <a:pt x="118011" y="177843"/>
                    <a:pt x="131609" y="161525"/>
                    <a:pt x="145207" y="145207"/>
                  </a:cubicBezTo>
                  <a:cubicBezTo>
                    <a:pt x="158806" y="128889"/>
                    <a:pt x="172404" y="109852"/>
                    <a:pt x="188722" y="96253"/>
                  </a:cubicBezTo>
                  <a:cubicBezTo>
                    <a:pt x="205040" y="82655"/>
                    <a:pt x="224077" y="77216"/>
                    <a:pt x="243115" y="71776"/>
                  </a:cubicBezTo>
                  <a:cubicBezTo>
                    <a:pt x="256713" y="69057"/>
                    <a:pt x="273031" y="63617"/>
                    <a:pt x="286630" y="63617"/>
                  </a:cubicBezTo>
                  <a:cubicBezTo>
                    <a:pt x="292069" y="63617"/>
                    <a:pt x="297508" y="63617"/>
                    <a:pt x="305667" y="66337"/>
                  </a:cubicBezTo>
                  <a:cubicBezTo>
                    <a:pt x="313826" y="69057"/>
                    <a:pt x="319266" y="74496"/>
                    <a:pt x="324705" y="79936"/>
                  </a:cubicBezTo>
                  <a:cubicBezTo>
                    <a:pt x="332864" y="85375"/>
                    <a:pt x="332864" y="93534"/>
                    <a:pt x="341023" y="101693"/>
                  </a:cubicBezTo>
                  <a:cubicBezTo>
                    <a:pt x="346462" y="107132"/>
                    <a:pt x="349182" y="118011"/>
                    <a:pt x="354621" y="123450"/>
                  </a:cubicBezTo>
                  <a:cubicBezTo>
                    <a:pt x="354621" y="115291"/>
                    <a:pt x="354621" y="101693"/>
                    <a:pt x="354621" y="98973"/>
                  </a:cubicBezTo>
                  <a:cubicBezTo>
                    <a:pt x="354621" y="90814"/>
                    <a:pt x="354621" y="79936"/>
                    <a:pt x="360060" y="74496"/>
                  </a:cubicBezTo>
                  <a:cubicBezTo>
                    <a:pt x="362780" y="71776"/>
                    <a:pt x="362780" y="69057"/>
                    <a:pt x="365500" y="63617"/>
                  </a:cubicBezTo>
                  <a:cubicBezTo>
                    <a:pt x="368219" y="60898"/>
                    <a:pt x="370939" y="58178"/>
                    <a:pt x="373659" y="58178"/>
                  </a:cubicBezTo>
                  <a:cubicBezTo>
                    <a:pt x="376378" y="58178"/>
                    <a:pt x="379098" y="60898"/>
                    <a:pt x="381818" y="63617"/>
                  </a:cubicBezTo>
                  <a:cubicBezTo>
                    <a:pt x="384537" y="69057"/>
                    <a:pt x="387257" y="77216"/>
                    <a:pt x="389977" y="82655"/>
                  </a:cubicBezTo>
                  <a:cubicBezTo>
                    <a:pt x="389977" y="90814"/>
                    <a:pt x="392696" y="107132"/>
                    <a:pt x="392696" y="126170"/>
                  </a:cubicBezTo>
                  <a:cubicBezTo>
                    <a:pt x="392696" y="150647"/>
                    <a:pt x="392696" y="177843"/>
                    <a:pt x="395416" y="186002"/>
                  </a:cubicBezTo>
                  <a:cubicBezTo>
                    <a:pt x="398136" y="205040"/>
                    <a:pt x="398136" y="215918"/>
                    <a:pt x="398136" y="237675"/>
                  </a:cubicBezTo>
                  <a:cubicBezTo>
                    <a:pt x="398136" y="240395"/>
                    <a:pt x="398136" y="243115"/>
                    <a:pt x="398136" y="243115"/>
                  </a:cubicBezTo>
                  <a:cubicBezTo>
                    <a:pt x="398136" y="248554"/>
                    <a:pt x="398136" y="251274"/>
                    <a:pt x="395416" y="256713"/>
                  </a:cubicBezTo>
                  <a:cubicBezTo>
                    <a:pt x="392696" y="267592"/>
                    <a:pt x="389977" y="278470"/>
                    <a:pt x="379098" y="278470"/>
                  </a:cubicBezTo>
                  <a:cubicBezTo>
                    <a:pt x="370939" y="278470"/>
                    <a:pt x="368219" y="275751"/>
                    <a:pt x="362780" y="273031"/>
                  </a:cubicBezTo>
                  <a:cubicBezTo>
                    <a:pt x="357341" y="270311"/>
                    <a:pt x="354621" y="262152"/>
                    <a:pt x="354621" y="256713"/>
                  </a:cubicBezTo>
                  <a:cubicBezTo>
                    <a:pt x="349182" y="237675"/>
                    <a:pt x="354621" y="232236"/>
                    <a:pt x="354621" y="213198"/>
                  </a:cubicBezTo>
                  <a:cubicBezTo>
                    <a:pt x="354621" y="210479"/>
                    <a:pt x="354621" y="207759"/>
                    <a:pt x="354621" y="205040"/>
                  </a:cubicBezTo>
                  <a:cubicBezTo>
                    <a:pt x="349182" y="186002"/>
                    <a:pt x="343742" y="169684"/>
                    <a:pt x="338303" y="147927"/>
                  </a:cubicBezTo>
                  <a:cubicBezTo>
                    <a:pt x="332864" y="131609"/>
                    <a:pt x="311107" y="107132"/>
                    <a:pt x="292069" y="107132"/>
                  </a:cubicBezTo>
                  <a:cubicBezTo>
                    <a:pt x="281190" y="107132"/>
                    <a:pt x="270312" y="115291"/>
                    <a:pt x="262153" y="120730"/>
                  </a:cubicBezTo>
                  <a:cubicBezTo>
                    <a:pt x="259433" y="123450"/>
                    <a:pt x="256713" y="126170"/>
                    <a:pt x="251274" y="131609"/>
                  </a:cubicBezTo>
                  <a:cubicBezTo>
                    <a:pt x="248554" y="134329"/>
                    <a:pt x="243115" y="137048"/>
                    <a:pt x="240395" y="139768"/>
                  </a:cubicBezTo>
                  <a:cubicBezTo>
                    <a:pt x="237676" y="145207"/>
                    <a:pt x="240395" y="156086"/>
                    <a:pt x="237676" y="164245"/>
                  </a:cubicBezTo>
                  <a:cubicBezTo>
                    <a:pt x="232236" y="175123"/>
                    <a:pt x="229517" y="186002"/>
                    <a:pt x="226797" y="196881"/>
                  </a:cubicBezTo>
                  <a:cubicBezTo>
                    <a:pt x="221358" y="218638"/>
                    <a:pt x="218638" y="237675"/>
                    <a:pt x="213199" y="259433"/>
                  </a:cubicBezTo>
                  <a:cubicBezTo>
                    <a:pt x="210479" y="281190"/>
                    <a:pt x="207759" y="302947"/>
                    <a:pt x="207759" y="324704"/>
                  </a:cubicBezTo>
                  <a:cubicBezTo>
                    <a:pt x="207759" y="327424"/>
                    <a:pt x="207759" y="332863"/>
                    <a:pt x="207759" y="335583"/>
                  </a:cubicBezTo>
                  <a:cubicBezTo>
                    <a:pt x="207759" y="341022"/>
                    <a:pt x="205040" y="343742"/>
                    <a:pt x="205040" y="349181"/>
                  </a:cubicBezTo>
                  <a:cubicBezTo>
                    <a:pt x="205040" y="354621"/>
                    <a:pt x="207759" y="362779"/>
                    <a:pt x="207759" y="368219"/>
                  </a:cubicBezTo>
                  <a:cubicBezTo>
                    <a:pt x="207759" y="370939"/>
                    <a:pt x="207759" y="373658"/>
                    <a:pt x="207759" y="376378"/>
                  </a:cubicBezTo>
                  <a:cubicBezTo>
                    <a:pt x="205040" y="381817"/>
                    <a:pt x="205040" y="384537"/>
                    <a:pt x="205040" y="387256"/>
                  </a:cubicBezTo>
                  <a:cubicBezTo>
                    <a:pt x="205040" y="389976"/>
                    <a:pt x="205040" y="392696"/>
                    <a:pt x="205040" y="395415"/>
                  </a:cubicBezTo>
                  <a:cubicBezTo>
                    <a:pt x="205040" y="398135"/>
                    <a:pt x="205040" y="403574"/>
                    <a:pt x="205040" y="406294"/>
                  </a:cubicBezTo>
                  <a:cubicBezTo>
                    <a:pt x="205040" y="411733"/>
                    <a:pt x="205040" y="417173"/>
                    <a:pt x="205040" y="425332"/>
                  </a:cubicBezTo>
                  <a:cubicBezTo>
                    <a:pt x="205040" y="449809"/>
                    <a:pt x="213199" y="471566"/>
                    <a:pt x="213199" y="493323"/>
                  </a:cubicBezTo>
                  <a:cubicBezTo>
                    <a:pt x="213199" y="517800"/>
                    <a:pt x="215919" y="539557"/>
                    <a:pt x="221358" y="561314"/>
                  </a:cubicBezTo>
                  <a:cubicBezTo>
                    <a:pt x="224077" y="572193"/>
                    <a:pt x="224077" y="580352"/>
                    <a:pt x="226797" y="591231"/>
                  </a:cubicBezTo>
                  <a:cubicBezTo>
                    <a:pt x="229517" y="599390"/>
                    <a:pt x="237676" y="607548"/>
                    <a:pt x="240395" y="618427"/>
                  </a:cubicBezTo>
                  <a:cubicBezTo>
                    <a:pt x="248554" y="637465"/>
                    <a:pt x="262153" y="651063"/>
                    <a:pt x="283910" y="651063"/>
                  </a:cubicBezTo>
                  <a:cubicBezTo>
                    <a:pt x="302948" y="651063"/>
                    <a:pt x="330144" y="629306"/>
                    <a:pt x="338303" y="612988"/>
                  </a:cubicBezTo>
                  <a:cubicBezTo>
                    <a:pt x="346462" y="599390"/>
                    <a:pt x="351901" y="591231"/>
                    <a:pt x="354621" y="577632"/>
                  </a:cubicBezTo>
                  <a:cubicBezTo>
                    <a:pt x="354621" y="550436"/>
                    <a:pt x="354621" y="517800"/>
                    <a:pt x="357341" y="509641"/>
                  </a:cubicBezTo>
                  <a:cubicBezTo>
                    <a:pt x="357341" y="501482"/>
                    <a:pt x="357341" y="490603"/>
                    <a:pt x="362780" y="485164"/>
                  </a:cubicBezTo>
                  <a:cubicBezTo>
                    <a:pt x="365500" y="482444"/>
                    <a:pt x="365500" y="479725"/>
                    <a:pt x="368219" y="474286"/>
                  </a:cubicBezTo>
                  <a:cubicBezTo>
                    <a:pt x="370939" y="471566"/>
                    <a:pt x="373659" y="468846"/>
                    <a:pt x="376378" y="468846"/>
                  </a:cubicBezTo>
                  <a:cubicBezTo>
                    <a:pt x="379098" y="468846"/>
                    <a:pt x="381818" y="471566"/>
                    <a:pt x="384537" y="474286"/>
                  </a:cubicBezTo>
                  <a:cubicBezTo>
                    <a:pt x="387257" y="479725"/>
                    <a:pt x="389977" y="487884"/>
                    <a:pt x="392696" y="493323"/>
                  </a:cubicBezTo>
                  <a:cubicBezTo>
                    <a:pt x="392696" y="501482"/>
                    <a:pt x="395416" y="539557"/>
                    <a:pt x="395416" y="558595"/>
                  </a:cubicBezTo>
                  <a:cubicBezTo>
                    <a:pt x="395416" y="583072"/>
                    <a:pt x="395416" y="610268"/>
                    <a:pt x="398136" y="618427"/>
                  </a:cubicBezTo>
                  <a:cubicBezTo>
                    <a:pt x="398136" y="648343"/>
                    <a:pt x="400855" y="659222"/>
                    <a:pt x="400855" y="678260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91199EB2-8CF7-412C-88D7-2C906A9B506E}"/>
                </a:ext>
              </a:extLst>
            </p:cNvPr>
            <p:cNvSpPr/>
            <p:nvPr/>
          </p:nvSpPr>
          <p:spPr>
            <a:xfrm>
              <a:off x="3829459" y="4200317"/>
              <a:ext cx="598325" cy="761503"/>
            </a:xfrm>
            <a:custGeom>
              <a:avLst/>
              <a:gdLst>
                <a:gd name="connsiteX0" fmla="*/ 360060 w 598324"/>
                <a:gd name="connsiteY0" fmla="*/ 332863 h 761503"/>
                <a:gd name="connsiteX1" fmla="*/ 341023 w 598324"/>
                <a:gd name="connsiteY1" fmla="*/ 370939 h 761503"/>
                <a:gd name="connsiteX2" fmla="*/ 376378 w 598324"/>
                <a:gd name="connsiteY2" fmla="*/ 389976 h 761503"/>
                <a:gd name="connsiteX3" fmla="*/ 425332 w 598324"/>
                <a:gd name="connsiteY3" fmla="*/ 433491 h 761503"/>
                <a:gd name="connsiteX4" fmla="*/ 438930 w 598324"/>
                <a:gd name="connsiteY4" fmla="*/ 463407 h 761503"/>
                <a:gd name="connsiteX5" fmla="*/ 449809 w 598324"/>
                <a:gd name="connsiteY5" fmla="*/ 498762 h 761503"/>
                <a:gd name="connsiteX6" fmla="*/ 457968 w 598324"/>
                <a:gd name="connsiteY6" fmla="*/ 528679 h 761503"/>
                <a:gd name="connsiteX7" fmla="*/ 466127 w 598324"/>
                <a:gd name="connsiteY7" fmla="*/ 564034 h 761503"/>
                <a:gd name="connsiteX8" fmla="*/ 471566 w 598324"/>
                <a:gd name="connsiteY8" fmla="*/ 593950 h 761503"/>
                <a:gd name="connsiteX9" fmla="*/ 479725 w 598324"/>
                <a:gd name="connsiteY9" fmla="*/ 607548 h 761503"/>
                <a:gd name="connsiteX10" fmla="*/ 487884 w 598324"/>
                <a:gd name="connsiteY10" fmla="*/ 623867 h 761503"/>
                <a:gd name="connsiteX11" fmla="*/ 501482 w 598324"/>
                <a:gd name="connsiteY11" fmla="*/ 651063 h 761503"/>
                <a:gd name="connsiteX12" fmla="*/ 523240 w 598324"/>
                <a:gd name="connsiteY12" fmla="*/ 670101 h 761503"/>
                <a:gd name="connsiteX13" fmla="*/ 534119 w 598324"/>
                <a:gd name="connsiteY13" fmla="*/ 686418 h 761503"/>
                <a:gd name="connsiteX14" fmla="*/ 531399 w 598324"/>
                <a:gd name="connsiteY14" fmla="*/ 694578 h 761503"/>
                <a:gd name="connsiteX15" fmla="*/ 498763 w 598324"/>
                <a:gd name="connsiteY15" fmla="*/ 708176 h 761503"/>
                <a:gd name="connsiteX16" fmla="*/ 449809 w 598324"/>
                <a:gd name="connsiteY16" fmla="*/ 700017 h 761503"/>
                <a:gd name="connsiteX17" fmla="*/ 400855 w 598324"/>
                <a:gd name="connsiteY17" fmla="*/ 667381 h 761503"/>
                <a:gd name="connsiteX18" fmla="*/ 381817 w 598324"/>
                <a:gd name="connsiteY18" fmla="*/ 642904 h 761503"/>
                <a:gd name="connsiteX19" fmla="*/ 368219 w 598324"/>
                <a:gd name="connsiteY19" fmla="*/ 610268 h 761503"/>
                <a:gd name="connsiteX20" fmla="*/ 349182 w 598324"/>
                <a:gd name="connsiteY20" fmla="*/ 550436 h 761503"/>
                <a:gd name="connsiteX21" fmla="*/ 338303 w 598324"/>
                <a:gd name="connsiteY21" fmla="*/ 504202 h 761503"/>
                <a:gd name="connsiteX22" fmla="*/ 330144 w 598324"/>
                <a:gd name="connsiteY22" fmla="*/ 477005 h 761503"/>
                <a:gd name="connsiteX23" fmla="*/ 321985 w 598324"/>
                <a:gd name="connsiteY23" fmla="*/ 455248 h 761503"/>
                <a:gd name="connsiteX24" fmla="*/ 305667 w 598324"/>
                <a:gd name="connsiteY24" fmla="*/ 436210 h 761503"/>
                <a:gd name="connsiteX25" fmla="*/ 294788 w 598324"/>
                <a:gd name="connsiteY25" fmla="*/ 441650 h 761503"/>
                <a:gd name="connsiteX26" fmla="*/ 278471 w 598324"/>
                <a:gd name="connsiteY26" fmla="*/ 463407 h 761503"/>
                <a:gd name="connsiteX27" fmla="*/ 264872 w 598324"/>
                <a:gd name="connsiteY27" fmla="*/ 496043 h 761503"/>
                <a:gd name="connsiteX28" fmla="*/ 262153 w 598324"/>
                <a:gd name="connsiteY28" fmla="*/ 517800 h 761503"/>
                <a:gd name="connsiteX29" fmla="*/ 262153 w 598324"/>
                <a:gd name="connsiteY29" fmla="*/ 523239 h 761503"/>
                <a:gd name="connsiteX30" fmla="*/ 262153 w 598324"/>
                <a:gd name="connsiteY30" fmla="*/ 553155 h 761503"/>
                <a:gd name="connsiteX31" fmla="*/ 262153 w 598324"/>
                <a:gd name="connsiteY31" fmla="*/ 629306 h 761503"/>
                <a:gd name="connsiteX32" fmla="*/ 259433 w 598324"/>
                <a:gd name="connsiteY32" fmla="*/ 659222 h 761503"/>
                <a:gd name="connsiteX33" fmla="*/ 283910 w 598324"/>
                <a:gd name="connsiteY33" fmla="*/ 659222 h 761503"/>
                <a:gd name="connsiteX34" fmla="*/ 321985 w 598324"/>
                <a:gd name="connsiteY34" fmla="*/ 675540 h 761503"/>
                <a:gd name="connsiteX35" fmla="*/ 316546 w 598324"/>
                <a:gd name="connsiteY35" fmla="*/ 691858 h 761503"/>
                <a:gd name="connsiteX36" fmla="*/ 300228 w 598324"/>
                <a:gd name="connsiteY36" fmla="*/ 700017 h 761503"/>
                <a:gd name="connsiteX37" fmla="*/ 278471 w 598324"/>
                <a:gd name="connsiteY37" fmla="*/ 702736 h 761503"/>
                <a:gd name="connsiteX38" fmla="*/ 243115 w 598324"/>
                <a:gd name="connsiteY38" fmla="*/ 702736 h 761503"/>
                <a:gd name="connsiteX39" fmla="*/ 221358 w 598324"/>
                <a:gd name="connsiteY39" fmla="*/ 710895 h 761503"/>
                <a:gd name="connsiteX40" fmla="*/ 194161 w 598324"/>
                <a:gd name="connsiteY40" fmla="*/ 702736 h 761503"/>
                <a:gd name="connsiteX41" fmla="*/ 177843 w 598324"/>
                <a:gd name="connsiteY41" fmla="*/ 702736 h 761503"/>
                <a:gd name="connsiteX42" fmla="*/ 126170 w 598324"/>
                <a:gd name="connsiteY42" fmla="*/ 702736 h 761503"/>
                <a:gd name="connsiteX43" fmla="*/ 101693 w 598324"/>
                <a:gd name="connsiteY43" fmla="*/ 702736 h 761503"/>
                <a:gd name="connsiteX44" fmla="*/ 74496 w 598324"/>
                <a:gd name="connsiteY44" fmla="*/ 697297 h 761503"/>
                <a:gd name="connsiteX45" fmla="*/ 58178 w 598324"/>
                <a:gd name="connsiteY45" fmla="*/ 680979 h 761503"/>
                <a:gd name="connsiteX46" fmla="*/ 63617 w 598324"/>
                <a:gd name="connsiteY46" fmla="*/ 672820 h 761503"/>
                <a:gd name="connsiteX47" fmla="*/ 85375 w 598324"/>
                <a:gd name="connsiteY47" fmla="*/ 664661 h 761503"/>
                <a:gd name="connsiteX48" fmla="*/ 128889 w 598324"/>
                <a:gd name="connsiteY48" fmla="*/ 659222 h 761503"/>
                <a:gd name="connsiteX49" fmla="*/ 147927 w 598324"/>
                <a:gd name="connsiteY49" fmla="*/ 659222 h 761503"/>
                <a:gd name="connsiteX50" fmla="*/ 145207 w 598324"/>
                <a:gd name="connsiteY50" fmla="*/ 653783 h 761503"/>
                <a:gd name="connsiteX51" fmla="*/ 131609 w 598324"/>
                <a:gd name="connsiteY51" fmla="*/ 585791 h 761503"/>
                <a:gd name="connsiteX52" fmla="*/ 134329 w 598324"/>
                <a:gd name="connsiteY52" fmla="*/ 498762 h 761503"/>
                <a:gd name="connsiteX53" fmla="*/ 137048 w 598324"/>
                <a:gd name="connsiteY53" fmla="*/ 406294 h 761503"/>
                <a:gd name="connsiteX54" fmla="*/ 134329 w 598324"/>
                <a:gd name="connsiteY54" fmla="*/ 327424 h 761503"/>
                <a:gd name="connsiteX55" fmla="*/ 137048 w 598324"/>
                <a:gd name="connsiteY55" fmla="*/ 253993 h 761503"/>
                <a:gd name="connsiteX56" fmla="*/ 139768 w 598324"/>
                <a:gd name="connsiteY56" fmla="*/ 207759 h 761503"/>
                <a:gd name="connsiteX57" fmla="*/ 137048 w 598324"/>
                <a:gd name="connsiteY57" fmla="*/ 172404 h 761503"/>
                <a:gd name="connsiteX58" fmla="*/ 137048 w 598324"/>
                <a:gd name="connsiteY58" fmla="*/ 112571 h 761503"/>
                <a:gd name="connsiteX59" fmla="*/ 126170 w 598324"/>
                <a:gd name="connsiteY59" fmla="*/ 112571 h 761503"/>
                <a:gd name="connsiteX60" fmla="*/ 101693 w 598324"/>
                <a:gd name="connsiteY60" fmla="*/ 112571 h 761503"/>
                <a:gd name="connsiteX61" fmla="*/ 74496 w 598324"/>
                <a:gd name="connsiteY61" fmla="*/ 107132 h 761503"/>
                <a:gd name="connsiteX62" fmla="*/ 58178 w 598324"/>
                <a:gd name="connsiteY62" fmla="*/ 90814 h 761503"/>
                <a:gd name="connsiteX63" fmla="*/ 63617 w 598324"/>
                <a:gd name="connsiteY63" fmla="*/ 82655 h 761503"/>
                <a:gd name="connsiteX64" fmla="*/ 85375 w 598324"/>
                <a:gd name="connsiteY64" fmla="*/ 74496 h 761503"/>
                <a:gd name="connsiteX65" fmla="*/ 137048 w 598324"/>
                <a:gd name="connsiteY65" fmla="*/ 69057 h 761503"/>
                <a:gd name="connsiteX66" fmla="*/ 145207 w 598324"/>
                <a:gd name="connsiteY66" fmla="*/ 69057 h 761503"/>
                <a:gd name="connsiteX67" fmla="*/ 169684 w 598324"/>
                <a:gd name="connsiteY67" fmla="*/ 58178 h 761503"/>
                <a:gd name="connsiteX68" fmla="*/ 177843 w 598324"/>
                <a:gd name="connsiteY68" fmla="*/ 58178 h 761503"/>
                <a:gd name="connsiteX69" fmla="*/ 205040 w 598324"/>
                <a:gd name="connsiteY69" fmla="*/ 66337 h 761503"/>
                <a:gd name="connsiteX70" fmla="*/ 286629 w 598324"/>
                <a:gd name="connsiteY70" fmla="*/ 63617 h 761503"/>
                <a:gd name="connsiteX71" fmla="*/ 324705 w 598324"/>
                <a:gd name="connsiteY71" fmla="*/ 79936 h 761503"/>
                <a:gd name="connsiteX72" fmla="*/ 319265 w 598324"/>
                <a:gd name="connsiteY72" fmla="*/ 96253 h 761503"/>
                <a:gd name="connsiteX73" fmla="*/ 302948 w 598324"/>
                <a:gd name="connsiteY73" fmla="*/ 104412 h 761503"/>
                <a:gd name="connsiteX74" fmla="*/ 278471 w 598324"/>
                <a:gd name="connsiteY74" fmla="*/ 112571 h 761503"/>
                <a:gd name="connsiteX75" fmla="*/ 232236 w 598324"/>
                <a:gd name="connsiteY75" fmla="*/ 112571 h 761503"/>
                <a:gd name="connsiteX76" fmla="*/ 240395 w 598324"/>
                <a:gd name="connsiteY76" fmla="*/ 137048 h 761503"/>
                <a:gd name="connsiteX77" fmla="*/ 240395 w 598324"/>
                <a:gd name="connsiteY77" fmla="*/ 150647 h 761503"/>
                <a:gd name="connsiteX78" fmla="*/ 243115 w 598324"/>
                <a:gd name="connsiteY78" fmla="*/ 158805 h 761503"/>
                <a:gd name="connsiteX79" fmla="*/ 248554 w 598324"/>
                <a:gd name="connsiteY79" fmla="*/ 188722 h 761503"/>
                <a:gd name="connsiteX80" fmla="*/ 248554 w 598324"/>
                <a:gd name="connsiteY80" fmla="*/ 199600 h 761503"/>
                <a:gd name="connsiteX81" fmla="*/ 248554 w 598324"/>
                <a:gd name="connsiteY81" fmla="*/ 221357 h 761503"/>
                <a:gd name="connsiteX82" fmla="*/ 253994 w 598324"/>
                <a:gd name="connsiteY82" fmla="*/ 264872 h 761503"/>
                <a:gd name="connsiteX83" fmla="*/ 262153 w 598324"/>
                <a:gd name="connsiteY83" fmla="*/ 297508 h 761503"/>
                <a:gd name="connsiteX84" fmla="*/ 264872 w 598324"/>
                <a:gd name="connsiteY84" fmla="*/ 324704 h 761503"/>
                <a:gd name="connsiteX85" fmla="*/ 264872 w 598324"/>
                <a:gd name="connsiteY85" fmla="*/ 332863 h 761503"/>
                <a:gd name="connsiteX86" fmla="*/ 264872 w 598324"/>
                <a:gd name="connsiteY86" fmla="*/ 351901 h 761503"/>
                <a:gd name="connsiteX87" fmla="*/ 262153 w 598324"/>
                <a:gd name="connsiteY87" fmla="*/ 370939 h 761503"/>
                <a:gd name="connsiteX88" fmla="*/ 267592 w 598324"/>
                <a:gd name="connsiteY88" fmla="*/ 384537 h 761503"/>
                <a:gd name="connsiteX89" fmla="*/ 278471 w 598324"/>
                <a:gd name="connsiteY89" fmla="*/ 370939 h 761503"/>
                <a:gd name="connsiteX90" fmla="*/ 297508 w 598324"/>
                <a:gd name="connsiteY90" fmla="*/ 332863 h 761503"/>
                <a:gd name="connsiteX91" fmla="*/ 311106 w 598324"/>
                <a:gd name="connsiteY91" fmla="*/ 305667 h 761503"/>
                <a:gd name="connsiteX92" fmla="*/ 335583 w 598324"/>
                <a:gd name="connsiteY92" fmla="*/ 259433 h 761503"/>
                <a:gd name="connsiteX93" fmla="*/ 354621 w 598324"/>
                <a:gd name="connsiteY93" fmla="*/ 224077 h 761503"/>
                <a:gd name="connsiteX94" fmla="*/ 381817 w 598324"/>
                <a:gd name="connsiteY94" fmla="*/ 172404 h 761503"/>
                <a:gd name="connsiteX95" fmla="*/ 409014 w 598324"/>
                <a:gd name="connsiteY95" fmla="*/ 118011 h 761503"/>
                <a:gd name="connsiteX96" fmla="*/ 411734 w 598324"/>
                <a:gd name="connsiteY96" fmla="*/ 115291 h 761503"/>
                <a:gd name="connsiteX97" fmla="*/ 398136 w 598324"/>
                <a:gd name="connsiteY97" fmla="*/ 115291 h 761503"/>
                <a:gd name="connsiteX98" fmla="*/ 379098 w 598324"/>
                <a:gd name="connsiteY98" fmla="*/ 109852 h 761503"/>
                <a:gd name="connsiteX99" fmla="*/ 368219 w 598324"/>
                <a:gd name="connsiteY99" fmla="*/ 93534 h 761503"/>
                <a:gd name="connsiteX100" fmla="*/ 370939 w 598324"/>
                <a:gd name="connsiteY100" fmla="*/ 85375 h 761503"/>
                <a:gd name="connsiteX101" fmla="*/ 387257 w 598324"/>
                <a:gd name="connsiteY101" fmla="*/ 77216 h 761503"/>
                <a:gd name="connsiteX102" fmla="*/ 422612 w 598324"/>
                <a:gd name="connsiteY102" fmla="*/ 71776 h 761503"/>
                <a:gd name="connsiteX103" fmla="*/ 436211 w 598324"/>
                <a:gd name="connsiteY103" fmla="*/ 71776 h 761503"/>
                <a:gd name="connsiteX104" fmla="*/ 438930 w 598324"/>
                <a:gd name="connsiteY104" fmla="*/ 69057 h 761503"/>
                <a:gd name="connsiteX105" fmla="*/ 452529 w 598324"/>
                <a:gd name="connsiteY105" fmla="*/ 66337 h 761503"/>
                <a:gd name="connsiteX106" fmla="*/ 466127 w 598324"/>
                <a:gd name="connsiteY106" fmla="*/ 69057 h 761503"/>
                <a:gd name="connsiteX107" fmla="*/ 471566 w 598324"/>
                <a:gd name="connsiteY107" fmla="*/ 71776 h 761503"/>
                <a:gd name="connsiteX108" fmla="*/ 515081 w 598324"/>
                <a:gd name="connsiteY108" fmla="*/ 71776 h 761503"/>
                <a:gd name="connsiteX109" fmla="*/ 542277 w 598324"/>
                <a:gd name="connsiteY109" fmla="*/ 88094 h 761503"/>
                <a:gd name="connsiteX110" fmla="*/ 536838 w 598324"/>
                <a:gd name="connsiteY110" fmla="*/ 104412 h 761503"/>
                <a:gd name="connsiteX111" fmla="*/ 525959 w 598324"/>
                <a:gd name="connsiteY111" fmla="*/ 112571 h 761503"/>
                <a:gd name="connsiteX112" fmla="*/ 509642 w 598324"/>
                <a:gd name="connsiteY112" fmla="*/ 115291 h 761503"/>
                <a:gd name="connsiteX113" fmla="*/ 468847 w 598324"/>
                <a:gd name="connsiteY113" fmla="*/ 115291 h 761503"/>
                <a:gd name="connsiteX114" fmla="*/ 457968 w 598324"/>
                <a:gd name="connsiteY114" fmla="*/ 137048 h 761503"/>
                <a:gd name="connsiteX115" fmla="*/ 430771 w 598324"/>
                <a:gd name="connsiteY115" fmla="*/ 194161 h 761503"/>
                <a:gd name="connsiteX116" fmla="*/ 400855 w 598324"/>
                <a:gd name="connsiteY116" fmla="*/ 262152 h 761503"/>
                <a:gd name="connsiteX117" fmla="*/ 360060 w 598324"/>
                <a:gd name="connsiteY117" fmla="*/ 332863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</a:cxnLst>
              <a:rect l="l" t="t" r="r" b="b"/>
              <a:pathLst>
                <a:path w="598324" h="761503">
                  <a:moveTo>
                    <a:pt x="360060" y="332863"/>
                  </a:moveTo>
                  <a:cubicBezTo>
                    <a:pt x="351901" y="343742"/>
                    <a:pt x="341023" y="357340"/>
                    <a:pt x="341023" y="370939"/>
                  </a:cubicBezTo>
                  <a:cubicBezTo>
                    <a:pt x="341023" y="379098"/>
                    <a:pt x="357341" y="381817"/>
                    <a:pt x="376378" y="389976"/>
                  </a:cubicBezTo>
                  <a:cubicBezTo>
                    <a:pt x="395416" y="398135"/>
                    <a:pt x="417173" y="417173"/>
                    <a:pt x="425332" y="433491"/>
                  </a:cubicBezTo>
                  <a:cubicBezTo>
                    <a:pt x="430771" y="444369"/>
                    <a:pt x="436211" y="452528"/>
                    <a:pt x="438930" y="463407"/>
                  </a:cubicBezTo>
                  <a:cubicBezTo>
                    <a:pt x="444370" y="474286"/>
                    <a:pt x="447089" y="487884"/>
                    <a:pt x="449809" y="498762"/>
                  </a:cubicBezTo>
                  <a:cubicBezTo>
                    <a:pt x="452529" y="512361"/>
                    <a:pt x="452529" y="517800"/>
                    <a:pt x="457968" y="528679"/>
                  </a:cubicBezTo>
                  <a:cubicBezTo>
                    <a:pt x="463407" y="539557"/>
                    <a:pt x="463407" y="553155"/>
                    <a:pt x="466127" y="564034"/>
                  </a:cubicBezTo>
                  <a:cubicBezTo>
                    <a:pt x="468847" y="572193"/>
                    <a:pt x="468847" y="585791"/>
                    <a:pt x="471566" y="593950"/>
                  </a:cubicBezTo>
                  <a:cubicBezTo>
                    <a:pt x="474286" y="599390"/>
                    <a:pt x="477006" y="602109"/>
                    <a:pt x="479725" y="607548"/>
                  </a:cubicBezTo>
                  <a:cubicBezTo>
                    <a:pt x="482445" y="612988"/>
                    <a:pt x="487884" y="618427"/>
                    <a:pt x="487884" y="623867"/>
                  </a:cubicBezTo>
                  <a:cubicBezTo>
                    <a:pt x="490604" y="634745"/>
                    <a:pt x="496043" y="642904"/>
                    <a:pt x="501482" y="651063"/>
                  </a:cubicBezTo>
                  <a:cubicBezTo>
                    <a:pt x="506922" y="661942"/>
                    <a:pt x="512361" y="664661"/>
                    <a:pt x="523240" y="670101"/>
                  </a:cubicBezTo>
                  <a:cubicBezTo>
                    <a:pt x="528679" y="672820"/>
                    <a:pt x="534119" y="680979"/>
                    <a:pt x="534119" y="686418"/>
                  </a:cubicBezTo>
                  <a:cubicBezTo>
                    <a:pt x="534119" y="689138"/>
                    <a:pt x="534119" y="691858"/>
                    <a:pt x="531399" y="694578"/>
                  </a:cubicBezTo>
                  <a:cubicBezTo>
                    <a:pt x="525959" y="702736"/>
                    <a:pt x="512361" y="708176"/>
                    <a:pt x="498763" y="708176"/>
                  </a:cubicBezTo>
                  <a:cubicBezTo>
                    <a:pt x="485165" y="708176"/>
                    <a:pt x="466127" y="705456"/>
                    <a:pt x="449809" y="700017"/>
                  </a:cubicBezTo>
                  <a:cubicBezTo>
                    <a:pt x="430771" y="694578"/>
                    <a:pt x="409014" y="675540"/>
                    <a:pt x="400855" y="667381"/>
                  </a:cubicBezTo>
                  <a:cubicBezTo>
                    <a:pt x="392696" y="659222"/>
                    <a:pt x="387257" y="651063"/>
                    <a:pt x="381817" y="642904"/>
                  </a:cubicBezTo>
                  <a:cubicBezTo>
                    <a:pt x="376378" y="632025"/>
                    <a:pt x="370939" y="623867"/>
                    <a:pt x="368219" y="610268"/>
                  </a:cubicBezTo>
                  <a:cubicBezTo>
                    <a:pt x="360060" y="588511"/>
                    <a:pt x="357341" y="574913"/>
                    <a:pt x="349182" y="550436"/>
                  </a:cubicBezTo>
                  <a:cubicBezTo>
                    <a:pt x="343742" y="534118"/>
                    <a:pt x="341023" y="520520"/>
                    <a:pt x="338303" y="504202"/>
                  </a:cubicBezTo>
                  <a:cubicBezTo>
                    <a:pt x="335583" y="493323"/>
                    <a:pt x="332864" y="485164"/>
                    <a:pt x="330144" y="477005"/>
                  </a:cubicBezTo>
                  <a:cubicBezTo>
                    <a:pt x="327424" y="471566"/>
                    <a:pt x="324705" y="463407"/>
                    <a:pt x="321985" y="455248"/>
                  </a:cubicBezTo>
                  <a:cubicBezTo>
                    <a:pt x="316546" y="444369"/>
                    <a:pt x="311106" y="436210"/>
                    <a:pt x="305667" y="436210"/>
                  </a:cubicBezTo>
                  <a:cubicBezTo>
                    <a:pt x="302948" y="436210"/>
                    <a:pt x="300228" y="438930"/>
                    <a:pt x="294788" y="441650"/>
                  </a:cubicBezTo>
                  <a:cubicBezTo>
                    <a:pt x="289349" y="447089"/>
                    <a:pt x="283910" y="455248"/>
                    <a:pt x="278471" y="463407"/>
                  </a:cubicBezTo>
                  <a:cubicBezTo>
                    <a:pt x="270312" y="474286"/>
                    <a:pt x="267592" y="485164"/>
                    <a:pt x="264872" y="496043"/>
                  </a:cubicBezTo>
                  <a:cubicBezTo>
                    <a:pt x="264872" y="504202"/>
                    <a:pt x="262153" y="512361"/>
                    <a:pt x="262153" y="517800"/>
                  </a:cubicBezTo>
                  <a:cubicBezTo>
                    <a:pt x="262153" y="520520"/>
                    <a:pt x="262153" y="520520"/>
                    <a:pt x="262153" y="523239"/>
                  </a:cubicBezTo>
                  <a:cubicBezTo>
                    <a:pt x="262153" y="528679"/>
                    <a:pt x="262153" y="544997"/>
                    <a:pt x="262153" y="553155"/>
                  </a:cubicBezTo>
                  <a:cubicBezTo>
                    <a:pt x="262153" y="583072"/>
                    <a:pt x="264872" y="599390"/>
                    <a:pt x="262153" y="629306"/>
                  </a:cubicBezTo>
                  <a:cubicBezTo>
                    <a:pt x="262153" y="640184"/>
                    <a:pt x="262153" y="648343"/>
                    <a:pt x="259433" y="659222"/>
                  </a:cubicBezTo>
                  <a:cubicBezTo>
                    <a:pt x="270312" y="659222"/>
                    <a:pt x="278471" y="659222"/>
                    <a:pt x="283910" y="659222"/>
                  </a:cubicBezTo>
                  <a:cubicBezTo>
                    <a:pt x="297508" y="659222"/>
                    <a:pt x="321985" y="659222"/>
                    <a:pt x="321985" y="675540"/>
                  </a:cubicBezTo>
                  <a:cubicBezTo>
                    <a:pt x="321985" y="683699"/>
                    <a:pt x="319265" y="686418"/>
                    <a:pt x="316546" y="691858"/>
                  </a:cubicBezTo>
                  <a:cubicBezTo>
                    <a:pt x="311106" y="697297"/>
                    <a:pt x="305667" y="700017"/>
                    <a:pt x="300228" y="700017"/>
                  </a:cubicBezTo>
                  <a:cubicBezTo>
                    <a:pt x="292069" y="702736"/>
                    <a:pt x="283910" y="702736"/>
                    <a:pt x="278471" y="702736"/>
                  </a:cubicBezTo>
                  <a:cubicBezTo>
                    <a:pt x="275751" y="702736"/>
                    <a:pt x="259433" y="702736"/>
                    <a:pt x="243115" y="702736"/>
                  </a:cubicBezTo>
                  <a:cubicBezTo>
                    <a:pt x="237676" y="708176"/>
                    <a:pt x="229517" y="710895"/>
                    <a:pt x="221358" y="710895"/>
                  </a:cubicBezTo>
                  <a:cubicBezTo>
                    <a:pt x="213199" y="710895"/>
                    <a:pt x="202320" y="708176"/>
                    <a:pt x="194161" y="702736"/>
                  </a:cubicBezTo>
                  <a:cubicBezTo>
                    <a:pt x="186002" y="702736"/>
                    <a:pt x="180563" y="702736"/>
                    <a:pt x="177843" y="702736"/>
                  </a:cubicBezTo>
                  <a:cubicBezTo>
                    <a:pt x="164245" y="702736"/>
                    <a:pt x="139768" y="702736"/>
                    <a:pt x="126170" y="702736"/>
                  </a:cubicBezTo>
                  <a:cubicBezTo>
                    <a:pt x="118011" y="702736"/>
                    <a:pt x="109852" y="702736"/>
                    <a:pt x="101693" y="702736"/>
                  </a:cubicBezTo>
                  <a:cubicBezTo>
                    <a:pt x="93534" y="702736"/>
                    <a:pt x="82655" y="702736"/>
                    <a:pt x="74496" y="697297"/>
                  </a:cubicBezTo>
                  <a:cubicBezTo>
                    <a:pt x="66337" y="694578"/>
                    <a:pt x="58178" y="686418"/>
                    <a:pt x="58178" y="680979"/>
                  </a:cubicBezTo>
                  <a:cubicBezTo>
                    <a:pt x="58178" y="678260"/>
                    <a:pt x="58178" y="675540"/>
                    <a:pt x="63617" y="672820"/>
                  </a:cubicBezTo>
                  <a:cubicBezTo>
                    <a:pt x="69057" y="670101"/>
                    <a:pt x="79935" y="667381"/>
                    <a:pt x="85375" y="664661"/>
                  </a:cubicBezTo>
                  <a:cubicBezTo>
                    <a:pt x="104412" y="661942"/>
                    <a:pt x="123450" y="659222"/>
                    <a:pt x="128889" y="659222"/>
                  </a:cubicBezTo>
                  <a:cubicBezTo>
                    <a:pt x="134329" y="659222"/>
                    <a:pt x="139768" y="659222"/>
                    <a:pt x="147927" y="659222"/>
                  </a:cubicBezTo>
                  <a:cubicBezTo>
                    <a:pt x="147927" y="656502"/>
                    <a:pt x="145207" y="653783"/>
                    <a:pt x="145207" y="653783"/>
                  </a:cubicBezTo>
                  <a:cubicBezTo>
                    <a:pt x="131609" y="632025"/>
                    <a:pt x="131609" y="610268"/>
                    <a:pt x="131609" y="585791"/>
                  </a:cubicBezTo>
                  <a:cubicBezTo>
                    <a:pt x="131609" y="555875"/>
                    <a:pt x="131609" y="528679"/>
                    <a:pt x="134329" y="498762"/>
                  </a:cubicBezTo>
                  <a:cubicBezTo>
                    <a:pt x="134329" y="468846"/>
                    <a:pt x="137048" y="436210"/>
                    <a:pt x="137048" y="406294"/>
                  </a:cubicBezTo>
                  <a:cubicBezTo>
                    <a:pt x="137048" y="379098"/>
                    <a:pt x="134329" y="354621"/>
                    <a:pt x="134329" y="327424"/>
                  </a:cubicBezTo>
                  <a:cubicBezTo>
                    <a:pt x="134329" y="302947"/>
                    <a:pt x="137048" y="278470"/>
                    <a:pt x="137048" y="253993"/>
                  </a:cubicBezTo>
                  <a:cubicBezTo>
                    <a:pt x="137048" y="237675"/>
                    <a:pt x="139768" y="224077"/>
                    <a:pt x="139768" y="207759"/>
                  </a:cubicBezTo>
                  <a:cubicBezTo>
                    <a:pt x="139768" y="196881"/>
                    <a:pt x="137048" y="183282"/>
                    <a:pt x="137048" y="172404"/>
                  </a:cubicBezTo>
                  <a:cubicBezTo>
                    <a:pt x="137048" y="150647"/>
                    <a:pt x="137048" y="131609"/>
                    <a:pt x="137048" y="112571"/>
                  </a:cubicBezTo>
                  <a:cubicBezTo>
                    <a:pt x="134329" y="112571"/>
                    <a:pt x="137048" y="112571"/>
                    <a:pt x="126170" y="112571"/>
                  </a:cubicBezTo>
                  <a:cubicBezTo>
                    <a:pt x="118011" y="112571"/>
                    <a:pt x="109852" y="112571"/>
                    <a:pt x="101693" y="112571"/>
                  </a:cubicBezTo>
                  <a:cubicBezTo>
                    <a:pt x="93534" y="112571"/>
                    <a:pt x="82655" y="109852"/>
                    <a:pt x="74496" y="107132"/>
                  </a:cubicBezTo>
                  <a:cubicBezTo>
                    <a:pt x="66337" y="104412"/>
                    <a:pt x="58178" y="96253"/>
                    <a:pt x="58178" y="90814"/>
                  </a:cubicBezTo>
                  <a:cubicBezTo>
                    <a:pt x="58178" y="88094"/>
                    <a:pt x="58178" y="85375"/>
                    <a:pt x="63617" y="82655"/>
                  </a:cubicBezTo>
                  <a:cubicBezTo>
                    <a:pt x="69057" y="79936"/>
                    <a:pt x="79935" y="77216"/>
                    <a:pt x="85375" y="74496"/>
                  </a:cubicBezTo>
                  <a:cubicBezTo>
                    <a:pt x="104412" y="71776"/>
                    <a:pt x="128889" y="69057"/>
                    <a:pt x="137048" y="69057"/>
                  </a:cubicBezTo>
                  <a:cubicBezTo>
                    <a:pt x="137048" y="69057"/>
                    <a:pt x="139768" y="69057"/>
                    <a:pt x="145207" y="69057"/>
                  </a:cubicBezTo>
                  <a:cubicBezTo>
                    <a:pt x="150646" y="60898"/>
                    <a:pt x="158806" y="58178"/>
                    <a:pt x="169684" y="58178"/>
                  </a:cubicBezTo>
                  <a:cubicBezTo>
                    <a:pt x="172404" y="58178"/>
                    <a:pt x="175123" y="58178"/>
                    <a:pt x="177843" y="58178"/>
                  </a:cubicBezTo>
                  <a:cubicBezTo>
                    <a:pt x="186002" y="58178"/>
                    <a:pt x="196881" y="63617"/>
                    <a:pt x="205040" y="66337"/>
                  </a:cubicBezTo>
                  <a:cubicBezTo>
                    <a:pt x="237676" y="66337"/>
                    <a:pt x="273031" y="63617"/>
                    <a:pt x="286629" y="63617"/>
                  </a:cubicBezTo>
                  <a:cubicBezTo>
                    <a:pt x="300228" y="63617"/>
                    <a:pt x="324705" y="63617"/>
                    <a:pt x="324705" y="79936"/>
                  </a:cubicBezTo>
                  <a:cubicBezTo>
                    <a:pt x="324705" y="88094"/>
                    <a:pt x="321985" y="90814"/>
                    <a:pt x="319265" y="96253"/>
                  </a:cubicBezTo>
                  <a:cubicBezTo>
                    <a:pt x="313826" y="101693"/>
                    <a:pt x="308387" y="104412"/>
                    <a:pt x="302948" y="104412"/>
                  </a:cubicBezTo>
                  <a:cubicBezTo>
                    <a:pt x="289349" y="112571"/>
                    <a:pt x="283910" y="112571"/>
                    <a:pt x="278471" y="112571"/>
                  </a:cubicBezTo>
                  <a:cubicBezTo>
                    <a:pt x="273031" y="112571"/>
                    <a:pt x="253994" y="112571"/>
                    <a:pt x="232236" y="112571"/>
                  </a:cubicBezTo>
                  <a:cubicBezTo>
                    <a:pt x="237676" y="120730"/>
                    <a:pt x="240395" y="128889"/>
                    <a:pt x="240395" y="137048"/>
                  </a:cubicBezTo>
                  <a:cubicBezTo>
                    <a:pt x="240395" y="142487"/>
                    <a:pt x="240395" y="145207"/>
                    <a:pt x="240395" y="150647"/>
                  </a:cubicBezTo>
                  <a:cubicBezTo>
                    <a:pt x="240395" y="153366"/>
                    <a:pt x="240395" y="156086"/>
                    <a:pt x="243115" y="158805"/>
                  </a:cubicBezTo>
                  <a:cubicBezTo>
                    <a:pt x="245835" y="169684"/>
                    <a:pt x="245835" y="180563"/>
                    <a:pt x="248554" y="188722"/>
                  </a:cubicBezTo>
                  <a:cubicBezTo>
                    <a:pt x="248554" y="191441"/>
                    <a:pt x="248554" y="194161"/>
                    <a:pt x="248554" y="199600"/>
                  </a:cubicBezTo>
                  <a:cubicBezTo>
                    <a:pt x="248554" y="207759"/>
                    <a:pt x="248554" y="213198"/>
                    <a:pt x="248554" y="221357"/>
                  </a:cubicBezTo>
                  <a:cubicBezTo>
                    <a:pt x="248554" y="234956"/>
                    <a:pt x="251274" y="248554"/>
                    <a:pt x="253994" y="264872"/>
                  </a:cubicBezTo>
                  <a:cubicBezTo>
                    <a:pt x="256713" y="275751"/>
                    <a:pt x="259433" y="286629"/>
                    <a:pt x="262153" y="297508"/>
                  </a:cubicBezTo>
                  <a:cubicBezTo>
                    <a:pt x="264872" y="305667"/>
                    <a:pt x="264872" y="313826"/>
                    <a:pt x="264872" y="324704"/>
                  </a:cubicBezTo>
                  <a:cubicBezTo>
                    <a:pt x="264872" y="327424"/>
                    <a:pt x="264872" y="330144"/>
                    <a:pt x="264872" y="332863"/>
                  </a:cubicBezTo>
                  <a:cubicBezTo>
                    <a:pt x="264872" y="338303"/>
                    <a:pt x="264872" y="346462"/>
                    <a:pt x="264872" y="351901"/>
                  </a:cubicBezTo>
                  <a:cubicBezTo>
                    <a:pt x="264872" y="357340"/>
                    <a:pt x="262153" y="365499"/>
                    <a:pt x="262153" y="370939"/>
                  </a:cubicBezTo>
                  <a:cubicBezTo>
                    <a:pt x="262153" y="376378"/>
                    <a:pt x="264872" y="384537"/>
                    <a:pt x="267592" y="384537"/>
                  </a:cubicBezTo>
                  <a:cubicBezTo>
                    <a:pt x="273031" y="384537"/>
                    <a:pt x="275751" y="376378"/>
                    <a:pt x="278471" y="370939"/>
                  </a:cubicBezTo>
                  <a:cubicBezTo>
                    <a:pt x="283910" y="360060"/>
                    <a:pt x="289349" y="346462"/>
                    <a:pt x="297508" y="332863"/>
                  </a:cubicBezTo>
                  <a:cubicBezTo>
                    <a:pt x="302948" y="324704"/>
                    <a:pt x="305667" y="313826"/>
                    <a:pt x="311106" y="305667"/>
                  </a:cubicBezTo>
                  <a:cubicBezTo>
                    <a:pt x="319265" y="289349"/>
                    <a:pt x="327424" y="275751"/>
                    <a:pt x="335583" y="259433"/>
                  </a:cubicBezTo>
                  <a:cubicBezTo>
                    <a:pt x="341023" y="248554"/>
                    <a:pt x="349182" y="234956"/>
                    <a:pt x="354621" y="224077"/>
                  </a:cubicBezTo>
                  <a:cubicBezTo>
                    <a:pt x="362780" y="207759"/>
                    <a:pt x="370939" y="191441"/>
                    <a:pt x="381817" y="172404"/>
                  </a:cubicBezTo>
                  <a:cubicBezTo>
                    <a:pt x="389977" y="153366"/>
                    <a:pt x="400855" y="134329"/>
                    <a:pt x="409014" y="118011"/>
                  </a:cubicBezTo>
                  <a:cubicBezTo>
                    <a:pt x="409014" y="115291"/>
                    <a:pt x="409014" y="115291"/>
                    <a:pt x="411734" y="115291"/>
                  </a:cubicBezTo>
                  <a:cubicBezTo>
                    <a:pt x="406294" y="115291"/>
                    <a:pt x="400855" y="115291"/>
                    <a:pt x="398136" y="115291"/>
                  </a:cubicBezTo>
                  <a:cubicBezTo>
                    <a:pt x="392696" y="115291"/>
                    <a:pt x="384537" y="115291"/>
                    <a:pt x="379098" y="109852"/>
                  </a:cubicBezTo>
                  <a:cubicBezTo>
                    <a:pt x="373659" y="107132"/>
                    <a:pt x="368219" y="98973"/>
                    <a:pt x="368219" y="93534"/>
                  </a:cubicBezTo>
                  <a:cubicBezTo>
                    <a:pt x="368219" y="90814"/>
                    <a:pt x="368219" y="88094"/>
                    <a:pt x="370939" y="85375"/>
                  </a:cubicBezTo>
                  <a:cubicBezTo>
                    <a:pt x="373659" y="82655"/>
                    <a:pt x="381817" y="79936"/>
                    <a:pt x="387257" y="77216"/>
                  </a:cubicBezTo>
                  <a:cubicBezTo>
                    <a:pt x="400855" y="74496"/>
                    <a:pt x="414453" y="71776"/>
                    <a:pt x="422612" y="71776"/>
                  </a:cubicBezTo>
                  <a:cubicBezTo>
                    <a:pt x="425332" y="71776"/>
                    <a:pt x="430771" y="71776"/>
                    <a:pt x="436211" y="71776"/>
                  </a:cubicBezTo>
                  <a:cubicBezTo>
                    <a:pt x="436211" y="71776"/>
                    <a:pt x="438930" y="69057"/>
                    <a:pt x="438930" y="69057"/>
                  </a:cubicBezTo>
                  <a:cubicBezTo>
                    <a:pt x="444370" y="66337"/>
                    <a:pt x="447089" y="66337"/>
                    <a:pt x="452529" y="66337"/>
                  </a:cubicBezTo>
                  <a:cubicBezTo>
                    <a:pt x="457968" y="66337"/>
                    <a:pt x="460688" y="66337"/>
                    <a:pt x="466127" y="69057"/>
                  </a:cubicBezTo>
                  <a:cubicBezTo>
                    <a:pt x="468847" y="69057"/>
                    <a:pt x="471566" y="71776"/>
                    <a:pt x="471566" y="71776"/>
                  </a:cubicBezTo>
                  <a:cubicBezTo>
                    <a:pt x="490604" y="71776"/>
                    <a:pt x="506922" y="71776"/>
                    <a:pt x="515081" y="71776"/>
                  </a:cubicBezTo>
                  <a:cubicBezTo>
                    <a:pt x="523240" y="71776"/>
                    <a:pt x="542277" y="71776"/>
                    <a:pt x="542277" y="88094"/>
                  </a:cubicBezTo>
                  <a:cubicBezTo>
                    <a:pt x="542277" y="96253"/>
                    <a:pt x="542277" y="98973"/>
                    <a:pt x="536838" y="104412"/>
                  </a:cubicBezTo>
                  <a:cubicBezTo>
                    <a:pt x="534119" y="109852"/>
                    <a:pt x="528679" y="112571"/>
                    <a:pt x="525959" y="112571"/>
                  </a:cubicBezTo>
                  <a:cubicBezTo>
                    <a:pt x="520520" y="115291"/>
                    <a:pt x="515081" y="115291"/>
                    <a:pt x="509642" y="115291"/>
                  </a:cubicBezTo>
                  <a:cubicBezTo>
                    <a:pt x="506922" y="115291"/>
                    <a:pt x="487884" y="115291"/>
                    <a:pt x="468847" y="115291"/>
                  </a:cubicBezTo>
                  <a:cubicBezTo>
                    <a:pt x="466127" y="123450"/>
                    <a:pt x="460688" y="128889"/>
                    <a:pt x="457968" y="137048"/>
                  </a:cubicBezTo>
                  <a:cubicBezTo>
                    <a:pt x="447089" y="156086"/>
                    <a:pt x="438930" y="175123"/>
                    <a:pt x="430771" y="194161"/>
                  </a:cubicBezTo>
                  <a:cubicBezTo>
                    <a:pt x="419893" y="215918"/>
                    <a:pt x="411734" y="240395"/>
                    <a:pt x="400855" y="262152"/>
                  </a:cubicBezTo>
                  <a:cubicBezTo>
                    <a:pt x="387257" y="289349"/>
                    <a:pt x="373659" y="311106"/>
                    <a:pt x="360060" y="332863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AA54ECDD-525B-4F0D-A32C-CAD98CC4E1E2}"/>
                </a:ext>
              </a:extLst>
            </p:cNvPr>
            <p:cNvSpPr/>
            <p:nvPr/>
          </p:nvSpPr>
          <p:spPr>
            <a:xfrm>
              <a:off x="4335316" y="4186718"/>
              <a:ext cx="353556" cy="761503"/>
            </a:xfrm>
            <a:custGeom>
              <a:avLst/>
              <a:gdLst>
                <a:gd name="connsiteX0" fmla="*/ 283910 w 353555"/>
                <a:gd name="connsiteY0" fmla="*/ 672820 h 761503"/>
                <a:gd name="connsiteX1" fmla="*/ 321985 w 353555"/>
                <a:gd name="connsiteY1" fmla="*/ 689138 h 761503"/>
                <a:gd name="connsiteX2" fmla="*/ 316546 w 353555"/>
                <a:gd name="connsiteY2" fmla="*/ 705456 h 761503"/>
                <a:gd name="connsiteX3" fmla="*/ 300228 w 353555"/>
                <a:gd name="connsiteY3" fmla="*/ 713615 h 761503"/>
                <a:gd name="connsiteX4" fmla="*/ 278471 w 353555"/>
                <a:gd name="connsiteY4" fmla="*/ 716335 h 761503"/>
                <a:gd name="connsiteX5" fmla="*/ 237676 w 353555"/>
                <a:gd name="connsiteY5" fmla="*/ 716335 h 761503"/>
                <a:gd name="connsiteX6" fmla="*/ 180563 w 353555"/>
                <a:gd name="connsiteY6" fmla="*/ 719054 h 761503"/>
                <a:gd name="connsiteX7" fmla="*/ 126170 w 353555"/>
                <a:gd name="connsiteY7" fmla="*/ 719054 h 761503"/>
                <a:gd name="connsiteX8" fmla="*/ 101693 w 353555"/>
                <a:gd name="connsiteY8" fmla="*/ 719054 h 761503"/>
                <a:gd name="connsiteX9" fmla="*/ 74496 w 353555"/>
                <a:gd name="connsiteY9" fmla="*/ 713615 h 761503"/>
                <a:gd name="connsiteX10" fmla="*/ 58178 w 353555"/>
                <a:gd name="connsiteY10" fmla="*/ 697297 h 761503"/>
                <a:gd name="connsiteX11" fmla="*/ 63617 w 353555"/>
                <a:gd name="connsiteY11" fmla="*/ 689138 h 761503"/>
                <a:gd name="connsiteX12" fmla="*/ 85375 w 353555"/>
                <a:gd name="connsiteY12" fmla="*/ 680979 h 761503"/>
                <a:gd name="connsiteX13" fmla="*/ 131609 w 353555"/>
                <a:gd name="connsiteY13" fmla="*/ 675540 h 761503"/>
                <a:gd name="connsiteX14" fmla="*/ 142488 w 353555"/>
                <a:gd name="connsiteY14" fmla="*/ 675540 h 761503"/>
                <a:gd name="connsiteX15" fmla="*/ 131609 w 353555"/>
                <a:gd name="connsiteY15" fmla="*/ 653783 h 761503"/>
                <a:gd name="connsiteX16" fmla="*/ 128889 w 353555"/>
                <a:gd name="connsiteY16" fmla="*/ 640184 h 761503"/>
                <a:gd name="connsiteX17" fmla="*/ 128889 w 353555"/>
                <a:gd name="connsiteY17" fmla="*/ 629306 h 761503"/>
                <a:gd name="connsiteX18" fmla="*/ 128889 w 353555"/>
                <a:gd name="connsiteY18" fmla="*/ 621147 h 761503"/>
                <a:gd name="connsiteX19" fmla="*/ 128889 w 353555"/>
                <a:gd name="connsiteY19" fmla="*/ 593950 h 761503"/>
                <a:gd name="connsiteX20" fmla="*/ 128889 w 353555"/>
                <a:gd name="connsiteY20" fmla="*/ 583072 h 761503"/>
                <a:gd name="connsiteX21" fmla="*/ 128889 w 353555"/>
                <a:gd name="connsiteY21" fmla="*/ 436210 h 761503"/>
                <a:gd name="connsiteX22" fmla="*/ 128889 w 353555"/>
                <a:gd name="connsiteY22" fmla="*/ 357340 h 761503"/>
                <a:gd name="connsiteX23" fmla="*/ 131609 w 353555"/>
                <a:gd name="connsiteY23" fmla="*/ 289349 h 761503"/>
                <a:gd name="connsiteX24" fmla="*/ 131609 w 353555"/>
                <a:gd name="connsiteY24" fmla="*/ 251274 h 761503"/>
                <a:gd name="connsiteX25" fmla="*/ 131609 w 353555"/>
                <a:gd name="connsiteY25" fmla="*/ 205040 h 761503"/>
                <a:gd name="connsiteX26" fmla="*/ 131609 w 353555"/>
                <a:gd name="connsiteY26" fmla="*/ 139768 h 761503"/>
                <a:gd name="connsiteX27" fmla="*/ 131609 w 353555"/>
                <a:gd name="connsiteY27" fmla="*/ 128889 h 761503"/>
                <a:gd name="connsiteX28" fmla="*/ 126170 w 353555"/>
                <a:gd name="connsiteY28" fmla="*/ 128889 h 761503"/>
                <a:gd name="connsiteX29" fmla="*/ 101693 w 353555"/>
                <a:gd name="connsiteY29" fmla="*/ 128889 h 761503"/>
                <a:gd name="connsiteX30" fmla="*/ 74496 w 353555"/>
                <a:gd name="connsiteY30" fmla="*/ 123450 h 761503"/>
                <a:gd name="connsiteX31" fmla="*/ 58178 w 353555"/>
                <a:gd name="connsiteY31" fmla="*/ 107132 h 761503"/>
                <a:gd name="connsiteX32" fmla="*/ 60898 w 353555"/>
                <a:gd name="connsiteY32" fmla="*/ 98973 h 761503"/>
                <a:gd name="connsiteX33" fmla="*/ 82655 w 353555"/>
                <a:gd name="connsiteY33" fmla="*/ 93534 h 761503"/>
                <a:gd name="connsiteX34" fmla="*/ 131609 w 353555"/>
                <a:gd name="connsiteY34" fmla="*/ 88094 h 761503"/>
                <a:gd name="connsiteX35" fmla="*/ 131609 w 353555"/>
                <a:gd name="connsiteY35" fmla="*/ 82655 h 761503"/>
                <a:gd name="connsiteX36" fmla="*/ 134329 w 353555"/>
                <a:gd name="connsiteY36" fmla="*/ 71776 h 761503"/>
                <a:gd name="connsiteX37" fmla="*/ 147927 w 353555"/>
                <a:gd name="connsiteY37" fmla="*/ 63617 h 761503"/>
                <a:gd name="connsiteX38" fmla="*/ 164245 w 353555"/>
                <a:gd name="connsiteY38" fmla="*/ 58178 h 761503"/>
                <a:gd name="connsiteX39" fmla="*/ 177843 w 353555"/>
                <a:gd name="connsiteY39" fmla="*/ 58178 h 761503"/>
                <a:gd name="connsiteX40" fmla="*/ 196881 w 353555"/>
                <a:gd name="connsiteY40" fmla="*/ 60898 h 761503"/>
                <a:gd name="connsiteX41" fmla="*/ 232236 w 353555"/>
                <a:gd name="connsiteY41" fmla="*/ 88094 h 761503"/>
                <a:gd name="connsiteX42" fmla="*/ 278471 w 353555"/>
                <a:gd name="connsiteY42" fmla="*/ 88094 h 761503"/>
                <a:gd name="connsiteX43" fmla="*/ 316546 w 353555"/>
                <a:gd name="connsiteY43" fmla="*/ 104412 h 761503"/>
                <a:gd name="connsiteX44" fmla="*/ 311106 w 353555"/>
                <a:gd name="connsiteY44" fmla="*/ 120730 h 761503"/>
                <a:gd name="connsiteX45" fmla="*/ 294788 w 353555"/>
                <a:gd name="connsiteY45" fmla="*/ 128889 h 761503"/>
                <a:gd name="connsiteX46" fmla="*/ 273031 w 353555"/>
                <a:gd name="connsiteY46" fmla="*/ 131609 h 761503"/>
                <a:gd name="connsiteX47" fmla="*/ 243115 w 353555"/>
                <a:gd name="connsiteY47" fmla="*/ 131609 h 761503"/>
                <a:gd name="connsiteX48" fmla="*/ 243115 w 353555"/>
                <a:gd name="connsiteY48" fmla="*/ 134329 h 761503"/>
                <a:gd name="connsiteX49" fmla="*/ 248554 w 353555"/>
                <a:gd name="connsiteY49" fmla="*/ 169684 h 761503"/>
                <a:gd name="connsiteX50" fmla="*/ 251274 w 353555"/>
                <a:gd name="connsiteY50" fmla="*/ 205040 h 761503"/>
                <a:gd name="connsiteX51" fmla="*/ 251274 w 353555"/>
                <a:gd name="connsiteY51" fmla="*/ 240395 h 761503"/>
                <a:gd name="connsiteX52" fmla="*/ 251274 w 353555"/>
                <a:gd name="connsiteY52" fmla="*/ 256713 h 761503"/>
                <a:gd name="connsiteX53" fmla="*/ 253994 w 353555"/>
                <a:gd name="connsiteY53" fmla="*/ 270311 h 761503"/>
                <a:gd name="connsiteX54" fmla="*/ 259433 w 353555"/>
                <a:gd name="connsiteY54" fmla="*/ 343742 h 761503"/>
                <a:gd name="connsiteX55" fmla="*/ 262153 w 353555"/>
                <a:gd name="connsiteY55" fmla="*/ 425332 h 761503"/>
                <a:gd name="connsiteX56" fmla="*/ 264872 w 353555"/>
                <a:gd name="connsiteY56" fmla="*/ 490603 h 761503"/>
                <a:gd name="connsiteX57" fmla="*/ 270312 w 353555"/>
                <a:gd name="connsiteY57" fmla="*/ 564034 h 761503"/>
                <a:gd name="connsiteX58" fmla="*/ 270312 w 353555"/>
                <a:gd name="connsiteY58" fmla="*/ 599390 h 761503"/>
                <a:gd name="connsiteX59" fmla="*/ 270312 w 353555"/>
                <a:gd name="connsiteY59" fmla="*/ 637465 h 761503"/>
                <a:gd name="connsiteX60" fmla="*/ 264872 w 353555"/>
                <a:gd name="connsiteY60" fmla="*/ 670101 h 761503"/>
                <a:gd name="connsiteX61" fmla="*/ 283910 w 353555"/>
                <a:gd name="connsiteY61" fmla="*/ 672820 h 761503"/>
                <a:gd name="connsiteX62" fmla="*/ 283910 w 353555"/>
                <a:gd name="connsiteY62" fmla="*/ 672820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353555" h="761503">
                  <a:moveTo>
                    <a:pt x="283910" y="672820"/>
                  </a:moveTo>
                  <a:cubicBezTo>
                    <a:pt x="297508" y="672820"/>
                    <a:pt x="321985" y="672820"/>
                    <a:pt x="321985" y="689138"/>
                  </a:cubicBezTo>
                  <a:cubicBezTo>
                    <a:pt x="321985" y="697297"/>
                    <a:pt x="319265" y="697297"/>
                    <a:pt x="316546" y="705456"/>
                  </a:cubicBezTo>
                  <a:cubicBezTo>
                    <a:pt x="311106" y="710895"/>
                    <a:pt x="305667" y="713615"/>
                    <a:pt x="300228" y="713615"/>
                  </a:cubicBezTo>
                  <a:cubicBezTo>
                    <a:pt x="292069" y="716335"/>
                    <a:pt x="283910" y="716335"/>
                    <a:pt x="278471" y="716335"/>
                  </a:cubicBezTo>
                  <a:cubicBezTo>
                    <a:pt x="275751" y="716335"/>
                    <a:pt x="256713" y="716335"/>
                    <a:pt x="237676" y="716335"/>
                  </a:cubicBezTo>
                  <a:cubicBezTo>
                    <a:pt x="213199" y="716335"/>
                    <a:pt x="186002" y="719054"/>
                    <a:pt x="180563" y="719054"/>
                  </a:cubicBezTo>
                  <a:cubicBezTo>
                    <a:pt x="166965" y="719054"/>
                    <a:pt x="142488" y="719054"/>
                    <a:pt x="126170" y="719054"/>
                  </a:cubicBezTo>
                  <a:cubicBezTo>
                    <a:pt x="118011" y="719054"/>
                    <a:pt x="109852" y="719054"/>
                    <a:pt x="101693" y="719054"/>
                  </a:cubicBezTo>
                  <a:cubicBezTo>
                    <a:pt x="93534" y="719054"/>
                    <a:pt x="82655" y="719054"/>
                    <a:pt x="74496" y="713615"/>
                  </a:cubicBezTo>
                  <a:cubicBezTo>
                    <a:pt x="66337" y="710895"/>
                    <a:pt x="58178" y="702736"/>
                    <a:pt x="58178" y="697297"/>
                  </a:cubicBezTo>
                  <a:cubicBezTo>
                    <a:pt x="58178" y="694578"/>
                    <a:pt x="58178" y="691858"/>
                    <a:pt x="63617" y="689138"/>
                  </a:cubicBezTo>
                  <a:cubicBezTo>
                    <a:pt x="69057" y="686418"/>
                    <a:pt x="79935" y="683699"/>
                    <a:pt x="85375" y="680979"/>
                  </a:cubicBezTo>
                  <a:cubicBezTo>
                    <a:pt x="104412" y="678260"/>
                    <a:pt x="123450" y="675540"/>
                    <a:pt x="131609" y="675540"/>
                  </a:cubicBezTo>
                  <a:cubicBezTo>
                    <a:pt x="134329" y="675540"/>
                    <a:pt x="137048" y="675540"/>
                    <a:pt x="142488" y="675540"/>
                  </a:cubicBezTo>
                  <a:cubicBezTo>
                    <a:pt x="134329" y="670101"/>
                    <a:pt x="131609" y="661942"/>
                    <a:pt x="131609" y="653783"/>
                  </a:cubicBezTo>
                  <a:cubicBezTo>
                    <a:pt x="131609" y="648343"/>
                    <a:pt x="131609" y="642904"/>
                    <a:pt x="128889" y="640184"/>
                  </a:cubicBezTo>
                  <a:cubicBezTo>
                    <a:pt x="128889" y="637465"/>
                    <a:pt x="128889" y="634745"/>
                    <a:pt x="128889" y="629306"/>
                  </a:cubicBezTo>
                  <a:cubicBezTo>
                    <a:pt x="128889" y="626586"/>
                    <a:pt x="128889" y="623867"/>
                    <a:pt x="128889" y="621147"/>
                  </a:cubicBezTo>
                  <a:cubicBezTo>
                    <a:pt x="128889" y="612988"/>
                    <a:pt x="128889" y="604829"/>
                    <a:pt x="128889" y="593950"/>
                  </a:cubicBezTo>
                  <a:cubicBezTo>
                    <a:pt x="128889" y="591231"/>
                    <a:pt x="128889" y="585791"/>
                    <a:pt x="128889" y="583072"/>
                  </a:cubicBezTo>
                  <a:cubicBezTo>
                    <a:pt x="128889" y="534118"/>
                    <a:pt x="131609" y="485164"/>
                    <a:pt x="128889" y="436210"/>
                  </a:cubicBezTo>
                  <a:cubicBezTo>
                    <a:pt x="128889" y="409014"/>
                    <a:pt x="128889" y="384537"/>
                    <a:pt x="128889" y="357340"/>
                  </a:cubicBezTo>
                  <a:cubicBezTo>
                    <a:pt x="128889" y="335583"/>
                    <a:pt x="131609" y="313826"/>
                    <a:pt x="131609" y="289349"/>
                  </a:cubicBezTo>
                  <a:cubicBezTo>
                    <a:pt x="131609" y="275751"/>
                    <a:pt x="131609" y="264872"/>
                    <a:pt x="131609" y="251274"/>
                  </a:cubicBezTo>
                  <a:cubicBezTo>
                    <a:pt x="131609" y="234956"/>
                    <a:pt x="131609" y="221357"/>
                    <a:pt x="131609" y="205040"/>
                  </a:cubicBezTo>
                  <a:cubicBezTo>
                    <a:pt x="131609" y="183282"/>
                    <a:pt x="131609" y="161525"/>
                    <a:pt x="131609" y="139768"/>
                  </a:cubicBezTo>
                  <a:cubicBezTo>
                    <a:pt x="131609" y="137048"/>
                    <a:pt x="131609" y="134329"/>
                    <a:pt x="131609" y="128889"/>
                  </a:cubicBezTo>
                  <a:cubicBezTo>
                    <a:pt x="128889" y="128889"/>
                    <a:pt x="126170" y="128889"/>
                    <a:pt x="126170" y="128889"/>
                  </a:cubicBezTo>
                  <a:cubicBezTo>
                    <a:pt x="118011" y="128889"/>
                    <a:pt x="109852" y="128889"/>
                    <a:pt x="101693" y="128889"/>
                  </a:cubicBezTo>
                  <a:cubicBezTo>
                    <a:pt x="93534" y="128889"/>
                    <a:pt x="82655" y="128889"/>
                    <a:pt x="74496" y="123450"/>
                  </a:cubicBezTo>
                  <a:cubicBezTo>
                    <a:pt x="66337" y="120730"/>
                    <a:pt x="58178" y="112571"/>
                    <a:pt x="58178" y="107132"/>
                  </a:cubicBezTo>
                  <a:cubicBezTo>
                    <a:pt x="58178" y="104412"/>
                    <a:pt x="58178" y="101693"/>
                    <a:pt x="60898" y="98973"/>
                  </a:cubicBezTo>
                  <a:cubicBezTo>
                    <a:pt x="63617" y="96253"/>
                    <a:pt x="77216" y="93534"/>
                    <a:pt x="82655" y="93534"/>
                  </a:cubicBezTo>
                  <a:cubicBezTo>
                    <a:pt x="98973" y="90814"/>
                    <a:pt x="123450" y="88094"/>
                    <a:pt x="131609" y="88094"/>
                  </a:cubicBezTo>
                  <a:cubicBezTo>
                    <a:pt x="131609" y="85375"/>
                    <a:pt x="131609" y="85375"/>
                    <a:pt x="131609" y="82655"/>
                  </a:cubicBezTo>
                  <a:cubicBezTo>
                    <a:pt x="131609" y="77216"/>
                    <a:pt x="131609" y="74496"/>
                    <a:pt x="134329" y="71776"/>
                  </a:cubicBezTo>
                  <a:cubicBezTo>
                    <a:pt x="137048" y="69057"/>
                    <a:pt x="145207" y="66337"/>
                    <a:pt x="147927" y="63617"/>
                  </a:cubicBezTo>
                  <a:cubicBezTo>
                    <a:pt x="153366" y="60898"/>
                    <a:pt x="158806" y="58178"/>
                    <a:pt x="164245" y="58178"/>
                  </a:cubicBezTo>
                  <a:cubicBezTo>
                    <a:pt x="169684" y="58178"/>
                    <a:pt x="175123" y="58178"/>
                    <a:pt x="177843" y="58178"/>
                  </a:cubicBezTo>
                  <a:cubicBezTo>
                    <a:pt x="183283" y="58178"/>
                    <a:pt x="191442" y="58178"/>
                    <a:pt x="196881" y="60898"/>
                  </a:cubicBezTo>
                  <a:cubicBezTo>
                    <a:pt x="213199" y="63617"/>
                    <a:pt x="224077" y="74496"/>
                    <a:pt x="232236" y="88094"/>
                  </a:cubicBezTo>
                  <a:cubicBezTo>
                    <a:pt x="253994" y="88094"/>
                    <a:pt x="270312" y="88094"/>
                    <a:pt x="278471" y="88094"/>
                  </a:cubicBezTo>
                  <a:cubicBezTo>
                    <a:pt x="292069" y="88094"/>
                    <a:pt x="316546" y="88094"/>
                    <a:pt x="316546" y="104412"/>
                  </a:cubicBezTo>
                  <a:cubicBezTo>
                    <a:pt x="316546" y="112571"/>
                    <a:pt x="313826" y="112571"/>
                    <a:pt x="311106" y="120730"/>
                  </a:cubicBezTo>
                  <a:cubicBezTo>
                    <a:pt x="305667" y="126170"/>
                    <a:pt x="300228" y="128889"/>
                    <a:pt x="294788" y="128889"/>
                  </a:cubicBezTo>
                  <a:cubicBezTo>
                    <a:pt x="286630" y="131609"/>
                    <a:pt x="278471" y="131609"/>
                    <a:pt x="273031" y="131609"/>
                  </a:cubicBezTo>
                  <a:cubicBezTo>
                    <a:pt x="270312" y="131609"/>
                    <a:pt x="259433" y="131609"/>
                    <a:pt x="243115" y="131609"/>
                  </a:cubicBezTo>
                  <a:lnTo>
                    <a:pt x="243115" y="134329"/>
                  </a:lnTo>
                  <a:cubicBezTo>
                    <a:pt x="245835" y="145207"/>
                    <a:pt x="245835" y="158805"/>
                    <a:pt x="248554" y="169684"/>
                  </a:cubicBezTo>
                  <a:cubicBezTo>
                    <a:pt x="251274" y="180563"/>
                    <a:pt x="251274" y="194161"/>
                    <a:pt x="251274" y="205040"/>
                  </a:cubicBezTo>
                  <a:cubicBezTo>
                    <a:pt x="251274" y="215918"/>
                    <a:pt x="251274" y="226797"/>
                    <a:pt x="251274" y="240395"/>
                  </a:cubicBezTo>
                  <a:cubicBezTo>
                    <a:pt x="251274" y="245834"/>
                    <a:pt x="251274" y="251274"/>
                    <a:pt x="251274" y="256713"/>
                  </a:cubicBezTo>
                  <a:cubicBezTo>
                    <a:pt x="251274" y="262152"/>
                    <a:pt x="251274" y="267592"/>
                    <a:pt x="253994" y="270311"/>
                  </a:cubicBezTo>
                  <a:cubicBezTo>
                    <a:pt x="256713" y="294788"/>
                    <a:pt x="256713" y="319265"/>
                    <a:pt x="259433" y="343742"/>
                  </a:cubicBezTo>
                  <a:cubicBezTo>
                    <a:pt x="259433" y="370939"/>
                    <a:pt x="262153" y="398135"/>
                    <a:pt x="262153" y="425332"/>
                  </a:cubicBezTo>
                  <a:cubicBezTo>
                    <a:pt x="262153" y="447089"/>
                    <a:pt x="262153" y="468846"/>
                    <a:pt x="264872" y="490603"/>
                  </a:cubicBezTo>
                  <a:cubicBezTo>
                    <a:pt x="264872" y="515080"/>
                    <a:pt x="270312" y="539557"/>
                    <a:pt x="270312" y="564034"/>
                  </a:cubicBezTo>
                  <a:cubicBezTo>
                    <a:pt x="270312" y="574913"/>
                    <a:pt x="270312" y="588511"/>
                    <a:pt x="270312" y="599390"/>
                  </a:cubicBezTo>
                  <a:cubicBezTo>
                    <a:pt x="270312" y="612988"/>
                    <a:pt x="270312" y="623867"/>
                    <a:pt x="270312" y="637465"/>
                  </a:cubicBezTo>
                  <a:cubicBezTo>
                    <a:pt x="270312" y="648343"/>
                    <a:pt x="270312" y="661942"/>
                    <a:pt x="264872" y="670101"/>
                  </a:cubicBezTo>
                  <a:cubicBezTo>
                    <a:pt x="273031" y="672820"/>
                    <a:pt x="278471" y="672820"/>
                    <a:pt x="283910" y="672820"/>
                  </a:cubicBezTo>
                  <a:lnTo>
                    <a:pt x="283910" y="672820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099AA5A5-B810-47BF-9870-E078E580E225}"/>
                </a:ext>
              </a:extLst>
            </p:cNvPr>
            <p:cNvSpPr/>
            <p:nvPr/>
          </p:nvSpPr>
          <p:spPr>
            <a:xfrm>
              <a:off x="4620880" y="4194877"/>
              <a:ext cx="598325" cy="761503"/>
            </a:xfrm>
            <a:custGeom>
              <a:avLst/>
              <a:gdLst>
                <a:gd name="connsiteX0" fmla="*/ 515081 w 598324"/>
                <a:gd name="connsiteY0" fmla="*/ 79935 h 761503"/>
                <a:gd name="connsiteX1" fmla="*/ 542277 w 598324"/>
                <a:gd name="connsiteY1" fmla="*/ 96253 h 761503"/>
                <a:gd name="connsiteX2" fmla="*/ 536838 w 598324"/>
                <a:gd name="connsiteY2" fmla="*/ 112571 h 761503"/>
                <a:gd name="connsiteX3" fmla="*/ 523240 w 598324"/>
                <a:gd name="connsiteY3" fmla="*/ 120730 h 761503"/>
                <a:gd name="connsiteX4" fmla="*/ 506922 w 598324"/>
                <a:gd name="connsiteY4" fmla="*/ 123450 h 761503"/>
                <a:gd name="connsiteX5" fmla="*/ 477006 w 598324"/>
                <a:gd name="connsiteY5" fmla="*/ 123450 h 761503"/>
                <a:gd name="connsiteX6" fmla="*/ 479725 w 598324"/>
                <a:gd name="connsiteY6" fmla="*/ 145207 h 761503"/>
                <a:gd name="connsiteX7" fmla="*/ 477006 w 598324"/>
                <a:gd name="connsiteY7" fmla="*/ 180563 h 761503"/>
                <a:gd name="connsiteX8" fmla="*/ 482445 w 598324"/>
                <a:gd name="connsiteY8" fmla="*/ 232236 h 761503"/>
                <a:gd name="connsiteX9" fmla="*/ 485165 w 598324"/>
                <a:gd name="connsiteY9" fmla="*/ 283909 h 761503"/>
                <a:gd name="connsiteX10" fmla="*/ 485165 w 598324"/>
                <a:gd name="connsiteY10" fmla="*/ 327424 h 761503"/>
                <a:gd name="connsiteX11" fmla="*/ 487884 w 598324"/>
                <a:gd name="connsiteY11" fmla="*/ 373658 h 761503"/>
                <a:gd name="connsiteX12" fmla="*/ 485165 w 598324"/>
                <a:gd name="connsiteY12" fmla="*/ 419892 h 761503"/>
                <a:gd name="connsiteX13" fmla="*/ 485165 w 598324"/>
                <a:gd name="connsiteY13" fmla="*/ 463407 h 761503"/>
                <a:gd name="connsiteX14" fmla="*/ 482445 w 598324"/>
                <a:gd name="connsiteY14" fmla="*/ 515080 h 761503"/>
                <a:gd name="connsiteX15" fmla="*/ 482445 w 598324"/>
                <a:gd name="connsiteY15" fmla="*/ 558595 h 761503"/>
                <a:gd name="connsiteX16" fmla="*/ 479725 w 598324"/>
                <a:gd name="connsiteY16" fmla="*/ 602109 h 761503"/>
                <a:gd name="connsiteX17" fmla="*/ 485165 w 598324"/>
                <a:gd name="connsiteY17" fmla="*/ 648343 h 761503"/>
                <a:gd name="connsiteX18" fmla="*/ 474286 w 598324"/>
                <a:gd name="connsiteY18" fmla="*/ 675540 h 761503"/>
                <a:gd name="connsiteX19" fmla="*/ 428052 w 598324"/>
                <a:gd name="connsiteY19" fmla="*/ 691858 h 761503"/>
                <a:gd name="connsiteX20" fmla="*/ 387257 w 598324"/>
                <a:gd name="connsiteY20" fmla="*/ 683699 h 761503"/>
                <a:gd name="connsiteX21" fmla="*/ 351901 w 598324"/>
                <a:gd name="connsiteY21" fmla="*/ 664661 h 761503"/>
                <a:gd name="connsiteX22" fmla="*/ 305667 w 598324"/>
                <a:gd name="connsiteY22" fmla="*/ 596670 h 761503"/>
                <a:gd name="connsiteX23" fmla="*/ 270312 w 598324"/>
                <a:gd name="connsiteY23" fmla="*/ 509641 h 761503"/>
                <a:gd name="connsiteX24" fmla="*/ 251274 w 598324"/>
                <a:gd name="connsiteY24" fmla="*/ 460687 h 761503"/>
                <a:gd name="connsiteX25" fmla="*/ 224077 w 598324"/>
                <a:gd name="connsiteY25" fmla="*/ 381817 h 761503"/>
                <a:gd name="connsiteX26" fmla="*/ 207759 w 598324"/>
                <a:gd name="connsiteY26" fmla="*/ 330144 h 761503"/>
                <a:gd name="connsiteX27" fmla="*/ 191442 w 598324"/>
                <a:gd name="connsiteY27" fmla="*/ 286629 h 761503"/>
                <a:gd name="connsiteX28" fmla="*/ 183283 w 598324"/>
                <a:gd name="connsiteY28" fmla="*/ 278470 h 761503"/>
                <a:gd name="connsiteX29" fmla="*/ 180563 w 598324"/>
                <a:gd name="connsiteY29" fmla="*/ 292068 h 761503"/>
                <a:gd name="connsiteX30" fmla="*/ 180563 w 598324"/>
                <a:gd name="connsiteY30" fmla="*/ 305667 h 761503"/>
                <a:gd name="connsiteX31" fmla="*/ 183283 w 598324"/>
                <a:gd name="connsiteY31" fmla="*/ 354620 h 761503"/>
                <a:gd name="connsiteX32" fmla="*/ 188722 w 598324"/>
                <a:gd name="connsiteY32" fmla="*/ 449808 h 761503"/>
                <a:gd name="connsiteX33" fmla="*/ 188722 w 598324"/>
                <a:gd name="connsiteY33" fmla="*/ 479725 h 761503"/>
                <a:gd name="connsiteX34" fmla="*/ 188722 w 598324"/>
                <a:gd name="connsiteY34" fmla="*/ 542277 h 761503"/>
                <a:gd name="connsiteX35" fmla="*/ 186002 w 598324"/>
                <a:gd name="connsiteY35" fmla="*/ 615708 h 761503"/>
                <a:gd name="connsiteX36" fmla="*/ 186002 w 598324"/>
                <a:gd name="connsiteY36" fmla="*/ 637465 h 761503"/>
                <a:gd name="connsiteX37" fmla="*/ 183283 w 598324"/>
                <a:gd name="connsiteY37" fmla="*/ 664661 h 761503"/>
                <a:gd name="connsiteX38" fmla="*/ 226797 w 598324"/>
                <a:gd name="connsiteY38" fmla="*/ 664661 h 761503"/>
                <a:gd name="connsiteX39" fmla="*/ 253994 w 598324"/>
                <a:gd name="connsiteY39" fmla="*/ 680979 h 761503"/>
                <a:gd name="connsiteX40" fmla="*/ 248554 w 598324"/>
                <a:gd name="connsiteY40" fmla="*/ 697297 h 761503"/>
                <a:gd name="connsiteX41" fmla="*/ 234956 w 598324"/>
                <a:gd name="connsiteY41" fmla="*/ 705456 h 761503"/>
                <a:gd name="connsiteX42" fmla="*/ 218638 w 598324"/>
                <a:gd name="connsiteY42" fmla="*/ 708176 h 761503"/>
                <a:gd name="connsiteX43" fmla="*/ 183283 w 598324"/>
                <a:gd name="connsiteY43" fmla="*/ 708176 h 761503"/>
                <a:gd name="connsiteX44" fmla="*/ 150647 w 598324"/>
                <a:gd name="connsiteY44" fmla="*/ 708176 h 761503"/>
                <a:gd name="connsiteX45" fmla="*/ 107132 w 598324"/>
                <a:gd name="connsiteY45" fmla="*/ 708176 h 761503"/>
                <a:gd name="connsiteX46" fmla="*/ 88094 w 598324"/>
                <a:gd name="connsiteY46" fmla="*/ 708176 h 761503"/>
                <a:gd name="connsiteX47" fmla="*/ 69057 w 598324"/>
                <a:gd name="connsiteY47" fmla="*/ 702736 h 761503"/>
                <a:gd name="connsiteX48" fmla="*/ 58178 w 598324"/>
                <a:gd name="connsiteY48" fmla="*/ 686418 h 761503"/>
                <a:gd name="connsiteX49" fmla="*/ 60898 w 598324"/>
                <a:gd name="connsiteY49" fmla="*/ 678259 h 761503"/>
                <a:gd name="connsiteX50" fmla="*/ 77216 w 598324"/>
                <a:gd name="connsiteY50" fmla="*/ 670101 h 761503"/>
                <a:gd name="connsiteX51" fmla="*/ 120730 w 598324"/>
                <a:gd name="connsiteY51" fmla="*/ 664661 h 761503"/>
                <a:gd name="connsiteX52" fmla="*/ 131609 w 598324"/>
                <a:gd name="connsiteY52" fmla="*/ 664661 h 761503"/>
                <a:gd name="connsiteX53" fmla="*/ 134329 w 598324"/>
                <a:gd name="connsiteY53" fmla="*/ 539557 h 761503"/>
                <a:gd name="connsiteX54" fmla="*/ 134329 w 598324"/>
                <a:gd name="connsiteY54" fmla="*/ 504201 h 761503"/>
                <a:gd name="connsiteX55" fmla="*/ 131609 w 598324"/>
                <a:gd name="connsiteY55" fmla="*/ 376378 h 761503"/>
                <a:gd name="connsiteX56" fmla="*/ 131609 w 598324"/>
                <a:gd name="connsiteY56" fmla="*/ 302947 h 761503"/>
                <a:gd name="connsiteX57" fmla="*/ 134329 w 598324"/>
                <a:gd name="connsiteY57" fmla="*/ 221357 h 761503"/>
                <a:gd name="connsiteX58" fmla="*/ 137048 w 598324"/>
                <a:gd name="connsiteY58" fmla="*/ 123450 h 761503"/>
                <a:gd name="connsiteX59" fmla="*/ 107132 w 598324"/>
                <a:gd name="connsiteY59" fmla="*/ 123450 h 761503"/>
                <a:gd name="connsiteX60" fmla="*/ 88094 w 598324"/>
                <a:gd name="connsiteY60" fmla="*/ 123450 h 761503"/>
                <a:gd name="connsiteX61" fmla="*/ 69057 w 598324"/>
                <a:gd name="connsiteY61" fmla="*/ 118011 h 761503"/>
                <a:gd name="connsiteX62" fmla="*/ 58178 w 598324"/>
                <a:gd name="connsiteY62" fmla="*/ 101693 h 761503"/>
                <a:gd name="connsiteX63" fmla="*/ 60898 w 598324"/>
                <a:gd name="connsiteY63" fmla="*/ 93534 h 761503"/>
                <a:gd name="connsiteX64" fmla="*/ 77216 w 598324"/>
                <a:gd name="connsiteY64" fmla="*/ 85375 h 761503"/>
                <a:gd name="connsiteX65" fmla="*/ 131609 w 598324"/>
                <a:gd name="connsiteY65" fmla="*/ 79935 h 761503"/>
                <a:gd name="connsiteX66" fmla="*/ 161525 w 598324"/>
                <a:gd name="connsiteY66" fmla="*/ 79935 h 761503"/>
                <a:gd name="connsiteX67" fmla="*/ 177843 w 598324"/>
                <a:gd name="connsiteY67" fmla="*/ 66337 h 761503"/>
                <a:gd name="connsiteX68" fmla="*/ 202320 w 598324"/>
                <a:gd name="connsiteY68" fmla="*/ 58178 h 761503"/>
                <a:gd name="connsiteX69" fmla="*/ 234956 w 598324"/>
                <a:gd name="connsiteY69" fmla="*/ 77216 h 761503"/>
                <a:gd name="connsiteX70" fmla="*/ 251274 w 598324"/>
                <a:gd name="connsiteY70" fmla="*/ 107132 h 761503"/>
                <a:gd name="connsiteX71" fmla="*/ 267592 w 598324"/>
                <a:gd name="connsiteY71" fmla="*/ 147927 h 761503"/>
                <a:gd name="connsiteX72" fmla="*/ 281190 w 598324"/>
                <a:gd name="connsiteY72" fmla="*/ 183282 h 761503"/>
                <a:gd name="connsiteX73" fmla="*/ 297508 w 598324"/>
                <a:gd name="connsiteY73" fmla="*/ 224077 h 761503"/>
                <a:gd name="connsiteX74" fmla="*/ 308387 w 598324"/>
                <a:gd name="connsiteY74" fmla="*/ 264872 h 761503"/>
                <a:gd name="connsiteX75" fmla="*/ 319265 w 598324"/>
                <a:gd name="connsiteY75" fmla="*/ 300227 h 761503"/>
                <a:gd name="connsiteX76" fmla="*/ 351901 w 598324"/>
                <a:gd name="connsiteY76" fmla="*/ 379097 h 761503"/>
                <a:gd name="connsiteX77" fmla="*/ 365500 w 598324"/>
                <a:gd name="connsiteY77" fmla="*/ 417173 h 761503"/>
                <a:gd name="connsiteX78" fmla="*/ 379098 w 598324"/>
                <a:gd name="connsiteY78" fmla="*/ 457967 h 761503"/>
                <a:gd name="connsiteX79" fmla="*/ 395416 w 598324"/>
                <a:gd name="connsiteY79" fmla="*/ 496043 h 761503"/>
                <a:gd name="connsiteX80" fmla="*/ 406294 w 598324"/>
                <a:gd name="connsiteY80" fmla="*/ 512361 h 761503"/>
                <a:gd name="connsiteX81" fmla="*/ 411734 w 598324"/>
                <a:gd name="connsiteY81" fmla="*/ 531398 h 761503"/>
                <a:gd name="connsiteX82" fmla="*/ 419893 w 598324"/>
                <a:gd name="connsiteY82" fmla="*/ 558595 h 761503"/>
                <a:gd name="connsiteX83" fmla="*/ 425332 w 598324"/>
                <a:gd name="connsiteY83" fmla="*/ 564034 h 761503"/>
                <a:gd name="connsiteX84" fmla="*/ 430771 w 598324"/>
                <a:gd name="connsiteY84" fmla="*/ 558595 h 761503"/>
                <a:gd name="connsiteX85" fmla="*/ 430771 w 598324"/>
                <a:gd name="connsiteY85" fmla="*/ 550436 h 761503"/>
                <a:gd name="connsiteX86" fmla="*/ 430771 w 598324"/>
                <a:gd name="connsiteY86" fmla="*/ 501482 h 761503"/>
                <a:gd name="connsiteX87" fmla="*/ 430771 w 598324"/>
                <a:gd name="connsiteY87" fmla="*/ 403574 h 761503"/>
                <a:gd name="connsiteX88" fmla="*/ 425332 w 598324"/>
                <a:gd name="connsiteY88" fmla="*/ 313826 h 761503"/>
                <a:gd name="connsiteX89" fmla="*/ 425332 w 598324"/>
                <a:gd name="connsiteY89" fmla="*/ 248554 h 761503"/>
                <a:gd name="connsiteX90" fmla="*/ 425332 w 598324"/>
                <a:gd name="connsiteY90" fmla="*/ 210479 h 761503"/>
                <a:gd name="connsiteX91" fmla="*/ 422613 w 598324"/>
                <a:gd name="connsiteY91" fmla="*/ 153366 h 761503"/>
                <a:gd name="connsiteX92" fmla="*/ 425332 w 598324"/>
                <a:gd name="connsiteY92" fmla="*/ 123450 h 761503"/>
                <a:gd name="connsiteX93" fmla="*/ 398136 w 598324"/>
                <a:gd name="connsiteY93" fmla="*/ 123450 h 761503"/>
                <a:gd name="connsiteX94" fmla="*/ 379098 w 598324"/>
                <a:gd name="connsiteY94" fmla="*/ 123450 h 761503"/>
                <a:gd name="connsiteX95" fmla="*/ 360060 w 598324"/>
                <a:gd name="connsiteY95" fmla="*/ 118011 h 761503"/>
                <a:gd name="connsiteX96" fmla="*/ 349182 w 598324"/>
                <a:gd name="connsiteY96" fmla="*/ 101693 h 761503"/>
                <a:gd name="connsiteX97" fmla="*/ 351901 w 598324"/>
                <a:gd name="connsiteY97" fmla="*/ 93534 h 761503"/>
                <a:gd name="connsiteX98" fmla="*/ 368219 w 598324"/>
                <a:gd name="connsiteY98" fmla="*/ 85375 h 761503"/>
                <a:gd name="connsiteX99" fmla="*/ 422613 w 598324"/>
                <a:gd name="connsiteY99" fmla="*/ 79935 h 761503"/>
                <a:gd name="connsiteX100" fmla="*/ 444370 w 598324"/>
                <a:gd name="connsiteY100" fmla="*/ 79935 h 761503"/>
                <a:gd name="connsiteX101" fmla="*/ 463407 w 598324"/>
                <a:gd name="connsiteY101" fmla="*/ 71776 h 761503"/>
                <a:gd name="connsiteX102" fmla="*/ 477006 w 598324"/>
                <a:gd name="connsiteY102" fmla="*/ 79935 h 761503"/>
                <a:gd name="connsiteX103" fmla="*/ 515081 w 598324"/>
                <a:gd name="connsiteY103" fmla="*/ 79935 h 761503"/>
                <a:gd name="connsiteX104" fmla="*/ 515081 w 598324"/>
                <a:gd name="connsiteY104" fmla="*/ 79935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598324" h="761503">
                  <a:moveTo>
                    <a:pt x="515081" y="79935"/>
                  </a:moveTo>
                  <a:cubicBezTo>
                    <a:pt x="523240" y="79935"/>
                    <a:pt x="542277" y="79935"/>
                    <a:pt x="542277" y="96253"/>
                  </a:cubicBezTo>
                  <a:cubicBezTo>
                    <a:pt x="542277" y="104412"/>
                    <a:pt x="542277" y="107132"/>
                    <a:pt x="536838" y="112571"/>
                  </a:cubicBezTo>
                  <a:cubicBezTo>
                    <a:pt x="534119" y="118011"/>
                    <a:pt x="528679" y="120730"/>
                    <a:pt x="523240" y="120730"/>
                  </a:cubicBezTo>
                  <a:cubicBezTo>
                    <a:pt x="515081" y="123450"/>
                    <a:pt x="512361" y="123450"/>
                    <a:pt x="506922" y="123450"/>
                  </a:cubicBezTo>
                  <a:cubicBezTo>
                    <a:pt x="504202" y="123450"/>
                    <a:pt x="490604" y="123450"/>
                    <a:pt x="477006" y="123450"/>
                  </a:cubicBezTo>
                  <a:cubicBezTo>
                    <a:pt x="477006" y="131609"/>
                    <a:pt x="479725" y="137048"/>
                    <a:pt x="479725" y="145207"/>
                  </a:cubicBezTo>
                  <a:cubicBezTo>
                    <a:pt x="479725" y="156086"/>
                    <a:pt x="477006" y="166964"/>
                    <a:pt x="477006" y="180563"/>
                  </a:cubicBezTo>
                  <a:cubicBezTo>
                    <a:pt x="477006" y="196881"/>
                    <a:pt x="479725" y="215918"/>
                    <a:pt x="482445" y="232236"/>
                  </a:cubicBezTo>
                  <a:cubicBezTo>
                    <a:pt x="485165" y="248554"/>
                    <a:pt x="485165" y="267592"/>
                    <a:pt x="485165" y="283909"/>
                  </a:cubicBezTo>
                  <a:cubicBezTo>
                    <a:pt x="485165" y="297508"/>
                    <a:pt x="485165" y="313826"/>
                    <a:pt x="485165" y="327424"/>
                  </a:cubicBezTo>
                  <a:cubicBezTo>
                    <a:pt x="485165" y="343742"/>
                    <a:pt x="487884" y="357340"/>
                    <a:pt x="487884" y="373658"/>
                  </a:cubicBezTo>
                  <a:cubicBezTo>
                    <a:pt x="487884" y="389976"/>
                    <a:pt x="485165" y="403574"/>
                    <a:pt x="485165" y="419892"/>
                  </a:cubicBezTo>
                  <a:cubicBezTo>
                    <a:pt x="485165" y="436210"/>
                    <a:pt x="485165" y="449808"/>
                    <a:pt x="485165" y="463407"/>
                  </a:cubicBezTo>
                  <a:cubicBezTo>
                    <a:pt x="485165" y="479725"/>
                    <a:pt x="485165" y="498762"/>
                    <a:pt x="482445" y="515080"/>
                  </a:cubicBezTo>
                  <a:cubicBezTo>
                    <a:pt x="482445" y="528678"/>
                    <a:pt x="482445" y="542277"/>
                    <a:pt x="482445" y="558595"/>
                  </a:cubicBezTo>
                  <a:cubicBezTo>
                    <a:pt x="482445" y="572193"/>
                    <a:pt x="479725" y="588511"/>
                    <a:pt x="479725" y="602109"/>
                  </a:cubicBezTo>
                  <a:cubicBezTo>
                    <a:pt x="479725" y="615708"/>
                    <a:pt x="485165" y="632025"/>
                    <a:pt x="485165" y="648343"/>
                  </a:cubicBezTo>
                  <a:cubicBezTo>
                    <a:pt x="485165" y="659222"/>
                    <a:pt x="482445" y="670101"/>
                    <a:pt x="474286" y="675540"/>
                  </a:cubicBezTo>
                  <a:cubicBezTo>
                    <a:pt x="460688" y="686418"/>
                    <a:pt x="444370" y="691858"/>
                    <a:pt x="428052" y="691858"/>
                  </a:cubicBezTo>
                  <a:cubicBezTo>
                    <a:pt x="414453" y="691858"/>
                    <a:pt x="400855" y="689138"/>
                    <a:pt x="387257" y="683699"/>
                  </a:cubicBezTo>
                  <a:cubicBezTo>
                    <a:pt x="373659" y="678259"/>
                    <a:pt x="360060" y="672820"/>
                    <a:pt x="351901" y="664661"/>
                  </a:cubicBezTo>
                  <a:cubicBezTo>
                    <a:pt x="330144" y="645624"/>
                    <a:pt x="316546" y="621147"/>
                    <a:pt x="305667" y="596670"/>
                  </a:cubicBezTo>
                  <a:cubicBezTo>
                    <a:pt x="292069" y="569473"/>
                    <a:pt x="281190" y="539557"/>
                    <a:pt x="270312" y="509641"/>
                  </a:cubicBezTo>
                  <a:cubicBezTo>
                    <a:pt x="264872" y="493323"/>
                    <a:pt x="256713" y="477005"/>
                    <a:pt x="251274" y="460687"/>
                  </a:cubicBezTo>
                  <a:cubicBezTo>
                    <a:pt x="240395" y="433490"/>
                    <a:pt x="232236" y="409014"/>
                    <a:pt x="224077" y="381817"/>
                  </a:cubicBezTo>
                  <a:cubicBezTo>
                    <a:pt x="218638" y="365499"/>
                    <a:pt x="213199" y="346462"/>
                    <a:pt x="207759" y="330144"/>
                  </a:cubicBezTo>
                  <a:cubicBezTo>
                    <a:pt x="202320" y="316545"/>
                    <a:pt x="196881" y="300227"/>
                    <a:pt x="191442" y="286629"/>
                  </a:cubicBezTo>
                  <a:cubicBezTo>
                    <a:pt x="188722" y="281190"/>
                    <a:pt x="186002" y="278470"/>
                    <a:pt x="183283" y="278470"/>
                  </a:cubicBezTo>
                  <a:cubicBezTo>
                    <a:pt x="180563" y="278470"/>
                    <a:pt x="180563" y="286629"/>
                    <a:pt x="180563" y="292068"/>
                  </a:cubicBezTo>
                  <a:cubicBezTo>
                    <a:pt x="180563" y="297508"/>
                    <a:pt x="180563" y="302947"/>
                    <a:pt x="180563" y="305667"/>
                  </a:cubicBezTo>
                  <a:cubicBezTo>
                    <a:pt x="180563" y="321985"/>
                    <a:pt x="183283" y="338303"/>
                    <a:pt x="183283" y="354620"/>
                  </a:cubicBezTo>
                  <a:cubicBezTo>
                    <a:pt x="183283" y="387256"/>
                    <a:pt x="186002" y="417173"/>
                    <a:pt x="188722" y="449808"/>
                  </a:cubicBezTo>
                  <a:cubicBezTo>
                    <a:pt x="188722" y="460687"/>
                    <a:pt x="188722" y="468846"/>
                    <a:pt x="188722" y="479725"/>
                  </a:cubicBezTo>
                  <a:cubicBezTo>
                    <a:pt x="188722" y="501482"/>
                    <a:pt x="188722" y="523239"/>
                    <a:pt x="188722" y="542277"/>
                  </a:cubicBezTo>
                  <a:cubicBezTo>
                    <a:pt x="188722" y="566754"/>
                    <a:pt x="186002" y="591231"/>
                    <a:pt x="186002" y="615708"/>
                  </a:cubicBezTo>
                  <a:cubicBezTo>
                    <a:pt x="186002" y="623866"/>
                    <a:pt x="186002" y="632025"/>
                    <a:pt x="186002" y="637465"/>
                  </a:cubicBezTo>
                  <a:cubicBezTo>
                    <a:pt x="186002" y="645624"/>
                    <a:pt x="183283" y="656502"/>
                    <a:pt x="183283" y="664661"/>
                  </a:cubicBezTo>
                  <a:cubicBezTo>
                    <a:pt x="202320" y="664661"/>
                    <a:pt x="218638" y="664661"/>
                    <a:pt x="226797" y="664661"/>
                  </a:cubicBezTo>
                  <a:cubicBezTo>
                    <a:pt x="234956" y="664661"/>
                    <a:pt x="253994" y="664661"/>
                    <a:pt x="253994" y="680979"/>
                  </a:cubicBezTo>
                  <a:cubicBezTo>
                    <a:pt x="253994" y="689138"/>
                    <a:pt x="253994" y="691858"/>
                    <a:pt x="248554" y="697297"/>
                  </a:cubicBezTo>
                  <a:cubicBezTo>
                    <a:pt x="245835" y="702736"/>
                    <a:pt x="240395" y="705456"/>
                    <a:pt x="234956" y="705456"/>
                  </a:cubicBezTo>
                  <a:cubicBezTo>
                    <a:pt x="226797" y="708176"/>
                    <a:pt x="224077" y="708176"/>
                    <a:pt x="218638" y="708176"/>
                  </a:cubicBezTo>
                  <a:cubicBezTo>
                    <a:pt x="215918" y="708176"/>
                    <a:pt x="199600" y="708176"/>
                    <a:pt x="183283" y="708176"/>
                  </a:cubicBezTo>
                  <a:cubicBezTo>
                    <a:pt x="166965" y="708176"/>
                    <a:pt x="153366" y="708176"/>
                    <a:pt x="150647" y="708176"/>
                  </a:cubicBezTo>
                  <a:cubicBezTo>
                    <a:pt x="139768" y="708176"/>
                    <a:pt x="120730" y="708176"/>
                    <a:pt x="107132" y="708176"/>
                  </a:cubicBezTo>
                  <a:cubicBezTo>
                    <a:pt x="101693" y="708176"/>
                    <a:pt x="96254" y="708176"/>
                    <a:pt x="88094" y="708176"/>
                  </a:cubicBezTo>
                  <a:cubicBezTo>
                    <a:pt x="82655" y="708176"/>
                    <a:pt x="74496" y="708176"/>
                    <a:pt x="69057" y="702736"/>
                  </a:cubicBezTo>
                  <a:cubicBezTo>
                    <a:pt x="63617" y="700017"/>
                    <a:pt x="58178" y="691858"/>
                    <a:pt x="58178" y="686418"/>
                  </a:cubicBezTo>
                  <a:cubicBezTo>
                    <a:pt x="58178" y="683699"/>
                    <a:pt x="58178" y="680979"/>
                    <a:pt x="60898" y="678259"/>
                  </a:cubicBezTo>
                  <a:cubicBezTo>
                    <a:pt x="63617" y="675540"/>
                    <a:pt x="71777" y="672820"/>
                    <a:pt x="77216" y="670101"/>
                  </a:cubicBezTo>
                  <a:cubicBezTo>
                    <a:pt x="90814" y="667381"/>
                    <a:pt x="115291" y="664661"/>
                    <a:pt x="120730" y="664661"/>
                  </a:cubicBezTo>
                  <a:cubicBezTo>
                    <a:pt x="123450" y="664661"/>
                    <a:pt x="126170" y="664661"/>
                    <a:pt x="131609" y="664661"/>
                  </a:cubicBezTo>
                  <a:cubicBezTo>
                    <a:pt x="131609" y="623866"/>
                    <a:pt x="134329" y="583072"/>
                    <a:pt x="134329" y="539557"/>
                  </a:cubicBezTo>
                  <a:cubicBezTo>
                    <a:pt x="134329" y="528678"/>
                    <a:pt x="134329" y="515080"/>
                    <a:pt x="134329" y="504201"/>
                  </a:cubicBezTo>
                  <a:cubicBezTo>
                    <a:pt x="131609" y="460687"/>
                    <a:pt x="131609" y="417173"/>
                    <a:pt x="131609" y="376378"/>
                  </a:cubicBezTo>
                  <a:cubicBezTo>
                    <a:pt x="131609" y="351901"/>
                    <a:pt x="131609" y="327424"/>
                    <a:pt x="131609" y="302947"/>
                  </a:cubicBezTo>
                  <a:cubicBezTo>
                    <a:pt x="131609" y="275751"/>
                    <a:pt x="131609" y="248554"/>
                    <a:pt x="134329" y="221357"/>
                  </a:cubicBezTo>
                  <a:cubicBezTo>
                    <a:pt x="134329" y="188722"/>
                    <a:pt x="137048" y="156086"/>
                    <a:pt x="137048" y="123450"/>
                  </a:cubicBezTo>
                  <a:cubicBezTo>
                    <a:pt x="126170" y="123450"/>
                    <a:pt x="115291" y="123450"/>
                    <a:pt x="107132" y="123450"/>
                  </a:cubicBezTo>
                  <a:cubicBezTo>
                    <a:pt x="101693" y="123450"/>
                    <a:pt x="96254" y="123450"/>
                    <a:pt x="88094" y="123450"/>
                  </a:cubicBezTo>
                  <a:cubicBezTo>
                    <a:pt x="82655" y="123450"/>
                    <a:pt x="74496" y="120730"/>
                    <a:pt x="69057" y="118011"/>
                  </a:cubicBezTo>
                  <a:cubicBezTo>
                    <a:pt x="63617" y="115291"/>
                    <a:pt x="58178" y="107132"/>
                    <a:pt x="58178" y="101693"/>
                  </a:cubicBezTo>
                  <a:cubicBezTo>
                    <a:pt x="58178" y="98973"/>
                    <a:pt x="58178" y="96253"/>
                    <a:pt x="60898" y="93534"/>
                  </a:cubicBezTo>
                  <a:cubicBezTo>
                    <a:pt x="63617" y="90814"/>
                    <a:pt x="71777" y="88094"/>
                    <a:pt x="77216" y="85375"/>
                  </a:cubicBezTo>
                  <a:cubicBezTo>
                    <a:pt x="90814" y="82655"/>
                    <a:pt x="126170" y="79935"/>
                    <a:pt x="131609" y="79935"/>
                  </a:cubicBezTo>
                  <a:cubicBezTo>
                    <a:pt x="137048" y="79935"/>
                    <a:pt x="147927" y="79935"/>
                    <a:pt x="161525" y="79935"/>
                  </a:cubicBezTo>
                  <a:cubicBezTo>
                    <a:pt x="166965" y="74496"/>
                    <a:pt x="172404" y="71776"/>
                    <a:pt x="177843" y="66337"/>
                  </a:cubicBezTo>
                  <a:cubicBezTo>
                    <a:pt x="186002" y="60898"/>
                    <a:pt x="194161" y="58178"/>
                    <a:pt x="202320" y="58178"/>
                  </a:cubicBezTo>
                  <a:cubicBezTo>
                    <a:pt x="215918" y="58178"/>
                    <a:pt x="226797" y="63617"/>
                    <a:pt x="234956" y="77216"/>
                  </a:cubicBezTo>
                  <a:cubicBezTo>
                    <a:pt x="240395" y="88094"/>
                    <a:pt x="248554" y="96253"/>
                    <a:pt x="251274" y="107132"/>
                  </a:cubicBezTo>
                  <a:cubicBezTo>
                    <a:pt x="256713" y="120730"/>
                    <a:pt x="259433" y="134328"/>
                    <a:pt x="267592" y="147927"/>
                  </a:cubicBezTo>
                  <a:cubicBezTo>
                    <a:pt x="273031" y="158805"/>
                    <a:pt x="275751" y="172404"/>
                    <a:pt x="281190" y="183282"/>
                  </a:cubicBezTo>
                  <a:cubicBezTo>
                    <a:pt x="286630" y="196881"/>
                    <a:pt x="292069" y="210479"/>
                    <a:pt x="297508" y="224077"/>
                  </a:cubicBezTo>
                  <a:cubicBezTo>
                    <a:pt x="300228" y="237675"/>
                    <a:pt x="305667" y="251274"/>
                    <a:pt x="308387" y="264872"/>
                  </a:cubicBezTo>
                  <a:cubicBezTo>
                    <a:pt x="311106" y="278470"/>
                    <a:pt x="311106" y="289349"/>
                    <a:pt x="319265" y="300227"/>
                  </a:cubicBezTo>
                  <a:cubicBezTo>
                    <a:pt x="332864" y="324704"/>
                    <a:pt x="346462" y="351901"/>
                    <a:pt x="351901" y="379097"/>
                  </a:cubicBezTo>
                  <a:cubicBezTo>
                    <a:pt x="354621" y="392696"/>
                    <a:pt x="360060" y="403574"/>
                    <a:pt x="365500" y="417173"/>
                  </a:cubicBezTo>
                  <a:cubicBezTo>
                    <a:pt x="373659" y="430771"/>
                    <a:pt x="373659" y="444369"/>
                    <a:pt x="379098" y="457967"/>
                  </a:cubicBezTo>
                  <a:cubicBezTo>
                    <a:pt x="381818" y="471566"/>
                    <a:pt x="387257" y="482444"/>
                    <a:pt x="395416" y="496043"/>
                  </a:cubicBezTo>
                  <a:cubicBezTo>
                    <a:pt x="398136" y="501482"/>
                    <a:pt x="403575" y="506921"/>
                    <a:pt x="406294" y="512361"/>
                  </a:cubicBezTo>
                  <a:cubicBezTo>
                    <a:pt x="409014" y="517800"/>
                    <a:pt x="409014" y="525959"/>
                    <a:pt x="411734" y="531398"/>
                  </a:cubicBezTo>
                  <a:cubicBezTo>
                    <a:pt x="414453" y="539557"/>
                    <a:pt x="417173" y="550436"/>
                    <a:pt x="419893" y="558595"/>
                  </a:cubicBezTo>
                  <a:cubicBezTo>
                    <a:pt x="422613" y="561314"/>
                    <a:pt x="422613" y="564034"/>
                    <a:pt x="425332" y="564034"/>
                  </a:cubicBezTo>
                  <a:cubicBezTo>
                    <a:pt x="428052" y="564034"/>
                    <a:pt x="428052" y="561314"/>
                    <a:pt x="430771" y="558595"/>
                  </a:cubicBezTo>
                  <a:cubicBezTo>
                    <a:pt x="430771" y="555875"/>
                    <a:pt x="430771" y="553155"/>
                    <a:pt x="430771" y="550436"/>
                  </a:cubicBezTo>
                  <a:cubicBezTo>
                    <a:pt x="430771" y="534118"/>
                    <a:pt x="430771" y="517800"/>
                    <a:pt x="430771" y="501482"/>
                  </a:cubicBezTo>
                  <a:cubicBezTo>
                    <a:pt x="430771" y="468846"/>
                    <a:pt x="433491" y="436210"/>
                    <a:pt x="430771" y="403574"/>
                  </a:cubicBezTo>
                  <a:cubicBezTo>
                    <a:pt x="430771" y="373658"/>
                    <a:pt x="425332" y="343742"/>
                    <a:pt x="425332" y="313826"/>
                  </a:cubicBezTo>
                  <a:cubicBezTo>
                    <a:pt x="425332" y="292068"/>
                    <a:pt x="425332" y="270311"/>
                    <a:pt x="425332" y="248554"/>
                  </a:cubicBezTo>
                  <a:cubicBezTo>
                    <a:pt x="425332" y="234956"/>
                    <a:pt x="425332" y="224077"/>
                    <a:pt x="425332" y="210479"/>
                  </a:cubicBezTo>
                  <a:cubicBezTo>
                    <a:pt x="425332" y="191441"/>
                    <a:pt x="422613" y="172404"/>
                    <a:pt x="422613" y="153366"/>
                  </a:cubicBezTo>
                  <a:cubicBezTo>
                    <a:pt x="422613" y="142487"/>
                    <a:pt x="422613" y="134328"/>
                    <a:pt x="425332" y="123450"/>
                  </a:cubicBezTo>
                  <a:cubicBezTo>
                    <a:pt x="417173" y="123450"/>
                    <a:pt x="406294" y="123450"/>
                    <a:pt x="398136" y="123450"/>
                  </a:cubicBezTo>
                  <a:cubicBezTo>
                    <a:pt x="392696" y="123450"/>
                    <a:pt x="387257" y="123450"/>
                    <a:pt x="379098" y="123450"/>
                  </a:cubicBezTo>
                  <a:cubicBezTo>
                    <a:pt x="373659" y="123450"/>
                    <a:pt x="365500" y="120730"/>
                    <a:pt x="360060" y="118011"/>
                  </a:cubicBezTo>
                  <a:cubicBezTo>
                    <a:pt x="354621" y="115291"/>
                    <a:pt x="349182" y="107132"/>
                    <a:pt x="349182" y="101693"/>
                  </a:cubicBezTo>
                  <a:cubicBezTo>
                    <a:pt x="349182" y="98973"/>
                    <a:pt x="349182" y="96253"/>
                    <a:pt x="351901" y="93534"/>
                  </a:cubicBezTo>
                  <a:cubicBezTo>
                    <a:pt x="354621" y="90814"/>
                    <a:pt x="362780" y="88094"/>
                    <a:pt x="368219" y="85375"/>
                  </a:cubicBezTo>
                  <a:cubicBezTo>
                    <a:pt x="381818" y="82655"/>
                    <a:pt x="417173" y="79935"/>
                    <a:pt x="422613" y="79935"/>
                  </a:cubicBezTo>
                  <a:cubicBezTo>
                    <a:pt x="428052" y="79935"/>
                    <a:pt x="433491" y="79935"/>
                    <a:pt x="444370" y="79935"/>
                  </a:cubicBezTo>
                  <a:cubicBezTo>
                    <a:pt x="449809" y="74496"/>
                    <a:pt x="455248" y="71776"/>
                    <a:pt x="463407" y="71776"/>
                  </a:cubicBezTo>
                  <a:cubicBezTo>
                    <a:pt x="471566" y="71776"/>
                    <a:pt x="477006" y="74496"/>
                    <a:pt x="477006" y="79935"/>
                  </a:cubicBezTo>
                  <a:cubicBezTo>
                    <a:pt x="493324" y="79935"/>
                    <a:pt x="506922" y="79935"/>
                    <a:pt x="515081" y="79935"/>
                  </a:cubicBezTo>
                  <a:lnTo>
                    <a:pt x="515081" y="79935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8176AE20-94DB-48D9-93A0-3EB3C1F5FB2E}"/>
                </a:ext>
              </a:extLst>
            </p:cNvPr>
            <p:cNvSpPr/>
            <p:nvPr/>
          </p:nvSpPr>
          <p:spPr>
            <a:xfrm>
              <a:off x="5139126" y="4192158"/>
              <a:ext cx="516735" cy="788700"/>
            </a:xfrm>
            <a:custGeom>
              <a:avLst/>
              <a:gdLst>
                <a:gd name="connsiteX0" fmla="*/ 464616 w 516735"/>
                <a:gd name="connsiteY0" fmla="*/ 436210 h 788699"/>
                <a:gd name="connsiteX1" fmla="*/ 445578 w 516735"/>
                <a:gd name="connsiteY1" fmla="*/ 455248 h 788699"/>
                <a:gd name="connsiteX2" fmla="*/ 404784 w 516735"/>
                <a:gd name="connsiteY2" fmla="*/ 466126 h 788699"/>
                <a:gd name="connsiteX3" fmla="*/ 385746 w 516735"/>
                <a:gd name="connsiteY3" fmla="*/ 479725 h 788699"/>
                <a:gd name="connsiteX4" fmla="*/ 388466 w 516735"/>
                <a:gd name="connsiteY4" fmla="*/ 512361 h 788699"/>
                <a:gd name="connsiteX5" fmla="*/ 388466 w 516735"/>
                <a:gd name="connsiteY5" fmla="*/ 544997 h 788699"/>
                <a:gd name="connsiteX6" fmla="*/ 388466 w 516735"/>
                <a:gd name="connsiteY6" fmla="*/ 566754 h 788699"/>
                <a:gd name="connsiteX7" fmla="*/ 391185 w 516735"/>
                <a:gd name="connsiteY7" fmla="*/ 632026 h 788699"/>
                <a:gd name="connsiteX8" fmla="*/ 393905 w 516735"/>
                <a:gd name="connsiteY8" fmla="*/ 683699 h 788699"/>
                <a:gd name="connsiteX9" fmla="*/ 377587 w 516735"/>
                <a:gd name="connsiteY9" fmla="*/ 724494 h 788699"/>
                <a:gd name="connsiteX10" fmla="*/ 361269 w 516735"/>
                <a:gd name="connsiteY10" fmla="*/ 719054 h 788699"/>
                <a:gd name="connsiteX11" fmla="*/ 353110 w 516735"/>
                <a:gd name="connsiteY11" fmla="*/ 702737 h 788699"/>
                <a:gd name="connsiteX12" fmla="*/ 350390 w 516735"/>
                <a:gd name="connsiteY12" fmla="*/ 686419 h 788699"/>
                <a:gd name="connsiteX13" fmla="*/ 353110 w 516735"/>
                <a:gd name="connsiteY13" fmla="*/ 659222 h 788699"/>
                <a:gd name="connsiteX14" fmla="*/ 353110 w 516735"/>
                <a:gd name="connsiteY14" fmla="*/ 656502 h 788699"/>
                <a:gd name="connsiteX15" fmla="*/ 317755 w 516735"/>
                <a:gd name="connsiteY15" fmla="*/ 708176 h 788699"/>
                <a:gd name="connsiteX16" fmla="*/ 241604 w 516735"/>
                <a:gd name="connsiteY16" fmla="*/ 735372 h 788699"/>
                <a:gd name="connsiteX17" fmla="*/ 187211 w 516735"/>
                <a:gd name="connsiteY17" fmla="*/ 727214 h 788699"/>
                <a:gd name="connsiteX18" fmla="*/ 135538 w 516735"/>
                <a:gd name="connsiteY18" fmla="*/ 694578 h 788699"/>
                <a:gd name="connsiteX19" fmla="*/ 86584 w 516735"/>
                <a:gd name="connsiteY19" fmla="*/ 621147 h 788699"/>
                <a:gd name="connsiteX20" fmla="*/ 67546 w 516735"/>
                <a:gd name="connsiteY20" fmla="*/ 555875 h 788699"/>
                <a:gd name="connsiteX21" fmla="*/ 59387 w 516735"/>
                <a:gd name="connsiteY21" fmla="*/ 509641 h 788699"/>
                <a:gd name="connsiteX22" fmla="*/ 59387 w 516735"/>
                <a:gd name="connsiteY22" fmla="*/ 468846 h 788699"/>
                <a:gd name="connsiteX23" fmla="*/ 86584 w 516735"/>
                <a:gd name="connsiteY23" fmla="*/ 302947 h 788699"/>
                <a:gd name="connsiteX24" fmla="*/ 108341 w 516735"/>
                <a:gd name="connsiteY24" fmla="*/ 224077 h 788699"/>
                <a:gd name="connsiteX25" fmla="*/ 146416 w 516735"/>
                <a:gd name="connsiteY25" fmla="*/ 145207 h 788699"/>
                <a:gd name="connsiteX26" fmla="*/ 198090 w 516735"/>
                <a:gd name="connsiteY26" fmla="*/ 85375 h 788699"/>
                <a:gd name="connsiteX27" fmla="*/ 228006 w 516735"/>
                <a:gd name="connsiteY27" fmla="*/ 69057 h 788699"/>
                <a:gd name="connsiteX28" fmla="*/ 268801 w 516735"/>
                <a:gd name="connsiteY28" fmla="*/ 58178 h 788699"/>
                <a:gd name="connsiteX29" fmla="*/ 274240 w 516735"/>
                <a:gd name="connsiteY29" fmla="*/ 58178 h 788699"/>
                <a:gd name="connsiteX30" fmla="*/ 295997 w 516735"/>
                <a:gd name="connsiteY30" fmla="*/ 60898 h 788699"/>
                <a:gd name="connsiteX31" fmla="*/ 331353 w 516735"/>
                <a:gd name="connsiteY31" fmla="*/ 71776 h 788699"/>
                <a:gd name="connsiteX32" fmla="*/ 350390 w 516735"/>
                <a:gd name="connsiteY32" fmla="*/ 93534 h 788699"/>
                <a:gd name="connsiteX33" fmla="*/ 353110 w 516735"/>
                <a:gd name="connsiteY33" fmla="*/ 74496 h 788699"/>
                <a:gd name="connsiteX34" fmla="*/ 358549 w 516735"/>
                <a:gd name="connsiteY34" fmla="*/ 63618 h 788699"/>
                <a:gd name="connsiteX35" fmla="*/ 366708 w 516735"/>
                <a:gd name="connsiteY35" fmla="*/ 58178 h 788699"/>
                <a:gd name="connsiteX36" fmla="*/ 374867 w 516735"/>
                <a:gd name="connsiteY36" fmla="*/ 63618 h 788699"/>
                <a:gd name="connsiteX37" fmla="*/ 383026 w 516735"/>
                <a:gd name="connsiteY37" fmla="*/ 82655 h 788699"/>
                <a:gd name="connsiteX38" fmla="*/ 385746 w 516735"/>
                <a:gd name="connsiteY38" fmla="*/ 126170 h 788699"/>
                <a:gd name="connsiteX39" fmla="*/ 388466 w 516735"/>
                <a:gd name="connsiteY39" fmla="*/ 186002 h 788699"/>
                <a:gd name="connsiteX40" fmla="*/ 391185 w 516735"/>
                <a:gd name="connsiteY40" fmla="*/ 237676 h 788699"/>
                <a:gd name="connsiteX41" fmla="*/ 374867 w 516735"/>
                <a:gd name="connsiteY41" fmla="*/ 278470 h 788699"/>
                <a:gd name="connsiteX42" fmla="*/ 358549 w 516735"/>
                <a:gd name="connsiteY42" fmla="*/ 273031 h 788699"/>
                <a:gd name="connsiteX43" fmla="*/ 350390 w 516735"/>
                <a:gd name="connsiteY43" fmla="*/ 256713 h 788699"/>
                <a:gd name="connsiteX44" fmla="*/ 347671 w 516735"/>
                <a:gd name="connsiteY44" fmla="*/ 240395 h 788699"/>
                <a:gd name="connsiteX45" fmla="*/ 347671 w 516735"/>
                <a:gd name="connsiteY45" fmla="*/ 213199 h 788699"/>
                <a:gd name="connsiteX46" fmla="*/ 344951 w 516735"/>
                <a:gd name="connsiteY46" fmla="*/ 194161 h 788699"/>
                <a:gd name="connsiteX47" fmla="*/ 339512 w 516735"/>
                <a:gd name="connsiteY47" fmla="*/ 150647 h 788699"/>
                <a:gd name="connsiteX48" fmla="*/ 323194 w 516735"/>
                <a:gd name="connsiteY48" fmla="*/ 112571 h 788699"/>
                <a:gd name="connsiteX49" fmla="*/ 293278 w 516735"/>
                <a:gd name="connsiteY49" fmla="*/ 101693 h 788699"/>
                <a:gd name="connsiteX50" fmla="*/ 263361 w 516735"/>
                <a:gd name="connsiteY50" fmla="*/ 120730 h 788699"/>
                <a:gd name="connsiteX51" fmla="*/ 241604 w 516735"/>
                <a:gd name="connsiteY51" fmla="*/ 153366 h 788699"/>
                <a:gd name="connsiteX52" fmla="*/ 233445 w 516735"/>
                <a:gd name="connsiteY52" fmla="*/ 194161 h 788699"/>
                <a:gd name="connsiteX53" fmla="*/ 225286 w 516735"/>
                <a:gd name="connsiteY53" fmla="*/ 232236 h 788699"/>
                <a:gd name="connsiteX54" fmla="*/ 217127 w 516735"/>
                <a:gd name="connsiteY54" fmla="*/ 275751 h 788699"/>
                <a:gd name="connsiteX55" fmla="*/ 211688 w 516735"/>
                <a:gd name="connsiteY55" fmla="*/ 316545 h 788699"/>
                <a:gd name="connsiteX56" fmla="*/ 206249 w 516735"/>
                <a:gd name="connsiteY56" fmla="*/ 354621 h 788699"/>
                <a:gd name="connsiteX57" fmla="*/ 200809 w 516735"/>
                <a:gd name="connsiteY57" fmla="*/ 398135 h 788699"/>
                <a:gd name="connsiteX58" fmla="*/ 195370 w 516735"/>
                <a:gd name="connsiteY58" fmla="*/ 438930 h 788699"/>
                <a:gd name="connsiteX59" fmla="*/ 192650 w 516735"/>
                <a:gd name="connsiteY59" fmla="*/ 474286 h 788699"/>
                <a:gd name="connsiteX60" fmla="*/ 195370 w 516735"/>
                <a:gd name="connsiteY60" fmla="*/ 525959 h 788699"/>
                <a:gd name="connsiteX61" fmla="*/ 208968 w 516735"/>
                <a:gd name="connsiteY61" fmla="*/ 596670 h 788699"/>
                <a:gd name="connsiteX62" fmla="*/ 214407 w 516735"/>
                <a:gd name="connsiteY62" fmla="*/ 623867 h 788699"/>
                <a:gd name="connsiteX63" fmla="*/ 228006 w 516735"/>
                <a:gd name="connsiteY63" fmla="*/ 656502 h 788699"/>
                <a:gd name="connsiteX64" fmla="*/ 271520 w 516735"/>
                <a:gd name="connsiteY64" fmla="*/ 689138 h 788699"/>
                <a:gd name="connsiteX65" fmla="*/ 306876 w 516735"/>
                <a:gd name="connsiteY65" fmla="*/ 664661 h 788699"/>
                <a:gd name="connsiteX66" fmla="*/ 331353 w 516735"/>
                <a:gd name="connsiteY66" fmla="*/ 602109 h 788699"/>
                <a:gd name="connsiteX67" fmla="*/ 336792 w 516735"/>
                <a:gd name="connsiteY67" fmla="*/ 544997 h 788699"/>
                <a:gd name="connsiteX68" fmla="*/ 336792 w 516735"/>
                <a:gd name="connsiteY68" fmla="*/ 498762 h 788699"/>
                <a:gd name="connsiteX69" fmla="*/ 336792 w 516735"/>
                <a:gd name="connsiteY69" fmla="*/ 490603 h 788699"/>
                <a:gd name="connsiteX70" fmla="*/ 320474 w 516735"/>
                <a:gd name="connsiteY70" fmla="*/ 477005 h 788699"/>
                <a:gd name="connsiteX71" fmla="*/ 282399 w 516735"/>
                <a:gd name="connsiteY71" fmla="*/ 479725 h 788699"/>
                <a:gd name="connsiteX72" fmla="*/ 252483 w 516735"/>
                <a:gd name="connsiteY72" fmla="*/ 474286 h 788699"/>
                <a:gd name="connsiteX73" fmla="*/ 247043 w 516735"/>
                <a:gd name="connsiteY73" fmla="*/ 466126 h 788699"/>
                <a:gd name="connsiteX74" fmla="*/ 249763 w 516735"/>
                <a:gd name="connsiteY74" fmla="*/ 457968 h 788699"/>
                <a:gd name="connsiteX75" fmla="*/ 268801 w 516735"/>
                <a:gd name="connsiteY75" fmla="*/ 447089 h 788699"/>
                <a:gd name="connsiteX76" fmla="*/ 312315 w 516735"/>
                <a:gd name="connsiteY76" fmla="*/ 436210 h 788699"/>
                <a:gd name="connsiteX77" fmla="*/ 353110 w 516735"/>
                <a:gd name="connsiteY77" fmla="*/ 430771 h 788699"/>
                <a:gd name="connsiteX78" fmla="*/ 385746 w 516735"/>
                <a:gd name="connsiteY78" fmla="*/ 430771 h 788699"/>
                <a:gd name="connsiteX79" fmla="*/ 437420 w 516735"/>
                <a:gd name="connsiteY79" fmla="*/ 428051 h 788699"/>
                <a:gd name="connsiteX80" fmla="*/ 464616 w 516735"/>
                <a:gd name="connsiteY80" fmla="*/ 436210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516735" h="788699">
                  <a:moveTo>
                    <a:pt x="464616" y="436210"/>
                  </a:moveTo>
                  <a:cubicBezTo>
                    <a:pt x="464616" y="447089"/>
                    <a:pt x="453737" y="452528"/>
                    <a:pt x="445578" y="455248"/>
                  </a:cubicBezTo>
                  <a:cubicBezTo>
                    <a:pt x="434700" y="460687"/>
                    <a:pt x="415662" y="463407"/>
                    <a:pt x="404784" y="466126"/>
                  </a:cubicBezTo>
                  <a:cubicBezTo>
                    <a:pt x="393905" y="466126"/>
                    <a:pt x="385746" y="468846"/>
                    <a:pt x="385746" y="479725"/>
                  </a:cubicBezTo>
                  <a:cubicBezTo>
                    <a:pt x="385746" y="487884"/>
                    <a:pt x="388466" y="506921"/>
                    <a:pt x="388466" y="512361"/>
                  </a:cubicBezTo>
                  <a:cubicBezTo>
                    <a:pt x="388466" y="515080"/>
                    <a:pt x="388466" y="539557"/>
                    <a:pt x="388466" y="544997"/>
                  </a:cubicBezTo>
                  <a:cubicBezTo>
                    <a:pt x="388466" y="550436"/>
                    <a:pt x="388466" y="558595"/>
                    <a:pt x="388466" y="566754"/>
                  </a:cubicBezTo>
                  <a:cubicBezTo>
                    <a:pt x="388466" y="591231"/>
                    <a:pt x="388466" y="621147"/>
                    <a:pt x="391185" y="632026"/>
                  </a:cubicBezTo>
                  <a:cubicBezTo>
                    <a:pt x="393905" y="653783"/>
                    <a:pt x="393905" y="661942"/>
                    <a:pt x="393905" y="683699"/>
                  </a:cubicBezTo>
                  <a:cubicBezTo>
                    <a:pt x="393905" y="694578"/>
                    <a:pt x="393905" y="724494"/>
                    <a:pt x="377587" y="724494"/>
                  </a:cubicBezTo>
                  <a:cubicBezTo>
                    <a:pt x="369428" y="724494"/>
                    <a:pt x="366708" y="721774"/>
                    <a:pt x="361269" y="719054"/>
                  </a:cubicBezTo>
                  <a:cubicBezTo>
                    <a:pt x="355830" y="716335"/>
                    <a:pt x="353110" y="708176"/>
                    <a:pt x="353110" y="702737"/>
                  </a:cubicBezTo>
                  <a:cubicBezTo>
                    <a:pt x="350390" y="694578"/>
                    <a:pt x="350390" y="689138"/>
                    <a:pt x="350390" y="686419"/>
                  </a:cubicBezTo>
                  <a:cubicBezTo>
                    <a:pt x="350390" y="678260"/>
                    <a:pt x="353110" y="672820"/>
                    <a:pt x="353110" y="659222"/>
                  </a:cubicBezTo>
                  <a:lnTo>
                    <a:pt x="353110" y="656502"/>
                  </a:lnTo>
                  <a:cubicBezTo>
                    <a:pt x="347671" y="675540"/>
                    <a:pt x="334072" y="694578"/>
                    <a:pt x="317755" y="708176"/>
                  </a:cubicBezTo>
                  <a:cubicBezTo>
                    <a:pt x="293278" y="727214"/>
                    <a:pt x="274240" y="735372"/>
                    <a:pt x="241604" y="735372"/>
                  </a:cubicBezTo>
                  <a:cubicBezTo>
                    <a:pt x="222566" y="735372"/>
                    <a:pt x="203529" y="732653"/>
                    <a:pt x="187211" y="727214"/>
                  </a:cubicBezTo>
                  <a:cubicBezTo>
                    <a:pt x="165454" y="719054"/>
                    <a:pt x="149136" y="708176"/>
                    <a:pt x="135538" y="694578"/>
                  </a:cubicBezTo>
                  <a:cubicBezTo>
                    <a:pt x="113780" y="672820"/>
                    <a:pt x="100182" y="648343"/>
                    <a:pt x="86584" y="621147"/>
                  </a:cubicBezTo>
                  <a:cubicBezTo>
                    <a:pt x="75705" y="599390"/>
                    <a:pt x="70266" y="580352"/>
                    <a:pt x="67546" y="555875"/>
                  </a:cubicBezTo>
                  <a:cubicBezTo>
                    <a:pt x="64826" y="539557"/>
                    <a:pt x="62107" y="525959"/>
                    <a:pt x="59387" y="509641"/>
                  </a:cubicBezTo>
                  <a:cubicBezTo>
                    <a:pt x="56667" y="493323"/>
                    <a:pt x="59387" y="485164"/>
                    <a:pt x="59387" y="468846"/>
                  </a:cubicBezTo>
                  <a:cubicBezTo>
                    <a:pt x="59387" y="414453"/>
                    <a:pt x="72985" y="362780"/>
                    <a:pt x="86584" y="302947"/>
                  </a:cubicBezTo>
                  <a:cubicBezTo>
                    <a:pt x="92023" y="275751"/>
                    <a:pt x="100182" y="248554"/>
                    <a:pt x="108341" y="224077"/>
                  </a:cubicBezTo>
                  <a:cubicBezTo>
                    <a:pt x="116500" y="196881"/>
                    <a:pt x="130098" y="169684"/>
                    <a:pt x="146416" y="145207"/>
                  </a:cubicBezTo>
                  <a:cubicBezTo>
                    <a:pt x="160014" y="123450"/>
                    <a:pt x="176332" y="101693"/>
                    <a:pt x="198090" y="85375"/>
                  </a:cubicBezTo>
                  <a:cubicBezTo>
                    <a:pt x="206249" y="77216"/>
                    <a:pt x="217127" y="71776"/>
                    <a:pt x="228006" y="69057"/>
                  </a:cubicBezTo>
                  <a:cubicBezTo>
                    <a:pt x="241604" y="63618"/>
                    <a:pt x="255202" y="58178"/>
                    <a:pt x="268801" y="58178"/>
                  </a:cubicBezTo>
                  <a:cubicBezTo>
                    <a:pt x="271520" y="58178"/>
                    <a:pt x="274240" y="58178"/>
                    <a:pt x="274240" y="58178"/>
                  </a:cubicBezTo>
                  <a:cubicBezTo>
                    <a:pt x="279679" y="58178"/>
                    <a:pt x="285119" y="58178"/>
                    <a:pt x="295997" y="60898"/>
                  </a:cubicBezTo>
                  <a:cubicBezTo>
                    <a:pt x="309595" y="63618"/>
                    <a:pt x="320474" y="66337"/>
                    <a:pt x="331353" y="71776"/>
                  </a:cubicBezTo>
                  <a:cubicBezTo>
                    <a:pt x="339512" y="77216"/>
                    <a:pt x="347671" y="85375"/>
                    <a:pt x="350390" y="93534"/>
                  </a:cubicBezTo>
                  <a:cubicBezTo>
                    <a:pt x="350390" y="88095"/>
                    <a:pt x="353110" y="79936"/>
                    <a:pt x="353110" y="74496"/>
                  </a:cubicBezTo>
                  <a:cubicBezTo>
                    <a:pt x="355830" y="71776"/>
                    <a:pt x="355830" y="69057"/>
                    <a:pt x="358549" y="63618"/>
                  </a:cubicBezTo>
                  <a:cubicBezTo>
                    <a:pt x="361269" y="60898"/>
                    <a:pt x="363989" y="58178"/>
                    <a:pt x="366708" y="58178"/>
                  </a:cubicBezTo>
                  <a:cubicBezTo>
                    <a:pt x="369428" y="58178"/>
                    <a:pt x="372148" y="60898"/>
                    <a:pt x="374867" y="63618"/>
                  </a:cubicBezTo>
                  <a:cubicBezTo>
                    <a:pt x="377587" y="69057"/>
                    <a:pt x="380307" y="77216"/>
                    <a:pt x="383026" y="82655"/>
                  </a:cubicBezTo>
                  <a:cubicBezTo>
                    <a:pt x="383026" y="90814"/>
                    <a:pt x="385746" y="107132"/>
                    <a:pt x="385746" y="126170"/>
                  </a:cubicBezTo>
                  <a:cubicBezTo>
                    <a:pt x="385746" y="150647"/>
                    <a:pt x="385746" y="177843"/>
                    <a:pt x="388466" y="186002"/>
                  </a:cubicBezTo>
                  <a:cubicBezTo>
                    <a:pt x="391185" y="207759"/>
                    <a:pt x="391185" y="215918"/>
                    <a:pt x="391185" y="237676"/>
                  </a:cubicBezTo>
                  <a:cubicBezTo>
                    <a:pt x="391185" y="248554"/>
                    <a:pt x="391185" y="278470"/>
                    <a:pt x="374867" y="278470"/>
                  </a:cubicBezTo>
                  <a:cubicBezTo>
                    <a:pt x="366708" y="278470"/>
                    <a:pt x="363989" y="275751"/>
                    <a:pt x="358549" y="273031"/>
                  </a:cubicBezTo>
                  <a:cubicBezTo>
                    <a:pt x="353110" y="270311"/>
                    <a:pt x="350390" y="262152"/>
                    <a:pt x="350390" y="256713"/>
                  </a:cubicBezTo>
                  <a:cubicBezTo>
                    <a:pt x="350390" y="251274"/>
                    <a:pt x="347671" y="245834"/>
                    <a:pt x="347671" y="240395"/>
                  </a:cubicBezTo>
                  <a:cubicBezTo>
                    <a:pt x="347671" y="232236"/>
                    <a:pt x="347671" y="224077"/>
                    <a:pt x="347671" y="213199"/>
                  </a:cubicBezTo>
                  <a:cubicBezTo>
                    <a:pt x="347671" y="207759"/>
                    <a:pt x="347671" y="199600"/>
                    <a:pt x="344951" y="194161"/>
                  </a:cubicBezTo>
                  <a:cubicBezTo>
                    <a:pt x="342232" y="180563"/>
                    <a:pt x="342232" y="164245"/>
                    <a:pt x="339512" y="150647"/>
                  </a:cubicBezTo>
                  <a:cubicBezTo>
                    <a:pt x="336792" y="137048"/>
                    <a:pt x="331353" y="123450"/>
                    <a:pt x="323194" y="112571"/>
                  </a:cubicBezTo>
                  <a:cubicBezTo>
                    <a:pt x="317755" y="104412"/>
                    <a:pt x="304156" y="101693"/>
                    <a:pt x="293278" y="101693"/>
                  </a:cubicBezTo>
                  <a:cubicBezTo>
                    <a:pt x="279679" y="101693"/>
                    <a:pt x="271520" y="109852"/>
                    <a:pt x="263361" y="120730"/>
                  </a:cubicBezTo>
                  <a:cubicBezTo>
                    <a:pt x="257922" y="131609"/>
                    <a:pt x="247043" y="139768"/>
                    <a:pt x="241604" y="153366"/>
                  </a:cubicBezTo>
                  <a:cubicBezTo>
                    <a:pt x="236165" y="166964"/>
                    <a:pt x="233445" y="180563"/>
                    <a:pt x="233445" y="194161"/>
                  </a:cubicBezTo>
                  <a:cubicBezTo>
                    <a:pt x="233445" y="207759"/>
                    <a:pt x="230726" y="218638"/>
                    <a:pt x="225286" y="232236"/>
                  </a:cubicBezTo>
                  <a:cubicBezTo>
                    <a:pt x="219847" y="245834"/>
                    <a:pt x="219847" y="262152"/>
                    <a:pt x="217127" y="275751"/>
                  </a:cubicBezTo>
                  <a:cubicBezTo>
                    <a:pt x="214407" y="289349"/>
                    <a:pt x="214407" y="302947"/>
                    <a:pt x="211688" y="316545"/>
                  </a:cubicBezTo>
                  <a:cubicBezTo>
                    <a:pt x="211688" y="330144"/>
                    <a:pt x="206249" y="341022"/>
                    <a:pt x="206249" y="354621"/>
                  </a:cubicBezTo>
                  <a:cubicBezTo>
                    <a:pt x="203529" y="368219"/>
                    <a:pt x="203529" y="381817"/>
                    <a:pt x="200809" y="398135"/>
                  </a:cubicBezTo>
                  <a:cubicBezTo>
                    <a:pt x="198090" y="411733"/>
                    <a:pt x="198090" y="425332"/>
                    <a:pt x="195370" y="438930"/>
                  </a:cubicBezTo>
                  <a:cubicBezTo>
                    <a:pt x="195370" y="449809"/>
                    <a:pt x="192650" y="463407"/>
                    <a:pt x="192650" y="474286"/>
                  </a:cubicBezTo>
                  <a:cubicBezTo>
                    <a:pt x="192650" y="490603"/>
                    <a:pt x="195370" y="509641"/>
                    <a:pt x="195370" y="525959"/>
                  </a:cubicBezTo>
                  <a:cubicBezTo>
                    <a:pt x="195370" y="550436"/>
                    <a:pt x="203529" y="572193"/>
                    <a:pt x="208968" y="596670"/>
                  </a:cubicBezTo>
                  <a:cubicBezTo>
                    <a:pt x="211688" y="604829"/>
                    <a:pt x="211688" y="615708"/>
                    <a:pt x="214407" y="623867"/>
                  </a:cubicBezTo>
                  <a:cubicBezTo>
                    <a:pt x="217127" y="634745"/>
                    <a:pt x="222566" y="645624"/>
                    <a:pt x="228006" y="656502"/>
                  </a:cubicBezTo>
                  <a:cubicBezTo>
                    <a:pt x="236165" y="670101"/>
                    <a:pt x="252483" y="689138"/>
                    <a:pt x="271520" y="689138"/>
                  </a:cubicBezTo>
                  <a:cubicBezTo>
                    <a:pt x="287838" y="689138"/>
                    <a:pt x="298717" y="675540"/>
                    <a:pt x="306876" y="664661"/>
                  </a:cubicBezTo>
                  <a:cubicBezTo>
                    <a:pt x="320474" y="645624"/>
                    <a:pt x="325914" y="623867"/>
                    <a:pt x="331353" y="602109"/>
                  </a:cubicBezTo>
                  <a:cubicBezTo>
                    <a:pt x="334072" y="583072"/>
                    <a:pt x="336792" y="564034"/>
                    <a:pt x="336792" y="544997"/>
                  </a:cubicBezTo>
                  <a:cubicBezTo>
                    <a:pt x="336792" y="531398"/>
                    <a:pt x="336792" y="512361"/>
                    <a:pt x="336792" y="498762"/>
                  </a:cubicBezTo>
                  <a:cubicBezTo>
                    <a:pt x="336792" y="496043"/>
                    <a:pt x="336792" y="493323"/>
                    <a:pt x="336792" y="490603"/>
                  </a:cubicBezTo>
                  <a:cubicBezTo>
                    <a:pt x="336792" y="479725"/>
                    <a:pt x="336792" y="477005"/>
                    <a:pt x="320474" y="477005"/>
                  </a:cubicBezTo>
                  <a:cubicBezTo>
                    <a:pt x="309595" y="477005"/>
                    <a:pt x="295997" y="479725"/>
                    <a:pt x="282399" y="479725"/>
                  </a:cubicBezTo>
                  <a:cubicBezTo>
                    <a:pt x="271520" y="479725"/>
                    <a:pt x="260642" y="479725"/>
                    <a:pt x="252483" y="474286"/>
                  </a:cubicBezTo>
                  <a:cubicBezTo>
                    <a:pt x="249763" y="471566"/>
                    <a:pt x="247043" y="468846"/>
                    <a:pt x="247043" y="466126"/>
                  </a:cubicBezTo>
                  <a:cubicBezTo>
                    <a:pt x="247043" y="463407"/>
                    <a:pt x="247043" y="460687"/>
                    <a:pt x="249763" y="457968"/>
                  </a:cubicBezTo>
                  <a:cubicBezTo>
                    <a:pt x="255202" y="452528"/>
                    <a:pt x="260642" y="449809"/>
                    <a:pt x="268801" y="447089"/>
                  </a:cubicBezTo>
                  <a:cubicBezTo>
                    <a:pt x="282399" y="441650"/>
                    <a:pt x="295997" y="438930"/>
                    <a:pt x="312315" y="436210"/>
                  </a:cubicBezTo>
                  <a:cubicBezTo>
                    <a:pt x="325914" y="433491"/>
                    <a:pt x="339512" y="433491"/>
                    <a:pt x="353110" y="430771"/>
                  </a:cubicBezTo>
                  <a:cubicBezTo>
                    <a:pt x="363989" y="430771"/>
                    <a:pt x="374867" y="430771"/>
                    <a:pt x="385746" y="430771"/>
                  </a:cubicBezTo>
                  <a:cubicBezTo>
                    <a:pt x="402064" y="430771"/>
                    <a:pt x="426541" y="428051"/>
                    <a:pt x="437420" y="428051"/>
                  </a:cubicBezTo>
                  <a:cubicBezTo>
                    <a:pt x="451018" y="419892"/>
                    <a:pt x="464616" y="425332"/>
                    <a:pt x="464616" y="436210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35CAD56A-462D-4366-9EFB-54581CD299AF}"/>
                </a:ext>
              </a:extLst>
            </p:cNvPr>
            <p:cNvSpPr/>
            <p:nvPr/>
          </p:nvSpPr>
          <p:spPr>
            <a:xfrm>
              <a:off x="5651630" y="4181279"/>
              <a:ext cx="734308" cy="788700"/>
            </a:xfrm>
            <a:custGeom>
              <a:avLst/>
              <a:gdLst>
                <a:gd name="connsiteX0" fmla="*/ 653783 w 734307"/>
                <a:gd name="connsiteY0" fmla="*/ 678259 h 788699"/>
                <a:gd name="connsiteX1" fmla="*/ 691859 w 734307"/>
                <a:gd name="connsiteY1" fmla="*/ 694577 h 788699"/>
                <a:gd name="connsiteX2" fmla="*/ 686419 w 734307"/>
                <a:gd name="connsiteY2" fmla="*/ 710895 h 788699"/>
                <a:gd name="connsiteX3" fmla="*/ 670101 w 734307"/>
                <a:gd name="connsiteY3" fmla="*/ 719054 h 788699"/>
                <a:gd name="connsiteX4" fmla="*/ 648344 w 734307"/>
                <a:gd name="connsiteY4" fmla="*/ 721774 h 788699"/>
                <a:gd name="connsiteX5" fmla="*/ 618428 w 734307"/>
                <a:gd name="connsiteY5" fmla="*/ 721774 h 788699"/>
                <a:gd name="connsiteX6" fmla="*/ 572194 w 734307"/>
                <a:gd name="connsiteY6" fmla="*/ 735372 h 788699"/>
                <a:gd name="connsiteX7" fmla="*/ 544997 w 734307"/>
                <a:gd name="connsiteY7" fmla="*/ 729933 h 788699"/>
                <a:gd name="connsiteX8" fmla="*/ 534119 w 734307"/>
                <a:gd name="connsiteY8" fmla="*/ 721774 h 788699"/>
                <a:gd name="connsiteX9" fmla="*/ 496043 w 734307"/>
                <a:gd name="connsiteY9" fmla="*/ 721774 h 788699"/>
                <a:gd name="connsiteX10" fmla="*/ 471566 w 734307"/>
                <a:gd name="connsiteY10" fmla="*/ 721774 h 788699"/>
                <a:gd name="connsiteX11" fmla="*/ 444370 w 734307"/>
                <a:gd name="connsiteY11" fmla="*/ 716335 h 788699"/>
                <a:gd name="connsiteX12" fmla="*/ 428052 w 734307"/>
                <a:gd name="connsiteY12" fmla="*/ 700017 h 788699"/>
                <a:gd name="connsiteX13" fmla="*/ 433491 w 734307"/>
                <a:gd name="connsiteY13" fmla="*/ 691858 h 788699"/>
                <a:gd name="connsiteX14" fmla="*/ 455248 w 734307"/>
                <a:gd name="connsiteY14" fmla="*/ 683699 h 788699"/>
                <a:gd name="connsiteX15" fmla="*/ 506922 w 734307"/>
                <a:gd name="connsiteY15" fmla="*/ 678259 h 788699"/>
                <a:gd name="connsiteX16" fmla="*/ 509641 w 734307"/>
                <a:gd name="connsiteY16" fmla="*/ 678259 h 788699"/>
                <a:gd name="connsiteX17" fmla="*/ 506922 w 734307"/>
                <a:gd name="connsiteY17" fmla="*/ 664661 h 788699"/>
                <a:gd name="connsiteX18" fmla="*/ 498763 w 734307"/>
                <a:gd name="connsiteY18" fmla="*/ 580352 h 788699"/>
                <a:gd name="connsiteX19" fmla="*/ 496043 w 734307"/>
                <a:gd name="connsiteY19" fmla="*/ 479725 h 788699"/>
                <a:gd name="connsiteX20" fmla="*/ 493324 w 734307"/>
                <a:gd name="connsiteY20" fmla="*/ 389976 h 788699"/>
                <a:gd name="connsiteX21" fmla="*/ 490604 w 734307"/>
                <a:gd name="connsiteY21" fmla="*/ 302947 h 788699"/>
                <a:gd name="connsiteX22" fmla="*/ 487884 w 734307"/>
                <a:gd name="connsiteY22" fmla="*/ 229516 h 788699"/>
                <a:gd name="connsiteX23" fmla="*/ 485165 w 734307"/>
                <a:gd name="connsiteY23" fmla="*/ 221357 h 788699"/>
                <a:gd name="connsiteX24" fmla="*/ 482445 w 734307"/>
                <a:gd name="connsiteY24" fmla="*/ 226797 h 788699"/>
                <a:gd name="connsiteX25" fmla="*/ 477006 w 734307"/>
                <a:gd name="connsiteY25" fmla="*/ 262152 h 788699"/>
                <a:gd name="connsiteX26" fmla="*/ 460688 w 734307"/>
                <a:gd name="connsiteY26" fmla="*/ 341022 h 788699"/>
                <a:gd name="connsiteX27" fmla="*/ 444370 w 734307"/>
                <a:gd name="connsiteY27" fmla="*/ 417173 h 788699"/>
                <a:gd name="connsiteX28" fmla="*/ 436211 w 734307"/>
                <a:gd name="connsiteY28" fmla="*/ 455248 h 788699"/>
                <a:gd name="connsiteX29" fmla="*/ 425332 w 734307"/>
                <a:gd name="connsiteY29" fmla="*/ 493323 h 788699"/>
                <a:gd name="connsiteX30" fmla="*/ 411734 w 734307"/>
                <a:gd name="connsiteY30" fmla="*/ 531398 h 788699"/>
                <a:gd name="connsiteX31" fmla="*/ 376378 w 734307"/>
                <a:gd name="connsiteY31" fmla="*/ 547716 h 788699"/>
                <a:gd name="connsiteX32" fmla="*/ 319265 w 734307"/>
                <a:gd name="connsiteY32" fmla="*/ 525959 h 788699"/>
                <a:gd name="connsiteX33" fmla="*/ 289349 w 734307"/>
                <a:gd name="connsiteY33" fmla="*/ 455248 h 788699"/>
                <a:gd name="connsiteX34" fmla="*/ 273031 w 734307"/>
                <a:gd name="connsiteY34" fmla="*/ 373658 h 788699"/>
                <a:gd name="connsiteX35" fmla="*/ 262153 w 734307"/>
                <a:gd name="connsiteY35" fmla="*/ 316545 h 788699"/>
                <a:gd name="connsiteX36" fmla="*/ 245835 w 734307"/>
                <a:gd name="connsiteY36" fmla="*/ 237675 h 788699"/>
                <a:gd name="connsiteX37" fmla="*/ 234956 w 734307"/>
                <a:gd name="connsiteY37" fmla="*/ 196881 h 788699"/>
                <a:gd name="connsiteX38" fmla="*/ 232236 w 734307"/>
                <a:gd name="connsiteY38" fmla="*/ 191441 h 788699"/>
                <a:gd name="connsiteX39" fmla="*/ 226797 w 734307"/>
                <a:gd name="connsiteY39" fmla="*/ 207759 h 788699"/>
                <a:gd name="connsiteX40" fmla="*/ 226797 w 734307"/>
                <a:gd name="connsiteY40" fmla="*/ 232236 h 788699"/>
                <a:gd name="connsiteX41" fmla="*/ 224077 w 734307"/>
                <a:gd name="connsiteY41" fmla="*/ 267592 h 788699"/>
                <a:gd name="connsiteX42" fmla="*/ 221358 w 734307"/>
                <a:gd name="connsiteY42" fmla="*/ 311106 h 788699"/>
                <a:gd name="connsiteX43" fmla="*/ 218638 w 734307"/>
                <a:gd name="connsiteY43" fmla="*/ 360060 h 788699"/>
                <a:gd name="connsiteX44" fmla="*/ 215919 w 734307"/>
                <a:gd name="connsiteY44" fmla="*/ 398135 h 788699"/>
                <a:gd name="connsiteX45" fmla="*/ 213199 w 734307"/>
                <a:gd name="connsiteY45" fmla="*/ 430771 h 788699"/>
                <a:gd name="connsiteX46" fmla="*/ 213199 w 734307"/>
                <a:gd name="connsiteY46" fmla="*/ 455248 h 788699"/>
                <a:gd name="connsiteX47" fmla="*/ 213199 w 734307"/>
                <a:gd name="connsiteY47" fmla="*/ 477005 h 788699"/>
                <a:gd name="connsiteX48" fmla="*/ 207759 w 734307"/>
                <a:gd name="connsiteY48" fmla="*/ 520520 h 788699"/>
                <a:gd name="connsiteX49" fmla="*/ 196881 w 734307"/>
                <a:gd name="connsiteY49" fmla="*/ 610268 h 788699"/>
                <a:gd name="connsiteX50" fmla="*/ 194161 w 734307"/>
                <a:gd name="connsiteY50" fmla="*/ 653783 h 788699"/>
                <a:gd name="connsiteX51" fmla="*/ 191441 w 734307"/>
                <a:gd name="connsiteY51" fmla="*/ 667381 h 788699"/>
                <a:gd name="connsiteX52" fmla="*/ 243115 w 734307"/>
                <a:gd name="connsiteY52" fmla="*/ 667381 h 788699"/>
                <a:gd name="connsiteX53" fmla="*/ 273031 w 734307"/>
                <a:gd name="connsiteY53" fmla="*/ 683699 h 788699"/>
                <a:gd name="connsiteX54" fmla="*/ 262153 w 734307"/>
                <a:gd name="connsiteY54" fmla="*/ 697297 h 788699"/>
                <a:gd name="connsiteX55" fmla="*/ 248554 w 734307"/>
                <a:gd name="connsiteY55" fmla="*/ 705456 h 788699"/>
                <a:gd name="connsiteX56" fmla="*/ 232236 w 734307"/>
                <a:gd name="connsiteY56" fmla="*/ 708176 h 788699"/>
                <a:gd name="connsiteX57" fmla="*/ 166965 w 734307"/>
                <a:gd name="connsiteY57" fmla="*/ 708176 h 788699"/>
                <a:gd name="connsiteX58" fmla="*/ 109852 w 734307"/>
                <a:gd name="connsiteY58" fmla="*/ 708176 h 788699"/>
                <a:gd name="connsiteX59" fmla="*/ 90814 w 734307"/>
                <a:gd name="connsiteY59" fmla="*/ 708176 h 788699"/>
                <a:gd name="connsiteX60" fmla="*/ 69057 w 734307"/>
                <a:gd name="connsiteY60" fmla="*/ 702736 h 788699"/>
                <a:gd name="connsiteX61" fmla="*/ 58178 w 734307"/>
                <a:gd name="connsiteY61" fmla="*/ 686418 h 788699"/>
                <a:gd name="connsiteX62" fmla="*/ 60898 w 734307"/>
                <a:gd name="connsiteY62" fmla="*/ 678259 h 788699"/>
                <a:gd name="connsiteX63" fmla="*/ 77216 w 734307"/>
                <a:gd name="connsiteY63" fmla="*/ 670101 h 788699"/>
                <a:gd name="connsiteX64" fmla="*/ 126170 w 734307"/>
                <a:gd name="connsiteY64" fmla="*/ 664661 h 788699"/>
                <a:gd name="connsiteX65" fmla="*/ 142487 w 734307"/>
                <a:gd name="connsiteY65" fmla="*/ 664661 h 788699"/>
                <a:gd name="connsiteX66" fmla="*/ 147927 w 734307"/>
                <a:gd name="connsiteY66" fmla="*/ 588511 h 788699"/>
                <a:gd name="connsiteX67" fmla="*/ 153366 w 734307"/>
                <a:gd name="connsiteY67" fmla="*/ 493323 h 788699"/>
                <a:gd name="connsiteX68" fmla="*/ 156086 w 734307"/>
                <a:gd name="connsiteY68" fmla="*/ 411733 h 788699"/>
                <a:gd name="connsiteX69" fmla="*/ 161525 w 734307"/>
                <a:gd name="connsiteY69" fmla="*/ 297508 h 788699"/>
                <a:gd name="connsiteX70" fmla="*/ 166965 w 734307"/>
                <a:gd name="connsiteY70" fmla="*/ 240395 h 788699"/>
                <a:gd name="connsiteX71" fmla="*/ 177843 w 734307"/>
                <a:gd name="connsiteY71" fmla="*/ 161525 h 788699"/>
                <a:gd name="connsiteX72" fmla="*/ 183282 w 734307"/>
                <a:gd name="connsiteY72" fmla="*/ 118011 h 788699"/>
                <a:gd name="connsiteX73" fmla="*/ 183282 w 734307"/>
                <a:gd name="connsiteY73" fmla="*/ 115291 h 788699"/>
                <a:gd name="connsiteX74" fmla="*/ 161525 w 734307"/>
                <a:gd name="connsiteY74" fmla="*/ 115291 h 788699"/>
                <a:gd name="connsiteX75" fmla="*/ 137048 w 734307"/>
                <a:gd name="connsiteY75" fmla="*/ 115291 h 788699"/>
                <a:gd name="connsiteX76" fmla="*/ 109852 w 734307"/>
                <a:gd name="connsiteY76" fmla="*/ 109851 h 788699"/>
                <a:gd name="connsiteX77" fmla="*/ 93534 w 734307"/>
                <a:gd name="connsiteY77" fmla="*/ 93534 h 788699"/>
                <a:gd name="connsiteX78" fmla="*/ 98973 w 734307"/>
                <a:gd name="connsiteY78" fmla="*/ 85375 h 788699"/>
                <a:gd name="connsiteX79" fmla="*/ 120730 w 734307"/>
                <a:gd name="connsiteY79" fmla="*/ 77216 h 788699"/>
                <a:gd name="connsiteX80" fmla="*/ 172404 w 734307"/>
                <a:gd name="connsiteY80" fmla="*/ 71776 h 788699"/>
                <a:gd name="connsiteX81" fmla="*/ 234956 w 734307"/>
                <a:gd name="connsiteY81" fmla="*/ 69057 h 788699"/>
                <a:gd name="connsiteX82" fmla="*/ 243115 w 734307"/>
                <a:gd name="connsiteY82" fmla="*/ 69057 h 788699"/>
                <a:gd name="connsiteX83" fmla="*/ 270312 w 734307"/>
                <a:gd name="connsiteY83" fmla="*/ 74496 h 788699"/>
                <a:gd name="connsiteX84" fmla="*/ 308387 w 734307"/>
                <a:gd name="connsiteY84" fmla="*/ 123450 h 788699"/>
                <a:gd name="connsiteX85" fmla="*/ 332864 w 734307"/>
                <a:gd name="connsiteY85" fmla="*/ 202320 h 788699"/>
                <a:gd name="connsiteX86" fmla="*/ 338303 w 734307"/>
                <a:gd name="connsiteY86" fmla="*/ 237675 h 788699"/>
                <a:gd name="connsiteX87" fmla="*/ 349182 w 734307"/>
                <a:gd name="connsiteY87" fmla="*/ 281190 h 788699"/>
                <a:gd name="connsiteX88" fmla="*/ 357341 w 734307"/>
                <a:gd name="connsiteY88" fmla="*/ 316545 h 788699"/>
                <a:gd name="connsiteX89" fmla="*/ 365500 w 734307"/>
                <a:gd name="connsiteY89" fmla="*/ 351901 h 788699"/>
                <a:gd name="connsiteX90" fmla="*/ 376378 w 734307"/>
                <a:gd name="connsiteY90" fmla="*/ 389976 h 788699"/>
                <a:gd name="connsiteX91" fmla="*/ 387257 w 734307"/>
                <a:gd name="connsiteY91" fmla="*/ 414453 h 788699"/>
                <a:gd name="connsiteX92" fmla="*/ 398136 w 734307"/>
                <a:gd name="connsiteY92" fmla="*/ 376378 h 788699"/>
                <a:gd name="connsiteX93" fmla="*/ 406295 w 734307"/>
                <a:gd name="connsiteY93" fmla="*/ 332863 h 788699"/>
                <a:gd name="connsiteX94" fmla="*/ 425332 w 734307"/>
                <a:gd name="connsiteY94" fmla="*/ 243115 h 788699"/>
                <a:gd name="connsiteX95" fmla="*/ 444370 w 734307"/>
                <a:gd name="connsiteY95" fmla="*/ 150646 h 788699"/>
                <a:gd name="connsiteX96" fmla="*/ 477006 w 734307"/>
                <a:gd name="connsiteY96" fmla="*/ 79935 h 788699"/>
                <a:gd name="connsiteX97" fmla="*/ 523240 w 734307"/>
                <a:gd name="connsiteY97" fmla="*/ 58178 h 788699"/>
                <a:gd name="connsiteX98" fmla="*/ 544997 w 734307"/>
                <a:gd name="connsiteY98" fmla="*/ 63617 h 788699"/>
                <a:gd name="connsiteX99" fmla="*/ 612988 w 734307"/>
                <a:gd name="connsiteY99" fmla="*/ 63617 h 788699"/>
                <a:gd name="connsiteX100" fmla="*/ 651064 w 734307"/>
                <a:gd name="connsiteY100" fmla="*/ 79935 h 788699"/>
                <a:gd name="connsiteX101" fmla="*/ 645624 w 734307"/>
                <a:gd name="connsiteY101" fmla="*/ 96253 h 788699"/>
                <a:gd name="connsiteX102" fmla="*/ 629307 w 734307"/>
                <a:gd name="connsiteY102" fmla="*/ 104412 h 788699"/>
                <a:gd name="connsiteX103" fmla="*/ 607549 w 734307"/>
                <a:gd name="connsiteY103" fmla="*/ 107132 h 788699"/>
                <a:gd name="connsiteX104" fmla="*/ 580353 w 734307"/>
                <a:gd name="connsiteY104" fmla="*/ 107132 h 788699"/>
                <a:gd name="connsiteX105" fmla="*/ 583072 w 734307"/>
                <a:gd name="connsiteY105" fmla="*/ 115291 h 788699"/>
                <a:gd name="connsiteX106" fmla="*/ 588512 w 734307"/>
                <a:gd name="connsiteY106" fmla="*/ 156086 h 788699"/>
                <a:gd name="connsiteX107" fmla="*/ 593951 w 734307"/>
                <a:gd name="connsiteY107" fmla="*/ 196881 h 788699"/>
                <a:gd name="connsiteX108" fmla="*/ 599390 w 734307"/>
                <a:gd name="connsiteY108" fmla="*/ 226797 h 788699"/>
                <a:gd name="connsiteX109" fmla="*/ 599390 w 734307"/>
                <a:gd name="connsiteY109" fmla="*/ 232236 h 788699"/>
                <a:gd name="connsiteX110" fmla="*/ 599390 w 734307"/>
                <a:gd name="connsiteY110" fmla="*/ 240395 h 788699"/>
                <a:gd name="connsiteX111" fmla="*/ 602110 w 734307"/>
                <a:gd name="connsiteY111" fmla="*/ 270311 h 788699"/>
                <a:gd name="connsiteX112" fmla="*/ 607549 w 734307"/>
                <a:gd name="connsiteY112" fmla="*/ 308386 h 788699"/>
                <a:gd name="connsiteX113" fmla="*/ 607549 w 734307"/>
                <a:gd name="connsiteY113" fmla="*/ 319265 h 788699"/>
                <a:gd name="connsiteX114" fmla="*/ 612988 w 734307"/>
                <a:gd name="connsiteY114" fmla="*/ 335583 h 788699"/>
                <a:gd name="connsiteX115" fmla="*/ 612988 w 734307"/>
                <a:gd name="connsiteY115" fmla="*/ 346462 h 788699"/>
                <a:gd name="connsiteX116" fmla="*/ 612988 w 734307"/>
                <a:gd name="connsiteY116" fmla="*/ 370939 h 788699"/>
                <a:gd name="connsiteX117" fmla="*/ 612988 w 734307"/>
                <a:gd name="connsiteY117" fmla="*/ 395415 h 788699"/>
                <a:gd name="connsiteX118" fmla="*/ 615708 w 734307"/>
                <a:gd name="connsiteY118" fmla="*/ 422612 h 788699"/>
                <a:gd name="connsiteX119" fmla="*/ 618428 w 734307"/>
                <a:gd name="connsiteY119" fmla="*/ 441650 h 788699"/>
                <a:gd name="connsiteX120" fmla="*/ 618428 w 734307"/>
                <a:gd name="connsiteY120" fmla="*/ 455248 h 788699"/>
                <a:gd name="connsiteX121" fmla="*/ 621147 w 734307"/>
                <a:gd name="connsiteY121" fmla="*/ 463407 h 788699"/>
                <a:gd name="connsiteX122" fmla="*/ 626587 w 734307"/>
                <a:gd name="connsiteY122" fmla="*/ 482444 h 788699"/>
                <a:gd name="connsiteX123" fmla="*/ 629307 w 734307"/>
                <a:gd name="connsiteY123" fmla="*/ 517800 h 788699"/>
                <a:gd name="connsiteX124" fmla="*/ 634746 w 734307"/>
                <a:gd name="connsiteY124" fmla="*/ 561314 h 788699"/>
                <a:gd name="connsiteX125" fmla="*/ 634746 w 734307"/>
                <a:gd name="connsiteY125" fmla="*/ 566754 h 788699"/>
                <a:gd name="connsiteX126" fmla="*/ 634746 w 734307"/>
                <a:gd name="connsiteY126" fmla="*/ 583072 h 788699"/>
                <a:gd name="connsiteX127" fmla="*/ 637466 w 734307"/>
                <a:gd name="connsiteY127" fmla="*/ 607548 h 788699"/>
                <a:gd name="connsiteX128" fmla="*/ 640185 w 734307"/>
                <a:gd name="connsiteY128" fmla="*/ 618427 h 788699"/>
                <a:gd name="connsiteX129" fmla="*/ 640185 w 734307"/>
                <a:gd name="connsiteY129" fmla="*/ 632025 h 788699"/>
                <a:gd name="connsiteX130" fmla="*/ 640185 w 734307"/>
                <a:gd name="connsiteY130" fmla="*/ 640184 h 788699"/>
                <a:gd name="connsiteX131" fmla="*/ 642905 w 734307"/>
                <a:gd name="connsiteY131" fmla="*/ 659222 h 788699"/>
                <a:gd name="connsiteX132" fmla="*/ 642905 w 734307"/>
                <a:gd name="connsiteY132" fmla="*/ 664661 h 788699"/>
                <a:gd name="connsiteX133" fmla="*/ 653783 w 734307"/>
                <a:gd name="connsiteY133" fmla="*/ 678259 h 788699"/>
                <a:gd name="connsiteX134" fmla="*/ 653783 w 734307"/>
                <a:gd name="connsiteY134" fmla="*/ 678259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</a:cxnLst>
              <a:rect l="l" t="t" r="r" b="b"/>
              <a:pathLst>
                <a:path w="734307" h="788699">
                  <a:moveTo>
                    <a:pt x="653783" y="678259"/>
                  </a:moveTo>
                  <a:cubicBezTo>
                    <a:pt x="667382" y="678259"/>
                    <a:pt x="691859" y="678259"/>
                    <a:pt x="691859" y="694577"/>
                  </a:cubicBezTo>
                  <a:cubicBezTo>
                    <a:pt x="691859" y="702736"/>
                    <a:pt x="689139" y="705456"/>
                    <a:pt x="686419" y="710895"/>
                  </a:cubicBezTo>
                  <a:cubicBezTo>
                    <a:pt x="683700" y="716335"/>
                    <a:pt x="675541" y="719054"/>
                    <a:pt x="670101" y="719054"/>
                  </a:cubicBezTo>
                  <a:cubicBezTo>
                    <a:pt x="661942" y="721774"/>
                    <a:pt x="653783" y="721774"/>
                    <a:pt x="648344" y="721774"/>
                  </a:cubicBezTo>
                  <a:cubicBezTo>
                    <a:pt x="645624" y="721774"/>
                    <a:pt x="634746" y="721774"/>
                    <a:pt x="618428" y="721774"/>
                  </a:cubicBezTo>
                  <a:cubicBezTo>
                    <a:pt x="604829" y="729933"/>
                    <a:pt x="588512" y="735372"/>
                    <a:pt x="572194" y="735372"/>
                  </a:cubicBezTo>
                  <a:cubicBezTo>
                    <a:pt x="564035" y="735372"/>
                    <a:pt x="553156" y="732653"/>
                    <a:pt x="544997" y="729933"/>
                  </a:cubicBezTo>
                  <a:cubicBezTo>
                    <a:pt x="539558" y="727213"/>
                    <a:pt x="536838" y="724494"/>
                    <a:pt x="534119" y="721774"/>
                  </a:cubicBezTo>
                  <a:cubicBezTo>
                    <a:pt x="520520" y="721774"/>
                    <a:pt x="509641" y="721774"/>
                    <a:pt x="496043" y="721774"/>
                  </a:cubicBezTo>
                  <a:cubicBezTo>
                    <a:pt x="487884" y="721774"/>
                    <a:pt x="479725" y="721774"/>
                    <a:pt x="471566" y="721774"/>
                  </a:cubicBezTo>
                  <a:cubicBezTo>
                    <a:pt x="463407" y="721774"/>
                    <a:pt x="452529" y="721774"/>
                    <a:pt x="444370" y="716335"/>
                  </a:cubicBezTo>
                  <a:cubicBezTo>
                    <a:pt x="436211" y="713615"/>
                    <a:pt x="428052" y="705456"/>
                    <a:pt x="428052" y="700017"/>
                  </a:cubicBezTo>
                  <a:cubicBezTo>
                    <a:pt x="428052" y="697297"/>
                    <a:pt x="428052" y="694577"/>
                    <a:pt x="433491" y="691858"/>
                  </a:cubicBezTo>
                  <a:cubicBezTo>
                    <a:pt x="438930" y="689138"/>
                    <a:pt x="449809" y="686418"/>
                    <a:pt x="455248" y="683699"/>
                  </a:cubicBezTo>
                  <a:cubicBezTo>
                    <a:pt x="474286" y="680979"/>
                    <a:pt x="498763" y="678259"/>
                    <a:pt x="506922" y="678259"/>
                  </a:cubicBezTo>
                  <a:cubicBezTo>
                    <a:pt x="506922" y="678259"/>
                    <a:pt x="509641" y="678259"/>
                    <a:pt x="509641" y="678259"/>
                  </a:cubicBezTo>
                  <a:cubicBezTo>
                    <a:pt x="509641" y="672820"/>
                    <a:pt x="506922" y="670101"/>
                    <a:pt x="506922" y="664661"/>
                  </a:cubicBezTo>
                  <a:cubicBezTo>
                    <a:pt x="501483" y="640184"/>
                    <a:pt x="501483" y="612988"/>
                    <a:pt x="498763" y="580352"/>
                  </a:cubicBezTo>
                  <a:cubicBezTo>
                    <a:pt x="496043" y="547716"/>
                    <a:pt x="498763" y="512361"/>
                    <a:pt x="496043" y="479725"/>
                  </a:cubicBezTo>
                  <a:cubicBezTo>
                    <a:pt x="493324" y="449808"/>
                    <a:pt x="493324" y="419892"/>
                    <a:pt x="493324" y="389976"/>
                  </a:cubicBezTo>
                  <a:cubicBezTo>
                    <a:pt x="493324" y="360060"/>
                    <a:pt x="490604" y="332863"/>
                    <a:pt x="490604" y="302947"/>
                  </a:cubicBezTo>
                  <a:cubicBezTo>
                    <a:pt x="487884" y="275751"/>
                    <a:pt x="487884" y="240395"/>
                    <a:pt x="487884" y="229516"/>
                  </a:cubicBezTo>
                  <a:cubicBezTo>
                    <a:pt x="487884" y="224077"/>
                    <a:pt x="487884" y="221357"/>
                    <a:pt x="485165" y="221357"/>
                  </a:cubicBezTo>
                  <a:cubicBezTo>
                    <a:pt x="485165" y="221357"/>
                    <a:pt x="482445" y="224077"/>
                    <a:pt x="482445" y="226797"/>
                  </a:cubicBezTo>
                  <a:cubicBezTo>
                    <a:pt x="479725" y="237675"/>
                    <a:pt x="479725" y="251274"/>
                    <a:pt x="477006" y="262152"/>
                  </a:cubicBezTo>
                  <a:cubicBezTo>
                    <a:pt x="471566" y="289349"/>
                    <a:pt x="466127" y="316545"/>
                    <a:pt x="460688" y="341022"/>
                  </a:cubicBezTo>
                  <a:cubicBezTo>
                    <a:pt x="455248" y="365499"/>
                    <a:pt x="447090" y="392696"/>
                    <a:pt x="444370" y="417173"/>
                  </a:cubicBezTo>
                  <a:cubicBezTo>
                    <a:pt x="441650" y="430771"/>
                    <a:pt x="438930" y="441650"/>
                    <a:pt x="436211" y="455248"/>
                  </a:cubicBezTo>
                  <a:cubicBezTo>
                    <a:pt x="433491" y="468846"/>
                    <a:pt x="428052" y="479725"/>
                    <a:pt x="425332" y="493323"/>
                  </a:cubicBezTo>
                  <a:cubicBezTo>
                    <a:pt x="422612" y="506921"/>
                    <a:pt x="419893" y="520520"/>
                    <a:pt x="411734" y="531398"/>
                  </a:cubicBezTo>
                  <a:cubicBezTo>
                    <a:pt x="406295" y="539557"/>
                    <a:pt x="395416" y="547716"/>
                    <a:pt x="376378" y="547716"/>
                  </a:cubicBezTo>
                  <a:cubicBezTo>
                    <a:pt x="357341" y="547716"/>
                    <a:pt x="335583" y="539557"/>
                    <a:pt x="319265" y="525959"/>
                  </a:cubicBezTo>
                  <a:cubicBezTo>
                    <a:pt x="300228" y="506921"/>
                    <a:pt x="294788" y="479725"/>
                    <a:pt x="289349" y="455248"/>
                  </a:cubicBezTo>
                  <a:cubicBezTo>
                    <a:pt x="283910" y="428051"/>
                    <a:pt x="278470" y="400855"/>
                    <a:pt x="273031" y="373658"/>
                  </a:cubicBezTo>
                  <a:cubicBezTo>
                    <a:pt x="273031" y="368219"/>
                    <a:pt x="267592" y="346462"/>
                    <a:pt x="262153" y="316545"/>
                  </a:cubicBezTo>
                  <a:cubicBezTo>
                    <a:pt x="256713" y="292068"/>
                    <a:pt x="251274" y="262152"/>
                    <a:pt x="245835" y="237675"/>
                  </a:cubicBezTo>
                  <a:cubicBezTo>
                    <a:pt x="240395" y="218638"/>
                    <a:pt x="237675" y="205039"/>
                    <a:pt x="234956" y="196881"/>
                  </a:cubicBezTo>
                  <a:cubicBezTo>
                    <a:pt x="232236" y="191441"/>
                    <a:pt x="232236" y="191441"/>
                    <a:pt x="232236" y="191441"/>
                  </a:cubicBezTo>
                  <a:cubicBezTo>
                    <a:pt x="229517" y="191441"/>
                    <a:pt x="229517" y="196881"/>
                    <a:pt x="226797" y="207759"/>
                  </a:cubicBezTo>
                  <a:cubicBezTo>
                    <a:pt x="226797" y="215918"/>
                    <a:pt x="226797" y="229516"/>
                    <a:pt x="226797" y="232236"/>
                  </a:cubicBezTo>
                  <a:cubicBezTo>
                    <a:pt x="226797" y="243115"/>
                    <a:pt x="224077" y="256713"/>
                    <a:pt x="224077" y="267592"/>
                  </a:cubicBezTo>
                  <a:cubicBezTo>
                    <a:pt x="224077" y="278470"/>
                    <a:pt x="224077" y="294788"/>
                    <a:pt x="221358" y="311106"/>
                  </a:cubicBezTo>
                  <a:cubicBezTo>
                    <a:pt x="221358" y="327424"/>
                    <a:pt x="218638" y="343742"/>
                    <a:pt x="218638" y="360060"/>
                  </a:cubicBezTo>
                  <a:cubicBezTo>
                    <a:pt x="218638" y="373658"/>
                    <a:pt x="215919" y="384537"/>
                    <a:pt x="215919" y="398135"/>
                  </a:cubicBezTo>
                  <a:cubicBezTo>
                    <a:pt x="215919" y="409014"/>
                    <a:pt x="213199" y="419892"/>
                    <a:pt x="213199" y="430771"/>
                  </a:cubicBezTo>
                  <a:cubicBezTo>
                    <a:pt x="213199" y="438930"/>
                    <a:pt x="213199" y="447089"/>
                    <a:pt x="213199" y="455248"/>
                  </a:cubicBezTo>
                  <a:cubicBezTo>
                    <a:pt x="213199" y="463407"/>
                    <a:pt x="213199" y="471566"/>
                    <a:pt x="213199" y="477005"/>
                  </a:cubicBezTo>
                  <a:cubicBezTo>
                    <a:pt x="210479" y="490603"/>
                    <a:pt x="207759" y="506921"/>
                    <a:pt x="207759" y="520520"/>
                  </a:cubicBezTo>
                  <a:cubicBezTo>
                    <a:pt x="202320" y="550436"/>
                    <a:pt x="199600" y="580352"/>
                    <a:pt x="196881" y="610268"/>
                  </a:cubicBezTo>
                  <a:cubicBezTo>
                    <a:pt x="196881" y="623866"/>
                    <a:pt x="196881" y="640184"/>
                    <a:pt x="194161" y="653783"/>
                  </a:cubicBezTo>
                  <a:cubicBezTo>
                    <a:pt x="194161" y="659222"/>
                    <a:pt x="194161" y="661942"/>
                    <a:pt x="191441" y="667381"/>
                  </a:cubicBezTo>
                  <a:cubicBezTo>
                    <a:pt x="213199" y="667381"/>
                    <a:pt x="232236" y="667381"/>
                    <a:pt x="243115" y="667381"/>
                  </a:cubicBezTo>
                  <a:cubicBezTo>
                    <a:pt x="253994" y="667381"/>
                    <a:pt x="273031" y="670101"/>
                    <a:pt x="273031" y="683699"/>
                  </a:cubicBezTo>
                  <a:cubicBezTo>
                    <a:pt x="273031" y="691858"/>
                    <a:pt x="267592" y="691858"/>
                    <a:pt x="262153" y="697297"/>
                  </a:cubicBezTo>
                  <a:cubicBezTo>
                    <a:pt x="259433" y="702736"/>
                    <a:pt x="253994" y="705456"/>
                    <a:pt x="248554" y="705456"/>
                  </a:cubicBezTo>
                  <a:cubicBezTo>
                    <a:pt x="240395" y="708176"/>
                    <a:pt x="234956" y="708176"/>
                    <a:pt x="232236" y="708176"/>
                  </a:cubicBezTo>
                  <a:cubicBezTo>
                    <a:pt x="226797" y="708176"/>
                    <a:pt x="175124" y="708176"/>
                    <a:pt x="166965" y="708176"/>
                  </a:cubicBezTo>
                  <a:cubicBezTo>
                    <a:pt x="156086" y="708176"/>
                    <a:pt x="120730" y="708176"/>
                    <a:pt x="109852" y="708176"/>
                  </a:cubicBezTo>
                  <a:cubicBezTo>
                    <a:pt x="104412" y="708176"/>
                    <a:pt x="96253" y="708176"/>
                    <a:pt x="90814" y="708176"/>
                  </a:cubicBezTo>
                  <a:cubicBezTo>
                    <a:pt x="85375" y="708176"/>
                    <a:pt x="77216" y="705456"/>
                    <a:pt x="69057" y="702736"/>
                  </a:cubicBezTo>
                  <a:cubicBezTo>
                    <a:pt x="63617" y="700017"/>
                    <a:pt x="58178" y="691858"/>
                    <a:pt x="58178" y="686418"/>
                  </a:cubicBezTo>
                  <a:cubicBezTo>
                    <a:pt x="58178" y="683699"/>
                    <a:pt x="58178" y="680979"/>
                    <a:pt x="60898" y="678259"/>
                  </a:cubicBezTo>
                  <a:cubicBezTo>
                    <a:pt x="63617" y="675540"/>
                    <a:pt x="71777" y="672820"/>
                    <a:pt x="77216" y="670101"/>
                  </a:cubicBezTo>
                  <a:cubicBezTo>
                    <a:pt x="90814" y="667381"/>
                    <a:pt x="120730" y="664661"/>
                    <a:pt x="126170" y="664661"/>
                  </a:cubicBezTo>
                  <a:cubicBezTo>
                    <a:pt x="128889" y="664661"/>
                    <a:pt x="134329" y="664661"/>
                    <a:pt x="142487" y="664661"/>
                  </a:cubicBezTo>
                  <a:cubicBezTo>
                    <a:pt x="142487" y="640184"/>
                    <a:pt x="147927" y="612988"/>
                    <a:pt x="147927" y="588511"/>
                  </a:cubicBezTo>
                  <a:cubicBezTo>
                    <a:pt x="150646" y="555875"/>
                    <a:pt x="153366" y="523239"/>
                    <a:pt x="153366" y="493323"/>
                  </a:cubicBezTo>
                  <a:cubicBezTo>
                    <a:pt x="153366" y="466126"/>
                    <a:pt x="156086" y="438930"/>
                    <a:pt x="156086" y="411733"/>
                  </a:cubicBezTo>
                  <a:cubicBezTo>
                    <a:pt x="158806" y="373658"/>
                    <a:pt x="158806" y="335583"/>
                    <a:pt x="161525" y="297508"/>
                  </a:cubicBezTo>
                  <a:cubicBezTo>
                    <a:pt x="161525" y="278470"/>
                    <a:pt x="164245" y="259433"/>
                    <a:pt x="166965" y="240395"/>
                  </a:cubicBezTo>
                  <a:cubicBezTo>
                    <a:pt x="169684" y="210479"/>
                    <a:pt x="172404" y="191441"/>
                    <a:pt x="177843" y="161525"/>
                  </a:cubicBezTo>
                  <a:cubicBezTo>
                    <a:pt x="180563" y="147927"/>
                    <a:pt x="180563" y="131609"/>
                    <a:pt x="183282" y="118011"/>
                  </a:cubicBezTo>
                  <a:cubicBezTo>
                    <a:pt x="183282" y="118011"/>
                    <a:pt x="183282" y="115291"/>
                    <a:pt x="183282" y="115291"/>
                  </a:cubicBezTo>
                  <a:cubicBezTo>
                    <a:pt x="177843" y="115291"/>
                    <a:pt x="172404" y="115291"/>
                    <a:pt x="161525" y="115291"/>
                  </a:cubicBezTo>
                  <a:cubicBezTo>
                    <a:pt x="153366" y="115291"/>
                    <a:pt x="145207" y="115291"/>
                    <a:pt x="137048" y="115291"/>
                  </a:cubicBezTo>
                  <a:cubicBezTo>
                    <a:pt x="128889" y="115291"/>
                    <a:pt x="118011" y="115291"/>
                    <a:pt x="109852" y="109851"/>
                  </a:cubicBezTo>
                  <a:cubicBezTo>
                    <a:pt x="101693" y="107132"/>
                    <a:pt x="93534" y="98973"/>
                    <a:pt x="93534" y="93534"/>
                  </a:cubicBezTo>
                  <a:cubicBezTo>
                    <a:pt x="93534" y="90814"/>
                    <a:pt x="93534" y="88094"/>
                    <a:pt x="98973" y="85375"/>
                  </a:cubicBezTo>
                  <a:cubicBezTo>
                    <a:pt x="104412" y="82655"/>
                    <a:pt x="115291" y="79935"/>
                    <a:pt x="120730" y="77216"/>
                  </a:cubicBezTo>
                  <a:cubicBezTo>
                    <a:pt x="139768" y="74496"/>
                    <a:pt x="164245" y="71776"/>
                    <a:pt x="172404" y="71776"/>
                  </a:cubicBezTo>
                  <a:cubicBezTo>
                    <a:pt x="194161" y="71776"/>
                    <a:pt x="210479" y="69057"/>
                    <a:pt x="234956" y="69057"/>
                  </a:cubicBezTo>
                  <a:cubicBezTo>
                    <a:pt x="237675" y="69057"/>
                    <a:pt x="240395" y="69057"/>
                    <a:pt x="243115" y="69057"/>
                  </a:cubicBezTo>
                  <a:cubicBezTo>
                    <a:pt x="251274" y="69057"/>
                    <a:pt x="262153" y="69057"/>
                    <a:pt x="270312" y="74496"/>
                  </a:cubicBezTo>
                  <a:cubicBezTo>
                    <a:pt x="283910" y="82655"/>
                    <a:pt x="300228" y="96253"/>
                    <a:pt x="308387" y="123450"/>
                  </a:cubicBezTo>
                  <a:cubicBezTo>
                    <a:pt x="316546" y="147927"/>
                    <a:pt x="327424" y="175123"/>
                    <a:pt x="332864" y="202320"/>
                  </a:cubicBezTo>
                  <a:cubicBezTo>
                    <a:pt x="335583" y="213198"/>
                    <a:pt x="335583" y="226797"/>
                    <a:pt x="338303" y="237675"/>
                  </a:cubicBezTo>
                  <a:cubicBezTo>
                    <a:pt x="343742" y="251274"/>
                    <a:pt x="346462" y="264872"/>
                    <a:pt x="349182" y="281190"/>
                  </a:cubicBezTo>
                  <a:cubicBezTo>
                    <a:pt x="351901" y="292068"/>
                    <a:pt x="351901" y="305667"/>
                    <a:pt x="357341" y="316545"/>
                  </a:cubicBezTo>
                  <a:cubicBezTo>
                    <a:pt x="362780" y="327424"/>
                    <a:pt x="362780" y="338303"/>
                    <a:pt x="365500" y="351901"/>
                  </a:cubicBezTo>
                  <a:cubicBezTo>
                    <a:pt x="365500" y="357340"/>
                    <a:pt x="373658" y="373658"/>
                    <a:pt x="376378" y="389976"/>
                  </a:cubicBezTo>
                  <a:cubicBezTo>
                    <a:pt x="381817" y="403574"/>
                    <a:pt x="384537" y="414453"/>
                    <a:pt x="387257" y="414453"/>
                  </a:cubicBezTo>
                  <a:cubicBezTo>
                    <a:pt x="392696" y="414453"/>
                    <a:pt x="395416" y="381817"/>
                    <a:pt x="398136" y="376378"/>
                  </a:cubicBezTo>
                  <a:cubicBezTo>
                    <a:pt x="400855" y="362779"/>
                    <a:pt x="403575" y="346462"/>
                    <a:pt x="406295" y="332863"/>
                  </a:cubicBezTo>
                  <a:cubicBezTo>
                    <a:pt x="411734" y="302947"/>
                    <a:pt x="417173" y="273031"/>
                    <a:pt x="425332" y="243115"/>
                  </a:cubicBezTo>
                  <a:cubicBezTo>
                    <a:pt x="430771" y="213198"/>
                    <a:pt x="436211" y="180563"/>
                    <a:pt x="444370" y="150646"/>
                  </a:cubicBezTo>
                  <a:cubicBezTo>
                    <a:pt x="449809" y="126170"/>
                    <a:pt x="460688" y="98973"/>
                    <a:pt x="477006" y="79935"/>
                  </a:cubicBezTo>
                  <a:cubicBezTo>
                    <a:pt x="487884" y="66337"/>
                    <a:pt x="506922" y="58178"/>
                    <a:pt x="523240" y="58178"/>
                  </a:cubicBezTo>
                  <a:cubicBezTo>
                    <a:pt x="528679" y="58178"/>
                    <a:pt x="539558" y="58178"/>
                    <a:pt x="544997" y="63617"/>
                  </a:cubicBezTo>
                  <a:lnTo>
                    <a:pt x="612988" y="63617"/>
                  </a:lnTo>
                  <a:cubicBezTo>
                    <a:pt x="626587" y="63617"/>
                    <a:pt x="651064" y="63617"/>
                    <a:pt x="651064" y="79935"/>
                  </a:cubicBezTo>
                  <a:cubicBezTo>
                    <a:pt x="651064" y="88094"/>
                    <a:pt x="648344" y="88094"/>
                    <a:pt x="645624" y="96253"/>
                  </a:cubicBezTo>
                  <a:cubicBezTo>
                    <a:pt x="640185" y="101693"/>
                    <a:pt x="634746" y="104412"/>
                    <a:pt x="629307" y="104412"/>
                  </a:cubicBezTo>
                  <a:cubicBezTo>
                    <a:pt x="621147" y="107132"/>
                    <a:pt x="612988" y="107132"/>
                    <a:pt x="607549" y="107132"/>
                  </a:cubicBezTo>
                  <a:cubicBezTo>
                    <a:pt x="604829" y="107132"/>
                    <a:pt x="591231" y="107132"/>
                    <a:pt x="580353" y="107132"/>
                  </a:cubicBezTo>
                  <a:cubicBezTo>
                    <a:pt x="580353" y="109851"/>
                    <a:pt x="583072" y="112571"/>
                    <a:pt x="583072" y="115291"/>
                  </a:cubicBezTo>
                  <a:cubicBezTo>
                    <a:pt x="585792" y="128889"/>
                    <a:pt x="585792" y="142487"/>
                    <a:pt x="588512" y="156086"/>
                  </a:cubicBezTo>
                  <a:cubicBezTo>
                    <a:pt x="591231" y="169684"/>
                    <a:pt x="591231" y="183282"/>
                    <a:pt x="593951" y="196881"/>
                  </a:cubicBezTo>
                  <a:cubicBezTo>
                    <a:pt x="593951" y="207759"/>
                    <a:pt x="599390" y="215918"/>
                    <a:pt x="599390" y="226797"/>
                  </a:cubicBezTo>
                  <a:cubicBezTo>
                    <a:pt x="599390" y="229516"/>
                    <a:pt x="599390" y="229516"/>
                    <a:pt x="599390" y="232236"/>
                  </a:cubicBezTo>
                  <a:cubicBezTo>
                    <a:pt x="599390" y="234956"/>
                    <a:pt x="599390" y="237675"/>
                    <a:pt x="599390" y="240395"/>
                  </a:cubicBezTo>
                  <a:cubicBezTo>
                    <a:pt x="599390" y="251274"/>
                    <a:pt x="599390" y="259433"/>
                    <a:pt x="602110" y="270311"/>
                  </a:cubicBezTo>
                  <a:cubicBezTo>
                    <a:pt x="604829" y="283909"/>
                    <a:pt x="607549" y="294788"/>
                    <a:pt x="607549" y="308386"/>
                  </a:cubicBezTo>
                  <a:cubicBezTo>
                    <a:pt x="607549" y="311106"/>
                    <a:pt x="607549" y="316545"/>
                    <a:pt x="607549" y="319265"/>
                  </a:cubicBezTo>
                  <a:cubicBezTo>
                    <a:pt x="607549" y="324704"/>
                    <a:pt x="610269" y="330144"/>
                    <a:pt x="612988" y="335583"/>
                  </a:cubicBezTo>
                  <a:cubicBezTo>
                    <a:pt x="612988" y="338303"/>
                    <a:pt x="612988" y="343742"/>
                    <a:pt x="612988" y="346462"/>
                  </a:cubicBezTo>
                  <a:cubicBezTo>
                    <a:pt x="612988" y="354620"/>
                    <a:pt x="612988" y="362779"/>
                    <a:pt x="612988" y="370939"/>
                  </a:cubicBezTo>
                  <a:cubicBezTo>
                    <a:pt x="612988" y="379097"/>
                    <a:pt x="612988" y="387256"/>
                    <a:pt x="612988" y="395415"/>
                  </a:cubicBezTo>
                  <a:cubicBezTo>
                    <a:pt x="612988" y="403574"/>
                    <a:pt x="615708" y="414453"/>
                    <a:pt x="615708" y="422612"/>
                  </a:cubicBezTo>
                  <a:cubicBezTo>
                    <a:pt x="618428" y="430771"/>
                    <a:pt x="618428" y="436210"/>
                    <a:pt x="618428" y="441650"/>
                  </a:cubicBezTo>
                  <a:cubicBezTo>
                    <a:pt x="618428" y="444369"/>
                    <a:pt x="618428" y="449808"/>
                    <a:pt x="618428" y="455248"/>
                  </a:cubicBezTo>
                  <a:cubicBezTo>
                    <a:pt x="618428" y="460687"/>
                    <a:pt x="618428" y="460687"/>
                    <a:pt x="621147" y="463407"/>
                  </a:cubicBezTo>
                  <a:cubicBezTo>
                    <a:pt x="623867" y="471566"/>
                    <a:pt x="623867" y="477005"/>
                    <a:pt x="626587" y="482444"/>
                  </a:cubicBezTo>
                  <a:cubicBezTo>
                    <a:pt x="629307" y="493323"/>
                    <a:pt x="629307" y="506921"/>
                    <a:pt x="629307" y="517800"/>
                  </a:cubicBezTo>
                  <a:cubicBezTo>
                    <a:pt x="632026" y="534118"/>
                    <a:pt x="632026" y="547716"/>
                    <a:pt x="634746" y="561314"/>
                  </a:cubicBezTo>
                  <a:cubicBezTo>
                    <a:pt x="634746" y="564034"/>
                    <a:pt x="634746" y="564034"/>
                    <a:pt x="634746" y="566754"/>
                  </a:cubicBezTo>
                  <a:cubicBezTo>
                    <a:pt x="634746" y="572193"/>
                    <a:pt x="634746" y="577632"/>
                    <a:pt x="634746" y="583072"/>
                  </a:cubicBezTo>
                  <a:cubicBezTo>
                    <a:pt x="634746" y="596670"/>
                    <a:pt x="637466" y="602109"/>
                    <a:pt x="637466" y="607548"/>
                  </a:cubicBezTo>
                  <a:cubicBezTo>
                    <a:pt x="637466" y="610268"/>
                    <a:pt x="640185" y="615708"/>
                    <a:pt x="640185" y="618427"/>
                  </a:cubicBezTo>
                  <a:cubicBezTo>
                    <a:pt x="640185" y="623866"/>
                    <a:pt x="640185" y="629306"/>
                    <a:pt x="640185" y="632025"/>
                  </a:cubicBezTo>
                  <a:cubicBezTo>
                    <a:pt x="640185" y="634745"/>
                    <a:pt x="640185" y="637465"/>
                    <a:pt x="640185" y="640184"/>
                  </a:cubicBezTo>
                  <a:cubicBezTo>
                    <a:pt x="640185" y="645624"/>
                    <a:pt x="642905" y="653783"/>
                    <a:pt x="642905" y="659222"/>
                  </a:cubicBezTo>
                  <a:cubicBezTo>
                    <a:pt x="642905" y="661942"/>
                    <a:pt x="642905" y="661942"/>
                    <a:pt x="642905" y="664661"/>
                  </a:cubicBezTo>
                  <a:cubicBezTo>
                    <a:pt x="645624" y="678259"/>
                    <a:pt x="651064" y="678259"/>
                    <a:pt x="653783" y="678259"/>
                  </a:cubicBezTo>
                  <a:lnTo>
                    <a:pt x="653783" y="678259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277C2FCB-7D05-4824-AE10-F453FE482C72}"/>
                </a:ext>
              </a:extLst>
            </p:cNvPr>
            <p:cNvSpPr/>
            <p:nvPr/>
          </p:nvSpPr>
          <p:spPr>
            <a:xfrm>
              <a:off x="6362526" y="4242177"/>
              <a:ext cx="492259" cy="674476"/>
            </a:xfrm>
            <a:custGeom>
              <a:avLst/>
              <a:gdLst>
                <a:gd name="connsiteX0" fmla="*/ 225733 w 492259"/>
                <a:gd name="connsiteY0" fmla="*/ 97907 h 674476"/>
                <a:gd name="connsiteX1" fmla="*/ 209415 w 492259"/>
                <a:gd name="connsiteY1" fmla="*/ 119665 h 674476"/>
                <a:gd name="connsiteX2" fmla="*/ 201256 w 492259"/>
                <a:gd name="connsiteY2" fmla="*/ 152300 h 674476"/>
                <a:gd name="connsiteX3" fmla="*/ 198536 w 492259"/>
                <a:gd name="connsiteY3" fmla="*/ 168618 h 674476"/>
                <a:gd name="connsiteX4" fmla="*/ 195817 w 492259"/>
                <a:gd name="connsiteY4" fmla="*/ 184936 h 674476"/>
                <a:gd name="connsiteX5" fmla="*/ 187658 w 492259"/>
                <a:gd name="connsiteY5" fmla="*/ 220292 h 674476"/>
                <a:gd name="connsiteX6" fmla="*/ 168620 w 492259"/>
                <a:gd name="connsiteY6" fmla="*/ 291003 h 674476"/>
                <a:gd name="connsiteX7" fmla="*/ 160461 w 492259"/>
                <a:gd name="connsiteY7" fmla="*/ 323639 h 674476"/>
                <a:gd name="connsiteX8" fmla="*/ 149582 w 492259"/>
                <a:gd name="connsiteY8" fmla="*/ 361714 h 674476"/>
                <a:gd name="connsiteX9" fmla="*/ 144143 w 492259"/>
                <a:gd name="connsiteY9" fmla="*/ 388910 h 674476"/>
                <a:gd name="connsiteX10" fmla="*/ 149582 w 492259"/>
                <a:gd name="connsiteY10" fmla="*/ 391630 h 674476"/>
                <a:gd name="connsiteX11" fmla="*/ 171340 w 492259"/>
                <a:gd name="connsiteY11" fmla="*/ 391630 h 674476"/>
                <a:gd name="connsiteX12" fmla="*/ 193097 w 492259"/>
                <a:gd name="connsiteY12" fmla="*/ 388910 h 674476"/>
                <a:gd name="connsiteX13" fmla="*/ 212135 w 492259"/>
                <a:gd name="connsiteY13" fmla="*/ 388910 h 674476"/>
                <a:gd name="connsiteX14" fmla="*/ 236611 w 492259"/>
                <a:gd name="connsiteY14" fmla="*/ 388910 h 674476"/>
                <a:gd name="connsiteX15" fmla="*/ 250210 w 492259"/>
                <a:gd name="connsiteY15" fmla="*/ 386191 h 674476"/>
                <a:gd name="connsiteX16" fmla="*/ 258369 w 492259"/>
                <a:gd name="connsiteY16" fmla="*/ 386191 h 674476"/>
                <a:gd name="connsiteX17" fmla="*/ 255649 w 492259"/>
                <a:gd name="connsiteY17" fmla="*/ 367153 h 674476"/>
                <a:gd name="connsiteX18" fmla="*/ 250210 w 492259"/>
                <a:gd name="connsiteY18" fmla="*/ 331797 h 674476"/>
                <a:gd name="connsiteX19" fmla="*/ 247490 w 492259"/>
                <a:gd name="connsiteY19" fmla="*/ 244769 h 674476"/>
                <a:gd name="connsiteX20" fmla="*/ 242051 w 492259"/>
                <a:gd name="connsiteY20" fmla="*/ 203974 h 674476"/>
                <a:gd name="connsiteX21" fmla="*/ 236611 w 492259"/>
                <a:gd name="connsiteY21" fmla="*/ 157740 h 674476"/>
                <a:gd name="connsiteX22" fmla="*/ 233892 w 492259"/>
                <a:gd name="connsiteY22" fmla="*/ 119665 h 674476"/>
                <a:gd name="connsiteX23" fmla="*/ 225733 w 492259"/>
                <a:gd name="connsiteY23" fmla="*/ 97907 h 674476"/>
                <a:gd name="connsiteX24" fmla="*/ 274687 w 492259"/>
                <a:gd name="connsiteY24" fmla="*/ 0 h 674476"/>
                <a:gd name="connsiteX25" fmla="*/ 304603 w 492259"/>
                <a:gd name="connsiteY25" fmla="*/ 5439 h 674476"/>
                <a:gd name="connsiteX26" fmla="*/ 320921 w 492259"/>
                <a:gd name="connsiteY26" fmla="*/ 24477 h 674476"/>
                <a:gd name="connsiteX27" fmla="*/ 334519 w 492259"/>
                <a:gd name="connsiteY27" fmla="*/ 43515 h 674476"/>
                <a:gd name="connsiteX28" fmla="*/ 339959 w 492259"/>
                <a:gd name="connsiteY28" fmla="*/ 65272 h 674476"/>
                <a:gd name="connsiteX29" fmla="*/ 348118 w 492259"/>
                <a:gd name="connsiteY29" fmla="*/ 114226 h 674476"/>
                <a:gd name="connsiteX30" fmla="*/ 361716 w 492259"/>
                <a:gd name="connsiteY30" fmla="*/ 163180 h 674476"/>
                <a:gd name="connsiteX31" fmla="*/ 369875 w 492259"/>
                <a:gd name="connsiteY31" fmla="*/ 220293 h 674476"/>
                <a:gd name="connsiteX32" fmla="*/ 378034 w 492259"/>
                <a:gd name="connsiteY32" fmla="*/ 274686 h 674476"/>
                <a:gd name="connsiteX33" fmla="*/ 383473 w 492259"/>
                <a:gd name="connsiteY33" fmla="*/ 301883 h 674476"/>
                <a:gd name="connsiteX34" fmla="*/ 391632 w 492259"/>
                <a:gd name="connsiteY34" fmla="*/ 337238 h 674476"/>
                <a:gd name="connsiteX35" fmla="*/ 397071 w 492259"/>
                <a:gd name="connsiteY35" fmla="*/ 364435 h 674476"/>
                <a:gd name="connsiteX36" fmla="*/ 405230 w 492259"/>
                <a:gd name="connsiteY36" fmla="*/ 383473 h 674476"/>
                <a:gd name="connsiteX37" fmla="*/ 416109 w 492259"/>
                <a:gd name="connsiteY37" fmla="*/ 386192 h 674476"/>
                <a:gd name="connsiteX38" fmla="*/ 426988 w 492259"/>
                <a:gd name="connsiteY38" fmla="*/ 386192 h 674476"/>
                <a:gd name="connsiteX39" fmla="*/ 454184 w 492259"/>
                <a:gd name="connsiteY39" fmla="*/ 397071 h 674476"/>
                <a:gd name="connsiteX40" fmla="*/ 456904 w 492259"/>
                <a:gd name="connsiteY40" fmla="*/ 405230 h 674476"/>
                <a:gd name="connsiteX41" fmla="*/ 451464 w 492259"/>
                <a:gd name="connsiteY41" fmla="*/ 416108 h 674476"/>
                <a:gd name="connsiteX42" fmla="*/ 432427 w 492259"/>
                <a:gd name="connsiteY42" fmla="*/ 429707 h 674476"/>
                <a:gd name="connsiteX43" fmla="*/ 421548 w 492259"/>
                <a:gd name="connsiteY43" fmla="*/ 432426 h 674476"/>
                <a:gd name="connsiteX44" fmla="*/ 413389 w 492259"/>
                <a:gd name="connsiteY44" fmla="*/ 435146 h 674476"/>
                <a:gd name="connsiteX45" fmla="*/ 413389 w 492259"/>
                <a:gd name="connsiteY45" fmla="*/ 440585 h 674476"/>
                <a:gd name="connsiteX46" fmla="*/ 416109 w 492259"/>
                <a:gd name="connsiteY46" fmla="*/ 451464 h 674476"/>
                <a:gd name="connsiteX47" fmla="*/ 418829 w 492259"/>
                <a:gd name="connsiteY47" fmla="*/ 465062 h 674476"/>
                <a:gd name="connsiteX48" fmla="*/ 418829 w 492259"/>
                <a:gd name="connsiteY48" fmla="*/ 475941 h 674476"/>
                <a:gd name="connsiteX49" fmla="*/ 418829 w 492259"/>
                <a:gd name="connsiteY49" fmla="*/ 486820 h 674476"/>
                <a:gd name="connsiteX50" fmla="*/ 426988 w 492259"/>
                <a:gd name="connsiteY50" fmla="*/ 516736 h 674476"/>
                <a:gd name="connsiteX51" fmla="*/ 432427 w 492259"/>
                <a:gd name="connsiteY51" fmla="*/ 543932 h 674476"/>
                <a:gd name="connsiteX52" fmla="*/ 437866 w 492259"/>
                <a:gd name="connsiteY52" fmla="*/ 573848 h 674476"/>
                <a:gd name="connsiteX53" fmla="*/ 443306 w 492259"/>
                <a:gd name="connsiteY53" fmla="*/ 606484 h 674476"/>
                <a:gd name="connsiteX54" fmla="*/ 446025 w 492259"/>
                <a:gd name="connsiteY54" fmla="*/ 617363 h 674476"/>
                <a:gd name="connsiteX55" fmla="*/ 470502 w 492259"/>
                <a:gd name="connsiteY55" fmla="*/ 617363 h 674476"/>
                <a:gd name="connsiteX56" fmla="*/ 492259 w 492259"/>
                <a:gd name="connsiteY56" fmla="*/ 641840 h 674476"/>
                <a:gd name="connsiteX57" fmla="*/ 484101 w 492259"/>
                <a:gd name="connsiteY57" fmla="*/ 655438 h 674476"/>
                <a:gd name="connsiteX58" fmla="*/ 467782 w 492259"/>
                <a:gd name="connsiteY58" fmla="*/ 663597 h 674476"/>
                <a:gd name="connsiteX59" fmla="*/ 443306 w 492259"/>
                <a:gd name="connsiteY59" fmla="*/ 666317 h 674476"/>
                <a:gd name="connsiteX60" fmla="*/ 421548 w 492259"/>
                <a:gd name="connsiteY60" fmla="*/ 666317 h 674476"/>
                <a:gd name="connsiteX61" fmla="*/ 413389 w 492259"/>
                <a:gd name="connsiteY61" fmla="*/ 666317 h 674476"/>
                <a:gd name="connsiteX62" fmla="*/ 399791 w 492259"/>
                <a:gd name="connsiteY62" fmla="*/ 671756 h 674476"/>
                <a:gd name="connsiteX63" fmla="*/ 383473 w 492259"/>
                <a:gd name="connsiteY63" fmla="*/ 674476 h 674476"/>
                <a:gd name="connsiteX64" fmla="*/ 348118 w 492259"/>
                <a:gd name="connsiteY64" fmla="*/ 669036 h 674476"/>
                <a:gd name="connsiteX65" fmla="*/ 326360 w 492259"/>
                <a:gd name="connsiteY65" fmla="*/ 669036 h 674476"/>
                <a:gd name="connsiteX66" fmla="*/ 277406 w 492259"/>
                <a:gd name="connsiteY66" fmla="*/ 669036 h 674476"/>
                <a:gd name="connsiteX67" fmla="*/ 252930 w 492259"/>
                <a:gd name="connsiteY67" fmla="*/ 663597 h 674476"/>
                <a:gd name="connsiteX68" fmla="*/ 236611 w 492259"/>
                <a:gd name="connsiteY68" fmla="*/ 647279 h 674476"/>
                <a:gd name="connsiteX69" fmla="*/ 261088 w 492259"/>
                <a:gd name="connsiteY69" fmla="*/ 630961 h 674476"/>
                <a:gd name="connsiteX70" fmla="*/ 288285 w 492259"/>
                <a:gd name="connsiteY70" fmla="*/ 628241 h 674476"/>
                <a:gd name="connsiteX71" fmla="*/ 285565 w 492259"/>
                <a:gd name="connsiteY71" fmla="*/ 609204 h 674476"/>
                <a:gd name="connsiteX72" fmla="*/ 282846 w 492259"/>
                <a:gd name="connsiteY72" fmla="*/ 582007 h 674476"/>
                <a:gd name="connsiteX73" fmla="*/ 280126 w 492259"/>
                <a:gd name="connsiteY73" fmla="*/ 568409 h 674476"/>
                <a:gd name="connsiteX74" fmla="*/ 282846 w 492259"/>
                <a:gd name="connsiteY74" fmla="*/ 554811 h 674476"/>
                <a:gd name="connsiteX75" fmla="*/ 277406 w 492259"/>
                <a:gd name="connsiteY75" fmla="*/ 538493 h 674476"/>
                <a:gd name="connsiteX76" fmla="*/ 271967 w 492259"/>
                <a:gd name="connsiteY76" fmla="*/ 505857 h 674476"/>
                <a:gd name="connsiteX77" fmla="*/ 269247 w 492259"/>
                <a:gd name="connsiteY77" fmla="*/ 478660 h 674476"/>
                <a:gd name="connsiteX78" fmla="*/ 266528 w 492259"/>
                <a:gd name="connsiteY78" fmla="*/ 446025 h 674476"/>
                <a:gd name="connsiteX79" fmla="*/ 261088 w 492259"/>
                <a:gd name="connsiteY79" fmla="*/ 437866 h 674476"/>
                <a:gd name="connsiteX80" fmla="*/ 250210 w 492259"/>
                <a:gd name="connsiteY80" fmla="*/ 437866 h 674476"/>
                <a:gd name="connsiteX81" fmla="*/ 220293 w 492259"/>
                <a:gd name="connsiteY81" fmla="*/ 440585 h 674476"/>
                <a:gd name="connsiteX82" fmla="*/ 190377 w 492259"/>
                <a:gd name="connsiteY82" fmla="*/ 443305 h 674476"/>
                <a:gd name="connsiteX83" fmla="*/ 165900 w 492259"/>
                <a:gd name="connsiteY83" fmla="*/ 443305 h 674476"/>
                <a:gd name="connsiteX84" fmla="*/ 144143 w 492259"/>
                <a:gd name="connsiteY84" fmla="*/ 440585 h 674476"/>
                <a:gd name="connsiteX85" fmla="*/ 135984 w 492259"/>
                <a:gd name="connsiteY85" fmla="*/ 454184 h 674476"/>
                <a:gd name="connsiteX86" fmla="*/ 130545 w 492259"/>
                <a:gd name="connsiteY86" fmla="*/ 486820 h 674476"/>
                <a:gd name="connsiteX87" fmla="*/ 119666 w 492259"/>
                <a:gd name="connsiteY87" fmla="*/ 541213 h 674476"/>
                <a:gd name="connsiteX88" fmla="*/ 103348 w 492259"/>
                <a:gd name="connsiteY88" fmla="*/ 614643 h 674476"/>
                <a:gd name="connsiteX89" fmla="*/ 133264 w 492259"/>
                <a:gd name="connsiteY89" fmla="*/ 614643 h 674476"/>
                <a:gd name="connsiteX90" fmla="*/ 168620 w 492259"/>
                <a:gd name="connsiteY90" fmla="*/ 630961 h 674476"/>
                <a:gd name="connsiteX91" fmla="*/ 163181 w 492259"/>
                <a:gd name="connsiteY91" fmla="*/ 647279 h 674476"/>
                <a:gd name="connsiteX92" fmla="*/ 146863 w 492259"/>
                <a:gd name="connsiteY92" fmla="*/ 655438 h 674476"/>
                <a:gd name="connsiteX93" fmla="*/ 127825 w 492259"/>
                <a:gd name="connsiteY93" fmla="*/ 658158 h 674476"/>
                <a:gd name="connsiteX94" fmla="*/ 106068 w 492259"/>
                <a:gd name="connsiteY94" fmla="*/ 658158 h 674476"/>
                <a:gd name="connsiteX95" fmla="*/ 62552 w 492259"/>
                <a:gd name="connsiteY95" fmla="*/ 658158 h 674476"/>
                <a:gd name="connsiteX96" fmla="*/ 40795 w 492259"/>
                <a:gd name="connsiteY96" fmla="*/ 658158 h 674476"/>
                <a:gd name="connsiteX97" fmla="*/ 16318 w 492259"/>
                <a:gd name="connsiteY97" fmla="*/ 652718 h 674476"/>
                <a:gd name="connsiteX98" fmla="*/ 0 w 492259"/>
                <a:gd name="connsiteY98" fmla="*/ 636401 h 674476"/>
                <a:gd name="connsiteX99" fmla="*/ 2720 w 492259"/>
                <a:gd name="connsiteY99" fmla="*/ 628241 h 674476"/>
                <a:gd name="connsiteX100" fmla="*/ 24477 w 492259"/>
                <a:gd name="connsiteY100" fmla="*/ 620082 h 674476"/>
                <a:gd name="connsiteX101" fmla="*/ 62552 w 492259"/>
                <a:gd name="connsiteY101" fmla="*/ 617363 h 674476"/>
                <a:gd name="connsiteX102" fmla="*/ 62552 w 492259"/>
                <a:gd name="connsiteY102" fmla="*/ 614643 h 674476"/>
                <a:gd name="connsiteX103" fmla="*/ 65272 w 492259"/>
                <a:gd name="connsiteY103" fmla="*/ 587447 h 674476"/>
                <a:gd name="connsiteX104" fmla="*/ 76151 w 492259"/>
                <a:gd name="connsiteY104" fmla="*/ 522175 h 674476"/>
                <a:gd name="connsiteX105" fmla="*/ 87029 w 492259"/>
                <a:gd name="connsiteY105" fmla="*/ 470501 h 674476"/>
                <a:gd name="connsiteX106" fmla="*/ 92468 w 492259"/>
                <a:gd name="connsiteY106" fmla="*/ 446025 h 674476"/>
                <a:gd name="connsiteX107" fmla="*/ 65272 w 492259"/>
                <a:gd name="connsiteY107" fmla="*/ 432426 h 674476"/>
                <a:gd name="connsiteX108" fmla="*/ 54393 w 492259"/>
                <a:gd name="connsiteY108" fmla="*/ 421548 h 674476"/>
                <a:gd name="connsiteX109" fmla="*/ 73431 w 492259"/>
                <a:gd name="connsiteY109" fmla="*/ 407949 h 674476"/>
                <a:gd name="connsiteX110" fmla="*/ 100629 w 492259"/>
                <a:gd name="connsiteY110" fmla="*/ 399790 h 674476"/>
                <a:gd name="connsiteX111" fmla="*/ 108788 w 492259"/>
                <a:gd name="connsiteY111" fmla="*/ 369874 h 674476"/>
                <a:gd name="connsiteX112" fmla="*/ 125105 w 492259"/>
                <a:gd name="connsiteY112" fmla="*/ 307322 h 674476"/>
                <a:gd name="connsiteX113" fmla="*/ 141423 w 492259"/>
                <a:gd name="connsiteY113" fmla="*/ 242051 h 674476"/>
                <a:gd name="connsiteX114" fmla="*/ 155022 w 492259"/>
                <a:gd name="connsiteY114" fmla="*/ 179498 h 674476"/>
                <a:gd name="connsiteX115" fmla="*/ 168620 w 492259"/>
                <a:gd name="connsiteY115" fmla="*/ 119665 h 674476"/>
                <a:gd name="connsiteX116" fmla="*/ 193097 w 492259"/>
                <a:gd name="connsiteY116" fmla="*/ 57113 h 674476"/>
                <a:gd name="connsiteX117" fmla="*/ 201256 w 492259"/>
                <a:gd name="connsiteY117" fmla="*/ 38075 h 674476"/>
                <a:gd name="connsiteX118" fmla="*/ 217574 w 492259"/>
                <a:gd name="connsiteY118" fmla="*/ 13598 h 674476"/>
                <a:gd name="connsiteX119" fmla="*/ 274687 w 492259"/>
                <a:gd name="connsiteY119" fmla="*/ 0 h 674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</a:cxnLst>
              <a:rect l="l" t="t" r="r" b="b"/>
              <a:pathLst>
                <a:path w="492259" h="674476">
                  <a:moveTo>
                    <a:pt x="225733" y="97907"/>
                  </a:moveTo>
                  <a:cubicBezTo>
                    <a:pt x="217574" y="97907"/>
                    <a:pt x="209415" y="114225"/>
                    <a:pt x="209415" y="119665"/>
                  </a:cubicBezTo>
                  <a:cubicBezTo>
                    <a:pt x="206695" y="130543"/>
                    <a:pt x="203976" y="144141"/>
                    <a:pt x="201256" y="152300"/>
                  </a:cubicBezTo>
                  <a:cubicBezTo>
                    <a:pt x="198536" y="157740"/>
                    <a:pt x="198536" y="163179"/>
                    <a:pt x="198536" y="168618"/>
                  </a:cubicBezTo>
                  <a:cubicBezTo>
                    <a:pt x="198536" y="174058"/>
                    <a:pt x="195817" y="179497"/>
                    <a:pt x="195817" y="184936"/>
                  </a:cubicBezTo>
                  <a:cubicBezTo>
                    <a:pt x="193097" y="195815"/>
                    <a:pt x="190377" y="209413"/>
                    <a:pt x="187658" y="220292"/>
                  </a:cubicBezTo>
                  <a:cubicBezTo>
                    <a:pt x="184938" y="244769"/>
                    <a:pt x="176779" y="269246"/>
                    <a:pt x="168620" y="291003"/>
                  </a:cubicBezTo>
                  <a:cubicBezTo>
                    <a:pt x="165900" y="301881"/>
                    <a:pt x="163181" y="312760"/>
                    <a:pt x="160461" y="323639"/>
                  </a:cubicBezTo>
                  <a:cubicBezTo>
                    <a:pt x="157742" y="337237"/>
                    <a:pt x="155022" y="348115"/>
                    <a:pt x="149582" y="361714"/>
                  </a:cubicBezTo>
                  <a:cubicBezTo>
                    <a:pt x="146863" y="367153"/>
                    <a:pt x="144143" y="383471"/>
                    <a:pt x="144143" y="388910"/>
                  </a:cubicBezTo>
                  <a:cubicBezTo>
                    <a:pt x="144143" y="391630"/>
                    <a:pt x="146863" y="391630"/>
                    <a:pt x="149582" y="391630"/>
                  </a:cubicBezTo>
                  <a:cubicBezTo>
                    <a:pt x="155022" y="391630"/>
                    <a:pt x="168620" y="391630"/>
                    <a:pt x="171340" y="391630"/>
                  </a:cubicBezTo>
                  <a:cubicBezTo>
                    <a:pt x="179498" y="391630"/>
                    <a:pt x="187658" y="391630"/>
                    <a:pt x="193097" y="388910"/>
                  </a:cubicBezTo>
                  <a:cubicBezTo>
                    <a:pt x="198536" y="388910"/>
                    <a:pt x="203976" y="388910"/>
                    <a:pt x="212135" y="388910"/>
                  </a:cubicBezTo>
                  <a:cubicBezTo>
                    <a:pt x="217574" y="388910"/>
                    <a:pt x="225733" y="388910"/>
                    <a:pt x="236611" y="388910"/>
                  </a:cubicBezTo>
                  <a:cubicBezTo>
                    <a:pt x="242051" y="388910"/>
                    <a:pt x="247490" y="388910"/>
                    <a:pt x="250210" y="386191"/>
                  </a:cubicBezTo>
                  <a:cubicBezTo>
                    <a:pt x="255649" y="391630"/>
                    <a:pt x="258369" y="388910"/>
                    <a:pt x="258369" y="386191"/>
                  </a:cubicBezTo>
                  <a:cubicBezTo>
                    <a:pt x="258369" y="380751"/>
                    <a:pt x="255649" y="372592"/>
                    <a:pt x="255649" y="367153"/>
                  </a:cubicBezTo>
                  <a:cubicBezTo>
                    <a:pt x="252930" y="353555"/>
                    <a:pt x="250210" y="342676"/>
                    <a:pt x="250210" y="331797"/>
                  </a:cubicBezTo>
                  <a:cubicBezTo>
                    <a:pt x="250210" y="301881"/>
                    <a:pt x="250210" y="274685"/>
                    <a:pt x="247490" y="244769"/>
                  </a:cubicBezTo>
                  <a:cubicBezTo>
                    <a:pt x="247490" y="231170"/>
                    <a:pt x="244771" y="217572"/>
                    <a:pt x="242051" y="203974"/>
                  </a:cubicBezTo>
                  <a:cubicBezTo>
                    <a:pt x="239331" y="187656"/>
                    <a:pt x="236611" y="174058"/>
                    <a:pt x="236611" y="157740"/>
                  </a:cubicBezTo>
                  <a:cubicBezTo>
                    <a:pt x="236611" y="152300"/>
                    <a:pt x="236611" y="133263"/>
                    <a:pt x="233892" y="119665"/>
                  </a:cubicBezTo>
                  <a:cubicBezTo>
                    <a:pt x="233892" y="106066"/>
                    <a:pt x="231172" y="97907"/>
                    <a:pt x="225733" y="97907"/>
                  </a:cubicBezTo>
                  <a:close/>
                  <a:moveTo>
                    <a:pt x="274687" y="0"/>
                  </a:moveTo>
                  <a:cubicBezTo>
                    <a:pt x="288285" y="0"/>
                    <a:pt x="293724" y="2720"/>
                    <a:pt x="304603" y="5439"/>
                  </a:cubicBezTo>
                  <a:cubicBezTo>
                    <a:pt x="315481" y="10879"/>
                    <a:pt x="315481" y="16318"/>
                    <a:pt x="320921" y="24477"/>
                  </a:cubicBezTo>
                  <a:cubicBezTo>
                    <a:pt x="326360" y="29916"/>
                    <a:pt x="331800" y="35356"/>
                    <a:pt x="334519" y="43515"/>
                  </a:cubicBezTo>
                  <a:cubicBezTo>
                    <a:pt x="337239" y="51674"/>
                    <a:pt x="337239" y="57113"/>
                    <a:pt x="339959" y="65272"/>
                  </a:cubicBezTo>
                  <a:cubicBezTo>
                    <a:pt x="345398" y="78870"/>
                    <a:pt x="342678" y="97908"/>
                    <a:pt x="348118" y="114226"/>
                  </a:cubicBezTo>
                  <a:cubicBezTo>
                    <a:pt x="350837" y="130544"/>
                    <a:pt x="358996" y="146863"/>
                    <a:pt x="361716" y="163180"/>
                  </a:cubicBezTo>
                  <a:cubicBezTo>
                    <a:pt x="364435" y="182218"/>
                    <a:pt x="364435" y="201256"/>
                    <a:pt x="369875" y="220293"/>
                  </a:cubicBezTo>
                  <a:cubicBezTo>
                    <a:pt x="375314" y="239331"/>
                    <a:pt x="378034" y="255649"/>
                    <a:pt x="378034" y="274686"/>
                  </a:cubicBezTo>
                  <a:cubicBezTo>
                    <a:pt x="378034" y="282845"/>
                    <a:pt x="380753" y="293724"/>
                    <a:pt x="383473" y="301883"/>
                  </a:cubicBezTo>
                  <a:cubicBezTo>
                    <a:pt x="386193" y="312762"/>
                    <a:pt x="388913" y="326360"/>
                    <a:pt x="391632" y="337238"/>
                  </a:cubicBezTo>
                  <a:cubicBezTo>
                    <a:pt x="391632" y="342678"/>
                    <a:pt x="394352" y="353556"/>
                    <a:pt x="397071" y="364435"/>
                  </a:cubicBezTo>
                  <a:cubicBezTo>
                    <a:pt x="399791" y="372594"/>
                    <a:pt x="402511" y="380753"/>
                    <a:pt x="405230" y="383473"/>
                  </a:cubicBezTo>
                  <a:cubicBezTo>
                    <a:pt x="407950" y="386192"/>
                    <a:pt x="413389" y="386192"/>
                    <a:pt x="416109" y="386192"/>
                  </a:cubicBezTo>
                  <a:cubicBezTo>
                    <a:pt x="418829" y="386192"/>
                    <a:pt x="424268" y="386192"/>
                    <a:pt x="426988" y="386192"/>
                  </a:cubicBezTo>
                  <a:cubicBezTo>
                    <a:pt x="437866" y="386192"/>
                    <a:pt x="448745" y="388912"/>
                    <a:pt x="454184" y="397071"/>
                  </a:cubicBezTo>
                  <a:cubicBezTo>
                    <a:pt x="456904" y="399790"/>
                    <a:pt x="456904" y="402510"/>
                    <a:pt x="456904" y="405230"/>
                  </a:cubicBezTo>
                  <a:cubicBezTo>
                    <a:pt x="456904" y="407949"/>
                    <a:pt x="454184" y="410669"/>
                    <a:pt x="451464" y="416108"/>
                  </a:cubicBezTo>
                  <a:cubicBezTo>
                    <a:pt x="446025" y="421548"/>
                    <a:pt x="440586" y="426987"/>
                    <a:pt x="432427" y="429707"/>
                  </a:cubicBezTo>
                  <a:cubicBezTo>
                    <a:pt x="429707" y="429707"/>
                    <a:pt x="426988" y="432426"/>
                    <a:pt x="421548" y="432426"/>
                  </a:cubicBezTo>
                  <a:cubicBezTo>
                    <a:pt x="418829" y="432426"/>
                    <a:pt x="416109" y="432426"/>
                    <a:pt x="413389" y="435146"/>
                  </a:cubicBezTo>
                  <a:cubicBezTo>
                    <a:pt x="413389" y="435146"/>
                    <a:pt x="413389" y="437866"/>
                    <a:pt x="413389" y="440585"/>
                  </a:cubicBezTo>
                  <a:cubicBezTo>
                    <a:pt x="413389" y="443305"/>
                    <a:pt x="413389" y="448744"/>
                    <a:pt x="416109" y="451464"/>
                  </a:cubicBezTo>
                  <a:cubicBezTo>
                    <a:pt x="416109" y="456903"/>
                    <a:pt x="418829" y="462343"/>
                    <a:pt x="418829" y="465062"/>
                  </a:cubicBezTo>
                  <a:lnTo>
                    <a:pt x="418829" y="475941"/>
                  </a:lnTo>
                  <a:cubicBezTo>
                    <a:pt x="418829" y="481380"/>
                    <a:pt x="418829" y="484100"/>
                    <a:pt x="418829" y="486820"/>
                  </a:cubicBezTo>
                  <a:cubicBezTo>
                    <a:pt x="421548" y="497698"/>
                    <a:pt x="424268" y="505857"/>
                    <a:pt x="426988" y="516736"/>
                  </a:cubicBezTo>
                  <a:cubicBezTo>
                    <a:pt x="426988" y="524895"/>
                    <a:pt x="429707" y="535773"/>
                    <a:pt x="432427" y="543932"/>
                  </a:cubicBezTo>
                  <a:cubicBezTo>
                    <a:pt x="435147" y="554811"/>
                    <a:pt x="437866" y="562970"/>
                    <a:pt x="437866" y="573848"/>
                  </a:cubicBezTo>
                  <a:cubicBezTo>
                    <a:pt x="437866" y="587447"/>
                    <a:pt x="440586" y="595606"/>
                    <a:pt x="443306" y="606484"/>
                  </a:cubicBezTo>
                  <a:cubicBezTo>
                    <a:pt x="443306" y="609204"/>
                    <a:pt x="446025" y="614643"/>
                    <a:pt x="446025" y="617363"/>
                  </a:cubicBezTo>
                  <a:cubicBezTo>
                    <a:pt x="454184" y="617363"/>
                    <a:pt x="462343" y="617363"/>
                    <a:pt x="470502" y="617363"/>
                  </a:cubicBezTo>
                  <a:cubicBezTo>
                    <a:pt x="475942" y="625522"/>
                    <a:pt x="492259" y="630961"/>
                    <a:pt x="492259" y="641840"/>
                  </a:cubicBezTo>
                  <a:cubicBezTo>
                    <a:pt x="492259" y="647279"/>
                    <a:pt x="486820" y="649999"/>
                    <a:pt x="484101" y="655438"/>
                  </a:cubicBezTo>
                  <a:cubicBezTo>
                    <a:pt x="481381" y="660877"/>
                    <a:pt x="473222" y="663597"/>
                    <a:pt x="467782" y="663597"/>
                  </a:cubicBezTo>
                  <a:cubicBezTo>
                    <a:pt x="456904" y="666317"/>
                    <a:pt x="451464" y="666317"/>
                    <a:pt x="443306" y="666317"/>
                  </a:cubicBezTo>
                  <a:cubicBezTo>
                    <a:pt x="437866" y="666317"/>
                    <a:pt x="429707" y="666317"/>
                    <a:pt x="421548" y="666317"/>
                  </a:cubicBezTo>
                  <a:cubicBezTo>
                    <a:pt x="418829" y="666317"/>
                    <a:pt x="416109" y="666317"/>
                    <a:pt x="413389" y="666317"/>
                  </a:cubicBezTo>
                  <a:cubicBezTo>
                    <a:pt x="407950" y="669036"/>
                    <a:pt x="405230" y="669036"/>
                    <a:pt x="399791" y="671756"/>
                  </a:cubicBezTo>
                  <a:cubicBezTo>
                    <a:pt x="394352" y="671756"/>
                    <a:pt x="388913" y="674476"/>
                    <a:pt x="383473" y="674476"/>
                  </a:cubicBezTo>
                  <a:cubicBezTo>
                    <a:pt x="372594" y="674476"/>
                    <a:pt x="358996" y="671756"/>
                    <a:pt x="348118" y="669036"/>
                  </a:cubicBezTo>
                  <a:cubicBezTo>
                    <a:pt x="339959" y="669036"/>
                    <a:pt x="331800" y="669036"/>
                    <a:pt x="326360" y="669036"/>
                  </a:cubicBezTo>
                  <a:cubicBezTo>
                    <a:pt x="304603" y="669036"/>
                    <a:pt x="285565" y="669036"/>
                    <a:pt x="277406" y="669036"/>
                  </a:cubicBezTo>
                  <a:cubicBezTo>
                    <a:pt x="269247" y="669036"/>
                    <a:pt x="258369" y="669036"/>
                    <a:pt x="252930" y="663597"/>
                  </a:cubicBezTo>
                  <a:cubicBezTo>
                    <a:pt x="247490" y="660877"/>
                    <a:pt x="236611" y="655438"/>
                    <a:pt x="236611" y="647279"/>
                  </a:cubicBezTo>
                  <a:cubicBezTo>
                    <a:pt x="236611" y="636401"/>
                    <a:pt x="252930" y="633681"/>
                    <a:pt x="261088" y="630961"/>
                  </a:cubicBezTo>
                  <a:cubicBezTo>
                    <a:pt x="266528" y="630961"/>
                    <a:pt x="274687" y="630961"/>
                    <a:pt x="288285" y="628241"/>
                  </a:cubicBezTo>
                  <a:cubicBezTo>
                    <a:pt x="288285" y="620082"/>
                    <a:pt x="288285" y="614643"/>
                    <a:pt x="285565" y="609204"/>
                  </a:cubicBezTo>
                  <a:cubicBezTo>
                    <a:pt x="285565" y="601045"/>
                    <a:pt x="282846" y="590166"/>
                    <a:pt x="282846" y="582007"/>
                  </a:cubicBezTo>
                  <a:cubicBezTo>
                    <a:pt x="282846" y="576568"/>
                    <a:pt x="280126" y="573848"/>
                    <a:pt x="280126" y="568409"/>
                  </a:cubicBezTo>
                  <a:cubicBezTo>
                    <a:pt x="280126" y="562970"/>
                    <a:pt x="282846" y="557531"/>
                    <a:pt x="282846" y="554811"/>
                  </a:cubicBezTo>
                  <a:cubicBezTo>
                    <a:pt x="282846" y="549371"/>
                    <a:pt x="280126" y="546652"/>
                    <a:pt x="277406" y="538493"/>
                  </a:cubicBezTo>
                  <a:cubicBezTo>
                    <a:pt x="277406" y="527614"/>
                    <a:pt x="271967" y="516736"/>
                    <a:pt x="271967" y="505857"/>
                  </a:cubicBezTo>
                  <a:cubicBezTo>
                    <a:pt x="271967" y="494978"/>
                    <a:pt x="271967" y="486820"/>
                    <a:pt x="269247" y="478660"/>
                  </a:cubicBezTo>
                  <a:cubicBezTo>
                    <a:pt x="266528" y="467782"/>
                    <a:pt x="266528" y="456903"/>
                    <a:pt x="266528" y="446025"/>
                  </a:cubicBezTo>
                  <a:cubicBezTo>
                    <a:pt x="266528" y="440585"/>
                    <a:pt x="263808" y="437866"/>
                    <a:pt x="261088" y="437866"/>
                  </a:cubicBezTo>
                  <a:cubicBezTo>
                    <a:pt x="258369" y="437866"/>
                    <a:pt x="255649" y="437866"/>
                    <a:pt x="250210" y="437866"/>
                  </a:cubicBezTo>
                  <a:cubicBezTo>
                    <a:pt x="239331" y="437866"/>
                    <a:pt x="228452" y="437866"/>
                    <a:pt x="220293" y="440585"/>
                  </a:cubicBezTo>
                  <a:cubicBezTo>
                    <a:pt x="209415" y="440585"/>
                    <a:pt x="201256" y="443305"/>
                    <a:pt x="190377" y="443305"/>
                  </a:cubicBezTo>
                  <a:cubicBezTo>
                    <a:pt x="182218" y="443305"/>
                    <a:pt x="174059" y="443305"/>
                    <a:pt x="165900" y="443305"/>
                  </a:cubicBezTo>
                  <a:cubicBezTo>
                    <a:pt x="163181" y="443305"/>
                    <a:pt x="152302" y="440585"/>
                    <a:pt x="144143" y="440585"/>
                  </a:cubicBezTo>
                  <a:cubicBezTo>
                    <a:pt x="135984" y="440585"/>
                    <a:pt x="135984" y="448744"/>
                    <a:pt x="135984" y="454184"/>
                  </a:cubicBezTo>
                  <a:cubicBezTo>
                    <a:pt x="135984" y="465062"/>
                    <a:pt x="133264" y="475941"/>
                    <a:pt x="130545" y="486820"/>
                  </a:cubicBezTo>
                  <a:cubicBezTo>
                    <a:pt x="127825" y="505857"/>
                    <a:pt x="122386" y="522175"/>
                    <a:pt x="119666" y="541213"/>
                  </a:cubicBezTo>
                  <a:cubicBezTo>
                    <a:pt x="116947" y="560250"/>
                    <a:pt x="108788" y="595606"/>
                    <a:pt x="103348" y="614643"/>
                  </a:cubicBezTo>
                  <a:cubicBezTo>
                    <a:pt x="111507" y="614643"/>
                    <a:pt x="122386" y="614643"/>
                    <a:pt x="133264" y="614643"/>
                  </a:cubicBezTo>
                  <a:cubicBezTo>
                    <a:pt x="146863" y="614643"/>
                    <a:pt x="168620" y="614643"/>
                    <a:pt x="168620" y="630961"/>
                  </a:cubicBezTo>
                  <a:cubicBezTo>
                    <a:pt x="168620" y="639120"/>
                    <a:pt x="165900" y="639120"/>
                    <a:pt x="163181" y="647279"/>
                  </a:cubicBezTo>
                  <a:cubicBezTo>
                    <a:pt x="160461" y="652718"/>
                    <a:pt x="152302" y="655438"/>
                    <a:pt x="146863" y="655438"/>
                  </a:cubicBezTo>
                  <a:cubicBezTo>
                    <a:pt x="138704" y="658158"/>
                    <a:pt x="133264" y="658158"/>
                    <a:pt x="127825" y="658158"/>
                  </a:cubicBezTo>
                  <a:cubicBezTo>
                    <a:pt x="122386" y="658158"/>
                    <a:pt x="116947" y="658158"/>
                    <a:pt x="106068" y="658158"/>
                  </a:cubicBezTo>
                  <a:cubicBezTo>
                    <a:pt x="92468" y="658158"/>
                    <a:pt x="78870" y="658158"/>
                    <a:pt x="62552" y="658158"/>
                  </a:cubicBezTo>
                  <a:cubicBezTo>
                    <a:pt x="54393" y="658158"/>
                    <a:pt x="46234" y="658158"/>
                    <a:pt x="40795" y="658158"/>
                  </a:cubicBezTo>
                  <a:cubicBezTo>
                    <a:pt x="32636" y="658158"/>
                    <a:pt x="21758" y="658158"/>
                    <a:pt x="16318" y="652718"/>
                  </a:cubicBezTo>
                  <a:cubicBezTo>
                    <a:pt x="8159" y="649999"/>
                    <a:pt x="0" y="641840"/>
                    <a:pt x="0" y="636401"/>
                  </a:cubicBezTo>
                  <a:cubicBezTo>
                    <a:pt x="0" y="633681"/>
                    <a:pt x="0" y="630961"/>
                    <a:pt x="2720" y="628241"/>
                  </a:cubicBezTo>
                  <a:cubicBezTo>
                    <a:pt x="8159" y="625522"/>
                    <a:pt x="16318" y="622802"/>
                    <a:pt x="24477" y="620082"/>
                  </a:cubicBezTo>
                  <a:cubicBezTo>
                    <a:pt x="38075" y="617363"/>
                    <a:pt x="48954" y="617363"/>
                    <a:pt x="62552" y="617363"/>
                  </a:cubicBezTo>
                  <a:cubicBezTo>
                    <a:pt x="62552" y="617363"/>
                    <a:pt x="62552" y="614643"/>
                    <a:pt x="62552" y="614643"/>
                  </a:cubicBezTo>
                  <a:cubicBezTo>
                    <a:pt x="62552" y="603765"/>
                    <a:pt x="65272" y="590166"/>
                    <a:pt x="65272" y="587447"/>
                  </a:cubicBezTo>
                  <a:cubicBezTo>
                    <a:pt x="67992" y="565689"/>
                    <a:pt x="73431" y="543932"/>
                    <a:pt x="76151" y="522175"/>
                  </a:cubicBezTo>
                  <a:cubicBezTo>
                    <a:pt x="78870" y="505857"/>
                    <a:pt x="81590" y="486820"/>
                    <a:pt x="87029" y="470501"/>
                  </a:cubicBezTo>
                  <a:cubicBezTo>
                    <a:pt x="87029" y="465062"/>
                    <a:pt x="92468" y="451464"/>
                    <a:pt x="92468" y="446025"/>
                  </a:cubicBezTo>
                  <a:cubicBezTo>
                    <a:pt x="92468" y="437866"/>
                    <a:pt x="73431" y="437866"/>
                    <a:pt x="65272" y="432426"/>
                  </a:cubicBezTo>
                  <a:cubicBezTo>
                    <a:pt x="59833" y="429707"/>
                    <a:pt x="54393" y="426987"/>
                    <a:pt x="54393" y="421548"/>
                  </a:cubicBezTo>
                  <a:cubicBezTo>
                    <a:pt x="54393" y="413389"/>
                    <a:pt x="62552" y="410669"/>
                    <a:pt x="73431" y="407949"/>
                  </a:cubicBezTo>
                  <a:cubicBezTo>
                    <a:pt x="78870" y="407949"/>
                    <a:pt x="92468" y="405230"/>
                    <a:pt x="100629" y="399790"/>
                  </a:cubicBezTo>
                  <a:cubicBezTo>
                    <a:pt x="106068" y="394351"/>
                    <a:pt x="106068" y="378033"/>
                    <a:pt x="108788" y="369874"/>
                  </a:cubicBezTo>
                  <a:cubicBezTo>
                    <a:pt x="114227" y="348117"/>
                    <a:pt x="119666" y="326360"/>
                    <a:pt x="125105" y="307322"/>
                  </a:cubicBezTo>
                  <a:cubicBezTo>
                    <a:pt x="130545" y="285565"/>
                    <a:pt x="135984" y="263808"/>
                    <a:pt x="141423" y="242051"/>
                  </a:cubicBezTo>
                  <a:cubicBezTo>
                    <a:pt x="146863" y="220293"/>
                    <a:pt x="152302" y="198536"/>
                    <a:pt x="155022" y="179498"/>
                  </a:cubicBezTo>
                  <a:cubicBezTo>
                    <a:pt x="157742" y="160461"/>
                    <a:pt x="163181" y="138703"/>
                    <a:pt x="168620" y="119665"/>
                  </a:cubicBezTo>
                  <a:cubicBezTo>
                    <a:pt x="176779" y="100627"/>
                    <a:pt x="182218" y="76150"/>
                    <a:pt x="193097" y="57113"/>
                  </a:cubicBezTo>
                  <a:lnTo>
                    <a:pt x="201256" y="38075"/>
                  </a:lnTo>
                  <a:cubicBezTo>
                    <a:pt x="206695" y="29916"/>
                    <a:pt x="209415" y="19038"/>
                    <a:pt x="217574" y="13598"/>
                  </a:cubicBezTo>
                  <a:cubicBezTo>
                    <a:pt x="231172" y="2720"/>
                    <a:pt x="255649" y="0"/>
                    <a:pt x="274687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6019EDE9-B07A-4FD5-87B9-487B5E3194EF}"/>
                </a:ext>
              </a:extLst>
            </p:cNvPr>
            <p:cNvSpPr/>
            <p:nvPr/>
          </p:nvSpPr>
          <p:spPr>
            <a:xfrm>
              <a:off x="6876542" y="4244897"/>
              <a:ext cx="462342" cy="677195"/>
            </a:xfrm>
            <a:custGeom>
              <a:avLst/>
              <a:gdLst>
                <a:gd name="connsiteX0" fmla="*/ 214853 w 462342"/>
                <a:gd name="connsiteY0" fmla="*/ 65272 h 677195"/>
                <a:gd name="connsiteX1" fmla="*/ 195815 w 462342"/>
                <a:gd name="connsiteY1" fmla="*/ 73431 h 677195"/>
                <a:gd name="connsiteX2" fmla="*/ 193096 w 462342"/>
                <a:gd name="connsiteY2" fmla="*/ 125105 h 677195"/>
                <a:gd name="connsiteX3" fmla="*/ 190376 w 462342"/>
                <a:gd name="connsiteY3" fmla="*/ 280125 h 677195"/>
                <a:gd name="connsiteX4" fmla="*/ 190376 w 462342"/>
                <a:gd name="connsiteY4" fmla="*/ 301882 h 677195"/>
                <a:gd name="connsiteX5" fmla="*/ 193096 w 462342"/>
                <a:gd name="connsiteY5" fmla="*/ 342677 h 677195"/>
                <a:gd name="connsiteX6" fmla="*/ 195815 w 462342"/>
                <a:gd name="connsiteY6" fmla="*/ 397070 h 677195"/>
                <a:gd name="connsiteX7" fmla="*/ 195815 w 462342"/>
                <a:gd name="connsiteY7" fmla="*/ 443304 h 677195"/>
                <a:gd name="connsiteX8" fmla="*/ 195815 w 462342"/>
                <a:gd name="connsiteY8" fmla="*/ 530333 h 677195"/>
                <a:gd name="connsiteX9" fmla="*/ 193096 w 462342"/>
                <a:gd name="connsiteY9" fmla="*/ 554810 h 677195"/>
                <a:gd name="connsiteX10" fmla="*/ 190376 w 462342"/>
                <a:gd name="connsiteY10" fmla="*/ 603764 h 677195"/>
                <a:gd name="connsiteX11" fmla="*/ 198535 w 462342"/>
                <a:gd name="connsiteY11" fmla="*/ 611923 h 677195"/>
                <a:gd name="connsiteX12" fmla="*/ 214853 w 462342"/>
                <a:gd name="connsiteY12" fmla="*/ 611923 h 677195"/>
                <a:gd name="connsiteX13" fmla="*/ 236610 w 462342"/>
                <a:gd name="connsiteY13" fmla="*/ 611923 h 677195"/>
                <a:gd name="connsiteX14" fmla="*/ 263807 w 462342"/>
                <a:gd name="connsiteY14" fmla="*/ 598325 h 677195"/>
                <a:gd name="connsiteX15" fmla="*/ 277405 w 462342"/>
                <a:gd name="connsiteY15" fmla="*/ 592885 h 677195"/>
                <a:gd name="connsiteX16" fmla="*/ 291004 w 462342"/>
                <a:gd name="connsiteY16" fmla="*/ 573848 h 677195"/>
                <a:gd name="connsiteX17" fmla="*/ 307322 w 462342"/>
                <a:gd name="connsiteY17" fmla="*/ 543931 h 677195"/>
                <a:gd name="connsiteX18" fmla="*/ 326359 w 462342"/>
                <a:gd name="connsiteY18" fmla="*/ 481379 h 677195"/>
                <a:gd name="connsiteX19" fmla="*/ 337238 w 462342"/>
                <a:gd name="connsiteY19" fmla="*/ 413388 h 677195"/>
                <a:gd name="connsiteX20" fmla="*/ 337238 w 462342"/>
                <a:gd name="connsiteY20" fmla="*/ 350836 h 677195"/>
                <a:gd name="connsiteX21" fmla="*/ 334518 w 462342"/>
                <a:gd name="connsiteY21" fmla="*/ 296443 h 677195"/>
                <a:gd name="connsiteX22" fmla="*/ 329079 w 462342"/>
                <a:gd name="connsiteY22" fmla="*/ 244769 h 677195"/>
                <a:gd name="connsiteX23" fmla="*/ 307322 w 462342"/>
                <a:gd name="connsiteY23" fmla="*/ 135983 h 677195"/>
                <a:gd name="connsiteX24" fmla="*/ 271966 w 462342"/>
                <a:gd name="connsiteY24" fmla="*/ 78870 h 677195"/>
                <a:gd name="connsiteX25" fmla="*/ 214853 w 462342"/>
                <a:gd name="connsiteY25" fmla="*/ 65272 h 677195"/>
                <a:gd name="connsiteX26" fmla="*/ 114226 w 462342"/>
                <a:gd name="connsiteY26" fmla="*/ 0 h 677195"/>
                <a:gd name="connsiteX27" fmla="*/ 127824 w 462342"/>
                <a:gd name="connsiteY27" fmla="*/ 0 h 677195"/>
                <a:gd name="connsiteX28" fmla="*/ 146862 w 462342"/>
                <a:gd name="connsiteY28" fmla="*/ 2720 h 677195"/>
                <a:gd name="connsiteX29" fmla="*/ 174059 w 462342"/>
                <a:gd name="connsiteY29" fmla="*/ 21758 h 677195"/>
                <a:gd name="connsiteX30" fmla="*/ 193096 w 462342"/>
                <a:gd name="connsiteY30" fmla="*/ 21758 h 677195"/>
                <a:gd name="connsiteX31" fmla="*/ 261088 w 462342"/>
                <a:gd name="connsiteY31" fmla="*/ 27197 h 677195"/>
                <a:gd name="connsiteX32" fmla="*/ 310042 w 462342"/>
                <a:gd name="connsiteY32" fmla="*/ 35356 h 677195"/>
                <a:gd name="connsiteX33" fmla="*/ 334518 w 462342"/>
                <a:gd name="connsiteY33" fmla="*/ 40795 h 677195"/>
                <a:gd name="connsiteX34" fmla="*/ 356276 w 462342"/>
                <a:gd name="connsiteY34" fmla="*/ 59833 h 677195"/>
                <a:gd name="connsiteX35" fmla="*/ 372593 w 462342"/>
                <a:gd name="connsiteY35" fmla="*/ 76151 h 677195"/>
                <a:gd name="connsiteX36" fmla="*/ 380752 w 462342"/>
                <a:gd name="connsiteY36" fmla="*/ 95188 h 677195"/>
                <a:gd name="connsiteX37" fmla="*/ 405230 w 462342"/>
                <a:gd name="connsiteY37" fmla="*/ 114226 h 677195"/>
                <a:gd name="connsiteX38" fmla="*/ 416108 w 462342"/>
                <a:gd name="connsiteY38" fmla="*/ 141422 h 677195"/>
                <a:gd name="connsiteX39" fmla="*/ 451464 w 462342"/>
                <a:gd name="connsiteY39" fmla="*/ 201256 h 677195"/>
                <a:gd name="connsiteX40" fmla="*/ 456903 w 462342"/>
                <a:gd name="connsiteY40" fmla="*/ 252929 h 677195"/>
                <a:gd name="connsiteX41" fmla="*/ 456903 w 462342"/>
                <a:gd name="connsiteY41" fmla="*/ 291004 h 677195"/>
                <a:gd name="connsiteX42" fmla="*/ 459623 w 462342"/>
                <a:gd name="connsiteY42" fmla="*/ 318201 h 677195"/>
                <a:gd name="connsiteX43" fmla="*/ 459623 w 462342"/>
                <a:gd name="connsiteY43" fmla="*/ 326360 h 677195"/>
                <a:gd name="connsiteX44" fmla="*/ 459623 w 462342"/>
                <a:gd name="connsiteY44" fmla="*/ 348117 h 677195"/>
                <a:gd name="connsiteX45" fmla="*/ 462342 w 462342"/>
                <a:gd name="connsiteY45" fmla="*/ 367155 h 677195"/>
                <a:gd name="connsiteX46" fmla="*/ 456903 w 462342"/>
                <a:gd name="connsiteY46" fmla="*/ 391632 h 677195"/>
                <a:gd name="connsiteX47" fmla="*/ 456903 w 462342"/>
                <a:gd name="connsiteY47" fmla="*/ 418828 h 677195"/>
                <a:gd name="connsiteX48" fmla="*/ 451464 w 462342"/>
                <a:gd name="connsiteY48" fmla="*/ 437866 h 677195"/>
                <a:gd name="connsiteX49" fmla="*/ 446025 w 462342"/>
                <a:gd name="connsiteY49" fmla="*/ 454184 h 677195"/>
                <a:gd name="connsiteX50" fmla="*/ 440585 w 462342"/>
                <a:gd name="connsiteY50" fmla="*/ 481380 h 677195"/>
                <a:gd name="connsiteX51" fmla="*/ 432426 w 462342"/>
                <a:gd name="connsiteY51" fmla="*/ 508577 h 677195"/>
                <a:gd name="connsiteX52" fmla="*/ 418828 w 462342"/>
                <a:gd name="connsiteY52" fmla="*/ 530334 h 677195"/>
                <a:gd name="connsiteX53" fmla="*/ 410669 w 462342"/>
                <a:gd name="connsiteY53" fmla="*/ 549371 h 677195"/>
                <a:gd name="connsiteX54" fmla="*/ 391631 w 462342"/>
                <a:gd name="connsiteY54" fmla="*/ 579288 h 677195"/>
                <a:gd name="connsiteX55" fmla="*/ 337238 w 462342"/>
                <a:gd name="connsiteY55" fmla="*/ 630961 h 677195"/>
                <a:gd name="connsiteX56" fmla="*/ 301883 w 462342"/>
                <a:gd name="connsiteY56" fmla="*/ 647279 h 677195"/>
                <a:gd name="connsiteX57" fmla="*/ 263807 w 462342"/>
                <a:gd name="connsiteY57" fmla="*/ 652718 h 677195"/>
                <a:gd name="connsiteX58" fmla="*/ 233891 w 462342"/>
                <a:gd name="connsiteY58" fmla="*/ 649999 h 677195"/>
                <a:gd name="connsiteX59" fmla="*/ 187657 w 462342"/>
                <a:gd name="connsiteY59" fmla="*/ 652718 h 677195"/>
                <a:gd name="connsiteX60" fmla="*/ 171339 w 462342"/>
                <a:gd name="connsiteY60" fmla="*/ 669036 h 677195"/>
                <a:gd name="connsiteX61" fmla="*/ 155021 w 462342"/>
                <a:gd name="connsiteY61" fmla="*/ 671756 h 677195"/>
                <a:gd name="connsiteX62" fmla="*/ 138703 w 462342"/>
                <a:gd name="connsiteY62" fmla="*/ 674476 h 677195"/>
                <a:gd name="connsiteX63" fmla="*/ 125105 w 462342"/>
                <a:gd name="connsiteY63" fmla="*/ 677195 h 677195"/>
                <a:gd name="connsiteX64" fmla="*/ 106067 w 462342"/>
                <a:gd name="connsiteY64" fmla="*/ 671756 h 677195"/>
                <a:gd name="connsiteX65" fmla="*/ 87029 w 462342"/>
                <a:gd name="connsiteY65" fmla="*/ 658158 h 677195"/>
                <a:gd name="connsiteX66" fmla="*/ 81590 w 462342"/>
                <a:gd name="connsiteY66" fmla="*/ 652718 h 677195"/>
                <a:gd name="connsiteX67" fmla="*/ 67992 w 462342"/>
                <a:gd name="connsiteY67" fmla="*/ 652718 h 677195"/>
                <a:gd name="connsiteX68" fmla="*/ 43515 w 462342"/>
                <a:gd name="connsiteY68" fmla="*/ 652718 h 677195"/>
                <a:gd name="connsiteX69" fmla="*/ 16318 w 462342"/>
                <a:gd name="connsiteY69" fmla="*/ 647279 h 677195"/>
                <a:gd name="connsiteX70" fmla="*/ 0 w 462342"/>
                <a:gd name="connsiteY70" fmla="*/ 630961 h 677195"/>
                <a:gd name="connsiteX71" fmla="*/ 5439 w 462342"/>
                <a:gd name="connsiteY71" fmla="*/ 620083 h 677195"/>
                <a:gd name="connsiteX72" fmla="*/ 27197 w 462342"/>
                <a:gd name="connsiteY72" fmla="*/ 611924 h 677195"/>
                <a:gd name="connsiteX73" fmla="*/ 65272 w 462342"/>
                <a:gd name="connsiteY73" fmla="*/ 609204 h 677195"/>
                <a:gd name="connsiteX74" fmla="*/ 65272 w 462342"/>
                <a:gd name="connsiteY74" fmla="*/ 584727 h 677195"/>
                <a:gd name="connsiteX75" fmla="*/ 62552 w 462342"/>
                <a:gd name="connsiteY75" fmla="*/ 456903 h 677195"/>
                <a:gd name="connsiteX76" fmla="*/ 65272 w 462342"/>
                <a:gd name="connsiteY76" fmla="*/ 337238 h 677195"/>
                <a:gd name="connsiteX77" fmla="*/ 67992 w 462342"/>
                <a:gd name="connsiteY77" fmla="*/ 203975 h 677195"/>
                <a:gd name="connsiteX78" fmla="*/ 70712 w 462342"/>
                <a:gd name="connsiteY78" fmla="*/ 119665 h 677195"/>
                <a:gd name="connsiteX79" fmla="*/ 73431 w 462342"/>
                <a:gd name="connsiteY79" fmla="*/ 67992 h 677195"/>
                <a:gd name="connsiteX80" fmla="*/ 67992 w 462342"/>
                <a:gd name="connsiteY80" fmla="*/ 67992 h 677195"/>
                <a:gd name="connsiteX81" fmla="*/ 43515 w 462342"/>
                <a:gd name="connsiteY81" fmla="*/ 67992 h 677195"/>
                <a:gd name="connsiteX82" fmla="*/ 16318 w 462342"/>
                <a:gd name="connsiteY82" fmla="*/ 62552 h 677195"/>
                <a:gd name="connsiteX83" fmla="*/ 0 w 462342"/>
                <a:gd name="connsiteY83" fmla="*/ 46234 h 677195"/>
                <a:gd name="connsiteX84" fmla="*/ 5439 w 462342"/>
                <a:gd name="connsiteY84" fmla="*/ 35356 h 677195"/>
                <a:gd name="connsiteX85" fmla="*/ 27197 w 462342"/>
                <a:gd name="connsiteY85" fmla="*/ 27197 h 677195"/>
                <a:gd name="connsiteX86" fmla="*/ 76151 w 462342"/>
                <a:gd name="connsiteY86" fmla="*/ 21758 h 677195"/>
                <a:gd name="connsiteX87" fmla="*/ 81590 w 462342"/>
                <a:gd name="connsiteY87" fmla="*/ 13598 h 677195"/>
                <a:gd name="connsiteX88" fmla="*/ 97908 w 462342"/>
                <a:gd name="connsiteY88" fmla="*/ 5439 h 677195"/>
                <a:gd name="connsiteX89" fmla="*/ 114226 w 462342"/>
                <a:gd name="connsiteY89" fmla="*/ 0 h 677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462342" h="677195">
                  <a:moveTo>
                    <a:pt x="214853" y="65272"/>
                  </a:moveTo>
                  <a:cubicBezTo>
                    <a:pt x="203975" y="65272"/>
                    <a:pt x="195815" y="67992"/>
                    <a:pt x="195815" y="73431"/>
                  </a:cubicBezTo>
                  <a:cubicBezTo>
                    <a:pt x="193096" y="78870"/>
                    <a:pt x="193096" y="100628"/>
                    <a:pt x="193096" y="125105"/>
                  </a:cubicBezTo>
                  <a:cubicBezTo>
                    <a:pt x="193096" y="182217"/>
                    <a:pt x="193096" y="266527"/>
                    <a:pt x="190376" y="280125"/>
                  </a:cubicBezTo>
                  <a:cubicBezTo>
                    <a:pt x="190376" y="288284"/>
                    <a:pt x="190376" y="293723"/>
                    <a:pt x="190376" y="301882"/>
                  </a:cubicBezTo>
                  <a:cubicBezTo>
                    <a:pt x="190376" y="315480"/>
                    <a:pt x="190376" y="329079"/>
                    <a:pt x="193096" y="342677"/>
                  </a:cubicBezTo>
                  <a:cubicBezTo>
                    <a:pt x="193096" y="361715"/>
                    <a:pt x="193096" y="378033"/>
                    <a:pt x="195815" y="397070"/>
                  </a:cubicBezTo>
                  <a:cubicBezTo>
                    <a:pt x="195815" y="413388"/>
                    <a:pt x="195815" y="426986"/>
                    <a:pt x="195815" y="443304"/>
                  </a:cubicBezTo>
                  <a:cubicBezTo>
                    <a:pt x="195815" y="465061"/>
                    <a:pt x="198535" y="508576"/>
                    <a:pt x="195815" y="530333"/>
                  </a:cubicBezTo>
                  <a:cubicBezTo>
                    <a:pt x="195815" y="538492"/>
                    <a:pt x="193096" y="546651"/>
                    <a:pt x="193096" y="554810"/>
                  </a:cubicBezTo>
                  <a:cubicBezTo>
                    <a:pt x="193096" y="560249"/>
                    <a:pt x="190376" y="590166"/>
                    <a:pt x="190376" y="603764"/>
                  </a:cubicBezTo>
                  <a:cubicBezTo>
                    <a:pt x="190376" y="609203"/>
                    <a:pt x="190376" y="611923"/>
                    <a:pt x="198535" y="611923"/>
                  </a:cubicBezTo>
                  <a:cubicBezTo>
                    <a:pt x="206694" y="611923"/>
                    <a:pt x="209414" y="611923"/>
                    <a:pt x="214853" y="611923"/>
                  </a:cubicBezTo>
                  <a:cubicBezTo>
                    <a:pt x="223012" y="611923"/>
                    <a:pt x="220293" y="611923"/>
                    <a:pt x="236610" y="611923"/>
                  </a:cubicBezTo>
                  <a:cubicBezTo>
                    <a:pt x="242050" y="611923"/>
                    <a:pt x="258368" y="601044"/>
                    <a:pt x="263807" y="598325"/>
                  </a:cubicBezTo>
                  <a:cubicBezTo>
                    <a:pt x="266527" y="598325"/>
                    <a:pt x="274686" y="592885"/>
                    <a:pt x="277405" y="592885"/>
                  </a:cubicBezTo>
                  <a:cubicBezTo>
                    <a:pt x="285564" y="587446"/>
                    <a:pt x="288284" y="579287"/>
                    <a:pt x="291004" y="573848"/>
                  </a:cubicBezTo>
                  <a:cubicBezTo>
                    <a:pt x="296443" y="562969"/>
                    <a:pt x="301882" y="554810"/>
                    <a:pt x="307322" y="543931"/>
                  </a:cubicBezTo>
                  <a:cubicBezTo>
                    <a:pt x="315481" y="524894"/>
                    <a:pt x="320920" y="524894"/>
                    <a:pt x="326359" y="481379"/>
                  </a:cubicBezTo>
                  <a:cubicBezTo>
                    <a:pt x="329079" y="456903"/>
                    <a:pt x="334518" y="435145"/>
                    <a:pt x="337238" y="413388"/>
                  </a:cubicBezTo>
                  <a:cubicBezTo>
                    <a:pt x="337238" y="391631"/>
                    <a:pt x="337238" y="369873"/>
                    <a:pt x="337238" y="350836"/>
                  </a:cubicBezTo>
                  <a:cubicBezTo>
                    <a:pt x="337238" y="339957"/>
                    <a:pt x="337238" y="320920"/>
                    <a:pt x="334518" y="296443"/>
                  </a:cubicBezTo>
                  <a:cubicBezTo>
                    <a:pt x="331798" y="269246"/>
                    <a:pt x="329079" y="250209"/>
                    <a:pt x="329079" y="244769"/>
                  </a:cubicBezTo>
                  <a:cubicBezTo>
                    <a:pt x="323640" y="206694"/>
                    <a:pt x="318200" y="174058"/>
                    <a:pt x="307322" y="135983"/>
                  </a:cubicBezTo>
                  <a:cubicBezTo>
                    <a:pt x="304602" y="125105"/>
                    <a:pt x="304602" y="108787"/>
                    <a:pt x="271966" y="78870"/>
                  </a:cubicBezTo>
                  <a:cubicBezTo>
                    <a:pt x="263807" y="73431"/>
                    <a:pt x="233891" y="65272"/>
                    <a:pt x="214853" y="65272"/>
                  </a:cubicBezTo>
                  <a:close/>
                  <a:moveTo>
                    <a:pt x="114226" y="0"/>
                  </a:moveTo>
                  <a:cubicBezTo>
                    <a:pt x="119665" y="0"/>
                    <a:pt x="125105" y="0"/>
                    <a:pt x="127824" y="0"/>
                  </a:cubicBezTo>
                  <a:cubicBezTo>
                    <a:pt x="133264" y="0"/>
                    <a:pt x="141422" y="0"/>
                    <a:pt x="146862" y="2720"/>
                  </a:cubicBezTo>
                  <a:cubicBezTo>
                    <a:pt x="157741" y="5439"/>
                    <a:pt x="165900" y="13598"/>
                    <a:pt x="174059" y="21758"/>
                  </a:cubicBezTo>
                  <a:cubicBezTo>
                    <a:pt x="179498" y="21758"/>
                    <a:pt x="187657" y="21758"/>
                    <a:pt x="193096" y="21758"/>
                  </a:cubicBezTo>
                  <a:cubicBezTo>
                    <a:pt x="212134" y="21758"/>
                    <a:pt x="228452" y="27197"/>
                    <a:pt x="261088" y="27197"/>
                  </a:cubicBezTo>
                  <a:cubicBezTo>
                    <a:pt x="277405" y="27197"/>
                    <a:pt x="293723" y="35356"/>
                    <a:pt x="310042" y="35356"/>
                  </a:cubicBezTo>
                  <a:cubicBezTo>
                    <a:pt x="318200" y="35356"/>
                    <a:pt x="329079" y="35356"/>
                    <a:pt x="334518" y="40795"/>
                  </a:cubicBezTo>
                  <a:cubicBezTo>
                    <a:pt x="342677" y="46234"/>
                    <a:pt x="348117" y="54393"/>
                    <a:pt x="356276" y="59833"/>
                  </a:cubicBezTo>
                  <a:cubicBezTo>
                    <a:pt x="361715" y="65272"/>
                    <a:pt x="369874" y="67992"/>
                    <a:pt x="372593" y="76151"/>
                  </a:cubicBezTo>
                  <a:cubicBezTo>
                    <a:pt x="375313" y="81590"/>
                    <a:pt x="378033" y="89749"/>
                    <a:pt x="380752" y="95188"/>
                  </a:cubicBezTo>
                  <a:cubicBezTo>
                    <a:pt x="386192" y="103347"/>
                    <a:pt x="391631" y="106067"/>
                    <a:pt x="405230" y="114226"/>
                  </a:cubicBezTo>
                  <a:cubicBezTo>
                    <a:pt x="413388" y="119665"/>
                    <a:pt x="410669" y="133263"/>
                    <a:pt x="416108" y="141422"/>
                  </a:cubicBezTo>
                  <a:cubicBezTo>
                    <a:pt x="426987" y="160461"/>
                    <a:pt x="446025" y="182218"/>
                    <a:pt x="451464" y="201256"/>
                  </a:cubicBezTo>
                  <a:cubicBezTo>
                    <a:pt x="456903" y="220293"/>
                    <a:pt x="456903" y="236611"/>
                    <a:pt x="456903" y="252929"/>
                  </a:cubicBezTo>
                  <a:cubicBezTo>
                    <a:pt x="456903" y="266527"/>
                    <a:pt x="456903" y="277406"/>
                    <a:pt x="456903" y="291004"/>
                  </a:cubicBezTo>
                  <a:cubicBezTo>
                    <a:pt x="456903" y="299163"/>
                    <a:pt x="456903" y="307322"/>
                    <a:pt x="459623" y="318201"/>
                  </a:cubicBezTo>
                  <a:cubicBezTo>
                    <a:pt x="459623" y="320921"/>
                    <a:pt x="459623" y="323640"/>
                    <a:pt x="459623" y="326360"/>
                  </a:cubicBezTo>
                  <a:cubicBezTo>
                    <a:pt x="462342" y="331799"/>
                    <a:pt x="459623" y="337238"/>
                    <a:pt x="459623" y="348117"/>
                  </a:cubicBezTo>
                  <a:cubicBezTo>
                    <a:pt x="459623" y="350837"/>
                    <a:pt x="462342" y="361715"/>
                    <a:pt x="462342" y="367155"/>
                  </a:cubicBezTo>
                  <a:cubicBezTo>
                    <a:pt x="462342" y="375314"/>
                    <a:pt x="456903" y="383473"/>
                    <a:pt x="456903" y="391632"/>
                  </a:cubicBezTo>
                  <a:cubicBezTo>
                    <a:pt x="456903" y="399790"/>
                    <a:pt x="456903" y="410669"/>
                    <a:pt x="456903" y="418828"/>
                  </a:cubicBezTo>
                  <a:cubicBezTo>
                    <a:pt x="456903" y="421548"/>
                    <a:pt x="454183" y="429707"/>
                    <a:pt x="451464" y="437866"/>
                  </a:cubicBezTo>
                  <a:cubicBezTo>
                    <a:pt x="448744" y="443305"/>
                    <a:pt x="448744" y="451464"/>
                    <a:pt x="446025" y="454184"/>
                  </a:cubicBezTo>
                  <a:cubicBezTo>
                    <a:pt x="443305" y="462343"/>
                    <a:pt x="440585" y="473221"/>
                    <a:pt x="440585" y="481380"/>
                  </a:cubicBezTo>
                  <a:cubicBezTo>
                    <a:pt x="437865" y="489539"/>
                    <a:pt x="437865" y="500418"/>
                    <a:pt x="432426" y="508577"/>
                  </a:cubicBezTo>
                  <a:cubicBezTo>
                    <a:pt x="429706" y="516736"/>
                    <a:pt x="424267" y="522175"/>
                    <a:pt x="418828" y="530334"/>
                  </a:cubicBezTo>
                  <a:cubicBezTo>
                    <a:pt x="416108" y="535773"/>
                    <a:pt x="413388" y="543932"/>
                    <a:pt x="410669" y="549371"/>
                  </a:cubicBezTo>
                  <a:cubicBezTo>
                    <a:pt x="405230" y="557531"/>
                    <a:pt x="397071" y="573848"/>
                    <a:pt x="391631" y="579288"/>
                  </a:cubicBezTo>
                  <a:cubicBezTo>
                    <a:pt x="369874" y="609204"/>
                    <a:pt x="350836" y="620083"/>
                    <a:pt x="337238" y="630961"/>
                  </a:cubicBezTo>
                  <a:cubicBezTo>
                    <a:pt x="326359" y="639120"/>
                    <a:pt x="315481" y="641840"/>
                    <a:pt x="301883" y="647279"/>
                  </a:cubicBezTo>
                  <a:cubicBezTo>
                    <a:pt x="291004" y="649999"/>
                    <a:pt x="277405" y="652718"/>
                    <a:pt x="263807" y="652718"/>
                  </a:cubicBezTo>
                  <a:cubicBezTo>
                    <a:pt x="252929" y="652718"/>
                    <a:pt x="244770" y="649999"/>
                    <a:pt x="233891" y="649999"/>
                  </a:cubicBezTo>
                  <a:cubicBezTo>
                    <a:pt x="206694" y="649999"/>
                    <a:pt x="217573" y="652718"/>
                    <a:pt x="187657" y="652718"/>
                  </a:cubicBezTo>
                  <a:cubicBezTo>
                    <a:pt x="184937" y="660877"/>
                    <a:pt x="179498" y="666317"/>
                    <a:pt x="171339" y="669036"/>
                  </a:cubicBezTo>
                  <a:cubicBezTo>
                    <a:pt x="165900" y="671756"/>
                    <a:pt x="160460" y="671756"/>
                    <a:pt x="155021" y="671756"/>
                  </a:cubicBezTo>
                  <a:cubicBezTo>
                    <a:pt x="149581" y="671756"/>
                    <a:pt x="144142" y="674476"/>
                    <a:pt x="138703" y="674476"/>
                  </a:cubicBezTo>
                  <a:cubicBezTo>
                    <a:pt x="135983" y="674476"/>
                    <a:pt x="127824" y="677195"/>
                    <a:pt x="125105" y="677195"/>
                  </a:cubicBezTo>
                  <a:cubicBezTo>
                    <a:pt x="116946" y="677195"/>
                    <a:pt x="108787" y="671756"/>
                    <a:pt x="106067" y="671756"/>
                  </a:cubicBezTo>
                  <a:cubicBezTo>
                    <a:pt x="100628" y="669036"/>
                    <a:pt x="95188" y="663597"/>
                    <a:pt x="87029" y="658158"/>
                  </a:cubicBezTo>
                  <a:cubicBezTo>
                    <a:pt x="84310" y="655438"/>
                    <a:pt x="81590" y="655438"/>
                    <a:pt x="81590" y="652718"/>
                  </a:cubicBezTo>
                  <a:cubicBezTo>
                    <a:pt x="73431" y="652718"/>
                    <a:pt x="81590" y="652718"/>
                    <a:pt x="67992" y="652718"/>
                  </a:cubicBezTo>
                  <a:cubicBezTo>
                    <a:pt x="59833" y="652718"/>
                    <a:pt x="51674" y="652718"/>
                    <a:pt x="43515" y="652718"/>
                  </a:cubicBezTo>
                  <a:cubicBezTo>
                    <a:pt x="35356" y="652718"/>
                    <a:pt x="24477" y="652718"/>
                    <a:pt x="16318" y="647279"/>
                  </a:cubicBezTo>
                  <a:cubicBezTo>
                    <a:pt x="8159" y="644559"/>
                    <a:pt x="0" y="636401"/>
                    <a:pt x="0" y="630961"/>
                  </a:cubicBezTo>
                  <a:cubicBezTo>
                    <a:pt x="0" y="625522"/>
                    <a:pt x="0" y="622802"/>
                    <a:pt x="5439" y="620083"/>
                  </a:cubicBezTo>
                  <a:cubicBezTo>
                    <a:pt x="10879" y="617363"/>
                    <a:pt x="21758" y="614643"/>
                    <a:pt x="27197" y="611924"/>
                  </a:cubicBezTo>
                  <a:cubicBezTo>
                    <a:pt x="38076" y="609204"/>
                    <a:pt x="54393" y="609204"/>
                    <a:pt x="65272" y="609204"/>
                  </a:cubicBezTo>
                  <a:cubicBezTo>
                    <a:pt x="65272" y="601045"/>
                    <a:pt x="65272" y="592886"/>
                    <a:pt x="65272" y="584727"/>
                  </a:cubicBezTo>
                  <a:cubicBezTo>
                    <a:pt x="65272" y="541213"/>
                    <a:pt x="62552" y="500418"/>
                    <a:pt x="62552" y="456903"/>
                  </a:cubicBezTo>
                  <a:cubicBezTo>
                    <a:pt x="62552" y="440585"/>
                    <a:pt x="65272" y="397071"/>
                    <a:pt x="65272" y="337238"/>
                  </a:cubicBezTo>
                  <a:cubicBezTo>
                    <a:pt x="65272" y="293724"/>
                    <a:pt x="67992" y="247490"/>
                    <a:pt x="67992" y="203975"/>
                  </a:cubicBezTo>
                  <a:cubicBezTo>
                    <a:pt x="67992" y="179498"/>
                    <a:pt x="67992" y="149582"/>
                    <a:pt x="70712" y="119665"/>
                  </a:cubicBezTo>
                  <a:cubicBezTo>
                    <a:pt x="70712" y="103347"/>
                    <a:pt x="73431" y="84309"/>
                    <a:pt x="73431" y="67992"/>
                  </a:cubicBezTo>
                  <a:cubicBezTo>
                    <a:pt x="73431" y="67992"/>
                    <a:pt x="70712" y="67992"/>
                    <a:pt x="67992" y="67992"/>
                  </a:cubicBezTo>
                  <a:cubicBezTo>
                    <a:pt x="59833" y="67992"/>
                    <a:pt x="51674" y="67992"/>
                    <a:pt x="43515" y="67992"/>
                  </a:cubicBezTo>
                  <a:cubicBezTo>
                    <a:pt x="35356" y="67992"/>
                    <a:pt x="24477" y="67992"/>
                    <a:pt x="16318" y="62552"/>
                  </a:cubicBezTo>
                  <a:cubicBezTo>
                    <a:pt x="8159" y="59833"/>
                    <a:pt x="0" y="51674"/>
                    <a:pt x="0" y="46234"/>
                  </a:cubicBezTo>
                  <a:cubicBezTo>
                    <a:pt x="0" y="43515"/>
                    <a:pt x="0" y="38075"/>
                    <a:pt x="5439" y="35356"/>
                  </a:cubicBezTo>
                  <a:cubicBezTo>
                    <a:pt x="10879" y="32636"/>
                    <a:pt x="21758" y="29916"/>
                    <a:pt x="27197" y="27197"/>
                  </a:cubicBezTo>
                  <a:cubicBezTo>
                    <a:pt x="46234" y="24477"/>
                    <a:pt x="65272" y="21758"/>
                    <a:pt x="76151" y="21758"/>
                  </a:cubicBezTo>
                  <a:cubicBezTo>
                    <a:pt x="76151" y="19038"/>
                    <a:pt x="78871" y="16318"/>
                    <a:pt x="81590" y="13598"/>
                  </a:cubicBezTo>
                  <a:cubicBezTo>
                    <a:pt x="84310" y="10879"/>
                    <a:pt x="92469" y="5439"/>
                    <a:pt x="97908" y="5439"/>
                  </a:cubicBezTo>
                  <a:cubicBezTo>
                    <a:pt x="103347" y="2720"/>
                    <a:pt x="108787" y="0"/>
                    <a:pt x="114226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E57DE58C-884C-473D-88BB-56EE3548B302}"/>
                </a:ext>
              </a:extLst>
            </p:cNvPr>
            <p:cNvSpPr/>
            <p:nvPr/>
          </p:nvSpPr>
          <p:spPr>
            <a:xfrm>
              <a:off x="7310622" y="4197597"/>
              <a:ext cx="489539" cy="761503"/>
            </a:xfrm>
            <a:custGeom>
              <a:avLst/>
              <a:gdLst>
                <a:gd name="connsiteX0" fmla="*/ 433491 w 489538"/>
                <a:gd name="connsiteY0" fmla="*/ 651063 h 761503"/>
                <a:gd name="connsiteX1" fmla="*/ 438930 w 489538"/>
                <a:gd name="connsiteY1" fmla="*/ 661942 h 761503"/>
                <a:gd name="connsiteX2" fmla="*/ 425332 w 489538"/>
                <a:gd name="connsiteY2" fmla="*/ 683699 h 761503"/>
                <a:gd name="connsiteX3" fmla="*/ 400855 w 489538"/>
                <a:gd name="connsiteY3" fmla="*/ 691858 h 761503"/>
                <a:gd name="connsiteX4" fmla="*/ 343742 w 489538"/>
                <a:gd name="connsiteY4" fmla="*/ 700017 h 761503"/>
                <a:gd name="connsiteX5" fmla="*/ 316546 w 489538"/>
                <a:gd name="connsiteY5" fmla="*/ 705456 h 761503"/>
                <a:gd name="connsiteX6" fmla="*/ 275751 w 489538"/>
                <a:gd name="connsiteY6" fmla="*/ 705456 h 761503"/>
                <a:gd name="connsiteX7" fmla="*/ 264872 w 489538"/>
                <a:gd name="connsiteY7" fmla="*/ 708176 h 761503"/>
                <a:gd name="connsiteX8" fmla="*/ 253994 w 489538"/>
                <a:gd name="connsiteY8" fmla="*/ 708176 h 761503"/>
                <a:gd name="connsiteX9" fmla="*/ 240395 w 489538"/>
                <a:gd name="connsiteY9" fmla="*/ 719054 h 761503"/>
                <a:gd name="connsiteX10" fmla="*/ 224077 w 489538"/>
                <a:gd name="connsiteY10" fmla="*/ 721774 h 761503"/>
                <a:gd name="connsiteX11" fmla="*/ 205040 w 489538"/>
                <a:gd name="connsiteY11" fmla="*/ 724494 h 761503"/>
                <a:gd name="connsiteX12" fmla="*/ 191441 w 489538"/>
                <a:gd name="connsiteY12" fmla="*/ 727213 h 761503"/>
                <a:gd name="connsiteX13" fmla="*/ 169684 w 489538"/>
                <a:gd name="connsiteY13" fmla="*/ 721774 h 761503"/>
                <a:gd name="connsiteX14" fmla="*/ 150646 w 489538"/>
                <a:gd name="connsiteY14" fmla="*/ 708176 h 761503"/>
                <a:gd name="connsiteX15" fmla="*/ 139768 w 489538"/>
                <a:gd name="connsiteY15" fmla="*/ 708176 h 761503"/>
                <a:gd name="connsiteX16" fmla="*/ 120730 w 489538"/>
                <a:gd name="connsiteY16" fmla="*/ 708176 h 761503"/>
                <a:gd name="connsiteX17" fmla="*/ 98973 w 489538"/>
                <a:gd name="connsiteY17" fmla="*/ 708176 h 761503"/>
                <a:gd name="connsiteX18" fmla="*/ 74496 w 489538"/>
                <a:gd name="connsiteY18" fmla="*/ 702736 h 761503"/>
                <a:gd name="connsiteX19" fmla="*/ 58178 w 489538"/>
                <a:gd name="connsiteY19" fmla="*/ 683699 h 761503"/>
                <a:gd name="connsiteX20" fmla="*/ 63617 w 489538"/>
                <a:gd name="connsiteY20" fmla="*/ 675540 h 761503"/>
                <a:gd name="connsiteX21" fmla="*/ 85375 w 489538"/>
                <a:gd name="connsiteY21" fmla="*/ 667381 h 761503"/>
                <a:gd name="connsiteX22" fmla="*/ 128889 w 489538"/>
                <a:gd name="connsiteY22" fmla="*/ 661942 h 761503"/>
                <a:gd name="connsiteX23" fmla="*/ 128889 w 489538"/>
                <a:gd name="connsiteY23" fmla="*/ 602109 h 761503"/>
                <a:gd name="connsiteX24" fmla="*/ 126170 w 489538"/>
                <a:gd name="connsiteY24" fmla="*/ 523239 h 761503"/>
                <a:gd name="connsiteX25" fmla="*/ 126170 w 489538"/>
                <a:gd name="connsiteY25" fmla="*/ 468846 h 761503"/>
                <a:gd name="connsiteX26" fmla="*/ 123450 w 489538"/>
                <a:gd name="connsiteY26" fmla="*/ 409014 h 761503"/>
                <a:gd name="connsiteX27" fmla="*/ 123450 w 489538"/>
                <a:gd name="connsiteY27" fmla="*/ 384537 h 761503"/>
                <a:gd name="connsiteX28" fmla="*/ 126170 w 489538"/>
                <a:gd name="connsiteY28" fmla="*/ 349181 h 761503"/>
                <a:gd name="connsiteX29" fmla="*/ 126170 w 489538"/>
                <a:gd name="connsiteY29" fmla="*/ 324704 h 761503"/>
                <a:gd name="connsiteX30" fmla="*/ 128889 w 489538"/>
                <a:gd name="connsiteY30" fmla="*/ 292068 h 761503"/>
                <a:gd name="connsiteX31" fmla="*/ 134329 w 489538"/>
                <a:gd name="connsiteY31" fmla="*/ 234956 h 761503"/>
                <a:gd name="connsiteX32" fmla="*/ 134329 w 489538"/>
                <a:gd name="connsiteY32" fmla="*/ 172404 h 761503"/>
                <a:gd name="connsiteX33" fmla="*/ 137048 w 489538"/>
                <a:gd name="connsiteY33" fmla="*/ 123450 h 761503"/>
                <a:gd name="connsiteX34" fmla="*/ 123450 w 489538"/>
                <a:gd name="connsiteY34" fmla="*/ 123450 h 761503"/>
                <a:gd name="connsiteX35" fmla="*/ 101693 w 489538"/>
                <a:gd name="connsiteY35" fmla="*/ 123450 h 761503"/>
                <a:gd name="connsiteX36" fmla="*/ 77216 w 489538"/>
                <a:gd name="connsiteY36" fmla="*/ 118011 h 761503"/>
                <a:gd name="connsiteX37" fmla="*/ 60898 w 489538"/>
                <a:gd name="connsiteY37" fmla="*/ 98973 h 761503"/>
                <a:gd name="connsiteX38" fmla="*/ 66337 w 489538"/>
                <a:gd name="connsiteY38" fmla="*/ 90814 h 761503"/>
                <a:gd name="connsiteX39" fmla="*/ 88094 w 489538"/>
                <a:gd name="connsiteY39" fmla="*/ 82655 h 761503"/>
                <a:gd name="connsiteX40" fmla="*/ 145207 w 489538"/>
                <a:gd name="connsiteY40" fmla="*/ 77216 h 761503"/>
                <a:gd name="connsiteX41" fmla="*/ 145207 w 489538"/>
                <a:gd name="connsiteY41" fmla="*/ 77216 h 761503"/>
                <a:gd name="connsiteX42" fmla="*/ 153366 w 489538"/>
                <a:gd name="connsiteY42" fmla="*/ 69057 h 761503"/>
                <a:gd name="connsiteX43" fmla="*/ 177843 w 489538"/>
                <a:gd name="connsiteY43" fmla="*/ 60898 h 761503"/>
                <a:gd name="connsiteX44" fmla="*/ 196881 w 489538"/>
                <a:gd name="connsiteY44" fmla="*/ 58178 h 761503"/>
                <a:gd name="connsiteX45" fmla="*/ 205040 w 489538"/>
                <a:gd name="connsiteY45" fmla="*/ 58178 h 761503"/>
                <a:gd name="connsiteX46" fmla="*/ 215919 w 489538"/>
                <a:gd name="connsiteY46" fmla="*/ 63617 h 761503"/>
                <a:gd name="connsiteX47" fmla="*/ 229517 w 489538"/>
                <a:gd name="connsiteY47" fmla="*/ 69057 h 761503"/>
                <a:gd name="connsiteX48" fmla="*/ 256713 w 489538"/>
                <a:gd name="connsiteY48" fmla="*/ 77216 h 761503"/>
                <a:gd name="connsiteX49" fmla="*/ 264872 w 489538"/>
                <a:gd name="connsiteY49" fmla="*/ 77216 h 761503"/>
                <a:gd name="connsiteX50" fmla="*/ 281190 w 489538"/>
                <a:gd name="connsiteY50" fmla="*/ 77216 h 761503"/>
                <a:gd name="connsiteX51" fmla="*/ 330144 w 489538"/>
                <a:gd name="connsiteY51" fmla="*/ 77216 h 761503"/>
                <a:gd name="connsiteX52" fmla="*/ 357341 w 489538"/>
                <a:gd name="connsiteY52" fmla="*/ 79935 h 761503"/>
                <a:gd name="connsiteX53" fmla="*/ 387257 w 489538"/>
                <a:gd name="connsiteY53" fmla="*/ 82655 h 761503"/>
                <a:gd name="connsiteX54" fmla="*/ 406295 w 489538"/>
                <a:gd name="connsiteY54" fmla="*/ 85375 h 761503"/>
                <a:gd name="connsiteX55" fmla="*/ 417173 w 489538"/>
                <a:gd name="connsiteY55" fmla="*/ 79935 h 761503"/>
                <a:gd name="connsiteX56" fmla="*/ 425332 w 489538"/>
                <a:gd name="connsiteY56" fmla="*/ 85375 h 761503"/>
                <a:gd name="connsiteX57" fmla="*/ 433491 w 489538"/>
                <a:gd name="connsiteY57" fmla="*/ 104412 h 761503"/>
                <a:gd name="connsiteX58" fmla="*/ 436211 w 489538"/>
                <a:gd name="connsiteY58" fmla="*/ 137048 h 761503"/>
                <a:gd name="connsiteX59" fmla="*/ 438930 w 489538"/>
                <a:gd name="connsiteY59" fmla="*/ 183282 h 761503"/>
                <a:gd name="connsiteX60" fmla="*/ 422612 w 489538"/>
                <a:gd name="connsiteY60" fmla="*/ 218638 h 761503"/>
                <a:gd name="connsiteX61" fmla="*/ 406295 w 489538"/>
                <a:gd name="connsiteY61" fmla="*/ 213198 h 761503"/>
                <a:gd name="connsiteX62" fmla="*/ 398136 w 489538"/>
                <a:gd name="connsiteY62" fmla="*/ 196881 h 761503"/>
                <a:gd name="connsiteX63" fmla="*/ 395416 w 489538"/>
                <a:gd name="connsiteY63" fmla="*/ 175123 h 761503"/>
                <a:gd name="connsiteX64" fmla="*/ 395416 w 489538"/>
                <a:gd name="connsiteY64" fmla="*/ 153366 h 761503"/>
                <a:gd name="connsiteX65" fmla="*/ 395416 w 489538"/>
                <a:gd name="connsiteY65" fmla="*/ 126170 h 761503"/>
                <a:gd name="connsiteX66" fmla="*/ 370939 w 489538"/>
                <a:gd name="connsiteY66" fmla="*/ 128889 h 761503"/>
                <a:gd name="connsiteX67" fmla="*/ 338303 w 489538"/>
                <a:gd name="connsiteY67" fmla="*/ 131609 h 761503"/>
                <a:gd name="connsiteX68" fmla="*/ 286629 w 489538"/>
                <a:gd name="connsiteY68" fmla="*/ 134328 h 761503"/>
                <a:gd name="connsiteX69" fmla="*/ 273031 w 489538"/>
                <a:gd name="connsiteY69" fmla="*/ 137048 h 761503"/>
                <a:gd name="connsiteX70" fmla="*/ 262153 w 489538"/>
                <a:gd name="connsiteY70" fmla="*/ 142487 h 761503"/>
                <a:gd name="connsiteX71" fmla="*/ 259433 w 489538"/>
                <a:gd name="connsiteY71" fmla="*/ 153366 h 761503"/>
                <a:gd name="connsiteX72" fmla="*/ 262153 w 489538"/>
                <a:gd name="connsiteY72" fmla="*/ 166964 h 761503"/>
                <a:gd name="connsiteX73" fmla="*/ 262153 w 489538"/>
                <a:gd name="connsiteY73" fmla="*/ 196881 h 761503"/>
                <a:gd name="connsiteX74" fmla="*/ 262153 w 489538"/>
                <a:gd name="connsiteY74" fmla="*/ 215918 h 761503"/>
                <a:gd name="connsiteX75" fmla="*/ 262153 w 489538"/>
                <a:gd name="connsiteY75" fmla="*/ 251274 h 761503"/>
                <a:gd name="connsiteX76" fmla="*/ 259433 w 489538"/>
                <a:gd name="connsiteY76" fmla="*/ 278470 h 761503"/>
                <a:gd name="connsiteX77" fmla="*/ 259433 w 489538"/>
                <a:gd name="connsiteY77" fmla="*/ 308386 h 761503"/>
                <a:gd name="connsiteX78" fmla="*/ 259433 w 489538"/>
                <a:gd name="connsiteY78" fmla="*/ 321985 h 761503"/>
                <a:gd name="connsiteX79" fmla="*/ 259433 w 489538"/>
                <a:gd name="connsiteY79" fmla="*/ 332863 h 761503"/>
                <a:gd name="connsiteX80" fmla="*/ 267592 w 489538"/>
                <a:gd name="connsiteY80" fmla="*/ 335583 h 761503"/>
                <a:gd name="connsiteX81" fmla="*/ 281190 w 489538"/>
                <a:gd name="connsiteY81" fmla="*/ 335583 h 761503"/>
                <a:gd name="connsiteX82" fmla="*/ 327424 w 489538"/>
                <a:gd name="connsiteY82" fmla="*/ 338303 h 761503"/>
                <a:gd name="connsiteX83" fmla="*/ 351901 w 489538"/>
                <a:gd name="connsiteY83" fmla="*/ 341022 h 761503"/>
                <a:gd name="connsiteX84" fmla="*/ 351901 w 489538"/>
                <a:gd name="connsiteY84" fmla="*/ 335583 h 761503"/>
                <a:gd name="connsiteX85" fmla="*/ 351901 w 489538"/>
                <a:gd name="connsiteY85" fmla="*/ 313826 h 761503"/>
                <a:gd name="connsiteX86" fmla="*/ 357341 w 489538"/>
                <a:gd name="connsiteY86" fmla="*/ 289349 h 761503"/>
                <a:gd name="connsiteX87" fmla="*/ 373658 w 489538"/>
                <a:gd name="connsiteY87" fmla="*/ 273031 h 761503"/>
                <a:gd name="connsiteX88" fmla="*/ 381817 w 489538"/>
                <a:gd name="connsiteY88" fmla="*/ 278470 h 761503"/>
                <a:gd name="connsiteX89" fmla="*/ 389977 w 489538"/>
                <a:gd name="connsiteY89" fmla="*/ 300228 h 761503"/>
                <a:gd name="connsiteX90" fmla="*/ 395416 w 489538"/>
                <a:gd name="connsiteY90" fmla="*/ 351901 h 761503"/>
                <a:gd name="connsiteX91" fmla="*/ 398136 w 489538"/>
                <a:gd name="connsiteY91" fmla="*/ 409014 h 761503"/>
                <a:gd name="connsiteX92" fmla="*/ 381817 w 489538"/>
                <a:gd name="connsiteY92" fmla="*/ 444369 h 761503"/>
                <a:gd name="connsiteX93" fmla="*/ 365500 w 489538"/>
                <a:gd name="connsiteY93" fmla="*/ 438930 h 761503"/>
                <a:gd name="connsiteX94" fmla="*/ 357341 w 489538"/>
                <a:gd name="connsiteY94" fmla="*/ 422612 h 761503"/>
                <a:gd name="connsiteX95" fmla="*/ 354621 w 489538"/>
                <a:gd name="connsiteY95" fmla="*/ 400855 h 761503"/>
                <a:gd name="connsiteX96" fmla="*/ 354621 w 489538"/>
                <a:gd name="connsiteY96" fmla="*/ 381817 h 761503"/>
                <a:gd name="connsiteX97" fmla="*/ 270312 w 489538"/>
                <a:gd name="connsiteY97" fmla="*/ 381817 h 761503"/>
                <a:gd name="connsiteX98" fmla="*/ 256713 w 489538"/>
                <a:gd name="connsiteY98" fmla="*/ 395415 h 761503"/>
                <a:gd name="connsiteX99" fmla="*/ 253994 w 489538"/>
                <a:gd name="connsiteY99" fmla="*/ 422612 h 761503"/>
                <a:gd name="connsiteX100" fmla="*/ 253994 w 489538"/>
                <a:gd name="connsiteY100" fmla="*/ 433490 h 761503"/>
                <a:gd name="connsiteX101" fmla="*/ 253994 w 489538"/>
                <a:gd name="connsiteY101" fmla="*/ 449809 h 761503"/>
                <a:gd name="connsiteX102" fmla="*/ 256713 w 489538"/>
                <a:gd name="connsiteY102" fmla="*/ 474285 h 761503"/>
                <a:gd name="connsiteX103" fmla="*/ 256713 w 489538"/>
                <a:gd name="connsiteY103" fmla="*/ 496043 h 761503"/>
                <a:gd name="connsiteX104" fmla="*/ 259433 w 489538"/>
                <a:gd name="connsiteY104" fmla="*/ 534118 h 761503"/>
                <a:gd name="connsiteX105" fmla="*/ 259433 w 489538"/>
                <a:gd name="connsiteY105" fmla="*/ 591231 h 761503"/>
                <a:gd name="connsiteX106" fmla="*/ 262153 w 489538"/>
                <a:gd name="connsiteY106" fmla="*/ 618427 h 761503"/>
                <a:gd name="connsiteX107" fmla="*/ 267592 w 489538"/>
                <a:gd name="connsiteY107" fmla="*/ 648343 h 761503"/>
                <a:gd name="connsiteX108" fmla="*/ 292069 w 489538"/>
                <a:gd name="connsiteY108" fmla="*/ 651063 h 761503"/>
                <a:gd name="connsiteX109" fmla="*/ 327424 w 489538"/>
                <a:gd name="connsiteY109" fmla="*/ 651063 h 761503"/>
                <a:gd name="connsiteX110" fmla="*/ 362780 w 489538"/>
                <a:gd name="connsiteY110" fmla="*/ 653783 h 761503"/>
                <a:gd name="connsiteX111" fmla="*/ 395416 w 489538"/>
                <a:gd name="connsiteY111" fmla="*/ 648343 h 761503"/>
                <a:gd name="connsiteX112" fmla="*/ 395416 w 489538"/>
                <a:gd name="connsiteY112" fmla="*/ 618427 h 761503"/>
                <a:gd name="connsiteX113" fmla="*/ 395416 w 489538"/>
                <a:gd name="connsiteY113" fmla="*/ 596670 h 761503"/>
                <a:gd name="connsiteX114" fmla="*/ 398136 w 489538"/>
                <a:gd name="connsiteY114" fmla="*/ 574913 h 761503"/>
                <a:gd name="connsiteX115" fmla="*/ 406295 w 489538"/>
                <a:gd name="connsiteY115" fmla="*/ 558595 h 761503"/>
                <a:gd name="connsiteX116" fmla="*/ 422612 w 489538"/>
                <a:gd name="connsiteY116" fmla="*/ 553155 h 761503"/>
                <a:gd name="connsiteX117" fmla="*/ 438930 w 489538"/>
                <a:gd name="connsiteY117" fmla="*/ 588511 h 761503"/>
                <a:gd name="connsiteX118" fmla="*/ 436211 w 489538"/>
                <a:gd name="connsiteY118" fmla="*/ 645624 h 761503"/>
                <a:gd name="connsiteX119" fmla="*/ 433491 w 489538"/>
                <a:gd name="connsiteY119" fmla="*/ 651063 h 761503"/>
                <a:gd name="connsiteX120" fmla="*/ 433491 w 489538"/>
                <a:gd name="connsiteY120" fmla="*/ 651063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</a:cxnLst>
              <a:rect l="l" t="t" r="r" b="b"/>
              <a:pathLst>
                <a:path w="489538" h="761503">
                  <a:moveTo>
                    <a:pt x="433491" y="651063"/>
                  </a:moveTo>
                  <a:cubicBezTo>
                    <a:pt x="436211" y="653783"/>
                    <a:pt x="438930" y="656502"/>
                    <a:pt x="438930" y="661942"/>
                  </a:cubicBezTo>
                  <a:cubicBezTo>
                    <a:pt x="438930" y="670101"/>
                    <a:pt x="433491" y="678259"/>
                    <a:pt x="425332" y="683699"/>
                  </a:cubicBezTo>
                  <a:cubicBezTo>
                    <a:pt x="417173" y="689138"/>
                    <a:pt x="409014" y="689138"/>
                    <a:pt x="400855" y="691858"/>
                  </a:cubicBezTo>
                  <a:cubicBezTo>
                    <a:pt x="381817" y="694578"/>
                    <a:pt x="362780" y="694578"/>
                    <a:pt x="343742" y="700017"/>
                  </a:cubicBezTo>
                  <a:cubicBezTo>
                    <a:pt x="335583" y="702736"/>
                    <a:pt x="324705" y="702736"/>
                    <a:pt x="316546" y="705456"/>
                  </a:cubicBezTo>
                  <a:cubicBezTo>
                    <a:pt x="308387" y="705456"/>
                    <a:pt x="289349" y="705456"/>
                    <a:pt x="275751" y="705456"/>
                  </a:cubicBezTo>
                  <a:cubicBezTo>
                    <a:pt x="270312" y="705456"/>
                    <a:pt x="267592" y="708176"/>
                    <a:pt x="264872" y="708176"/>
                  </a:cubicBezTo>
                  <a:cubicBezTo>
                    <a:pt x="264872" y="708176"/>
                    <a:pt x="259433" y="708176"/>
                    <a:pt x="253994" y="708176"/>
                  </a:cubicBezTo>
                  <a:cubicBezTo>
                    <a:pt x="251274" y="713615"/>
                    <a:pt x="245835" y="716335"/>
                    <a:pt x="240395" y="719054"/>
                  </a:cubicBezTo>
                  <a:cubicBezTo>
                    <a:pt x="234956" y="721774"/>
                    <a:pt x="229517" y="721774"/>
                    <a:pt x="224077" y="721774"/>
                  </a:cubicBezTo>
                  <a:cubicBezTo>
                    <a:pt x="218638" y="721774"/>
                    <a:pt x="213199" y="724494"/>
                    <a:pt x="205040" y="724494"/>
                  </a:cubicBezTo>
                  <a:cubicBezTo>
                    <a:pt x="202320" y="724494"/>
                    <a:pt x="194161" y="727213"/>
                    <a:pt x="191441" y="727213"/>
                  </a:cubicBezTo>
                  <a:cubicBezTo>
                    <a:pt x="183282" y="727213"/>
                    <a:pt x="172404" y="721774"/>
                    <a:pt x="169684" y="721774"/>
                  </a:cubicBezTo>
                  <a:cubicBezTo>
                    <a:pt x="164245" y="719054"/>
                    <a:pt x="156086" y="713615"/>
                    <a:pt x="150646" y="708176"/>
                  </a:cubicBezTo>
                  <a:cubicBezTo>
                    <a:pt x="145207" y="708176"/>
                    <a:pt x="139768" y="708176"/>
                    <a:pt x="139768" y="708176"/>
                  </a:cubicBezTo>
                  <a:cubicBezTo>
                    <a:pt x="126170" y="708176"/>
                    <a:pt x="137048" y="708176"/>
                    <a:pt x="120730" y="708176"/>
                  </a:cubicBezTo>
                  <a:cubicBezTo>
                    <a:pt x="112571" y="708176"/>
                    <a:pt x="104412" y="708176"/>
                    <a:pt x="98973" y="708176"/>
                  </a:cubicBezTo>
                  <a:cubicBezTo>
                    <a:pt x="90814" y="708176"/>
                    <a:pt x="79936" y="708176"/>
                    <a:pt x="74496" y="702736"/>
                  </a:cubicBezTo>
                  <a:cubicBezTo>
                    <a:pt x="66337" y="700017"/>
                    <a:pt x="58178" y="689138"/>
                    <a:pt x="58178" y="683699"/>
                  </a:cubicBezTo>
                  <a:cubicBezTo>
                    <a:pt x="58178" y="680979"/>
                    <a:pt x="58178" y="678259"/>
                    <a:pt x="63617" y="675540"/>
                  </a:cubicBezTo>
                  <a:cubicBezTo>
                    <a:pt x="69057" y="672820"/>
                    <a:pt x="77216" y="670101"/>
                    <a:pt x="85375" y="667381"/>
                  </a:cubicBezTo>
                  <a:cubicBezTo>
                    <a:pt x="98973" y="664661"/>
                    <a:pt x="115291" y="664661"/>
                    <a:pt x="128889" y="661942"/>
                  </a:cubicBezTo>
                  <a:cubicBezTo>
                    <a:pt x="128889" y="645624"/>
                    <a:pt x="128889" y="623866"/>
                    <a:pt x="128889" y="602109"/>
                  </a:cubicBezTo>
                  <a:cubicBezTo>
                    <a:pt x="128889" y="566754"/>
                    <a:pt x="128889" y="531398"/>
                    <a:pt x="126170" y="523239"/>
                  </a:cubicBezTo>
                  <a:cubicBezTo>
                    <a:pt x="126170" y="517800"/>
                    <a:pt x="126170" y="487884"/>
                    <a:pt x="126170" y="468846"/>
                  </a:cubicBezTo>
                  <a:cubicBezTo>
                    <a:pt x="126170" y="449809"/>
                    <a:pt x="123450" y="430771"/>
                    <a:pt x="123450" y="409014"/>
                  </a:cubicBezTo>
                  <a:cubicBezTo>
                    <a:pt x="123450" y="400855"/>
                    <a:pt x="123450" y="392696"/>
                    <a:pt x="123450" y="384537"/>
                  </a:cubicBezTo>
                  <a:cubicBezTo>
                    <a:pt x="123450" y="373658"/>
                    <a:pt x="126170" y="360060"/>
                    <a:pt x="126170" y="349181"/>
                  </a:cubicBezTo>
                  <a:cubicBezTo>
                    <a:pt x="126170" y="341022"/>
                    <a:pt x="126170" y="332863"/>
                    <a:pt x="126170" y="324704"/>
                  </a:cubicBezTo>
                  <a:cubicBezTo>
                    <a:pt x="126170" y="313826"/>
                    <a:pt x="126170" y="302947"/>
                    <a:pt x="128889" y="292068"/>
                  </a:cubicBezTo>
                  <a:cubicBezTo>
                    <a:pt x="131609" y="273031"/>
                    <a:pt x="134329" y="253993"/>
                    <a:pt x="134329" y="234956"/>
                  </a:cubicBezTo>
                  <a:cubicBezTo>
                    <a:pt x="134329" y="213198"/>
                    <a:pt x="134329" y="191441"/>
                    <a:pt x="134329" y="172404"/>
                  </a:cubicBezTo>
                  <a:cubicBezTo>
                    <a:pt x="134329" y="156086"/>
                    <a:pt x="134329" y="139768"/>
                    <a:pt x="137048" y="123450"/>
                  </a:cubicBezTo>
                  <a:cubicBezTo>
                    <a:pt x="131609" y="123450"/>
                    <a:pt x="134329" y="123450"/>
                    <a:pt x="123450" y="123450"/>
                  </a:cubicBezTo>
                  <a:cubicBezTo>
                    <a:pt x="115291" y="123450"/>
                    <a:pt x="107132" y="123450"/>
                    <a:pt x="101693" y="123450"/>
                  </a:cubicBezTo>
                  <a:cubicBezTo>
                    <a:pt x="93534" y="123450"/>
                    <a:pt x="82655" y="123450"/>
                    <a:pt x="77216" y="118011"/>
                  </a:cubicBezTo>
                  <a:cubicBezTo>
                    <a:pt x="69057" y="115291"/>
                    <a:pt x="60898" y="101693"/>
                    <a:pt x="60898" y="98973"/>
                  </a:cubicBezTo>
                  <a:cubicBezTo>
                    <a:pt x="60898" y="96253"/>
                    <a:pt x="60898" y="93534"/>
                    <a:pt x="66337" y="90814"/>
                  </a:cubicBezTo>
                  <a:cubicBezTo>
                    <a:pt x="71777" y="88094"/>
                    <a:pt x="79936" y="85375"/>
                    <a:pt x="88094" y="82655"/>
                  </a:cubicBezTo>
                  <a:cubicBezTo>
                    <a:pt x="104412" y="79935"/>
                    <a:pt x="131609" y="77216"/>
                    <a:pt x="145207" y="77216"/>
                  </a:cubicBezTo>
                  <a:cubicBezTo>
                    <a:pt x="145207" y="77216"/>
                    <a:pt x="145207" y="77216"/>
                    <a:pt x="145207" y="77216"/>
                  </a:cubicBezTo>
                  <a:cubicBezTo>
                    <a:pt x="145207" y="74496"/>
                    <a:pt x="150646" y="71776"/>
                    <a:pt x="153366" y="69057"/>
                  </a:cubicBezTo>
                  <a:cubicBezTo>
                    <a:pt x="161525" y="63617"/>
                    <a:pt x="169684" y="63617"/>
                    <a:pt x="177843" y="60898"/>
                  </a:cubicBezTo>
                  <a:cubicBezTo>
                    <a:pt x="183282" y="58178"/>
                    <a:pt x="191441" y="58178"/>
                    <a:pt x="196881" y="58178"/>
                  </a:cubicBezTo>
                  <a:cubicBezTo>
                    <a:pt x="199600" y="58178"/>
                    <a:pt x="202320" y="58178"/>
                    <a:pt x="205040" y="58178"/>
                  </a:cubicBezTo>
                  <a:cubicBezTo>
                    <a:pt x="207759" y="58178"/>
                    <a:pt x="213199" y="60898"/>
                    <a:pt x="215919" y="63617"/>
                  </a:cubicBezTo>
                  <a:cubicBezTo>
                    <a:pt x="221358" y="66337"/>
                    <a:pt x="224077" y="66337"/>
                    <a:pt x="229517" y="69057"/>
                  </a:cubicBezTo>
                  <a:cubicBezTo>
                    <a:pt x="237675" y="71776"/>
                    <a:pt x="245835" y="77216"/>
                    <a:pt x="256713" y="77216"/>
                  </a:cubicBezTo>
                  <a:cubicBezTo>
                    <a:pt x="259433" y="77216"/>
                    <a:pt x="262153" y="77216"/>
                    <a:pt x="264872" y="77216"/>
                  </a:cubicBezTo>
                  <a:cubicBezTo>
                    <a:pt x="270312" y="77216"/>
                    <a:pt x="275751" y="77216"/>
                    <a:pt x="281190" y="77216"/>
                  </a:cubicBezTo>
                  <a:cubicBezTo>
                    <a:pt x="292069" y="77216"/>
                    <a:pt x="321985" y="77216"/>
                    <a:pt x="330144" y="77216"/>
                  </a:cubicBezTo>
                  <a:cubicBezTo>
                    <a:pt x="338303" y="77216"/>
                    <a:pt x="349182" y="77216"/>
                    <a:pt x="357341" y="79935"/>
                  </a:cubicBezTo>
                  <a:cubicBezTo>
                    <a:pt x="368219" y="79935"/>
                    <a:pt x="379098" y="82655"/>
                    <a:pt x="387257" y="82655"/>
                  </a:cubicBezTo>
                  <a:cubicBezTo>
                    <a:pt x="392696" y="82655"/>
                    <a:pt x="400855" y="85375"/>
                    <a:pt x="406295" y="85375"/>
                  </a:cubicBezTo>
                  <a:cubicBezTo>
                    <a:pt x="409014" y="82655"/>
                    <a:pt x="414453" y="79935"/>
                    <a:pt x="417173" y="79935"/>
                  </a:cubicBezTo>
                  <a:cubicBezTo>
                    <a:pt x="419893" y="79935"/>
                    <a:pt x="422612" y="79935"/>
                    <a:pt x="425332" y="85375"/>
                  </a:cubicBezTo>
                  <a:cubicBezTo>
                    <a:pt x="428052" y="90814"/>
                    <a:pt x="433491" y="98973"/>
                    <a:pt x="433491" y="104412"/>
                  </a:cubicBezTo>
                  <a:cubicBezTo>
                    <a:pt x="436211" y="131609"/>
                    <a:pt x="436211" y="120730"/>
                    <a:pt x="436211" y="137048"/>
                  </a:cubicBezTo>
                  <a:cubicBezTo>
                    <a:pt x="438930" y="158805"/>
                    <a:pt x="438930" y="158805"/>
                    <a:pt x="438930" y="183282"/>
                  </a:cubicBezTo>
                  <a:cubicBezTo>
                    <a:pt x="438930" y="194161"/>
                    <a:pt x="438930" y="218638"/>
                    <a:pt x="422612" y="218638"/>
                  </a:cubicBezTo>
                  <a:cubicBezTo>
                    <a:pt x="414453" y="218638"/>
                    <a:pt x="411734" y="215918"/>
                    <a:pt x="406295" y="213198"/>
                  </a:cubicBezTo>
                  <a:cubicBezTo>
                    <a:pt x="400855" y="210479"/>
                    <a:pt x="398136" y="202320"/>
                    <a:pt x="398136" y="196881"/>
                  </a:cubicBezTo>
                  <a:cubicBezTo>
                    <a:pt x="395416" y="188722"/>
                    <a:pt x="395416" y="183282"/>
                    <a:pt x="395416" y="175123"/>
                  </a:cubicBezTo>
                  <a:cubicBezTo>
                    <a:pt x="395416" y="169684"/>
                    <a:pt x="395416" y="164245"/>
                    <a:pt x="395416" y="153366"/>
                  </a:cubicBezTo>
                  <a:cubicBezTo>
                    <a:pt x="395416" y="145207"/>
                    <a:pt x="395416" y="134328"/>
                    <a:pt x="395416" y="126170"/>
                  </a:cubicBezTo>
                  <a:cubicBezTo>
                    <a:pt x="387257" y="128889"/>
                    <a:pt x="379098" y="128889"/>
                    <a:pt x="370939" y="128889"/>
                  </a:cubicBezTo>
                  <a:cubicBezTo>
                    <a:pt x="360060" y="128889"/>
                    <a:pt x="349182" y="128889"/>
                    <a:pt x="338303" y="131609"/>
                  </a:cubicBezTo>
                  <a:cubicBezTo>
                    <a:pt x="327424" y="131609"/>
                    <a:pt x="319265" y="134328"/>
                    <a:pt x="286629" y="134328"/>
                  </a:cubicBezTo>
                  <a:cubicBezTo>
                    <a:pt x="281190" y="134328"/>
                    <a:pt x="278470" y="134328"/>
                    <a:pt x="273031" y="137048"/>
                  </a:cubicBezTo>
                  <a:cubicBezTo>
                    <a:pt x="270312" y="137048"/>
                    <a:pt x="264872" y="137048"/>
                    <a:pt x="262153" y="142487"/>
                  </a:cubicBezTo>
                  <a:cubicBezTo>
                    <a:pt x="259433" y="145207"/>
                    <a:pt x="259433" y="150647"/>
                    <a:pt x="259433" y="153366"/>
                  </a:cubicBezTo>
                  <a:cubicBezTo>
                    <a:pt x="259433" y="158805"/>
                    <a:pt x="259433" y="164245"/>
                    <a:pt x="262153" y="166964"/>
                  </a:cubicBezTo>
                  <a:cubicBezTo>
                    <a:pt x="262153" y="177843"/>
                    <a:pt x="262153" y="186002"/>
                    <a:pt x="262153" y="196881"/>
                  </a:cubicBezTo>
                  <a:cubicBezTo>
                    <a:pt x="262153" y="202320"/>
                    <a:pt x="262153" y="210479"/>
                    <a:pt x="262153" y="215918"/>
                  </a:cubicBezTo>
                  <a:cubicBezTo>
                    <a:pt x="262153" y="229516"/>
                    <a:pt x="262153" y="240395"/>
                    <a:pt x="262153" y="251274"/>
                  </a:cubicBezTo>
                  <a:cubicBezTo>
                    <a:pt x="262153" y="259433"/>
                    <a:pt x="259433" y="270311"/>
                    <a:pt x="259433" y="278470"/>
                  </a:cubicBezTo>
                  <a:cubicBezTo>
                    <a:pt x="259433" y="289349"/>
                    <a:pt x="259433" y="297508"/>
                    <a:pt x="259433" y="308386"/>
                  </a:cubicBezTo>
                  <a:cubicBezTo>
                    <a:pt x="259433" y="313826"/>
                    <a:pt x="259433" y="319265"/>
                    <a:pt x="259433" y="321985"/>
                  </a:cubicBezTo>
                  <a:cubicBezTo>
                    <a:pt x="259433" y="324704"/>
                    <a:pt x="259433" y="330144"/>
                    <a:pt x="259433" y="332863"/>
                  </a:cubicBezTo>
                  <a:cubicBezTo>
                    <a:pt x="262153" y="335583"/>
                    <a:pt x="264872" y="335583"/>
                    <a:pt x="267592" y="335583"/>
                  </a:cubicBezTo>
                  <a:cubicBezTo>
                    <a:pt x="273031" y="335583"/>
                    <a:pt x="275751" y="335583"/>
                    <a:pt x="281190" y="335583"/>
                  </a:cubicBezTo>
                  <a:cubicBezTo>
                    <a:pt x="311107" y="335583"/>
                    <a:pt x="319265" y="335583"/>
                    <a:pt x="327424" y="338303"/>
                  </a:cubicBezTo>
                  <a:cubicBezTo>
                    <a:pt x="335583" y="341022"/>
                    <a:pt x="343742" y="341022"/>
                    <a:pt x="351901" y="341022"/>
                  </a:cubicBezTo>
                  <a:cubicBezTo>
                    <a:pt x="351901" y="338303"/>
                    <a:pt x="351901" y="338303"/>
                    <a:pt x="351901" y="335583"/>
                  </a:cubicBezTo>
                  <a:cubicBezTo>
                    <a:pt x="351901" y="327424"/>
                    <a:pt x="351901" y="319265"/>
                    <a:pt x="351901" y="313826"/>
                  </a:cubicBezTo>
                  <a:cubicBezTo>
                    <a:pt x="351901" y="305667"/>
                    <a:pt x="351901" y="294788"/>
                    <a:pt x="357341" y="289349"/>
                  </a:cubicBezTo>
                  <a:cubicBezTo>
                    <a:pt x="360060" y="281190"/>
                    <a:pt x="368219" y="273031"/>
                    <a:pt x="373658" y="273031"/>
                  </a:cubicBezTo>
                  <a:cubicBezTo>
                    <a:pt x="376378" y="273031"/>
                    <a:pt x="379098" y="273031"/>
                    <a:pt x="381817" y="278470"/>
                  </a:cubicBezTo>
                  <a:cubicBezTo>
                    <a:pt x="384537" y="283909"/>
                    <a:pt x="387257" y="292068"/>
                    <a:pt x="389977" y="300228"/>
                  </a:cubicBezTo>
                  <a:cubicBezTo>
                    <a:pt x="392696" y="316545"/>
                    <a:pt x="392696" y="335583"/>
                    <a:pt x="395416" y="351901"/>
                  </a:cubicBezTo>
                  <a:cubicBezTo>
                    <a:pt x="398136" y="373658"/>
                    <a:pt x="398136" y="384537"/>
                    <a:pt x="398136" y="409014"/>
                  </a:cubicBezTo>
                  <a:cubicBezTo>
                    <a:pt x="398136" y="422612"/>
                    <a:pt x="398136" y="444369"/>
                    <a:pt x="381817" y="444369"/>
                  </a:cubicBezTo>
                  <a:cubicBezTo>
                    <a:pt x="373658" y="444369"/>
                    <a:pt x="370939" y="441650"/>
                    <a:pt x="365500" y="438930"/>
                  </a:cubicBezTo>
                  <a:cubicBezTo>
                    <a:pt x="360060" y="436210"/>
                    <a:pt x="357341" y="428051"/>
                    <a:pt x="357341" y="422612"/>
                  </a:cubicBezTo>
                  <a:cubicBezTo>
                    <a:pt x="354621" y="414453"/>
                    <a:pt x="354621" y="409014"/>
                    <a:pt x="354621" y="400855"/>
                  </a:cubicBezTo>
                  <a:cubicBezTo>
                    <a:pt x="354621" y="395415"/>
                    <a:pt x="354621" y="389976"/>
                    <a:pt x="354621" y="381817"/>
                  </a:cubicBezTo>
                  <a:cubicBezTo>
                    <a:pt x="335583" y="381817"/>
                    <a:pt x="308387" y="384537"/>
                    <a:pt x="270312" y="381817"/>
                  </a:cubicBezTo>
                  <a:cubicBezTo>
                    <a:pt x="262153" y="381817"/>
                    <a:pt x="256713" y="387256"/>
                    <a:pt x="256713" y="395415"/>
                  </a:cubicBezTo>
                  <a:cubicBezTo>
                    <a:pt x="256713" y="403574"/>
                    <a:pt x="256713" y="414453"/>
                    <a:pt x="253994" y="422612"/>
                  </a:cubicBezTo>
                  <a:cubicBezTo>
                    <a:pt x="253994" y="425332"/>
                    <a:pt x="253994" y="430771"/>
                    <a:pt x="253994" y="433490"/>
                  </a:cubicBezTo>
                  <a:cubicBezTo>
                    <a:pt x="253994" y="438930"/>
                    <a:pt x="253994" y="444369"/>
                    <a:pt x="253994" y="449809"/>
                  </a:cubicBezTo>
                  <a:cubicBezTo>
                    <a:pt x="253994" y="457967"/>
                    <a:pt x="256713" y="466126"/>
                    <a:pt x="256713" y="474285"/>
                  </a:cubicBezTo>
                  <a:cubicBezTo>
                    <a:pt x="256713" y="482444"/>
                    <a:pt x="256713" y="490603"/>
                    <a:pt x="256713" y="496043"/>
                  </a:cubicBezTo>
                  <a:cubicBezTo>
                    <a:pt x="256713" y="509641"/>
                    <a:pt x="259433" y="520520"/>
                    <a:pt x="259433" y="534118"/>
                  </a:cubicBezTo>
                  <a:cubicBezTo>
                    <a:pt x="259433" y="553155"/>
                    <a:pt x="259433" y="572193"/>
                    <a:pt x="259433" y="591231"/>
                  </a:cubicBezTo>
                  <a:cubicBezTo>
                    <a:pt x="259433" y="602109"/>
                    <a:pt x="262153" y="610268"/>
                    <a:pt x="262153" y="618427"/>
                  </a:cubicBezTo>
                  <a:cubicBezTo>
                    <a:pt x="264872" y="626586"/>
                    <a:pt x="262153" y="642904"/>
                    <a:pt x="267592" y="648343"/>
                  </a:cubicBezTo>
                  <a:cubicBezTo>
                    <a:pt x="270312" y="651063"/>
                    <a:pt x="275751" y="651063"/>
                    <a:pt x="292069" y="651063"/>
                  </a:cubicBezTo>
                  <a:cubicBezTo>
                    <a:pt x="305667" y="651063"/>
                    <a:pt x="319265" y="651063"/>
                    <a:pt x="327424" y="651063"/>
                  </a:cubicBezTo>
                  <a:cubicBezTo>
                    <a:pt x="338303" y="651063"/>
                    <a:pt x="351901" y="653783"/>
                    <a:pt x="362780" y="653783"/>
                  </a:cubicBezTo>
                  <a:cubicBezTo>
                    <a:pt x="376378" y="653783"/>
                    <a:pt x="384537" y="651063"/>
                    <a:pt x="395416" y="648343"/>
                  </a:cubicBezTo>
                  <a:cubicBezTo>
                    <a:pt x="395416" y="637465"/>
                    <a:pt x="395416" y="629306"/>
                    <a:pt x="395416" y="618427"/>
                  </a:cubicBezTo>
                  <a:cubicBezTo>
                    <a:pt x="395416" y="610268"/>
                    <a:pt x="395416" y="602109"/>
                    <a:pt x="395416" y="596670"/>
                  </a:cubicBezTo>
                  <a:cubicBezTo>
                    <a:pt x="395416" y="591231"/>
                    <a:pt x="395416" y="585791"/>
                    <a:pt x="398136" y="574913"/>
                  </a:cubicBezTo>
                  <a:cubicBezTo>
                    <a:pt x="400855" y="569473"/>
                    <a:pt x="400855" y="564034"/>
                    <a:pt x="406295" y="558595"/>
                  </a:cubicBezTo>
                  <a:cubicBezTo>
                    <a:pt x="411734" y="553155"/>
                    <a:pt x="414453" y="553155"/>
                    <a:pt x="422612" y="553155"/>
                  </a:cubicBezTo>
                  <a:cubicBezTo>
                    <a:pt x="436211" y="553155"/>
                    <a:pt x="438930" y="577632"/>
                    <a:pt x="438930" y="588511"/>
                  </a:cubicBezTo>
                  <a:cubicBezTo>
                    <a:pt x="438930" y="612988"/>
                    <a:pt x="438930" y="623866"/>
                    <a:pt x="436211" y="645624"/>
                  </a:cubicBezTo>
                  <a:cubicBezTo>
                    <a:pt x="433491" y="648343"/>
                    <a:pt x="433491" y="648343"/>
                    <a:pt x="433491" y="651063"/>
                  </a:cubicBezTo>
                  <a:lnTo>
                    <a:pt x="433491" y="651063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4E622CD9-12E7-481D-9568-392632F69D07}"/>
                </a:ext>
              </a:extLst>
            </p:cNvPr>
            <p:cNvSpPr/>
            <p:nvPr/>
          </p:nvSpPr>
          <p:spPr>
            <a:xfrm>
              <a:off x="7912732" y="4250336"/>
              <a:ext cx="465062" cy="658157"/>
            </a:xfrm>
            <a:custGeom>
              <a:avLst/>
              <a:gdLst>
                <a:gd name="connsiteX0" fmla="*/ 193096 w 465062"/>
                <a:gd name="connsiteY0" fmla="*/ 59832 h 658157"/>
                <a:gd name="connsiteX1" fmla="*/ 193096 w 465062"/>
                <a:gd name="connsiteY1" fmla="*/ 114226 h 658157"/>
                <a:gd name="connsiteX2" fmla="*/ 198536 w 465062"/>
                <a:gd name="connsiteY2" fmla="*/ 209414 h 658157"/>
                <a:gd name="connsiteX3" fmla="*/ 201255 w 465062"/>
                <a:gd name="connsiteY3" fmla="*/ 282845 h 658157"/>
                <a:gd name="connsiteX4" fmla="*/ 203975 w 465062"/>
                <a:gd name="connsiteY4" fmla="*/ 315481 h 658157"/>
                <a:gd name="connsiteX5" fmla="*/ 203975 w 465062"/>
                <a:gd name="connsiteY5" fmla="*/ 320920 h 658157"/>
                <a:gd name="connsiteX6" fmla="*/ 212134 w 465062"/>
                <a:gd name="connsiteY6" fmla="*/ 329079 h 658157"/>
                <a:gd name="connsiteX7" fmla="*/ 223013 w 465062"/>
                <a:gd name="connsiteY7" fmla="*/ 329079 h 658157"/>
                <a:gd name="connsiteX8" fmla="*/ 239331 w 465062"/>
                <a:gd name="connsiteY8" fmla="*/ 329079 h 658157"/>
                <a:gd name="connsiteX9" fmla="*/ 280126 w 465062"/>
                <a:gd name="connsiteY9" fmla="*/ 312761 h 658157"/>
                <a:gd name="connsiteX10" fmla="*/ 296443 w 465062"/>
                <a:gd name="connsiteY10" fmla="*/ 288284 h 658157"/>
                <a:gd name="connsiteX11" fmla="*/ 304602 w 465062"/>
                <a:gd name="connsiteY11" fmla="*/ 258368 h 658157"/>
                <a:gd name="connsiteX12" fmla="*/ 312761 w 465062"/>
                <a:gd name="connsiteY12" fmla="*/ 225732 h 658157"/>
                <a:gd name="connsiteX13" fmla="*/ 315481 w 465062"/>
                <a:gd name="connsiteY13" fmla="*/ 195816 h 658157"/>
                <a:gd name="connsiteX14" fmla="*/ 318201 w 465062"/>
                <a:gd name="connsiteY14" fmla="*/ 168619 h 658157"/>
                <a:gd name="connsiteX15" fmla="*/ 312761 w 465062"/>
                <a:gd name="connsiteY15" fmla="*/ 135983 h 658157"/>
                <a:gd name="connsiteX16" fmla="*/ 312761 w 465062"/>
                <a:gd name="connsiteY16" fmla="*/ 122385 h 658157"/>
                <a:gd name="connsiteX17" fmla="*/ 293724 w 465062"/>
                <a:gd name="connsiteY17" fmla="*/ 84309 h 658157"/>
                <a:gd name="connsiteX18" fmla="*/ 280126 w 465062"/>
                <a:gd name="connsiteY18" fmla="*/ 73430 h 658157"/>
                <a:gd name="connsiteX19" fmla="*/ 258368 w 465062"/>
                <a:gd name="connsiteY19" fmla="*/ 62552 h 658157"/>
                <a:gd name="connsiteX20" fmla="*/ 217573 w 465062"/>
                <a:gd name="connsiteY20" fmla="*/ 59832 h 658157"/>
                <a:gd name="connsiteX21" fmla="*/ 111506 w 465062"/>
                <a:gd name="connsiteY21" fmla="*/ 0 h 658157"/>
                <a:gd name="connsiteX22" fmla="*/ 127824 w 465062"/>
                <a:gd name="connsiteY22" fmla="*/ 0 h 658157"/>
                <a:gd name="connsiteX23" fmla="*/ 157741 w 465062"/>
                <a:gd name="connsiteY23" fmla="*/ 5440 h 658157"/>
                <a:gd name="connsiteX24" fmla="*/ 179497 w 465062"/>
                <a:gd name="connsiteY24" fmla="*/ 16318 h 658157"/>
                <a:gd name="connsiteX25" fmla="*/ 209414 w 465062"/>
                <a:gd name="connsiteY25" fmla="*/ 16318 h 658157"/>
                <a:gd name="connsiteX26" fmla="*/ 247489 w 465062"/>
                <a:gd name="connsiteY26" fmla="*/ 16318 h 658157"/>
                <a:gd name="connsiteX27" fmla="*/ 266527 w 465062"/>
                <a:gd name="connsiteY27" fmla="*/ 16318 h 658157"/>
                <a:gd name="connsiteX28" fmla="*/ 312761 w 465062"/>
                <a:gd name="connsiteY28" fmla="*/ 27197 h 658157"/>
                <a:gd name="connsiteX29" fmla="*/ 337238 w 465062"/>
                <a:gd name="connsiteY29" fmla="*/ 38075 h 658157"/>
                <a:gd name="connsiteX30" fmla="*/ 364434 w 465062"/>
                <a:gd name="connsiteY30" fmla="*/ 54393 h 658157"/>
                <a:gd name="connsiteX31" fmla="*/ 386192 w 465062"/>
                <a:gd name="connsiteY31" fmla="*/ 73431 h 658157"/>
                <a:gd name="connsiteX32" fmla="*/ 407949 w 465062"/>
                <a:gd name="connsiteY32" fmla="*/ 103347 h 658157"/>
                <a:gd name="connsiteX33" fmla="*/ 416108 w 465062"/>
                <a:gd name="connsiteY33" fmla="*/ 141422 h 658157"/>
                <a:gd name="connsiteX34" fmla="*/ 418828 w 465062"/>
                <a:gd name="connsiteY34" fmla="*/ 163179 h 658157"/>
                <a:gd name="connsiteX35" fmla="*/ 418828 w 465062"/>
                <a:gd name="connsiteY35" fmla="*/ 171339 h 658157"/>
                <a:gd name="connsiteX36" fmla="*/ 421547 w 465062"/>
                <a:gd name="connsiteY36" fmla="*/ 187656 h 658157"/>
                <a:gd name="connsiteX37" fmla="*/ 418828 w 465062"/>
                <a:gd name="connsiteY37" fmla="*/ 206694 h 658157"/>
                <a:gd name="connsiteX38" fmla="*/ 416108 w 465062"/>
                <a:gd name="connsiteY38" fmla="*/ 233891 h 658157"/>
                <a:gd name="connsiteX39" fmla="*/ 405229 w 465062"/>
                <a:gd name="connsiteY39" fmla="*/ 263807 h 658157"/>
                <a:gd name="connsiteX40" fmla="*/ 394351 w 465062"/>
                <a:gd name="connsiteY40" fmla="*/ 274686 h 658157"/>
                <a:gd name="connsiteX41" fmla="*/ 388912 w 465062"/>
                <a:gd name="connsiteY41" fmla="*/ 285564 h 658157"/>
                <a:gd name="connsiteX42" fmla="*/ 369874 w 465062"/>
                <a:gd name="connsiteY42" fmla="*/ 304602 h 658157"/>
                <a:gd name="connsiteX43" fmla="*/ 358995 w 465062"/>
                <a:gd name="connsiteY43" fmla="*/ 310041 h 658157"/>
                <a:gd name="connsiteX44" fmla="*/ 348117 w 465062"/>
                <a:gd name="connsiteY44" fmla="*/ 320920 h 658157"/>
                <a:gd name="connsiteX45" fmla="*/ 326359 w 465062"/>
                <a:gd name="connsiteY45" fmla="*/ 339957 h 658157"/>
                <a:gd name="connsiteX46" fmla="*/ 312761 w 465062"/>
                <a:gd name="connsiteY46" fmla="*/ 353555 h 658157"/>
                <a:gd name="connsiteX47" fmla="*/ 337238 w 465062"/>
                <a:gd name="connsiteY47" fmla="*/ 380752 h 658157"/>
                <a:gd name="connsiteX48" fmla="*/ 358995 w 465062"/>
                <a:gd name="connsiteY48" fmla="*/ 421547 h 658157"/>
                <a:gd name="connsiteX49" fmla="*/ 372593 w 465062"/>
                <a:gd name="connsiteY49" fmla="*/ 459622 h 658157"/>
                <a:gd name="connsiteX50" fmla="*/ 386192 w 465062"/>
                <a:gd name="connsiteY50" fmla="*/ 514015 h 658157"/>
                <a:gd name="connsiteX51" fmla="*/ 407949 w 465062"/>
                <a:gd name="connsiteY51" fmla="*/ 568408 h 658157"/>
                <a:gd name="connsiteX52" fmla="*/ 421547 w 465062"/>
                <a:gd name="connsiteY52" fmla="*/ 598324 h 658157"/>
                <a:gd name="connsiteX53" fmla="*/ 451463 w 465062"/>
                <a:gd name="connsiteY53" fmla="*/ 628241 h 658157"/>
                <a:gd name="connsiteX54" fmla="*/ 465062 w 465062"/>
                <a:gd name="connsiteY54" fmla="*/ 644559 h 658157"/>
                <a:gd name="connsiteX55" fmla="*/ 462342 w 465062"/>
                <a:gd name="connsiteY55" fmla="*/ 649998 h 658157"/>
                <a:gd name="connsiteX56" fmla="*/ 437865 w 465062"/>
                <a:gd name="connsiteY56" fmla="*/ 658157 h 658157"/>
                <a:gd name="connsiteX57" fmla="*/ 361715 w 465062"/>
                <a:gd name="connsiteY57" fmla="*/ 622801 h 658157"/>
                <a:gd name="connsiteX58" fmla="*/ 320920 w 465062"/>
                <a:gd name="connsiteY58" fmla="*/ 565689 h 658157"/>
                <a:gd name="connsiteX59" fmla="*/ 304602 w 465062"/>
                <a:gd name="connsiteY59" fmla="*/ 530333 h 658157"/>
                <a:gd name="connsiteX60" fmla="*/ 293723 w 465062"/>
                <a:gd name="connsiteY60" fmla="*/ 497697 h 658157"/>
                <a:gd name="connsiteX61" fmla="*/ 282845 w 465062"/>
                <a:gd name="connsiteY61" fmla="*/ 462342 h 658157"/>
                <a:gd name="connsiteX62" fmla="*/ 269246 w 465062"/>
                <a:gd name="connsiteY62" fmla="*/ 424267 h 658157"/>
                <a:gd name="connsiteX63" fmla="*/ 255648 w 465062"/>
                <a:gd name="connsiteY63" fmla="*/ 391631 h 658157"/>
                <a:gd name="connsiteX64" fmla="*/ 236610 w 465062"/>
                <a:gd name="connsiteY64" fmla="*/ 367154 h 658157"/>
                <a:gd name="connsiteX65" fmla="*/ 217573 w 465062"/>
                <a:gd name="connsiteY65" fmla="*/ 361714 h 658157"/>
                <a:gd name="connsiteX66" fmla="*/ 201255 w 465062"/>
                <a:gd name="connsiteY66" fmla="*/ 361714 h 658157"/>
                <a:gd name="connsiteX67" fmla="*/ 198535 w 465062"/>
                <a:gd name="connsiteY67" fmla="*/ 367154 h 658157"/>
                <a:gd name="connsiteX68" fmla="*/ 201255 w 465062"/>
                <a:gd name="connsiteY68" fmla="*/ 388911 h 658157"/>
                <a:gd name="connsiteX69" fmla="*/ 198535 w 465062"/>
                <a:gd name="connsiteY69" fmla="*/ 426986 h 658157"/>
                <a:gd name="connsiteX70" fmla="*/ 203975 w 465062"/>
                <a:gd name="connsiteY70" fmla="*/ 478660 h 658157"/>
                <a:gd name="connsiteX71" fmla="*/ 198535 w 465062"/>
                <a:gd name="connsiteY71" fmla="*/ 552090 h 658157"/>
                <a:gd name="connsiteX72" fmla="*/ 195816 w 465062"/>
                <a:gd name="connsiteY72" fmla="*/ 576567 h 658157"/>
                <a:gd name="connsiteX73" fmla="*/ 198535 w 465062"/>
                <a:gd name="connsiteY73" fmla="*/ 592885 h 658157"/>
                <a:gd name="connsiteX74" fmla="*/ 233891 w 465062"/>
                <a:gd name="connsiteY74" fmla="*/ 592885 h 658157"/>
                <a:gd name="connsiteX75" fmla="*/ 271966 w 465062"/>
                <a:gd name="connsiteY75" fmla="*/ 611923 h 658157"/>
                <a:gd name="connsiteX76" fmla="*/ 266527 w 465062"/>
                <a:gd name="connsiteY76" fmla="*/ 628241 h 658157"/>
                <a:gd name="connsiteX77" fmla="*/ 250209 w 465062"/>
                <a:gd name="connsiteY77" fmla="*/ 636400 h 658157"/>
                <a:gd name="connsiteX78" fmla="*/ 228451 w 465062"/>
                <a:gd name="connsiteY78" fmla="*/ 639119 h 658157"/>
                <a:gd name="connsiteX79" fmla="*/ 187657 w 465062"/>
                <a:gd name="connsiteY79" fmla="*/ 639119 h 658157"/>
                <a:gd name="connsiteX80" fmla="*/ 152301 w 465062"/>
                <a:gd name="connsiteY80" fmla="*/ 652717 h 658157"/>
                <a:gd name="connsiteX81" fmla="*/ 133263 w 465062"/>
                <a:gd name="connsiteY81" fmla="*/ 655437 h 658157"/>
                <a:gd name="connsiteX82" fmla="*/ 122385 w 465062"/>
                <a:gd name="connsiteY82" fmla="*/ 652717 h 658157"/>
                <a:gd name="connsiteX83" fmla="*/ 97908 w 465062"/>
                <a:gd name="connsiteY83" fmla="*/ 639119 h 658157"/>
                <a:gd name="connsiteX84" fmla="*/ 70711 w 465062"/>
                <a:gd name="connsiteY84" fmla="*/ 639119 h 658157"/>
                <a:gd name="connsiteX85" fmla="*/ 46234 w 465062"/>
                <a:gd name="connsiteY85" fmla="*/ 639119 h 658157"/>
                <a:gd name="connsiteX86" fmla="*/ 19038 w 465062"/>
                <a:gd name="connsiteY86" fmla="*/ 630960 h 658157"/>
                <a:gd name="connsiteX87" fmla="*/ 2720 w 465062"/>
                <a:gd name="connsiteY87" fmla="*/ 614642 h 658157"/>
                <a:gd name="connsiteX88" fmla="*/ 8159 w 465062"/>
                <a:gd name="connsiteY88" fmla="*/ 606483 h 658157"/>
                <a:gd name="connsiteX89" fmla="*/ 29916 w 465062"/>
                <a:gd name="connsiteY89" fmla="*/ 598324 h 658157"/>
                <a:gd name="connsiteX90" fmla="*/ 76151 w 465062"/>
                <a:gd name="connsiteY90" fmla="*/ 592885 h 658157"/>
                <a:gd name="connsiteX91" fmla="*/ 73431 w 465062"/>
                <a:gd name="connsiteY91" fmla="*/ 573848 h 658157"/>
                <a:gd name="connsiteX92" fmla="*/ 70711 w 465062"/>
                <a:gd name="connsiteY92" fmla="*/ 500417 h 658157"/>
                <a:gd name="connsiteX93" fmla="*/ 73431 w 465062"/>
                <a:gd name="connsiteY93" fmla="*/ 437865 h 658157"/>
                <a:gd name="connsiteX94" fmla="*/ 70711 w 465062"/>
                <a:gd name="connsiteY94" fmla="*/ 369873 h 658157"/>
                <a:gd name="connsiteX95" fmla="*/ 70711 w 465062"/>
                <a:gd name="connsiteY95" fmla="*/ 293723 h 658157"/>
                <a:gd name="connsiteX96" fmla="*/ 73431 w 465062"/>
                <a:gd name="connsiteY96" fmla="*/ 212133 h 658157"/>
                <a:gd name="connsiteX97" fmla="*/ 76151 w 465062"/>
                <a:gd name="connsiteY97" fmla="*/ 155021 h 658157"/>
                <a:gd name="connsiteX98" fmla="*/ 76151 w 465062"/>
                <a:gd name="connsiteY98" fmla="*/ 119665 h 658157"/>
                <a:gd name="connsiteX99" fmla="*/ 78870 w 465062"/>
                <a:gd name="connsiteY99" fmla="*/ 84310 h 658157"/>
                <a:gd name="connsiteX100" fmla="*/ 76151 w 465062"/>
                <a:gd name="connsiteY100" fmla="*/ 62552 h 658157"/>
                <a:gd name="connsiteX101" fmla="*/ 67992 w 465062"/>
                <a:gd name="connsiteY101" fmla="*/ 62552 h 658157"/>
                <a:gd name="connsiteX102" fmla="*/ 43515 w 465062"/>
                <a:gd name="connsiteY102" fmla="*/ 62552 h 658157"/>
                <a:gd name="connsiteX103" fmla="*/ 16318 w 465062"/>
                <a:gd name="connsiteY103" fmla="*/ 57113 h 658157"/>
                <a:gd name="connsiteX104" fmla="*/ 0 w 465062"/>
                <a:gd name="connsiteY104" fmla="*/ 40795 h 658157"/>
                <a:gd name="connsiteX105" fmla="*/ 5439 w 465062"/>
                <a:gd name="connsiteY105" fmla="*/ 32636 h 658157"/>
                <a:gd name="connsiteX106" fmla="*/ 27197 w 465062"/>
                <a:gd name="connsiteY106" fmla="*/ 24477 h 658157"/>
                <a:gd name="connsiteX107" fmla="*/ 76151 w 465062"/>
                <a:gd name="connsiteY107" fmla="*/ 19038 h 658157"/>
                <a:gd name="connsiteX108" fmla="*/ 78870 w 465062"/>
                <a:gd name="connsiteY108" fmla="*/ 13598 h 658157"/>
                <a:gd name="connsiteX109" fmla="*/ 95188 w 465062"/>
                <a:gd name="connsiteY109" fmla="*/ 5440 h 658157"/>
                <a:gd name="connsiteX110" fmla="*/ 111506 w 465062"/>
                <a:gd name="connsiteY110" fmla="*/ 0 h 658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</a:cxnLst>
              <a:rect l="l" t="t" r="r" b="b"/>
              <a:pathLst>
                <a:path w="465062" h="658157">
                  <a:moveTo>
                    <a:pt x="193096" y="59832"/>
                  </a:moveTo>
                  <a:cubicBezTo>
                    <a:pt x="193096" y="73430"/>
                    <a:pt x="193096" y="89748"/>
                    <a:pt x="193096" y="114226"/>
                  </a:cubicBezTo>
                  <a:cubicBezTo>
                    <a:pt x="193096" y="144142"/>
                    <a:pt x="195816" y="176778"/>
                    <a:pt x="198536" y="209414"/>
                  </a:cubicBezTo>
                  <a:cubicBezTo>
                    <a:pt x="198536" y="247489"/>
                    <a:pt x="201255" y="277406"/>
                    <a:pt x="201255" y="282845"/>
                  </a:cubicBezTo>
                  <a:cubicBezTo>
                    <a:pt x="201255" y="293723"/>
                    <a:pt x="203975" y="304602"/>
                    <a:pt x="203975" y="315481"/>
                  </a:cubicBezTo>
                  <a:cubicBezTo>
                    <a:pt x="203975" y="318200"/>
                    <a:pt x="203975" y="318200"/>
                    <a:pt x="203975" y="320920"/>
                  </a:cubicBezTo>
                  <a:cubicBezTo>
                    <a:pt x="203975" y="326359"/>
                    <a:pt x="206695" y="329079"/>
                    <a:pt x="212134" y="329079"/>
                  </a:cubicBezTo>
                  <a:cubicBezTo>
                    <a:pt x="214854" y="329079"/>
                    <a:pt x="220293" y="329079"/>
                    <a:pt x="223013" y="329079"/>
                  </a:cubicBezTo>
                  <a:cubicBezTo>
                    <a:pt x="228452" y="329079"/>
                    <a:pt x="233891" y="329079"/>
                    <a:pt x="239331" y="329079"/>
                  </a:cubicBezTo>
                  <a:cubicBezTo>
                    <a:pt x="252929" y="329079"/>
                    <a:pt x="271967" y="323640"/>
                    <a:pt x="280126" y="312761"/>
                  </a:cubicBezTo>
                  <a:cubicBezTo>
                    <a:pt x="288284" y="304602"/>
                    <a:pt x="291004" y="299163"/>
                    <a:pt x="296443" y="288284"/>
                  </a:cubicBezTo>
                  <a:cubicBezTo>
                    <a:pt x="299163" y="277406"/>
                    <a:pt x="301883" y="269247"/>
                    <a:pt x="304602" y="258368"/>
                  </a:cubicBezTo>
                  <a:cubicBezTo>
                    <a:pt x="307322" y="244770"/>
                    <a:pt x="310042" y="239330"/>
                    <a:pt x="312761" y="225732"/>
                  </a:cubicBezTo>
                  <a:cubicBezTo>
                    <a:pt x="315481" y="212134"/>
                    <a:pt x="315481" y="209414"/>
                    <a:pt x="315481" y="195816"/>
                  </a:cubicBezTo>
                  <a:cubicBezTo>
                    <a:pt x="315481" y="179498"/>
                    <a:pt x="315481" y="184937"/>
                    <a:pt x="318201" y="168619"/>
                  </a:cubicBezTo>
                  <a:cubicBezTo>
                    <a:pt x="312761" y="152302"/>
                    <a:pt x="312761" y="149582"/>
                    <a:pt x="312761" y="135983"/>
                  </a:cubicBezTo>
                  <a:cubicBezTo>
                    <a:pt x="312761" y="133264"/>
                    <a:pt x="312761" y="127825"/>
                    <a:pt x="312761" y="122385"/>
                  </a:cubicBezTo>
                  <a:cubicBezTo>
                    <a:pt x="312761" y="111507"/>
                    <a:pt x="301883" y="95188"/>
                    <a:pt x="293724" y="84309"/>
                  </a:cubicBezTo>
                  <a:cubicBezTo>
                    <a:pt x="288284" y="78870"/>
                    <a:pt x="285565" y="76150"/>
                    <a:pt x="280126" y="73430"/>
                  </a:cubicBezTo>
                  <a:cubicBezTo>
                    <a:pt x="271967" y="67991"/>
                    <a:pt x="266527" y="65271"/>
                    <a:pt x="258368" y="62552"/>
                  </a:cubicBezTo>
                  <a:cubicBezTo>
                    <a:pt x="244770" y="59832"/>
                    <a:pt x="228452" y="59832"/>
                    <a:pt x="217573" y="59832"/>
                  </a:cubicBezTo>
                  <a:close/>
                  <a:moveTo>
                    <a:pt x="111506" y="0"/>
                  </a:moveTo>
                  <a:cubicBezTo>
                    <a:pt x="114226" y="0"/>
                    <a:pt x="122385" y="0"/>
                    <a:pt x="127824" y="0"/>
                  </a:cubicBezTo>
                  <a:cubicBezTo>
                    <a:pt x="135983" y="0"/>
                    <a:pt x="146862" y="2720"/>
                    <a:pt x="157741" y="5440"/>
                  </a:cubicBezTo>
                  <a:cubicBezTo>
                    <a:pt x="168619" y="8159"/>
                    <a:pt x="176778" y="10879"/>
                    <a:pt x="179497" y="16318"/>
                  </a:cubicBezTo>
                  <a:cubicBezTo>
                    <a:pt x="193096" y="16318"/>
                    <a:pt x="201255" y="16318"/>
                    <a:pt x="209414" y="16318"/>
                  </a:cubicBezTo>
                  <a:cubicBezTo>
                    <a:pt x="220292" y="16318"/>
                    <a:pt x="231171" y="16318"/>
                    <a:pt x="247489" y="16318"/>
                  </a:cubicBezTo>
                  <a:cubicBezTo>
                    <a:pt x="250209" y="16318"/>
                    <a:pt x="258368" y="16318"/>
                    <a:pt x="266527" y="16318"/>
                  </a:cubicBezTo>
                  <a:cubicBezTo>
                    <a:pt x="277405" y="16318"/>
                    <a:pt x="291004" y="21758"/>
                    <a:pt x="312761" y="27197"/>
                  </a:cubicBezTo>
                  <a:cubicBezTo>
                    <a:pt x="320920" y="29917"/>
                    <a:pt x="329079" y="35356"/>
                    <a:pt x="337238" y="38075"/>
                  </a:cubicBezTo>
                  <a:cubicBezTo>
                    <a:pt x="342677" y="40795"/>
                    <a:pt x="353556" y="48954"/>
                    <a:pt x="364434" y="54393"/>
                  </a:cubicBezTo>
                  <a:cubicBezTo>
                    <a:pt x="375313" y="62552"/>
                    <a:pt x="386192" y="67992"/>
                    <a:pt x="386192" y="73431"/>
                  </a:cubicBezTo>
                  <a:cubicBezTo>
                    <a:pt x="391631" y="84310"/>
                    <a:pt x="402510" y="92469"/>
                    <a:pt x="407949" y="103347"/>
                  </a:cubicBezTo>
                  <a:cubicBezTo>
                    <a:pt x="413388" y="116945"/>
                    <a:pt x="416108" y="130544"/>
                    <a:pt x="416108" y="141422"/>
                  </a:cubicBezTo>
                  <a:cubicBezTo>
                    <a:pt x="416108" y="152301"/>
                    <a:pt x="418828" y="157740"/>
                    <a:pt x="418828" y="163179"/>
                  </a:cubicBezTo>
                  <a:cubicBezTo>
                    <a:pt x="418828" y="165899"/>
                    <a:pt x="418828" y="168619"/>
                    <a:pt x="418828" y="171339"/>
                  </a:cubicBezTo>
                  <a:cubicBezTo>
                    <a:pt x="418828" y="174058"/>
                    <a:pt x="421547" y="182217"/>
                    <a:pt x="421547" y="187656"/>
                  </a:cubicBezTo>
                  <a:cubicBezTo>
                    <a:pt x="421547" y="193096"/>
                    <a:pt x="418828" y="201255"/>
                    <a:pt x="418828" y="206694"/>
                  </a:cubicBezTo>
                  <a:cubicBezTo>
                    <a:pt x="418828" y="217573"/>
                    <a:pt x="418828" y="223012"/>
                    <a:pt x="416108" y="233891"/>
                  </a:cubicBezTo>
                  <a:cubicBezTo>
                    <a:pt x="413388" y="244769"/>
                    <a:pt x="410668" y="255648"/>
                    <a:pt x="405229" y="263807"/>
                  </a:cubicBezTo>
                  <a:cubicBezTo>
                    <a:pt x="402510" y="269246"/>
                    <a:pt x="397070" y="269246"/>
                    <a:pt x="394351" y="274686"/>
                  </a:cubicBezTo>
                  <a:cubicBezTo>
                    <a:pt x="391631" y="277405"/>
                    <a:pt x="391631" y="282844"/>
                    <a:pt x="388912" y="285564"/>
                  </a:cubicBezTo>
                  <a:cubicBezTo>
                    <a:pt x="383472" y="291003"/>
                    <a:pt x="375313" y="301882"/>
                    <a:pt x="369874" y="304602"/>
                  </a:cubicBezTo>
                  <a:cubicBezTo>
                    <a:pt x="367154" y="307321"/>
                    <a:pt x="361715" y="307321"/>
                    <a:pt x="358995" y="310041"/>
                  </a:cubicBezTo>
                  <a:cubicBezTo>
                    <a:pt x="356275" y="312761"/>
                    <a:pt x="350836" y="318200"/>
                    <a:pt x="348117" y="320920"/>
                  </a:cubicBezTo>
                  <a:cubicBezTo>
                    <a:pt x="339958" y="326359"/>
                    <a:pt x="334518" y="334518"/>
                    <a:pt x="326359" y="339957"/>
                  </a:cubicBezTo>
                  <a:cubicBezTo>
                    <a:pt x="320920" y="342677"/>
                    <a:pt x="312761" y="342677"/>
                    <a:pt x="312761" y="353555"/>
                  </a:cubicBezTo>
                  <a:cubicBezTo>
                    <a:pt x="312761" y="361714"/>
                    <a:pt x="334518" y="372593"/>
                    <a:pt x="337238" y="380752"/>
                  </a:cubicBezTo>
                  <a:cubicBezTo>
                    <a:pt x="345397" y="394350"/>
                    <a:pt x="353556" y="407948"/>
                    <a:pt x="358995" y="421547"/>
                  </a:cubicBezTo>
                  <a:cubicBezTo>
                    <a:pt x="364434" y="435145"/>
                    <a:pt x="367154" y="446024"/>
                    <a:pt x="372593" y="459622"/>
                  </a:cubicBezTo>
                  <a:cubicBezTo>
                    <a:pt x="378033" y="478660"/>
                    <a:pt x="383472" y="494978"/>
                    <a:pt x="386192" y="514015"/>
                  </a:cubicBezTo>
                  <a:cubicBezTo>
                    <a:pt x="391631" y="533053"/>
                    <a:pt x="402510" y="549371"/>
                    <a:pt x="407949" y="568408"/>
                  </a:cubicBezTo>
                  <a:cubicBezTo>
                    <a:pt x="410668" y="579287"/>
                    <a:pt x="416108" y="590165"/>
                    <a:pt x="421547" y="598324"/>
                  </a:cubicBezTo>
                  <a:cubicBezTo>
                    <a:pt x="435146" y="614642"/>
                    <a:pt x="443305" y="622801"/>
                    <a:pt x="451463" y="628241"/>
                  </a:cubicBezTo>
                  <a:cubicBezTo>
                    <a:pt x="456903" y="630960"/>
                    <a:pt x="465062" y="636400"/>
                    <a:pt x="465062" y="644559"/>
                  </a:cubicBezTo>
                  <a:cubicBezTo>
                    <a:pt x="465062" y="647278"/>
                    <a:pt x="465062" y="647278"/>
                    <a:pt x="462342" y="649998"/>
                  </a:cubicBezTo>
                  <a:cubicBezTo>
                    <a:pt x="456903" y="655437"/>
                    <a:pt x="446024" y="658157"/>
                    <a:pt x="437865" y="658157"/>
                  </a:cubicBezTo>
                  <a:cubicBezTo>
                    <a:pt x="413388" y="658157"/>
                    <a:pt x="378033" y="641839"/>
                    <a:pt x="361715" y="622801"/>
                  </a:cubicBezTo>
                  <a:cubicBezTo>
                    <a:pt x="345397" y="606483"/>
                    <a:pt x="334518" y="584726"/>
                    <a:pt x="320920" y="565689"/>
                  </a:cubicBezTo>
                  <a:cubicBezTo>
                    <a:pt x="315480" y="554810"/>
                    <a:pt x="310041" y="543931"/>
                    <a:pt x="304602" y="530333"/>
                  </a:cubicBezTo>
                  <a:cubicBezTo>
                    <a:pt x="299163" y="519454"/>
                    <a:pt x="296443" y="508576"/>
                    <a:pt x="293723" y="497697"/>
                  </a:cubicBezTo>
                  <a:cubicBezTo>
                    <a:pt x="291004" y="486819"/>
                    <a:pt x="288284" y="473220"/>
                    <a:pt x="282845" y="462342"/>
                  </a:cubicBezTo>
                  <a:cubicBezTo>
                    <a:pt x="280125" y="448743"/>
                    <a:pt x="274686" y="437865"/>
                    <a:pt x="269246" y="424267"/>
                  </a:cubicBezTo>
                  <a:cubicBezTo>
                    <a:pt x="266527" y="416108"/>
                    <a:pt x="261087" y="402509"/>
                    <a:pt x="255648" y="391631"/>
                  </a:cubicBezTo>
                  <a:cubicBezTo>
                    <a:pt x="250209" y="380752"/>
                    <a:pt x="244770" y="375313"/>
                    <a:pt x="236610" y="367154"/>
                  </a:cubicBezTo>
                  <a:cubicBezTo>
                    <a:pt x="231171" y="361714"/>
                    <a:pt x="223012" y="361714"/>
                    <a:pt x="217573" y="361714"/>
                  </a:cubicBezTo>
                  <a:cubicBezTo>
                    <a:pt x="212134" y="361714"/>
                    <a:pt x="206694" y="361714"/>
                    <a:pt x="201255" y="361714"/>
                  </a:cubicBezTo>
                  <a:cubicBezTo>
                    <a:pt x="198535" y="361714"/>
                    <a:pt x="198535" y="364434"/>
                    <a:pt x="198535" y="367154"/>
                  </a:cubicBezTo>
                  <a:cubicBezTo>
                    <a:pt x="198535" y="375313"/>
                    <a:pt x="201255" y="386191"/>
                    <a:pt x="201255" y="388911"/>
                  </a:cubicBezTo>
                  <a:cubicBezTo>
                    <a:pt x="201255" y="402509"/>
                    <a:pt x="198535" y="413388"/>
                    <a:pt x="198535" y="426986"/>
                  </a:cubicBezTo>
                  <a:cubicBezTo>
                    <a:pt x="198535" y="446024"/>
                    <a:pt x="203975" y="456902"/>
                    <a:pt x="203975" y="478660"/>
                  </a:cubicBezTo>
                  <a:cubicBezTo>
                    <a:pt x="203975" y="503136"/>
                    <a:pt x="201255" y="527613"/>
                    <a:pt x="198535" y="552090"/>
                  </a:cubicBezTo>
                  <a:cubicBezTo>
                    <a:pt x="198535" y="560249"/>
                    <a:pt x="195816" y="568408"/>
                    <a:pt x="195816" y="576567"/>
                  </a:cubicBezTo>
                  <a:cubicBezTo>
                    <a:pt x="195816" y="582006"/>
                    <a:pt x="195816" y="587446"/>
                    <a:pt x="198535" y="592885"/>
                  </a:cubicBezTo>
                  <a:cubicBezTo>
                    <a:pt x="212134" y="592885"/>
                    <a:pt x="225732" y="592885"/>
                    <a:pt x="233891" y="592885"/>
                  </a:cubicBezTo>
                  <a:cubicBezTo>
                    <a:pt x="247489" y="592885"/>
                    <a:pt x="271966" y="592885"/>
                    <a:pt x="271966" y="611923"/>
                  </a:cubicBezTo>
                  <a:cubicBezTo>
                    <a:pt x="271966" y="620082"/>
                    <a:pt x="269246" y="622801"/>
                    <a:pt x="266527" y="628241"/>
                  </a:cubicBezTo>
                  <a:cubicBezTo>
                    <a:pt x="261087" y="633680"/>
                    <a:pt x="255648" y="636400"/>
                    <a:pt x="250209" y="636400"/>
                  </a:cubicBezTo>
                  <a:cubicBezTo>
                    <a:pt x="239330" y="639119"/>
                    <a:pt x="233891" y="639119"/>
                    <a:pt x="228451" y="639119"/>
                  </a:cubicBezTo>
                  <a:cubicBezTo>
                    <a:pt x="223012" y="639119"/>
                    <a:pt x="206694" y="639119"/>
                    <a:pt x="187657" y="639119"/>
                  </a:cubicBezTo>
                  <a:cubicBezTo>
                    <a:pt x="176778" y="647278"/>
                    <a:pt x="163180" y="649998"/>
                    <a:pt x="152301" y="652717"/>
                  </a:cubicBezTo>
                  <a:cubicBezTo>
                    <a:pt x="146862" y="652717"/>
                    <a:pt x="138703" y="655437"/>
                    <a:pt x="133263" y="655437"/>
                  </a:cubicBezTo>
                  <a:cubicBezTo>
                    <a:pt x="130544" y="655437"/>
                    <a:pt x="125104" y="655437"/>
                    <a:pt x="122385" y="652717"/>
                  </a:cubicBezTo>
                  <a:cubicBezTo>
                    <a:pt x="114226" y="649998"/>
                    <a:pt x="103347" y="644559"/>
                    <a:pt x="97908" y="639119"/>
                  </a:cubicBezTo>
                  <a:cubicBezTo>
                    <a:pt x="87029" y="639119"/>
                    <a:pt x="78870" y="639119"/>
                    <a:pt x="70711" y="639119"/>
                  </a:cubicBezTo>
                  <a:cubicBezTo>
                    <a:pt x="62552" y="639119"/>
                    <a:pt x="54393" y="639119"/>
                    <a:pt x="46234" y="639119"/>
                  </a:cubicBezTo>
                  <a:cubicBezTo>
                    <a:pt x="38075" y="639119"/>
                    <a:pt x="27197" y="633680"/>
                    <a:pt x="19038" y="630960"/>
                  </a:cubicBezTo>
                  <a:cubicBezTo>
                    <a:pt x="10879" y="628241"/>
                    <a:pt x="2720" y="620082"/>
                    <a:pt x="2720" y="614642"/>
                  </a:cubicBezTo>
                  <a:cubicBezTo>
                    <a:pt x="2720" y="611923"/>
                    <a:pt x="2720" y="609203"/>
                    <a:pt x="8159" y="606483"/>
                  </a:cubicBezTo>
                  <a:cubicBezTo>
                    <a:pt x="13599" y="603764"/>
                    <a:pt x="24477" y="601044"/>
                    <a:pt x="29916" y="598324"/>
                  </a:cubicBezTo>
                  <a:cubicBezTo>
                    <a:pt x="43515" y="595605"/>
                    <a:pt x="62552" y="595605"/>
                    <a:pt x="76151" y="592885"/>
                  </a:cubicBezTo>
                  <a:cubicBezTo>
                    <a:pt x="76151" y="587446"/>
                    <a:pt x="73431" y="582006"/>
                    <a:pt x="73431" y="573848"/>
                  </a:cubicBezTo>
                  <a:cubicBezTo>
                    <a:pt x="73431" y="565689"/>
                    <a:pt x="70711" y="516735"/>
                    <a:pt x="70711" y="500417"/>
                  </a:cubicBezTo>
                  <a:cubicBezTo>
                    <a:pt x="70711" y="481379"/>
                    <a:pt x="73431" y="456902"/>
                    <a:pt x="73431" y="437865"/>
                  </a:cubicBezTo>
                  <a:cubicBezTo>
                    <a:pt x="73431" y="416108"/>
                    <a:pt x="70711" y="391631"/>
                    <a:pt x="70711" y="369873"/>
                  </a:cubicBezTo>
                  <a:cubicBezTo>
                    <a:pt x="70711" y="345397"/>
                    <a:pt x="70711" y="318200"/>
                    <a:pt x="70711" y="293723"/>
                  </a:cubicBezTo>
                  <a:cubicBezTo>
                    <a:pt x="70711" y="266526"/>
                    <a:pt x="73431" y="239330"/>
                    <a:pt x="73431" y="212133"/>
                  </a:cubicBezTo>
                  <a:cubicBezTo>
                    <a:pt x="73431" y="187656"/>
                    <a:pt x="76151" y="179498"/>
                    <a:pt x="76151" y="155021"/>
                  </a:cubicBezTo>
                  <a:cubicBezTo>
                    <a:pt x="76151" y="144142"/>
                    <a:pt x="76151" y="130544"/>
                    <a:pt x="76151" y="119665"/>
                  </a:cubicBezTo>
                  <a:cubicBezTo>
                    <a:pt x="76151" y="106067"/>
                    <a:pt x="78870" y="95188"/>
                    <a:pt x="78870" y="84310"/>
                  </a:cubicBezTo>
                  <a:cubicBezTo>
                    <a:pt x="78870" y="78870"/>
                    <a:pt x="78870" y="70711"/>
                    <a:pt x="76151" y="62552"/>
                  </a:cubicBezTo>
                  <a:cubicBezTo>
                    <a:pt x="76151" y="62552"/>
                    <a:pt x="73431" y="62552"/>
                    <a:pt x="67992" y="62552"/>
                  </a:cubicBezTo>
                  <a:cubicBezTo>
                    <a:pt x="59833" y="62552"/>
                    <a:pt x="51674" y="62552"/>
                    <a:pt x="43515" y="62552"/>
                  </a:cubicBezTo>
                  <a:cubicBezTo>
                    <a:pt x="35356" y="62552"/>
                    <a:pt x="24477" y="59833"/>
                    <a:pt x="16318" y="57113"/>
                  </a:cubicBezTo>
                  <a:cubicBezTo>
                    <a:pt x="8159" y="54393"/>
                    <a:pt x="0" y="43515"/>
                    <a:pt x="0" y="40795"/>
                  </a:cubicBezTo>
                  <a:cubicBezTo>
                    <a:pt x="0" y="38075"/>
                    <a:pt x="0" y="35356"/>
                    <a:pt x="5439" y="32636"/>
                  </a:cubicBezTo>
                  <a:cubicBezTo>
                    <a:pt x="10879" y="29917"/>
                    <a:pt x="21758" y="27197"/>
                    <a:pt x="27197" y="24477"/>
                  </a:cubicBezTo>
                  <a:cubicBezTo>
                    <a:pt x="46234" y="21758"/>
                    <a:pt x="62552" y="19038"/>
                    <a:pt x="76151" y="19038"/>
                  </a:cubicBezTo>
                  <a:cubicBezTo>
                    <a:pt x="76151" y="16318"/>
                    <a:pt x="78870" y="16318"/>
                    <a:pt x="78870" y="13598"/>
                  </a:cubicBezTo>
                  <a:cubicBezTo>
                    <a:pt x="84309" y="10879"/>
                    <a:pt x="89749" y="8159"/>
                    <a:pt x="95188" y="5440"/>
                  </a:cubicBezTo>
                  <a:cubicBezTo>
                    <a:pt x="100628" y="2720"/>
                    <a:pt x="106067" y="0"/>
                    <a:pt x="111506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2CB86C1E-34D9-4E0F-88EC-65476446F32C}"/>
                </a:ext>
              </a:extLst>
            </p:cNvPr>
            <p:cNvSpPr/>
            <p:nvPr/>
          </p:nvSpPr>
          <p:spPr>
            <a:xfrm>
              <a:off x="8346812" y="4186718"/>
              <a:ext cx="353556" cy="761503"/>
            </a:xfrm>
            <a:custGeom>
              <a:avLst/>
              <a:gdLst>
                <a:gd name="connsiteX0" fmla="*/ 283910 w 353555"/>
                <a:gd name="connsiteY0" fmla="*/ 672820 h 761503"/>
                <a:gd name="connsiteX1" fmla="*/ 321985 w 353555"/>
                <a:gd name="connsiteY1" fmla="*/ 689138 h 761503"/>
                <a:gd name="connsiteX2" fmla="*/ 316546 w 353555"/>
                <a:gd name="connsiteY2" fmla="*/ 705456 h 761503"/>
                <a:gd name="connsiteX3" fmla="*/ 300228 w 353555"/>
                <a:gd name="connsiteY3" fmla="*/ 713615 h 761503"/>
                <a:gd name="connsiteX4" fmla="*/ 278471 w 353555"/>
                <a:gd name="connsiteY4" fmla="*/ 716335 h 761503"/>
                <a:gd name="connsiteX5" fmla="*/ 237676 w 353555"/>
                <a:gd name="connsiteY5" fmla="*/ 716335 h 761503"/>
                <a:gd name="connsiteX6" fmla="*/ 180563 w 353555"/>
                <a:gd name="connsiteY6" fmla="*/ 719054 h 761503"/>
                <a:gd name="connsiteX7" fmla="*/ 126170 w 353555"/>
                <a:gd name="connsiteY7" fmla="*/ 719054 h 761503"/>
                <a:gd name="connsiteX8" fmla="*/ 101693 w 353555"/>
                <a:gd name="connsiteY8" fmla="*/ 719054 h 761503"/>
                <a:gd name="connsiteX9" fmla="*/ 74496 w 353555"/>
                <a:gd name="connsiteY9" fmla="*/ 713615 h 761503"/>
                <a:gd name="connsiteX10" fmla="*/ 58178 w 353555"/>
                <a:gd name="connsiteY10" fmla="*/ 697297 h 761503"/>
                <a:gd name="connsiteX11" fmla="*/ 63618 w 353555"/>
                <a:gd name="connsiteY11" fmla="*/ 689138 h 761503"/>
                <a:gd name="connsiteX12" fmla="*/ 85375 w 353555"/>
                <a:gd name="connsiteY12" fmla="*/ 680979 h 761503"/>
                <a:gd name="connsiteX13" fmla="*/ 131609 w 353555"/>
                <a:gd name="connsiteY13" fmla="*/ 675540 h 761503"/>
                <a:gd name="connsiteX14" fmla="*/ 142488 w 353555"/>
                <a:gd name="connsiteY14" fmla="*/ 675540 h 761503"/>
                <a:gd name="connsiteX15" fmla="*/ 131609 w 353555"/>
                <a:gd name="connsiteY15" fmla="*/ 653783 h 761503"/>
                <a:gd name="connsiteX16" fmla="*/ 128890 w 353555"/>
                <a:gd name="connsiteY16" fmla="*/ 640184 h 761503"/>
                <a:gd name="connsiteX17" fmla="*/ 128890 w 353555"/>
                <a:gd name="connsiteY17" fmla="*/ 629306 h 761503"/>
                <a:gd name="connsiteX18" fmla="*/ 128890 w 353555"/>
                <a:gd name="connsiteY18" fmla="*/ 621147 h 761503"/>
                <a:gd name="connsiteX19" fmla="*/ 128890 w 353555"/>
                <a:gd name="connsiteY19" fmla="*/ 593950 h 761503"/>
                <a:gd name="connsiteX20" fmla="*/ 128890 w 353555"/>
                <a:gd name="connsiteY20" fmla="*/ 583072 h 761503"/>
                <a:gd name="connsiteX21" fmla="*/ 128890 w 353555"/>
                <a:gd name="connsiteY21" fmla="*/ 436210 h 761503"/>
                <a:gd name="connsiteX22" fmla="*/ 128890 w 353555"/>
                <a:gd name="connsiteY22" fmla="*/ 357340 h 761503"/>
                <a:gd name="connsiteX23" fmla="*/ 131609 w 353555"/>
                <a:gd name="connsiteY23" fmla="*/ 289349 h 761503"/>
                <a:gd name="connsiteX24" fmla="*/ 131609 w 353555"/>
                <a:gd name="connsiteY24" fmla="*/ 251274 h 761503"/>
                <a:gd name="connsiteX25" fmla="*/ 131609 w 353555"/>
                <a:gd name="connsiteY25" fmla="*/ 205040 h 761503"/>
                <a:gd name="connsiteX26" fmla="*/ 131609 w 353555"/>
                <a:gd name="connsiteY26" fmla="*/ 139768 h 761503"/>
                <a:gd name="connsiteX27" fmla="*/ 131609 w 353555"/>
                <a:gd name="connsiteY27" fmla="*/ 128889 h 761503"/>
                <a:gd name="connsiteX28" fmla="*/ 126170 w 353555"/>
                <a:gd name="connsiteY28" fmla="*/ 128889 h 761503"/>
                <a:gd name="connsiteX29" fmla="*/ 101693 w 353555"/>
                <a:gd name="connsiteY29" fmla="*/ 128889 h 761503"/>
                <a:gd name="connsiteX30" fmla="*/ 74496 w 353555"/>
                <a:gd name="connsiteY30" fmla="*/ 123450 h 761503"/>
                <a:gd name="connsiteX31" fmla="*/ 58178 w 353555"/>
                <a:gd name="connsiteY31" fmla="*/ 107132 h 761503"/>
                <a:gd name="connsiteX32" fmla="*/ 60898 w 353555"/>
                <a:gd name="connsiteY32" fmla="*/ 98973 h 761503"/>
                <a:gd name="connsiteX33" fmla="*/ 82655 w 353555"/>
                <a:gd name="connsiteY33" fmla="*/ 93534 h 761503"/>
                <a:gd name="connsiteX34" fmla="*/ 131609 w 353555"/>
                <a:gd name="connsiteY34" fmla="*/ 88094 h 761503"/>
                <a:gd name="connsiteX35" fmla="*/ 131609 w 353555"/>
                <a:gd name="connsiteY35" fmla="*/ 82655 h 761503"/>
                <a:gd name="connsiteX36" fmla="*/ 134329 w 353555"/>
                <a:gd name="connsiteY36" fmla="*/ 71776 h 761503"/>
                <a:gd name="connsiteX37" fmla="*/ 147927 w 353555"/>
                <a:gd name="connsiteY37" fmla="*/ 63617 h 761503"/>
                <a:gd name="connsiteX38" fmla="*/ 164245 w 353555"/>
                <a:gd name="connsiteY38" fmla="*/ 58178 h 761503"/>
                <a:gd name="connsiteX39" fmla="*/ 177843 w 353555"/>
                <a:gd name="connsiteY39" fmla="*/ 58178 h 761503"/>
                <a:gd name="connsiteX40" fmla="*/ 196881 w 353555"/>
                <a:gd name="connsiteY40" fmla="*/ 60898 h 761503"/>
                <a:gd name="connsiteX41" fmla="*/ 232237 w 353555"/>
                <a:gd name="connsiteY41" fmla="*/ 88094 h 761503"/>
                <a:gd name="connsiteX42" fmla="*/ 278471 w 353555"/>
                <a:gd name="connsiteY42" fmla="*/ 88094 h 761503"/>
                <a:gd name="connsiteX43" fmla="*/ 316546 w 353555"/>
                <a:gd name="connsiteY43" fmla="*/ 104412 h 761503"/>
                <a:gd name="connsiteX44" fmla="*/ 311107 w 353555"/>
                <a:gd name="connsiteY44" fmla="*/ 120730 h 761503"/>
                <a:gd name="connsiteX45" fmla="*/ 294789 w 353555"/>
                <a:gd name="connsiteY45" fmla="*/ 128889 h 761503"/>
                <a:gd name="connsiteX46" fmla="*/ 273032 w 353555"/>
                <a:gd name="connsiteY46" fmla="*/ 131609 h 761503"/>
                <a:gd name="connsiteX47" fmla="*/ 243115 w 353555"/>
                <a:gd name="connsiteY47" fmla="*/ 131609 h 761503"/>
                <a:gd name="connsiteX48" fmla="*/ 243115 w 353555"/>
                <a:gd name="connsiteY48" fmla="*/ 134329 h 761503"/>
                <a:gd name="connsiteX49" fmla="*/ 248554 w 353555"/>
                <a:gd name="connsiteY49" fmla="*/ 169684 h 761503"/>
                <a:gd name="connsiteX50" fmla="*/ 251274 w 353555"/>
                <a:gd name="connsiteY50" fmla="*/ 205040 h 761503"/>
                <a:gd name="connsiteX51" fmla="*/ 251274 w 353555"/>
                <a:gd name="connsiteY51" fmla="*/ 240395 h 761503"/>
                <a:gd name="connsiteX52" fmla="*/ 251274 w 353555"/>
                <a:gd name="connsiteY52" fmla="*/ 256713 h 761503"/>
                <a:gd name="connsiteX53" fmla="*/ 253994 w 353555"/>
                <a:gd name="connsiteY53" fmla="*/ 270311 h 761503"/>
                <a:gd name="connsiteX54" fmla="*/ 259433 w 353555"/>
                <a:gd name="connsiteY54" fmla="*/ 343742 h 761503"/>
                <a:gd name="connsiteX55" fmla="*/ 262153 w 353555"/>
                <a:gd name="connsiteY55" fmla="*/ 425332 h 761503"/>
                <a:gd name="connsiteX56" fmla="*/ 264872 w 353555"/>
                <a:gd name="connsiteY56" fmla="*/ 490603 h 761503"/>
                <a:gd name="connsiteX57" fmla="*/ 270312 w 353555"/>
                <a:gd name="connsiteY57" fmla="*/ 564034 h 761503"/>
                <a:gd name="connsiteX58" fmla="*/ 270312 w 353555"/>
                <a:gd name="connsiteY58" fmla="*/ 599390 h 761503"/>
                <a:gd name="connsiteX59" fmla="*/ 270312 w 353555"/>
                <a:gd name="connsiteY59" fmla="*/ 637465 h 761503"/>
                <a:gd name="connsiteX60" fmla="*/ 264872 w 353555"/>
                <a:gd name="connsiteY60" fmla="*/ 670101 h 761503"/>
                <a:gd name="connsiteX61" fmla="*/ 283910 w 353555"/>
                <a:gd name="connsiteY61" fmla="*/ 672820 h 761503"/>
                <a:gd name="connsiteX62" fmla="*/ 283910 w 353555"/>
                <a:gd name="connsiteY62" fmla="*/ 672820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353555" h="761503">
                  <a:moveTo>
                    <a:pt x="283910" y="672820"/>
                  </a:moveTo>
                  <a:cubicBezTo>
                    <a:pt x="297508" y="672820"/>
                    <a:pt x="321985" y="672820"/>
                    <a:pt x="321985" y="689138"/>
                  </a:cubicBezTo>
                  <a:cubicBezTo>
                    <a:pt x="321985" y="697297"/>
                    <a:pt x="319266" y="697297"/>
                    <a:pt x="316546" y="705456"/>
                  </a:cubicBezTo>
                  <a:cubicBezTo>
                    <a:pt x="311107" y="710895"/>
                    <a:pt x="305667" y="713615"/>
                    <a:pt x="300228" y="713615"/>
                  </a:cubicBezTo>
                  <a:cubicBezTo>
                    <a:pt x="292069" y="716335"/>
                    <a:pt x="283910" y="716335"/>
                    <a:pt x="278471" y="716335"/>
                  </a:cubicBezTo>
                  <a:cubicBezTo>
                    <a:pt x="275751" y="716335"/>
                    <a:pt x="256713" y="716335"/>
                    <a:pt x="237676" y="716335"/>
                  </a:cubicBezTo>
                  <a:cubicBezTo>
                    <a:pt x="213199" y="716335"/>
                    <a:pt x="186003" y="719054"/>
                    <a:pt x="180563" y="719054"/>
                  </a:cubicBezTo>
                  <a:cubicBezTo>
                    <a:pt x="166965" y="719054"/>
                    <a:pt x="142488" y="719054"/>
                    <a:pt x="126170" y="719054"/>
                  </a:cubicBezTo>
                  <a:cubicBezTo>
                    <a:pt x="118011" y="719054"/>
                    <a:pt x="109852" y="719054"/>
                    <a:pt x="101693" y="719054"/>
                  </a:cubicBezTo>
                  <a:cubicBezTo>
                    <a:pt x="93534" y="719054"/>
                    <a:pt x="82655" y="719054"/>
                    <a:pt x="74496" y="713615"/>
                  </a:cubicBezTo>
                  <a:cubicBezTo>
                    <a:pt x="66337" y="710895"/>
                    <a:pt x="58178" y="702736"/>
                    <a:pt x="58178" y="697297"/>
                  </a:cubicBezTo>
                  <a:cubicBezTo>
                    <a:pt x="58178" y="694578"/>
                    <a:pt x="58178" y="691858"/>
                    <a:pt x="63618" y="689138"/>
                  </a:cubicBezTo>
                  <a:cubicBezTo>
                    <a:pt x="69057" y="686418"/>
                    <a:pt x="79936" y="683699"/>
                    <a:pt x="85375" y="680979"/>
                  </a:cubicBezTo>
                  <a:cubicBezTo>
                    <a:pt x="104413" y="678260"/>
                    <a:pt x="123450" y="675540"/>
                    <a:pt x="131609" y="675540"/>
                  </a:cubicBezTo>
                  <a:cubicBezTo>
                    <a:pt x="134329" y="675540"/>
                    <a:pt x="137049" y="675540"/>
                    <a:pt x="142488" y="675540"/>
                  </a:cubicBezTo>
                  <a:cubicBezTo>
                    <a:pt x="134329" y="670101"/>
                    <a:pt x="131609" y="661942"/>
                    <a:pt x="131609" y="653783"/>
                  </a:cubicBezTo>
                  <a:cubicBezTo>
                    <a:pt x="131609" y="648343"/>
                    <a:pt x="131609" y="642904"/>
                    <a:pt x="128890" y="640184"/>
                  </a:cubicBezTo>
                  <a:cubicBezTo>
                    <a:pt x="128890" y="637465"/>
                    <a:pt x="128890" y="634745"/>
                    <a:pt x="128890" y="629306"/>
                  </a:cubicBezTo>
                  <a:cubicBezTo>
                    <a:pt x="128890" y="626586"/>
                    <a:pt x="128890" y="623867"/>
                    <a:pt x="128890" y="621147"/>
                  </a:cubicBezTo>
                  <a:cubicBezTo>
                    <a:pt x="128890" y="612988"/>
                    <a:pt x="128890" y="604829"/>
                    <a:pt x="128890" y="593950"/>
                  </a:cubicBezTo>
                  <a:cubicBezTo>
                    <a:pt x="128890" y="591231"/>
                    <a:pt x="128890" y="585791"/>
                    <a:pt x="128890" y="583072"/>
                  </a:cubicBezTo>
                  <a:cubicBezTo>
                    <a:pt x="128890" y="534118"/>
                    <a:pt x="131609" y="485164"/>
                    <a:pt x="128890" y="436210"/>
                  </a:cubicBezTo>
                  <a:cubicBezTo>
                    <a:pt x="128890" y="409014"/>
                    <a:pt x="128890" y="384537"/>
                    <a:pt x="128890" y="357340"/>
                  </a:cubicBezTo>
                  <a:cubicBezTo>
                    <a:pt x="128890" y="335583"/>
                    <a:pt x="131609" y="313826"/>
                    <a:pt x="131609" y="289349"/>
                  </a:cubicBezTo>
                  <a:cubicBezTo>
                    <a:pt x="131609" y="275751"/>
                    <a:pt x="131609" y="264872"/>
                    <a:pt x="131609" y="251274"/>
                  </a:cubicBezTo>
                  <a:cubicBezTo>
                    <a:pt x="131609" y="234956"/>
                    <a:pt x="131609" y="221357"/>
                    <a:pt x="131609" y="205040"/>
                  </a:cubicBezTo>
                  <a:cubicBezTo>
                    <a:pt x="131609" y="183282"/>
                    <a:pt x="131609" y="161525"/>
                    <a:pt x="131609" y="139768"/>
                  </a:cubicBezTo>
                  <a:cubicBezTo>
                    <a:pt x="131609" y="137048"/>
                    <a:pt x="131609" y="134329"/>
                    <a:pt x="131609" y="128889"/>
                  </a:cubicBezTo>
                  <a:cubicBezTo>
                    <a:pt x="128890" y="128889"/>
                    <a:pt x="126170" y="128889"/>
                    <a:pt x="126170" y="128889"/>
                  </a:cubicBezTo>
                  <a:cubicBezTo>
                    <a:pt x="118011" y="128889"/>
                    <a:pt x="109852" y="128889"/>
                    <a:pt x="101693" y="128889"/>
                  </a:cubicBezTo>
                  <a:cubicBezTo>
                    <a:pt x="93534" y="128889"/>
                    <a:pt x="82655" y="128889"/>
                    <a:pt x="74496" y="123450"/>
                  </a:cubicBezTo>
                  <a:cubicBezTo>
                    <a:pt x="66337" y="120730"/>
                    <a:pt x="58178" y="112571"/>
                    <a:pt x="58178" y="107132"/>
                  </a:cubicBezTo>
                  <a:cubicBezTo>
                    <a:pt x="58178" y="104412"/>
                    <a:pt x="58178" y="101693"/>
                    <a:pt x="60898" y="98973"/>
                  </a:cubicBezTo>
                  <a:cubicBezTo>
                    <a:pt x="63618" y="96253"/>
                    <a:pt x="77216" y="93534"/>
                    <a:pt x="82655" y="93534"/>
                  </a:cubicBezTo>
                  <a:cubicBezTo>
                    <a:pt x="98973" y="90814"/>
                    <a:pt x="123450" y="88094"/>
                    <a:pt x="131609" y="88094"/>
                  </a:cubicBezTo>
                  <a:cubicBezTo>
                    <a:pt x="131609" y="85375"/>
                    <a:pt x="131609" y="85375"/>
                    <a:pt x="131609" y="82655"/>
                  </a:cubicBezTo>
                  <a:cubicBezTo>
                    <a:pt x="131609" y="77216"/>
                    <a:pt x="131609" y="74496"/>
                    <a:pt x="134329" y="71776"/>
                  </a:cubicBezTo>
                  <a:cubicBezTo>
                    <a:pt x="137049" y="69057"/>
                    <a:pt x="145208" y="66337"/>
                    <a:pt x="147927" y="63617"/>
                  </a:cubicBezTo>
                  <a:cubicBezTo>
                    <a:pt x="153366" y="60898"/>
                    <a:pt x="158806" y="58178"/>
                    <a:pt x="164245" y="58178"/>
                  </a:cubicBezTo>
                  <a:cubicBezTo>
                    <a:pt x="169684" y="58178"/>
                    <a:pt x="175124" y="58178"/>
                    <a:pt x="177843" y="58178"/>
                  </a:cubicBezTo>
                  <a:cubicBezTo>
                    <a:pt x="183283" y="58178"/>
                    <a:pt x="191442" y="58178"/>
                    <a:pt x="196881" y="60898"/>
                  </a:cubicBezTo>
                  <a:cubicBezTo>
                    <a:pt x="213199" y="63617"/>
                    <a:pt x="224078" y="74496"/>
                    <a:pt x="232237" y="88094"/>
                  </a:cubicBezTo>
                  <a:cubicBezTo>
                    <a:pt x="253994" y="88094"/>
                    <a:pt x="270312" y="88094"/>
                    <a:pt x="278471" y="88094"/>
                  </a:cubicBezTo>
                  <a:cubicBezTo>
                    <a:pt x="292069" y="88094"/>
                    <a:pt x="316546" y="88094"/>
                    <a:pt x="316546" y="104412"/>
                  </a:cubicBezTo>
                  <a:cubicBezTo>
                    <a:pt x="316546" y="112571"/>
                    <a:pt x="313826" y="112571"/>
                    <a:pt x="311107" y="120730"/>
                  </a:cubicBezTo>
                  <a:cubicBezTo>
                    <a:pt x="305667" y="126170"/>
                    <a:pt x="300228" y="128889"/>
                    <a:pt x="294789" y="128889"/>
                  </a:cubicBezTo>
                  <a:cubicBezTo>
                    <a:pt x="286630" y="131609"/>
                    <a:pt x="278471" y="131609"/>
                    <a:pt x="273032" y="131609"/>
                  </a:cubicBezTo>
                  <a:cubicBezTo>
                    <a:pt x="270312" y="131609"/>
                    <a:pt x="259433" y="131609"/>
                    <a:pt x="243115" y="131609"/>
                  </a:cubicBezTo>
                  <a:lnTo>
                    <a:pt x="243115" y="134329"/>
                  </a:lnTo>
                  <a:cubicBezTo>
                    <a:pt x="245835" y="145207"/>
                    <a:pt x="245835" y="158805"/>
                    <a:pt x="248554" y="169684"/>
                  </a:cubicBezTo>
                  <a:cubicBezTo>
                    <a:pt x="251274" y="180563"/>
                    <a:pt x="251274" y="194161"/>
                    <a:pt x="251274" y="205040"/>
                  </a:cubicBezTo>
                  <a:cubicBezTo>
                    <a:pt x="251274" y="215918"/>
                    <a:pt x="251274" y="226797"/>
                    <a:pt x="251274" y="240395"/>
                  </a:cubicBezTo>
                  <a:cubicBezTo>
                    <a:pt x="251274" y="245834"/>
                    <a:pt x="251274" y="251274"/>
                    <a:pt x="251274" y="256713"/>
                  </a:cubicBezTo>
                  <a:cubicBezTo>
                    <a:pt x="251274" y="262152"/>
                    <a:pt x="251274" y="267592"/>
                    <a:pt x="253994" y="270311"/>
                  </a:cubicBezTo>
                  <a:cubicBezTo>
                    <a:pt x="256713" y="294788"/>
                    <a:pt x="256713" y="319265"/>
                    <a:pt x="259433" y="343742"/>
                  </a:cubicBezTo>
                  <a:cubicBezTo>
                    <a:pt x="259433" y="370939"/>
                    <a:pt x="262153" y="398135"/>
                    <a:pt x="262153" y="425332"/>
                  </a:cubicBezTo>
                  <a:cubicBezTo>
                    <a:pt x="262153" y="447089"/>
                    <a:pt x="262153" y="468846"/>
                    <a:pt x="264872" y="490603"/>
                  </a:cubicBezTo>
                  <a:cubicBezTo>
                    <a:pt x="264872" y="515080"/>
                    <a:pt x="270312" y="539557"/>
                    <a:pt x="270312" y="564034"/>
                  </a:cubicBezTo>
                  <a:cubicBezTo>
                    <a:pt x="270312" y="574913"/>
                    <a:pt x="270312" y="588511"/>
                    <a:pt x="270312" y="599390"/>
                  </a:cubicBezTo>
                  <a:cubicBezTo>
                    <a:pt x="270312" y="612988"/>
                    <a:pt x="270312" y="623867"/>
                    <a:pt x="270312" y="637465"/>
                  </a:cubicBezTo>
                  <a:cubicBezTo>
                    <a:pt x="270312" y="648343"/>
                    <a:pt x="270312" y="661942"/>
                    <a:pt x="264872" y="670101"/>
                  </a:cubicBezTo>
                  <a:cubicBezTo>
                    <a:pt x="273032" y="672820"/>
                    <a:pt x="278471" y="672820"/>
                    <a:pt x="283910" y="672820"/>
                  </a:cubicBezTo>
                  <a:lnTo>
                    <a:pt x="283910" y="672820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D932AD99-53C0-46CD-960C-6F1735F80A7B}"/>
                </a:ext>
              </a:extLst>
            </p:cNvPr>
            <p:cNvSpPr/>
            <p:nvPr/>
          </p:nvSpPr>
          <p:spPr>
            <a:xfrm>
              <a:off x="8652924" y="4192158"/>
              <a:ext cx="516735" cy="788700"/>
            </a:xfrm>
            <a:custGeom>
              <a:avLst/>
              <a:gdLst>
                <a:gd name="connsiteX0" fmla="*/ 464616 w 516735"/>
                <a:gd name="connsiteY0" fmla="*/ 436210 h 788699"/>
                <a:gd name="connsiteX1" fmla="*/ 445578 w 516735"/>
                <a:gd name="connsiteY1" fmla="*/ 455248 h 788699"/>
                <a:gd name="connsiteX2" fmla="*/ 404783 w 516735"/>
                <a:gd name="connsiteY2" fmla="*/ 466126 h 788699"/>
                <a:gd name="connsiteX3" fmla="*/ 385746 w 516735"/>
                <a:gd name="connsiteY3" fmla="*/ 479725 h 788699"/>
                <a:gd name="connsiteX4" fmla="*/ 388466 w 516735"/>
                <a:gd name="connsiteY4" fmla="*/ 512361 h 788699"/>
                <a:gd name="connsiteX5" fmla="*/ 388466 w 516735"/>
                <a:gd name="connsiteY5" fmla="*/ 544997 h 788699"/>
                <a:gd name="connsiteX6" fmla="*/ 388466 w 516735"/>
                <a:gd name="connsiteY6" fmla="*/ 566754 h 788699"/>
                <a:gd name="connsiteX7" fmla="*/ 391185 w 516735"/>
                <a:gd name="connsiteY7" fmla="*/ 632026 h 788699"/>
                <a:gd name="connsiteX8" fmla="*/ 393905 w 516735"/>
                <a:gd name="connsiteY8" fmla="*/ 683699 h 788699"/>
                <a:gd name="connsiteX9" fmla="*/ 377587 w 516735"/>
                <a:gd name="connsiteY9" fmla="*/ 724494 h 788699"/>
                <a:gd name="connsiteX10" fmla="*/ 361269 w 516735"/>
                <a:gd name="connsiteY10" fmla="*/ 719054 h 788699"/>
                <a:gd name="connsiteX11" fmla="*/ 353110 w 516735"/>
                <a:gd name="connsiteY11" fmla="*/ 702737 h 788699"/>
                <a:gd name="connsiteX12" fmla="*/ 350390 w 516735"/>
                <a:gd name="connsiteY12" fmla="*/ 686419 h 788699"/>
                <a:gd name="connsiteX13" fmla="*/ 353110 w 516735"/>
                <a:gd name="connsiteY13" fmla="*/ 659222 h 788699"/>
                <a:gd name="connsiteX14" fmla="*/ 353110 w 516735"/>
                <a:gd name="connsiteY14" fmla="*/ 656502 h 788699"/>
                <a:gd name="connsiteX15" fmla="*/ 317754 w 516735"/>
                <a:gd name="connsiteY15" fmla="*/ 708176 h 788699"/>
                <a:gd name="connsiteX16" fmla="*/ 241604 w 516735"/>
                <a:gd name="connsiteY16" fmla="*/ 735372 h 788699"/>
                <a:gd name="connsiteX17" fmla="*/ 187211 w 516735"/>
                <a:gd name="connsiteY17" fmla="*/ 727214 h 788699"/>
                <a:gd name="connsiteX18" fmla="*/ 135537 w 516735"/>
                <a:gd name="connsiteY18" fmla="*/ 694578 h 788699"/>
                <a:gd name="connsiteX19" fmla="*/ 86583 w 516735"/>
                <a:gd name="connsiteY19" fmla="*/ 621147 h 788699"/>
                <a:gd name="connsiteX20" fmla="*/ 67546 w 516735"/>
                <a:gd name="connsiteY20" fmla="*/ 555875 h 788699"/>
                <a:gd name="connsiteX21" fmla="*/ 59387 w 516735"/>
                <a:gd name="connsiteY21" fmla="*/ 509641 h 788699"/>
                <a:gd name="connsiteX22" fmla="*/ 59387 w 516735"/>
                <a:gd name="connsiteY22" fmla="*/ 468846 h 788699"/>
                <a:gd name="connsiteX23" fmla="*/ 86583 w 516735"/>
                <a:gd name="connsiteY23" fmla="*/ 302947 h 788699"/>
                <a:gd name="connsiteX24" fmla="*/ 108341 w 516735"/>
                <a:gd name="connsiteY24" fmla="*/ 224077 h 788699"/>
                <a:gd name="connsiteX25" fmla="*/ 146416 w 516735"/>
                <a:gd name="connsiteY25" fmla="*/ 145207 h 788699"/>
                <a:gd name="connsiteX26" fmla="*/ 198090 w 516735"/>
                <a:gd name="connsiteY26" fmla="*/ 85375 h 788699"/>
                <a:gd name="connsiteX27" fmla="*/ 228006 w 516735"/>
                <a:gd name="connsiteY27" fmla="*/ 69057 h 788699"/>
                <a:gd name="connsiteX28" fmla="*/ 268801 w 516735"/>
                <a:gd name="connsiteY28" fmla="*/ 58178 h 788699"/>
                <a:gd name="connsiteX29" fmla="*/ 274240 w 516735"/>
                <a:gd name="connsiteY29" fmla="*/ 58178 h 788699"/>
                <a:gd name="connsiteX30" fmla="*/ 295997 w 516735"/>
                <a:gd name="connsiteY30" fmla="*/ 60898 h 788699"/>
                <a:gd name="connsiteX31" fmla="*/ 331353 w 516735"/>
                <a:gd name="connsiteY31" fmla="*/ 71776 h 788699"/>
                <a:gd name="connsiteX32" fmla="*/ 350390 w 516735"/>
                <a:gd name="connsiteY32" fmla="*/ 93534 h 788699"/>
                <a:gd name="connsiteX33" fmla="*/ 353110 w 516735"/>
                <a:gd name="connsiteY33" fmla="*/ 74496 h 788699"/>
                <a:gd name="connsiteX34" fmla="*/ 358549 w 516735"/>
                <a:gd name="connsiteY34" fmla="*/ 63618 h 788699"/>
                <a:gd name="connsiteX35" fmla="*/ 366708 w 516735"/>
                <a:gd name="connsiteY35" fmla="*/ 58178 h 788699"/>
                <a:gd name="connsiteX36" fmla="*/ 374867 w 516735"/>
                <a:gd name="connsiteY36" fmla="*/ 63618 h 788699"/>
                <a:gd name="connsiteX37" fmla="*/ 383027 w 516735"/>
                <a:gd name="connsiteY37" fmla="*/ 82655 h 788699"/>
                <a:gd name="connsiteX38" fmla="*/ 385746 w 516735"/>
                <a:gd name="connsiteY38" fmla="*/ 126170 h 788699"/>
                <a:gd name="connsiteX39" fmla="*/ 388466 w 516735"/>
                <a:gd name="connsiteY39" fmla="*/ 186002 h 788699"/>
                <a:gd name="connsiteX40" fmla="*/ 391185 w 516735"/>
                <a:gd name="connsiteY40" fmla="*/ 237676 h 788699"/>
                <a:gd name="connsiteX41" fmla="*/ 374867 w 516735"/>
                <a:gd name="connsiteY41" fmla="*/ 278470 h 788699"/>
                <a:gd name="connsiteX42" fmla="*/ 358549 w 516735"/>
                <a:gd name="connsiteY42" fmla="*/ 273031 h 788699"/>
                <a:gd name="connsiteX43" fmla="*/ 350390 w 516735"/>
                <a:gd name="connsiteY43" fmla="*/ 256713 h 788699"/>
                <a:gd name="connsiteX44" fmla="*/ 347671 w 516735"/>
                <a:gd name="connsiteY44" fmla="*/ 240395 h 788699"/>
                <a:gd name="connsiteX45" fmla="*/ 347671 w 516735"/>
                <a:gd name="connsiteY45" fmla="*/ 213199 h 788699"/>
                <a:gd name="connsiteX46" fmla="*/ 344951 w 516735"/>
                <a:gd name="connsiteY46" fmla="*/ 194161 h 788699"/>
                <a:gd name="connsiteX47" fmla="*/ 339512 w 516735"/>
                <a:gd name="connsiteY47" fmla="*/ 150647 h 788699"/>
                <a:gd name="connsiteX48" fmla="*/ 323194 w 516735"/>
                <a:gd name="connsiteY48" fmla="*/ 112571 h 788699"/>
                <a:gd name="connsiteX49" fmla="*/ 293278 w 516735"/>
                <a:gd name="connsiteY49" fmla="*/ 101693 h 788699"/>
                <a:gd name="connsiteX50" fmla="*/ 263361 w 516735"/>
                <a:gd name="connsiteY50" fmla="*/ 120730 h 788699"/>
                <a:gd name="connsiteX51" fmla="*/ 241604 w 516735"/>
                <a:gd name="connsiteY51" fmla="*/ 153366 h 788699"/>
                <a:gd name="connsiteX52" fmla="*/ 233445 w 516735"/>
                <a:gd name="connsiteY52" fmla="*/ 194161 h 788699"/>
                <a:gd name="connsiteX53" fmla="*/ 225286 w 516735"/>
                <a:gd name="connsiteY53" fmla="*/ 232236 h 788699"/>
                <a:gd name="connsiteX54" fmla="*/ 217127 w 516735"/>
                <a:gd name="connsiteY54" fmla="*/ 275751 h 788699"/>
                <a:gd name="connsiteX55" fmla="*/ 211688 w 516735"/>
                <a:gd name="connsiteY55" fmla="*/ 316545 h 788699"/>
                <a:gd name="connsiteX56" fmla="*/ 206249 w 516735"/>
                <a:gd name="connsiteY56" fmla="*/ 354621 h 788699"/>
                <a:gd name="connsiteX57" fmla="*/ 200809 w 516735"/>
                <a:gd name="connsiteY57" fmla="*/ 398135 h 788699"/>
                <a:gd name="connsiteX58" fmla="*/ 195370 w 516735"/>
                <a:gd name="connsiteY58" fmla="*/ 438930 h 788699"/>
                <a:gd name="connsiteX59" fmla="*/ 192650 w 516735"/>
                <a:gd name="connsiteY59" fmla="*/ 474286 h 788699"/>
                <a:gd name="connsiteX60" fmla="*/ 195370 w 516735"/>
                <a:gd name="connsiteY60" fmla="*/ 525959 h 788699"/>
                <a:gd name="connsiteX61" fmla="*/ 208968 w 516735"/>
                <a:gd name="connsiteY61" fmla="*/ 596670 h 788699"/>
                <a:gd name="connsiteX62" fmla="*/ 214407 w 516735"/>
                <a:gd name="connsiteY62" fmla="*/ 623867 h 788699"/>
                <a:gd name="connsiteX63" fmla="*/ 228006 w 516735"/>
                <a:gd name="connsiteY63" fmla="*/ 656502 h 788699"/>
                <a:gd name="connsiteX64" fmla="*/ 271520 w 516735"/>
                <a:gd name="connsiteY64" fmla="*/ 689138 h 788699"/>
                <a:gd name="connsiteX65" fmla="*/ 306876 w 516735"/>
                <a:gd name="connsiteY65" fmla="*/ 664661 h 788699"/>
                <a:gd name="connsiteX66" fmla="*/ 331353 w 516735"/>
                <a:gd name="connsiteY66" fmla="*/ 602109 h 788699"/>
                <a:gd name="connsiteX67" fmla="*/ 336792 w 516735"/>
                <a:gd name="connsiteY67" fmla="*/ 544997 h 788699"/>
                <a:gd name="connsiteX68" fmla="*/ 336792 w 516735"/>
                <a:gd name="connsiteY68" fmla="*/ 498762 h 788699"/>
                <a:gd name="connsiteX69" fmla="*/ 336792 w 516735"/>
                <a:gd name="connsiteY69" fmla="*/ 490603 h 788699"/>
                <a:gd name="connsiteX70" fmla="*/ 320474 w 516735"/>
                <a:gd name="connsiteY70" fmla="*/ 477005 h 788699"/>
                <a:gd name="connsiteX71" fmla="*/ 282399 w 516735"/>
                <a:gd name="connsiteY71" fmla="*/ 479725 h 788699"/>
                <a:gd name="connsiteX72" fmla="*/ 252483 w 516735"/>
                <a:gd name="connsiteY72" fmla="*/ 474286 h 788699"/>
                <a:gd name="connsiteX73" fmla="*/ 247044 w 516735"/>
                <a:gd name="connsiteY73" fmla="*/ 466126 h 788699"/>
                <a:gd name="connsiteX74" fmla="*/ 249763 w 516735"/>
                <a:gd name="connsiteY74" fmla="*/ 457968 h 788699"/>
                <a:gd name="connsiteX75" fmla="*/ 268801 w 516735"/>
                <a:gd name="connsiteY75" fmla="*/ 447089 h 788699"/>
                <a:gd name="connsiteX76" fmla="*/ 312315 w 516735"/>
                <a:gd name="connsiteY76" fmla="*/ 436210 h 788699"/>
                <a:gd name="connsiteX77" fmla="*/ 353110 w 516735"/>
                <a:gd name="connsiteY77" fmla="*/ 430771 h 788699"/>
                <a:gd name="connsiteX78" fmla="*/ 385746 w 516735"/>
                <a:gd name="connsiteY78" fmla="*/ 430771 h 788699"/>
                <a:gd name="connsiteX79" fmla="*/ 437420 w 516735"/>
                <a:gd name="connsiteY79" fmla="*/ 428051 h 788699"/>
                <a:gd name="connsiteX80" fmla="*/ 464616 w 516735"/>
                <a:gd name="connsiteY80" fmla="*/ 436210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516735" h="788699">
                  <a:moveTo>
                    <a:pt x="464616" y="436210"/>
                  </a:moveTo>
                  <a:cubicBezTo>
                    <a:pt x="464616" y="447089"/>
                    <a:pt x="453738" y="452528"/>
                    <a:pt x="445578" y="455248"/>
                  </a:cubicBezTo>
                  <a:cubicBezTo>
                    <a:pt x="434700" y="460687"/>
                    <a:pt x="415662" y="463407"/>
                    <a:pt x="404783" y="466126"/>
                  </a:cubicBezTo>
                  <a:cubicBezTo>
                    <a:pt x="393905" y="466126"/>
                    <a:pt x="385746" y="468846"/>
                    <a:pt x="385746" y="479725"/>
                  </a:cubicBezTo>
                  <a:cubicBezTo>
                    <a:pt x="385746" y="487884"/>
                    <a:pt x="388466" y="506921"/>
                    <a:pt x="388466" y="512361"/>
                  </a:cubicBezTo>
                  <a:cubicBezTo>
                    <a:pt x="388466" y="515080"/>
                    <a:pt x="388466" y="539557"/>
                    <a:pt x="388466" y="544997"/>
                  </a:cubicBezTo>
                  <a:cubicBezTo>
                    <a:pt x="388466" y="550436"/>
                    <a:pt x="388466" y="558595"/>
                    <a:pt x="388466" y="566754"/>
                  </a:cubicBezTo>
                  <a:cubicBezTo>
                    <a:pt x="388466" y="591231"/>
                    <a:pt x="388466" y="621147"/>
                    <a:pt x="391185" y="632026"/>
                  </a:cubicBezTo>
                  <a:cubicBezTo>
                    <a:pt x="393905" y="653783"/>
                    <a:pt x="393905" y="661942"/>
                    <a:pt x="393905" y="683699"/>
                  </a:cubicBezTo>
                  <a:cubicBezTo>
                    <a:pt x="393905" y="694578"/>
                    <a:pt x="393905" y="724494"/>
                    <a:pt x="377587" y="724494"/>
                  </a:cubicBezTo>
                  <a:cubicBezTo>
                    <a:pt x="369428" y="724494"/>
                    <a:pt x="366708" y="721774"/>
                    <a:pt x="361269" y="719054"/>
                  </a:cubicBezTo>
                  <a:cubicBezTo>
                    <a:pt x="355830" y="716335"/>
                    <a:pt x="353110" y="708176"/>
                    <a:pt x="353110" y="702737"/>
                  </a:cubicBezTo>
                  <a:cubicBezTo>
                    <a:pt x="350390" y="694578"/>
                    <a:pt x="350390" y="689138"/>
                    <a:pt x="350390" y="686419"/>
                  </a:cubicBezTo>
                  <a:cubicBezTo>
                    <a:pt x="350390" y="678260"/>
                    <a:pt x="353110" y="672820"/>
                    <a:pt x="353110" y="659222"/>
                  </a:cubicBezTo>
                  <a:lnTo>
                    <a:pt x="353110" y="656502"/>
                  </a:lnTo>
                  <a:cubicBezTo>
                    <a:pt x="347671" y="675540"/>
                    <a:pt x="334073" y="694578"/>
                    <a:pt x="317754" y="708176"/>
                  </a:cubicBezTo>
                  <a:cubicBezTo>
                    <a:pt x="293278" y="727214"/>
                    <a:pt x="274240" y="735372"/>
                    <a:pt x="241604" y="735372"/>
                  </a:cubicBezTo>
                  <a:cubicBezTo>
                    <a:pt x="222566" y="735372"/>
                    <a:pt x="203529" y="732653"/>
                    <a:pt x="187211" y="727214"/>
                  </a:cubicBezTo>
                  <a:cubicBezTo>
                    <a:pt x="165454" y="719054"/>
                    <a:pt x="149136" y="708176"/>
                    <a:pt x="135537" y="694578"/>
                  </a:cubicBezTo>
                  <a:cubicBezTo>
                    <a:pt x="113780" y="672820"/>
                    <a:pt x="100182" y="648343"/>
                    <a:pt x="86583" y="621147"/>
                  </a:cubicBezTo>
                  <a:cubicBezTo>
                    <a:pt x="75705" y="599390"/>
                    <a:pt x="70266" y="580352"/>
                    <a:pt x="67546" y="555875"/>
                  </a:cubicBezTo>
                  <a:cubicBezTo>
                    <a:pt x="64826" y="539557"/>
                    <a:pt x="62107" y="525959"/>
                    <a:pt x="59387" y="509641"/>
                  </a:cubicBezTo>
                  <a:cubicBezTo>
                    <a:pt x="56667" y="493323"/>
                    <a:pt x="59387" y="485164"/>
                    <a:pt x="59387" y="468846"/>
                  </a:cubicBezTo>
                  <a:cubicBezTo>
                    <a:pt x="59387" y="414453"/>
                    <a:pt x="72985" y="362780"/>
                    <a:pt x="86583" y="302947"/>
                  </a:cubicBezTo>
                  <a:cubicBezTo>
                    <a:pt x="92023" y="275751"/>
                    <a:pt x="100182" y="248554"/>
                    <a:pt x="108341" y="224077"/>
                  </a:cubicBezTo>
                  <a:cubicBezTo>
                    <a:pt x="116500" y="196881"/>
                    <a:pt x="130098" y="169684"/>
                    <a:pt x="146416" y="145207"/>
                  </a:cubicBezTo>
                  <a:cubicBezTo>
                    <a:pt x="160014" y="123450"/>
                    <a:pt x="176332" y="101693"/>
                    <a:pt x="198090" y="85375"/>
                  </a:cubicBezTo>
                  <a:cubicBezTo>
                    <a:pt x="206249" y="77216"/>
                    <a:pt x="217127" y="71776"/>
                    <a:pt x="228006" y="69057"/>
                  </a:cubicBezTo>
                  <a:cubicBezTo>
                    <a:pt x="241604" y="63618"/>
                    <a:pt x="255202" y="58178"/>
                    <a:pt x="268801" y="58178"/>
                  </a:cubicBezTo>
                  <a:cubicBezTo>
                    <a:pt x="271520" y="58178"/>
                    <a:pt x="274240" y="58178"/>
                    <a:pt x="274240" y="58178"/>
                  </a:cubicBezTo>
                  <a:cubicBezTo>
                    <a:pt x="279679" y="58178"/>
                    <a:pt x="285119" y="58178"/>
                    <a:pt x="295997" y="60898"/>
                  </a:cubicBezTo>
                  <a:cubicBezTo>
                    <a:pt x="309595" y="63618"/>
                    <a:pt x="320474" y="66337"/>
                    <a:pt x="331353" y="71776"/>
                  </a:cubicBezTo>
                  <a:cubicBezTo>
                    <a:pt x="339512" y="77216"/>
                    <a:pt x="347671" y="85375"/>
                    <a:pt x="350390" y="93534"/>
                  </a:cubicBezTo>
                  <a:cubicBezTo>
                    <a:pt x="350390" y="88095"/>
                    <a:pt x="353110" y="79936"/>
                    <a:pt x="353110" y="74496"/>
                  </a:cubicBezTo>
                  <a:cubicBezTo>
                    <a:pt x="355830" y="71776"/>
                    <a:pt x="355830" y="69057"/>
                    <a:pt x="358549" y="63618"/>
                  </a:cubicBezTo>
                  <a:cubicBezTo>
                    <a:pt x="361269" y="60898"/>
                    <a:pt x="363989" y="58178"/>
                    <a:pt x="366708" y="58178"/>
                  </a:cubicBezTo>
                  <a:cubicBezTo>
                    <a:pt x="369428" y="58178"/>
                    <a:pt x="372148" y="60898"/>
                    <a:pt x="374867" y="63618"/>
                  </a:cubicBezTo>
                  <a:cubicBezTo>
                    <a:pt x="377587" y="69057"/>
                    <a:pt x="380307" y="77216"/>
                    <a:pt x="383027" y="82655"/>
                  </a:cubicBezTo>
                  <a:cubicBezTo>
                    <a:pt x="383027" y="90814"/>
                    <a:pt x="385746" y="107132"/>
                    <a:pt x="385746" y="126170"/>
                  </a:cubicBezTo>
                  <a:cubicBezTo>
                    <a:pt x="385746" y="150647"/>
                    <a:pt x="385746" y="177843"/>
                    <a:pt x="388466" y="186002"/>
                  </a:cubicBezTo>
                  <a:cubicBezTo>
                    <a:pt x="391185" y="207759"/>
                    <a:pt x="391185" y="215918"/>
                    <a:pt x="391185" y="237676"/>
                  </a:cubicBezTo>
                  <a:cubicBezTo>
                    <a:pt x="391185" y="248554"/>
                    <a:pt x="391185" y="278470"/>
                    <a:pt x="374867" y="278470"/>
                  </a:cubicBezTo>
                  <a:cubicBezTo>
                    <a:pt x="366708" y="278470"/>
                    <a:pt x="363989" y="275751"/>
                    <a:pt x="358549" y="273031"/>
                  </a:cubicBezTo>
                  <a:cubicBezTo>
                    <a:pt x="353110" y="270311"/>
                    <a:pt x="350390" y="262152"/>
                    <a:pt x="350390" y="256713"/>
                  </a:cubicBezTo>
                  <a:cubicBezTo>
                    <a:pt x="350390" y="251274"/>
                    <a:pt x="347671" y="245834"/>
                    <a:pt x="347671" y="240395"/>
                  </a:cubicBezTo>
                  <a:cubicBezTo>
                    <a:pt x="347671" y="232236"/>
                    <a:pt x="347671" y="224077"/>
                    <a:pt x="347671" y="213199"/>
                  </a:cubicBezTo>
                  <a:cubicBezTo>
                    <a:pt x="347671" y="207759"/>
                    <a:pt x="347671" y="199600"/>
                    <a:pt x="344951" y="194161"/>
                  </a:cubicBezTo>
                  <a:cubicBezTo>
                    <a:pt x="342232" y="180563"/>
                    <a:pt x="342232" y="164245"/>
                    <a:pt x="339512" y="150647"/>
                  </a:cubicBezTo>
                  <a:cubicBezTo>
                    <a:pt x="336792" y="137048"/>
                    <a:pt x="331353" y="123450"/>
                    <a:pt x="323194" y="112571"/>
                  </a:cubicBezTo>
                  <a:cubicBezTo>
                    <a:pt x="317754" y="104412"/>
                    <a:pt x="304156" y="101693"/>
                    <a:pt x="293278" y="101693"/>
                  </a:cubicBezTo>
                  <a:cubicBezTo>
                    <a:pt x="279679" y="101693"/>
                    <a:pt x="271520" y="109852"/>
                    <a:pt x="263361" y="120730"/>
                  </a:cubicBezTo>
                  <a:cubicBezTo>
                    <a:pt x="257922" y="131609"/>
                    <a:pt x="247044" y="139768"/>
                    <a:pt x="241604" y="153366"/>
                  </a:cubicBezTo>
                  <a:cubicBezTo>
                    <a:pt x="236165" y="166964"/>
                    <a:pt x="233445" y="180563"/>
                    <a:pt x="233445" y="194161"/>
                  </a:cubicBezTo>
                  <a:cubicBezTo>
                    <a:pt x="233445" y="207759"/>
                    <a:pt x="230725" y="218638"/>
                    <a:pt x="225286" y="232236"/>
                  </a:cubicBezTo>
                  <a:cubicBezTo>
                    <a:pt x="219847" y="245834"/>
                    <a:pt x="219847" y="262152"/>
                    <a:pt x="217127" y="275751"/>
                  </a:cubicBezTo>
                  <a:cubicBezTo>
                    <a:pt x="214407" y="289349"/>
                    <a:pt x="214407" y="302947"/>
                    <a:pt x="211688" y="316545"/>
                  </a:cubicBezTo>
                  <a:cubicBezTo>
                    <a:pt x="211688" y="330144"/>
                    <a:pt x="206249" y="341022"/>
                    <a:pt x="206249" y="354621"/>
                  </a:cubicBezTo>
                  <a:cubicBezTo>
                    <a:pt x="203529" y="368219"/>
                    <a:pt x="203529" y="381817"/>
                    <a:pt x="200809" y="398135"/>
                  </a:cubicBezTo>
                  <a:cubicBezTo>
                    <a:pt x="198090" y="411733"/>
                    <a:pt x="198090" y="425332"/>
                    <a:pt x="195370" y="438930"/>
                  </a:cubicBezTo>
                  <a:cubicBezTo>
                    <a:pt x="195370" y="449809"/>
                    <a:pt x="192650" y="463407"/>
                    <a:pt x="192650" y="474286"/>
                  </a:cubicBezTo>
                  <a:cubicBezTo>
                    <a:pt x="192650" y="490603"/>
                    <a:pt x="195370" y="509641"/>
                    <a:pt x="195370" y="525959"/>
                  </a:cubicBezTo>
                  <a:cubicBezTo>
                    <a:pt x="195370" y="550436"/>
                    <a:pt x="203529" y="572193"/>
                    <a:pt x="208968" y="596670"/>
                  </a:cubicBezTo>
                  <a:cubicBezTo>
                    <a:pt x="211688" y="604829"/>
                    <a:pt x="211688" y="615708"/>
                    <a:pt x="214407" y="623867"/>
                  </a:cubicBezTo>
                  <a:cubicBezTo>
                    <a:pt x="217127" y="634745"/>
                    <a:pt x="222566" y="645624"/>
                    <a:pt x="228006" y="656502"/>
                  </a:cubicBezTo>
                  <a:cubicBezTo>
                    <a:pt x="236165" y="670101"/>
                    <a:pt x="252483" y="689138"/>
                    <a:pt x="271520" y="689138"/>
                  </a:cubicBezTo>
                  <a:cubicBezTo>
                    <a:pt x="287838" y="689138"/>
                    <a:pt x="298717" y="675540"/>
                    <a:pt x="306876" y="664661"/>
                  </a:cubicBezTo>
                  <a:cubicBezTo>
                    <a:pt x="320474" y="645624"/>
                    <a:pt x="325914" y="623867"/>
                    <a:pt x="331353" y="602109"/>
                  </a:cubicBezTo>
                  <a:cubicBezTo>
                    <a:pt x="334073" y="583072"/>
                    <a:pt x="336792" y="564034"/>
                    <a:pt x="336792" y="544997"/>
                  </a:cubicBezTo>
                  <a:cubicBezTo>
                    <a:pt x="336792" y="531398"/>
                    <a:pt x="336792" y="512361"/>
                    <a:pt x="336792" y="498762"/>
                  </a:cubicBezTo>
                  <a:cubicBezTo>
                    <a:pt x="336792" y="496043"/>
                    <a:pt x="336792" y="493323"/>
                    <a:pt x="336792" y="490603"/>
                  </a:cubicBezTo>
                  <a:cubicBezTo>
                    <a:pt x="336792" y="479725"/>
                    <a:pt x="336792" y="477005"/>
                    <a:pt x="320474" y="477005"/>
                  </a:cubicBezTo>
                  <a:cubicBezTo>
                    <a:pt x="309595" y="477005"/>
                    <a:pt x="295997" y="479725"/>
                    <a:pt x="282399" y="479725"/>
                  </a:cubicBezTo>
                  <a:cubicBezTo>
                    <a:pt x="271520" y="479725"/>
                    <a:pt x="260642" y="479725"/>
                    <a:pt x="252483" y="474286"/>
                  </a:cubicBezTo>
                  <a:cubicBezTo>
                    <a:pt x="249763" y="471566"/>
                    <a:pt x="247044" y="468846"/>
                    <a:pt x="247044" y="466126"/>
                  </a:cubicBezTo>
                  <a:cubicBezTo>
                    <a:pt x="247044" y="463407"/>
                    <a:pt x="247044" y="460687"/>
                    <a:pt x="249763" y="457968"/>
                  </a:cubicBezTo>
                  <a:cubicBezTo>
                    <a:pt x="255202" y="452528"/>
                    <a:pt x="260642" y="449809"/>
                    <a:pt x="268801" y="447089"/>
                  </a:cubicBezTo>
                  <a:cubicBezTo>
                    <a:pt x="282399" y="441650"/>
                    <a:pt x="295997" y="438930"/>
                    <a:pt x="312315" y="436210"/>
                  </a:cubicBezTo>
                  <a:cubicBezTo>
                    <a:pt x="325914" y="433491"/>
                    <a:pt x="339512" y="433491"/>
                    <a:pt x="353110" y="430771"/>
                  </a:cubicBezTo>
                  <a:cubicBezTo>
                    <a:pt x="363989" y="430771"/>
                    <a:pt x="374867" y="430771"/>
                    <a:pt x="385746" y="430771"/>
                  </a:cubicBezTo>
                  <a:cubicBezTo>
                    <a:pt x="402064" y="430771"/>
                    <a:pt x="426541" y="428051"/>
                    <a:pt x="437420" y="428051"/>
                  </a:cubicBezTo>
                  <a:cubicBezTo>
                    <a:pt x="451018" y="422612"/>
                    <a:pt x="464616" y="425332"/>
                    <a:pt x="464616" y="436210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6C6EC568-17DB-458F-9492-F1CC33DF1A00}"/>
                </a:ext>
              </a:extLst>
            </p:cNvPr>
            <p:cNvSpPr/>
            <p:nvPr/>
          </p:nvSpPr>
          <p:spPr>
            <a:xfrm>
              <a:off x="9053923" y="4178559"/>
              <a:ext cx="625521" cy="788700"/>
            </a:xfrm>
            <a:custGeom>
              <a:avLst/>
              <a:gdLst>
                <a:gd name="connsiteX0" fmla="*/ 536838 w 625521"/>
                <a:gd name="connsiteY0" fmla="*/ 680979 h 788699"/>
                <a:gd name="connsiteX1" fmla="*/ 574913 w 625521"/>
                <a:gd name="connsiteY1" fmla="*/ 697297 h 788699"/>
                <a:gd name="connsiteX2" fmla="*/ 566755 w 625521"/>
                <a:gd name="connsiteY2" fmla="*/ 713615 h 788699"/>
                <a:gd name="connsiteX3" fmla="*/ 550437 w 625521"/>
                <a:gd name="connsiteY3" fmla="*/ 721774 h 788699"/>
                <a:gd name="connsiteX4" fmla="*/ 528680 w 625521"/>
                <a:gd name="connsiteY4" fmla="*/ 724494 h 788699"/>
                <a:gd name="connsiteX5" fmla="*/ 417174 w 625521"/>
                <a:gd name="connsiteY5" fmla="*/ 724494 h 788699"/>
                <a:gd name="connsiteX6" fmla="*/ 398136 w 625521"/>
                <a:gd name="connsiteY6" fmla="*/ 724494 h 788699"/>
                <a:gd name="connsiteX7" fmla="*/ 373659 w 625521"/>
                <a:gd name="connsiteY7" fmla="*/ 724494 h 788699"/>
                <a:gd name="connsiteX8" fmla="*/ 346462 w 625521"/>
                <a:gd name="connsiteY8" fmla="*/ 719054 h 788699"/>
                <a:gd name="connsiteX9" fmla="*/ 330144 w 625521"/>
                <a:gd name="connsiteY9" fmla="*/ 702737 h 788699"/>
                <a:gd name="connsiteX10" fmla="*/ 335584 w 625521"/>
                <a:gd name="connsiteY10" fmla="*/ 694578 h 788699"/>
                <a:gd name="connsiteX11" fmla="*/ 357341 w 625521"/>
                <a:gd name="connsiteY11" fmla="*/ 686419 h 788699"/>
                <a:gd name="connsiteX12" fmla="*/ 395416 w 625521"/>
                <a:gd name="connsiteY12" fmla="*/ 680979 h 788699"/>
                <a:gd name="connsiteX13" fmla="*/ 381817 w 625521"/>
                <a:gd name="connsiteY13" fmla="*/ 656502 h 788699"/>
                <a:gd name="connsiteX14" fmla="*/ 379098 w 625521"/>
                <a:gd name="connsiteY14" fmla="*/ 585791 h 788699"/>
                <a:gd name="connsiteX15" fmla="*/ 379098 w 625521"/>
                <a:gd name="connsiteY15" fmla="*/ 517800 h 788699"/>
                <a:gd name="connsiteX16" fmla="*/ 379098 w 625521"/>
                <a:gd name="connsiteY16" fmla="*/ 474286 h 788699"/>
                <a:gd name="connsiteX17" fmla="*/ 379098 w 625521"/>
                <a:gd name="connsiteY17" fmla="*/ 430771 h 788699"/>
                <a:gd name="connsiteX18" fmla="*/ 381817 w 625521"/>
                <a:gd name="connsiteY18" fmla="*/ 411733 h 788699"/>
                <a:gd name="connsiteX19" fmla="*/ 379098 w 625521"/>
                <a:gd name="connsiteY19" fmla="*/ 400855 h 788699"/>
                <a:gd name="connsiteX20" fmla="*/ 370939 w 625521"/>
                <a:gd name="connsiteY20" fmla="*/ 398135 h 788699"/>
                <a:gd name="connsiteX21" fmla="*/ 338304 w 625521"/>
                <a:gd name="connsiteY21" fmla="*/ 400855 h 788699"/>
                <a:gd name="connsiteX22" fmla="*/ 289349 w 625521"/>
                <a:gd name="connsiteY22" fmla="*/ 403575 h 788699"/>
                <a:gd name="connsiteX23" fmla="*/ 264872 w 625521"/>
                <a:gd name="connsiteY23" fmla="*/ 400855 h 788699"/>
                <a:gd name="connsiteX24" fmla="*/ 259433 w 625521"/>
                <a:gd name="connsiteY24" fmla="*/ 406294 h 788699"/>
                <a:gd name="connsiteX25" fmla="*/ 259433 w 625521"/>
                <a:gd name="connsiteY25" fmla="*/ 425332 h 788699"/>
                <a:gd name="connsiteX26" fmla="*/ 259433 w 625521"/>
                <a:gd name="connsiteY26" fmla="*/ 449809 h 788699"/>
                <a:gd name="connsiteX27" fmla="*/ 259433 w 625521"/>
                <a:gd name="connsiteY27" fmla="*/ 471566 h 788699"/>
                <a:gd name="connsiteX28" fmla="*/ 259433 w 625521"/>
                <a:gd name="connsiteY28" fmla="*/ 504202 h 788699"/>
                <a:gd name="connsiteX29" fmla="*/ 259433 w 625521"/>
                <a:gd name="connsiteY29" fmla="*/ 509641 h 788699"/>
                <a:gd name="connsiteX30" fmla="*/ 256714 w 625521"/>
                <a:gd name="connsiteY30" fmla="*/ 542277 h 788699"/>
                <a:gd name="connsiteX31" fmla="*/ 256714 w 625521"/>
                <a:gd name="connsiteY31" fmla="*/ 577632 h 788699"/>
                <a:gd name="connsiteX32" fmla="*/ 256714 w 625521"/>
                <a:gd name="connsiteY32" fmla="*/ 612988 h 788699"/>
                <a:gd name="connsiteX33" fmla="*/ 253994 w 625521"/>
                <a:gd name="connsiteY33" fmla="*/ 656502 h 788699"/>
                <a:gd name="connsiteX34" fmla="*/ 256714 w 625521"/>
                <a:gd name="connsiteY34" fmla="*/ 678260 h 788699"/>
                <a:gd name="connsiteX35" fmla="*/ 286629 w 625521"/>
                <a:gd name="connsiteY35" fmla="*/ 694578 h 788699"/>
                <a:gd name="connsiteX36" fmla="*/ 281191 w 625521"/>
                <a:gd name="connsiteY36" fmla="*/ 710895 h 788699"/>
                <a:gd name="connsiteX37" fmla="*/ 264872 w 625521"/>
                <a:gd name="connsiteY37" fmla="*/ 719054 h 788699"/>
                <a:gd name="connsiteX38" fmla="*/ 243116 w 625521"/>
                <a:gd name="connsiteY38" fmla="*/ 721774 h 788699"/>
                <a:gd name="connsiteX39" fmla="*/ 243116 w 625521"/>
                <a:gd name="connsiteY39" fmla="*/ 721774 h 788699"/>
                <a:gd name="connsiteX40" fmla="*/ 232236 w 625521"/>
                <a:gd name="connsiteY40" fmla="*/ 727214 h 788699"/>
                <a:gd name="connsiteX41" fmla="*/ 224078 w 625521"/>
                <a:gd name="connsiteY41" fmla="*/ 735372 h 788699"/>
                <a:gd name="connsiteX42" fmla="*/ 213199 w 625521"/>
                <a:gd name="connsiteY42" fmla="*/ 738092 h 788699"/>
                <a:gd name="connsiteX43" fmla="*/ 183283 w 625521"/>
                <a:gd name="connsiteY43" fmla="*/ 727214 h 788699"/>
                <a:gd name="connsiteX44" fmla="*/ 175124 w 625521"/>
                <a:gd name="connsiteY44" fmla="*/ 719054 h 788699"/>
                <a:gd name="connsiteX45" fmla="*/ 145208 w 625521"/>
                <a:gd name="connsiteY45" fmla="*/ 719054 h 788699"/>
                <a:gd name="connsiteX46" fmla="*/ 126170 w 625521"/>
                <a:gd name="connsiteY46" fmla="*/ 719054 h 788699"/>
                <a:gd name="connsiteX47" fmla="*/ 101693 w 625521"/>
                <a:gd name="connsiteY47" fmla="*/ 719054 h 788699"/>
                <a:gd name="connsiteX48" fmla="*/ 74496 w 625521"/>
                <a:gd name="connsiteY48" fmla="*/ 713615 h 788699"/>
                <a:gd name="connsiteX49" fmla="*/ 58178 w 625521"/>
                <a:gd name="connsiteY49" fmla="*/ 697297 h 788699"/>
                <a:gd name="connsiteX50" fmla="*/ 63618 w 625521"/>
                <a:gd name="connsiteY50" fmla="*/ 689138 h 788699"/>
                <a:gd name="connsiteX51" fmla="*/ 85375 w 625521"/>
                <a:gd name="connsiteY51" fmla="*/ 680979 h 788699"/>
                <a:gd name="connsiteX52" fmla="*/ 131609 w 625521"/>
                <a:gd name="connsiteY52" fmla="*/ 675540 h 788699"/>
                <a:gd name="connsiteX53" fmla="*/ 131609 w 625521"/>
                <a:gd name="connsiteY53" fmla="*/ 667381 h 788699"/>
                <a:gd name="connsiteX54" fmla="*/ 131609 w 625521"/>
                <a:gd name="connsiteY54" fmla="*/ 651063 h 788699"/>
                <a:gd name="connsiteX55" fmla="*/ 131609 w 625521"/>
                <a:gd name="connsiteY55" fmla="*/ 618427 h 788699"/>
                <a:gd name="connsiteX56" fmla="*/ 131609 w 625521"/>
                <a:gd name="connsiteY56" fmla="*/ 580352 h 788699"/>
                <a:gd name="connsiteX57" fmla="*/ 131609 w 625521"/>
                <a:gd name="connsiteY57" fmla="*/ 531398 h 788699"/>
                <a:gd name="connsiteX58" fmla="*/ 131609 w 625521"/>
                <a:gd name="connsiteY58" fmla="*/ 466126 h 788699"/>
                <a:gd name="connsiteX59" fmla="*/ 131609 w 625521"/>
                <a:gd name="connsiteY59" fmla="*/ 422612 h 788699"/>
                <a:gd name="connsiteX60" fmla="*/ 131609 w 625521"/>
                <a:gd name="connsiteY60" fmla="*/ 411733 h 788699"/>
                <a:gd name="connsiteX61" fmla="*/ 131609 w 625521"/>
                <a:gd name="connsiteY61" fmla="*/ 398135 h 788699"/>
                <a:gd name="connsiteX62" fmla="*/ 126170 w 625521"/>
                <a:gd name="connsiteY62" fmla="*/ 389976 h 788699"/>
                <a:gd name="connsiteX63" fmla="*/ 101693 w 625521"/>
                <a:gd name="connsiteY63" fmla="*/ 387257 h 788699"/>
                <a:gd name="connsiteX64" fmla="*/ 77216 w 625521"/>
                <a:gd name="connsiteY64" fmla="*/ 376378 h 788699"/>
                <a:gd name="connsiteX65" fmla="*/ 82655 w 625521"/>
                <a:gd name="connsiteY65" fmla="*/ 368219 h 788699"/>
                <a:gd name="connsiteX66" fmla="*/ 98973 w 625521"/>
                <a:gd name="connsiteY66" fmla="*/ 360060 h 788699"/>
                <a:gd name="connsiteX67" fmla="*/ 118011 w 625521"/>
                <a:gd name="connsiteY67" fmla="*/ 357340 h 788699"/>
                <a:gd name="connsiteX68" fmla="*/ 131609 w 625521"/>
                <a:gd name="connsiteY68" fmla="*/ 351901 h 788699"/>
                <a:gd name="connsiteX69" fmla="*/ 131609 w 625521"/>
                <a:gd name="connsiteY69" fmla="*/ 343742 h 788699"/>
                <a:gd name="connsiteX70" fmla="*/ 131609 w 625521"/>
                <a:gd name="connsiteY70" fmla="*/ 270311 h 788699"/>
                <a:gd name="connsiteX71" fmla="*/ 137048 w 625521"/>
                <a:gd name="connsiteY71" fmla="*/ 145207 h 788699"/>
                <a:gd name="connsiteX72" fmla="*/ 139768 w 625521"/>
                <a:gd name="connsiteY72" fmla="*/ 123450 h 788699"/>
                <a:gd name="connsiteX73" fmla="*/ 123450 w 625521"/>
                <a:gd name="connsiteY73" fmla="*/ 123450 h 788699"/>
                <a:gd name="connsiteX74" fmla="*/ 118011 w 625521"/>
                <a:gd name="connsiteY74" fmla="*/ 123450 h 788699"/>
                <a:gd name="connsiteX75" fmla="*/ 101693 w 625521"/>
                <a:gd name="connsiteY75" fmla="*/ 123450 h 788699"/>
                <a:gd name="connsiteX76" fmla="*/ 74496 w 625521"/>
                <a:gd name="connsiteY76" fmla="*/ 118011 h 788699"/>
                <a:gd name="connsiteX77" fmla="*/ 58178 w 625521"/>
                <a:gd name="connsiteY77" fmla="*/ 101693 h 788699"/>
                <a:gd name="connsiteX78" fmla="*/ 63618 w 625521"/>
                <a:gd name="connsiteY78" fmla="*/ 93534 h 788699"/>
                <a:gd name="connsiteX79" fmla="*/ 85375 w 625521"/>
                <a:gd name="connsiteY79" fmla="*/ 85375 h 788699"/>
                <a:gd name="connsiteX80" fmla="*/ 137048 w 625521"/>
                <a:gd name="connsiteY80" fmla="*/ 82655 h 788699"/>
                <a:gd name="connsiteX81" fmla="*/ 147927 w 625521"/>
                <a:gd name="connsiteY81" fmla="*/ 82655 h 788699"/>
                <a:gd name="connsiteX82" fmla="*/ 186003 w 625521"/>
                <a:gd name="connsiteY82" fmla="*/ 58178 h 788699"/>
                <a:gd name="connsiteX83" fmla="*/ 226797 w 625521"/>
                <a:gd name="connsiteY83" fmla="*/ 79936 h 788699"/>
                <a:gd name="connsiteX84" fmla="*/ 253994 w 625521"/>
                <a:gd name="connsiteY84" fmla="*/ 79936 h 788699"/>
                <a:gd name="connsiteX85" fmla="*/ 294789 w 625521"/>
                <a:gd name="connsiteY85" fmla="*/ 96253 h 788699"/>
                <a:gd name="connsiteX86" fmla="*/ 283910 w 625521"/>
                <a:gd name="connsiteY86" fmla="*/ 112571 h 788699"/>
                <a:gd name="connsiteX87" fmla="*/ 267592 w 625521"/>
                <a:gd name="connsiteY87" fmla="*/ 120730 h 788699"/>
                <a:gd name="connsiteX88" fmla="*/ 245835 w 625521"/>
                <a:gd name="connsiteY88" fmla="*/ 123450 h 788699"/>
                <a:gd name="connsiteX89" fmla="*/ 237676 w 625521"/>
                <a:gd name="connsiteY89" fmla="*/ 123450 h 788699"/>
                <a:gd name="connsiteX90" fmla="*/ 240396 w 625521"/>
                <a:gd name="connsiteY90" fmla="*/ 128889 h 788699"/>
                <a:gd name="connsiteX91" fmla="*/ 251274 w 625521"/>
                <a:gd name="connsiteY91" fmla="*/ 177843 h 788699"/>
                <a:gd name="connsiteX92" fmla="*/ 256714 w 625521"/>
                <a:gd name="connsiteY92" fmla="*/ 226797 h 788699"/>
                <a:gd name="connsiteX93" fmla="*/ 262153 w 625521"/>
                <a:gd name="connsiteY93" fmla="*/ 273031 h 788699"/>
                <a:gd name="connsiteX94" fmla="*/ 262153 w 625521"/>
                <a:gd name="connsiteY94" fmla="*/ 289349 h 788699"/>
                <a:gd name="connsiteX95" fmla="*/ 262153 w 625521"/>
                <a:gd name="connsiteY95" fmla="*/ 297508 h 788699"/>
                <a:gd name="connsiteX96" fmla="*/ 264872 w 625521"/>
                <a:gd name="connsiteY96" fmla="*/ 321985 h 788699"/>
                <a:gd name="connsiteX97" fmla="*/ 270312 w 625521"/>
                <a:gd name="connsiteY97" fmla="*/ 335583 h 788699"/>
                <a:gd name="connsiteX98" fmla="*/ 270312 w 625521"/>
                <a:gd name="connsiteY98" fmla="*/ 338303 h 788699"/>
                <a:gd name="connsiteX99" fmla="*/ 270312 w 625521"/>
                <a:gd name="connsiteY99" fmla="*/ 346462 h 788699"/>
                <a:gd name="connsiteX100" fmla="*/ 278471 w 625521"/>
                <a:gd name="connsiteY100" fmla="*/ 354621 h 788699"/>
                <a:gd name="connsiteX101" fmla="*/ 338304 w 625521"/>
                <a:gd name="connsiteY101" fmla="*/ 349181 h 788699"/>
                <a:gd name="connsiteX102" fmla="*/ 365500 w 625521"/>
                <a:gd name="connsiteY102" fmla="*/ 349181 h 788699"/>
                <a:gd name="connsiteX103" fmla="*/ 381817 w 625521"/>
                <a:gd name="connsiteY103" fmla="*/ 349181 h 788699"/>
                <a:gd name="connsiteX104" fmla="*/ 392697 w 625521"/>
                <a:gd name="connsiteY104" fmla="*/ 338303 h 788699"/>
                <a:gd name="connsiteX105" fmla="*/ 389977 w 625521"/>
                <a:gd name="connsiteY105" fmla="*/ 313826 h 788699"/>
                <a:gd name="connsiteX106" fmla="*/ 392697 w 625521"/>
                <a:gd name="connsiteY106" fmla="*/ 262152 h 788699"/>
                <a:gd name="connsiteX107" fmla="*/ 395416 w 625521"/>
                <a:gd name="connsiteY107" fmla="*/ 224077 h 788699"/>
                <a:gd name="connsiteX108" fmla="*/ 398136 w 625521"/>
                <a:gd name="connsiteY108" fmla="*/ 177843 h 788699"/>
                <a:gd name="connsiteX109" fmla="*/ 395416 w 625521"/>
                <a:gd name="connsiteY109" fmla="*/ 153366 h 788699"/>
                <a:gd name="connsiteX110" fmla="*/ 395416 w 625521"/>
                <a:gd name="connsiteY110" fmla="*/ 137048 h 788699"/>
                <a:gd name="connsiteX111" fmla="*/ 379098 w 625521"/>
                <a:gd name="connsiteY111" fmla="*/ 137048 h 788699"/>
                <a:gd name="connsiteX112" fmla="*/ 351902 w 625521"/>
                <a:gd name="connsiteY112" fmla="*/ 131609 h 788699"/>
                <a:gd name="connsiteX113" fmla="*/ 338304 w 625521"/>
                <a:gd name="connsiteY113" fmla="*/ 115291 h 788699"/>
                <a:gd name="connsiteX114" fmla="*/ 343742 w 625521"/>
                <a:gd name="connsiteY114" fmla="*/ 107132 h 788699"/>
                <a:gd name="connsiteX115" fmla="*/ 362780 w 625521"/>
                <a:gd name="connsiteY115" fmla="*/ 98973 h 788699"/>
                <a:gd name="connsiteX116" fmla="*/ 395416 w 625521"/>
                <a:gd name="connsiteY116" fmla="*/ 96253 h 788699"/>
                <a:gd name="connsiteX117" fmla="*/ 403575 w 625521"/>
                <a:gd name="connsiteY117" fmla="*/ 90814 h 788699"/>
                <a:gd name="connsiteX118" fmla="*/ 422612 w 625521"/>
                <a:gd name="connsiteY118" fmla="*/ 88095 h 788699"/>
                <a:gd name="connsiteX119" fmla="*/ 428052 w 625521"/>
                <a:gd name="connsiteY119" fmla="*/ 88095 h 788699"/>
                <a:gd name="connsiteX120" fmla="*/ 447090 w 625521"/>
                <a:gd name="connsiteY120" fmla="*/ 90814 h 788699"/>
                <a:gd name="connsiteX121" fmla="*/ 455249 w 625521"/>
                <a:gd name="connsiteY121" fmla="*/ 96253 h 788699"/>
                <a:gd name="connsiteX122" fmla="*/ 525960 w 625521"/>
                <a:gd name="connsiteY122" fmla="*/ 93534 h 788699"/>
                <a:gd name="connsiteX123" fmla="*/ 561315 w 625521"/>
                <a:gd name="connsiteY123" fmla="*/ 109852 h 788699"/>
                <a:gd name="connsiteX124" fmla="*/ 555876 w 625521"/>
                <a:gd name="connsiteY124" fmla="*/ 126170 h 788699"/>
                <a:gd name="connsiteX125" fmla="*/ 539558 w 625521"/>
                <a:gd name="connsiteY125" fmla="*/ 134329 h 788699"/>
                <a:gd name="connsiteX126" fmla="*/ 517800 w 625521"/>
                <a:gd name="connsiteY126" fmla="*/ 137048 h 788699"/>
                <a:gd name="connsiteX127" fmla="*/ 477006 w 625521"/>
                <a:gd name="connsiteY127" fmla="*/ 137048 h 788699"/>
                <a:gd name="connsiteX128" fmla="*/ 485165 w 625521"/>
                <a:gd name="connsiteY128" fmla="*/ 161525 h 788699"/>
                <a:gd name="connsiteX129" fmla="*/ 496043 w 625521"/>
                <a:gd name="connsiteY129" fmla="*/ 210479 h 788699"/>
                <a:gd name="connsiteX130" fmla="*/ 501483 w 625521"/>
                <a:gd name="connsiteY130" fmla="*/ 251274 h 788699"/>
                <a:gd name="connsiteX131" fmla="*/ 506922 w 625521"/>
                <a:gd name="connsiteY131" fmla="*/ 292069 h 788699"/>
                <a:gd name="connsiteX132" fmla="*/ 506922 w 625521"/>
                <a:gd name="connsiteY132" fmla="*/ 321985 h 788699"/>
                <a:gd name="connsiteX133" fmla="*/ 509642 w 625521"/>
                <a:gd name="connsiteY133" fmla="*/ 341022 h 788699"/>
                <a:gd name="connsiteX134" fmla="*/ 509642 w 625521"/>
                <a:gd name="connsiteY134" fmla="*/ 343742 h 788699"/>
                <a:gd name="connsiteX135" fmla="*/ 517800 w 625521"/>
                <a:gd name="connsiteY135" fmla="*/ 349181 h 788699"/>
                <a:gd name="connsiteX136" fmla="*/ 528680 w 625521"/>
                <a:gd name="connsiteY136" fmla="*/ 349181 h 788699"/>
                <a:gd name="connsiteX137" fmla="*/ 550437 w 625521"/>
                <a:gd name="connsiteY137" fmla="*/ 357340 h 788699"/>
                <a:gd name="connsiteX138" fmla="*/ 550437 w 625521"/>
                <a:gd name="connsiteY138" fmla="*/ 362780 h 788699"/>
                <a:gd name="connsiteX139" fmla="*/ 534119 w 625521"/>
                <a:gd name="connsiteY139" fmla="*/ 384537 h 788699"/>
                <a:gd name="connsiteX140" fmla="*/ 520520 w 625521"/>
                <a:gd name="connsiteY140" fmla="*/ 389976 h 788699"/>
                <a:gd name="connsiteX141" fmla="*/ 512362 w 625521"/>
                <a:gd name="connsiteY141" fmla="*/ 395415 h 788699"/>
                <a:gd name="connsiteX142" fmla="*/ 512362 w 625521"/>
                <a:gd name="connsiteY142" fmla="*/ 398135 h 788699"/>
                <a:gd name="connsiteX143" fmla="*/ 512362 w 625521"/>
                <a:gd name="connsiteY143" fmla="*/ 409014 h 788699"/>
                <a:gd name="connsiteX144" fmla="*/ 512362 w 625521"/>
                <a:gd name="connsiteY144" fmla="*/ 414453 h 788699"/>
                <a:gd name="connsiteX145" fmla="*/ 512362 w 625521"/>
                <a:gd name="connsiteY145" fmla="*/ 438930 h 788699"/>
                <a:gd name="connsiteX146" fmla="*/ 515081 w 625521"/>
                <a:gd name="connsiteY146" fmla="*/ 504202 h 788699"/>
                <a:gd name="connsiteX147" fmla="*/ 520520 w 625521"/>
                <a:gd name="connsiteY147" fmla="*/ 572193 h 788699"/>
                <a:gd name="connsiteX148" fmla="*/ 517800 w 625521"/>
                <a:gd name="connsiteY148" fmla="*/ 604829 h 788699"/>
                <a:gd name="connsiteX149" fmla="*/ 512362 w 625521"/>
                <a:gd name="connsiteY149" fmla="*/ 661942 h 788699"/>
                <a:gd name="connsiteX150" fmla="*/ 509642 w 625521"/>
                <a:gd name="connsiteY150" fmla="*/ 670101 h 788699"/>
                <a:gd name="connsiteX151" fmla="*/ 512362 w 625521"/>
                <a:gd name="connsiteY151" fmla="*/ 680979 h 788699"/>
                <a:gd name="connsiteX152" fmla="*/ 512362 w 625521"/>
                <a:gd name="connsiteY152" fmla="*/ 686419 h 788699"/>
                <a:gd name="connsiteX153" fmla="*/ 536838 w 625521"/>
                <a:gd name="connsiteY153" fmla="*/ 680979 h 788699"/>
                <a:gd name="connsiteX154" fmla="*/ 536838 w 625521"/>
                <a:gd name="connsiteY154" fmla="*/ 680979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</a:cxnLst>
              <a:rect l="l" t="t" r="r" b="b"/>
              <a:pathLst>
                <a:path w="625521" h="788699">
                  <a:moveTo>
                    <a:pt x="536838" y="680979"/>
                  </a:moveTo>
                  <a:cubicBezTo>
                    <a:pt x="550437" y="680979"/>
                    <a:pt x="574913" y="680979"/>
                    <a:pt x="574913" y="697297"/>
                  </a:cubicBezTo>
                  <a:cubicBezTo>
                    <a:pt x="574913" y="705456"/>
                    <a:pt x="572194" y="708176"/>
                    <a:pt x="566755" y="713615"/>
                  </a:cubicBezTo>
                  <a:cubicBezTo>
                    <a:pt x="561315" y="719054"/>
                    <a:pt x="555876" y="721774"/>
                    <a:pt x="550437" y="721774"/>
                  </a:cubicBezTo>
                  <a:cubicBezTo>
                    <a:pt x="539558" y="724494"/>
                    <a:pt x="534119" y="724494"/>
                    <a:pt x="528680" y="724494"/>
                  </a:cubicBezTo>
                  <a:cubicBezTo>
                    <a:pt x="517800" y="724494"/>
                    <a:pt x="428052" y="724494"/>
                    <a:pt x="417174" y="724494"/>
                  </a:cubicBezTo>
                  <a:cubicBezTo>
                    <a:pt x="403575" y="724494"/>
                    <a:pt x="414454" y="724494"/>
                    <a:pt x="398136" y="724494"/>
                  </a:cubicBezTo>
                  <a:cubicBezTo>
                    <a:pt x="389977" y="724494"/>
                    <a:pt x="381817" y="724494"/>
                    <a:pt x="373659" y="724494"/>
                  </a:cubicBezTo>
                  <a:cubicBezTo>
                    <a:pt x="365500" y="724494"/>
                    <a:pt x="354621" y="721774"/>
                    <a:pt x="346462" y="719054"/>
                  </a:cubicBezTo>
                  <a:cubicBezTo>
                    <a:pt x="338304" y="716335"/>
                    <a:pt x="330144" y="708176"/>
                    <a:pt x="330144" y="702737"/>
                  </a:cubicBezTo>
                  <a:cubicBezTo>
                    <a:pt x="330144" y="700017"/>
                    <a:pt x="330144" y="697297"/>
                    <a:pt x="335584" y="694578"/>
                  </a:cubicBezTo>
                  <a:cubicBezTo>
                    <a:pt x="341023" y="691858"/>
                    <a:pt x="351902" y="689138"/>
                    <a:pt x="357341" y="686419"/>
                  </a:cubicBezTo>
                  <a:cubicBezTo>
                    <a:pt x="373659" y="683699"/>
                    <a:pt x="387257" y="680979"/>
                    <a:pt x="395416" y="680979"/>
                  </a:cubicBezTo>
                  <a:cubicBezTo>
                    <a:pt x="387257" y="675540"/>
                    <a:pt x="384537" y="670101"/>
                    <a:pt x="381817" y="656502"/>
                  </a:cubicBezTo>
                  <a:cubicBezTo>
                    <a:pt x="379098" y="632026"/>
                    <a:pt x="379098" y="610268"/>
                    <a:pt x="379098" y="585791"/>
                  </a:cubicBezTo>
                  <a:cubicBezTo>
                    <a:pt x="379098" y="564034"/>
                    <a:pt x="379098" y="542277"/>
                    <a:pt x="379098" y="517800"/>
                  </a:cubicBezTo>
                  <a:cubicBezTo>
                    <a:pt x="379098" y="504202"/>
                    <a:pt x="379098" y="487884"/>
                    <a:pt x="379098" y="474286"/>
                  </a:cubicBezTo>
                  <a:cubicBezTo>
                    <a:pt x="379098" y="457968"/>
                    <a:pt x="376379" y="444369"/>
                    <a:pt x="379098" y="430771"/>
                  </a:cubicBezTo>
                  <a:cubicBezTo>
                    <a:pt x="379098" y="425332"/>
                    <a:pt x="381817" y="417173"/>
                    <a:pt x="381817" y="411733"/>
                  </a:cubicBezTo>
                  <a:cubicBezTo>
                    <a:pt x="381817" y="406294"/>
                    <a:pt x="381817" y="403575"/>
                    <a:pt x="379098" y="400855"/>
                  </a:cubicBezTo>
                  <a:cubicBezTo>
                    <a:pt x="376379" y="400855"/>
                    <a:pt x="373659" y="398135"/>
                    <a:pt x="370939" y="398135"/>
                  </a:cubicBezTo>
                  <a:cubicBezTo>
                    <a:pt x="360061" y="398135"/>
                    <a:pt x="343742" y="400855"/>
                    <a:pt x="338304" y="400855"/>
                  </a:cubicBezTo>
                  <a:cubicBezTo>
                    <a:pt x="330144" y="400855"/>
                    <a:pt x="319266" y="403575"/>
                    <a:pt x="289349" y="403575"/>
                  </a:cubicBezTo>
                  <a:cubicBezTo>
                    <a:pt x="275751" y="403575"/>
                    <a:pt x="267592" y="400855"/>
                    <a:pt x="264872" y="400855"/>
                  </a:cubicBezTo>
                  <a:cubicBezTo>
                    <a:pt x="262153" y="400855"/>
                    <a:pt x="259433" y="400855"/>
                    <a:pt x="259433" y="406294"/>
                  </a:cubicBezTo>
                  <a:cubicBezTo>
                    <a:pt x="259433" y="414453"/>
                    <a:pt x="259433" y="419892"/>
                    <a:pt x="259433" y="425332"/>
                  </a:cubicBezTo>
                  <a:cubicBezTo>
                    <a:pt x="259433" y="433491"/>
                    <a:pt x="259433" y="441650"/>
                    <a:pt x="259433" y="449809"/>
                  </a:cubicBezTo>
                  <a:cubicBezTo>
                    <a:pt x="259433" y="457968"/>
                    <a:pt x="259433" y="463407"/>
                    <a:pt x="259433" y="471566"/>
                  </a:cubicBezTo>
                  <a:cubicBezTo>
                    <a:pt x="259433" y="482445"/>
                    <a:pt x="259433" y="493323"/>
                    <a:pt x="259433" y="504202"/>
                  </a:cubicBezTo>
                  <a:cubicBezTo>
                    <a:pt x="259433" y="506921"/>
                    <a:pt x="259433" y="506921"/>
                    <a:pt x="259433" y="509641"/>
                  </a:cubicBezTo>
                  <a:cubicBezTo>
                    <a:pt x="259433" y="520520"/>
                    <a:pt x="256714" y="531398"/>
                    <a:pt x="256714" y="542277"/>
                  </a:cubicBezTo>
                  <a:cubicBezTo>
                    <a:pt x="256714" y="553156"/>
                    <a:pt x="256714" y="566754"/>
                    <a:pt x="256714" y="577632"/>
                  </a:cubicBezTo>
                  <a:cubicBezTo>
                    <a:pt x="256714" y="588511"/>
                    <a:pt x="256714" y="599390"/>
                    <a:pt x="256714" y="612988"/>
                  </a:cubicBezTo>
                  <a:cubicBezTo>
                    <a:pt x="256714" y="629306"/>
                    <a:pt x="253994" y="642904"/>
                    <a:pt x="253994" y="656502"/>
                  </a:cubicBezTo>
                  <a:cubicBezTo>
                    <a:pt x="253994" y="664661"/>
                    <a:pt x="256714" y="672820"/>
                    <a:pt x="256714" y="678260"/>
                  </a:cubicBezTo>
                  <a:cubicBezTo>
                    <a:pt x="270312" y="678260"/>
                    <a:pt x="286629" y="680979"/>
                    <a:pt x="286629" y="694578"/>
                  </a:cubicBezTo>
                  <a:cubicBezTo>
                    <a:pt x="286629" y="702737"/>
                    <a:pt x="283910" y="705456"/>
                    <a:pt x="281191" y="710895"/>
                  </a:cubicBezTo>
                  <a:cubicBezTo>
                    <a:pt x="275751" y="716335"/>
                    <a:pt x="270312" y="719054"/>
                    <a:pt x="264872" y="719054"/>
                  </a:cubicBezTo>
                  <a:cubicBezTo>
                    <a:pt x="256714" y="721774"/>
                    <a:pt x="248554" y="721774"/>
                    <a:pt x="243116" y="721774"/>
                  </a:cubicBezTo>
                  <a:cubicBezTo>
                    <a:pt x="243116" y="721774"/>
                    <a:pt x="243116" y="721774"/>
                    <a:pt x="243116" y="721774"/>
                  </a:cubicBezTo>
                  <a:cubicBezTo>
                    <a:pt x="237676" y="724494"/>
                    <a:pt x="237676" y="724494"/>
                    <a:pt x="232236" y="727214"/>
                  </a:cubicBezTo>
                  <a:cubicBezTo>
                    <a:pt x="229517" y="729933"/>
                    <a:pt x="229517" y="732653"/>
                    <a:pt x="224078" y="735372"/>
                  </a:cubicBezTo>
                  <a:cubicBezTo>
                    <a:pt x="221358" y="738092"/>
                    <a:pt x="215919" y="738092"/>
                    <a:pt x="213199" y="738092"/>
                  </a:cubicBezTo>
                  <a:cubicBezTo>
                    <a:pt x="199601" y="738092"/>
                    <a:pt x="188722" y="735372"/>
                    <a:pt x="183283" y="727214"/>
                  </a:cubicBezTo>
                  <a:cubicBezTo>
                    <a:pt x="180563" y="724494"/>
                    <a:pt x="177843" y="721774"/>
                    <a:pt x="175124" y="719054"/>
                  </a:cubicBezTo>
                  <a:cubicBezTo>
                    <a:pt x="161526" y="719054"/>
                    <a:pt x="150646" y="719054"/>
                    <a:pt x="145208" y="719054"/>
                  </a:cubicBezTo>
                  <a:cubicBezTo>
                    <a:pt x="131609" y="719054"/>
                    <a:pt x="142488" y="719054"/>
                    <a:pt x="126170" y="719054"/>
                  </a:cubicBezTo>
                  <a:cubicBezTo>
                    <a:pt x="118011" y="719054"/>
                    <a:pt x="109852" y="719054"/>
                    <a:pt x="101693" y="719054"/>
                  </a:cubicBezTo>
                  <a:cubicBezTo>
                    <a:pt x="93534" y="719054"/>
                    <a:pt x="82655" y="719054"/>
                    <a:pt x="74496" y="713615"/>
                  </a:cubicBezTo>
                  <a:cubicBezTo>
                    <a:pt x="66338" y="710895"/>
                    <a:pt x="58178" y="702737"/>
                    <a:pt x="58178" y="697297"/>
                  </a:cubicBezTo>
                  <a:cubicBezTo>
                    <a:pt x="58178" y="694578"/>
                    <a:pt x="58178" y="691858"/>
                    <a:pt x="63618" y="689138"/>
                  </a:cubicBezTo>
                  <a:cubicBezTo>
                    <a:pt x="69057" y="686419"/>
                    <a:pt x="79936" y="683699"/>
                    <a:pt x="85375" y="680979"/>
                  </a:cubicBezTo>
                  <a:cubicBezTo>
                    <a:pt x="98973" y="678260"/>
                    <a:pt x="118011" y="678260"/>
                    <a:pt x="131609" y="675540"/>
                  </a:cubicBezTo>
                  <a:cubicBezTo>
                    <a:pt x="131609" y="672820"/>
                    <a:pt x="131609" y="670101"/>
                    <a:pt x="131609" y="667381"/>
                  </a:cubicBezTo>
                  <a:cubicBezTo>
                    <a:pt x="131609" y="661942"/>
                    <a:pt x="131609" y="656502"/>
                    <a:pt x="131609" y="651063"/>
                  </a:cubicBezTo>
                  <a:cubicBezTo>
                    <a:pt x="131609" y="640184"/>
                    <a:pt x="131609" y="629306"/>
                    <a:pt x="131609" y="618427"/>
                  </a:cubicBezTo>
                  <a:cubicBezTo>
                    <a:pt x="131609" y="604829"/>
                    <a:pt x="131609" y="593950"/>
                    <a:pt x="131609" y="580352"/>
                  </a:cubicBezTo>
                  <a:cubicBezTo>
                    <a:pt x="131609" y="564034"/>
                    <a:pt x="131609" y="547716"/>
                    <a:pt x="131609" y="531398"/>
                  </a:cubicBezTo>
                  <a:cubicBezTo>
                    <a:pt x="131609" y="509641"/>
                    <a:pt x="131609" y="487884"/>
                    <a:pt x="131609" y="466126"/>
                  </a:cubicBezTo>
                  <a:cubicBezTo>
                    <a:pt x="131609" y="452528"/>
                    <a:pt x="131609" y="436210"/>
                    <a:pt x="131609" y="422612"/>
                  </a:cubicBezTo>
                  <a:cubicBezTo>
                    <a:pt x="131609" y="419892"/>
                    <a:pt x="131609" y="414453"/>
                    <a:pt x="131609" y="411733"/>
                  </a:cubicBezTo>
                  <a:cubicBezTo>
                    <a:pt x="131609" y="409014"/>
                    <a:pt x="131609" y="400855"/>
                    <a:pt x="131609" y="398135"/>
                  </a:cubicBezTo>
                  <a:cubicBezTo>
                    <a:pt x="131609" y="392696"/>
                    <a:pt x="131609" y="392696"/>
                    <a:pt x="126170" y="389976"/>
                  </a:cubicBezTo>
                  <a:cubicBezTo>
                    <a:pt x="123450" y="389976"/>
                    <a:pt x="109852" y="387257"/>
                    <a:pt x="101693" y="387257"/>
                  </a:cubicBezTo>
                  <a:cubicBezTo>
                    <a:pt x="90814" y="384537"/>
                    <a:pt x="77216" y="381817"/>
                    <a:pt x="77216" y="376378"/>
                  </a:cubicBezTo>
                  <a:cubicBezTo>
                    <a:pt x="77216" y="373658"/>
                    <a:pt x="79936" y="370939"/>
                    <a:pt x="82655" y="368219"/>
                  </a:cubicBezTo>
                  <a:cubicBezTo>
                    <a:pt x="88095" y="365499"/>
                    <a:pt x="93534" y="362780"/>
                    <a:pt x="98973" y="360060"/>
                  </a:cubicBezTo>
                  <a:cubicBezTo>
                    <a:pt x="104413" y="360060"/>
                    <a:pt x="112571" y="357340"/>
                    <a:pt x="118011" y="357340"/>
                  </a:cubicBezTo>
                  <a:cubicBezTo>
                    <a:pt x="126170" y="354621"/>
                    <a:pt x="128890" y="357340"/>
                    <a:pt x="131609" y="351901"/>
                  </a:cubicBezTo>
                  <a:cubicBezTo>
                    <a:pt x="131609" y="349181"/>
                    <a:pt x="131609" y="346462"/>
                    <a:pt x="131609" y="343742"/>
                  </a:cubicBezTo>
                  <a:cubicBezTo>
                    <a:pt x="131609" y="319265"/>
                    <a:pt x="131609" y="294788"/>
                    <a:pt x="131609" y="270311"/>
                  </a:cubicBezTo>
                  <a:cubicBezTo>
                    <a:pt x="131609" y="226797"/>
                    <a:pt x="131609" y="186002"/>
                    <a:pt x="137048" y="145207"/>
                  </a:cubicBezTo>
                  <a:cubicBezTo>
                    <a:pt x="137048" y="139768"/>
                    <a:pt x="137048" y="131609"/>
                    <a:pt x="139768" y="123450"/>
                  </a:cubicBezTo>
                  <a:cubicBezTo>
                    <a:pt x="134329" y="123450"/>
                    <a:pt x="137048" y="123450"/>
                    <a:pt x="123450" y="123450"/>
                  </a:cubicBezTo>
                  <a:cubicBezTo>
                    <a:pt x="120731" y="123450"/>
                    <a:pt x="120731" y="123450"/>
                    <a:pt x="118011" y="123450"/>
                  </a:cubicBezTo>
                  <a:cubicBezTo>
                    <a:pt x="112571" y="123450"/>
                    <a:pt x="107133" y="123450"/>
                    <a:pt x="101693" y="123450"/>
                  </a:cubicBezTo>
                  <a:cubicBezTo>
                    <a:pt x="93534" y="123450"/>
                    <a:pt x="82655" y="120730"/>
                    <a:pt x="74496" y="118011"/>
                  </a:cubicBezTo>
                  <a:cubicBezTo>
                    <a:pt x="66338" y="115291"/>
                    <a:pt x="58178" y="107132"/>
                    <a:pt x="58178" y="101693"/>
                  </a:cubicBezTo>
                  <a:cubicBezTo>
                    <a:pt x="58178" y="98973"/>
                    <a:pt x="58178" y="96253"/>
                    <a:pt x="63618" y="93534"/>
                  </a:cubicBezTo>
                  <a:cubicBezTo>
                    <a:pt x="66338" y="90814"/>
                    <a:pt x="77216" y="88095"/>
                    <a:pt x="85375" y="85375"/>
                  </a:cubicBezTo>
                  <a:cubicBezTo>
                    <a:pt x="104413" y="82655"/>
                    <a:pt x="128890" y="82655"/>
                    <a:pt x="137048" y="82655"/>
                  </a:cubicBezTo>
                  <a:cubicBezTo>
                    <a:pt x="139768" y="82655"/>
                    <a:pt x="142488" y="82655"/>
                    <a:pt x="147927" y="82655"/>
                  </a:cubicBezTo>
                  <a:cubicBezTo>
                    <a:pt x="153366" y="69057"/>
                    <a:pt x="164245" y="58178"/>
                    <a:pt x="186003" y="58178"/>
                  </a:cubicBezTo>
                  <a:cubicBezTo>
                    <a:pt x="202321" y="58178"/>
                    <a:pt x="215919" y="66337"/>
                    <a:pt x="226797" y="79936"/>
                  </a:cubicBezTo>
                  <a:cubicBezTo>
                    <a:pt x="237676" y="79936"/>
                    <a:pt x="248554" y="79936"/>
                    <a:pt x="253994" y="79936"/>
                  </a:cubicBezTo>
                  <a:cubicBezTo>
                    <a:pt x="267592" y="79936"/>
                    <a:pt x="294789" y="79936"/>
                    <a:pt x="294789" y="96253"/>
                  </a:cubicBezTo>
                  <a:cubicBezTo>
                    <a:pt x="294789" y="104412"/>
                    <a:pt x="289349" y="107132"/>
                    <a:pt x="283910" y="112571"/>
                  </a:cubicBezTo>
                  <a:cubicBezTo>
                    <a:pt x="278471" y="118011"/>
                    <a:pt x="273031" y="120730"/>
                    <a:pt x="267592" y="120730"/>
                  </a:cubicBezTo>
                  <a:cubicBezTo>
                    <a:pt x="259433" y="123450"/>
                    <a:pt x="251274" y="123450"/>
                    <a:pt x="245835" y="123450"/>
                  </a:cubicBezTo>
                  <a:cubicBezTo>
                    <a:pt x="245835" y="123450"/>
                    <a:pt x="243116" y="123450"/>
                    <a:pt x="237676" y="123450"/>
                  </a:cubicBezTo>
                  <a:cubicBezTo>
                    <a:pt x="237676" y="126170"/>
                    <a:pt x="237676" y="126170"/>
                    <a:pt x="240396" y="128889"/>
                  </a:cubicBezTo>
                  <a:cubicBezTo>
                    <a:pt x="245835" y="145207"/>
                    <a:pt x="248554" y="161525"/>
                    <a:pt x="251274" y="177843"/>
                  </a:cubicBezTo>
                  <a:cubicBezTo>
                    <a:pt x="253994" y="194161"/>
                    <a:pt x="253994" y="210479"/>
                    <a:pt x="256714" y="226797"/>
                  </a:cubicBezTo>
                  <a:cubicBezTo>
                    <a:pt x="259433" y="243115"/>
                    <a:pt x="262153" y="256713"/>
                    <a:pt x="262153" y="273031"/>
                  </a:cubicBezTo>
                  <a:cubicBezTo>
                    <a:pt x="262153" y="278470"/>
                    <a:pt x="262153" y="283910"/>
                    <a:pt x="262153" y="289349"/>
                  </a:cubicBezTo>
                  <a:lnTo>
                    <a:pt x="262153" y="297508"/>
                  </a:lnTo>
                  <a:cubicBezTo>
                    <a:pt x="262153" y="305667"/>
                    <a:pt x="262153" y="313826"/>
                    <a:pt x="264872" y="321985"/>
                  </a:cubicBezTo>
                  <a:cubicBezTo>
                    <a:pt x="264872" y="327424"/>
                    <a:pt x="270312" y="330144"/>
                    <a:pt x="270312" y="335583"/>
                  </a:cubicBezTo>
                  <a:cubicBezTo>
                    <a:pt x="270312" y="335583"/>
                    <a:pt x="270312" y="338303"/>
                    <a:pt x="270312" y="338303"/>
                  </a:cubicBezTo>
                  <a:cubicBezTo>
                    <a:pt x="270312" y="341022"/>
                    <a:pt x="270312" y="343742"/>
                    <a:pt x="270312" y="346462"/>
                  </a:cubicBezTo>
                  <a:cubicBezTo>
                    <a:pt x="270312" y="351901"/>
                    <a:pt x="273031" y="354621"/>
                    <a:pt x="278471" y="354621"/>
                  </a:cubicBezTo>
                  <a:cubicBezTo>
                    <a:pt x="289349" y="354621"/>
                    <a:pt x="335584" y="351901"/>
                    <a:pt x="338304" y="349181"/>
                  </a:cubicBezTo>
                  <a:cubicBezTo>
                    <a:pt x="346462" y="349181"/>
                    <a:pt x="357341" y="349181"/>
                    <a:pt x="365500" y="349181"/>
                  </a:cubicBezTo>
                  <a:cubicBezTo>
                    <a:pt x="370939" y="349181"/>
                    <a:pt x="376379" y="349181"/>
                    <a:pt x="381817" y="349181"/>
                  </a:cubicBezTo>
                  <a:cubicBezTo>
                    <a:pt x="387257" y="349181"/>
                    <a:pt x="392697" y="346462"/>
                    <a:pt x="392697" y="338303"/>
                  </a:cubicBezTo>
                  <a:cubicBezTo>
                    <a:pt x="392697" y="330144"/>
                    <a:pt x="389977" y="316545"/>
                    <a:pt x="389977" y="313826"/>
                  </a:cubicBezTo>
                  <a:cubicBezTo>
                    <a:pt x="389977" y="294788"/>
                    <a:pt x="389977" y="278470"/>
                    <a:pt x="392697" y="262152"/>
                  </a:cubicBezTo>
                  <a:cubicBezTo>
                    <a:pt x="392697" y="259433"/>
                    <a:pt x="395416" y="243115"/>
                    <a:pt x="395416" y="224077"/>
                  </a:cubicBezTo>
                  <a:cubicBezTo>
                    <a:pt x="395416" y="207759"/>
                    <a:pt x="398136" y="188722"/>
                    <a:pt x="398136" y="177843"/>
                  </a:cubicBezTo>
                  <a:cubicBezTo>
                    <a:pt x="398136" y="169684"/>
                    <a:pt x="395416" y="158806"/>
                    <a:pt x="395416" y="153366"/>
                  </a:cubicBezTo>
                  <a:cubicBezTo>
                    <a:pt x="395416" y="145207"/>
                    <a:pt x="395416" y="142488"/>
                    <a:pt x="395416" y="137048"/>
                  </a:cubicBezTo>
                  <a:cubicBezTo>
                    <a:pt x="389977" y="137048"/>
                    <a:pt x="384537" y="137048"/>
                    <a:pt x="379098" y="137048"/>
                  </a:cubicBezTo>
                  <a:cubicBezTo>
                    <a:pt x="370939" y="137048"/>
                    <a:pt x="360061" y="134329"/>
                    <a:pt x="351902" y="131609"/>
                  </a:cubicBezTo>
                  <a:cubicBezTo>
                    <a:pt x="343742" y="128889"/>
                    <a:pt x="338304" y="120730"/>
                    <a:pt x="338304" y="115291"/>
                  </a:cubicBezTo>
                  <a:cubicBezTo>
                    <a:pt x="338304" y="112571"/>
                    <a:pt x="338304" y="109852"/>
                    <a:pt x="343742" y="107132"/>
                  </a:cubicBezTo>
                  <a:cubicBezTo>
                    <a:pt x="349182" y="104412"/>
                    <a:pt x="357341" y="101693"/>
                    <a:pt x="362780" y="98973"/>
                  </a:cubicBezTo>
                  <a:cubicBezTo>
                    <a:pt x="373659" y="96253"/>
                    <a:pt x="387257" y="96253"/>
                    <a:pt x="395416" y="96253"/>
                  </a:cubicBezTo>
                  <a:cubicBezTo>
                    <a:pt x="398136" y="93534"/>
                    <a:pt x="400855" y="90814"/>
                    <a:pt x="403575" y="90814"/>
                  </a:cubicBezTo>
                  <a:cubicBezTo>
                    <a:pt x="411734" y="90814"/>
                    <a:pt x="419893" y="88095"/>
                    <a:pt x="422612" y="88095"/>
                  </a:cubicBezTo>
                  <a:cubicBezTo>
                    <a:pt x="425332" y="88095"/>
                    <a:pt x="425332" y="88095"/>
                    <a:pt x="428052" y="88095"/>
                  </a:cubicBezTo>
                  <a:cubicBezTo>
                    <a:pt x="433492" y="88095"/>
                    <a:pt x="441650" y="88095"/>
                    <a:pt x="447090" y="90814"/>
                  </a:cubicBezTo>
                  <a:cubicBezTo>
                    <a:pt x="449809" y="90814"/>
                    <a:pt x="452529" y="93534"/>
                    <a:pt x="455249" y="96253"/>
                  </a:cubicBezTo>
                  <a:cubicBezTo>
                    <a:pt x="482445" y="96253"/>
                    <a:pt x="509642" y="93534"/>
                    <a:pt x="525960" y="93534"/>
                  </a:cubicBezTo>
                  <a:cubicBezTo>
                    <a:pt x="539558" y="93534"/>
                    <a:pt x="561315" y="93534"/>
                    <a:pt x="561315" y="109852"/>
                  </a:cubicBezTo>
                  <a:cubicBezTo>
                    <a:pt x="561315" y="118011"/>
                    <a:pt x="561315" y="120730"/>
                    <a:pt x="555876" y="126170"/>
                  </a:cubicBezTo>
                  <a:cubicBezTo>
                    <a:pt x="550437" y="131609"/>
                    <a:pt x="544997" y="134329"/>
                    <a:pt x="539558" y="134329"/>
                  </a:cubicBezTo>
                  <a:cubicBezTo>
                    <a:pt x="531399" y="137048"/>
                    <a:pt x="523240" y="137048"/>
                    <a:pt x="517800" y="137048"/>
                  </a:cubicBezTo>
                  <a:cubicBezTo>
                    <a:pt x="515081" y="137048"/>
                    <a:pt x="498763" y="137048"/>
                    <a:pt x="477006" y="137048"/>
                  </a:cubicBezTo>
                  <a:cubicBezTo>
                    <a:pt x="479725" y="145207"/>
                    <a:pt x="485165" y="153366"/>
                    <a:pt x="485165" y="161525"/>
                  </a:cubicBezTo>
                  <a:cubicBezTo>
                    <a:pt x="487885" y="177843"/>
                    <a:pt x="493324" y="194161"/>
                    <a:pt x="496043" y="210479"/>
                  </a:cubicBezTo>
                  <a:cubicBezTo>
                    <a:pt x="498763" y="224077"/>
                    <a:pt x="498763" y="237676"/>
                    <a:pt x="501483" y="251274"/>
                  </a:cubicBezTo>
                  <a:cubicBezTo>
                    <a:pt x="504202" y="264872"/>
                    <a:pt x="506922" y="275751"/>
                    <a:pt x="506922" y="292069"/>
                  </a:cubicBezTo>
                  <a:cubicBezTo>
                    <a:pt x="506922" y="302947"/>
                    <a:pt x="506922" y="311106"/>
                    <a:pt x="506922" y="321985"/>
                  </a:cubicBezTo>
                  <a:cubicBezTo>
                    <a:pt x="506922" y="327424"/>
                    <a:pt x="509642" y="335583"/>
                    <a:pt x="509642" y="341022"/>
                  </a:cubicBezTo>
                  <a:cubicBezTo>
                    <a:pt x="509642" y="343742"/>
                    <a:pt x="509642" y="343742"/>
                    <a:pt x="509642" y="343742"/>
                  </a:cubicBezTo>
                  <a:cubicBezTo>
                    <a:pt x="509642" y="349181"/>
                    <a:pt x="515081" y="349181"/>
                    <a:pt x="517800" y="349181"/>
                  </a:cubicBezTo>
                  <a:cubicBezTo>
                    <a:pt x="520520" y="349181"/>
                    <a:pt x="523240" y="349181"/>
                    <a:pt x="528680" y="349181"/>
                  </a:cubicBezTo>
                  <a:cubicBezTo>
                    <a:pt x="536838" y="349181"/>
                    <a:pt x="547717" y="349181"/>
                    <a:pt x="550437" y="357340"/>
                  </a:cubicBezTo>
                  <a:cubicBezTo>
                    <a:pt x="550437" y="360060"/>
                    <a:pt x="550437" y="360060"/>
                    <a:pt x="550437" y="362780"/>
                  </a:cubicBezTo>
                  <a:cubicBezTo>
                    <a:pt x="550437" y="370939"/>
                    <a:pt x="539558" y="381817"/>
                    <a:pt x="534119" y="384537"/>
                  </a:cubicBezTo>
                  <a:cubicBezTo>
                    <a:pt x="531399" y="387257"/>
                    <a:pt x="523240" y="387257"/>
                    <a:pt x="520520" y="389976"/>
                  </a:cubicBezTo>
                  <a:cubicBezTo>
                    <a:pt x="515081" y="389976"/>
                    <a:pt x="512362" y="392696"/>
                    <a:pt x="512362" y="395415"/>
                  </a:cubicBezTo>
                  <a:cubicBezTo>
                    <a:pt x="512362" y="395415"/>
                    <a:pt x="512362" y="398135"/>
                    <a:pt x="512362" y="398135"/>
                  </a:cubicBezTo>
                  <a:cubicBezTo>
                    <a:pt x="512362" y="400855"/>
                    <a:pt x="512362" y="406294"/>
                    <a:pt x="512362" y="409014"/>
                  </a:cubicBezTo>
                  <a:cubicBezTo>
                    <a:pt x="512362" y="411733"/>
                    <a:pt x="512362" y="411733"/>
                    <a:pt x="512362" y="414453"/>
                  </a:cubicBezTo>
                  <a:cubicBezTo>
                    <a:pt x="512362" y="422612"/>
                    <a:pt x="512362" y="430771"/>
                    <a:pt x="512362" y="438930"/>
                  </a:cubicBezTo>
                  <a:cubicBezTo>
                    <a:pt x="512362" y="460687"/>
                    <a:pt x="512362" y="482445"/>
                    <a:pt x="515081" y="504202"/>
                  </a:cubicBezTo>
                  <a:cubicBezTo>
                    <a:pt x="517800" y="525959"/>
                    <a:pt x="520520" y="550436"/>
                    <a:pt x="520520" y="572193"/>
                  </a:cubicBezTo>
                  <a:cubicBezTo>
                    <a:pt x="520520" y="583072"/>
                    <a:pt x="520520" y="593950"/>
                    <a:pt x="517800" y="604829"/>
                  </a:cubicBezTo>
                  <a:cubicBezTo>
                    <a:pt x="515081" y="623867"/>
                    <a:pt x="515081" y="642904"/>
                    <a:pt x="512362" y="661942"/>
                  </a:cubicBezTo>
                  <a:cubicBezTo>
                    <a:pt x="512362" y="664661"/>
                    <a:pt x="509642" y="667381"/>
                    <a:pt x="509642" y="670101"/>
                  </a:cubicBezTo>
                  <a:cubicBezTo>
                    <a:pt x="509642" y="672820"/>
                    <a:pt x="512362" y="678260"/>
                    <a:pt x="512362" y="680979"/>
                  </a:cubicBezTo>
                  <a:cubicBezTo>
                    <a:pt x="512362" y="683699"/>
                    <a:pt x="512362" y="686419"/>
                    <a:pt x="512362" y="686419"/>
                  </a:cubicBezTo>
                  <a:cubicBezTo>
                    <a:pt x="517800" y="680979"/>
                    <a:pt x="528680" y="680979"/>
                    <a:pt x="536838" y="680979"/>
                  </a:cubicBezTo>
                  <a:lnTo>
                    <a:pt x="536838" y="680979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045AFC19-C641-4E38-8827-516270B72E11}"/>
                </a:ext>
              </a:extLst>
            </p:cNvPr>
            <p:cNvSpPr/>
            <p:nvPr/>
          </p:nvSpPr>
          <p:spPr>
            <a:xfrm>
              <a:off x="9592416" y="4192158"/>
              <a:ext cx="516735" cy="761503"/>
            </a:xfrm>
            <a:custGeom>
              <a:avLst/>
              <a:gdLst>
                <a:gd name="connsiteX0" fmla="*/ 463407 w 516735"/>
                <a:gd name="connsiteY0" fmla="*/ 194161 h 761503"/>
                <a:gd name="connsiteX1" fmla="*/ 447089 w 516735"/>
                <a:gd name="connsiteY1" fmla="*/ 226797 h 761503"/>
                <a:gd name="connsiteX2" fmla="*/ 430771 w 516735"/>
                <a:gd name="connsiteY2" fmla="*/ 221357 h 761503"/>
                <a:gd name="connsiteX3" fmla="*/ 422612 w 516735"/>
                <a:gd name="connsiteY3" fmla="*/ 207759 h 761503"/>
                <a:gd name="connsiteX4" fmla="*/ 419893 w 516735"/>
                <a:gd name="connsiteY4" fmla="*/ 188722 h 761503"/>
                <a:gd name="connsiteX5" fmla="*/ 419893 w 516735"/>
                <a:gd name="connsiteY5" fmla="*/ 139768 h 761503"/>
                <a:gd name="connsiteX6" fmla="*/ 419893 w 516735"/>
                <a:gd name="connsiteY6" fmla="*/ 120730 h 761503"/>
                <a:gd name="connsiteX7" fmla="*/ 395416 w 516735"/>
                <a:gd name="connsiteY7" fmla="*/ 120730 h 761503"/>
                <a:gd name="connsiteX8" fmla="*/ 370939 w 516735"/>
                <a:gd name="connsiteY8" fmla="*/ 120730 h 761503"/>
                <a:gd name="connsiteX9" fmla="*/ 346461 w 516735"/>
                <a:gd name="connsiteY9" fmla="*/ 123450 h 761503"/>
                <a:gd name="connsiteX10" fmla="*/ 335583 w 516735"/>
                <a:gd name="connsiteY10" fmla="*/ 123450 h 761503"/>
                <a:gd name="connsiteX11" fmla="*/ 335583 w 516735"/>
                <a:gd name="connsiteY11" fmla="*/ 123450 h 761503"/>
                <a:gd name="connsiteX12" fmla="*/ 324704 w 516735"/>
                <a:gd name="connsiteY12" fmla="*/ 128889 h 761503"/>
                <a:gd name="connsiteX13" fmla="*/ 327424 w 516735"/>
                <a:gd name="connsiteY13" fmla="*/ 139768 h 761503"/>
                <a:gd name="connsiteX14" fmla="*/ 330144 w 516735"/>
                <a:gd name="connsiteY14" fmla="*/ 175123 h 761503"/>
                <a:gd name="connsiteX15" fmla="*/ 330144 w 516735"/>
                <a:gd name="connsiteY15" fmla="*/ 199600 h 761503"/>
                <a:gd name="connsiteX16" fmla="*/ 327424 w 516735"/>
                <a:gd name="connsiteY16" fmla="*/ 224077 h 761503"/>
                <a:gd name="connsiteX17" fmla="*/ 330144 w 516735"/>
                <a:gd name="connsiteY17" fmla="*/ 251274 h 761503"/>
                <a:gd name="connsiteX18" fmla="*/ 327424 w 516735"/>
                <a:gd name="connsiteY18" fmla="*/ 278470 h 761503"/>
                <a:gd name="connsiteX19" fmla="*/ 327424 w 516735"/>
                <a:gd name="connsiteY19" fmla="*/ 332864 h 761503"/>
                <a:gd name="connsiteX20" fmla="*/ 330144 w 516735"/>
                <a:gd name="connsiteY20" fmla="*/ 357340 h 761503"/>
                <a:gd name="connsiteX21" fmla="*/ 330144 w 516735"/>
                <a:gd name="connsiteY21" fmla="*/ 368219 h 761503"/>
                <a:gd name="connsiteX22" fmla="*/ 332863 w 516735"/>
                <a:gd name="connsiteY22" fmla="*/ 387257 h 761503"/>
                <a:gd name="connsiteX23" fmla="*/ 332863 w 516735"/>
                <a:gd name="connsiteY23" fmla="*/ 433491 h 761503"/>
                <a:gd name="connsiteX24" fmla="*/ 332863 w 516735"/>
                <a:gd name="connsiteY24" fmla="*/ 487884 h 761503"/>
                <a:gd name="connsiteX25" fmla="*/ 330144 w 516735"/>
                <a:gd name="connsiteY25" fmla="*/ 512361 h 761503"/>
                <a:gd name="connsiteX26" fmla="*/ 330144 w 516735"/>
                <a:gd name="connsiteY26" fmla="*/ 539557 h 761503"/>
                <a:gd name="connsiteX27" fmla="*/ 332863 w 516735"/>
                <a:gd name="connsiteY27" fmla="*/ 593950 h 761503"/>
                <a:gd name="connsiteX28" fmla="*/ 332863 w 516735"/>
                <a:gd name="connsiteY28" fmla="*/ 648343 h 761503"/>
                <a:gd name="connsiteX29" fmla="*/ 332863 w 516735"/>
                <a:gd name="connsiteY29" fmla="*/ 656502 h 761503"/>
                <a:gd name="connsiteX30" fmla="*/ 357341 w 516735"/>
                <a:gd name="connsiteY30" fmla="*/ 656502 h 761503"/>
                <a:gd name="connsiteX31" fmla="*/ 395416 w 516735"/>
                <a:gd name="connsiteY31" fmla="*/ 675540 h 761503"/>
                <a:gd name="connsiteX32" fmla="*/ 389976 w 516735"/>
                <a:gd name="connsiteY32" fmla="*/ 691858 h 761503"/>
                <a:gd name="connsiteX33" fmla="*/ 373658 w 516735"/>
                <a:gd name="connsiteY33" fmla="*/ 700017 h 761503"/>
                <a:gd name="connsiteX34" fmla="*/ 351901 w 516735"/>
                <a:gd name="connsiteY34" fmla="*/ 702737 h 761503"/>
                <a:gd name="connsiteX35" fmla="*/ 319265 w 516735"/>
                <a:gd name="connsiteY35" fmla="*/ 702737 h 761503"/>
                <a:gd name="connsiteX36" fmla="*/ 311106 w 516735"/>
                <a:gd name="connsiteY36" fmla="*/ 708176 h 761503"/>
                <a:gd name="connsiteX37" fmla="*/ 289349 w 516735"/>
                <a:gd name="connsiteY37" fmla="*/ 713615 h 761503"/>
                <a:gd name="connsiteX38" fmla="*/ 270311 w 516735"/>
                <a:gd name="connsiteY38" fmla="*/ 713615 h 761503"/>
                <a:gd name="connsiteX39" fmla="*/ 243115 w 516735"/>
                <a:gd name="connsiteY39" fmla="*/ 705456 h 761503"/>
                <a:gd name="connsiteX40" fmla="*/ 237675 w 516735"/>
                <a:gd name="connsiteY40" fmla="*/ 702737 h 761503"/>
                <a:gd name="connsiteX41" fmla="*/ 199600 w 516735"/>
                <a:gd name="connsiteY41" fmla="*/ 702737 h 761503"/>
                <a:gd name="connsiteX42" fmla="*/ 175123 w 516735"/>
                <a:gd name="connsiteY42" fmla="*/ 702737 h 761503"/>
                <a:gd name="connsiteX43" fmla="*/ 147927 w 516735"/>
                <a:gd name="connsiteY43" fmla="*/ 697297 h 761503"/>
                <a:gd name="connsiteX44" fmla="*/ 131609 w 516735"/>
                <a:gd name="connsiteY44" fmla="*/ 678260 h 761503"/>
                <a:gd name="connsiteX45" fmla="*/ 137048 w 516735"/>
                <a:gd name="connsiteY45" fmla="*/ 670101 h 761503"/>
                <a:gd name="connsiteX46" fmla="*/ 158805 w 516735"/>
                <a:gd name="connsiteY46" fmla="*/ 661942 h 761503"/>
                <a:gd name="connsiteX47" fmla="*/ 199600 w 516735"/>
                <a:gd name="connsiteY47" fmla="*/ 659222 h 761503"/>
                <a:gd name="connsiteX48" fmla="*/ 199600 w 516735"/>
                <a:gd name="connsiteY48" fmla="*/ 659222 h 761503"/>
                <a:gd name="connsiteX49" fmla="*/ 196880 w 516735"/>
                <a:gd name="connsiteY49" fmla="*/ 629306 h 761503"/>
                <a:gd name="connsiteX50" fmla="*/ 199600 w 516735"/>
                <a:gd name="connsiteY50" fmla="*/ 574913 h 761503"/>
                <a:gd name="connsiteX51" fmla="*/ 202320 w 516735"/>
                <a:gd name="connsiteY51" fmla="*/ 523239 h 761503"/>
                <a:gd name="connsiteX52" fmla="*/ 205040 w 516735"/>
                <a:gd name="connsiteY52" fmla="*/ 460687 h 761503"/>
                <a:gd name="connsiteX53" fmla="*/ 205040 w 516735"/>
                <a:gd name="connsiteY53" fmla="*/ 417173 h 761503"/>
                <a:gd name="connsiteX54" fmla="*/ 207759 w 516735"/>
                <a:gd name="connsiteY54" fmla="*/ 392696 h 761503"/>
                <a:gd name="connsiteX55" fmla="*/ 210478 w 516735"/>
                <a:gd name="connsiteY55" fmla="*/ 368219 h 761503"/>
                <a:gd name="connsiteX56" fmla="*/ 210478 w 516735"/>
                <a:gd name="connsiteY56" fmla="*/ 313826 h 761503"/>
                <a:gd name="connsiteX57" fmla="*/ 210478 w 516735"/>
                <a:gd name="connsiteY57" fmla="*/ 259433 h 761503"/>
                <a:gd name="connsiteX58" fmla="*/ 210478 w 516735"/>
                <a:gd name="connsiteY58" fmla="*/ 213199 h 761503"/>
                <a:gd name="connsiteX59" fmla="*/ 210478 w 516735"/>
                <a:gd name="connsiteY59" fmla="*/ 145207 h 761503"/>
                <a:gd name="connsiteX60" fmla="*/ 213198 w 516735"/>
                <a:gd name="connsiteY60" fmla="*/ 131609 h 761503"/>
                <a:gd name="connsiteX61" fmla="*/ 205040 w 516735"/>
                <a:gd name="connsiteY61" fmla="*/ 123450 h 761503"/>
                <a:gd name="connsiteX62" fmla="*/ 161525 w 516735"/>
                <a:gd name="connsiteY62" fmla="*/ 123450 h 761503"/>
                <a:gd name="connsiteX63" fmla="*/ 112571 w 516735"/>
                <a:gd name="connsiteY63" fmla="*/ 120730 h 761503"/>
                <a:gd name="connsiteX64" fmla="*/ 104412 w 516735"/>
                <a:gd name="connsiteY64" fmla="*/ 118011 h 761503"/>
                <a:gd name="connsiteX65" fmla="*/ 107132 w 516735"/>
                <a:gd name="connsiteY65" fmla="*/ 191441 h 761503"/>
                <a:gd name="connsiteX66" fmla="*/ 90814 w 516735"/>
                <a:gd name="connsiteY66" fmla="*/ 224077 h 761503"/>
                <a:gd name="connsiteX67" fmla="*/ 74496 w 516735"/>
                <a:gd name="connsiteY67" fmla="*/ 218638 h 761503"/>
                <a:gd name="connsiteX68" fmla="*/ 66337 w 516735"/>
                <a:gd name="connsiteY68" fmla="*/ 205040 h 761503"/>
                <a:gd name="connsiteX69" fmla="*/ 63617 w 516735"/>
                <a:gd name="connsiteY69" fmla="*/ 186002 h 761503"/>
                <a:gd name="connsiteX70" fmla="*/ 63617 w 516735"/>
                <a:gd name="connsiteY70" fmla="*/ 145207 h 761503"/>
                <a:gd name="connsiteX71" fmla="*/ 63617 w 516735"/>
                <a:gd name="connsiteY71" fmla="*/ 109852 h 761503"/>
                <a:gd name="connsiteX72" fmla="*/ 58178 w 516735"/>
                <a:gd name="connsiteY72" fmla="*/ 96253 h 761503"/>
                <a:gd name="connsiteX73" fmla="*/ 66337 w 516735"/>
                <a:gd name="connsiteY73" fmla="*/ 85375 h 761503"/>
                <a:gd name="connsiteX74" fmla="*/ 93533 w 516735"/>
                <a:gd name="connsiteY74" fmla="*/ 77216 h 761503"/>
                <a:gd name="connsiteX75" fmla="*/ 115290 w 516735"/>
                <a:gd name="connsiteY75" fmla="*/ 77216 h 761503"/>
                <a:gd name="connsiteX76" fmla="*/ 169684 w 516735"/>
                <a:gd name="connsiteY76" fmla="*/ 74496 h 761503"/>
                <a:gd name="connsiteX77" fmla="*/ 194161 w 516735"/>
                <a:gd name="connsiteY77" fmla="*/ 71776 h 761503"/>
                <a:gd name="connsiteX78" fmla="*/ 196880 w 516735"/>
                <a:gd name="connsiteY78" fmla="*/ 71776 h 761503"/>
                <a:gd name="connsiteX79" fmla="*/ 210478 w 516735"/>
                <a:gd name="connsiteY79" fmla="*/ 71776 h 761503"/>
                <a:gd name="connsiteX80" fmla="*/ 218638 w 516735"/>
                <a:gd name="connsiteY80" fmla="*/ 71776 h 761503"/>
                <a:gd name="connsiteX81" fmla="*/ 237675 w 516735"/>
                <a:gd name="connsiteY81" fmla="*/ 60898 h 761503"/>
                <a:gd name="connsiteX82" fmla="*/ 253993 w 516735"/>
                <a:gd name="connsiteY82" fmla="*/ 58178 h 761503"/>
                <a:gd name="connsiteX83" fmla="*/ 283910 w 516735"/>
                <a:gd name="connsiteY83" fmla="*/ 60898 h 761503"/>
                <a:gd name="connsiteX84" fmla="*/ 294788 w 516735"/>
                <a:gd name="connsiteY84" fmla="*/ 66337 h 761503"/>
                <a:gd name="connsiteX85" fmla="*/ 305667 w 516735"/>
                <a:gd name="connsiteY85" fmla="*/ 74496 h 761503"/>
                <a:gd name="connsiteX86" fmla="*/ 313826 w 516735"/>
                <a:gd name="connsiteY86" fmla="*/ 74496 h 761503"/>
                <a:gd name="connsiteX87" fmla="*/ 327424 w 516735"/>
                <a:gd name="connsiteY87" fmla="*/ 74496 h 761503"/>
                <a:gd name="connsiteX88" fmla="*/ 354621 w 516735"/>
                <a:gd name="connsiteY88" fmla="*/ 74496 h 761503"/>
                <a:gd name="connsiteX89" fmla="*/ 422612 w 516735"/>
                <a:gd name="connsiteY89" fmla="*/ 74496 h 761503"/>
                <a:gd name="connsiteX90" fmla="*/ 455248 w 516735"/>
                <a:gd name="connsiteY90" fmla="*/ 79936 h 761503"/>
                <a:gd name="connsiteX91" fmla="*/ 466127 w 516735"/>
                <a:gd name="connsiteY91" fmla="*/ 98973 h 761503"/>
                <a:gd name="connsiteX92" fmla="*/ 463407 w 516735"/>
                <a:gd name="connsiteY92" fmla="*/ 109852 h 761503"/>
                <a:gd name="connsiteX93" fmla="*/ 463407 w 516735"/>
                <a:gd name="connsiteY93" fmla="*/ 120730 h 761503"/>
                <a:gd name="connsiteX94" fmla="*/ 463407 w 516735"/>
                <a:gd name="connsiteY94" fmla="*/ 194161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</a:cxnLst>
              <a:rect l="l" t="t" r="r" b="b"/>
              <a:pathLst>
                <a:path w="516735" h="761503">
                  <a:moveTo>
                    <a:pt x="463407" y="194161"/>
                  </a:moveTo>
                  <a:cubicBezTo>
                    <a:pt x="463407" y="205040"/>
                    <a:pt x="463407" y="226797"/>
                    <a:pt x="447089" y="226797"/>
                  </a:cubicBezTo>
                  <a:cubicBezTo>
                    <a:pt x="438930" y="226797"/>
                    <a:pt x="436211" y="226797"/>
                    <a:pt x="430771" y="221357"/>
                  </a:cubicBezTo>
                  <a:cubicBezTo>
                    <a:pt x="425332" y="218638"/>
                    <a:pt x="422612" y="210479"/>
                    <a:pt x="422612" y="207759"/>
                  </a:cubicBezTo>
                  <a:cubicBezTo>
                    <a:pt x="419893" y="199600"/>
                    <a:pt x="419893" y="194161"/>
                    <a:pt x="419893" y="188722"/>
                  </a:cubicBezTo>
                  <a:cubicBezTo>
                    <a:pt x="419893" y="183282"/>
                    <a:pt x="419893" y="147927"/>
                    <a:pt x="419893" y="139768"/>
                  </a:cubicBezTo>
                  <a:cubicBezTo>
                    <a:pt x="419893" y="134329"/>
                    <a:pt x="419893" y="128889"/>
                    <a:pt x="419893" y="120730"/>
                  </a:cubicBezTo>
                  <a:cubicBezTo>
                    <a:pt x="411734" y="120730"/>
                    <a:pt x="403574" y="120730"/>
                    <a:pt x="395416" y="120730"/>
                  </a:cubicBezTo>
                  <a:cubicBezTo>
                    <a:pt x="387256" y="120730"/>
                    <a:pt x="379098" y="120730"/>
                    <a:pt x="370939" y="120730"/>
                  </a:cubicBezTo>
                  <a:cubicBezTo>
                    <a:pt x="362780" y="120730"/>
                    <a:pt x="354621" y="123450"/>
                    <a:pt x="346461" y="123450"/>
                  </a:cubicBezTo>
                  <a:cubicBezTo>
                    <a:pt x="343742" y="123450"/>
                    <a:pt x="341023" y="123450"/>
                    <a:pt x="335583" y="123450"/>
                  </a:cubicBezTo>
                  <a:cubicBezTo>
                    <a:pt x="335583" y="123450"/>
                    <a:pt x="335583" y="123450"/>
                    <a:pt x="335583" y="123450"/>
                  </a:cubicBezTo>
                  <a:cubicBezTo>
                    <a:pt x="327424" y="123450"/>
                    <a:pt x="324704" y="126170"/>
                    <a:pt x="324704" y="128889"/>
                  </a:cubicBezTo>
                  <a:cubicBezTo>
                    <a:pt x="324704" y="131609"/>
                    <a:pt x="324704" y="137048"/>
                    <a:pt x="327424" y="139768"/>
                  </a:cubicBezTo>
                  <a:cubicBezTo>
                    <a:pt x="330144" y="147927"/>
                    <a:pt x="330144" y="166964"/>
                    <a:pt x="330144" y="175123"/>
                  </a:cubicBezTo>
                  <a:cubicBezTo>
                    <a:pt x="330144" y="183282"/>
                    <a:pt x="330144" y="191441"/>
                    <a:pt x="330144" y="199600"/>
                  </a:cubicBezTo>
                  <a:cubicBezTo>
                    <a:pt x="330144" y="207759"/>
                    <a:pt x="327424" y="215918"/>
                    <a:pt x="327424" y="224077"/>
                  </a:cubicBezTo>
                  <a:cubicBezTo>
                    <a:pt x="327424" y="232236"/>
                    <a:pt x="330144" y="243115"/>
                    <a:pt x="330144" y="251274"/>
                  </a:cubicBezTo>
                  <a:cubicBezTo>
                    <a:pt x="330144" y="259433"/>
                    <a:pt x="330144" y="267592"/>
                    <a:pt x="327424" y="278470"/>
                  </a:cubicBezTo>
                  <a:cubicBezTo>
                    <a:pt x="327424" y="294788"/>
                    <a:pt x="327424" y="313826"/>
                    <a:pt x="327424" y="332864"/>
                  </a:cubicBezTo>
                  <a:cubicBezTo>
                    <a:pt x="327424" y="341022"/>
                    <a:pt x="327424" y="349181"/>
                    <a:pt x="330144" y="357340"/>
                  </a:cubicBezTo>
                  <a:cubicBezTo>
                    <a:pt x="330144" y="360060"/>
                    <a:pt x="330144" y="365499"/>
                    <a:pt x="330144" y="368219"/>
                  </a:cubicBezTo>
                  <a:cubicBezTo>
                    <a:pt x="330144" y="373658"/>
                    <a:pt x="332863" y="384537"/>
                    <a:pt x="332863" y="387257"/>
                  </a:cubicBezTo>
                  <a:cubicBezTo>
                    <a:pt x="332863" y="406294"/>
                    <a:pt x="332863" y="414453"/>
                    <a:pt x="332863" y="433491"/>
                  </a:cubicBezTo>
                  <a:cubicBezTo>
                    <a:pt x="332863" y="452528"/>
                    <a:pt x="335583" y="468846"/>
                    <a:pt x="332863" y="487884"/>
                  </a:cubicBezTo>
                  <a:cubicBezTo>
                    <a:pt x="332863" y="496043"/>
                    <a:pt x="330144" y="504202"/>
                    <a:pt x="330144" y="512361"/>
                  </a:cubicBezTo>
                  <a:cubicBezTo>
                    <a:pt x="330144" y="520520"/>
                    <a:pt x="330144" y="531398"/>
                    <a:pt x="330144" y="539557"/>
                  </a:cubicBezTo>
                  <a:cubicBezTo>
                    <a:pt x="330144" y="558595"/>
                    <a:pt x="330144" y="574913"/>
                    <a:pt x="332863" y="593950"/>
                  </a:cubicBezTo>
                  <a:cubicBezTo>
                    <a:pt x="332863" y="610268"/>
                    <a:pt x="332863" y="632026"/>
                    <a:pt x="332863" y="648343"/>
                  </a:cubicBezTo>
                  <a:cubicBezTo>
                    <a:pt x="332863" y="651063"/>
                    <a:pt x="332863" y="653783"/>
                    <a:pt x="332863" y="656502"/>
                  </a:cubicBezTo>
                  <a:cubicBezTo>
                    <a:pt x="343742" y="656502"/>
                    <a:pt x="351901" y="656502"/>
                    <a:pt x="357341" y="656502"/>
                  </a:cubicBezTo>
                  <a:cubicBezTo>
                    <a:pt x="370939" y="656502"/>
                    <a:pt x="395416" y="659222"/>
                    <a:pt x="395416" y="675540"/>
                  </a:cubicBezTo>
                  <a:cubicBezTo>
                    <a:pt x="395416" y="683699"/>
                    <a:pt x="392696" y="686419"/>
                    <a:pt x="389976" y="691858"/>
                  </a:cubicBezTo>
                  <a:cubicBezTo>
                    <a:pt x="384537" y="697297"/>
                    <a:pt x="379098" y="700017"/>
                    <a:pt x="373658" y="700017"/>
                  </a:cubicBezTo>
                  <a:cubicBezTo>
                    <a:pt x="365499" y="702737"/>
                    <a:pt x="357341" y="702737"/>
                    <a:pt x="351901" y="702737"/>
                  </a:cubicBezTo>
                  <a:cubicBezTo>
                    <a:pt x="349181" y="702737"/>
                    <a:pt x="335583" y="702737"/>
                    <a:pt x="319265" y="702737"/>
                  </a:cubicBezTo>
                  <a:cubicBezTo>
                    <a:pt x="316546" y="705456"/>
                    <a:pt x="313826" y="705456"/>
                    <a:pt x="311106" y="708176"/>
                  </a:cubicBezTo>
                  <a:cubicBezTo>
                    <a:pt x="302948" y="713615"/>
                    <a:pt x="297508" y="713615"/>
                    <a:pt x="289349" y="713615"/>
                  </a:cubicBezTo>
                  <a:cubicBezTo>
                    <a:pt x="283910" y="713615"/>
                    <a:pt x="278470" y="713615"/>
                    <a:pt x="270311" y="713615"/>
                  </a:cubicBezTo>
                  <a:cubicBezTo>
                    <a:pt x="259433" y="713615"/>
                    <a:pt x="251273" y="710895"/>
                    <a:pt x="243115" y="705456"/>
                  </a:cubicBezTo>
                  <a:cubicBezTo>
                    <a:pt x="240395" y="705456"/>
                    <a:pt x="237675" y="702737"/>
                    <a:pt x="237675" y="702737"/>
                  </a:cubicBezTo>
                  <a:cubicBezTo>
                    <a:pt x="224077" y="702737"/>
                    <a:pt x="213198" y="702737"/>
                    <a:pt x="199600" y="702737"/>
                  </a:cubicBezTo>
                  <a:cubicBezTo>
                    <a:pt x="191441" y="702737"/>
                    <a:pt x="183282" y="702737"/>
                    <a:pt x="175123" y="702737"/>
                  </a:cubicBezTo>
                  <a:cubicBezTo>
                    <a:pt x="166965" y="702737"/>
                    <a:pt x="156085" y="702737"/>
                    <a:pt x="147927" y="697297"/>
                  </a:cubicBezTo>
                  <a:cubicBezTo>
                    <a:pt x="139768" y="694578"/>
                    <a:pt x="131609" y="680979"/>
                    <a:pt x="131609" y="678260"/>
                  </a:cubicBezTo>
                  <a:cubicBezTo>
                    <a:pt x="131609" y="675540"/>
                    <a:pt x="131609" y="672820"/>
                    <a:pt x="137048" y="670101"/>
                  </a:cubicBezTo>
                  <a:cubicBezTo>
                    <a:pt x="142487" y="667381"/>
                    <a:pt x="153366" y="664661"/>
                    <a:pt x="158805" y="661942"/>
                  </a:cubicBezTo>
                  <a:cubicBezTo>
                    <a:pt x="175123" y="659222"/>
                    <a:pt x="191441" y="659222"/>
                    <a:pt x="199600" y="659222"/>
                  </a:cubicBezTo>
                  <a:lnTo>
                    <a:pt x="199600" y="659222"/>
                  </a:lnTo>
                  <a:cubicBezTo>
                    <a:pt x="199600" y="648343"/>
                    <a:pt x="196880" y="640184"/>
                    <a:pt x="196880" y="629306"/>
                  </a:cubicBezTo>
                  <a:cubicBezTo>
                    <a:pt x="196880" y="612988"/>
                    <a:pt x="196880" y="591231"/>
                    <a:pt x="199600" y="574913"/>
                  </a:cubicBezTo>
                  <a:cubicBezTo>
                    <a:pt x="199600" y="558595"/>
                    <a:pt x="199600" y="539557"/>
                    <a:pt x="202320" y="523239"/>
                  </a:cubicBezTo>
                  <a:cubicBezTo>
                    <a:pt x="202320" y="501482"/>
                    <a:pt x="205040" y="482445"/>
                    <a:pt x="205040" y="460687"/>
                  </a:cubicBezTo>
                  <a:cubicBezTo>
                    <a:pt x="205040" y="447089"/>
                    <a:pt x="205040" y="430771"/>
                    <a:pt x="205040" y="417173"/>
                  </a:cubicBezTo>
                  <a:cubicBezTo>
                    <a:pt x="205040" y="409014"/>
                    <a:pt x="207759" y="400855"/>
                    <a:pt x="207759" y="392696"/>
                  </a:cubicBezTo>
                  <a:cubicBezTo>
                    <a:pt x="207759" y="384537"/>
                    <a:pt x="210478" y="376378"/>
                    <a:pt x="210478" y="368219"/>
                  </a:cubicBezTo>
                  <a:cubicBezTo>
                    <a:pt x="210478" y="351901"/>
                    <a:pt x="210478" y="332864"/>
                    <a:pt x="210478" y="313826"/>
                  </a:cubicBezTo>
                  <a:cubicBezTo>
                    <a:pt x="210478" y="294788"/>
                    <a:pt x="210478" y="275751"/>
                    <a:pt x="210478" y="259433"/>
                  </a:cubicBezTo>
                  <a:cubicBezTo>
                    <a:pt x="210478" y="243115"/>
                    <a:pt x="210478" y="226797"/>
                    <a:pt x="210478" y="213199"/>
                  </a:cubicBezTo>
                  <a:cubicBezTo>
                    <a:pt x="210478" y="194161"/>
                    <a:pt x="210478" y="164245"/>
                    <a:pt x="210478" y="145207"/>
                  </a:cubicBezTo>
                  <a:cubicBezTo>
                    <a:pt x="210478" y="139768"/>
                    <a:pt x="213198" y="134329"/>
                    <a:pt x="213198" y="131609"/>
                  </a:cubicBezTo>
                  <a:cubicBezTo>
                    <a:pt x="213198" y="126170"/>
                    <a:pt x="207759" y="123450"/>
                    <a:pt x="205040" y="123450"/>
                  </a:cubicBezTo>
                  <a:cubicBezTo>
                    <a:pt x="199600" y="123450"/>
                    <a:pt x="166965" y="123450"/>
                    <a:pt x="161525" y="123450"/>
                  </a:cubicBezTo>
                  <a:cubicBezTo>
                    <a:pt x="145207" y="123450"/>
                    <a:pt x="128889" y="123450"/>
                    <a:pt x="112571" y="120730"/>
                  </a:cubicBezTo>
                  <a:cubicBezTo>
                    <a:pt x="109852" y="120730"/>
                    <a:pt x="107132" y="120730"/>
                    <a:pt x="104412" y="118011"/>
                  </a:cubicBezTo>
                  <a:cubicBezTo>
                    <a:pt x="107132" y="137048"/>
                    <a:pt x="107132" y="172404"/>
                    <a:pt x="107132" y="191441"/>
                  </a:cubicBezTo>
                  <a:cubicBezTo>
                    <a:pt x="107132" y="202320"/>
                    <a:pt x="107132" y="224077"/>
                    <a:pt x="90814" y="224077"/>
                  </a:cubicBezTo>
                  <a:cubicBezTo>
                    <a:pt x="82655" y="224077"/>
                    <a:pt x="79935" y="221357"/>
                    <a:pt x="74496" y="218638"/>
                  </a:cubicBezTo>
                  <a:cubicBezTo>
                    <a:pt x="69057" y="215918"/>
                    <a:pt x="66337" y="210479"/>
                    <a:pt x="66337" y="205040"/>
                  </a:cubicBezTo>
                  <a:cubicBezTo>
                    <a:pt x="63617" y="196881"/>
                    <a:pt x="63617" y="191441"/>
                    <a:pt x="63617" y="186002"/>
                  </a:cubicBezTo>
                  <a:cubicBezTo>
                    <a:pt x="63617" y="180563"/>
                    <a:pt x="63617" y="153366"/>
                    <a:pt x="63617" y="145207"/>
                  </a:cubicBezTo>
                  <a:cubicBezTo>
                    <a:pt x="63617" y="134329"/>
                    <a:pt x="63617" y="120730"/>
                    <a:pt x="63617" y="109852"/>
                  </a:cubicBezTo>
                  <a:cubicBezTo>
                    <a:pt x="60897" y="104412"/>
                    <a:pt x="58178" y="101693"/>
                    <a:pt x="58178" y="96253"/>
                  </a:cubicBezTo>
                  <a:cubicBezTo>
                    <a:pt x="58178" y="93534"/>
                    <a:pt x="60897" y="88095"/>
                    <a:pt x="66337" y="85375"/>
                  </a:cubicBezTo>
                  <a:cubicBezTo>
                    <a:pt x="74496" y="79936"/>
                    <a:pt x="77215" y="77216"/>
                    <a:pt x="93533" y="77216"/>
                  </a:cubicBezTo>
                  <a:cubicBezTo>
                    <a:pt x="101692" y="77216"/>
                    <a:pt x="109852" y="77216"/>
                    <a:pt x="115290" y="77216"/>
                  </a:cubicBezTo>
                  <a:cubicBezTo>
                    <a:pt x="134328" y="77216"/>
                    <a:pt x="150646" y="77216"/>
                    <a:pt x="169684" y="74496"/>
                  </a:cubicBezTo>
                  <a:cubicBezTo>
                    <a:pt x="177843" y="74496"/>
                    <a:pt x="186002" y="71776"/>
                    <a:pt x="194161" y="71776"/>
                  </a:cubicBezTo>
                  <a:cubicBezTo>
                    <a:pt x="194161" y="71776"/>
                    <a:pt x="196880" y="71776"/>
                    <a:pt x="196880" y="71776"/>
                  </a:cubicBezTo>
                  <a:cubicBezTo>
                    <a:pt x="199600" y="71776"/>
                    <a:pt x="205040" y="71776"/>
                    <a:pt x="210478" y="71776"/>
                  </a:cubicBezTo>
                  <a:cubicBezTo>
                    <a:pt x="213198" y="71776"/>
                    <a:pt x="215918" y="71776"/>
                    <a:pt x="218638" y="71776"/>
                  </a:cubicBezTo>
                  <a:cubicBezTo>
                    <a:pt x="224077" y="69057"/>
                    <a:pt x="229516" y="63618"/>
                    <a:pt x="237675" y="60898"/>
                  </a:cubicBezTo>
                  <a:cubicBezTo>
                    <a:pt x="243115" y="58178"/>
                    <a:pt x="248554" y="58178"/>
                    <a:pt x="253993" y="58178"/>
                  </a:cubicBezTo>
                  <a:cubicBezTo>
                    <a:pt x="264872" y="58178"/>
                    <a:pt x="273031" y="58178"/>
                    <a:pt x="283910" y="60898"/>
                  </a:cubicBezTo>
                  <a:cubicBezTo>
                    <a:pt x="286629" y="60898"/>
                    <a:pt x="292068" y="63618"/>
                    <a:pt x="294788" y="66337"/>
                  </a:cubicBezTo>
                  <a:cubicBezTo>
                    <a:pt x="297508" y="69057"/>
                    <a:pt x="302948" y="71776"/>
                    <a:pt x="305667" y="74496"/>
                  </a:cubicBezTo>
                  <a:cubicBezTo>
                    <a:pt x="308386" y="74496"/>
                    <a:pt x="311106" y="74496"/>
                    <a:pt x="313826" y="74496"/>
                  </a:cubicBezTo>
                  <a:cubicBezTo>
                    <a:pt x="319265" y="74496"/>
                    <a:pt x="321985" y="74496"/>
                    <a:pt x="327424" y="74496"/>
                  </a:cubicBezTo>
                  <a:cubicBezTo>
                    <a:pt x="335583" y="74496"/>
                    <a:pt x="346461" y="74496"/>
                    <a:pt x="354621" y="74496"/>
                  </a:cubicBezTo>
                  <a:cubicBezTo>
                    <a:pt x="376378" y="74496"/>
                    <a:pt x="400855" y="74496"/>
                    <a:pt x="422612" y="74496"/>
                  </a:cubicBezTo>
                  <a:cubicBezTo>
                    <a:pt x="433491" y="74496"/>
                    <a:pt x="447089" y="74496"/>
                    <a:pt x="455248" y="79936"/>
                  </a:cubicBezTo>
                  <a:cubicBezTo>
                    <a:pt x="460687" y="82655"/>
                    <a:pt x="466127" y="90814"/>
                    <a:pt x="466127" y="98973"/>
                  </a:cubicBezTo>
                  <a:cubicBezTo>
                    <a:pt x="466127" y="101693"/>
                    <a:pt x="466127" y="107132"/>
                    <a:pt x="463407" y="109852"/>
                  </a:cubicBezTo>
                  <a:cubicBezTo>
                    <a:pt x="463407" y="112571"/>
                    <a:pt x="463407" y="112571"/>
                    <a:pt x="463407" y="120730"/>
                  </a:cubicBezTo>
                  <a:cubicBezTo>
                    <a:pt x="463407" y="142488"/>
                    <a:pt x="463407" y="172404"/>
                    <a:pt x="463407" y="194161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60" name="Content Placeholder 59">
            <a:extLst>
              <a:ext uri="{FF2B5EF4-FFF2-40B4-BE49-F238E27FC236}">
                <a16:creationId xmlns:a16="http://schemas.microsoft.com/office/drawing/2014/main" id="{8EFE1F84-4849-448C-8C35-33EC553AD838}"/>
              </a:ext>
            </a:extLst>
          </p:cNvPr>
          <p:cNvSpPr>
            <a:spLocks noGrp="1"/>
          </p:cNvSpPr>
          <p:nvPr>
            <p:ph sz="quarter" idx="11" hasCustomPrompt="1"/>
          </p:nvPr>
        </p:nvSpPr>
        <p:spPr>
          <a:xfrm>
            <a:off x="7185025" y="1981200"/>
            <a:ext cx="4625975" cy="29083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add text or choose an icon below to insert other content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239789692"/>
      </p:ext>
    </p:extLst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Full Picture with Square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: Shape 6">
            <a:extLst>
              <a:ext uri="{FF2B5EF4-FFF2-40B4-BE49-F238E27FC236}">
                <a16:creationId xmlns:a16="http://schemas.microsoft.com/office/drawing/2014/main" id="{B66CA63B-C1B1-43E5-8904-2600EAA42658}"/>
              </a:ext>
            </a:extLst>
          </p:cNvPr>
          <p:cNvSpPr/>
          <p:nvPr/>
        </p:nvSpPr>
        <p:spPr bwMode="ltGray">
          <a:xfrm>
            <a:off x="10442039" y="5952152"/>
            <a:ext cx="1626142" cy="905848"/>
          </a:xfrm>
          <a:custGeom>
            <a:avLst/>
            <a:gdLst>
              <a:gd name="connsiteX0" fmla="*/ 838774 w 1585477"/>
              <a:gd name="connsiteY0" fmla="*/ 14 h 883197"/>
              <a:gd name="connsiteX1" fmla="*/ 996107 w 1585477"/>
              <a:gd name="connsiteY1" fmla="*/ 18377 h 883197"/>
              <a:gd name="connsiteX2" fmla="*/ 1585477 w 1585477"/>
              <a:gd name="connsiteY2" fmla="*/ 746145 h 883197"/>
              <a:gd name="connsiteX3" fmla="*/ 1585202 w 1585477"/>
              <a:gd name="connsiteY3" fmla="*/ 883197 h 883197"/>
              <a:gd name="connsiteX4" fmla="*/ 695 w 1585477"/>
              <a:gd name="connsiteY4" fmla="*/ 883197 h 883197"/>
              <a:gd name="connsiteX5" fmla="*/ 294 w 1585477"/>
              <a:gd name="connsiteY5" fmla="*/ 879328 h 883197"/>
              <a:gd name="connsiteX6" fmla="*/ 20167 w 1585477"/>
              <a:gd name="connsiteY6" fmla="*/ 648487 h 883197"/>
              <a:gd name="connsiteX7" fmla="*/ 838774 w 1585477"/>
              <a:gd name="connsiteY7" fmla="*/ 14 h 883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585477" h="883197">
                <a:moveTo>
                  <a:pt x="838774" y="14"/>
                </a:moveTo>
                <a:cubicBezTo>
                  <a:pt x="891699" y="335"/>
                  <a:pt x="944452" y="6288"/>
                  <a:pt x="996107" y="18377"/>
                </a:cubicBezTo>
                <a:cubicBezTo>
                  <a:pt x="1344865" y="100437"/>
                  <a:pt x="1558993" y="409128"/>
                  <a:pt x="1585477" y="746145"/>
                </a:cubicBezTo>
                <a:lnTo>
                  <a:pt x="1585202" y="883197"/>
                </a:lnTo>
                <a:lnTo>
                  <a:pt x="695" y="883197"/>
                </a:lnTo>
                <a:lnTo>
                  <a:pt x="294" y="879328"/>
                </a:lnTo>
                <a:cubicBezTo>
                  <a:pt x="-1813" y="797038"/>
                  <a:pt x="7712" y="718092"/>
                  <a:pt x="20167" y="648487"/>
                </a:cubicBezTo>
                <a:cubicBezTo>
                  <a:pt x="89408" y="271519"/>
                  <a:pt x="468297" y="-2229"/>
                  <a:pt x="838774" y="14"/>
                </a:cubicBezTo>
                <a:close/>
              </a:path>
            </a:pathLst>
          </a:custGeom>
          <a:solidFill>
            <a:srgbClr val="4F2170"/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>
              <a:lnSpc>
                <a:spcPct val="90000"/>
              </a:lnSpc>
            </a:pPr>
            <a:endParaRPr lang="en-US">
              <a:solidFill>
                <a:schemeClr val="bg1"/>
              </a:solidFill>
            </a:endParaRPr>
          </a:p>
        </p:txBody>
      </p:sp>
      <p:sp>
        <p:nvSpPr>
          <p:cNvPr id="57" name="Picture Placeholder 56">
            <a:extLst>
              <a:ext uri="{FF2B5EF4-FFF2-40B4-BE49-F238E27FC236}">
                <a16:creationId xmlns:a16="http://schemas.microsoft.com/office/drawing/2014/main" id="{1992DD06-529E-413D-A391-D73017C8142F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0" y="0"/>
            <a:ext cx="12192000" cy="6858000"/>
          </a:xfrm>
          <a:custGeom>
            <a:avLst/>
            <a:gdLst>
              <a:gd name="connsiteX0" fmla="*/ 11568889 w 12192000"/>
              <a:gd name="connsiteY0" fmla="*/ 372706 h 6858000"/>
              <a:gd name="connsiteX1" fmla="*/ 10371380 w 12192000"/>
              <a:gd name="connsiteY1" fmla="*/ 401205 h 6858000"/>
              <a:gd name="connsiteX2" fmla="*/ 8894854 w 12192000"/>
              <a:gd name="connsiteY2" fmla="*/ 410711 h 6858000"/>
              <a:gd name="connsiteX3" fmla="*/ 6395207 w 12192000"/>
              <a:gd name="connsiteY3" fmla="*/ 439209 h 6858000"/>
              <a:gd name="connsiteX4" fmla="*/ 6348702 w 12192000"/>
              <a:gd name="connsiteY4" fmla="*/ 781250 h 6858000"/>
              <a:gd name="connsiteX5" fmla="*/ 6337082 w 12192000"/>
              <a:gd name="connsiteY5" fmla="*/ 1018784 h 6858000"/>
              <a:gd name="connsiteX6" fmla="*/ 6313829 w 12192000"/>
              <a:gd name="connsiteY6" fmla="*/ 1759872 h 6858000"/>
              <a:gd name="connsiteX7" fmla="*/ 6337082 w 12192000"/>
              <a:gd name="connsiteY7" fmla="*/ 2234929 h 6858000"/>
              <a:gd name="connsiteX8" fmla="*/ 6360334 w 12192000"/>
              <a:gd name="connsiteY8" fmla="*/ 3660100 h 6858000"/>
              <a:gd name="connsiteX9" fmla="*/ 6406839 w 12192000"/>
              <a:gd name="connsiteY9" fmla="*/ 4610214 h 6858000"/>
              <a:gd name="connsiteX10" fmla="*/ 6871889 w 12192000"/>
              <a:gd name="connsiteY10" fmla="*/ 4819239 h 6858000"/>
              <a:gd name="connsiteX11" fmla="*/ 7453200 w 12192000"/>
              <a:gd name="connsiteY11" fmla="*/ 4866740 h 6858000"/>
              <a:gd name="connsiteX12" fmla="*/ 10592284 w 12192000"/>
              <a:gd name="connsiteY12" fmla="*/ 4904744 h 6858000"/>
              <a:gd name="connsiteX13" fmla="*/ 11010830 w 12192000"/>
              <a:gd name="connsiteY13" fmla="*/ 4857244 h 6858000"/>
              <a:gd name="connsiteX14" fmla="*/ 11417742 w 12192000"/>
              <a:gd name="connsiteY14" fmla="*/ 4847738 h 6858000"/>
              <a:gd name="connsiteX15" fmla="*/ 11813034 w 12192000"/>
              <a:gd name="connsiteY15" fmla="*/ 4695719 h 6858000"/>
              <a:gd name="connsiteX16" fmla="*/ 11847918 w 12192000"/>
              <a:gd name="connsiteY16" fmla="*/ 3869125 h 6858000"/>
              <a:gd name="connsiteX17" fmla="*/ 11847918 w 12192000"/>
              <a:gd name="connsiteY17" fmla="*/ 3204046 h 6858000"/>
              <a:gd name="connsiteX18" fmla="*/ 11836286 w 12192000"/>
              <a:gd name="connsiteY18" fmla="*/ 2244426 h 6858000"/>
              <a:gd name="connsiteX19" fmla="*/ 11824666 w 12192000"/>
              <a:gd name="connsiteY19" fmla="*/ 971273 h 6858000"/>
              <a:gd name="connsiteX20" fmla="*/ 11568889 w 12192000"/>
              <a:gd name="connsiteY20" fmla="*/ 372706 h 6858000"/>
              <a:gd name="connsiteX21" fmla="*/ 0 w 12192000"/>
              <a:gd name="connsiteY21" fmla="*/ 0 h 6858000"/>
              <a:gd name="connsiteX22" fmla="*/ 12192000 w 12192000"/>
              <a:gd name="connsiteY22" fmla="*/ 0 h 6858000"/>
              <a:gd name="connsiteX23" fmla="*/ 12192000 w 12192000"/>
              <a:gd name="connsiteY23" fmla="*/ 6858000 h 6858000"/>
              <a:gd name="connsiteX24" fmla="*/ 12047573 w 12192000"/>
              <a:gd name="connsiteY24" fmla="*/ 6858000 h 6858000"/>
              <a:gd name="connsiteX25" fmla="*/ 12047848 w 12192000"/>
              <a:gd name="connsiteY25" fmla="*/ 6720949 h 6858000"/>
              <a:gd name="connsiteX26" fmla="*/ 11458478 w 12192000"/>
              <a:gd name="connsiteY26" fmla="*/ 5993181 h 6858000"/>
              <a:gd name="connsiteX27" fmla="*/ 11301145 w 12192000"/>
              <a:gd name="connsiteY27" fmla="*/ 5974818 h 6858000"/>
              <a:gd name="connsiteX28" fmla="*/ 10482538 w 12192000"/>
              <a:gd name="connsiteY28" fmla="*/ 6623291 h 6858000"/>
              <a:gd name="connsiteX29" fmla="*/ 10462665 w 12192000"/>
              <a:gd name="connsiteY29" fmla="*/ 6854132 h 6858000"/>
              <a:gd name="connsiteX30" fmla="*/ 10463066 w 12192000"/>
              <a:gd name="connsiteY30" fmla="*/ 6858000 h 6858000"/>
              <a:gd name="connsiteX31" fmla="*/ 0 w 12192000"/>
              <a:gd name="connsiteY31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12192000" h="6858000">
                <a:moveTo>
                  <a:pt x="11568889" y="372706"/>
                </a:moveTo>
                <a:cubicBezTo>
                  <a:pt x="11429374" y="372706"/>
                  <a:pt x="10510895" y="410711"/>
                  <a:pt x="10371380" y="401205"/>
                </a:cubicBezTo>
                <a:cubicBezTo>
                  <a:pt x="9929583" y="391708"/>
                  <a:pt x="9348271" y="410711"/>
                  <a:pt x="8894854" y="410711"/>
                </a:cubicBezTo>
                <a:cubicBezTo>
                  <a:pt x="7999628" y="410711"/>
                  <a:pt x="7150918" y="353704"/>
                  <a:pt x="6395207" y="439209"/>
                </a:cubicBezTo>
                <a:cubicBezTo>
                  <a:pt x="6371954" y="458211"/>
                  <a:pt x="6348702" y="724243"/>
                  <a:pt x="6348702" y="781250"/>
                </a:cubicBezTo>
                <a:cubicBezTo>
                  <a:pt x="6348702" y="933268"/>
                  <a:pt x="6348702" y="923772"/>
                  <a:pt x="6337082" y="1018784"/>
                </a:cubicBezTo>
                <a:cubicBezTo>
                  <a:pt x="6278944" y="1294312"/>
                  <a:pt x="6371954" y="1493841"/>
                  <a:pt x="6313829" y="1759872"/>
                </a:cubicBezTo>
                <a:lnTo>
                  <a:pt x="6337082" y="2234929"/>
                </a:lnTo>
                <a:cubicBezTo>
                  <a:pt x="6337082" y="2824000"/>
                  <a:pt x="6337082" y="3166041"/>
                  <a:pt x="6360334" y="3660100"/>
                </a:cubicBezTo>
                <a:cubicBezTo>
                  <a:pt x="6371954" y="3878621"/>
                  <a:pt x="6337082" y="4439194"/>
                  <a:pt x="6406839" y="4610214"/>
                </a:cubicBezTo>
                <a:cubicBezTo>
                  <a:pt x="6488217" y="4819239"/>
                  <a:pt x="6616111" y="4781235"/>
                  <a:pt x="6871889" y="4819239"/>
                </a:cubicBezTo>
                <a:cubicBezTo>
                  <a:pt x="7150918" y="4866740"/>
                  <a:pt x="7325306" y="4866740"/>
                  <a:pt x="7453200" y="4866740"/>
                </a:cubicBezTo>
                <a:cubicBezTo>
                  <a:pt x="8825096" y="4876246"/>
                  <a:pt x="9406408" y="4933253"/>
                  <a:pt x="10592284" y="4904744"/>
                </a:cubicBezTo>
                <a:cubicBezTo>
                  <a:pt x="10708547" y="4904744"/>
                  <a:pt x="10906187" y="4876246"/>
                  <a:pt x="11010830" y="4857244"/>
                </a:cubicBezTo>
                <a:cubicBezTo>
                  <a:pt x="11150344" y="4838242"/>
                  <a:pt x="11324732" y="4857244"/>
                  <a:pt x="11417742" y="4847738"/>
                </a:cubicBezTo>
                <a:cubicBezTo>
                  <a:pt x="11580509" y="4828735"/>
                  <a:pt x="11789781" y="4809733"/>
                  <a:pt x="11813034" y="4695719"/>
                </a:cubicBezTo>
                <a:cubicBezTo>
                  <a:pt x="11859538" y="4410685"/>
                  <a:pt x="11836286" y="4087646"/>
                  <a:pt x="11847918" y="3869125"/>
                </a:cubicBezTo>
                <a:cubicBezTo>
                  <a:pt x="11859538" y="3650594"/>
                  <a:pt x="11836286" y="3422567"/>
                  <a:pt x="11847918" y="3204046"/>
                </a:cubicBezTo>
                <a:cubicBezTo>
                  <a:pt x="11859538" y="2890503"/>
                  <a:pt x="11824666" y="2557968"/>
                  <a:pt x="11836286" y="2244426"/>
                </a:cubicBezTo>
                <a:cubicBezTo>
                  <a:pt x="11859538" y="1816879"/>
                  <a:pt x="11813034" y="1398829"/>
                  <a:pt x="11824666" y="971273"/>
                </a:cubicBezTo>
                <a:cubicBezTo>
                  <a:pt x="11824666" y="676743"/>
                  <a:pt x="11871171" y="372706"/>
                  <a:pt x="11568889" y="372706"/>
                </a:cubicBezTo>
                <a:close/>
                <a:moveTo>
                  <a:pt x="0" y="0"/>
                </a:moveTo>
                <a:lnTo>
                  <a:pt x="12192000" y="0"/>
                </a:lnTo>
                <a:lnTo>
                  <a:pt x="12192000" y="6858000"/>
                </a:lnTo>
                <a:lnTo>
                  <a:pt x="12047573" y="6858000"/>
                </a:lnTo>
                <a:lnTo>
                  <a:pt x="12047848" y="6720949"/>
                </a:lnTo>
                <a:cubicBezTo>
                  <a:pt x="12021364" y="6383932"/>
                  <a:pt x="11807236" y="6075241"/>
                  <a:pt x="11458478" y="5993181"/>
                </a:cubicBezTo>
                <a:cubicBezTo>
                  <a:pt x="11406823" y="5981092"/>
                  <a:pt x="11354070" y="5975139"/>
                  <a:pt x="11301145" y="5974818"/>
                </a:cubicBezTo>
                <a:cubicBezTo>
                  <a:pt x="10930668" y="5972575"/>
                  <a:pt x="10551779" y="6246323"/>
                  <a:pt x="10482538" y="6623291"/>
                </a:cubicBezTo>
                <a:cubicBezTo>
                  <a:pt x="10470083" y="6692896"/>
                  <a:pt x="10460558" y="6771842"/>
                  <a:pt x="10462665" y="6854132"/>
                </a:cubicBezTo>
                <a:lnTo>
                  <a:pt x="10463066" y="6858000"/>
                </a:lnTo>
                <a:lnTo>
                  <a:pt x="0" y="6858000"/>
                </a:lnTo>
                <a:close/>
              </a:path>
            </a:pathLst>
          </a:custGeom>
          <a:solidFill>
            <a:srgbClr val="D9D9D9"/>
          </a:solidFill>
        </p:spPr>
        <p:txBody>
          <a:bodyPr wrap="square" lIns="0" rIns="3474720" anchor="ctr" anchorCtr="0">
            <a:noAutofit/>
          </a:bodyPr>
          <a:lstStyle>
            <a:lvl1pPr marL="0" marR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tx1"/>
              </a:buClr>
              <a:buSzTx/>
              <a:buFont typeface="Arial" panose="020B0604020202020204" pitchFamily="34" charset="0"/>
              <a:buNone/>
              <a:tabLst/>
              <a:defRPr sz="1600"/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1200"/>
              </a:spcBef>
              <a:spcAft>
                <a:spcPts val="0"/>
              </a:spcAft>
              <a:buClr>
                <a:schemeClr val="tx1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Click icon to insert picture</a:t>
            </a:r>
            <a:br>
              <a:rPr lang="en-US"/>
            </a:br>
            <a:r>
              <a:rPr lang="en-US"/>
              <a:t>(minimum recommended size for </a:t>
            </a:r>
            <a:br>
              <a:rPr lang="en-US"/>
            </a:br>
            <a:r>
              <a:rPr lang="en-US"/>
              <a:t>full slide image is 1280 x 720 pixels)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054D87F-D170-4CA6-B8DB-A068AAB2EE6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538914" y="656717"/>
            <a:ext cx="5065253" cy="939800"/>
          </a:xfrm>
        </p:spPr>
        <p:txBody>
          <a:bodyPr/>
          <a:lstStyle/>
          <a:p>
            <a:r>
              <a:rPr lang="en-US" altLang="zh-CN"/>
              <a:t>Click to edit Master title style</a:t>
            </a:r>
            <a:endParaRPr lang="en-US"/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DBB3B4C9-10AF-4C1C-BD4C-19B5526DA837}"/>
              </a:ext>
            </a:extLst>
          </p:cNvPr>
          <p:cNvGrpSpPr>
            <a:grpSpLocks noChangeAspect="1"/>
          </p:cNvGrpSpPr>
          <p:nvPr/>
        </p:nvGrpSpPr>
        <p:grpSpPr>
          <a:xfrm>
            <a:off x="10676779" y="6205751"/>
            <a:ext cx="1143000" cy="440144"/>
            <a:chOff x="2078951" y="1888610"/>
            <a:chExt cx="8030200" cy="3092248"/>
          </a:xfrm>
          <a:solidFill>
            <a:srgbClr val="FFFFFF"/>
          </a:solidFill>
        </p:grpSpPr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2AA55965-C91C-46A8-84D3-9426B2920951}"/>
                </a:ext>
              </a:extLst>
            </p:cNvPr>
            <p:cNvSpPr/>
            <p:nvPr/>
          </p:nvSpPr>
          <p:spPr>
            <a:xfrm>
              <a:off x="2078951" y="2872694"/>
              <a:ext cx="951880" cy="652717"/>
            </a:xfrm>
            <a:custGeom>
              <a:avLst/>
              <a:gdLst>
                <a:gd name="connsiteX0" fmla="*/ 903041 w 951880"/>
                <a:gd name="connsiteY0" fmla="*/ 330574 h 652717"/>
                <a:gd name="connsiteX1" fmla="*/ 780656 w 951880"/>
                <a:gd name="connsiteY1" fmla="*/ 379528 h 652717"/>
                <a:gd name="connsiteX2" fmla="*/ 598439 w 951880"/>
                <a:gd name="connsiteY2" fmla="*/ 311537 h 652717"/>
                <a:gd name="connsiteX3" fmla="*/ 505970 w 951880"/>
                <a:gd name="connsiteY3" fmla="*/ 164675 h 652717"/>
                <a:gd name="connsiteX4" fmla="*/ 266640 w 951880"/>
                <a:gd name="connsiteY4" fmla="*/ 61329 h 652717"/>
                <a:gd name="connsiteX5" fmla="*/ 103461 w 951880"/>
                <a:gd name="connsiteY5" fmla="*/ 458398 h 652717"/>
                <a:gd name="connsiteX6" fmla="*/ 756179 w 951880"/>
                <a:gd name="connsiteY6" fmla="*/ 485595 h 652717"/>
                <a:gd name="connsiteX7" fmla="*/ 903041 w 951880"/>
                <a:gd name="connsiteY7" fmla="*/ 330574 h 65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51880" h="652717">
                  <a:moveTo>
                    <a:pt x="903041" y="330574"/>
                  </a:moveTo>
                  <a:cubicBezTo>
                    <a:pt x="867685" y="363210"/>
                    <a:pt x="813292" y="374089"/>
                    <a:pt x="780656" y="379528"/>
                  </a:cubicBezTo>
                  <a:cubicBezTo>
                    <a:pt x="712664" y="387687"/>
                    <a:pt x="641953" y="365930"/>
                    <a:pt x="598439" y="311537"/>
                  </a:cubicBezTo>
                  <a:cubicBezTo>
                    <a:pt x="563083" y="268022"/>
                    <a:pt x="544046" y="210910"/>
                    <a:pt x="505970" y="164675"/>
                  </a:cubicBezTo>
                  <a:cubicBezTo>
                    <a:pt x="448858" y="93964"/>
                    <a:pt x="359109" y="45011"/>
                    <a:pt x="266640" y="61329"/>
                  </a:cubicBezTo>
                  <a:cubicBezTo>
                    <a:pt x="81704" y="93964"/>
                    <a:pt x="114" y="308817"/>
                    <a:pt x="103461" y="458398"/>
                  </a:cubicBezTo>
                  <a:cubicBezTo>
                    <a:pt x="253042" y="670531"/>
                    <a:pt x="584840" y="635176"/>
                    <a:pt x="756179" y="485595"/>
                  </a:cubicBezTo>
                  <a:cubicBezTo>
                    <a:pt x="813292" y="442080"/>
                    <a:pt x="862246" y="390407"/>
                    <a:pt x="903041" y="33057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FA7C3306-5AFD-4197-B039-52B9B3D0AC6E}"/>
                </a:ext>
              </a:extLst>
            </p:cNvPr>
            <p:cNvSpPr/>
            <p:nvPr/>
          </p:nvSpPr>
          <p:spPr>
            <a:xfrm>
              <a:off x="9151831" y="2872694"/>
              <a:ext cx="951880" cy="652717"/>
            </a:xfrm>
            <a:custGeom>
              <a:avLst/>
              <a:gdLst>
                <a:gd name="connsiteX0" fmla="*/ 58178 w 951880"/>
                <a:gd name="connsiteY0" fmla="*/ 330574 h 652717"/>
                <a:gd name="connsiteX1" fmla="*/ 180563 w 951880"/>
                <a:gd name="connsiteY1" fmla="*/ 379528 h 652717"/>
                <a:gd name="connsiteX2" fmla="*/ 362780 w 951880"/>
                <a:gd name="connsiteY2" fmla="*/ 311537 h 652717"/>
                <a:gd name="connsiteX3" fmla="*/ 455249 w 951880"/>
                <a:gd name="connsiteY3" fmla="*/ 164675 h 652717"/>
                <a:gd name="connsiteX4" fmla="*/ 694578 w 951880"/>
                <a:gd name="connsiteY4" fmla="*/ 61329 h 652717"/>
                <a:gd name="connsiteX5" fmla="*/ 857758 w 951880"/>
                <a:gd name="connsiteY5" fmla="*/ 458398 h 652717"/>
                <a:gd name="connsiteX6" fmla="*/ 205040 w 951880"/>
                <a:gd name="connsiteY6" fmla="*/ 485595 h 652717"/>
                <a:gd name="connsiteX7" fmla="*/ 58178 w 951880"/>
                <a:gd name="connsiteY7" fmla="*/ 330574 h 65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51880" h="652717">
                  <a:moveTo>
                    <a:pt x="58178" y="330574"/>
                  </a:moveTo>
                  <a:cubicBezTo>
                    <a:pt x="96253" y="363210"/>
                    <a:pt x="147927" y="374089"/>
                    <a:pt x="180563" y="379528"/>
                  </a:cubicBezTo>
                  <a:cubicBezTo>
                    <a:pt x="248554" y="387687"/>
                    <a:pt x="319266" y="365930"/>
                    <a:pt x="362780" y="311537"/>
                  </a:cubicBezTo>
                  <a:cubicBezTo>
                    <a:pt x="398136" y="268022"/>
                    <a:pt x="417174" y="210910"/>
                    <a:pt x="455249" y="164675"/>
                  </a:cubicBezTo>
                  <a:cubicBezTo>
                    <a:pt x="512362" y="93964"/>
                    <a:pt x="602110" y="45011"/>
                    <a:pt x="694578" y="61329"/>
                  </a:cubicBezTo>
                  <a:cubicBezTo>
                    <a:pt x="879515" y="93964"/>
                    <a:pt x="961105" y="308817"/>
                    <a:pt x="857758" y="458398"/>
                  </a:cubicBezTo>
                  <a:cubicBezTo>
                    <a:pt x="708176" y="670531"/>
                    <a:pt x="376379" y="635176"/>
                    <a:pt x="205040" y="485595"/>
                  </a:cubicBezTo>
                  <a:cubicBezTo>
                    <a:pt x="150646" y="442080"/>
                    <a:pt x="101693" y="390407"/>
                    <a:pt x="58178" y="33057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5C31767F-4ADA-45F2-B354-AEF2579A6A70}"/>
                </a:ext>
              </a:extLst>
            </p:cNvPr>
            <p:cNvSpPr/>
            <p:nvPr/>
          </p:nvSpPr>
          <p:spPr>
            <a:xfrm>
              <a:off x="8001294" y="2010994"/>
              <a:ext cx="734308" cy="299162"/>
            </a:xfrm>
            <a:custGeom>
              <a:avLst/>
              <a:gdLst>
                <a:gd name="connsiteX0" fmla="*/ 596792 w 734307"/>
                <a:gd name="connsiteY0" fmla="*/ 58178 h 299162"/>
                <a:gd name="connsiteX1" fmla="*/ 148048 w 734307"/>
                <a:gd name="connsiteY1" fmla="*/ 58178 h 299162"/>
                <a:gd name="connsiteX2" fmla="*/ 58299 w 734307"/>
                <a:gd name="connsiteY2" fmla="*/ 150646 h 299162"/>
                <a:gd name="connsiteX3" fmla="*/ 148048 w 734307"/>
                <a:gd name="connsiteY3" fmla="*/ 251274 h 299162"/>
                <a:gd name="connsiteX4" fmla="*/ 596792 w 734307"/>
                <a:gd name="connsiteY4" fmla="*/ 251274 h 299162"/>
                <a:gd name="connsiteX5" fmla="*/ 686541 w 734307"/>
                <a:gd name="connsiteY5" fmla="*/ 158805 h 299162"/>
                <a:gd name="connsiteX6" fmla="*/ 596792 w 734307"/>
                <a:gd name="connsiteY6" fmla="*/ 58178 h 299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4307" h="299162">
                  <a:moveTo>
                    <a:pt x="596792" y="58178"/>
                  </a:moveTo>
                  <a:cubicBezTo>
                    <a:pt x="591353" y="58178"/>
                    <a:pt x="153487" y="58178"/>
                    <a:pt x="148048" y="58178"/>
                  </a:cubicBezTo>
                  <a:cubicBezTo>
                    <a:pt x="99094" y="60898"/>
                    <a:pt x="61019" y="104412"/>
                    <a:pt x="58299" y="150646"/>
                  </a:cubicBezTo>
                  <a:cubicBezTo>
                    <a:pt x="55580" y="199600"/>
                    <a:pt x="99094" y="248554"/>
                    <a:pt x="148048" y="251274"/>
                  </a:cubicBezTo>
                  <a:cubicBezTo>
                    <a:pt x="153487" y="251274"/>
                    <a:pt x="591353" y="251274"/>
                    <a:pt x="596792" y="251274"/>
                  </a:cubicBezTo>
                  <a:cubicBezTo>
                    <a:pt x="645746" y="248554"/>
                    <a:pt x="683821" y="205040"/>
                    <a:pt x="686541" y="158805"/>
                  </a:cubicBezTo>
                  <a:cubicBezTo>
                    <a:pt x="689260" y="109852"/>
                    <a:pt x="648465" y="60898"/>
                    <a:pt x="596792" y="58178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CB6DA548-0CD9-4078-B433-D61F10371744}"/>
                </a:ext>
              </a:extLst>
            </p:cNvPr>
            <p:cNvSpPr/>
            <p:nvPr/>
          </p:nvSpPr>
          <p:spPr>
            <a:xfrm>
              <a:off x="4920042" y="2277520"/>
              <a:ext cx="1006274" cy="951879"/>
            </a:xfrm>
            <a:custGeom>
              <a:avLst/>
              <a:gdLst>
                <a:gd name="connsiteX0" fmla="*/ 884954 w 1006273"/>
                <a:gd name="connsiteY0" fmla="*/ 746251 h 951879"/>
                <a:gd name="connsiteX1" fmla="*/ 874076 w 1006273"/>
                <a:gd name="connsiteY1" fmla="*/ 670101 h 951879"/>
                <a:gd name="connsiteX2" fmla="*/ 874076 w 1006273"/>
                <a:gd name="connsiteY2" fmla="*/ 536837 h 951879"/>
                <a:gd name="connsiteX3" fmla="*/ 689139 w 1006273"/>
                <a:gd name="connsiteY3" fmla="*/ 88094 h 951879"/>
                <a:gd name="connsiteX4" fmla="*/ 428052 w 1006273"/>
                <a:gd name="connsiteY4" fmla="*/ 253993 h 951879"/>
                <a:gd name="connsiteX5" fmla="*/ 196881 w 1006273"/>
                <a:gd name="connsiteY5" fmla="*/ 58178 h 951879"/>
                <a:gd name="connsiteX6" fmla="*/ 58178 w 1006273"/>
                <a:gd name="connsiteY6" fmla="*/ 128889 h 951879"/>
                <a:gd name="connsiteX7" fmla="*/ 142488 w 1006273"/>
                <a:gd name="connsiteY7" fmla="*/ 273031 h 951879"/>
                <a:gd name="connsiteX8" fmla="*/ 142488 w 1006273"/>
                <a:gd name="connsiteY8" fmla="*/ 757130 h 951879"/>
                <a:gd name="connsiteX9" fmla="*/ 283910 w 1006273"/>
                <a:gd name="connsiteY9" fmla="*/ 895832 h 951879"/>
                <a:gd name="connsiteX10" fmla="*/ 428052 w 1006273"/>
                <a:gd name="connsiteY10" fmla="*/ 757130 h 951879"/>
                <a:gd name="connsiteX11" fmla="*/ 428052 w 1006273"/>
                <a:gd name="connsiteY11" fmla="*/ 400855 h 951879"/>
                <a:gd name="connsiteX12" fmla="*/ 523240 w 1006273"/>
                <a:gd name="connsiteY12" fmla="*/ 283910 h 951879"/>
                <a:gd name="connsiteX13" fmla="*/ 591231 w 1006273"/>
                <a:gd name="connsiteY13" fmla="*/ 354621 h 951879"/>
                <a:gd name="connsiteX14" fmla="*/ 591231 w 1006273"/>
                <a:gd name="connsiteY14" fmla="*/ 697297 h 951879"/>
                <a:gd name="connsiteX15" fmla="*/ 593951 w 1006273"/>
                <a:gd name="connsiteY15" fmla="*/ 729933 h 951879"/>
                <a:gd name="connsiteX16" fmla="*/ 610269 w 1006273"/>
                <a:gd name="connsiteY16" fmla="*/ 778887 h 951879"/>
                <a:gd name="connsiteX17" fmla="*/ 822402 w 1006273"/>
                <a:gd name="connsiteY17" fmla="*/ 893112 h 951879"/>
                <a:gd name="connsiteX18" fmla="*/ 961105 w 1006273"/>
                <a:gd name="connsiteY18" fmla="*/ 822401 h 951879"/>
                <a:gd name="connsiteX19" fmla="*/ 884954 w 1006273"/>
                <a:gd name="connsiteY19" fmla="*/ 746251 h 951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006273" h="951879">
                  <a:moveTo>
                    <a:pt x="884954" y="746251"/>
                  </a:moveTo>
                  <a:cubicBezTo>
                    <a:pt x="879515" y="721774"/>
                    <a:pt x="876795" y="694578"/>
                    <a:pt x="874076" y="670101"/>
                  </a:cubicBezTo>
                  <a:cubicBezTo>
                    <a:pt x="874076" y="634745"/>
                    <a:pt x="874076" y="583072"/>
                    <a:pt x="874076" y="536837"/>
                  </a:cubicBezTo>
                  <a:cubicBezTo>
                    <a:pt x="879515" y="373658"/>
                    <a:pt x="909431" y="88094"/>
                    <a:pt x="689139" y="88094"/>
                  </a:cubicBezTo>
                  <a:cubicBezTo>
                    <a:pt x="539558" y="88094"/>
                    <a:pt x="452529" y="213199"/>
                    <a:pt x="428052" y="253993"/>
                  </a:cubicBezTo>
                  <a:cubicBezTo>
                    <a:pt x="425332" y="139768"/>
                    <a:pt x="335583" y="58178"/>
                    <a:pt x="196881" y="58178"/>
                  </a:cubicBezTo>
                  <a:cubicBezTo>
                    <a:pt x="109852" y="58178"/>
                    <a:pt x="58178" y="128889"/>
                    <a:pt x="58178" y="128889"/>
                  </a:cubicBezTo>
                  <a:cubicBezTo>
                    <a:pt x="58178" y="128889"/>
                    <a:pt x="142488" y="158805"/>
                    <a:pt x="142488" y="273031"/>
                  </a:cubicBezTo>
                  <a:cubicBezTo>
                    <a:pt x="142488" y="354621"/>
                    <a:pt x="142488" y="757130"/>
                    <a:pt x="142488" y="757130"/>
                  </a:cubicBezTo>
                  <a:cubicBezTo>
                    <a:pt x="145207" y="827841"/>
                    <a:pt x="194161" y="895832"/>
                    <a:pt x="283910" y="895832"/>
                  </a:cubicBezTo>
                  <a:cubicBezTo>
                    <a:pt x="373659" y="895832"/>
                    <a:pt x="428052" y="827841"/>
                    <a:pt x="428052" y="757130"/>
                  </a:cubicBezTo>
                  <a:lnTo>
                    <a:pt x="428052" y="400855"/>
                  </a:lnTo>
                  <a:cubicBezTo>
                    <a:pt x="441650" y="343742"/>
                    <a:pt x="474286" y="283910"/>
                    <a:pt x="523240" y="283910"/>
                  </a:cubicBezTo>
                  <a:cubicBezTo>
                    <a:pt x="585792" y="283910"/>
                    <a:pt x="591231" y="354621"/>
                    <a:pt x="591231" y="354621"/>
                  </a:cubicBezTo>
                  <a:lnTo>
                    <a:pt x="591231" y="697297"/>
                  </a:lnTo>
                  <a:cubicBezTo>
                    <a:pt x="591231" y="708176"/>
                    <a:pt x="593951" y="719054"/>
                    <a:pt x="593951" y="729933"/>
                  </a:cubicBezTo>
                  <a:cubicBezTo>
                    <a:pt x="596671" y="748971"/>
                    <a:pt x="602110" y="765289"/>
                    <a:pt x="610269" y="778887"/>
                  </a:cubicBezTo>
                  <a:cubicBezTo>
                    <a:pt x="645624" y="846878"/>
                    <a:pt x="719055" y="893112"/>
                    <a:pt x="822402" y="893112"/>
                  </a:cubicBezTo>
                  <a:cubicBezTo>
                    <a:pt x="909431" y="893112"/>
                    <a:pt x="961105" y="822401"/>
                    <a:pt x="961105" y="822401"/>
                  </a:cubicBezTo>
                  <a:cubicBezTo>
                    <a:pt x="961105" y="822401"/>
                    <a:pt x="909431" y="808803"/>
                    <a:pt x="884954" y="746251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8D688978-BCBB-42C3-8877-14A7C1EF64F9}"/>
                </a:ext>
              </a:extLst>
            </p:cNvPr>
            <p:cNvSpPr/>
            <p:nvPr/>
          </p:nvSpPr>
          <p:spPr>
            <a:xfrm>
              <a:off x="7552331" y="1888610"/>
              <a:ext cx="489539" cy="1332631"/>
            </a:xfrm>
            <a:custGeom>
              <a:avLst/>
              <a:gdLst>
                <a:gd name="connsiteX0" fmla="*/ 368560 w 489538"/>
                <a:gd name="connsiteY0" fmla="*/ 1135162 h 1332630"/>
                <a:gd name="connsiteX1" fmla="*/ 357681 w 489538"/>
                <a:gd name="connsiteY1" fmla="*/ 1059011 h 1332630"/>
                <a:gd name="connsiteX2" fmla="*/ 357681 w 489538"/>
                <a:gd name="connsiteY2" fmla="*/ 207759 h 1332630"/>
                <a:gd name="connsiteX3" fmla="*/ 208099 w 489538"/>
                <a:gd name="connsiteY3" fmla="*/ 58178 h 1332630"/>
                <a:gd name="connsiteX4" fmla="*/ 58518 w 489538"/>
                <a:gd name="connsiteY4" fmla="*/ 207759 h 1332630"/>
                <a:gd name="connsiteX5" fmla="*/ 58518 w 489538"/>
                <a:gd name="connsiteY5" fmla="*/ 961104 h 1332630"/>
                <a:gd name="connsiteX6" fmla="*/ 85715 w 489538"/>
                <a:gd name="connsiteY6" fmla="*/ 1159639 h 1332630"/>
                <a:gd name="connsiteX7" fmla="*/ 306007 w 489538"/>
                <a:gd name="connsiteY7" fmla="*/ 1282023 h 1332630"/>
                <a:gd name="connsiteX8" fmla="*/ 444710 w 489538"/>
                <a:gd name="connsiteY8" fmla="*/ 1211312 h 1332630"/>
                <a:gd name="connsiteX9" fmla="*/ 368560 w 489538"/>
                <a:gd name="connsiteY9" fmla="*/ 1135162 h 1332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89538" h="1332630">
                  <a:moveTo>
                    <a:pt x="368560" y="1135162"/>
                  </a:moveTo>
                  <a:cubicBezTo>
                    <a:pt x="363120" y="1110685"/>
                    <a:pt x="357681" y="1083488"/>
                    <a:pt x="357681" y="1059011"/>
                  </a:cubicBezTo>
                  <a:lnTo>
                    <a:pt x="357681" y="207759"/>
                  </a:lnTo>
                  <a:cubicBezTo>
                    <a:pt x="357681" y="126170"/>
                    <a:pt x="289689" y="58178"/>
                    <a:pt x="208099" y="58178"/>
                  </a:cubicBezTo>
                  <a:cubicBezTo>
                    <a:pt x="126510" y="58178"/>
                    <a:pt x="58518" y="126170"/>
                    <a:pt x="58518" y="207759"/>
                  </a:cubicBezTo>
                  <a:lnTo>
                    <a:pt x="58518" y="961104"/>
                  </a:lnTo>
                  <a:cubicBezTo>
                    <a:pt x="58518" y="1029095"/>
                    <a:pt x="53079" y="1097086"/>
                    <a:pt x="85715" y="1159639"/>
                  </a:cubicBezTo>
                  <a:cubicBezTo>
                    <a:pt x="118351" y="1227630"/>
                    <a:pt x="202660" y="1282023"/>
                    <a:pt x="306007" y="1282023"/>
                  </a:cubicBezTo>
                  <a:cubicBezTo>
                    <a:pt x="393036" y="1282023"/>
                    <a:pt x="444710" y="1211312"/>
                    <a:pt x="444710" y="1211312"/>
                  </a:cubicBezTo>
                  <a:cubicBezTo>
                    <a:pt x="444710" y="1211312"/>
                    <a:pt x="393036" y="1197714"/>
                    <a:pt x="368560" y="1135162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D3EAD6C8-DC12-4BCC-8993-9CD4B9FF1B4B}"/>
                </a:ext>
              </a:extLst>
            </p:cNvPr>
            <p:cNvSpPr/>
            <p:nvPr/>
          </p:nvSpPr>
          <p:spPr>
            <a:xfrm>
              <a:off x="4162324" y="2357456"/>
              <a:ext cx="815899" cy="815898"/>
            </a:xfrm>
            <a:custGeom>
              <a:avLst/>
              <a:gdLst>
                <a:gd name="connsiteX0" fmla="*/ 407949 w 815899"/>
                <a:gd name="connsiteY0" fmla="*/ 174058 h 815898"/>
                <a:gd name="connsiteX1" fmla="*/ 293723 w 815899"/>
                <a:gd name="connsiteY1" fmla="*/ 407950 h 815898"/>
                <a:gd name="connsiteX2" fmla="*/ 410669 w 815899"/>
                <a:gd name="connsiteY2" fmla="*/ 641840 h 815898"/>
                <a:gd name="connsiteX3" fmla="*/ 522175 w 815899"/>
                <a:gd name="connsiteY3" fmla="*/ 407950 h 815898"/>
                <a:gd name="connsiteX4" fmla="*/ 407949 w 815899"/>
                <a:gd name="connsiteY4" fmla="*/ 174058 h 815898"/>
                <a:gd name="connsiteX5" fmla="*/ 407950 w 815899"/>
                <a:gd name="connsiteY5" fmla="*/ 0 h 815898"/>
                <a:gd name="connsiteX6" fmla="*/ 815899 w 815899"/>
                <a:gd name="connsiteY6" fmla="*/ 407949 h 815898"/>
                <a:gd name="connsiteX7" fmla="*/ 407950 w 815899"/>
                <a:gd name="connsiteY7" fmla="*/ 815898 h 815898"/>
                <a:gd name="connsiteX8" fmla="*/ 0 w 815899"/>
                <a:gd name="connsiteY8" fmla="*/ 407949 h 815898"/>
                <a:gd name="connsiteX9" fmla="*/ 407950 w 815899"/>
                <a:gd name="connsiteY9" fmla="*/ 0 h 815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5899" h="815898">
                  <a:moveTo>
                    <a:pt x="407949" y="174058"/>
                  </a:moveTo>
                  <a:cubicBezTo>
                    <a:pt x="342677" y="174058"/>
                    <a:pt x="293723" y="263807"/>
                    <a:pt x="293723" y="407950"/>
                  </a:cubicBezTo>
                  <a:cubicBezTo>
                    <a:pt x="293723" y="552091"/>
                    <a:pt x="331799" y="639120"/>
                    <a:pt x="410669" y="641840"/>
                  </a:cubicBezTo>
                  <a:cubicBezTo>
                    <a:pt x="489539" y="641840"/>
                    <a:pt x="527614" y="552091"/>
                    <a:pt x="522175" y="407950"/>
                  </a:cubicBezTo>
                  <a:cubicBezTo>
                    <a:pt x="522175" y="263807"/>
                    <a:pt x="473221" y="176778"/>
                    <a:pt x="407949" y="174058"/>
                  </a:cubicBezTo>
                  <a:close/>
                  <a:moveTo>
                    <a:pt x="407950" y="0"/>
                  </a:moveTo>
                  <a:cubicBezTo>
                    <a:pt x="633682" y="0"/>
                    <a:pt x="815899" y="182217"/>
                    <a:pt x="815899" y="407949"/>
                  </a:cubicBezTo>
                  <a:cubicBezTo>
                    <a:pt x="815899" y="633681"/>
                    <a:pt x="633682" y="815898"/>
                    <a:pt x="407950" y="815898"/>
                  </a:cubicBezTo>
                  <a:cubicBezTo>
                    <a:pt x="182218" y="815898"/>
                    <a:pt x="0" y="633681"/>
                    <a:pt x="0" y="407949"/>
                  </a:cubicBezTo>
                  <a:cubicBezTo>
                    <a:pt x="0" y="182217"/>
                    <a:pt x="182218" y="0"/>
                    <a:pt x="407950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10A3D4A8-5179-4579-86DA-E3BE1D9939BC}"/>
                </a:ext>
              </a:extLst>
            </p:cNvPr>
            <p:cNvSpPr/>
            <p:nvPr/>
          </p:nvSpPr>
          <p:spPr>
            <a:xfrm>
              <a:off x="5884871" y="1946788"/>
              <a:ext cx="912802" cy="1223846"/>
            </a:xfrm>
            <a:custGeom>
              <a:avLst/>
              <a:gdLst>
                <a:gd name="connsiteX0" fmla="*/ 387907 w 912802"/>
                <a:gd name="connsiteY0" fmla="*/ 620081 h 1223846"/>
                <a:gd name="connsiteX1" fmla="*/ 273681 w 912802"/>
                <a:gd name="connsiteY1" fmla="*/ 824055 h 1223846"/>
                <a:gd name="connsiteX2" fmla="*/ 390627 w 912802"/>
                <a:gd name="connsiteY2" fmla="*/ 1028029 h 1223846"/>
                <a:gd name="connsiteX3" fmla="*/ 502132 w 912802"/>
                <a:gd name="connsiteY3" fmla="*/ 824055 h 1223846"/>
                <a:gd name="connsiteX4" fmla="*/ 387907 w 912802"/>
                <a:gd name="connsiteY4" fmla="*/ 620081 h 1223846"/>
                <a:gd name="connsiteX5" fmla="*/ 676192 w 912802"/>
                <a:gd name="connsiteY5" fmla="*/ 0 h 1223846"/>
                <a:gd name="connsiteX6" fmla="*/ 825773 w 912802"/>
                <a:gd name="connsiteY6" fmla="*/ 149581 h 1223846"/>
                <a:gd name="connsiteX7" fmla="*/ 825773 w 912802"/>
                <a:gd name="connsiteY7" fmla="*/ 1000834 h 1223846"/>
                <a:gd name="connsiteX8" fmla="*/ 836651 w 912802"/>
                <a:gd name="connsiteY8" fmla="*/ 1076985 h 1223846"/>
                <a:gd name="connsiteX9" fmla="*/ 912802 w 912802"/>
                <a:gd name="connsiteY9" fmla="*/ 1150415 h 1223846"/>
                <a:gd name="connsiteX10" fmla="*/ 774099 w 912802"/>
                <a:gd name="connsiteY10" fmla="*/ 1221126 h 1223846"/>
                <a:gd name="connsiteX11" fmla="*/ 553807 w 912802"/>
                <a:gd name="connsiteY11" fmla="*/ 1098742 h 1223846"/>
                <a:gd name="connsiteX12" fmla="*/ 548367 w 912802"/>
                <a:gd name="connsiteY12" fmla="*/ 1085144 h 1223846"/>
                <a:gd name="connsiteX13" fmla="*/ 398786 w 912802"/>
                <a:gd name="connsiteY13" fmla="*/ 1212967 h 1223846"/>
                <a:gd name="connsiteX14" fmla="*/ 156736 w 912802"/>
                <a:gd name="connsiteY14" fmla="*/ 1180332 h 1223846"/>
                <a:gd name="connsiteX15" fmla="*/ 287280 w 912802"/>
                <a:gd name="connsiteY15" fmla="*/ 416107 h 1223846"/>
                <a:gd name="connsiteX16" fmla="*/ 526611 w 912802"/>
                <a:gd name="connsiteY16" fmla="*/ 552091 h 1223846"/>
                <a:gd name="connsiteX17" fmla="*/ 526611 w 912802"/>
                <a:gd name="connsiteY17" fmla="*/ 149581 h 1223846"/>
                <a:gd name="connsiteX18" fmla="*/ 676192 w 912802"/>
                <a:gd name="connsiteY18" fmla="*/ 0 h 1223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12802" h="1223846">
                  <a:moveTo>
                    <a:pt x="387907" y="620081"/>
                  </a:moveTo>
                  <a:cubicBezTo>
                    <a:pt x="322635" y="620081"/>
                    <a:pt x="273681" y="698951"/>
                    <a:pt x="273681" y="824055"/>
                  </a:cubicBezTo>
                  <a:cubicBezTo>
                    <a:pt x="273681" y="949160"/>
                    <a:pt x="311756" y="1028029"/>
                    <a:pt x="390627" y="1028029"/>
                  </a:cubicBezTo>
                  <a:cubicBezTo>
                    <a:pt x="466777" y="1025310"/>
                    <a:pt x="504852" y="949160"/>
                    <a:pt x="502132" y="824055"/>
                  </a:cubicBezTo>
                  <a:cubicBezTo>
                    <a:pt x="502132" y="698951"/>
                    <a:pt x="455898" y="622801"/>
                    <a:pt x="387907" y="620081"/>
                  </a:cubicBezTo>
                  <a:close/>
                  <a:moveTo>
                    <a:pt x="676192" y="0"/>
                  </a:moveTo>
                  <a:cubicBezTo>
                    <a:pt x="757781" y="0"/>
                    <a:pt x="825773" y="67992"/>
                    <a:pt x="825773" y="149581"/>
                  </a:cubicBezTo>
                  <a:lnTo>
                    <a:pt x="825773" y="1000834"/>
                  </a:lnTo>
                  <a:cubicBezTo>
                    <a:pt x="828492" y="1025311"/>
                    <a:pt x="831212" y="1052508"/>
                    <a:pt x="836651" y="1076985"/>
                  </a:cubicBezTo>
                  <a:cubicBezTo>
                    <a:pt x="861128" y="1139537"/>
                    <a:pt x="912802" y="1150415"/>
                    <a:pt x="912802" y="1150415"/>
                  </a:cubicBezTo>
                  <a:cubicBezTo>
                    <a:pt x="912802" y="1150415"/>
                    <a:pt x="861128" y="1221126"/>
                    <a:pt x="774099" y="1221126"/>
                  </a:cubicBezTo>
                  <a:cubicBezTo>
                    <a:pt x="670752" y="1221126"/>
                    <a:pt x="589162" y="1166733"/>
                    <a:pt x="553807" y="1098742"/>
                  </a:cubicBezTo>
                  <a:cubicBezTo>
                    <a:pt x="551087" y="1093303"/>
                    <a:pt x="551087" y="1090583"/>
                    <a:pt x="548367" y="1085144"/>
                  </a:cubicBezTo>
                  <a:cubicBezTo>
                    <a:pt x="534769" y="1147696"/>
                    <a:pt x="450460" y="1199369"/>
                    <a:pt x="398786" y="1212967"/>
                  </a:cubicBezTo>
                  <a:cubicBezTo>
                    <a:pt x="322636" y="1234725"/>
                    <a:pt x="222008" y="1223846"/>
                    <a:pt x="156736" y="1180332"/>
                  </a:cubicBezTo>
                  <a:cubicBezTo>
                    <a:pt x="-79874" y="1028031"/>
                    <a:pt x="-58117" y="416107"/>
                    <a:pt x="287280" y="416107"/>
                  </a:cubicBezTo>
                  <a:cubicBezTo>
                    <a:pt x="412385" y="416107"/>
                    <a:pt x="491255" y="503137"/>
                    <a:pt x="526611" y="552091"/>
                  </a:cubicBezTo>
                  <a:lnTo>
                    <a:pt x="526611" y="149581"/>
                  </a:lnTo>
                  <a:cubicBezTo>
                    <a:pt x="526611" y="67992"/>
                    <a:pt x="594602" y="0"/>
                    <a:pt x="676192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1DB9A871-4A68-495F-A3EF-392427AED281}"/>
                </a:ext>
              </a:extLst>
            </p:cNvPr>
            <p:cNvSpPr/>
            <p:nvPr/>
          </p:nvSpPr>
          <p:spPr>
            <a:xfrm>
              <a:off x="6789513" y="2362895"/>
              <a:ext cx="747906" cy="810458"/>
            </a:xfrm>
            <a:custGeom>
              <a:avLst/>
              <a:gdLst>
                <a:gd name="connsiteX0" fmla="*/ 394818 w 747906"/>
                <a:gd name="connsiteY0" fmla="*/ 163222 h 810458"/>
                <a:gd name="connsiteX1" fmla="*/ 356275 w 747906"/>
                <a:gd name="connsiteY1" fmla="*/ 174058 h 810458"/>
                <a:gd name="connsiteX2" fmla="*/ 274685 w 747906"/>
                <a:gd name="connsiteY2" fmla="*/ 356275 h 810458"/>
                <a:gd name="connsiteX3" fmla="*/ 375313 w 747906"/>
                <a:gd name="connsiteY3" fmla="*/ 358994 h 810458"/>
                <a:gd name="connsiteX4" fmla="*/ 473220 w 747906"/>
                <a:gd name="connsiteY4" fmla="*/ 239329 h 810458"/>
                <a:gd name="connsiteX5" fmla="*/ 394818 w 747906"/>
                <a:gd name="connsiteY5" fmla="*/ 163222 h 810458"/>
                <a:gd name="connsiteX6" fmla="*/ 386192 w 747906"/>
                <a:gd name="connsiteY6" fmla="*/ 0 h 810458"/>
                <a:gd name="connsiteX7" fmla="*/ 747906 w 747906"/>
                <a:gd name="connsiteY7" fmla="*/ 266526 h 810458"/>
                <a:gd name="connsiteX8" fmla="*/ 291004 w 747906"/>
                <a:gd name="connsiteY8" fmla="*/ 484100 h 810458"/>
                <a:gd name="connsiteX9" fmla="*/ 497698 w 747906"/>
                <a:gd name="connsiteY9" fmla="*/ 617363 h 810458"/>
                <a:gd name="connsiteX10" fmla="*/ 712551 w 747906"/>
                <a:gd name="connsiteY10" fmla="*/ 557530 h 810458"/>
                <a:gd name="connsiteX11" fmla="*/ 388912 w 747906"/>
                <a:gd name="connsiteY11" fmla="*/ 810458 h 810458"/>
                <a:gd name="connsiteX12" fmla="*/ 0 w 747906"/>
                <a:gd name="connsiteY12" fmla="*/ 413389 h 810458"/>
                <a:gd name="connsiteX13" fmla="*/ 386192 w 747906"/>
                <a:gd name="connsiteY13" fmla="*/ 0 h 810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47906" h="810458">
                  <a:moveTo>
                    <a:pt x="394818" y="163222"/>
                  </a:moveTo>
                  <a:cubicBezTo>
                    <a:pt x="381772" y="163179"/>
                    <a:pt x="368514" y="166579"/>
                    <a:pt x="356275" y="174058"/>
                  </a:cubicBezTo>
                  <a:cubicBezTo>
                    <a:pt x="299162" y="212133"/>
                    <a:pt x="282844" y="291003"/>
                    <a:pt x="274685" y="356275"/>
                  </a:cubicBezTo>
                  <a:cubicBezTo>
                    <a:pt x="274685" y="364434"/>
                    <a:pt x="369873" y="358994"/>
                    <a:pt x="375313" y="358994"/>
                  </a:cubicBezTo>
                  <a:cubicBezTo>
                    <a:pt x="432425" y="345396"/>
                    <a:pt x="473220" y="301881"/>
                    <a:pt x="473220" y="239329"/>
                  </a:cubicBezTo>
                  <a:cubicBezTo>
                    <a:pt x="471181" y="194455"/>
                    <a:pt x="433956" y="163349"/>
                    <a:pt x="394818" y="163222"/>
                  </a:cubicBezTo>
                  <a:close/>
                  <a:moveTo>
                    <a:pt x="386192" y="0"/>
                  </a:moveTo>
                  <a:cubicBezTo>
                    <a:pt x="519455" y="0"/>
                    <a:pt x="747906" y="65272"/>
                    <a:pt x="747906" y="266526"/>
                  </a:cubicBezTo>
                  <a:cubicBezTo>
                    <a:pt x="747906" y="467782"/>
                    <a:pt x="538493" y="484100"/>
                    <a:pt x="291004" y="484100"/>
                  </a:cubicBezTo>
                  <a:cubicBezTo>
                    <a:pt x="291004" y="484100"/>
                    <a:pt x="326359" y="617363"/>
                    <a:pt x="497698" y="617363"/>
                  </a:cubicBezTo>
                  <a:cubicBezTo>
                    <a:pt x="669036" y="617363"/>
                    <a:pt x="712551" y="557530"/>
                    <a:pt x="712551" y="557530"/>
                  </a:cubicBezTo>
                  <a:cubicBezTo>
                    <a:pt x="712551" y="557530"/>
                    <a:pt x="696233" y="810458"/>
                    <a:pt x="388912" y="810458"/>
                  </a:cubicBezTo>
                  <a:cubicBezTo>
                    <a:pt x="212134" y="810458"/>
                    <a:pt x="0" y="677195"/>
                    <a:pt x="0" y="413389"/>
                  </a:cubicBezTo>
                  <a:cubicBezTo>
                    <a:pt x="0" y="176778"/>
                    <a:pt x="163180" y="0"/>
                    <a:pt x="386192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1001B3D6-C1BC-4979-BF9B-2956B2C7EC99}"/>
                </a:ext>
              </a:extLst>
            </p:cNvPr>
            <p:cNvSpPr/>
            <p:nvPr/>
          </p:nvSpPr>
          <p:spPr>
            <a:xfrm>
              <a:off x="7988882" y="2362895"/>
              <a:ext cx="747906" cy="810458"/>
            </a:xfrm>
            <a:custGeom>
              <a:avLst/>
              <a:gdLst>
                <a:gd name="connsiteX0" fmla="*/ 394818 w 747906"/>
                <a:gd name="connsiteY0" fmla="*/ 163222 h 810458"/>
                <a:gd name="connsiteX1" fmla="*/ 356275 w 747906"/>
                <a:gd name="connsiteY1" fmla="*/ 174058 h 810458"/>
                <a:gd name="connsiteX2" fmla="*/ 274685 w 747906"/>
                <a:gd name="connsiteY2" fmla="*/ 356275 h 810458"/>
                <a:gd name="connsiteX3" fmla="*/ 375313 w 747906"/>
                <a:gd name="connsiteY3" fmla="*/ 358994 h 810458"/>
                <a:gd name="connsiteX4" fmla="*/ 473220 w 747906"/>
                <a:gd name="connsiteY4" fmla="*/ 239329 h 810458"/>
                <a:gd name="connsiteX5" fmla="*/ 394818 w 747906"/>
                <a:gd name="connsiteY5" fmla="*/ 163222 h 810458"/>
                <a:gd name="connsiteX6" fmla="*/ 386192 w 747906"/>
                <a:gd name="connsiteY6" fmla="*/ 0 h 810458"/>
                <a:gd name="connsiteX7" fmla="*/ 747906 w 747906"/>
                <a:gd name="connsiteY7" fmla="*/ 266526 h 810458"/>
                <a:gd name="connsiteX8" fmla="*/ 291004 w 747906"/>
                <a:gd name="connsiteY8" fmla="*/ 484100 h 810458"/>
                <a:gd name="connsiteX9" fmla="*/ 497697 w 747906"/>
                <a:gd name="connsiteY9" fmla="*/ 617363 h 810458"/>
                <a:gd name="connsiteX10" fmla="*/ 712551 w 747906"/>
                <a:gd name="connsiteY10" fmla="*/ 557530 h 810458"/>
                <a:gd name="connsiteX11" fmla="*/ 388911 w 747906"/>
                <a:gd name="connsiteY11" fmla="*/ 810458 h 810458"/>
                <a:gd name="connsiteX12" fmla="*/ 0 w 747906"/>
                <a:gd name="connsiteY12" fmla="*/ 413389 h 810458"/>
                <a:gd name="connsiteX13" fmla="*/ 386192 w 747906"/>
                <a:gd name="connsiteY13" fmla="*/ 0 h 810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47906" h="810458">
                  <a:moveTo>
                    <a:pt x="394818" y="163222"/>
                  </a:moveTo>
                  <a:cubicBezTo>
                    <a:pt x="381772" y="163179"/>
                    <a:pt x="368514" y="166579"/>
                    <a:pt x="356275" y="174058"/>
                  </a:cubicBezTo>
                  <a:cubicBezTo>
                    <a:pt x="299162" y="212133"/>
                    <a:pt x="282844" y="291003"/>
                    <a:pt x="274685" y="356275"/>
                  </a:cubicBezTo>
                  <a:cubicBezTo>
                    <a:pt x="274685" y="364434"/>
                    <a:pt x="369873" y="358994"/>
                    <a:pt x="375313" y="358994"/>
                  </a:cubicBezTo>
                  <a:cubicBezTo>
                    <a:pt x="432426" y="345396"/>
                    <a:pt x="473220" y="301881"/>
                    <a:pt x="473220" y="239329"/>
                  </a:cubicBezTo>
                  <a:cubicBezTo>
                    <a:pt x="471181" y="194455"/>
                    <a:pt x="433955" y="163349"/>
                    <a:pt x="394818" y="163222"/>
                  </a:cubicBezTo>
                  <a:close/>
                  <a:moveTo>
                    <a:pt x="386192" y="0"/>
                  </a:moveTo>
                  <a:cubicBezTo>
                    <a:pt x="519455" y="0"/>
                    <a:pt x="747906" y="65272"/>
                    <a:pt x="747906" y="266526"/>
                  </a:cubicBezTo>
                  <a:cubicBezTo>
                    <a:pt x="747906" y="467782"/>
                    <a:pt x="538492" y="484100"/>
                    <a:pt x="291004" y="484100"/>
                  </a:cubicBezTo>
                  <a:cubicBezTo>
                    <a:pt x="291004" y="484100"/>
                    <a:pt x="326359" y="617363"/>
                    <a:pt x="497697" y="617363"/>
                  </a:cubicBezTo>
                  <a:cubicBezTo>
                    <a:pt x="669036" y="617363"/>
                    <a:pt x="712551" y="557530"/>
                    <a:pt x="712551" y="557530"/>
                  </a:cubicBezTo>
                  <a:cubicBezTo>
                    <a:pt x="712551" y="557530"/>
                    <a:pt x="696233" y="810458"/>
                    <a:pt x="388911" y="810458"/>
                  </a:cubicBezTo>
                  <a:cubicBezTo>
                    <a:pt x="212133" y="810458"/>
                    <a:pt x="0" y="677195"/>
                    <a:pt x="0" y="413389"/>
                  </a:cubicBezTo>
                  <a:cubicBezTo>
                    <a:pt x="0" y="176778"/>
                    <a:pt x="163180" y="0"/>
                    <a:pt x="386192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16367185-B7D6-4C5F-BFDB-408FCE04E3F2}"/>
                </a:ext>
              </a:extLst>
            </p:cNvPr>
            <p:cNvSpPr/>
            <p:nvPr/>
          </p:nvSpPr>
          <p:spPr>
            <a:xfrm>
              <a:off x="8683414" y="2274801"/>
              <a:ext cx="897487" cy="951879"/>
            </a:xfrm>
            <a:custGeom>
              <a:avLst/>
              <a:gdLst>
                <a:gd name="connsiteX0" fmla="*/ 580988 w 897487"/>
                <a:gd name="connsiteY0" fmla="*/ 667381 h 951879"/>
                <a:gd name="connsiteX1" fmla="*/ 409649 w 897487"/>
                <a:gd name="connsiteY1" fmla="*/ 667381 h 951879"/>
                <a:gd name="connsiteX2" fmla="*/ 591866 w 897487"/>
                <a:gd name="connsiteY2" fmla="*/ 525959 h 951879"/>
                <a:gd name="connsiteX3" fmla="*/ 842075 w 897487"/>
                <a:gd name="connsiteY3" fmla="*/ 123450 h 951879"/>
                <a:gd name="connsiteX4" fmla="*/ 842075 w 897487"/>
                <a:gd name="connsiteY4" fmla="*/ 123450 h 951879"/>
                <a:gd name="connsiteX5" fmla="*/ 798560 w 897487"/>
                <a:gd name="connsiteY5" fmla="*/ 58178 h 951879"/>
                <a:gd name="connsiteX6" fmla="*/ 746887 w 897487"/>
                <a:gd name="connsiteY6" fmla="*/ 107132 h 951879"/>
                <a:gd name="connsiteX7" fmla="*/ 697933 w 897487"/>
                <a:gd name="connsiteY7" fmla="*/ 115291 h 951879"/>
                <a:gd name="connsiteX8" fmla="*/ 219273 w 897487"/>
                <a:gd name="connsiteY8" fmla="*/ 115291 h 951879"/>
                <a:gd name="connsiteX9" fmla="*/ 102328 w 897487"/>
                <a:gd name="connsiteY9" fmla="*/ 224077 h 951879"/>
                <a:gd name="connsiteX10" fmla="*/ 213834 w 897487"/>
                <a:gd name="connsiteY10" fmla="*/ 332863 h 951879"/>
                <a:gd name="connsiteX11" fmla="*/ 485800 w 897487"/>
                <a:gd name="connsiteY11" fmla="*/ 335583 h 951879"/>
                <a:gd name="connsiteX12" fmla="*/ 134964 w 897487"/>
                <a:gd name="connsiteY12" fmla="*/ 615708 h 951879"/>
                <a:gd name="connsiteX13" fmla="*/ 61533 w 897487"/>
                <a:gd name="connsiteY13" fmla="*/ 884953 h 951879"/>
                <a:gd name="connsiteX14" fmla="*/ 398771 w 897487"/>
                <a:gd name="connsiteY14" fmla="*/ 806083 h 951879"/>
                <a:gd name="connsiteX15" fmla="*/ 529314 w 897487"/>
                <a:gd name="connsiteY15" fmla="*/ 863196 h 951879"/>
                <a:gd name="connsiteX16" fmla="*/ 782242 w 897487"/>
                <a:gd name="connsiteY16" fmla="*/ 607549 h 951879"/>
                <a:gd name="connsiteX17" fmla="*/ 580988 w 897487"/>
                <a:gd name="connsiteY17" fmla="*/ 667381 h 951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97487" h="951879">
                  <a:moveTo>
                    <a:pt x="580988" y="667381"/>
                  </a:moveTo>
                  <a:lnTo>
                    <a:pt x="409649" y="667381"/>
                  </a:lnTo>
                  <a:cubicBezTo>
                    <a:pt x="423248" y="667381"/>
                    <a:pt x="548352" y="561314"/>
                    <a:pt x="591866" y="525959"/>
                  </a:cubicBezTo>
                  <a:cubicBezTo>
                    <a:pt x="700653" y="433491"/>
                    <a:pt x="899188" y="297508"/>
                    <a:pt x="842075" y="123450"/>
                  </a:cubicBezTo>
                  <a:lnTo>
                    <a:pt x="842075" y="123450"/>
                  </a:lnTo>
                  <a:cubicBezTo>
                    <a:pt x="831197" y="82655"/>
                    <a:pt x="798560" y="58178"/>
                    <a:pt x="798560" y="58178"/>
                  </a:cubicBezTo>
                  <a:cubicBezTo>
                    <a:pt x="798560" y="58178"/>
                    <a:pt x="787682" y="90814"/>
                    <a:pt x="746887" y="107132"/>
                  </a:cubicBezTo>
                  <a:cubicBezTo>
                    <a:pt x="730569" y="109852"/>
                    <a:pt x="714251" y="115291"/>
                    <a:pt x="697933" y="115291"/>
                  </a:cubicBezTo>
                  <a:cubicBezTo>
                    <a:pt x="684334" y="115291"/>
                    <a:pt x="219273" y="115291"/>
                    <a:pt x="219273" y="115291"/>
                  </a:cubicBezTo>
                  <a:cubicBezTo>
                    <a:pt x="156721" y="115291"/>
                    <a:pt x="105048" y="166964"/>
                    <a:pt x="102328" y="224077"/>
                  </a:cubicBezTo>
                  <a:cubicBezTo>
                    <a:pt x="102328" y="283910"/>
                    <a:pt x="151282" y="332863"/>
                    <a:pt x="213834" y="332863"/>
                  </a:cubicBezTo>
                  <a:lnTo>
                    <a:pt x="485800" y="335583"/>
                  </a:lnTo>
                  <a:cubicBezTo>
                    <a:pt x="360695" y="406294"/>
                    <a:pt x="211114" y="487884"/>
                    <a:pt x="134964" y="615708"/>
                  </a:cubicBezTo>
                  <a:cubicBezTo>
                    <a:pt x="91449" y="689138"/>
                    <a:pt x="45215" y="800644"/>
                    <a:pt x="61533" y="884953"/>
                  </a:cubicBezTo>
                  <a:cubicBezTo>
                    <a:pt x="121366" y="830560"/>
                    <a:pt x="279106" y="778887"/>
                    <a:pt x="398771" y="806083"/>
                  </a:cubicBezTo>
                  <a:cubicBezTo>
                    <a:pt x="445005" y="814242"/>
                    <a:pt x="491239" y="838719"/>
                    <a:pt x="529314" y="863196"/>
                  </a:cubicBezTo>
                  <a:cubicBezTo>
                    <a:pt x="755046" y="1004618"/>
                    <a:pt x="891029" y="727213"/>
                    <a:pt x="782242" y="607549"/>
                  </a:cubicBezTo>
                  <a:cubicBezTo>
                    <a:pt x="784962" y="607549"/>
                    <a:pt x="722410" y="667381"/>
                    <a:pt x="580988" y="667381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17770C8A-5B84-4503-8D5D-B710B131CCB1}"/>
                </a:ext>
              </a:extLst>
            </p:cNvPr>
            <p:cNvSpPr/>
            <p:nvPr/>
          </p:nvSpPr>
          <p:spPr>
            <a:xfrm>
              <a:off x="2624650" y="1948442"/>
              <a:ext cx="1903761" cy="1577400"/>
            </a:xfrm>
            <a:custGeom>
              <a:avLst/>
              <a:gdLst>
                <a:gd name="connsiteX0" fmla="*/ 1559430 w 1903760"/>
                <a:gd name="connsiteY0" fmla="*/ 1165078 h 1577399"/>
                <a:gd name="connsiteX1" fmla="*/ 1369054 w 1903760"/>
                <a:gd name="connsiteY1" fmla="*/ 593950 h 1577399"/>
                <a:gd name="connsiteX2" fmla="*/ 1483279 w 1903760"/>
                <a:gd name="connsiteY2" fmla="*/ 126170 h 1577399"/>
                <a:gd name="connsiteX3" fmla="*/ 1311941 w 1903760"/>
                <a:gd name="connsiteY3" fmla="*/ 58178 h 1577399"/>
                <a:gd name="connsiteX4" fmla="*/ 1078050 w 1903760"/>
                <a:gd name="connsiteY4" fmla="*/ 205040 h 1577399"/>
                <a:gd name="connsiteX5" fmla="*/ 846879 w 1903760"/>
                <a:gd name="connsiteY5" fmla="*/ 523239 h 1577399"/>
                <a:gd name="connsiteX6" fmla="*/ 645624 w 1903760"/>
                <a:gd name="connsiteY6" fmla="*/ 210479 h 1577399"/>
                <a:gd name="connsiteX7" fmla="*/ 455248 w 1903760"/>
                <a:gd name="connsiteY7" fmla="*/ 63617 h 1577399"/>
                <a:gd name="connsiteX8" fmla="*/ 234956 w 1903760"/>
                <a:gd name="connsiteY8" fmla="*/ 137048 h 1577399"/>
                <a:gd name="connsiteX9" fmla="*/ 316546 w 1903760"/>
                <a:gd name="connsiteY9" fmla="*/ 588511 h 1577399"/>
                <a:gd name="connsiteX10" fmla="*/ 58178 w 1903760"/>
                <a:gd name="connsiteY10" fmla="*/ 1072610 h 1577399"/>
                <a:gd name="connsiteX11" fmla="*/ 474286 w 1903760"/>
                <a:gd name="connsiteY11" fmla="*/ 1020936 h 1577399"/>
                <a:gd name="connsiteX12" fmla="*/ 555876 w 1903760"/>
                <a:gd name="connsiteY12" fmla="*/ 572193 h 1577399"/>
                <a:gd name="connsiteX13" fmla="*/ 830561 w 1903760"/>
                <a:gd name="connsiteY13" fmla="*/ 993740 h 1577399"/>
                <a:gd name="connsiteX14" fmla="*/ 1140602 w 1903760"/>
                <a:gd name="connsiteY14" fmla="*/ 574913 h 1577399"/>
                <a:gd name="connsiteX15" fmla="*/ 1567589 w 1903760"/>
                <a:gd name="connsiteY15" fmla="*/ 1526792 h 1577399"/>
                <a:gd name="connsiteX16" fmla="*/ 1866751 w 1903760"/>
                <a:gd name="connsiteY16" fmla="*/ 1322818 h 1577399"/>
                <a:gd name="connsiteX17" fmla="*/ 1559430 w 1903760"/>
                <a:gd name="connsiteY17" fmla="*/ 1165078 h 1577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903760" h="1577399">
                  <a:moveTo>
                    <a:pt x="1559430" y="1165078"/>
                  </a:moveTo>
                  <a:cubicBezTo>
                    <a:pt x="1420727" y="1012777"/>
                    <a:pt x="1377213" y="762569"/>
                    <a:pt x="1369054" y="593950"/>
                  </a:cubicBezTo>
                  <a:cubicBezTo>
                    <a:pt x="1360895" y="449809"/>
                    <a:pt x="1369054" y="199600"/>
                    <a:pt x="1483279" y="126170"/>
                  </a:cubicBezTo>
                  <a:cubicBezTo>
                    <a:pt x="1445204" y="77216"/>
                    <a:pt x="1369054" y="58178"/>
                    <a:pt x="1311941" y="58178"/>
                  </a:cubicBezTo>
                  <a:cubicBezTo>
                    <a:pt x="1184117" y="58178"/>
                    <a:pt x="1121565" y="142488"/>
                    <a:pt x="1078050" y="205040"/>
                  </a:cubicBezTo>
                  <a:cubicBezTo>
                    <a:pt x="1064452" y="224077"/>
                    <a:pt x="846879" y="523239"/>
                    <a:pt x="846879" y="523239"/>
                  </a:cubicBezTo>
                  <a:cubicBezTo>
                    <a:pt x="846879" y="523239"/>
                    <a:pt x="667382" y="243115"/>
                    <a:pt x="645624" y="210479"/>
                  </a:cubicBezTo>
                  <a:cubicBezTo>
                    <a:pt x="615708" y="164245"/>
                    <a:pt x="555876" y="77216"/>
                    <a:pt x="455248" y="63617"/>
                  </a:cubicBezTo>
                  <a:cubicBezTo>
                    <a:pt x="411734" y="58178"/>
                    <a:pt x="297508" y="52739"/>
                    <a:pt x="234956" y="137048"/>
                  </a:cubicBezTo>
                  <a:cubicBezTo>
                    <a:pt x="341023" y="221357"/>
                    <a:pt x="338303" y="438930"/>
                    <a:pt x="316546" y="588511"/>
                  </a:cubicBezTo>
                  <a:cubicBezTo>
                    <a:pt x="248554" y="1031815"/>
                    <a:pt x="58178" y="1072610"/>
                    <a:pt x="58178" y="1072610"/>
                  </a:cubicBezTo>
                  <a:cubicBezTo>
                    <a:pt x="156086" y="1333696"/>
                    <a:pt x="403575" y="1230350"/>
                    <a:pt x="474286" y="1020936"/>
                  </a:cubicBezTo>
                  <a:cubicBezTo>
                    <a:pt x="520520" y="884953"/>
                    <a:pt x="550436" y="713615"/>
                    <a:pt x="555876" y="572193"/>
                  </a:cubicBezTo>
                  <a:lnTo>
                    <a:pt x="830561" y="993740"/>
                  </a:lnTo>
                  <a:cubicBezTo>
                    <a:pt x="830561" y="993740"/>
                    <a:pt x="1140602" y="574913"/>
                    <a:pt x="1140602" y="574913"/>
                  </a:cubicBezTo>
                  <a:cubicBezTo>
                    <a:pt x="1088929" y="1314659"/>
                    <a:pt x="1344577" y="1526792"/>
                    <a:pt x="1567589" y="1526792"/>
                  </a:cubicBezTo>
                  <a:cubicBezTo>
                    <a:pt x="1790601" y="1526792"/>
                    <a:pt x="1866751" y="1322818"/>
                    <a:pt x="1866751" y="1322818"/>
                  </a:cubicBezTo>
                  <a:cubicBezTo>
                    <a:pt x="1744367" y="1314659"/>
                    <a:pt x="1641019" y="1252107"/>
                    <a:pt x="1559430" y="1165078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A7E3A062-DDC7-49B6-A3D5-B32A3A38D180}"/>
                </a:ext>
              </a:extLst>
            </p:cNvPr>
            <p:cNvSpPr/>
            <p:nvPr/>
          </p:nvSpPr>
          <p:spPr>
            <a:xfrm>
              <a:off x="4792218" y="3234839"/>
              <a:ext cx="271966" cy="652717"/>
            </a:xfrm>
            <a:custGeom>
              <a:avLst/>
              <a:gdLst>
                <a:gd name="connsiteX0" fmla="*/ 88095 w 271965"/>
                <a:gd name="connsiteY0" fmla="*/ 120730 h 652717"/>
                <a:gd name="connsiteX1" fmla="*/ 93534 w 271965"/>
                <a:gd name="connsiteY1" fmla="*/ 153366 h 652717"/>
                <a:gd name="connsiteX2" fmla="*/ 93534 w 271965"/>
                <a:gd name="connsiteY2" fmla="*/ 544997 h 652717"/>
                <a:gd name="connsiteX3" fmla="*/ 156086 w 271965"/>
                <a:gd name="connsiteY3" fmla="*/ 604829 h 652717"/>
                <a:gd name="connsiteX4" fmla="*/ 221358 w 271965"/>
                <a:gd name="connsiteY4" fmla="*/ 544997 h 652717"/>
                <a:gd name="connsiteX5" fmla="*/ 221358 w 271965"/>
                <a:gd name="connsiteY5" fmla="*/ 194161 h 652717"/>
                <a:gd name="connsiteX6" fmla="*/ 210479 w 271965"/>
                <a:gd name="connsiteY6" fmla="*/ 109852 h 652717"/>
                <a:gd name="connsiteX7" fmla="*/ 118011 w 271965"/>
                <a:gd name="connsiteY7" fmla="*/ 58178 h 652717"/>
                <a:gd name="connsiteX8" fmla="*/ 58178 w 271965"/>
                <a:gd name="connsiteY8" fmla="*/ 88094 h 652717"/>
                <a:gd name="connsiteX9" fmla="*/ 88095 w 271965"/>
                <a:gd name="connsiteY9" fmla="*/ 120730 h 65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1965" h="652717">
                  <a:moveTo>
                    <a:pt x="88095" y="120730"/>
                  </a:moveTo>
                  <a:cubicBezTo>
                    <a:pt x="90814" y="131609"/>
                    <a:pt x="90814" y="142487"/>
                    <a:pt x="93534" y="153366"/>
                  </a:cubicBezTo>
                  <a:cubicBezTo>
                    <a:pt x="93534" y="156086"/>
                    <a:pt x="93534" y="542277"/>
                    <a:pt x="93534" y="544997"/>
                  </a:cubicBezTo>
                  <a:cubicBezTo>
                    <a:pt x="93534" y="577632"/>
                    <a:pt x="123450" y="604829"/>
                    <a:pt x="156086" y="604829"/>
                  </a:cubicBezTo>
                  <a:cubicBezTo>
                    <a:pt x="188722" y="607548"/>
                    <a:pt x="221358" y="577632"/>
                    <a:pt x="221358" y="544997"/>
                  </a:cubicBezTo>
                  <a:cubicBezTo>
                    <a:pt x="221358" y="539557"/>
                    <a:pt x="221358" y="194161"/>
                    <a:pt x="221358" y="194161"/>
                  </a:cubicBezTo>
                  <a:cubicBezTo>
                    <a:pt x="221358" y="164245"/>
                    <a:pt x="224078" y="134329"/>
                    <a:pt x="210479" y="109852"/>
                  </a:cubicBezTo>
                  <a:cubicBezTo>
                    <a:pt x="196881" y="79935"/>
                    <a:pt x="158806" y="58178"/>
                    <a:pt x="118011" y="58178"/>
                  </a:cubicBezTo>
                  <a:cubicBezTo>
                    <a:pt x="79936" y="58178"/>
                    <a:pt x="58178" y="88094"/>
                    <a:pt x="58178" y="88094"/>
                  </a:cubicBezTo>
                  <a:cubicBezTo>
                    <a:pt x="58178" y="88094"/>
                    <a:pt x="77216" y="93534"/>
                    <a:pt x="88095" y="120730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DB52140B-5C19-4D8B-93F0-72CFECE86CC0}"/>
                </a:ext>
              </a:extLst>
            </p:cNvPr>
            <p:cNvSpPr/>
            <p:nvPr/>
          </p:nvSpPr>
          <p:spPr>
            <a:xfrm>
              <a:off x="8751819" y="3234667"/>
              <a:ext cx="271966" cy="652717"/>
            </a:xfrm>
            <a:custGeom>
              <a:avLst/>
              <a:gdLst>
                <a:gd name="connsiteX0" fmla="*/ 191663 w 271965"/>
                <a:gd name="connsiteY0" fmla="*/ 542449 h 652717"/>
                <a:gd name="connsiteX1" fmla="*/ 186224 w 271965"/>
                <a:gd name="connsiteY1" fmla="*/ 509813 h 652717"/>
                <a:gd name="connsiteX2" fmla="*/ 186224 w 271965"/>
                <a:gd name="connsiteY2" fmla="*/ 118183 h 652717"/>
                <a:gd name="connsiteX3" fmla="*/ 123672 w 271965"/>
                <a:gd name="connsiteY3" fmla="*/ 58350 h 652717"/>
                <a:gd name="connsiteX4" fmla="*/ 58400 w 271965"/>
                <a:gd name="connsiteY4" fmla="*/ 118183 h 652717"/>
                <a:gd name="connsiteX5" fmla="*/ 58400 w 271965"/>
                <a:gd name="connsiteY5" fmla="*/ 469018 h 652717"/>
                <a:gd name="connsiteX6" fmla="*/ 69279 w 271965"/>
                <a:gd name="connsiteY6" fmla="*/ 553328 h 652717"/>
                <a:gd name="connsiteX7" fmla="*/ 161747 w 271965"/>
                <a:gd name="connsiteY7" fmla="*/ 605001 h 652717"/>
                <a:gd name="connsiteX8" fmla="*/ 221580 w 271965"/>
                <a:gd name="connsiteY8" fmla="*/ 575085 h 652717"/>
                <a:gd name="connsiteX9" fmla="*/ 191663 w 271965"/>
                <a:gd name="connsiteY9" fmla="*/ 542449 h 65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1965" h="652717">
                  <a:moveTo>
                    <a:pt x="191663" y="542449"/>
                  </a:moveTo>
                  <a:cubicBezTo>
                    <a:pt x="188944" y="531570"/>
                    <a:pt x="186224" y="520692"/>
                    <a:pt x="186224" y="509813"/>
                  </a:cubicBezTo>
                  <a:cubicBezTo>
                    <a:pt x="186224" y="507093"/>
                    <a:pt x="186224" y="120902"/>
                    <a:pt x="186224" y="118183"/>
                  </a:cubicBezTo>
                  <a:cubicBezTo>
                    <a:pt x="186224" y="85547"/>
                    <a:pt x="156308" y="58350"/>
                    <a:pt x="123672" y="58350"/>
                  </a:cubicBezTo>
                  <a:cubicBezTo>
                    <a:pt x="91036" y="55631"/>
                    <a:pt x="58400" y="85547"/>
                    <a:pt x="58400" y="118183"/>
                  </a:cubicBezTo>
                  <a:cubicBezTo>
                    <a:pt x="58400" y="123622"/>
                    <a:pt x="58400" y="469018"/>
                    <a:pt x="58400" y="469018"/>
                  </a:cubicBezTo>
                  <a:cubicBezTo>
                    <a:pt x="58400" y="498934"/>
                    <a:pt x="55680" y="528851"/>
                    <a:pt x="69279" y="553328"/>
                  </a:cubicBezTo>
                  <a:cubicBezTo>
                    <a:pt x="82877" y="583244"/>
                    <a:pt x="120953" y="605001"/>
                    <a:pt x="161747" y="605001"/>
                  </a:cubicBezTo>
                  <a:cubicBezTo>
                    <a:pt x="199822" y="605001"/>
                    <a:pt x="221580" y="575085"/>
                    <a:pt x="221580" y="575085"/>
                  </a:cubicBezTo>
                  <a:cubicBezTo>
                    <a:pt x="221580" y="575085"/>
                    <a:pt x="202542" y="566926"/>
                    <a:pt x="191663" y="542449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79A100D8-96DD-4438-B034-852ACD48360A}"/>
                </a:ext>
              </a:extLst>
            </p:cNvPr>
            <p:cNvSpPr/>
            <p:nvPr/>
          </p:nvSpPr>
          <p:spPr>
            <a:xfrm>
              <a:off x="6320666" y="3416868"/>
              <a:ext cx="435145" cy="462341"/>
            </a:xfrm>
            <a:custGeom>
              <a:avLst/>
              <a:gdLst>
                <a:gd name="connsiteX0" fmla="*/ 302948 w 435145"/>
                <a:gd name="connsiteY0" fmla="*/ 74684 h 462341"/>
                <a:gd name="connsiteX1" fmla="*/ 186003 w 435145"/>
                <a:gd name="connsiteY1" fmla="*/ 148115 h 462341"/>
                <a:gd name="connsiteX2" fmla="*/ 186003 w 435145"/>
                <a:gd name="connsiteY2" fmla="*/ 148115 h 462341"/>
                <a:gd name="connsiteX3" fmla="*/ 186003 w 435145"/>
                <a:gd name="connsiteY3" fmla="*/ 115479 h 462341"/>
                <a:gd name="connsiteX4" fmla="*/ 123450 w 435145"/>
                <a:gd name="connsiteY4" fmla="*/ 58366 h 462341"/>
                <a:gd name="connsiteX5" fmla="*/ 58178 w 435145"/>
                <a:gd name="connsiteY5" fmla="*/ 115479 h 462341"/>
                <a:gd name="connsiteX6" fmla="*/ 58178 w 435145"/>
                <a:gd name="connsiteY6" fmla="*/ 362967 h 462341"/>
                <a:gd name="connsiteX7" fmla="*/ 120730 w 435145"/>
                <a:gd name="connsiteY7" fmla="*/ 422800 h 462341"/>
                <a:gd name="connsiteX8" fmla="*/ 186003 w 435145"/>
                <a:gd name="connsiteY8" fmla="*/ 362967 h 462341"/>
                <a:gd name="connsiteX9" fmla="*/ 186003 w 435145"/>
                <a:gd name="connsiteY9" fmla="*/ 213386 h 462341"/>
                <a:gd name="connsiteX10" fmla="*/ 186003 w 435145"/>
                <a:gd name="connsiteY10" fmla="*/ 213386 h 462341"/>
                <a:gd name="connsiteX11" fmla="*/ 229517 w 435145"/>
                <a:gd name="connsiteY11" fmla="*/ 161713 h 462341"/>
                <a:gd name="connsiteX12" fmla="*/ 259433 w 435145"/>
                <a:gd name="connsiteY12" fmla="*/ 194349 h 462341"/>
                <a:gd name="connsiteX13" fmla="*/ 259433 w 435145"/>
                <a:gd name="connsiteY13" fmla="*/ 362967 h 462341"/>
                <a:gd name="connsiteX14" fmla="*/ 321985 w 435145"/>
                <a:gd name="connsiteY14" fmla="*/ 422800 h 462341"/>
                <a:gd name="connsiteX15" fmla="*/ 387257 w 435145"/>
                <a:gd name="connsiteY15" fmla="*/ 362967 h 462341"/>
                <a:gd name="connsiteX16" fmla="*/ 387257 w 435145"/>
                <a:gd name="connsiteY16" fmla="*/ 273219 h 462341"/>
                <a:gd name="connsiteX17" fmla="*/ 302948 w 435145"/>
                <a:gd name="connsiteY17" fmla="*/ 74684 h 46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5145" h="462341">
                  <a:moveTo>
                    <a:pt x="302948" y="74684"/>
                  </a:moveTo>
                  <a:cubicBezTo>
                    <a:pt x="234956" y="74684"/>
                    <a:pt x="196881" y="131797"/>
                    <a:pt x="186003" y="148115"/>
                  </a:cubicBezTo>
                  <a:lnTo>
                    <a:pt x="186003" y="148115"/>
                  </a:lnTo>
                  <a:cubicBezTo>
                    <a:pt x="186003" y="129077"/>
                    <a:pt x="186003" y="115479"/>
                    <a:pt x="186003" y="115479"/>
                  </a:cubicBezTo>
                  <a:cubicBezTo>
                    <a:pt x="186003" y="82843"/>
                    <a:pt x="156086" y="58366"/>
                    <a:pt x="123450" y="58366"/>
                  </a:cubicBezTo>
                  <a:cubicBezTo>
                    <a:pt x="90814" y="55646"/>
                    <a:pt x="58178" y="82843"/>
                    <a:pt x="58178" y="115479"/>
                  </a:cubicBezTo>
                  <a:cubicBezTo>
                    <a:pt x="58178" y="120918"/>
                    <a:pt x="58178" y="360248"/>
                    <a:pt x="58178" y="362967"/>
                  </a:cubicBezTo>
                  <a:cubicBezTo>
                    <a:pt x="58178" y="395603"/>
                    <a:pt x="88095" y="422800"/>
                    <a:pt x="120730" y="422800"/>
                  </a:cubicBezTo>
                  <a:cubicBezTo>
                    <a:pt x="153366" y="425519"/>
                    <a:pt x="186003" y="395603"/>
                    <a:pt x="186003" y="362967"/>
                  </a:cubicBezTo>
                  <a:cubicBezTo>
                    <a:pt x="186003" y="360248"/>
                    <a:pt x="186003" y="281378"/>
                    <a:pt x="186003" y="213386"/>
                  </a:cubicBezTo>
                  <a:lnTo>
                    <a:pt x="186003" y="213386"/>
                  </a:lnTo>
                  <a:cubicBezTo>
                    <a:pt x="191442" y="186190"/>
                    <a:pt x="205040" y="161713"/>
                    <a:pt x="229517" y="161713"/>
                  </a:cubicBezTo>
                  <a:cubicBezTo>
                    <a:pt x="259433" y="161713"/>
                    <a:pt x="259433" y="194349"/>
                    <a:pt x="259433" y="194349"/>
                  </a:cubicBezTo>
                  <a:lnTo>
                    <a:pt x="259433" y="362967"/>
                  </a:lnTo>
                  <a:cubicBezTo>
                    <a:pt x="259433" y="395603"/>
                    <a:pt x="289349" y="422800"/>
                    <a:pt x="321985" y="422800"/>
                  </a:cubicBezTo>
                  <a:cubicBezTo>
                    <a:pt x="354621" y="425519"/>
                    <a:pt x="387257" y="395603"/>
                    <a:pt x="387257" y="362967"/>
                  </a:cubicBezTo>
                  <a:lnTo>
                    <a:pt x="387257" y="273219"/>
                  </a:lnTo>
                  <a:cubicBezTo>
                    <a:pt x="387257" y="183470"/>
                    <a:pt x="395416" y="71964"/>
                    <a:pt x="302948" y="7468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E4435034-3BFA-4E05-A947-D42274FB4ACD}"/>
                </a:ext>
              </a:extLst>
            </p:cNvPr>
            <p:cNvSpPr/>
            <p:nvPr/>
          </p:nvSpPr>
          <p:spPr>
            <a:xfrm>
              <a:off x="7960620" y="3416868"/>
              <a:ext cx="435145" cy="462341"/>
            </a:xfrm>
            <a:custGeom>
              <a:avLst/>
              <a:gdLst>
                <a:gd name="connsiteX0" fmla="*/ 302948 w 435145"/>
                <a:gd name="connsiteY0" fmla="*/ 74684 h 462341"/>
                <a:gd name="connsiteX1" fmla="*/ 186002 w 435145"/>
                <a:gd name="connsiteY1" fmla="*/ 148115 h 462341"/>
                <a:gd name="connsiteX2" fmla="*/ 186002 w 435145"/>
                <a:gd name="connsiteY2" fmla="*/ 148115 h 462341"/>
                <a:gd name="connsiteX3" fmla="*/ 186002 w 435145"/>
                <a:gd name="connsiteY3" fmla="*/ 115479 h 462341"/>
                <a:gd name="connsiteX4" fmla="*/ 123450 w 435145"/>
                <a:gd name="connsiteY4" fmla="*/ 58366 h 462341"/>
                <a:gd name="connsiteX5" fmla="*/ 58178 w 435145"/>
                <a:gd name="connsiteY5" fmla="*/ 115479 h 462341"/>
                <a:gd name="connsiteX6" fmla="*/ 58178 w 435145"/>
                <a:gd name="connsiteY6" fmla="*/ 362967 h 462341"/>
                <a:gd name="connsiteX7" fmla="*/ 120730 w 435145"/>
                <a:gd name="connsiteY7" fmla="*/ 422800 h 462341"/>
                <a:gd name="connsiteX8" fmla="*/ 186002 w 435145"/>
                <a:gd name="connsiteY8" fmla="*/ 362967 h 462341"/>
                <a:gd name="connsiteX9" fmla="*/ 186002 w 435145"/>
                <a:gd name="connsiteY9" fmla="*/ 213386 h 462341"/>
                <a:gd name="connsiteX10" fmla="*/ 186002 w 435145"/>
                <a:gd name="connsiteY10" fmla="*/ 213386 h 462341"/>
                <a:gd name="connsiteX11" fmla="*/ 229517 w 435145"/>
                <a:gd name="connsiteY11" fmla="*/ 161713 h 462341"/>
                <a:gd name="connsiteX12" fmla="*/ 259433 w 435145"/>
                <a:gd name="connsiteY12" fmla="*/ 194349 h 462341"/>
                <a:gd name="connsiteX13" fmla="*/ 259433 w 435145"/>
                <a:gd name="connsiteY13" fmla="*/ 362967 h 462341"/>
                <a:gd name="connsiteX14" fmla="*/ 321985 w 435145"/>
                <a:gd name="connsiteY14" fmla="*/ 422800 h 462341"/>
                <a:gd name="connsiteX15" fmla="*/ 387257 w 435145"/>
                <a:gd name="connsiteY15" fmla="*/ 362967 h 462341"/>
                <a:gd name="connsiteX16" fmla="*/ 387257 w 435145"/>
                <a:gd name="connsiteY16" fmla="*/ 273219 h 462341"/>
                <a:gd name="connsiteX17" fmla="*/ 302948 w 435145"/>
                <a:gd name="connsiteY17" fmla="*/ 74684 h 46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5145" h="462341">
                  <a:moveTo>
                    <a:pt x="302948" y="74684"/>
                  </a:moveTo>
                  <a:cubicBezTo>
                    <a:pt x="234956" y="74684"/>
                    <a:pt x="196881" y="131797"/>
                    <a:pt x="186002" y="148115"/>
                  </a:cubicBezTo>
                  <a:lnTo>
                    <a:pt x="186002" y="148115"/>
                  </a:lnTo>
                  <a:cubicBezTo>
                    <a:pt x="186002" y="129077"/>
                    <a:pt x="186002" y="115479"/>
                    <a:pt x="186002" y="115479"/>
                  </a:cubicBezTo>
                  <a:cubicBezTo>
                    <a:pt x="186002" y="82843"/>
                    <a:pt x="156086" y="58366"/>
                    <a:pt x="123450" y="58366"/>
                  </a:cubicBezTo>
                  <a:cubicBezTo>
                    <a:pt x="90814" y="55646"/>
                    <a:pt x="58178" y="82843"/>
                    <a:pt x="58178" y="115479"/>
                  </a:cubicBezTo>
                  <a:cubicBezTo>
                    <a:pt x="58178" y="120918"/>
                    <a:pt x="58178" y="360248"/>
                    <a:pt x="58178" y="362967"/>
                  </a:cubicBezTo>
                  <a:cubicBezTo>
                    <a:pt x="58178" y="395603"/>
                    <a:pt x="88095" y="422800"/>
                    <a:pt x="120730" y="422800"/>
                  </a:cubicBezTo>
                  <a:cubicBezTo>
                    <a:pt x="153366" y="425519"/>
                    <a:pt x="186002" y="395603"/>
                    <a:pt x="186002" y="362967"/>
                  </a:cubicBezTo>
                  <a:cubicBezTo>
                    <a:pt x="186002" y="360248"/>
                    <a:pt x="186002" y="281378"/>
                    <a:pt x="186002" y="213386"/>
                  </a:cubicBezTo>
                  <a:lnTo>
                    <a:pt x="186002" y="213386"/>
                  </a:lnTo>
                  <a:cubicBezTo>
                    <a:pt x="191442" y="186190"/>
                    <a:pt x="205040" y="161713"/>
                    <a:pt x="229517" y="161713"/>
                  </a:cubicBezTo>
                  <a:cubicBezTo>
                    <a:pt x="259433" y="161713"/>
                    <a:pt x="259433" y="194349"/>
                    <a:pt x="259433" y="194349"/>
                  </a:cubicBezTo>
                  <a:lnTo>
                    <a:pt x="259433" y="362967"/>
                  </a:lnTo>
                  <a:cubicBezTo>
                    <a:pt x="259433" y="395603"/>
                    <a:pt x="289349" y="422800"/>
                    <a:pt x="321985" y="422800"/>
                  </a:cubicBezTo>
                  <a:cubicBezTo>
                    <a:pt x="354621" y="425519"/>
                    <a:pt x="387257" y="395603"/>
                    <a:pt x="387257" y="362967"/>
                  </a:cubicBezTo>
                  <a:lnTo>
                    <a:pt x="387257" y="273219"/>
                  </a:lnTo>
                  <a:cubicBezTo>
                    <a:pt x="384537" y="183470"/>
                    <a:pt x="395416" y="71964"/>
                    <a:pt x="302948" y="7468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1F94EEDF-4DA9-4C49-8D81-4FEAA7A00790}"/>
                </a:ext>
              </a:extLst>
            </p:cNvPr>
            <p:cNvSpPr/>
            <p:nvPr/>
          </p:nvSpPr>
          <p:spPr>
            <a:xfrm>
              <a:off x="5020669" y="3416868"/>
              <a:ext cx="435145" cy="462341"/>
            </a:xfrm>
            <a:custGeom>
              <a:avLst/>
              <a:gdLst>
                <a:gd name="connsiteX0" fmla="*/ 302948 w 435145"/>
                <a:gd name="connsiteY0" fmla="*/ 74684 h 462341"/>
                <a:gd name="connsiteX1" fmla="*/ 186002 w 435145"/>
                <a:gd name="connsiteY1" fmla="*/ 148115 h 462341"/>
                <a:gd name="connsiteX2" fmla="*/ 186002 w 435145"/>
                <a:gd name="connsiteY2" fmla="*/ 148115 h 462341"/>
                <a:gd name="connsiteX3" fmla="*/ 186002 w 435145"/>
                <a:gd name="connsiteY3" fmla="*/ 115479 h 462341"/>
                <a:gd name="connsiteX4" fmla="*/ 123450 w 435145"/>
                <a:gd name="connsiteY4" fmla="*/ 58366 h 462341"/>
                <a:gd name="connsiteX5" fmla="*/ 58178 w 435145"/>
                <a:gd name="connsiteY5" fmla="*/ 115479 h 462341"/>
                <a:gd name="connsiteX6" fmla="*/ 58178 w 435145"/>
                <a:gd name="connsiteY6" fmla="*/ 362967 h 462341"/>
                <a:gd name="connsiteX7" fmla="*/ 120730 w 435145"/>
                <a:gd name="connsiteY7" fmla="*/ 422800 h 462341"/>
                <a:gd name="connsiteX8" fmla="*/ 186002 w 435145"/>
                <a:gd name="connsiteY8" fmla="*/ 362967 h 462341"/>
                <a:gd name="connsiteX9" fmla="*/ 186002 w 435145"/>
                <a:gd name="connsiteY9" fmla="*/ 213386 h 462341"/>
                <a:gd name="connsiteX10" fmla="*/ 186002 w 435145"/>
                <a:gd name="connsiteY10" fmla="*/ 213386 h 462341"/>
                <a:gd name="connsiteX11" fmla="*/ 229517 w 435145"/>
                <a:gd name="connsiteY11" fmla="*/ 161713 h 462341"/>
                <a:gd name="connsiteX12" fmla="*/ 259433 w 435145"/>
                <a:gd name="connsiteY12" fmla="*/ 194349 h 462341"/>
                <a:gd name="connsiteX13" fmla="*/ 259433 w 435145"/>
                <a:gd name="connsiteY13" fmla="*/ 362967 h 462341"/>
                <a:gd name="connsiteX14" fmla="*/ 321985 w 435145"/>
                <a:gd name="connsiteY14" fmla="*/ 422800 h 462341"/>
                <a:gd name="connsiteX15" fmla="*/ 387257 w 435145"/>
                <a:gd name="connsiteY15" fmla="*/ 362967 h 462341"/>
                <a:gd name="connsiteX16" fmla="*/ 387257 w 435145"/>
                <a:gd name="connsiteY16" fmla="*/ 273219 h 462341"/>
                <a:gd name="connsiteX17" fmla="*/ 302948 w 435145"/>
                <a:gd name="connsiteY17" fmla="*/ 74684 h 46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5145" h="462341">
                  <a:moveTo>
                    <a:pt x="302948" y="74684"/>
                  </a:moveTo>
                  <a:cubicBezTo>
                    <a:pt x="234956" y="74684"/>
                    <a:pt x="196881" y="131797"/>
                    <a:pt x="186002" y="148115"/>
                  </a:cubicBezTo>
                  <a:lnTo>
                    <a:pt x="186002" y="148115"/>
                  </a:lnTo>
                  <a:cubicBezTo>
                    <a:pt x="186002" y="129077"/>
                    <a:pt x="186002" y="115479"/>
                    <a:pt x="186002" y="115479"/>
                  </a:cubicBezTo>
                  <a:cubicBezTo>
                    <a:pt x="186002" y="82843"/>
                    <a:pt x="156086" y="58366"/>
                    <a:pt x="123450" y="58366"/>
                  </a:cubicBezTo>
                  <a:cubicBezTo>
                    <a:pt x="90814" y="55646"/>
                    <a:pt x="58178" y="82843"/>
                    <a:pt x="58178" y="115479"/>
                  </a:cubicBezTo>
                  <a:cubicBezTo>
                    <a:pt x="58178" y="120918"/>
                    <a:pt x="58178" y="360248"/>
                    <a:pt x="58178" y="362967"/>
                  </a:cubicBezTo>
                  <a:cubicBezTo>
                    <a:pt x="58178" y="395603"/>
                    <a:pt x="88094" y="422800"/>
                    <a:pt x="120730" y="422800"/>
                  </a:cubicBezTo>
                  <a:cubicBezTo>
                    <a:pt x="153366" y="425519"/>
                    <a:pt x="186002" y="395603"/>
                    <a:pt x="186002" y="362967"/>
                  </a:cubicBezTo>
                  <a:cubicBezTo>
                    <a:pt x="186002" y="360248"/>
                    <a:pt x="186002" y="281378"/>
                    <a:pt x="186002" y="213386"/>
                  </a:cubicBezTo>
                  <a:lnTo>
                    <a:pt x="186002" y="213386"/>
                  </a:lnTo>
                  <a:cubicBezTo>
                    <a:pt x="191442" y="186190"/>
                    <a:pt x="205040" y="161713"/>
                    <a:pt x="229517" y="161713"/>
                  </a:cubicBezTo>
                  <a:cubicBezTo>
                    <a:pt x="259433" y="161713"/>
                    <a:pt x="259433" y="194349"/>
                    <a:pt x="259433" y="194349"/>
                  </a:cubicBezTo>
                  <a:lnTo>
                    <a:pt x="259433" y="362967"/>
                  </a:lnTo>
                  <a:cubicBezTo>
                    <a:pt x="259433" y="395603"/>
                    <a:pt x="289349" y="422800"/>
                    <a:pt x="321985" y="422800"/>
                  </a:cubicBezTo>
                  <a:cubicBezTo>
                    <a:pt x="354621" y="425519"/>
                    <a:pt x="387257" y="395603"/>
                    <a:pt x="387257" y="362967"/>
                  </a:cubicBezTo>
                  <a:lnTo>
                    <a:pt x="387257" y="273219"/>
                  </a:lnTo>
                  <a:cubicBezTo>
                    <a:pt x="384537" y="183470"/>
                    <a:pt x="395416" y="71964"/>
                    <a:pt x="302948" y="7468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847FAE4D-6929-4A6E-B735-59F6ED016FDD}"/>
                </a:ext>
              </a:extLst>
            </p:cNvPr>
            <p:cNvSpPr/>
            <p:nvPr/>
          </p:nvSpPr>
          <p:spPr>
            <a:xfrm>
              <a:off x="7616289" y="3475234"/>
              <a:ext cx="364436" cy="364434"/>
            </a:xfrm>
            <a:custGeom>
              <a:avLst/>
              <a:gdLst>
                <a:gd name="connsiteX0" fmla="*/ 182218 w 364436"/>
                <a:gd name="connsiteY0" fmla="*/ 73431 h 364434"/>
                <a:gd name="connsiteX1" fmla="*/ 130544 w 364436"/>
                <a:gd name="connsiteY1" fmla="*/ 179499 h 364434"/>
                <a:gd name="connsiteX2" fmla="*/ 182218 w 364436"/>
                <a:gd name="connsiteY2" fmla="*/ 285565 h 364434"/>
                <a:gd name="connsiteX3" fmla="*/ 233891 w 364436"/>
                <a:gd name="connsiteY3" fmla="*/ 179499 h 364434"/>
                <a:gd name="connsiteX4" fmla="*/ 182218 w 364436"/>
                <a:gd name="connsiteY4" fmla="*/ 73431 h 364434"/>
                <a:gd name="connsiteX5" fmla="*/ 182219 w 364436"/>
                <a:gd name="connsiteY5" fmla="*/ 0 h 364434"/>
                <a:gd name="connsiteX6" fmla="*/ 364436 w 364436"/>
                <a:gd name="connsiteY6" fmla="*/ 182217 h 364434"/>
                <a:gd name="connsiteX7" fmla="*/ 182219 w 364436"/>
                <a:gd name="connsiteY7" fmla="*/ 364434 h 364434"/>
                <a:gd name="connsiteX8" fmla="*/ 0 w 364436"/>
                <a:gd name="connsiteY8" fmla="*/ 182217 h 364434"/>
                <a:gd name="connsiteX9" fmla="*/ 182219 w 364436"/>
                <a:gd name="connsiteY9" fmla="*/ 0 h 364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64436" h="364434">
                  <a:moveTo>
                    <a:pt x="182218" y="73431"/>
                  </a:moveTo>
                  <a:cubicBezTo>
                    <a:pt x="152302" y="76151"/>
                    <a:pt x="130544" y="114226"/>
                    <a:pt x="130544" y="179499"/>
                  </a:cubicBezTo>
                  <a:cubicBezTo>
                    <a:pt x="130544" y="244770"/>
                    <a:pt x="146862" y="285565"/>
                    <a:pt x="182218" y="285565"/>
                  </a:cubicBezTo>
                  <a:cubicBezTo>
                    <a:pt x="217573" y="285565"/>
                    <a:pt x="233891" y="247490"/>
                    <a:pt x="233891" y="179499"/>
                  </a:cubicBezTo>
                  <a:cubicBezTo>
                    <a:pt x="233891" y="114226"/>
                    <a:pt x="212134" y="73431"/>
                    <a:pt x="182218" y="73431"/>
                  </a:cubicBezTo>
                  <a:close/>
                  <a:moveTo>
                    <a:pt x="182219" y="0"/>
                  </a:moveTo>
                  <a:cubicBezTo>
                    <a:pt x="282846" y="0"/>
                    <a:pt x="364436" y="81590"/>
                    <a:pt x="364436" y="182217"/>
                  </a:cubicBezTo>
                  <a:cubicBezTo>
                    <a:pt x="364436" y="282844"/>
                    <a:pt x="282846" y="364434"/>
                    <a:pt x="182219" y="364434"/>
                  </a:cubicBezTo>
                  <a:cubicBezTo>
                    <a:pt x="81591" y="364434"/>
                    <a:pt x="0" y="282844"/>
                    <a:pt x="0" y="182217"/>
                  </a:cubicBezTo>
                  <a:cubicBezTo>
                    <a:pt x="0" y="81590"/>
                    <a:pt x="81591" y="0"/>
                    <a:pt x="182219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A61A7D8E-A6BF-40D7-95EB-1191999BD2EC}"/>
                </a:ext>
              </a:extLst>
            </p:cNvPr>
            <p:cNvSpPr/>
            <p:nvPr/>
          </p:nvSpPr>
          <p:spPr>
            <a:xfrm>
              <a:off x="6743101" y="3464184"/>
              <a:ext cx="372773" cy="375657"/>
            </a:xfrm>
            <a:custGeom>
              <a:avLst/>
              <a:gdLst>
                <a:gd name="connsiteX0" fmla="*/ 176958 w 372773"/>
                <a:gd name="connsiteY0" fmla="*/ 98080 h 375657"/>
                <a:gd name="connsiteX1" fmla="*/ 125284 w 372773"/>
                <a:gd name="connsiteY1" fmla="*/ 190548 h 375657"/>
                <a:gd name="connsiteX2" fmla="*/ 176958 w 372773"/>
                <a:gd name="connsiteY2" fmla="*/ 283017 h 375657"/>
                <a:gd name="connsiteX3" fmla="*/ 228631 w 372773"/>
                <a:gd name="connsiteY3" fmla="*/ 190548 h 375657"/>
                <a:gd name="connsiteX4" fmla="*/ 176958 w 372773"/>
                <a:gd name="connsiteY4" fmla="*/ 98080 h 375657"/>
                <a:gd name="connsiteX5" fmla="*/ 307501 w 372773"/>
                <a:gd name="connsiteY5" fmla="*/ 172 h 375657"/>
                <a:gd name="connsiteX6" fmla="*/ 372773 w 372773"/>
                <a:gd name="connsiteY6" fmla="*/ 62724 h 375657"/>
                <a:gd name="connsiteX7" fmla="*/ 372773 w 372773"/>
                <a:gd name="connsiteY7" fmla="*/ 312934 h 375657"/>
                <a:gd name="connsiteX8" fmla="*/ 302061 w 372773"/>
                <a:gd name="connsiteY8" fmla="*/ 375486 h 375657"/>
                <a:gd name="connsiteX9" fmla="*/ 239509 w 372773"/>
                <a:gd name="connsiteY9" fmla="*/ 326532 h 375657"/>
                <a:gd name="connsiteX10" fmla="*/ 179677 w 372773"/>
                <a:gd name="connsiteY10" fmla="*/ 370046 h 375657"/>
                <a:gd name="connsiteX11" fmla="*/ 70890 w 372773"/>
                <a:gd name="connsiteY11" fmla="*/ 353728 h 375657"/>
                <a:gd name="connsiteX12" fmla="*/ 128003 w 372773"/>
                <a:gd name="connsiteY12" fmla="*/ 11051 h 375657"/>
                <a:gd name="connsiteX13" fmla="*/ 236790 w 372773"/>
                <a:gd name="connsiteY13" fmla="*/ 70883 h 375657"/>
                <a:gd name="connsiteX14" fmla="*/ 236790 w 372773"/>
                <a:gd name="connsiteY14" fmla="*/ 62724 h 375657"/>
                <a:gd name="connsiteX15" fmla="*/ 307501 w 372773"/>
                <a:gd name="connsiteY15" fmla="*/ 172 h 375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2773" h="375657">
                  <a:moveTo>
                    <a:pt x="176958" y="98080"/>
                  </a:moveTo>
                  <a:cubicBezTo>
                    <a:pt x="147042" y="100800"/>
                    <a:pt x="125284" y="133436"/>
                    <a:pt x="125284" y="190548"/>
                  </a:cubicBezTo>
                  <a:cubicBezTo>
                    <a:pt x="125284" y="247661"/>
                    <a:pt x="141602" y="283017"/>
                    <a:pt x="176958" y="283017"/>
                  </a:cubicBezTo>
                  <a:cubicBezTo>
                    <a:pt x="212314" y="283017"/>
                    <a:pt x="228631" y="247661"/>
                    <a:pt x="228631" y="190548"/>
                  </a:cubicBezTo>
                  <a:cubicBezTo>
                    <a:pt x="228631" y="133436"/>
                    <a:pt x="206874" y="98080"/>
                    <a:pt x="176958" y="98080"/>
                  </a:cubicBezTo>
                  <a:close/>
                  <a:moveTo>
                    <a:pt x="307501" y="172"/>
                  </a:moveTo>
                  <a:cubicBezTo>
                    <a:pt x="340137" y="172"/>
                    <a:pt x="372773" y="30088"/>
                    <a:pt x="372773" y="62724"/>
                  </a:cubicBezTo>
                  <a:cubicBezTo>
                    <a:pt x="372773" y="65444"/>
                    <a:pt x="372773" y="307494"/>
                    <a:pt x="372773" y="312934"/>
                  </a:cubicBezTo>
                  <a:cubicBezTo>
                    <a:pt x="370053" y="348289"/>
                    <a:pt x="337417" y="378205"/>
                    <a:pt x="302061" y="375486"/>
                  </a:cubicBezTo>
                  <a:cubicBezTo>
                    <a:pt x="274865" y="372766"/>
                    <a:pt x="247668" y="353728"/>
                    <a:pt x="239509" y="326532"/>
                  </a:cubicBezTo>
                  <a:cubicBezTo>
                    <a:pt x="225911" y="348289"/>
                    <a:pt x="198715" y="364607"/>
                    <a:pt x="179677" y="370046"/>
                  </a:cubicBezTo>
                  <a:cubicBezTo>
                    <a:pt x="147041" y="378205"/>
                    <a:pt x="100807" y="372766"/>
                    <a:pt x="70890" y="353728"/>
                  </a:cubicBezTo>
                  <a:cubicBezTo>
                    <a:pt x="-35177" y="285737"/>
                    <a:pt x="-27018" y="11051"/>
                    <a:pt x="128003" y="11051"/>
                  </a:cubicBezTo>
                  <a:cubicBezTo>
                    <a:pt x="185116" y="11051"/>
                    <a:pt x="220471" y="49126"/>
                    <a:pt x="236790" y="70883"/>
                  </a:cubicBezTo>
                  <a:cubicBezTo>
                    <a:pt x="236790" y="70883"/>
                    <a:pt x="236790" y="65444"/>
                    <a:pt x="236790" y="62724"/>
                  </a:cubicBezTo>
                  <a:cubicBezTo>
                    <a:pt x="239509" y="27369"/>
                    <a:pt x="272145" y="-2547"/>
                    <a:pt x="307501" y="172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41409C27-3D54-4E7E-B608-F8D1F36BC68E}"/>
                </a:ext>
              </a:extLst>
            </p:cNvPr>
            <p:cNvSpPr/>
            <p:nvPr/>
          </p:nvSpPr>
          <p:spPr>
            <a:xfrm>
              <a:off x="8380335" y="3464184"/>
              <a:ext cx="372772" cy="375657"/>
            </a:xfrm>
            <a:custGeom>
              <a:avLst/>
              <a:gdLst>
                <a:gd name="connsiteX0" fmla="*/ 176957 w 372772"/>
                <a:gd name="connsiteY0" fmla="*/ 98080 h 375657"/>
                <a:gd name="connsiteX1" fmla="*/ 125282 w 372772"/>
                <a:gd name="connsiteY1" fmla="*/ 190548 h 375657"/>
                <a:gd name="connsiteX2" fmla="*/ 176957 w 372772"/>
                <a:gd name="connsiteY2" fmla="*/ 283017 h 375657"/>
                <a:gd name="connsiteX3" fmla="*/ 228630 w 372772"/>
                <a:gd name="connsiteY3" fmla="*/ 190548 h 375657"/>
                <a:gd name="connsiteX4" fmla="*/ 176957 w 372772"/>
                <a:gd name="connsiteY4" fmla="*/ 98080 h 375657"/>
                <a:gd name="connsiteX5" fmla="*/ 307501 w 372772"/>
                <a:gd name="connsiteY5" fmla="*/ 172 h 375657"/>
                <a:gd name="connsiteX6" fmla="*/ 372772 w 372772"/>
                <a:gd name="connsiteY6" fmla="*/ 62724 h 375657"/>
                <a:gd name="connsiteX7" fmla="*/ 372772 w 372772"/>
                <a:gd name="connsiteY7" fmla="*/ 312934 h 375657"/>
                <a:gd name="connsiteX8" fmla="*/ 302062 w 372772"/>
                <a:gd name="connsiteY8" fmla="*/ 375486 h 375657"/>
                <a:gd name="connsiteX9" fmla="*/ 239509 w 372772"/>
                <a:gd name="connsiteY9" fmla="*/ 326532 h 375657"/>
                <a:gd name="connsiteX10" fmla="*/ 179677 w 372772"/>
                <a:gd name="connsiteY10" fmla="*/ 370046 h 375657"/>
                <a:gd name="connsiteX11" fmla="*/ 70890 w 372772"/>
                <a:gd name="connsiteY11" fmla="*/ 353728 h 375657"/>
                <a:gd name="connsiteX12" fmla="*/ 128002 w 372772"/>
                <a:gd name="connsiteY12" fmla="*/ 11051 h 375657"/>
                <a:gd name="connsiteX13" fmla="*/ 236790 w 372772"/>
                <a:gd name="connsiteY13" fmla="*/ 70883 h 375657"/>
                <a:gd name="connsiteX14" fmla="*/ 236790 w 372772"/>
                <a:gd name="connsiteY14" fmla="*/ 62724 h 375657"/>
                <a:gd name="connsiteX15" fmla="*/ 307501 w 372772"/>
                <a:gd name="connsiteY15" fmla="*/ 172 h 375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2772" h="375657">
                  <a:moveTo>
                    <a:pt x="176957" y="98080"/>
                  </a:moveTo>
                  <a:cubicBezTo>
                    <a:pt x="147039" y="100800"/>
                    <a:pt x="125282" y="133436"/>
                    <a:pt x="125282" y="190548"/>
                  </a:cubicBezTo>
                  <a:cubicBezTo>
                    <a:pt x="125282" y="247661"/>
                    <a:pt x="141600" y="283017"/>
                    <a:pt x="176957" y="283017"/>
                  </a:cubicBezTo>
                  <a:cubicBezTo>
                    <a:pt x="212312" y="283017"/>
                    <a:pt x="228630" y="247661"/>
                    <a:pt x="228630" y="190548"/>
                  </a:cubicBezTo>
                  <a:cubicBezTo>
                    <a:pt x="228630" y="133436"/>
                    <a:pt x="206873" y="98080"/>
                    <a:pt x="176957" y="98080"/>
                  </a:cubicBezTo>
                  <a:close/>
                  <a:moveTo>
                    <a:pt x="307501" y="172"/>
                  </a:moveTo>
                  <a:cubicBezTo>
                    <a:pt x="340137" y="172"/>
                    <a:pt x="372772" y="30088"/>
                    <a:pt x="372772" y="62724"/>
                  </a:cubicBezTo>
                  <a:cubicBezTo>
                    <a:pt x="372772" y="65444"/>
                    <a:pt x="372772" y="307494"/>
                    <a:pt x="372772" y="312934"/>
                  </a:cubicBezTo>
                  <a:cubicBezTo>
                    <a:pt x="370053" y="348289"/>
                    <a:pt x="337417" y="378205"/>
                    <a:pt x="302062" y="375486"/>
                  </a:cubicBezTo>
                  <a:cubicBezTo>
                    <a:pt x="274865" y="372766"/>
                    <a:pt x="247668" y="353728"/>
                    <a:pt x="239509" y="326532"/>
                  </a:cubicBezTo>
                  <a:cubicBezTo>
                    <a:pt x="228630" y="348289"/>
                    <a:pt x="198714" y="364607"/>
                    <a:pt x="179677" y="370046"/>
                  </a:cubicBezTo>
                  <a:cubicBezTo>
                    <a:pt x="147040" y="378205"/>
                    <a:pt x="100806" y="372766"/>
                    <a:pt x="70890" y="353728"/>
                  </a:cubicBezTo>
                  <a:cubicBezTo>
                    <a:pt x="-35177" y="285737"/>
                    <a:pt x="-27018" y="11051"/>
                    <a:pt x="128002" y="11051"/>
                  </a:cubicBezTo>
                  <a:cubicBezTo>
                    <a:pt x="185116" y="11051"/>
                    <a:pt x="220472" y="49126"/>
                    <a:pt x="236790" y="70883"/>
                  </a:cubicBezTo>
                  <a:cubicBezTo>
                    <a:pt x="236790" y="70883"/>
                    <a:pt x="236790" y="65444"/>
                    <a:pt x="236790" y="62724"/>
                  </a:cubicBezTo>
                  <a:cubicBezTo>
                    <a:pt x="239509" y="27369"/>
                    <a:pt x="272145" y="-2547"/>
                    <a:pt x="307501" y="172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DD063CBE-F520-471D-99C8-586943DE0D8C}"/>
                </a:ext>
              </a:extLst>
            </p:cNvPr>
            <p:cNvSpPr/>
            <p:nvPr/>
          </p:nvSpPr>
          <p:spPr>
            <a:xfrm>
              <a:off x="7389492" y="3444253"/>
              <a:ext cx="217573" cy="435145"/>
            </a:xfrm>
            <a:custGeom>
              <a:avLst/>
              <a:gdLst>
                <a:gd name="connsiteX0" fmla="*/ 186002 w 217572"/>
                <a:gd name="connsiteY0" fmla="*/ 118011 h 435144"/>
                <a:gd name="connsiteX1" fmla="*/ 128890 w 217572"/>
                <a:gd name="connsiteY1" fmla="*/ 58178 h 435144"/>
                <a:gd name="connsiteX2" fmla="*/ 123450 w 217572"/>
                <a:gd name="connsiteY2" fmla="*/ 58178 h 435144"/>
                <a:gd name="connsiteX3" fmla="*/ 58178 w 217572"/>
                <a:gd name="connsiteY3" fmla="*/ 115291 h 435144"/>
                <a:gd name="connsiteX4" fmla="*/ 58178 w 217572"/>
                <a:gd name="connsiteY4" fmla="*/ 232236 h 435144"/>
                <a:gd name="connsiteX5" fmla="*/ 58178 w 217572"/>
                <a:gd name="connsiteY5" fmla="*/ 232236 h 435144"/>
                <a:gd name="connsiteX6" fmla="*/ 58178 w 217572"/>
                <a:gd name="connsiteY6" fmla="*/ 335583 h 435144"/>
                <a:gd name="connsiteX7" fmla="*/ 115291 w 217572"/>
                <a:gd name="connsiteY7" fmla="*/ 395415 h 435144"/>
                <a:gd name="connsiteX8" fmla="*/ 120730 w 217572"/>
                <a:gd name="connsiteY8" fmla="*/ 395415 h 435144"/>
                <a:gd name="connsiteX9" fmla="*/ 186002 w 217572"/>
                <a:gd name="connsiteY9" fmla="*/ 338303 h 435144"/>
                <a:gd name="connsiteX10" fmla="*/ 186002 w 217572"/>
                <a:gd name="connsiteY10" fmla="*/ 240395 h 435144"/>
                <a:gd name="connsiteX11" fmla="*/ 186002 w 217572"/>
                <a:gd name="connsiteY11" fmla="*/ 240395 h 435144"/>
                <a:gd name="connsiteX12" fmla="*/ 186002 w 217572"/>
                <a:gd name="connsiteY12" fmla="*/ 118011 h 435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7572" h="435144">
                  <a:moveTo>
                    <a:pt x="186002" y="118011"/>
                  </a:moveTo>
                  <a:cubicBezTo>
                    <a:pt x="183283" y="85375"/>
                    <a:pt x="158806" y="60898"/>
                    <a:pt x="128890" y="58178"/>
                  </a:cubicBezTo>
                  <a:cubicBezTo>
                    <a:pt x="126170" y="58178"/>
                    <a:pt x="126170" y="58178"/>
                    <a:pt x="123450" y="58178"/>
                  </a:cubicBezTo>
                  <a:cubicBezTo>
                    <a:pt x="96254" y="58178"/>
                    <a:pt x="58178" y="82655"/>
                    <a:pt x="58178" y="115291"/>
                  </a:cubicBezTo>
                  <a:lnTo>
                    <a:pt x="58178" y="232236"/>
                  </a:lnTo>
                  <a:lnTo>
                    <a:pt x="58178" y="232236"/>
                  </a:lnTo>
                  <a:cubicBezTo>
                    <a:pt x="58178" y="270311"/>
                    <a:pt x="58178" y="335583"/>
                    <a:pt x="58178" y="335583"/>
                  </a:cubicBezTo>
                  <a:cubicBezTo>
                    <a:pt x="60898" y="368219"/>
                    <a:pt x="85375" y="392696"/>
                    <a:pt x="115291" y="395415"/>
                  </a:cubicBezTo>
                  <a:cubicBezTo>
                    <a:pt x="118011" y="395415"/>
                    <a:pt x="118011" y="395415"/>
                    <a:pt x="120730" y="395415"/>
                  </a:cubicBezTo>
                  <a:cubicBezTo>
                    <a:pt x="147927" y="395415"/>
                    <a:pt x="186002" y="370938"/>
                    <a:pt x="186002" y="338303"/>
                  </a:cubicBezTo>
                  <a:lnTo>
                    <a:pt x="186002" y="240395"/>
                  </a:lnTo>
                  <a:lnTo>
                    <a:pt x="186002" y="240395"/>
                  </a:lnTo>
                  <a:cubicBezTo>
                    <a:pt x="186002" y="202320"/>
                    <a:pt x="186002" y="118011"/>
                    <a:pt x="186002" y="118011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8DC003CD-8A26-432E-9060-84F8E0B2AA1B}"/>
                </a:ext>
              </a:extLst>
            </p:cNvPr>
            <p:cNvSpPr/>
            <p:nvPr/>
          </p:nvSpPr>
          <p:spPr>
            <a:xfrm>
              <a:off x="7392212" y="3280901"/>
              <a:ext cx="217573" cy="217572"/>
            </a:xfrm>
            <a:custGeom>
              <a:avLst/>
              <a:gdLst>
                <a:gd name="connsiteX0" fmla="*/ 183282 w 217572"/>
                <a:gd name="connsiteY0" fmla="*/ 120902 h 217572"/>
                <a:gd name="connsiteX1" fmla="*/ 120730 w 217572"/>
                <a:gd name="connsiteY1" fmla="*/ 183454 h 217572"/>
                <a:gd name="connsiteX2" fmla="*/ 58178 w 217572"/>
                <a:gd name="connsiteY2" fmla="*/ 120902 h 217572"/>
                <a:gd name="connsiteX3" fmla="*/ 120730 w 217572"/>
                <a:gd name="connsiteY3" fmla="*/ 58350 h 217572"/>
                <a:gd name="connsiteX4" fmla="*/ 183282 w 217572"/>
                <a:gd name="connsiteY4" fmla="*/ 120902 h 217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7572" h="217572">
                  <a:moveTo>
                    <a:pt x="183282" y="120902"/>
                  </a:moveTo>
                  <a:cubicBezTo>
                    <a:pt x="183282" y="156258"/>
                    <a:pt x="156086" y="183454"/>
                    <a:pt x="120730" y="183454"/>
                  </a:cubicBezTo>
                  <a:cubicBezTo>
                    <a:pt x="85375" y="183454"/>
                    <a:pt x="58178" y="156258"/>
                    <a:pt x="58178" y="120902"/>
                  </a:cubicBezTo>
                  <a:cubicBezTo>
                    <a:pt x="58178" y="85547"/>
                    <a:pt x="85375" y="58350"/>
                    <a:pt x="120730" y="58350"/>
                  </a:cubicBezTo>
                  <a:cubicBezTo>
                    <a:pt x="153366" y="55630"/>
                    <a:pt x="183282" y="85547"/>
                    <a:pt x="183282" y="120902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8EA46793-C37F-42AD-B0A2-1B9D19975188}"/>
                </a:ext>
              </a:extLst>
            </p:cNvPr>
            <p:cNvSpPr/>
            <p:nvPr/>
          </p:nvSpPr>
          <p:spPr>
            <a:xfrm>
              <a:off x="6005186" y="3416884"/>
              <a:ext cx="380752" cy="462341"/>
            </a:xfrm>
            <a:custGeom>
              <a:avLst/>
              <a:gdLst>
                <a:gd name="connsiteX0" fmla="*/ 270312 w 380752"/>
                <a:gd name="connsiteY0" fmla="*/ 69229 h 462341"/>
                <a:gd name="connsiteX1" fmla="*/ 188722 w 380752"/>
                <a:gd name="connsiteY1" fmla="*/ 134501 h 462341"/>
                <a:gd name="connsiteX2" fmla="*/ 188722 w 380752"/>
                <a:gd name="connsiteY2" fmla="*/ 118183 h 462341"/>
                <a:gd name="connsiteX3" fmla="*/ 126170 w 380752"/>
                <a:gd name="connsiteY3" fmla="*/ 58350 h 462341"/>
                <a:gd name="connsiteX4" fmla="*/ 58178 w 380752"/>
                <a:gd name="connsiteY4" fmla="*/ 118183 h 462341"/>
                <a:gd name="connsiteX5" fmla="*/ 58178 w 380752"/>
                <a:gd name="connsiteY5" fmla="*/ 210651 h 462341"/>
                <a:gd name="connsiteX6" fmla="*/ 58178 w 380752"/>
                <a:gd name="connsiteY6" fmla="*/ 365671 h 462341"/>
                <a:gd name="connsiteX7" fmla="*/ 58178 w 380752"/>
                <a:gd name="connsiteY7" fmla="*/ 365671 h 462341"/>
                <a:gd name="connsiteX8" fmla="*/ 120730 w 380752"/>
                <a:gd name="connsiteY8" fmla="*/ 425504 h 462341"/>
                <a:gd name="connsiteX9" fmla="*/ 186002 w 380752"/>
                <a:gd name="connsiteY9" fmla="*/ 365671 h 462341"/>
                <a:gd name="connsiteX10" fmla="*/ 186002 w 380752"/>
                <a:gd name="connsiteY10" fmla="*/ 365671 h 462341"/>
                <a:gd name="connsiteX11" fmla="*/ 186002 w 380752"/>
                <a:gd name="connsiteY11" fmla="*/ 210651 h 462341"/>
                <a:gd name="connsiteX12" fmla="*/ 215919 w 380752"/>
                <a:gd name="connsiteY12" fmla="*/ 158978 h 462341"/>
                <a:gd name="connsiteX13" fmla="*/ 275751 w 380752"/>
                <a:gd name="connsiteY13" fmla="*/ 221530 h 462341"/>
                <a:gd name="connsiteX14" fmla="*/ 270312 w 380752"/>
                <a:gd name="connsiteY14" fmla="*/ 69229 h 46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0752" h="462341">
                  <a:moveTo>
                    <a:pt x="270312" y="69229"/>
                  </a:moveTo>
                  <a:cubicBezTo>
                    <a:pt x="232236" y="71949"/>
                    <a:pt x="213199" y="99145"/>
                    <a:pt x="188722" y="134501"/>
                  </a:cubicBezTo>
                  <a:cubicBezTo>
                    <a:pt x="188722" y="134501"/>
                    <a:pt x="188722" y="118183"/>
                    <a:pt x="188722" y="118183"/>
                  </a:cubicBezTo>
                  <a:cubicBezTo>
                    <a:pt x="188722" y="85547"/>
                    <a:pt x="158806" y="58350"/>
                    <a:pt x="126170" y="58350"/>
                  </a:cubicBezTo>
                  <a:cubicBezTo>
                    <a:pt x="93534" y="55631"/>
                    <a:pt x="60898" y="85547"/>
                    <a:pt x="58178" y="118183"/>
                  </a:cubicBezTo>
                  <a:lnTo>
                    <a:pt x="58178" y="210651"/>
                  </a:lnTo>
                  <a:lnTo>
                    <a:pt x="58178" y="365671"/>
                  </a:lnTo>
                  <a:lnTo>
                    <a:pt x="58178" y="365671"/>
                  </a:lnTo>
                  <a:cubicBezTo>
                    <a:pt x="58178" y="398307"/>
                    <a:pt x="88094" y="425504"/>
                    <a:pt x="120730" y="425504"/>
                  </a:cubicBezTo>
                  <a:cubicBezTo>
                    <a:pt x="153366" y="428224"/>
                    <a:pt x="186002" y="398307"/>
                    <a:pt x="186002" y="365671"/>
                  </a:cubicBezTo>
                  <a:lnTo>
                    <a:pt x="186002" y="365671"/>
                  </a:lnTo>
                  <a:lnTo>
                    <a:pt x="186002" y="210651"/>
                  </a:lnTo>
                  <a:cubicBezTo>
                    <a:pt x="188722" y="188894"/>
                    <a:pt x="196881" y="158978"/>
                    <a:pt x="215919" y="158978"/>
                  </a:cubicBezTo>
                  <a:cubicBezTo>
                    <a:pt x="243115" y="158978"/>
                    <a:pt x="215919" y="221530"/>
                    <a:pt x="275751" y="221530"/>
                  </a:cubicBezTo>
                  <a:cubicBezTo>
                    <a:pt x="362780" y="221530"/>
                    <a:pt x="373658" y="63790"/>
                    <a:pt x="270312" y="69229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00046F6B-E5D4-4598-93CE-3280F6A1E048}"/>
                </a:ext>
              </a:extLst>
            </p:cNvPr>
            <p:cNvSpPr/>
            <p:nvPr/>
          </p:nvSpPr>
          <p:spPr>
            <a:xfrm>
              <a:off x="5693490" y="3475234"/>
              <a:ext cx="337238" cy="364434"/>
            </a:xfrm>
            <a:custGeom>
              <a:avLst/>
              <a:gdLst>
                <a:gd name="connsiteX0" fmla="*/ 180433 w 337238"/>
                <a:gd name="connsiteY0" fmla="*/ 73984 h 364434"/>
                <a:gd name="connsiteX1" fmla="*/ 163180 w 337238"/>
                <a:gd name="connsiteY1" fmla="*/ 78870 h 364434"/>
                <a:gd name="connsiteX2" fmla="*/ 125105 w 337238"/>
                <a:gd name="connsiteY2" fmla="*/ 160461 h 364434"/>
                <a:gd name="connsiteX3" fmla="*/ 171339 w 337238"/>
                <a:gd name="connsiteY3" fmla="*/ 163180 h 364434"/>
                <a:gd name="connsiteX4" fmla="*/ 214854 w 337238"/>
                <a:gd name="connsiteY4" fmla="*/ 108787 h 364434"/>
                <a:gd name="connsiteX5" fmla="*/ 180433 w 337238"/>
                <a:gd name="connsiteY5" fmla="*/ 73984 h 364434"/>
                <a:gd name="connsiteX6" fmla="*/ 174059 w 337238"/>
                <a:gd name="connsiteY6" fmla="*/ 0 h 364434"/>
                <a:gd name="connsiteX7" fmla="*/ 337238 w 337238"/>
                <a:gd name="connsiteY7" fmla="*/ 119665 h 364434"/>
                <a:gd name="connsiteX8" fmla="*/ 133264 w 337238"/>
                <a:gd name="connsiteY8" fmla="*/ 217573 h 364434"/>
                <a:gd name="connsiteX9" fmla="*/ 225732 w 337238"/>
                <a:gd name="connsiteY9" fmla="*/ 277405 h 364434"/>
                <a:gd name="connsiteX10" fmla="*/ 320920 w 337238"/>
                <a:gd name="connsiteY10" fmla="*/ 250208 h 364434"/>
                <a:gd name="connsiteX11" fmla="*/ 174059 w 337238"/>
                <a:gd name="connsiteY11" fmla="*/ 364434 h 364434"/>
                <a:gd name="connsiteX12" fmla="*/ 0 w 337238"/>
                <a:gd name="connsiteY12" fmla="*/ 184937 h 364434"/>
                <a:gd name="connsiteX13" fmla="*/ 174059 w 337238"/>
                <a:gd name="connsiteY13" fmla="*/ 0 h 364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37238" h="364434">
                  <a:moveTo>
                    <a:pt x="180433" y="73984"/>
                  </a:moveTo>
                  <a:cubicBezTo>
                    <a:pt x="174569" y="73941"/>
                    <a:pt x="168620" y="75471"/>
                    <a:pt x="163180" y="78870"/>
                  </a:cubicBezTo>
                  <a:cubicBezTo>
                    <a:pt x="135984" y="95189"/>
                    <a:pt x="127825" y="130544"/>
                    <a:pt x="125105" y="160461"/>
                  </a:cubicBezTo>
                  <a:cubicBezTo>
                    <a:pt x="125105" y="163180"/>
                    <a:pt x="168620" y="160461"/>
                    <a:pt x="171339" y="163180"/>
                  </a:cubicBezTo>
                  <a:cubicBezTo>
                    <a:pt x="195816" y="157741"/>
                    <a:pt x="214854" y="135984"/>
                    <a:pt x="214854" y="108787"/>
                  </a:cubicBezTo>
                  <a:cubicBezTo>
                    <a:pt x="214854" y="88389"/>
                    <a:pt x="198026" y="74111"/>
                    <a:pt x="180433" y="73984"/>
                  </a:cubicBezTo>
                  <a:close/>
                  <a:moveTo>
                    <a:pt x="174059" y="0"/>
                  </a:moveTo>
                  <a:cubicBezTo>
                    <a:pt x="233891" y="0"/>
                    <a:pt x="337238" y="29916"/>
                    <a:pt x="337238" y="119665"/>
                  </a:cubicBezTo>
                  <a:cubicBezTo>
                    <a:pt x="337238" y="209414"/>
                    <a:pt x="244770" y="217573"/>
                    <a:pt x="133264" y="217573"/>
                  </a:cubicBezTo>
                  <a:cubicBezTo>
                    <a:pt x="133264" y="217573"/>
                    <a:pt x="149581" y="277405"/>
                    <a:pt x="225732" y="277405"/>
                  </a:cubicBezTo>
                  <a:cubicBezTo>
                    <a:pt x="301883" y="277405"/>
                    <a:pt x="320920" y="250208"/>
                    <a:pt x="320920" y="250208"/>
                  </a:cubicBezTo>
                  <a:cubicBezTo>
                    <a:pt x="320920" y="250208"/>
                    <a:pt x="315481" y="364434"/>
                    <a:pt x="174059" y="364434"/>
                  </a:cubicBezTo>
                  <a:cubicBezTo>
                    <a:pt x="95188" y="364434"/>
                    <a:pt x="0" y="304602"/>
                    <a:pt x="0" y="184937"/>
                  </a:cubicBezTo>
                  <a:cubicBezTo>
                    <a:pt x="0" y="78870"/>
                    <a:pt x="73431" y="0"/>
                    <a:pt x="174059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D9E3FEEA-893B-4BCB-878A-93F25BBD9C29}"/>
                </a:ext>
              </a:extLst>
            </p:cNvPr>
            <p:cNvSpPr/>
            <p:nvPr/>
          </p:nvSpPr>
          <p:spPr>
            <a:xfrm>
              <a:off x="5376945" y="3338014"/>
              <a:ext cx="353556" cy="543931"/>
            </a:xfrm>
            <a:custGeom>
              <a:avLst/>
              <a:gdLst>
                <a:gd name="connsiteX0" fmla="*/ 311107 w 353555"/>
                <a:gd name="connsiteY0" fmla="*/ 433663 h 543931"/>
                <a:gd name="connsiteX1" fmla="*/ 215919 w 353555"/>
                <a:gd name="connsiteY1" fmla="*/ 501654 h 543931"/>
                <a:gd name="connsiteX2" fmla="*/ 98973 w 353555"/>
                <a:gd name="connsiteY2" fmla="*/ 392868 h 543931"/>
                <a:gd name="connsiteX3" fmla="*/ 98973 w 353555"/>
                <a:gd name="connsiteY3" fmla="*/ 221530 h 543931"/>
                <a:gd name="connsiteX4" fmla="*/ 82655 w 353555"/>
                <a:gd name="connsiteY4" fmla="*/ 221530 h 543931"/>
                <a:gd name="connsiteX5" fmla="*/ 58178 w 353555"/>
                <a:gd name="connsiteY5" fmla="*/ 191614 h 543931"/>
                <a:gd name="connsiteX6" fmla="*/ 85375 w 353555"/>
                <a:gd name="connsiteY6" fmla="*/ 164417 h 543931"/>
                <a:gd name="connsiteX7" fmla="*/ 101693 w 353555"/>
                <a:gd name="connsiteY7" fmla="*/ 164417 h 543931"/>
                <a:gd name="connsiteX8" fmla="*/ 101693 w 353555"/>
                <a:gd name="connsiteY8" fmla="*/ 118183 h 543931"/>
                <a:gd name="connsiteX9" fmla="*/ 166965 w 353555"/>
                <a:gd name="connsiteY9" fmla="*/ 58350 h 543931"/>
                <a:gd name="connsiteX10" fmla="*/ 229517 w 353555"/>
                <a:gd name="connsiteY10" fmla="*/ 118183 h 543931"/>
                <a:gd name="connsiteX11" fmla="*/ 229517 w 353555"/>
                <a:gd name="connsiteY11" fmla="*/ 118183 h 543931"/>
                <a:gd name="connsiteX12" fmla="*/ 229517 w 353555"/>
                <a:gd name="connsiteY12" fmla="*/ 164417 h 543931"/>
                <a:gd name="connsiteX13" fmla="*/ 283910 w 353555"/>
                <a:gd name="connsiteY13" fmla="*/ 164417 h 543931"/>
                <a:gd name="connsiteX14" fmla="*/ 308387 w 353555"/>
                <a:gd name="connsiteY14" fmla="*/ 194333 h 543931"/>
                <a:gd name="connsiteX15" fmla="*/ 281190 w 353555"/>
                <a:gd name="connsiteY15" fmla="*/ 221530 h 543931"/>
                <a:gd name="connsiteX16" fmla="*/ 229517 w 353555"/>
                <a:gd name="connsiteY16" fmla="*/ 221530 h 543931"/>
                <a:gd name="connsiteX17" fmla="*/ 229517 w 353555"/>
                <a:gd name="connsiteY17" fmla="*/ 365671 h 543931"/>
                <a:gd name="connsiteX18" fmla="*/ 311107 w 353555"/>
                <a:gd name="connsiteY18" fmla="*/ 433663 h 543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53555" h="543931">
                  <a:moveTo>
                    <a:pt x="311107" y="433663"/>
                  </a:moveTo>
                  <a:cubicBezTo>
                    <a:pt x="311107" y="433663"/>
                    <a:pt x="278471" y="501654"/>
                    <a:pt x="215919" y="501654"/>
                  </a:cubicBezTo>
                  <a:cubicBezTo>
                    <a:pt x="164245" y="501654"/>
                    <a:pt x="101693" y="458140"/>
                    <a:pt x="98973" y="392868"/>
                  </a:cubicBezTo>
                  <a:cubicBezTo>
                    <a:pt x="98973" y="392868"/>
                    <a:pt x="98973" y="297680"/>
                    <a:pt x="98973" y="221530"/>
                  </a:cubicBezTo>
                  <a:lnTo>
                    <a:pt x="82655" y="221530"/>
                  </a:lnTo>
                  <a:cubicBezTo>
                    <a:pt x="74496" y="221530"/>
                    <a:pt x="58178" y="216090"/>
                    <a:pt x="58178" y="191614"/>
                  </a:cubicBezTo>
                  <a:cubicBezTo>
                    <a:pt x="58178" y="167137"/>
                    <a:pt x="77216" y="164417"/>
                    <a:pt x="85375" y="164417"/>
                  </a:cubicBezTo>
                  <a:lnTo>
                    <a:pt x="101693" y="164417"/>
                  </a:lnTo>
                  <a:cubicBezTo>
                    <a:pt x="101693" y="137220"/>
                    <a:pt x="101693" y="118183"/>
                    <a:pt x="101693" y="118183"/>
                  </a:cubicBezTo>
                  <a:cubicBezTo>
                    <a:pt x="104413" y="85547"/>
                    <a:pt x="134329" y="55631"/>
                    <a:pt x="166965" y="58350"/>
                  </a:cubicBezTo>
                  <a:cubicBezTo>
                    <a:pt x="196881" y="61070"/>
                    <a:pt x="229517" y="85547"/>
                    <a:pt x="229517" y="118183"/>
                  </a:cubicBezTo>
                  <a:lnTo>
                    <a:pt x="229517" y="118183"/>
                  </a:lnTo>
                  <a:lnTo>
                    <a:pt x="229517" y="164417"/>
                  </a:lnTo>
                  <a:lnTo>
                    <a:pt x="283910" y="164417"/>
                  </a:lnTo>
                  <a:cubicBezTo>
                    <a:pt x="292069" y="164417"/>
                    <a:pt x="308387" y="169856"/>
                    <a:pt x="308387" y="194333"/>
                  </a:cubicBezTo>
                  <a:cubicBezTo>
                    <a:pt x="308387" y="218810"/>
                    <a:pt x="292069" y="221530"/>
                    <a:pt x="281190" y="221530"/>
                  </a:cubicBezTo>
                  <a:lnTo>
                    <a:pt x="229517" y="221530"/>
                  </a:lnTo>
                  <a:lnTo>
                    <a:pt x="229517" y="365671"/>
                  </a:lnTo>
                  <a:cubicBezTo>
                    <a:pt x="226797" y="409186"/>
                    <a:pt x="267592" y="433663"/>
                    <a:pt x="311107" y="433663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0C294731-92AD-4771-A321-6B09FBA089E6}"/>
                </a:ext>
              </a:extLst>
            </p:cNvPr>
            <p:cNvSpPr/>
            <p:nvPr/>
          </p:nvSpPr>
          <p:spPr>
            <a:xfrm>
              <a:off x="7090329" y="3338014"/>
              <a:ext cx="353556" cy="543931"/>
            </a:xfrm>
            <a:custGeom>
              <a:avLst/>
              <a:gdLst>
                <a:gd name="connsiteX0" fmla="*/ 311107 w 353555"/>
                <a:gd name="connsiteY0" fmla="*/ 433663 h 543931"/>
                <a:gd name="connsiteX1" fmla="*/ 215919 w 353555"/>
                <a:gd name="connsiteY1" fmla="*/ 501654 h 543931"/>
                <a:gd name="connsiteX2" fmla="*/ 98973 w 353555"/>
                <a:gd name="connsiteY2" fmla="*/ 392868 h 543931"/>
                <a:gd name="connsiteX3" fmla="*/ 98973 w 353555"/>
                <a:gd name="connsiteY3" fmla="*/ 221530 h 543931"/>
                <a:gd name="connsiteX4" fmla="*/ 82655 w 353555"/>
                <a:gd name="connsiteY4" fmla="*/ 221530 h 543931"/>
                <a:gd name="connsiteX5" fmla="*/ 58178 w 353555"/>
                <a:gd name="connsiteY5" fmla="*/ 191614 h 543931"/>
                <a:gd name="connsiteX6" fmla="*/ 85375 w 353555"/>
                <a:gd name="connsiteY6" fmla="*/ 164417 h 543931"/>
                <a:gd name="connsiteX7" fmla="*/ 101693 w 353555"/>
                <a:gd name="connsiteY7" fmla="*/ 164417 h 543931"/>
                <a:gd name="connsiteX8" fmla="*/ 101693 w 353555"/>
                <a:gd name="connsiteY8" fmla="*/ 118183 h 543931"/>
                <a:gd name="connsiteX9" fmla="*/ 166965 w 353555"/>
                <a:gd name="connsiteY9" fmla="*/ 58350 h 543931"/>
                <a:gd name="connsiteX10" fmla="*/ 229517 w 353555"/>
                <a:gd name="connsiteY10" fmla="*/ 118183 h 543931"/>
                <a:gd name="connsiteX11" fmla="*/ 229517 w 353555"/>
                <a:gd name="connsiteY11" fmla="*/ 118183 h 543931"/>
                <a:gd name="connsiteX12" fmla="*/ 229517 w 353555"/>
                <a:gd name="connsiteY12" fmla="*/ 164417 h 543931"/>
                <a:gd name="connsiteX13" fmla="*/ 283910 w 353555"/>
                <a:gd name="connsiteY13" fmla="*/ 164417 h 543931"/>
                <a:gd name="connsiteX14" fmla="*/ 308387 w 353555"/>
                <a:gd name="connsiteY14" fmla="*/ 194333 h 543931"/>
                <a:gd name="connsiteX15" fmla="*/ 281190 w 353555"/>
                <a:gd name="connsiteY15" fmla="*/ 221530 h 543931"/>
                <a:gd name="connsiteX16" fmla="*/ 229517 w 353555"/>
                <a:gd name="connsiteY16" fmla="*/ 221530 h 543931"/>
                <a:gd name="connsiteX17" fmla="*/ 229517 w 353555"/>
                <a:gd name="connsiteY17" fmla="*/ 365671 h 543931"/>
                <a:gd name="connsiteX18" fmla="*/ 311107 w 353555"/>
                <a:gd name="connsiteY18" fmla="*/ 433663 h 543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53555" h="543931">
                  <a:moveTo>
                    <a:pt x="311107" y="433663"/>
                  </a:moveTo>
                  <a:cubicBezTo>
                    <a:pt x="311107" y="433663"/>
                    <a:pt x="278471" y="501654"/>
                    <a:pt x="215919" y="501654"/>
                  </a:cubicBezTo>
                  <a:cubicBezTo>
                    <a:pt x="164245" y="501654"/>
                    <a:pt x="101693" y="458140"/>
                    <a:pt x="98973" y="392868"/>
                  </a:cubicBezTo>
                  <a:cubicBezTo>
                    <a:pt x="98973" y="392868"/>
                    <a:pt x="98973" y="297680"/>
                    <a:pt x="98973" y="221530"/>
                  </a:cubicBezTo>
                  <a:lnTo>
                    <a:pt x="82655" y="221530"/>
                  </a:lnTo>
                  <a:cubicBezTo>
                    <a:pt x="74496" y="221530"/>
                    <a:pt x="58178" y="216090"/>
                    <a:pt x="58178" y="191614"/>
                  </a:cubicBezTo>
                  <a:cubicBezTo>
                    <a:pt x="58178" y="167137"/>
                    <a:pt x="77216" y="164417"/>
                    <a:pt x="85375" y="164417"/>
                  </a:cubicBezTo>
                  <a:lnTo>
                    <a:pt x="101693" y="164417"/>
                  </a:lnTo>
                  <a:cubicBezTo>
                    <a:pt x="101693" y="137220"/>
                    <a:pt x="101693" y="118183"/>
                    <a:pt x="101693" y="118183"/>
                  </a:cubicBezTo>
                  <a:cubicBezTo>
                    <a:pt x="104412" y="85547"/>
                    <a:pt x="134329" y="55631"/>
                    <a:pt x="166965" y="58350"/>
                  </a:cubicBezTo>
                  <a:cubicBezTo>
                    <a:pt x="196881" y="61070"/>
                    <a:pt x="229517" y="85547"/>
                    <a:pt x="229517" y="118183"/>
                  </a:cubicBezTo>
                  <a:lnTo>
                    <a:pt x="229517" y="118183"/>
                  </a:lnTo>
                  <a:lnTo>
                    <a:pt x="229517" y="164417"/>
                  </a:lnTo>
                  <a:lnTo>
                    <a:pt x="283910" y="164417"/>
                  </a:lnTo>
                  <a:cubicBezTo>
                    <a:pt x="292069" y="164417"/>
                    <a:pt x="308387" y="169856"/>
                    <a:pt x="308387" y="194333"/>
                  </a:cubicBezTo>
                  <a:cubicBezTo>
                    <a:pt x="308387" y="218810"/>
                    <a:pt x="292069" y="221530"/>
                    <a:pt x="281190" y="221530"/>
                  </a:cubicBezTo>
                  <a:lnTo>
                    <a:pt x="229517" y="221530"/>
                  </a:lnTo>
                  <a:lnTo>
                    <a:pt x="229517" y="365671"/>
                  </a:lnTo>
                  <a:cubicBezTo>
                    <a:pt x="229517" y="409186"/>
                    <a:pt x="270312" y="433663"/>
                    <a:pt x="311107" y="433663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4E06B157-DBF4-4A2A-A41B-A23CBB507D06}"/>
                </a:ext>
              </a:extLst>
            </p:cNvPr>
            <p:cNvSpPr/>
            <p:nvPr/>
          </p:nvSpPr>
          <p:spPr>
            <a:xfrm>
              <a:off x="2080719" y="4178559"/>
              <a:ext cx="462342" cy="788700"/>
            </a:xfrm>
            <a:custGeom>
              <a:avLst/>
              <a:gdLst>
                <a:gd name="connsiteX0" fmla="*/ 403575 w 462341"/>
                <a:gd name="connsiteY0" fmla="*/ 583072 h 788699"/>
                <a:gd name="connsiteX1" fmla="*/ 406295 w 462341"/>
                <a:gd name="connsiteY1" fmla="*/ 596670 h 788699"/>
                <a:gd name="connsiteX2" fmla="*/ 400855 w 462341"/>
                <a:gd name="connsiteY2" fmla="*/ 610268 h 788699"/>
                <a:gd name="connsiteX3" fmla="*/ 389977 w 462341"/>
                <a:gd name="connsiteY3" fmla="*/ 626586 h 788699"/>
                <a:gd name="connsiteX4" fmla="*/ 354621 w 462341"/>
                <a:gd name="connsiteY4" fmla="*/ 675540 h 788699"/>
                <a:gd name="connsiteX5" fmla="*/ 327424 w 462341"/>
                <a:gd name="connsiteY5" fmla="*/ 691858 h 788699"/>
                <a:gd name="connsiteX6" fmla="*/ 292069 w 462341"/>
                <a:gd name="connsiteY6" fmla="*/ 713615 h 788699"/>
                <a:gd name="connsiteX7" fmla="*/ 251274 w 462341"/>
                <a:gd name="connsiteY7" fmla="*/ 724494 h 788699"/>
                <a:gd name="connsiteX8" fmla="*/ 221358 w 462341"/>
                <a:gd name="connsiteY8" fmla="*/ 721774 h 788699"/>
                <a:gd name="connsiteX9" fmla="*/ 191442 w 462341"/>
                <a:gd name="connsiteY9" fmla="*/ 721774 h 788699"/>
                <a:gd name="connsiteX10" fmla="*/ 153366 w 462341"/>
                <a:gd name="connsiteY10" fmla="*/ 713615 h 788699"/>
                <a:gd name="connsiteX11" fmla="*/ 104412 w 462341"/>
                <a:gd name="connsiteY11" fmla="*/ 675540 h 788699"/>
                <a:gd name="connsiteX12" fmla="*/ 104412 w 462341"/>
                <a:gd name="connsiteY12" fmla="*/ 689138 h 788699"/>
                <a:gd name="connsiteX13" fmla="*/ 101693 w 462341"/>
                <a:gd name="connsiteY13" fmla="*/ 710895 h 788699"/>
                <a:gd name="connsiteX14" fmla="*/ 85375 w 462341"/>
                <a:gd name="connsiteY14" fmla="*/ 732653 h 788699"/>
                <a:gd name="connsiteX15" fmla="*/ 69057 w 462341"/>
                <a:gd name="connsiteY15" fmla="*/ 727214 h 788699"/>
                <a:gd name="connsiteX16" fmla="*/ 60898 w 462341"/>
                <a:gd name="connsiteY16" fmla="*/ 710895 h 788699"/>
                <a:gd name="connsiteX17" fmla="*/ 58178 w 462341"/>
                <a:gd name="connsiteY17" fmla="*/ 691858 h 788699"/>
                <a:gd name="connsiteX18" fmla="*/ 60898 w 462341"/>
                <a:gd name="connsiteY18" fmla="*/ 664661 h 788699"/>
                <a:gd name="connsiteX19" fmla="*/ 60898 w 462341"/>
                <a:gd name="connsiteY19" fmla="*/ 607549 h 788699"/>
                <a:gd name="connsiteX20" fmla="*/ 63618 w 462341"/>
                <a:gd name="connsiteY20" fmla="*/ 528679 h 788699"/>
                <a:gd name="connsiteX21" fmla="*/ 69057 w 462341"/>
                <a:gd name="connsiteY21" fmla="*/ 504202 h 788699"/>
                <a:gd name="connsiteX22" fmla="*/ 74496 w 462341"/>
                <a:gd name="connsiteY22" fmla="*/ 493323 h 788699"/>
                <a:gd name="connsiteX23" fmla="*/ 82655 w 462341"/>
                <a:gd name="connsiteY23" fmla="*/ 487884 h 788699"/>
                <a:gd name="connsiteX24" fmla="*/ 90814 w 462341"/>
                <a:gd name="connsiteY24" fmla="*/ 493323 h 788699"/>
                <a:gd name="connsiteX25" fmla="*/ 98973 w 462341"/>
                <a:gd name="connsiteY25" fmla="*/ 512361 h 788699"/>
                <a:gd name="connsiteX26" fmla="*/ 101693 w 462341"/>
                <a:gd name="connsiteY26" fmla="*/ 555875 h 788699"/>
                <a:gd name="connsiteX27" fmla="*/ 101693 w 462341"/>
                <a:gd name="connsiteY27" fmla="*/ 596670 h 788699"/>
                <a:gd name="connsiteX28" fmla="*/ 109852 w 462341"/>
                <a:gd name="connsiteY28" fmla="*/ 626586 h 788699"/>
                <a:gd name="connsiteX29" fmla="*/ 128889 w 462341"/>
                <a:gd name="connsiteY29" fmla="*/ 651063 h 788699"/>
                <a:gd name="connsiteX30" fmla="*/ 153366 w 462341"/>
                <a:gd name="connsiteY30" fmla="*/ 670101 h 788699"/>
                <a:gd name="connsiteX31" fmla="*/ 196881 w 462341"/>
                <a:gd name="connsiteY31" fmla="*/ 678260 h 788699"/>
                <a:gd name="connsiteX32" fmla="*/ 221358 w 462341"/>
                <a:gd name="connsiteY32" fmla="*/ 667381 h 788699"/>
                <a:gd name="connsiteX33" fmla="*/ 253994 w 462341"/>
                <a:gd name="connsiteY33" fmla="*/ 659222 h 788699"/>
                <a:gd name="connsiteX34" fmla="*/ 275751 w 462341"/>
                <a:gd name="connsiteY34" fmla="*/ 637465 h 788699"/>
                <a:gd name="connsiteX35" fmla="*/ 281190 w 462341"/>
                <a:gd name="connsiteY35" fmla="*/ 615708 h 788699"/>
                <a:gd name="connsiteX36" fmla="*/ 278471 w 462341"/>
                <a:gd name="connsiteY36" fmla="*/ 602109 h 788699"/>
                <a:gd name="connsiteX37" fmla="*/ 262153 w 462341"/>
                <a:gd name="connsiteY37" fmla="*/ 572193 h 788699"/>
                <a:gd name="connsiteX38" fmla="*/ 245835 w 462341"/>
                <a:gd name="connsiteY38" fmla="*/ 536838 h 788699"/>
                <a:gd name="connsiteX39" fmla="*/ 196881 w 462341"/>
                <a:gd name="connsiteY39" fmla="*/ 477005 h 788699"/>
                <a:gd name="connsiteX40" fmla="*/ 145207 w 462341"/>
                <a:gd name="connsiteY40" fmla="*/ 419892 h 788699"/>
                <a:gd name="connsiteX41" fmla="*/ 93534 w 462341"/>
                <a:gd name="connsiteY41" fmla="*/ 357340 h 788699"/>
                <a:gd name="connsiteX42" fmla="*/ 66337 w 462341"/>
                <a:gd name="connsiteY42" fmla="*/ 283910 h 788699"/>
                <a:gd name="connsiteX43" fmla="*/ 58178 w 462341"/>
                <a:gd name="connsiteY43" fmla="*/ 224077 h 788699"/>
                <a:gd name="connsiteX44" fmla="*/ 82655 w 462341"/>
                <a:gd name="connsiteY44" fmla="*/ 150647 h 788699"/>
                <a:gd name="connsiteX45" fmla="*/ 137048 w 462341"/>
                <a:gd name="connsiteY45" fmla="*/ 96253 h 788699"/>
                <a:gd name="connsiteX46" fmla="*/ 196881 w 462341"/>
                <a:gd name="connsiteY46" fmla="*/ 77216 h 788699"/>
                <a:gd name="connsiteX47" fmla="*/ 232236 w 462341"/>
                <a:gd name="connsiteY47" fmla="*/ 69057 h 788699"/>
                <a:gd name="connsiteX48" fmla="*/ 262153 w 462341"/>
                <a:gd name="connsiteY48" fmla="*/ 74496 h 788699"/>
                <a:gd name="connsiteX49" fmla="*/ 294789 w 462341"/>
                <a:gd name="connsiteY49" fmla="*/ 85375 h 788699"/>
                <a:gd name="connsiteX50" fmla="*/ 327424 w 462341"/>
                <a:gd name="connsiteY50" fmla="*/ 104412 h 788699"/>
                <a:gd name="connsiteX51" fmla="*/ 332864 w 462341"/>
                <a:gd name="connsiteY51" fmla="*/ 74496 h 788699"/>
                <a:gd name="connsiteX52" fmla="*/ 338303 w 462341"/>
                <a:gd name="connsiteY52" fmla="*/ 63618 h 788699"/>
                <a:gd name="connsiteX53" fmla="*/ 349182 w 462341"/>
                <a:gd name="connsiteY53" fmla="*/ 58178 h 788699"/>
                <a:gd name="connsiteX54" fmla="*/ 357341 w 462341"/>
                <a:gd name="connsiteY54" fmla="*/ 63618 h 788699"/>
                <a:gd name="connsiteX55" fmla="*/ 365500 w 462341"/>
                <a:gd name="connsiteY55" fmla="*/ 82655 h 788699"/>
                <a:gd name="connsiteX56" fmla="*/ 368219 w 462341"/>
                <a:gd name="connsiteY56" fmla="*/ 142488 h 788699"/>
                <a:gd name="connsiteX57" fmla="*/ 368219 w 462341"/>
                <a:gd name="connsiteY57" fmla="*/ 188722 h 788699"/>
                <a:gd name="connsiteX58" fmla="*/ 370939 w 462341"/>
                <a:gd name="connsiteY58" fmla="*/ 245834 h 788699"/>
                <a:gd name="connsiteX59" fmla="*/ 354621 w 462341"/>
                <a:gd name="connsiteY59" fmla="*/ 286629 h 788699"/>
                <a:gd name="connsiteX60" fmla="*/ 338303 w 462341"/>
                <a:gd name="connsiteY60" fmla="*/ 281190 h 788699"/>
                <a:gd name="connsiteX61" fmla="*/ 330144 w 462341"/>
                <a:gd name="connsiteY61" fmla="*/ 264872 h 788699"/>
                <a:gd name="connsiteX62" fmla="*/ 327424 w 462341"/>
                <a:gd name="connsiteY62" fmla="*/ 248554 h 788699"/>
                <a:gd name="connsiteX63" fmla="*/ 330144 w 462341"/>
                <a:gd name="connsiteY63" fmla="*/ 221357 h 788699"/>
                <a:gd name="connsiteX64" fmla="*/ 330144 w 462341"/>
                <a:gd name="connsiteY64" fmla="*/ 188722 h 788699"/>
                <a:gd name="connsiteX65" fmla="*/ 327424 w 462341"/>
                <a:gd name="connsiteY65" fmla="*/ 164245 h 788699"/>
                <a:gd name="connsiteX66" fmla="*/ 311107 w 462341"/>
                <a:gd name="connsiteY66" fmla="*/ 134329 h 788699"/>
                <a:gd name="connsiteX67" fmla="*/ 283910 w 462341"/>
                <a:gd name="connsiteY67" fmla="*/ 118011 h 788699"/>
                <a:gd name="connsiteX68" fmla="*/ 251274 w 462341"/>
                <a:gd name="connsiteY68" fmla="*/ 112571 h 788699"/>
                <a:gd name="connsiteX69" fmla="*/ 215918 w 462341"/>
                <a:gd name="connsiteY69" fmla="*/ 123450 h 788699"/>
                <a:gd name="connsiteX70" fmla="*/ 202320 w 462341"/>
                <a:gd name="connsiteY70" fmla="*/ 147927 h 788699"/>
                <a:gd name="connsiteX71" fmla="*/ 188722 w 462341"/>
                <a:gd name="connsiteY71" fmla="*/ 180563 h 788699"/>
                <a:gd name="connsiteX72" fmla="*/ 183283 w 462341"/>
                <a:gd name="connsiteY72" fmla="*/ 210479 h 788699"/>
                <a:gd name="connsiteX73" fmla="*/ 188722 w 462341"/>
                <a:gd name="connsiteY73" fmla="*/ 226797 h 788699"/>
                <a:gd name="connsiteX74" fmla="*/ 188722 w 462341"/>
                <a:gd name="connsiteY74" fmla="*/ 248554 h 788699"/>
                <a:gd name="connsiteX75" fmla="*/ 210479 w 462341"/>
                <a:gd name="connsiteY75" fmla="*/ 273031 h 788699"/>
                <a:gd name="connsiteX76" fmla="*/ 226797 w 462341"/>
                <a:gd name="connsiteY76" fmla="*/ 300228 h 788699"/>
                <a:gd name="connsiteX77" fmla="*/ 256713 w 462341"/>
                <a:gd name="connsiteY77" fmla="*/ 332864 h 788699"/>
                <a:gd name="connsiteX78" fmla="*/ 275751 w 462341"/>
                <a:gd name="connsiteY78" fmla="*/ 351901 h 788699"/>
                <a:gd name="connsiteX79" fmla="*/ 324705 w 462341"/>
                <a:gd name="connsiteY79" fmla="*/ 400855 h 788699"/>
                <a:gd name="connsiteX80" fmla="*/ 343742 w 462341"/>
                <a:gd name="connsiteY80" fmla="*/ 428051 h 788699"/>
                <a:gd name="connsiteX81" fmla="*/ 351901 w 462341"/>
                <a:gd name="connsiteY81" fmla="*/ 433491 h 788699"/>
                <a:gd name="connsiteX82" fmla="*/ 360060 w 462341"/>
                <a:gd name="connsiteY82" fmla="*/ 447089 h 788699"/>
                <a:gd name="connsiteX83" fmla="*/ 384537 w 462341"/>
                <a:gd name="connsiteY83" fmla="*/ 474286 h 788699"/>
                <a:gd name="connsiteX84" fmla="*/ 395416 w 462341"/>
                <a:gd name="connsiteY84" fmla="*/ 506921 h 788699"/>
                <a:gd name="connsiteX85" fmla="*/ 406295 w 462341"/>
                <a:gd name="connsiteY85" fmla="*/ 536838 h 788699"/>
                <a:gd name="connsiteX86" fmla="*/ 409014 w 462341"/>
                <a:gd name="connsiteY86" fmla="*/ 547716 h 788699"/>
                <a:gd name="connsiteX87" fmla="*/ 406295 w 462341"/>
                <a:gd name="connsiteY87" fmla="*/ 569473 h 788699"/>
                <a:gd name="connsiteX88" fmla="*/ 403575 w 462341"/>
                <a:gd name="connsiteY88" fmla="*/ 583072 h 788699"/>
                <a:gd name="connsiteX89" fmla="*/ 403575 w 462341"/>
                <a:gd name="connsiteY89" fmla="*/ 583072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462341" h="788699">
                  <a:moveTo>
                    <a:pt x="403575" y="583072"/>
                  </a:moveTo>
                  <a:cubicBezTo>
                    <a:pt x="403575" y="588511"/>
                    <a:pt x="406295" y="591231"/>
                    <a:pt x="406295" y="596670"/>
                  </a:cubicBezTo>
                  <a:cubicBezTo>
                    <a:pt x="406295" y="602109"/>
                    <a:pt x="403575" y="604829"/>
                    <a:pt x="400855" y="610268"/>
                  </a:cubicBezTo>
                  <a:cubicBezTo>
                    <a:pt x="398136" y="615708"/>
                    <a:pt x="392696" y="621147"/>
                    <a:pt x="389977" y="626586"/>
                  </a:cubicBezTo>
                  <a:cubicBezTo>
                    <a:pt x="381818" y="645624"/>
                    <a:pt x="368219" y="661942"/>
                    <a:pt x="354621" y="675540"/>
                  </a:cubicBezTo>
                  <a:cubicBezTo>
                    <a:pt x="346462" y="683699"/>
                    <a:pt x="338303" y="686419"/>
                    <a:pt x="327424" y="691858"/>
                  </a:cubicBezTo>
                  <a:cubicBezTo>
                    <a:pt x="316546" y="700017"/>
                    <a:pt x="302948" y="708176"/>
                    <a:pt x="292069" y="713615"/>
                  </a:cubicBezTo>
                  <a:cubicBezTo>
                    <a:pt x="281190" y="719054"/>
                    <a:pt x="264872" y="724494"/>
                    <a:pt x="251274" y="724494"/>
                  </a:cubicBezTo>
                  <a:cubicBezTo>
                    <a:pt x="240395" y="724494"/>
                    <a:pt x="229517" y="721774"/>
                    <a:pt x="221358" y="721774"/>
                  </a:cubicBezTo>
                  <a:cubicBezTo>
                    <a:pt x="213199" y="721774"/>
                    <a:pt x="202320" y="721774"/>
                    <a:pt x="191442" y="721774"/>
                  </a:cubicBezTo>
                  <a:cubicBezTo>
                    <a:pt x="172404" y="721774"/>
                    <a:pt x="172404" y="721774"/>
                    <a:pt x="153366" y="713615"/>
                  </a:cubicBezTo>
                  <a:cubicBezTo>
                    <a:pt x="134329" y="708176"/>
                    <a:pt x="118011" y="691858"/>
                    <a:pt x="104412" y="675540"/>
                  </a:cubicBezTo>
                  <a:cubicBezTo>
                    <a:pt x="104412" y="678260"/>
                    <a:pt x="104412" y="680979"/>
                    <a:pt x="104412" y="689138"/>
                  </a:cubicBezTo>
                  <a:cubicBezTo>
                    <a:pt x="104412" y="694578"/>
                    <a:pt x="104412" y="702737"/>
                    <a:pt x="101693" y="710895"/>
                  </a:cubicBezTo>
                  <a:cubicBezTo>
                    <a:pt x="101693" y="721774"/>
                    <a:pt x="96253" y="732653"/>
                    <a:pt x="85375" y="732653"/>
                  </a:cubicBezTo>
                  <a:cubicBezTo>
                    <a:pt x="77216" y="732653"/>
                    <a:pt x="74496" y="729933"/>
                    <a:pt x="69057" y="727214"/>
                  </a:cubicBezTo>
                  <a:cubicBezTo>
                    <a:pt x="63618" y="724494"/>
                    <a:pt x="60898" y="716335"/>
                    <a:pt x="60898" y="710895"/>
                  </a:cubicBezTo>
                  <a:cubicBezTo>
                    <a:pt x="58178" y="702737"/>
                    <a:pt x="58178" y="697297"/>
                    <a:pt x="58178" y="691858"/>
                  </a:cubicBezTo>
                  <a:cubicBezTo>
                    <a:pt x="58178" y="683699"/>
                    <a:pt x="60898" y="678260"/>
                    <a:pt x="60898" y="664661"/>
                  </a:cubicBezTo>
                  <a:cubicBezTo>
                    <a:pt x="60898" y="656502"/>
                    <a:pt x="60898" y="632026"/>
                    <a:pt x="60898" y="607549"/>
                  </a:cubicBezTo>
                  <a:cubicBezTo>
                    <a:pt x="60898" y="574913"/>
                    <a:pt x="60898" y="542277"/>
                    <a:pt x="63618" y="528679"/>
                  </a:cubicBezTo>
                  <a:cubicBezTo>
                    <a:pt x="63618" y="520520"/>
                    <a:pt x="63618" y="509641"/>
                    <a:pt x="69057" y="504202"/>
                  </a:cubicBezTo>
                  <a:cubicBezTo>
                    <a:pt x="71777" y="501482"/>
                    <a:pt x="71777" y="498762"/>
                    <a:pt x="74496" y="493323"/>
                  </a:cubicBezTo>
                  <a:cubicBezTo>
                    <a:pt x="77216" y="490603"/>
                    <a:pt x="79936" y="487884"/>
                    <a:pt x="82655" y="487884"/>
                  </a:cubicBezTo>
                  <a:cubicBezTo>
                    <a:pt x="85375" y="487884"/>
                    <a:pt x="90814" y="490603"/>
                    <a:pt x="90814" y="493323"/>
                  </a:cubicBezTo>
                  <a:cubicBezTo>
                    <a:pt x="93534" y="498762"/>
                    <a:pt x="98973" y="506921"/>
                    <a:pt x="98973" y="512361"/>
                  </a:cubicBezTo>
                  <a:cubicBezTo>
                    <a:pt x="98973" y="520520"/>
                    <a:pt x="101693" y="536838"/>
                    <a:pt x="101693" y="555875"/>
                  </a:cubicBezTo>
                  <a:cubicBezTo>
                    <a:pt x="101693" y="569473"/>
                    <a:pt x="101693" y="583072"/>
                    <a:pt x="101693" y="596670"/>
                  </a:cubicBezTo>
                  <a:cubicBezTo>
                    <a:pt x="101693" y="607549"/>
                    <a:pt x="104412" y="618427"/>
                    <a:pt x="109852" y="626586"/>
                  </a:cubicBezTo>
                  <a:cubicBezTo>
                    <a:pt x="115291" y="637465"/>
                    <a:pt x="123450" y="642904"/>
                    <a:pt x="128889" y="651063"/>
                  </a:cubicBezTo>
                  <a:cubicBezTo>
                    <a:pt x="137048" y="661942"/>
                    <a:pt x="139768" y="667381"/>
                    <a:pt x="153366" y="670101"/>
                  </a:cubicBezTo>
                  <a:cubicBezTo>
                    <a:pt x="161525" y="670101"/>
                    <a:pt x="183283" y="678260"/>
                    <a:pt x="196881" y="678260"/>
                  </a:cubicBezTo>
                  <a:cubicBezTo>
                    <a:pt x="207759" y="678260"/>
                    <a:pt x="210479" y="672820"/>
                    <a:pt x="221358" y="667381"/>
                  </a:cubicBezTo>
                  <a:cubicBezTo>
                    <a:pt x="232236" y="661942"/>
                    <a:pt x="245835" y="664661"/>
                    <a:pt x="253994" y="659222"/>
                  </a:cubicBezTo>
                  <a:cubicBezTo>
                    <a:pt x="262153" y="653783"/>
                    <a:pt x="273031" y="645624"/>
                    <a:pt x="275751" y="637465"/>
                  </a:cubicBezTo>
                  <a:cubicBezTo>
                    <a:pt x="281190" y="629306"/>
                    <a:pt x="281190" y="621147"/>
                    <a:pt x="281190" y="615708"/>
                  </a:cubicBezTo>
                  <a:cubicBezTo>
                    <a:pt x="281190" y="610268"/>
                    <a:pt x="281190" y="607549"/>
                    <a:pt x="278471" y="602109"/>
                  </a:cubicBezTo>
                  <a:cubicBezTo>
                    <a:pt x="275751" y="591231"/>
                    <a:pt x="267592" y="583072"/>
                    <a:pt x="262153" y="572193"/>
                  </a:cubicBezTo>
                  <a:cubicBezTo>
                    <a:pt x="256713" y="561314"/>
                    <a:pt x="253994" y="547716"/>
                    <a:pt x="245835" y="536838"/>
                  </a:cubicBezTo>
                  <a:cubicBezTo>
                    <a:pt x="232236" y="515080"/>
                    <a:pt x="213199" y="498762"/>
                    <a:pt x="196881" y="477005"/>
                  </a:cubicBezTo>
                  <a:cubicBezTo>
                    <a:pt x="180563" y="457968"/>
                    <a:pt x="164245" y="438930"/>
                    <a:pt x="145207" y="419892"/>
                  </a:cubicBezTo>
                  <a:cubicBezTo>
                    <a:pt x="126170" y="400855"/>
                    <a:pt x="109852" y="379098"/>
                    <a:pt x="93534" y="357340"/>
                  </a:cubicBezTo>
                  <a:cubicBezTo>
                    <a:pt x="77216" y="335583"/>
                    <a:pt x="71777" y="308387"/>
                    <a:pt x="66337" y="283910"/>
                  </a:cubicBezTo>
                  <a:cubicBezTo>
                    <a:pt x="63618" y="267592"/>
                    <a:pt x="58178" y="245834"/>
                    <a:pt x="58178" y="224077"/>
                  </a:cubicBezTo>
                  <a:cubicBezTo>
                    <a:pt x="58178" y="194161"/>
                    <a:pt x="69057" y="175123"/>
                    <a:pt x="82655" y="150647"/>
                  </a:cubicBezTo>
                  <a:cubicBezTo>
                    <a:pt x="96253" y="128889"/>
                    <a:pt x="115291" y="109852"/>
                    <a:pt x="137048" y="96253"/>
                  </a:cubicBezTo>
                  <a:cubicBezTo>
                    <a:pt x="158806" y="82655"/>
                    <a:pt x="172404" y="79936"/>
                    <a:pt x="196881" y="77216"/>
                  </a:cubicBezTo>
                  <a:cubicBezTo>
                    <a:pt x="210479" y="77216"/>
                    <a:pt x="215918" y="69057"/>
                    <a:pt x="232236" y="69057"/>
                  </a:cubicBezTo>
                  <a:cubicBezTo>
                    <a:pt x="243115" y="69057"/>
                    <a:pt x="251274" y="71776"/>
                    <a:pt x="262153" y="74496"/>
                  </a:cubicBezTo>
                  <a:cubicBezTo>
                    <a:pt x="273031" y="77216"/>
                    <a:pt x="283910" y="82655"/>
                    <a:pt x="294789" y="85375"/>
                  </a:cubicBezTo>
                  <a:cubicBezTo>
                    <a:pt x="308387" y="90814"/>
                    <a:pt x="319265" y="96253"/>
                    <a:pt x="327424" y="104412"/>
                  </a:cubicBezTo>
                  <a:cubicBezTo>
                    <a:pt x="327424" y="90814"/>
                    <a:pt x="327424" y="79936"/>
                    <a:pt x="332864" y="74496"/>
                  </a:cubicBezTo>
                  <a:cubicBezTo>
                    <a:pt x="335583" y="71776"/>
                    <a:pt x="335583" y="69057"/>
                    <a:pt x="338303" y="63618"/>
                  </a:cubicBezTo>
                  <a:cubicBezTo>
                    <a:pt x="341023" y="60898"/>
                    <a:pt x="346462" y="58178"/>
                    <a:pt x="349182" y="58178"/>
                  </a:cubicBezTo>
                  <a:cubicBezTo>
                    <a:pt x="351901" y="58178"/>
                    <a:pt x="357341" y="60898"/>
                    <a:pt x="357341" y="63618"/>
                  </a:cubicBezTo>
                  <a:cubicBezTo>
                    <a:pt x="360060" y="69057"/>
                    <a:pt x="365500" y="77216"/>
                    <a:pt x="365500" y="82655"/>
                  </a:cubicBezTo>
                  <a:cubicBezTo>
                    <a:pt x="365500" y="90814"/>
                    <a:pt x="368219" y="123450"/>
                    <a:pt x="368219" y="142488"/>
                  </a:cubicBezTo>
                  <a:cubicBezTo>
                    <a:pt x="368219" y="158806"/>
                    <a:pt x="368219" y="177843"/>
                    <a:pt x="368219" y="188722"/>
                  </a:cubicBezTo>
                  <a:cubicBezTo>
                    <a:pt x="368219" y="213199"/>
                    <a:pt x="370939" y="224077"/>
                    <a:pt x="370939" y="245834"/>
                  </a:cubicBezTo>
                  <a:cubicBezTo>
                    <a:pt x="370939" y="256713"/>
                    <a:pt x="370939" y="286629"/>
                    <a:pt x="354621" y="286629"/>
                  </a:cubicBezTo>
                  <a:cubicBezTo>
                    <a:pt x="346462" y="286629"/>
                    <a:pt x="343742" y="283910"/>
                    <a:pt x="338303" y="281190"/>
                  </a:cubicBezTo>
                  <a:cubicBezTo>
                    <a:pt x="332864" y="278470"/>
                    <a:pt x="330144" y="270311"/>
                    <a:pt x="330144" y="264872"/>
                  </a:cubicBezTo>
                  <a:cubicBezTo>
                    <a:pt x="327424" y="256713"/>
                    <a:pt x="327424" y="251274"/>
                    <a:pt x="327424" y="248554"/>
                  </a:cubicBezTo>
                  <a:cubicBezTo>
                    <a:pt x="327424" y="240395"/>
                    <a:pt x="330144" y="234956"/>
                    <a:pt x="330144" y="221357"/>
                  </a:cubicBezTo>
                  <a:cubicBezTo>
                    <a:pt x="330144" y="213199"/>
                    <a:pt x="330144" y="202320"/>
                    <a:pt x="330144" y="188722"/>
                  </a:cubicBezTo>
                  <a:cubicBezTo>
                    <a:pt x="330144" y="180563"/>
                    <a:pt x="327424" y="172404"/>
                    <a:pt x="327424" y="164245"/>
                  </a:cubicBezTo>
                  <a:cubicBezTo>
                    <a:pt x="324705" y="153366"/>
                    <a:pt x="319265" y="142488"/>
                    <a:pt x="311107" y="134329"/>
                  </a:cubicBezTo>
                  <a:cubicBezTo>
                    <a:pt x="302948" y="126170"/>
                    <a:pt x="294789" y="120730"/>
                    <a:pt x="283910" y="118011"/>
                  </a:cubicBezTo>
                  <a:cubicBezTo>
                    <a:pt x="275751" y="115291"/>
                    <a:pt x="262153" y="112571"/>
                    <a:pt x="251274" y="112571"/>
                  </a:cubicBezTo>
                  <a:cubicBezTo>
                    <a:pt x="237676" y="112571"/>
                    <a:pt x="224077" y="115291"/>
                    <a:pt x="215918" y="123450"/>
                  </a:cubicBezTo>
                  <a:cubicBezTo>
                    <a:pt x="207759" y="128889"/>
                    <a:pt x="205040" y="139768"/>
                    <a:pt x="202320" y="147927"/>
                  </a:cubicBezTo>
                  <a:cubicBezTo>
                    <a:pt x="196881" y="158806"/>
                    <a:pt x="191442" y="166964"/>
                    <a:pt x="188722" y="180563"/>
                  </a:cubicBezTo>
                  <a:cubicBezTo>
                    <a:pt x="186002" y="191441"/>
                    <a:pt x="183283" y="199600"/>
                    <a:pt x="183283" y="210479"/>
                  </a:cubicBezTo>
                  <a:cubicBezTo>
                    <a:pt x="183283" y="215918"/>
                    <a:pt x="186002" y="221357"/>
                    <a:pt x="188722" y="226797"/>
                  </a:cubicBezTo>
                  <a:cubicBezTo>
                    <a:pt x="191442" y="234956"/>
                    <a:pt x="188722" y="243115"/>
                    <a:pt x="188722" y="248554"/>
                  </a:cubicBezTo>
                  <a:cubicBezTo>
                    <a:pt x="191442" y="259433"/>
                    <a:pt x="202320" y="264872"/>
                    <a:pt x="210479" y="273031"/>
                  </a:cubicBezTo>
                  <a:cubicBezTo>
                    <a:pt x="218638" y="281190"/>
                    <a:pt x="221358" y="292069"/>
                    <a:pt x="226797" y="300228"/>
                  </a:cubicBezTo>
                  <a:cubicBezTo>
                    <a:pt x="234956" y="311106"/>
                    <a:pt x="245835" y="321985"/>
                    <a:pt x="256713" y="332864"/>
                  </a:cubicBezTo>
                  <a:cubicBezTo>
                    <a:pt x="259433" y="338303"/>
                    <a:pt x="267592" y="343742"/>
                    <a:pt x="275751" y="351901"/>
                  </a:cubicBezTo>
                  <a:cubicBezTo>
                    <a:pt x="292069" y="368219"/>
                    <a:pt x="311107" y="384537"/>
                    <a:pt x="324705" y="400855"/>
                  </a:cubicBezTo>
                  <a:cubicBezTo>
                    <a:pt x="332864" y="409014"/>
                    <a:pt x="335583" y="419892"/>
                    <a:pt x="343742" y="428051"/>
                  </a:cubicBezTo>
                  <a:cubicBezTo>
                    <a:pt x="346462" y="430771"/>
                    <a:pt x="349182" y="430771"/>
                    <a:pt x="351901" y="433491"/>
                  </a:cubicBezTo>
                  <a:cubicBezTo>
                    <a:pt x="354621" y="436210"/>
                    <a:pt x="357341" y="441650"/>
                    <a:pt x="360060" y="447089"/>
                  </a:cubicBezTo>
                  <a:cubicBezTo>
                    <a:pt x="368219" y="455248"/>
                    <a:pt x="376378" y="463407"/>
                    <a:pt x="384537" y="474286"/>
                  </a:cubicBezTo>
                  <a:cubicBezTo>
                    <a:pt x="389977" y="482445"/>
                    <a:pt x="392696" y="496043"/>
                    <a:pt x="395416" y="506921"/>
                  </a:cubicBezTo>
                  <a:cubicBezTo>
                    <a:pt x="400855" y="517800"/>
                    <a:pt x="400855" y="528679"/>
                    <a:pt x="406295" y="536838"/>
                  </a:cubicBezTo>
                  <a:cubicBezTo>
                    <a:pt x="409014" y="539557"/>
                    <a:pt x="409014" y="544997"/>
                    <a:pt x="409014" y="547716"/>
                  </a:cubicBezTo>
                  <a:cubicBezTo>
                    <a:pt x="409014" y="555875"/>
                    <a:pt x="406295" y="561314"/>
                    <a:pt x="406295" y="569473"/>
                  </a:cubicBezTo>
                  <a:cubicBezTo>
                    <a:pt x="406295" y="574913"/>
                    <a:pt x="403575" y="577632"/>
                    <a:pt x="403575" y="583072"/>
                  </a:cubicBezTo>
                  <a:lnTo>
                    <a:pt x="403575" y="583072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006E6070-9EF3-4ED3-9C75-E6CAC8EA9E4A}"/>
                </a:ext>
              </a:extLst>
            </p:cNvPr>
            <p:cNvSpPr/>
            <p:nvPr/>
          </p:nvSpPr>
          <p:spPr>
            <a:xfrm>
              <a:off x="2456032" y="4192158"/>
              <a:ext cx="571128" cy="761503"/>
            </a:xfrm>
            <a:custGeom>
              <a:avLst/>
              <a:gdLst>
                <a:gd name="connsiteX0" fmla="*/ 512361 w 571128"/>
                <a:gd name="connsiteY0" fmla="*/ 79936 h 761503"/>
                <a:gd name="connsiteX1" fmla="*/ 539558 w 571128"/>
                <a:gd name="connsiteY1" fmla="*/ 96253 h 761503"/>
                <a:gd name="connsiteX2" fmla="*/ 534118 w 571128"/>
                <a:gd name="connsiteY2" fmla="*/ 112571 h 761503"/>
                <a:gd name="connsiteX3" fmla="*/ 523240 w 571128"/>
                <a:gd name="connsiteY3" fmla="*/ 120730 h 761503"/>
                <a:gd name="connsiteX4" fmla="*/ 506922 w 571128"/>
                <a:gd name="connsiteY4" fmla="*/ 123450 h 761503"/>
                <a:gd name="connsiteX5" fmla="*/ 477006 w 571128"/>
                <a:gd name="connsiteY5" fmla="*/ 123450 h 761503"/>
                <a:gd name="connsiteX6" fmla="*/ 479725 w 571128"/>
                <a:gd name="connsiteY6" fmla="*/ 145207 h 761503"/>
                <a:gd name="connsiteX7" fmla="*/ 477006 w 571128"/>
                <a:gd name="connsiteY7" fmla="*/ 180563 h 761503"/>
                <a:gd name="connsiteX8" fmla="*/ 482445 w 571128"/>
                <a:gd name="connsiteY8" fmla="*/ 232236 h 761503"/>
                <a:gd name="connsiteX9" fmla="*/ 485165 w 571128"/>
                <a:gd name="connsiteY9" fmla="*/ 283910 h 761503"/>
                <a:gd name="connsiteX10" fmla="*/ 485165 w 571128"/>
                <a:gd name="connsiteY10" fmla="*/ 327424 h 761503"/>
                <a:gd name="connsiteX11" fmla="*/ 487884 w 571128"/>
                <a:gd name="connsiteY11" fmla="*/ 373658 h 761503"/>
                <a:gd name="connsiteX12" fmla="*/ 485165 w 571128"/>
                <a:gd name="connsiteY12" fmla="*/ 419892 h 761503"/>
                <a:gd name="connsiteX13" fmla="*/ 485165 w 571128"/>
                <a:gd name="connsiteY13" fmla="*/ 463407 h 761503"/>
                <a:gd name="connsiteX14" fmla="*/ 482445 w 571128"/>
                <a:gd name="connsiteY14" fmla="*/ 515080 h 761503"/>
                <a:gd name="connsiteX15" fmla="*/ 482445 w 571128"/>
                <a:gd name="connsiteY15" fmla="*/ 558595 h 761503"/>
                <a:gd name="connsiteX16" fmla="*/ 479725 w 571128"/>
                <a:gd name="connsiteY16" fmla="*/ 602109 h 761503"/>
                <a:gd name="connsiteX17" fmla="*/ 485165 w 571128"/>
                <a:gd name="connsiteY17" fmla="*/ 648343 h 761503"/>
                <a:gd name="connsiteX18" fmla="*/ 474286 w 571128"/>
                <a:gd name="connsiteY18" fmla="*/ 675540 h 761503"/>
                <a:gd name="connsiteX19" fmla="*/ 428052 w 571128"/>
                <a:gd name="connsiteY19" fmla="*/ 691858 h 761503"/>
                <a:gd name="connsiteX20" fmla="*/ 387257 w 571128"/>
                <a:gd name="connsiteY20" fmla="*/ 683699 h 761503"/>
                <a:gd name="connsiteX21" fmla="*/ 351901 w 571128"/>
                <a:gd name="connsiteY21" fmla="*/ 664661 h 761503"/>
                <a:gd name="connsiteX22" fmla="*/ 305667 w 571128"/>
                <a:gd name="connsiteY22" fmla="*/ 596670 h 761503"/>
                <a:gd name="connsiteX23" fmla="*/ 270312 w 571128"/>
                <a:gd name="connsiteY23" fmla="*/ 509641 h 761503"/>
                <a:gd name="connsiteX24" fmla="*/ 251274 w 571128"/>
                <a:gd name="connsiteY24" fmla="*/ 460687 h 761503"/>
                <a:gd name="connsiteX25" fmla="*/ 224077 w 571128"/>
                <a:gd name="connsiteY25" fmla="*/ 381817 h 761503"/>
                <a:gd name="connsiteX26" fmla="*/ 207759 w 571128"/>
                <a:gd name="connsiteY26" fmla="*/ 330144 h 761503"/>
                <a:gd name="connsiteX27" fmla="*/ 191442 w 571128"/>
                <a:gd name="connsiteY27" fmla="*/ 286629 h 761503"/>
                <a:gd name="connsiteX28" fmla="*/ 183283 w 571128"/>
                <a:gd name="connsiteY28" fmla="*/ 278470 h 761503"/>
                <a:gd name="connsiteX29" fmla="*/ 180563 w 571128"/>
                <a:gd name="connsiteY29" fmla="*/ 292069 h 761503"/>
                <a:gd name="connsiteX30" fmla="*/ 180563 w 571128"/>
                <a:gd name="connsiteY30" fmla="*/ 305667 h 761503"/>
                <a:gd name="connsiteX31" fmla="*/ 183283 w 571128"/>
                <a:gd name="connsiteY31" fmla="*/ 354621 h 761503"/>
                <a:gd name="connsiteX32" fmla="*/ 188722 w 571128"/>
                <a:gd name="connsiteY32" fmla="*/ 449809 h 761503"/>
                <a:gd name="connsiteX33" fmla="*/ 188722 w 571128"/>
                <a:gd name="connsiteY33" fmla="*/ 479725 h 761503"/>
                <a:gd name="connsiteX34" fmla="*/ 188722 w 571128"/>
                <a:gd name="connsiteY34" fmla="*/ 542277 h 761503"/>
                <a:gd name="connsiteX35" fmla="*/ 186002 w 571128"/>
                <a:gd name="connsiteY35" fmla="*/ 615708 h 761503"/>
                <a:gd name="connsiteX36" fmla="*/ 186002 w 571128"/>
                <a:gd name="connsiteY36" fmla="*/ 637465 h 761503"/>
                <a:gd name="connsiteX37" fmla="*/ 183283 w 571128"/>
                <a:gd name="connsiteY37" fmla="*/ 664661 h 761503"/>
                <a:gd name="connsiteX38" fmla="*/ 226797 w 571128"/>
                <a:gd name="connsiteY38" fmla="*/ 664661 h 761503"/>
                <a:gd name="connsiteX39" fmla="*/ 253994 w 571128"/>
                <a:gd name="connsiteY39" fmla="*/ 680979 h 761503"/>
                <a:gd name="connsiteX40" fmla="*/ 248554 w 571128"/>
                <a:gd name="connsiteY40" fmla="*/ 697297 h 761503"/>
                <a:gd name="connsiteX41" fmla="*/ 234956 w 571128"/>
                <a:gd name="connsiteY41" fmla="*/ 705456 h 761503"/>
                <a:gd name="connsiteX42" fmla="*/ 218638 w 571128"/>
                <a:gd name="connsiteY42" fmla="*/ 708176 h 761503"/>
                <a:gd name="connsiteX43" fmla="*/ 183283 w 571128"/>
                <a:gd name="connsiteY43" fmla="*/ 708176 h 761503"/>
                <a:gd name="connsiteX44" fmla="*/ 150647 w 571128"/>
                <a:gd name="connsiteY44" fmla="*/ 708176 h 761503"/>
                <a:gd name="connsiteX45" fmla="*/ 107132 w 571128"/>
                <a:gd name="connsiteY45" fmla="*/ 708176 h 761503"/>
                <a:gd name="connsiteX46" fmla="*/ 88094 w 571128"/>
                <a:gd name="connsiteY46" fmla="*/ 708176 h 761503"/>
                <a:gd name="connsiteX47" fmla="*/ 69057 w 571128"/>
                <a:gd name="connsiteY47" fmla="*/ 702737 h 761503"/>
                <a:gd name="connsiteX48" fmla="*/ 58178 w 571128"/>
                <a:gd name="connsiteY48" fmla="*/ 686419 h 761503"/>
                <a:gd name="connsiteX49" fmla="*/ 60898 w 571128"/>
                <a:gd name="connsiteY49" fmla="*/ 678260 h 761503"/>
                <a:gd name="connsiteX50" fmla="*/ 77216 w 571128"/>
                <a:gd name="connsiteY50" fmla="*/ 670101 h 761503"/>
                <a:gd name="connsiteX51" fmla="*/ 120730 w 571128"/>
                <a:gd name="connsiteY51" fmla="*/ 664661 h 761503"/>
                <a:gd name="connsiteX52" fmla="*/ 131609 w 571128"/>
                <a:gd name="connsiteY52" fmla="*/ 664661 h 761503"/>
                <a:gd name="connsiteX53" fmla="*/ 134329 w 571128"/>
                <a:gd name="connsiteY53" fmla="*/ 539557 h 761503"/>
                <a:gd name="connsiteX54" fmla="*/ 134329 w 571128"/>
                <a:gd name="connsiteY54" fmla="*/ 504202 h 761503"/>
                <a:gd name="connsiteX55" fmla="*/ 131609 w 571128"/>
                <a:gd name="connsiteY55" fmla="*/ 376378 h 761503"/>
                <a:gd name="connsiteX56" fmla="*/ 131609 w 571128"/>
                <a:gd name="connsiteY56" fmla="*/ 302947 h 761503"/>
                <a:gd name="connsiteX57" fmla="*/ 134329 w 571128"/>
                <a:gd name="connsiteY57" fmla="*/ 221357 h 761503"/>
                <a:gd name="connsiteX58" fmla="*/ 137048 w 571128"/>
                <a:gd name="connsiteY58" fmla="*/ 123450 h 761503"/>
                <a:gd name="connsiteX59" fmla="*/ 107132 w 571128"/>
                <a:gd name="connsiteY59" fmla="*/ 123450 h 761503"/>
                <a:gd name="connsiteX60" fmla="*/ 88094 w 571128"/>
                <a:gd name="connsiteY60" fmla="*/ 123450 h 761503"/>
                <a:gd name="connsiteX61" fmla="*/ 69057 w 571128"/>
                <a:gd name="connsiteY61" fmla="*/ 118011 h 761503"/>
                <a:gd name="connsiteX62" fmla="*/ 58178 w 571128"/>
                <a:gd name="connsiteY62" fmla="*/ 101693 h 761503"/>
                <a:gd name="connsiteX63" fmla="*/ 60898 w 571128"/>
                <a:gd name="connsiteY63" fmla="*/ 93534 h 761503"/>
                <a:gd name="connsiteX64" fmla="*/ 77216 w 571128"/>
                <a:gd name="connsiteY64" fmla="*/ 85375 h 761503"/>
                <a:gd name="connsiteX65" fmla="*/ 131609 w 571128"/>
                <a:gd name="connsiteY65" fmla="*/ 79936 h 761503"/>
                <a:gd name="connsiteX66" fmla="*/ 161525 w 571128"/>
                <a:gd name="connsiteY66" fmla="*/ 79936 h 761503"/>
                <a:gd name="connsiteX67" fmla="*/ 177843 w 571128"/>
                <a:gd name="connsiteY67" fmla="*/ 66337 h 761503"/>
                <a:gd name="connsiteX68" fmla="*/ 202320 w 571128"/>
                <a:gd name="connsiteY68" fmla="*/ 58178 h 761503"/>
                <a:gd name="connsiteX69" fmla="*/ 234956 w 571128"/>
                <a:gd name="connsiteY69" fmla="*/ 77216 h 761503"/>
                <a:gd name="connsiteX70" fmla="*/ 251274 w 571128"/>
                <a:gd name="connsiteY70" fmla="*/ 107132 h 761503"/>
                <a:gd name="connsiteX71" fmla="*/ 267592 w 571128"/>
                <a:gd name="connsiteY71" fmla="*/ 147927 h 761503"/>
                <a:gd name="connsiteX72" fmla="*/ 281190 w 571128"/>
                <a:gd name="connsiteY72" fmla="*/ 183282 h 761503"/>
                <a:gd name="connsiteX73" fmla="*/ 297508 w 571128"/>
                <a:gd name="connsiteY73" fmla="*/ 224077 h 761503"/>
                <a:gd name="connsiteX74" fmla="*/ 308387 w 571128"/>
                <a:gd name="connsiteY74" fmla="*/ 264872 h 761503"/>
                <a:gd name="connsiteX75" fmla="*/ 319265 w 571128"/>
                <a:gd name="connsiteY75" fmla="*/ 300228 h 761503"/>
                <a:gd name="connsiteX76" fmla="*/ 351901 w 571128"/>
                <a:gd name="connsiteY76" fmla="*/ 379098 h 761503"/>
                <a:gd name="connsiteX77" fmla="*/ 365500 w 571128"/>
                <a:gd name="connsiteY77" fmla="*/ 417173 h 761503"/>
                <a:gd name="connsiteX78" fmla="*/ 379098 w 571128"/>
                <a:gd name="connsiteY78" fmla="*/ 457968 h 761503"/>
                <a:gd name="connsiteX79" fmla="*/ 395416 w 571128"/>
                <a:gd name="connsiteY79" fmla="*/ 496043 h 761503"/>
                <a:gd name="connsiteX80" fmla="*/ 406295 w 571128"/>
                <a:gd name="connsiteY80" fmla="*/ 512361 h 761503"/>
                <a:gd name="connsiteX81" fmla="*/ 411734 w 571128"/>
                <a:gd name="connsiteY81" fmla="*/ 531398 h 761503"/>
                <a:gd name="connsiteX82" fmla="*/ 419893 w 571128"/>
                <a:gd name="connsiteY82" fmla="*/ 558595 h 761503"/>
                <a:gd name="connsiteX83" fmla="*/ 425332 w 571128"/>
                <a:gd name="connsiteY83" fmla="*/ 564034 h 761503"/>
                <a:gd name="connsiteX84" fmla="*/ 430771 w 571128"/>
                <a:gd name="connsiteY84" fmla="*/ 558595 h 761503"/>
                <a:gd name="connsiteX85" fmla="*/ 430771 w 571128"/>
                <a:gd name="connsiteY85" fmla="*/ 550436 h 761503"/>
                <a:gd name="connsiteX86" fmla="*/ 430771 w 571128"/>
                <a:gd name="connsiteY86" fmla="*/ 501482 h 761503"/>
                <a:gd name="connsiteX87" fmla="*/ 430771 w 571128"/>
                <a:gd name="connsiteY87" fmla="*/ 403575 h 761503"/>
                <a:gd name="connsiteX88" fmla="*/ 425332 w 571128"/>
                <a:gd name="connsiteY88" fmla="*/ 313826 h 761503"/>
                <a:gd name="connsiteX89" fmla="*/ 425332 w 571128"/>
                <a:gd name="connsiteY89" fmla="*/ 248554 h 761503"/>
                <a:gd name="connsiteX90" fmla="*/ 425332 w 571128"/>
                <a:gd name="connsiteY90" fmla="*/ 210479 h 761503"/>
                <a:gd name="connsiteX91" fmla="*/ 422613 w 571128"/>
                <a:gd name="connsiteY91" fmla="*/ 153366 h 761503"/>
                <a:gd name="connsiteX92" fmla="*/ 425332 w 571128"/>
                <a:gd name="connsiteY92" fmla="*/ 123450 h 761503"/>
                <a:gd name="connsiteX93" fmla="*/ 398136 w 571128"/>
                <a:gd name="connsiteY93" fmla="*/ 123450 h 761503"/>
                <a:gd name="connsiteX94" fmla="*/ 379098 w 571128"/>
                <a:gd name="connsiteY94" fmla="*/ 123450 h 761503"/>
                <a:gd name="connsiteX95" fmla="*/ 360060 w 571128"/>
                <a:gd name="connsiteY95" fmla="*/ 118011 h 761503"/>
                <a:gd name="connsiteX96" fmla="*/ 349182 w 571128"/>
                <a:gd name="connsiteY96" fmla="*/ 101693 h 761503"/>
                <a:gd name="connsiteX97" fmla="*/ 351901 w 571128"/>
                <a:gd name="connsiteY97" fmla="*/ 93534 h 761503"/>
                <a:gd name="connsiteX98" fmla="*/ 368219 w 571128"/>
                <a:gd name="connsiteY98" fmla="*/ 85375 h 761503"/>
                <a:gd name="connsiteX99" fmla="*/ 422613 w 571128"/>
                <a:gd name="connsiteY99" fmla="*/ 79936 h 761503"/>
                <a:gd name="connsiteX100" fmla="*/ 444370 w 571128"/>
                <a:gd name="connsiteY100" fmla="*/ 79936 h 761503"/>
                <a:gd name="connsiteX101" fmla="*/ 463407 w 571128"/>
                <a:gd name="connsiteY101" fmla="*/ 71776 h 761503"/>
                <a:gd name="connsiteX102" fmla="*/ 477006 w 571128"/>
                <a:gd name="connsiteY102" fmla="*/ 79936 h 761503"/>
                <a:gd name="connsiteX103" fmla="*/ 512361 w 571128"/>
                <a:gd name="connsiteY103" fmla="*/ 79936 h 761503"/>
                <a:gd name="connsiteX104" fmla="*/ 512361 w 571128"/>
                <a:gd name="connsiteY104" fmla="*/ 79936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571128" h="761503">
                  <a:moveTo>
                    <a:pt x="512361" y="79936"/>
                  </a:moveTo>
                  <a:cubicBezTo>
                    <a:pt x="520520" y="79936"/>
                    <a:pt x="539558" y="79936"/>
                    <a:pt x="539558" y="96253"/>
                  </a:cubicBezTo>
                  <a:cubicBezTo>
                    <a:pt x="539558" y="104412"/>
                    <a:pt x="539558" y="107132"/>
                    <a:pt x="534118" y="112571"/>
                  </a:cubicBezTo>
                  <a:cubicBezTo>
                    <a:pt x="531399" y="118011"/>
                    <a:pt x="525960" y="120730"/>
                    <a:pt x="523240" y="120730"/>
                  </a:cubicBezTo>
                  <a:cubicBezTo>
                    <a:pt x="515081" y="123450"/>
                    <a:pt x="512361" y="123450"/>
                    <a:pt x="506922" y="123450"/>
                  </a:cubicBezTo>
                  <a:cubicBezTo>
                    <a:pt x="504202" y="123450"/>
                    <a:pt x="490604" y="123450"/>
                    <a:pt x="477006" y="123450"/>
                  </a:cubicBezTo>
                  <a:cubicBezTo>
                    <a:pt x="477006" y="131609"/>
                    <a:pt x="479725" y="137048"/>
                    <a:pt x="479725" y="145207"/>
                  </a:cubicBezTo>
                  <a:cubicBezTo>
                    <a:pt x="479725" y="156086"/>
                    <a:pt x="477006" y="166964"/>
                    <a:pt x="477006" y="180563"/>
                  </a:cubicBezTo>
                  <a:cubicBezTo>
                    <a:pt x="477006" y="196881"/>
                    <a:pt x="479725" y="215918"/>
                    <a:pt x="482445" y="232236"/>
                  </a:cubicBezTo>
                  <a:cubicBezTo>
                    <a:pt x="485165" y="248554"/>
                    <a:pt x="485165" y="267592"/>
                    <a:pt x="485165" y="283910"/>
                  </a:cubicBezTo>
                  <a:cubicBezTo>
                    <a:pt x="485165" y="297508"/>
                    <a:pt x="485165" y="313826"/>
                    <a:pt x="485165" y="327424"/>
                  </a:cubicBezTo>
                  <a:cubicBezTo>
                    <a:pt x="485165" y="343742"/>
                    <a:pt x="487884" y="357340"/>
                    <a:pt x="487884" y="373658"/>
                  </a:cubicBezTo>
                  <a:cubicBezTo>
                    <a:pt x="487884" y="389976"/>
                    <a:pt x="485165" y="403575"/>
                    <a:pt x="485165" y="419892"/>
                  </a:cubicBezTo>
                  <a:cubicBezTo>
                    <a:pt x="485165" y="436210"/>
                    <a:pt x="485165" y="449809"/>
                    <a:pt x="485165" y="463407"/>
                  </a:cubicBezTo>
                  <a:cubicBezTo>
                    <a:pt x="485165" y="479725"/>
                    <a:pt x="485165" y="498762"/>
                    <a:pt x="482445" y="515080"/>
                  </a:cubicBezTo>
                  <a:cubicBezTo>
                    <a:pt x="482445" y="528679"/>
                    <a:pt x="482445" y="542277"/>
                    <a:pt x="482445" y="558595"/>
                  </a:cubicBezTo>
                  <a:cubicBezTo>
                    <a:pt x="482445" y="572193"/>
                    <a:pt x="479725" y="588511"/>
                    <a:pt x="479725" y="602109"/>
                  </a:cubicBezTo>
                  <a:cubicBezTo>
                    <a:pt x="479725" y="615708"/>
                    <a:pt x="485165" y="632026"/>
                    <a:pt x="485165" y="648343"/>
                  </a:cubicBezTo>
                  <a:cubicBezTo>
                    <a:pt x="485165" y="659222"/>
                    <a:pt x="482445" y="670101"/>
                    <a:pt x="474286" y="675540"/>
                  </a:cubicBezTo>
                  <a:cubicBezTo>
                    <a:pt x="460688" y="686419"/>
                    <a:pt x="444370" y="691858"/>
                    <a:pt x="428052" y="691858"/>
                  </a:cubicBezTo>
                  <a:cubicBezTo>
                    <a:pt x="414454" y="691858"/>
                    <a:pt x="400855" y="689138"/>
                    <a:pt x="387257" y="683699"/>
                  </a:cubicBezTo>
                  <a:cubicBezTo>
                    <a:pt x="373659" y="678260"/>
                    <a:pt x="360060" y="672820"/>
                    <a:pt x="351901" y="664661"/>
                  </a:cubicBezTo>
                  <a:cubicBezTo>
                    <a:pt x="330144" y="645624"/>
                    <a:pt x="316546" y="621147"/>
                    <a:pt x="305667" y="596670"/>
                  </a:cubicBezTo>
                  <a:cubicBezTo>
                    <a:pt x="292069" y="569473"/>
                    <a:pt x="281190" y="539557"/>
                    <a:pt x="270312" y="509641"/>
                  </a:cubicBezTo>
                  <a:cubicBezTo>
                    <a:pt x="264872" y="493323"/>
                    <a:pt x="256713" y="477005"/>
                    <a:pt x="251274" y="460687"/>
                  </a:cubicBezTo>
                  <a:cubicBezTo>
                    <a:pt x="240395" y="433491"/>
                    <a:pt x="232236" y="409014"/>
                    <a:pt x="224077" y="381817"/>
                  </a:cubicBezTo>
                  <a:cubicBezTo>
                    <a:pt x="218638" y="365499"/>
                    <a:pt x="213199" y="346462"/>
                    <a:pt x="207759" y="330144"/>
                  </a:cubicBezTo>
                  <a:cubicBezTo>
                    <a:pt x="202320" y="316545"/>
                    <a:pt x="196881" y="300228"/>
                    <a:pt x="191442" y="286629"/>
                  </a:cubicBezTo>
                  <a:cubicBezTo>
                    <a:pt x="188722" y="281190"/>
                    <a:pt x="186002" y="278470"/>
                    <a:pt x="183283" y="278470"/>
                  </a:cubicBezTo>
                  <a:cubicBezTo>
                    <a:pt x="180563" y="278470"/>
                    <a:pt x="180563" y="286629"/>
                    <a:pt x="180563" y="292069"/>
                  </a:cubicBezTo>
                  <a:cubicBezTo>
                    <a:pt x="180563" y="297508"/>
                    <a:pt x="180563" y="302947"/>
                    <a:pt x="180563" y="305667"/>
                  </a:cubicBezTo>
                  <a:cubicBezTo>
                    <a:pt x="180563" y="321985"/>
                    <a:pt x="183283" y="338303"/>
                    <a:pt x="183283" y="354621"/>
                  </a:cubicBezTo>
                  <a:cubicBezTo>
                    <a:pt x="183283" y="387257"/>
                    <a:pt x="186002" y="417173"/>
                    <a:pt x="188722" y="449809"/>
                  </a:cubicBezTo>
                  <a:cubicBezTo>
                    <a:pt x="188722" y="460687"/>
                    <a:pt x="188722" y="468846"/>
                    <a:pt x="188722" y="479725"/>
                  </a:cubicBezTo>
                  <a:cubicBezTo>
                    <a:pt x="188722" y="501482"/>
                    <a:pt x="188722" y="523239"/>
                    <a:pt x="188722" y="542277"/>
                  </a:cubicBezTo>
                  <a:cubicBezTo>
                    <a:pt x="188722" y="566754"/>
                    <a:pt x="186002" y="591231"/>
                    <a:pt x="186002" y="615708"/>
                  </a:cubicBezTo>
                  <a:cubicBezTo>
                    <a:pt x="186002" y="623867"/>
                    <a:pt x="186002" y="632026"/>
                    <a:pt x="186002" y="637465"/>
                  </a:cubicBezTo>
                  <a:cubicBezTo>
                    <a:pt x="186002" y="645624"/>
                    <a:pt x="183283" y="656502"/>
                    <a:pt x="183283" y="664661"/>
                  </a:cubicBezTo>
                  <a:cubicBezTo>
                    <a:pt x="202320" y="664661"/>
                    <a:pt x="218638" y="664661"/>
                    <a:pt x="226797" y="664661"/>
                  </a:cubicBezTo>
                  <a:cubicBezTo>
                    <a:pt x="234956" y="664661"/>
                    <a:pt x="253994" y="664661"/>
                    <a:pt x="253994" y="680979"/>
                  </a:cubicBezTo>
                  <a:cubicBezTo>
                    <a:pt x="253994" y="689138"/>
                    <a:pt x="253994" y="691858"/>
                    <a:pt x="248554" y="697297"/>
                  </a:cubicBezTo>
                  <a:cubicBezTo>
                    <a:pt x="245835" y="702737"/>
                    <a:pt x="240395" y="705456"/>
                    <a:pt x="234956" y="705456"/>
                  </a:cubicBezTo>
                  <a:cubicBezTo>
                    <a:pt x="226797" y="708176"/>
                    <a:pt x="224077" y="708176"/>
                    <a:pt x="218638" y="708176"/>
                  </a:cubicBezTo>
                  <a:cubicBezTo>
                    <a:pt x="215918" y="708176"/>
                    <a:pt x="199600" y="708176"/>
                    <a:pt x="183283" y="708176"/>
                  </a:cubicBezTo>
                  <a:cubicBezTo>
                    <a:pt x="166965" y="708176"/>
                    <a:pt x="153366" y="708176"/>
                    <a:pt x="150647" y="708176"/>
                  </a:cubicBezTo>
                  <a:cubicBezTo>
                    <a:pt x="139768" y="708176"/>
                    <a:pt x="120730" y="708176"/>
                    <a:pt x="107132" y="708176"/>
                  </a:cubicBezTo>
                  <a:cubicBezTo>
                    <a:pt x="101693" y="708176"/>
                    <a:pt x="96253" y="708176"/>
                    <a:pt x="88094" y="708176"/>
                  </a:cubicBezTo>
                  <a:cubicBezTo>
                    <a:pt x="82655" y="708176"/>
                    <a:pt x="74496" y="708176"/>
                    <a:pt x="69057" y="702737"/>
                  </a:cubicBezTo>
                  <a:cubicBezTo>
                    <a:pt x="63618" y="700017"/>
                    <a:pt x="58178" y="691858"/>
                    <a:pt x="58178" y="686419"/>
                  </a:cubicBezTo>
                  <a:cubicBezTo>
                    <a:pt x="58178" y="683699"/>
                    <a:pt x="58178" y="680979"/>
                    <a:pt x="60898" y="678260"/>
                  </a:cubicBezTo>
                  <a:cubicBezTo>
                    <a:pt x="63618" y="675540"/>
                    <a:pt x="71777" y="672820"/>
                    <a:pt x="77216" y="670101"/>
                  </a:cubicBezTo>
                  <a:cubicBezTo>
                    <a:pt x="90814" y="667381"/>
                    <a:pt x="115291" y="664661"/>
                    <a:pt x="120730" y="664661"/>
                  </a:cubicBezTo>
                  <a:cubicBezTo>
                    <a:pt x="123450" y="664661"/>
                    <a:pt x="126170" y="664661"/>
                    <a:pt x="131609" y="664661"/>
                  </a:cubicBezTo>
                  <a:cubicBezTo>
                    <a:pt x="131609" y="623867"/>
                    <a:pt x="134329" y="583072"/>
                    <a:pt x="134329" y="539557"/>
                  </a:cubicBezTo>
                  <a:cubicBezTo>
                    <a:pt x="134329" y="528679"/>
                    <a:pt x="134329" y="515080"/>
                    <a:pt x="134329" y="504202"/>
                  </a:cubicBezTo>
                  <a:cubicBezTo>
                    <a:pt x="131609" y="460687"/>
                    <a:pt x="131609" y="417173"/>
                    <a:pt x="131609" y="376378"/>
                  </a:cubicBezTo>
                  <a:cubicBezTo>
                    <a:pt x="131609" y="351901"/>
                    <a:pt x="131609" y="327424"/>
                    <a:pt x="131609" y="302947"/>
                  </a:cubicBezTo>
                  <a:cubicBezTo>
                    <a:pt x="131609" y="275751"/>
                    <a:pt x="131609" y="248554"/>
                    <a:pt x="134329" y="221357"/>
                  </a:cubicBezTo>
                  <a:cubicBezTo>
                    <a:pt x="134329" y="188722"/>
                    <a:pt x="137048" y="156086"/>
                    <a:pt x="137048" y="123450"/>
                  </a:cubicBezTo>
                  <a:cubicBezTo>
                    <a:pt x="126170" y="123450"/>
                    <a:pt x="115291" y="123450"/>
                    <a:pt x="107132" y="123450"/>
                  </a:cubicBezTo>
                  <a:cubicBezTo>
                    <a:pt x="101693" y="123450"/>
                    <a:pt x="96253" y="123450"/>
                    <a:pt x="88094" y="123450"/>
                  </a:cubicBezTo>
                  <a:cubicBezTo>
                    <a:pt x="82655" y="123450"/>
                    <a:pt x="74496" y="120730"/>
                    <a:pt x="69057" y="118011"/>
                  </a:cubicBezTo>
                  <a:cubicBezTo>
                    <a:pt x="63618" y="115291"/>
                    <a:pt x="58178" y="107132"/>
                    <a:pt x="58178" y="101693"/>
                  </a:cubicBezTo>
                  <a:cubicBezTo>
                    <a:pt x="58178" y="98973"/>
                    <a:pt x="58178" y="96253"/>
                    <a:pt x="60898" y="93534"/>
                  </a:cubicBezTo>
                  <a:cubicBezTo>
                    <a:pt x="63618" y="90814"/>
                    <a:pt x="71777" y="88095"/>
                    <a:pt x="77216" y="85375"/>
                  </a:cubicBezTo>
                  <a:cubicBezTo>
                    <a:pt x="90814" y="82655"/>
                    <a:pt x="126170" y="79936"/>
                    <a:pt x="131609" y="79936"/>
                  </a:cubicBezTo>
                  <a:cubicBezTo>
                    <a:pt x="137048" y="79936"/>
                    <a:pt x="147927" y="79936"/>
                    <a:pt x="161525" y="79936"/>
                  </a:cubicBezTo>
                  <a:cubicBezTo>
                    <a:pt x="166965" y="74496"/>
                    <a:pt x="172404" y="71776"/>
                    <a:pt x="177843" y="66337"/>
                  </a:cubicBezTo>
                  <a:cubicBezTo>
                    <a:pt x="186002" y="60898"/>
                    <a:pt x="194161" y="58178"/>
                    <a:pt x="202320" y="58178"/>
                  </a:cubicBezTo>
                  <a:cubicBezTo>
                    <a:pt x="215918" y="58178"/>
                    <a:pt x="226797" y="63618"/>
                    <a:pt x="234956" y="77216"/>
                  </a:cubicBezTo>
                  <a:cubicBezTo>
                    <a:pt x="240395" y="88095"/>
                    <a:pt x="248554" y="96253"/>
                    <a:pt x="251274" y="107132"/>
                  </a:cubicBezTo>
                  <a:cubicBezTo>
                    <a:pt x="256713" y="120730"/>
                    <a:pt x="259433" y="134329"/>
                    <a:pt x="267592" y="147927"/>
                  </a:cubicBezTo>
                  <a:cubicBezTo>
                    <a:pt x="273031" y="158806"/>
                    <a:pt x="275751" y="172404"/>
                    <a:pt x="281190" y="183282"/>
                  </a:cubicBezTo>
                  <a:cubicBezTo>
                    <a:pt x="286630" y="196881"/>
                    <a:pt x="292069" y="210479"/>
                    <a:pt x="297508" y="224077"/>
                  </a:cubicBezTo>
                  <a:cubicBezTo>
                    <a:pt x="300228" y="237676"/>
                    <a:pt x="305667" y="251274"/>
                    <a:pt x="308387" y="264872"/>
                  </a:cubicBezTo>
                  <a:cubicBezTo>
                    <a:pt x="311107" y="278470"/>
                    <a:pt x="311107" y="289349"/>
                    <a:pt x="319265" y="300228"/>
                  </a:cubicBezTo>
                  <a:cubicBezTo>
                    <a:pt x="332864" y="324704"/>
                    <a:pt x="346462" y="351901"/>
                    <a:pt x="351901" y="379098"/>
                  </a:cubicBezTo>
                  <a:cubicBezTo>
                    <a:pt x="354621" y="392696"/>
                    <a:pt x="360060" y="403575"/>
                    <a:pt x="365500" y="417173"/>
                  </a:cubicBezTo>
                  <a:cubicBezTo>
                    <a:pt x="373659" y="430771"/>
                    <a:pt x="373659" y="444369"/>
                    <a:pt x="379098" y="457968"/>
                  </a:cubicBezTo>
                  <a:cubicBezTo>
                    <a:pt x="381818" y="471566"/>
                    <a:pt x="387257" y="482445"/>
                    <a:pt x="395416" y="496043"/>
                  </a:cubicBezTo>
                  <a:cubicBezTo>
                    <a:pt x="398136" y="501482"/>
                    <a:pt x="403575" y="506921"/>
                    <a:pt x="406295" y="512361"/>
                  </a:cubicBezTo>
                  <a:cubicBezTo>
                    <a:pt x="409014" y="517800"/>
                    <a:pt x="409014" y="525959"/>
                    <a:pt x="411734" y="531398"/>
                  </a:cubicBezTo>
                  <a:cubicBezTo>
                    <a:pt x="414454" y="539557"/>
                    <a:pt x="417173" y="550436"/>
                    <a:pt x="419893" y="558595"/>
                  </a:cubicBezTo>
                  <a:cubicBezTo>
                    <a:pt x="422613" y="561314"/>
                    <a:pt x="422613" y="564034"/>
                    <a:pt x="425332" y="564034"/>
                  </a:cubicBezTo>
                  <a:cubicBezTo>
                    <a:pt x="428052" y="564034"/>
                    <a:pt x="428052" y="561314"/>
                    <a:pt x="430771" y="558595"/>
                  </a:cubicBezTo>
                  <a:cubicBezTo>
                    <a:pt x="430771" y="555875"/>
                    <a:pt x="430771" y="553156"/>
                    <a:pt x="430771" y="550436"/>
                  </a:cubicBezTo>
                  <a:cubicBezTo>
                    <a:pt x="430771" y="534118"/>
                    <a:pt x="430771" y="517800"/>
                    <a:pt x="430771" y="501482"/>
                  </a:cubicBezTo>
                  <a:cubicBezTo>
                    <a:pt x="430771" y="468846"/>
                    <a:pt x="433491" y="436210"/>
                    <a:pt x="430771" y="403575"/>
                  </a:cubicBezTo>
                  <a:cubicBezTo>
                    <a:pt x="430771" y="373658"/>
                    <a:pt x="425332" y="343742"/>
                    <a:pt x="425332" y="313826"/>
                  </a:cubicBezTo>
                  <a:cubicBezTo>
                    <a:pt x="425332" y="292069"/>
                    <a:pt x="425332" y="270311"/>
                    <a:pt x="425332" y="248554"/>
                  </a:cubicBezTo>
                  <a:cubicBezTo>
                    <a:pt x="425332" y="234956"/>
                    <a:pt x="425332" y="224077"/>
                    <a:pt x="425332" y="210479"/>
                  </a:cubicBezTo>
                  <a:cubicBezTo>
                    <a:pt x="425332" y="191441"/>
                    <a:pt x="422613" y="172404"/>
                    <a:pt x="422613" y="153366"/>
                  </a:cubicBezTo>
                  <a:cubicBezTo>
                    <a:pt x="422613" y="142488"/>
                    <a:pt x="422613" y="134329"/>
                    <a:pt x="425332" y="123450"/>
                  </a:cubicBezTo>
                  <a:cubicBezTo>
                    <a:pt x="417173" y="123450"/>
                    <a:pt x="406295" y="123450"/>
                    <a:pt x="398136" y="123450"/>
                  </a:cubicBezTo>
                  <a:cubicBezTo>
                    <a:pt x="392696" y="123450"/>
                    <a:pt x="387257" y="123450"/>
                    <a:pt x="379098" y="123450"/>
                  </a:cubicBezTo>
                  <a:cubicBezTo>
                    <a:pt x="373659" y="123450"/>
                    <a:pt x="365500" y="120730"/>
                    <a:pt x="360060" y="118011"/>
                  </a:cubicBezTo>
                  <a:cubicBezTo>
                    <a:pt x="354621" y="115291"/>
                    <a:pt x="349182" y="107132"/>
                    <a:pt x="349182" y="101693"/>
                  </a:cubicBezTo>
                  <a:cubicBezTo>
                    <a:pt x="349182" y="98973"/>
                    <a:pt x="349182" y="96253"/>
                    <a:pt x="351901" y="93534"/>
                  </a:cubicBezTo>
                  <a:cubicBezTo>
                    <a:pt x="354621" y="90814"/>
                    <a:pt x="362780" y="88095"/>
                    <a:pt x="368219" y="85375"/>
                  </a:cubicBezTo>
                  <a:cubicBezTo>
                    <a:pt x="381818" y="82655"/>
                    <a:pt x="417173" y="79936"/>
                    <a:pt x="422613" y="79936"/>
                  </a:cubicBezTo>
                  <a:cubicBezTo>
                    <a:pt x="428052" y="79936"/>
                    <a:pt x="433491" y="79936"/>
                    <a:pt x="444370" y="79936"/>
                  </a:cubicBezTo>
                  <a:cubicBezTo>
                    <a:pt x="449809" y="74496"/>
                    <a:pt x="455248" y="71776"/>
                    <a:pt x="463407" y="71776"/>
                  </a:cubicBezTo>
                  <a:cubicBezTo>
                    <a:pt x="471566" y="71776"/>
                    <a:pt x="477006" y="74496"/>
                    <a:pt x="477006" y="79936"/>
                  </a:cubicBezTo>
                  <a:cubicBezTo>
                    <a:pt x="490604" y="82655"/>
                    <a:pt x="504202" y="79936"/>
                    <a:pt x="512361" y="79936"/>
                  </a:cubicBezTo>
                  <a:lnTo>
                    <a:pt x="512361" y="79936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417FE90C-6359-4A38-A932-B9E34A36EB87}"/>
                </a:ext>
              </a:extLst>
            </p:cNvPr>
            <p:cNvSpPr/>
            <p:nvPr/>
          </p:nvSpPr>
          <p:spPr>
            <a:xfrm>
              <a:off x="2987430" y="4242177"/>
              <a:ext cx="494979" cy="674476"/>
            </a:xfrm>
            <a:custGeom>
              <a:avLst/>
              <a:gdLst>
                <a:gd name="connsiteX0" fmla="*/ 228453 w 494979"/>
                <a:gd name="connsiteY0" fmla="*/ 97907 h 674476"/>
                <a:gd name="connsiteX1" fmla="*/ 212135 w 494979"/>
                <a:gd name="connsiteY1" fmla="*/ 119665 h 674476"/>
                <a:gd name="connsiteX2" fmla="*/ 203976 w 494979"/>
                <a:gd name="connsiteY2" fmla="*/ 152300 h 674476"/>
                <a:gd name="connsiteX3" fmla="*/ 201256 w 494979"/>
                <a:gd name="connsiteY3" fmla="*/ 168618 h 674476"/>
                <a:gd name="connsiteX4" fmla="*/ 198537 w 494979"/>
                <a:gd name="connsiteY4" fmla="*/ 184936 h 674476"/>
                <a:gd name="connsiteX5" fmla="*/ 190378 w 494979"/>
                <a:gd name="connsiteY5" fmla="*/ 220292 h 674476"/>
                <a:gd name="connsiteX6" fmla="*/ 171340 w 494979"/>
                <a:gd name="connsiteY6" fmla="*/ 291003 h 674476"/>
                <a:gd name="connsiteX7" fmla="*/ 163180 w 494979"/>
                <a:gd name="connsiteY7" fmla="*/ 323639 h 674476"/>
                <a:gd name="connsiteX8" fmla="*/ 152302 w 494979"/>
                <a:gd name="connsiteY8" fmla="*/ 361714 h 674476"/>
                <a:gd name="connsiteX9" fmla="*/ 146862 w 494979"/>
                <a:gd name="connsiteY9" fmla="*/ 388910 h 674476"/>
                <a:gd name="connsiteX10" fmla="*/ 152302 w 494979"/>
                <a:gd name="connsiteY10" fmla="*/ 391630 h 674476"/>
                <a:gd name="connsiteX11" fmla="*/ 174060 w 494979"/>
                <a:gd name="connsiteY11" fmla="*/ 391630 h 674476"/>
                <a:gd name="connsiteX12" fmla="*/ 195817 w 494979"/>
                <a:gd name="connsiteY12" fmla="*/ 388910 h 674476"/>
                <a:gd name="connsiteX13" fmla="*/ 214855 w 494979"/>
                <a:gd name="connsiteY13" fmla="*/ 388910 h 674476"/>
                <a:gd name="connsiteX14" fmla="*/ 239332 w 494979"/>
                <a:gd name="connsiteY14" fmla="*/ 388910 h 674476"/>
                <a:gd name="connsiteX15" fmla="*/ 252930 w 494979"/>
                <a:gd name="connsiteY15" fmla="*/ 386191 h 674476"/>
                <a:gd name="connsiteX16" fmla="*/ 261089 w 494979"/>
                <a:gd name="connsiteY16" fmla="*/ 386191 h 674476"/>
                <a:gd name="connsiteX17" fmla="*/ 258369 w 494979"/>
                <a:gd name="connsiteY17" fmla="*/ 367153 h 674476"/>
                <a:gd name="connsiteX18" fmla="*/ 252930 w 494979"/>
                <a:gd name="connsiteY18" fmla="*/ 331797 h 674476"/>
                <a:gd name="connsiteX19" fmla="*/ 250210 w 494979"/>
                <a:gd name="connsiteY19" fmla="*/ 244769 h 674476"/>
                <a:gd name="connsiteX20" fmla="*/ 244771 w 494979"/>
                <a:gd name="connsiteY20" fmla="*/ 203974 h 674476"/>
                <a:gd name="connsiteX21" fmla="*/ 239332 w 494979"/>
                <a:gd name="connsiteY21" fmla="*/ 157740 h 674476"/>
                <a:gd name="connsiteX22" fmla="*/ 236612 w 494979"/>
                <a:gd name="connsiteY22" fmla="*/ 119665 h 674476"/>
                <a:gd name="connsiteX23" fmla="*/ 228453 w 494979"/>
                <a:gd name="connsiteY23" fmla="*/ 97907 h 674476"/>
                <a:gd name="connsiteX24" fmla="*/ 274687 w 494979"/>
                <a:gd name="connsiteY24" fmla="*/ 0 h 674476"/>
                <a:gd name="connsiteX25" fmla="*/ 304603 w 494979"/>
                <a:gd name="connsiteY25" fmla="*/ 5439 h 674476"/>
                <a:gd name="connsiteX26" fmla="*/ 320921 w 494979"/>
                <a:gd name="connsiteY26" fmla="*/ 24477 h 674476"/>
                <a:gd name="connsiteX27" fmla="*/ 334519 w 494979"/>
                <a:gd name="connsiteY27" fmla="*/ 43515 h 674476"/>
                <a:gd name="connsiteX28" fmla="*/ 339959 w 494979"/>
                <a:gd name="connsiteY28" fmla="*/ 65272 h 674476"/>
                <a:gd name="connsiteX29" fmla="*/ 348118 w 494979"/>
                <a:gd name="connsiteY29" fmla="*/ 114226 h 674476"/>
                <a:gd name="connsiteX30" fmla="*/ 361716 w 494979"/>
                <a:gd name="connsiteY30" fmla="*/ 163180 h 674476"/>
                <a:gd name="connsiteX31" fmla="*/ 369875 w 494979"/>
                <a:gd name="connsiteY31" fmla="*/ 220293 h 674476"/>
                <a:gd name="connsiteX32" fmla="*/ 378034 w 494979"/>
                <a:gd name="connsiteY32" fmla="*/ 274686 h 674476"/>
                <a:gd name="connsiteX33" fmla="*/ 383473 w 494979"/>
                <a:gd name="connsiteY33" fmla="*/ 301883 h 674476"/>
                <a:gd name="connsiteX34" fmla="*/ 391632 w 494979"/>
                <a:gd name="connsiteY34" fmla="*/ 337238 h 674476"/>
                <a:gd name="connsiteX35" fmla="*/ 397071 w 494979"/>
                <a:gd name="connsiteY35" fmla="*/ 364435 h 674476"/>
                <a:gd name="connsiteX36" fmla="*/ 405230 w 494979"/>
                <a:gd name="connsiteY36" fmla="*/ 383473 h 674476"/>
                <a:gd name="connsiteX37" fmla="*/ 416109 w 494979"/>
                <a:gd name="connsiteY37" fmla="*/ 386192 h 674476"/>
                <a:gd name="connsiteX38" fmla="*/ 426988 w 494979"/>
                <a:gd name="connsiteY38" fmla="*/ 386192 h 674476"/>
                <a:gd name="connsiteX39" fmla="*/ 454184 w 494979"/>
                <a:gd name="connsiteY39" fmla="*/ 397071 h 674476"/>
                <a:gd name="connsiteX40" fmla="*/ 456904 w 494979"/>
                <a:gd name="connsiteY40" fmla="*/ 405230 h 674476"/>
                <a:gd name="connsiteX41" fmla="*/ 451465 w 494979"/>
                <a:gd name="connsiteY41" fmla="*/ 416108 h 674476"/>
                <a:gd name="connsiteX42" fmla="*/ 432427 w 494979"/>
                <a:gd name="connsiteY42" fmla="*/ 429707 h 674476"/>
                <a:gd name="connsiteX43" fmla="*/ 421548 w 494979"/>
                <a:gd name="connsiteY43" fmla="*/ 432426 h 674476"/>
                <a:gd name="connsiteX44" fmla="*/ 413389 w 494979"/>
                <a:gd name="connsiteY44" fmla="*/ 435146 h 674476"/>
                <a:gd name="connsiteX45" fmla="*/ 413389 w 494979"/>
                <a:gd name="connsiteY45" fmla="*/ 440585 h 674476"/>
                <a:gd name="connsiteX46" fmla="*/ 416109 w 494979"/>
                <a:gd name="connsiteY46" fmla="*/ 451464 h 674476"/>
                <a:gd name="connsiteX47" fmla="*/ 418829 w 494979"/>
                <a:gd name="connsiteY47" fmla="*/ 465062 h 674476"/>
                <a:gd name="connsiteX48" fmla="*/ 418829 w 494979"/>
                <a:gd name="connsiteY48" fmla="*/ 475941 h 674476"/>
                <a:gd name="connsiteX49" fmla="*/ 418829 w 494979"/>
                <a:gd name="connsiteY49" fmla="*/ 486820 h 674476"/>
                <a:gd name="connsiteX50" fmla="*/ 426988 w 494979"/>
                <a:gd name="connsiteY50" fmla="*/ 516736 h 674476"/>
                <a:gd name="connsiteX51" fmla="*/ 432427 w 494979"/>
                <a:gd name="connsiteY51" fmla="*/ 543932 h 674476"/>
                <a:gd name="connsiteX52" fmla="*/ 437866 w 494979"/>
                <a:gd name="connsiteY52" fmla="*/ 573848 h 674476"/>
                <a:gd name="connsiteX53" fmla="*/ 443306 w 494979"/>
                <a:gd name="connsiteY53" fmla="*/ 606484 h 674476"/>
                <a:gd name="connsiteX54" fmla="*/ 446025 w 494979"/>
                <a:gd name="connsiteY54" fmla="*/ 617363 h 674476"/>
                <a:gd name="connsiteX55" fmla="*/ 470502 w 494979"/>
                <a:gd name="connsiteY55" fmla="*/ 617363 h 674476"/>
                <a:gd name="connsiteX56" fmla="*/ 494979 w 494979"/>
                <a:gd name="connsiteY56" fmla="*/ 641840 h 674476"/>
                <a:gd name="connsiteX57" fmla="*/ 486820 w 494979"/>
                <a:gd name="connsiteY57" fmla="*/ 655438 h 674476"/>
                <a:gd name="connsiteX58" fmla="*/ 470502 w 494979"/>
                <a:gd name="connsiteY58" fmla="*/ 663597 h 674476"/>
                <a:gd name="connsiteX59" fmla="*/ 446025 w 494979"/>
                <a:gd name="connsiteY59" fmla="*/ 666317 h 674476"/>
                <a:gd name="connsiteX60" fmla="*/ 424268 w 494979"/>
                <a:gd name="connsiteY60" fmla="*/ 666317 h 674476"/>
                <a:gd name="connsiteX61" fmla="*/ 416109 w 494979"/>
                <a:gd name="connsiteY61" fmla="*/ 666317 h 674476"/>
                <a:gd name="connsiteX62" fmla="*/ 402511 w 494979"/>
                <a:gd name="connsiteY62" fmla="*/ 671756 h 674476"/>
                <a:gd name="connsiteX63" fmla="*/ 386193 w 494979"/>
                <a:gd name="connsiteY63" fmla="*/ 674476 h 674476"/>
                <a:gd name="connsiteX64" fmla="*/ 350837 w 494979"/>
                <a:gd name="connsiteY64" fmla="*/ 669036 h 674476"/>
                <a:gd name="connsiteX65" fmla="*/ 329080 w 494979"/>
                <a:gd name="connsiteY65" fmla="*/ 669036 h 674476"/>
                <a:gd name="connsiteX66" fmla="*/ 280126 w 494979"/>
                <a:gd name="connsiteY66" fmla="*/ 669036 h 674476"/>
                <a:gd name="connsiteX67" fmla="*/ 255649 w 494979"/>
                <a:gd name="connsiteY67" fmla="*/ 663597 h 674476"/>
                <a:gd name="connsiteX68" fmla="*/ 239331 w 494979"/>
                <a:gd name="connsiteY68" fmla="*/ 647279 h 674476"/>
                <a:gd name="connsiteX69" fmla="*/ 263808 w 494979"/>
                <a:gd name="connsiteY69" fmla="*/ 630961 h 674476"/>
                <a:gd name="connsiteX70" fmla="*/ 291005 w 494979"/>
                <a:gd name="connsiteY70" fmla="*/ 628241 h 674476"/>
                <a:gd name="connsiteX71" fmla="*/ 288285 w 494979"/>
                <a:gd name="connsiteY71" fmla="*/ 609204 h 674476"/>
                <a:gd name="connsiteX72" fmla="*/ 285565 w 494979"/>
                <a:gd name="connsiteY72" fmla="*/ 582007 h 674476"/>
                <a:gd name="connsiteX73" fmla="*/ 282846 w 494979"/>
                <a:gd name="connsiteY73" fmla="*/ 568409 h 674476"/>
                <a:gd name="connsiteX74" fmla="*/ 285565 w 494979"/>
                <a:gd name="connsiteY74" fmla="*/ 554811 h 674476"/>
                <a:gd name="connsiteX75" fmla="*/ 280126 w 494979"/>
                <a:gd name="connsiteY75" fmla="*/ 538493 h 674476"/>
                <a:gd name="connsiteX76" fmla="*/ 274687 w 494979"/>
                <a:gd name="connsiteY76" fmla="*/ 505857 h 674476"/>
                <a:gd name="connsiteX77" fmla="*/ 271967 w 494979"/>
                <a:gd name="connsiteY77" fmla="*/ 478660 h 674476"/>
                <a:gd name="connsiteX78" fmla="*/ 269247 w 494979"/>
                <a:gd name="connsiteY78" fmla="*/ 446025 h 674476"/>
                <a:gd name="connsiteX79" fmla="*/ 263808 w 494979"/>
                <a:gd name="connsiteY79" fmla="*/ 437866 h 674476"/>
                <a:gd name="connsiteX80" fmla="*/ 252929 w 494979"/>
                <a:gd name="connsiteY80" fmla="*/ 437866 h 674476"/>
                <a:gd name="connsiteX81" fmla="*/ 223013 w 494979"/>
                <a:gd name="connsiteY81" fmla="*/ 440585 h 674476"/>
                <a:gd name="connsiteX82" fmla="*/ 193097 w 494979"/>
                <a:gd name="connsiteY82" fmla="*/ 443305 h 674476"/>
                <a:gd name="connsiteX83" fmla="*/ 168620 w 494979"/>
                <a:gd name="connsiteY83" fmla="*/ 443305 h 674476"/>
                <a:gd name="connsiteX84" fmla="*/ 146862 w 494979"/>
                <a:gd name="connsiteY84" fmla="*/ 440585 h 674476"/>
                <a:gd name="connsiteX85" fmla="*/ 138703 w 494979"/>
                <a:gd name="connsiteY85" fmla="*/ 454184 h 674476"/>
                <a:gd name="connsiteX86" fmla="*/ 133263 w 494979"/>
                <a:gd name="connsiteY86" fmla="*/ 486820 h 674476"/>
                <a:gd name="connsiteX87" fmla="*/ 122385 w 494979"/>
                <a:gd name="connsiteY87" fmla="*/ 541213 h 674476"/>
                <a:gd name="connsiteX88" fmla="*/ 106067 w 494979"/>
                <a:gd name="connsiteY88" fmla="*/ 614643 h 674476"/>
                <a:gd name="connsiteX89" fmla="*/ 135983 w 494979"/>
                <a:gd name="connsiteY89" fmla="*/ 614643 h 674476"/>
                <a:gd name="connsiteX90" fmla="*/ 171340 w 494979"/>
                <a:gd name="connsiteY90" fmla="*/ 630961 h 674476"/>
                <a:gd name="connsiteX91" fmla="*/ 165900 w 494979"/>
                <a:gd name="connsiteY91" fmla="*/ 647279 h 674476"/>
                <a:gd name="connsiteX92" fmla="*/ 149581 w 494979"/>
                <a:gd name="connsiteY92" fmla="*/ 655438 h 674476"/>
                <a:gd name="connsiteX93" fmla="*/ 127824 w 494979"/>
                <a:gd name="connsiteY93" fmla="*/ 658158 h 674476"/>
                <a:gd name="connsiteX94" fmla="*/ 106067 w 494979"/>
                <a:gd name="connsiteY94" fmla="*/ 658158 h 674476"/>
                <a:gd name="connsiteX95" fmla="*/ 62552 w 494979"/>
                <a:gd name="connsiteY95" fmla="*/ 658158 h 674476"/>
                <a:gd name="connsiteX96" fmla="*/ 40795 w 494979"/>
                <a:gd name="connsiteY96" fmla="*/ 658158 h 674476"/>
                <a:gd name="connsiteX97" fmla="*/ 16318 w 494979"/>
                <a:gd name="connsiteY97" fmla="*/ 652718 h 674476"/>
                <a:gd name="connsiteX98" fmla="*/ 0 w 494979"/>
                <a:gd name="connsiteY98" fmla="*/ 636401 h 674476"/>
                <a:gd name="connsiteX99" fmla="*/ 2720 w 494979"/>
                <a:gd name="connsiteY99" fmla="*/ 628241 h 674476"/>
                <a:gd name="connsiteX100" fmla="*/ 24477 w 494979"/>
                <a:gd name="connsiteY100" fmla="*/ 620082 h 674476"/>
                <a:gd name="connsiteX101" fmla="*/ 62552 w 494979"/>
                <a:gd name="connsiteY101" fmla="*/ 617363 h 674476"/>
                <a:gd name="connsiteX102" fmla="*/ 62552 w 494979"/>
                <a:gd name="connsiteY102" fmla="*/ 614643 h 674476"/>
                <a:gd name="connsiteX103" fmla="*/ 65272 w 494979"/>
                <a:gd name="connsiteY103" fmla="*/ 587447 h 674476"/>
                <a:gd name="connsiteX104" fmla="*/ 76151 w 494979"/>
                <a:gd name="connsiteY104" fmla="*/ 522175 h 674476"/>
                <a:gd name="connsiteX105" fmla="*/ 87029 w 494979"/>
                <a:gd name="connsiteY105" fmla="*/ 470501 h 674476"/>
                <a:gd name="connsiteX106" fmla="*/ 92469 w 494979"/>
                <a:gd name="connsiteY106" fmla="*/ 446025 h 674476"/>
                <a:gd name="connsiteX107" fmla="*/ 65272 w 494979"/>
                <a:gd name="connsiteY107" fmla="*/ 432426 h 674476"/>
                <a:gd name="connsiteX108" fmla="*/ 54393 w 494979"/>
                <a:gd name="connsiteY108" fmla="*/ 421548 h 674476"/>
                <a:gd name="connsiteX109" fmla="*/ 73431 w 494979"/>
                <a:gd name="connsiteY109" fmla="*/ 407949 h 674476"/>
                <a:gd name="connsiteX110" fmla="*/ 100628 w 494979"/>
                <a:gd name="connsiteY110" fmla="*/ 399790 h 674476"/>
                <a:gd name="connsiteX111" fmla="*/ 108787 w 494979"/>
                <a:gd name="connsiteY111" fmla="*/ 369874 h 674476"/>
                <a:gd name="connsiteX112" fmla="*/ 125105 w 494979"/>
                <a:gd name="connsiteY112" fmla="*/ 307322 h 674476"/>
                <a:gd name="connsiteX113" fmla="*/ 141423 w 494979"/>
                <a:gd name="connsiteY113" fmla="*/ 242051 h 674476"/>
                <a:gd name="connsiteX114" fmla="*/ 155021 w 494979"/>
                <a:gd name="connsiteY114" fmla="*/ 179498 h 674476"/>
                <a:gd name="connsiteX115" fmla="*/ 168620 w 494979"/>
                <a:gd name="connsiteY115" fmla="*/ 119665 h 674476"/>
                <a:gd name="connsiteX116" fmla="*/ 193097 w 494979"/>
                <a:gd name="connsiteY116" fmla="*/ 57113 h 674476"/>
                <a:gd name="connsiteX117" fmla="*/ 201256 w 494979"/>
                <a:gd name="connsiteY117" fmla="*/ 38075 h 674476"/>
                <a:gd name="connsiteX118" fmla="*/ 217574 w 494979"/>
                <a:gd name="connsiteY118" fmla="*/ 13598 h 674476"/>
                <a:gd name="connsiteX119" fmla="*/ 274687 w 494979"/>
                <a:gd name="connsiteY119" fmla="*/ 0 h 674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</a:cxnLst>
              <a:rect l="l" t="t" r="r" b="b"/>
              <a:pathLst>
                <a:path w="494979" h="674476">
                  <a:moveTo>
                    <a:pt x="228453" y="97907"/>
                  </a:moveTo>
                  <a:cubicBezTo>
                    <a:pt x="220294" y="97907"/>
                    <a:pt x="212135" y="114225"/>
                    <a:pt x="212135" y="119665"/>
                  </a:cubicBezTo>
                  <a:cubicBezTo>
                    <a:pt x="209415" y="130543"/>
                    <a:pt x="206696" y="144141"/>
                    <a:pt x="203976" y="152300"/>
                  </a:cubicBezTo>
                  <a:cubicBezTo>
                    <a:pt x="201256" y="157740"/>
                    <a:pt x="201256" y="163179"/>
                    <a:pt x="201256" y="168618"/>
                  </a:cubicBezTo>
                  <a:cubicBezTo>
                    <a:pt x="201256" y="174058"/>
                    <a:pt x="198537" y="179497"/>
                    <a:pt x="198537" y="184936"/>
                  </a:cubicBezTo>
                  <a:cubicBezTo>
                    <a:pt x="195817" y="195815"/>
                    <a:pt x="193097" y="209413"/>
                    <a:pt x="190378" y="220292"/>
                  </a:cubicBezTo>
                  <a:cubicBezTo>
                    <a:pt x="187658" y="244769"/>
                    <a:pt x="179499" y="269246"/>
                    <a:pt x="171340" y="291003"/>
                  </a:cubicBezTo>
                  <a:cubicBezTo>
                    <a:pt x="168620" y="301881"/>
                    <a:pt x="165900" y="312760"/>
                    <a:pt x="163180" y="323639"/>
                  </a:cubicBezTo>
                  <a:cubicBezTo>
                    <a:pt x="160461" y="337237"/>
                    <a:pt x="157741" y="348115"/>
                    <a:pt x="152302" y="361714"/>
                  </a:cubicBezTo>
                  <a:cubicBezTo>
                    <a:pt x="149582" y="367153"/>
                    <a:pt x="146862" y="383471"/>
                    <a:pt x="146862" y="388910"/>
                  </a:cubicBezTo>
                  <a:cubicBezTo>
                    <a:pt x="146862" y="391630"/>
                    <a:pt x="149582" y="391630"/>
                    <a:pt x="152302" y="391630"/>
                  </a:cubicBezTo>
                  <a:cubicBezTo>
                    <a:pt x="157741" y="391630"/>
                    <a:pt x="171340" y="391630"/>
                    <a:pt x="174060" y="391630"/>
                  </a:cubicBezTo>
                  <a:cubicBezTo>
                    <a:pt x="182219" y="391630"/>
                    <a:pt x="190378" y="391630"/>
                    <a:pt x="195817" y="388910"/>
                  </a:cubicBezTo>
                  <a:cubicBezTo>
                    <a:pt x="201256" y="388910"/>
                    <a:pt x="206696" y="388910"/>
                    <a:pt x="214855" y="388910"/>
                  </a:cubicBezTo>
                  <a:cubicBezTo>
                    <a:pt x="220294" y="388910"/>
                    <a:pt x="228453" y="388910"/>
                    <a:pt x="239332" y="388910"/>
                  </a:cubicBezTo>
                  <a:cubicBezTo>
                    <a:pt x="244771" y="388910"/>
                    <a:pt x="250210" y="388910"/>
                    <a:pt x="252930" y="386191"/>
                  </a:cubicBezTo>
                  <a:cubicBezTo>
                    <a:pt x="258369" y="391630"/>
                    <a:pt x="261089" y="388910"/>
                    <a:pt x="261089" y="386191"/>
                  </a:cubicBezTo>
                  <a:cubicBezTo>
                    <a:pt x="261089" y="380751"/>
                    <a:pt x="258369" y="372592"/>
                    <a:pt x="258369" y="367153"/>
                  </a:cubicBezTo>
                  <a:cubicBezTo>
                    <a:pt x="255650" y="353555"/>
                    <a:pt x="252930" y="342676"/>
                    <a:pt x="252930" y="331797"/>
                  </a:cubicBezTo>
                  <a:cubicBezTo>
                    <a:pt x="252930" y="301881"/>
                    <a:pt x="252930" y="274685"/>
                    <a:pt x="250210" y="244769"/>
                  </a:cubicBezTo>
                  <a:cubicBezTo>
                    <a:pt x="250210" y="231170"/>
                    <a:pt x="247491" y="217572"/>
                    <a:pt x="244771" y="203974"/>
                  </a:cubicBezTo>
                  <a:cubicBezTo>
                    <a:pt x="242051" y="187656"/>
                    <a:pt x="239332" y="174058"/>
                    <a:pt x="239332" y="157740"/>
                  </a:cubicBezTo>
                  <a:cubicBezTo>
                    <a:pt x="239332" y="152300"/>
                    <a:pt x="239332" y="133263"/>
                    <a:pt x="236612" y="119665"/>
                  </a:cubicBezTo>
                  <a:cubicBezTo>
                    <a:pt x="236612" y="106066"/>
                    <a:pt x="233892" y="97907"/>
                    <a:pt x="228453" y="97907"/>
                  </a:cubicBezTo>
                  <a:close/>
                  <a:moveTo>
                    <a:pt x="274687" y="0"/>
                  </a:moveTo>
                  <a:cubicBezTo>
                    <a:pt x="288285" y="0"/>
                    <a:pt x="293724" y="2720"/>
                    <a:pt x="304603" y="5439"/>
                  </a:cubicBezTo>
                  <a:cubicBezTo>
                    <a:pt x="315482" y="10879"/>
                    <a:pt x="315482" y="16318"/>
                    <a:pt x="320921" y="24477"/>
                  </a:cubicBezTo>
                  <a:cubicBezTo>
                    <a:pt x="326360" y="29916"/>
                    <a:pt x="331800" y="35356"/>
                    <a:pt x="334519" y="43515"/>
                  </a:cubicBezTo>
                  <a:cubicBezTo>
                    <a:pt x="337239" y="51674"/>
                    <a:pt x="337239" y="57113"/>
                    <a:pt x="339959" y="65272"/>
                  </a:cubicBezTo>
                  <a:cubicBezTo>
                    <a:pt x="345398" y="78870"/>
                    <a:pt x="342678" y="97908"/>
                    <a:pt x="348118" y="114226"/>
                  </a:cubicBezTo>
                  <a:cubicBezTo>
                    <a:pt x="350837" y="130544"/>
                    <a:pt x="358996" y="146863"/>
                    <a:pt x="361716" y="163180"/>
                  </a:cubicBezTo>
                  <a:cubicBezTo>
                    <a:pt x="364435" y="182218"/>
                    <a:pt x="364435" y="201256"/>
                    <a:pt x="369875" y="220293"/>
                  </a:cubicBezTo>
                  <a:cubicBezTo>
                    <a:pt x="375314" y="239331"/>
                    <a:pt x="378034" y="255649"/>
                    <a:pt x="378034" y="274686"/>
                  </a:cubicBezTo>
                  <a:cubicBezTo>
                    <a:pt x="378034" y="282845"/>
                    <a:pt x="380753" y="293724"/>
                    <a:pt x="383473" y="301883"/>
                  </a:cubicBezTo>
                  <a:cubicBezTo>
                    <a:pt x="386193" y="312762"/>
                    <a:pt x="388912" y="326360"/>
                    <a:pt x="391632" y="337238"/>
                  </a:cubicBezTo>
                  <a:cubicBezTo>
                    <a:pt x="391632" y="342678"/>
                    <a:pt x="394352" y="353556"/>
                    <a:pt x="397071" y="364435"/>
                  </a:cubicBezTo>
                  <a:cubicBezTo>
                    <a:pt x="399791" y="372594"/>
                    <a:pt x="402511" y="380753"/>
                    <a:pt x="405230" y="383473"/>
                  </a:cubicBezTo>
                  <a:cubicBezTo>
                    <a:pt x="407950" y="386192"/>
                    <a:pt x="413389" y="386192"/>
                    <a:pt x="416109" y="386192"/>
                  </a:cubicBezTo>
                  <a:cubicBezTo>
                    <a:pt x="418829" y="386192"/>
                    <a:pt x="424268" y="386192"/>
                    <a:pt x="426988" y="386192"/>
                  </a:cubicBezTo>
                  <a:cubicBezTo>
                    <a:pt x="437866" y="386192"/>
                    <a:pt x="448745" y="388912"/>
                    <a:pt x="454184" y="397071"/>
                  </a:cubicBezTo>
                  <a:cubicBezTo>
                    <a:pt x="456904" y="399790"/>
                    <a:pt x="456904" y="402510"/>
                    <a:pt x="456904" y="405230"/>
                  </a:cubicBezTo>
                  <a:cubicBezTo>
                    <a:pt x="456904" y="407949"/>
                    <a:pt x="454184" y="410669"/>
                    <a:pt x="451465" y="416108"/>
                  </a:cubicBezTo>
                  <a:cubicBezTo>
                    <a:pt x="446025" y="421548"/>
                    <a:pt x="440586" y="426987"/>
                    <a:pt x="432427" y="429707"/>
                  </a:cubicBezTo>
                  <a:cubicBezTo>
                    <a:pt x="429707" y="429707"/>
                    <a:pt x="426988" y="432426"/>
                    <a:pt x="421548" y="432426"/>
                  </a:cubicBezTo>
                  <a:cubicBezTo>
                    <a:pt x="418829" y="432426"/>
                    <a:pt x="416109" y="432426"/>
                    <a:pt x="413389" y="435146"/>
                  </a:cubicBezTo>
                  <a:cubicBezTo>
                    <a:pt x="413389" y="435146"/>
                    <a:pt x="413389" y="437866"/>
                    <a:pt x="413389" y="440585"/>
                  </a:cubicBezTo>
                  <a:cubicBezTo>
                    <a:pt x="413389" y="443305"/>
                    <a:pt x="413389" y="448744"/>
                    <a:pt x="416109" y="451464"/>
                  </a:cubicBezTo>
                  <a:cubicBezTo>
                    <a:pt x="416109" y="456903"/>
                    <a:pt x="418829" y="462343"/>
                    <a:pt x="418829" y="465062"/>
                  </a:cubicBezTo>
                  <a:lnTo>
                    <a:pt x="418829" y="475941"/>
                  </a:lnTo>
                  <a:cubicBezTo>
                    <a:pt x="418829" y="481380"/>
                    <a:pt x="418829" y="484100"/>
                    <a:pt x="418829" y="486820"/>
                  </a:cubicBezTo>
                  <a:cubicBezTo>
                    <a:pt x="421548" y="497698"/>
                    <a:pt x="424268" y="505857"/>
                    <a:pt x="426988" y="516736"/>
                  </a:cubicBezTo>
                  <a:cubicBezTo>
                    <a:pt x="426988" y="524895"/>
                    <a:pt x="429707" y="535773"/>
                    <a:pt x="432427" y="543932"/>
                  </a:cubicBezTo>
                  <a:cubicBezTo>
                    <a:pt x="435147" y="554811"/>
                    <a:pt x="437866" y="562970"/>
                    <a:pt x="437866" y="573848"/>
                  </a:cubicBezTo>
                  <a:cubicBezTo>
                    <a:pt x="437866" y="587447"/>
                    <a:pt x="440586" y="595606"/>
                    <a:pt x="443306" y="606484"/>
                  </a:cubicBezTo>
                  <a:cubicBezTo>
                    <a:pt x="443306" y="609204"/>
                    <a:pt x="446025" y="614643"/>
                    <a:pt x="446025" y="617363"/>
                  </a:cubicBezTo>
                  <a:cubicBezTo>
                    <a:pt x="454184" y="617363"/>
                    <a:pt x="462343" y="617363"/>
                    <a:pt x="470502" y="617363"/>
                  </a:cubicBezTo>
                  <a:cubicBezTo>
                    <a:pt x="478661" y="625522"/>
                    <a:pt x="492259" y="630961"/>
                    <a:pt x="494979" y="641840"/>
                  </a:cubicBezTo>
                  <a:cubicBezTo>
                    <a:pt x="494979" y="647279"/>
                    <a:pt x="489540" y="649999"/>
                    <a:pt x="486820" y="655438"/>
                  </a:cubicBezTo>
                  <a:cubicBezTo>
                    <a:pt x="484100" y="660877"/>
                    <a:pt x="475942" y="663597"/>
                    <a:pt x="470502" y="663597"/>
                  </a:cubicBezTo>
                  <a:cubicBezTo>
                    <a:pt x="459623" y="666317"/>
                    <a:pt x="454184" y="666317"/>
                    <a:pt x="446025" y="666317"/>
                  </a:cubicBezTo>
                  <a:cubicBezTo>
                    <a:pt x="440586" y="666317"/>
                    <a:pt x="432427" y="666317"/>
                    <a:pt x="424268" y="666317"/>
                  </a:cubicBezTo>
                  <a:cubicBezTo>
                    <a:pt x="421548" y="666317"/>
                    <a:pt x="418829" y="666317"/>
                    <a:pt x="416109" y="666317"/>
                  </a:cubicBezTo>
                  <a:cubicBezTo>
                    <a:pt x="410670" y="669036"/>
                    <a:pt x="407950" y="669036"/>
                    <a:pt x="402511" y="671756"/>
                  </a:cubicBezTo>
                  <a:cubicBezTo>
                    <a:pt x="397071" y="671756"/>
                    <a:pt x="391632" y="674476"/>
                    <a:pt x="386193" y="674476"/>
                  </a:cubicBezTo>
                  <a:cubicBezTo>
                    <a:pt x="375314" y="674476"/>
                    <a:pt x="361716" y="671756"/>
                    <a:pt x="350837" y="669036"/>
                  </a:cubicBezTo>
                  <a:cubicBezTo>
                    <a:pt x="342678" y="669036"/>
                    <a:pt x="334519" y="669036"/>
                    <a:pt x="329080" y="669036"/>
                  </a:cubicBezTo>
                  <a:cubicBezTo>
                    <a:pt x="307323" y="669036"/>
                    <a:pt x="288285" y="669036"/>
                    <a:pt x="280126" y="669036"/>
                  </a:cubicBezTo>
                  <a:cubicBezTo>
                    <a:pt x="271967" y="669036"/>
                    <a:pt x="261088" y="669036"/>
                    <a:pt x="255649" y="663597"/>
                  </a:cubicBezTo>
                  <a:cubicBezTo>
                    <a:pt x="250210" y="660877"/>
                    <a:pt x="239331" y="655438"/>
                    <a:pt x="239331" y="647279"/>
                  </a:cubicBezTo>
                  <a:cubicBezTo>
                    <a:pt x="239331" y="636401"/>
                    <a:pt x="255649" y="633681"/>
                    <a:pt x="263808" y="630961"/>
                  </a:cubicBezTo>
                  <a:cubicBezTo>
                    <a:pt x="269247" y="630961"/>
                    <a:pt x="277406" y="630961"/>
                    <a:pt x="291005" y="628241"/>
                  </a:cubicBezTo>
                  <a:cubicBezTo>
                    <a:pt x="291005" y="620082"/>
                    <a:pt x="291005" y="614643"/>
                    <a:pt x="288285" y="609204"/>
                  </a:cubicBezTo>
                  <a:cubicBezTo>
                    <a:pt x="288285" y="601045"/>
                    <a:pt x="285565" y="590166"/>
                    <a:pt x="285565" y="582007"/>
                  </a:cubicBezTo>
                  <a:cubicBezTo>
                    <a:pt x="285565" y="576568"/>
                    <a:pt x="282846" y="573848"/>
                    <a:pt x="282846" y="568409"/>
                  </a:cubicBezTo>
                  <a:cubicBezTo>
                    <a:pt x="282846" y="562970"/>
                    <a:pt x="285565" y="557531"/>
                    <a:pt x="285565" y="554811"/>
                  </a:cubicBezTo>
                  <a:cubicBezTo>
                    <a:pt x="285565" y="549371"/>
                    <a:pt x="282846" y="546652"/>
                    <a:pt x="280126" y="538493"/>
                  </a:cubicBezTo>
                  <a:cubicBezTo>
                    <a:pt x="280126" y="527614"/>
                    <a:pt x="274687" y="516736"/>
                    <a:pt x="274687" y="505857"/>
                  </a:cubicBezTo>
                  <a:cubicBezTo>
                    <a:pt x="274687" y="494978"/>
                    <a:pt x="274687" y="486820"/>
                    <a:pt x="271967" y="478660"/>
                  </a:cubicBezTo>
                  <a:cubicBezTo>
                    <a:pt x="269247" y="467782"/>
                    <a:pt x="269247" y="456903"/>
                    <a:pt x="269247" y="446025"/>
                  </a:cubicBezTo>
                  <a:cubicBezTo>
                    <a:pt x="269247" y="440585"/>
                    <a:pt x="266528" y="437866"/>
                    <a:pt x="263808" y="437866"/>
                  </a:cubicBezTo>
                  <a:cubicBezTo>
                    <a:pt x="261088" y="437866"/>
                    <a:pt x="258369" y="437866"/>
                    <a:pt x="252929" y="437866"/>
                  </a:cubicBezTo>
                  <a:cubicBezTo>
                    <a:pt x="242051" y="437866"/>
                    <a:pt x="231172" y="437866"/>
                    <a:pt x="223013" y="440585"/>
                  </a:cubicBezTo>
                  <a:cubicBezTo>
                    <a:pt x="212135" y="440585"/>
                    <a:pt x="203976" y="443305"/>
                    <a:pt x="193097" y="443305"/>
                  </a:cubicBezTo>
                  <a:cubicBezTo>
                    <a:pt x="184938" y="443305"/>
                    <a:pt x="176779" y="443305"/>
                    <a:pt x="168620" y="443305"/>
                  </a:cubicBezTo>
                  <a:cubicBezTo>
                    <a:pt x="165900" y="443305"/>
                    <a:pt x="155021" y="440585"/>
                    <a:pt x="146862" y="440585"/>
                  </a:cubicBezTo>
                  <a:cubicBezTo>
                    <a:pt x="138703" y="440585"/>
                    <a:pt x="138703" y="448744"/>
                    <a:pt x="138703" y="454184"/>
                  </a:cubicBezTo>
                  <a:cubicBezTo>
                    <a:pt x="138703" y="465062"/>
                    <a:pt x="135983" y="475941"/>
                    <a:pt x="133263" y="486820"/>
                  </a:cubicBezTo>
                  <a:cubicBezTo>
                    <a:pt x="130544" y="505857"/>
                    <a:pt x="125105" y="522175"/>
                    <a:pt x="122385" y="541213"/>
                  </a:cubicBezTo>
                  <a:cubicBezTo>
                    <a:pt x="119665" y="560250"/>
                    <a:pt x="111506" y="595606"/>
                    <a:pt x="106067" y="614643"/>
                  </a:cubicBezTo>
                  <a:cubicBezTo>
                    <a:pt x="114226" y="614643"/>
                    <a:pt x="125105" y="614643"/>
                    <a:pt x="135983" y="614643"/>
                  </a:cubicBezTo>
                  <a:cubicBezTo>
                    <a:pt x="149581" y="614643"/>
                    <a:pt x="171340" y="614643"/>
                    <a:pt x="171340" y="630961"/>
                  </a:cubicBezTo>
                  <a:cubicBezTo>
                    <a:pt x="171340" y="639120"/>
                    <a:pt x="168620" y="639120"/>
                    <a:pt x="165900" y="647279"/>
                  </a:cubicBezTo>
                  <a:cubicBezTo>
                    <a:pt x="163181" y="652718"/>
                    <a:pt x="155021" y="655438"/>
                    <a:pt x="149581" y="655438"/>
                  </a:cubicBezTo>
                  <a:cubicBezTo>
                    <a:pt x="141423" y="658158"/>
                    <a:pt x="135983" y="658158"/>
                    <a:pt x="127824" y="658158"/>
                  </a:cubicBezTo>
                  <a:cubicBezTo>
                    <a:pt x="122385" y="658158"/>
                    <a:pt x="116946" y="658158"/>
                    <a:pt x="106067" y="658158"/>
                  </a:cubicBezTo>
                  <a:cubicBezTo>
                    <a:pt x="92469" y="658158"/>
                    <a:pt x="78870" y="658158"/>
                    <a:pt x="62552" y="658158"/>
                  </a:cubicBezTo>
                  <a:cubicBezTo>
                    <a:pt x="54393" y="658158"/>
                    <a:pt x="46234" y="658158"/>
                    <a:pt x="40795" y="658158"/>
                  </a:cubicBezTo>
                  <a:cubicBezTo>
                    <a:pt x="32636" y="658158"/>
                    <a:pt x="21758" y="658158"/>
                    <a:pt x="16318" y="652718"/>
                  </a:cubicBezTo>
                  <a:cubicBezTo>
                    <a:pt x="8159" y="649999"/>
                    <a:pt x="0" y="641840"/>
                    <a:pt x="0" y="636401"/>
                  </a:cubicBezTo>
                  <a:cubicBezTo>
                    <a:pt x="0" y="633681"/>
                    <a:pt x="0" y="630961"/>
                    <a:pt x="2720" y="628241"/>
                  </a:cubicBezTo>
                  <a:cubicBezTo>
                    <a:pt x="8159" y="625522"/>
                    <a:pt x="16318" y="622802"/>
                    <a:pt x="24477" y="620082"/>
                  </a:cubicBezTo>
                  <a:cubicBezTo>
                    <a:pt x="38075" y="617363"/>
                    <a:pt x="48954" y="617363"/>
                    <a:pt x="62552" y="617363"/>
                  </a:cubicBezTo>
                  <a:cubicBezTo>
                    <a:pt x="62552" y="617363"/>
                    <a:pt x="62552" y="614643"/>
                    <a:pt x="62552" y="614643"/>
                  </a:cubicBezTo>
                  <a:cubicBezTo>
                    <a:pt x="62552" y="603765"/>
                    <a:pt x="65272" y="590166"/>
                    <a:pt x="65272" y="587447"/>
                  </a:cubicBezTo>
                  <a:cubicBezTo>
                    <a:pt x="67992" y="565689"/>
                    <a:pt x="73431" y="543932"/>
                    <a:pt x="76151" y="522175"/>
                  </a:cubicBezTo>
                  <a:cubicBezTo>
                    <a:pt x="78870" y="505857"/>
                    <a:pt x="81590" y="486820"/>
                    <a:pt x="87029" y="470501"/>
                  </a:cubicBezTo>
                  <a:cubicBezTo>
                    <a:pt x="87029" y="465062"/>
                    <a:pt x="92469" y="451464"/>
                    <a:pt x="92469" y="446025"/>
                  </a:cubicBezTo>
                  <a:cubicBezTo>
                    <a:pt x="92469" y="437866"/>
                    <a:pt x="73431" y="437866"/>
                    <a:pt x="65272" y="432426"/>
                  </a:cubicBezTo>
                  <a:cubicBezTo>
                    <a:pt x="59833" y="429707"/>
                    <a:pt x="54393" y="426987"/>
                    <a:pt x="54393" y="421548"/>
                  </a:cubicBezTo>
                  <a:cubicBezTo>
                    <a:pt x="54393" y="413389"/>
                    <a:pt x="62552" y="410669"/>
                    <a:pt x="73431" y="407949"/>
                  </a:cubicBezTo>
                  <a:cubicBezTo>
                    <a:pt x="78870" y="407949"/>
                    <a:pt x="92469" y="405230"/>
                    <a:pt x="100628" y="399790"/>
                  </a:cubicBezTo>
                  <a:cubicBezTo>
                    <a:pt x="106067" y="394351"/>
                    <a:pt x="106067" y="378033"/>
                    <a:pt x="108787" y="369874"/>
                  </a:cubicBezTo>
                  <a:cubicBezTo>
                    <a:pt x="114226" y="348117"/>
                    <a:pt x="119665" y="326360"/>
                    <a:pt x="125105" y="307322"/>
                  </a:cubicBezTo>
                  <a:cubicBezTo>
                    <a:pt x="130544" y="285565"/>
                    <a:pt x="135983" y="263808"/>
                    <a:pt x="141423" y="242051"/>
                  </a:cubicBezTo>
                  <a:cubicBezTo>
                    <a:pt x="146862" y="220293"/>
                    <a:pt x="152301" y="198536"/>
                    <a:pt x="155021" y="179498"/>
                  </a:cubicBezTo>
                  <a:cubicBezTo>
                    <a:pt x="157740" y="160461"/>
                    <a:pt x="163181" y="138703"/>
                    <a:pt x="168620" y="119665"/>
                  </a:cubicBezTo>
                  <a:cubicBezTo>
                    <a:pt x="176779" y="100627"/>
                    <a:pt x="182218" y="76150"/>
                    <a:pt x="193097" y="57113"/>
                  </a:cubicBezTo>
                  <a:lnTo>
                    <a:pt x="201256" y="38075"/>
                  </a:lnTo>
                  <a:cubicBezTo>
                    <a:pt x="206695" y="29916"/>
                    <a:pt x="209415" y="19038"/>
                    <a:pt x="217574" y="13598"/>
                  </a:cubicBezTo>
                  <a:cubicBezTo>
                    <a:pt x="231172" y="2720"/>
                    <a:pt x="255649" y="0"/>
                    <a:pt x="274687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0195EC85-116E-4D1D-AAC5-E1EE778E9F14}"/>
                </a:ext>
              </a:extLst>
            </p:cNvPr>
            <p:cNvSpPr/>
            <p:nvPr/>
          </p:nvSpPr>
          <p:spPr>
            <a:xfrm>
              <a:off x="3443268" y="4186718"/>
              <a:ext cx="435145" cy="761503"/>
            </a:xfrm>
            <a:custGeom>
              <a:avLst/>
              <a:gdLst>
                <a:gd name="connsiteX0" fmla="*/ 400855 w 435145"/>
                <a:gd name="connsiteY0" fmla="*/ 678260 h 761503"/>
                <a:gd name="connsiteX1" fmla="*/ 384537 w 435145"/>
                <a:gd name="connsiteY1" fmla="*/ 719054 h 761503"/>
                <a:gd name="connsiteX2" fmla="*/ 368219 w 435145"/>
                <a:gd name="connsiteY2" fmla="*/ 713615 h 761503"/>
                <a:gd name="connsiteX3" fmla="*/ 360060 w 435145"/>
                <a:gd name="connsiteY3" fmla="*/ 697297 h 761503"/>
                <a:gd name="connsiteX4" fmla="*/ 360060 w 435145"/>
                <a:gd name="connsiteY4" fmla="*/ 651063 h 761503"/>
                <a:gd name="connsiteX5" fmla="*/ 332864 w 435145"/>
                <a:gd name="connsiteY5" fmla="*/ 686418 h 761503"/>
                <a:gd name="connsiteX6" fmla="*/ 251274 w 435145"/>
                <a:gd name="connsiteY6" fmla="*/ 721774 h 761503"/>
                <a:gd name="connsiteX7" fmla="*/ 229517 w 435145"/>
                <a:gd name="connsiteY7" fmla="*/ 719054 h 761503"/>
                <a:gd name="connsiteX8" fmla="*/ 158806 w 435145"/>
                <a:gd name="connsiteY8" fmla="*/ 694578 h 761503"/>
                <a:gd name="connsiteX9" fmla="*/ 112571 w 435145"/>
                <a:gd name="connsiteY9" fmla="*/ 659222 h 761503"/>
                <a:gd name="connsiteX10" fmla="*/ 79936 w 435145"/>
                <a:gd name="connsiteY10" fmla="*/ 607548 h 761503"/>
                <a:gd name="connsiteX11" fmla="*/ 63618 w 435145"/>
                <a:gd name="connsiteY11" fmla="*/ 542277 h 761503"/>
                <a:gd name="connsiteX12" fmla="*/ 58178 w 435145"/>
                <a:gd name="connsiteY12" fmla="*/ 471566 h 761503"/>
                <a:gd name="connsiteX13" fmla="*/ 60898 w 435145"/>
                <a:gd name="connsiteY13" fmla="*/ 400855 h 761503"/>
                <a:gd name="connsiteX14" fmla="*/ 66337 w 435145"/>
                <a:gd name="connsiteY14" fmla="*/ 335583 h 761503"/>
                <a:gd name="connsiteX15" fmla="*/ 85375 w 435145"/>
                <a:gd name="connsiteY15" fmla="*/ 267592 h 761503"/>
                <a:gd name="connsiteX16" fmla="*/ 109852 w 435145"/>
                <a:gd name="connsiteY16" fmla="*/ 199600 h 761503"/>
                <a:gd name="connsiteX17" fmla="*/ 145207 w 435145"/>
                <a:gd name="connsiteY17" fmla="*/ 145207 h 761503"/>
                <a:gd name="connsiteX18" fmla="*/ 188722 w 435145"/>
                <a:gd name="connsiteY18" fmla="*/ 96253 h 761503"/>
                <a:gd name="connsiteX19" fmla="*/ 243115 w 435145"/>
                <a:gd name="connsiteY19" fmla="*/ 71776 h 761503"/>
                <a:gd name="connsiteX20" fmla="*/ 286630 w 435145"/>
                <a:gd name="connsiteY20" fmla="*/ 63617 h 761503"/>
                <a:gd name="connsiteX21" fmla="*/ 305667 w 435145"/>
                <a:gd name="connsiteY21" fmla="*/ 66337 h 761503"/>
                <a:gd name="connsiteX22" fmla="*/ 324705 w 435145"/>
                <a:gd name="connsiteY22" fmla="*/ 79936 h 761503"/>
                <a:gd name="connsiteX23" fmla="*/ 341023 w 435145"/>
                <a:gd name="connsiteY23" fmla="*/ 101693 h 761503"/>
                <a:gd name="connsiteX24" fmla="*/ 354621 w 435145"/>
                <a:gd name="connsiteY24" fmla="*/ 123450 h 761503"/>
                <a:gd name="connsiteX25" fmla="*/ 354621 w 435145"/>
                <a:gd name="connsiteY25" fmla="*/ 98973 h 761503"/>
                <a:gd name="connsiteX26" fmla="*/ 360060 w 435145"/>
                <a:gd name="connsiteY26" fmla="*/ 74496 h 761503"/>
                <a:gd name="connsiteX27" fmla="*/ 365500 w 435145"/>
                <a:gd name="connsiteY27" fmla="*/ 63617 h 761503"/>
                <a:gd name="connsiteX28" fmla="*/ 373659 w 435145"/>
                <a:gd name="connsiteY28" fmla="*/ 58178 h 761503"/>
                <a:gd name="connsiteX29" fmla="*/ 381818 w 435145"/>
                <a:gd name="connsiteY29" fmla="*/ 63617 h 761503"/>
                <a:gd name="connsiteX30" fmla="*/ 389977 w 435145"/>
                <a:gd name="connsiteY30" fmla="*/ 82655 h 761503"/>
                <a:gd name="connsiteX31" fmla="*/ 392696 w 435145"/>
                <a:gd name="connsiteY31" fmla="*/ 126170 h 761503"/>
                <a:gd name="connsiteX32" fmla="*/ 395416 w 435145"/>
                <a:gd name="connsiteY32" fmla="*/ 186002 h 761503"/>
                <a:gd name="connsiteX33" fmla="*/ 398136 w 435145"/>
                <a:gd name="connsiteY33" fmla="*/ 237675 h 761503"/>
                <a:gd name="connsiteX34" fmla="*/ 398136 w 435145"/>
                <a:gd name="connsiteY34" fmla="*/ 243115 h 761503"/>
                <a:gd name="connsiteX35" fmla="*/ 395416 w 435145"/>
                <a:gd name="connsiteY35" fmla="*/ 256713 h 761503"/>
                <a:gd name="connsiteX36" fmla="*/ 379098 w 435145"/>
                <a:gd name="connsiteY36" fmla="*/ 278470 h 761503"/>
                <a:gd name="connsiteX37" fmla="*/ 362780 w 435145"/>
                <a:gd name="connsiteY37" fmla="*/ 273031 h 761503"/>
                <a:gd name="connsiteX38" fmla="*/ 354621 w 435145"/>
                <a:gd name="connsiteY38" fmla="*/ 256713 h 761503"/>
                <a:gd name="connsiteX39" fmla="*/ 354621 w 435145"/>
                <a:gd name="connsiteY39" fmla="*/ 213198 h 761503"/>
                <a:gd name="connsiteX40" fmla="*/ 354621 w 435145"/>
                <a:gd name="connsiteY40" fmla="*/ 205040 h 761503"/>
                <a:gd name="connsiteX41" fmla="*/ 338303 w 435145"/>
                <a:gd name="connsiteY41" fmla="*/ 147927 h 761503"/>
                <a:gd name="connsiteX42" fmla="*/ 292069 w 435145"/>
                <a:gd name="connsiteY42" fmla="*/ 107132 h 761503"/>
                <a:gd name="connsiteX43" fmla="*/ 262153 w 435145"/>
                <a:gd name="connsiteY43" fmla="*/ 120730 h 761503"/>
                <a:gd name="connsiteX44" fmla="*/ 251274 w 435145"/>
                <a:gd name="connsiteY44" fmla="*/ 131609 h 761503"/>
                <a:gd name="connsiteX45" fmla="*/ 240395 w 435145"/>
                <a:gd name="connsiteY45" fmla="*/ 139768 h 761503"/>
                <a:gd name="connsiteX46" fmla="*/ 237676 w 435145"/>
                <a:gd name="connsiteY46" fmla="*/ 164245 h 761503"/>
                <a:gd name="connsiteX47" fmla="*/ 226797 w 435145"/>
                <a:gd name="connsiteY47" fmla="*/ 196881 h 761503"/>
                <a:gd name="connsiteX48" fmla="*/ 213199 w 435145"/>
                <a:gd name="connsiteY48" fmla="*/ 259433 h 761503"/>
                <a:gd name="connsiteX49" fmla="*/ 207759 w 435145"/>
                <a:gd name="connsiteY49" fmla="*/ 324704 h 761503"/>
                <a:gd name="connsiteX50" fmla="*/ 207759 w 435145"/>
                <a:gd name="connsiteY50" fmla="*/ 335583 h 761503"/>
                <a:gd name="connsiteX51" fmla="*/ 205040 w 435145"/>
                <a:gd name="connsiteY51" fmla="*/ 349181 h 761503"/>
                <a:gd name="connsiteX52" fmla="*/ 207759 w 435145"/>
                <a:gd name="connsiteY52" fmla="*/ 368219 h 761503"/>
                <a:gd name="connsiteX53" fmla="*/ 207759 w 435145"/>
                <a:gd name="connsiteY53" fmla="*/ 376378 h 761503"/>
                <a:gd name="connsiteX54" fmla="*/ 205040 w 435145"/>
                <a:gd name="connsiteY54" fmla="*/ 387256 h 761503"/>
                <a:gd name="connsiteX55" fmla="*/ 205040 w 435145"/>
                <a:gd name="connsiteY55" fmla="*/ 395415 h 761503"/>
                <a:gd name="connsiteX56" fmla="*/ 205040 w 435145"/>
                <a:gd name="connsiteY56" fmla="*/ 406294 h 761503"/>
                <a:gd name="connsiteX57" fmla="*/ 205040 w 435145"/>
                <a:gd name="connsiteY57" fmla="*/ 425332 h 761503"/>
                <a:gd name="connsiteX58" fmla="*/ 213199 w 435145"/>
                <a:gd name="connsiteY58" fmla="*/ 493323 h 761503"/>
                <a:gd name="connsiteX59" fmla="*/ 221358 w 435145"/>
                <a:gd name="connsiteY59" fmla="*/ 561314 h 761503"/>
                <a:gd name="connsiteX60" fmla="*/ 226797 w 435145"/>
                <a:gd name="connsiteY60" fmla="*/ 591231 h 761503"/>
                <a:gd name="connsiteX61" fmla="*/ 240395 w 435145"/>
                <a:gd name="connsiteY61" fmla="*/ 618427 h 761503"/>
                <a:gd name="connsiteX62" fmla="*/ 283910 w 435145"/>
                <a:gd name="connsiteY62" fmla="*/ 651063 h 761503"/>
                <a:gd name="connsiteX63" fmla="*/ 338303 w 435145"/>
                <a:gd name="connsiteY63" fmla="*/ 612988 h 761503"/>
                <a:gd name="connsiteX64" fmla="*/ 354621 w 435145"/>
                <a:gd name="connsiteY64" fmla="*/ 577632 h 761503"/>
                <a:gd name="connsiteX65" fmla="*/ 357341 w 435145"/>
                <a:gd name="connsiteY65" fmla="*/ 509641 h 761503"/>
                <a:gd name="connsiteX66" fmla="*/ 362780 w 435145"/>
                <a:gd name="connsiteY66" fmla="*/ 485164 h 761503"/>
                <a:gd name="connsiteX67" fmla="*/ 368219 w 435145"/>
                <a:gd name="connsiteY67" fmla="*/ 474286 h 761503"/>
                <a:gd name="connsiteX68" fmla="*/ 376378 w 435145"/>
                <a:gd name="connsiteY68" fmla="*/ 468846 h 761503"/>
                <a:gd name="connsiteX69" fmla="*/ 384537 w 435145"/>
                <a:gd name="connsiteY69" fmla="*/ 474286 h 761503"/>
                <a:gd name="connsiteX70" fmla="*/ 392696 w 435145"/>
                <a:gd name="connsiteY70" fmla="*/ 493323 h 761503"/>
                <a:gd name="connsiteX71" fmla="*/ 395416 w 435145"/>
                <a:gd name="connsiteY71" fmla="*/ 558595 h 761503"/>
                <a:gd name="connsiteX72" fmla="*/ 398136 w 435145"/>
                <a:gd name="connsiteY72" fmla="*/ 618427 h 761503"/>
                <a:gd name="connsiteX73" fmla="*/ 400855 w 435145"/>
                <a:gd name="connsiteY73" fmla="*/ 678260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435145" h="761503">
                  <a:moveTo>
                    <a:pt x="400855" y="678260"/>
                  </a:moveTo>
                  <a:cubicBezTo>
                    <a:pt x="400855" y="689138"/>
                    <a:pt x="400855" y="719054"/>
                    <a:pt x="384537" y="719054"/>
                  </a:cubicBezTo>
                  <a:cubicBezTo>
                    <a:pt x="376378" y="719054"/>
                    <a:pt x="373659" y="716335"/>
                    <a:pt x="368219" y="713615"/>
                  </a:cubicBezTo>
                  <a:cubicBezTo>
                    <a:pt x="362780" y="710895"/>
                    <a:pt x="360060" y="702736"/>
                    <a:pt x="360060" y="697297"/>
                  </a:cubicBezTo>
                  <a:cubicBezTo>
                    <a:pt x="357341" y="680979"/>
                    <a:pt x="357341" y="664661"/>
                    <a:pt x="360060" y="651063"/>
                  </a:cubicBezTo>
                  <a:cubicBezTo>
                    <a:pt x="354621" y="659222"/>
                    <a:pt x="341023" y="678260"/>
                    <a:pt x="332864" y="686418"/>
                  </a:cubicBezTo>
                  <a:cubicBezTo>
                    <a:pt x="311107" y="708176"/>
                    <a:pt x="283910" y="721774"/>
                    <a:pt x="251274" y="721774"/>
                  </a:cubicBezTo>
                  <a:cubicBezTo>
                    <a:pt x="243115" y="721774"/>
                    <a:pt x="237676" y="721774"/>
                    <a:pt x="229517" y="719054"/>
                  </a:cubicBezTo>
                  <a:cubicBezTo>
                    <a:pt x="207759" y="716335"/>
                    <a:pt x="183283" y="708176"/>
                    <a:pt x="158806" y="694578"/>
                  </a:cubicBezTo>
                  <a:cubicBezTo>
                    <a:pt x="142488" y="686418"/>
                    <a:pt x="126170" y="672820"/>
                    <a:pt x="112571" y="659222"/>
                  </a:cubicBezTo>
                  <a:cubicBezTo>
                    <a:pt x="98973" y="642904"/>
                    <a:pt x="88095" y="626586"/>
                    <a:pt x="79936" y="607548"/>
                  </a:cubicBezTo>
                  <a:cubicBezTo>
                    <a:pt x="71777" y="585791"/>
                    <a:pt x="66337" y="566754"/>
                    <a:pt x="63618" y="542277"/>
                  </a:cubicBezTo>
                  <a:cubicBezTo>
                    <a:pt x="60898" y="517800"/>
                    <a:pt x="58178" y="493323"/>
                    <a:pt x="58178" y="471566"/>
                  </a:cubicBezTo>
                  <a:cubicBezTo>
                    <a:pt x="58178" y="447089"/>
                    <a:pt x="58178" y="425332"/>
                    <a:pt x="60898" y="400855"/>
                  </a:cubicBezTo>
                  <a:cubicBezTo>
                    <a:pt x="63618" y="379098"/>
                    <a:pt x="60898" y="357340"/>
                    <a:pt x="66337" y="335583"/>
                  </a:cubicBezTo>
                  <a:cubicBezTo>
                    <a:pt x="69057" y="313826"/>
                    <a:pt x="77216" y="289349"/>
                    <a:pt x="85375" y="267592"/>
                  </a:cubicBezTo>
                  <a:cubicBezTo>
                    <a:pt x="93534" y="243115"/>
                    <a:pt x="98973" y="221357"/>
                    <a:pt x="109852" y="199600"/>
                  </a:cubicBezTo>
                  <a:cubicBezTo>
                    <a:pt x="118011" y="177843"/>
                    <a:pt x="131609" y="161525"/>
                    <a:pt x="145207" y="145207"/>
                  </a:cubicBezTo>
                  <a:cubicBezTo>
                    <a:pt x="158806" y="128889"/>
                    <a:pt x="172404" y="109852"/>
                    <a:pt x="188722" y="96253"/>
                  </a:cubicBezTo>
                  <a:cubicBezTo>
                    <a:pt x="205040" y="82655"/>
                    <a:pt x="224077" y="77216"/>
                    <a:pt x="243115" y="71776"/>
                  </a:cubicBezTo>
                  <a:cubicBezTo>
                    <a:pt x="256713" y="69057"/>
                    <a:pt x="273031" y="63617"/>
                    <a:pt x="286630" y="63617"/>
                  </a:cubicBezTo>
                  <a:cubicBezTo>
                    <a:pt x="292069" y="63617"/>
                    <a:pt x="297508" y="63617"/>
                    <a:pt x="305667" y="66337"/>
                  </a:cubicBezTo>
                  <a:cubicBezTo>
                    <a:pt x="313826" y="69057"/>
                    <a:pt x="319266" y="74496"/>
                    <a:pt x="324705" y="79936"/>
                  </a:cubicBezTo>
                  <a:cubicBezTo>
                    <a:pt x="332864" y="85375"/>
                    <a:pt x="332864" y="93534"/>
                    <a:pt x="341023" y="101693"/>
                  </a:cubicBezTo>
                  <a:cubicBezTo>
                    <a:pt x="346462" y="107132"/>
                    <a:pt x="349182" y="118011"/>
                    <a:pt x="354621" y="123450"/>
                  </a:cubicBezTo>
                  <a:cubicBezTo>
                    <a:pt x="354621" y="115291"/>
                    <a:pt x="354621" y="101693"/>
                    <a:pt x="354621" y="98973"/>
                  </a:cubicBezTo>
                  <a:cubicBezTo>
                    <a:pt x="354621" y="90814"/>
                    <a:pt x="354621" y="79936"/>
                    <a:pt x="360060" y="74496"/>
                  </a:cubicBezTo>
                  <a:cubicBezTo>
                    <a:pt x="362780" y="71776"/>
                    <a:pt x="362780" y="69057"/>
                    <a:pt x="365500" y="63617"/>
                  </a:cubicBezTo>
                  <a:cubicBezTo>
                    <a:pt x="368219" y="60898"/>
                    <a:pt x="370939" y="58178"/>
                    <a:pt x="373659" y="58178"/>
                  </a:cubicBezTo>
                  <a:cubicBezTo>
                    <a:pt x="376378" y="58178"/>
                    <a:pt x="379098" y="60898"/>
                    <a:pt x="381818" y="63617"/>
                  </a:cubicBezTo>
                  <a:cubicBezTo>
                    <a:pt x="384537" y="69057"/>
                    <a:pt x="387257" y="77216"/>
                    <a:pt x="389977" y="82655"/>
                  </a:cubicBezTo>
                  <a:cubicBezTo>
                    <a:pt x="389977" y="90814"/>
                    <a:pt x="392696" y="107132"/>
                    <a:pt x="392696" y="126170"/>
                  </a:cubicBezTo>
                  <a:cubicBezTo>
                    <a:pt x="392696" y="150647"/>
                    <a:pt x="392696" y="177843"/>
                    <a:pt x="395416" y="186002"/>
                  </a:cubicBezTo>
                  <a:cubicBezTo>
                    <a:pt x="398136" y="205040"/>
                    <a:pt x="398136" y="215918"/>
                    <a:pt x="398136" y="237675"/>
                  </a:cubicBezTo>
                  <a:cubicBezTo>
                    <a:pt x="398136" y="240395"/>
                    <a:pt x="398136" y="243115"/>
                    <a:pt x="398136" y="243115"/>
                  </a:cubicBezTo>
                  <a:cubicBezTo>
                    <a:pt x="398136" y="248554"/>
                    <a:pt x="398136" y="251274"/>
                    <a:pt x="395416" y="256713"/>
                  </a:cubicBezTo>
                  <a:cubicBezTo>
                    <a:pt x="392696" y="267592"/>
                    <a:pt x="389977" y="278470"/>
                    <a:pt x="379098" y="278470"/>
                  </a:cubicBezTo>
                  <a:cubicBezTo>
                    <a:pt x="370939" y="278470"/>
                    <a:pt x="368219" y="275751"/>
                    <a:pt x="362780" y="273031"/>
                  </a:cubicBezTo>
                  <a:cubicBezTo>
                    <a:pt x="357341" y="270311"/>
                    <a:pt x="354621" y="262152"/>
                    <a:pt x="354621" y="256713"/>
                  </a:cubicBezTo>
                  <a:cubicBezTo>
                    <a:pt x="349182" y="237675"/>
                    <a:pt x="354621" y="232236"/>
                    <a:pt x="354621" y="213198"/>
                  </a:cubicBezTo>
                  <a:cubicBezTo>
                    <a:pt x="354621" y="210479"/>
                    <a:pt x="354621" y="207759"/>
                    <a:pt x="354621" y="205040"/>
                  </a:cubicBezTo>
                  <a:cubicBezTo>
                    <a:pt x="349182" y="186002"/>
                    <a:pt x="343742" y="169684"/>
                    <a:pt x="338303" y="147927"/>
                  </a:cubicBezTo>
                  <a:cubicBezTo>
                    <a:pt x="332864" y="131609"/>
                    <a:pt x="311107" y="107132"/>
                    <a:pt x="292069" y="107132"/>
                  </a:cubicBezTo>
                  <a:cubicBezTo>
                    <a:pt x="281190" y="107132"/>
                    <a:pt x="270312" y="115291"/>
                    <a:pt x="262153" y="120730"/>
                  </a:cubicBezTo>
                  <a:cubicBezTo>
                    <a:pt x="259433" y="123450"/>
                    <a:pt x="256713" y="126170"/>
                    <a:pt x="251274" y="131609"/>
                  </a:cubicBezTo>
                  <a:cubicBezTo>
                    <a:pt x="248554" y="134329"/>
                    <a:pt x="243115" y="137048"/>
                    <a:pt x="240395" y="139768"/>
                  </a:cubicBezTo>
                  <a:cubicBezTo>
                    <a:pt x="237676" y="145207"/>
                    <a:pt x="240395" y="156086"/>
                    <a:pt x="237676" y="164245"/>
                  </a:cubicBezTo>
                  <a:cubicBezTo>
                    <a:pt x="232236" y="175123"/>
                    <a:pt x="229517" y="186002"/>
                    <a:pt x="226797" y="196881"/>
                  </a:cubicBezTo>
                  <a:cubicBezTo>
                    <a:pt x="221358" y="218638"/>
                    <a:pt x="218638" y="237675"/>
                    <a:pt x="213199" y="259433"/>
                  </a:cubicBezTo>
                  <a:cubicBezTo>
                    <a:pt x="210479" y="281190"/>
                    <a:pt x="207759" y="302947"/>
                    <a:pt x="207759" y="324704"/>
                  </a:cubicBezTo>
                  <a:cubicBezTo>
                    <a:pt x="207759" y="327424"/>
                    <a:pt x="207759" y="332863"/>
                    <a:pt x="207759" y="335583"/>
                  </a:cubicBezTo>
                  <a:cubicBezTo>
                    <a:pt x="207759" y="341022"/>
                    <a:pt x="205040" y="343742"/>
                    <a:pt x="205040" y="349181"/>
                  </a:cubicBezTo>
                  <a:cubicBezTo>
                    <a:pt x="205040" y="354621"/>
                    <a:pt x="207759" y="362779"/>
                    <a:pt x="207759" y="368219"/>
                  </a:cubicBezTo>
                  <a:cubicBezTo>
                    <a:pt x="207759" y="370939"/>
                    <a:pt x="207759" y="373658"/>
                    <a:pt x="207759" y="376378"/>
                  </a:cubicBezTo>
                  <a:cubicBezTo>
                    <a:pt x="205040" y="381817"/>
                    <a:pt x="205040" y="384537"/>
                    <a:pt x="205040" y="387256"/>
                  </a:cubicBezTo>
                  <a:cubicBezTo>
                    <a:pt x="205040" y="389976"/>
                    <a:pt x="205040" y="392696"/>
                    <a:pt x="205040" y="395415"/>
                  </a:cubicBezTo>
                  <a:cubicBezTo>
                    <a:pt x="205040" y="398135"/>
                    <a:pt x="205040" y="403574"/>
                    <a:pt x="205040" y="406294"/>
                  </a:cubicBezTo>
                  <a:cubicBezTo>
                    <a:pt x="205040" y="411733"/>
                    <a:pt x="205040" y="417173"/>
                    <a:pt x="205040" y="425332"/>
                  </a:cubicBezTo>
                  <a:cubicBezTo>
                    <a:pt x="205040" y="449809"/>
                    <a:pt x="213199" y="471566"/>
                    <a:pt x="213199" y="493323"/>
                  </a:cubicBezTo>
                  <a:cubicBezTo>
                    <a:pt x="213199" y="517800"/>
                    <a:pt x="215919" y="539557"/>
                    <a:pt x="221358" y="561314"/>
                  </a:cubicBezTo>
                  <a:cubicBezTo>
                    <a:pt x="224077" y="572193"/>
                    <a:pt x="224077" y="580352"/>
                    <a:pt x="226797" y="591231"/>
                  </a:cubicBezTo>
                  <a:cubicBezTo>
                    <a:pt x="229517" y="599390"/>
                    <a:pt x="237676" y="607548"/>
                    <a:pt x="240395" y="618427"/>
                  </a:cubicBezTo>
                  <a:cubicBezTo>
                    <a:pt x="248554" y="637465"/>
                    <a:pt x="262153" y="651063"/>
                    <a:pt x="283910" y="651063"/>
                  </a:cubicBezTo>
                  <a:cubicBezTo>
                    <a:pt x="302948" y="651063"/>
                    <a:pt x="330144" y="629306"/>
                    <a:pt x="338303" y="612988"/>
                  </a:cubicBezTo>
                  <a:cubicBezTo>
                    <a:pt x="346462" y="599390"/>
                    <a:pt x="351901" y="591231"/>
                    <a:pt x="354621" y="577632"/>
                  </a:cubicBezTo>
                  <a:cubicBezTo>
                    <a:pt x="354621" y="550436"/>
                    <a:pt x="354621" y="517800"/>
                    <a:pt x="357341" y="509641"/>
                  </a:cubicBezTo>
                  <a:cubicBezTo>
                    <a:pt x="357341" y="501482"/>
                    <a:pt x="357341" y="490603"/>
                    <a:pt x="362780" y="485164"/>
                  </a:cubicBezTo>
                  <a:cubicBezTo>
                    <a:pt x="365500" y="482444"/>
                    <a:pt x="365500" y="479725"/>
                    <a:pt x="368219" y="474286"/>
                  </a:cubicBezTo>
                  <a:cubicBezTo>
                    <a:pt x="370939" y="471566"/>
                    <a:pt x="373659" y="468846"/>
                    <a:pt x="376378" y="468846"/>
                  </a:cubicBezTo>
                  <a:cubicBezTo>
                    <a:pt x="379098" y="468846"/>
                    <a:pt x="381818" y="471566"/>
                    <a:pt x="384537" y="474286"/>
                  </a:cubicBezTo>
                  <a:cubicBezTo>
                    <a:pt x="387257" y="479725"/>
                    <a:pt x="389977" y="487884"/>
                    <a:pt x="392696" y="493323"/>
                  </a:cubicBezTo>
                  <a:cubicBezTo>
                    <a:pt x="392696" y="501482"/>
                    <a:pt x="395416" y="539557"/>
                    <a:pt x="395416" y="558595"/>
                  </a:cubicBezTo>
                  <a:cubicBezTo>
                    <a:pt x="395416" y="583072"/>
                    <a:pt x="395416" y="610268"/>
                    <a:pt x="398136" y="618427"/>
                  </a:cubicBezTo>
                  <a:cubicBezTo>
                    <a:pt x="398136" y="648343"/>
                    <a:pt x="400855" y="659222"/>
                    <a:pt x="400855" y="678260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91199EB2-8CF7-412C-88D7-2C906A9B506E}"/>
                </a:ext>
              </a:extLst>
            </p:cNvPr>
            <p:cNvSpPr/>
            <p:nvPr/>
          </p:nvSpPr>
          <p:spPr>
            <a:xfrm>
              <a:off x="3829459" y="4200317"/>
              <a:ext cx="598325" cy="761503"/>
            </a:xfrm>
            <a:custGeom>
              <a:avLst/>
              <a:gdLst>
                <a:gd name="connsiteX0" fmla="*/ 360060 w 598324"/>
                <a:gd name="connsiteY0" fmla="*/ 332863 h 761503"/>
                <a:gd name="connsiteX1" fmla="*/ 341023 w 598324"/>
                <a:gd name="connsiteY1" fmla="*/ 370939 h 761503"/>
                <a:gd name="connsiteX2" fmla="*/ 376378 w 598324"/>
                <a:gd name="connsiteY2" fmla="*/ 389976 h 761503"/>
                <a:gd name="connsiteX3" fmla="*/ 425332 w 598324"/>
                <a:gd name="connsiteY3" fmla="*/ 433491 h 761503"/>
                <a:gd name="connsiteX4" fmla="*/ 438930 w 598324"/>
                <a:gd name="connsiteY4" fmla="*/ 463407 h 761503"/>
                <a:gd name="connsiteX5" fmla="*/ 449809 w 598324"/>
                <a:gd name="connsiteY5" fmla="*/ 498762 h 761503"/>
                <a:gd name="connsiteX6" fmla="*/ 457968 w 598324"/>
                <a:gd name="connsiteY6" fmla="*/ 528679 h 761503"/>
                <a:gd name="connsiteX7" fmla="*/ 466127 w 598324"/>
                <a:gd name="connsiteY7" fmla="*/ 564034 h 761503"/>
                <a:gd name="connsiteX8" fmla="*/ 471566 w 598324"/>
                <a:gd name="connsiteY8" fmla="*/ 593950 h 761503"/>
                <a:gd name="connsiteX9" fmla="*/ 479725 w 598324"/>
                <a:gd name="connsiteY9" fmla="*/ 607548 h 761503"/>
                <a:gd name="connsiteX10" fmla="*/ 487884 w 598324"/>
                <a:gd name="connsiteY10" fmla="*/ 623867 h 761503"/>
                <a:gd name="connsiteX11" fmla="*/ 501482 w 598324"/>
                <a:gd name="connsiteY11" fmla="*/ 651063 h 761503"/>
                <a:gd name="connsiteX12" fmla="*/ 523240 w 598324"/>
                <a:gd name="connsiteY12" fmla="*/ 670101 h 761503"/>
                <a:gd name="connsiteX13" fmla="*/ 534119 w 598324"/>
                <a:gd name="connsiteY13" fmla="*/ 686418 h 761503"/>
                <a:gd name="connsiteX14" fmla="*/ 531399 w 598324"/>
                <a:gd name="connsiteY14" fmla="*/ 694578 h 761503"/>
                <a:gd name="connsiteX15" fmla="*/ 498763 w 598324"/>
                <a:gd name="connsiteY15" fmla="*/ 708176 h 761503"/>
                <a:gd name="connsiteX16" fmla="*/ 449809 w 598324"/>
                <a:gd name="connsiteY16" fmla="*/ 700017 h 761503"/>
                <a:gd name="connsiteX17" fmla="*/ 400855 w 598324"/>
                <a:gd name="connsiteY17" fmla="*/ 667381 h 761503"/>
                <a:gd name="connsiteX18" fmla="*/ 381817 w 598324"/>
                <a:gd name="connsiteY18" fmla="*/ 642904 h 761503"/>
                <a:gd name="connsiteX19" fmla="*/ 368219 w 598324"/>
                <a:gd name="connsiteY19" fmla="*/ 610268 h 761503"/>
                <a:gd name="connsiteX20" fmla="*/ 349182 w 598324"/>
                <a:gd name="connsiteY20" fmla="*/ 550436 h 761503"/>
                <a:gd name="connsiteX21" fmla="*/ 338303 w 598324"/>
                <a:gd name="connsiteY21" fmla="*/ 504202 h 761503"/>
                <a:gd name="connsiteX22" fmla="*/ 330144 w 598324"/>
                <a:gd name="connsiteY22" fmla="*/ 477005 h 761503"/>
                <a:gd name="connsiteX23" fmla="*/ 321985 w 598324"/>
                <a:gd name="connsiteY23" fmla="*/ 455248 h 761503"/>
                <a:gd name="connsiteX24" fmla="*/ 305667 w 598324"/>
                <a:gd name="connsiteY24" fmla="*/ 436210 h 761503"/>
                <a:gd name="connsiteX25" fmla="*/ 294788 w 598324"/>
                <a:gd name="connsiteY25" fmla="*/ 441650 h 761503"/>
                <a:gd name="connsiteX26" fmla="*/ 278471 w 598324"/>
                <a:gd name="connsiteY26" fmla="*/ 463407 h 761503"/>
                <a:gd name="connsiteX27" fmla="*/ 264872 w 598324"/>
                <a:gd name="connsiteY27" fmla="*/ 496043 h 761503"/>
                <a:gd name="connsiteX28" fmla="*/ 262153 w 598324"/>
                <a:gd name="connsiteY28" fmla="*/ 517800 h 761503"/>
                <a:gd name="connsiteX29" fmla="*/ 262153 w 598324"/>
                <a:gd name="connsiteY29" fmla="*/ 523239 h 761503"/>
                <a:gd name="connsiteX30" fmla="*/ 262153 w 598324"/>
                <a:gd name="connsiteY30" fmla="*/ 553155 h 761503"/>
                <a:gd name="connsiteX31" fmla="*/ 262153 w 598324"/>
                <a:gd name="connsiteY31" fmla="*/ 629306 h 761503"/>
                <a:gd name="connsiteX32" fmla="*/ 259433 w 598324"/>
                <a:gd name="connsiteY32" fmla="*/ 659222 h 761503"/>
                <a:gd name="connsiteX33" fmla="*/ 283910 w 598324"/>
                <a:gd name="connsiteY33" fmla="*/ 659222 h 761503"/>
                <a:gd name="connsiteX34" fmla="*/ 321985 w 598324"/>
                <a:gd name="connsiteY34" fmla="*/ 675540 h 761503"/>
                <a:gd name="connsiteX35" fmla="*/ 316546 w 598324"/>
                <a:gd name="connsiteY35" fmla="*/ 691858 h 761503"/>
                <a:gd name="connsiteX36" fmla="*/ 300228 w 598324"/>
                <a:gd name="connsiteY36" fmla="*/ 700017 h 761503"/>
                <a:gd name="connsiteX37" fmla="*/ 278471 w 598324"/>
                <a:gd name="connsiteY37" fmla="*/ 702736 h 761503"/>
                <a:gd name="connsiteX38" fmla="*/ 243115 w 598324"/>
                <a:gd name="connsiteY38" fmla="*/ 702736 h 761503"/>
                <a:gd name="connsiteX39" fmla="*/ 221358 w 598324"/>
                <a:gd name="connsiteY39" fmla="*/ 710895 h 761503"/>
                <a:gd name="connsiteX40" fmla="*/ 194161 w 598324"/>
                <a:gd name="connsiteY40" fmla="*/ 702736 h 761503"/>
                <a:gd name="connsiteX41" fmla="*/ 177843 w 598324"/>
                <a:gd name="connsiteY41" fmla="*/ 702736 h 761503"/>
                <a:gd name="connsiteX42" fmla="*/ 126170 w 598324"/>
                <a:gd name="connsiteY42" fmla="*/ 702736 h 761503"/>
                <a:gd name="connsiteX43" fmla="*/ 101693 w 598324"/>
                <a:gd name="connsiteY43" fmla="*/ 702736 h 761503"/>
                <a:gd name="connsiteX44" fmla="*/ 74496 w 598324"/>
                <a:gd name="connsiteY44" fmla="*/ 697297 h 761503"/>
                <a:gd name="connsiteX45" fmla="*/ 58178 w 598324"/>
                <a:gd name="connsiteY45" fmla="*/ 680979 h 761503"/>
                <a:gd name="connsiteX46" fmla="*/ 63617 w 598324"/>
                <a:gd name="connsiteY46" fmla="*/ 672820 h 761503"/>
                <a:gd name="connsiteX47" fmla="*/ 85375 w 598324"/>
                <a:gd name="connsiteY47" fmla="*/ 664661 h 761503"/>
                <a:gd name="connsiteX48" fmla="*/ 128889 w 598324"/>
                <a:gd name="connsiteY48" fmla="*/ 659222 h 761503"/>
                <a:gd name="connsiteX49" fmla="*/ 147927 w 598324"/>
                <a:gd name="connsiteY49" fmla="*/ 659222 h 761503"/>
                <a:gd name="connsiteX50" fmla="*/ 145207 w 598324"/>
                <a:gd name="connsiteY50" fmla="*/ 653783 h 761503"/>
                <a:gd name="connsiteX51" fmla="*/ 131609 w 598324"/>
                <a:gd name="connsiteY51" fmla="*/ 585791 h 761503"/>
                <a:gd name="connsiteX52" fmla="*/ 134329 w 598324"/>
                <a:gd name="connsiteY52" fmla="*/ 498762 h 761503"/>
                <a:gd name="connsiteX53" fmla="*/ 137048 w 598324"/>
                <a:gd name="connsiteY53" fmla="*/ 406294 h 761503"/>
                <a:gd name="connsiteX54" fmla="*/ 134329 w 598324"/>
                <a:gd name="connsiteY54" fmla="*/ 327424 h 761503"/>
                <a:gd name="connsiteX55" fmla="*/ 137048 w 598324"/>
                <a:gd name="connsiteY55" fmla="*/ 253993 h 761503"/>
                <a:gd name="connsiteX56" fmla="*/ 139768 w 598324"/>
                <a:gd name="connsiteY56" fmla="*/ 207759 h 761503"/>
                <a:gd name="connsiteX57" fmla="*/ 137048 w 598324"/>
                <a:gd name="connsiteY57" fmla="*/ 172404 h 761503"/>
                <a:gd name="connsiteX58" fmla="*/ 137048 w 598324"/>
                <a:gd name="connsiteY58" fmla="*/ 112571 h 761503"/>
                <a:gd name="connsiteX59" fmla="*/ 126170 w 598324"/>
                <a:gd name="connsiteY59" fmla="*/ 112571 h 761503"/>
                <a:gd name="connsiteX60" fmla="*/ 101693 w 598324"/>
                <a:gd name="connsiteY60" fmla="*/ 112571 h 761503"/>
                <a:gd name="connsiteX61" fmla="*/ 74496 w 598324"/>
                <a:gd name="connsiteY61" fmla="*/ 107132 h 761503"/>
                <a:gd name="connsiteX62" fmla="*/ 58178 w 598324"/>
                <a:gd name="connsiteY62" fmla="*/ 90814 h 761503"/>
                <a:gd name="connsiteX63" fmla="*/ 63617 w 598324"/>
                <a:gd name="connsiteY63" fmla="*/ 82655 h 761503"/>
                <a:gd name="connsiteX64" fmla="*/ 85375 w 598324"/>
                <a:gd name="connsiteY64" fmla="*/ 74496 h 761503"/>
                <a:gd name="connsiteX65" fmla="*/ 137048 w 598324"/>
                <a:gd name="connsiteY65" fmla="*/ 69057 h 761503"/>
                <a:gd name="connsiteX66" fmla="*/ 145207 w 598324"/>
                <a:gd name="connsiteY66" fmla="*/ 69057 h 761503"/>
                <a:gd name="connsiteX67" fmla="*/ 169684 w 598324"/>
                <a:gd name="connsiteY67" fmla="*/ 58178 h 761503"/>
                <a:gd name="connsiteX68" fmla="*/ 177843 w 598324"/>
                <a:gd name="connsiteY68" fmla="*/ 58178 h 761503"/>
                <a:gd name="connsiteX69" fmla="*/ 205040 w 598324"/>
                <a:gd name="connsiteY69" fmla="*/ 66337 h 761503"/>
                <a:gd name="connsiteX70" fmla="*/ 286629 w 598324"/>
                <a:gd name="connsiteY70" fmla="*/ 63617 h 761503"/>
                <a:gd name="connsiteX71" fmla="*/ 324705 w 598324"/>
                <a:gd name="connsiteY71" fmla="*/ 79936 h 761503"/>
                <a:gd name="connsiteX72" fmla="*/ 319265 w 598324"/>
                <a:gd name="connsiteY72" fmla="*/ 96253 h 761503"/>
                <a:gd name="connsiteX73" fmla="*/ 302948 w 598324"/>
                <a:gd name="connsiteY73" fmla="*/ 104412 h 761503"/>
                <a:gd name="connsiteX74" fmla="*/ 278471 w 598324"/>
                <a:gd name="connsiteY74" fmla="*/ 112571 h 761503"/>
                <a:gd name="connsiteX75" fmla="*/ 232236 w 598324"/>
                <a:gd name="connsiteY75" fmla="*/ 112571 h 761503"/>
                <a:gd name="connsiteX76" fmla="*/ 240395 w 598324"/>
                <a:gd name="connsiteY76" fmla="*/ 137048 h 761503"/>
                <a:gd name="connsiteX77" fmla="*/ 240395 w 598324"/>
                <a:gd name="connsiteY77" fmla="*/ 150647 h 761503"/>
                <a:gd name="connsiteX78" fmla="*/ 243115 w 598324"/>
                <a:gd name="connsiteY78" fmla="*/ 158805 h 761503"/>
                <a:gd name="connsiteX79" fmla="*/ 248554 w 598324"/>
                <a:gd name="connsiteY79" fmla="*/ 188722 h 761503"/>
                <a:gd name="connsiteX80" fmla="*/ 248554 w 598324"/>
                <a:gd name="connsiteY80" fmla="*/ 199600 h 761503"/>
                <a:gd name="connsiteX81" fmla="*/ 248554 w 598324"/>
                <a:gd name="connsiteY81" fmla="*/ 221357 h 761503"/>
                <a:gd name="connsiteX82" fmla="*/ 253994 w 598324"/>
                <a:gd name="connsiteY82" fmla="*/ 264872 h 761503"/>
                <a:gd name="connsiteX83" fmla="*/ 262153 w 598324"/>
                <a:gd name="connsiteY83" fmla="*/ 297508 h 761503"/>
                <a:gd name="connsiteX84" fmla="*/ 264872 w 598324"/>
                <a:gd name="connsiteY84" fmla="*/ 324704 h 761503"/>
                <a:gd name="connsiteX85" fmla="*/ 264872 w 598324"/>
                <a:gd name="connsiteY85" fmla="*/ 332863 h 761503"/>
                <a:gd name="connsiteX86" fmla="*/ 264872 w 598324"/>
                <a:gd name="connsiteY86" fmla="*/ 351901 h 761503"/>
                <a:gd name="connsiteX87" fmla="*/ 262153 w 598324"/>
                <a:gd name="connsiteY87" fmla="*/ 370939 h 761503"/>
                <a:gd name="connsiteX88" fmla="*/ 267592 w 598324"/>
                <a:gd name="connsiteY88" fmla="*/ 384537 h 761503"/>
                <a:gd name="connsiteX89" fmla="*/ 278471 w 598324"/>
                <a:gd name="connsiteY89" fmla="*/ 370939 h 761503"/>
                <a:gd name="connsiteX90" fmla="*/ 297508 w 598324"/>
                <a:gd name="connsiteY90" fmla="*/ 332863 h 761503"/>
                <a:gd name="connsiteX91" fmla="*/ 311106 w 598324"/>
                <a:gd name="connsiteY91" fmla="*/ 305667 h 761503"/>
                <a:gd name="connsiteX92" fmla="*/ 335583 w 598324"/>
                <a:gd name="connsiteY92" fmla="*/ 259433 h 761503"/>
                <a:gd name="connsiteX93" fmla="*/ 354621 w 598324"/>
                <a:gd name="connsiteY93" fmla="*/ 224077 h 761503"/>
                <a:gd name="connsiteX94" fmla="*/ 381817 w 598324"/>
                <a:gd name="connsiteY94" fmla="*/ 172404 h 761503"/>
                <a:gd name="connsiteX95" fmla="*/ 409014 w 598324"/>
                <a:gd name="connsiteY95" fmla="*/ 118011 h 761503"/>
                <a:gd name="connsiteX96" fmla="*/ 411734 w 598324"/>
                <a:gd name="connsiteY96" fmla="*/ 115291 h 761503"/>
                <a:gd name="connsiteX97" fmla="*/ 398136 w 598324"/>
                <a:gd name="connsiteY97" fmla="*/ 115291 h 761503"/>
                <a:gd name="connsiteX98" fmla="*/ 379098 w 598324"/>
                <a:gd name="connsiteY98" fmla="*/ 109852 h 761503"/>
                <a:gd name="connsiteX99" fmla="*/ 368219 w 598324"/>
                <a:gd name="connsiteY99" fmla="*/ 93534 h 761503"/>
                <a:gd name="connsiteX100" fmla="*/ 370939 w 598324"/>
                <a:gd name="connsiteY100" fmla="*/ 85375 h 761503"/>
                <a:gd name="connsiteX101" fmla="*/ 387257 w 598324"/>
                <a:gd name="connsiteY101" fmla="*/ 77216 h 761503"/>
                <a:gd name="connsiteX102" fmla="*/ 422612 w 598324"/>
                <a:gd name="connsiteY102" fmla="*/ 71776 h 761503"/>
                <a:gd name="connsiteX103" fmla="*/ 436211 w 598324"/>
                <a:gd name="connsiteY103" fmla="*/ 71776 h 761503"/>
                <a:gd name="connsiteX104" fmla="*/ 438930 w 598324"/>
                <a:gd name="connsiteY104" fmla="*/ 69057 h 761503"/>
                <a:gd name="connsiteX105" fmla="*/ 452529 w 598324"/>
                <a:gd name="connsiteY105" fmla="*/ 66337 h 761503"/>
                <a:gd name="connsiteX106" fmla="*/ 466127 w 598324"/>
                <a:gd name="connsiteY106" fmla="*/ 69057 h 761503"/>
                <a:gd name="connsiteX107" fmla="*/ 471566 w 598324"/>
                <a:gd name="connsiteY107" fmla="*/ 71776 h 761503"/>
                <a:gd name="connsiteX108" fmla="*/ 515081 w 598324"/>
                <a:gd name="connsiteY108" fmla="*/ 71776 h 761503"/>
                <a:gd name="connsiteX109" fmla="*/ 542277 w 598324"/>
                <a:gd name="connsiteY109" fmla="*/ 88094 h 761503"/>
                <a:gd name="connsiteX110" fmla="*/ 536838 w 598324"/>
                <a:gd name="connsiteY110" fmla="*/ 104412 h 761503"/>
                <a:gd name="connsiteX111" fmla="*/ 525959 w 598324"/>
                <a:gd name="connsiteY111" fmla="*/ 112571 h 761503"/>
                <a:gd name="connsiteX112" fmla="*/ 509642 w 598324"/>
                <a:gd name="connsiteY112" fmla="*/ 115291 h 761503"/>
                <a:gd name="connsiteX113" fmla="*/ 468847 w 598324"/>
                <a:gd name="connsiteY113" fmla="*/ 115291 h 761503"/>
                <a:gd name="connsiteX114" fmla="*/ 457968 w 598324"/>
                <a:gd name="connsiteY114" fmla="*/ 137048 h 761503"/>
                <a:gd name="connsiteX115" fmla="*/ 430771 w 598324"/>
                <a:gd name="connsiteY115" fmla="*/ 194161 h 761503"/>
                <a:gd name="connsiteX116" fmla="*/ 400855 w 598324"/>
                <a:gd name="connsiteY116" fmla="*/ 262152 h 761503"/>
                <a:gd name="connsiteX117" fmla="*/ 360060 w 598324"/>
                <a:gd name="connsiteY117" fmla="*/ 332863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</a:cxnLst>
              <a:rect l="l" t="t" r="r" b="b"/>
              <a:pathLst>
                <a:path w="598324" h="761503">
                  <a:moveTo>
                    <a:pt x="360060" y="332863"/>
                  </a:moveTo>
                  <a:cubicBezTo>
                    <a:pt x="351901" y="343742"/>
                    <a:pt x="341023" y="357340"/>
                    <a:pt x="341023" y="370939"/>
                  </a:cubicBezTo>
                  <a:cubicBezTo>
                    <a:pt x="341023" y="379098"/>
                    <a:pt x="357341" y="381817"/>
                    <a:pt x="376378" y="389976"/>
                  </a:cubicBezTo>
                  <a:cubicBezTo>
                    <a:pt x="395416" y="398135"/>
                    <a:pt x="417173" y="417173"/>
                    <a:pt x="425332" y="433491"/>
                  </a:cubicBezTo>
                  <a:cubicBezTo>
                    <a:pt x="430771" y="444369"/>
                    <a:pt x="436211" y="452528"/>
                    <a:pt x="438930" y="463407"/>
                  </a:cubicBezTo>
                  <a:cubicBezTo>
                    <a:pt x="444370" y="474286"/>
                    <a:pt x="447089" y="487884"/>
                    <a:pt x="449809" y="498762"/>
                  </a:cubicBezTo>
                  <a:cubicBezTo>
                    <a:pt x="452529" y="512361"/>
                    <a:pt x="452529" y="517800"/>
                    <a:pt x="457968" y="528679"/>
                  </a:cubicBezTo>
                  <a:cubicBezTo>
                    <a:pt x="463407" y="539557"/>
                    <a:pt x="463407" y="553155"/>
                    <a:pt x="466127" y="564034"/>
                  </a:cubicBezTo>
                  <a:cubicBezTo>
                    <a:pt x="468847" y="572193"/>
                    <a:pt x="468847" y="585791"/>
                    <a:pt x="471566" y="593950"/>
                  </a:cubicBezTo>
                  <a:cubicBezTo>
                    <a:pt x="474286" y="599390"/>
                    <a:pt x="477006" y="602109"/>
                    <a:pt x="479725" y="607548"/>
                  </a:cubicBezTo>
                  <a:cubicBezTo>
                    <a:pt x="482445" y="612988"/>
                    <a:pt x="487884" y="618427"/>
                    <a:pt x="487884" y="623867"/>
                  </a:cubicBezTo>
                  <a:cubicBezTo>
                    <a:pt x="490604" y="634745"/>
                    <a:pt x="496043" y="642904"/>
                    <a:pt x="501482" y="651063"/>
                  </a:cubicBezTo>
                  <a:cubicBezTo>
                    <a:pt x="506922" y="661942"/>
                    <a:pt x="512361" y="664661"/>
                    <a:pt x="523240" y="670101"/>
                  </a:cubicBezTo>
                  <a:cubicBezTo>
                    <a:pt x="528679" y="672820"/>
                    <a:pt x="534119" y="680979"/>
                    <a:pt x="534119" y="686418"/>
                  </a:cubicBezTo>
                  <a:cubicBezTo>
                    <a:pt x="534119" y="689138"/>
                    <a:pt x="534119" y="691858"/>
                    <a:pt x="531399" y="694578"/>
                  </a:cubicBezTo>
                  <a:cubicBezTo>
                    <a:pt x="525959" y="702736"/>
                    <a:pt x="512361" y="708176"/>
                    <a:pt x="498763" y="708176"/>
                  </a:cubicBezTo>
                  <a:cubicBezTo>
                    <a:pt x="485165" y="708176"/>
                    <a:pt x="466127" y="705456"/>
                    <a:pt x="449809" y="700017"/>
                  </a:cubicBezTo>
                  <a:cubicBezTo>
                    <a:pt x="430771" y="694578"/>
                    <a:pt x="409014" y="675540"/>
                    <a:pt x="400855" y="667381"/>
                  </a:cubicBezTo>
                  <a:cubicBezTo>
                    <a:pt x="392696" y="659222"/>
                    <a:pt x="387257" y="651063"/>
                    <a:pt x="381817" y="642904"/>
                  </a:cubicBezTo>
                  <a:cubicBezTo>
                    <a:pt x="376378" y="632025"/>
                    <a:pt x="370939" y="623867"/>
                    <a:pt x="368219" y="610268"/>
                  </a:cubicBezTo>
                  <a:cubicBezTo>
                    <a:pt x="360060" y="588511"/>
                    <a:pt x="357341" y="574913"/>
                    <a:pt x="349182" y="550436"/>
                  </a:cubicBezTo>
                  <a:cubicBezTo>
                    <a:pt x="343742" y="534118"/>
                    <a:pt x="341023" y="520520"/>
                    <a:pt x="338303" y="504202"/>
                  </a:cubicBezTo>
                  <a:cubicBezTo>
                    <a:pt x="335583" y="493323"/>
                    <a:pt x="332864" y="485164"/>
                    <a:pt x="330144" y="477005"/>
                  </a:cubicBezTo>
                  <a:cubicBezTo>
                    <a:pt x="327424" y="471566"/>
                    <a:pt x="324705" y="463407"/>
                    <a:pt x="321985" y="455248"/>
                  </a:cubicBezTo>
                  <a:cubicBezTo>
                    <a:pt x="316546" y="444369"/>
                    <a:pt x="311106" y="436210"/>
                    <a:pt x="305667" y="436210"/>
                  </a:cubicBezTo>
                  <a:cubicBezTo>
                    <a:pt x="302948" y="436210"/>
                    <a:pt x="300228" y="438930"/>
                    <a:pt x="294788" y="441650"/>
                  </a:cubicBezTo>
                  <a:cubicBezTo>
                    <a:pt x="289349" y="447089"/>
                    <a:pt x="283910" y="455248"/>
                    <a:pt x="278471" y="463407"/>
                  </a:cubicBezTo>
                  <a:cubicBezTo>
                    <a:pt x="270312" y="474286"/>
                    <a:pt x="267592" y="485164"/>
                    <a:pt x="264872" y="496043"/>
                  </a:cubicBezTo>
                  <a:cubicBezTo>
                    <a:pt x="264872" y="504202"/>
                    <a:pt x="262153" y="512361"/>
                    <a:pt x="262153" y="517800"/>
                  </a:cubicBezTo>
                  <a:cubicBezTo>
                    <a:pt x="262153" y="520520"/>
                    <a:pt x="262153" y="520520"/>
                    <a:pt x="262153" y="523239"/>
                  </a:cubicBezTo>
                  <a:cubicBezTo>
                    <a:pt x="262153" y="528679"/>
                    <a:pt x="262153" y="544997"/>
                    <a:pt x="262153" y="553155"/>
                  </a:cubicBezTo>
                  <a:cubicBezTo>
                    <a:pt x="262153" y="583072"/>
                    <a:pt x="264872" y="599390"/>
                    <a:pt x="262153" y="629306"/>
                  </a:cubicBezTo>
                  <a:cubicBezTo>
                    <a:pt x="262153" y="640184"/>
                    <a:pt x="262153" y="648343"/>
                    <a:pt x="259433" y="659222"/>
                  </a:cubicBezTo>
                  <a:cubicBezTo>
                    <a:pt x="270312" y="659222"/>
                    <a:pt x="278471" y="659222"/>
                    <a:pt x="283910" y="659222"/>
                  </a:cubicBezTo>
                  <a:cubicBezTo>
                    <a:pt x="297508" y="659222"/>
                    <a:pt x="321985" y="659222"/>
                    <a:pt x="321985" y="675540"/>
                  </a:cubicBezTo>
                  <a:cubicBezTo>
                    <a:pt x="321985" y="683699"/>
                    <a:pt x="319265" y="686418"/>
                    <a:pt x="316546" y="691858"/>
                  </a:cubicBezTo>
                  <a:cubicBezTo>
                    <a:pt x="311106" y="697297"/>
                    <a:pt x="305667" y="700017"/>
                    <a:pt x="300228" y="700017"/>
                  </a:cubicBezTo>
                  <a:cubicBezTo>
                    <a:pt x="292069" y="702736"/>
                    <a:pt x="283910" y="702736"/>
                    <a:pt x="278471" y="702736"/>
                  </a:cubicBezTo>
                  <a:cubicBezTo>
                    <a:pt x="275751" y="702736"/>
                    <a:pt x="259433" y="702736"/>
                    <a:pt x="243115" y="702736"/>
                  </a:cubicBezTo>
                  <a:cubicBezTo>
                    <a:pt x="237676" y="708176"/>
                    <a:pt x="229517" y="710895"/>
                    <a:pt x="221358" y="710895"/>
                  </a:cubicBezTo>
                  <a:cubicBezTo>
                    <a:pt x="213199" y="710895"/>
                    <a:pt x="202320" y="708176"/>
                    <a:pt x="194161" y="702736"/>
                  </a:cubicBezTo>
                  <a:cubicBezTo>
                    <a:pt x="186002" y="702736"/>
                    <a:pt x="180563" y="702736"/>
                    <a:pt x="177843" y="702736"/>
                  </a:cubicBezTo>
                  <a:cubicBezTo>
                    <a:pt x="164245" y="702736"/>
                    <a:pt x="139768" y="702736"/>
                    <a:pt x="126170" y="702736"/>
                  </a:cubicBezTo>
                  <a:cubicBezTo>
                    <a:pt x="118011" y="702736"/>
                    <a:pt x="109852" y="702736"/>
                    <a:pt x="101693" y="702736"/>
                  </a:cubicBezTo>
                  <a:cubicBezTo>
                    <a:pt x="93534" y="702736"/>
                    <a:pt x="82655" y="702736"/>
                    <a:pt x="74496" y="697297"/>
                  </a:cubicBezTo>
                  <a:cubicBezTo>
                    <a:pt x="66337" y="694578"/>
                    <a:pt x="58178" y="686418"/>
                    <a:pt x="58178" y="680979"/>
                  </a:cubicBezTo>
                  <a:cubicBezTo>
                    <a:pt x="58178" y="678260"/>
                    <a:pt x="58178" y="675540"/>
                    <a:pt x="63617" y="672820"/>
                  </a:cubicBezTo>
                  <a:cubicBezTo>
                    <a:pt x="69057" y="670101"/>
                    <a:pt x="79935" y="667381"/>
                    <a:pt x="85375" y="664661"/>
                  </a:cubicBezTo>
                  <a:cubicBezTo>
                    <a:pt x="104412" y="661942"/>
                    <a:pt x="123450" y="659222"/>
                    <a:pt x="128889" y="659222"/>
                  </a:cubicBezTo>
                  <a:cubicBezTo>
                    <a:pt x="134329" y="659222"/>
                    <a:pt x="139768" y="659222"/>
                    <a:pt x="147927" y="659222"/>
                  </a:cubicBezTo>
                  <a:cubicBezTo>
                    <a:pt x="147927" y="656502"/>
                    <a:pt x="145207" y="653783"/>
                    <a:pt x="145207" y="653783"/>
                  </a:cubicBezTo>
                  <a:cubicBezTo>
                    <a:pt x="131609" y="632025"/>
                    <a:pt x="131609" y="610268"/>
                    <a:pt x="131609" y="585791"/>
                  </a:cubicBezTo>
                  <a:cubicBezTo>
                    <a:pt x="131609" y="555875"/>
                    <a:pt x="131609" y="528679"/>
                    <a:pt x="134329" y="498762"/>
                  </a:cubicBezTo>
                  <a:cubicBezTo>
                    <a:pt x="134329" y="468846"/>
                    <a:pt x="137048" y="436210"/>
                    <a:pt x="137048" y="406294"/>
                  </a:cubicBezTo>
                  <a:cubicBezTo>
                    <a:pt x="137048" y="379098"/>
                    <a:pt x="134329" y="354621"/>
                    <a:pt x="134329" y="327424"/>
                  </a:cubicBezTo>
                  <a:cubicBezTo>
                    <a:pt x="134329" y="302947"/>
                    <a:pt x="137048" y="278470"/>
                    <a:pt x="137048" y="253993"/>
                  </a:cubicBezTo>
                  <a:cubicBezTo>
                    <a:pt x="137048" y="237675"/>
                    <a:pt x="139768" y="224077"/>
                    <a:pt x="139768" y="207759"/>
                  </a:cubicBezTo>
                  <a:cubicBezTo>
                    <a:pt x="139768" y="196881"/>
                    <a:pt x="137048" y="183282"/>
                    <a:pt x="137048" y="172404"/>
                  </a:cubicBezTo>
                  <a:cubicBezTo>
                    <a:pt x="137048" y="150647"/>
                    <a:pt x="137048" y="131609"/>
                    <a:pt x="137048" y="112571"/>
                  </a:cubicBezTo>
                  <a:cubicBezTo>
                    <a:pt x="134329" y="112571"/>
                    <a:pt x="137048" y="112571"/>
                    <a:pt x="126170" y="112571"/>
                  </a:cubicBezTo>
                  <a:cubicBezTo>
                    <a:pt x="118011" y="112571"/>
                    <a:pt x="109852" y="112571"/>
                    <a:pt x="101693" y="112571"/>
                  </a:cubicBezTo>
                  <a:cubicBezTo>
                    <a:pt x="93534" y="112571"/>
                    <a:pt x="82655" y="109852"/>
                    <a:pt x="74496" y="107132"/>
                  </a:cubicBezTo>
                  <a:cubicBezTo>
                    <a:pt x="66337" y="104412"/>
                    <a:pt x="58178" y="96253"/>
                    <a:pt x="58178" y="90814"/>
                  </a:cubicBezTo>
                  <a:cubicBezTo>
                    <a:pt x="58178" y="88094"/>
                    <a:pt x="58178" y="85375"/>
                    <a:pt x="63617" y="82655"/>
                  </a:cubicBezTo>
                  <a:cubicBezTo>
                    <a:pt x="69057" y="79936"/>
                    <a:pt x="79935" y="77216"/>
                    <a:pt x="85375" y="74496"/>
                  </a:cubicBezTo>
                  <a:cubicBezTo>
                    <a:pt x="104412" y="71776"/>
                    <a:pt x="128889" y="69057"/>
                    <a:pt x="137048" y="69057"/>
                  </a:cubicBezTo>
                  <a:cubicBezTo>
                    <a:pt x="137048" y="69057"/>
                    <a:pt x="139768" y="69057"/>
                    <a:pt x="145207" y="69057"/>
                  </a:cubicBezTo>
                  <a:cubicBezTo>
                    <a:pt x="150646" y="60898"/>
                    <a:pt x="158806" y="58178"/>
                    <a:pt x="169684" y="58178"/>
                  </a:cubicBezTo>
                  <a:cubicBezTo>
                    <a:pt x="172404" y="58178"/>
                    <a:pt x="175123" y="58178"/>
                    <a:pt x="177843" y="58178"/>
                  </a:cubicBezTo>
                  <a:cubicBezTo>
                    <a:pt x="186002" y="58178"/>
                    <a:pt x="196881" y="63617"/>
                    <a:pt x="205040" y="66337"/>
                  </a:cubicBezTo>
                  <a:cubicBezTo>
                    <a:pt x="237676" y="66337"/>
                    <a:pt x="273031" y="63617"/>
                    <a:pt x="286629" y="63617"/>
                  </a:cubicBezTo>
                  <a:cubicBezTo>
                    <a:pt x="300228" y="63617"/>
                    <a:pt x="324705" y="63617"/>
                    <a:pt x="324705" y="79936"/>
                  </a:cubicBezTo>
                  <a:cubicBezTo>
                    <a:pt x="324705" y="88094"/>
                    <a:pt x="321985" y="90814"/>
                    <a:pt x="319265" y="96253"/>
                  </a:cubicBezTo>
                  <a:cubicBezTo>
                    <a:pt x="313826" y="101693"/>
                    <a:pt x="308387" y="104412"/>
                    <a:pt x="302948" y="104412"/>
                  </a:cubicBezTo>
                  <a:cubicBezTo>
                    <a:pt x="289349" y="112571"/>
                    <a:pt x="283910" y="112571"/>
                    <a:pt x="278471" y="112571"/>
                  </a:cubicBezTo>
                  <a:cubicBezTo>
                    <a:pt x="273031" y="112571"/>
                    <a:pt x="253994" y="112571"/>
                    <a:pt x="232236" y="112571"/>
                  </a:cubicBezTo>
                  <a:cubicBezTo>
                    <a:pt x="237676" y="120730"/>
                    <a:pt x="240395" y="128889"/>
                    <a:pt x="240395" y="137048"/>
                  </a:cubicBezTo>
                  <a:cubicBezTo>
                    <a:pt x="240395" y="142487"/>
                    <a:pt x="240395" y="145207"/>
                    <a:pt x="240395" y="150647"/>
                  </a:cubicBezTo>
                  <a:cubicBezTo>
                    <a:pt x="240395" y="153366"/>
                    <a:pt x="240395" y="156086"/>
                    <a:pt x="243115" y="158805"/>
                  </a:cubicBezTo>
                  <a:cubicBezTo>
                    <a:pt x="245835" y="169684"/>
                    <a:pt x="245835" y="180563"/>
                    <a:pt x="248554" y="188722"/>
                  </a:cubicBezTo>
                  <a:cubicBezTo>
                    <a:pt x="248554" y="191441"/>
                    <a:pt x="248554" y="194161"/>
                    <a:pt x="248554" y="199600"/>
                  </a:cubicBezTo>
                  <a:cubicBezTo>
                    <a:pt x="248554" y="207759"/>
                    <a:pt x="248554" y="213198"/>
                    <a:pt x="248554" y="221357"/>
                  </a:cubicBezTo>
                  <a:cubicBezTo>
                    <a:pt x="248554" y="234956"/>
                    <a:pt x="251274" y="248554"/>
                    <a:pt x="253994" y="264872"/>
                  </a:cubicBezTo>
                  <a:cubicBezTo>
                    <a:pt x="256713" y="275751"/>
                    <a:pt x="259433" y="286629"/>
                    <a:pt x="262153" y="297508"/>
                  </a:cubicBezTo>
                  <a:cubicBezTo>
                    <a:pt x="264872" y="305667"/>
                    <a:pt x="264872" y="313826"/>
                    <a:pt x="264872" y="324704"/>
                  </a:cubicBezTo>
                  <a:cubicBezTo>
                    <a:pt x="264872" y="327424"/>
                    <a:pt x="264872" y="330144"/>
                    <a:pt x="264872" y="332863"/>
                  </a:cubicBezTo>
                  <a:cubicBezTo>
                    <a:pt x="264872" y="338303"/>
                    <a:pt x="264872" y="346462"/>
                    <a:pt x="264872" y="351901"/>
                  </a:cubicBezTo>
                  <a:cubicBezTo>
                    <a:pt x="264872" y="357340"/>
                    <a:pt x="262153" y="365499"/>
                    <a:pt x="262153" y="370939"/>
                  </a:cubicBezTo>
                  <a:cubicBezTo>
                    <a:pt x="262153" y="376378"/>
                    <a:pt x="264872" y="384537"/>
                    <a:pt x="267592" y="384537"/>
                  </a:cubicBezTo>
                  <a:cubicBezTo>
                    <a:pt x="273031" y="384537"/>
                    <a:pt x="275751" y="376378"/>
                    <a:pt x="278471" y="370939"/>
                  </a:cubicBezTo>
                  <a:cubicBezTo>
                    <a:pt x="283910" y="360060"/>
                    <a:pt x="289349" y="346462"/>
                    <a:pt x="297508" y="332863"/>
                  </a:cubicBezTo>
                  <a:cubicBezTo>
                    <a:pt x="302948" y="324704"/>
                    <a:pt x="305667" y="313826"/>
                    <a:pt x="311106" y="305667"/>
                  </a:cubicBezTo>
                  <a:cubicBezTo>
                    <a:pt x="319265" y="289349"/>
                    <a:pt x="327424" y="275751"/>
                    <a:pt x="335583" y="259433"/>
                  </a:cubicBezTo>
                  <a:cubicBezTo>
                    <a:pt x="341023" y="248554"/>
                    <a:pt x="349182" y="234956"/>
                    <a:pt x="354621" y="224077"/>
                  </a:cubicBezTo>
                  <a:cubicBezTo>
                    <a:pt x="362780" y="207759"/>
                    <a:pt x="370939" y="191441"/>
                    <a:pt x="381817" y="172404"/>
                  </a:cubicBezTo>
                  <a:cubicBezTo>
                    <a:pt x="389977" y="153366"/>
                    <a:pt x="400855" y="134329"/>
                    <a:pt x="409014" y="118011"/>
                  </a:cubicBezTo>
                  <a:cubicBezTo>
                    <a:pt x="409014" y="115291"/>
                    <a:pt x="409014" y="115291"/>
                    <a:pt x="411734" y="115291"/>
                  </a:cubicBezTo>
                  <a:cubicBezTo>
                    <a:pt x="406294" y="115291"/>
                    <a:pt x="400855" y="115291"/>
                    <a:pt x="398136" y="115291"/>
                  </a:cubicBezTo>
                  <a:cubicBezTo>
                    <a:pt x="392696" y="115291"/>
                    <a:pt x="384537" y="115291"/>
                    <a:pt x="379098" y="109852"/>
                  </a:cubicBezTo>
                  <a:cubicBezTo>
                    <a:pt x="373659" y="107132"/>
                    <a:pt x="368219" y="98973"/>
                    <a:pt x="368219" y="93534"/>
                  </a:cubicBezTo>
                  <a:cubicBezTo>
                    <a:pt x="368219" y="90814"/>
                    <a:pt x="368219" y="88094"/>
                    <a:pt x="370939" y="85375"/>
                  </a:cubicBezTo>
                  <a:cubicBezTo>
                    <a:pt x="373659" y="82655"/>
                    <a:pt x="381817" y="79936"/>
                    <a:pt x="387257" y="77216"/>
                  </a:cubicBezTo>
                  <a:cubicBezTo>
                    <a:pt x="400855" y="74496"/>
                    <a:pt x="414453" y="71776"/>
                    <a:pt x="422612" y="71776"/>
                  </a:cubicBezTo>
                  <a:cubicBezTo>
                    <a:pt x="425332" y="71776"/>
                    <a:pt x="430771" y="71776"/>
                    <a:pt x="436211" y="71776"/>
                  </a:cubicBezTo>
                  <a:cubicBezTo>
                    <a:pt x="436211" y="71776"/>
                    <a:pt x="438930" y="69057"/>
                    <a:pt x="438930" y="69057"/>
                  </a:cubicBezTo>
                  <a:cubicBezTo>
                    <a:pt x="444370" y="66337"/>
                    <a:pt x="447089" y="66337"/>
                    <a:pt x="452529" y="66337"/>
                  </a:cubicBezTo>
                  <a:cubicBezTo>
                    <a:pt x="457968" y="66337"/>
                    <a:pt x="460688" y="66337"/>
                    <a:pt x="466127" y="69057"/>
                  </a:cubicBezTo>
                  <a:cubicBezTo>
                    <a:pt x="468847" y="69057"/>
                    <a:pt x="471566" y="71776"/>
                    <a:pt x="471566" y="71776"/>
                  </a:cubicBezTo>
                  <a:cubicBezTo>
                    <a:pt x="490604" y="71776"/>
                    <a:pt x="506922" y="71776"/>
                    <a:pt x="515081" y="71776"/>
                  </a:cubicBezTo>
                  <a:cubicBezTo>
                    <a:pt x="523240" y="71776"/>
                    <a:pt x="542277" y="71776"/>
                    <a:pt x="542277" y="88094"/>
                  </a:cubicBezTo>
                  <a:cubicBezTo>
                    <a:pt x="542277" y="96253"/>
                    <a:pt x="542277" y="98973"/>
                    <a:pt x="536838" y="104412"/>
                  </a:cubicBezTo>
                  <a:cubicBezTo>
                    <a:pt x="534119" y="109852"/>
                    <a:pt x="528679" y="112571"/>
                    <a:pt x="525959" y="112571"/>
                  </a:cubicBezTo>
                  <a:cubicBezTo>
                    <a:pt x="520520" y="115291"/>
                    <a:pt x="515081" y="115291"/>
                    <a:pt x="509642" y="115291"/>
                  </a:cubicBezTo>
                  <a:cubicBezTo>
                    <a:pt x="506922" y="115291"/>
                    <a:pt x="487884" y="115291"/>
                    <a:pt x="468847" y="115291"/>
                  </a:cubicBezTo>
                  <a:cubicBezTo>
                    <a:pt x="466127" y="123450"/>
                    <a:pt x="460688" y="128889"/>
                    <a:pt x="457968" y="137048"/>
                  </a:cubicBezTo>
                  <a:cubicBezTo>
                    <a:pt x="447089" y="156086"/>
                    <a:pt x="438930" y="175123"/>
                    <a:pt x="430771" y="194161"/>
                  </a:cubicBezTo>
                  <a:cubicBezTo>
                    <a:pt x="419893" y="215918"/>
                    <a:pt x="411734" y="240395"/>
                    <a:pt x="400855" y="262152"/>
                  </a:cubicBezTo>
                  <a:cubicBezTo>
                    <a:pt x="387257" y="289349"/>
                    <a:pt x="373659" y="311106"/>
                    <a:pt x="360060" y="332863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AA54ECDD-525B-4F0D-A32C-CAD98CC4E1E2}"/>
                </a:ext>
              </a:extLst>
            </p:cNvPr>
            <p:cNvSpPr/>
            <p:nvPr/>
          </p:nvSpPr>
          <p:spPr>
            <a:xfrm>
              <a:off x="4335316" y="4186718"/>
              <a:ext cx="353556" cy="761503"/>
            </a:xfrm>
            <a:custGeom>
              <a:avLst/>
              <a:gdLst>
                <a:gd name="connsiteX0" fmla="*/ 283910 w 353555"/>
                <a:gd name="connsiteY0" fmla="*/ 672820 h 761503"/>
                <a:gd name="connsiteX1" fmla="*/ 321985 w 353555"/>
                <a:gd name="connsiteY1" fmla="*/ 689138 h 761503"/>
                <a:gd name="connsiteX2" fmla="*/ 316546 w 353555"/>
                <a:gd name="connsiteY2" fmla="*/ 705456 h 761503"/>
                <a:gd name="connsiteX3" fmla="*/ 300228 w 353555"/>
                <a:gd name="connsiteY3" fmla="*/ 713615 h 761503"/>
                <a:gd name="connsiteX4" fmla="*/ 278471 w 353555"/>
                <a:gd name="connsiteY4" fmla="*/ 716335 h 761503"/>
                <a:gd name="connsiteX5" fmla="*/ 237676 w 353555"/>
                <a:gd name="connsiteY5" fmla="*/ 716335 h 761503"/>
                <a:gd name="connsiteX6" fmla="*/ 180563 w 353555"/>
                <a:gd name="connsiteY6" fmla="*/ 719054 h 761503"/>
                <a:gd name="connsiteX7" fmla="*/ 126170 w 353555"/>
                <a:gd name="connsiteY7" fmla="*/ 719054 h 761503"/>
                <a:gd name="connsiteX8" fmla="*/ 101693 w 353555"/>
                <a:gd name="connsiteY8" fmla="*/ 719054 h 761503"/>
                <a:gd name="connsiteX9" fmla="*/ 74496 w 353555"/>
                <a:gd name="connsiteY9" fmla="*/ 713615 h 761503"/>
                <a:gd name="connsiteX10" fmla="*/ 58178 w 353555"/>
                <a:gd name="connsiteY10" fmla="*/ 697297 h 761503"/>
                <a:gd name="connsiteX11" fmla="*/ 63617 w 353555"/>
                <a:gd name="connsiteY11" fmla="*/ 689138 h 761503"/>
                <a:gd name="connsiteX12" fmla="*/ 85375 w 353555"/>
                <a:gd name="connsiteY12" fmla="*/ 680979 h 761503"/>
                <a:gd name="connsiteX13" fmla="*/ 131609 w 353555"/>
                <a:gd name="connsiteY13" fmla="*/ 675540 h 761503"/>
                <a:gd name="connsiteX14" fmla="*/ 142488 w 353555"/>
                <a:gd name="connsiteY14" fmla="*/ 675540 h 761503"/>
                <a:gd name="connsiteX15" fmla="*/ 131609 w 353555"/>
                <a:gd name="connsiteY15" fmla="*/ 653783 h 761503"/>
                <a:gd name="connsiteX16" fmla="*/ 128889 w 353555"/>
                <a:gd name="connsiteY16" fmla="*/ 640184 h 761503"/>
                <a:gd name="connsiteX17" fmla="*/ 128889 w 353555"/>
                <a:gd name="connsiteY17" fmla="*/ 629306 h 761503"/>
                <a:gd name="connsiteX18" fmla="*/ 128889 w 353555"/>
                <a:gd name="connsiteY18" fmla="*/ 621147 h 761503"/>
                <a:gd name="connsiteX19" fmla="*/ 128889 w 353555"/>
                <a:gd name="connsiteY19" fmla="*/ 593950 h 761503"/>
                <a:gd name="connsiteX20" fmla="*/ 128889 w 353555"/>
                <a:gd name="connsiteY20" fmla="*/ 583072 h 761503"/>
                <a:gd name="connsiteX21" fmla="*/ 128889 w 353555"/>
                <a:gd name="connsiteY21" fmla="*/ 436210 h 761503"/>
                <a:gd name="connsiteX22" fmla="*/ 128889 w 353555"/>
                <a:gd name="connsiteY22" fmla="*/ 357340 h 761503"/>
                <a:gd name="connsiteX23" fmla="*/ 131609 w 353555"/>
                <a:gd name="connsiteY23" fmla="*/ 289349 h 761503"/>
                <a:gd name="connsiteX24" fmla="*/ 131609 w 353555"/>
                <a:gd name="connsiteY24" fmla="*/ 251274 h 761503"/>
                <a:gd name="connsiteX25" fmla="*/ 131609 w 353555"/>
                <a:gd name="connsiteY25" fmla="*/ 205040 h 761503"/>
                <a:gd name="connsiteX26" fmla="*/ 131609 w 353555"/>
                <a:gd name="connsiteY26" fmla="*/ 139768 h 761503"/>
                <a:gd name="connsiteX27" fmla="*/ 131609 w 353555"/>
                <a:gd name="connsiteY27" fmla="*/ 128889 h 761503"/>
                <a:gd name="connsiteX28" fmla="*/ 126170 w 353555"/>
                <a:gd name="connsiteY28" fmla="*/ 128889 h 761503"/>
                <a:gd name="connsiteX29" fmla="*/ 101693 w 353555"/>
                <a:gd name="connsiteY29" fmla="*/ 128889 h 761503"/>
                <a:gd name="connsiteX30" fmla="*/ 74496 w 353555"/>
                <a:gd name="connsiteY30" fmla="*/ 123450 h 761503"/>
                <a:gd name="connsiteX31" fmla="*/ 58178 w 353555"/>
                <a:gd name="connsiteY31" fmla="*/ 107132 h 761503"/>
                <a:gd name="connsiteX32" fmla="*/ 60898 w 353555"/>
                <a:gd name="connsiteY32" fmla="*/ 98973 h 761503"/>
                <a:gd name="connsiteX33" fmla="*/ 82655 w 353555"/>
                <a:gd name="connsiteY33" fmla="*/ 93534 h 761503"/>
                <a:gd name="connsiteX34" fmla="*/ 131609 w 353555"/>
                <a:gd name="connsiteY34" fmla="*/ 88094 h 761503"/>
                <a:gd name="connsiteX35" fmla="*/ 131609 w 353555"/>
                <a:gd name="connsiteY35" fmla="*/ 82655 h 761503"/>
                <a:gd name="connsiteX36" fmla="*/ 134329 w 353555"/>
                <a:gd name="connsiteY36" fmla="*/ 71776 h 761503"/>
                <a:gd name="connsiteX37" fmla="*/ 147927 w 353555"/>
                <a:gd name="connsiteY37" fmla="*/ 63617 h 761503"/>
                <a:gd name="connsiteX38" fmla="*/ 164245 w 353555"/>
                <a:gd name="connsiteY38" fmla="*/ 58178 h 761503"/>
                <a:gd name="connsiteX39" fmla="*/ 177843 w 353555"/>
                <a:gd name="connsiteY39" fmla="*/ 58178 h 761503"/>
                <a:gd name="connsiteX40" fmla="*/ 196881 w 353555"/>
                <a:gd name="connsiteY40" fmla="*/ 60898 h 761503"/>
                <a:gd name="connsiteX41" fmla="*/ 232236 w 353555"/>
                <a:gd name="connsiteY41" fmla="*/ 88094 h 761503"/>
                <a:gd name="connsiteX42" fmla="*/ 278471 w 353555"/>
                <a:gd name="connsiteY42" fmla="*/ 88094 h 761503"/>
                <a:gd name="connsiteX43" fmla="*/ 316546 w 353555"/>
                <a:gd name="connsiteY43" fmla="*/ 104412 h 761503"/>
                <a:gd name="connsiteX44" fmla="*/ 311106 w 353555"/>
                <a:gd name="connsiteY44" fmla="*/ 120730 h 761503"/>
                <a:gd name="connsiteX45" fmla="*/ 294788 w 353555"/>
                <a:gd name="connsiteY45" fmla="*/ 128889 h 761503"/>
                <a:gd name="connsiteX46" fmla="*/ 273031 w 353555"/>
                <a:gd name="connsiteY46" fmla="*/ 131609 h 761503"/>
                <a:gd name="connsiteX47" fmla="*/ 243115 w 353555"/>
                <a:gd name="connsiteY47" fmla="*/ 131609 h 761503"/>
                <a:gd name="connsiteX48" fmla="*/ 243115 w 353555"/>
                <a:gd name="connsiteY48" fmla="*/ 134329 h 761503"/>
                <a:gd name="connsiteX49" fmla="*/ 248554 w 353555"/>
                <a:gd name="connsiteY49" fmla="*/ 169684 h 761503"/>
                <a:gd name="connsiteX50" fmla="*/ 251274 w 353555"/>
                <a:gd name="connsiteY50" fmla="*/ 205040 h 761503"/>
                <a:gd name="connsiteX51" fmla="*/ 251274 w 353555"/>
                <a:gd name="connsiteY51" fmla="*/ 240395 h 761503"/>
                <a:gd name="connsiteX52" fmla="*/ 251274 w 353555"/>
                <a:gd name="connsiteY52" fmla="*/ 256713 h 761503"/>
                <a:gd name="connsiteX53" fmla="*/ 253994 w 353555"/>
                <a:gd name="connsiteY53" fmla="*/ 270311 h 761503"/>
                <a:gd name="connsiteX54" fmla="*/ 259433 w 353555"/>
                <a:gd name="connsiteY54" fmla="*/ 343742 h 761503"/>
                <a:gd name="connsiteX55" fmla="*/ 262153 w 353555"/>
                <a:gd name="connsiteY55" fmla="*/ 425332 h 761503"/>
                <a:gd name="connsiteX56" fmla="*/ 264872 w 353555"/>
                <a:gd name="connsiteY56" fmla="*/ 490603 h 761503"/>
                <a:gd name="connsiteX57" fmla="*/ 270312 w 353555"/>
                <a:gd name="connsiteY57" fmla="*/ 564034 h 761503"/>
                <a:gd name="connsiteX58" fmla="*/ 270312 w 353555"/>
                <a:gd name="connsiteY58" fmla="*/ 599390 h 761503"/>
                <a:gd name="connsiteX59" fmla="*/ 270312 w 353555"/>
                <a:gd name="connsiteY59" fmla="*/ 637465 h 761503"/>
                <a:gd name="connsiteX60" fmla="*/ 264872 w 353555"/>
                <a:gd name="connsiteY60" fmla="*/ 670101 h 761503"/>
                <a:gd name="connsiteX61" fmla="*/ 283910 w 353555"/>
                <a:gd name="connsiteY61" fmla="*/ 672820 h 761503"/>
                <a:gd name="connsiteX62" fmla="*/ 283910 w 353555"/>
                <a:gd name="connsiteY62" fmla="*/ 672820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353555" h="761503">
                  <a:moveTo>
                    <a:pt x="283910" y="672820"/>
                  </a:moveTo>
                  <a:cubicBezTo>
                    <a:pt x="297508" y="672820"/>
                    <a:pt x="321985" y="672820"/>
                    <a:pt x="321985" y="689138"/>
                  </a:cubicBezTo>
                  <a:cubicBezTo>
                    <a:pt x="321985" y="697297"/>
                    <a:pt x="319265" y="697297"/>
                    <a:pt x="316546" y="705456"/>
                  </a:cubicBezTo>
                  <a:cubicBezTo>
                    <a:pt x="311106" y="710895"/>
                    <a:pt x="305667" y="713615"/>
                    <a:pt x="300228" y="713615"/>
                  </a:cubicBezTo>
                  <a:cubicBezTo>
                    <a:pt x="292069" y="716335"/>
                    <a:pt x="283910" y="716335"/>
                    <a:pt x="278471" y="716335"/>
                  </a:cubicBezTo>
                  <a:cubicBezTo>
                    <a:pt x="275751" y="716335"/>
                    <a:pt x="256713" y="716335"/>
                    <a:pt x="237676" y="716335"/>
                  </a:cubicBezTo>
                  <a:cubicBezTo>
                    <a:pt x="213199" y="716335"/>
                    <a:pt x="186002" y="719054"/>
                    <a:pt x="180563" y="719054"/>
                  </a:cubicBezTo>
                  <a:cubicBezTo>
                    <a:pt x="166965" y="719054"/>
                    <a:pt x="142488" y="719054"/>
                    <a:pt x="126170" y="719054"/>
                  </a:cubicBezTo>
                  <a:cubicBezTo>
                    <a:pt x="118011" y="719054"/>
                    <a:pt x="109852" y="719054"/>
                    <a:pt x="101693" y="719054"/>
                  </a:cubicBezTo>
                  <a:cubicBezTo>
                    <a:pt x="93534" y="719054"/>
                    <a:pt x="82655" y="719054"/>
                    <a:pt x="74496" y="713615"/>
                  </a:cubicBezTo>
                  <a:cubicBezTo>
                    <a:pt x="66337" y="710895"/>
                    <a:pt x="58178" y="702736"/>
                    <a:pt x="58178" y="697297"/>
                  </a:cubicBezTo>
                  <a:cubicBezTo>
                    <a:pt x="58178" y="694578"/>
                    <a:pt x="58178" y="691858"/>
                    <a:pt x="63617" y="689138"/>
                  </a:cubicBezTo>
                  <a:cubicBezTo>
                    <a:pt x="69057" y="686418"/>
                    <a:pt x="79935" y="683699"/>
                    <a:pt x="85375" y="680979"/>
                  </a:cubicBezTo>
                  <a:cubicBezTo>
                    <a:pt x="104412" y="678260"/>
                    <a:pt x="123450" y="675540"/>
                    <a:pt x="131609" y="675540"/>
                  </a:cubicBezTo>
                  <a:cubicBezTo>
                    <a:pt x="134329" y="675540"/>
                    <a:pt x="137048" y="675540"/>
                    <a:pt x="142488" y="675540"/>
                  </a:cubicBezTo>
                  <a:cubicBezTo>
                    <a:pt x="134329" y="670101"/>
                    <a:pt x="131609" y="661942"/>
                    <a:pt x="131609" y="653783"/>
                  </a:cubicBezTo>
                  <a:cubicBezTo>
                    <a:pt x="131609" y="648343"/>
                    <a:pt x="131609" y="642904"/>
                    <a:pt x="128889" y="640184"/>
                  </a:cubicBezTo>
                  <a:cubicBezTo>
                    <a:pt x="128889" y="637465"/>
                    <a:pt x="128889" y="634745"/>
                    <a:pt x="128889" y="629306"/>
                  </a:cubicBezTo>
                  <a:cubicBezTo>
                    <a:pt x="128889" y="626586"/>
                    <a:pt x="128889" y="623867"/>
                    <a:pt x="128889" y="621147"/>
                  </a:cubicBezTo>
                  <a:cubicBezTo>
                    <a:pt x="128889" y="612988"/>
                    <a:pt x="128889" y="604829"/>
                    <a:pt x="128889" y="593950"/>
                  </a:cubicBezTo>
                  <a:cubicBezTo>
                    <a:pt x="128889" y="591231"/>
                    <a:pt x="128889" y="585791"/>
                    <a:pt x="128889" y="583072"/>
                  </a:cubicBezTo>
                  <a:cubicBezTo>
                    <a:pt x="128889" y="534118"/>
                    <a:pt x="131609" y="485164"/>
                    <a:pt x="128889" y="436210"/>
                  </a:cubicBezTo>
                  <a:cubicBezTo>
                    <a:pt x="128889" y="409014"/>
                    <a:pt x="128889" y="384537"/>
                    <a:pt x="128889" y="357340"/>
                  </a:cubicBezTo>
                  <a:cubicBezTo>
                    <a:pt x="128889" y="335583"/>
                    <a:pt x="131609" y="313826"/>
                    <a:pt x="131609" y="289349"/>
                  </a:cubicBezTo>
                  <a:cubicBezTo>
                    <a:pt x="131609" y="275751"/>
                    <a:pt x="131609" y="264872"/>
                    <a:pt x="131609" y="251274"/>
                  </a:cubicBezTo>
                  <a:cubicBezTo>
                    <a:pt x="131609" y="234956"/>
                    <a:pt x="131609" y="221357"/>
                    <a:pt x="131609" y="205040"/>
                  </a:cubicBezTo>
                  <a:cubicBezTo>
                    <a:pt x="131609" y="183282"/>
                    <a:pt x="131609" y="161525"/>
                    <a:pt x="131609" y="139768"/>
                  </a:cubicBezTo>
                  <a:cubicBezTo>
                    <a:pt x="131609" y="137048"/>
                    <a:pt x="131609" y="134329"/>
                    <a:pt x="131609" y="128889"/>
                  </a:cubicBezTo>
                  <a:cubicBezTo>
                    <a:pt x="128889" y="128889"/>
                    <a:pt x="126170" y="128889"/>
                    <a:pt x="126170" y="128889"/>
                  </a:cubicBezTo>
                  <a:cubicBezTo>
                    <a:pt x="118011" y="128889"/>
                    <a:pt x="109852" y="128889"/>
                    <a:pt x="101693" y="128889"/>
                  </a:cubicBezTo>
                  <a:cubicBezTo>
                    <a:pt x="93534" y="128889"/>
                    <a:pt x="82655" y="128889"/>
                    <a:pt x="74496" y="123450"/>
                  </a:cubicBezTo>
                  <a:cubicBezTo>
                    <a:pt x="66337" y="120730"/>
                    <a:pt x="58178" y="112571"/>
                    <a:pt x="58178" y="107132"/>
                  </a:cubicBezTo>
                  <a:cubicBezTo>
                    <a:pt x="58178" y="104412"/>
                    <a:pt x="58178" y="101693"/>
                    <a:pt x="60898" y="98973"/>
                  </a:cubicBezTo>
                  <a:cubicBezTo>
                    <a:pt x="63617" y="96253"/>
                    <a:pt x="77216" y="93534"/>
                    <a:pt x="82655" y="93534"/>
                  </a:cubicBezTo>
                  <a:cubicBezTo>
                    <a:pt x="98973" y="90814"/>
                    <a:pt x="123450" y="88094"/>
                    <a:pt x="131609" y="88094"/>
                  </a:cubicBezTo>
                  <a:cubicBezTo>
                    <a:pt x="131609" y="85375"/>
                    <a:pt x="131609" y="85375"/>
                    <a:pt x="131609" y="82655"/>
                  </a:cubicBezTo>
                  <a:cubicBezTo>
                    <a:pt x="131609" y="77216"/>
                    <a:pt x="131609" y="74496"/>
                    <a:pt x="134329" y="71776"/>
                  </a:cubicBezTo>
                  <a:cubicBezTo>
                    <a:pt x="137048" y="69057"/>
                    <a:pt x="145207" y="66337"/>
                    <a:pt x="147927" y="63617"/>
                  </a:cubicBezTo>
                  <a:cubicBezTo>
                    <a:pt x="153366" y="60898"/>
                    <a:pt x="158806" y="58178"/>
                    <a:pt x="164245" y="58178"/>
                  </a:cubicBezTo>
                  <a:cubicBezTo>
                    <a:pt x="169684" y="58178"/>
                    <a:pt x="175123" y="58178"/>
                    <a:pt x="177843" y="58178"/>
                  </a:cubicBezTo>
                  <a:cubicBezTo>
                    <a:pt x="183283" y="58178"/>
                    <a:pt x="191442" y="58178"/>
                    <a:pt x="196881" y="60898"/>
                  </a:cubicBezTo>
                  <a:cubicBezTo>
                    <a:pt x="213199" y="63617"/>
                    <a:pt x="224077" y="74496"/>
                    <a:pt x="232236" y="88094"/>
                  </a:cubicBezTo>
                  <a:cubicBezTo>
                    <a:pt x="253994" y="88094"/>
                    <a:pt x="270312" y="88094"/>
                    <a:pt x="278471" y="88094"/>
                  </a:cubicBezTo>
                  <a:cubicBezTo>
                    <a:pt x="292069" y="88094"/>
                    <a:pt x="316546" y="88094"/>
                    <a:pt x="316546" y="104412"/>
                  </a:cubicBezTo>
                  <a:cubicBezTo>
                    <a:pt x="316546" y="112571"/>
                    <a:pt x="313826" y="112571"/>
                    <a:pt x="311106" y="120730"/>
                  </a:cubicBezTo>
                  <a:cubicBezTo>
                    <a:pt x="305667" y="126170"/>
                    <a:pt x="300228" y="128889"/>
                    <a:pt x="294788" y="128889"/>
                  </a:cubicBezTo>
                  <a:cubicBezTo>
                    <a:pt x="286630" y="131609"/>
                    <a:pt x="278471" y="131609"/>
                    <a:pt x="273031" y="131609"/>
                  </a:cubicBezTo>
                  <a:cubicBezTo>
                    <a:pt x="270312" y="131609"/>
                    <a:pt x="259433" y="131609"/>
                    <a:pt x="243115" y="131609"/>
                  </a:cubicBezTo>
                  <a:lnTo>
                    <a:pt x="243115" y="134329"/>
                  </a:lnTo>
                  <a:cubicBezTo>
                    <a:pt x="245835" y="145207"/>
                    <a:pt x="245835" y="158805"/>
                    <a:pt x="248554" y="169684"/>
                  </a:cubicBezTo>
                  <a:cubicBezTo>
                    <a:pt x="251274" y="180563"/>
                    <a:pt x="251274" y="194161"/>
                    <a:pt x="251274" y="205040"/>
                  </a:cubicBezTo>
                  <a:cubicBezTo>
                    <a:pt x="251274" y="215918"/>
                    <a:pt x="251274" y="226797"/>
                    <a:pt x="251274" y="240395"/>
                  </a:cubicBezTo>
                  <a:cubicBezTo>
                    <a:pt x="251274" y="245834"/>
                    <a:pt x="251274" y="251274"/>
                    <a:pt x="251274" y="256713"/>
                  </a:cubicBezTo>
                  <a:cubicBezTo>
                    <a:pt x="251274" y="262152"/>
                    <a:pt x="251274" y="267592"/>
                    <a:pt x="253994" y="270311"/>
                  </a:cubicBezTo>
                  <a:cubicBezTo>
                    <a:pt x="256713" y="294788"/>
                    <a:pt x="256713" y="319265"/>
                    <a:pt x="259433" y="343742"/>
                  </a:cubicBezTo>
                  <a:cubicBezTo>
                    <a:pt x="259433" y="370939"/>
                    <a:pt x="262153" y="398135"/>
                    <a:pt x="262153" y="425332"/>
                  </a:cubicBezTo>
                  <a:cubicBezTo>
                    <a:pt x="262153" y="447089"/>
                    <a:pt x="262153" y="468846"/>
                    <a:pt x="264872" y="490603"/>
                  </a:cubicBezTo>
                  <a:cubicBezTo>
                    <a:pt x="264872" y="515080"/>
                    <a:pt x="270312" y="539557"/>
                    <a:pt x="270312" y="564034"/>
                  </a:cubicBezTo>
                  <a:cubicBezTo>
                    <a:pt x="270312" y="574913"/>
                    <a:pt x="270312" y="588511"/>
                    <a:pt x="270312" y="599390"/>
                  </a:cubicBezTo>
                  <a:cubicBezTo>
                    <a:pt x="270312" y="612988"/>
                    <a:pt x="270312" y="623867"/>
                    <a:pt x="270312" y="637465"/>
                  </a:cubicBezTo>
                  <a:cubicBezTo>
                    <a:pt x="270312" y="648343"/>
                    <a:pt x="270312" y="661942"/>
                    <a:pt x="264872" y="670101"/>
                  </a:cubicBezTo>
                  <a:cubicBezTo>
                    <a:pt x="273031" y="672820"/>
                    <a:pt x="278471" y="672820"/>
                    <a:pt x="283910" y="672820"/>
                  </a:cubicBezTo>
                  <a:lnTo>
                    <a:pt x="283910" y="672820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099AA5A5-B810-47BF-9870-E078E580E225}"/>
                </a:ext>
              </a:extLst>
            </p:cNvPr>
            <p:cNvSpPr/>
            <p:nvPr/>
          </p:nvSpPr>
          <p:spPr>
            <a:xfrm>
              <a:off x="4620880" y="4194877"/>
              <a:ext cx="598325" cy="761503"/>
            </a:xfrm>
            <a:custGeom>
              <a:avLst/>
              <a:gdLst>
                <a:gd name="connsiteX0" fmla="*/ 515081 w 598324"/>
                <a:gd name="connsiteY0" fmla="*/ 79935 h 761503"/>
                <a:gd name="connsiteX1" fmla="*/ 542277 w 598324"/>
                <a:gd name="connsiteY1" fmla="*/ 96253 h 761503"/>
                <a:gd name="connsiteX2" fmla="*/ 536838 w 598324"/>
                <a:gd name="connsiteY2" fmla="*/ 112571 h 761503"/>
                <a:gd name="connsiteX3" fmla="*/ 523240 w 598324"/>
                <a:gd name="connsiteY3" fmla="*/ 120730 h 761503"/>
                <a:gd name="connsiteX4" fmla="*/ 506922 w 598324"/>
                <a:gd name="connsiteY4" fmla="*/ 123450 h 761503"/>
                <a:gd name="connsiteX5" fmla="*/ 477006 w 598324"/>
                <a:gd name="connsiteY5" fmla="*/ 123450 h 761503"/>
                <a:gd name="connsiteX6" fmla="*/ 479725 w 598324"/>
                <a:gd name="connsiteY6" fmla="*/ 145207 h 761503"/>
                <a:gd name="connsiteX7" fmla="*/ 477006 w 598324"/>
                <a:gd name="connsiteY7" fmla="*/ 180563 h 761503"/>
                <a:gd name="connsiteX8" fmla="*/ 482445 w 598324"/>
                <a:gd name="connsiteY8" fmla="*/ 232236 h 761503"/>
                <a:gd name="connsiteX9" fmla="*/ 485165 w 598324"/>
                <a:gd name="connsiteY9" fmla="*/ 283909 h 761503"/>
                <a:gd name="connsiteX10" fmla="*/ 485165 w 598324"/>
                <a:gd name="connsiteY10" fmla="*/ 327424 h 761503"/>
                <a:gd name="connsiteX11" fmla="*/ 487884 w 598324"/>
                <a:gd name="connsiteY11" fmla="*/ 373658 h 761503"/>
                <a:gd name="connsiteX12" fmla="*/ 485165 w 598324"/>
                <a:gd name="connsiteY12" fmla="*/ 419892 h 761503"/>
                <a:gd name="connsiteX13" fmla="*/ 485165 w 598324"/>
                <a:gd name="connsiteY13" fmla="*/ 463407 h 761503"/>
                <a:gd name="connsiteX14" fmla="*/ 482445 w 598324"/>
                <a:gd name="connsiteY14" fmla="*/ 515080 h 761503"/>
                <a:gd name="connsiteX15" fmla="*/ 482445 w 598324"/>
                <a:gd name="connsiteY15" fmla="*/ 558595 h 761503"/>
                <a:gd name="connsiteX16" fmla="*/ 479725 w 598324"/>
                <a:gd name="connsiteY16" fmla="*/ 602109 h 761503"/>
                <a:gd name="connsiteX17" fmla="*/ 485165 w 598324"/>
                <a:gd name="connsiteY17" fmla="*/ 648343 h 761503"/>
                <a:gd name="connsiteX18" fmla="*/ 474286 w 598324"/>
                <a:gd name="connsiteY18" fmla="*/ 675540 h 761503"/>
                <a:gd name="connsiteX19" fmla="*/ 428052 w 598324"/>
                <a:gd name="connsiteY19" fmla="*/ 691858 h 761503"/>
                <a:gd name="connsiteX20" fmla="*/ 387257 w 598324"/>
                <a:gd name="connsiteY20" fmla="*/ 683699 h 761503"/>
                <a:gd name="connsiteX21" fmla="*/ 351901 w 598324"/>
                <a:gd name="connsiteY21" fmla="*/ 664661 h 761503"/>
                <a:gd name="connsiteX22" fmla="*/ 305667 w 598324"/>
                <a:gd name="connsiteY22" fmla="*/ 596670 h 761503"/>
                <a:gd name="connsiteX23" fmla="*/ 270312 w 598324"/>
                <a:gd name="connsiteY23" fmla="*/ 509641 h 761503"/>
                <a:gd name="connsiteX24" fmla="*/ 251274 w 598324"/>
                <a:gd name="connsiteY24" fmla="*/ 460687 h 761503"/>
                <a:gd name="connsiteX25" fmla="*/ 224077 w 598324"/>
                <a:gd name="connsiteY25" fmla="*/ 381817 h 761503"/>
                <a:gd name="connsiteX26" fmla="*/ 207759 w 598324"/>
                <a:gd name="connsiteY26" fmla="*/ 330144 h 761503"/>
                <a:gd name="connsiteX27" fmla="*/ 191442 w 598324"/>
                <a:gd name="connsiteY27" fmla="*/ 286629 h 761503"/>
                <a:gd name="connsiteX28" fmla="*/ 183283 w 598324"/>
                <a:gd name="connsiteY28" fmla="*/ 278470 h 761503"/>
                <a:gd name="connsiteX29" fmla="*/ 180563 w 598324"/>
                <a:gd name="connsiteY29" fmla="*/ 292068 h 761503"/>
                <a:gd name="connsiteX30" fmla="*/ 180563 w 598324"/>
                <a:gd name="connsiteY30" fmla="*/ 305667 h 761503"/>
                <a:gd name="connsiteX31" fmla="*/ 183283 w 598324"/>
                <a:gd name="connsiteY31" fmla="*/ 354620 h 761503"/>
                <a:gd name="connsiteX32" fmla="*/ 188722 w 598324"/>
                <a:gd name="connsiteY32" fmla="*/ 449808 h 761503"/>
                <a:gd name="connsiteX33" fmla="*/ 188722 w 598324"/>
                <a:gd name="connsiteY33" fmla="*/ 479725 h 761503"/>
                <a:gd name="connsiteX34" fmla="*/ 188722 w 598324"/>
                <a:gd name="connsiteY34" fmla="*/ 542277 h 761503"/>
                <a:gd name="connsiteX35" fmla="*/ 186002 w 598324"/>
                <a:gd name="connsiteY35" fmla="*/ 615708 h 761503"/>
                <a:gd name="connsiteX36" fmla="*/ 186002 w 598324"/>
                <a:gd name="connsiteY36" fmla="*/ 637465 h 761503"/>
                <a:gd name="connsiteX37" fmla="*/ 183283 w 598324"/>
                <a:gd name="connsiteY37" fmla="*/ 664661 h 761503"/>
                <a:gd name="connsiteX38" fmla="*/ 226797 w 598324"/>
                <a:gd name="connsiteY38" fmla="*/ 664661 h 761503"/>
                <a:gd name="connsiteX39" fmla="*/ 253994 w 598324"/>
                <a:gd name="connsiteY39" fmla="*/ 680979 h 761503"/>
                <a:gd name="connsiteX40" fmla="*/ 248554 w 598324"/>
                <a:gd name="connsiteY40" fmla="*/ 697297 h 761503"/>
                <a:gd name="connsiteX41" fmla="*/ 234956 w 598324"/>
                <a:gd name="connsiteY41" fmla="*/ 705456 h 761503"/>
                <a:gd name="connsiteX42" fmla="*/ 218638 w 598324"/>
                <a:gd name="connsiteY42" fmla="*/ 708176 h 761503"/>
                <a:gd name="connsiteX43" fmla="*/ 183283 w 598324"/>
                <a:gd name="connsiteY43" fmla="*/ 708176 h 761503"/>
                <a:gd name="connsiteX44" fmla="*/ 150647 w 598324"/>
                <a:gd name="connsiteY44" fmla="*/ 708176 h 761503"/>
                <a:gd name="connsiteX45" fmla="*/ 107132 w 598324"/>
                <a:gd name="connsiteY45" fmla="*/ 708176 h 761503"/>
                <a:gd name="connsiteX46" fmla="*/ 88094 w 598324"/>
                <a:gd name="connsiteY46" fmla="*/ 708176 h 761503"/>
                <a:gd name="connsiteX47" fmla="*/ 69057 w 598324"/>
                <a:gd name="connsiteY47" fmla="*/ 702736 h 761503"/>
                <a:gd name="connsiteX48" fmla="*/ 58178 w 598324"/>
                <a:gd name="connsiteY48" fmla="*/ 686418 h 761503"/>
                <a:gd name="connsiteX49" fmla="*/ 60898 w 598324"/>
                <a:gd name="connsiteY49" fmla="*/ 678259 h 761503"/>
                <a:gd name="connsiteX50" fmla="*/ 77216 w 598324"/>
                <a:gd name="connsiteY50" fmla="*/ 670101 h 761503"/>
                <a:gd name="connsiteX51" fmla="*/ 120730 w 598324"/>
                <a:gd name="connsiteY51" fmla="*/ 664661 h 761503"/>
                <a:gd name="connsiteX52" fmla="*/ 131609 w 598324"/>
                <a:gd name="connsiteY52" fmla="*/ 664661 h 761503"/>
                <a:gd name="connsiteX53" fmla="*/ 134329 w 598324"/>
                <a:gd name="connsiteY53" fmla="*/ 539557 h 761503"/>
                <a:gd name="connsiteX54" fmla="*/ 134329 w 598324"/>
                <a:gd name="connsiteY54" fmla="*/ 504201 h 761503"/>
                <a:gd name="connsiteX55" fmla="*/ 131609 w 598324"/>
                <a:gd name="connsiteY55" fmla="*/ 376378 h 761503"/>
                <a:gd name="connsiteX56" fmla="*/ 131609 w 598324"/>
                <a:gd name="connsiteY56" fmla="*/ 302947 h 761503"/>
                <a:gd name="connsiteX57" fmla="*/ 134329 w 598324"/>
                <a:gd name="connsiteY57" fmla="*/ 221357 h 761503"/>
                <a:gd name="connsiteX58" fmla="*/ 137048 w 598324"/>
                <a:gd name="connsiteY58" fmla="*/ 123450 h 761503"/>
                <a:gd name="connsiteX59" fmla="*/ 107132 w 598324"/>
                <a:gd name="connsiteY59" fmla="*/ 123450 h 761503"/>
                <a:gd name="connsiteX60" fmla="*/ 88094 w 598324"/>
                <a:gd name="connsiteY60" fmla="*/ 123450 h 761503"/>
                <a:gd name="connsiteX61" fmla="*/ 69057 w 598324"/>
                <a:gd name="connsiteY61" fmla="*/ 118011 h 761503"/>
                <a:gd name="connsiteX62" fmla="*/ 58178 w 598324"/>
                <a:gd name="connsiteY62" fmla="*/ 101693 h 761503"/>
                <a:gd name="connsiteX63" fmla="*/ 60898 w 598324"/>
                <a:gd name="connsiteY63" fmla="*/ 93534 h 761503"/>
                <a:gd name="connsiteX64" fmla="*/ 77216 w 598324"/>
                <a:gd name="connsiteY64" fmla="*/ 85375 h 761503"/>
                <a:gd name="connsiteX65" fmla="*/ 131609 w 598324"/>
                <a:gd name="connsiteY65" fmla="*/ 79935 h 761503"/>
                <a:gd name="connsiteX66" fmla="*/ 161525 w 598324"/>
                <a:gd name="connsiteY66" fmla="*/ 79935 h 761503"/>
                <a:gd name="connsiteX67" fmla="*/ 177843 w 598324"/>
                <a:gd name="connsiteY67" fmla="*/ 66337 h 761503"/>
                <a:gd name="connsiteX68" fmla="*/ 202320 w 598324"/>
                <a:gd name="connsiteY68" fmla="*/ 58178 h 761503"/>
                <a:gd name="connsiteX69" fmla="*/ 234956 w 598324"/>
                <a:gd name="connsiteY69" fmla="*/ 77216 h 761503"/>
                <a:gd name="connsiteX70" fmla="*/ 251274 w 598324"/>
                <a:gd name="connsiteY70" fmla="*/ 107132 h 761503"/>
                <a:gd name="connsiteX71" fmla="*/ 267592 w 598324"/>
                <a:gd name="connsiteY71" fmla="*/ 147927 h 761503"/>
                <a:gd name="connsiteX72" fmla="*/ 281190 w 598324"/>
                <a:gd name="connsiteY72" fmla="*/ 183282 h 761503"/>
                <a:gd name="connsiteX73" fmla="*/ 297508 w 598324"/>
                <a:gd name="connsiteY73" fmla="*/ 224077 h 761503"/>
                <a:gd name="connsiteX74" fmla="*/ 308387 w 598324"/>
                <a:gd name="connsiteY74" fmla="*/ 264872 h 761503"/>
                <a:gd name="connsiteX75" fmla="*/ 319265 w 598324"/>
                <a:gd name="connsiteY75" fmla="*/ 300227 h 761503"/>
                <a:gd name="connsiteX76" fmla="*/ 351901 w 598324"/>
                <a:gd name="connsiteY76" fmla="*/ 379097 h 761503"/>
                <a:gd name="connsiteX77" fmla="*/ 365500 w 598324"/>
                <a:gd name="connsiteY77" fmla="*/ 417173 h 761503"/>
                <a:gd name="connsiteX78" fmla="*/ 379098 w 598324"/>
                <a:gd name="connsiteY78" fmla="*/ 457967 h 761503"/>
                <a:gd name="connsiteX79" fmla="*/ 395416 w 598324"/>
                <a:gd name="connsiteY79" fmla="*/ 496043 h 761503"/>
                <a:gd name="connsiteX80" fmla="*/ 406294 w 598324"/>
                <a:gd name="connsiteY80" fmla="*/ 512361 h 761503"/>
                <a:gd name="connsiteX81" fmla="*/ 411734 w 598324"/>
                <a:gd name="connsiteY81" fmla="*/ 531398 h 761503"/>
                <a:gd name="connsiteX82" fmla="*/ 419893 w 598324"/>
                <a:gd name="connsiteY82" fmla="*/ 558595 h 761503"/>
                <a:gd name="connsiteX83" fmla="*/ 425332 w 598324"/>
                <a:gd name="connsiteY83" fmla="*/ 564034 h 761503"/>
                <a:gd name="connsiteX84" fmla="*/ 430771 w 598324"/>
                <a:gd name="connsiteY84" fmla="*/ 558595 h 761503"/>
                <a:gd name="connsiteX85" fmla="*/ 430771 w 598324"/>
                <a:gd name="connsiteY85" fmla="*/ 550436 h 761503"/>
                <a:gd name="connsiteX86" fmla="*/ 430771 w 598324"/>
                <a:gd name="connsiteY86" fmla="*/ 501482 h 761503"/>
                <a:gd name="connsiteX87" fmla="*/ 430771 w 598324"/>
                <a:gd name="connsiteY87" fmla="*/ 403574 h 761503"/>
                <a:gd name="connsiteX88" fmla="*/ 425332 w 598324"/>
                <a:gd name="connsiteY88" fmla="*/ 313826 h 761503"/>
                <a:gd name="connsiteX89" fmla="*/ 425332 w 598324"/>
                <a:gd name="connsiteY89" fmla="*/ 248554 h 761503"/>
                <a:gd name="connsiteX90" fmla="*/ 425332 w 598324"/>
                <a:gd name="connsiteY90" fmla="*/ 210479 h 761503"/>
                <a:gd name="connsiteX91" fmla="*/ 422613 w 598324"/>
                <a:gd name="connsiteY91" fmla="*/ 153366 h 761503"/>
                <a:gd name="connsiteX92" fmla="*/ 425332 w 598324"/>
                <a:gd name="connsiteY92" fmla="*/ 123450 h 761503"/>
                <a:gd name="connsiteX93" fmla="*/ 398136 w 598324"/>
                <a:gd name="connsiteY93" fmla="*/ 123450 h 761503"/>
                <a:gd name="connsiteX94" fmla="*/ 379098 w 598324"/>
                <a:gd name="connsiteY94" fmla="*/ 123450 h 761503"/>
                <a:gd name="connsiteX95" fmla="*/ 360060 w 598324"/>
                <a:gd name="connsiteY95" fmla="*/ 118011 h 761503"/>
                <a:gd name="connsiteX96" fmla="*/ 349182 w 598324"/>
                <a:gd name="connsiteY96" fmla="*/ 101693 h 761503"/>
                <a:gd name="connsiteX97" fmla="*/ 351901 w 598324"/>
                <a:gd name="connsiteY97" fmla="*/ 93534 h 761503"/>
                <a:gd name="connsiteX98" fmla="*/ 368219 w 598324"/>
                <a:gd name="connsiteY98" fmla="*/ 85375 h 761503"/>
                <a:gd name="connsiteX99" fmla="*/ 422613 w 598324"/>
                <a:gd name="connsiteY99" fmla="*/ 79935 h 761503"/>
                <a:gd name="connsiteX100" fmla="*/ 444370 w 598324"/>
                <a:gd name="connsiteY100" fmla="*/ 79935 h 761503"/>
                <a:gd name="connsiteX101" fmla="*/ 463407 w 598324"/>
                <a:gd name="connsiteY101" fmla="*/ 71776 h 761503"/>
                <a:gd name="connsiteX102" fmla="*/ 477006 w 598324"/>
                <a:gd name="connsiteY102" fmla="*/ 79935 h 761503"/>
                <a:gd name="connsiteX103" fmla="*/ 515081 w 598324"/>
                <a:gd name="connsiteY103" fmla="*/ 79935 h 761503"/>
                <a:gd name="connsiteX104" fmla="*/ 515081 w 598324"/>
                <a:gd name="connsiteY104" fmla="*/ 79935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598324" h="761503">
                  <a:moveTo>
                    <a:pt x="515081" y="79935"/>
                  </a:moveTo>
                  <a:cubicBezTo>
                    <a:pt x="523240" y="79935"/>
                    <a:pt x="542277" y="79935"/>
                    <a:pt x="542277" y="96253"/>
                  </a:cubicBezTo>
                  <a:cubicBezTo>
                    <a:pt x="542277" y="104412"/>
                    <a:pt x="542277" y="107132"/>
                    <a:pt x="536838" y="112571"/>
                  </a:cubicBezTo>
                  <a:cubicBezTo>
                    <a:pt x="534119" y="118011"/>
                    <a:pt x="528679" y="120730"/>
                    <a:pt x="523240" y="120730"/>
                  </a:cubicBezTo>
                  <a:cubicBezTo>
                    <a:pt x="515081" y="123450"/>
                    <a:pt x="512361" y="123450"/>
                    <a:pt x="506922" y="123450"/>
                  </a:cubicBezTo>
                  <a:cubicBezTo>
                    <a:pt x="504202" y="123450"/>
                    <a:pt x="490604" y="123450"/>
                    <a:pt x="477006" y="123450"/>
                  </a:cubicBezTo>
                  <a:cubicBezTo>
                    <a:pt x="477006" y="131609"/>
                    <a:pt x="479725" y="137048"/>
                    <a:pt x="479725" y="145207"/>
                  </a:cubicBezTo>
                  <a:cubicBezTo>
                    <a:pt x="479725" y="156086"/>
                    <a:pt x="477006" y="166964"/>
                    <a:pt x="477006" y="180563"/>
                  </a:cubicBezTo>
                  <a:cubicBezTo>
                    <a:pt x="477006" y="196881"/>
                    <a:pt x="479725" y="215918"/>
                    <a:pt x="482445" y="232236"/>
                  </a:cubicBezTo>
                  <a:cubicBezTo>
                    <a:pt x="485165" y="248554"/>
                    <a:pt x="485165" y="267592"/>
                    <a:pt x="485165" y="283909"/>
                  </a:cubicBezTo>
                  <a:cubicBezTo>
                    <a:pt x="485165" y="297508"/>
                    <a:pt x="485165" y="313826"/>
                    <a:pt x="485165" y="327424"/>
                  </a:cubicBezTo>
                  <a:cubicBezTo>
                    <a:pt x="485165" y="343742"/>
                    <a:pt x="487884" y="357340"/>
                    <a:pt x="487884" y="373658"/>
                  </a:cubicBezTo>
                  <a:cubicBezTo>
                    <a:pt x="487884" y="389976"/>
                    <a:pt x="485165" y="403574"/>
                    <a:pt x="485165" y="419892"/>
                  </a:cubicBezTo>
                  <a:cubicBezTo>
                    <a:pt x="485165" y="436210"/>
                    <a:pt x="485165" y="449808"/>
                    <a:pt x="485165" y="463407"/>
                  </a:cubicBezTo>
                  <a:cubicBezTo>
                    <a:pt x="485165" y="479725"/>
                    <a:pt x="485165" y="498762"/>
                    <a:pt x="482445" y="515080"/>
                  </a:cubicBezTo>
                  <a:cubicBezTo>
                    <a:pt x="482445" y="528678"/>
                    <a:pt x="482445" y="542277"/>
                    <a:pt x="482445" y="558595"/>
                  </a:cubicBezTo>
                  <a:cubicBezTo>
                    <a:pt x="482445" y="572193"/>
                    <a:pt x="479725" y="588511"/>
                    <a:pt x="479725" y="602109"/>
                  </a:cubicBezTo>
                  <a:cubicBezTo>
                    <a:pt x="479725" y="615708"/>
                    <a:pt x="485165" y="632025"/>
                    <a:pt x="485165" y="648343"/>
                  </a:cubicBezTo>
                  <a:cubicBezTo>
                    <a:pt x="485165" y="659222"/>
                    <a:pt x="482445" y="670101"/>
                    <a:pt x="474286" y="675540"/>
                  </a:cubicBezTo>
                  <a:cubicBezTo>
                    <a:pt x="460688" y="686418"/>
                    <a:pt x="444370" y="691858"/>
                    <a:pt x="428052" y="691858"/>
                  </a:cubicBezTo>
                  <a:cubicBezTo>
                    <a:pt x="414453" y="691858"/>
                    <a:pt x="400855" y="689138"/>
                    <a:pt x="387257" y="683699"/>
                  </a:cubicBezTo>
                  <a:cubicBezTo>
                    <a:pt x="373659" y="678259"/>
                    <a:pt x="360060" y="672820"/>
                    <a:pt x="351901" y="664661"/>
                  </a:cubicBezTo>
                  <a:cubicBezTo>
                    <a:pt x="330144" y="645624"/>
                    <a:pt x="316546" y="621147"/>
                    <a:pt x="305667" y="596670"/>
                  </a:cubicBezTo>
                  <a:cubicBezTo>
                    <a:pt x="292069" y="569473"/>
                    <a:pt x="281190" y="539557"/>
                    <a:pt x="270312" y="509641"/>
                  </a:cubicBezTo>
                  <a:cubicBezTo>
                    <a:pt x="264872" y="493323"/>
                    <a:pt x="256713" y="477005"/>
                    <a:pt x="251274" y="460687"/>
                  </a:cubicBezTo>
                  <a:cubicBezTo>
                    <a:pt x="240395" y="433490"/>
                    <a:pt x="232236" y="409014"/>
                    <a:pt x="224077" y="381817"/>
                  </a:cubicBezTo>
                  <a:cubicBezTo>
                    <a:pt x="218638" y="365499"/>
                    <a:pt x="213199" y="346462"/>
                    <a:pt x="207759" y="330144"/>
                  </a:cubicBezTo>
                  <a:cubicBezTo>
                    <a:pt x="202320" y="316545"/>
                    <a:pt x="196881" y="300227"/>
                    <a:pt x="191442" y="286629"/>
                  </a:cubicBezTo>
                  <a:cubicBezTo>
                    <a:pt x="188722" y="281190"/>
                    <a:pt x="186002" y="278470"/>
                    <a:pt x="183283" y="278470"/>
                  </a:cubicBezTo>
                  <a:cubicBezTo>
                    <a:pt x="180563" y="278470"/>
                    <a:pt x="180563" y="286629"/>
                    <a:pt x="180563" y="292068"/>
                  </a:cubicBezTo>
                  <a:cubicBezTo>
                    <a:pt x="180563" y="297508"/>
                    <a:pt x="180563" y="302947"/>
                    <a:pt x="180563" y="305667"/>
                  </a:cubicBezTo>
                  <a:cubicBezTo>
                    <a:pt x="180563" y="321985"/>
                    <a:pt x="183283" y="338303"/>
                    <a:pt x="183283" y="354620"/>
                  </a:cubicBezTo>
                  <a:cubicBezTo>
                    <a:pt x="183283" y="387256"/>
                    <a:pt x="186002" y="417173"/>
                    <a:pt x="188722" y="449808"/>
                  </a:cubicBezTo>
                  <a:cubicBezTo>
                    <a:pt x="188722" y="460687"/>
                    <a:pt x="188722" y="468846"/>
                    <a:pt x="188722" y="479725"/>
                  </a:cubicBezTo>
                  <a:cubicBezTo>
                    <a:pt x="188722" y="501482"/>
                    <a:pt x="188722" y="523239"/>
                    <a:pt x="188722" y="542277"/>
                  </a:cubicBezTo>
                  <a:cubicBezTo>
                    <a:pt x="188722" y="566754"/>
                    <a:pt x="186002" y="591231"/>
                    <a:pt x="186002" y="615708"/>
                  </a:cubicBezTo>
                  <a:cubicBezTo>
                    <a:pt x="186002" y="623866"/>
                    <a:pt x="186002" y="632025"/>
                    <a:pt x="186002" y="637465"/>
                  </a:cubicBezTo>
                  <a:cubicBezTo>
                    <a:pt x="186002" y="645624"/>
                    <a:pt x="183283" y="656502"/>
                    <a:pt x="183283" y="664661"/>
                  </a:cubicBezTo>
                  <a:cubicBezTo>
                    <a:pt x="202320" y="664661"/>
                    <a:pt x="218638" y="664661"/>
                    <a:pt x="226797" y="664661"/>
                  </a:cubicBezTo>
                  <a:cubicBezTo>
                    <a:pt x="234956" y="664661"/>
                    <a:pt x="253994" y="664661"/>
                    <a:pt x="253994" y="680979"/>
                  </a:cubicBezTo>
                  <a:cubicBezTo>
                    <a:pt x="253994" y="689138"/>
                    <a:pt x="253994" y="691858"/>
                    <a:pt x="248554" y="697297"/>
                  </a:cubicBezTo>
                  <a:cubicBezTo>
                    <a:pt x="245835" y="702736"/>
                    <a:pt x="240395" y="705456"/>
                    <a:pt x="234956" y="705456"/>
                  </a:cubicBezTo>
                  <a:cubicBezTo>
                    <a:pt x="226797" y="708176"/>
                    <a:pt x="224077" y="708176"/>
                    <a:pt x="218638" y="708176"/>
                  </a:cubicBezTo>
                  <a:cubicBezTo>
                    <a:pt x="215918" y="708176"/>
                    <a:pt x="199600" y="708176"/>
                    <a:pt x="183283" y="708176"/>
                  </a:cubicBezTo>
                  <a:cubicBezTo>
                    <a:pt x="166965" y="708176"/>
                    <a:pt x="153366" y="708176"/>
                    <a:pt x="150647" y="708176"/>
                  </a:cubicBezTo>
                  <a:cubicBezTo>
                    <a:pt x="139768" y="708176"/>
                    <a:pt x="120730" y="708176"/>
                    <a:pt x="107132" y="708176"/>
                  </a:cubicBezTo>
                  <a:cubicBezTo>
                    <a:pt x="101693" y="708176"/>
                    <a:pt x="96254" y="708176"/>
                    <a:pt x="88094" y="708176"/>
                  </a:cubicBezTo>
                  <a:cubicBezTo>
                    <a:pt x="82655" y="708176"/>
                    <a:pt x="74496" y="708176"/>
                    <a:pt x="69057" y="702736"/>
                  </a:cubicBezTo>
                  <a:cubicBezTo>
                    <a:pt x="63617" y="700017"/>
                    <a:pt x="58178" y="691858"/>
                    <a:pt x="58178" y="686418"/>
                  </a:cubicBezTo>
                  <a:cubicBezTo>
                    <a:pt x="58178" y="683699"/>
                    <a:pt x="58178" y="680979"/>
                    <a:pt x="60898" y="678259"/>
                  </a:cubicBezTo>
                  <a:cubicBezTo>
                    <a:pt x="63617" y="675540"/>
                    <a:pt x="71777" y="672820"/>
                    <a:pt x="77216" y="670101"/>
                  </a:cubicBezTo>
                  <a:cubicBezTo>
                    <a:pt x="90814" y="667381"/>
                    <a:pt x="115291" y="664661"/>
                    <a:pt x="120730" y="664661"/>
                  </a:cubicBezTo>
                  <a:cubicBezTo>
                    <a:pt x="123450" y="664661"/>
                    <a:pt x="126170" y="664661"/>
                    <a:pt x="131609" y="664661"/>
                  </a:cubicBezTo>
                  <a:cubicBezTo>
                    <a:pt x="131609" y="623866"/>
                    <a:pt x="134329" y="583072"/>
                    <a:pt x="134329" y="539557"/>
                  </a:cubicBezTo>
                  <a:cubicBezTo>
                    <a:pt x="134329" y="528678"/>
                    <a:pt x="134329" y="515080"/>
                    <a:pt x="134329" y="504201"/>
                  </a:cubicBezTo>
                  <a:cubicBezTo>
                    <a:pt x="131609" y="460687"/>
                    <a:pt x="131609" y="417173"/>
                    <a:pt x="131609" y="376378"/>
                  </a:cubicBezTo>
                  <a:cubicBezTo>
                    <a:pt x="131609" y="351901"/>
                    <a:pt x="131609" y="327424"/>
                    <a:pt x="131609" y="302947"/>
                  </a:cubicBezTo>
                  <a:cubicBezTo>
                    <a:pt x="131609" y="275751"/>
                    <a:pt x="131609" y="248554"/>
                    <a:pt x="134329" y="221357"/>
                  </a:cubicBezTo>
                  <a:cubicBezTo>
                    <a:pt x="134329" y="188722"/>
                    <a:pt x="137048" y="156086"/>
                    <a:pt x="137048" y="123450"/>
                  </a:cubicBezTo>
                  <a:cubicBezTo>
                    <a:pt x="126170" y="123450"/>
                    <a:pt x="115291" y="123450"/>
                    <a:pt x="107132" y="123450"/>
                  </a:cubicBezTo>
                  <a:cubicBezTo>
                    <a:pt x="101693" y="123450"/>
                    <a:pt x="96254" y="123450"/>
                    <a:pt x="88094" y="123450"/>
                  </a:cubicBezTo>
                  <a:cubicBezTo>
                    <a:pt x="82655" y="123450"/>
                    <a:pt x="74496" y="120730"/>
                    <a:pt x="69057" y="118011"/>
                  </a:cubicBezTo>
                  <a:cubicBezTo>
                    <a:pt x="63617" y="115291"/>
                    <a:pt x="58178" y="107132"/>
                    <a:pt x="58178" y="101693"/>
                  </a:cubicBezTo>
                  <a:cubicBezTo>
                    <a:pt x="58178" y="98973"/>
                    <a:pt x="58178" y="96253"/>
                    <a:pt x="60898" y="93534"/>
                  </a:cubicBezTo>
                  <a:cubicBezTo>
                    <a:pt x="63617" y="90814"/>
                    <a:pt x="71777" y="88094"/>
                    <a:pt x="77216" y="85375"/>
                  </a:cubicBezTo>
                  <a:cubicBezTo>
                    <a:pt x="90814" y="82655"/>
                    <a:pt x="126170" y="79935"/>
                    <a:pt x="131609" y="79935"/>
                  </a:cubicBezTo>
                  <a:cubicBezTo>
                    <a:pt x="137048" y="79935"/>
                    <a:pt x="147927" y="79935"/>
                    <a:pt x="161525" y="79935"/>
                  </a:cubicBezTo>
                  <a:cubicBezTo>
                    <a:pt x="166965" y="74496"/>
                    <a:pt x="172404" y="71776"/>
                    <a:pt x="177843" y="66337"/>
                  </a:cubicBezTo>
                  <a:cubicBezTo>
                    <a:pt x="186002" y="60898"/>
                    <a:pt x="194161" y="58178"/>
                    <a:pt x="202320" y="58178"/>
                  </a:cubicBezTo>
                  <a:cubicBezTo>
                    <a:pt x="215918" y="58178"/>
                    <a:pt x="226797" y="63617"/>
                    <a:pt x="234956" y="77216"/>
                  </a:cubicBezTo>
                  <a:cubicBezTo>
                    <a:pt x="240395" y="88094"/>
                    <a:pt x="248554" y="96253"/>
                    <a:pt x="251274" y="107132"/>
                  </a:cubicBezTo>
                  <a:cubicBezTo>
                    <a:pt x="256713" y="120730"/>
                    <a:pt x="259433" y="134328"/>
                    <a:pt x="267592" y="147927"/>
                  </a:cubicBezTo>
                  <a:cubicBezTo>
                    <a:pt x="273031" y="158805"/>
                    <a:pt x="275751" y="172404"/>
                    <a:pt x="281190" y="183282"/>
                  </a:cubicBezTo>
                  <a:cubicBezTo>
                    <a:pt x="286630" y="196881"/>
                    <a:pt x="292069" y="210479"/>
                    <a:pt x="297508" y="224077"/>
                  </a:cubicBezTo>
                  <a:cubicBezTo>
                    <a:pt x="300228" y="237675"/>
                    <a:pt x="305667" y="251274"/>
                    <a:pt x="308387" y="264872"/>
                  </a:cubicBezTo>
                  <a:cubicBezTo>
                    <a:pt x="311106" y="278470"/>
                    <a:pt x="311106" y="289349"/>
                    <a:pt x="319265" y="300227"/>
                  </a:cubicBezTo>
                  <a:cubicBezTo>
                    <a:pt x="332864" y="324704"/>
                    <a:pt x="346462" y="351901"/>
                    <a:pt x="351901" y="379097"/>
                  </a:cubicBezTo>
                  <a:cubicBezTo>
                    <a:pt x="354621" y="392696"/>
                    <a:pt x="360060" y="403574"/>
                    <a:pt x="365500" y="417173"/>
                  </a:cubicBezTo>
                  <a:cubicBezTo>
                    <a:pt x="373659" y="430771"/>
                    <a:pt x="373659" y="444369"/>
                    <a:pt x="379098" y="457967"/>
                  </a:cubicBezTo>
                  <a:cubicBezTo>
                    <a:pt x="381818" y="471566"/>
                    <a:pt x="387257" y="482444"/>
                    <a:pt x="395416" y="496043"/>
                  </a:cubicBezTo>
                  <a:cubicBezTo>
                    <a:pt x="398136" y="501482"/>
                    <a:pt x="403575" y="506921"/>
                    <a:pt x="406294" y="512361"/>
                  </a:cubicBezTo>
                  <a:cubicBezTo>
                    <a:pt x="409014" y="517800"/>
                    <a:pt x="409014" y="525959"/>
                    <a:pt x="411734" y="531398"/>
                  </a:cubicBezTo>
                  <a:cubicBezTo>
                    <a:pt x="414453" y="539557"/>
                    <a:pt x="417173" y="550436"/>
                    <a:pt x="419893" y="558595"/>
                  </a:cubicBezTo>
                  <a:cubicBezTo>
                    <a:pt x="422613" y="561314"/>
                    <a:pt x="422613" y="564034"/>
                    <a:pt x="425332" y="564034"/>
                  </a:cubicBezTo>
                  <a:cubicBezTo>
                    <a:pt x="428052" y="564034"/>
                    <a:pt x="428052" y="561314"/>
                    <a:pt x="430771" y="558595"/>
                  </a:cubicBezTo>
                  <a:cubicBezTo>
                    <a:pt x="430771" y="555875"/>
                    <a:pt x="430771" y="553155"/>
                    <a:pt x="430771" y="550436"/>
                  </a:cubicBezTo>
                  <a:cubicBezTo>
                    <a:pt x="430771" y="534118"/>
                    <a:pt x="430771" y="517800"/>
                    <a:pt x="430771" y="501482"/>
                  </a:cubicBezTo>
                  <a:cubicBezTo>
                    <a:pt x="430771" y="468846"/>
                    <a:pt x="433491" y="436210"/>
                    <a:pt x="430771" y="403574"/>
                  </a:cubicBezTo>
                  <a:cubicBezTo>
                    <a:pt x="430771" y="373658"/>
                    <a:pt x="425332" y="343742"/>
                    <a:pt x="425332" y="313826"/>
                  </a:cubicBezTo>
                  <a:cubicBezTo>
                    <a:pt x="425332" y="292068"/>
                    <a:pt x="425332" y="270311"/>
                    <a:pt x="425332" y="248554"/>
                  </a:cubicBezTo>
                  <a:cubicBezTo>
                    <a:pt x="425332" y="234956"/>
                    <a:pt x="425332" y="224077"/>
                    <a:pt x="425332" y="210479"/>
                  </a:cubicBezTo>
                  <a:cubicBezTo>
                    <a:pt x="425332" y="191441"/>
                    <a:pt x="422613" y="172404"/>
                    <a:pt x="422613" y="153366"/>
                  </a:cubicBezTo>
                  <a:cubicBezTo>
                    <a:pt x="422613" y="142487"/>
                    <a:pt x="422613" y="134328"/>
                    <a:pt x="425332" y="123450"/>
                  </a:cubicBezTo>
                  <a:cubicBezTo>
                    <a:pt x="417173" y="123450"/>
                    <a:pt x="406294" y="123450"/>
                    <a:pt x="398136" y="123450"/>
                  </a:cubicBezTo>
                  <a:cubicBezTo>
                    <a:pt x="392696" y="123450"/>
                    <a:pt x="387257" y="123450"/>
                    <a:pt x="379098" y="123450"/>
                  </a:cubicBezTo>
                  <a:cubicBezTo>
                    <a:pt x="373659" y="123450"/>
                    <a:pt x="365500" y="120730"/>
                    <a:pt x="360060" y="118011"/>
                  </a:cubicBezTo>
                  <a:cubicBezTo>
                    <a:pt x="354621" y="115291"/>
                    <a:pt x="349182" y="107132"/>
                    <a:pt x="349182" y="101693"/>
                  </a:cubicBezTo>
                  <a:cubicBezTo>
                    <a:pt x="349182" y="98973"/>
                    <a:pt x="349182" y="96253"/>
                    <a:pt x="351901" y="93534"/>
                  </a:cubicBezTo>
                  <a:cubicBezTo>
                    <a:pt x="354621" y="90814"/>
                    <a:pt x="362780" y="88094"/>
                    <a:pt x="368219" y="85375"/>
                  </a:cubicBezTo>
                  <a:cubicBezTo>
                    <a:pt x="381818" y="82655"/>
                    <a:pt x="417173" y="79935"/>
                    <a:pt x="422613" y="79935"/>
                  </a:cubicBezTo>
                  <a:cubicBezTo>
                    <a:pt x="428052" y="79935"/>
                    <a:pt x="433491" y="79935"/>
                    <a:pt x="444370" y="79935"/>
                  </a:cubicBezTo>
                  <a:cubicBezTo>
                    <a:pt x="449809" y="74496"/>
                    <a:pt x="455248" y="71776"/>
                    <a:pt x="463407" y="71776"/>
                  </a:cubicBezTo>
                  <a:cubicBezTo>
                    <a:pt x="471566" y="71776"/>
                    <a:pt x="477006" y="74496"/>
                    <a:pt x="477006" y="79935"/>
                  </a:cubicBezTo>
                  <a:cubicBezTo>
                    <a:pt x="493324" y="79935"/>
                    <a:pt x="506922" y="79935"/>
                    <a:pt x="515081" y="79935"/>
                  </a:cubicBezTo>
                  <a:lnTo>
                    <a:pt x="515081" y="79935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8176AE20-94DB-48D9-93A0-3EB3C1F5FB2E}"/>
                </a:ext>
              </a:extLst>
            </p:cNvPr>
            <p:cNvSpPr/>
            <p:nvPr/>
          </p:nvSpPr>
          <p:spPr>
            <a:xfrm>
              <a:off x="5139126" y="4192158"/>
              <a:ext cx="516735" cy="788700"/>
            </a:xfrm>
            <a:custGeom>
              <a:avLst/>
              <a:gdLst>
                <a:gd name="connsiteX0" fmla="*/ 464616 w 516735"/>
                <a:gd name="connsiteY0" fmla="*/ 436210 h 788699"/>
                <a:gd name="connsiteX1" fmla="*/ 445578 w 516735"/>
                <a:gd name="connsiteY1" fmla="*/ 455248 h 788699"/>
                <a:gd name="connsiteX2" fmla="*/ 404784 w 516735"/>
                <a:gd name="connsiteY2" fmla="*/ 466126 h 788699"/>
                <a:gd name="connsiteX3" fmla="*/ 385746 w 516735"/>
                <a:gd name="connsiteY3" fmla="*/ 479725 h 788699"/>
                <a:gd name="connsiteX4" fmla="*/ 388466 w 516735"/>
                <a:gd name="connsiteY4" fmla="*/ 512361 h 788699"/>
                <a:gd name="connsiteX5" fmla="*/ 388466 w 516735"/>
                <a:gd name="connsiteY5" fmla="*/ 544997 h 788699"/>
                <a:gd name="connsiteX6" fmla="*/ 388466 w 516735"/>
                <a:gd name="connsiteY6" fmla="*/ 566754 h 788699"/>
                <a:gd name="connsiteX7" fmla="*/ 391185 w 516735"/>
                <a:gd name="connsiteY7" fmla="*/ 632026 h 788699"/>
                <a:gd name="connsiteX8" fmla="*/ 393905 w 516735"/>
                <a:gd name="connsiteY8" fmla="*/ 683699 h 788699"/>
                <a:gd name="connsiteX9" fmla="*/ 377587 w 516735"/>
                <a:gd name="connsiteY9" fmla="*/ 724494 h 788699"/>
                <a:gd name="connsiteX10" fmla="*/ 361269 w 516735"/>
                <a:gd name="connsiteY10" fmla="*/ 719054 h 788699"/>
                <a:gd name="connsiteX11" fmla="*/ 353110 w 516735"/>
                <a:gd name="connsiteY11" fmla="*/ 702737 h 788699"/>
                <a:gd name="connsiteX12" fmla="*/ 350390 w 516735"/>
                <a:gd name="connsiteY12" fmla="*/ 686419 h 788699"/>
                <a:gd name="connsiteX13" fmla="*/ 353110 w 516735"/>
                <a:gd name="connsiteY13" fmla="*/ 659222 h 788699"/>
                <a:gd name="connsiteX14" fmla="*/ 353110 w 516735"/>
                <a:gd name="connsiteY14" fmla="*/ 656502 h 788699"/>
                <a:gd name="connsiteX15" fmla="*/ 317755 w 516735"/>
                <a:gd name="connsiteY15" fmla="*/ 708176 h 788699"/>
                <a:gd name="connsiteX16" fmla="*/ 241604 w 516735"/>
                <a:gd name="connsiteY16" fmla="*/ 735372 h 788699"/>
                <a:gd name="connsiteX17" fmla="*/ 187211 w 516735"/>
                <a:gd name="connsiteY17" fmla="*/ 727214 h 788699"/>
                <a:gd name="connsiteX18" fmla="*/ 135538 w 516735"/>
                <a:gd name="connsiteY18" fmla="*/ 694578 h 788699"/>
                <a:gd name="connsiteX19" fmla="*/ 86584 w 516735"/>
                <a:gd name="connsiteY19" fmla="*/ 621147 h 788699"/>
                <a:gd name="connsiteX20" fmla="*/ 67546 w 516735"/>
                <a:gd name="connsiteY20" fmla="*/ 555875 h 788699"/>
                <a:gd name="connsiteX21" fmla="*/ 59387 w 516735"/>
                <a:gd name="connsiteY21" fmla="*/ 509641 h 788699"/>
                <a:gd name="connsiteX22" fmla="*/ 59387 w 516735"/>
                <a:gd name="connsiteY22" fmla="*/ 468846 h 788699"/>
                <a:gd name="connsiteX23" fmla="*/ 86584 w 516735"/>
                <a:gd name="connsiteY23" fmla="*/ 302947 h 788699"/>
                <a:gd name="connsiteX24" fmla="*/ 108341 w 516735"/>
                <a:gd name="connsiteY24" fmla="*/ 224077 h 788699"/>
                <a:gd name="connsiteX25" fmla="*/ 146416 w 516735"/>
                <a:gd name="connsiteY25" fmla="*/ 145207 h 788699"/>
                <a:gd name="connsiteX26" fmla="*/ 198090 w 516735"/>
                <a:gd name="connsiteY26" fmla="*/ 85375 h 788699"/>
                <a:gd name="connsiteX27" fmla="*/ 228006 w 516735"/>
                <a:gd name="connsiteY27" fmla="*/ 69057 h 788699"/>
                <a:gd name="connsiteX28" fmla="*/ 268801 w 516735"/>
                <a:gd name="connsiteY28" fmla="*/ 58178 h 788699"/>
                <a:gd name="connsiteX29" fmla="*/ 274240 w 516735"/>
                <a:gd name="connsiteY29" fmla="*/ 58178 h 788699"/>
                <a:gd name="connsiteX30" fmla="*/ 295997 w 516735"/>
                <a:gd name="connsiteY30" fmla="*/ 60898 h 788699"/>
                <a:gd name="connsiteX31" fmla="*/ 331353 w 516735"/>
                <a:gd name="connsiteY31" fmla="*/ 71776 h 788699"/>
                <a:gd name="connsiteX32" fmla="*/ 350390 w 516735"/>
                <a:gd name="connsiteY32" fmla="*/ 93534 h 788699"/>
                <a:gd name="connsiteX33" fmla="*/ 353110 w 516735"/>
                <a:gd name="connsiteY33" fmla="*/ 74496 h 788699"/>
                <a:gd name="connsiteX34" fmla="*/ 358549 w 516735"/>
                <a:gd name="connsiteY34" fmla="*/ 63618 h 788699"/>
                <a:gd name="connsiteX35" fmla="*/ 366708 w 516735"/>
                <a:gd name="connsiteY35" fmla="*/ 58178 h 788699"/>
                <a:gd name="connsiteX36" fmla="*/ 374867 w 516735"/>
                <a:gd name="connsiteY36" fmla="*/ 63618 h 788699"/>
                <a:gd name="connsiteX37" fmla="*/ 383026 w 516735"/>
                <a:gd name="connsiteY37" fmla="*/ 82655 h 788699"/>
                <a:gd name="connsiteX38" fmla="*/ 385746 w 516735"/>
                <a:gd name="connsiteY38" fmla="*/ 126170 h 788699"/>
                <a:gd name="connsiteX39" fmla="*/ 388466 w 516735"/>
                <a:gd name="connsiteY39" fmla="*/ 186002 h 788699"/>
                <a:gd name="connsiteX40" fmla="*/ 391185 w 516735"/>
                <a:gd name="connsiteY40" fmla="*/ 237676 h 788699"/>
                <a:gd name="connsiteX41" fmla="*/ 374867 w 516735"/>
                <a:gd name="connsiteY41" fmla="*/ 278470 h 788699"/>
                <a:gd name="connsiteX42" fmla="*/ 358549 w 516735"/>
                <a:gd name="connsiteY42" fmla="*/ 273031 h 788699"/>
                <a:gd name="connsiteX43" fmla="*/ 350390 w 516735"/>
                <a:gd name="connsiteY43" fmla="*/ 256713 h 788699"/>
                <a:gd name="connsiteX44" fmla="*/ 347671 w 516735"/>
                <a:gd name="connsiteY44" fmla="*/ 240395 h 788699"/>
                <a:gd name="connsiteX45" fmla="*/ 347671 w 516735"/>
                <a:gd name="connsiteY45" fmla="*/ 213199 h 788699"/>
                <a:gd name="connsiteX46" fmla="*/ 344951 w 516735"/>
                <a:gd name="connsiteY46" fmla="*/ 194161 h 788699"/>
                <a:gd name="connsiteX47" fmla="*/ 339512 w 516735"/>
                <a:gd name="connsiteY47" fmla="*/ 150647 h 788699"/>
                <a:gd name="connsiteX48" fmla="*/ 323194 w 516735"/>
                <a:gd name="connsiteY48" fmla="*/ 112571 h 788699"/>
                <a:gd name="connsiteX49" fmla="*/ 293278 w 516735"/>
                <a:gd name="connsiteY49" fmla="*/ 101693 h 788699"/>
                <a:gd name="connsiteX50" fmla="*/ 263361 w 516735"/>
                <a:gd name="connsiteY50" fmla="*/ 120730 h 788699"/>
                <a:gd name="connsiteX51" fmla="*/ 241604 w 516735"/>
                <a:gd name="connsiteY51" fmla="*/ 153366 h 788699"/>
                <a:gd name="connsiteX52" fmla="*/ 233445 w 516735"/>
                <a:gd name="connsiteY52" fmla="*/ 194161 h 788699"/>
                <a:gd name="connsiteX53" fmla="*/ 225286 w 516735"/>
                <a:gd name="connsiteY53" fmla="*/ 232236 h 788699"/>
                <a:gd name="connsiteX54" fmla="*/ 217127 w 516735"/>
                <a:gd name="connsiteY54" fmla="*/ 275751 h 788699"/>
                <a:gd name="connsiteX55" fmla="*/ 211688 w 516735"/>
                <a:gd name="connsiteY55" fmla="*/ 316545 h 788699"/>
                <a:gd name="connsiteX56" fmla="*/ 206249 w 516735"/>
                <a:gd name="connsiteY56" fmla="*/ 354621 h 788699"/>
                <a:gd name="connsiteX57" fmla="*/ 200809 w 516735"/>
                <a:gd name="connsiteY57" fmla="*/ 398135 h 788699"/>
                <a:gd name="connsiteX58" fmla="*/ 195370 w 516735"/>
                <a:gd name="connsiteY58" fmla="*/ 438930 h 788699"/>
                <a:gd name="connsiteX59" fmla="*/ 192650 w 516735"/>
                <a:gd name="connsiteY59" fmla="*/ 474286 h 788699"/>
                <a:gd name="connsiteX60" fmla="*/ 195370 w 516735"/>
                <a:gd name="connsiteY60" fmla="*/ 525959 h 788699"/>
                <a:gd name="connsiteX61" fmla="*/ 208968 w 516735"/>
                <a:gd name="connsiteY61" fmla="*/ 596670 h 788699"/>
                <a:gd name="connsiteX62" fmla="*/ 214407 w 516735"/>
                <a:gd name="connsiteY62" fmla="*/ 623867 h 788699"/>
                <a:gd name="connsiteX63" fmla="*/ 228006 w 516735"/>
                <a:gd name="connsiteY63" fmla="*/ 656502 h 788699"/>
                <a:gd name="connsiteX64" fmla="*/ 271520 w 516735"/>
                <a:gd name="connsiteY64" fmla="*/ 689138 h 788699"/>
                <a:gd name="connsiteX65" fmla="*/ 306876 w 516735"/>
                <a:gd name="connsiteY65" fmla="*/ 664661 h 788699"/>
                <a:gd name="connsiteX66" fmla="*/ 331353 w 516735"/>
                <a:gd name="connsiteY66" fmla="*/ 602109 h 788699"/>
                <a:gd name="connsiteX67" fmla="*/ 336792 w 516735"/>
                <a:gd name="connsiteY67" fmla="*/ 544997 h 788699"/>
                <a:gd name="connsiteX68" fmla="*/ 336792 w 516735"/>
                <a:gd name="connsiteY68" fmla="*/ 498762 h 788699"/>
                <a:gd name="connsiteX69" fmla="*/ 336792 w 516735"/>
                <a:gd name="connsiteY69" fmla="*/ 490603 h 788699"/>
                <a:gd name="connsiteX70" fmla="*/ 320474 w 516735"/>
                <a:gd name="connsiteY70" fmla="*/ 477005 h 788699"/>
                <a:gd name="connsiteX71" fmla="*/ 282399 w 516735"/>
                <a:gd name="connsiteY71" fmla="*/ 479725 h 788699"/>
                <a:gd name="connsiteX72" fmla="*/ 252483 w 516735"/>
                <a:gd name="connsiteY72" fmla="*/ 474286 h 788699"/>
                <a:gd name="connsiteX73" fmla="*/ 247043 w 516735"/>
                <a:gd name="connsiteY73" fmla="*/ 466126 h 788699"/>
                <a:gd name="connsiteX74" fmla="*/ 249763 w 516735"/>
                <a:gd name="connsiteY74" fmla="*/ 457968 h 788699"/>
                <a:gd name="connsiteX75" fmla="*/ 268801 w 516735"/>
                <a:gd name="connsiteY75" fmla="*/ 447089 h 788699"/>
                <a:gd name="connsiteX76" fmla="*/ 312315 w 516735"/>
                <a:gd name="connsiteY76" fmla="*/ 436210 h 788699"/>
                <a:gd name="connsiteX77" fmla="*/ 353110 w 516735"/>
                <a:gd name="connsiteY77" fmla="*/ 430771 h 788699"/>
                <a:gd name="connsiteX78" fmla="*/ 385746 w 516735"/>
                <a:gd name="connsiteY78" fmla="*/ 430771 h 788699"/>
                <a:gd name="connsiteX79" fmla="*/ 437420 w 516735"/>
                <a:gd name="connsiteY79" fmla="*/ 428051 h 788699"/>
                <a:gd name="connsiteX80" fmla="*/ 464616 w 516735"/>
                <a:gd name="connsiteY80" fmla="*/ 436210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516735" h="788699">
                  <a:moveTo>
                    <a:pt x="464616" y="436210"/>
                  </a:moveTo>
                  <a:cubicBezTo>
                    <a:pt x="464616" y="447089"/>
                    <a:pt x="453737" y="452528"/>
                    <a:pt x="445578" y="455248"/>
                  </a:cubicBezTo>
                  <a:cubicBezTo>
                    <a:pt x="434700" y="460687"/>
                    <a:pt x="415662" y="463407"/>
                    <a:pt x="404784" y="466126"/>
                  </a:cubicBezTo>
                  <a:cubicBezTo>
                    <a:pt x="393905" y="466126"/>
                    <a:pt x="385746" y="468846"/>
                    <a:pt x="385746" y="479725"/>
                  </a:cubicBezTo>
                  <a:cubicBezTo>
                    <a:pt x="385746" y="487884"/>
                    <a:pt x="388466" y="506921"/>
                    <a:pt x="388466" y="512361"/>
                  </a:cubicBezTo>
                  <a:cubicBezTo>
                    <a:pt x="388466" y="515080"/>
                    <a:pt x="388466" y="539557"/>
                    <a:pt x="388466" y="544997"/>
                  </a:cubicBezTo>
                  <a:cubicBezTo>
                    <a:pt x="388466" y="550436"/>
                    <a:pt x="388466" y="558595"/>
                    <a:pt x="388466" y="566754"/>
                  </a:cubicBezTo>
                  <a:cubicBezTo>
                    <a:pt x="388466" y="591231"/>
                    <a:pt x="388466" y="621147"/>
                    <a:pt x="391185" y="632026"/>
                  </a:cubicBezTo>
                  <a:cubicBezTo>
                    <a:pt x="393905" y="653783"/>
                    <a:pt x="393905" y="661942"/>
                    <a:pt x="393905" y="683699"/>
                  </a:cubicBezTo>
                  <a:cubicBezTo>
                    <a:pt x="393905" y="694578"/>
                    <a:pt x="393905" y="724494"/>
                    <a:pt x="377587" y="724494"/>
                  </a:cubicBezTo>
                  <a:cubicBezTo>
                    <a:pt x="369428" y="724494"/>
                    <a:pt x="366708" y="721774"/>
                    <a:pt x="361269" y="719054"/>
                  </a:cubicBezTo>
                  <a:cubicBezTo>
                    <a:pt x="355830" y="716335"/>
                    <a:pt x="353110" y="708176"/>
                    <a:pt x="353110" y="702737"/>
                  </a:cubicBezTo>
                  <a:cubicBezTo>
                    <a:pt x="350390" y="694578"/>
                    <a:pt x="350390" y="689138"/>
                    <a:pt x="350390" y="686419"/>
                  </a:cubicBezTo>
                  <a:cubicBezTo>
                    <a:pt x="350390" y="678260"/>
                    <a:pt x="353110" y="672820"/>
                    <a:pt x="353110" y="659222"/>
                  </a:cubicBezTo>
                  <a:lnTo>
                    <a:pt x="353110" y="656502"/>
                  </a:lnTo>
                  <a:cubicBezTo>
                    <a:pt x="347671" y="675540"/>
                    <a:pt x="334072" y="694578"/>
                    <a:pt x="317755" y="708176"/>
                  </a:cubicBezTo>
                  <a:cubicBezTo>
                    <a:pt x="293278" y="727214"/>
                    <a:pt x="274240" y="735372"/>
                    <a:pt x="241604" y="735372"/>
                  </a:cubicBezTo>
                  <a:cubicBezTo>
                    <a:pt x="222566" y="735372"/>
                    <a:pt x="203529" y="732653"/>
                    <a:pt x="187211" y="727214"/>
                  </a:cubicBezTo>
                  <a:cubicBezTo>
                    <a:pt x="165454" y="719054"/>
                    <a:pt x="149136" y="708176"/>
                    <a:pt x="135538" y="694578"/>
                  </a:cubicBezTo>
                  <a:cubicBezTo>
                    <a:pt x="113780" y="672820"/>
                    <a:pt x="100182" y="648343"/>
                    <a:pt x="86584" y="621147"/>
                  </a:cubicBezTo>
                  <a:cubicBezTo>
                    <a:pt x="75705" y="599390"/>
                    <a:pt x="70266" y="580352"/>
                    <a:pt x="67546" y="555875"/>
                  </a:cubicBezTo>
                  <a:cubicBezTo>
                    <a:pt x="64826" y="539557"/>
                    <a:pt x="62107" y="525959"/>
                    <a:pt x="59387" y="509641"/>
                  </a:cubicBezTo>
                  <a:cubicBezTo>
                    <a:pt x="56667" y="493323"/>
                    <a:pt x="59387" y="485164"/>
                    <a:pt x="59387" y="468846"/>
                  </a:cubicBezTo>
                  <a:cubicBezTo>
                    <a:pt x="59387" y="414453"/>
                    <a:pt x="72985" y="362780"/>
                    <a:pt x="86584" y="302947"/>
                  </a:cubicBezTo>
                  <a:cubicBezTo>
                    <a:pt x="92023" y="275751"/>
                    <a:pt x="100182" y="248554"/>
                    <a:pt x="108341" y="224077"/>
                  </a:cubicBezTo>
                  <a:cubicBezTo>
                    <a:pt x="116500" y="196881"/>
                    <a:pt x="130098" y="169684"/>
                    <a:pt x="146416" y="145207"/>
                  </a:cubicBezTo>
                  <a:cubicBezTo>
                    <a:pt x="160014" y="123450"/>
                    <a:pt x="176332" y="101693"/>
                    <a:pt x="198090" y="85375"/>
                  </a:cubicBezTo>
                  <a:cubicBezTo>
                    <a:pt x="206249" y="77216"/>
                    <a:pt x="217127" y="71776"/>
                    <a:pt x="228006" y="69057"/>
                  </a:cubicBezTo>
                  <a:cubicBezTo>
                    <a:pt x="241604" y="63618"/>
                    <a:pt x="255202" y="58178"/>
                    <a:pt x="268801" y="58178"/>
                  </a:cubicBezTo>
                  <a:cubicBezTo>
                    <a:pt x="271520" y="58178"/>
                    <a:pt x="274240" y="58178"/>
                    <a:pt x="274240" y="58178"/>
                  </a:cubicBezTo>
                  <a:cubicBezTo>
                    <a:pt x="279679" y="58178"/>
                    <a:pt x="285119" y="58178"/>
                    <a:pt x="295997" y="60898"/>
                  </a:cubicBezTo>
                  <a:cubicBezTo>
                    <a:pt x="309595" y="63618"/>
                    <a:pt x="320474" y="66337"/>
                    <a:pt x="331353" y="71776"/>
                  </a:cubicBezTo>
                  <a:cubicBezTo>
                    <a:pt x="339512" y="77216"/>
                    <a:pt x="347671" y="85375"/>
                    <a:pt x="350390" y="93534"/>
                  </a:cubicBezTo>
                  <a:cubicBezTo>
                    <a:pt x="350390" y="88095"/>
                    <a:pt x="353110" y="79936"/>
                    <a:pt x="353110" y="74496"/>
                  </a:cubicBezTo>
                  <a:cubicBezTo>
                    <a:pt x="355830" y="71776"/>
                    <a:pt x="355830" y="69057"/>
                    <a:pt x="358549" y="63618"/>
                  </a:cubicBezTo>
                  <a:cubicBezTo>
                    <a:pt x="361269" y="60898"/>
                    <a:pt x="363989" y="58178"/>
                    <a:pt x="366708" y="58178"/>
                  </a:cubicBezTo>
                  <a:cubicBezTo>
                    <a:pt x="369428" y="58178"/>
                    <a:pt x="372148" y="60898"/>
                    <a:pt x="374867" y="63618"/>
                  </a:cubicBezTo>
                  <a:cubicBezTo>
                    <a:pt x="377587" y="69057"/>
                    <a:pt x="380307" y="77216"/>
                    <a:pt x="383026" y="82655"/>
                  </a:cubicBezTo>
                  <a:cubicBezTo>
                    <a:pt x="383026" y="90814"/>
                    <a:pt x="385746" y="107132"/>
                    <a:pt x="385746" y="126170"/>
                  </a:cubicBezTo>
                  <a:cubicBezTo>
                    <a:pt x="385746" y="150647"/>
                    <a:pt x="385746" y="177843"/>
                    <a:pt x="388466" y="186002"/>
                  </a:cubicBezTo>
                  <a:cubicBezTo>
                    <a:pt x="391185" y="207759"/>
                    <a:pt x="391185" y="215918"/>
                    <a:pt x="391185" y="237676"/>
                  </a:cubicBezTo>
                  <a:cubicBezTo>
                    <a:pt x="391185" y="248554"/>
                    <a:pt x="391185" y="278470"/>
                    <a:pt x="374867" y="278470"/>
                  </a:cubicBezTo>
                  <a:cubicBezTo>
                    <a:pt x="366708" y="278470"/>
                    <a:pt x="363989" y="275751"/>
                    <a:pt x="358549" y="273031"/>
                  </a:cubicBezTo>
                  <a:cubicBezTo>
                    <a:pt x="353110" y="270311"/>
                    <a:pt x="350390" y="262152"/>
                    <a:pt x="350390" y="256713"/>
                  </a:cubicBezTo>
                  <a:cubicBezTo>
                    <a:pt x="350390" y="251274"/>
                    <a:pt x="347671" y="245834"/>
                    <a:pt x="347671" y="240395"/>
                  </a:cubicBezTo>
                  <a:cubicBezTo>
                    <a:pt x="347671" y="232236"/>
                    <a:pt x="347671" y="224077"/>
                    <a:pt x="347671" y="213199"/>
                  </a:cubicBezTo>
                  <a:cubicBezTo>
                    <a:pt x="347671" y="207759"/>
                    <a:pt x="347671" y="199600"/>
                    <a:pt x="344951" y="194161"/>
                  </a:cubicBezTo>
                  <a:cubicBezTo>
                    <a:pt x="342232" y="180563"/>
                    <a:pt x="342232" y="164245"/>
                    <a:pt x="339512" y="150647"/>
                  </a:cubicBezTo>
                  <a:cubicBezTo>
                    <a:pt x="336792" y="137048"/>
                    <a:pt x="331353" y="123450"/>
                    <a:pt x="323194" y="112571"/>
                  </a:cubicBezTo>
                  <a:cubicBezTo>
                    <a:pt x="317755" y="104412"/>
                    <a:pt x="304156" y="101693"/>
                    <a:pt x="293278" y="101693"/>
                  </a:cubicBezTo>
                  <a:cubicBezTo>
                    <a:pt x="279679" y="101693"/>
                    <a:pt x="271520" y="109852"/>
                    <a:pt x="263361" y="120730"/>
                  </a:cubicBezTo>
                  <a:cubicBezTo>
                    <a:pt x="257922" y="131609"/>
                    <a:pt x="247043" y="139768"/>
                    <a:pt x="241604" y="153366"/>
                  </a:cubicBezTo>
                  <a:cubicBezTo>
                    <a:pt x="236165" y="166964"/>
                    <a:pt x="233445" y="180563"/>
                    <a:pt x="233445" y="194161"/>
                  </a:cubicBezTo>
                  <a:cubicBezTo>
                    <a:pt x="233445" y="207759"/>
                    <a:pt x="230726" y="218638"/>
                    <a:pt x="225286" y="232236"/>
                  </a:cubicBezTo>
                  <a:cubicBezTo>
                    <a:pt x="219847" y="245834"/>
                    <a:pt x="219847" y="262152"/>
                    <a:pt x="217127" y="275751"/>
                  </a:cubicBezTo>
                  <a:cubicBezTo>
                    <a:pt x="214407" y="289349"/>
                    <a:pt x="214407" y="302947"/>
                    <a:pt x="211688" y="316545"/>
                  </a:cubicBezTo>
                  <a:cubicBezTo>
                    <a:pt x="211688" y="330144"/>
                    <a:pt x="206249" y="341022"/>
                    <a:pt x="206249" y="354621"/>
                  </a:cubicBezTo>
                  <a:cubicBezTo>
                    <a:pt x="203529" y="368219"/>
                    <a:pt x="203529" y="381817"/>
                    <a:pt x="200809" y="398135"/>
                  </a:cubicBezTo>
                  <a:cubicBezTo>
                    <a:pt x="198090" y="411733"/>
                    <a:pt x="198090" y="425332"/>
                    <a:pt x="195370" y="438930"/>
                  </a:cubicBezTo>
                  <a:cubicBezTo>
                    <a:pt x="195370" y="449809"/>
                    <a:pt x="192650" y="463407"/>
                    <a:pt x="192650" y="474286"/>
                  </a:cubicBezTo>
                  <a:cubicBezTo>
                    <a:pt x="192650" y="490603"/>
                    <a:pt x="195370" y="509641"/>
                    <a:pt x="195370" y="525959"/>
                  </a:cubicBezTo>
                  <a:cubicBezTo>
                    <a:pt x="195370" y="550436"/>
                    <a:pt x="203529" y="572193"/>
                    <a:pt x="208968" y="596670"/>
                  </a:cubicBezTo>
                  <a:cubicBezTo>
                    <a:pt x="211688" y="604829"/>
                    <a:pt x="211688" y="615708"/>
                    <a:pt x="214407" y="623867"/>
                  </a:cubicBezTo>
                  <a:cubicBezTo>
                    <a:pt x="217127" y="634745"/>
                    <a:pt x="222566" y="645624"/>
                    <a:pt x="228006" y="656502"/>
                  </a:cubicBezTo>
                  <a:cubicBezTo>
                    <a:pt x="236165" y="670101"/>
                    <a:pt x="252483" y="689138"/>
                    <a:pt x="271520" y="689138"/>
                  </a:cubicBezTo>
                  <a:cubicBezTo>
                    <a:pt x="287838" y="689138"/>
                    <a:pt x="298717" y="675540"/>
                    <a:pt x="306876" y="664661"/>
                  </a:cubicBezTo>
                  <a:cubicBezTo>
                    <a:pt x="320474" y="645624"/>
                    <a:pt x="325914" y="623867"/>
                    <a:pt x="331353" y="602109"/>
                  </a:cubicBezTo>
                  <a:cubicBezTo>
                    <a:pt x="334072" y="583072"/>
                    <a:pt x="336792" y="564034"/>
                    <a:pt x="336792" y="544997"/>
                  </a:cubicBezTo>
                  <a:cubicBezTo>
                    <a:pt x="336792" y="531398"/>
                    <a:pt x="336792" y="512361"/>
                    <a:pt x="336792" y="498762"/>
                  </a:cubicBezTo>
                  <a:cubicBezTo>
                    <a:pt x="336792" y="496043"/>
                    <a:pt x="336792" y="493323"/>
                    <a:pt x="336792" y="490603"/>
                  </a:cubicBezTo>
                  <a:cubicBezTo>
                    <a:pt x="336792" y="479725"/>
                    <a:pt x="336792" y="477005"/>
                    <a:pt x="320474" y="477005"/>
                  </a:cubicBezTo>
                  <a:cubicBezTo>
                    <a:pt x="309595" y="477005"/>
                    <a:pt x="295997" y="479725"/>
                    <a:pt x="282399" y="479725"/>
                  </a:cubicBezTo>
                  <a:cubicBezTo>
                    <a:pt x="271520" y="479725"/>
                    <a:pt x="260642" y="479725"/>
                    <a:pt x="252483" y="474286"/>
                  </a:cubicBezTo>
                  <a:cubicBezTo>
                    <a:pt x="249763" y="471566"/>
                    <a:pt x="247043" y="468846"/>
                    <a:pt x="247043" y="466126"/>
                  </a:cubicBezTo>
                  <a:cubicBezTo>
                    <a:pt x="247043" y="463407"/>
                    <a:pt x="247043" y="460687"/>
                    <a:pt x="249763" y="457968"/>
                  </a:cubicBezTo>
                  <a:cubicBezTo>
                    <a:pt x="255202" y="452528"/>
                    <a:pt x="260642" y="449809"/>
                    <a:pt x="268801" y="447089"/>
                  </a:cubicBezTo>
                  <a:cubicBezTo>
                    <a:pt x="282399" y="441650"/>
                    <a:pt x="295997" y="438930"/>
                    <a:pt x="312315" y="436210"/>
                  </a:cubicBezTo>
                  <a:cubicBezTo>
                    <a:pt x="325914" y="433491"/>
                    <a:pt x="339512" y="433491"/>
                    <a:pt x="353110" y="430771"/>
                  </a:cubicBezTo>
                  <a:cubicBezTo>
                    <a:pt x="363989" y="430771"/>
                    <a:pt x="374867" y="430771"/>
                    <a:pt x="385746" y="430771"/>
                  </a:cubicBezTo>
                  <a:cubicBezTo>
                    <a:pt x="402064" y="430771"/>
                    <a:pt x="426541" y="428051"/>
                    <a:pt x="437420" y="428051"/>
                  </a:cubicBezTo>
                  <a:cubicBezTo>
                    <a:pt x="451018" y="419892"/>
                    <a:pt x="464616" y="425332"/>
                    <a:pt x="464616" y="436210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35CAD56A-462D-4366-9EFB-54581CD299AF}"/>
                </a:ext>
              </a:extLst>
            </p:cNvPr>
            <p:cNvSpPr/>
            <p:nvPr/>
          </p:nvSpPr>
          <p:spPr>
            <a:xfrm>
              <a:off x="5651630" y="4181279"/>
              <a:ext cx="734308" cy="788700"/>
            </a:xfrm>
            <a:custGeom>
              <a:avLst/>
              <a:gdLst>
                <a:gd name="connsiteX0" fmla="*/ 653783 w 734307"/>
                <a:gd name="connsiteY0" fmla="*/ 678259 h 788699"/>
                <a:gd name="connsiteX1" fmla="*/ 691859 w 734307"/>
                <a:gd name="connsiteY1" fmla="*/ 694577 h 788699"/>
                <a:gd name="connsiteX2" fmla="*/ 686419 w 734307"/>
                <a:gd name="connsiteY2" fmla="*/ 710895 h 788699"/>
                <a:gd name="connsiteX3" fmla="*/ 670101 w 734307"/>
                <a:gd name="connsiteY3" fmla="*/ 719054 h 788699"/>
                <a:gd name="connsiteX4" fmla="*/ 648344 w 734307"/>
                <a:gd name="connsiteY4" fmla="*/ 721774 h 788699"/>
                <a:gd name="connsiteX5" fmla="*/ 618428 w 734307"/>
                <a:gd name="connsiteY5" fmla="*/ 721774 h 788699"/>
                <a:gd name="connsiteX6" fmla="*/ 572194 w 734307"/>
                <a:gd name="connsiteY6" fmla="*/ 735372 h 788699"/>
                <a:gd name="connsiteX7" fmla="*/ 544997 w 734307"/>
                <a:gd name="connsiteY7" fmla="*/ 729933 h 788699"/>
                <a:gd name="connsiteX8" fmla="*/ 534119 w 734307"/>
                <a:gd name="connsiteY8" fmla="*/ 721774 h 788699"/>
                <a:gd name="connsiteX9" fmla="*/ 496043 w 734307"/>
                <a:gd name="connsiteY9" fmla="*/ 721774 h 788699"/>
                <a:gd name="connsiteX10" fmla="*/ 471566 w 734307"/>
                <a:gd name="connsiteY10" fmla="*/ 721774 h 788699"/>
                <a:gd name="connsiteX11" fmla="*/ 444370 w 734307"/>
                <a:gd name="connsiteY11" fmla="*/ 716335 h 788699"/>
                <a:gd name="connsiteX12" fmla="*/ 428052 w 734307"/>
                <a:gd name="connsiteY12" fmla="*/ 700017 h 788699"/>
                <a:gd name="connsiteX13" fmla="*/ 433491 w 734307"/>
                <a:gd name="connsiteY13" fmla="*/ 691858 h 788699"/>
                <a:gd name="connsiteX14" fmla="*/ 455248 w 734307"/>
                <a:gd name="connsiteY14" fmla="*/ 683699 h 788699"/>
                <a:gd name="connsiteX15" fmla="*/ 506922 w 734307"/>
                <a:gd name="connsiteY15" fmla="*/ 678259 h 788699"/>
                <a:gd name="connsiteX16" fmla="*/ 509641 w 734307"/>
                <a:gd name="connsiteY16" fmla="*/ 678259 h 788699"/>
                <a:gd name="connsiteX17" fmla="*/ 506922 w 734307"/>
                <a:gd name="connsiteY17" fmla="*/ 664661 h 788699"/>
                <a:gd name="connsiteX18" fmla="*/ 498763 w 734307"/>
                <a:gd name="connsiteY18" fmla="*/ 580352 h 788699"/>
                <a:gd name="connsiteX19" fmla="*/ 496043 w 734307"/>
                <a:gd name="connsiteY19" fmla="*/ 479725 h 788699"/>
                <a:gd name="connsiteX20" fmla="*/ 493324 w 734307"/>
                <a:gd name="connsiteY20" fmla="*/ 389976 h 788699"/>
                <a:gd name="connsiteX21" fmla="*/ 490604 w 734307"/>
                <a:gd name="connsiteY21" fmla="*/ 302947 h 788699"/>
                <a:gd name="connsiteX22" fmla="*/ 487884 w 734307"/>
                <a:gd name="connsiteY22" fmla="*/ 229516 h 788699"/>
                <a:gd name="connsiteX23" fmla="*/ 485165 w 734307"/>
                <a:gd name="connsiteY23" fmla="*/ 221357 h 788699"/>
                <a:gd name="connsiteX24" fmla="*/ 482445 w 734307"/>
                <a:gd name="connsiteY24" fmla="*/ 226797 h 788699"/>
                <a:gd name="connsiteX25" fmla="*/ 477006 w 734307"/>
                <a:gd name="connsiteY25" fmla="*/ 262152 h 788699"/>
                <a:gd name="connsiteX26" fmla="*/ 460688 w 734307"/>
                <a:gd name="connsiteY26" fmla="*/ 341022 h 788699"/>
                <a:gd name="connsiteX27" fmla="*/ 444370 w 734307"/>
                <a:gd name="connsiteY27" fmla="*/ 417173 h 788699"/>
                <a:gd name="connsiteX28" fmla="*/ 436211 w 734307"/>
                <a:gd name="connsiteY28" fmla="*/ 455248 h 788699"/>
                <a:gd name="connsiteX29" fmla="*/ 425332 w 734307"/>
                <a:gd name="connsiteY29" fmla="*/ 493323 h 788699"/>
                <a:gd name="connsiteX30" fmla="*/ 411734 w 734307"/>
                <a:gd name="connsiteY30" fmla="*/ 531398 h 788699"/>
                <a:gd name="connsiteX31" fmla="*/ 376378 w 734307"/>
                <a:gd name="connsiteY31" fmla="*/ 547716 h 788699"/>
                <a:gd name="connsiteX32" fmla="*/ 319265 w 734307"/>
                <a:gd name="connsiteY32" fmla="*/ 525959 h 788699"/>
                <a:gd name="connsiteX33" fmla="*/ 289349 w 734307"/>
                <a:gd name="connsiteY33" fmla="*/ 455248 h 788699"/>
                <a:gd name="connsiteX34" fmla="*/ 273031 w 734307"/>
                <a:gd name="connsiteY34" fmla="*/ 373658 h 788699"/>
                <a:gd name="connsiteX35" fmla="*/ 262153 w 734307"/>
                <a:gd name="connsiteY35" fmla="*/ 316545 h 788699"/>
                <a:gd name="connsiteX36" fmla="*/ 245835 w 734307"/>
                <a:gd name="connsiteY36" fmla="*/ 237675 h 788699"/>
                <a:gd name="connsiteX37" fmla="*/ 234956 w 734307"/>
                <a:gd name="connsiteY37" fmla="*/ 196881 h 788699"/>
                <a:gd name="connsiteX38" fmla="*/ 232236 w 734307"/>
                <a:gd name="connsiteY38" fmla="*/ 191441 h 788699"/>
                <a:gd name="connsiteX39" fmla="*/ 226797 w 734307"/>
                <a:gd name="connsiteY39" fmla="*/ 207759 h 788699"/>
                <a:gd name="connsiteX40" fmla="*/ 226797 w 734307"/>
                <a:gd name="connsiteY40" fmla="*/ 232236 h 788699"/>
                <a:gd name="connsiteX41" fmla="*/ 224077 w 734307"/>
                <a:gd name="connsiteY41" fmla="*/ 267592 h 788699"/>
                <a:gd name="connsiteX42" fmla="*/ 221358 w 734307"/>
                <a:gd name="connsiteY42" fmla="*/ 311106 h 788699"/>
                <a:gd name="connsiteX43" fmla="*/ 218638 w 734307"/>
                <a:gd name="connsiteY43" fmla="*/ 360060 h 788699"/>
                <a:gd name="connsiteX44" fmla="*/ 215919 w 734307"/>
                <a:gd name="connsiteY44" fmla="*/ 398135 h 788699"/>
                <a:gd name="connsiteX45" fmla="*/ 213199 w 734307"/>
                <a:gd name="connsiteY45" fmla="*/ 430771 h 788699"/>
                <a:gd name="connsiteX46" fmla="*/ 213199 w 734307"/>
                <a:gd name="connsiteY46" fmla="*/ 455248 h 788699"/>
                <a:gd name="connsiteX47" fmla="*/ 213199 w 734307"/>
                <a:gd name="connsiteY47" fmla="*/ 477005 h 788699"/>
                <a:gd name="connsiteX48" fmla="*/ 207759 w 734307"/>
                <a:gd name="connsiteY48" fmla="*/ 520520 h 788699"/>
                <a:gd name="connsiteX49" fmla="*/ 196881 w 734307"/>
                <a:gd name="connsiteY49" fmla="*/ 610268 h 788699"/>
                <a:gd name="connsiteX50" fmla="*/ 194161 w 734307"/>
                <a:gd name="connsiteY50" fmla="*/ 653783 h 788699"/>
                <a:gd name="connsiteX51" fmla="*/ 191441 w 734307"/>
                <a:gd name="connsiteY51" fmla="*/ 667381 h 788699"/>
                <a:gd name="connsiteX52" fmla="*/ 243115 w 734307"/>
                <a:gd name="connsiteY52" fmla="*/ 667381 h 788699"/>
                <a:gd name="connsiteX53" fmla="*/ 273031 w 734307"/>
                <a:gd name="connsiteY53" fmla="*/ 683699 h 788699"/>
                <a:gd name="connsiteX54" fmla="*/ 262153 w 734307"/>
                <a:gd name="connsiteY54" fmla="*/ 697297 h 788699"/>
                <a:gd name="connsiteX55" fmla="*/ 248554 w 734307"/>
                <a:gd name="connsiteY55" fmla="*/ 705456 h 788699"/>
                <a:gd name="connsiteX56" fmla="*/ 232236 w 734307"/>
                <a:gd name="connsiteY56" fmla="*/ 708176 h 788699"/>
                <a:gd name="connsiteX57" fmla="*/ 166965 w 734307"/>
                <a:gd name="connsiteY57" fmla="*/ 708176 h 788699"/>
                <a:gd name="connsiteX58" fmla="*/ 109852 w 734307"/>
                <a:gd name="connsiteY58" fmla="*/ 708176 h 788699"/>
                <a:gd name="connsiteX59" fmla="*/ 90814 w 734307"/>
                <a:gd name="connsiteY59" fmla="*/ 708176 h 788699"/>
                <a:gd name="connsiteX60" fmla="*/ 69057 w 734307"/>
                <a:gd name="connsiteY60" fmla="*/ 702736 h 788699"/>
                <a:gd name="connsiteX61" fmla="*/ 58178 w 734307"/>
                <a:gd name="connsiteY61" fmla="*/ 686418 h 788699"/>
                <a:gd name="connsiteX62" fmla="*/ 60898 w 734307"/>
                <a:gd name="connsiteY62" fmla="*/ 678259 h 788699"/>
                <a:gd name="connsiteX63" fmla="*/ 77216 w 734307"/>
                <a:gd name="connsiteY63" fmla="*/ 670101 h 788699"/>
                <a:gd name="connsiteX64" fmla="*/ 126170 w 734307"/>
                <a:gd name="connsiteY64" fmla="*/ 664661 h 788699"/>
                <a:gd name="connsiteX65" fmla="*/ 142487 w 734307"/>
                <a:gd name="connsiteY65" fmla="*/ 664661 h 788699"/>
                <a:gd name="connsiteX66" fmla="*/ 147927 w 734307"/>
                <a:gd name="connsiteY66" fmla="*/ 588511 h 788699"/>
                <a:gd name="connsiteX67" fmla="*/ 153366 w 734307"/>
                <a:gd name="connsiteY67" fmla="*/ 493323 h 788699"/>
                <a:gd name="connsiteX68" fmla="*/ 156086 w 734307"/>
                <a:gd name="connsiteY68" fmla="*/ 411733 h 788699"/>
                <a:gd name="connsiteX69" fmla="*/ 161525 w 734307"/>
                <a:gd name="connsiteY69" fmla="*/ 297508 h 788699"/>
                <a:gd name="connsiteX70" fmla="*/ 166965 w 734307"/>
                <a:gd name="connsiteY70" fmla="*/ 240395 h 788699"/>
                <a:gd name="connsiteX71" fmla="*/ 177843 w 734307"/>
                <a:gd name="connsiteY71" fmla="*/ 161525 h 788699"/>
                <a:gd name="connsiteX72" fmla="*/ 183282 w 734307"/>
                <a:gd name="connsiteY72" fmla="*/ 118011 h 788699"/>
                <a:gd name="connsiteX73" fmla="*/ 183282 w 734307"/>
                <a:gd name="connsiteY73" fmla="*/ 115291 h 788699"/>
                <a:gd name="connsiteX74" fmla="*/ 161525 w 734307"/>
                <a:gd name="connsiteY74" fmla="*/ 115291 h 788699"/>
                <a:gd name="connsiteX75" fmla="*/ 137048 w 734307"/>
                <a:gd name="connsiteY75" fmla="*/ 115291 h 788699"/>
                <a:gd name="connsiteX76" fmla="*/ 109852 w 734307"/>
                <a:gd name="connsiteY76" fmla="*/ 109851 h 788699"/>
                <a:gd name="connsiteX77" fmla="*/ 93534 w 734307"/>
                <a:gd name="connsiteY77" fmla="*/ 93534 h 788699"/>
                <a:gd name="connsiteX78" fmla="*/ 98973 w 734307"/>
                <a:gd name="connsiteY78" fmla="*/ 85375 h 788699"/>
                <a:gd name="connsiteX79" fmla="*/ 120730 w 734307"/>
                <a:gd name="connsiteY79" fmla="*/ 77216 h 788699"/>
                <a:gd name="connsiteX80" fmla="*/ 172404 w 734307"/>
                <a:gd name="connsiteY80" fmla="*/ 71776 h 788699"/>
                <a:gd name="connsiteX81" fmla="*/ 234956 w 734307"/>
                <a:gd name="connsiteY81" fmla="*/ 69057 h 788699"/>
                <a:gd name="connsiteX82" fmla="*/ 243115 w 734307"/>
                <a:gd name="connsiteY82" fmla="*/ 69057 h 788699"/>
                <a:gd name="connsiteX83" fmla="*/ 270312 w 734307"/>
                <a:gd name="connsiteY83" fmla="*/ 74496 h 788699"/>
                <a:gd name="connsiteX84" fmla="*/ 308387 w 734307"/>
                <a:gd name="connsiteY84" fmla="*/ 123450 h 788699"/>
                <a:gd name="connsiteX85" fmla="*/ 332864 w 734307"/>
                <a:gd name="connsiteY85" fmla="*/ 202320 h 788699"/>
                <a:gd name="connsiteX86" fmla="*/ 338303 w 734307"/>
                <a:gd name="connsiteY86" fmla="*/ 237675 h 788699"/>
                <a:gd name="connsiteX87" fmla="*/ 349182 w 734307"/>
                <a:gd name="connsiteY87" fmla="*/ 281190 h 788699"/>
                <a:gd name="connsiteX88" fmla="*/ 357341 w 734307"/>
                <a:gd name="connsiteY88" fmla="*/ 316545 h 788699"/>
                <a:gd name="connsiteX89" fmla="*/ 365500 w 734307"/>
                <a:gd name="connsiteY89" fmla="*/ 351901 h 788699"/>
                <a:gd name="connsiteX90" fmla="*/ 376378 w 734307"/>
                <a:gd name="connsiteY90" fmla="*/ 389976 h 788699"/>
                <a:gd name="connsiteX91" fmla="*/ 387257 w 734307"/>
                <a:gd name="connsiteY91" fmla="*/ 414453 h 788699"/>
                <a:gd name="connsiteX92" fmla="*/ 398136 w 734307"/>
                <a:gd name="connsiteY92" fmla="*/ 376378 h 788699"/>
                <a:gd name="connsiteX93" fmla="*/ 406295 w 734307"/>
                <a:gd name="connsiteY93" fmla="*/ 332863 h 788699"/>
                <a:gd name="connsiteX94" fmla="*/ 425332 w 734307"/>
                <a:gd name="connsiteY94" fmla="*/ 243115 h 788699"/>
                <a:gd name="connsiteX95" fmla="*/ 444370 w 734307"/>
                <a:gd name="connsiteY95" fmla="*/ 150646 h 788699"/>
                <a:gd name="connsiteX96" fmla="*/ 477006 w 734307"/>
                <a:gd name="connsiteY96" fmla="*/ 79935 h 788699"/>
                <a:gd name="connsiteX97" fmla="*/ 523240 w 734307"/>
                <a:gd name="connsiteY97" fmla="*/ 58178 h 788699"/>
                <a:gd name="connsiteX98" fmla="*/ 544997 w 734307"/>
                <a:gd name="connsiteY98" fmla="*/ 63617 h 788699"/>
                <a:gd name="connsiteX99" fmla="*/ 612988 w 734307"/>
                <a:gd name="connsiteY99" fmla="*/ 63617 h 788699"/>
                <a:gd name="connsiteX100" fmla="*/ 651064 w 734307"/>
                <a:gd name="connsiteY100" fmla="*/ 79935 h 788699"/>
                <a:gd name="connsiteX101" fmla="*/ 645624 w 734307"/>
                <a:gd name="connsiteY101" fmla="*/ 96253 h 788699"/>
                <a:gd name="connsiteX102" fmla="*/ 629307 w 734307"/>
                <a:gd name="connsiteY102" fmla="*/ 104412 h 788699"/>
                <a:gd name="connsiteX103" fmla="*/ 607549 w 734307"/>
                <a:gd name="connsiteY103" fmla="*/ 107132 h 788699"/>
                <a:gd name="connsiteX104" fmla="*/ 580353 w 734307"/>
                <a:gd name="connsiteY104" fmla="*/ 107132 h 788699"/>
                <a:gd name="connsiteX105" fmla="*/ 583072 w 734307"/>
                <a:gd name="connsiteY105" fmla="*/ 115291 h 788699"/>
                <a:gd name="connsiteX106" fmla="*/ 588512 w 734307"/>
                <a:gd name="connsiteY106" fmla="*/ 156086 h 788699"/>
                <a:gd name="connsiteX107" fmla="*/ 593951 w 734307"/>
                <a:gd name="connsiteY107" fmla="*/ 196881 h 788699"/>
                <a:gd name="connsiteX108" fmla="*/ 599390 w 734307"/>
                <a:gd name="connsiteY108" fmla="*/ 226797 h 788699"/>
                <a:gd name="connsiteX109" fmla="*/ 599390 w 734307"/>
                <a:gd name="connsiteY109" fmla="*/ 232236 h 788699"/>
                <a:gd name="connsiteX110" fmla="*/ 599390 w 734307"/>
                <a:gd name="connsiteY110" fmla="*/ 240395 h 788699"/>
                <a:gd name="connsiteX111" fmla="*/ 602110 w 734307"/>
                <a:gd name="connsiteY111" fmla="*/ 270311 h 788699"/>
                <a:gd name="connsiteX112" fmla="*/ 607549 w 734307"/>
                <a:gd name="connsiteY112" fmla="*/ 308386 h 788699"/>
                <a:gd name="connsiteX113" fmla="*/ 607549 w 734307"/>
                <a:gd name="connsiteY113" fmla="*/ 319265 h 788699"/>
                <a:gd name="connsiteX114" fmla="*/ 612988 w 734307"/>
                <a:gd name="connsiteY114" fmla="*/ 335583 h 788699"/>
                <a:gd name="connsiteX115" fmla="*/ 612988 w 734307"/>
                <a:gd name="connsiteY115" fmla="*/ 346462 h 788699"/>
                <a:gd name="connsiteX116" fmla="*/ 612988 w 734307"/>
                <a:gd name="connsiteY116" fmla="*/ 370939 h 788699"/>
                <a:gd name="connsiteX117" fmla="*/ 612988 w 734307"/>
                <a:gd name="connsiteY117" fmla="*/ 395415 h 788699"/>
                <a:gd name="connsiteX118" fmla="*/ 615708 w 734307"/>
                <a:gd name="connsiteY118" fmla="*/ 422612 h 788699"/>
                <a:gd name="connsiteX119" fmla="*/ 618428 w 734307"/>
                <a:gd name="connsiteY119" fmla="*/ 441650 h 788699"/>
                <a:gd name="connsiteX120" fmla="*/ 618428 w 734307"/>
                <a:gd name="connsiteY120" fmla="*/ 455248 h 788699"/>
                <a:gd name="connsiteX121" fmla="*/ 621147 w 734307"/>
                <a:gd name="connsiteY121" fmla="*/ 463407 h 788699"/>
                <a:gd name="connsiteX122" fmla="*/ 626587 w 734307"/>
                <a:gd name="connsiteY122" fmla="*/ 482444 h 788699"/>
                <a:gd name="connsiteX123" fmla="*/ 629307 w 734307"/>
                <a:gd name="connsiteY123" fmla="*/ 517800 h 788699"/>
                <a:gd name="connsiteX124" fmla="*/ 634746 w 734307"/>
                <a:gd name="connsiteY124" fmla="*/ 561314 h 788699"/>
                <a:gd name="connsiteX125" fmla="*/ 634746 w 734307"/>
                <a:gd name="connsiteY125" fmla="*/ 566754 h 788699"/>
                <a:gd name="connsiteX126" fmla="*/ 634746 w 734307"/>
                <a:gd name="connsiteY126" fmla="*/ 583072 h 788699"/>
                <a:gd name="connsiteX127" fmla="*/ 637466 w 734307"/>
                <a:gd name="connsiteY127" fmla="*/ 607548 h 788699"/>
                <a:gd name="connsiteX128" fmla="*/ 640185 w 734307"/>
                <a:gd name="connsiteY128" fmla="*/ 618427 h 788699"/>
                <a:gd name="connsiteX129" fmla="*/ 640185 w 734307"/>
                <a:gd name="connsiteY129" fmla="*/ 632025 h 788699"/>
                <a:gd name="connsiteX130" fmla="*/ 640185 w 734307"/>
                <a:gd name="connsiteY130" fmla="*/ 640184 h 788699"/>
                <a:gd name="connsiteX131" fmla="*/ 642905 w 734307"/>
                <a:gd name="connsiteY131" fmla="*/ 659222 h 788699"/>
                <a:gd name="connsiteX132" fmla="*/ 642905 w 734307"/>
                <a:gd name="connsiteY132" fmla="*/ 664661 h 788699"/>
                <a:gd name="connsiteX133" fmla="*/ 653783 w 734307"/>
                <a:gd name="connsiteY133" fmla="*/ 678259 h 788699"/>
                <a:gd name="connsiteX134" fmla="*/ 653783 w 734307"/>
                <a:gd name="connsiteY134" fmla="*/ 678259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</a:cxnLst>
              <a:rect l="l" t="t" r="r" b="b"/>
              <a:pathLst>
                <a:path w="734307" h="788699">
                  <a:moveTo>
                    <a:pt x="653783" y="678259"/>
                  </a:moveTo>
                  <a:cubicBezTo>
                    <a:pt x="667382" y="678259"/>
                    <a:pt x="691859" y="678259"/>
                    <a:pt x="691859" y="694577"/>
                  </a:cubicBezTo>
                  <a:cubicBezTo>
                    <a:pt x="691859" y="702736"/>
                    <a:pt x="689139" y="705456"/>
                    <a:pt x="686419" y="710895"/>
                  </a:cubicBezTo>
                  <a:cubicBezTo>
                    <a:pt x="683700" y="716335"/>
                    <a:pt x="675541" y="719054"/>
                    <a:pt x="670101" y="719054"/>
                  </a:cubicBezTo>
                  <a:cubicBezTo>
                    <a:pt x="661942" y="721774"/>
                    <a:pt x="653783" y="721774"/>
                    <a:pt x="648344" y="721774"/>
                  </a:cubicBezTo>
                  <a:cubicBezTo>
                    <a:pt x="645624" y="721774"/>
                    <a:pt x="634746" y="721774"/>
                    <a:pt x="618428" y="721774"/>
                  </a:cubicBezTo>
                  <a:cubicBezTo>
                    <a:pt x="604829" y="729933"/>
                    <a:pt x="588512" y="735372"/>
                    <a:pt x="572194" y="735372"/>
                  </a:cubicBezTo>
                  <a:cubicBezTo>
                    <a:pt x="564035" y="735372"/>
                    <a:pt x="553156" y="732653"/>
                    <a:pt x="544997" y="729933"/>
                  </a:cubicBezTo>
                  <a:cubicBezTo>
                    <a:pt x="539558" y="727213"/>
                    <a:pt x="536838" y="724494"/>
                    <a:pt x="534119" y="721774"/>
                  </a:cubicBezTo>
                  <a:cubicBezTo>
                    <a:pt x="520520" y="721774"/>
                    <a:pt x="509641" y="721774"/>
                    <a:pt x="496043" y="721774"/>
                  </a:cubicBezTo>
                  <a:cubicBezTo>
                    <a:pt x="487884" y="721774"/>
                    <a:pt x="479725" y="721774"/>
                    <a:pt x="471566" y="721774"/>
                  </a:cubicBezTo>
                  <a:cubicBezTo>
                    <a:pt x="463407" y="721774"/>
                    <a:pt x="452529" y="721774"/>
                    <a:pt x="444370" y="716335"/>
                  </a:cubicBezTo>
                  <a:cubicBezTo>
                    <a:pt x="436211" y="713615"/>
                    <a:pt x="428052" y="705456"/>
                    <a:pt x="428052" y="700017"/>
                  </a:cubicBezTo>
                  <a:cubicBezTo>
                    <a:pt x="428052" y="697297"/>
                    <a:pt x="428052" y="694577"/>
                    <a:pt x="433491" y="691858"/>
                  </a:cubicBezTo>
                  <a:cubicBezTo>
                    <a:pt x="438930" y="689138"/>
                    <a:pt x="449809" y="686418"/>
                    <a:pt x="455248" y="683699"/>
                  </a:cubicBezTo>
                  <a:cubicBezTo>
                    <a:pt x="474286" y="680979"/>
                    <a:pt x="498763" y="678259"/>
                    <a:pt x="506922" y="678259"/>
                  </a:cubicBezTo>
                  <a:cubicBezTo>
                    <a:pt x="506922" y="678259"/>
                    <a:pt x="509641" y="678259"/>
                    <a:pt x="509641" y="678259"/>
                  </a:cubicBezTo>
                  <a:cubicBezTo>
                    <a:pt x="509641" y="672820"/>
                    <a:pt x="506922" y="670101"/>
                    <a:pt x="506922" y="664661"/>
                  </a:cubicBezTo>
                  <a:cubicBezTo>
                    <a:pt x="501483" y="640184"/>
                    <a:pt x="501483" y="612988"/>
                    <a:pt x="498763" y="580352"/>
                  </a:cubicBezTo>
                  <a:cubicBezTo>
                    <a:pt x="496043" y="547716"/>
                    <a:pt x="498763" y="512361"/>
                    <a:pt x="496043" y="479725"/>
                  </a:cubicBezTo>
                  <a:cubicBezTo>
                    <a:pt x="493324" y="449808"/>
                    <a:pt x="493324" y="419892"/>
                    <a:pt x="493324" y="389976"/>
                  </a:cubicBezTo>
                  <a:cubicBezTo>
                    <a:pt x="493324" y="360060"/>
                    <a:pt x="490604" y="332863"/>
                    <a:pt x="490604" y="302947"/>
                  </a:cubicBezTo>
                  <a:cubicBezTo>
                    <a:pt x="487884" y="275751"/>
                    <a:pt x="487884" y="240395"/>
                    <a:pt x="487884" y="229516"/>
                  </a:cubicBezTo>
                  <a:cubicBezTo>
                    <a:pt x="487884" y="224077"/>
                    <a:pt x="487884" y="221357"/>
                    <a:pt x="485165" y="221357"/>
                  </a:cubicBezTo>
                  <a:cubicBezTo>
                    <a:pt x="485165" y="221357"/>
                    <a:pt x="482445" y="224077"/>
                    <a:pt x="482445" y="226797"/>
                  </a:cubicBezTo>
                  <a:cubicBezTo>
                    <a:pt x="479725" y="237675"/>
                    <a:pt x="479725" y="251274"/>
                    <a:pt x="477006" y="262152"/>
                  </a:cubicBezTo>
                  <a:cubicBezTo>
                    <a:pt x="471566" y="289349"/>
                    <a:pt x="466127" y="316545"/>
                    <a:pt x="460688" y="341022"/>
                  </a:cubicBezTo>
                  <a:cubicBezTo>
                    <a:pt x="455248" y="365499"/>
                    <a:pt x="447090" y="392696"/>
                    <a:pt x="444370" y="417173"/>
                  </a:cubicBezTo>
                  <a:cubicBezTo>
                    <a:pt x="441650" y="430771"/>
                    <a:pt x="438930" y="441650"/>
                    <a:pt x="436211" y="455248"/>
                  </a:cubicBezTo>
                  <a:cubicBezTo>
                    <a:pt x="433491" y="468846"/>
                    <a:pt x="428052" y="479725"/>
                    <a:pt x="425332" y="493323"/>
                  </a:cubicBezTo>
                  <a:cubicBezTo>
                    <a:pt x="422612" y="506921"/>
                    <a:pt x="419893" y="520520"/>
                    <a:pt x="411734" y="531398"/>
                  </a:cubicBezTo>
                  <a:cubicBezTo>
                    <a:pt x="406295" y="539557"/>
                    <a:pt x="395416" y="547716"/>
                    <a:pt x="376378" y="547716"/>
                  </a:cubicBezTo>
                  <a:cubicBezTo>
                    <a:pt x="357341" y="547716"/>
                    <a:pt x="335583" y="539557"/>
                    <a:pt x="319265" y="525959"/>
                  </a:cubicBezTo>
                  <a:cubicBezTo>
                    <a:pt x="300228" y="506921"/>
                    <a:pt x="294788" y="479725"/>
                    <a:pt x="289349" y="455248"/>
                  </a:cubicBezTo>
                  <a:cubicBezTo>
                    <a:pt x="283910" y="428051"/>
                    <a:pt x="278470" y="400855"/>
                    <a:pt x="273031" y="373658"/>
                  </a:cubicBezTo>
                  <a:cubicBezTo>
                    <a:pt x="273031" y="368219"/>
                    <a:pt x="267592" y="346462"/>
                    <a:pt x="262153" y="316545"/>
                  </a:cubicBezTo>
                  <a:cubicBezTo>
                    <a:pt x="256713" y="292068"/>
                    <a:pt x="251274" y="262152"/>
                    <a:pt x="245835" y="237675"/>
                  </a:cubicBezTo>
                  <a:cubicBezTo>
                    <a:pt x="240395" y="218638"/>
                    <a:pt x="237675" y="205039"/>
                    <a:pt x="234956" y="196881"/>
                  </a:cubicBezTo>
                  <a:cubicBezTo>
                    <a:pt x="232236" y="191441"/>
                    <a:pt x="232236" y="191441"/>
                    <a:pt x="232236" y="191441"/>
                  </a:cubicBezTo>
                  <a:cubicBezTo>
                    <a:pt x="229517" y="191441"/>
                    <a:pt x="229517" y="196881"/>
                    <a:pt x="226797" y="207759"/>
                  </a:cubicBezTo>
                  <a:cubicBezTo>
                    <a:pt x="226797" y="215918"/>
                    <a:pt x="226797" y="229516"/>
                    <a:pt x="226797" y="232236"/>
                  </a:cubicBezTo>
                  <a:cubicBezTo>
                    <a:pt x="226797" y="243115"/>
                    <a:pt x="224077" y="256713"/>
                    <a:pt x="224077" y="267592"/>
                  </a:cubicBezTo>
                  <a:cubicBezTo>
                    <a:pt x="224077" y="278470"/>
                    <a:pt x="224077" y="294788"/>
                    <a:pt x="221358" y="311106"/>
                  </a:cubicBezTo>
                  <a:cubicBezTo>
                    <a:pt x="221358" y="327424"/>
                    <a:pt x="218638" y="343742"/>
                    <a:pt x="218638" y="360060"/>
                  </a:cubicBezTo>
                  <a:cubicBezTo>
                    <a:pt x="218638" y="373658"/>
                    <a:pt x="215919" y="384537"/>
                    <a:pt x="215919" y="398135"/>
                  </a:cubicBezTo>
                  <a:cubicBezTo>
                    <a:pt x="215919" y="409014"/>
                    <a:pt x="213199" y="419892"/>
                    <a:pt x="213199" y="430771"/>
                  </a:cubicBezTo>
                  <a:cubicBezTo>
                    <a:pt x="213199" y="438930"/>
                    <a:pt x="213199" y="447089"/>
                    <a:pt x="213199" y="455248"/>
                  </a:cubicBezTo>
                  <a:cubicBezTo>
                    <a:pt x="213199" y="463407"/>
                    <a:pt x="213199" y="471566"/>
                    <a:pt x="213199" y="477005"/>
                  </a:cubicBezTo>
                  <a:cubicBezTo>
                    <a:pt x="210479" y="490603"/>
                    <a:pt x="207759" y="506921"/>
                    <a:pt x="207759" y="520520"/>
                  </a:cubicBezTo>
                  <a:cubicBezTo>
                    <a:pt x="202320" y="550436"/>
                    <a:pt x="199600" y="580352"/>
                    <a:pt x="196881" y="610268"/>
                  </a:cubicBezTo>
                  <a:cubicBezTo>
                    <a:pt x="196881" y="623866"/>
                    <a:pt x="196881" y="640184"/>
                    <a:pt x="194161" y="653783"/>
                  </a:cubicBezTo>
                  <a:cubicBezTo>
                    <a:pt x="194161" y="659222"/>
                    <a:pt x="194161" y="661942"/>
                    <a:pt x="191441" y="667381"/>
                  </a:cubicBezTo>
                  <a:cubicBezTo>
                    <a:pt x="213199" y="667381"/>
                    <a:pt x="232236" y="667381"/>
                    <a:pt x="243115" y="667381"/>
                  </a:cubicBezTo>
                  <a:cubicBezTo>
                    <a:pt x="253994" y="667381"/>
                    <a:pt x="273031" y="670101"/>
                    <a:pt x="273031" y="683699"/>
                  </a:cubicBezTo>
                  <a:cubicBezTo>
                    <a:pt x="273031" y="691858"/>
                    <a:pt x="267592" y="691858"/>
                    <a:pt x="262153" y="697297"/>
                  </a:cubicBezTo>
                  <a:cubicBezTo>
                    <a:pt x="259433" y="702736"/>
                    <a:pt x="253994" y="705456"/>
                    <a:pt x="248554" y="705456"/>
                  </a:cubicBezTo>
                  <a:cubicBezTo>
                    <a:pt x="240395" y="708176"/>
                    <a:pt x="234956" y="708176"/>
                    <a:pt x="232236" y="708176"/>
                  </a:cubicBezTo>
                  <a:cubicBezTo>
                    <a:pt x="226797" y="708176"/>
                    <a:pt x="175124" y="708176"/>
                    <a:pt x="166965" y="708176"/>
                  </a:cubicBezTo>
                  <a:cubicBezTo>
                    <a:pt x="156086" y="708176"/>
                    <a:pt x="120730" y="708176"/>
                    <a:pt x="109852" y="708176"/>
                  </a:cubicBezTo>
                  <a:cubicBezTo>
                    <a:pt x="104412" y="708176"/>
                    <a:pt x="96253" y="708176"/>
                    <a:pt x="90814" y="708176"/>
                  </a:cubicBezTo>
                  <a:cubicBezTo>
                    <a:pt x="85375" y="708176"/>
                    <a:pt x="77216" y="705456"/>
                    <a:pt x="69057" y="702736"/>
                  </a:cubicBezTo>
                  <a:cubicBezTo>
                    <a:pt x="63617" y="700017"/>
                    <a:pt x="58178" y="691858"/>
                    <a:pt x="58178" y="686418"/>
                  </a:cubicBezTo>
                  <a:cubicBezTo>
                    <a:pt x="58178" y="683699"/>
                    <a:pt x="58178" y="680979"/>
                    <a:pt x="60898" y="678259"/>
                  </a:cubicBezTo>
                  <a:cubicBezTo>
                    <a:pt x="63617" y="675540"/>
                    <a:pt x="71777" y="672820"/>
                    <a:pt x="77216" y="670101"/>
                  </a:cubicBezTo>
                  <a:cubicBezTo>
                    <a:pt x="90814" y="667381"/>
                    <a:pt x="120730" y="664661"/>
                    <a:pt x="126170" y="664661"/>
                  </a:cubicBezTo>
                  <a:cubicBezTo>
                    <a:pt x="128889" y="664661"/>
                    <a:pt x="134329" y="664661"/>
                    <a:pt x="142487" y="664661"/>
                  </a:cubicBezTo>
                  <a:cubicBezTo>
                    <a:pt x="142487" y="640184"/>
                    <a:pt x="147927" y="612988"/>
                    <a:pt x="147927" y="588511"/>
                  </a:cubicBezTo>
                  <a:cubicBezTo>
                    <a:pt x="150646" y="555875"/>
                    <a:pt x="153366" y="523239"/>
                    <a:pt x="153366" y="493323"/>
                  </a:cubicBezTo>
                  <a:cubicBezTo>
                    <a:pt x="153366" y="466126"/>
                    <a:pt x="156086" y="438930"/>
                    <a:pt x="156086" y="411733"/>
                  </a:cubicBezTo>
                  <a:cubicBezTo>
                    <a:pt x="158806" y="373658"/>
                    <a:pt x="158806" y="335583"/>
                    <a:pt x="161525" y="297508"/>
                  </a:cubicBezTo>
                  <a:cubicBezTo>
                    <a:pt x="161525" y="278470"/>
                    <a:pt x="164245" y="259433"/>
                    <a:pt x="166965" y="240395"/>
                  </a:cubicBezTo>
                  <a:cubicBezTo>
                    <a:pt x="169684" y="210479"/>
                    <a:pt x="172404" y="191441"/>
                    <a:pt x="177843" y="161525"/>
                  </a:cubicBezTo>
                  <a:cubicBezTo>
                    <a:pt x="180563" y="147927"/>
                    <a:pt x="180563" y="131609"/>
                    <a:pt x="183282" y="118011"/>
                  </a:cubicBezTo>
                  <a:cubicBezTo>
                    <a:pt x="183282" y="118011"/>
                    <a:pt x="183282" y="115291"/>
                    <a:pt x="183282" y="115291"/>
                  </a:cubicBezTo>
                  <a:cubicBezTo>
                    <a:pt x="177843" y="115291"/>
                    <a:pt x="172404" y="115291"/>
                    <a:pt x="161525" y="115291"/>
                  </a:cubicBezTo>
                  <a:cubicBezTo>
                    <a:pt x="153366" y="115291"/>
                    <a:pt x="145207" y="115291"/>
                    <a:pt x="137048" y="115291"/>
                  </a:cubicBezTo>
                  <a:cubicBezTo>
                    <a:pt x="128889" y="115291"/>
                    <a:pt x="118011" y="115291"/>
                    <a:pt x="109852" y="109851"/>
                  </a:cubicBezTo>
                  <a:cubicBezTo>
                    <a:pt x="101693" y="107132"/>
                    <a:pt x="93534" y="98973"/>
                    <a:pt x="93534" y="93534"/>
                  </a:cubicBezTo>
                  <a:cubicBezTo>
                    <a:pt x="93534" y="90814"/>
                    <a:pt x="93534" y="88094"/>
                    <a:pt x="98973" y="85375"/>
                  </a:cubicBezTo>
                  <a:cubicBezTo>
                    <a:pt x="104412" y="82655"/>
                    <a:pt x="115291" y="79935"/>
                    <a:pt x="120730" y="77216"/>
                  </a:cubicBezTo>
                  <a:cubicBezTo>
                    <a:pt x="139768" y="74496"/>
                    <a:pt x="164245" y="71776"/>
                    <a:pt x="172404" y="71776"/>
                  </a:cubicBezTo>
                  <a:cubicBezTo>
                    <a:pt x="194161" y="71776"/>
                    <a:pt x="210479" y="69057"/>
                    <a:pt x="234956" y="69057"/>
                  </a:cubicBezTo>
                  <a:cubicBezTo>
                    <a:pt x="237675" y="69057"/>
                    <a:pt x="240395" y="69057"/>
                    <a:pt x="243115" y="69057"/>
                  </a:cubicBezTo>
                  <a:cubicBezTo>
                    <a:pt x="251274" y="69057"/>
                    <a:pt x="262153" y="69057"/>
                    <a:pt x="270312" y="74496"/>
                  </a:cubicBezTo>
                  <a:cubicBezTo>
                    <a:pt x="283910" y="82655"/>
                    <a:pt x="300228" y="96253"/>
                    <a:pt x="308387" y="123450"/>
                  </a:cubicBezTo>
                  <a:cubicBezTo>
                    <a:pt x="316546" y="147927"/>
                    <a:pt x="327424" y="175123"/>
                    <a:pt x="332864" y="202320"/>
                  </a:cubicBezTo>
                  <a:cubicBezTo>
                    <a:pt x="335583" y="213198"/>
                    <a:pt x="335583" y="226797"/>
                    <a:pt x="338303" y="237675"/>
                  </a:cubicBezTo>
                  <a:cubicBezTo>
                    <a:pt x="343742" y="251274"/>
                    <a:pt x="346462" y="264872"/>
                    <a:pt x="349182" y="281190"/>
                  </a:cubicBezTo>
                  <a:cubicBezTo>
                    <a:pt x="351901" y="292068"/>
                    <a:pt x="351901" y="305667"/>
                    <a:pt x="357341" y="316545"/>
                  </a:cubicBezTo>
                  <a:cubicBezTo>
                    <a:pt x="362780" y="327424"/>
                    <a:pt x="362780" y="338303"/>
                    <a:pt x="365500" y="351901"/>
                  </a:cubicBezTo>
                  <a:cubicBezTo>
                    <a:pt x="365500" y="357340"/>
                    <a:pt x="373658" y="373658"/>
                    <a:pt x="376378" y="389976"/>
                  </a:cubicBezTo>
                  <a:cubicBezTo>
                    <a:pt x="381817" y="403574"/>
                    <a:pt x="384537" y="414453"/>
                    <a:pt x="387257" y="414453"/>
                  </a:cubicBezTo>
                  <a:cubicBezTo>
                    <a:pt x="392696" y="414453"/>
                    <a:pt x="395416" y="381817"/>
                    <a:pt x="398136" y="376378"/>
                  </a:cubicBezTo>
                  <a:cubicBezTo>
                    <a:pt x="400855" y="362779"/>
                    <a:pt x="403575" y="346462"/>
                    <a:pt x="406295" y="332863"/>
                  </a:cubicBezTo>
                  <a:cubicBezTo>
                    <a:pt x="411734" y="302947"/>
                    <a:pt x="417173" y="273031"/>
                    <a:pt x="425332" y="243115"/>
                  </a:cubicBezTo>
                  <a:cubicBezTo>
                    <a:pt x="430771" y="213198"/>
                    <a:pt x="436211" y="180563"/>
                    <a:pt x="444370" y="150646"/>
                  </a:cubicBezTo>
                  <a:cubicBezTo>
                    <a:pt x="449809" y="126170"/>
                    <a:pt x="460688" y="98973"/>
                    <a:pt x="477006" y="79935"/>
                  </a:cubicBezTo>
                  <a:cubicBezTo>
                    <a:pt x="487884" y="66337"/>
                    <a:pt x="506922" y="58178"/>
                    <a:pt x="523240" y="58178"/>
                  </a:cubicBezTo>
                  <a:cubicBezTo>
                    <a:pt x="528679" y="58178"/>
                    <a:pt x="539558" y="58178"/>
                    <a:pt x="544997" y="63617"/>
                  </a:cubicBezTo>
                  <a:lnTo>
                    <a:pt x="612988" y="63617"/>
                  </a:lnTo>
                  <a:cubicBezTo>
                    <a:pt x="626587" y="63617"/>
                    <a:pt x="651064" y="63617"/>
                    <a:pt x="651064" y="79935"/>
                  </a:cubicBezTo>
                  <a:cubicBezTo>
                    <a:pt x="651064" y="88094"/>
                    <a:pt x="648344" y="88094"/>
                    <a:pt x="645624" y="96253"/>
                  </a:cubicBezTo>
                  <a:cubicBezTo>
                    <a:pt x="640185" y="101693"/>
                    <a:pt x="634746" y="104412"/>
                    <a:pt x="629307" y="104412"/>
                  </a:cubicBezTo>
                  <a:cubicBezTo>
                    <a:pt x="621147" y="107132"/>
                    <a:pt x="612988" y="107132"/>
                    <a:pt x="607549" y="107132"/>
                  </a:cubicBezTo>
                  <a:cubicBezTo>
                    <a:pt x="604829" y="107132"/>
                    <a:pt x="591231" y="107132"/>
                    <a:pt x="580353" y="107132"/>
                  </a:cubicBezTo>
                  <a:cubicBezTo>
                    <a:pt x="580353" y="109851"/>
                    <a:pt x="583072" y="112571"/>
                    <a:pt x="583072" y="115291"/>
                  </a:cubicBezTo>
                  <a:cubicBezTo>
                    <a:pt x="585792" y="128889"/>
                    <a:pt x="585792" y="142487"/>
                    <a:pt x="588512" y="156086"/>
                  </a:cubicBezTo>
                  <a:cubicBezTo>
                    <a:pt x="591231" y="169684"/>
                    <a:pt x="591231" y="183282"/>
                    <a:pt x="593951" y="196881"/>
                  </a:cubicBezTo>
                  <a:cubicBezTo>
                    <a:pt x="593951" y="207759"/>
                    <a:pt x="599390" y="215918"/>
                    <a:pt x="599390" y="226797"/>
                  </a:cubicBezTo>
                  <a:cubicBezTo>
                    <a:pt x="599390" y="229516"/>
                    <a:pt x="599390" y="229516"/>
                    <a:pt x="599390" y="232236"/>
                  </a:cubicBezTo>
                  <a:cubicBezTo>
                    <a:pt x="599390" y="234956"/>
                    <a:pt x="599390" y="237675"/>
                    <a:pt x="599390" y="240395"/>
                  </a:cubicBezTo>
                  <a:cubicBezTo>
                    <a:pt x="599390" y="251274"/>
                    <a:pt x="599390" y="259433"/>
                    <a:pt x="602110" y="270311"/>
                  </a:cubicBezTo>
                  <a:cubicBezTo>
                    <a:pt x="604829" y="283909"/>
                    <a:pt x="607549" y="294788"/>
                    <a:pt x="607549" y="308386"/>
                  </a:cubicBezTo>
                  <a:cubicBezTo>
                    <a:pt x="607549" y="311106"/>
                    <a:pt x="607549" y="316545"/>
                    <a:pt x="607549" y="319265"/>
                  </a:cubicBezTo>
                  <a:cubicBezTo>
                    <a:pt x="607549" y="324704"/>
                    <a:pt x="610269" y="330144"/>
                    <a:pt x="612988" y="335583"/>
                  </a:cubicBezTo>
                  <a:cubicBezTo>
                    <a:pt x="612988" y="338303"/>
                    <a:pt x="612988" y="343742"/>
                    <a:pt x="612988" y="346462"/>
                  </a:cubicBezTo>
                  <a:cubicBezTo>
                    <a:pt x="612988" y="354620"/>
                    <a:pt x="612988" y="362779"/>
                    <a:pt x="612988" y="370939"/>
                  </a:cubicBezTo>
                  <a:cubicBezTo>
                    <a:pt x="612988" y="379097"/>
                    <a:pt x="612988" y="387256"/>
                    <a:pt x="612988" y="395415"/>
                  </a:cubicBezTo>
                  <a:cubicBezTo>
                    <a:pt x="612988" y="403574"/>
                    <a:pt x="615708" y="414453"/>
                    <a:pt x="615708" y="422612"/>
                  </a:cubicBezTo>
                  <a:cubicBezTo>
                    <a:pt x="618428" y="430771"/>
                    <a:pt x="618428" y="436210"/>
                    <a:pt x="618428" y="441650"/>
                  </a:cubicBezTo>
                  <a:cubicBezTo>
                    <a:pt x="618428" y="444369"/>
                    <a:pt x="618428" y="449808"/>
                    <a:pt x="618428" y="455248"/>
                  </a:cubicBezTo>
                  <a:cubicBezTo>
                    <a:pt x="618428" y="460687"/>
                    <a:pt x="618428" y="460687"/>
                    <a:pt x="621147" y="463407"/>
                  </a:cubicBezTo>
                  <a:cubicBezTo>
                    <a:pt x="623867" y="471566"/>
                    <a:pt x="623867" y="477005"/>
                    <a:pt x="626587" y="482444"/>
                  </a:cubicBezTo>
                  <a:cubicBezTo>
                    <a:pt x="629307" y="493323"/>
                    <a:pt x="629307" y="506921"/>
                    <a:pt x="629307" y="517800"/>
                  </a:cubicBezTo>
                  <a:cubicBezTo>
                    <a:pt x="632026" y="534118"/>
                    <a:pt x="632026" y="547716"/>
                    <a:pt x="634746" y="561314"/>
                  </a:cubicBezTo>
                  <a:cubicBezTo>
                    <a:pt x="634746" y="564034"/>
                    <a:pt x="634746" y="564034"/>
                    <a:pt x="634746" y="566754"/>
                  </a:cubicBezTo>
                  <a:cubicBezTo>
                    <a:pt x="634746" y="572193"/>
                    <a:pt x="634746" y="577632"/>
                    <a:pt x="634746" y="583072"/>
                  </a:cubicBezTo>
                  <a:cubicBezTo>
                    <a:pt x="634746" y="596670"/>
                    <a:pt x="637466" y="602109"/>
                    <a:pt x="637466" y="607548"/>
                  </a:cubicBezTo>
                  <a:cubicBezTo>
                    <a:pt x="637466" y="610268"/>
                    <a:pt x="640185" y="615708"/>
                    <a:pt x="640185" y="618427"/>
                  </a:cubicBezTo>
                  <a:cubicBezTo>
                    <a:pt x="640185" y="623866"/>
                    <a:pt x="640185" y="629306"/>
                    <a:pt x="640185" y="632025"/>
                  </a:cubicBezTo>
                  <a:cubicBezTo>
                    <a:pt x="640185" y="634745"/>
                    <a:pt x="640185" y="637465"/>
                    <a:pt x="640185" y="640184"/>
                  </a:cubicBezTo>
                  <a:cubicBezTo>
                    <a:pt x="640185" y="645624"/>
                    <a:pt x="642905" y="653783"/>
                    <a:pt x="642905" y="659222"/>
                  </a:cubicBezTo>
                  <a:cubicBezTo>
                    <a:pt x="642905" y="661942"/>
                    <a:pt x="642905" y="661942"/>
                    <a:pt x="642905" y="664661"/>
                  </a:cubicBezTo>
                  <a:cubicBezTo>
                    <a:pt x="645624" y="678259"/>
                    <a:pt x="651064" y="678259"/>
                    <a:pt x="653783" y="678259"/>
                  </a:cubicBezTo>
                  <a:lnTo>
                    <a:pt x="653783" y="678259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277C2FCB-7D05-4824-AE10-F453FE482C72}"/>
                </a:ext>
              </a:extLst>
            </p:cNvPr>
            <p:cNvSpPr/>
            <p:nvPr/>
          </p:nvSpPr>
          <p:spPr>
            <a:xfrm>
              <a:off x="6362526" y="4242177"/>
              <a:ext cx="492259" cy="674476"/>
            </a:xfrm>
            <a:custGeom>
              <a:avLst/>
              <a:gdLst>
                <a:gd name="connsiteX0" fmla="*/ 225733 w 492259"/>
                <a:gd name="connsiteY0" fmla="*/ 97907 h 674476"/>
                <a:gd name="connsiteX1" fmla="*/ 209415 w 492259"/>
                <a:gd name="connsiteY1" fmla="*/ 119665 h 674476"/>
                <a:gd name="connsiteX2" fmla="*/ 201256 w 492259"/>
                <a:gd name="connsiteY2" fmla="*/ 152300 h 674476"/>
                <a:gd name="connsiteX3" fmla="*/ 198536 w 492259"/>
                <a:gd name="connsiteY3" fmla="*/ 168618 h 674476"/>
                <a:gd name="connsiteX4" fmla="*/ 195817 w 492259"/>
                <a:gd name="connsiteY4" fmla="*/ 184936 h 674476"/>
                <a:gd name="connsiteX5" fmla="*/ 187658 w 492259"/>
                <a:gd name="connsiteY5" fmla="*/ 220292 h 674476"/>
                <a:gd name="connsiteX6" fmla="*/ 168620 w 492259"/>
                <a:gd name="connsiteY6" fmla="*/ 291003 h 674476"/>
                <a:gd name="connsiteX7" fmla="*/ 160461 w 492259"/>
                <a:gd name="connsiteY7" fmla="*/ 323639 h 674476"/>
                <a:gd name="connsiteX8" fmla="*/ 149582 w 492259"/>
                <a:gd name="connsiteY8" fmla="*/ 361714 h 674476"/>
                <a:gd name="connsiteX9" fmla="*/ 144143 w 492259"/>
                <a:gd name="connsiteY9" fmla="*/ 388910 h 674476"/>
                <a:gd name="connsiteX10" fmla="*/ 149582 w 492259"/>
                <a:gd name="connsiteY10" fmla="*/ 391630 h 674476"/>
                <a:gd name="connsiteX11" fmla="*/ 171340 w 492259"/>
                <a:gd name="connsiteY11" fmla="*/ 391630 h 674476"/>
                <a:gd name="connsiteX12" fmla="*/ 193097 w 492259"/>
                <a:gd name="connsiteY12" fmla="*/ 388910 h 674476"/>
                <a:gd name="connsiteX13" fmla="*/ 212135 w 492259"/>
                <a:gd name="connsiteY13" fmla="*/ 388910 h 674476"/>
                <a:gd name="connsiteX14" fmla="*/ 236611 w 492259"/>
                <a:gd name="connsiteY14" fmla="*/ 388910 h 674476"/>
                <a:gd name="connsiteX15" fmla="*/ 250210 w 492259"/>
                <a:gd name="connsiteY15" fmla="*/ 386191 h 674476"/>
                <a:gd name="connsiteX16" fmla="*/ 258369 w 492259"/>
                <a:gd name="connsiteY16" fmla="*/ 386191 h 674476"/>
                <a:gd name="connsiteX17" fmla="*/ 255649 w 492259"/>
                <a:gd name="connsiteY17" fmla="*/ 367153 h 674476"/>
                <a:gd name="connsiteX18" fmla="*/ 250210 w 492259"/>
                <a:gd name="connsiteY18" fmla="*/ 331797 h 674476"/>
                <a:gd name="connsiteX19" fmla="*/ 247490 w 492259"/>
                <a:gd name="connsiteY19" fmla="*/ 244769 h 674476"/>
                <a:gd name="connsiteX20" fmla="*/ 242051 w 492259"/>
                <a:gd name="connsiteY20" fmla="*/ 203974 h 674476"/>
                <a:gd name="connsiteX21" fmla="*/ 236611 w 492259"/>
                <a:gd name="connsiteY21" fmla="*/ 157740 h 674476"/>
                <a:gd name="connsiteX22" fmla="*/ 233892 w 492259"/>
                <a:gd name="connsiteY22" fmla="*/ 119665 h 674476"/>
                <a:gd name="connsiteX23" fmla="*/ 225733 w 492259"/>
                <a:gd name="connsiteY23" fmla="*/ 97907 h 674476"/>
                <a:gd name="connsiteX24" fmla="*/ 274687 w 492259"/>
                <a:gd name="connsiteY24" fmla="*/ 0 h 674476"/>
                <a:gd name="connsiteX25" fmla="*/ 304603 w 492259"/>
                <a:gd name="connsiteY25" fmla="*/ 5439 h 674476"/>
                <a:gd name="connsiteX26" fmla="*/ 320921 w 492259"/>
                <a:gd name="connsiteY26" fmla="*/ 24477 h 674476"/>
                <a:gd name="connsiteX27" fmla="*/ 334519 w 492259"/>
                <a:gd name="connsiteY27" fmla="*/ 43515 h 674476"/>
                <a:gd name="connsiteX28" fmla="*/ 339959 w 492259"/>
                <a:gd name="connsiteY28" fmla="*/ 65272 h 674476"/>
                <a:gd name="connsiteX29" fmla="*/ 348118 w 492259"/>
                <a:gd name="connsiteY29" fmla="*/ 114226 h 674476"/>
                <a:gd name="connsiteX30" fmla="*/ 361716 w 492259"/>
                <a:gd name="connsiteY30" fmla="*/ 163180 h 674476"/>
                <a:gd name="connsiteX31" fmla="*/ 369875 w 492259"/>
                <a:gd name="connsiteY31" fmla="*/ 220293 h 674476"/>
                <a:gd name="connsiteX32" fmla="*/ 378034 w 492259"/>
                <a:gd name="connsiteY32" fmla="*/ 274686 h 674476"/>
                <a:gd name="connsiteX33" fmla="*/ 383473 w 492259"/>
                <a:gd name="connsiteY33" fmla="*/ 301883 h 674476"/>
                <a:gd name="connsiteX34" fmla="*/ 391632 w 492259"/>
                <a:gd name="connsiteY34" fmla="*/ 337238 h 674476"/>
                <a:gd name="connsiteX35" fmla="*/ 397071 w 492259"/>
                <a:gd name="connsiteY35" fmla="*/ 364435 h 674476"/>
                <a:gd name="connsiteX36" fmla="*/ 405230 w 492259"/>
                <a:gd name="connsiteY36" fmla="*/ 383473 h 674476"/>
                <a:gd name="connsiteX37" fmla="*/ 416109 w 492259"/>
                <a:gd name="connsiteY37" fmla="*/ 386192 h 674476"/>
                <a:gd name="connsiteX38" fmla="*/ 426988 w 492259"/>
                <a:gd name="connsiteY38" fmla="*/ 386192 h 674476"/>
                <a:gd name="connsiteX39" fmla="*/ 454184 w 492259"/>
                <a:gd name="connsiteY39" fmla="*/ 397071 h 674476"/>
                <a:gd name="connsiteX40" fmla="*/ 456904 w 492259"/>
                <a:gd name="connsiteY40" fmla="*/ 405230 h 674476"/>
                <a:gd name="connsiteX41" fmla="*/ 451464 w 492259"/>
                <a:gd name="connsiteY41" fmla="*/ 416108 h 674476"/>
                <a:gd name="connsiteX42" fmla="*/ 432427 w 492259"/>
                <a:gd name="connsiteY42" fmla="*/ 429707 h 674476"/>
                <a:gd name="connsiteX43" fmla="*/ 421548 w 492259"/>
                <a:gd name="connsiteY43" fmla="*/ 432426 h 674476"/>
                <a:gd name="connsiteX44" fmla="*/ 413389 w 492259"/>
                <a:gd name="connsiteY44" fmla="*/ 435146 h 674476"/>
                <a:gd name="connsiteX45" fmla="*/ 413389 w 492259"/>
                <a:gd name="connsiteY45" fmla="*/ 440585 h 674476"/>
                <a:gd name="connsiteX46" fmla="*/ 416109 w 492259"/>
                <a:gd name="connsiteY46" fmla="*/ 451464 h 674476"/>
                <a:gd name="connsiteX47" fmla="*/ 418829 w 492259"/>
                <a:gd name="connsiteY47" fmla="*/ 465062 h 674476"/>
                <a:gd name="connsiteX48" fmla="*/ 418829 w 492259"/>
                <a:gd name="connsiteY48" fmla="*/ 475941 h 674476"/>
                <a:gd name="connsiteX49" fmla="*/ 418829 w 492259"/>
                <a:gd name="connsiteY49" fmla="*/ 486820 h 674476"/>
                <a:gd name="connsiteX50" fmla="*/ 426988 w 492259"/>
                <a:gd name="connsiteY50" fmla="*/ 516736 h 674476"/>
                <a:gd name="connsiteX51" fmla="*/ 432427 w 492259"/>
                <a:gd name="connsiteY51" fmla="*/ 543932 h 674476"/>
                <a:gd name="connsiteX52" fmla="*/ 437866 w 492259"/>
                <a:gd name="connsiteY52" fmla="*/ 573848 h 674476"/>
                <a:gd name="connsiteX53" fmla="*/ 443306 w 492259"/>
                <a:gd name="connsiteY53" fmla="*/ 606484 h 674476"/>
                <a:gd name="connsiteX54" fmla="*/ 446025 w 492259"/>
                <a:gd name="connsiteY54" fmla="*/ 617363 h 674476"/>
                <a:gd name="connsiteX55" fmla="*/ 470502 w 492259"/>
                <a:gd name="connsiteY55" fmla="*/ 617363 h 674476"/>
                <a:gd name="connsiteX56" fmla="*/ 492259 w 492259"/>
                <a:gd name="connsiteY56" fmla="*/ 641840 h 674476"/>
                <a:gd name="connsiteX57" fmla="*/ 484101 w 492259"/>
                <a:gd name="connsiteY57" fmla="*/ 655438 h 674476"/>
                <a:gd name="connsiteX58" fmla="*/ 467782 w 492259"/>
                <a:gd name="connsiteY58" fmla="*/ 663597 h 674476"/>
                <a:gd name="connsiteX59" fmla="*/ 443306 w 492259"/>
                <a:gd name="connsiteY59" fmla="*/ 666317 h 674476"/>
                <a:gd name="connsiteX60" fmla="*/ 421548 w 492259"/>
                <a:gd name="connsiteY60" fmla="*/ 666317 h 674476"/>
                <a:gd name="connsiteX61" fmla="*/ 413389 w 492259"/>
                <a:gd name="connsiteY61" fmla="*/ 666317 h 674476"/>
                <a:gd name="connsiteX62" fmla="*/ 399791 w 492259"/>
                <a:gd name="connsiteY62" fmla="*/ 671756 h 674476"/>
                <a:gd name="connsiteX63" fmla="*/ 383473 w 492259"/>
                <a:gd name="connsiteY63" fmla="*/ 674476 h 674476"/>
                <a:gd name="connsiteX64" fmla="*/ 348118 w 492259"/>
                <a:gd name="connsiteY64" fmla="*/ 669036 h 674476"/>
                <a:gd name="connsiteX65" fmla="*/ 326360 w 492259"/>
                <a:gd name="connsiteY65" fmla="*/ 669036 h 674476"/>
                <a:gd name="connsiteX66" fmla="*/ 277406 w 492259"/>
                <a:gd name="connsiteY66" fmla="*/ 669036 h 674476"/>
                <a:gd name="connsiteX67" fmla="*/ 252930 w 492259"/>
                <a:gd name="connsiteY67" fmla="*/ 663597 h 674476"/>
                <a:gd name="connsiteX68" fmla="*/ 236611 w 492259"/>
                <a:gd name="connsiteY68" fmla="*/ 647279 h 674476"/>
                <a:gd name="connsiteX69" fmla="*/ 261088 w 492259"/>
                <a:gd name="connsiteY69" fmla="*/ 630961 h 674476"/>
                <a:gd name="connsiteX70" fmla="*/ 288285 w 492259"/>
                <a:gd name="connsiteY70" fmla="*/ 628241 h 674476"/>
                <a:gd name="connsiteX71" fmla="*/ 285565 w 492259"/>
                <a:gd name="connsiteY71" fmla="*/ 609204 h 674476"/>
                <a:gd name="connsiteX72" fmla="*/ 282846 w 492259"/>
                <a:gd name="connsiteY72" fmla="*/ 582007 h 674476"/>
                <a:gd name="connsiteX73" fmla="*/ 280126 w 492259"/>
                <a:gd name="connsiteY73" fmla="*/ 568409 h 674476"/>
                <a:gd name="connsiteX74" fmla="*/ 282846 w 492259"/>
                <a:gd name="connsiteY74" fmla="*/ 554811 h 674476"/>
                <a:gd name="connsiteX75" fmla="*/ 277406 w 492259"/>
                <a:gd name="connsiteY75" fmla="*/ 538493 h 674476"/>
                <a:gd name="connsiteX76" fmla="*/ 271967 w 492259"/>
                <a:gd name="connsiteY76" fmla="*/ 505857 h 674476"/>
                <a:gd name="connsiteX77" fmla="*/ 269247 w 492259"/>
                <a:gd name="connsiteY77" fmla="*/ 478660 h 674476"/>
                <a:gd name="connsiteX78" fmla="*/ 266528 w 492259"/>
                <a:gd name="connsiteY78" fmla="*/ 446025 h 674476"/>
                <a:gd name="connsiteX79" fmla="*/ 261088 w 492259"/>
                <a:gd name="connsiteY79" fmla="*/ 437866 h 674476"/>
                <a:gd name="connsiteX80" fmla="*/ 250210 w 492259"/>
                <a:gd name="connsiteY80" fmla="*/ 437866 h 674476"/>
                <a:gd name="connsiteX81" fmla="*/ 220293 w 492259"/>
                <a:gd name="connsiteY81" fmla="*/ 440585 h 674476"/>
                <a:gd name="connsiteX82" fmla="*/ 190377 w 492259"/>
                <a:gd name="connsiteY82" fmla="*/ 443305 h 674476"/>
                <a:gd name="connsiteX83" fmla="*/ 165900 w 492259"/>
                <a:gd name="connsiteY83" fmla="*/ 443305 h 674476"/>
                <a:gd name="connsiteX84" fmla="*/ 144143 w 492259"/>
                <a:gd name="connsiteY84" fmla="*/ 440585 h 674476"/>
                <a:gd name="connsiteX85" fmla="*/ 135984 w 492259"/>
                <a:gd name="connsiteY85" fmla="*/ 454184 h 674476"/>
                <a:gd name="connsiteX86" fmla="*/ 130545 w 492259"/>
                <a:gd name="connsiteY86" fmla="*/ 486820 h 674476"/>
                <a:gd name="connsiteX87" fmla="*/ 119666 w 492259"/>
                <a:gd name="connsiteY87" fmla="*/ 541213 h 674476"/>
                <a:gd name="connsiteX88" fmla="*/ 103348 w 492259"/>
                <a:gd name="connsiteY88" fmla="*/ 614643 h 674476"/>
                <a:gd name="connsiteX89" fmla="*/ 133264 w 492259"/>
                <a:gd name="connsiteY89" fmla="*/ 614643 h 674476"/>
                <a:gd name="connsiteX90" fmla="*/ 168620 w 492259"/>
                <a:gd name="connsiteY90" fmla="*/ 630961 h 674476"/>
                <a:gd name="connsiteX91" fmla="*/ 163181 w 492259"/>
                <a:gd name="connsiteY91" fmla="*/ 647279 h 674476"/>
                <a:gd name="connsiteX92" fmla="*/ 146863 w 492259"/>
                <a:gd name="connsiteY92" fmla="*/ 655438 h 674476"/>
                <a:gd name="connsiteX93" fmla="*/ 127825 w 492259"/>
                <a:gd name="connsiteY93" fmla="*/ 658158 h 674476"/>
                <a:gd name="connsiteX94" fmla="*/ 106068 w 492259"/>
                <a:gd name="connsiteY94" fmla="*/ 658158 h 674476"/>
                <a:gd name="connsiteX95" fmla="*/ 62552 w 492259"/>
                <a:gd name="connsiteY95" fmla="*/ 658158 h 674476"/>
                <a:gd name="connsiteX96" fmla="*/ 40795 w 492259"/>
                <a:gd name="connsiteY96" fmla="*/ 658158 h 674476"/>
                <a:gd name="connsiteX97" fmla="*/ 16318 w 492259"/>
                <a:gd name="connsiteY97" fmla="*/ 652718 h 674476"/>
                <a:gd name="connsiteX98" fmla="*/ 0 w 492259"/>
                <a:gd name="connsiteY98" fmla="*/ 636401 h 674476"/>
                <a:gd name="connsiteX99" fmla="*/ 2720 w 492259"/>
                <a:gd name="connsiteY99" fmla="*/ 628241 h 674476"/>
                <a:gd name="connsiteX100" fmla="*/ 24477 w 492259"/>
                <a:gd name="connsiteY100" fmla="*/ 620082 h 674476"/>
                <a:gd name="connsiteX101" fmla="*/ 62552 w 492259"/>
                <a:gd name="connsiteY101" fmla="*/ 617363 h 674476"/>
                <a:gd name="connsiteX102" fmla="*/ 62552 w 492259"/>
                <a:gd name="connsiteY102" fmla="*/ 614643 h 674476"/>
                <a:gd name="connsiteX103" fmla="*/ 65272 w 492259"/>
                <a:gd name="connsiteY103" fmla="*/ 587447 h 674476"/>
                <a:gd name="connsiteX104" fmla="*/ 76151 w 492259"/>
                <a:gd name="connsiteY104" fmla="*/ 522175 h 674476"/>
                <a:gd name="connsiteX105" fmla="*/ 87029 w 492259"/>
                <a:gd name="connsiteY105" fmla="*/ 470501 h 674476"/>
                <a:gd name="connsiteX106" fmla="*/ 92468 w 492259"/>
                <a:gd name="connsiteY106" fmla="*/ 446025 h 674476"/>
                <a:gd name="connsiteX107" fmla="*/ 65272 w 492259"/>
                <a:gd name="connsiteY107" fmla="*/ 432426 h 674476"/>
                <a:gd name="connsiteX108" fmla="*/ 54393 w 492259"/>
                <a:gd name="connsiteY108" fmla="*/ 421548 h 674476"/>
                <a:gd name="connsiteX109" fmla="*/ 73431 w 492259"/>
                <a:gd name="connsiteY109" fmla="*/ 407949 h 674476"/>
                <a:gd name="connsiteX110" fmla="*/ 100629 w 492259"/>
                <a:gd name="connsiteY110" fmla="*/ 399790 h 674476"/>
                <a:gd name="connsiteX111" fmla="*/ 108788 w 492259"/>
                <a:gd name="connsiteY111" fmla="*/ 369874 h 674476"/>
                <a:gd name="connsiteX112" fmla="*/ 125105 w 492259"/>
                <a:gd name="connsiteY112" fmla="*/ 307322 h 674476"/>
                <a:gd name="connsiteX113" fmla="*/ 141423 w 492259"/>
                <a:gd name="connsiteY113" fmla="*/ 242051 h 674476"/>
                <a:gd name="connsiteX114" fmla="*/ 155022 w 492259"/>
                <a:gd name="connsiteY114" fmla="*/ 179498 h 674476"/>
                <a:gd name="connsiteX115" fmla="*/ 168620 w 492259"/>
                <a:gd name="connsiteY115" fmla="*/ 119665 h 674476"/>
                <a:gd name="connsiteX116" fmla="*/ 193097 w 492259"/>
                <a:gd name="connsiteY116" fmla="*/ 57113 h 674476"/>
                <a:gd name="connsiteX117" fmla="*/ 201256 w 492259"/>
                <a:gd name="connsiteY117" fmla="*/ 38075 h 674476"/>
                <a:gd name="connsiteX118" fmla="*/ 217574 w 492259"/>
                <a:gd name="connsiteY118" fmla="*/ 13598 h 674476"/>
                <a:gd name="connsiteX119" fmla="*/ 274687 w 492259"/>
                <a:gd name="connsiteY119" fmla="*/ 0 h 674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</a:cxnLst>
              <a:rect l="l" t="t" r="r" b="b"/>
              <a:pathLst>
                <a:path w="492259" h="674476">
                  <a:moveTo>
                    <a:pt x="225733" y="97907"/>
                  </a:moveTo>
                  <a:cubicBezTo>
                    <a:pt x="217574" y="97907"/>
                    <a:pt x="209415" y="114225"/>
                    <a:pt x="209415" y="119665"/>
                  </a:cubicBezTo>
                  <a:cubicBezTo>
                    <a:pt x="206695" y="130543"/>
                    <a:pt x="203976" y="144141"/>
                    <a:pt x="201256" y="152300"/>
                  </a:cubicBezTo>
                  <a:cubicBezTo>
                    <a:pt x="198536" y="157740"/>
                    <a:pt x="198536" y="163179"/>
                    <a:pt x="198536" y="168618"/>
                  </a:cubicBezTo>
                  <a:cubicBezTo>
                    <a:pt x="198536" y="174058"/>
                    <a:pt x="195817" y="179497"/>
                    <a:pt x="195817" y="184936"/>
                  </a:cubicBezTo>
                  <a:cubicBezTo>
                    <a:pt x="193097" y="195815"/>
                    <a:pt x="190377" y="209413"/>
                    <a:pt x="187658" y="220292"/>
                  </a:cubicBezTo>
                  <a:cubicBezTo>
                    <a:pt x="184938" y="244769"/>
                    <a:pt x="176779" y="269246"/>
                    <a:pt x="168620" y="291003"/>
                  </a:cubicBezTo>
                  <a:cubicBezTo>
                    <a:pt x="165900" y="301881"/>
                    <a:pt x="163181" y="312760"/>
                    <a:pt x="160461" y="323639"/>
                  </a:cubicBezTo>
                  <a:cubicBezTo>
                    <a:pt x="157742" y="337237"/>
                    <a:pt x="155022" y="348115"/>
                    <a:pt x="149582" y="361714"/>
                  </a:cubicBezTo>
                  <a:cubicBezTo>
                    <a:pt x="146863" y="367153"/>
                    <a:pt x="144143" y="383471"/>
                    <a:pt x="144143" y="388910"/>
                  </a:cubicBezTo>
                  <a:cubicBezTo>
                    <a:pt x="144143" y="391630"/>
                    <a:pt x="146863" y="391630"/>
                    <a:pt x="149582" y="391630"/>
                  </a:cubicBezTo>
                  <a:cubicBezTo>
                    <a:pt x="155022" y="391630"/>
                    <a:pt x="168620" y="391630"/>
                    <a:pt x="171340" y="391630"/>
                  </a:cubicBezTo>
                  <a:cubicBezTo>
                    <a:pt x="179498" y="391630"/>
                    <a:pt x="187658" y="391630"/>
                    <a:pt x="193097" y="388910"/>
                  </a:cubicBezTo>
                  <a:cubicBezTo>
                    <a:pt x="198536" y="388910"/>
                    <a:pt x="203976" y="388910"/>
                    <a:pt x="212135" y="388910"/>
                  </a:cubicBezTo>
                  <a:cubicBezTo>
                    <a:pt x="217574" y="388910"/>
                    <a:pt x="225733" y="388910"/>
                    <a:pt x="236611" y="388910"/>
                  </a:cubicBezTo>
                  <a:cubicBezTo>
                    <a:pt x="242051" y="388910"/>
                    <a:pt x="247490" y="388910"/>
                    <a:pt x="250210" y="386191"/>
                  </a:cubicBezTo>
                  <a:cubicBezTo>
                    <a:pt x="255649" y="391630"/>
                    <a:pt x="258369" y="388910"/>
                    <a:pt x="258369" y="386191"/>
                  </a:cubicBezTo>
                  <a:cubicBezTo>
                    <a:pt x="258369" y="380751"/>
                    <a:pt x="255649" y="372592"/>
                    <a:pt x="255649" y="367153"/>
                  </a:cubicBezTo>
                  <a:cubicBezTo>
                    <a:pt x="252930" y="353555"/>
                    <a:pt x="250210" y="342676"/>
                    <a:pt x="250210" y="331797"/>
                  </a:cubicBezTo>
                  <a:cubicBezTo>
                    <a:pt x="250210" y="301881"/>
                    <a:pt x="250210" y="274685"/>
                    <a:pt x="247490" y="244769"/>
                  </a:cubicBezTo>
                  <a:cubicBezTo>
                    <a:pt x="247490" y="231170"/>
                    <a:pt x="244771" y="217572"/>
                    <a:pt x="242051" y="203974"/>
                  </a:cubicBezTo>
                  <a:cubicBezTo>
                    <a:pt x="239331" y="187656"/>
                    <a:pt x="236611" y="174058"/>
                    <a:pt x="236611" y="157740"/>
                  </a:cubicBezTo>
                  <a:cubicBezTo>
                    <a:pt x="236611" y="152300"/>
                    <a:pt x="236611" y="133263"/>
                    <a:pt x="233892" y="119665"/>
                  </a:cubicBezTo>
                  <a:cubicBezTo>
                    <a:pt x="233892" y="106066"/>
                    <a:pt x="231172" y="97907"/>
                    <a:pt x="225733" y="97907"/>
                  </a:cubicBezTo>
                  <a:close/>
                  <a:moveTo>
                    <a:pt x="274687" y="0"/>
                  </a:moveTo>
                  <a:cubicBezTo>
                    <a:pt x="288285" y="0"/>
                    <a:pt x="293724" y="2720"/>
                    <a:pt x="304603" y="5439"/>
                  </a:cubicBezTo>
                  <a:cubicBezTo>
                    <a:pt x="315481" y="10879"/>
                    <a:pt x="315481" y="16318"/>
                    <a:pt x="320921" y="24477"/>
                  </a:cubicBezTo>
                  <a:cubicBezTo>
                    <a:pt x="326360" y="29916"/>
                    <a:pt x="331800" y="35356"/>
                    <a:pt x="334519" y="43515"/>
                  </a:cubicBezTo>
                  <a:cubicBezTo>
                    <a:pt x="337239" y="51674"/>
                    <a:pt x="337239" y="57113"/>
                    <a:pt x="339959" y="65272"/>
                  </a:cubicBezTo>
                  <a:cubicBezTo>
                    <a:pt x="345398" y="78870"/>
                    <a:pt x="342678" y="97908"/>
                    <a:pt x="348118" y="114226"/>
                  </a:cubicBezTo>
                  <a:cubicBezTo>
                    <a:pt x="350837" y="130544"/>
                    <a:pt x="358996" y="146863"/>
                    <a:pt x="361716" y="163180"/>
                  </a:cubicBezTo>
                  <a:cubicBezTo>
                    <a:pt x="364435" y="182218"/>
                    <a:pt x="364435" y="201256"/>
                    <a:pt x="369875" y="220293"/>
                  </a:cubicBezTo>
                  <a:cubicBezTo>
                    <a:pt x="375314" y="239331"/>
                    <a:pt x="378034" y="255649"/>
                    <a:pt x="378034" y="274686"/>
                  </a:cubicBezTo>
                  <a:cubicBezTo>
                    <a:pt x="378034" y="282845"/>
                    <a:pt x="380753" y="293724"/>
                    <a:pt x="383473" y="301883"/>
                  </a:cubicBezTo>
                  <a:cubicBezTo>
                    <a:pt x="386193" y="312762"/>
                    <a:pt x="388913" y="326360"/>
                    <a:pt x="391632" y="337238"/>
                  </a:cubicBezTo>
                  <a:cubicBezTo>
                    <a:pt x="391632" y="342678"/>
                    <a:pt x="394352" y="353556"/>
                    <a:pt x="397071" y="364435"/>
                  </a:cubicBezTo>
                  <a:cubicBezTo>
                    <a:pt x="399791" y="372594"/>
                    <a:pt x="402511" y="380753"/>
                    <a:pt x="405230" y="383473"/>
                  </a:cubicBezTo>
                  <a:cubicBezTo>
                    <a:pt x="407950" y="386192"/>
                    <a:pt x="413389" y="386192"/>
                    <a:pt x="416109" y="386192"/>
                  </a:cubicBezTo>
                  <a:cubicBezTo>
                    <a:pt x="418829" y="386192"/>
                    <a:pt x="424268" y="386192"/>
                    <a:pt x="426988" y="386192"/>
                  </a:cubicBezTo>
                  <a:cubicBezTo>
                    <a:pt x="437866" y="386192"/>
                    <a:pt x="448745" y="388912"/>
                    <a:pt x="454184" y="397071"/>
                  </a:cubicBezTo>
                  <a:cubicBezTo>
                    <a:pt x="456904" y="399790"/>
                    <a:pt x="456904" y="402510"/>
                    <a:pt x="456904" y="405230"/>
                  </a:cubicBezTo>
                  <a:cubicBezTo>
                    <a:pt x="456904" y="407949"/>
                    <a:pt x="454184" y="410669"/>
                    <a:pt x="451464" y="416108"/>
                  </a:cubicBezTo>
                  <a:cubicBezTo>
                    <a:pt x="446025" y="421548"/>
                    <a:pt x="440586" y="426987"/>
                    <a:pt x="432427" y="429707"/>
                  </a:cubicBezTo>
                  <a:cubicBezTo>
                    <a:pt x="429707" y="429707"/>
                    <a:pt x="426988" y="432426"/>
                    <a:pt x="421548" y="432426"/>
                  </a:cubicBezTo>
                  <a:cubicBezTo>
                    <a:pt x="418829" y="432426"/>
                    <a:pt x="416109" y="432426"/>
                    <a:pt x="413389" y="435146"/>
                  </a:cubicBezTo>
                  <a:cubicBezTo>
                    <a:pt x="413389" y="435146"/>
                    <a:pt x="413389" y="437866"/>
                    <a:pt x="413389" y="440585"/>
                  </a:cubicBezTo>
                  <a:cubicBezTo>
                    <a:pt x="413389" y="443305"/>
                    <a:pt x="413389" y="448744"/>
                    <a:pt x="416109" y="451464"/>
                  </a:cubicBezTo>
                  <a:cubicBezTo>
                    <a:pt x="416109" y="456903"/>
                    <a:pt x="418829" y="462343"/>
                    <a:pt x="418829" y="465062"/>
                  </a:cubicBezTo>
                  <a:lnTo>
                    <a:pt x="418829" y="475941"/>
                  </a:lnTo>
                  <a:cubicBezTo>
                    <a:pt x="418829" y="481380"/>
                    <a:pt x="418829" y="484100"/>
                    <a:pt x="418829" y="486820"/>
                  </a:cubicBezTo>
                  <a:cubicBezTo>
                    <a:pt x="421548" y="497698"/>
                    <a:pt x="424268" y="505857"/>
                    <a:pt x="426988" y="516736"/>
                  </a:cubicBezTo>
                  <a:cubicBezTo>
                    <a:pt x="426988" y="524895"/>
                    <a:pt x="429707" y="535773"/>
                    <a:pt x="432427" y="543932"/>
                  </a:cubicBezTo>
                  <a:cubicBezTo>
                    <a:pt x="435147" y="554811"/>
                    <a:pt x="437866" y="562970"/>
                    <a:pt x="437866" y="573848"/>
                  </a:cubicBezTo>
                  <a:cubicBezTo>
                    <a:pt x="437866" y="587447"/>
                    <a:pt x="440586" y="595606"/>
                    <a:pt x="443306" y="606484"/>
                  </a:cubicBezTo>
                  <a:cubicBezTo>
                    <a:pt x="443306" y="609204"/>
                    <a:pt x="446025" y="614643"/>
                    <a:pt x="446025" y="617363"/>
                  </a:cubicBezTo>
                  <a:cubicBezTo>
                    <a:pt x="454184" y="617363"/>
                    <a:pt x="462343" y="617363"/>
                    <a:pt x="470502" y="617363"/>
                  </a:cubicBezTo>
                  <a:cubicBezTo>
                    <a:pt x="475942" y="625522"/>
                    <a:pt x="492259" y="630961"/>
                    <a:pt x="492259" y="641840"/>
                  </a:cubicBezTo>
                  <a:cubicBezTo>
                    <a:pt x="492259" y="647279"/>
                    <a:pt x="486820" y="649999"/>
                    <a:pt x="484101" y="655438"/>
                  </a:cubicBezTo>
                  <a:cubicBezTo>
                    <a:pt x="481381" y="660877"/>
                    <a:pt x="473222" y="663597"/>
                    <a:pt x="467782" y="663597"/>
                  </a:cubicBezTo>
                  <a:cubicBezTo>
                    <a:pt x="456904" y="666317"/>
                    <a:pt x="451464" y="666317"/>
                    <a:pt x="443306" y="666317"/>
                  </a:cubicBezTo>
                  <a:cubicBezTo>
                    <a:pt x="437866" y="666317"/>
                    <a:pt x="429707" y="666317"/>
                    <a:pt x="421548" y="666317"/>
                  </a:cubicBezTo>
                  <a:cubicBezTo>
                    <a:pt x="418829" y="666317"/>
                    <a:pt x="416109" y="666317"/>
                    <a:pt x="413389" y="666317"/>
                  </a:cubicBezTo>
                  <a:cubicBezTo>
                    <a:pt x="407950" y="669036"/>
                    <a:pt x="405230" y="669036"/>
                    <a:pt x="399791" y="671756"/>
                  </a:cubicBezTo>
                  <a:cubicBezTo>
                    <a:pt x="394352" y="671756"/>
                    <a:pt x="388913" y="674476"/>
                    <a:pt x="383473" y="674476"/>
                  </a:cubicBezTo>
                  <a:cubicBezTo>
                    <a:pt x="372594" y="674476"/>
                    <a:pt x="358996" y="671756"/>
                    <a:pt x="348118" y="669036"/>
                  </a:cubicBezTo>
                  <a:cubicBezTo>
                    <a:pt x="339959" y="669036"/>
                    <a:pt x="331800" y="669036"/>
                    <a:pt x="326360" y="669036"/>
                  </a:cubicBezTo>
                  <a:cubicBezTo>
                    <a:pt x="304603" y="669036"/>
                    <a:pt x="285565" y="669036"/>
                    <a:pt x="277406" y="669036"/>
                  </a:cubicBezTo>
                  <a:cubicBezTo>
                    <a:pt x="269247" y="669036"/>
                    <a:pt x="258369" y="669036"/>
                    <a:pt x="252930" y="663597"/>
                  </a:cubicBezTo>
                  <a:cubicBezTo>
                    <a:pt x="247490" y="660877"/>
                    <a:pt x="236611" y="655438"/>
                    <a:pt x="236611" y="647279"/>
                  </a:cubicBezTo>
                  <a:cubicBezTo>
                    <a:pt x="236611" y="636401"/>
                    <a:pt x="252930" y="633681"/>
                    <a:pt x="261088" y="630961"/>
                  </a:cubicBezTo>
                  <a:cubicBezTo>
                    <a:pt x="266528" y="630961"/>
                    <a:pt x="274687" y="630961"/>
                    <a:pt x="288285" y="628241"/>
                  </a:cubicBezTo>
                  <a:cubicBezTo>
                    <a:pt x="288285" y="620082"/>
                    <a:pt x="288285" y="614643"/>
                    <a:pt x="285565" y="609204"/>
                  </a:cubicBezTo>
                  <a:cubicBezTo>
                    <a:pt x="285565" y="601045"/>
                    <a:pt x="282846" y="590166"/>
                    <a:pt x="282846" y="582007"/>
                  </a:cubicBezTo>
                  <a:cubicBezTo>
                    <a:pt x="282846" y="576568"/>
                    <a:pt x="280126" y="573848"/>
                    <a:pt x="280126" y="568409"/>
                  </a:cubicBezTo>
                  <a:cubicBezTo>
                    <a:pt x="280126" y="562970"/>
                    <a:pt x="282846" y="557531"/>
                    <a:pt x="282846" y="554811"/>
                  </a:cubicBezTo>
                  <a:cubicBezTo>
                    <a:pt x="282846" y="549371"/>
                    <a:pt x="280126" y="546652"/>
                    <a:pt x="277406" y="538493"/>
                  </a:cubicBezTo>
                  <a:cubicBezTo>
                    <a:pt x="277406" y="527614"/>
                    <a:pt x="271967" y="516736"/>
                    <a:pt x="271967" y="505857"/>
                  </a:cubicBezTo>
                  <a:cubicBezTo>
                    <a:pt x="271967" y="494978"/>
                    <a:pt x="271967" y="486820"/>
                    <a:pt x="269247" y="478660"/>
                  </a:cubicBezTo>
                  <a:cubicBezTo>
                    <a:pt x="266528" y="467782"/>
                    <a:pt x="266528" y="456903"/>
                    <a:pt x="266528" y="446025"/>
                  </a:cubicBezTo>
                  <a:cubicBezTo>
                    <a:pt x="266528" y="440585"/>
                    <a:pt x="263808" y="437866"/>
                    <a:pt x="261088" y="437866"/>
                  </a:cubicBezTo>
                  <a:cubicBezTo>
                    <a:pt x="258369" y="437866"/>
                    <a:pt x="255649" y="437866"/>
                    <a:pt x="250210" y="437866"/>
                  </a:cubicBezTo>
                  <a:cubicBezTo>
                    <a:pt x="239331" y="437866"/>
                    <a:pt x="228452" y="437866"/>
                    <a:pt x="220293" y="440585"/>
                  </a:cubicBezTo>
                  <a:cubicBezTo>
                    <a:pt x="209415" y="440585"/>
                    <a:pt x="201256" y="443305"/>
                    <a:pt x="190377" y="443305"/>
                  </a:cubicBezTo>
                  <a:cubicBezTo>
                    <a:pt x="182218" y="443305"/>
                    <a:pt x="174059" y="443305"/>
                    <a:pt x="165900" y="443305"/>
                  </a:cubicBezTo>
                  <a:cubicBezTo>
                    <a:pt x="163181" y="443305"/>
                    <a:pt x="152302" y="440585"/>
                    <a:pt x="144143" y="440585"/>
                  </a:cubicBezTo>
                  <a:cubicBezTo>
                    <a:pt x="135984" y="440585"/>
                    <a:pt x="135984" y="448744"/>
                    <a:pt x="135984" y="454184"/>
                  </a:cubicBezTo>
                  <a:cubicBezTo>
                    <a:pt x="135984" y="465062"/>
                    <a:pt x="133264" y="475941"/>
                    <a:pt x="130545" y="486820"/>
                  </a:cubicBezTo>
                  <a:cubicBezTo>
                    <a:pt x="127825" y="505857"/>
                    <a:pt x="122386" y="522175"/>
                    <a:pt x="119666" y="541213"/>
                  </a:cubicBezTo>
                  <a:cubicBezTo>
                    <a:pt x="116947" y="560250"/>
                    <a:pt x="108788" y="595606"/>
                    <a:pt x="103348" y="614643"/>
                  </a:cubicBezTo>
                  <a:cubicBezTo>
                    <a:pt x="111507" y="614643"/>
                    <a:pt x="122386" y="614643"/>
                    <a:pt x="133264" y="614643"/>
                  </a:cubicBezTo>
                  <a:cubicBezTo>
                    <a:pt x="146863" y="614643"/>
                    <a:pt x="168620" y="614643"/>
                    <a:pt x="168620" y="630961"/>
                  </a:cubicBezTo>
                  <a:cubicBezTo>
                    <a:pt x="168620" y="639120"/>
                    <a:pt x="165900" y="639120"/>
                    <a:pt x="163181" y="647279"/>
                  </a:cubicBezTo>
                  <a:cubicBezTo>
                    <a:pt x="160461" y="652718"/>
                    <a:pt x="152302" y="655438"/>
                    <a:pt x="146863" y="655438"/>
                  </a:cubicBezTo>
                  <a:cubicBezTo>
                    <a:pt x="138704" y="658158"/>
                    <a:pt x="133264" y="658158"/>
                    <a:pt x="127825" y="658158"/>
                  </a:cubicBezTo>
                  <a:cubicBezTo>
                    <a:pt x="122386" y="658158"/>
                    <a:pt x="116947" y="658158"/>
                    <a:pt x="106068" y="658158"/>
                  </a:cubicBezTo>
                  <a:cubicBezTo>
                    <a:pt x="92468" y="658158"/>
                    <a:pt x="78870" y="658158"/>
                    <a:pt x="62552" y="658158"/>
                  </a:cubicBezTo>
                  <a:cubicBezTo>
                    <a:pt x="54393" y="658158"/>
                    <a:pt x="46234" y="658158"/>
                    <a:pt x="40795" y="658158"/>
                  </a:cubicBezTo>
                  <a:cubicBezTo>
                    <a:pt x="32636" y="658158"/>
                    <a:pt x="21758" y="658158"/>
                    <a:pt x="16318" y="652718"/>
                  </a:cubicBezTo>
                  <a:cubicBezTo>
                    <a:pt x="8159" y="649999"/>
                    <a:pt x="0" y="641840"/>
                    <a:pt x="0" y="636401"/>
                  </a:cubicBezTo>
                  <a:cubicBezTo>
                    <a:pt x="0" y="633681"/>
                    <a:pt x="0" y="630961"/>
                    <a:pt x="2720" y="628241"/>
                  </a:cubicBezTo>
                  <a:cubicBezTo>
                    <a:pt x="8159" y="625522"/>
                    <a:pt x="16318" y="622802"/>
                    <a:pt x="24477" y="620082"/>
                  </a:cubicBezTo>
                  <a:cubicBezTo>
                    <a:pt x="38075" y="617363"/>
                    <a:pt x="48954" y="617363"/>
                    <a:pt x="62552" y="617363"/>
                  </a:cubicBezTo>
                  <a:cubicBezTo>
                    <a:pt x="62552" y="617363"/>
                    <a:pt x="62552" y="614643"/>
                    <a:pt x="62552" y="614643"/>
                  </a:cubicBezTo>
                  <a:cubicBezTo>
                    <a:pt x="62552" y="603765"/>
                    <a:pt x="65272" y="590166"/>
                    <a:pt x="65272" y="587447"/>
                  </a:cubicBezTo>
                  <a:cubicBezTo>
                    <a:pt x="67992" y="565689"/>
                    <a:pt x="73431" y="543932"/>
                    <a:pt x="76151" y="522175"/>
                  </a:cubicBezTo>
                  <a:cubicBezTo>
                    <a:pt x="78870" y="505857"/>
                    <a:pt x="81590" y="486820"/>
                    <a:pt x="87029" y="470501"/>
                  </a:cubicBezTo>
                  <a:cubicBezTo>
                    <a:pt x="87029" y="465062"/>
                    <a:pt x="92468" y="451464"/>
                    <a:pt x="92468" y="446025"/>
                  </a:cubicBezTo>
                  <a:cubicBezTo>
                    <a:pt x="92468" y="437866"/>
                    <a:pt x="73431" y="437866"/>
                    <a:pt x="65272" y="432426"/>
                  </a:cubicBezTo>
                  <a:cubicBezTo>
                    <a:pt x="59833" y="429707"/>
                    <a:pt x="54393" y="426987"/>
                    <a:pt x="54393" y="421548"/>
                  </a:cubicBezTo>
                  <a:cubicBezTo>
                    <a:pt x="54393" y="413389"/>
                    <a:pt x="62552" y="410669"/>
                    <a:pt x="73431" y="407949"/>
                  </a:cubicBezTo>
                  <a:cubicBezTo>
                    <a:pt x="78870" y="407949"/>
                    <a:pt x="92468" y="405230"/>
                    <a:pt x="100629" y="399790"/>
                  </a:cubicBezTo>
                  <a:cubicBezTo>
                    <a:pt x="106068" y="394351"/>
                    <a:pt x="106068" y="378033"/>
                    <a:pt x="108788" y="369874"/>
                  </a:cubicBezTo>
                  <a:cubicBezTo>
                    <a:pt x="114227" y="348117"/>
                    <a:pt x="119666" y="326360"/>
                    <a:pt x="125105" y="307322"/>
                  </a:cubicBezTo>
                  <a:cubicBezTo>
                    <a:pt x="130545" y="285565"/>
                    <a:pt x="135984" y="263808"/>
                    <a:pt x="141423" y="242051"/>
                  </a:cubicBezTo>
                  <a:cubicBezTo>
                    <a:pt x="146863" y="220293"/>
                    <a:pt x="152302" y="198536"/>
                    <a:pt x="155022" y="179498"/>
                  </a:cubicBezTo>
                  <a:cubicBezTo>
                    <a:pt x="157742" y="160461"/>
                    <a:pt x="163181" y="138703"/>
                    <a:pt x="168620" y="119665"/>
                  </a:cubicBezTo>
                  <a:cubicBezTo>
                    <a:pt x="176779" y="100627"/>
                    <a:pt x="182218" y="76150"/>
                    <a:pt x="193097" y="57113"/>
                  </a:cubicBezTo>
                  <a:lnTo>
                    <a:pt x="201256" y="38075"/>
                  </a:lnTo>
                  <a:cubicBezTo>
                    <a:pt x="206695" y="29916"/>
                    <a:pt x="209415" y="19038"/>
                    <a:pt x="217574" y="13598"/>
                  </a:cubicBezTo>
                  <a:cubicBezTo>
                    <a:pt x="231172" y="2720"/>
                    <a:pt x="255649" y="0"/>
                    <a:pt x="274687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6019EDE9-B07A-4FD5-87B9-487B5E3194EF}"/>
                </a:ext>
              </a:extLst>
            </p:cNvPr>
            <p:cNvSpPr/>
            <p:nvPr/>
          </p:nvSpPr>
          <p:spPr>
            <a:xfrm>
              <a:off x="6876542" y="4244897"/>
              <a:ext cx="462342" cy="677195"/>
            </a:xfrm>
            <a:custGeom>
              <a:avLst/>
              <a:gdLst>
                <a:gd name="connsiteX0" fmla="*/ 214853 w 462342"/>
                <a:gd name="connsiteY0" fmla="*/ 65272 h 677195"/>
                <a:gd name="connsiteX1" fmla="*/ 195815 w 462342"/>
                <a:gd name="connsiteY1" fmla="*/ 73431 h 677195"/>
                <a:gd name="connsiteX2" fmla="*/ 193096 w 462342"/>
                <a:gd name="connsiteY2" fmla="*/ 125105 h 677195"/>
                <a:gd name="connsiteX3" fmla="*/ 190376 w 462342"/>
                <a:gd name="connsiteY3" fmla="*/ 280125 h 677195"/>
                <a:gd name="connsiteX4" fmla="*/ 190376 w 462342"/>
                <a:gd name="connsiteY4" fmla="*/ 301882 h 677195"/>
                <a:gd name="connsiteX5" fmla="*/ 193096 w 462342"/>
                <a:gd name="connsiteY5" fmla="*/ 342677 h 677195"/>
                <a:gd name="connsiteX6" fmla="*/ 195815 w 462342"/>
                <a:gd name="connsiteY6" fmla="*/ 397070 h 677195"/>
                <a:gd name="connsiteX7" fmla="*/ 195815 w 462342"/>
                <a:gd name="connsiteY7" fmla="*/ 443304 h 677195"/>
                <a:gd name="connsiteX8" fmla="*/ 195815 w 462342"/>
                <a:gd name="connsiteY8" fmla="*/ 530333 h 677195"/>
                <a:gd name="connsiteX9" fmla="*/ 193096 w 462342"/>
                <a:gd name="connsiteY9" fmla="*/ 554810 h 677195"/>
                <a:gd name="connsiteX10" fmla="*/ 190376 w 462342"/>
                <a:gd name="connsiteY10" fmla="*/ 603764 h 677195"/>
                <a:gd name="connsiteX11" fmla="*/ 198535 w 462342"/>
                <a:gd name="connsiteY11" fmla="*/ 611923 h 677195"/>
                <a:gd name="connsiteX12" fmla="*/ 214853 w 462342"/>
                <a:gd name="connsiteY12" fmla="*/ 611923 h 677195"/>
                <a:gd name="connsiteX13" fmla="*/ 236610 w 462342"/>
                <a:gd name="connsiteY13" fmla="*/ 611923 h 677195"/>
                <a:gd name="connsiteX14" fmla="*/ 263807 w 462342"/>
                <a:gd name="connsiteY14" fmla="*/ 598325 h 677195"/>
                <a:gd name="connsiteX15" fmla="*/ 277405 w 462342"/>
                <a:gd name="connsiteY15" fmla="*/ 592885 h 677195"/>
                <a:gd name="connsiteX16" fmla="*/ 291004 w 462342"/>
                <a:gd name="connsiteY16" fmla="*/ 573848 h 677195"/>
                <a:gd name="connsiteX17" fmla="*/ 307322 w 462342"/>
                <a:gd name="connsiteY17" fmla="*/ 543931 h 677195"/>
                <a:gd name="connsiteX18" fmla="*/ 326359 w 462342"/>
                <a:gd name="connsiteY18" fmla="*/ 481379 h 677195"/>
                <a:gd name="connsiteX19" fmla="*/ 337238 w 462342"/>
                <a:gd name="connsiteY19" fmla="*/ 413388 h 677195"/>
                <a:gd name="connsiteX20" fmla="*/ 337238 w 462342"/>
                <a:gd name="connsiteY20" fmla="*/ 350836 h 677195"/>
                <a:gd name="connsiteX21" fmla="*/ 334518 w 462342"/>
                <a:gd name="connsiteY21" fmla="*/ 296443 h 677195"/>
                <a:gd name="connsiteX22" fmla="*/ 329079 w 462342"/>
                <a:gd name="connsiteY22" fmla="*/ 244769 h 677195"/>
                <a:gd name="connsiteX23" fmla="*/ 307322 w 462342"/>
                <a:gd name="connsiteY23" fmla="*/ 135983 h 677195"/>
                <a:gd name="connsiteX24" fmla="*/ 271966 w 462342"/>
                <a:gd name="connsiteY24" fmla="*/ 78870 h 677195"/>
                <a:gd name="connsiteX25" fmla="*/ 214853 w 462342"/>
                <a:gd name="connsiteY25" fmla="*/ 65272 h 677195"/>
                <a:gd name="connsiteX26" fmla="*/ 114226 w 462342"/>
                <a:gd name="connsiteY26" fmla="*/ 0 h 677195"/>
                <a:gd name="connsiteX27" fmla="*/ 127824 w 462342"/>
                <a:gd name="connsiteY27" fmla="*/ 0 h 677195"/>
                <a:gd name="connsiteX28" fmla="*/ 146862 w 462342"/>
                <a:gd name="connsiteY28" fmla="*/ 2720 h 677195"/>
                <a:gd name="connsiteX29" fmla="*/ 174059 w 462342"/>
                <a:gd name="connsiteY29" fmla="*/ 21758 h 677195"/>
                <a:gd name="connsiteX30" fmla="*/ 193096 w 462342"/>
                <a:gd name="connsiteY30" fmla="*/ 21758 h 677195"/>
                <a:gd name="connsiteX31" fmla="*/ 261088 w 462342"/>
                <a:gd name="connsiteY31" fmla="*/ 27197 h 677195"/>
                <a:gd name="connsiteX32" fmla="*/ 310042 w 462342"/>
                <a:gd name="connsiteY32" fmla="*/ 35356 h 677195"/>
                <a:gd name="connsiteX33" fmla="*/ 334518 w 462342"/>
                <a:gd name="connsiteY33" fmla="*/ 40795 h 677195"/>
                <a:gd name="connsiteX34" fmla="*/ 356276 w 462342"/>
                <a:gd name="connsiteY34" fmla="*/ 59833 h 677195"/>
                <a:gd name="connsiteX35" fmla="*/ 372593 w 462342"/>
                <a:gd name="connsiteY35" fmla="*/ 76151 h 677195"/>
                <a:gd name="connsiteX36" fmla="*/ 380752 w 462342"/>
                <a:gd name="connsiteY36" fmla="*/ 95188 h 677195"/>
                <a:gd name="connsiteX37" fmla="*/ 405230 w 462342"/>
                <a:gd name="connsiteY37" fmla="*/ 114226 h 677195"/>
                <a:gd name="connsiteX38" fmla="*/ 416108 w 462342"/>
                <a:gd name="connsiteY38" fmla="*/ 141422 h 677195"/>
                <a:gd name="connsiteX39" fmla="*/ 451464 w 462342"/>
                <a:gd name="connsiteY39" fmla="*/ 201256 h 677195"/>
                <a:gd name="connsiteX40" fmla="*/ 456903 w 462342"/>
                <a:gd name="connsiteY40" fmla="*/ 252929 h 677195"/>
                <a:gd name="connsiteX41" fmla="*/ 456903 w 462342"/>
                <a:gd name="connsiteY41" fmla="*/ 291004 h 677195"/>
                <a:gd name="connsiteX42" fmla="*/ 459623 w 462342"/>
                <a:gd name="connsiteY42" fmla="*/ 318201 h 677195"/>
                <a:gd name="connsiteX43" fmla="*/ 459623 w 462342"/>
                <a:gd name="connsiteY43" fmla="*/ 326360 h 677195"/>
                <a:gd name="connsiteX44" fmla="*/ 459623 w 462342"/>
                <a:gd name="connsiteY44" fmla="*/ 348117 h 677195"/>
                <a:gd name="connsiteX45" fmla="*/ 462342 w 462342"/>
                <a:gd name="connsiteY45" fmla="*/ 367155 h 677195"/>
                <a:gd name="connsiteX46" fmla="*/ 456903 w 462342"/>
                <a:gd name="connsiteY46" fmla="*/ 391632 h 677195"/>
                <a:gd name="connsiteX47" fmla="*/ 456903 w 462342"/>
                <a:gd name="connsiteY47" fmla="*/ 418828 h 677195"/>
                <a:gd name="connsiteX48" fmla="*/ 451464 w 462342"/>
                <a:gd name="connsiteY48" fmla="*/ 437866 h 677195"/>
                <a:gd name="connsiteX49" fmla="*/ 446025 w 462342"/>
                <a:gd name="connsiteY49" fmla="*/ 454184 h 677195"/>
                <a:gd name="connsiteX50" fmla="*/ 440585 w 462342"/>
                <a:gd name="connsiteY50" fmla="*/ 481380 h 677195"/>
                <a:gd name="connsiteX51" fmla="*/ 432426 w 462342"/>
                <a:gd name="connsiteY51" fmla="*/ 508577 h 677195"/>
                <a:gd name="connsiteX52" fmla="*/ 418828 w 462342"/>
                <a:gd name="connsiteY52" fmla="*/ 530334 h 677195"/>
                <a:gd name="connsiteX53" fmla="*/ 410669 w 462342"/>
                <a:gd name="connsiteY53" fmla="*/ 549371 h 677195"/>
                <a:gd name="connsiteX54" fmla="*/ 391631 w 462342"/>
                <a:gd name="connsiteY54" fmla="*/ 579288 h 677195"/>
                <a:gd name="connsiteX55" fmla="*/ 337238 w 462342"/>
                <a:gd name="connsiteY55" fmla="*/ 630961 h 677195"/>
                <a:gd name="connsiteX56" fmla="*/ 301883 w 462342"/>
                <a:gd name="connsiteY56" fmla="*/ 647279 h 677195"/>
                <a:gd name="connsiteX57" fmla="*/ 263807 w 462342"/>
                <a:gd name="connsiteY57" fmla="*/ 652718 h 677195"/>
                <a:gd name="connsiteX58" fmla="*/ 233891 w 462342"/>
                <a:gd name="connsiteY58" fmla="*/ 649999 h 677195"/>
                <a:gd name="connsiteX59" fmla="*/ 187657 w 462342"/>
                <a:gd name="connsiteY59" fmla="*/ 652718 h 677195"/>
                <a:gd name="connsiteX60" fmla="*/ 171339 w 462342"/>
                <a:gd name="connsiteY60" fmla="*/ 669036 h 677195"/>
                <a:gd name="connsiteX61" fmla="*/ 155021 w 462342"/>
                <a:gd name="connsiteY61" fmla="*/ 671756 h 677195"/>
                <a:gd name="connsiteX62" fmla="*/ 138703 w 462342"/>
                <a:gd name="connsiteY62" fmla="*/ 674476 h 677195"/>
                <a:gd name="connsiteX63" fmla="*/ 125105 w 462342"/>
                <a:gd name="connsiteY63" fmla="*/ 677195 h 677195"/>
                <a:gd name="connsiteX64" fmla="*/ 106067 w 462342"/>
                <a:gd name="connsiteY64" fmla="*/ 671756 h 677195"/>
                <a:gd name="connsiteX65" fmla="*/ 87029 w 462342"/>
                <a:gd name="connsiteY65" fmla="*/ 658158 h 677195"/>
                <a:gd name="connsiteX66" fmla="*/ 81590 w 462342"/>
                <a:gd name="connsiteY66" fmla="*/ 652718 h 677195"/>
                <a:gd name="connsiteX67" fmla="*/ 67992 w 462342"/>
                <a:gd name="connsiteY67" fmla="*/ 652718 h 677195"/>
                <a:gd name="connsiteX68" fmla="*/ 43515 w 462342"/>
                <a:gd name="connsiteY68" fmla="*/ 652718 h 677195"/>
                <a:gd name="connsiteX69" fmla="*/ 16318 w 462342"/>
                <a:gd name="connsiteY69" fmla="*/ 647279 h 677195"/>
                <a:gd name="connsiteX70" fmla="*/ 0 w 462342"/>
                <a:gd name="connsiteY70" fmla="*/ 630961 h 677195"/>
                <a:gd name="connsiteX71" fmla="*/ 5439 w 462342"/>
                <a:gd name="connsiteY71" fmla="*/ 620083 h 677195"/>
                <a:gd name="connsiteX72" fmla="*/ 27197 w 462342"/>
                <a:gd name="connsiteY72" fmla="*/ 611924 h 677195"/>
                <a:gd name="connsiteX73" fmla="*/ 65272 w 462342"/>
                <a:gd name="connsiteY73" fmla="*/ 609204 h 677195"/>
                <a:gd name="connsiteX74" fmla="*/ 65272 w 462342"/>
                <a:gd name="connsiteY74" fmla="*/ 584727 h 677195"/>
                <a:gd name="connsiteX75" fmla="*/ 62552 w 462342"/>
                <a:gd name="connsiteY75" fmla="*/ 456903 h 677195"/>
                <a:gd name="connsiteX76" fmla="*/ 65272 w 462342"/>
                <a:gd name="connsiteY76" fmla="*/ 337238 h 677195"/>
                <a:gd name="connsiteX77" fmla="*/ 67992 w 462342"/>
                <a:gd name="connsiteY77" fmla="*/ 203975 h 677195"/>
                <a:gd name="connsiteX78" fmla="*/ 70712 w 462342"/>
                <a:gd name="connsiteY78" fmla="*/ 119665 h 677195"/>
                <a:gd name="connsiteX79" fmla="*/ 73431 w 462342"/>
                <a:gd name="connsiteY79" fmla="*/ 67992 h 677195"/>
                <a:gd name="connsiteX80" fmla="*/ 67992 w 462342"/>
                <a:gd name="connsiteY80" fmla="*/ 67992 h 677195"/>
                <a:gd name="connsiteX81" fmla="*/ 43515 w 462342"/>
                <a:gd name="connsiteY81" fmla="*/ 67992 h 677195"/>
                <a:gd name="connsiteX82" fmla="*/ 16318 w 462342"/>
                <a:gd name="connsiteY82" fmla="*/ 62552 h 677195"/>
                <a:gd name="connsiteX83" fmla="*/ 0 w 462342"/>
                <a:gd name="connsiteY83" fmla="*/ 46234 h 677195"/>
                <a:gd name="connsiteX84" fmla="*/ 5439 w 462342"/>
                <a:gd name="connsiteY84" fmla="*/ 35356 h 677195"/>
                <a:gd name="connsiteX85" fmla="*/ 27197 w 462342"/>
                <a:gd name="connsiteY85" fmla="*/ 27197 h 677195"/>
                <a:gd name="connsiteX86" fmla="*/ 76151 w 462342"/>
                <a:gd name="connsiteY86" fmla="*/ 21758 h 677195"/>
                <a:gd name="connsiteX87" fmla="*/ 81590 w 462342"/>
                <a:gd name="connsiteY87" fmla="*/ 13598 h 677195"/>
                <a:gd name="connsiteX88" fmla="*/ 97908 w 462342"/>
                <a:gd name="connsiteY88" fmla="*/ 5439 h 677195"/>
                <a:gd name="connsiteX89" fmla="*/ 114226 w 462342"/>
                <a:gd name="connsiteY89" fmla="*/ 0 h 677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462342" h="677195">
                  <a:moveTo>
                    <a:pt x="214853" y="65272"/>
                  </a:moveTo>
                  <a:cubicBezTo>
                    <a:pt x="203975" y="65272"/>
                    <a:pt x="195815" y="67992"/>
                    <a:pt x="195815" y="73431"/>
                  </a:cubicBezTo>
                  <a:cubicBezTo>
                    <a:pt x="193096" y="78870"/>
                    <a:pt x="193096" y="100628"/>
                    <a:pt x="193096" y="125105"/>
                  </a:cubicBezTo>
                  <a:cubicBezTo>
                    <a:pt x="193096" y="182217"/>
                    <a:pt x="193096" y="266527"/>
                    <a:pt x="190376" y="280125"/>
                  </a:cubicBezTo>
                  <a:cubicBezTo>
                    <a:pt x="190376" y="288284"/>
                    <a:pt x="190376" y="293723"/>
                    <a:pt x="190376" y="301882"/>
                  </a:cubicBezTo>
                  <a:cubicBezTo>
                    <a:pt x="190376" y="315480"/>
                    <a:pt x="190376" y="329079"/>
                    <a:pt x="193096" y="342677"/>
                  </a:cubicBezTo>
                  <a:cubicBezTo>
                    <a:pt x="193096" y="361715"/>
                    <a:pt x="193096" y="378033"/>
                    <a:pt x="195815" y="397070"/>
                  </a:cubicBezTo>
                  <a:cubicBezTo>
                    <a:pt x="195815" y="413388"/>
                    <a:pt x="195815" y="426986"/>
                    <a:pt x="195815" y="443304"/>
                  </a:cubicBezTo>
                  <a:cubicBezTo>
                    <a:pt x="195815" y="465061"/>
                    <a:pt x="198535" y="508576"/>
                    <a:pt x="195815" y="530333"/>
                  </a:cubicBezTo>
                  <a:cubicBezTo>
                    <a:pt x="195815" y="538492"/>
                    <a:pt x="193096" y="546651"/>
                    <a:pt x="193096" y="554810"/>
                  </a:cubicBezTo>
                  <a:cubicBezTo>
                    <a:pt x="193096" y="560249"/>
                    <a:pt x="190376" y="590166"/>
                    <a:pt x="190376" y="603764"/>
                  </a:cubicBezTo>
                  <a:cubicBezTo>
                    <a:pt x="190376" y="609203"/>
                    <a:pt x="190376" y="611923"/>
                    <a:pt x="198535" y="611923"/>
                  </a:cubicBezTo>
                  <a:cubicBezTo>
                    <a:pt x="206694" y="611923"/>
                    <a:pt x="209414" y="611923"/>
                    <a:pt x="214853" y="611923"/>
                  </a:cubicBezTo>
                  <a:cubicBezTo>
                    <a:pt x="223012" y="611923"/>
                    <a:pt x="220293" y="611923"/>
                    <a:pt x="236610" y="611923"/>
                  </a:cubicBezTo>
                  <a:cubicBezTo>
                    <a:pt x="242050" y="611923"/>
                    <a:pt x="258368" y="601044"/>
                    <a:pt x="263807" y="598325"/>
                  </a:cubicBezTo>
                  <a:cubicBezTo>
                    <a:pt x="266527" y="598325"/>
                    <a:pt x="274686" y="592885"/>
                    <a:pt x="277405" y="592885"/>
                  </a:cubicBezTo>
                  <a:cubicBezTo>
                    <a:pt x="285564" y="587446"/>
                    <a:pt x="288284" y="579287"/>
                    <a:pt x="291004" y="573848"/>
                  </a:cubicBezTo>
                  <a:cubicBezTo>
                    <a:pt x="296443" y="562969"/>
                    <a:pt x="301882" y="554810"/>
                    <a:pt x="307322" y="543931"/>
                  </a:cubicBezTo>
                  <a:cubicBezTo>
                    <a:pt x="315481" y="524894"/>
                    <a:pt x="320920" y="524894"/>
                    <a:pt x="326359" y="481379"/>
                  </a:cubicBezTo>
                  <a:cubicBezTo>
                    <a:pt x="329079" y="456903"/>
                    <a:pt x="334518" y="435145"/>
                    <a:pt x="337238" y="413388"/>
                  </a:cubicBezTo>
                  <a:cubicBezTo>
                    <a:pt x="337238" y="391631"/>
                    <a:pt x="337238" y="369873"/>
                    <a:pt x="337238" y="350836"/>
                  </a:cubicBezTo>
                  <a:cubicBezTo>
                    <a:pt x="337238" y="339957"/>
                    <a:pt x="337238" y="320920"/>
                    <a:pt x="334518" y="296443"/>
                  </a:cubicBezTo>
                  <a:cubicBezTo>
                    <a:pt x="331798" y="269246"/>
                    <a:pt x="329079" y="250209"/>
                    <a:pt x="329079" y="244769"/>
                  </a:cubicBezTo>
                  <a:cubicBezTo>
                    <a:pt x="323640" y="206694"/>
                    <a:pt x="318200" y="174058"/>
                    <a:pt x="307322" y="135983"/>
                  </a:cubicBezTo>
                  <a:cubicBezTo>
                    <a:pt x="304602" y="125105"/>
                    <a:pt x="304602" y="108787"/>
                    <a:pt x="271966" y="78870"/>
                  </a:cubicBezTo>
                  <a:cubicBezTo>
                    <a:pt x="263807" y="73431"/>
                    <a:pt x="233891" y="65272"/>
                    <a:pt x="214853" y="65272"/>
                  </a:cubicBezTo>
                  <a:close/>
                  <a:moveTo>
                    <a:pt x="114226" y="0"/>
                  </a:moveTo>
                  <a:cubicBezTo>
                    <a:pt x="119665" y="0"/>
                    <a:pt x="125105" y="0"/>
                    <a:pt x="127824" y="0"/>
                  </a:cubicBezTo>
                  <a:cubicBezTo>
                    <a:pt x="133264" y="0"/>
                    <a:pt x="141422" y="0"/>
                    <a:pt x="146862" y="2720"/>
                  </a:cubicBezTo>
                  <a:cubicBezTo>
                    <a:pt x="157741" y="5439"/>
                    <a:pt x="165900" y="13598"/>
                    <a:pt x="174059" y="21758"/>
                  </a:cubicBezTo>
                  <a:cubicBezTo>
                    <a:pt x="179498" y="21758"/>
                    <a:pt x="187657" y="21758"/>
                    <a:pt x="193096" y="21758"/>
                  </a:cubicBezTo>
                  <a:cubicBezTo>
                    <a:pt x="212134" y="21758"/>
                    <a:pt x="228452" y="27197"/>
                    <a:pt x="261088" y="27197"/>
                  </a:cubicBezTo>
                  <a:cubicBezTo>
                    <a:pt x="277405" y="27197"/>
                    <a:pt x="293723" y="35356"/>
                    <a:pt x="310042" y="35356"/>
                  </a:cubicBezTo>
                  <a:cubicBezTo>
                    <a:pt x="318200" y="35356"/>
                    <a:pt x="329079" y="35356"/>
                    <a:pt x="334518" y="40795"/>
                  </a:cubicBezTo>
                  <a:cubicBezTo>
                    <a:pt x="342677" y="46234"/>
                    <a:pt x="348117" y="54393"/>
                    <a:pt x="356276" y="59833"/>
                  </a:cubicBezTo>
                  <a:cubicBezTo>
                    <a:pt x="361715" y="65272"/>
                    <a:pt x="369874" y="67992"/>
                    <a:pt x="372593" y="76151"/>
                  </a:cubicBezTo>
                  <a:cubicBezTo>
                    <a:pt x="375313" y="81590"/>
                    <a:pt x="378033" y="89749"/>
                    <a:pt x="380752" y="95188"/>
                  </a:cubicBezTo>
                  <a:cubicBezTo>
                    <a:pt x="386192" y="103347"/>
                    <a:pt x="391631" y="106067"/>
                    <a:pt x="405230" y="114226"/>
                  </a:cubicBezTo>
                  <a:cubicBezTo>
                    <a:pt x="413388" y="119665"/>
                    <a:pt x="410669" y="133263"/>
                    <a:pt x="416108" y="141422"/>
                  </a:cubicBezTo>
                  <a:cubicBezTo>
                    <a:pt x="426987" y="160461"/>
                    <a:pt x="446025" y="182218"/>
                    <a:pt x="451464" y="201256"/>
                  </a:cubicBezTo>
                  <a:cubicBezTo>
                    <a:pt x="456903" y="220293"/>
                    <a:pt x="456903" y="236611"/>
                    <a:pt x="456903" y="252929"/>
                  </a:cubicBezTo>
                  <a:cubicBezTo>
                    <a:pt x="456903" y="266527"/>
                    <a:pt x="456903" y="277406"/>
                    <a:pt x="456903" y="291004"/>
                  </a:cubicBezTo>
                  <a:cubicBezTo>
                    <a:pt x="456903" y="299163"/>
                    <a:pt x="456903" y="307322"/>
                    <a:pt x="459623" y="318201"/>
                  </a:cubicBezTo>
                  <a:cubicBezTo>
                    <a:pt x="459623" y="320921"/>
                    <a:pt x="459623" y="323640"/>
                    <a:pt x="459623" y="326360"/>
                  </a:cubicBezTo>
                  <a:cubicBezTo>
                    <a:pt x="462342" y="331799"/>
                    <a:pt x="459623" y="337238"/>
                    <a:pt x="459623" y="348117"/>
                  </a:cubicBezTo>
                  <a:cubicBezTo>
                    <a:pt x="459623" y="350837"/>
                    <a:pt x="462342" y="361715"/>
                    <a:pt x="462342" y="367155"/>
                  </a:cubicBezTo>
                  <a:cubicBezTo>
                    <a:pt x="462342" y="375314"/>
                    <a:pt x="456903" y="383473"/>
                    <a:pt x="456903" y="391632"/>
                  </a:cubicBezTo>
                  <a:cubicBezTo>
                    <a:pt x="456903" y="399790"/>
                    <a:pt x="456903" y="410669"/>
                    <a:pt x="456903" y="418828"/>
                  </a:cubicBezTo>
                  <a:cubicBezTo>
                    <a:pt x="456903" y="421548"/>
                    <a:pt x="454183" y="429707"/>
                    <a:pt x="451464" y="437866"/>
                  </a:cubicBezTo>
                  <a:cubicBezTo>
                    <a:pt x="448744" y="443305"/>
                    <a:pt x="448744" y="451464"/>
                    <a:pt x="446025" y="454184"/>
                  </a:cubicBezTo>
                  <a:cubicBezTo>
                    <a:pt x="443305" y="462343"/>
                    <a:pt x="440585" y="473221"/>
                    <a:pt x="440585" y="481380"/>
                  </a:cubicBezTo>
                  <a:cubicBezTo>
                    <a:pt x="437865" y="489539"/>
                    <a:pt x="437865" y="500418"/>
                    <a:pt x="432426" y="508577"/>
                  </a:cubicBezTo>
                  <a:cubicBezTo>
                    <a:pt x="429706" y="516736"/>
                    <a:pt x="424267" y="522175"/>
                    <a:pt x="418828" y="530334"/>
                  </a:cubicBezTo>
                  <a:cubicBezTo>
                    <a:pt x="416108" y="535773"/>
                    <a:pt x="413388" y="543932"/>
                    <a:pt x="410669" y="549371"/>
                  </a:cubicBezTo>
                  <a:cubicBezTo>
                    <a:pt x="405230" y="557531"/>
                    <a:pt x="397071" y="573848"/>
                    <a:pt x="391631" y="579288"/>
                  </a:cubicBezTo>
                  <a:cubicBezTo>
                    <a:pt x="369874" y="609204"/>
                    <a:pt x="350836" y="620083"/>
                    <a:pt x="337238" y="630961"/>
                  </a:cubicBezTo>
                  <a:cubicBezTo>
                    <a:pt x="326359" y="639120"/>
                    <a:pt x="315481" y="641840"/>
                    <a:pt x="301883" y="647279"/>
                  </a:cubicBezTo>
                  <a:cubicBezTo>
                    <a:pt x="291004" y="649999"/>
                    <a:pt x="277405" y="652718"/>
                    <a:pt x="263807" y="652718"/>
                  </a:cubicBezTo>
                  <a:cubicBezTo>
                    <a:pt x="252929" y="652718"/>
                    <a:pt x="244770" y="649999"/>
                    <a:pt x="233891" y="649999"/>
                  </a:cubicBezTo>
                  <a:cubicBezTo>
                    <a:pt x="206694" y="649999"/>
                    <a:pt x="217573" y="652718"/>
                    <a:pt x="187657" y="652718"/>
                  </a:cubicBezTo>
                  <a:cubicBezTo>
                    <a:pt x="184937" y="660877"/>
                    <a:pt x="179498" y="666317"/>
                    <a:pt x="171339" y="669036"/>
                  </a:cubicBezTo>
                  <a:cubicBezTo>
                    <a:pt x="165900" y="671756"/>
                    <a:pt x="160460" y="671756"/>
                    <a:pt x="155021" y="671756"/>
                  </a:cubicBezTo>
                  <a:cubicBezTo>
                    <a:pt x="149581" y="671756"/>
                    <a:pt x="144142" y="674476"/>
                    <a:pt x="138703" y="674476"/>
                  </a:cubicBezTo>
                  <a:cubicBezTo>
                    <a:pt x="135983" y="674476"/>
                    <a:pt x="127824" y="677195"/>
                    <a:pt x="125105" y="677195"/>
                  </a:cubicBezTo>
                  <a:cubicBezTo>
                    <a:pt x="116946" y="677195"/>
                    <a:pt x="108787" y="671756"/>
                    <a:pt x="106067" y="671756"/>
                  </a:cubicBezTo>
                  <a:cubicBezTo>
                    <a:pt x="100628" y="669036"/>
                    <a:pt x="95188" y="663597"/>
                    <a:pt x="87029" y="658158"/>
                  </a:cubicBezTo>
                  <a:cubicBezTo>
                    <a:pt x="84310" y="655438"/>
                    <a:pt x="81590" y="655438"/>
                    <a:pt x="81590" y="652718"/>
                  </a:cubicBezTo>
                  <a:cubicBezTo>
                    <a:pt x="73431" y="652718"/>
                    <a:pt x="81590" y="652718"/>
                    <a:pt x="67992" y="652718"/>
                  </a:cubicBezTo>
                  <a:cubicBezTo>
                    <a:pt x="59833" y="652718"/>
                    <a:pt x="51674" y="652718"/>
                    <a:pt x="43515" y="652718"/>
                  </a:cubicBezTo>
                  <a:cubicBezTo>
                    <a:pt x="35356" y="652718"/>
                    <a:pt x="24477" y="652718"/>
                    <a:pt x="16318" y="647279"/>
                  </a:cubicBezTo>
                  <a:cubicBezTo>
                    <a:pt x="8159" y="644559"/>
                    <a:pt x="0" y="636401"/>
                    <a:pt x="0" y="630961"/>
                  </a:cubicBezTo>
                  <a:cubicBezTo>
                    <a:pt x="0" y="625522"/>
                    <a:pt x="0" y="622802"/>
                    <a:pt x="5439" y="620083"/>
                  </a:cubicBezTo>
                  <a:cubicBezTo>
                    <a:pt x="10879" y="617363"/>
                    <a:pt x="21758" y="614643"/>
                    <a:pt x="27197" y="611924"/>
                  </a:cubicBezTo>
                  <a:cubicBezTo>
                    <a:pt x="38076" y="609204"/>
                    <a:pt x="54393" y="609204"/>
                    <a:pt x="65272" y="609204"/>
                  </a:cubicBezTo>
                  <a:cubicBezTo>
                    <a:pt x="65272" y="601045"/>
                    <a:pt x="65272" y="592886"/>
                    <a:pt x="65272" y="584727"/>
                  </a:cubicBezTo>
                  <a:cubicBezTo>
                    <a:pt x="65272" y="541213"/>
                    <a:pt x="62552" y="500418"/>
                    <a:pt x="62552" y="456903"/>
                  </a:cubicBezTo>
                  <a:cubicBezTo>
                    <a:pt x="62552" y="440585"/>
                    <a:pt x="65272" y="397071"/>
                    <a:pt x="65272" y="337238"/>
                  </a:cubicBezTo>
                  <a:cubicBezTo>
                    <a:pt x="65272" y="293724"/>
                    <a:pt x="67992" y="247490"/>
                    <a:pt x="67992" y="203975"/>
                  </a:cubicBezTo>
                  <a:cubicBezTo>
                    <a:pt x="67992" y="179498"/>
                    <a:pt x="67992" y="149582"/>
                    <a:pt x="70712" y="119665"/>
                  </a:cubicBezTo>
                  <a:cubicBezTo>
                    <a:pt x="70712" y="103347"/>
                    <a:pt x="73431" y="84309"/>
                    <a:pt x="73431" y="67992"/>
                  </a:cubicBezTo>
                  <a:cubicBezTo>
                    <a:pt x="73431" y="67992"/>
                    <a:pt x="70712" y="67992"/>
                    <a:pt x="67992" y="67992"/>
                  </a:cubicBezTo>
                  <a:cubicBezTo>
                    <a:pt x="59833" y="67992"/>
                    <a:pt x="51674" y="67992"/>
                    <a:pt x="43515" y="67992"/>
                  </a:cubicBezTo>
                  <a:cubicBezTo>
                    <a:pt x="35356" y="67992"/>
                    <a:pt x="24477" y="67992"/>
                    <a:pt x="16318" y="62552"/>
                  </a:cubicBezTo>
                  <a:cubicBezTo>
                    <a:pt x="8159" y="59833"/>
                    <a:pt x="0" y="51674"/>
                    <a:pt x="0" y="46234"/>
                  </a:cubicBezTo>
                  <a:cubicBezTo>
                    <a:pt x="0" y="43515"/>
                    <a:pt x="0" y="38075"/>
                    <a:pt x="5439" y="35356"/>
                  </a:cubicBezTo>
                  <a:cubicBezTo>
                    <a:pt x="10879" y="32636"/>
                    <a:pt x="21758" y="29916"/>
                    <a:pt x="27197" y="27197"/>
                  </a:cubicBezTo>
                  <a:cubicBezTo>
                    <a:pt x="46234" y="24477"/>
                    <a:pt x="65272" y="21758"/>
                    <a:pt x="76151" y="21758"/>
                  </a:cubicBezTo>
                  <a:cubicBezTo>
                    <a:pt x="76151" y="19038"/>
                    <a:pt x="78871" y="16318"/>
                    <a:pt x="81590" y="13598"/>
                  </a:cubicBezTo>
                  <a:cubicBezTo>
                    <a:pt x="84310" y="10879"/>
                    <a:pt x="92469" y="5439"/>
                    <a:pt x="97908" y="5439"/>
                  </a:cubicBezTo>
                  <a:cubicBezTo>
                    <a:pt x="103347" y="2720"/>
                    <a:pt x="108787" y="0"/>
                    <a:pt x="114226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E57DE58C-884C-473D-88BB-56EE3548B302}"/>
                </a:ext>
              </a:extLst>
            </p:cNvPr>
            <p:cNvSpPr/>
            <p:nvPr/>
          </p:nvSpPr>
          <p:spPr>
            <a:xfrm>
              <a:off x="7310622" y="4197597"/>
              <a:ext cx="489539" cy="761503"/>
            </a:xfrm>
            <a:custGeom>
              <a:avLst/>
              <a:gdLst>
                <a:gd name="connsiteX0" fmla="*/ 433491 w 489538"/>
                <a:gd name="connsiteY0" fmla="*/ 651063 h 761503"/>
                <a:gd name="connsiteX1" fmla="*/ 438930 w 489538"/>
                <a:gd name="connsiteY1" fmla="*/ 661942 h 761503"/>
                <a:gd name="connsiteX2" fmla="*/ 425332 w 489538"/>
                <a:gd name="connsiteY2" fmla="*/ 683699 h 761503"/>
                <a:gd name="connsiteX3" fmla="*/ 400855 w 489538"/>
                <a:gd name="connsiteY3" fmla="*/ 691858 h 761503"/>
                <a:gd name="connsiteX4" fmla="*/ 343742 w 489538"/>
                <a:gd name="connsiteY4" fmla="*/ 700017 h 761503"/>
                <a:gd name="connsiteX5" fmla="*/ 316546 w 489538"/>
                <a:gd name="connsiteY5" fmla="*/ 705456 h 761503"/>
                <a:gd name="connsiteX6" fmla="*/ 275751 w 489538"/>
                <a:gd name="connsiteY6" fmla="*/ 705456 h 761503"/>
                <a:gd name="connsiteX7" fmla="*/ 264872 w 489538"/>
                <a:gd name="connsiteY7" fmla="*/ 708176 h 761503"/>
                <a:gd name="connsiteX8" fmla="*/ 253994 w 489538"/>
                <a:gd name="connsiteY8" fmla="*/ 708176 h 761503"/>
                <a:gd name="connsiteX9" fmla="*/ 240395 w 489538"/>
                <a:gd name="connsiteY9" fmla="*/ 719054 h 761503"/>
                <a:gd name="connsiteX10" fmla="*/ 224077 w 489538"/>
                <a:gd name="connsiteY10" fmla="*/ 721774 h 761503"/>
                <a:gd name="connsiteX11" fmla="*/ 205040 w 489538"/>
                <a:gd name="connsiteY11" fmla="*/ 724494 h 761503"/>
                <a:gd name="connsiteX12" fmla="*/ 191441 w 489538"/>
                <a:gd name="connsiteY12" fmla="*/ 727213 h 761503"/>
                <a:gd name="connsiteX13" fmla="*/ 169684 w 489538"/>
                <a:gd name="connsiteY13" fmla="*/ 721774 h 761503"/>
                <a:gd name="connsiteX14" fmla="*/ 150646 w 489538"/>
                <a:gd name="connsiteY14" fmla="*/ 708176 h 761503"/>
                <a:gd name="connsiteX15" fmla="*/ 139768 w 489538"/>
                <a:gd name="connsiteY15" fmla="*/ 708176 h 761503"/>
                <a:gd name="connsiteX16" fmla="*/ 120730 w 489538"/>
                <a:gd name="connsiteY16" fmla="*/ 708176 h 761503"/>
                <a:gd name="connsiteX17" fmla="*/ 98973 w 489538"/>
                <a:gd name="connsiteY17" fmla="*/ 708176 h 761503"/>
                <a:gd name="connsiteX18" fmla="*/ 74496 w 489538"/>
                <a:gd name="connsiteY18" fmla="*/ 702736 h 761503"/>
                <a:gd name="connsiteX19" fmla="*/ 58178 w 489538"/>
                <a:gd name="connsiteY19" fmla="*/ 683699 h 761503"/>
                <a:gd name="connsiteX20" fmla="*/ 63617 w 489538"/>
                <a:gd name="connsiteY20" fmla="*/ 675540 h 761503"/>
                <a:gd name="connsiteX21" fmla="*/ 85375 w 489538"/>
                <a:gd name="connsiteY21" fmla="*/ 667381 h 761503"/>
                <a:gd name="connsiteX22" fmla="*/ 128889 w 489538"/>
                <a:gd name="connsiteY22" fmla="*/ 661942 h 761503"/>
                <a:gd name="connsiteX23" fmla="*/ 128889 w 489538"/>
                <a:gd name="connsiteY23" fmla="*/ 602109 h 761503"/>
                <a:gd name="connsiteX24" fmla="*/ 126170 w 489538"/>
                <a:gd name="connsiteY24" fmla="*/ 523239 h 761503"/>
                <a:gd name="connsiteX25" fmla="*/ 126170 w 489538"/>
                <a:gd name="connsiteY25" fmla="*/ 468846 h 761503"/>
                <a:gd name="connsiteX26" fmla="*/ 123450 w 489538"/>
                <a:gd name="connsiteY26" fmla="*/ 409014 h 761503"/>
                <a:gd name="connsiteX27" fmla="*/ 123450 w 489538"/>
                <a:gd name="connsiteY27" fmla="*/ 384537 h 761503"/>
                <a:gd name="connsiteX28" fmla="*/ 126170 w 489538"/>
                <a:gd name="connsiteY28" fmla="*/ 349181 h 761503"/>
                <a:gd name="connsiteX29" fmla="*/ 126170 w 489538"/>
                <a:gd name="connsiteY29" fmla="*/ 324704 h 761503"/>
                <a:gd name="connsiteX30" fmla="*/ 128889 w 489538"/>
                <a:gd name="connsiteY30" fmla="*/ 292068 h 761503"/>
                <a:gd name="connsiteX31" fmla="*/ 134329 w 489538"/>
                <a:gd name="connsiteY31" fmla="*/ 234956 h 761503"/>
                <a:gd name="connsiteX32" fmla="*/ 134329 w 489538"/>
                <a:gd name="connsiteY32" fmla="*/ 172404 h 761503"/>
                <a:gd name="connsiteX33" fmla="*/ 137048 w 489538"/>
                <a:gd name="connsiteY33" fmla="*/ 123450 h 761503"/>
                <a:gd name="connsiteX34" fmla="*/ 123450 w 489538"/>
                <a:gd name="connsiteY34" fmla="*/ 123450 h 761503"/>
                <a:gd name="connsiteX35" fmla="*/ 101693 w 489538"/>
                <a:gd name="connsiteY35" fmla="*/ 123450 h 761503"/>
                <a:gd name="connsiteX36" fmla="*/ 77216 w 489538"/>
                <a:gd name="connsiteY36" fmla="*/ 118011 h 761503"/>
                <a:gd name="connsiteX37" fmla="*/ 60898 w 489538"/>
                <a:gd name="connsiteY37" fmla="*/ 98973 h 761503"/>
                <a:gd name="connsiteX38" fmla="*/ 66337 w 489538"/>
                <a:gd name="connsiteY38" fmla="*/ 90814 h 761503"/>
                <a:gd name="connsiteX39" fmla="*/ 88094 w 489538"/>
                <a:gd name="connsiteY39" fmla="*/ 82655 h 761503"/>
                <a:gd name="connsiteX40" fmla="*/ 145207 w 489538"/>
                <a:gd name="connsiteY40" fmla="*/ 77216 h 761503"/>
                <a:gd name="connsiteX41" fmla="*/ 145207 w 489538"/>
                <a:gd name="connsiteY41" fmla="*/ 77216 h 761503"/>
                <a:gd name="connsiteX42" fmla="*/ 153366 w 489538"/>
                <a:gd name="connsiteY42" fmla="*/ 69057 h 761503"/>
                <a:gd name="connsiteX43" fmla="*/ 177843 w 489538"/>
                <a:gd name="connsiteY43" fmla="*/ 60898 h 761503"/>
                <a:gd name="connsiteX44" fmla="*/ 196881 w 489538"/>
                <a:gd name="connsiteY44" fmla="*/ 58178 h 761503"/>
                <a:gd name="connsiteX45" fmla="*/ 205040 w 489538"/>
                <a:gd name="connsiteY45" fmla="*/ 58178 h 761503"/>
                <a:gd name="connsiteX46" fmla="*/ 215919 w 489538"/>
                <a:gd name="connsiteY46" fmla="*/ 63617 h 761503"/>
                <a:gd name="connsiteX47" fmla="*/ 229517 w 489538"/>
                <a:gd name="connsiteY47" fmla="*/ 69057 h 761503"/>
                <a:gd name="connsiteX48" fmla="*/ 256713 w 489538"/>
                <a:gd name="connsiteY48" fmla="*/ 77216 h 761503"/>
                <a:gd name="connsiteX49" fmla="*/ 264872 w 489538"/>
                <a:gd name="connsiteY49" fmla="*/ 77216 h 761503"/>
                <a:gd name="connsiteX50" fmla="*/ 281190 w 489538"/>
                <a:gd name="connsiteY50" fmla="*/ 77216 h 761503"/>
                <a:gd name="connsiteX51" fmla="*/ 330144 w 489538"/>
                <a:gd name="connsiteY51" fmla="*/ 77216 h 761503"/>
                <a:gd name="connsiteX52" fmla="*/ 357341 w 489538"/>
                <a:gd name="connsiteY52" fmla="*/ 79935 h 761503"/>
                <a:gd name="connsiteX53" fmla="*/ 387257 w 489538"/>
                <a:gd name="connsiteY53" fmla="*/ 82655 h 761503"/>
                <a:gd name="connsiteX54" fmla="*/ 406295 w 489538"/>
                <a:gd name="connsiteY54" fmla="*/ 85375 h 761503"/>
                <a:gd name="connsiteX55" fmla="*/ 417173 w 489538"/>
                <a:gd name="connsiteY55" fmla="*/ 79935 h 761503"/>
                <a:gd name="connsiteX56" fmla="*/ 425332 w 489538"/>
                <a:gd name="connsiteY56" fmla="*/ 85375 h 761503"/>
                <a:gd name="connsiteX57" fmla="*/ 433491 w 489538"/>
                <a:gd name="connsiteY57" fmla="*/ 104412 h 761503"/>
                <a:gd name="connsiteX58" fmla="*/ 436211 w 489538"/>
                <a:gd name="connsiteY58" fmla="*/ 137048 h 761503"/>
                <a:gd name="connsiteX59" fmla="*/ 438930 w 489538"/>
                <a:gd name="connsiteY59" fmla="*/ 183282 h 761503"/>
                <a:gd name="connsiteX60" fmla="*/ 422612 w 489538"/>
                <a:gd name="connsiteY60" fmla="*/ 218638 h 761503"/>
                <a:gd name="connsiteX61" fmla="*/ 406295 w 489538"/>
                <a:gd name="connsiteY61" fmla="*/ 213198 h 761503"/>
                <a:gd name="connsiteX62" fmla="*/ 398136 w 489538"/>
                <a:gd name="connsiteY62" fmla="*/ 196881 h 761503"/>
                <a:gd name="connsiteX63" fmla="*/ 395416 w 489538"/>
                <a:gd name="connsiteY63" fmla="*/ 175123 h 761503"/>
                <a:gd name="connsiteX64" fmla="*/ 395416 w 489538"/>
                <a:gd name="connsiteY64" fmla="*/ 153366 h 761503"/>
                <a:gd name="connsiteX65" fmla="*/ 395416 w 489538"/>
                <a:gd name="connsiteY65" fmla="*/ 126170 h 761503"/>
                <a:gd name="connsiteX66" fmla="*/ 370939 w 489538"/>
                <a:gd name="connsiteY66" fmla="*/ 128889 h 761503"/>
                <a:gd name="connsiteX67" fmla="*/ 338303 w 489538"/>
                <a:gd name="connsiteY67" fmla="*/ 131609 h 761503"/>
                <a:gd name="connsiteX68" fmla="*/ 286629 w 489538"/>
                <a:gd name="connsiteY68" fmla="*/ 134328 h 761503"/>
                <a:gd name="connsiteX69" fmla="*/ 273031 w 489538"/>
                <a:gd name="connsiteY69" fmla="*/ 137048 h 761503"/>
                <a:gd name="connsiteX70" fmla="*/ 262153 w 489538"/>
                <a:gd name="connsiteY70" fmla="*/ 142487 h 761503"/>
                <a:gd name="connsiteX71" fmla="*/ 259433 w 489538"/>
                <a:gd name="connsiteY71" fmla="*/ 153366 h 761503"/>
                <a:gd name="connsiteX72" fmla="*/ 262153 w 489538"/>
                <a:gd name="connsiteY72" fmla="*/ 166964 h 761503"/>
                <a:gd name="connsiteX73" fmla="*/ 262153 w 489538"/>
                <a:gd name="connsiteY73" fmla="*/ 196881 h 761503"/>
                <a:gd name="connsiteX74" fmla="*/ 262153 w 489538"/>
                <a:gd name="connsiteY74" fmla="*/ 215918 h 761503"/>
                <a:gd name="connsiteX75" fmla="*/ 262153 w 489538"/>
                <a:gd name="connsiteY75" fmla="*/ 251274 h 761503"/>
                <a:gd name="connsiteX76" fmla="*/ 259433 w 489538"/>
                <a:gd name="connsiteY76" fmla="*/ 278470 h 761503"/>
                <a:gd name="connsiteX77" fmla="*/ 259433 w 489538"/>
                <a:gd name="connsiteY77" fmla="*/ 308386 h 761503"/>
                <a:gd name="connsiteX78" fmla="*/ 259433 w 489538"/>
                <a:gd name="connsiteY78" fmla="*/ 321985 h 761503"/>
                <a:gd name="connsiteX79" fmla="*/ 259433 w 489538"/>
                <a:gd name="connsiteY79" fmla="*/ 332863 h 761503"/>
                <a:gd name="connsiteX80" fmla="*/ 267592 w 489538"/>
                <a:gd name="connsiteY80" fmla="*/ 335583 h 761503"/>
                <a:gd name="connsiteX81" fmla="*/ 281190 w 489538"/>
                <a:gd name="connsiteY81" fmla="*/ 335583 h 761503"/>
                <a:gd name="connsiteX82" fmla="*/ 327424 w 489538"/>
                <a:gd name="connsiteY82" fmla="*/ 338303 h 761503"/>
                <a:gd name="connsiteX83" fmla="*/ 351901 w 489538"/>
                <a:gd name="connsiteY83" fmla="*/ 341022 h 761503"/>
                <a:gd name="connsiteX84" fmla="*/ 351901 w 489538"/>
                <a:gd name="connsiteY84" fmla="*/ 335583 h 761503"/>
                <a:gd name="connsiteX85" fmla="*/ 351901 w 489538"/>
                <a:gd name="connsiteY85" fmla="*/ 313826 h 761503"/>
                <a:gd name="connsiteX86" fmla="*/ 357341 w 489538"/>
                <a:gd name="connsiteY86" fmla="*/ 289349 h 761503"/>
                <a:gd name="connsiteX87" fmla="*/ 373658 w 489538"/>
                <a:gd name="connsiteY87" fmla="*/ 273031 h 761503"/>
                <a:gd name="connsiteX88" fmla="*/ 381817 w 489538"/>
                <a:gd name="connsiteY88" fmla="*/ 278470 h 761503"/>
                <a:gd name="connsiteX89" fmla="*/ 389977 w 489538"/>
                <a:gd name="connsiteY89" fmla="*/ 300228 h 761503"/>
                <a:gd name="connsiteX90" fmla="*/ 395416 w 489538"/>
                <a:gd name="connsiteY90" fmla="*/ 351901 h 761503"/>
                <a:gd name="connsiteX91" fmla="*/ 398136 w 489538"/>
                <a:gd name="connsiteY91" fmla="*/ 409014 h 761503"/>
                <a:gd name="connsiteX92" fmla="*/ 381817 w 489538"/>
                <a:gd name="connsiteY92" fmla="*/ 444369 h 761503"/>
                <a:gd name="connsiteX93" fmla="*/ 365500 w 489538"/>
                <a:gd name="connsiteY93" fmla="*/ 438930 h 761503"/>
                <a:gd name="connsiteX94" fmla="*/ 357341 w 489538"/>
                <a:gd name="connsiteY94" fmla="*/ 422612 h 761503"/>
                <a:gd name="connsiteX95" fmla="*/ 354621 w 489538"/>
                <a:gd name="connsiteY95" fmla="*/ 400855 h 761503"/>
                <a:gd name="connsiteX96" fmla="*/ 354621 w 489538"/>
                <a:gd name="connsiteY96" fmla="*/ 381817 h 761503"/>
                <a:gd name="connsiteX97" fmla="*/ 270312 w 489538"/>
                <a:gd name="connsiteY97" fmla="*/ 381817 h 761503"/>
                <a:gd name="connsiteX98" fmla="*/ 256713 w 489538"/>
                <a:gd name="connsiteY98" fmla="*/ 395415 h 761503"/>
                <a:gd name="connsiteX99" fmla="*/ 253994 w 489538"/>
                <a:gd name="connsiteY99" fmla="*/ 422612 h 761503"/>
                <a:gd name="connsiteX100" fmla="*/ 253994 w 489538"/>
                <a:gd name="connsiteY100" fmla="*/ 433490 h 761503"/>
                <a:gd name="connsiteX101" fmla="*/ 253994 w 489538"/>
                <a:gd name="connsiteY101" fmla="*/ 449809 h 761503"/>
                <a:gd name="connsiteX102" fmla="*/ 256713 w 489538"/>
                <a:gd name="connsiteY102" fmla="*/ 474285 h 761503"/>
                <a:gd name="connsiteX103" fmla="*/ 256713 w 489538"/>
                <a:gd name="connsiteY103" fmla="*/ 496043 h 761503"/>
                <a:gd name="connsiteX104" fmla="*/ 259433 w 489538"/>
                <a:gd name="connsiteY104" fmla="*/ 534118 h 761503"/>
                <a:gd name="connsiteX105" fmla="*/ 259433 w 489538"/>
                <a:gd name="connsiteY105" fmla="*/ 591231 h 761503"/>
                <a:gd name="connsiteX106" fmla="*/ 262153 w 489538"/>
                <a:gd name="connsiteY106" fmla="*/ 618427 h 761503"/>
                <a:gd name="connsiteX107" fmla="*/ 267592 w 489538"/>
                <a:gd name="connsiteY107" fmla="*/ 648343 h 761503"/>
                <a:gd name="connsiteX108" fmla="*/ 292069 w 489538"/>
                <a:gd name="connsiteY108" fmla="*/ 651063 h 761503"/>
                <a:gd name="connsiteX109" fmla="*/ 327424 w 489538"/>
                <a:gd name="connsiteY109" fmla="*/ 651063 h 761503"/>
                <a:gd name="connsiteX110" fmla="*/ 362780 w 489538"/>
                <a:gd name="connsiteY110" fmla="*/ 653783 h 761503"/>
                <a:gd name="connsiteX111" fmla="*/ 395416 w 489538"/>
                <a:gd name="connsiteY111" fmla="*/ 648343 h 761503"/>
                <a:gd name="connsiteX112" fmla="*/ 395416 w 489538"/>
                <a:gd name="connsiteY112" fmla="*/ 618427 h 761503"/>
                <a:gd name="connsiteX113" fmla="*/ 395416 w 489538"/>
                <a:gd name="connsiteY113" fmla="*/ 596670 h 761503"/>
                <a:gd name="connsiteX114" fmla="*/ 398136 w 489538"/>
                <a:gd name="connsiteY114" fmla="*/ 574913 h 761503"/>
                <a:gd name="connsiteX115" fmla="*/ 406295 w 489538"/>
                <a:gd name="connsiteY115" fmla="*/ 558595 h 761503"/>
                <a:gd name="connsiteX116" fmla="*/ 422612 w 489538"/>
                <a:gd name="connsiteY116" fmla="*/ 553155 h 761503"/>
                <a:gd name="connsiteX117" fmla="*/ 438930 w 489538"/>
                <a:gd name="connsiteY117" fmla="*/ 588511 h 761503"/>
                <a:gd name="connsiteX118" fmla="*/ 436211 w 489538"/>
                <a:gd name="connsiteY118" fmla="*/ 645624 h 761503"/>
                <a:gd name="connsiteX119" fmla="*/ 433491 w 489538"/>
                <a:gd name="connsiteY119" fmla="*/ 651063 h 761503"/>
                <a:gd name="connsiteX120" fmla="*/ 433491 w 489538"/>
                <a:gd name="connsiteY120" fmla="*/ 651063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</a:cxnLst>
              <a:rect l="l" t="t" r="r" b="b"/>
              <a:pathLst>
                <a:path w="489538" h="761503">
                  <a:moveTo>
                    <a:pt x="433491" y="651063"/>
                  </a:moveTo>
                  <a:cubicBezTo>
                    <a:pt x="436211" y="653783"/>
                    <a:pt x="438930" y="656502"/>
                    <a:pt x="438930" y="661942"/>
                  </a:cubicBezTo>
                  <a:cubicBezTo>
                    <a:pt x="438930" y="670101"/>
                    <a:pt x="433491" y="678259"/>
                    <a:pt x="425332" y="683699"/>
                  </a:cubicBezTo>
                  <a:cubicBezTo>
                    <a:pt x="417173" y="689138"/>
                    <a:pt x="409014" y="689138"/>
                    <a:pt x="400855" y="691858"/>
                  </a:cubicBezTo>
                  <a:cubicBezTo>
                    <a:pt x="381817" y="694578"/>
                    <a:pt x="362780" y="694578"/>
                    <a:pt x="343742" y="700017"/>
                  </a:cubicBezTo>
                  <a:cubicBezTo>
                    <a:pt x="335583" y="702736"/>
                    <a:pt x="324705" y="702736"/>
                    <a:pt x="316546" y="705456"/>
                  </a:cubicBezTo>
                  <a:cubicBezTo>
                    <a:pt x="308387" y="705456"/>
                    <a:pt x="289349" y="705456"/>
                    <a:pt x="275751" y="705456"/>
                  </a:cubicBezTo>
                  <a:cubicBezTo>
                    <a:pt x="270312" y="705456"/>
                    <a:pt x="267592" y="708176"/>
                    <a:pt x="264872" y="708176"/>
                  </a:cubicBezTo>
                  <a:cubicBezTo>
                    <a:pt x="264872" y="708176"/>
                    <a:pt x="259433" y="708176"/>
                    <a:pt x="253994" y="708176"/>
                  </a:cubicBezTo>
                  <a:cubicBezTo>
                    <a:pt x="251274" y="713615"/>
                    <a:pt x="245835" y="716335"/>
                    <a:pt x="240395" y="719054"/>
                  </a:cubicBezTo>
                  <a:cubicBezTo>
                    <a:pt x="234956" y="721774"/>
                    <a:pt x="229517" y="721774"/>
                    <a:pt x="224077" y="721774"/>
                  </a:cubicBezTo>
                  <a:cubicBezTo>
                    <a:pt x="218638" y="721774"/>
                    <a:pt x="213199" y="724494"/>
                    <a:pt x="205040" y="724494"/>
                  </a:cubicBezTo>
                  <a:cubicBezTo>
                    <a:pt x="202320" y="724494"/>
                    <a:pt x="194161" y="727213"/>
                    <a:pt x="191441" y="727213"/>
                  </a:cubicBezTo>
                  <a:cubicBezTo>
                    <a:pt x="183282" y="727213"/>
                    <a:pt x="172404" y="721774"/>
                    <a:pt x="169684" y="721774"/>
                  </a:cubicBezTo>
                  <a:cubicBezTo>
                    <a:pt x="164245" y="719054"/>
                    <a:pt x="156086" y="713615"/>
                    <a:pt x="150646" y="708176"/>
                  </a:cubicBezTo>
                  <a:cubicBezTo>
                    <a:pt x="145207" y="708176"/>
                    <a:pt x="139768" y="708176"/>
                    <a:pt x="139768" y="708176"/>
                  </a:cubicBezTo>
                  <a:cubicBezTo>
                    <a:pt x="126170" y="708176"/>
                    <a:pt x="137048" y="708176"/>
                    <a:pt x="120730" y="708176"/>
                  </a:cubicBezTo>
                  <a:cubicBezTo>
                    <a:pt x="112571" y="708176"/>
                    <a:pt x="104412" y="708176"/>
                    <a:pt x="98973" y="708176"/>
                  </a:cubicBezTo>
                  <a:cubicBezTo>
                    <a:pt x="90814" y="708176"/>
                    <a:pt x="79936" y="708176"/>
                    <a:pt x="74496" y="702736"/>
                  </a:cubicBezTo>
                  <a:cubicBezTo>
                    <a:pt x="66337" y="700017"/>
                    <a:pt x="58178" y="689138"/>
                    <a:pt x="58178" y="683699"/>
                  </a:cubicBezTo>
                  <a:cubicBezTo>
                    <a:pt x="58178" y="680979"/>
                    <a:pt x="58178" y="678259"/>
                    <a:pt x="63617" y="675540"/>
                  </a:cubicBezTo>
                  <a:cubicBezTo>
                    <a:pt x="69057" y="672820"/>
                    <a:pt x="77216" y="670101"/>
                    <a:pt x="85375" y="667381"/>
                  </a:cubicBezTo>
                  <a:cubicBezTo>
                    <a:pt x="98973" y="664661"/>
                    <a:pt x="115291" y="664661"/>
                    <a:pt x="128889" y="661942"/>
                  </a:cubicBezTo>
                  <a:cubicBezTo>
                    <a:pt x="128889" y="645624"/>
                    <a:pt x="128889" y="623866"/>
                    <a:pt x="128889" y="602109"/>
                  </a:cubicBezTo>
                  <a:cubicBezTo>
                    <a:pt x="128889" y="566754"/>
                    <a:pt x="128889" y="531398"/>
                    <a:pt x="126170" y="523239"/>
                  </a:cubicBezTo>
                  <a:cubicBezTo>
                    <a:pt x="126170" y="517800"/>
                    <a:pt x="126170" y="487884"/>
                    <a:pt x="126170" y="468846"/>
                  </a:cubicBezTo>
                  <a:cubicBezTo>
                    <a:pt x="126170" y="449809"/>
                    <a:pt x="123450" y="430771"/>
                    <a:pt x="123450" y="409014"/>
                  </a:cubicBezTo>
                  <a:cubicBezTo>
                    <a:pt x="123450" y="400855"/>
                    <a:pt x="123450" y="392696"/>
                    <a:pt x="123450" y="384537"/>
                  </a:cubicBezTo>
                  <a:cubicBezTo>
                    <a:pt x="123450" y="373658"/>
                    <a:pt x="126170" y="360060"/>
                    <a:pt x="126170" y="349181"/>
                  </a:cubicBezTo>
                  <a:cubicBezTo>
                    <a:pt x="126170" y="341022"/>
                    <a:pt x="126170" y="332863"/>
                    <a:pt x="126170" y="324704"/>
                  </a:cubicBezTo>
                  <a:cubicBezTo>
                    <a:pt x="126170" y="313826"/>
                    <a:pt x="126170" y="302947"/>
                    <a:pt x="128889" y="292068"/>
                  </a:cubicBezTo>
                  <a:cubicBezTo>
                    <a:pt x="131609" y="273031"/>
                    <a:pt x="134329" y="253993"/>
                    <a:pt x="134329" y="234956"/>
                  </a:cubicBezTo>
                  <a:cubicBezTo>
                    <a:pt x="134329" y="213198"/>
                    <a:pt x="134329" y="191441"/>
                    <a:pt x="134329" y="172404"/>
                  </a:cubicBezTo>
                  <a:cubicBezTo>
                    <a:pt x="134329" y="156086"/>
                    <a:pt x="134329" y="139768"/>
                    <a:pt x="137048" y="123450"/>
                  </a:cubicBezTo>
                  <a:cubicBezTo>
                    <a:pt x="131609" y="123450"/>
                    <a:pt x="134329" y="123450"/>
                    <a:pt x="123450" y="123450"/>
                  </a:cubicBezTo>
                  <a:cubicBezTo>
                    <a:pt x="115291" y="123450"/>
                    <a:pt x="107132" y="123450"/>
                    <a:pt x="101693" y="123450"/>
                  </a:cubicBezTo>
                  <a:cubicBezTo>
                    <a:pt x="93534" y="123450"/>
                    <a:pt x="82655" y="123450"/>
                    <a:pt x="77216" y="118011"/>
                  </a:cubicBezTo>
                  <a:cubicBezTo>
                    <a:pt x="69057" y="115291"/>
                    <a:pt x="60898" y="101693"/>
                    <a:pt x="60898" y="98973"/>
                  </a:cubicBezTo>
                  <a:cubicBezTo>
                    <a:pt x="60898" y="96253"/>
                    <a:pt x="60898" y="93534"/>
                    <a:pt x="66337" y="90814"/>
                  </a:cubicBezTo>
                  <a:cubicBezTo>
                    <a:pt x="71777" y="88094"/>
                    <a:pt x="79936" y="85375"/>
                    <a:pt x="88094" y="82655"/>
                  </a:cubicBezTo>
                  <a:cubicBezTo>
                    <a:pt x="104412" y="79935"/>
                    <a:pt x="131609" y="77216"/>
                    <a:pt x="145207" y="77216"/>
                  </a:cubicBezTo>
                  <a:cubicBezTo>
                    <a:pt x="145207" y="77216"/>
                    <a:pt x="145207" y="77216"/>
                    <a:pt x="145207" y="77216"/>
                  </a:cubicBezTo>
                  <a:cubicBezTo>
                    <a:pt x="145207" y="74496"/>
                    <a:pt x="150646" y="71776"/>
                    <a:pt x="153366" y="69057"/>
                  </a:cubicBezTo>
                  <a:cubicBezTo>
                    <a:pt x="161525" y="63617"/>
                    <a:pt x="169684" y="63617"/>
                    <a:pt x="177843" y="60898"/>
                  </a:cubicBezTo>
                  <a:cubicBezTo>
                    <a:pt x="183282" y="58178"/>
                    <a:pt x="191441" y="58178"/>
                    <a:pt x="196881" y="58178"/>
                  </a:cubicBezTo>
                  <a:cubicBezTo>
                    <a:pt x="199600" y="58178"/>
                    <a:pt x="202320" y="58178"/>
                    <a:pt x="205040" y="58178"/>
                  </a:cubicBezTo>
                  <a:cubicBezTo>
                    <a:pt x="207759" y="58178"/>
                    <a:pt x="213199" y="60898"/>
                    <a:pt x="215919" y="63617"/>
                  </a:cubicBezTo>
                  <a:cubicBezTo>
                    <a:pt x="221358" y="66337"/>
                    <a:pt x="224077" y="66337"/>
                    <a:pt x="229517" y="69057"/>
                  </a:cubicBezTo>
                  <a:cubicBezTo>
                    <a:pt x="237675" y="71776"/>
                    <a:pt x="245835" y="77216"/>
                    <a:pt x="256713" y="77216"/>
                  </a:cubicBezTo>
                  <a:cubicBezTo>
                    <a:pt x="259433" y="77216"/>
                    <a:pt x="262153" y="77216"/>
                    <a:pt x="264872" y="77216"/>
                  </a:cubicBezTo>
                  <a:cubicBezTo>
                    <a:pt x="270312" y="77216"/>
                    <a:pt x="275751" y="77216"/>
                    <a:pt x="281190" y="77216"/>
                  </a:cubicBezTo>
                  <a:cubicBezTo>
                    <a:pt x="292069" y="77216"/>
                    <a:pt x="321985" y="77216"/>
                    <a:pt x="330144" y="77216"/>
                  </a:cubicBezTo>
                  <a:cubicBezTo>
                    <a:pt x="338303" y="77216"/>
                    <a:pt x="349182" y="77216"/>
                    <a:pt x="357341" y="79935"/>
                  </a:cubicBezTo>
                  <a:cubicBezTo>
                    <a:pt x="368219" y="79935"/>
                    <a:pt x="379098" y="82655"/>
                    <a:pt x="387257" y="82655"/>
                  </a:cubicBezTo>
                  <a:cubicBezTo>
                    <a:pt x="392696" y="82655"/>
                    <a:pt x="400855" y="85375"/>
                    <a:pt x="406295" y="85375"/>
                  </a:cubicBezTo>
                  <a:cubicBezTo>
                    <a:pt x="409014" y="82655"/>
                    <a:pt x="414453" y="79935"/>
                    <a:pt x="417173" y="79935"/>
                  </a:cubicBezTo>
                  <a:cubicBezTo>
                    <a:pt x="419893" y="79935"/>
                    <a:pt x="422612" y="79935"/>
                    <a:pt x="425332" y="85375"/>
                  </a:cubicBezTo>
                  <a:cubicBezTo>
                    <a:pt x="428052" y="90814"/>
                    <a:pt x="433491" y="98973"/>
                    <a:pt x="433491" y="104412"/>
                  </a:cubicBezTo>
                  <a:cubicBezTo>
                    <a:pt x="436211" y="131609"/>
                    <a:pt x="436211" y="120730"/>
                    <a:pt x="436211" y="137048"/>
                  </a:cubicBezTo>
                  <a:cubicBezTo>
                    <a:pt x="438930" y="158805"/>
                    <a:pt x="438930" y="158805"/>
                    <a:pt x="438930" y="183282"/>
                  </a:cubicBezTo>
                  <a:cubicBezTo>
                    <a:pt x="438930" y="194161"/>
                    <a:pt x="438930" y="218638"/>
                    <a:pt x="422612" y="218638"/>
                  </a:cubicBezTo>
                  <a:cubicBezTo>
                    <a:pt x="414453" y="218638"/>
                    <a:pt x="411734" y="215918"/>
                    <a:pt x="406295" y="213198"/>
                  </a:cubicBezTo>
                  <a:cubicBezTo>
                    <a:pt x="400855" y="210479"/>
                    <a:pt x="398136" y="202320"/>
                    <a:pt x="398136" y="196881"/>
                  </a:cubicBezTo>
                  <a:cubicBezTo>
                    <a:pt x="395416" y="188722"/>
                    <a:pt x="395416" y="183282"/>
                    <a:pt x="395416" y="175123"/>
                  </a:cubicBezTo>
                  <a:cubicBezTo>
                    <a:pt x="395416" y="169684"/>
                    <a:pt x="395416" y="164245"/>
                    <a:pt x="395416" y="153366"/>
                  </a:cubicBezTo>
                  <a:cubicBezTo>
                    <a:pt x="395416" y="145207"/>
                    <a:pt x="395416" y="134328"/>
                    <a:pt x="395416" y="126170"/>
                  </a:cubicBezTo>
                  <a:cubicBezTo>
                    <a:pt x="387257" y="128889"/>
                    <a:pt x="379098" y="128889"/>
                    <a:pt x="370939" y="128889"/>
                  </a:cubicBezTo>
                  <a:cubicBezTo>
                    <a:pt x="360060" y="128889"/>
                    <a:pt x="349182" y="128889"/>
                    <a:pt x="338303" y="131609"/>
                  </a:cubicBezTo>
                  <a:cubicBezTo>
                    <a:pt x="327424" y="131609"/>
                    <a:pt x="319265" y="134328"/>
                    <a:pt x="286629" y="134328"/>
                  </a:cubicBezTo>
                  <a:cubicBezTo>
                    <a:pt x="281190" y="134328"/>
                    <a:pt x="278470" y="134328"/>
                    <a:pt x="273031" y="137048"/>
                  </a:cubicBezTo>
                  <a:cubicBezTo>
                    <a:pt x="270312" y="137048"/>
                    <a:pt x="264872" y="137048"/>
                    <a:pt x="262153" y="142487"/>
                  </a:cubicBezTo>
                  <a:cubicBezTo>
                    <a:pt x="259433" y="145207"/>
                    <a:pt x="259433" y="150647"/>
                    <a:pt x="259433" y="153366"/>
                  </a:cubicBezTo>
                  <a:cubicBezTo>
                    <a:pt x="259433" y="158805"/>
                    <a:pt x="259433" y="164245"/>
                    <a:pt x="262153" y="166964"/>
                  </a:cubicBezTo>
                  <a:cubicBezTo>
                    <a:pt x="262153" y="177843"/>
                    <a:pt x="262153" y="186002"/>
                    <a:pt x="262153" y="196881"/>
                  </a:cubicBezTo>
                  <a:cubicBezTo>
                    <a:pt x="262153" y="202320"/>
                    <a:pt x="262153" y="210479"/>
                    <a:pt x="262153" y="215918"/>
                  </a:cubicBezTo>
                  <a:cubicBezTo>
                    <a:pt x="262153" y="229516"/>
                    <a:pt x="262153" y="240395"/>
                    <a:pt x="262153" y="251274"/>
                  </a:cubicBezTo>
                  <a:cubicBezTo>
                    <a:pt x="262153" y="259433"/>
                    <a:pt x="259433" y="270311"/>
                    <a:pt x="259433" y="278470"/>
                  </a:cubicBezTo>
                  <a:cubicBezTo>
                    <a:pt x="259433" y="289349"/>
                    <a:pt x="259433" y="297508"/>
                    <a:pt x="259433" y="308386"/>
                  </a:cubicBezTo>
                  <a:cubicBezTo>
                    <a:pt x="259433" y="313826"/>
                    <a:pt x="259433" y="319265"/>
                    <a:pt x="259433" y="321985"/>
                  </a:cubicBezTo>
                  <a:cubicBezTo>
                    <a:pt x="259433" y="324704"/>
                    <a:pt x="259433" y="330144"/>
                    <a:pt x="259433" y="332863"/>
                  </a:cubicBezTo>
                  <a:cubicBezTo>
                    <a:pt x="262153" y="335583"/>
                    <a:pt x="264872" y="335583"/>
                    <a:pt x="267592" y="335583"/>
                  </a:cubicBezTo>
                  <a:cubicBezTo>
                    <a:pt x="273031" y="335583"/>
                    <a:pt x="275751" y="335583"/>
                    <a:pt x="281190" y="335583"/>
                  </a:cubicBezTo>
                  <a:cubicBezTo>
                    <a:pt x="311107" y="335583"/>
                    <a:pt x="319265" y="335583"/>
                    <a:pt x="327424" y="338303"/>
                  </a:cubicBezTo>
                  <a:cubicBezTo>
                    <a:pt x="335583" y="341022"/>
                    <a:pt x="343742" y="341022"/>
                    <a:pt x="351901" y="341022"/>
                  </a:cubicBezTo>
                  <a:cubicBezTo>
                    <a:pt x="351901" y="338303"/>
                    <a:pt x="351901" y="338303"/>
                    <a:pt x="351901" y="335583"/>
                  </a:cubicBezTo>
                  <a:cubicBezTo>
                    <a:pt x="351901" y="327424"/>
                    <a:pt x="351901" y="319265"/>
                    <a:pt x="351901" y="313826"/>
                  </a:cubicBezTo>
                  <a:cubicBezTo>
                    <a:pt x="351901" y="305667"/>
                    <a:pt x="351901" y="294788"/>
                    <a:pt x="357341" y="289349"/>
                  </a:cubicBezTo>
                  <a:cubicBezTo>
                    <a:pt x="360060" y="281190"/>
                    <a:pt x="368219" y="273031"/>
                    <a:pt x="373658" y="273031"/>
                  </a:cubicBezTo>
                  <a:cubicBezTo>
                    <a:pt x="376378" y="273031"/>
                    <a:pt x="379098" y="273031"/>
                    <a:pt x="381817" y="278470"/>
                  </a:cubicBezTo>
                  <a:cubicBezTo>
                    <a:pt x="384537" y="283909"/>
                    <a:pt x="387257" y="292068"/>
                    <a:pt x="389977" y="300228"/>
                  </a:cubicBezTo>
                  <a:cubicBezTo>
                    <a:pt x="392696" y="316545"/>
                    <a:pt x="392696" y="335583"/>
                    <a:pt x="395416" y="351901"/>
                  </a:cubicBezTo>
                  <a:cubicBezTo>
                    <a:pt x="398136" y="373658"/>
                    <a:pt x="398136" y="384537"/>
                    <a:pt x="398136" y="409014"/>
                  </a:cubicBezTo>
                  <a:cubicBezTo>
                    <a:pt x="398136" y="422612"/>
                    <a:pt x="398136" y="444369"/>
                    <a:pt x="381817" y="444369"/>
                  </a:cubicBezTo>
                  <a:cubicBezTo>
                    <a:pt x="373658" y="444369"/>
                    <a:pt x="370939" y="441650"/>
                    <a:pt x="365500" y="438930"/>
                  </a:cubicBezTo>
                  <a:cubicBezTo>
                    <a:pt x="360060" y="436210"/>
                    <a:pt x="357341" y="428051"/>
                    <a:pt x="357341" y="422612"/>
                  </a:cubicBezTo>
                  <a:cubicBezTo>
                    <a:pt x="354621" y="414453"/>
                    <a:pt x="354621" y="409014"/>
                    <a:pt x="354621" y="400855"/>
                  </a:cubicBezTo>
                  <a:cubicBezTo>
                    <a:pt x="354621" y="395415"/>
                    <a:pt x="354621" y="389976"/>
                    <a:pt x="354621" y="381817"/>
                  </a:cubicBezTo>
                  <a:cubicBezTo>
                    <a:pt x="335583" y="381817"/>
                    <a:pt x="308387" y="384537"/>
                    <a:pt x="270312" y="381817"/>
                  </a:cubicBezTo>
                  <a:cubicBezTo>
                    <a:pt x="262153" y="381817"/>
                    <a:pt x="256713" y="387256"/>
                    <a:pt x="256713" y="395415"/>
                  </a:cubicBezTo>
                  <a:cubicBezTo>
                    <a:pt x="256713" y="403574"/>
                    <a:pt x="256713" y="414453"/>
                    <a:pt x="253994" y="422612"/>
                  </a:cubicBezTo>
                  <a:cubicBezTo>
                    <a:pt x="253994" y="425332"/>
                    <a:pt x="253994" y="430771"/>
                    <a:pt x="253994" y="433490"/>
                  </a:cubicBezTo>
                  <a:cubicBezTo>
                    <a:pt x="253994" y="438930"/>
                    <a:pt x="253994" y="444369"/>
                    <a:pt x="253994" y="449809"/>
                  </a:cubicBezTo>
                  <a:cubicBezTo>
                    <a:pt x="253994" y="457967"/>
                    <a:pt x="256713" y="466126"/>
                    <a:pt x="256713" y="474285"/>
                  </a:cubicBezTo>
                  <a:cubicBezTo>
                    <a:pt x="256713" y="482444"/>
                    <a:pt x="256713" y="490603"/>
                    <a:pt x="256713" y="496043"/>
                  </a:cubicBezTo>
                  <a:cubicBezTo>
                    <a:pt x="256713" y="509641"/>
                    <a:pt x="259433" y="520520"/>
                    <a:pt x="259433" y="534118"/>
                  </a:cubicBezTo>
                  <a:cubicBezTo>
                    <a:pt x="259433" y="553155"/>
                    <a:pt x="259433" y="572193"/>
                    <a:pt x="259433" y="591231"/>
                  </a:cubicBezTo>
                  <a:cubicBezTo>
                    <a:pt x="259433" y="602109"/>
                    <a:pt x="262153" y="610268"/>
                    <a:pt x="262153" y="618427"/>
                  </a:cubicBezTo>
                  <a:cubicBezTo>
                    <a:pt x="264872" y="626586"/>
                    <a:pt x="262153" y="642904"/>
                    <a:pt x="267592" y="648343"/>
                  </a:cubicBezTo>
                  <a:cubicBezTo>
                    <a:pt x="270312" y="651063"/>
                    <a:pt x="275751" y="651063"/>
                    <a:pt x="292069" y="651063"/>
                  </a:cubicBezTo>
                  <a:cubicBezTo>
                    <a:pt x="305667" y="651063"/>
                    <a:pt x="319265" y="651063"/>
                    <a:pt x="327424" y="651063"/>
                  </a:cubicBezTo>
                  <a:cubicBezTo>
                    <a:pt x="338303" y="651063"/>
                    <a:pt x="351901" y="653783"/>
                    <a:pt x="362780" y="653783"/>
                  </a:cubicBezTo>
                  <a:cubicBezTo>
                    <a:pt x="376378" y="653783"/>
                    <a:pt x="384537" y="651063"/>
                    <a:pt x="395416" y="648343"/>
                  </a:cubicBezTo>
                  <a:cubicBezTo>
                    <a:pt x="395416" y="637465"/>
                    <a:pt x="395416" y="629306"/>
                    <a:pt x="395416" y="618427"/>
                  </a:cubicBezTo>
                  <a:cubicBezTo>
                    <a:pt x="395416" y="610268"/>
                    <a:pt x="395416" y="602109"/>
                    <a:pt x="395416" y="596670"/>
                  </a:cubicBezTo>
                  <a:cubicBezTo>
                    <a:pt x="395416" y="591231"/>
                    <a:pt x="395416" y="585791"/>
                    <a:pt x="398136" y="574913"/>
                  </a:cubicBezTo>
                  <a:cubicBezTo>
                    <a:pt x="400855" y="569473"/>
                    <a:pt x="400855" y="564034"/>
                    <a:pt x="406295" y="558595"/>
                  </a:cubicBezTo>
                  <a:cubicBezTo>
                    <a:pt x="411734" y="553155"/>
                    <a:pt x="414453" y="553155"/>
                    <a:pt x="422612" y="553155"/>
                  </a:cubicBezTo>
                  <a:cubicBezTo>
                    <a:pt x="436211" y="553155"/>
                    <a:pt x="438930" y="577632"/>
                    <a:pt x="438930" y="588511"/>
                  </a:cubicBezTo>
                  <a:cubicBezTo>
                    <a:pt x="438930" y="612988"/>
                    <a:pt x="438930" y="623866"/>
                    <a:pt x="436211" y="645624"/>
                  </a:cubicBezTo>
                  <a:cubicBezTo>
                    <a:pt x="433491" y="648343"/>
                    <a:pt x="433491" y="648343"/>
                    <a:pt x="433491" y="651063"/>
                  </a:cubicBezTo>
                  <a:lnTo>
                    <a:pt x="433491" y="651063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4E622CD9-12E7-481D-9568-392632F69D07}"/>
                </a:ext>
              </a:extLst>
            </p:cNvPr>
            <p:cNvSpPr/>
            <p:nvPr/>
          </p:nvSpPr>
          <p:spPr>
            <a:xfrm>
              <a:off x="7912732" y="4250336"/>
              <a:ext cx="465062" cy="658157"/>
            </a:xfrm>
            <a:custGeom>
              <a:avLst/>
              <a:gdLst>
                <a:gd name="connsiteX0" fmla="*/ 193096 w 465062"/>
                <a:gd name="connsiteY0" fmla="*/ 59832 h 658157"/>
                <a:gd name="connsiteX1" fmla="*/ 193096 w 465062"/>
                <a:gd name="connsiteY1" fmla="*/ 114226 h 658157"/>
                <a:gd name="connsiteX2" fmla="*/ 198536 w 465062"/>
                <a:gd name="connsiteY2" fmla="*/ 209414 h 658157"/>
                <a:gd name="connsiteX3" fmla="*/ 201255 w 465062"/>
                <a:gd name="connsiteY3" fmla="*/ 282845 h 658157"/>
                <a:gd name="connsiteX4" fmla="*/ 203975 w 465062"/>
                <a:gd name="connsiteY4" fmla="*/ 315481 h 658157"/>
                <a:gd name="connsiteX5" fmla="*/ 203975 w 465062"/>
                <a:gd name="connsiteY5" fmla="*/ 320920 h 658157"/>
                <a:gd name="connsiteX6" fmla="*/ 212134 w 465062"/>
                <a:gd name="connsiteY6" fmla="*/ 329079 h 658157"/>
                <a:gd name="connsiteX7" fmla="*/ 223013 w 465062"/>
                <a:gd name="connsiteY7" fmla="*/ 329079 h 658157"/>
                <a:gd name="connsiteX8" fmla="*/ 239331 w 465062"/>
                <a:gd name="connsiteY8" fmla="*/ 329079 h 658157"/>
                <a:gd name="connsiteX9" fmla="*/ 280126 w 465062"/>
                <a:gd name="connsiteY9" fmla="*/ 312761 h 658157"/>
                <a:gd name="connsiteX10" fmla="*/ 296443 w 465062"/>
                <a:gd name="connsiteY10" fmla="*/ 288284 h 658157"/>
                <a:gd name="connsiteX11" fmla="*/ 304602 w 465062"/>
                <a:gd name="connsiteY11" fmla="*/ 258368 h 658157"/>
                <a:gd name="connsiteX12" fmla="*/ 312761 w 465062"/>
                <a:gd name="connsiteY12" fmla="*/ 225732 h 658157"/>
                <a:gd name="connsiteX13" fmla="*/ 315481 w 465062"/>
                <a:gd name="connsiteY13" fmla="*/ 195816 h 658157"/>
                <a:gd name="connsiteX14" fmla="*/ 318201 w 465062"/>
                <a:gd name="connsiteY14" fmla="*/ 168619 h 658157"/>
                <a:gd name="connsiteX15" fmla="*/ 312761 w 465062"/>
                <a:gd name="connsiteY15" fmla="*/ 135983 h 658157"/>
                <a:gd name="connsiteX16" fmla="*/ 312761 w 465062"/>
                <a:gd name="connsiteY16" fmla="*/ 122385 h 658157"/>
                <a:gd name="connsiteX17" fmla="*/ 293724 w 465062"/>
                <a:gd name="connsiteY17" fmla="*/ 84309 h 658157"/>
                <a:gd name="connsiteX18" fmla="*/ 280126 w 465062"/>
                <a:gd name="connsiteY18" fmla="*/ 73430 h 658157"/>
                <a:gd name="connsiteX19" fmla="*/ 258368 w 465062"/>
                <a:gd name="connsiteY19" fmla="*/ 62552 h 658157"/>
                <a:gd name="connsiteX20" fmla="*/ 217573 w 465062"/>
                <a:gd name="connsiteY20" fmla="*/ 59832 h 658157"/>
                <a:gd name="connsiteX21" fmla="*/ 111506 w 465062"/>
                <a:gd name="connsiteY21" fmla="*/ 0 h 658157"/>
                <a:gd name="connsiteX22" fmla="*/ 127824 w 465062"/>
                <a:gd name="connsiteY22" fmla="*/ 0 h 658157"/>
                <a:gd name="connsiteX23" fmla="*/ 157741 w 465062"/>
                <a:gd name="connsiteY23" fmla="*/ 5440 h 658157"/>
                <a:gd name="connsiteX24" fmla="*/ 179497 w 465062"/>
                <a:gd name="connsiteY24" fmla="*/ 16318 h 658157"/>
                <a:gd name="connsiteX25" fmla="*/ 209414 w 465062"/>
                <a:gd name="connsiteY25" fmla="*/ 16318 h 658157"/>
                <a:gd name="connsiteX26" fmla="*/ 247489 w 465062"/>
                <a:gd name="connsiteY26" fmla="*/ 16318 h 658157"/>
                <a:gd name="connsiteX27" fmla="*/ 266527 w 465062"/>
                <a:gd name="connsiteY27" fmla="*/ 16318 h 658157"/>
                <a:gd name="connsiteX28" fmla="*/ 312761 w 465062"/>
                <a:gd name="connsiteY28" fmla="*/ 27197 h 658157"/>
                <a:gd name="connsiteX29" fmla="*/ 337238 w 465062"/>
                <a:gd name="connsiteY29" fmla="*/ 38075 h 658157"/>
                <a:gd name="connsiteX30" fmla="*/ 364434 w 465062"/>
                <a:gd name="connsiteY30" fmla="*/ 54393 h 658157"/>
                <a:gd name="connsiteX31" fmla="*/ 386192 w 465062"/>
                <a:gd name="connsiteY31" fmla="*/ 73431 h 658157"/>
                <a:gd name="connsiteX32" fmla="*/ 407949 w 465062"/>
                <a:gd name="connsiteY32" fmla="*/ 103347 h 658157"/>
                <a:gd name="connsiteX33" fmla="*/ 416108 w 465062"/>
                <a:gd name="connsiteY33" fmla="*/ 141422 h 658157"/>
                <a:gd name="connsiteX34" fmla="*/ 418828 w 465062"/>
                <a:gd name="connsiteY34" fmla="*/ 163179 h 658157"/>
                <a:gd name="connsiteX35" fmla="*/ 418828 w 465062"/>
                <a:gd name="connsiteY35" fmla="*/ 171339 h 658157"/>
                <a:gd name="connsiteX36" fmla="*/ 421547 w 465062"/>
                <a:gd name="connsiteY36" fmla="*/ 187656 h 658157"/>
                <a:gd name="connsiteX37" fmla="*/ 418828 w 465062"/>
                <a:gd name="connsiteY37" fmla="*/ 206694 h 658157"/>
                <a:gd name="connsiteX38" fmla="*/ 416108 w 465062"/>
                <a:gd name="connsiteY38" fmla="*/ 233891 h 658157"/>
                <a:gd name="connsiteX39" fmla="*/ 405229 w 465062"/>
                <a:gd name="connsiteY39" fmla="*/ 263807 h 658157"/>
                <a:gd name="connsiteX40" fmla="*/ 394351 w 465062"/>
                <a:gd name="connsiteY40" fmla="*/ 274686 h 658157"/>
                <a:gd name="connsiteX41" fmla="*/ 388912 w 465062"/>
                <a:gd name="connsiteY41" fmla="*/ 285564 h 658157"/>
                <a:gd name="connsiteX42" fmla="*/ 369874 w 465062"/>
                <a:gd name="connsiteY42" fmla="*/ 304602 h 658157"/>
                <a:gd name="connsiteX43" fmla="*/ 358995 w 465062"/>
                <a:gd name="connsiteY43" fmla="*/ 310041 h 658157"/>
                <a:gd name="connsiteX44" fmla="*/ 348117 w 465062"/>
                <a:gd name="connsiteY44" fmla="*/ 320920 h 658157"/>
                <a:gd name="connsiteX45" fmla="*/ 326359 w 465062"/>
                <a:gd name="connsiteY45" fmla="*/ 339957 h 658157"/>
                <a:gd name="connsiteX46" fmla="*/ 312761 w 465062"/>
                <a:gd name="connsiteY46" fmla="*/ 353555 h 658157"/>
                <a:gd name="connsiteX47" fmla="*/ 337238 w 465062"/>
                <a:gd name="connsiteY47" fmla="*/ 380752 h 658157"/>
                <a:gd name="connsiteX48" fmla="*/ 358995 w 465062"/>
                <a:gd name="connsiteY48" fmla="*/ 421547 h 658157"/>
                <a:gd name="connsiteX49" fmla="*/ 372593 w 465062"/>
                <a:gd name="connsiteY49" fmla="*/ 459622 h 658157"/>
                <a:gd name="connsiteX50" fmla="*/ 386192 w 465062"/>
                <a:gd name="connsiteY50" fmla="*/ 514015 h 658157"/>
                <a:gd name="connsiteX51" fmla="*/ 407949 w 465062"/>
                <a:gd name="connsiteY51" fmla="*/ 568408 h 658157"/>
                <a:gd name="connsiteX52" fmla="*/ 421547 w 465062"/>
                <a:gd name="connsiteY52" fmla="*/ 598324 h 658157"/>
                <a:gd name="connsiteX53" fmla="*/ 451463 w 465062"/>
                <a:gd name="connsiteY53" fmla="*/ 628241 h 658157"/>
                <a:gd name="connsiteX54" fmla="*/ 465062 w 465062"/>
                <a:gd name="connsiteY54" fmla="*/ 644559 h 658157"/>
                <a:gd name="connsiteX55" fmla="*/ 462342 w 465062"/>
                <a:gd name="connsiteY55" fmla="*/ 649998 h 658157"/>
                <a:gd name="connsiteX56" fmla="*/ 437865 w 465062"/>
                <a:gd name="connsiteY56" fmla="*/ 658157 h 658157"/>
                <a:gd name="connsiteX57" fmla="*/ 361715 w 465062"/>
                <a:gd name="connsiteY57" fmla="*/ 622801 h 658157"/>
                <a:gd name="connsiteX58" fmla="*/ 320920 w 465062"/>
                <a:gd name="connsiteY58" fmla="*/ 565689 h 658157"/>
                <a:gd name="connsiteX59" fmla="*/ 304602 w 465062"/>
                <a:gd name="connsiteY59" fmla="*/ 530333 h 658157"/>
                <a:gd name="connsiteX60" fmla="*/ 293723 w 465062"/>
                <a:gd name="connsiteY60" fmla="*/ 497697 h 658157"/>
                <a:gd name="connsiteX61" fmla="*/ 282845 w 465062"/>
                <a:gd name="connsiteY61" fmla="*/ 462342 h 658157"/>
                <a:gd name="connsiteX62" fmla="*/ 269246 w 465062"/>
                <a:gd name="connsiteY62" fmla="*/ 424267 h 658157"/>
                <a:gd name="connsiteX63" fmla="*/ 255648 w 465062"/>
                <a:gd name="connsiteY63" fmla="*/ 391631 h 658157"/>
                <a:gd name="connsiteX64" fmla="*/ 236610 w 465062"/>
                <a:gd name="connsiteY64" fmla="*/ 367154 h 658157"/>
                <a:gd name="connsiteX65" fmla="*/ 217573 w 465062"/>
                <a:gd name="connsiteY65" fmla="*/ 361714 h 658157"/>
                <a:gd name="connsiteX66" fmla="*/ 201255 w 465062"/>
                <a:gd name="connsiteY66" fmla="*/ 361714 h 658157"/>
                <a:gd name="connsiteX67" fmla="*/ 198535 w 465062"/>
                <a:gd name="connsiteY67" fmla="*/ 367154 h 658157"/>
                <a:gd name="connsiteX68" fmla="*/ 201255 w 465062"/>
                <a:gd name="connsiteY68" fmla="*/ 388911 h 658157"/>
                <a:gd name="connsiteX69" fmla="*/ 198535 w 465062"/>
                <a:gd name="connsiteY69" fmla="*/ 426986 h 658157"/>
                <a:gd name="connsiteX70" fmla="*/ 203975 w 465062"/>
                <a:gd name="connsiteY70" fmla="*/ 478660 h 658157"/>
                <a:gd name="connsiteX71" fmla="*/ 198535 w 465062"/>
                <a:gd name="connsiteY71" fmla="*/ 552090 h 658157"/>
                <a:gd name="connsiteX72" fmla="*/ 195816 w 465062"/>
                <a:gd name="connsiteY72" fmla="*/ 576567 h 658157"/>
                <a:gd name="connsiteX73" fmla="*/ 198535 w 465062"/>
                <a:gd name="connsiteY73" fmla="*/ 592885 h 658157"/>
                <a:gd name="connsiteX74" fmla="*/ 233891 w 465062"/>
                <a:gd name="connsiteY74" fmla="*/ 592885 h 658157"/>
                <a:gd name="connsiteX75" fmla="*/ 271966 w 465062"/>
                <a:gd name="connsiteY75" fmla="*/ 611923 h 658157"/>
                <a:gd name="connsiteX76" fmla="*/ 266527 w 465062"/>
                <a:gd name="connsiteY76" fmla="*/ 628241 h 658157"/>
                <a:gd name="connsiteX77" fmla="*/ 250209 w 465062"/>
                <a:gd name="connsiteY77" fmla="*/ 636400 h 658157"/>
                <a:gd name="connsiteX78" fmla="*/ 228451 w 465062"/>
                <a:gd name="connsiteY78" fmla="*/ 639119 h 658157"/>
                <a:gd name="connsiteX79" fmla="*/ 187657 w 465062"/>
                <a:gd name="connsiteY79" fmla="*/ 639119 h 658157"/>
                <a:gd name="connsiteX80" fmla="*/ 152301 w 465062"/>
                <a:gd name="connsiteY80" fmla="*/ 652717 h 658157"/>
                <a:gd name="connsiteX81" fmla="*/ 133263 w 465062"/>
                <a:gd name="connsiteY81" fmla="*/ 655437 h 658157"/>
                <a:gd name="connsiteX82" fmla="*/ 122385 w 465062"/>
                <a:gd name="connsiteY82" fmla="*/ 652717 h 658157"/>
                <a:gd name="connsiteX83" fmla="*/ 97908 w 465062"/>
                <a:gd name="connsiteY83" fmla="*/ 639119 h 658157"/>
                <a:gd name="connsiteX84" fmla="*/ 70711 w 465062"/>
                <a:gd name="connsiteY84" fmla="*/ 639119 h 658157"/>
                <a:gd name="connsiteX85" fmla="*/ 46234 w 465062"/>
                <a:gd name="connsiteY85" fmla="*/ 639119 h 658157"/>
                <a:gd name="connsiteX86" fmla="*/ 19038 w 465062"/>
                <a:gd name="connsiteY86" fmla="*/ 630960 h 658157"/>
                <a:gd name="connsiteX87" fmla="*/ 2720 w 465062"/>
                <a:gd name="connsiteY87" fmla="*/ 614642 h 658157"/>
                <a:gd name="connsiteX88" fmla="*/ 8159 w 465062"/>
                <a:gd name="connsiteY88" fmla="*/ 606483 h 658157"/>
                <a:gd name="connsiteX89" fmla="*/ 29916 w 465062"/>
                <a:gd name="connsiteY89" fmla="*/ 598324 h 658157"/>
                <a:gd name="connsiteX90" fmla="*/ 76151 w 465062"/>
                <a:gd name="connsiteY90" fmla="*/ 592885 h 658157"/>
                <a:gd name="connsiteX91" fmla="*/ 73431 w 465062"/>
                <a:gd name="connsiteY91" fmla="*/ 573848 h 658157"/>
                <a:gd name="connsiteX92" fmla="*/ 70711 w 465062"/>
                <a:gd name="connsiteY92" fmla="*/ 500417 h 658157"/>
                <a:gd name="connsiteX93" fmla="*/ 73431 w 465062"/>
                <a:gd name="connsiteY93" fmla="*/ 437865 h 658157"/>
                <a:gd name="connsiteX94" fmla="*/ 70711 w 465062"/>
                <a:gd name="connsiteY94" fmla="*/ 369873 h 658157"/>
                <a:gd name="connsiteX95" fmla="*/ 70711 w 465062"/>
                <a:gd name="connsiteY95" fmla="*/ 293723 h 658157"/>
                <a:gd name="connsiteX96" fmla="*/ 73431 w 465062"/>
                <a:gd name="connsiteY96" fmla="*/ 212133 h 658157"/>
                <a:gd name="connsiteX97" fmla="*/ 76151 w 465062"/>
                <a:gd name="connsiteY97" fmla="*/ 155021 h 658157"/>
                <a:gd name="connsiteX98" fmla="*/ 76151 w 465062"/>
                <a:gd name="connsiteY98" fmla="*/ 119665 h 658157"/>
                <a:gd name="connsiteX99" fmla="*/ 78870 w 465062"/>
                <a:gd name="connsiteY99" fmla="*/ 84310 h 658157"/>
                <a:gd name="connsiteX100" fmla="*/ 76151 w 465062"/>
                <a:gd name="connsiteY100" fmla="*/ 62552 h 658157"/>
                <a:gd name="connsiteX101" fmla="*/ 67992 w 465062"/>
                <a:gd name="connsiteY101" fmla="*/ 62552 h 658157"/>
                <a:gd name="connsiteX102" fmla="*/ 43515 w 465062"/>
                <a:gd name="connsiteY102" fmla="*/ 62552 h 658157"/>
                <a:gd name="connsiteX103" fmla="*/ 16318 w 465062"/>
                <a:gd name="connsiteY103" fmla="*/ 57113 h 658157"/>
                <a:gd name="connsiteX104" fmla="*/ 0 w 465062"/>
                <a:gd name="connsiteY104" fmla="*/ 40795 h 658157"/>
                <a:gd name="connsiteX105" fmla="*/ 5439 w 465062"/>
                <a:gd name="connsiteY105" fmla="*/ 32636 h 658157"/>
                <a:gd name="connsiteX106" fmla="*/ 27197 w 465062"/>
                <a:gd name="connsiteY106" fmla="*/ 24477 h 658157"/>
                <a:gd name="connsiteX107" fmla="*/ 76151 w 465062"/>
                <a:gd name="connsiteY107" fmla="*/ 19038 h 658157"/>
                <a:gd name="connsiteX108" fmla="*/ 78870 w 465062"/>
                <a:gd name="connsiteY108" fmla="*/ 13598 h 658157"/>
                <a:gd name="connsiteX109" fmla="*/ 95188 w 465062"/>
                <a:gd name="connsiteY109" fmla="*/ 5440 h 658157"/>
                <a:gd name="connsiteX110" fmla="*/ 111506 w 465062"/>
                <a:gd name="connsiteY110" fmla="*/ 0 h 658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</a:cxnLst>
              <a:rect l="l" t="t" r="r" b="b"/>
              <a:pathLst>
                <a:path w="465062" h="658157">
                  <a:moveTo>
                    <a:pt x="193096" y="59832"/>
                  </a:moveTo>
                  <a:cubicBezTo>
                    <a:pt x="193096" y="73430"/>
                    <a:pt x="193096" y="89748"/>
                    <a:pt x="193096" y="114226"/>
                  </a:cubicBezTo>
                  <a:cubicBezTo>
                    <a:pt x="193096" y="144142"/>
                    <a:pt x="195816" y="176778"/>
                    <a:pt x="198536" y="209414"/>
                  </a:cubicBezTo>
                  <a:cubicBezTo>
                    <a:pt x="198536" y="247489"/>
                    <a:pt x="201255" y="277406"/>
                    <a:pt x="201255" y="282845"/>
                  </a:cubicBezTo>
                  <a:cubicBezTo>
                    <a:pt x="201255" y="293723"/>
                    <a:pt x="203975" y="304602"/>
                    <a:pt x="203975" y="315481"/>
                  </a:cubicBezTo>
                  <a:cubicBezTo>
                    <a:pt x="203975" y="318200"/>
                    <a:pt x="203975" y="318200"/>
                    <a:pt x="203975" y="320920"/>
                  </a:cubicBezTo>
                  <a:cubicBezTo>
                    <a:pt x="203975" y="326359"/>
                    <a:pt x="206695" y="329079"/>
                    <a:pt x="212134" y="329079"/>
                  </a:cubicBezTo>
                  <a:cubicBezTo>
                    <a:pt x="214854" y="329079"/>
                    <a:pt x="220293" y="329079"/>
                    <a:pt x="223013" y="329079"/>
                  </a:cubicBezTo>
                  <a:cubicBezTo>
                    <a:pt x="228452" y="329079"/>
                    <a:pt x="233891" y="329079"/>
                    <a:pt x="239331" y="329079"/>
                  </a:cubicBezTo>
                  <a:cubicBezTo>
                    <a:pt x="252929" y="329079"/>
                    <a:pt x="271967" y="323640"/>
                    <a:pt x="280126" y="312761"/>
                  </a:cubicBezTo>
                  <a:cubicBezTo>
                    <a:pt x="288284" y="304602"/>
                    <a:pt x="291004" y="299163"/>
                    <a:pt x="296443" y="288284"/>
                  </a:cubicBezTo>
                  <a:cubicBezTo>
                    <a:pt x="299163" y="277406"/>
                    <a:pt x="301883" y="269247"/>
                    <a:pt x="304602" y="258368"/>
                  </a:cubicBezTo>
                  <a:cubicBezTo>
                    <a:pt x="307322" y="244770"/>
                    <a:pt x="310042" y="239330"/>
                    <a:pt x="312761" y="225732"/>
                  </a:cubicBezTo>
                  <a:cubicBezTo>
                    <a:pt x="315481" y="212134"/>
                    <a:pt x="315481" y="209414"/>
                    <a:pt x="315481" y="195816"/>
                  </a:cubicBezTo>
                  <a:cubicBezTo>
                    <a:pt x="315481" y="179498"/>
                    <a:pt x="315481" y="184937"/>
                    <a:pt x="318201" y="168619"/>
                  </a:cubicBezTo>
                  <a:cubicBezTo>
                    <a:pt x="312761" y="152302"/>
                    <a:pt x="312761" y="149582"/>
                    <a:pt x="312761" y="135983"/>
                  </a:cubicBezTo>
                  <a:cubicBezTo>
                    <a:pt x="312761" y="133264"/>
                    <a:pt x="312761" y="127825"/>
                    <a:pt x="312761" y="122385"/>
                  </a:cubicBezTo>
                  <a:cubicBezTo>
                    <a:pt x="312761" y="111507"/>
                    <a:pt x="301883" y="95188"/>
                    <a:pt x="293724" y="84309"/>
                  </a:cubicBezTo>
                  <a:cubicBezTo>
                    <a:pt x="288284" y="78870"/>
                    <a:pt x="285565" y="76150"/>
                    <a:pt x="280126" y="73430"/>
                  </a:cubicBezTo>
                  <a:cubicBezTo>
                    <a:pt x="271967" y="67991"/>
                    <a:pt x="266527" y="65271"/>
                    <a:pt x="258368" y="62552"/>
                  </a:cubicBezTo>
                  <a:cubicBezTo>
                    <a:pt x="244770" y="59832"/>
                    <a:pt x="228452" y="59832"/>
                    <a:pt x="217573" y="59832"/>
                  </a:cubicBezTo>
                  <a:close/>
                  <a:moveTo>
                    <a:pt x="111506" y="0"/>
                  </a:moveTo>
                  <a:cubicBezTo>
                    <a:pt x="114226" y="0"/>
                    <a:pt x="122385" y="0"/>
                    <a:pt x="127824" y="0"/>
                  </a:cubicBezTo>
                  <a:cubicBezTo>
                    <a:pt x="135983" y="0"/>
                    <a:pt x="146862" y="2720"/>
                    <a:pt x="157741" y="5440"/>
                  </a:cubicBezTo>
                  <a:cubicBezTo>
                    <a:pt x="168619" y="8159"/>
                    <a:pt x="176778" y="10879"/>
                    <a:pt x="179497" y="16318"/>
                  </a:cubicBezTo>
                  <a:cubicBezTo>
                    <a:pt x="193096" y="16318"/>
                    <a:pt x="201255" y="16318"/>
                    <a:pt x="209414" y="16318"/>
                  </a:cubicBezTo>
                  <a:cubicBezTo>
                    <a:pt x="220292" y="16318"/>
                    <a:pt x="231171" y="16318"/>
                    <a:pt x="247489" y="16318"/>
                  </a:cubicBezTo>
                  <a:cubicBezTo>
                    <a:pt x="250209" y="16318"/>
                    <a:pt x="258368" y="16318"/>
                    <a:pt x="266527" y="16318"/>
                  </a:cubicBezTo>
                  <a:cubicBezTo>
                    <a:pt x="277405" y="16318"/>
                    <a:pt x="291004" y="21758"/>
                    <a:pt x="312761" y="27197"/>
                  </a:cubicBezTo>
                  <a:cubicBezTo>
                    <a:pt x="320920" y="29917"/>
                    <a:pt x="329079" y="35356"/>
                    <a:pt x="337238" y="38075"/>
                  </a:cubicBezTo>
                  <a:cubicBezTo>
                    <a:pt x="342677" y="40795"/>
                    <a:pt x="353556" y="48954"/>
                    <a:pt x="364434" y="54393"/>
                  </a:cubicBezTo>
                  <a:cubicBezTo>
                    <a:pt x="375313" y="62552"/>
                    <a:pt x="386192" y="67992"/>
                    <a:pt x="386192" y="73431"/>
                  </a:cubicBezTo>
                  <a:cubicBezTo>
                    <a:pt x="391631" y="84310"/>
                    <a:pt x="402510" y="92469"/>
                    <a:pt x="407949" y="103347"/>
                  </a:cubicBezTo>
                  <a:cubicBezTo>
                    <a:pt x="413388" y="116945"/>
                    <a:pt x="416108" y="130544"/>
                    <a:pt x="416108" y="141422"/>
                  </a:cubicBezTo>
                  <a:cubicBezTo>
                    <a:pt x="416108" y="152301"/>
                    <a:pt x="418828" y="157740"/>
                    <a:pt x="418828" y="163179"/>
                  </a:cubicBezTo>
                  <a:cubicBezTo>
                    <a:pt x="418828" y="165899"/>
                    <a:pt x="418828" y="168619"/>
                    <a:pt x="418828" y="171339"/>
                  </a:cubicBezTo>
                  <a:cubicBezTo>
                    <a:pt x="418828" y="174058"/>
                    <a:pt x="421547" y="182217"/>
                    <a:pt x="421547" y="187656"/>
                  </a:cubicBezTo>
                  <a:cubicBezTo>
                    <a:pt x="421547" y="193096"/>
                    <a:pt x="418828" y="201255"/>
                    <a:pt x="418828" y="206694"/>
                  </a:cubicBezTo>
                  <a:cubicBezTo>
                    <a:pt x="418828" y="217573"/>
                    <a:pt x="418828" y="223012"/>
                    <a:pt x="416108" y="233891"/>
                  </a:cubicBezTo>
                  <a:cubicBezTo>
                    <a:pt x="413388" y="244769"/>
                    <a:pt x="410668" y="255648"/>
                    <a:pt x="405229" y="263807"/>
                  </a:cubicBezTo>
                  <a:cubicBezTo>
                    <a:pt x="402510" y="269246"/>
                    <a:pt x="397070" y="269246"/>
                    <a:pt x="394351" y="274686"/>
                  </a:cubicBezTo>
                  <a:cubicBezTo>
                    <a:pt x="391631" y="277405"/>
                    <a:pt x="391631" y="282844"/>
                    <a:pt x="388912" y="285564"/>
                  </a:cubicBezTo>
                  <a:cubicBezTo>
                    <a:pt x="383472" y="291003"/>
                    <a:pt x="375313" y="301882"/>
                    <a:pt x="369874" y="304602"/>
                  </a:cubicBezTo>
                  <a:cubicBezTo>
                    <a:pt x="367154" y="307321"/>
                    <a:pt x="361715" y="307321"/>
                    <a:pt x="358995" y="310041"/>
                  </a:cubicBezTo>
                  <a:cubicBezTo>
                    <a:pt x="356275" y="312761"/>
                    <a:pt x="350836" y="318200"/>
                    <a:pt x="348117" y="320920"/>
                  </a:cubicBezTo>
                  <a:cubicBezTo>
                    <a:pt x="339958" y="326359"/>
                    <a:pt x="334518" y="334518"/>
                    <a:pt x="326359" y="339957"/>
                  </a:cubicBezTo>
                  <a:cubicBezTo>
                    <a:pt x="320920" y="342677"/>
                    <a:pt x="312761" y="342677"/>
                    <a:pt x="312761" y="353555"/>
                  </a:cubicBezTo>
                  <a:cubicBezTo>
                    <a:pt x="312761" y="361714"/>
                    <a:pt x="334518" y="372593"/>
                    <a:pt x="337238" y="380752"/>
                  </a:cubicBezTo>
                  <a:cubicBezTo>
                    <a:pt x="345397" y="394350"/>
                    <a:pt x="353556" y="407948"/>
                    <a:pt x="358995" y="421547"/>
                  </a:cubicBezTo>
                  <a:cubicBezTo>
                    <a:pt x="364434" y="435145"/>
                    <a:pt x="367154" y="446024"/>
                    <a:pt x="372593" y="459622"/>
                  </a:cubicBezTo>
                  <a:cubicBezTo>
                    <a:pt x="378033" y="478660"/>
                    <a:pt x="383472" y="494978"/>
                    <a:pt x="386192" y="514015"/>
                  </a:cubicBezTo>
                  <a:cubicBezTo>
                    <a:pt x="391631" y="533053"/>
                    <a:pt x="402510" y="549371"/>
                    <a:pt x="407949" y="568408"/>
                  </a:cubicBezTo>
                  <a:cubicBezTo>
                    <a:pt x="410668" y="579287"/>
                    <a:pt x="416108" y="590165"/>
                    <a:pt x="421547" y="598324"/>
                  </a:cubicBezTo>
                  <a:cubicBezTo>
                    <a:pt x="435146" y="614642"/>
                    <a:pt x="443305" y="622801"/>
                    <a:pt x="451463" y="628241"/>
                  </a:cubicBezTo>
                  <a:cubicBezTo>
                    <a:pt x="456903" y="630960"/>
                    <a:pt x="465062" y="636400"/>
                    <a:pt x="465062" y="644559"/>
                  </a:cubicBezTo>
                  <a:cubicBezTo>
                    <a:pt x="465062" y="647278"/>
                    <a:pt x="465062" y="647278"/>
                    <a:pt x="462342" y="649998"/>
                  </a:cubicBezTo>
                  <a:cubicBezTo>
                    <a:pt x="456903" y="655437"/>
                    <a:pt x="446024" y="658157"/>
                    <a:pt x="437865" y="658157"/>
                  </a:cubicBezTo>
                  <a:cubicBezTo>
                    <a:pt x="413388" y="658157"/>
                    <a:pt x="378033" y="641839"/>
                    <a:pt x="361715" y="622801"/>
                  </a:cubicBezTo>
                  <a:cubicBezTo>
                    <a:pt x="345397" y="606483"/>
                    <a:pt x="334518" y="584726"/>
                    <a:pt x="320920" y="565689"/>
                  </a:cubicBezTo>
                  <a:cubicBezTo>
                    <a:pt x="315480" y="554810"/>
                    <a:pt x="310041" y="543931"/>
                    <a:pt x="304602" y="530333"/>
                  </a:cubicBezTo>
                  <a:cubicBezTo>
                    <a:pt x="299163" y="519454"/>
                    <a:pt x="296443" y="508576"/>
                    <a:pt x="293723" y="497697"/>
                  </a:cubicBezTo>
                  <a:cubicBezTo>
                    <a:pt x="291004" y="486819"/>
                    <a:pt x="288284" y="473220"/>
                    <a:pt x="282845" y="462342"/>
                  </a:cubicBezTo>
                  <a:cubicBezTo>
                    <a:pt x="280125" y="448743"/>
                    <a:pt x="274686" y="437865"/>
                    <a:pt x="269246" y="424267"/>
                  </a:cubicBezTo>
                  <a:cubicBezTo>
                    <a:pt x="266527" y="416108"/>
                    <a:pt x="261087" y="402509"/>
                    <a:pt x="255648" y="391631"/>
                  </a:cubicBezTo>
                  <a:cubicBezTo>
                    <a:pt x="250209" y="380752"/>
                    <a:pt x="244770" y="375313"/>
                    <a:pt x="236610" y="367154"/>
                  </a:cubicBezTo>
                  <a:cubicBezTo>
                    <a:pt x="231171" y="361714"/>
                    <a:pt x="223012" y="361714"/>
                    <a:pt x="217573" y="361714"/>
                  </a:cubicBezTo>
                  <a:cubicBezTo>
                    <a:pt x="212134" y="361714"/>
                    <a:pt x="206694" y="361714"/>
                    <a:pt x="201255" y="361714"/>
                  </a:cubicBezTo>
                  <a:cubicBezTo>
                    <a:pt x="198535" y="361714"/>
                    <a:pt x="198535" y="364434"/>
                    <a:pt x="198535" y="367154"/>
                  </a:cubicBezTo>
                  <a:cubicBezTo>
                    <a:pt x="198535" y="375313"/>
                    <a:pt x="201255" y="386191"/>
                    <a:pt x="201255" y="388911"/>
                  </a:cubicBezTo>
                  <a:cubicBezTo>
                    <a:pt x="201255" y="402509"/>
                    <a:pt x="198535" y="413388"/>
                    <a:pt x="198535" y="426986"/>
                  </a:cubicBezTo>
                  <a:cubicBezTo>
                    <a:pt x="198535" y="446024"/>
                    <a:pt x="203975" y="456902"/>
                    <a:pt x="203975" y="478660"/>
                  </a:cubicBezTo>
                  <a:cubicBezTo>
                    <a:pt x="203975" y="503136"/>
                    <a:pt x="201255" y="527613"/>
                    <a:pt x="198535" y="552090"/>
                  </a:cubicBezTo>
                  <a:cubicBezTo>
                    <a:pt x="198535" y="560249"/>
                    <a:pt x="195816" y="568408"/>
                    <a:pt x="195816" y="576567"/>
                  </a:cubicBezTo>
                  <a:cubicBezTo>
                    <a:pt x="195816" y="582006"/>
                    <a:pt x="195816" y="587446"/>
                    <a:pt x="198535" y="592885"/>
                  </a:cubicBezTo>
                  <a:cubicBezTo>
                    <a:pt x="212134" y="592885"/>
                    <a:pt x="225732" y="592885"/>
                    <a:pt x="233891" y="592885"/>
                  </a:cubicBezTo>
                  <a:cubicBezTo>
                    <a:pt x="247489" y="592885"/>
                    <a:pt x="271966" y="592885"/>
                    <a:pt x="271966" y="611923"/>
                  </a:cubicBezTo>
                  <a:cubicBezTo>
                    <a:pt x="271966" y="620082"/>
                    <a:pt x="269246" y="622801"/>
                    <a:pt x="266527" y="628241"/>
                  </a:cubicBezTo>
                  <a:cubicBezTo>
                    <a:pt x="261087" y="633680"/>
                    <a:pt x="255648" y="636400"/>
                    <a:pt x="250209" y="636400"/>
                  </a:cubicBezTo>
                  <a:cubicBezTo>
                    <a:pt x="239330" y="639119"/>
                    <a:pt x="233891" y="639119"/>
                    <a:pt x="228451" y="639119"/>
                  </a:cubicBezTo>
                  <a:cubicBezTo>
                    <a:pt x="223012" y="639119"/>
                    <a:pt x="206694" y="639119"/>
                    <a:pt x="187657" y="639119"/>
                  </a:cubicBezTo>
                  <a:cubicBezTo>
                    <a:pt x="176778" y="647278"/>
                    <a:pt x="163180" y="649998"/>
                    <a:pt x="152301" y="652717"/>
                  </a:cubicBezTo>
                  <a:cubicBezTo>
                    <a:pt x="146862" y="652717"/>
                    <a:pt x="138703" y="655437"/>
                    <a:pt x="133263" y="655437"/>
                  </a:cubicBezTo>
                  <a:cubicBezTo>
                    <a:pt x="130544" y="655437"/>
                    <a:pt x="125104" y="655437"/>
                    <a:pt x="122385" y="652717"/>
                  </a:cubicBezTo>
                  <a:cubicBezTo>
                    <a:pt x="114226" y="649998"/>
                    <a:pt x="103347" y="644559"/>
                    <a:pt x="97908" y="639119"/>
                  </a:cubicBezTo>
                  <a:cubicBezTo>
                    <a:pt x="87029" y="639119"/>
                    <a:pt x="78870" y="639119"/>
                    <a:pt x="70711" y="639119"/>
                  </a:cubicBezTo>
                  <a:cubicBezTo>
                    <a:pt x="62552" y="639119"/>
                    <a:pt x="54393" y="639119"/>
                    <a:pt x="46234" y="639119"/>
                  </a:cubicBezTo>
                  <a:cubicBezTo>
                    <a:pt x="38075" y="639119"/>
                    <a:pt x="27197" y="633680"/>
                    <a:pt x="19038" y="630960"/>
                  </a:cubicBezTo>
                  <a:cubicBezTo>
                    <a:pt x="10879" y="628241"/>
                    <a:pt x="2720" y="620082"/>
                    <a:pt x="2720" y="614642"/>
                  </a:cubicBezTo>
                  <a:cubicBezTo>
                    <a:pt x="2720" y="611923"/>
                    <a:pt x="2720" y="609203"/>
                    <a:pt x="8159" y="606483"/>
                  </a:cubicBezTo>
                  <a:cubicBezTo>
                    <a:pt x="13599" y="603764"/>
                    <a:pt x="24477" y="601044"/>
                    <a:pt x="29916" y="598324"/>
                  </a:cubicBezTo>
                  <a:cubicBezTo>
                    <a:pt x="43515" y="595605"/>
                    <a:pt x="62552" y="595605"/>
                    <a:pt x="76151" y="592885"/>
                  </a:cubicBezTo>
                  <a:cubicBezTo>
                    <a:pt x="76151" y="587446"/>
                    <a:pt x="73431" y="582006"/>
                    <a:pt x="73431" y="573848"/>
                  </a:cubicBezTo>
                  <a:cubicBezTo>
                    <a:pt x="73431" y="565689"/>
                    <a:pt x="70711" y="516735"/>
                    <a:pt x="70711" y="500417"/>
                  </a:cubicBezTo>
                  <a:cubicBezTo>
                    <a:pt x="70711" y="481379"/>
                    <a:pt x="73431" y="456902"/>
                    <a:pt x="73431" y="437865"/>
                  </a:cubicBezTo>
                  <a:cubicBezTo>
                    <a:pt x="73431" y="416108"/>
                    <a:pt x="70711" y="391631"/>
                    <a:pt x="70711" y="369873"/>
                  </a:cubicBezTo>
                  <a:cubicBezTo>
                    <a:pt x="70711" y="345397"/>
                    <a:pt x="70711" y="318200"/>
                    <a:pt x="70711" y="293723"/>
                  </a:cubicBezTo>
                  <a:cubicBezTo>
                    <a:pt x="70711" y="266526"/>
                    <a:pt x="73431" y="239330"/>
                    <a:pt x="73431" y="212133"/>
                  </a:cubicBezTo>
                  <a:cubicBezTo>
                    <a:pt x="73431" y="187656"/>
                    <a:pt x="76151" y="179498"/>
                    <a:pt x="76151" y="155021"/>
                  </a:cubicBezTo>
                  <a:cubicBezTo>
                    <a:pt x="76151" y="144142"/>
                    <a:pt x="76151" y="130544"/>
                    <a:pt x="76151" y="119665"/>
                  </a:cubicBezTo>
                  <a:cubicBezTo>
                    <a:pt x="76151" y="106067"/>
                    <a:pt x="78870" y="95188"/>
                    <a:pt x="78870" y="84310"/>
                  </a:cubicBezTo>
                  <a:cubicBezTo>
                    <a:pt x="78870" y="78870"/>
                    <a:pt x="78870" y="70711"/>
                    <a:pt x="76151" y="62552"/>
                  </a:cubicBezTo>
                  <a:cubicBezTo>
                    <a:pt x="76151" y="62552"/>
                    <a:pt x="73431" y="62552"/>
                    <a:pt x="67992" y="62552"/>
                  </a:cubicBezTo>
                  <a:cubicBezTo>
                    <a:pt x="59833" y="62552"/>
                    <a:pt x="51674" y="62552"/>
                    <a:pt x="43515" y="62552"/>
                  </a:cubicBezTo>
                  <a:cubicBezTo>
                    <a:pt x="35356" y="62552"/>
                    <a:pt x="24477" y="59833"/>
                    <a:pt x="16318" y="57113"/>
                  </a:cubicBezTo>
                  <a:cubicBezTo>
                    <a:pt x="8159" y="54393"/>
                    <a:pt x="0" y="43515"/>
                    <a:pt x="0" y="40795"/>
                  </a:cubicBezTo>
                  <a:cubicBezTo>
                    <a:pt x="0" y="38075"/>
                    <a:pt x="0" y="35356"/>
                    <a:pt x="5439" y="32636"/>
                  </a:cubicBezTo>
                  <a:cubicBezTo>
                    <a:pt x="10879" y="29917"/>
                    <a:pt x="21758" y="27197"/>
                    <a:pt x="27197" y="24477"/>
                  </a:cubicBezTo>
                  <a:cubicBezTo>
                    <a:pt x="46234" y="21758"/>
                    <a:pt x="62552" y="19038"/>
                    <a:pt x="76151" y="19038"/>
                  </a:cubicBezTo>
                  <a:cubicBezTo>
                    <a:pt x="76151" y="16318"/>
                    <a:pt x="78870" y="16318"/>
                    <a:pt x="78870" y="13598"/>
                  </a:cubicBezTo>
                  <a:cubicBezTo>
                    <a:pt x="84309" y="10879"/>
                    <a:pt x="89749" y="8159"/>
                    <a:pt x="95188" y="5440"/>
                  </a:cubicBezTo>
                  <a:cubicBezTo>
                    <a:pt x="100628" y="2720"/>
                    <a:pt x="106067" y="0"/>
                    <a:pt x="111506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2CB86C1E-34D9-4E0F-88EC-65476446F32C}"/>
                </a:ext>
              </a:extLst>
            </p:cNvPr>
            <p:cNvSpPr/>
            <p:nvPr/>
          </p:nvSpPr>
          <p:spPr>
            <a:xfrm>
              <a:off x="8346812" y="4186718"/>
              <a:ext cx="353556" cy="761503"/>
            </a:xfrm>
            <a:custGeom>
              <a:avLst/>
              <a:gdLst>
                <a:gd name="connsiteX0" fmla="*/ 283910 w 353555"/>
                <a:gd name="connsiteY0" fmla="*/ 672820 h 761503"/>
                <a:gd name="connsiteX1" fmla="*/ 321985 w 353555"/>
                <a:gd name="connsiteY1" fmla="*/ 689138 h 761503"/>
                <a:gd name="connsiteX2" fmla="*/ 316546 w 353555"/>
                <a:gd name="connsiteY2" fmla="*/ 705456 h 761503"/>
                <a:gd name="connsiteX3" fmla="*/ 300228 w 353555"/>
                <a:gd name="connsiteY3" fmla="*/ 713615 h 761503"/>
                <a:gd name="connsiteX4" fmla="*/ 278471 w 353555"/>
                <a:gd name="connsiteY4" fmla="*/ 716335 h 761503"/>
                <a:gd name="connsiteX5" fmla="*/ 237676 w 353555"/>
                <a:gd name="connsiteY5" fmla="*/ 716335 h 761503"/>
                <a:gd name="connsiteX6" fmla="*/ 180563 w 353555"/>
                <a:gd name="connsiteY6" fmla="*/ 719054 h 761503"/>
                <a:gd name="connsiteX7" fmla="*/ 126170 w 353555"/>
                <a:gd name="connsiteY7" fmla="*/ 719054 h 761503"/>
                <a:gd name="connsiteX8" fmla="*/ 101693 w 353555"/>
                <a:gd name="connsiteY8" fmla="*/ 719054 h 761503"/>
                <a:gd name="connsiteX9" fmla="*/ 74496 w 353555"/>
                <a:gd name="connsiteY9" fmla="*/ 713615 h 761503"/>
                <a:gd name="connsiteX10" fmla="*/ 58178 w 353555"/>
                <a:gd name="connsiteY10" fmla="*/ 697297 h 761503"/>
                <a:gd name="connsiteX11" fmla="*/ 63618 w 353555"/>
                <a:gd name="connsiteY11" fmla="*/ 689138 h 761503"/>
                <a:gd name="connsiteX12" fmla="*/ 85375 w 353555"/>
                <a:gd name="connsiteY12" fmla="*/ 680979 h 761503"/>
                <a:gd name="connsiteX13" fmla="*/ 131609 w 353555"/>
                <a:gd name="connsiteY13" fmla="*/ 675540 h 761503"/>
                <a:gd name="connsiteX14" fmla="*/ 142488 w 353555"/>
                <a:gd name="connsiteY14" fmla="*/ 675540 h 761503"/>
                <a:gd name="connsiteX15" fmla="*/ 131609 w 353555"/>
                <a:gd name="connsiteY15" fmla="*/ 653783 h 761503"/>
                <a:gd name="connsiteX16" fmla="*/ 128890 w 353555"/>
                <a:gd name="connsiteY16" fmla="*/ 640184 h 761503"/>
                <a:gd name="connsiteX17" fmla="*/ 128890 w 353555"/>
                <a:gd name="connsiteY17" fmla="*/ 629306 h 761503"/>
                <a:gd name="connsiteX18" fmla="*/ 128890 w 353555"/>
                <a:gd name="connsiteY18" fmla="*/ 621147 h 761503"/>
                <a:gd name="connsiteX19" fmla="*/ 128890 w 353555"/>
                <a:gd name="connsiteY19" fmla="*/ 593950 h 761503"/>
                <a:gd name="connsiteX20" fmla="*/ 128890 w 353555"/>
                <a:gd name="connsiteY20" fmla="*/ 583072 h 761503"/>
                <a:gd name="connsiteX21" fmla="*/ 128890 w 353555"/>
                <a:gd name="connsiteY21" fmla="*/ 436210 h 761503"/>
                <a:gd name="connsiteX22" fmla="*/ 128890 w 353555"/>
                <a:gd name="connsiteY22" fmla="*/ 357340 h 761503"/>
                <a:gd name="connsiteX23" fmla="*/ 131609 w 353555"/>
                <a:gd name="connsiteY23" fmla="*/ 289349 h 761503"/>
                <a:gd name="connsiteX24" fmla="*/ 131609 w 353555"/>
                <a:gd name="connsiteY24" fmla="*/ 251274 h 761503"/>
                <a:gd name="connsiteX25" fmla="*/ 131609 w 353555"/>
                <a:gd name="connsiteY25" fmla="*/ 205040 h 761503"/>
                <a:gd name="connsiteX26" fmla="*/ 131609 w 353555"/>
                <a:gd name="connsiteY26" fmla="*/ 139768 h 761503"/>
                <a:gd name="connsiteX27" fmla="*/ 131609 w 353555"/>
                <a:gd name="connsiteY27" fmla="*/ 128889 h 761503"/>
                <a:gd name="connsiteX28" fmla="*/ 126170 w 353555"/>
                <a:gd name="connsiteY28" fmla="*/ 128889 h 761503"/>
                <a:gd name="connsiteX29" fmla="*/ 101693 w 353555"/>
                <a:gd name="connsiteY29" fmla="*/ 128889 h 761503"/>
                <a:gd name="connsiteX30" fmla="*/ 74496 w 353555"/>
                <a:gd name="connsiteY30" fmla="*/ 123450 h 761503"/>
                <a:gd name="connsiteX31" fmla="*/ 58178 w 353555"/>
                <a:gd name="connsiteY31" fmla="*/ 107132 h 761503"/>
                <a:gd name="connsiteX32" fmla="*/ 60898 w 353555"/>
                <a:gd name="connsiteY32" fmla="*/ 98973 h 761503"/>
                <a:gd name="connsiteX33" fmla="*/ 82655 w 353555"/>
                <a:gd name="connsiteY33" fmla="*/ 93534 h 761503"/>
                <a:gd name="connsiteX34" fmla="*/ 131609 w 353555"/>
                <a:gd name="connsiteY34" fmla="*/ 88094 h 761503"/>
                <a:gd name="connsiteX35" fmla="*/ 131609 w 353555"/>
                <a:gd name="connsiteY35" fmla="*/ 82655 h 761503"/>
                <a:gd name="connsiteX36" fmla="*/ 134329 w 353555"/>
                <a:gd name="connsiteY36" fmla="*/ 71776 h 761503"/>
                <a:gd name="connsiteX37" fmla="*/ 147927 w 353555"/>
                <a:gd name="connsiteY37" fmla="*/ 63617 h 761503"/>
                <a:gd name="connsiteX38" fmla="*/ 164245 w 353555"/>
                <a:gd name="connsiteY38" fmla="*/ 58178 h 761503"/>
                <a:gd name="connsiteX39" fmla="*/ 177843 w 353555"/>
                <a:gd name="connsiteY39" fmla="*/ 58178 h 761503"/>
                <a:gd name="connsiteX40" fmla="*/ 196881 w 353555"/>
                <a:gd name="connsiteY40" fmla="*/ 60898 h 761503"/>
                <a:gd name="connsiteX41" fmla="*/ 232237 w 353555"/>
                <a:gd name="connsiteY41" fmla="*/ 88094 h 761503"/>
                <a:gd name="connsiteX42" fmla="*/ 278471 w 353555"/>
                <a:gd name="connsiteY42" fmla="*/ 88094 h 761503"/>
                <a:gd name="connsiteX43" fmla="*/ 316546 w 353555"/>
                <a:gd name="connsiteY43" fmla="*/ 104412 h 761503"/>
                <a:gd name="connsiteX44" fmla="*/ 311107 w 353555"/>
                <a:gd name="connsiteY44" fmla="*/ 120730 h 761503"/>
                <a:gd name="connsiteX45" fmla="*/ 294789 w 353555"/>
                <a:gd name="connsiteY45" fmla="*/ 128889 h 761503"/>
                <a:gd name="connsiteX46" fmla="*/ 273032 w 353555"/>
                <a:gd name="connsiteY46" fmla="*/ 131609 h 761503"/>
                <a:gd name="connsiteX47" fmla="*/ 243115 w 353555"/>
                <a:gd name="connsiteY47" fmla="*/ 131609 h 761503"/>
                <a:gd name="connsiteX48" fmla="*/ 243115 w 353555"/>
                <a:gd name="connsiteY48" fmla="*/ 134329 h 761503"/>
                <a:gd name="connsiteX49" fmla="*/ 248554 w 353555"/>
                <a:gd name="connsiteY49" fmla="*/ 169684 h 761503"/>
                <a:gd name="connsiteX50" fmla="*/ 251274 w 353555"/>
                <a:gd name="connsiteY50" fmla="*/ 205040 h 761503"/>
                <a:gd name="connsiteX51" fmla="*/ 251274 w 353555"/>
                <a:gd name="connsiteY51" fmla="*/ 240395 h 761503"/>
                <a:gd name="connsiteX52" fmla="*/ 251274 w 353555"/>
                <a:gd name="connsiteY52" fmla="*/ 256713 h 761503"/>
                <a:gd name="connsiteX53" fmla="*/ 253994 w 353555"/>
                <a:gd name="connsiteY53" fmla="*/ 270311 h 761503"/>
                <a:gd name="connsiteX54" fmla="*/ 259433 w 353555"/>
                <a:gd name="connsiteY54" fmla="*/ 343742 h 761503"/>
                <a:gd name="connsiteX55" fmla="*/ 262153 w 353555"/>
                <a:gd name="connsiteY55" fmla="*/ 425332 h 761503"/>
                <a:gd name="connsiteX56" fmla="*/ 264872 w 353555"/>
                <a:gd name="connsiteY56" fmla="*/ 490603 h 761503"/>
                <a:gd name="connsiteX57" fmla="*/ 270312 w 353555"/>
                <a:gd name="connsiteY57" fmla="*/ 564034 h 761503"/>
                <a:gd name="connsiteX58" fmla="*/ 270312 w 353555"/>
                <a:gd name="connsiteY58" fmla="*/ 599390 h 761503"/>
                <a:gd name="connsiteX59" fmla="*/ 270312 w 353555"/>
                <a:gd name="connsiteY59" fmla="*/ 637465 h 761503"/>
                <a:gd name="connsiteX60" fmla="*/ 264872 w 353555"/>
                <a:gd name="connsiteY60" fmla="*/ 670101 h 761503"/>
                <a:gd name="connsiteX61" fmla="*/ 283910 w 353555"/>
                <a:gd name="connsiteY61" fmla="*/ 672820 h 761503"/>
                <a:gd name="connsiteX62" fmla="*/ 283910 w 353555"/>
                <a:gd name="connsiteY62" fmla="*/ 672820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353555" h="761503">
                  <a:moveTo>
                    <a:pt x="283910" y="672820"/>
                  </a:moveTo>
                  <a:cubicBezTo>
                    <a:pt x="297508" y="672820"/>
                    <a:pt x="321985" y="672820"/>
                    <a:pt x="321985" y="689138"/>
                  </a:cubicBezTo>
                  <a:cubicBezTo>
                    <a:pt x="321985" y="697297"/>
                    <a:pt x="319266" y="697297"/>
                    <a:pt x="316546" y="705456"/>
                  </a:cubicBezTo>
                  <a:cubicBezTo>
                    <a:pt x="311107" y="710895"/>
                    <a:pt x="305667" y="713615"/>
                    <a:pt x="300228" y="713615"/>
                  </a:cubicBezTo>
                  <a:cubicBezTo>
                    <a:pt x="292069" y="716335"/>
                    <a:pt x="283910" y="716335"/>
                    <a:pt x="278471" y="716335"/>
                  </a:cubicBezTo>
                  <a:cubicBezTo>
                    <a:pt x="275751" y="716335"/>
                    <a:pt x="256713" y="716335"/>
                    <a:pt x="237676" y="716335"/>
                  </a:cubicBezTo>
                  <a:cubicBezTo>
                    <a:pt x="213199" y="716335"/>
                    <a:pt x="186003" y="719054"/>
                    <a:pt x="180563" y="719054"/>
                  </a:cubicBezTo>
                  <a:cubicBezTo>
                    <a:pt x="166965" y="719054"/>
                    <a:pt x="142488" y="719054"/>
                    <a:pt x="126170" y="719054"/>
                  </a:cubicBezTo>
                  <a:cubicBezTo>
                    <a:pt x="118011" y="719054"/>
                    <a:pt x="109852" y="719054"/>
                    <a:pt x="101693" y="719054"/>
                  </a:cubicBezTo>
                  <a:cubicBezTo>
                    <a:pt x="93534" y="719054"/>
                    <a:pt x="82655" y="719054"/>
                    <a:pt x="74496" y="713615"/>
                  </a:cubicBezTo>
                  <a:cubicBezTo>
                    <a:pt x="66337" y="710895"/>
                    <a:pt x="58178" y="702736"/>
                    <a:pt x="58178" y="697297"/>
                  </a:cubicBezTo>
                  <a:cubicBezTo>
                    <a:pt x="58178" y="694578"/>
                    <a:pt x="58178" y="691858"/>
                    <a:pt x="63618" y="689138"/>
                  </a:cubicBezTo>
                  <a:cubicBezTo>
                    <a:pt x="69057" y="686418"/>
                    <a:pt x="79936" y="683699"/>
                    <a:pt x="85375" y="680979"/>
                  </a:cubicBezTo>
                  <a:cubicBezTo>
                    <a:pt x="104413" y="678260"/>
                    <a:pt x="123450" y="675540"/>
                    <a:pt x="131609" y="675540"/>
                  </a:cubicBezTo>
                  <a:cubicBezTo>
                    <a:pt x="134329" y="675540"/>
                    <a:pt x="137049" y="675540"/>
                    <a:pt x="142488" y="675540"/>
                  </a:cubicBezTo>
                  <a:cubicBezTo>
                    <a:pt x="134329" y="670101"/>
                    <a:pt x="131609" y="661942"/>
                    <a:pt x="131609" y="653783"/>
                  </a:cubicBezTo>
                  <a:cubicBezTo>
                    <a:pt x="131609" y="648343"/>
                    <a:pt x="131609" y="642904"/>
                    <a:pt x="128890" y="640184"/>
                  </a:cubicBezTo>
                  <a:cubicBezTo>
                    <a:pt x="128890" y="637465"/>
                    <a:pt x="128890" y="634745"/>
                    <a:pt x="128890" y="629306"/>
                  </a:cubicBezTo>
                  <a:cubicBezTo>
                    <a:pt x="128890" y="626586"/>
                    <a:pt x="128890" y="623867"/>
                    <a:pt x="128890" y="621147"/>
                  </a:cubicBezTo>
                  <a:cubicBezTo>
                    <a:pt x="128890" y="612988"/>
                    <a:pt x="128890" y="604829"/>
                    <a:pt x="128890" y="593950"/>
                  </a:cubicBezTo>
                  <a:cubicBezTo>
                    <a:pt x="128890" y="591231"/>
                    <a:pt x="128890" y="585791"/>
                    <a:pt x="128890" y="583072"/>
                  </a:cubicBezTo>
                  <a:cubicBezTo>
                    <a:pt x="128890" y="534118"/>
                    <a:pt x="131609" y="485164"/>
                    <a:pt x="128890" y="436210"/>
                  </a:cubicBezTo>
                  <a:cubicBezTo>
                    <a:pt x="128890" y="409014"/>
                    <a:pt x="128890" y="384537"/>
                    <a:pt x="128890" y="357340"/>
                  </a:cubicBezTo>
                  <a:cubicBezTo>
                    <a:pt x="128890" y="335583"/>
                    <a:pt x="131609" y="313826"/>
                    <a:pt x="131609" y="289349"/>
                  </a:cubicBezTo>
                  <a:cubicBezTo>
                    <a:pt x="131609" y="275751"/>
                    <a:pt x="131609" y="264872"/>
                    <a:pt x="131609" y="251274"/>
                  </a:cubicBezTo>
                  <a:cubicBezTo>
                    <a:pt x="131609" y="234956"/>
                    <a:pt x="131609" y="221357"/>
                    <a:pt x="131609" y="205040"/>
                  </a:cubicBezTo>
                  <a:cubicBezTo>
                    <a:pt x="131609" y="183282"/>
                    <a:pt x="131609" y="161525"/>
                    <a:pt x="131609" y="139768"/>
                  </a:cubicBezTo>
                  <a:cubicBezTo>
                    <a:pt x="131609" y="137048"/>
                    <a:pt x="131609" y="134329"/>
                    <a:pt x="131609" y="128889"/>
                  </a:cubicBezTo>
                  <a:cubicBezTo>
                    <a:pt x="128890" y="128889"/>
                    <a:pt x="126170" y="128889"/>
                    <a:pt x="126170" y="128889"/>
                  </a:cubicBezTo>
                  <a:cubicBezTo>
                    <a:pt x="118011" y="128889"/>
                    <a:pt x="109852" y="128889"/>
                    <a:pt x="101693" y="128889"/>
                  </a:cubicBezTo>
                  <a:cubicBezTo>
                    <a:pt x="93534" y="128889"/>
                    <a:pt x="82655" y="128889"/>
                    <a:pt x="74496" y="123450"/>
                  </a:cubicBezTo>
                  <a:cubicBezTo>
                    <a:pt x="66337" y="120730"/>
                    <a:pt x="58178" y="112571"/>
                    <a:pt x="58178" y="107132"/>
                  </a:cubicBezTo>
                  <a:cubicBezTo>
                    <a:pt x="58178" y="104412"/>
                    <a:pt x="58178" y="101693"/>
                    <a:pt x="60898" y="98973"/>
                  </a:cubicBezTo>
                  <a:cubicBezTo>
                    <a:pt x="63618" y="96253"/>
                    <a:pt x="77216" y="93534"/>
                    <a:pt x="82655" y="93534"/>
                  </a:cubicBezTo>
                  <a:cubicBezTo>
                    <a:pt x="98973" y="90814"/>
                    <a:pt x="123450" y="88094"/>
                    <a:pt x="131609" y="88094"/>
                  </a:cubicBezTo>
                  <a:cubicBezTo>
                    <a:pt x="131609" y="85375"/>
                    <a:pt x="131609" y="85375"/>
                    <a:pt x="131609" y="82655"/>
                  </a:cubicBezTo>
                  <a:cubicBezTo>
                    <a:pt x="131609" y="77216"/>
                    <a:pt x="131609" y="74496"/>
                    <a:pt x="134329" y="71776"/>
                  </a:cubicBezTo>
                  <a:cubicBezTo>
                    <a:pt x="137049" y="69057"/>
                    <a:pt x="145208" y="66337"/>
                    <a:pt x="147927" y="63617"/>
                  </a:cubicBezTo>
                  <a:cubicBezTo>
                    <a:pt x="153366" y="60898"/>
                    <a:pt x="158806" y="58178"/>
                    <a:pt x="164245" y="58178"/>
                  </a:cubicBezTo>
                  <a:cubicBezTo>
                    <a:pt x="169684" y="58178"/>
                    <a:pt x="175124" y="58178"/>
                    <a:pt x="177843" y="58178"/>
                  </a:cubicBezTo>
                  <a:cubicBezTo>
                    <a:pt x="183283" y="58178"/>
                    <a:pt x="191442" y="58178"/>
                    <a:pt x="196881" y="60898"/>
                  </a:cubicBezTo>
                  <a:cubicBezTo>
                    <a:pt x="213199" y="63617"/>
                    <a:pt x="224078" y="74496"/>
                    <a:pt x="232237" y="88094"/>
                  </a:cubicBezTo>
                  <a:cubicBezTo>
                    <a:pt x="253994" y="88094"/>
                    <a:pt x="270312" y="88094"/>
                    <a:pt x="278471" y="88094"/>
                  </a:cubicBezTo>
                  <a:cubicBezTo>
                    <a:pt x="292069" y="88094"/>
                    <a:pt x="316546" y="88094"/>
                    <a:pt x="316546" y="104412"/>
                  </a:cubicBezTo>
                  <a:cubicBezTo>
                    <a:pt x="316546" y="112571"/>
                    <a:pt x="313826" y="112571"/>
                    <a:pt x="311107" y="120730"/>
                  </a:cubicBezTo>
                  <a:cubicBezTo>
                    <a:pt x="305667" y="126170"/>
                    <a:pt x="300228" y="128889"/>
                    <a:pt x="294789" y="128889"/>
                  </a:cubicBezTo>
                  <a:cubicBezTo>
                    <a:pt x="286630" y="131609"/>
                    <a:pt x="278471" y="131609"/>
                    <a:pt x="273032" y="131609"/>
                  </a:cubicBezTo>
                  <a:cubicBezTo>
                    <a:pt x="270312" y="131609"/>
                    <a:pt x="259433" y="131609"/>
                    <a:pt x="243115" y="131609"/>
                  </a:cubicBezTo>
                  <a:lnTo>
                    <a:pt x="243115" y="134329"/>
                  </a:lnTo>
                  <a:cubicBezTo>
                    <a:pt x="245835" y="145207"/>
                    <a:pt x="245835" y="158805"/>
                    <a:pt x="248554" y="169684"/>
                  </a:cubicBezTo>
                  <a:cubicBezTo>
                    <a:pt x="251274" y="180563"/>
                    <a:pt x="251274" y="194161"/>
                    <a:pt x="251274" y="205040"/>
                  </a:cubicBezTo>
                  <a:cubicBezTo>
                    <a:pt x="251274" y="215918"/>
                    <a:pt x="251274" y="226797"/>
                    <a:pt x="251274" y="240395"/>
                  </a:cubicBezTo>
                  <a:cubicBezTo>
                    <a:pt x="251274" y="245834"/>
                    <a:pt x="251274" y="251274"/>
                    <a:pt x="251274" y="256713"/>
                  </a:cubicBezTo>
                  <a:cubicBezTo>
                    <a:pt x="251274" y="262152"/>
                    <a:pt x="251274" y="267592"/>
                    <a:pt x="253994" y="270311"/>
                  </a:cubicBezTo>
                  <a:cubicBezTo>
                    <a:pt x="256713" y="294788"/>
                    <a:pt x="256713" y="319265"/>
                    <a:pt x="259433" y="343742"/>
                  </a:cubicBezTo>
                  <a:cubicBezTo>
                    <a:pt x="259433" y="370939"/>
                    <a:pt x="262153" y="398135"/>
                    <a:pt x="262153" y="425332"/>
                  </a:cubicBezTo>
                  <a:cubicBezTo>
                    <a:pt x="262153" y="447089"/>
                    <a:pt x="262153" y="468846"/>
                    <a:pt x="264872" y="490603"/>
                  </a:cubicBezTo>
                  <a:cubicBezTo>
                    <a:pt x="264872" y="515080"/>
                    <a:pt x="270312" y="539557"/>
                    <a:pt x="270312" y="564034"/>
                  </a:cubicBezTo>
                  <a:cubicBezTo>
                    <a:pt x="270312" y="574913"/>
                    <a:pt x="270312" y="588511"/>
                    <a:pt x="270312" y="599390"/>
                  </a:cubicBezTo>
                  <a:cubicBezTo>
                    <a:pt x="270312" y="612988"/>
                    <a:pt x="270312" y="623867"/>
                    <a:pt x="270312" y="637465"/>
                  </a:cubicBezTo>
                  <a:cubicBezTo>
                    <a:pt x="270312" y="648343"/>
                    <a:pt x="270312" y="661942"/>
                    <a:pt x="264872" y="670101"/>
                  </a:cubicBezTo>
                  <a:cubicBezTo>
                    <a:pt x="273032" y="672820"/>
                    <a:pt x="278471" y="672820"/>
                    <a:pt x="283910" y="672820"/>
                  </a:cubicBezTo>
                  <a:lnTo>
                    <a:pt x="283910" y="672820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D932AD99-53C0-46CD-960C-6F1735F80A7B}"/>
                </a:ext>
              </a:extLst>
            </p:cNvPr>
            <p:cNvSpPr/>
            <p:nvPr/>
          </p:nvSpPr>
          <p:spPr>
            <a:xfrm>
              <a:off x="8652924" y="4192158"/>
              <a:ext cx="516735" cy="788700"/>
            </a:xfrm>
            <a:custGeom>
              <a:avLst/>
              <a:gdLst>
                <a:gd name="connsiteX0" fmla="*/ 464616 w 516735"/>
                <a:gd name="connsiteY0" fmla="*/ 436210 h 788699"/>
                <a:gd name="connsiteX1" fmla="*/ 445578 w 516735"/>
                <a:gd name="connsiteY1" fmla="*/ 455248 h 788699"/>
                <a:gd name="connsiteX2" fmla="*/ 404783 w 516735"/>
                <a:gd name="connsiteY2" fmla="*/ 466126 h 788699"/>
                <a:gd name="connsiteX3" fmla="*/ 385746 w 516735"/>
                <a:gd name="connsiteY3" fmla="*/ 479725 h 788699"/>
                <a:gd name="connsiteX4" fmla="*/ 388466 w 516735"/>
                <a:gd name="connsiteY4" fmla="*/ 512361 h 788699"/>
                <a:gd name="connsiteX5" fmla="*/ 388466 w 516735"/>
                <a:gd name="connsiteY5" fmla="*/ 544997 h 788699"/>
                <a:gd name="connsiteX6" fmla="*/ 388466 w 516735"/>
                <a:gd name="connsiteY6" fmla="*/ 566754 h 788699"/>
                <a:gd name="connsiteX7" fmla="*/ 391185 w 516735"/>
                <a:gd name="connsiteY7" fmla="*/ 632026 h 788699"/>
                <a:gd name="connsiteX8" fmla="*/ 393905 w 516735"/>
                <a:gd name="connsiteY8" fmla="*/ 683699 h 788699"/>
                <a:gd name="connsiteX9" fmla="*/ 377587 w 516735"/>
                <a:gd name="connsiteY9" fmla="*/ 724494 h 788699"/>
                <a:gd name="connsiteX10" fmla="*/ 361269 w 516735"/>
                <a:gd name="connsiteY10" fmla="*/ 719054 h 788699"/>
                <a:gd name="connsiteX11" fmla="*/ 353110 w 516735"/>
                <a:gd name="connsiteY11" fmla="*/ 702737 h 788699"/>
                <a:gd name="connsiteX12" fmla="*/ 350390 w 516735"/>
                <a:gd name="connsiteY12" fmla="*/ 686419 h 788699"/>
                <a:gd name="connsiteX13" fmla="*/ 353110 w 516735"/>
                <a:gd name="connsiteY13" fmla="*/ 659222 h 788699"/>
                <a:gd name="connsiteX14" fmla="*/ 353110 w 516735"/>
                <a:gd name="connsiteY14" fmla="*/ 656502 h 788699"/>
                <a:gd name="connsiteX15" fmla="*/ 317754 w 516735"/>
                <a:gd name="connsiteY15" fmla="*/ 708176 h 788699"/>
                <a:gd name="connsiteX16" fmla="*/ 241604 w 516735"/>
                <a:gd name="connsiteY16" fmla="*/ 735372 h 788699"/>
                <a:gd name="connsiteX17" fmla="*/ 187211 w 516735"/>
                <a:gd name="connsiteY17" fmla="*/ 727214 h 788699"/>
                <a:gd name="connsiteX18" fmla="*/ 135537 w 516735"/>
                <a:gd name="connsiteY18" fmla="*/ 694578 h 788699"/>
                <a:gd name="connsiteX19" fmla="*/ 86583 w 516735"/>
                <a:gd name="connsiteY19" fmla="*/ 621147 h 788699"/>
                <a:gd name="connsiteX20" fmla="*/ 67546 w 516735"/>
                <a:gd name="connsiteY20" fmla="*/ 555875 h 788699"/>
                <a:gd name="connsiteX21" fmla="*/ 59387 w 516735"/>
                <a:gd name="connsiteY21" fmla="*/ 509641 h 788699"/>
                <a:gd name="connsiteX22" fmla="*/ 59387 w 516735"/>
                <a:gd name="connsiteY22" fmla="*/ 468846 h 788699"/>
                <a:gd name="connsiteX23" fmla="*/ 86583 w 516735"/>
                <a:gd name="connsiteY23" fmla="*/ 302947 h 788699"/>
                <a:gd name="connsiteX24" fmla="*/ 108341 w 516735"/>
                <a:gd name="connsiteY24" fmla="*/ 224077 h 788699"/>
                <a:gd name="connsiteX25" fmla="*/ 146416 w 516735"/>
                <a:gd name="connsiteY25" fmla="*/ 145207 h 788699"/>
                <a:gd name="connsiteX26" fmla="*/ 198090 w 516735"/>
                <a:gd name="connsiteY26" fmla="*/ 85375 h 788699"/>
                <a:gd name="connsiteX27" fmla="*/ 228006 w 516735"/>
                <a:gd name="connsiteY27" fmla="*/ 69057 h 788699"/>
                <a:gd name="connsiteX28" fmla="*/ 268801 w 516735"/>
                <a:gd name="connsiteY28" fmla="*/ 58178 h 788699"/>
                <a:gd name="connsiteX29" fmla="*/ 274240 w 516735"/>
                <a:gd name="connsiteY29" fmla="*/ 58178 h 788699"/>
                <a:gd name="connsiteX30" fmla="*/ 295997 w 516735"/>
                <a:gd name="connsiteY30" fmla="*/ 60898 h 788699"/>
                <a:gd name="connsiteX31" fmla="*/ 331353 w 516735"/>
                <a:gd name="connsiteY31" fmla="*/ 71776 h 788699"/>
                <a:gd name="connsiteX32" fmla="*/ 350390 w 516735"/>
                <a:gd name="connsiteY32" fmla="*/ 93534 h 788699"/>
                <a:gd name="connsiteX33" fmla="*/ 353110 w 516735"/>
                <a:gd name="connsiteY33" fmla="*/ 74496 h 788699"/>
                <a:gd name="connsiteX34" fmla="*/ 358549 w 516735"/>
                <a:gd name="connsiteY34" fmla="*/ 63618 h 788699"/>
                <a:gd name="connsiteX35" fmla="*/ 366708 w 516735"/>
                <a:gd name="connsiteY35" fmla="*/ 58178 h 788699"/>
                <a:gd name="connsiteX36" fmla="*/ 374867 w 516735"/>
                <a:gd name="connsiteY36" fmla="*/ 63618 h 788699"/>
                <a:gd name="connsiteX37" fmla="*/ 383027 w 516735"/>
                <a:gd name="connsiteY37" fmla="*/ 82655 h 788699"/>
                <a:gd name="connsiteX38" fmla="*/ 385746 w 516735"/>
                <a:gd name="connsiteY38" fmla="*/ 126170 h 788699"/>
                <a:gd name="connsiteX39" fmla="*/ 388466 w 516735"/>
                <a:gd name="connsiteY39" fmla="*/ 186002 h 788699"/>
                <a:gd name="connsiteX40" fmla="*/ 391185 w 516735"/>
                <a:gd name="connsiteY40" fmla="*/ 237676 h 788699"/>
                <a:gd name="connsiteX41" fmla="*/ 374867 w 516735"/>
                <a:gd name="connsiteY41" fmla="*/ 278470 h 788699"/>
                <a:gd name="connsiteX42" fmla="*/ 358549 w 516735"/>
                <a:gd name="connsiteY42" fmla="*/ 273031 h 788699"/>
                <a:gd name="connsiteX43" fmla="*/ 350390 w 516735"/>
                <a:gd name="connsiteY43" fmla="*/ 256713 h 788699"/>
                <a:gd name="connsiteX44" fmla="*/ 347671 w 516735"/>
                <a:gd name="connsiteY44" fmla="*/ 240395 h 788699"/>
                <a:gd name="connsiteX45" fmla="*/ 347671 w 516735"/>
                <a:gd name="connsiteY45" fmla="*/ 213199 h 788699"/>
                <a:gd name="connsiteX46" fmla="*/ 344951 w 516735"/>
                <a:gd name="connsiteY46" fmla="*/ 194161 h 788699"/>
                <a:gd name="connsiteX47" fmla="*/ 339512 w 516735"/>
                <a:gd name="connsiteY47" fmla="*/ 150647 h 788699"/>
                <a:gd name="connsiteX48" fmla="*/ 323194 w 516735"/>
                <a:gd name="connsiteY48" fmla="*/ 112571 h 788699"/>
                <a:gd name="connsiteX49" fmla="*/ 293278 w 516735"/>
                <a:gd name="connsiteY49" fmla="*/ 101693 h 788699"/>
                <a:gd name="connsiteX50" fmla="*/ 263361 w 516735"/>
                <a:gd name="connsiteY50" fmla="*/ 120730 h 788699"/>
                <a:gd name="connsiteX51" fmla="*/ 241604 w 516735"/>
                <a:gd name="connsiteY51" fmla="*/ 153366 h 788699"/>
                <a:gd name="connsiteX52" fmla="*/ 233445 w 516735"/>
                <a:gd name="connsiteY52" fmla="*/ 194161 h 788699"/>
                <a:gd name="connsiteX53" fmla="*/ 225286 w 516735"/>
                <a:gd name="connsiteY53" fmla="*/ 232236 h 788699"/>
                <a:gd name="connsiteX54" fmla="*/ 217127 w 516735"/>
                <a:gd name="connsiteY54" fmla="*/ 275751 h 788699"/>
                <a:gd name="connsiteX55" fmla="*/ 211688 w 516735"/>
                <a:gd name="connsiteY55" fmla="*/ 316545 h 788699"/>
                <a:gd name="connsiteX56" fmla="*/ 206249 w 516735"/>
                <a:gd name="connsiteY56" fmla="*/ 354621 h 788699"/>
                <a:gd name="connsiteX57" fmla="*/ 200809 w 516735"/>
                <a:gd name="connsiteY57" fmla="*/ 398135 h 788699"/>
                <a:gd name="connsiteX58" fmla="*/ 195370 w 516735"/>
                <a:gd name="connsiteY58" fmla="*/ 438930 h 788699"/>
                <a:gd name="connsiteX59" fmla="*/ 192650 w 516735"/>
                <a:gd name="connsiteY59" fmla="*/ 474286 h 788699"/>
                <a:gd name="connsiteX60" fmla="*/ 195370 w 516735"/>
                <a:gd name="connsiteY60" fmla="*/ 525959 h 788699"/>
                <a:gd name="connsiteX61" fmla="*/ 208968 w 516735"/>
                <a:gd name="connsiteY61" fmla="*/ 596670 h 788699"/>
                <a:gd name="connsiteX62" fmla="*/ 214407 w 516735"/>
                <a:gd name="connsiteY62" fmla="*/ 623867 h 788699"/>
                <a:gd name="connsiteX63" fmla="*/ 228006 w 516735"/>
                <a:gd name="connsiteY63" fmla="*/ 656502 h 788699"/>
                <a:gd name="connsiteX64" fmla="*/ 271520 w 516735"/>
                <a:gd name="connsiteY64" fmla="*/ 689138 h 788699"/>
                <a:gd name="connsiteX65" fmla="*/ 306876 w 516735"/>
                <a:gd name="connsiteY65" fmla="*/ 664661 h 788699"/>
                <a:gd name="connsiteX66" fmla="*/ 331353 w 516735"/>
                <a:gd name="connsiteY66" fmla="*/ 602109 h 788699"/>
                <a:gd name="connsiteX67" fmla="*/ 336792 w 516735"/>
                <a:gd name="connsiteY67" fmla="*/ 544997 h 788699"/>
                <a:gd name="connsiteX68" fmla="*/ 336792 w 516735"/>
                <a:gd name="connsiteY68" fmla="*/ 498762 h 788699"/>
                <a:gd name="connsiteX69" fmla="*/ 336792 w 516735"/>
                <a:gd name="connsiteY69" fmla="*/ 490603 h 788699"/>
                <a:gd name="connsiteX70" fmla="*/ 320474 w 516735"/>
                <a:gd name="connsiteY70" fmla="*/ 477005 h 788699"/>
                <a:gd name="connsiteX71" fmla="*/ 282399 w 516735"/>
                <a:gd name="connsiteY71" fmla="*/ 479725 h 788699"/>
                <a:gd name="connsiteX72" fmla="*/ 252483 w 516735"/>
                <a:gd name="connsiteY72" fmla="*/ 474286 h 788699"/>
                <a:gd name="connsiteX73" fmla="*/ 247044 w 516735"/>
                <a:gd name="connsiteY73" fmla="*/ 466126 h 788699"/>
                <a:gd name="connsiteX74" fmla="*/ 249763 w 516735"/>
                <a:gd name="connsiteY74" fmla="*/ 457968 h 788699"/>
                <a:gd name="connsiteX75" fmla="*/ 268801 w 516735"/>
                <a:gd name="connsiteY75" fmla="*/ 447089 h 788699"/>
                <a:gd name="connsiteX76" fmla="*/ 312315 w 516735"/>
                <a:gd name="connsiteY76" fmla="*/ 436210 h 788699"/>
                <a:gd name="connsiteX77" fmla="*/ 353110 w 516735"/>
                <a:gd name="connsiteY77" fmla="*/ 430771 h 788699"/>
                <a:gd name="connsiteX78" fmla="*/ 385746 w 516735"/>
                <a:gd name="connsiteY78" fmla="*/ 430771 h 788699"/>
                <a:gd name="connsiteX79" fmla="*/ 437420 w 516735"/>
                <a:gd name="connsiteY79" fmla="*/ 428051 h 788699"/>
                <a:gd name="connsiteX80" fmla="*/ 464616 w 516735"/>
                <a:gd name="connsiteY80" fmla="*/ 436210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516735" h="788699">
                  <a:moveTo>
                    <a:pt x="464616" y="436210"/>
                  </a:moveTo>
                  <a:cubicBezTo>
                    <a:pt x="464616" y="447089"/>
                    <a:pt x="453738" y="452528"/>
                    <a:pt x="445578" y="455248"/>
                  </a:cubicBezTo>
                  <a:cubicBezTo>
                    <a:pt x="434700" y="460687"/>
                    <a:pt x="415662" y="463407"/>
                    <a:pt x="404783" y="466126"/>
                  </a:cubicBezTo>
                  <a:cubicBezTo>
                    <a:pt x="393905" y="466126"/>
                    <a:pt x="385746" y="468846"/>
                    <a:pt x="385746" y="479725"/>
                  </a:cubicBezTo>
                  <a:cubicBezTo>
                    <a:pt x="385746" y="487884"/>
                    <a:pt x="388466" y="506921"/>
                    <a:pt x="388466" y="512361"/>
                  </a:cubicBezTo>
                  <a:cubicBezTo>
                    <a:pt x="388466" y="515080"/>
                    <a:pt x="388466" y="539557"/>
                    <a:pt x="388466" y="544997"/>
                  </a:cubicBezTo>
                  <a:cubicBezTo>
                    <a:pt x="388466" y="550436"/>
                    <a:pt x="388466" y="558595"/>
                    <a:pt x="388466" y="566754"/>
                  </a:cubicBezTo>
                  <a:cubicBezTo>
                    <a:pt x="388466" y="591231"/>
                    <a:pt x="388466" y="621147"/>
                    <a:pt x="391185" y="632026"/>
                  </a:cubicBezTo>
                  <a:cubicBezTo>
                    <a:pt x="393905" y="653783"/>
                    <a:pt x="393905" y="661942"/>
                    <a:pt x="393905" y="683699"/>
                  </a:cubicBezTo>
                  <a:cubicBezTo>
                    <a:pt x="393905" y="694578"/>
                    <a:pt x="393905" y="724494"/>
                    <a:pt x="377587" y="724494"/>
                  </a:cubicBezTo>
                  <a:cubicBezTo>
                    <a:pt x="369428" y="724494"/>
                    <a:pt x="366708" y="721774"/>
                    <a:pt x="361269" y="719054"/>
                  </a:cubicBezTo>
                  <a:cubicBezTo>
                    <a:pt x="355830" y="716335"/>
                    <a:pt x="353110" y="708176"/>
                    <a:pt x="353110" y="702737"/>
                  </a:cubicBezTo>
                  <a:cubicBezTo>
                    <a:pt x="350390" y="694578"/>
                    <a:pt x="350390" y="689138"/>
                    <a:pt x="350390" y="686419"/>
                  </a:cubicBezTo>
                  <a:cubicBezTo>
                    <a:pt x="350390" y="678260"/>
                    <a:pt x="353110" y="672820"/>
                    <a:pt x="353110" y="659222"/>
                  </a:cubicBezTo>
                  <a:lnTo>
                    <a:pt x="353110" y="656502"/>
                  </a:lnTo>
                  <a:cubicBezTo>
                    <a:pt x="347671" y="675540"/>
                    <a:pt x="334073" y="694578"/>
                    <a:pt x="317754" y="708176"/>
                  </a:cubicBezTo>
                  <a:cubicBezTo>
                    <a:pt x="293278" y="727214"/>
                    <a:pt x="274240" y="735372"/>
                    <a:pt x="241604" y="735372"/>
                  </a:cubicBezTo>
                  <a:cubicBezTo>
                    <a:pt x="222566" y="735372"/>
                    <a:pt x="203529" y="732653"/>
                    <a:pt x="187211" y="727214"/>
                  </a:cubicBezTo>
                  <a:cubicBezTo>
                    <a:pt x="165454" y="719054"/>
                    <a:pt x="149136" y="708176"/>
                    <a:pt x="135537" y="694578"/>
                  </a:cubicBezTo>
                  <a:cubicBezTo>
                    <a:pt x="113780" y="672820"/>
                    <a:pt x="100182" y="648343"/>
                    <a:pt x="86583" y="621147"/>
                  </a:cubicBezTo>
                  <a:cubicBezTo>
                    <a:pt x="75705" y="599390"/>
                    <a:pt x="70266" y="580352"/>
                    <a:pt x="67546" y="555875"/>
                  </a:cubicBezTo>
                  <a:cubicBezTo>
                    <a:pt x="64826" y="539557"/>
                    <a:pt x="62107" y="525959"/>
                    <a:pt x="59387" y="509641"/>
                  </a:cubicBezTo>
                  <a:cubicBezTo>
                    <a:pt x="56667" y="493323"/>
                    <a:pt x="59387" y="485164"/>
                    <a:pt x="59387" y="468846"/>
                  </a:cubicBezTo>
                  <a:cubicBezTo>
                    <a:pt x="59387" y="414453"/>
                    <a:pt x="72985" y="362780"/>
                    <a:pt x="86583" y="302947"/>
                  </a:cubicBezTo>
                  <a:cubicBezTo>
                    <a:pt x="92023" y="275751"/>
                    <a:pt x="100182" y="248554"/>
                    <a:pt x="108341" y="224077"/>
                  </a:cubicBezTo>
                  <a:cubicBezTo>
                    <a:pt x="116500" y="196881"/>
                    <a:pt x="130098" y="169684"/>
                    <a:pt x="146416" y="145207"/>
                  </a:cubicBezTo>
                  <a:cubicBezTo>
                    <a:pt x="160014" y="123450"/>
                    <a:pt x="176332" y="101693"/>
                    <a:pt x="198090" y="85375"/>
                  </a:cubicBezTo>
                  <a:cubicBezTo>
                    <a:pt x="206249" y="77216"/>
                    <a:pt x="217127" y="71776"/>
                    <a:pt x="228006" y="69057"/>
                  </a:cubicBezTo>
                  <a:cubicBezTo>
                    <a:pt x="241604" y="63618"/>
                    <a:pt x="255202" y="58178"/>
                    <a:pt x="268801" y="58178"/>
                  </a:cubicBezTo>
                  <a:cubicBezTo>
                    <a:pt x="271520" y="58178"/>
                    <a:pt x="274240" y="58178"/>
                    <a:pt x="274240" y="58178"/>
                  </a:cubicBezTo>
                  <a:cubicBezTo>
                    <a:pt x="279679" y="58178"/>
                    <a:pt x="285119" y="58178"/>
                    <a:pt x="295997" y="60898"/>
                  </a:cubicBezTo>
                  <a:cubicBezTo>
                    <a:pt x="309595" y="63618"/>
                    <a:pt x="320474" y="66337"/>
                    <a:pt x="331353" y="71776"/>
                  </a:cubicBezTo>
                  <a:cubicBezTo>
                    <a:pt x="339512" y="77216"/>
                    <a:pt x="347671" y="85375"/>
                    <a:pt x="350390" y="93534"/>
                  </a:cubicBezTo>
                  <a:cubicBezTo>
                    <a:pt x="350390" y="88095"/>
                    <a:pt x="353110" y="79936"/>
                    <a:pt x="353110" y="74496"/>
                  </a:cubicBezTo>
                  <a:cubicBezTo>
                    <a:pt x="355830" y="71776"/>
                    <a:pt x="355830" y="69057"/>
                    <a:pt x="358549" y="63618"/>
                  </a:cubicBezTo>
                  <a:cubicBezTo>
                    <a:pt x="361269" y="60898"/>
                    <a:pt x="363989" y="58178"/>
                    <a:pt x="366708" y="58178"/>
                  </a:cubicBezTo>
                  <a:cubicBezTo>
                    <a:pt x="369428" y="58178"/>
                    <a:pt x="372148" y="60898"/>
                    <a:pt x="374867" y="63618"/>
                  </a:cubicBezTo>
                  <a:cubicBezTo>
                    <a:pt x="377587" y="69057"/>
                    <a:pt x="380307" y="77216"/>
                    <a:pt x="383027" y="82655"/>
                  </a:cubicBezTo>
                  <a:cubicBezTo>
                    <a:pt x="383027" y="90814"/>
                    <a:pt x="385746" y="107132"/>
                    <a:pt x="385746" y="126170"/>
                  </a:cubicBezTo>
                  <a:cubicBezTo>
                    <a:pt x="385746" y="150647"/>
                    <a:pt x="385746" y="177843"/>
                    <a:pt x="388466" y="186002"/>
                  </a:cubicBezTo>
                  <a:cubicBezTo>
                    <a:pt x="391185" y="207759"/>
                    <a:pt x="391185" y="215918"/>
                    <a:pt x="391185" y="237676"/>
                  </a:cubicBezTo>
                  <a:cubicBezTo>
                    <a:pt x="391185" y="248554"/>
                    <a:pt x="391185" y="278470"/>
                    <a:pt x="374867" y="278470"/>
                  </a:cubicBezTo>
                  <a:cubicBezTo>
                    <a:pt x="366708" y="278470"/>
                    <a:pt x="363989" y="275751"/>
                    <a:pt x="358549" y="273031"/>
                  </a:cubicBezTo>
                  <a:cubicBezTo>
                    <a:pt x="353110" y="270311"/>
                    <a:pt x="350390" y="262152"/>
                    <a:pt x="350390" y="256713"/>
                  </a:cubicBezTo>
                  <a:cubicBezTo>
                    <a:pt x="350390" y="251274"/>
                    <a:pt x="347671" y="245834"/>
                    <a:pt x="347671" y="240395"/>
                  </a:cubicBezTo>
                  <a:cubicBezTo>
                    <a:pt x="347671" y="232236"/>
                    <a:pt x="347671" y="224077"/>
                    <a:pt x="347671" y="213199"/>
                  </a:cubicBezTo>
                  <a:cubicBezTo>
                    <a:pt x="347671" y="207759"/>
                    <a:pt x="347671" y="199600"/>
                    <a:pt x="344951" y="194161"/>
                  </a:cubicBezTo>
                  <a:cubicBezTo>
                    <a:pt x="342232" y="180563"/>
                    <a:pt x="342232" y="164245"/>
                    <a:pt x="339512" y="150647"/>
                  </a:cubicBezTo>
                  <a:cubicBezTo>
                    <a:pt x="336792" y="137048"/>
                    <a:pt x="331353" y="123450"/>
                    <a:pt x="323194" y="112571"/>
                  </a:cubicBezTo>
                  <a:cubicBezTo>
                    <a:pt x="317754" y="104412"/>
                    <a:pt x="304156" y="101693"/>
                    <a:pt x="293278" y="101693"/>
                  </a:cubicBezTo>
                  <a:cubicBezTo>
                    <a:pt x="279679" y="101693"/>
                    <a:pt x="271520" y="109852"/>
                    <a:pt x="263361" y="120730"/>
                  </a:cubicBezTo>
                  <a:cubicBezTo>
                    <a:pt x="257922" y="131609"/>
                    <a:pt x="247044" y="139768"/>
                    <a:pt x="241604" y="153366"/>
                  </a:cubicBezTo>
                  <a:cubicBezTo>
                    <a:pt x="236165" y="166964"/>
                    <a:pt x="233445" y="180563"/>
                    <a:pt x="233445" y="194161"/>
                  </a:cubicBezTo>
                  <a:cubicBezTo>
                    <a:pt x="233445" y="207759"/>
                    <a:pt x="230725" y="218638"/>
                    <a:pt x="225286" y="232236"/>
                  </a:cubicBezTo>
                  <a:cubicBezTo>
                    <a:pt x="219847" y="245834"/>
                    <a:pt x="219847" y="262152"/>
                    <a:pt x="217127" y="275751"/>
                  </a:cubicBezTo>
                  <a:cubicBezTo>
                    <a:pt x="214407" y="289349"/>
                    <a:pt x="214407" y="302947"/>
                    <a:pt x="211688" y="316545"/>
                  </a:cubicBezTo>
                  <a:cubicBezTo>
                    <a:pt x="211688" y="330144"/>
                    <a:pt x="206249" y="341022"/>
                    <a:pt x="206249" y="354621"/>
                  </a:cubicBezTo>
                  <a:cubicBezTo>
                    <a:pt x="203529" y="368219"/>
                    <a:pt x="203529" y="381817"/>
                    <a:pt x="200809" y="398135"/>
                  </a:cubicBezTo>
                  <a:cubicBezTo>
                    <a:pt x="198090" y="411733"/>
                    <a:pt x="198090" y="425332"/>
                    <a:pt x="195370" y="438930"/>
                  </a:cubicBezTo>
                  <a:cubicBezTo>
                    <a:pt x="195370" y="449809"/>
                    <a:pt x="192650" y="463407"/>
                    <a:pt x="192650" y="474286"/>
                  </a:cubicBezTo>
                  <a:cubicBezTo>
                    <a:pt x="192650" y="490603"/>
                    <a:pt x="195370" y="509641"/>
                    <a:pt x="195370" y="525959"/>
                  </a:cubicBezTo>
                  <a:cubicBezTo>
                    <a:pt x="195370" y="550436"/>
                    <a:pt x="203529" y="572193"/>
                    <a:pt x="208968" y="596670"/>
                  </a:cubicBezTo>
                  <a:cubicBezTo>
                    <a:pt x="211688" y="604829"/>
                    <a:pt x="211688" y="615708"/>
                    <a:pt x="214407" y="623867"/>
                  </a:cubicBezTo>
                  <a:cubicBezTo>
                    <a:pt x="217127" y="634745"/>
                    <a:pt x="222566" y="645624"/>
                    <a:pt x="228006" y="656502"/>
                  </a:cubicBezTo>
                  <a:cubicBezTo>
                    <a:pt x="236165" y="670101"/>
                    <a:pt x="252483" y="689138"/>
                    <a:pt x="271520" y="689138"/>
                  </a:cubicBezTo>
                  <a:cubicBezTo>
                    <a:pt x="287838" y="689138"/>
                    <a:pt x="298717" y="675540"/>
                    <a:pt x="306876" y="664661"/>
                  </a:cubicBezTo>
                  <a:cubicBezTo>
                    <a:pt x="320474" y="645624"/>
                    <a:pt x="325914" y="623867"/>
                    <a:pt x="331353" y="602109"/>
                  </a:cubicBezTo>
                  <a:cubicBezTo>
                    <a:pt x="334073" y="583072"/>
                    <a:pt x="336792" y="564034"/>
                    <a:pt x="336792" y="544997"/>
                  </a:cubicBezTo>
                  <a:cubicBezTo>
                    <a:pt x="336792" y="531398"/>
                    <a:pt x="336792" y="512361"/>
                    <a:pt x="336792" y="498762"/>
                  </a:cubicBezTo>
                  <a:cubicBezTo>
                    <a:pt x="336792" y="496043"/>
                    <a:pt x="336792" y="493323"/>
                    <a:pt x="336792" y="490603"/>
                  </a:cubicBezTo>
                  <a:cubicBezTo>
                    <a:pt x="336792" y="479725"/>
                    <a:pt x="336792" y="477005"/>
                    <a:pt x="320474" y="477005"/>
                  </a:cubicBezTo>
                  <a:cubicBezTo>
                    <a:pt x="309595" y="477005"/>
                    <a:pt x="295997" y="479725"/>
                    <a:pt x="282399" y="479725"/>
                  </a:cubicBezTo>
                  <a:cubicBezTo>
                    <a:pt x="271520" y="479725"/>
                    <a:pt x="260642" y="479725"/>
                    <a:pt x="252483" y="474286"/>
                  </a:cubicBezTo>
                  <a:cubicBezTo>
                    <a:pt x="249763" y="471566"/>
                    <a:pt x="247044" y="468846"/>
                    <a:pt x="247044" y="466126"/>
                  </a:cubicBezTo>
                  <a:cubicBezTo>
                    <a:pt x="247044" y="463407"/>
                    <a:pt x="247044" y="460687"/>
                    <a:pt x="249763" y="457968"/>
                  </a:cubicBezTo>
                  <a:cubicBezTo>
                    <a:pt x="255202" y="452528"/>
                    <a:pt x="260642" y="449809"/>
                    <a:pt x="268801" y="447089"/>
                  </a:cubicBezTo>
                  <a:cubicBezTo>
                    <a:pt x="282399" y="441650"/>
                    <a:pt x="295997" y="438930"/>
                    <a:pt x="312315" y="436210"/>
                  </a:cubicBezTo>
                  <a:cubicBezTo>
                    <a:pt x="325914" y="433491"/>
                    <a:pt x="339512" y="433491"/>
                    <a:pt x="353110" y="430771"/>
                  </a:cubicBezTo>
                  <a:cubicBezTo>
                    <a:pt x="363989" y="430771"/>
                    <a:pt x="374867" y="430771"/>
                    <a:pt x="385746" y="430771"/>
                  </a:cubicBezTo>
                  <a:cubicBezTo>
                    <a:pt x="402064" y="430771"/>
                    <a:pt x="426541" y="428051"/>
                    <a:pt x="437420" y="428051"/>
                  </a:cubicBezTo>
                  <a:cubicBezTo>
                    <a:pt x="451018" y="422612"/>
                    <a:pt x="464616" y="425332"/>
                    <a:pt x="464616" y="436210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6C6EC568-17DB-458F-9492-F1CC33DF1A00}"/>
                </a:ext>
              </a:extLst>
            </p:cNvPr>
            <p:cNvSpPr/>
            <p:nvPr/>
          </p:nvSpPr>
          <p:spPr>
            <a:xfrm>
              <a:off x="9053923" y="4178559"/>
              <a:ext cx="625521" cy="788700"/>
            </a:xfrm>
            <a:custGeom>
              <a:avLst/>
              <a:gdLst>
                <a:gd name="connsiteX0" fmla="*/ 536838 w 625521"/>
                <a:gd name="connsiteY0" fmla="*/ 680979 h 788699"/>
                <a:gd name="connsiteX1" fmla="*/ 574913 w 625521"/>
                <a:gd name="connsiteY1" fmla="*/ 697297 h 788699"/>
                <a:gd name="connsiteX2" fmla="*/ 566755 w 625521"/>
                <a:gd name="connsiteY2" fmla="*/ 713615 h 788699"/>
                <a:gd name="connsiteX3" fmla="*/ 550437 w 625521"/>
                <a:gd name="connsiteY3" fmla="*/ 721774 h 788699"/>
                <a:gd name="connsiteX4" fmla="*/ 528680 w 625521"/>
                <a:gd name="connsiteY4" fmla="*/ 724494 h 788699"/>
                <a:gd name="connsiteX5" fmla="*/ 417174 w 625521"/>
                <a:gd name="connsiteY5" fmla="*/ 724494 h 788699"/>
                <a:gd name="connsiteX6" fmla="*/ 398136 w 625521"/>
                <a:gd name="connsiteY6" fmla="*/ 724494 h 788699"/>
                <a:gd name="connsiteX7" fmla="*/ 373659 w 625521"/>
                <a:gd name="connsiteY7" fmla="*/ 724494 h 788699"/>
                <a:gd name="connsiteX8" fmla="*/ 346462 w 625521"/>
                <a:gd name="connsiteY8" fmla="*/ 719054 h 788699"/>
                <a:gd name="connsiteX9" fmla="*/ 330144 w 625521"/>
                <a:gd name="connsiteY9" fmla="*/ 702737 h 788699"/>
                <a:gd name="connsiteX10" fmla="*/ 335584 w 625521"/>
                <a:gd name="connsiteY10" fmla="*/ 694578 h 788699"/>
                <a:gd name="connsiteX11" fmla="*/ 357341 w 625521"/>
                <a:gd name="connsiteY11" fmla="*/ 686419 h 788699"/>
                <a:gd name="connsiteX12" fmla="*/ 395416 w 625521"/>
                <a:gd name="connsiteY12" fmla="*/ 680979 h 788699"/>
                <a:gd name="connsiteX13" fmla="*/ 381817 w 625521"/>
                <a:gd name="connsiteY13" fmla="*/ 656502 h 788699"/>
                <a:gd name="connsiteX14" fmla="*/ 379098 w 625521"/>
                <a:gd name="connsiteY14" fmla="*/ 585791 h 788699"/>
                <a:gd name="connsiteX15" fmla="*/ 379098 w 625521"/>
                <a:gd name="connsiteY15" fmla="*/ 517800 h 788699"/>
                <a:gd name="connsiteX16" fmla="*/ 379098 w 625521"/>
                <a:gd name="connsiteY16" fmla="*/ 474286 h 788699"/>
                <a:gd name="connsiteX17" fmla="*/ 379098 w 625521"/>
                <a:gd name="connsiteY17" fmla="*/ 430771 h 788699"/>
                <a:gd name="connsiteX18" fmla="*/ 381817 w 625521"/>
                <a:gd name="connsiteY18" fmla="*/ 411733 h 788699"/>
                <a:gd name="connsiteX19" fmla="*/ 379098 w 625521"/>
                <a:gd name="connsiteY19" fmla="*/ 400855 h 788699"/>
                <a:gd name="connsiteX20" fmla="*/ 370939 w 625521"/>
                <a:gd name="connsiteY20" fmla="*/ 398135 h 788699"/>
                <a:gd name="connsiteX21" fmla="*/ 338304 w 625521"/>
                <a:gd name="connsiteY21" fmla="*/ 400855 h 788699"/>
                <a:gd name="connsiteX22" fmla="*/ 289349 w 625521"/>
                <a:gd name="connsiteY22" fmla="*/ 403575 h 788699"/>
                <a:gd name="connsiteX23" fmla="*/ 264872 w 625521"/>
                <a:gd name="connsiteY23" fmla="*/ 400855 h 788699"/>
                <a:gd name="connsiteX24" fmla="*/ 259433 w 625521"/>
                <a:gd name="connsiteY24" fmla="*/ 406294 h 788699"/>
                <a:gd name="connsiteX25" fmla="*/ 259433 w 625521"/>
                <a:gd name="connsiteY25" fmla="*/ 425332 h 788699"/>
                <a:gd name="connsiteX26" fmla="*/ 259433 w 625521"/>
                <a:gd name="connsiteY26" fmla="*/ 449809 h 788699"/>
                <a:gd name="connsiteX27" fmla="*/ 259433 w 625521"/>
                <a:gd name="connsiteY27" fmla="*/ 471566 h 788699"/>
                <a:gd name="connsiteX28" fmla="*/ 259433 w 625521"/>
                <a:gd name="connsiteY28" fmla="*/ 504202 h 788699"/>
                <a:gd name="connsiteX29" fmla="*/ 259433 w 625521"/>
                <a:gd name="connsiteY29" fmla="*/ 509641 h 788699"/>
                <a:gd name="connsiteX30" fmla="*/ 256714 w 625521"/>
                <a:gd name="connsiteY30" fmla="*/ 542277 h 788699"/>
                <a:gd name="connsiteX31" fmla="*/ 256714 w 625521"/>
                <a:gd name="connsiteY31" fmla="*/ 577632 h 788699"/>
                <a:gd name="connsiteX32" fmla="*/ 256714 w 625521"/>
                <a:gd name="connsiteY32" fmla="*/ 612988 h 788699"/>
                <a:gd name="connsiteX33" fmla="*/ 253994 w 625521"/>
                <a:gd name="connsiteY33" fmla="*/ 656502 h 788699"/>
                <a:gd name="connsiteX34" fmla="*/ 256714 w 625521"/>
                <a:gd name="connsiteY34" fmla="*/ 678260 h 788699"/>
                <a:gd name="connsiteX35" fmla="*/ 286629 w 625521"/>
                <a:gd name="connsiteY35" fmla="*/ 694578 h 788699"/>
                <a:gd name="connsiteX36" fmla="*/ 281191 w 625521"/>
                <a:gd name="connsiteY36" fmla="*/ 710895 h 788699"/>
                <a:gd name="connsiteX37" fmla="*/ 264872 w 625521"/>
                <a:gd name="connsiteY37" fmla="*/ 719054 h 788699"/>
                <a:gd name="connsiteX38" fmla="*/ 243116 w 625521"/>
                <a:gd name="connsiteY38" fmla="*/ 721774 h 788699"/>
                <a:gd name="connsiteX39" fmla="*/ 243116 w 625521"/>
                <a:gd name="connsiteY39" fmla="*/ 721774 h 788699"/>
                <a:gd name="connsiteX40" fmla="*/ 232236 w 625521"/>
                <a:gd name="connsiteY40" fmla="*/ 727214 h 788699"/>
                <a:gd name="connsiteX41" fmla="*/ 224078 w 625521"/>
                <a:gd name="connsiteY41" fmla="*/ 735372 h 788699"/>
                <a:gd name="connsiteX42" fmla="*/ 213199 w 625521"/>
                <a:gd name="connsiteY42" fmla="*/ 738092 h 788699"/>
                <a:gd name="connsiteX43" fmla="*/ 183283 w 625521"/>
                <a:gd name="connsiteY43" fmla="*/ 727214 h 788699"/>
                <a:gd name="connsiteX44" fmla="*/ 175124 w 625521"/>
                <a:gd name="connsiteY44" fmla="*/ 719054 h 788699"/>
                <a:gd name="connsiteX45" fmla="*/ 145208 w 625521"/>
                <a:gd name="connsiteY45" fmla="*/ 719054 h 788699"/>
                <a:gd name="connsiteX46" fmla="*/ 126170 w 625521"/>
                <a:gd name="connsiteY46" fmla="*/ 719054 h 788699"/>
                <a:gd name="connsiteX47" fmla="*/ 101693 w 625521"/>
                <a:gd name="connsiteY47" fmla="*/ 719054 h 788699"/>
                <a:gd name="connsiteX48" fmla="*/ 74496 w 625521"/>
                <a:gd name="connsiteY48" fmla="*/ 713615 h 788699"/>
                <a:gd name="connsiteX49" fmla="*/ 58178 w 625521"/>
                <a:gd name="connsiteY49" fmla="*/ 697297 h 788699"/>
                <a:gd name="connsiteX50" fmla="*/ 63618 w 625521"/>
                <a:gd name="connsiteY50" fmla="*/ 689138 h 788699"/>
                <a:gd name="connsiteX51" fmla="*/ 85375 w 625521"/>
                <a:gd name="connsiteY51" fmla="*/ 680979 h 788699"/>
                <a:gd name="connsiteX52" fmla="*/ 131609 w 625521"/>
                <a:gd name="connsiteY52" fmla="*/ 675540 h 788699"/>
                <a:gd name="connsiteX53" fmla="*/ 131609 w 625521"/>
                <a:gd name="connsiteY53" fmla="*/ 667381 h 788699"/>
                <a:gd name="connsiteX54" fmla="*/ 131609 w 625521"/>
                <a:gd name="connsiteY54" fmla="*/ 651063 h 788699"/>
                <a:gd name="connsiteX55" fmla="*/ 131609 w 625521"/>
                <a:gd name="connsiteY55" fmla="*/ 618427 h 788699"/>
                <a:gd name="connsiteX56" fmla="*/ 131609 w 625521"/>
                <a:gd name="connsiteY56" fmla="*/ 580352 h 788699"/>
                <a:gd name="connsiteX57" fmla="*/ 131609 w 625521"/>
                <a:gd name="connsiteY57" fmla="*/ 531398 h 788699"/>
                <a:gd name="connsiteX58" fmla="*/ 131609 w 625521"/>
                <a:gd name="connsiteY58" fmla="*/ 466126 h 788699"/>
                <a:gd name="connsiteX59" fmla="*/ 131609 w 625521"/>
                <a:gd name="connsiteY59" fmla="*/ 422612 h 788699"/>
                <a:gd name="connsiteX60" fmla="*/ 131609 w 625521"/>
                <a:gd name="connsiteY60" fmla="*/ 411733 h 788699"/>
                <a:gd name="connsiteX61" fmla="*/ 131609 w 625521"/>
                <a:gd name="connsiteY61" fmla="*/ 398135 h 788699"/>
                <a:gd name="connsiteX62" fmla="*/ 126170 w 625521"/>
                <a:gd name="connsiteY62" fmla="*/ 389976 h 788699"/>
                <a:gd name="connsiteX63" fmla="*/ 101693 w 625521"/>
                <a:gd name="connsiteY63" fmla="*/ 387257 h 788699"/>
                <a:gd name="connsiteX64" fmla="*/ 77216 w 625521"/>
                <a:gd name="connsiteY64" fmla="*/ 376378 h 788699"/>
                <a:gd name="connsiteX65" fmla="*/ 82655 w 625521"/>
                <a:gd name="connsiteY65" fmla="*/ 368219 h 788699"/>
                <a:gd name="connsiteX66" fmla="*/ 98973 w 625521"/>
                <a:gd name="connsiteY66" fmla="*/ 360060 h 788699"/>
                <a:gd name="connsiteX67" fmla="*/ 118011 w 625521"/>
                <a:gd name="connsiteY67" fmla="*/ 357340 h 788699"/>
                <a:gd name="connsiteX68" fmla="*/ 131609 w 625521"/>
                <a:gd name="connsiteY68" fmla="*/ 351901 h 788699"/>
                <a:gd name="connsiteX69" fmla="*/ 131609 w 625521"/>
                <a:gd name="connsiteY69" fmla="*/ 343742 h 788699"/>
                <a:gd name="connsiteX70" fmla="*/ 131609 w 625521"/>
                <a:gd name="connsiteY70" fmla="*/ 270311 h 788699"/>
                <a:gd name="connsiteX71" fmla="*/ 137048 w 625521"/>
                <a:gd name="connsiteY71" fmla="*/ 145207 h 788699"/>
                <a:gd name="connsiteX72" fmla="*/ 139768 w 625521"/>
                <a:gd name="connsiteY72" fmla="*/ 123450 h 788699"/>
                <a:gd name="connsiteX73" fmla="*/ 123450 w 625521"/>
                <a:gd name="connsiteY73" fmla="*/ 123450 h 788699"/>
                <a:gd name="connsiteX74" fmla="*/ 118011 w 625521"/>
                <a:gd name="connsiteY74" fmla="*/ 123450 h 788699"/>
                <a:gd name="connsiteX75" fmla="*/ 101693 w 625521"/>
                <a:gd name="connsiteY75" fmla="*/ 123450 h 788699"/>
                <a:gd name="connsiteX76" fmla="*/ 74496 w 625521"/>
                <a:gd name="connsiteY76" fmla="*/ 118011 h 788699"/>
                <a:gd name="connsiteX77" fmla="*/ 58178 w 625521"/>
                <a:gd name="connsiteY77" fmla="*/ 101693 h 788699"/>
                <a:gd name="connsiteX78" fmla="*/ 63618 w 625521"/>
                <a:gd name="connsiteY78" fmla="*/ 93534 h 788699"/>
                <a:gd name="connsiteX79" fmla="*/ 85375 w 625521"/>
                <a:gd name="connsiteY79" fmla="*/ 85375 h 788699"/>
                <a:gd name="connsiteX80" fmla="*/ 137048 w 625521"/>
                <a:gd name="connsiteY80" fmla="*/ 82655 h 788699"/>
                <a:gd name="connsiteX81" fmla="*/ 147927 w 625521"/>
                <a:gd name="connsiteY81" fmla="*/ 82655 h 788699"/>
                <a:gd name="connsiteX82" fmla="*/ 186003 w 625521"/>
                <a:gd name="connsiteY82" fmla="*/ 58178 h 788699"/>
                <a:gd name="connsiteX83" fmla="*/ 226797 w 625521"/>
                <a:gd name="connsiteY83" fmla="*/ 79936 h 788699"/>
                <a:gd name="connsiteX84" fmla="*/ 253994 w 625521"/>
                <a:gd name="connsiteY84" fmla="*/ 79936 h 788699"/>
                <a:gd name="connsiteX85" fmla="*/ 294789 w 625521"/>
                <a:gd name="connsiteY85" fmla="*/ 96253 h 788699"/>
                <a:gd name="connsiteX86" fmla="*/ 283910 w 625521"/>
                <a:gd name="connsiteY86" fmla="*/ 112571 h 788699"/>
                <a:gd name="connsiteX87" fmla="*/ 267592 w 625521"/>
                <a:gd name="connsiteY87" fmla="*/ 120730 h 788699"/>
                <a:gd name="connsiteX88" fmla="*/ 245835 w 625521"/>
                <a:gd name="connsiteY88" fmla="*/ 123450 h 788699"/>
                <a:gd name="connsiteX89" fmla="*/ 237676 w 625521"/>
                <a:gd name="connsiteY89" fmla="*/ 123450 h 788699"/>
                <a:gd name="connsiteX90" fmla="*/ 240396 w 625521"/>
                <a:gd name="connsiteY90" fmla="*/ 128889 h 788699"/>
                <a:gd name="connsiteX91" fmla="*/ 251274 w 625521"/>
                <a:gd name="connsiteY91" fmla="*/ 177843 h 788699"/>
                <a:gd name="connsiteX92" fmla="*/ 256714 w 625521"/>
                <a:gd name="connsiteY92" fmla="*/ 226797 h 788699"/>
                <a:gd name="connsiteX93" fmla="*/ 262153 w 625521"/>
                <a:gd name="connsiteY93" fmla="*/ 273031 h 788699"/>
                <a:gd name="connsiteX94" fmla="*/ 262153 w 625521"/>
                <a:gd name="connsiteY94" fmla="*/ 289349 h 788699"/>
                <a:gd name="connsiteX95" fmla="*/ 262153 w 625521"/>
                <a:gd name="connsiteY95" fmla="*/ 297508 h 788699"/>
                <a:gd name="connsiteX96" fmla="*/ 264872 w 625521"/>
                <a:gd name="connsiteY96" fmla="*/ 321985 h 788699"/>
                <a:gd name="connsiteX97" fmla="*/ 270312 w 625521"/>
                <a:gd name="connsiteY97" fmla="*/ 335583 h 788699"/>
                <a:gd name="connsiteX98" fmla="*/ 270312 w 625521"/>
                <a:gd name="connsiteY98" fmla="*/ 338303 h 788699"/>
                <a:gd name="connsiteX99" fmla="*/ 270312 w 625521"/>
                <a:gd name="connsiteY99" fmla="*/ 346462 h 788699"/>
                <a:gd name="connsiteX100" fmla="*/ 278471 w 625521"/>
                <a:gd name="connsiteY100" fmla="*/ 354621 h 788699"/>
                <a:gd name="connsiteX101" fmla="*/ 338304 w 625521"/>
                <a:gd name="connsiteY101" fmla="*/ 349181 h 788699"/>
                <a:gd name="connsiteX102" fmla="*/ 365500 w 625521"/>
                <a:gd name="connsiteY102" fmla="*/ 349181 h 788699"/>
                <a:gd name="connsiteX103" fmla="*/ 381817 w 625521"/>
                <a:gd name="connsiteY103" fmla="*/ 349181 h 788699"/>
                <a:gd name="connsiteX104" fmla="*/ 392697 w 625521"/>
                <a:gd name="connsiteY104" fmla="*/ 338303 h 788699"/>
                <a:gd name="connsiteX105" fmla="*/ 389977 w 625521"/>
                <a:gd name="connsiteY105" fmla="*/ 313826 h 788699"/>
                <a:gd name="connsiteX106" fmla="*/ 392697 w 625521"/>
                <a:gd name="connsiteY106" fmla="*/ 262152 h 788699"/>
                <a:gd name="connsiteX107" fmla="*/ 395416 w 625521"/>
                <a:gd name="connsiteY107" fmla="*/ 224077 h 788699"/>
                <a:gd name="connsiteX108" fmla="*/ 398136 w 625521"/>
                <a:gd name="connsiteY108" fmla="*/ 177843 h 788699"/>
                <a:gd name="connsiteX109" fmla="*/ 395416 w 625521"/>
                <a:gd name="connsiteY109" fmla="*/ 153366 h 788699"/>
                <a:gd name="connsiteX110" fmla="*/ 395416 w 625521"/>
                <a:gd name="connsiteY110" fmla="*/ 137048 h 788699"/>
                <a:gd name="connsiteX111" fmla="*/ 379098 w 625521"/>
                <a:gd name="connsiteY111" fmla="*/ 137048 h 788699"/>
                <a:gd name="connsiteX112" fmla="*/ 351902 w 625521"/>
                <a:gd name="connsiteY112" fmla="*/ 131609 h 788699"/>
                <a:gd name="connsiteX113" fmla="*/ 338304 w 625521"/>
                <a:gd name="connsiteY113" fmla="*/ 115291 h 788699"/>
                <a:gd name="connsiteX114" fmla="*/ 343742 w 625521"/>
                <a:gd name="connsiteY114" fmla="*/ 107132 h 788699"/>
                <a:gd name="connsiteX115" fmla="*/ 362780 w 625521"/>
                <a:gd name="connsiteY115" fmla="*/ 98973 h 788699"/>
                <a:gd name="connsiteX116" fmla="*/ 395416 w 625521"/>
                <a:gd name="connsiteY116" fmla="*/ 96253 h 788699"/>
                <a:gd name="connsiteX117" fmla="*/ 403575 w 625521"/>
                <a:gd name="connsiteY117" fmla="*/ 90814 h 788699"/>
                <a:gd name="connsiteX118" fmla="*/ 422612 w 625521"/>
                <a:gd name="connsiteY118" fmla="*/ 88095 h 788699"/>
                <a:gd name="connsiteX119" fmla="*/ 428052 w 625521"/>
                <a:gd name="connsiteY119" fmla="*/ 88095 h 788699"/>
                <a:gd name="connsiteX120" fmla="*/ 447090 w 625521"/>
                <a:gd name="connsiteY120" fmla="*/ 90814 h 788699"/>
                <a:gd name="connsiteX121" fmla="*/ 455249 w 625521"/>
                <a:gd name="connsiteY121" fmla="*/ 96253 h 788699"/>
                <a:gd name="connsiteX122" fmla="*/ 525960 w 625521"/>
                <a:gd name="connsiteY122" fmla="*/ 93534 h 788699"/>
                <a:gd name="connsiteX123" fmla="*/ 561315 w 625521"/>
                <a:gd name="connsiteY123" fmla="*/ 109852 h 788699"/>
                <a:gd name="connsiteX124" fmla="*/ 555876 w 625521"/>
                <a:gd name="connsiteY124" fmla="*/ 126170 h 788699"/>
                <a:gd name="connsiteX125" fmla="*/ 539558 w 625521"/>
                <a:gd name="connsiteY125" fmla="*/ 134329 h 788699"/>
                <a:gd name="connsiteX126" fmla="*/ 517800 w 625521"/>
                <a:gd name="connsiteY126" fmla="*/ 137048 h 788699"/>
                <a:gd name="connsiteX127" fmla="*/ 477006 w 625521"/>
                <a:gd name="connsiteY127" fmla="*/ 137048 h 788699"/>
                <a:gd name="connsiteX128" fmla="*/ 485165 w 625521"/>
                <a:gd name="connsiteY128" fmla="*/ 161525 h 788699"/>
                <a:gd name="connsiteX129" fmla="*/ 496043 w 625521"/>
                <a:gd name="connsiteY129" fmla="*/ 210479 h 788699"/>
                <a:gd name="connsiteX130" fmla="*/ 501483 w 625521"/>
                <a:gd name="connsiteY130" fmla="*/ 251274 h 788699"/>
                <a:gd name="connsiteX131" fmla="*/ 506922 w 625521"/>
                <a:gd name="connsiteY131" fmla="*/ 292069 h 788699"/>
                <a:gd name="connsiteX132" fmla="*/ 506922 w 625521"/>
                <a:gd name="connsiteY132" fmla="*/ 321985 h 788699"/>
                <a:gd name="connsiteX133" fmla="*/ 509642 w 625521"/>
                <a:gd name="connsiteY133" fmla="*/ 341022 h 788699"/>
                <a:gd name="connsiteX134" fmla="*/ 509642 w 625521"/>
                <a:gd name="connsiteY134" fmla="*/ 343742 h 788699"/>
                <a:gd name="connsiteX135" fmla="*/ 517800 w 625521"/>
                <a:gd name="connsiteY135" fmla="*/ 349181 h 788699"/>
                <a:gd name="connsiteX136" fmla="*/ 528680 w 625521"/>
                <a:gd name="connsiteY136" fmla="*/ 349181 h 788699"/>
                <a:gd name="connsiteX137" fmla="*/ 550437 w 625521"/>
                <a:gd name="connsiteY137" fmla="*/ 357340 h 788699"/>
                <a:gd name="connsiteX138" fmla="*/ 550437 w 625521"/>
                <a:gd name="connsiteY138" fmla="*/ 362780 h 788699"/>
                <a:gd name="connsiteX139" fmla="*/ 534119 w 625521"/>
                <a:gd name="connsiteY139" fmla="*/ 384537 h 788699"/>
                <a:gd name="connsiteX140" fmla="*/ 520520 w 625521"/>
                <a:gd name="connsiteY140" fmla="*/ 389976 h 788699"/>
                <a:gd name="connsiteX141" fmla="*/ 512362 w 625521"/>
                <a:gd name="connsiteY141" fmla="*/ 395415 h 788699"/>
                <a:gd name="connsiteX142" fmla="*/ 512362 w 625521"/>
                <a:gd name="connsiteY142" fmla="*/ 398135 h 788699"/>
                <a:gd name="connsiteX143" fmla="*/ 512362 w 625521"/>
                <a:gd name="connsiteY143" fmla="*/ 409014 h 788699"/>
                <a:gd name="connsiteX144" fmla="*/ 512362 w 625521"/>
                <a:gd name="connsiteY144" fmla="*/ 414453 h 788699"/>
                <a:gd name="connsiteX145" fmla="*/ 512362 w 625521"/>
                <a:gd name="connsiteY145" fmla="*/ 438930 h 788699"/>
                <a:gd name="connsiteX146" fmla="*/ 515081 w 625521"/>
                <a:gd name="connsiteY146" fmla="*/ 504202 h 788699"/>
                <a:gd name="connsiteX147" fmla="*/ 520520 w 625521"/>
                <a:gd name="connsiteY147" fmla="*/ 572193 h 788699"/>
                <a:gd name="connsiteX148" fmla="*/ 517800 w 625521"/>
                <a:gd name="connsiteY148" fmla="*/ 604829 h 788699"/>
                <a:gd name="connsiteX149" fmla="*/ 512362 w 625521"/>
                <a:gd name="connsiteY149" fmla="*/ 661942 h 788699"/>
                <a:gd name="connsiteX150" fmla="*/ 509642 w 625521"/>
                <a:gd name="connsiteY150" fmla="*/ 670101 h 788699"/>
                <a:gd name="connsiteX151" fmla="*/ 512362 w 625521"/>
                <a:gd name="connsiteY151" fmla="*/ 680979 h 788699"/>
                <a:gd name="connsiteX152" fmla="*/ 512362 w 625521"/>
                <a:gd name="connsiteY152" fmla="*/ 686419 h 788699"/>
                <a:gd name="connsiteX153" fmla="*/ 536838 w 625521"/>
                <a:gd name="connsiteY153" fmla="*/ 680979 h 788699"/>
                <a:gd name="connsiteX154" fmla="*/ 536838 w 625521"/>
                <a:gd name="connsiteY154" fmla="*/ 680979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</a:cxnLst>
              <a:rect l="l" t="t" r="r" b="b"/>
              <a:pathLst>
                <a:path w="625521" h="788699">
                  <a:moveTo>
                    <a:pt x="536838" y="680979"/>
                  </a:moveTo>
                  <a:cubicBezTo>
                    <a:pt x="550437" y="680979"/>
                    <a:pt x="574913" y="680979"/>
                    <a:pt x="574913" y="697297"/>
                  </a:cubicBezTo>
                  <a:cubicBezTo>
                    <a:pt x="574913" y="705456"/>
                    <a:pt x="572194" y="708176"/>
                    <a:pt x="566755" y="713615"/>
                  </a:cubicBezTo>
                  <a:cubicBezTo>
                    <a:pt x="561315" y="719054"/>
                    <a:pt x="555876" y="721774"/>
                    <a:pt x="550437" y="721774"/>
                  </a:cubicBezTo>
                  <a:cubicBezTo>
                    <a:pt x="539558" y="724494"/>
                    <a:pt x="534119" y="724494"/>
                    <a:pt x="528680" y="724494"/>
                  </a:cubicBezTo>
                  <a:cubicBezTo>
                    <a:pt x="517800" y="724494"/>
                    <a:pt x="428052" y="724494"/>
                    <a:pt x="417174" y="724494"/>
                  </a:cubicBezTo>
                  <a:cubicBezTo>
                    <a:pt x="403575" y="724494"/>
                    <a:pt x="414454" y="724494"/>
                    <a:pt x="398136" y="724494"/>
                  </a:cubicBezTo>
                  <a:cubicBezTo>
                    <a:pt x="389977" y="724494"/>
                    <a:pt x="381817" y="724494"/>
                    <a:pt x="373659" y="724494"/>
                  </a:cubicBezTo>
                  <a:cubicBezTo>
                    <a:pt x="365500" y="724494"/>
                    <a:pt x="354621" y="721774"/>
                    <a:pt x="346462" y="719054"/>
                  </a:cubicBezTo>
                  <a:cubicBezTo>
                    <a:pt x="338304" y="716335"/>
                    <a:pt x="330144" y="708176"/>
                    <a:pt x="330144" y="702737"/>
                  </a:cubicBezTo>
                  <a:cubicBezTo>
                    <a:pt x="330144" y="700017"/>
                    <a:pt x="330144" y="697297"/>
                    <a:pt x="335584" y="694578"/>
                  </a:cubicBezTo>
                  <a:cubicBezTo>
                    <a:pt x="341023" y="691858"/>
                    <a:pt x="351902" y="689138"/>
                    <a:pt x="357341" y="686419"/>
                  </a:cubicBezTo>
                  <a:cubicBezTo>
                    <a:pt x="373659" y="683699"/>
                    <a:pt x="387257" y="680979"/>
                    <a:pt x="395416" y="680979"/>
                  </a:cubicBezTo>
                  <a:cubicBezTo>
                    <a:pt x="387257" y="675540"/>
                    <a:pt x="384537" y="670101"/>
                    <a:pt x="381817" y="656502"/>
                  </a:cubicBezTo>
                  <a:cubicBezTo>
                    <a:pt x="379098" y="632026"/>
                    <a:pt x="379098" y="610268"/>
                    <a:pt x="379098" y="585791"/>
                  </a:cubicBezTo>
                  <a:cubicBezTo>
                    <a:pt x="379098" y="564034"/>
                    <a:pt x="379098" y="542277"/>
                    <a:pt x="379098" y="517800"/>
                  </a:cubicBezTo>
                  <a:cubicBezTo>
                    <a:pt x="379098" y="504202"/>
                    <a:pt x="379098" y="487884"/>
                    <a:pt x="379098" y="474286"/>
                  </a:cubicBezTo>
                  <a:cubicBezTo>
                    <a:pt x="379098" y="457968"/>
                    <a:pt x="376379" y="444369"/>
                    <a:pt x="379098" y="430771"/>
                  </a:cubicBezTo>
                  <a:cubicBezTo>
                    <a:pt x="379098" y="425332"/>
                    <a:pt x="381817" y="417173"/>
                    <a:pt x="381817" y="411733"/>
                  </a:cubicBezTo>
                  <a:cubicBezTo>
                    <a:pt x="381817" y="406294"/>
                    <a:pt x="381817" y="403575"/>
                    <a:pt x="379098" y="400855"/>
                  </a:cubicBezTo>
                  <a:cubicBezTo>
                    <a:pt x="376379" y="400855"/>
                    <a:pt x="373659" y="398135"/>
                    <a:pt x="370939" y="398135"/>
                  </a:cubicBezTo>
                  <a:cubicBezTo>
                    <a:pt x="360061" y="398135"/>
                    <a:pt x="343742" y="400855"/>
                    <a:pt x="338304" y="400855"/>
                  </a:cubicBezTo>
                  <a:cubicBezTo>
                    <a:pt x="330144" y="400855"/>
                    <a:pt x="319266" y="403575"/>
                    <a:pt x="289349" y="403575"/>
                  </a:cubicBezTo>
                  <a:cubicBezTo>
                    <a:pt x="275751" y="403575"/>
                    <a:pt x="267592" y="400855"/>
                    <a:pt x="264872" y="400855"/>
                  </a:cubicBezTo>
                  <a:cubicBezTo>
                    <a:pt x="262153" y="400855"/>
                    <a:pt x="259433" y="400855"/>
                    <a:pt x="259433" y="406294"/>
                  </a:cubicBezTo>
                  <a:cubicBezTo>
                    <a:pt x="259433" y="414453"/>
                    <a:pt x="259433" y="419892"/>
                    <a:pt x="259433" y="425332"/>
                  </a:cubicBezTo>
                  <a:cubicBezTo>
                    <a:pt x="259433" y="433491"/>
                    <a:pt x="259433" y="441650"/>
                    <a:pt x="259433" y="449809"/>
                  </a:cubicBezTo>
                  <a:cubicBezTo>
                    <a:pt x="259433" y="457968"/>
                    <a:pt x="259433" y="463407"/>
                    <a:pt x="259433" y="471566"/>
                  </a:cubicBezTo>
                  <a:cubicBezTo>
                    <a:pt x="259433" y="482445"/>
                    <a:pt x="259433" y="493323"/>
                    <a:pt x="259433" y="504202"/>
                  </a:cubicBezTo>
                  <a:cubicBezTo>
                    <a:pt x="259433" y="506921"/>
                    <a:pt x="259433" y="506921"/>
                    <a:pt x="259433" y="509641"/>
                  </a:cubicBezTo>
                  <a:cubicBezTo>
                    <a:pt x="259433" y="520520"/>
                    <a:pt x="256714" y="531398"/>
                    <a:pt x="256714" y="542277"/>
                  </a:cubicBezTo>
                  <a:cubicBezTo>
                    <a:pt x="256714" y="553156"/>
                    <a:pt x="256714" y="566754"/>
                    <a:pt x="256714" y="577632"/>
                  </a:cubicBezTo>
                  <a:cubicBezTo>
                    <a:pt x="256714" y="588511"/>
                    <a:pt x="256714" y="599390"/>
                    <a:pt x="256714" y="612988"/>
                  </a:cubicBezTo>
                  <a:cubicBezTo>
                    <a:pt x="256714" y="629306"/>
                    <a:pt x="253994" y="642904"/>
                    <a:pt x="253994" y="656502"/>
                  </a:cubicBezTo>
                  <a:cubicBezTo>
                    <a:pt x="253994" y="664661"/>
                    <a:pt x="256714" y="672820"/>
                    <a:pt x="256714" y="678260"/>
                  </a:cubicBezTo>
                  <a:cubicBezTo>
                    <a:pt x="270312" y="678260"/>
                    <a:pt x="286629" y="680979"/>
                    <a:pt x="286629" y="694578"/>
                  </a:cubicBezTo>
                  <a:cubicBezTo>
                    <a:pt x="286629" y="702737"/>
                    <a:pt x="283910" y="705456"/>
                    <a:pt x="281191" y="710895"/>
                  </a:cubicBezTo>
                  <a:cubicBezTo>
                    <a:pt x="275751" y="716335"/>
                    <a:pt x="270312" y="719054"/>
                    <a:pt x="264872" y="719054"/>
                  </a:cubicBezTo>
                  <a:cubicBezTo>
                    <a:pt x="256714" y="721774"/>
                    <a:pt x="248554" y="721774"/>
                    <a:pt x="243116" y="721774"/>
                  </a:cubicBezTo>
                  <a:cubicBezTo>
                    <a:pt x="243116" y="721774"/>
                    <a:pt x="243116" y="721774"/>
                    <a:pt x="243116" y="721774"/>
                  </a:cubicBezTo>
                  <a:cubicBezTo>
                    <a:pt x="237676" y="724494"/>
                    <a:pt x="237676" y="724494"/>
                    <a:pt x="232236" y="727214"/>
                  </a:cubicBezTo>
                  <a:cubicBezTo>
                    <a:pt x="229517" y="729933"/>
                    <a:pt x="229517" y="732653"/>
                    <a:pt x="224078" y="735372"/>
                  </a:cubicBezTo>
                  <a:cubicBezTo>
                    <a:pt x="221358" y="738092"/>
                    <a:pt x="215919" y="738092"/>
                    <a:pt x="213199" y="738092"/>
                  </a:cubicBezTo>
                  <a:cubicBezTo>
                    <a:pt x="199601" y="738092"/>
                    <a:pt x="188722" y="735372"/>
                    <a:pt x="183283" y="727214"/>
                  </a:cubicBezTo>
                  <a:cubicBezTo>
                    <a:pt x="180563" y="724494"/>
                    <a:pt x="177843" y="721774"/>
                    <a:pt x="175124" y="719054"/>
                  </a:cubicBezTo>
                  <a:cubicBezTo>
                    <a:pt x="161526" y="719054"/>
                    <a:pt x="150646" y="719054"/>
                    <a:pt x="145208" y="719054"/>
                  </a:cubicBezTo>
                  <a:cubicBezTo>
                    <a:pt x="131609" y="719054"/>
                    <a:pt x="142488" y="719054"/>
                    <a:pt x="126170" y="719054"/>
                  </a:cubicBezTo>
                  <a:cubicBezTo>
                    <a:pt x="118011" y="719054"/>
                    <a:pt x="109852" y="719054"/>
                    <a:pt x="101693" y="719054"/>
                  </a:cubicBezTo>
                  <a:cubicBezTo>
                    <a:pt x="93534" y="719054"/>
                    <a:pt x="82655" y="719054"/>
                    <a:pt x="74496" y="713615"/>
                  </a:cubicBezTo>
                  <a:cubicBezTo>
                    <a:pt x="66338" y="710895"/>
                    <a:pt x="58178" y="702737"/>
                    <a:pt x="58178" y="697297"/>
                  </a:cubicBezTo>
                  <a:cubicBezTo>
                    <a:pt x="58178" y="694578"/>
                    <a:pt x="58178" y="691858"/>
                    <a:pt x="63618" y="689138"/>
                  </a:cubicBezTo>
                  <a:cubicBezTo>
                    <a:pt x="69057" y="686419"/>
                    <a:pt x="79936" y="683699"/>
                    <a:pt x="85375" y="680979"/>
                  </a:cubicBezTo>
                  <a:cubicBezTo>
                    <a:pt x="98973" y="678260"/>
                    <a:pt x="118011" y="678260"/>
                    <a:pt x="131609" y="675540"/>
                  </a:cubicBezTo>
                  <a:cubicBezTo>
                    <a:pt x="131609" y="672820"/>
                    <a:pt x="131609" y="670101"/>
                    <a:pt x="131609" y="667381"/>
                  </a:cubicBezTo>
                  <a:cubicBezTo>
                    <a:pt x="131609" y="661942"/>
                    <a:pt x="131609" y="656502"/>
                    <a:pt x="131609" y="651063"/>
                  </a:cubicBezTo>
                  <a:cubicBezTo>
                    <a:pt x="131609" y="640184"/>
                    <a:pt x="131609" y="629306"/>
                    <a:pt x="131609" y="618427"/>
                  </a:cubicBezTo>
                  <a:cubicBezTo>
                    <a:pt x="131609" y="604829"/>
                    <a:pt x="131609" y="593950"/>
                    <a:pt x="131609" y="580352"/>
                  </a:cubicBezTo>
                  <a:cubicBezTo>
                    <a:pt x="131609" y="564034"/>
                    <a:pt x="131609" y="547716"/>
                    <a:pt x="131609" y="531398"/>
                  </a:cubicBezTo>
                  <a:cubicBezTo>
                    <a:pt x="131609" y="509641"/>
                    <a:pt x="131609" y="487884"/>
                    <a:pt x="131609" y="466126"/>
                  </a:cubicBezTo>
                  <a:cubicBezTo>
                    <a:pt x="131609" y="452528"/>
                    <a:pt x="131609" y="436210"/>
                    <a:pt x="131609" y="422612"/>
                  </a:cubicBezTo>
                  <a:cubicBezTo>
                    <a:pt x="131609" y="419892"/>
                    <a:pt x="131609" y="414453"/>
                    <a:pt x="131609" y="411733"/>
                  </a:cubicBezTo>
                  <a:cubicBezTo>
                    <a:pt x="131609" y="409014"/>
                    <a:pt x="131609" y="400855"/>
                    <a:pt x="131609" y="398135"/>
                  </a:cubicBezTo>
                  <a:cubicBezTo>
                    <a:pt x="131609" y="392696"/>
                    <a:pt x="131609" y="392696"/>
                    <a:pt x="126170" y="389976"/>
                  </a:cubicBezTo>
                  <a:cubicBezTo>
                    <a:pt x="123450" y="389976"/>
                    <a:pt x="109852" y="387257"/>
                    <a:pt x="101693" y="387257"/>
                  </a:cubicBezTo>
                  <a:cubicBezTo>
                    <a:pt x="90814" y="384537"/>
                    <a:pt x="77216" y="381817"/>
                    <a:pt x="77216" y="376378"/>
                  </a:cubicBezTo>
                  <a:cubicBezTo>
                    <a:pt x="77216" y="373658"/>
                    <a:pt x="79936" y="370939"/>
                    <a:pt x="82655" y="368219"/>
                  </a:cubicBezTo>
                  <a:cubicBezTo>
                    <a:pt x="88095" y="365499"/>
                    <a:pt x="93534" y="362780"/>
                    <a:pt x="98973" y="360060"/>
                  </a:cubicBezTo>
                  <a:cubicBezTo>
                    <a:pt x="104413" y="360060"/>
                    <a:pt x="112571" y="357340"/>
                    <a:pt x="118011" y="357340"/>
                  </a:cubicBezTo>
                  <a:cubicBezTo>
                    <a:pt x="126170" y="354621"/>
                    <a:pt x="128890" y="357340"/>
                    <a:pt x="131609" y="351901"/>
                  </a:cubicBezTo>
                  <a:cubicBezTo>
                    <a:pt x="131609" y="349181"/>
                    <a:pt x="131609" y="346462"/>
                    <a:pt x="131609" y="343742"/>
                  </a:cubicBezTo>
                  <a:cubicBezTo>
                    <a:pt x="131609" y="319265"/>
                    <a:pt x="131609" y="294788"/>
                    <a:pt x="131609" y="270311"/>
                  </a:cubicBezTo>
                  <a:cubicBezTo>
                    <a:pt x="131609" y="226797"/>
                    <a:pt x="131609" y="186002"/>
                    <a:pt x="137048" y="145207"/>
                  </a:cubicBezTo>
                  <a:cubicBezTo>
                    <a:pt x="137048" y="139768"/>
                    <a:pt x="137048" y="131609"/>
                    <a:pt x="139768" y="123450"/>
                  </a:cubicBezTo>
                  <a:cubicBezTo>
                    <a:pt x="134329" y="123450"/>
                    <a:pt x="137048" y="123450"/>
                    <a:pt x="123450" y="123450"/>
                  </a:cubicBezTo>
                  <a:cubicBezTo>
                    <a:pt x="120731" y="123450"/>
                    <a:pt x="120731" y="123450"/>
                    <a:pt x="118011" y="123450"/>
                  </a:cubicBezTo>
                  <a:cubicBezTo>
                    <a:pt x="112571" y="123450"/>
                    <a:pt x="107133" y="123450"/>
                    <a:pt x="101693" y="123450"/>
                  </a:cubicBezTo>
                  <a:cubicBezTo>
                    <a:pt x="93534" y="123450"/>
                    <a:pt x="82655" y="120730"/>
                    <a:pt x="74496" y="118011"/>
                  </a:cubicBezTo>
                  <a:cubicBezTo>
                    <a:pt x="66338" y="115291"/>
                    <a:pt x="58178" y="107132"/>
                    <a:pt x="58178" y="101693"/>
                  </a:cubicBezTo>
                  <a:cubicBezTo>
                    <a:pt x="58178" y="98973"/>
                    <a:pt x="58178" y="96253"/>
                    <a:pt x="63618" y="93534"/>
                  </a:cubicBezTo>
                  <a:cubicBezTo>
                    <a:pt x="66338" y="90814"/>
                    <a:pt x="77216" y="88095"/>
                    <a:pt x="85375" y="85375"/>
                  </a:cubicBezTo>
                  <a:cubicBezTo>
                    <a:pt x="104413" y="82655"/>
                    <a:pt x="128890" y="82655"/>
                    <a:pt x="137048" y="82655"/>
                  </a:cubicBezTo>
                  <a:cubicBezTo>
                    <a:pt x="139768" y="82655"/>
                    <a:pt x="142488" y="82655"/>
                    <a:pt x="147927" y="82655"/>
                  </a:cubicBezTo>
                  <a:cubicBezTo>
                    <a:pt x="153366" y="69057"/>
                    <a:pt x="164245" y="58178"/>
                    <a:pt x="186003" y="58178"/>
                  </a:cubicBezTo>
                  <a:cubicBezTo>
                    <a:pt x="202321" y="58178"/>
                    <a:pt x="215919" y="66337"/>
                    <a:pt x="226797" y="79936"/>
                  </a:cubicBezTo>
                  <a:cubicBezTo>
                    <a:pt x="237676" y="79936"/>
                    <a:pt x="248554" y="79936"/>
                    <a:pt x="253994" y="79936"/>
                  </a:cubicBezTo>
                  <a:cubicBezTo>
                    <a:pt x="267592" y="79936"/>
                    <a:pt x="294789" y="79936"/>
                    <a:pt x="294789" y="96253"/>
                  </a:cubicBezTo>
                  <a:cubicBezTo>
                    <a:pt x="294789" y="104412"/>
                    <a:pt x="289349" y="107132"/>
                    <a:pt x="283910" y="112571"/>
                  </a:cubicBezTo>
                  <a:cubicBezTo>
                    <a:pt x="278471" y="118011"/>
                    <a:pt x="273031" y="120730"/>
                    <a:pt x="267592" y="120730"/>
                  </a:cubicBezTo>
                  <a:cubicBezTo>
                    <a:pt x="259433" y="123450"/>
                    <a:pt x="251274" y="123450"/>
                    <a:pt x="245835" y="123450"/>
                  </a:cubicBezTo>
                  <a:cubicBezTo>
                    <a:pt x="245835" y="123450"/>
                    <a:pt x="243116" y="123450"/>
                    <a:pt x="237676" y="123450"/>
                  </a:cubicBezTo>
                  <a:cubicBezTo>
                    <a:pt x="237676" y="126170"/>
                    <a:pt x="237676" y="126170"/>
                    <a:pt x="240396" y="128889"/>
                  </a:cubicBezTo>
                  <a:cubicBezTo>
                    <a:pt x="245835" y="145207"/>
                    <a:pt x="248554" y="161525"/>
                    <a:pt x="251274" y="177843"/>
                  </a:cubicBezTo>
                  <a:cubicBezTo>
                    <a:pt x="253994" y="194161"/>
                    <a:pt x="253994" y="210479"/>
                    <a:pt x="256714" y="226797"/>
                  </a:cubicBezTo>
                  <a:cubicBezTo>
                    <a:pt x="259433" y="243115"/>
                    <a:pt x="262153" y="256713"/>
                    <a:pt x="262153" y="273031"/>
                  </a:cubicBezTo>
                  <a:cubicBezTo>
                    <a:pt x="262153" y="278470"/>
                    <a:pt x="262153" y="283910"/>
                    <a:pt x="262153" y="289349"/>
                  </a:cubicBezTo>
                  <a:lnTo>
                    <a:pt x="262153" y="297508"/>
                  </a:lnTo>
                  <a:cubicBezTo>
                    <a:pt x="262153" y="305667"/>
                    <a:pt x="262153" y="313826"/>
                    <a:pt x="264872" y="321985"/>
                  </a:cubicBezTo>
                  <a:cubicBezTo>
                    <a:pt x="264872" y="327424"/>
                    <a:pt x="270312" y="330144"/>
                    <a:pt x="270312" y="335583"/>
                  </a:cubicBezTo>
                  <a:cubicBezTo>
                    <a:pt x="270312" y="335583"/>
                    <a:pt x="270312" y="338303"/>
                    <a:pt x="270312" y="338303"/>
                  </a:cubicBezTo>
                  <a:cubicBezTo>
                    <a:pt x="270312" y="341022"/>
                    <a:pt x="270312" y="343742"/>
                    <a:pt x="270312" y="346462"/>
                  </a:cubicBezTo>
                  <a:cubicBezTo>
                    <a:pt x="270312" y="351901"/>
                    <a:pt x="273031" y="354621"/>
                    <a:pt x="278471" y="354621"/>
                  </a:cubicBezTo>
                  <a:cubicBezTo>
                    <a:pt x="289349" y="354621"/>
                    <a:pt x="335584" y="351901"/>
                    <a:pt x="338304" y="349181"/>
                  </a:cubicBezTo>
                  <a:cubicBezTo>
                    <a:pt x="346462" y="349181"/>
                    <a:pt x="357341" y="349181"/>
                    <a:pt x="365500" y="349181"/>
                  </a:cubicBezTo>
                  <a:cubicBezTo>
                    <a:pt x="370939" y="349181"/>
                    <a:pt x="376379" y="349181"/>
                    <a:pt x="381817" y="349181"/>
                  </a:cubicBezTo>
                  <a:cubicBezTo>
                    <a:pt x="387257" y="349181"/>
                    <a:pt x="392697" y="346462"/>
                    <a:pt x="392697" y="338303"/>
                  </a:cubicBezTo>
                  <a:cubicBezTo>
                    <a:pt x="392697" y="330144"/>
                    <a:pt x="389977" y="316545"/>
                    <a:pt x="389977" y="313826"/>
                  </a:cubicBezTo>
                  <a:cubicBezTo>
                    <a:pt x="389977" y="294788"/>
                    <a:pt x="389977" y="278470"/>
                    <a:pt x="392697" y="262152"/>
                  </a:cubicBezTo>
                  <a:cubicBezTo>
                    <a:pt x="392697" y="259433"/>
                    <a:pt x="395416" y="243115"/>
                    <a:pt x="395416" y="224077"/>
                  </a:cubicBezTo>
                  <a:cubicBezTo>
                    <a:pt x="395416" y="207759"/>
                    <a:pt x="398136" y="188722"/>
                    <a:pt x="398136" y="177843"/>
                  </a:cubicBezTo>
                  <a:cubicBezTo>
                    <a:pt x="398136" y="169684"/>
                    <a:pt x="395416" y="158806"/>
                    <a:pt x="395416" y="153366"/>
                  </a:cubicBezTo>
                  <a:cubicBezTo>
                    <a:pt x="395416" y="145207"/>
                    <a:pt x="395416" y="142488"/>
                    <a:pt x="395416" y="137048"/>
                  </a:cubicBezTo>
                  <a:cubicBezTo>
                    <a:pt x="389977" y="137048"/>
                    <a:pt x="384537" y="137048"/>
                    <a:pt x="379098" y="137048"/>
                  </a:cubicBezTo>
                  <a:cubicBezTo>
                    <a:pt x="370939" y="137048"/>
                    <a:pt x="360061" y="134329"/>
                    <a:pt x="351902" y="131609"/>
                  </a:cubicBezTo>
                  <a:cubicBezTo>
                    <a:pt x="343742" y="128889"/>
                    <a:pt x="338304" y="120730"/>
                    <a:pt x="338304" y="115291"/>
                  </a:cubicBezTo>
                  <a:cubicBezTo>
                    <a:pt x="338304" y="112571"/>
                    <a:pt x="338304" y="109852"/>
                    <a:pt x="343742" y="107132"/>
                  </a:cubicBezTo>
                  <a:cubicBezTo>
                    <a:pt x="349182" y="104412"/>
                    <a:pt x="357341" y="101693"/>
                    <a:pt x="362780" y="98973"/>
                  </a:cubicBezTo>
                  <a:cubicBezTo>
                    <a:pt x="373659" y="96253"/>
                    <a:pt x="387257" y="96253"/>
                    <a:pt x="395416" y="96253"/>
                  </a:cubicBezTo>
                  <a:cubicBezTo>
                    <a:pt x="398136" y="93534"/>
                    <a:pt x="400855" y="90814"/>
                    <a:pt x="403575" y="90814"/>
                  </a:cubicBezTo>
                  <a:cubicBezTo>
                    <a:pt x="411734" y="90814"/>
                    <a:pt x="419893" y="88095"/>
                    <a:pt x="422612" y="88095"/>
                  </a:cubicBezTo>
                  <a:cubicBezTo>
                    <a:pt x="425332" y="88095"/>
                    <a:pt x="425332" y="88095"/>
                    <a:pt x="428052" y="88095"/>
                  </a:cubicBezTo>
                  <a:cubicBezTo>
                    <a:pt x="433492" y="88095"/>
                    <a:pt x="441650" y="88095"/>
                    <a:pt x="447090" y="90814"/>
                  </a:cubicBezTo>
                  <a:cubicBezTo>
                    <a:pt x="449809" y="90814"/>
                    <a:pt x="452529" y="93534"/>
                    <a:pt x="455249" y="96253"/>
                  </a:cubicBezTo>
                  <a:cubicBezTo>
                    <a:pt x="482445" y="96253"/>
                    <a:pt x="509642" y="93534"/>
                    <a:pt x="525960" y="93534"/>
                  </a:cubicBezTo>
                  <a:cubicBezTo>
                    <a:pt x="539558" y="93534"/>
                    <a:pt x="561315" y="93534"/>
                    <a:pt x="561315" y="109852"/>
                  </a:cubicBezTo>
                  <a:cubicBezTo>
                    <a:pt x="561315" y="118011"/>
                    <a:pt x="561315" y="120730"/>
                    <a:pt x="555876" y="126170"/>
                  </a:cubicBezTo>
                  <a:cubicBezTo>
                    <a:pt x="550437" y="131609"/>
                    <a:pt x="544997" y="134329"/>
                    <a:pt x="539558" y="134329"/>
                  </a:cubicBezTo>
                  <a:cubicBezTo>
                    <a:pt x="531399" y="137048"/>
                    <a:pt x="523240" y="137048"/>
                    <a:pt x="517800" y="137048"/>
                  </a:cubicBezTo>
                  <a:cubicBezTo>
                    <a:pt x="515081" y="137048"/>
                    <a:pt x="498763" y="137048"/>
                    <a:pt x="477006" y="137048"/>
                  </a:cubicBezTo>
                  <a:cubicBezTo>
                    <a:pt x="479725" y="145207"/>
                    <a:pt x="485165" y="153366"/>
                    <a:pt x="485165" y="161525"/>
                  </a:cubicBezTo>
                  <a:cubicBezTo>
                    <a:pt x="487885" y="177843"/>
                    <a:pt x="493324" y="194161"/>
                    <a:pt x="496043" y="210479"/>
                  </a:cubicBezTo>
                  <a:cubicBezTo>
                    <a:pt x="498763" y="224077"/>
                    <a:pt x="498763" y="237676"/>
                    <a:pt x="501483" y="251274"/>
                  </a:cubicBezTo>
                  <a:cubicBezTo>
                    <a:pt x="504202" y="264872"/>
                    <a:pt x="506922" y="275751"/>
                    <a:pt x="506922" y="292069"/>
                  </a:cubicBezTo>
                  <a:cubicBezTo>
                    <a:pt x="506922" y="302947"/>
                    <a:pt x="506922" y="311106"/>
                    <a:pt x="506922" y="321985"/>
                  </a:cubicBezTo>
                  <a:cubicBezTo>
                    <a:pt x="506922" y="327424"/>
                    <a:pt x="509642" y="335583"/>
                    <a:pt x="509642" y="341022"/>
                  </a:cubicBezTo>
                  <a:cubicBezTo>
                    <a:pt x="509642" y="343742"/>
                    <a:pt x="509642" y="343742"/>
                    <a:pt x="509642" y="343742"/>
                  </a:cubicBezTo>
                  <a:cubicBezTo>
                    <a:pt x="509642" y="349181"/>
                    <a:pt x="515081" y="349181"/>
                    <a:pt x="517800" y="349181"/>
                  </a:cubicBezTo>
                  <a:cubicBezTo>
                    <a:pt x="520520" y="349181"/>
                    <a:pt x="523240" y="349181"/>
                    <a:pt x="528680" y="349181"/>
                  </a:cubicBezTo>
                  <a:cubicBezTo>
                    <a:pt x="536838" y="349181"/>
                    <a:pt x="547717" y="349181"/>
                    <a:pt x="550437" y="357340"/>
                  </a:cubicBezTo>
                  <a:cubicBezTo>
                    <a:pt x="550437" y="360060"/>
                    <a:pt x="550437" y="360060"/>
                    <a:pt x="550437" y="362780"/>
                  </a:cubicBezTo>
                  <a:cubicBezTo>
                    <a:pt x="550437" y="370939"/>
                    <a:pt x="539558" y="381817"/>
                    <a:pt x="534119" y="384537"/>
                  </a:cubicBezTo>
                  <a:cubicBezTo>
                    <a:pt x="531399" y="387257"/>
                    <a:pt x="523240" y="387257"/>
                    <a:pt x="520520" y="389976"/>
                  </a:cubicBezTo>
                  <a:cubicBezTo>
                    <a:pt x="515081" y="389976"/>
                    <a:pt x="512362" y="392696"/>
                    <a:pt x="512362" y="395415"/>
                  </a:cubicBezTo>
                  <a:cubicBezTo>
                    <a:pt x="512362" y="395415"/>
                    <a:pt x="512362" y="398135"/>
                    <a:pt x="512362" y="398135"/>
                  </a:cubicBezTo>
                  <a:cubicBezTo>
                    <a:pt x="512362" y="400855"/>
                    <a:pt x="512362" y="406294"/>
                    <a:pt x="512362" y="409014"/>
                  </a:cubicBezTo>
                  <a:cubicBezTo>
                    <a:pt x="512362" y="411733"/>
                    <a:pt x="512362" y="411733"/>
                    <a:pt x="512362" y="414453"/>
                  </a:cubicBezTo>
                  <a:cubicBezTo>
                    <a:pt x="512362" y="422612"/>
                    <a:pt x="512362" y="430771"/>
                    <a:pt x="512362" y="438930"/>
                  </a:cubicBezTo>
                  <a:cubicBezTo>
                    <a:pt x="512362" y="460687"/>
                    <a:pt x="512362" y="482445"/>
                    <a:pt x="515081" y="504202"/>
                  </a:cubicBezTo>
                  <a:cubicBezTo>
                    <a:pt x="517800" y="525959"/>
                    <a:pt x="520520" y="550436"/>
                    <a:pt x="520520" y="572193"/>
                  </a:cubicBezTo>
                  <a:cubicBezTo>
                    <a:pt x="520520" y="583072"/>
                    <a:pt x="520520" y="593950"/>
                    <a:pt x="517800" y="604829"/>
                  </a:cubicBezTo>
                  <a:cubicBezTo>
                    <a:pt x="515081" y="623867"/>
                    <a:pt x="515081" y="642904"/>
                    <a:pt x="512362" y="661942"/>
                  </a:cubicBezTo>
                  <a:cubicBezTo>
                    <a:pt x="512362" y="664661"/>
                    <a:pt x="509642" y="667381"/>
                    <a:pt x="509642" y="670101"/>
                  </a:cubicBezTo>
                  <a:cubicBezTo>
                    <a:pt x="509642" y="672820"/>
                    <a:pt x="512362" y="678260"/>
                    <a:pt x="512362" y="680979"/>
                  </a:cubicBezTo>
                  <a:cubicBezTo>
                    <a:pt x="512362" y="683699"/>
                    <a:pt x="512362" y="686419"/>
                    <a:pt x="512362" y="686419"/>
                  </a:cubicBezTo>
                  <a:cubicBezTo>
                    <a:pt x="517800" y="680979"/>
                    <a:pt x="528680" y="680979"/>
                    <a:pt x="536838" y="680979"/>
                  </a:cubicBezTo>
                  <a:lnTo>
                    <a:pt x="536838" y="680979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045AFC19-C641-4E38-8827-516270B72E11}"/>
                </a:ext>
              </a:extLst>
            </p:cNvPr>
            <p:cNvSpPr/>
            <p:nvPr/>
          </p:nvSpPr>
          <p:spPr>
            <a:xfrm>
              <a:off x="9592416" y="4192158"/>
              <a:ext cx="516735" cy="761503"/>
            </a:xfrm>
            <a:custGeom>
              <a:avLst/>
              <a:gdLst>
                <a:gd name="connsiteX0" fmla="*/ 463407 w 516735"/>
                <a:gd name="connsiteY0" fmla="*/ 194161 h 761503"/>
                <a:gd name="connsiteX1" fmla="*/ 447089 w 516735"/>
                <a:gd name="connsiteY1" fmla="*/ 226797 h 761503"/>
                <a:gd name="connsiteX2" fmla="*/ 430771 w 516735"/>
                <a:gd name="connsiteY2" fmla="*/ 221357 h 761503"/>
                <a:gd name="connsiteX3" fmla="*/ 422612 w 516735"/>
                <a:gd name="connsiteY3" fmla="*/ 207759 h 761503"/>
                <a:gd name="connsiteX4" fmla="*/ 419893 w 516735"/>
                <a:gd name="connsiteY4" fmla="*/ 188722 h 761503"/>
                <a:gd name="connsiteX5" fmla="*/ 419893 w 516735"/>
                <a:gd name="connsiteY5" fmla="*/ 139768 h 761503"/>
                <a:gd name="connsiteX6" fmla="*/ 419893 w 516735"/>
                <a:gd name="connsiteY6" fmla="*/ 120730 h 761503"/>
                <a:gd name="connsiteX7" fmla="*/ 395416 w 516735"/>
                <a:gd name="connsiteY7" fmla="*/ 120730 h 761503"/>
                <a:gd name="connsiteX8" fmla="*/ 370939 w 516735"/>
                <a:gd name="connsiteY8" fmla="*/ 120730 h 761503"/>
                <a:gd name="connsiteX9" fmla="*/ 346461 w 516735"/>
                <a:gd name="connsiteY9" fmla="*/ 123450 h 761503"/>
                <a:gd name="connsiteX10" fmla="*/ 335583 w 516735"/>
                <a:gd name="connsiteY10" fmla="*/ 123450 h 761503"/>
                <a:gd name="connsiteX11" fmla="*/ 335583 w 516735"/>
                <a:gd name="connsiteY11" fmla="*/ 123450 h 761503"/>
                <a:gd name="connsiteX12" fmla="*/ 324704 w 516735"/>
                <a:gd name="connsiteY12" fmla="*/ 128889 h 761503"/>
                <a:gd name="connsiteX13" fmla="*/ 327424 w 516735"/>
                <a:gd name="connsiteY13" fmla="*/ 139768 h 761503"/>
                <a:gd name="connsiteX14" fmla="*/ 330144 w 516735"/>
                <a:gd name="connsiteY14" fmla="*/ 175123 h 761503"/>
                <a:gd name="connsiteX15" fmla="*/ 330144 w 516735"/>
                <a:gd name="connsiteY15" fmla="*/ 199600 h 761503"/>
                <a:gd name="connsiteX16" fmla="*/ 327424 w 516735"/>
                <a:gd name="connsiteY16" fmla="*/ 224077 h 761503"/>
                <a:gd name="connsiteX17" fmla="*/ 330144 w 516735"/>
                <a:gd name="connsiteY17" fmla="*/ 251274 h 761503"/>
                <a:gd name="connsiteX18" fmla="*/ 327424 w 516735"/>
                <a:gd name="connsiteY18" fmla="*/ 278470 h 761503"/>
                <a:gd name="connsiteX19" fmla="*/ 327424 w 516735"/>
                <a:gd name="connsiteY19" fmla="*/ 332864 h 761503"/>
                <a:gd name="connsiteX20" fmla="*/ 330144 w 516735"/>
                <a:gd name="connsiteY20" fmla="*/ 357340 h 761503"/>
                <a:gd name="connsiteX21" fmla="*/ 330144 w 516735"/>
                <a:gd name="connsiteY21" fmla="*/ 368219 h 761503"/>
                <a:gd name="connsiteX22" fmla="*/ 332863 w 516735"/>
                <a:gd name="connsiteY22" fmla="*/ 387257 h 761503"/>
                <a:gd name="connsiteX23" fmla="*/ 332863 w 516735"/>
                <a:gd name="connsiteY23" fmla="*/ 433491 h 761503"/>
                <a:gd name="connsiteX24" fmla="*/ 332863 w 516735"/>
                <a:gd name="connsiteY24" fmla="*/ 487884 h 761503"/>
                <a:gd name="connsiteX25" fmla="*/ 330144 w 516735"/>
                <a:gd name="connsiteY25" fmla="*/ 512361 h 761503"/>
                <a:gd name="connsiteX26" fmla="*/ 330144 w 516735"/>
                <a:gd name="connsiteY26" fmla="*/ 539557 h 761503"/>
                <a:gd name="connsiteX27" fmla="*/ 332863 w 516735"/>
                <a:gd name="connsiteY27" fmla="*/ 593950 h 761503"/>
                <a:gd name="connsiteX28" fmla="*/ 332863 w 516735"/>
                <a:gd name="connsiteY28" fmla="*/ 648343 h 761503"/>
                <a:gd name="connsiteX29" fmla="*/ 332863 w 516735"/>
                <a:gd name="connsiteY29" fmla="*/ 656502 h 761503"/>
                <a:gd name="connsiteX30" fmla="*/ 357341 w 516735"/>
                <a:gd name="connsiteY30" fmla="*/ 656502 h 761503"/>
                <a:gd name="connsiteX31" fmla="*/ 395416 w 516735"/>
                <a:gd name="connsiteY31" fmla="*/ 675540 h 761503"/>
                <a:gd name="connsiteX32" fmla="*/ 389976 w 516735"/>
                <a:gd name="connsiteY32" fmla="*/ 691858 h 761503"/>
                <a:gd name="connsiteX33" fmla="*/ 373658 w 516735"/>
                <a:gd name="connsiteY33" fmla="*/ 700017 h 761503"/>
                <a:gd name="connsiteX34" fmla="*/ 351901 w 516735"/>
                <a:gd name="connsiteY34" fmla="*/ 702737 h 761503"/>
                <a:gd name="connsiteX35" fmla="*/ 319265 w 516735"/>
                <a:gd name="connsiteY35" fmla="*/ 702737 h 761503"/>
                <a:gd name="connsiteX36" fmla="*/ 311106 w 516735"/>
                <a:gd name="connsiteY36" fmla="*/ 708176 h 761503"/>
                <a:gd name="connsiteX37" fmla="*/ 289349 w 516735"/>
                <a:gd name="connsiteY37" fmla="*/ 713615 h 761503"/>
                <a:gd name="connsiteX38" fmla="*/ 270311 w 516735"/>
                <a:gd name="connsiteY38" fmla="*/ 713615 h 761503"/>
                <a:gd name="connsiteX39" fmla="*/ 243115 w 516735"/>
                <a:gd name="connsiteY39" fmla="*/ 705456 h 761503"/>
                <a:gd name="connsiteX40" fmla="*/ 237675 w 516735"/>
                <a:gd name="connsiteY40" fmla="*/ 702737 h 761503"/>
                <a:gd name="connsiteX41" fmla="*/ 199600 w 516735"/>
                <a:gd name="connsiteY41" fmla="*/ 702737 h 761503"/>
                <a:gd name="connsiteX42" fmla="*/ 175123 w 516735"/>
                <a:gd name="connsiteY42" fmla="*/ 702737 h 761503"/>
                <a:gd name="connsiteX43" fmla="*/ 147927 w 516735"/>
                <a:gd name="connsiteY43" fmla="*/ 697297 h 761503"/>
                <a:gd name="connsiteX44" fmla="*/ 131609 w 516735"/>
                <a:gd name="connsiteY44" fmla="*/ 678260 h 761503"/>
                <a:gd name="connsiteX45" fmla="*/ 137048 w 516735"/>
                <a:gd name="connsiteY45" fmla="*/ 670101 h 761503"/>
                <a:gd name="connsiteX46" fmla="*/ 158805 w 516735"/>
                <a:gd name="connsiteY46" fmla="*/ 661942 h 761503"/>
                <a:gd name="connsiteX47" fmla="*/ 199600 w 516735"/>
                <a:gd name="connsiteY47" fmla="*/ 659222 h 761503"/>
                <a:gd name="connsiteX48" fmla="*/ 199600 w 516735"/>
                <a:gd name="connsiteY48" fmla="*/ 659222 h 761503"/>
                <a:gd name="connsiteX49" fmla="*/ 196880 w 516735"/>
                <a:gd name="connsiteY49" fmla="*/ 629306 h 761503"/>
                <a:gd name="connsiteX50" fmla="*/ 199600 w 516735"/>
                <a:gd name="connsiteY50" fmla="*/ 574913 h 761503"/>
                <a:gd name="connsiteX51" fmla="*/ 202320 w 516735"/>
                <a:gd name="connsiteY51" fmla="*/ 523239 h 761503"/>
                <a:gd name="connsiteX52" fmla="*/ 205040 w 516735"/>
                <a:gd name="connsiteY52" fmla="*/ 460687 h 761503"/>
                <a:gd name="connsiteX53" fmla="*/ 205040 w 516735"/>
                <a:gd name="connsiteY53" fmla="*/ 417173 h 761503"/>
                <a:gd name="connsiteX54" fmla="*/ 207759 w 516735"/>
                <a:gd name="connsiteY54" fmla="*/ 392696 h 761503"/>
                <a:gd name="connsiteX55" fmla="*/ 210478 w 516735"/>
                <a:gd name="connsiteY55" fmla="*/ 368219 h 761503"/>
                <a:gd name="connsiteX56" fmla="*/ 210478 w 516735"/>
                <a:gd name="connsiteY56" fmla="*/ 313826 h 761503"/>
                <a:gd name="connsiteX57" fmla="*/ 210478 w 516735"/>
                <a:gd name="connsiteY57" fmla="*/ 259433 h 761503"/>
                <a:gd name="connsiteX58" fmla="*/ 210478 w 516735"/>
                <a:gd name="connsiteY58" fmla="*/ 213199 h 761503"/>
                <a:gd name="connsiteX59" fmla="*/ 210478 w 516735"/>
                <a:gd name="connsiteY59" fmla="*/ 145207 h 761503"/>
                <a:gd name="connsiteX60" fmla="*/ 213198 w 516735"/>
                <a:gd name="connsiteY60" fmla="*/ 131609 h 761503"/>
                <a:gd name="connsiteX61" fmla="*/ 205040 w 516735"/>
                <a:gd name="connsiteY61" fmla="*/ 123450 h 761503"/>
                <a:gd name="connsiteX62" fmla="*/ 161525 w 516735"/>
                <a:gd name="connsiteY62" fmla="*/ 123450 h 761503"/>
                <a:gd name="connsiteX63" fmla="*/ 112571 w 516735"/>
                <a:gd name="connsiteY63" fmla="*/ 120730 h 761503"/>
                <a:gd name="connsiteX64" fmla="*/ 104412 w 516735"/>
                <a:gd name="connsiteY64" fmla="*/ 118011 h 761503"/>
                <a:gd name="connsiteX65" fmla="*/ 107132 w 516735"/>
                <a:gd name="connsiteY65" fmla="*/ 191441 h 761503"/>
                <a:gd name="connsiteX66" fmla="*/ 90814 w 516735"/>
                <a:gd name="connsiteY66" fmla="*/ 224077 h 761503"/>
                <a:gd name="connsiteX67" fmla="*/ 74496 w 516735"/>
                <a:gd name="connsiteY67" fmla="*/ 218638 h 761503"/>
                <a:gd name="connsiteX68" fmla="*/ 66337 w 516735"/>
                <a:gd name="connsiteY68" fmla="*/ 205040 h 761503"/>
                <a:gd name="connsiteX69" fmla="*/ 63617 w 516735"/>
                <a:gd name="connsiteY69" fmla="*/ 186002 h 761503"/>
                <a:gd name="connsiteX70" fmla="*/ 63617 w 516735"/>
                <a:gd name="connsiteY70" fmla="*/ 145207 h 761503"/>
                <a:gd name="connsiteX71" fmla="*/ 63617 w 516735"/>
                <a:gd name="connsiteY71" fmla="*/ 109852 h 761503"/>
                <a:gd name="connsiteX72" fmla="*/ 58178 w 516735"/>
                <a:gd name="connsiteY72" fmla="*/ 96253 h 761503"/>
                <a:gd name="connsiteX73" fmla="*/ 66337 w 516735"/>
                <a:gd name="connsiteY73" fmla="*/ 85375 h 761503"/>
                <a:gd name="connsiteX74" fmla="*/ 93533 w 516735"/>
                <a:gd name="connsiteY74" fmla="*/ 77216 h 761503"/>
                <a:gd name="connsiteX75" fmla="*/ 115290 w 516735"/>
                <a:gd name="connsiteY75" fmla="*/ 77216 h 761503"/>
                <a:gd name="connsiteX76" fmla="*/ 169684 w 516735"/>
                <a:gd name="connsiteY76" fmla="*/ 74496 h 761503"/>
                <a:gd name="connsiteX77" fmla="*/ 194161 w 516735"/>
                <a:gd name="connsiteY77" fmla="*/ 71776 h 761503"/>
                <a:gd name="connsiteX78" fmla="*/ 196880 w 516735"/>
                <a:gd name="connsiteY78" fmla="*/ 71776 h 761503"/>
                <a:gd name="connsiteX79" fmla="*/ 210478 w 516735"/>
                <a:gd name="connsiteY79" fmla="*/ 71776 h 761503"/>
                <a:gd name="connsiteX80" fmla="*/ 218638 w 516735"/>
                <a:gd name="connsiteY80" fmla="*/ 71776 h 761503"/>
                <a:gd name="connsiteX81" fmla="*/ 237675 w 516735"/>
                <a:gd name="connsiteY81" fmla="*/ 60898 h 761503"/>
                <a:gd name="connsiteX82" fmla="*/ 253993 w 516735"/>
                <a:gd name="connsiteY82" fmla="*/ 58178 h 761503"/>
                <a:gd name="connsiteX83" fmla="*/ 283910 w 516735"/>
                <a:gd name="connsiteY83" fmla="*/ 60898 h 761503"/>
                <a:gd name="connsiteX84" fmla="*/ 294788 w 516735"/>
                <a:gd name="connsiteY84" fmla="*/ 66337 h 761503"/>
                <a:gd name="connsiteX85" fmla="*/ 305667 w 516735"/>
                <a:gd name="connsiteY85" fmla="*/ 74496 h 761503"/>
                <a:gd name="connsiteX86" fmla="*/ 313826 w 516735"/>
                <a:gd name="connsiteY86" fmla="*/ 74496 h 761503"/>
                <a:gd name="connsiteX87" fmla="*/ 327424 w 516735"/>
                <a:gd name="connsiteY87" fmla="*/ 74496 h 761503"/>
                <a:gd name="connsiteX88" fmla="*/ 354621 w 516735"/>
                <a:gd name="connsiteY88" fmla="*/ 74496 h 761503"/>
                <a:gd name="connsiteX89" fmla="*/ 422612 w 516735"/>
                <a:gd name="connsiteY89" fmla="*/ 74496 h 761503"/>
                <a:gd name="connsiteX90" fmla="*/ 455248 w 516735"/>
                <a:gd name="connsiteY90" fmla="*/ 79936 h 761503"/>
                <a:gd name="connsiteX91" fmla="*/ 466127 w 516735"/>
                <a:gd name="connsiteY91" fmla="*/ 98973 h 761503"/>
                <a:gd name="connsiteX92" fmla="*/ 463407 w 516735"/>
                <a:gd name="connsiteY92" fmla="*/ 109852 h 761503"/>
                <a:gd name="connsiteX93" fmla="*/ 463407 w 516735"/>
                <a:gd name="connsiteY93" fmla="*/ 120730 h 761503"/>
                <a:gd name="connsiteX94" fmla="*/ 463407 w 516735"/>
                <a:gd name="connsiteY94" fmla="*/ 194161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</a:cxnLst>
              <a:rect l="l" t="t" r="r" b="b"/>
              <a:pathLst>
                <a:path w="516735" h="761503">
                  <a:moveTo>
                    <a:pt x="463407" y="194161"/>
                  </a:moveTo>
                  <a:cubicBezTo>
                    <a:pt x="463407" y="205040"/>
                    <a:pt x="463407" y="226797"/>
                    <a:pt x="447089" y="226797"/>
                  </a:cubicBezTo>
                  <a:cubicBezTo>
                    <a:pt x="438930" y="226797"/>
                    <a:pt x="436211" y="226797"/>
                    <a:pt x="430771" y="221357"/>
                  </a:cubicBezTo>
                  <a:cubicBezTo>
                    <a:pt x="425332" y="218638"/>
                    <a:pt x="422612" y="210479"/>
                    <a:pt x="422612" y="207759"/>
                  </a:cubicBezTo>
                  <a:cubicBezTo>
                    <a:pt x="419893" y="199600"/>
                    <a:pt x="419893" y="194161"/>
                    <a:pt x="419893" y="188722"/>
                  </a:cubicBezTo>
                  <a:cubicBezTo>
                    <a:pt x="419893" y="183282"/>
                    <a:pt x="419893" y="147927"/>
                    <a:pt x="419893" y="139768"/>
                  </a:cubicBezTo>
                  <a:cubicBezTo>
                    <a:pt x="419893" y="134329"/>
                    <a:pt x="419893" y="128889"/>
                    <a:pt x="419893" y="120730"/>
                  </a:cubicBezTo>
                  <a:cubicBezTo>
                    <a:pt x="411734" y="120730"/>
                    <a:pt x="403574" y="120730"/>
                    <a:pt x="395416" y="120730"/>
                  </a:cubicBezTo>
                  <a:cubicBezTo>
                    <a:pt x="387256" y="120730"/>
                    <a:pt x="379098" y="120730"/>
                    <a:pt x="370939" y="120730"/>
                  </a:cubicBezTo>
                  <a:cubicBezTo>
                    <a:pt x="362780" y="120730"/>
                    <a:pt x="354621" y="123450"/>
                    <a:pt x="346461" y="123450"/>
                  </a:cubicBezTo>
                  <a:cubicBezTo>
                    <a:pt x="343742" y="123450"/>
                    <a:pt x="341023" y="123450"/>
                    <a:pt x="335583" y="123450"/>
                  </a:cubicBezTo>
                  <a:cubicBezTo>
                    <a:pt x="335583" y="123450"/>
                    <a:pt x="335583" y="123450"/>
                    <a:pt x="335583" y="123450"/>
                  </a:cubicBezTo>
                  <a:cubicBezTo>
                    <a:pt x="327424" y="123450"/>
                    <a:pt x="324704" y="126170"/>
                    <a:pt x="324704" y="128889"/>
                  </a:cubicBezTo>
                  <a:cubicBezTo>
                    <a:pt x="324704" y="131609"/>
                    <a:pt x="324704" y="137048"/>
                    <a:pt x="327424" y="139768"/>
                  </a:cubicBezTo>
                  <a:cubicBezTo>
                    <a:pt x="330144" y="147927"/>
                    <a:pt x="330144" y="166964"/>
                    <a:pt x="330144" y="175123"/>
                  </a:cubicBezTo>
                  <a:cubicBezTo>
                    <a:pt x="330144" y="183282"/>
                    <a:pt x="330144" y="191441"/>
                    <a:pt x="330144" y="199600"/>
                  </a:cubicBezTo>
                  <a:cubicBezTo>
                    <a:pt x="330144" y="207759"/>
                    <a:pt x="327424" y="215918"/>
                    <a:pt x="327424" y="224077"/>
                  </a:cubicBezTo>
                  <a:cubicBezTo>
                    <a:pt x="327424" y="232236"/>
                    <a:pt x="330144" y="243115"/>
                    <a:pt x="330144" y="251274"/>
                  </a:cubicBezTo>
                  <a:cubicBezTo>
                    <a:pt x="330144" y="259433"/>
                    <a:pt x="330144" y="267592"/>
                    <a:pt x="327424" y="278470"/>
                  </a:cubicBezTo>
                  <a:cubicBezTo>
                    <a:pt x="327424" y="294788"/>
                    <a:pt x="327424" y="313826"/>
                    <a:pt x="327424" y="332864"/>
                  </a:cubicBezTo>
                  <a:cubicBezTo>
                    <a:pt x="327424" y="341022"/>
                    <a:pt x="327424" y="349181"/>
                    <a:pt x="330144" y="357340"/>
                  </a:cubicBezTo>
                  <a:cubicBezTo>
                    <a:pt x="330144" y="360060"/>
                    <a:pt x="330144" y="365499"/>
                    <a:pt x="330144" y="368219"/>
                  </a:cubicBezTo>
                  <a:cubicBezTo>
                    <a:pt x="330144" y="373658"/>
                    <a:pt x="332863" y="384537"/>
                    <a:pt x="332863" y="387257"/>
                  </a:cubicBezTo>
                  <a:cubicBezTo>
                    <a:pt x="332863" y="406294"/>
                    <a:pt x="332863" y="414453"/>
                    <a:pt x="332863" y="433491"/>
                  </a:cubicBezTo>
                  <a:cubicBezTo>
                    <a:pt x="332863" y="452528"/>
                    <a:pt x="335583" y="468846"/>
                    <a:pt x="332863" y="487884"/>
                  </a:cubicBezTo>
                  <a:cubicBezTo>
                    <a:pt x="332863" y="496043"/>
                    <a:pt x="330144" y="504202"/>
                    <a:pt x="330144" y="512361"/>
                  </a:cubicBezTo>
                  <a:cubicBezTo>
                    <a:pt x="330144" y="520520"/>
                    <a:pt x="330144" y="531398"/>
                    <a:pt x="330144" y="539557"/>
                  </a:cubicBezTo>
                  <a:cubicBezTo>
                    <a:pt x="330144" y="558595"/>
                    <a:pt x="330144" y="574913"/>
                    <a:pt x="332863" y="593950"/>
                  </a:cubicBezTo>
                  <a:cubicBezTo>
                    <a:pt x="332863" y="610268"/>
                    <a:pt x="332863" y="632026"/>
                    <a:pt x="332863" y="648343"/>
                  </a:cubicBezTo>
                  <a:cubicBezTo>
                    <a:pt x="332863" y="651063"/>
                    <a:pt x="332863" y="653783"/>
                    <a:pt x="332863" y="656502"/>
                  </a:cubicBezTo>
                  <a:cubicBezTo>
                    <a:pt x="343742" y="656502"/>
                    <a:pt x="351901" y="656502"/>
                    <a:pt x="357341" y="656502"/>
                  </a:cubicBezTo>
                  <a:cubicBezTo>
                    <a:pt x="370939" y="656502"/>
                    <a:pt x="395416" y="659222"/>
                    <a:pt x="395416" y="675540"/>
                  </a:cubicBezTo>
                  <a:cubicBezTo>
                    <a:pt x="395416" y="683699"/>
                    <a:pt x="392696" y="686419"/>
                    <a:pt x="389976" y="691858"/>
                  </a:cubicBezTo>
                  <a:cubicBezTo>
                    <a:pt x="384537" y="697297"/>
                    <a:pt x="379098" y="700017"/>
                    <a:pt x="373658" y="700017"/>
                  </a:cubicBezTo>
                  <a:cubicBezTo>
                    <a:pt x="365499" y="702737"/>
                    <a:pt x="357341" y="702737"/>
                    <a:pt x="351901" y="702737"/>
                  </a:cubicBezTo>
                  <a:cubicBezTo>
                    <a:pt x="349181" y="702737"/>
                    <a:pt x="335583" y="702737"/>
                    <a:pt x="319265" y="702737"/>
                  </a:cubicBezTo>
                  <a:cubicBezTo>
                    <a:pt x="316546" y="705456"/>
                    <a:pt x="313826" y="705456"/>
                    <a:pt x="311106" y="708176"/>
                  </a:cubicBezTo>
                  <a:cubicBezTo>
                    <a:pt x="302948" y="713615"/>
                    <a:pt x="297508" y="713615"/>
                    <a:pt x="289349" y="713615"/>
                  </a:cubicBezTo>
                  <a:cubicBezTo>
                    <a:pt x="283910" y="713615"/>
                    <a:pt x="278470" y="713615"/>
                    <a:pt x="270311" y="713615"/>
                  </a:cubicBezTo>
                  <a:cubicBezTo>
                    <a:pt x="259433" y="713615"/>
                    <a:pt x="251273" y="710895"/>
                    <a:pt x="243115" y="705456"/>
                  </a:cubicBezTo>
                  <a:cubicBezTo>
                    <a:pt x="240395" y="705456"/>
                    <a:pt x="237675" y="702737"/>
                    <a:pt x="237675" y="702737"/>
                  </a:cubicBezTo>
                  <a:cubicBezTo>
                    <a:pt x="224077" y="702737"/>
                    <a:pt x="213198" y="702737"/>
                    <a:pt x="199600" y="702737"/>
                  </a:cubicBezTo>
                  <a:cubicBezTo>
                    <a:pt x="191441" y="702737"/>
                    <a:pt x="183282" y="702737"/>
                    <a:pt x="175123" y="702737"/>
                  </a:cubicBezTo>
                  <a:cubicBezTo>
                    <a:pt x="166965" y="702737"/>
                    <a:pt x="156085" y="702737"/>
                    <a:pt x="147927" y="697297"/>
                  </a:cubicBezTo>
                  <a:cubicBezTo>
                    <a:pt x="139768" y="694578"/>
                    <a:pt x="131609" y="680979"/>
                    <a:pt x="131609" y="678260"/>
                  </a:cubicBezTo>
                  <a:cubicBezTo>
                    <a:pt x="131609" y="675540"/>
                    <a:pt x="131609" y="672820"/>
                    <a:pt x="137048" y="670101"/>
                  </a:cubicBezTo>
                  <a:cubicBezTo>
                    <a:pt x="142487" y="667381"/>
                    <a:pt x="153366" y="664661"/>
                    <a:pt x="158805" y="661942"/>
                  </a:cubicBezTo>
                  <a:cubicBezTo>
                    <a:pt x="175123" y="659222"/>
                    <a:pt x="191441" y="659222"/>
                    <a:pt x="199600" y="659222"/>
                  </a:cubicBezTo>
                  <a:lnTo>
                    <a:pt x="199600" y="659222"/>
                  </a:lnTo>
                  <a:cubicBezTo>
                    <a:pt x="199600" y="648343"/>
                    <a:pt x="196880" y="640184"/>
                    <a:pt x="196880" y="629306"/>
                  </a:cubicBezTo>
                  <a:cubicBezTo>
                    <a:pt x="196880" y="612988"/>
                    <a:pt x="196880" y="591231"/>
                    <a:pt x="199600" y="574913"/>
                  </a:cubicBezTo>
                  <a:cubicBezTo>
                    <a:pt x="199600" y="558595"/>
                    <a:pt x="199600" y="539557"/>
                    <a:pt x="202320" y="523239"/>
                  </a:cubicBezTo>
                  <a:cubicBezTo>
                    <a:pt x="202320" y="501482"/>
                    <a:pt x="205040" y="482445"/>
                    <a:pt x="205040" y="460687"/>
                  </a:cubicBezTo>
                  <a:cubicBezTo>
                    <a:pt x="205040" y="447089"/>
                    <a:pt x="205040" y="430771"/>
                    <a:pt x="205040" y="417173"/>
                  </a:cubicBezTo>
                  <a:cubicBezTo>
                    <a:pt x="205040" y="409014"/>
                    <a:pt x="207759" y="400855"/>
                    <a:pt x="207759" y="392696"/>
                  </a:cubicBezTo>
                  <a:cubicBezTo>
                    <a:pt x="207759" y="384537"/>
                    <a:pt x="210478" y="376378"/>
                    <a:pt x="210478" y="368219"/>
                  </a:cubicBezTo>
                  <a:cubicBezTo>
                    <a:pt x="210478" y="351901"/>
                    <a:pt x="210478" y="332864"/>
                    <a:pt x="210478" y="313826"/>
                  </a:cubicBezTo>
                  <a:cubicBezTo>
                    <a:pt x="210478" y="294788"/>
                    <a:pt x="210478" y="275751"/>
                    <a:pt x="210478" y="259433"/>
                  </a:cubicBezTo>
                  <a:cubicBezTo>
                    <a:pt x="210478" y="243115"/>
                    <a:pt x="210478" y="226797"/>
                    <a:pt x="210478" y="213199"/>
                  </a:cubicBezTo>
                  <a:cubicBezTo>
                    <a:pt x="210478" y="194161"/>
                    <a:pt x="210478" y="164245"/>
                    <a:pt x="210478" y="145207"/>
                  </a:cubicBezTo>
                  <a:cubicBezTo>
                    <a:pt x="210478" y="139768"/>
                    <a:pt x="213198" y="134329"/>
                    <a:pt x="213198" y="131609"/>
                  </a:cubicBezTo>
                  <a:cubicBezTo>
                    <a:pt x="213198" y="126170"/>
                    <a:pt x="207759" y="123450"/>
                    <a:pt x="205040" y="123450"/>
                  </a:cubicBezTo>
                  <a:cubicBezTo>
                    <a:pt x="199600" y="123450"/>
                    <a:pt x="166965" y="123450"/>
                    <a:pt x="161525" y="123450"/>
                  </a:cubicBezTo>
                  <a:cubicBezTo>
                    <a:pt x="145207" y="123450"/>
                    <a:pt x="128889" y="123450"/>
                    <a:pt x="112571" y="120730"/>
                  </a:cubicBezTo>
                  <a:cubicBezTo>
                    <a:pt x="109852" y="120730"/>
                    <a:pt x="107132" y="120730"/>
                    <a:pt x="104412" y="118011"/>
                  </a:cubicBezTo>
                  <a:cubicBezTo>
                    <a:pt x="107132" y="137048"/>
                    <a:pt x="107132" y="172404"/>
                    <a:pt x="107132" y="191441"/>
                  </a:cubicBezTo>
                  <a:cubicBezTo>
                    <a:pt x="107132" y="202320"/>
                    <a:pt x="107132" y="224077"/>
                    <a:pt x="90814" y="224077"/>
                  </a:cubicBezTo>
                  <a:cubicBezTo>
                    <a:pt x="82655" y="224077"/>
                    <a:pt x="79935" y="221357"/>
                    <a:pt x="74496" y="218638"/>
                  </a:cubicBezTo>
                  <a:cubicBezTo>
                    <a:pt x="69057" y="215918"/>
                    <a:pt x="66337" y="210479"/>
                    <a:pt x="66337" y="205040"/>
                  </a:cubicBezTo>
                  <a:cubicBezTo>
                    <a:pt x="63617" y="196881"/>
                    <a:pt x="63617" y="191441"/>
                    <a:pt x="63617" y="186002"/>
                  </a:cubicBezTo>
                  <a:cubicBezTo>
                    <a:pt x="63617" y="180563"/>
                    <a:pt x="63617" y="153366"/>
                    <a:pt x="63617" y="145207"/>
                  </a:cubicBezTo>
                  <a:cubicBezTo>
                    <a:pt x="63617" y="134329"/>
                    <a:pt x="63617" y="120730"/>
                    <a:pt x="63617" y="109852"/>
                  </a:cubicBezTo>
                  <a:cubicBezTo>
                    <a:pt x="60897" y="104412"/>
                    <a:pt x="58178" y="101693"/>
                    <a:pt x="58178" y="96253"/>
                  </a:cubicBezTo>
                  <a:cubicBezTo>
                    <a:pt x="58178" y="93534"/>
                    <a:pt x="60897" y="88095"/>
                    <a:pt x="66337" y="85375"/>
                  </a:cubicBezTo>
                  <a:cubicBezTo>
                    <a:pt x="74496" y="79936"/>
                    <a:pt x="77215" y="77216"/>
                    <a:pt x="93533" y="77216"/>
                  </a:cubicBezTo>
                  <a:cubicBezTo>
                    <a:pt x="101692" y="77216"/>
                    <a:pt x="109852" y="77216"/>
                    <a:pt x="115290" y="77216"/>
                  </a:cubicBezTo>
                  <a:cubicBezTo>
                    <a:pt x="134328" y="77216"/>
                    <a:pt x="150646" y="77216"/>
                    <a:pt x="169684" y="74496"/>
                  </a:cubicBezTo>
                  <a:cubicBezTo>
                    <a:pt x="177843" y="74496"/>
                    <a:pt x="186002" y="71776"/>
                    <a:pt x="194161" y="71776"/>
                  </a:cubicBezTo>
                  <a:cubicBezTo>
                    <a:pt x="194161" y="71776"/>
                    <a:pt x="196880" y="71776"/>
                    <a:pt x="196880" y="71776"/>
                  </a:cubicBezTo>
                  <a:cubicBezTo>
                    <a:pt x="199600" y="71776"/>
                    <a:pt x="205040" y="71776"/>
                    <a:pt x="210478" y="71776"/>
                  </a:cubicBezTo>
                  <a:cubicBezTo>
                    <a:pt x="213198" y="71776"/>
                    <a:pt x="215918" y="71776"/>
                    <a:pt x="218638" y="71776"/>
                  </a:cubicBezTo>
                  <a:cubicBezTo>
                    <a:pt x="224077" y="69057"/>
                    <a:pt x="229516" y="63618"/>
                    <a:pt x="237675" y="60898"/>
                  </a:cubicBezTo>
                  <a:cubicBezTo>
                    <a:pt x="243115" y="58178"/>
                    <a:pt x="248554" y="58178"/>
                    <a:pt x="253993" y="58178"/>
                  </a:cubicBezTo>
                  <a:cubicBezTo>
                    <a:pt x="264872" y="58178"/>
                    <a:pt x="273031" y="58178"/>
                    <a:pt x="283910" y="60898"/>
                  </a:cubicBezTo>
                  <a:cubicBezTo>
                    <a:pt x="286629" y="60898"/>
                    <a:pt x="292068" y="63618"/>
                    <a:pt x="294788" y="66337"/>
                  </a:cubicBezTo>
                  <a:cubicBezTo>
                    <a:pt x="297508" y="69057"/>
                    <a:pt x="302948" y="71776"/>
                    <a:pt x="305667" y="74496"/>
                  </a:cubicBezTo>
                  <a:cubicBezTo>
                    <a:pt x="308386" y="74496"/>
                    <a:pt x="311106" y="74496"/>
                    <a:pt x="313826" y="74496"/>
                  </a:cubicBezTo>
                  <a:cubicBezTo>
                    <a:pt x="319265" y="74496"/>
                    <a:pt x="321985" y="74496"/>
                    <a:pt x="327424" y="74496"/>
                  </a:cubicBezTo>
                  <a:cubicBezTo>
                    <a:pt x="335583" y="74496"/>
                    <a:pt x="346461" y="74496"/>
                    <a:pt x="354621" y="74496"/>
                  </a:cubicBezTo>
                  <a:cubicBezTo>
                    <a:pt x="376378" y="74496"/>
                    <a:pt x="400855" y="74496"/>
                    <a:pt x="422612" y="74496"/>
                  </a:cubicBezTo>
                  <a:cubicBezTo>
                    <a:pt x="433491" y="74496"/>
                    <a:pt x="447089" y="74496"/>
                    <a:pt x="455248" y="79936"/>
                  </a:cubicBezTo>
                  <a:cubicBezTo>
                    <a:pt x="460687" y="82655"/>
                    <a:pt x="466127" y="90814"/>
                    <a:pt x="466127" y="98973"/>
                  </a:cubicBezTo>
                  <a:cubicBezTo>
                    <a:pt x="466127" y="101693"/>
                    <a:pt x="466127" y="107132"/>
                    <a:pt x="463407" y="109852"/>
                  </a:cubicBezTo>
                  <a:cubicBezTo>
                    <a:pt x="463407" y="112571"/>
                    <a:pt x="463407" y="112571"/>
                    <a:pt x="463407" y="120730"/>
                  </a:cubicBezTo>
                  <a:cubicBezTo>
                    <a:pt x="463407" y="142488"/>
                    <a:pt x="463407" y="172404"/>
                    <a:pt x="463407" y="194161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60" name="Content Placeholder 59">
            <a:extLst>
              <a:ext uri="{FF2B5EF4-FFF2-40B4-BE49-F238E27FC236}">
                <a16:creationId xmlns:a16="http://schemas.microsoft.com/office/drawing/2014/main" id="{8EFE1F84-4849-448C-8C35-33EC553AD838}"/>
              </a:ext>
            </a:extLst>
          </p:cNvPr>
          <p:cNvSpPr>
            <a:spLocks noGrp="1"/>
          </p:cNvSpPr>
          <p:nvPr>
            <p:ph sz="quarter" idx="11" hasCustomPrompt="1"/>
          </p:nvPr>
        </p:nvSpPr>
        <p:spPr>
          <a:xfrm>
            <a:off x="6538914" y="1860550"/>
            <a:ext cx="5065254" cy="268605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add text or choose an icon below to insert other content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779938554"/>
      </p:ext>
    </p:extLst>
  </p:cSld>
  <p:clrMapOvr>
    <a:masterClrMapping/>
  </p:clrMapOvr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Fullframe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Freeform: Shape 5">
            <a:extLst>
              <a:ext uri="{FF2B5EF4-FFF2-40B4-BE49-F238E27FC236}">
                <a16:creationId xmlns:a16="http://schemas.microsoft.com/office/drawing/2014/main" id="{CB31FDED-D159-4F4F-8CA3-B83301DF537B}"/>
              </a:ext>
            </a:extLst>
          </p:cNvPr>
          <p:cNvSpPr/>
          <p:nvPr/>
        </p:nvSpPr>
        <p:spPr bwMode="ltGray">
          <a:xfrm>
            <a:off x="10441275" y="5951300"/>
            <a:ext cx="1627670" cy="906700"/>
          </a:xfrm>
          <a:custGeom>
            <a:avLst/>
            <a:gdLst>
              <a:gd name="connsiteX0" fmla="*/ 838774 w 1585477"/>
              <a:gd name="connsiteY0" fmla="*/ 14 h 883197"/>
              <a:gd name="connsiteX1" fmla="*/ 996107 w 1585477"/>
              <a:gd name="connsiteY1" fmla="*/ 18377 h 883197"/>
              <a:gd name="connsiteX2" fmla="*/ 1585477 w 1585477"/>
              <a:gd name="connsiteY2" fmla="*/ 746145 h 883197"/>
              <a:gd name="connsiteX3" fmla="*/ 1585202 w 1585477"/>
              <a:gd name="connsiteY3" fmla="*/ 883197 h 883197"/>
              <a:gd name="connsiteX4" fmla="*/ 695 w 1585477"/>
              <a:gd name="connsiteY4" fmla="*/ 883197 h 883197"/>
              <a:gd name="connsiteX5" fmla="*/ 294 w 1585477"/>
              <a:gd name="connsiteY5" fmla="*/ 879328 h 883197"/>
              <a:gd name="connsiteX6" fmla="*/ 20167 w 1585477"/>
              <a:gd name="connsiteY6" fmla="*/ 648487 h 883197"/>
              <a:gd name="connsiteX7" fmla="*/ 838774 w 1585477"/>
              <a:gd name="connsiteY7" fmla="*/ 14 h 883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585477" h="883197">
                <a:moveTo>
                  <a:pt x="838774" y="14"/>
                </a:moveTo>
                <a:cubicBezTo>
                  <a:pt x="891699" y="335"/>
                  <a:pt x="944452" y="6288"/>
                  <a:pt x="996107" y="18377"/>
                </a:cubicBezTo>
                <a:cubicBezTo>
                  <a:pt x="1344865" y="100437"/>
                  <a:pt x="1558993" y="409128"/>
                  <a:pt x="1585477" y="746145"/>
                </a:cubicBezTo>
                <a:lnTo>
                  <a:pt x="1585202" y="883197"/>
                </a:lnTo>
                <a:lnTo>
                  <a:pt x="695" y="883197"/>
                </a:lnTo>
                <a:lnTo>
                  <a:pt x="294" y="879328"/>
                </a:lnTo>
                <a:cubicBezTo>
                  <a:pt x="-1813" y="797038"/>
                  <a:pt x="7712" y="718092"/>
                  <a:pt x="20167" y="648487"/>
                </a:cubicBezTo>
                <a:cubicBezTo>
                  <a:pt x="89408" y="271519"/>
                  <a:pt x="468297" y="-2229"/>
                  <a:pt x="838774" y="14"/>
                </a:cubicBezTo>
                <a:close/>
              </a:path>
            </a:pathLst>
          </a:custGeom>
          <a:solidFill>
            <a:srgbClr val="4F2170"/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>
              <a:lnSpc>
                <a:spcPct val="90000"/>
              </a:lnSpc>
            </a:pPr>
            <a:endParaRPr lang="en-US">
              <a:solidFill>
                <a:schemeClr val="bg1"/>
              </a:solidFill>
            </a:endParaRPr>
          </a:p>
        </p:txBody>
      </p:sp>
      <p:sp>
        <p:nvSpPr>
          <p:cNvPr id="51" name="Picture Placeholder 50">
            <a:extLst>
              <a:ext uri="{FF2B5EF4-FFF2-40B4-BE49-F238E27FC236}">
                <a16:creationId xmlns:a16="http://schemas.microsoft.com/office/drawing/2014/main" id="{9A604104-23C8-45DB-B8E5-CC8FD54A777D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0" y="0"/>
            <a:ext cx="12192000" cy="6858000"/>
          </a:xfrm>
          <a:custGeom>
            <a:avLst/>
            <a:gdLst>
              <a:gd name="connsiteX0" fmla="*/ 0 w 12192000"/>
              <a:gd name="connsiteY0" fmla="*/ 0 h 6858000"/>
              <a:gd name="connsiteX1" fmla="*/ 12192000 w 12192000"/>
              <a:gd name="connsiteY1" fmla="*/ 0 h 6858000"/>
              <a:gd name="connsiteX2" fmla="*/ 12192000 w 12192000"/>
              <a:gd name="connsiteY2" fmla="*/ 6858000 h 6858000"/>
              <a:gd name="connsiteX3" fmla="*/ 12047573 w 12192000"/>
              <a:gd name="connsiteY3" fmla="*/ 6858000 h 6858000"/>
              <a:gd name="connsiteX4" fmla="*/ 12047848 w 12192000"/>
              <a:gd name="connsiteY4" fmla="*/ 6720949 h 6858000"/>
              <a:gd name="connsiteX5" fmla="*/ 11458478 w 12192000"/>
              <a:gd name="connsiteY5" fmla="*/ 5993181 h 6858000"/>
              <a:gd name="connsiteX6" fmla="*/ 11301145 w 12192000"/>
              <a:gd name="connsiteY6" fmla="*/ 5974818 h 6858000"/>
              <a:gd name="connsiteX7" fmla="*/ 10482538 w 12192000"/>
              <a:gd name="connsiteY7" fmla="*/ 6623291 h 6858000"/>
              <a:gd name="connsiteX8" fmla="*/ 10462665 w 12192000"/>
              <a:gd name="connsiteY8" fmla="*/ 6854132 h 6858000"/>
              <a:gd name="connsiteX9" fmla="*/ 10463066 w 12192000"/>
              <a:gd name="connsiteY9" fmla="*/ 6858000 h 6858000"/>
              <a:gd name="connsiteX10" fmla="*/ 0 w 12192000"/>
              <a:gd name="connsiteY10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2192000" h="6858000">
                <a:moveTo>
                  <a:pt x="0" y="0"/>
                </a:moveTo>
                <a:lnTo>
                  <a:pt x="12192000" y="0"/>
                </a:lnTo>
                <a:lnTo>
                  <a:pt x="12192000" y="6858000"/>
                </a:lnTo>
                <a:lnTo>
                  <a:pt x="12047573" y="6858000"/>
                </a:lnTo>
                <a:lnTo>
                  <a:pt x="12047848" y="6720949"/>
                </a:lnTo>
                <a:cubicBezTo>
                  <a:pt x="12021364" y="6383932"/>
                  <a:pt x="11807236" y="6075241"/>
                  <a:pt x="11458478" y="5993181"/>
                </a:cubicBezTo>
                <a:cubicBezTo>
                  <a:pt x="11406823" y="5981092"/>
                  <a:pt x="11354070" y="5975139"/>
                  <a:pt x="11301145" y="5974818"/>
                </a:cubicBezTo>
                <a:cubicBezTo>
                  <a:pt x="10930668" y="5972575"/>
                  <a:pt x="10551779" y="6246323"/>
                  <a:pt x="10482538" y="6623291"/>
                </a:cubicBezTo>
                <a:cubicBezTo>
                  <a:pt x="10470083" y="6692896"/>
                  <a:pt x="10460558" y="6771842"/>
                  <a:pt x="10462665" y="6854132"/>
                </a:cubicBezTo>
                <a:lnTo>
                  <a:pt x="10463066" y="6858000"/>
                </a:lnTo>
                <a:lnTo>
                  <a:pt x="0" y="6858000"/>
                </a:lnTo>
                <a:close/>
              </a:path>
            </a:pathLst>
          </a:custGeom>
          <a:solidFill>
            <a:srgbClr val="D9D9D9"/>
          </a:solidFill>
        </p:spPr>
        <p:txBody>
          <a:bodyPr wrap="square" lIns="3657600" tIns="0" rIns="0" anchor="ctr" anchorCtr="0">
            <a:noAutofit/>
          </a:bodyPr>
          <a:lstStyle>
            <a:lvl1pPr marL="0" marR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tx1"/>
              </a:buClr>
              <a:buSzTx/>
              <a:buFont typeface="Arial" panose="020B0604020202020204" pitchFamily="34" charset="0"/>
              <a:buNone/>
              <a:tabLst/>
              <a:defRPr sz="1600"/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1200"/>
              </a:spcBef>
              <a:spcAft>
                <a:spcPts val="0"/>
              </a:spcAft>
              <a:buClr>
                <a:schemeClr val="tx1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Click icon to insert picture</a:t>
            </a:r>
            <a:br>
              <a:rPr lang="en-US"/>
            </a:br>
            <a:r>
              <a:rPr lang="en-US"/>
              <a:t>(minimum recommended size for </a:t>
            </a:r>
            <a:br>
              <a:rPr lang="en-US"/>
            </a:br>
            <a:r>
              <a:rPr lang="en-US"/>
              <a:t>full slide image is 1280 x 720 pixels)</a:t>
            </a: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0C975EE0-AD02-4365-B012-AEF1EB027E17}"/>
              </a:ext>
            </a:extLst>
          </p:cNvPr>
          <p:cNvGrpSpPr>
            <a:grpSpLocks noChangeAspect="1"/>
          </p:cNvGrpSpPr>
          <p:nvPr/>
        </p:nvGrpSpPr>
        <p:grpSpPr>
          <a:xfrm>
            <a:off x="10676779" y="6205751"/>
            <a:ext cx="1143000" cy="440144"/>
            <a:chOff x="2078951" y="1888610"/>
            <a:chExt cx="8030200" cy="3092248"/>
          </a:xfrm>
          <a:solidFill>
            <a:srgbClr val="FFFFFF"/>
          </a:solidFill>
        </p:grpSpPr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4E98E784-FC01-4610-B058-2CCB322671BA}"/>
                </a:ext>
              </a:extLst>
            </p:cNvPr>
            <p:cNvSpPr/>
            <p:nvPr/>
          </p:nvSpPr>
          <p:spPr>
            <a:xfrm>
              <a:off x="2078951" y="2872694"/>
              <a:ext cx="951880" cy="652717"/>
            </a:xfrm>
            <a:custGeom>
              <a:avLst/>
              <a:gdLst>
                <a:gd name="connsiteX0" fmla="*/ 903041 w 951880"/>
                <a:gd name="connsiteY0" fmla="*/ 330574 h 652717"/>
                <a:gd name="connsiteX1" fmla="*/ 780656 w 951880"/>
                <a:gd name="connsiteY1" fmla="*/ 379528 h 652717"/>
                <a:gd name="connsiteX2" fmla="*/ 598439 w 951880"/>
                <a:gd name="connsiteY2" fmla="*/ 311537 h 652717"/>
                <a:gd name="connsiteX3" fmla="*/ 505970 w 951880"/>
                <a:gd name="connsiteY3" fmla="*/ 164675 h 652717"/>
                <a:gd name="connsiteX4" fmla="*/ 266640 w 951880"/>
                <a:gd name="connsiteY4" fmla="*/ 61329 h 652717"/>
                <a:gd name="connsiteX5" fmla="*/ 103461 w 951880"/>
                <a:gd name="connsiteY5" fmla="*/ 458398 h 652717"/>
                <a:gd name="connsiteX6" fmla="*/ 756179 w 951880"/>
                <a:gd name="connsiteY6" fmla="*/ 485595 h 652717"/>
                <a:gd name="connsiteX7" fmla="*/ 903041 w 951880"/>
                <a:gd name="connsiteY7" fmla="*/ 330574 h 65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51880" h="652717">
                  <a:moveTo>
                    <a:pt x="903041" y="330574"/>
                  </a:moveTo>
                  <a:cubicBezTo>
                    <a:pt x="867685" y="363210"/>
                    <a:pt x="813292" y="374089"/>
                    <a:pt x="780656" y="379528"/>
                  </a:cubicBezTo>
                  <a:cubicBezTo>
                    <a:pt x="712664" y="387687"/>
                    <a:pt x="641953" y="365930"/>
                    <a:pt x="598439" y="311537"/>
                  </a:cubicBezTo>
                  <a:cubicBezTo>
                    <a:pt x="563083" y="268022"/>
                    <a:pt x="544046" y="210910"/>
                    <a:pt x="505970" y="164675"/>
                  </a:cubicBezTo>
                  <a:cubicBezTo>
                    <a:pt x="448858" y="93964"/>
                    <a:pt x="359109" y="45011"/>
                    <a:pt x="266640" y="61329"/>
                  </a:cubicBezTo>
                  <a:cubicBezTo>
                    <a:pt x="81704" y="93964"/>
                    <a:pt x="114" y="308817"/>
                    <a:pt x="103461" y="458398"/>
                  </a:cubicBezTo>
                  <a:cubicBezTo>
                    <a:pt x="253042" y="670531"/>
                    <a:pt x="584840" y="635176"/>
                    <a:pt x="756179" y="485595"/>
                  </a:cubicBezTo>
                  <a:cubicBezTo>
                    <a:pt x="813292" y="442080"/>
                    <a:pt x="862246" y="390407"/>
                    <a:pt x="903041" y="33057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DFF2B29D-E74D-4303-BB3A-2284D731A034}"/>
                </a:ext>
              </a:extLst>
            </p:cNvPr>
            <p:cNvSpPr/>
            <p:nvPr/>
          </p:nvSpPr>
          <p:spPr>
            <a:xfrm>
              <a:off x="9151831" y="2872694"/>
              <a:ext cx="951880" cy="652717"/>
            </a:xfrm>
            <a:custGeom>
              <a:avLst/>
              <a:gdLst>
                <a:gd name="connsiteX0" fmla="*/ 58178 w 951880"/>
                <a:gd name="connsiteY0" fmla="*/ 330574 h 652717"/>
                <a:gd name="connsiteX1" fmla="*/ 180563 w 951880"/>
                <a:gd name="connsiteY1" fmla="*/ 379528 h 652717"/>
                <a:gd name="connsiteX2" fmla="*/ 362780 w 951880"/>
                <a:gd name="connsiteY2" fmla="*/ 311537 h 652717"/>
                <a:gd name="connsiteX3" fmla="*/ 455249 w 951880"/>
                <a:gd name="connsiteY3" fmla="*/ 164675 h 652717"/>
                <a:gd name="connsiteX4" fmla="*/ 694578 w 951880"/>
                <a:gd name="connsiteY4" fmla="*/ 61329 h 652717"/>
                <a:gd name="connsiteX5" fmla="*/ 857758 w 951880"/>
                <a:gd name="connsiteY5" fmla="*/ 458398 h 652717"/>
                <a:gd name="connsiteX6" fmla="*/ 205040 w 951880"/>
                <a:gd name="connsiteY6" fmla="*/ 485595 h 652717"/>
                <a:gd name="connsiteX7" fmla="*/ 58178 w 951880"/>
                <a:gd name="connsiteY7" fmla="*/ 330574 h 65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51880" h="652717">
                  <a:moveTo>
                    <a:pt x="58178" y="330574"/>
                  </a:moveTo>
                  <a:cubicBezTo>
                    <a:pt x="96253" y="363210"/>
                    <a:pt x="147927" y="374089"/>
                    <a:pt x="180563" y="379528"/>
                  </a:cubicBezTo>
                  <a:cubicBezTo>
                    <a:pt x="248554" y="387687"/>
                    <a:pt x="319266" y="365930"/>
                    <a:pt x="362780" y="311537"/>
                  </a:cubicBezTo>
                  <a:cubicBezTo>
                    <a:pt x="398136" y="268022"/>
                    <a:pt x="417174" y="210910"/>
                    <a:pt x="455249" y="164675"/>
                  </a:cubicBezTo>
                  <a:cubicBezTo>
                    <a:pt x="512362" y="93964"/>
                    <a:pt x="602110" y="45011"/>
                    <a:pt x="694578" y="61329"/>
                  </a:cubicBezTo>
                  <a:cubicBezTo>
                    <a:pt x="879515" y="93964"/>
                    <a:pt x="961105" y="308817"/>
                    <a:pt x="857758" y="458398"/>
                  </a:cubicBezTo>
                  <a:cubicBezTo>
                    <a:pt x="708176" y="670531"/>
                    <a:pt x="376379" y="635176"/>
                    <a:pt x="205040" y="485595"/>
                  </a:cubicBezTo>
                  <a:cubicBezTo>
                    <a:pt x="150646" y="442080"/>
                    <a:pt x="101693" y="390407"/>
                    <a:pt x="58178" y="33057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5FD16FEA-B5DB-4F05-ABCB-F67FBB3F290E}"/>
                </a:ext>
              </a:extLst>
            </p:cNvPr>
            <p:cNvSpPr/>
            <p:nvPr/>
          </p:nvSpPr>
          <p:spPr>
            <a:xfrm>
              <a:off x="8001294" y="2010994"/>
              <a:ext cx="734308" cy="299162"/>
            </a:xfrm>
            <a:custGeom>
              <a:avLst/>
              <a:gdLst>
                <a:gd name="connsiteX0" fmla="*/ 596792 w 734307"/>
                <a:gd name="connsiteY0" fmla="*/ 58178 h 299162"/>
                <a:gd name="connsiteX1" fmla="*/ 148048 w 734307"/>
                <a:gd name="connsiteY1" fmla="*/ 58178 h 299162"/>
                <a:gd name="connsiteX2" fmla="*/ 58299 w 734307"/>
                <a:gd name="connsiteY2" fmla="*/ 150646 h 299162"/>
                <a:gd name="connsiteX3" fmla="*/ 148048 w 734307"/>
                <a:gd name="connsiteY3" fmla="*/ 251274 h 299162"/>
                <a:gd name="connsiteX4" fmla="*/ 596792 w 734307"/>
                <a:gd name="connsiteY4" fmla="*/ 251274 h 299162"/>
                <a:gd name="connsiteX5" fmla="*/ 686541 w 734307"/>
                <a:gd name="connsiteY5" fmla="*/ 158805 h 299162"/>
                <a:gd name="connsiteX6" fmla="*/ 596792 w 734307"/>
                <a:gd name="connsiteY6" fmla="*/ 58178 h 299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4307" h="299162">
                  <a:moveTo>
                    <a:pt x="596792" y="58178"/>
                  </a:moveTo>
                  <a:cubicBezTo>
                    <a:pt x="591353" y="58178"/>
                    <a:pt x="153487" y="58178"/>
                    <a:pt x="148048" y="58178"/>
                  </a:cubicBezTo>
                  <a:cubicBezTo>
                    <a:pt x="99094" y="60898"/>
                    <a:pt x="61019" y="104412"/>
                    <a:pt x="58299" y="150646"/>
                  </a:cubicBezTo>
                  <a:cubicBezTo>
                    <a:pt x="55580" y="199600"/>
                    <a:pt x="99094" y="248554"/>
                    <a:pt x="148048" y="251274"/>
                  </a:cubicBezTo>
                  <a:cubicBezTo>
                    <a:pt x="153487" y="251274"/>
                    <a:pt x="591353" y="251274"/>
                    <a:pt x="596792" y="251274"/>
                  </a:cubicBezTo>
                  <a:cubicBezTo>
                    <a:pt x="645746" y="248554"/>
                    <a:pt x="683821" y="205040"/>
                    <a:pt x="686541" y="158805"/>
                  </a:cubicBezTo>
                  <a:cubicBezTo>
                    <a:pt x="689260" y="109852"/>
                    <a:pt x="648465" y="60898"/>
                    <a:pt x="596792" y="58178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73DE2517-FFDB-44E3-991E-865C415B8826}"/>
                </a:ext>
              </a:extLst>
            </p:cNvPr>
            <p:cNvSpPr/>
            <p:nvPr/>
          </p:nvSpPr>
          <p:spPr>
            <a:xfrm>
              <a:off x="4920042" y="2277520"/>
              <a:ext cx="1006274" cy="951879"/>
            </a:xfrm>
            <a:custGeom>
              <a:avLst/>
              <a:gdLst>
                <a:gd name="connsiteX0" fmla="*/ 884954 w 1006273"/>
                <a:gd name="connsiteY0" fmla="*/ 746251 h 951879"/>
                <a:gd name="connsiteX1" fmla="*/ 874076 w 1006273"/>
                <a:gd name="connsiteY1" fmla="*/ 670101 h 951879"/>
                <a:gd name="connsiteX2" fmla="*/ 874076 w 1006273"/>
                <a:gd name="connsiteY2" fmla="*/ 536837 h 951879"/>
                <a:gd name="connsiteX3" fmla="*/ 689139 w 1006273"/>
                <a:gd name="connsiteY3" fmla="*/ 88094 h 951879"/>
                <a:gd name="connsiteX4" fmla="*/ 428052 w 1006273"/>
                <a:gd name="connsiteY4" fmla="*/ 253993 h 951879"/>
                <a:gd name="connsiteX5" fmla="*/ 196881 w 1006273"/>
                <a:gd name="connsiteY5" fmla="*/ 58178 h 951879"/>
                <a:gd name="connsiteX6" fmla="*/ 58178 w 1006273"/>
                <a:gd name="connsiteY6" fmla="*/ 128889 h 951879"/>
                <a:gd name="connsiteX7" fmla="*/ 142488 w 1006273"/>
                <a:gd name="connsiteY7" fmla="*/ 273031 h 951879"/>
                <a:gd name="connsiteX8" fmla="*/ 142488 w 1006273"/>
                <a:gd name="connsiteY8" fmla="*/ 757130 h 951879"/>
                <a:gd name="connsiteX9" fmla="*/ 283910 w 1006273"/>
                <a:gd name="connsiteY9" fmla="*/ 895832 h 951879"/>
                <a:gd name="connsiteX10" fmla="*/ 428052 w 1006273"/>
                <a:gd name="connsiteY10" fmla="*/ 757130 h 951879"/>
                <a:gd name="connsiteX11" fmla="*/ 428052 w 1006273"/>
                <a:gd name="connsiteY11" fmla="*/ 400855 h 951879"/>
                <a:gd name="connsiteX12" fmla="*/ 523240 w 1006273"/>
                <a:gd name="connsiteY12" fmla="*/ 283910 h 951879"/>
                <a:gd name="connsiteX13" fmla="*/ 591231 w 1006273"/>
                <a:gd name="connsiteY13" fmla="*/ 354621 h 951879"/>
                <a:gd name="connsiteX14" fmla="*/ 591231 w 1006273"/>
                <a:gd name="connsiteY14" fmla="*/ 697297 h 951879"/>
                <a:gd name="connsiteX15" fmla="*/ 593951 w 1006273"/>
                <a:gd name="connsiteY15" fmla="*/ 729933 h 951879"/>
                <a:gd name="connsiteX16" fmla="*/ 610269 w 1006273"/>
                <a:gd name="connsiteY16" fmla="*/ 778887 h 951879"/>
                <a:gd name="connsiteX17" fmla="*/ 822402 w 1006273"/>
                <a:gd name="connsiteY17" fmla="*/ 893112 h 951879"/>
                <a:gd name="connsiteX18" fmla="*/ 961105 w 1006273"/>
                <a:gd name="connsiteY18" fmla="*/ 822401 h 951879"/>
                <a:gd name="connsiteX19" fmla="*/ 884954 w 1006273"/>
                <a:gd name="connsiteY19" fmla="*/ 746251 h 951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006273" h="951879">
                  <a:moveTo>
                    <a:pt x="884954" y="746251"/>
                  </a:moveTo>
                  <a:cubicBezTo>
                    <a:pt x="879515" y="721774"/>
                    <a:pt x="876795" y="694578"/>
                    <a:pt x="874076" y="670101"/>
                  </a:cubicBezTo>
                  <a:cubicBezTo>
                    <a:pt x="874076" y="634745"/>
                    <a:pt x="874076" y="583072"/>
                    <a:pt x="874076" y="536837"/>
                  </a:cubicBezTo>
                  <a:cubicBezTo>
                    <a:pt x="879515" y="373658"/>
                    <a:pt x="909431" y="88094"/>
                    <a:pt x="689139" y="88094"/>
                  </a:cubicBezTo>
                  <a:cubicBezTo>
                    <a:pt x="539558" y="88094"/>
                    <a:pt x="452529" y="213199"/>
                    <a:pt x="428052" y="253993"/>
                  </a:cubicBezTo>
                  <a:cubicBezTo>
                    <a:pt x="425332" y="139768"/>
                    <a:pt x="335583" y="58178"/>
                    <a:pt x="196881" y="58178"/>
                  </a:cubicBezTo>
                  <a:cubicBezTo>
                    <a:pt x="109852" y="58178"/>
                    <a:pt x="58178" y="128889"/>
                    <a:pt x="58178" y="128889"/>
                  </a:cubicBezTo>
                  <a:cubicBezTo>
                    <a:pt x="58178" y="128889"/>
                    <a:pt x="142488" y="158805"/>
                    <a:pt x="142488" y="273031"/>
                  </a:cubicBezTo>
                  <a:cubicBezTo>
                    <a:pt x="142488" y="354621"/>
                    <a:pt x="142488" y="757130"/>
                    <a:pt x="142488" y="757130"/>
                  </a:cubicBezTo>
                  <a:cubicBezTo>
                    <a:pt x="145207" y="827841"/>
                    <a:pt x="194161" y="895832"/>
                    <a:pt x="283910" y="895832"/>
                  </a:cubicBezTo>
                  <a:cubicBezTo>
                    <a:pt x="373659" y="895832"/>
                    <a:pt x="428052" y="827841"/>
                    <a:pt x="428052" y="757130"/>
                  </a:cubicBezTo>
                  <a:lnTo>
                    <a:pt x="428052" y="400855"/>
                  </a:lnTo>
                  <a:cubicBezTo>
                    <a:pt x="441650" y="343742"/>
                    <a:pt x="474286" y="283910"/>
                    <a:pt x="523240" y="283910"/>
                  </a:cubicBezTo>
                  <a:cubicBezTo>
                    <a:pt x="585792" y="283910"/>
                    <a:pt x="591231" y="354621"/>
                    <a:pt x="591231" y="354621"/>
                  </a:cubicBezTo>
                  <a:lnTo>
                    <a:pt x="591231" y="697297"/>
                  </a:lnTo>
                  <a:cubicBezTo>
                    <a:pt x="591231" y="708176"/>
                    <a:pt x="593951" y="719054"/>
                    <a:pt x="593951" y="729933"/>
                  </a:cubicBezTo>
                  <a:cubicBezTo>
                    <a:pt x="596671" y="748971"/>
                    <a:pt x="602110" y="765289"/>
                    <a:pt x="610269" y="778887"/>
                  </a:cubicBezTo>
                  <a:cubicBezTo>
                    <a:pt x="645624" y="846878"/>
                    <a:pt x="719055" y="893112"/>
                    <a:pt x="822402" y="893112"/>
                  </a:cubicBezTo>
                  <a:cubicBezTo>
                    <a:pt x="909431" y="893112"/>
                    <a:pt x="961105" y="822401"/>
                    <a:pt x="961105" y="822401"/>
                  </a:cubicBezTo>
                  <a:cubicBezTo>
                    <a:pt x="961105" y="822401"/>
                    <a:pt x="909431" y="808803"/>
                    <a:pt x="884954" y="746251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156F7D03-AC74-4987-8247-B58A990351E5}"/>
                </a:ext>
              </a:extLst>
            </p:cNvPr>
            <p:cNvSpPr/>
            <p:nvPr/>
          </p:nvSpPr>
          <p:spPr>
            <a:xfrm>
              <a:off x="7552331" y="1888610"/>
              <a:ext cx="489539" cy="1332631"/>
            </a:xfrm>
            <a:custGeom>
              <a:avLst/>
              <a:gdLst>
                <a:gd name="connsiteX0" fmla="*/ 368560 w 489538"/>
                <a:gd name="connsiteY0" fmla="*/ 1135162 h 1332630"/>
                <a:gd name="connsiteX1" fmla="*/ 357681 w 489538"/>
                <a:gd name="connsiteY1" fmla="*/ 1059011 h 1332630"/>
                <a:gd name="connsiteX2" fmla="*/ 357681 w 489538"/>
                <a:gd name="connsiteY2" fmla="*/ 207759 h 1332630"/>
                <a:gd name="connsiteX3" fmla="*/ 208099 w 489538"/>
                <a:gd name="connsiteY3" fmla="*/ 58178 h 1332630"/>
                <a:gd name="connsiteX4" fmla="*/ 58518 w 489538"/>
                <a:gd name="connsiteY4" fmla="*/ 207759 h 1332630"/>
                <a:gd name="connsiteX5" fmla="*/ 58518 w 489538"/>
                <a:gd name="connsiteY5" fmla="*/ 961104 h 1332630"/>
                <a:gd name="connsiteX6" fmla="*/ 85715 w 489538"/>
                <a:gd name="connsiteY6" fmla="*/ 1159639 h 1332630"/>
                <a:gd name="connsiteX7" fmla="*/ 306007 w 489538"/>
                <a:gd name="connsiteY7" fmla="*/ 1282023 h 1332630"/>
                <a:gd name="connsiteX8" fmla="*/ 444710 w 489538"/>
                <a:gd name="connsiteY8" fmla="*/ 1211312 h 1332630"/>
                <a:gd name="connsiteX9" fmla="*/ 368560 w 489538"/>
                <a:gd name="connsiteY9" fmla="*/ 1135162 h 1332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89538" h="1332630">
                  <a:moveTo>
                    <a:pt x="368560" y="1135162"/>
                  </a:moveTo>
                  <a:cubicBezTo>
                    <a:pt x="363120" y="1110685"/>
                    <a:pt x="357681" y="1083488"/>
                    <a:pt x="357681" y="1059011"/>
                  </a:cubicBezTo>
                  <a:lnTo>
                    <a:pt x="357681" y="207759"/>
                  </a:lnTo>
                  <a:cubicBezTo>
                    <a:pt x="357681" y="126170"/>
                    <a:pt x="289689" y="58178"/>
                    <a:pt x="208099" y="58178"/>
                  </a:cubicBezTo>
                  <a:cubicBezTo>
                    <a:pt x="126510" y="58178"/>
                    <a:pt x="58518" y="126170"/>
                    <a:pt x="58518" y="207759"/>
                  </a:cubicBezTo>
                  <a:lnTo>
                    <a:pt x="58518" y="961104"/>
                  </a:lnTo>
                  <a:cubicBezTo>
                    <a:pt x="58518" y="1029095"/>
                    <a:pt x="53079" y="1097086"/>
                    <a:pt x="85715" y="1159639"/>
                  </a:cubicBezTo>
                  <a:cubicBezTo>
                    <a:pt x="118351" y="1227630"/>
                    <a:pt x="202660" y="1282023"/>
                    <a:pt x="306007" y="1282023"/>
                  </a:cubicBezTo>
                  <a:cubicBezTo>
                    <a:pt x="393036" y="1282023"/>
                    <a:pt x="444710" y="1211312"/>
                    <a:pt x="444710" y="1211312"/>
                  </a:cubicBezTo>
                  <a:cubicBezTo>
                    <a:pt x="444710" y="1211312"/>
                    <a:pt x="393036" y="1197714"/>
                    <a:pt x="368560" y="1135162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ADBEEF49-1973-43EE-ABD4-7E037813A7B0}"/>
                </a:ext>
              </a:extLst>
            </p:cNvPr>
            <p:cNvSpPr/>
            <p:nvPr/>
          </p:nvSpPr>
          <p:spPr>
            <a:xfrm>
              <a:off x="4162324" y="2357456"/>
              <a:ext cx="815899" cy="815898"/>
            </a:xfrm>
            <a:custGeom>
              <a:avLst/>
              <a:gdLst>
                <a:gd name="connsiteX0" fmla="*/ 407949 w 815899"/>
                <a:gd name="connsiteY0" fmla="*/ 174058 h 815898"/>
                <a:gd name="connsiteX1" fmla="*/ 293723 w 815899"/>
                <a:gd name="connsiteY1" fmla="*/ 407950 h 815898"/>
                <a:gd name="connsiteX2" fmla="*/ 410669 w 815899"/>
                <a:gd name="connsiteY2" fmla="*/ 641840 h 815898"/>
                <a:gd name="connsiteX3" fmla="*/ 522175 w 815899"/>
                <a:gd name="connsiteY3" fmla="*/ 407950 h 815898"/>
                <a:gd name="connsiteX4" fmla="*/ 407949 w 815899"/>
                <a:gd name="connsiteY4" fmla="*/ 174058 h 815898"/>
                <a:gd name="connsiteX5" fmla="*/ 407950 w 815899"/>
                <a:gd name="connsiteY5" fmla="*/ 0 h 815898"/>
                <a:gd name="connsiteX6" fmla="*/ 815899 w 815899"/>
                <a:gd name="connsiteY6" fmla="*/ 407949 h 815898"/>
                <a:gd name="connsiteX7" fmla="*/ 407950 w 815899"/>
                <a:gd name="connsiteY7" fmla="*/ 815898 h 815898"/>
                <a:gd name="connsiteX8" fmla="*/ 0 w 815899"/>
                <a:gd name="connsiteY8" fmla="*/ 407949 h 815898"/>
                <a:gd name="connsiteX9" fmla="*/ 407950 w 815899"/>
                <a:gd name="connsiteY9" fmla="*/ 0 h 815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5899" h="815898">
                  <a:moveTo>
                    <a:pt x="407949" y="174058"/>
                  </a:moveTo>
                  <a:cubicBezTo>
                    <a:pt x="342677" y="174058"/>
                    <a:pt x="293723" y="263807"/>
                    <a:pt x="293723" y="407950"/>
                  </a:cubicBezTo>
                  <a:cubicBezTo>
                    <a:pt x="293723" y="552091"/>
                    <a:pt x="331799" y="639120"/>
                    <a:pt x="410669" y="641840"/>
                  </a:cubicBezTo>
                  <a:cubicBezTo>
                    <a:pt x="489539" y="641840"/>
                    <a:pt x="527614" y="552091"/>
                    <a:pt x="522175" y="407950"/>
                  </a:cubicBezTo>
                  <a:cubicBezTo>
                    <a:pt x="522175" y="263807"/>
                    <a:pt x="473221" y="176778"/>
                    <a:pt x="407949" y="174058"/>
                  </a:cubicBezTo>
                  <a:close/>
                  <a:moveTo>
                    <a:pt x="407950" y="0"/>
                  </a:moveTo>
                  <a:cubicBezTo>
                    <a:pt x="633682" y="0"/>
                    <a:pt x="815899" y="182217"/>
                    <a:pt x="815899" y="407949"/>
                  </a:cubicBezTo>
                  <a:cubicBezTo>
                    <a:pt x="815899" y="633681"/>
                    <a:pt x="633682" y="815898"/>
                    <a:pt x="407950" y="815898"/>
                  </a:cubicBezTo>
                  <a:cubicBezTo>
                    <a:pt x="182218" y="815898"/>
                    <a:pt x="0" y="633681"/>
                    <a:pt x="0" y="407949"/>
                  </a:cubicBezTo>
                  <a:cubicBezTo>
                    <a:pt x="0" y="182217"/>
                    <a:pt x="182218" y="0"/>
                    <a:pt x="407950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BDB7EADA-FB78-4FA9-9520-D83E0D8F84CD}"/>
                </a:ext>
              </a:extLst>
            </p:cNvPr>
            <p:cNvSpPr/>
            <p:nvPr/>
          </p:nvSpPr>
          <p:spPr>
            <a:xfrm>
              <a:off x="5884871" y="1946788"/>
              <a:ext cx="912802" cy="1223846"/>
            </a:xfrm>
            <a:custGeom>
              <a:avLst/>
              <a:gdLst>
                <a:gd name="connsiteX0" fmla="*/ 387907 w 912802"/>
                <a:gd name="connsiteY0" fmla="*/ 620081 h 1223846"/>
                <a:gd name="connsiteX1" fmla="*/ 273681 w 912802"/>
                <a:gd name="connsiteY1" fmla="*/ 824055 h 1223846"/>
                <a:gd name="connsiteX2" fmla="*/ 390627 w 912802"/>
                <a:gd name="connsiteY2" fmla="*/ 1028029 h 1223846"/>
                <a:gd name="connsiteX3" fmla="*/ 502132 w 912802"/>
                <a:gd name="connsiteY3" fmla="*/ 824055 h 1223846"/>
                <a:gd name="connsiteX4" fmla="*/ 387907 w 912802"/>
                <a:gd name="connsiteY4" fmla="*/ 620081 h 1223846"/>
                <a:gd name="connsiteX5" fmla="*/ 676192 w 912802"/>
                <a:gd name="connsiteY5" fmla="*/ 0 h 1223846"/>
                <a:gd name="connsiteX6" fmla="*/ 825773 w 912802"/>
                <a:gd name="connsiteY6" fmla="*/ 149581 h 1223846"/>
                <a:gd name="connsiteX7" fmla="*/ 825773 w 912802"/>
                <a:gd name="connsiteY7" fmla="*/ 1000834 h 1223846"/>
                <a:gd name="connsiteX8" fmla="*/ 836651 w 912802"/>
                <a:gd name="connsiteY8" fmla="*/ 1076985 h 1223846"/>
                <a:gd name="connsiteX9" fmla="*/ 912802 w 912802"/>
                <a:gd name="connsiteY9" fmla="*/ 1150415 h 1223846"/>
                <a:gd name="connsiteX10" fmla="*/ 774099 w 912802"/>
                <a:gd name="connsiteY10" fmla="*/ 1221126 h 1223846"/>
                <a:gd name="connsiteX11" fmla="*/ 553807 w 912802"/>
                <a:gd name="connsiteY11" fmla="*/ 1098742 h 1223846"/>
                <a:gd name="connsiteX12" fmla="*/ 548367 w 912802"/>
                <a:gd name="connsiteY12" fmla="*/ 1085144 h 1223846"/>
                <a:gd name="connsiteX13" fmla="*/ 398786 w 912802"/>
                <a:gd name="connsiteY13" fmla="*/ 1212967 h 1223846"/>
                <a:gd name="connsiteX14" fmla="*/ 156736 w 912802"/>
                <a:gd name="connsiteY14" fmla="*/ 1180332 h 1223846"/>
                <a:gd name="connsiteX15" fmla="*/ 287280 w 912802"/>
                <a:gd name="connsiteY15" fmla="*/ 416107 h 1223846"/>
                <a:gd name="connsiteX16" fmla="*/ 526611 w 912802"/>
                <a:gd name="connsiteY16" fmla="*/ 552091 h 1223846"/>
                <a:gd name="connsiteX17" fmla="*/ 526611 w 912802"/>
                <a:gd name="connsiteY17" fmla="*/ 149581 h 1223846"/>
                <a:gd name="connsiteX18" fmla="*/ 676192 w 912802"/>
                <a:gd name="connsiteY18" fmla="*/ 0 h 1223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12802" h="1223846">
                  <a:moveTo>
                    <a:pt x="387907" y="620081"/>
                  </a:moveTo>
                  <a:cubicBezTo>
                    <a:pt x="322635" y="620081"/>
                    <a:pt x="273681" y="698951"/>
                    <a:pt x="273681" y="824055"/>
                  </a:cubicBezTo>
                  <a:cubicBezTo>
                    <a:pt x="273681" y="949160"/>
                    <a:pt x="311756" y="1028029"/>
                    <a:pt x="390627" y="1028029"/>
                  </a:cubicBezTo>
                  <a:cubicBezTo>
                    <a:pt x="466777" y="1025310"/>
                    <a:pt x="504852" y="949160"/>
                    <a:pt x="502132" y="824055"/>
                  </a:cubicBezTo>
                  <a:cubicBezTo>
                    <a:pt x="502132" y="698951"/>
                    <a:pt x="455898" y="622801"/>
                    <a:pt x="387907" y="620081"/>
                  </a:cubicBezTo>
                  <a:close/>
                  <a:moveTo>
                    <a:pt x="676192" y="0"/>
                  </a:moveTo>
                  <a:cubicBezTo>
                    <a:pt x="757781" y="0"/>
                    <a:pt x="825773" y="67992"/>
                    <a:pt x="825773" y="149581"/>
                  </a:cubicBezTo>
                  <a:lnTo>
                    <a:pt x="825773" y="1000834"/>
                  </a:lnTo>
                  <a:cubicBezTo>
                    <a:pt x="828492" y="1025311"/>
                    <a:pt x="831212" y="1052508"/>
                    <a:pt x="836651" y="1076985"/>
                  </a:cubicBezTo>
                  <a:cubicBezTo>
                    <a:pt x="861128" y="1139537"/>
                    <a:pt x="912802" y="1150415"/>
                    <a:pt x="912802" y="1150415"/>
                  </a:cubicBezTo>
                  <a:cubicBezTo>
                    <a:pt x="912802" y="1150415"/>
                    <a:pt x="861128" y="1221126"/>
                    <a:pt x="774099" y="1221126"/>
                  </a:cubicBezTo>
                  <a:cubicBezTo>
                    <a:pt x="670752" y="1221126"/>
                    <a:pt x="589162" y="1166733"/>
                    <a:pt x="553807" y="1098742"/>
                  </a:cubicBezTo>
                  <a:cubicBezTo>
                    <a:pt x="551087" y="1093303"/>
                    <a:pt x="551087" y="1090583"/>
                    <a:pt x="548367" y="1085144"/>
                  </a:cubicBezTo>
                  <a:cubicBezTo>
                    <a:pt x="534769" y="1147696"/>
                    <a:pt x="450460" y="1199369"/>
                    <a:pt x="398786" y="1212967"/>
                  </a:cubicBezTo>
                  <a:cubicBezTo>
                    <a:pt x="322636" y="1234725"/>
                    <a:pt x="222008" y="1223846"/>
                    <a:pt x="156736" y="1180332"/>
                  </a:cubicBezTo>
                  <a:cubicBezTo>
                    <a:pt x="-79874" y="1028031"/>
                    <a:pt x="-58117" y="416107"/>
                    <a:pt x="287280" y="416107"/>
                  </a:cubicBezTo>
                  <a:cubicBezTo>
                    <a:pt x="412385" y="416107"/>
                    <a:pt x="491255" y="503137"/>
                    <a:pt x="526611" y="552091"/>
                  </a:cubicBezTo>
                  <a:lnTo>
                    <a:pt x="526611" y="149581"/>
                  </a:lnTo>
                  <a:cubicBezTo>
                    <a:pt x="526611" y="67992"/>
                    <a:pt x="594602" y="0"/>
                    <a:pt x="676192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548CB4A2-0C87-47C9-8C4B-B9BA3E2C90BC}"/>
                </a:ext>
              </a:extLst>
            </p:cNvPr>
            <p:cNvSpPr/>
            <p:nvPr/>
          </p:nvSpPr>
          <p:spPr>
            <a:xfrm>
              <a:off x="6789513" y="2362895"/>
              <a:ext cx="747906" cy="810458"/>
            </a:xfrm>
            <a:custGeom>
              <a:avLst/>
              <a:gdLst>
                <a:gd name="connsiteX0" fmla="*/ 394818 w 747906"/>
                <a:gd name="connsiteY0" fmla="*/ 163222 h 810458"/>
                <a:gd name="connsiteX1" fmla="*/ 356275 w 747906"/>
                <a:gd name="connsiteY1" fmla="*/ 174058 h 810458"/>
                <a:gd name="connsiteX2" fmla="*/ 274685 w 747906"/>
                <a:gd name="connsiteY2" fmla="*/ 356275 h 810458"/>
                <a:gd name="connsiteX3" fmla="*/ 375313 w 747906"/>
                <a:gd name="connsiteY3" fmla="*/ 358994 h 810458"/>
                <a:gd name="connsiteX4" fmla="*/ 473220 w 747906"/>
                <a:gd name="connsiteY4" fmla="*/ 239329 h 810458"/>
                <a:gd name="connsiteX5" fmla="*/ 394818 w 747906"/>
                <a:gd name="connsiteY5" fmla="*/ 163222 h 810458"/>
                <a:gd name="connsiteX6" fmla="*/ 386192 w 747906"/>
                <a:gd name="connsiteY6" fmla="*/ 0 h 810458"/>
                <a:gd name="connsiteX7" fmla="*/ 747906 w 747906"/>
                <a:gd name="connsiteY7" fmla="*/ 266526 h 810458"/>
                <a:gd name="connsiteX8" fmla="*/ 291004 w 747906"/>
                <a:gd name="connsiteY8" fmla="*/ 484100 h 810458"/>
                <a:gd name="connsiteX9" fmla="*/ 497698 w 747906"/>
                <a:gd name="connsiteY9" fmla="*/ 617363 h 810458"/>
                <a:gd name="connsiteX10" fmla="*/ 712551 w 747906"/>
                <a:gd name="connsiteY10" fmla="*/ 557530 h 810458"/>
                <a:gd name="connsiteX11" fmla="*/ 388912 w 747906"/>
                <a:gd name="connsiteY11" fmla="*/ 810458 h 810458"/>
                <a:gd name="connsiteX12" fmla="*/ 0 w 747906"/>
                <a:gd name="connsiteY12" fmla="*/ 413389 h 810458"/>
                <a:gd name="connsiteX13" fmla="*/ 386192 w 747906"/>
                <a:gd name="connsiteY13" fmla="*/ 0 h 810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47906" h="810458">
                  <a:moveTo>
                    <a:pt x="394818" y="163222"/>
                  </a:moveTo>
                  <a:cubicBezTo>
                    <a:pt x="381772" y="163179"/>
                    <a:pt x="368514" y="166579"/>
                    <a:pt x="356275" y="174058"/>
                  </a:cubicBezTo>
                  <a:cubicBezTo>
                    <a:pt x="299162" y="212133"/>
                    <a:pt x="282844" y="291003"/>
                    <a:pt x="274685" y="356275"/>
                  </a:cubicBezTo>
                  <a:cubicBezTo>
                    <a:pt x="274685" y="364434"/>
                    <a:pt x="369873" y="358994"/>
                    <a:pt x="375313" y="358994"/>
                  </a:cubicBezTo>
                  <a:cubicBezTo>
                    <a:pt x="432425" y="345396"/>
                    <a:pt x="473220" y="301881"/>
                    <a:pt x="473220" y="239329"/>
                  </a:cubicBezTo>
                  <a:cubicBezTo>
                    <a:pt x="471181" y="194455"/>
                    <a:pt x="433956" y="163349"/>
                    <a:pt x="394818" y="163222"/>
                  </a:cubicBezTo>
                  <a:close/>
                  <a:moveTo>
                    <a:pt x="386192" y="0"/>
                  </a:moveTo>
                  <a:cubicBezTo>
                    <a:pt x="519455" y="0"/>
                    <a:pt x="747906" y="65272"/>
                    <a:pt x="747906" y="266526"/>
                  </a:cubicBezTo>
                  <a:cubicBezTo>
                    <a:pt x="747906" y="467782"/>
                    <a:pt x="538493" y="484100"/>
                    <a:pt x="291004" y="484100"/>
                  </a:cubicBezTo>
                  <a:cubicBezTo>
                    <a:pt x="291004" y="484100"/>
                    <a:pt x="326359" y="617363"/>
                    <a:pt x="497698" y="617363"/>
                  </a:cubicBezTo>
                  <a:cubicBezTo>
                    <a:pt x="669036" y="617363"/>
                    <a:pt x="712551" y="557530"/>
                    <a:pt x="712551" y="557530"/>
                  </a:cubicBezTo>
                  <a:cubicBezTo>
                    <a:pt x="712551" y="557530"/>
                    <a:pt x="696233" y="810458"/>
                    <a:pt x="388912" y="810458"/>
                  </a:cubicBezTo>
                  <a:cubicBezTo>
                    <a:pt x="212134" y="810458"/>
                    <a:pt x="0" y="677195"/>
                    <a:pt x="0" y="413389"/>
                  </a:cubicBezTo>
                  <a:cubicBezTo>
                    <a:pt x="0" y="176778"/>
                    <a:pt x="163180" y="0"/>
                    <a:pt x="386192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02D2D5C1-4179-4736-BA45-C19AC8497060}"/>
                </a:ext>
              </a:extLst>
            </p:cNvPr>
            <p:cNvSpPr/>
            <p:nvPr/>
          </p:nvSpPr>
          <p:spPr>
            <a:xfrm>
              <a:off x="7988882" y="2362895"/>
              <a:ext cx="747906" cy="810458"/>
            </a:xfrm>
            <a:custGeom>
              <a:avLst/>
              <a:gdLst>
                <a:gd name="connsiteX0" fmla="*/ 394818 w 747906"/>
                <a:gd name="connsiteY0" fmla="*/ 163222 h 810458"/>
                <a:gd name="connsiteX1" fmla="*/ 356275 w 747906"/>
                <a:gd name="connsiteY1" fmla="*/ 174058 h 810458"/>
                <a:gd name="connsiteX2" fmla="*/ 274685 w 747906"/>
                <a:gd name="connsiteY2" fmla="*/ 356275 h 810458"/>
                <a:gd name="connsiteX3" fmla="*/ 375313 w 747906"/>
                <a:gd name="connsiteY3" fmla="*/ 358994 h 810458"/>
                <a:gd name="connsiteX4" fmla="*/ 473220 w 747906"/>
                <a:gd name="connsiteY4" fmla="*/ 239329 h 810458"/>
                <a:gd name="connsiteX5" fmla="*/ 394818 w 747906"/>
                <a:gd name="connsiteY5" fmla="*/ 163222 h 810458"/>
                <a:gd name="connsiteX6" fmla="*/ 386192 w 747906"/>
                <a:gd name="connsiteY6" fmla="*/ 0 h 810458"/>
                <a:gd name="connsiteX7" fmla="*/ 747906 w 747906"/>
                <a:gd name="connsiteY7" fmla="*/ 266526 h 810458"/>
                <a:gd name="connsiteX8" fmla="*/ 291004 w 747906"/>
                <a:gd name="connsiteY8" fmla="*/ 484100 h 810458"/>
                <a:gd name="connsiteX9" fmla="*/ 497697 w 747906"/>
                <a:gd name="connsiteY9" fmla="*/ 617363 h 810458"/>
                <a:gd name="connsiteX10" fmla="*/ 712551 w 747906"/>
                <a:gd name="connsiteY10" fmla="*/ 557530 h 810458"/>
                <a:gd name="connsiteX11" fmla="*/ 388911 w 747906"/>
                <a:gd name="connsiteY11" fmla="*/ 810458 h 810458"/>
                <a:gd name="connsiteX12" fmla="*/ 0 w 747906"/>
                <a:gd name="connsiteY12" fmla="*/ 413389 h 810458"/>
                <a:gd name="connsiteX13" fmla="*/ 386192 w 747906"/>
                <a:gd name="connsiteY13" fmla="*/ 0 h 810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47906" h="810458">
                  <a:moveTo>
                    <a:pt x="394818" y="163222"/>
                  </a:moveTo>
                  <a:cubicBezTo>
                    <a:pt x="381772" y="163179"/>
                    <a:pt x="368514" y="166579"/>
                    <a:pt x="356275" y="174058"/>
                  </a:cubicBezTo>
                  <a:cubicBezTo>
                    <a:pt x="299162" y="212133"/>
                    <a:pt x="282844" y="291003"/>
                    <a:pt x="274685" y="356275"/>
                  </a:cubicBezTo>
                  <a:cubicBezTo>
                    <a:pt x="274685" y="364434"/>
                    <a:pt x="369873" y="358994"/>
                    <a:pt x="375313" y="358994"/>
                  </a:cubicBezTo>
                  <a:cubicBezTo>
                    <a:pt x="432426" y="345396"/>
                    <a:pt x="473220" y="301881"/>
                    <a:pt x="473220" y="239329"/>
                  </a:cubicBezTo>
                  <a:cubicBezTo>
                    <a:pt x="471181" y="194455"/>
                    <a:pt x="433955" y="163349"/>
                    <a:pt x="394818" y="163222"/>
                  </a:cubicBezTo>
                  <a:close/>
                  <a:moveTo>
                    <a:pt x="386192" y="0"/>
                  </a:moveTo>
                  <a:cubicBezTo>
                    <a:pt x="519455" y="0"/>
                    <a:pt x="747906" y="65272"/>
                    <a:pt x="747906" y="266526"/>
                  </a:cubicBezTo>
                  <a:cubicBezTo>
                    <a:pt x="747906" y="467782"/>
                    <a:pt x="538492" y="484100"/>
                    <a:pt x="291004" y="484100"/>
                  </a:cubicBezTo>
                  <a:cubicBezTo>
                    <a:pt x="291004" y="484100"/>
                    <a:pt x="326359" y="617363"/>
                    <a:pt x="497697" y="617363"/>
                  </a:cubicBezTo>
                  <a:cubicBezTo>
                    <a:pt x="669036" y="617363"/>
                    <a:pt x="712551" y="557530"/>
                    <a:pt x="712551" y="557530"/>
                  </a:cubicBezTo>
                  <a:cubicBezTo>
                    <a:pt x="712551" y="557530"/>
                    <a:pt x="696233" y="810458"/>
                    <a:pt x="388911" y="810458"/>
                  </a:cubicBezTo>
                  <a:cubicBezTo>
                    <a:pt x="212133" y="810458"/>
                    <a:pt x="0" y="677195"/>
                    <a:pt x="0" y="413389"/>
                  </a:cubicBezTo>
                  <a:cubicBezTo>
                    <a:pt x="0" y="176778"/>
                    <a:pt x="163180" y="0"/>
                    <a:pt x="386192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98B32661-72D5-4F04-ACE1-EC30AB0CDE8C}"/>
                </a:ext>
              </a:extLst>
            </p:cNvPr>
            <p:cNvSpPr/>
            <p:nvPr/>
          </p:nvSpPr>
          <p:spPr>
            <a:xfrm>
              <a:off x="8683414" y="2274801"/>
              <a:ext cx="897487" cy="951879"/>
            </a:xfrm>
            <a:custGeom>
              <a:avLst/>
              <a:gdLst>
                <a:gd name="connsiteX0" fmla="*/ 580988 w 897487"/>
                <a:gd name="connsiteY0" fmla="*/ 667381 h 951879"/>
                <a:gd name="connsiteX1" fmla="*/ 409649 w 897487"/>
                <a:gd name="connsiteY1" fmla="*/ 667381 h 951879"/>
                <a:gd name="connsiteX2" fmla="*/ 591866 w 897487"/>
                <a:gd name="connsiteY2" fmla="*/ 525959 h 951879"/>
                <a:gd name="connsiteX3" fmla="*/ 842075 w 897487"/>
                <a:gd name="connsiteY3" fmla="*/ 123450 h 951879"/>
                <a:gd name="connsiteX4" fmla="*/ 842075 w 897487"/>
                <a:gd name="connsiteY4" fmla="*/ 123450 h 951879"/>
                <a:gd name="connsiteX5" fmla="*/ 798560 w 897487"/>
                <a:gd name="connsiteY5" fmla="*/ 58178 h 951879"/>
                <a:gd name="connsiteX6" fmla="*/ 746887 w 897487"/>
                <a:gd name="connsiteY6" fmla="*/ 107132 h 951879"/>
                <a:gd name="connsiteX7" fmla="*/ 697933 w 897487"/>
                <a:gd name="connsiteY7" fmla="*/ 115291 h 951879"/>
                <a:gd name="connsiteX8" fmla="*/ 219273 w 897487"/>
                <a:gd name="connsiteY8" fmla="*/ 115291 h 951879"/>
                <a:gd name="connsiteX9" fmla="*/ 102328 w 897487"/>
                <a:gd name="connsiteY9" fmla="*/ 224077 h 951879"/>
                <a:gd name="connsiteX10" fmla="*/ 213834 w 897487"/>
                <a:gd name="connsiteY10" fmla="*/ 332863 h 951879"/>
                <a:gd name="connsiteX11" fmla="*/ 485800 w 897487"/>
                <a:gd name="connsiteY11" fmla="*/ 335583 h 951879"/>
                <a:gd name="connsiteX12" fmla="*/ 134964 w 897487"/>
                <a:gd name="connsiteY12" fmla="*/ 615708 h 951879"/>
                <a:gd name="connsiteX13" fmla="*/ 61533 w 897487"/>
                <a:gd name="connsiteY13" fmla="*/ 884953 h 951879"/>
                <a:gd name="connsiteX14" fmla="*/ 398771 w 897487"/>
                <a:gd name="connsiteY14" fmla="*/ 806083 h 951879"/>
                <a:gd name="connsiteX15" fmla="*/ 529314 w 897487"/>
                <a:gd name="connsiteY15" fmla="*/ 863196 h 951879"/>
                <a:gd name="connsiteX16" fmla="*/ 782242 w 897487"/>
                <a:gd name="connsiteY16" fmla="*/ 607549 h 951879"/>
                <a:gd name="connsiteX17" fmla="*/ 580988 w 897487"/>
                <a:gd name="connsiteY17" fmla="*/ 667381 h 951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97487" h="951879">
                  <a:moveTo>
                    <a:pt x="580988" y="667381"/>
                  </a:moveTo>
                  <a:lnTo>
                    <a:pt x="409649" y="667381"/>
                  </a:lnTo>
                  <a:cubicBezTo>
                    <a:pt x="423248" y="667381"/>
                    <a:pt x="548352" y="561314"/>
                    <a:pt x="591866" y="525959"/>
                  </a:cubicBezTo>
                  <a:cubicBezTo>
                    <a:pt x="700653" y="433491"/>
                    <a:pt x="899188" y="297508"/>
                    <a:pt x="842075" y="123450"/>
                  </a:cubicBezTo>
                  <a:lnTo>
                    <a:pt x="842075" y="123450"/>
                  </a:lnTo>
                  <a:cubicBezTo>
                    <a:pt x="831197" y="82655"/>
                    <a:pt x="798560" y="58178"/>
                    <a:pt x="798560" y="58178"/>
                  </a:cubicBezTo>
                  <a:cubicBezTo>
                    <a:pt x="798560" y="58178"/>
                    <a:pt x="787682" y="90814"/>
                    <a:pt x="746887" y="107132"/>
                  </a:cubicBezTo>
                  <a:cubicBezTo>
                    <a:pt x="730569" y="109852"/>
                    <a:pt x="714251" y="115291"/>
                    <a:pt x="697933" y="115291"/>
                  </a:cubicBezTo>
                  <a:cubicBezTo>
                    <a:pt x="684334" y="115291"/>
                    <a:pt x="219273" y="115291"/>
                    <a:pt x="219273" y="115291"/>
                  </a:cubicBezTo>
                  <a:cubicBezTo>
                    <a:pt x="156721" y="115291"/>
                    <a:pt x="105048" y="166964"/>
                    <a:pt x="102328" y="224077"/>
                  </a:cubicBezTo>
                  <a:cubicBezTo>
                    <a:pt x="102328" y="283910"/>
                    <a:pt x="151282" y="332863"/>
                    <a:pt x="213834" y="332863"/>
                  </a:cubicBezTo>
                  <a:lnTo>
                    <a:pt x="485800" y="335583"/>
                  </a:lnTo>
                  <a:cubicBezTo>
                    <a:pt x="360695" y="406294"/>
                    <a:pt x="211114" y="487884"/>
                    <a:pt x="134964" y="615708"/>
                  </a:cubicBezTo>
                  <a:cubicBezTo>
                    <a:pt x="91449" y="689138"/>
                    <a:pt x="45215" y="800644"/>
                    <a:pt x="61533" y="884953"/>
                  </a:cubicBezTo>
                  <a:cubicBezTo>
                    <a:pt x="121366" y="830560"/>
                    <a:pt x="279106" y="778887"/>
                    <a:pt x="398771" y="806083"/>
                  </a:cubicBezTo>
                  <a:cubicBezTo>
                    <a:pt x="445005" y="814242"/>
                    <a:pt x="491239" y="838719"/>
                    <a:pt x="529314" y="863196"/>
                  </a:cubicBezTo>
                  <a:cubicBezTo>
                    <a:pt x="755046" y="1004618"/>
                    <a:pt x="891029" y="727213"/>
                    <a:pt x="782242" y="607549"/>
                  </a:cubicBezTo>
                  <a:cubicBezTo>
                    <a:pt x="784962" y="607549"/>
                    <a:pt x="722410" y="667381"/>
                    <a:pt x="580988" y="667381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2A331478-F85F-4D3E-A6DA-5647BA14CD3D}"/>
                </a:ext>
              </a:extLst>
            </p:cNvPr>
            <p:cNvSpPr/>
            <p:nvPr/>
          </p:nvSpPr>
          <p:spPr>
            <a:xfrm>
              <a:off x="2624650" y="1948442"/>
              <a:ext cx="1903761" cy="1577400"/>
            </a:xfrm>
            <a:custGeom>
              <a:avLst/>
              <a:gdLst>
                <a:gd name="connsiteX0" fmla="*/ 1559430 w 1903760"/>
                <a:gd name="connsiteY0" fmla="*/ 1165078 h 1577399"/>
                <a:gd name="connsiteX1" fmla="*/ 1369054 w 1903760"/>
                <a:gd name="connsiteY1" fmla="*/ 593950 h 1577399"/>
                <a:gd name="connsiteX2" fmla="*/ 1483279 w 1903760"/>
                <a:gd name="connsiteY2" fmla="*/ 126170 h 1577399"/>
                <a:gd name="connsiteX3" fmla="*/ 1311941 w 1903760"/>
                <a:gd name="connsiteY3" fmla="*/ 58178 h 1577399"/>
                <a:gd name="connsiteX4" fmla="*/ 1078050 w 1903760"/>
                <a:gd name="connsiteY4" fmla="*/ 205040 h 1577399"/>
                <a:gd name="connsiteX5" fmla="*/ 846879 w 1903760"/>
                <a:gd name="connsiteY5" fmla="*/ 523239 h 1577399"/>
                <a:gd name="connsiteX6" fmla="*/ 645624 w 1903760"/>
                <a:gd name="connsiteY6" fmla="*/ 210479 h 1577399"/>
                <a:gd name="connsiteX7" fmla="*/ 455248 w 1903760"/>
                <a:gd name="connsiteY7" fmla="*/ 63617 h 1577399"/>
                <a:gd name="connsiteX8" fmla="*/ 234956 w 1903760"/>
                <a:gd name="connsiteY8" fmla="*/ 137048 h 1577399"/>
                <a:gd name="connsiteX9" fmla="*/ 316546 w 1903760"/>
                <a:gd name="connsiteY9" fmla="*/ 588511 h 1577399"/>
                <a:gd name="connsiteX10" fmla="*/ 58178 w 1903760"/>
                <a:gd name="connsiteY10" fmla="*/ 1072610 h 1577399"/>
                <a:gd name="connsiteX11" fmla="*/ 474286 w 1903760"/>
                <a:gd name="connsiteY11" fmla="*/ 1020936 h 1577399"/>
                <a:gd name="connsiteX12" fmla="*/ 555876 w 1903760"/>
                <a:gd name="connsiteY12" fmla="*/ 572193 h 1577399"/>
                <a:gd name="connsiteX13" fmla="*/ 830561 w 1903760"/>
                <a:gd name="connsiteY13" fmla="*/ 993740 h 1577399"/>
                <a:gd name="connsiteX14" fmla="*/ 1140602 w 1903760"/>
                <a:gd name="connsiteY14" fmla="*/ 574913 h 1577399"/>
                <a:gd name="connsiteX15" fmla="*/ 1567589 w 1903760"/>
                <a:gd name="connsiteY15" fmla="*/ 1526792 h 1577399"/>
                <a:gd name="connsiteX16" fmla="*/ 1866751 w 1903760"/>
                <a:gd name="connsiteY16" fmla="*/ 1322818 h 1577399"/>
                <a:gd name="connsiteX17" fmla="*/ 1559430 w 1903760"/>
                <a:gd name="connsiteY17" fmla="*/ 1165078 h 1577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903760" h="1577399">
                  <a:moveTo>
                    <a:pt x="1559430" y="1165078"/>
                  </a:moveTo>
                  <a:cubicBezTo>
                    <a:pt x="1420727" y="1012777"/>
                    <a:pt x="1377213" y="762569"/>
                    <a:pt x="1369054" y="593950"/>
                  </a:cubicBezTo>
                  <a:cubicBezTo>
                    <a:pt x="1360895" y="449809"/>
                    <a:pt x="1369054" y="199600"/>
                    <a:pt x="1483279" y="126170"/>
                  </a:cubicBezTo>
                  <a:cubicBezTo>
                    <a:pt x="1445204" y="77216"/>
                    <a:pt x="1369054" y="58178"/>
                    <a:pt x="1311941" y="58178"/>
                  </a:cubicBezTo>
                  <a:cubicBezTo>
                    <a:pt x="1184117" y="58178"/>
                    <a:pt x="1121565" y="142488"/>
                    <a:pt x="1078050" y="205040"/>
                  </a:cubicBezTo>
                  <a:cubicBezTo>
                    <a:pt x="1064452" y="224077"/>
                    <a:pt x="846879" y="523239"/>
                    <a:pt x="846879" y="523239"/>
                  </a:cubicBezTo>
                  <a:cubicBezTo>
                    <a:pt x="846879" y="523239"/>
                    <a:pt x="667382" y="243115"/>
                    <a:pt x="645624" y="210479"/>
                  </a:cubicBezTo>
                  <a:cubicBezTo>
                    <a:pt x="615708" y="164245"/>
                    <a:pt x="555876" y="77216"/>
                    <a:pt x="455248" y="63617"/>
                  </a:cubicBezTo>
                  <a:cubicBezTo>
                    <a:pt x="411734" y="58178"/>
                    <a:pt x="297508" y="52739"/>
                    <a:pt x="234956" y="137048"/>
                  </a:cubicBezTo>
                  <a:cubicBezTo>
                    <a:pt x="341023" y="221357"/>
                    <a:pt x="338303" y="438930"/>
                    <a:pt x="316546" y="588511"/>
                  </a:cubicBezTo>
                  <a:cubicBezTo>
                    <a:pt x="248554" y="1031815"/>
                    <a:pt x="58178" y="1072610"/>
                    <a:pt x="58178" y="1072610"/>
                  </a:cubicBezTo>
                  <a:cubicBezTo>
                    <a:pt x="156086" y="1333696"/>
                    <a:pt x="403575" y="1230350"/>
                    <a:pt x="474286" y="1020936"/>
                  </a:cubicBezTo>
                  <a:cubicBezTo>
                    <a:pt x="520520" y="884953"/>
                    <a:pt x="550436" y="713615"/>
                    <a:pt x="555876" y="572193"/>
                  </a:cubicBezTo>
                  <a:lnTo>
                    <a:pt x="830561" y="993740"/>
                  </a:lnTo>
                  <a:cubicBezTo>
                    <a:pt x="830561" y="993740"/>
                    <a:pt x="1140602" y="574913"/>
                    <a:pt x="1140602" y="574913"/>
                  </a:cubicBezTo>
                  <a:cubicBezTo>
                    <a:pt x="1088929" y="1314659"/>
                    <a:pt x="1344577" y="1526792"/>
                    <a:pt x="1567589" y="1526792"/>
                  </a:cubicBezTo>
                  <a:cubicBezTo>
                    <a:pt x="1790601" y="1526792"/>
                    <a:pt x="1866751" y="1322818"/>
                    <a:pt x="1866751" y="1322818"/>
                  </a:cubicBezTo>
                  <a:cubicBezTo>
                    <a:pt x="1744367" y="1314659"/>
                    <a:pt x="1641019" y="1252107"/>
                    <a:pt x="1559430" y="1165078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DF8068D5-9178-44A0-AAEB-6F35EED63A67}"/>
                </a:ext>
              </a:extLst>
            </p:cNvPr>
            <p:cNvSpPr/>
            <p:nvPr/>
          </p:nvSpPr>
          <p:spPr>
            <a:xfrm>
              <a:off x="4792218" y="3234839"/>
              <a:ext cx="271966" cy="652717"/>
            </a:xfrm>
            <a:custGeom>
              <a:avLst/>
              <a:gdLst>
                <a:gd name="connsiteX0" fmla="*/ 88095 w 271965"/>
                <a:gd name="connsiteY0" fmla="*/ 120730 h 652717"/>
                <a:gd name="connsiteX1" fmla="*/ 93534 w 271965"/>
                <a:gd name="connsiteY1" fmla="*/ 153366 h 652717"/>
                <a:gd name="connsiteX2" fmla="*/ 93534 w 271965"/>
                <a:gd name="connsiteY2" fmla="*/ 544997 h 652717"/>
                <a:gd name="connsiteX3" fmla="*/ 156086 w 271965"/>
                <a:gd name="connsiteY3" fmla="*/ 604829 h 652717"/>
                <a:gd name="connsiteX4" fmla="*/ 221358 w 271965"/>
                <a:gd name="connsiteY4" fmla="*/ 544997 h 652717"/>
                <a:gd name="connsiteX5" fmla="*/ 221358 w 271965"/>
                <a:gd name="connsiteY5" fmla="*/ 194161 h 652717"/>
                <a:gd name="connsiteX6" fmla="*/ 210479 w 271965"/>
                <a:gd name="connsiteY6" fmla="*/ 109852 h 652717"/>
                <a:gd name="connsiteX7" fmla="*/ 118011 w 271965"/>
                <a:gd name="connsiteY7" fmla="*/ 58178 h 652717"/>
                <a:gd name="connsiteX8" fmla="*/ 58178 w 271965"/>
                <a:gd name="connsiteY8" fmla="*/ 88094 h 652717"/>
                <a:gd name="connsiteX9" fmla="*/ 88095 w 271965"/>
                <a:gd name="connsiteY9" fmla="*/ 120730 h 65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1965" h="652717">
                  <a:moveTo>
                    <a:pt x="88095" y="120730"/>
                  </a:moveTo>
                  <a:cubicBezTo>
                    <a:pt x="90814" y="131609"/>
                    <a:pt x="90814" y="142487"/>
                    <a:pt x="93534" y="153366"/>
                  </a:cubicBezTo>
                  <a:cubicBezTo>
                    <a:pt x="93534" y="156086"/>
                    <a:pt x="93534" y="542277"/>
                    <a:pt x="93534" y="544997"/>
                  </a:cubicBezTo>
                  <a:cubicBezTo>
                    <a:pt x="93534" y="577632"/>
                    <a:pt x="123450" y="604829"/>
                    <a:pt x="156086" y="604829"/>
                  </a:cubicBezTo>
                  <a:cubicBezTo>
                    <a:pt x="188722" y="607548"/>
                    <a:pt x="221358" y="577632"/>
                    <a:pt x="221358" y="544997"/>
                  </a:cubicBezTo>
                  <a:cubicBezTo>
                    <a:pt x="221358" y="539557"/>
                    <a:pt x="221358" y="194161"/>
                    <a:pt x="221358" y="194161"/>
                  </a:cubicBezTo>
                  <a:cubicBezTo>
                    <a:pt x="221358" y="164245"/>
                    <a:pt x="224078" y="134329"/>
                    <a:pt x="210479" y="109852"/>
                  </a:cubicBezTo>
                  <a:cubicBezTo>
                    <a:pt x="196881" y="79935"/>
                    <a:pt x="158806" y="58178"/>
                    <a:pt x="118011" y="58178"/>
                  </a:cubicBezTo>
                  <a:cubicBezTo>
                    <a:pt x="79936" y="58178"/>
                    <a:pt x="58178" y="88094"/>
                    <a:pt x="58178" y="88094"/>
                  </a:cubicBezTo>
                  <a:cubicBezTo>
                    <a:pt x="58178" y="88094"/>
                    <a:pt x="77216" y="93534"/>
                    <a:pt x="88095" y="120730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CE3593E3-C1E4-4BBB-8B41-202BB57C5F6D}"/>
                </a:ext>
              </a:extLst>
            </p:cNvPr>
            <p:cNvSpPr/>
            <p:nvPr/>
          </p:nvSpPr>
          <p:spPr>
            <a:xfrm>
              <a:off x="8751819" y="3234667"/>
              <a:ext cx="271966" cy="652717"/>
            </a:xfrm>
            <a:custGeom>
              <a:avLst/>
              <a:gdLst>
                <a:gd name="connsiteX0" fmla="*/ 191663 w 271965"/>
                <a:gd name="connsiteY0" fmla="*/ 542449 h 652717"/>
                <a:gd name="connsiteX1" fmla="*/ 186224 w 271965"/>
                <a:gd name="connsiteY1" fmla="*/ 509813 h 652717"/>
                <a:gd name="connsiteX2" fmla="*/ 186224 w 271965"/>
                <a:gd name="connsiteY2" fmla="*/ 118183 h 652717"/>
                <a:gd name="connsiteX3" fmla="*/ 123672 w 271965"/>
                <a:gd name="connsiteY3" fmla="*/ 58350 h 652717"/>
                <a:gd name="connsiteX4" fmla="*/ 58400 w 271965"/>
                <a:gd name="connsiteY4" fmla="*/ 118183 h 652717"/>
                <a:gd name="connsiteX5" fmla="*/ 58400 w 271965"/>
                <a:gd name="connsiteY5" fmla="*/ 469018 h 652717"/>
                <a:gd name="connsiteX6" fmla="*/ 69279 w 271965"/>
                <a:gd name="connsiteY6" fmla="*/ 553328 h 652717"/>
                <a:gd name="connsiteX7" fmla="*/ 161747 w 271965"/>
                <a:gd name="connsiteY7" fmla="*/ 605001 h 652717"/>
                <a:gd name="connsiteX8" fmla="*/ 221580 w 271965"/>
                <a:gd name="connsiteY8" fmla="*/ 575085 h 652717"/>
                <a:gd name="connsiteX9" fmla="*/ 191663 w 271965"/>
                <a:gd name="connsiteY9" fmla="*/ 542449 h 65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1965" h="652717">
                  <a:moveTo>
                    <a:pt x="191663" y="542449"/>
                  </a:moveTo>
                  <a:cubicBezTo>
                    <a:pt x="188944" y="531570"/>
                    <a:pt x="186224" y="520692"/>
                    <a:pt x="186224" y="509813"/>
                  </a:cubicBezTo>
                  <a:cubicBezTo>
                    <a:pt x="186224" y="507093"/>
                    <a:pt x="186224" y="120902"/>
                    <a:pt x="186224" y="118183"/>
                  </a:cubicBezTo>
                  <a:cubicBezTo>
                    <a:pt x="186224" y="85547"/>
                    <a:pt x="156308" y="58350"/>
                    <a:pt x="123672" y="58350"/>
                  </a:cubicBezTo>
                  <a:cubicBezTo>
                    <a:pt x="91036" y="55631"/>
                    <a:pt x="58400" y="85547"/>
                    <a:pt x="58400" y="118183"/>
                  </a:cubicBezTo>
                  <a:cubicBezTo>
                    <a:pt x="58400" y="123622"/>
                    <a:pt x="58400" y="469018"/>
                    <a:pt x="58400" y="469018"/>
                  </a:cubicBezTo>
                  <a:cubicBezTo>
                    <a:pt x="58400" y="498934"/>
                    <a:pt x="55680" y="528851"/>
                    <a:pt x="69279" y="553328"/>
                  </a:cubicBezTo>
                  <a:cubicBezTo>
                    <a:pt x="82877" y="583244"/>
                    <a:pt x="120953" y="605001"/>
                    <a:pt x="161747" y="605001"/>
                  </a:cubicBezTo>
                  <a:cubicBezTo>
                    <a:pt x="199822" y="605001"/>
                    <a:pt x="221580" y="575085"/>
                    <a:pt x="221580" y="575085"/>
                  </a:cubicBezTo>
                  <a:cubicBezTo>
                    <a:pt x="221580" y="575085"/>
                    <a:pt x="202542" y="566926"/>
                    <a:pt x="191663" y="542449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5BB18E18-DA27-4B34-9C93-966E6D88235F}"/>
                </a:ext>
              </a:extLst>
            </p:cNvPr>
            <p:cNvSpPr/>
            <p:nvPr/>
          </p:nvSpPr>
          <p:spPr>
            <a:xfrm>
              <a:off x="6320666" y="3416868"/>
              <a:ext cx="435145" cy="462341"/>
            </a:xfrm>
            <a:custGeom>
              <a:avLst/>
              <a:gdLst>
                <a:gd name="connsiteX0" fmla="*/ 302948 w 435145"/>
                <a:gd name="connsiteY0" fmla="*/ 74684 h 462341"/>
                <a:gd name="connsiteX1" fmla="*/ 186003 w 435145"/>
                <a:gd name="connsiteY1" fmla="*/ 148115 h 462341"/>
                <a:gd name="connsiteX2" fmla="*/ 186003 w 435145"/>
                <a:gd name="connsiteY2" fmla="*/ 148115 h 462341"/>
                <a:gd name="connsiteX3" fmla="*/ 186003 w 435145"/>
                <a:gd name="connsiteY3" fmla="*/ 115479 h 462341"/>
                <a:gd name="connsiteX4" fmla="*/ 123450 w 435145"/>
                <a:gd name="connsiteY4" fmla="*/ 58366 h 462341"/>
                <a:gd name="connsiteX5" fmla="*/ 58178 w 435145"/>
                <a:gd name="connsiteY5" fmla="*/ 115479 h 462341"/>
                <a:gd name="connsiteX6" fmla="*/ 58178 w 435145"/>
                <a:gd name="connsiteY6" fmla="*/ 362967 h 462341"/>
                <a:gd name="connsiteX7" fmla="*/ 120730 w 435145"/>
                <a:gd name="connsiteY7" fmla="*/ 422800 h 462341"/>
                <a:gd name="connsiteX8" fmla="*/ 186003 w 435145"/>
                <a:gd name="connsiteY8" fmla="*/ 362967 h 462341"/>
                <a:gd name="connsiteX9" fmla="*/ 186003 w 435145"/>
                <a:gd name="connsiteY9" fmla="*/ 213386 h 462341"/>
                <a:gd name="connsiteX10" fmla="*/ 186003 w 435145"/>
                <a:gd name="connsiteY10" fmla="*/ 213386 h 462341"/>
                <a:gd name="connsiteX11" fmla="*/ 229517 w 435145"/>
                <a:gd name="connsiteY11" fmla="*/ 161713 h 462341"/>
                <a:gd name="connsiteX12" fmla="*/ 259433 w 435145"/>
                <a:gd name="connsiteY12" fmla="*/ 194349 h 462341"/>
                <a:gd name="connsiteX13" fmla="*/ 259433 w 435145"/>
                <a:gd name="connsiteY13" fmla="*/ 362967 h 462341"/>
                <a:gd name="connsiteX14" fmla="*/ 321985 w 435145"/>
                <a:gd name="connsiteY14" fmla="*/ 422800 h 462341"/>
                <a:gd name="connsiteX15" fmla="*/ 387257 w 435145"/>
                <a:gd name="connsiteY15" fmla="*/ 362967 h 462341"/>
                <a:gd name="connsiteX16" fmla="*/ 387257 w 435145"/>
                <a:gd name="connsiteY16" fmla="*/ 273219 h 462341"/>
                <a:gd name="connsiteX17" fmla="*/ 302948 w 435145"/>
                <a:gd name="connsiteY17" fmla="*/ 74684 h 46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5145" h="462341">
                  <a:moveTo>
                    <a:pt x="302948" y="74684"/>
                  </a:moveTo>
                  <a:cubicBezTo>
                    <a:pt x="234956" y="74684"/>
                    <a:pt x="196881" y="131797"/>
                    <a:pt x="186003" y="148115"/>
                  </a:cubicBezTo>
                  <a:lnTo>
                    <a:pt x="186003" y="148115"/>
                  </a:lnTo>
                  <a:cubicBezTo>
                    <a:pt x="186003" y="129077"/>
                    <a:pt x="186003" y="115479"/>
                    <a:pt x="186003" y="115479"/>
                  </a:cubicBezTo>
                  <a:cubicBezTo>
                    <a:pt x="186003" y="82843"/>
                    <a:pt x="156086" y="58366"/>
                    <a:pt x="123450" y="58366"/>
                  </a:cubicBezTo>
                  <a:cubicBezTo>
                    <a:pt x="90814" y="55646"/>
                    <a:pt x="58178" y="82843"/>
                    <a:pt x="58178" y="115479"/>
                  </a:cubicBezTo>
                  <a:cubicBezTo>
                    <a:pt x="58178" y="120918"/>
                    <a:pt x="58178" y="360248"/>
                    <a:pt x="58178" y="362967"/>
                  </a:cubicBezTo>
                  <a:cubicBezTo>
                    <a:pt x="58178" y="395603"/>
                    <a:pt x="88095" y="422800"/>
                    <a:pt x="120730" y="422800"/>
                  </a:cubicBezTo>
                  <a:cubicBezTo>
                    <a:pt x="153366" y="425519"/>
                    <a:pt x="186003" y="395603"/>
                    <a:pt x="186003" y="362967"/>
                  </a:cubicBezTo>
                  <a:cubicBezTo>
                    <a:pt x="186003" y="360248"/>
                    <a:pt x="186003" y="281378"/>
                    <a:pt x="186003" y="213386"/>
                  </a:cubicBezTo>
                  <a:lnTo>
                    <a:pt x="186003" y="213386"/>
                  </a:lnTo>
                  <a:cubicBezTo>
                    <a:pt x="191442" y="186190"/>
                    <a:pt x="205040" y="161713"/>
                    <a:pt x="229517" y="161713"/>
                  </a:cubicBezTo>
                  <a:cubicBezTo>
                    <a:pt x="259433" y="161713"/>
                    <a:pt x="259433" y="194349"/>
                    <a:pt x="259433" y="194349"/>
                  </a:cubicBezTo>
                  <a:lnTo>
                    <a:pt x="259433" y="362967"/>
                  </a:lnTo>
                  <a:cubicBezTo>
                    <a:pt x="259433" y="395603"/>
                    <a:pt x="289349" y="422800"/>
                    <a:pt x="321985" y="422800"/>
                  </a:cubicBezTo>
                  <a:cubicBezTo>
                    <a:pt x="354621" y="425519"/>
                    <a:pt x="387257" y="395603"/>
                    <a:pt x="387257" y="362967"/>
                  </a:cubicBezTo>
                  <a:lnTo>
                    <a:pt x="387257" y="273219"/>
                  </a:lnTo>
                  <a:cubicBezTo>
                    <a:pt x="387257" y="183470"/>
                    <a:pt x="395416" y="71964"/>
                    <a:pt x="302948" y="7468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7499867C-A199-4323-96E0-4E372C32987F}"/>
                </a:ext>
              </a:extLst>
            </p:cNvPr>
            <p:cNvSpPr/>
            <p:nvPr/>
          </p:nvSpPr>
          <p:spPr>
            <a:xfrm>
              <a:off x="7960620" y="3416868"/>
              <a:ext cx="435145" cy="462341"/>
            </a:xfrm>
            <a:custGeom>
              <a:avLst/>
              <a:gdLst>
                <a:gd name="connsiteX0" fmla="*/ 302948 w 435145"/>
                <a:gd name="connsiteY0" fmla="*/ 74684 h 462341"/>
                <a:gd name="connsiteX1" fmla="*/ 186002 w 435145"/>
                <a:gd name="connsiteY1" fmla="*/ 148115 h 462341"/>
                <a:gd name="connsiteX2" fmla="*/ 186002 w 435145"/>
                <a:gd name="connsiteY2" fmla="*/ 148115 h 462341"/>
                <a:gd name="connsiteX3" fmla="*/ 186002 w 435145"/>
                <a:gd name="connsiteY3" fmla="*/ 115479 h 462341"/>
                <a:gd name="connsiteX4" fmla="*/ 123450 w 435145"/>
                <a:gd name="connsiteY4" fmla="*/ 58366 h 462341"/>
                <a:gd name="connsiteX5" fmla="*/ 58178 w 435145"/>
                <a:gd name="connsiteY5" fmla="*/ 115479 h 462341"/>
                <a:gd name="connsiteX6" fmla="*/ 58178 w 435145"/>
                <a:gd name="connsiteY6" fmla="*/ 362967 h 462341"/>
                <a:gd name="connsiteX7" fmla="*/ 120730 w 435145"/>
                <a:gd name="connsiteY7" fmla="*/ 422800 h 462341"/>
                <a:gd name="connsiteX8" fmla="*/ 186002 w 435145"/>
                <a:gd name="connsiteY8" fmla="*/ 362967 h 462341"/>
                <a:gd name="connsiteX9" fmla="*/ 186002 w 435145"/>
                <a:gd name="connsiteY9" fmla="*/ 213386 h 462341"/>
                <a:gd name="connsiteX10" fmla="*/ 186002 w 435145"/>
                <a:gd name="connsiteY10" fmla="*/ 213386 h 462341"/>
                <a:gd name="connsiteX11" fmla="*/ 229517 w 435145"/>
                <a:gd name="connsiteY11" fmla="*/ 161713 h 462341"/>
                <a:gd name="connsiteX12" fmla="*/ 259433 w 435145"/>
                <a:gd name="connsiteY12" fmla="*/ 194349 h 462341"/>
                <a:gd name="connsiteX13" fmla="*/ 259433 w 435145"/>
                <a:gd name="connsiteY13" fmla="*/ 362967 h 462341"/>
                <a:gd name="connsiteX14" fmla="*/ 321985 w 435145"/>
                <a:gd name="connsiteY14" fmla="*/ 422800 h 462341"/>
                <a:gd name="connsiteX15" fmla="*/ 387257 w 435145"/>
                <a:gd name="connsiteY15" fmla="*/ 362967 h 462341"/>
                <a:gd name="connsiteX16" fmla="*/ 387257 w 435145"/>
                <a:gd name="connsiteY16" fmla="*/ 273219 h 462341"/>
                <a:gd name="connsiteX17" fmla="*/ 302948 w 435145"/>
                <a:gd name="connsiteY17" fmla="*/ 74684 h 46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5145" h="462341">
                  <a:moveTo>
                    <a:pt x="302948" y="74684"/>
                  </a:moveTo>
                  <a:cubicBezTo>
                    <a:pt x="234956" y="74684"/>
                    <a:pt x="196881" y="131797"/>
                    <a:pt x="186002" y="148115"/>
                  </a:cubicBezTo>
                  <a:lnTo>
                    <a:pt x="186002" y="148115"/>
                  </a:lnTo>
                  <a:cubicBezTo>
                    <a:pt x="186002" y="129077"/>
                    <a:pt x="186002" y="115479"/>
                    <a:pt x="186002" y="115479"/>
                  </a:cubicBezTo>
                  <a:cubicBezTo>
                    <a:pt x="186002" y="82843"/>
                    <a:pt x="156086" y="58366"/>
                    <a:pt x="123450" y="58366"/>
                  </a:cubicBezTo>
                  <a:cubicBezTo>
                    <a:pt x="90814" y="55646"/>
                    <a:pt x="58178" y="82843"/>
                    <a:pt x="58178" y="115479"/>
                  </a:cubicBezTo>
                  <a:cubicBezTo>
                    <a:pt x="58178" y="120918"/>
                    <a:pt x="58178" y="360248"/>
                    <a:pt x="58178" y="362967"/>
                  </a:cubicBezTo>
                  <a:cubicBezTo>
                    <a:pt x="58178" y="395603"/>
                    <a:pt x="88095" y="422800"/>
                    <a:pt x="120730" y="422800"/>
                  </a:cubicBezTo>
                  <a:cubicBezTo>
                    <a:pt x="153366" y="425519"/>
                    <a:pt x="186002" y="395603"/>
                    <a:pt x="186002" y="362967"/>
                  </a:cubicBezTo>
                  <a:cubicBezTo>
                    <a:pt x="186002" y="360248"/>
                    <a:pt x="186002" y="281378"/>
                    <a:pt x="186002" y="213386"/>
                  </a:cubicBezTo>
                  <a:lnTo>
                    <a:pt x="186002" y="213386"/>
                  </a:lnTo>
                  <a:cubicBezTo>
                    <a:pt x="191442" y="186190"/>
                    <a:pt x="205040" y="161713"/>
                    <a:pt x="229517" y="161713"/>
                  </a:cubicBezTo>
                  <a:cubicBezTo>
                    <a:pt x="259433" y="161713"/>
                    <a:pt x="259433" y="194349"/>
                    <a:pt x="259433" y="194349"/>
                  </a:cubicBezTo>
                  <a:lnTo>
                    <a:pt x="259433" y="362967"/>
                  </a:lnTo>
                  <a:cubicBezTo>
                    <a:pt x="259433" y="395603"/>
                    <a:pt x="289349" y="422800"/>
                    <a:pt x="321985" y="422800"/>
                  </a:cubicBezTo>
                  <a:cubicBezTo>
                    <a:pt x="354621" y="425519"/>
                    <a:pt x="387257" y="395603"/>
                    <a:pt x="387257" y="362967"/>
                  </a:cubicBezTo>
                  <a:lnTo>
                    <a:pt x="387257" y="273219"/>
                  </a:lnTo>
                  <a:cubicBezTo>
                    <a:pt x="384537" y="183470"/>
                    <a:pt x="395416" y="71964"/>
                    <a:pt x="302948" y="7468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BF5424D8-84CB-4710-93EA-67FB2CF29EAF}"/>
                </a:ext>
              </a:extLst>
            </p:cNvPr>
            <p:cNvSpPr/>
            <p:nvPr/>
          </p:nvSpPr>
          <p:spPr>
            <a:xfrm>
              <a:off x="5020669" y="3416868"/>
              <a:ext cx="435145" cy="462341"/>
            </a:xfrm>
            <a:custGeom>
              <a:avLst/>
              <a:gdLst>
                <a:gd name="connsiteX0" fmla="*/ 302948 w 435145"/>
                <a:gd name="connsiteY0" fmla="*/ 74684 h 462341"/>
                <a:gd name="connsiteX1" fmla="*/ 186002 w 435145"/>
                <a:gd name="connsiteY1" fmla="*/ 148115 h 462341"/>
                <a:gd name="connsiteX2" fmla="*/ 186002 w 435145"/>
                <a:gd name="connsiteY2" fmla="*/ 148115 h 462341"/>
                <a:gd name="connsiteX3" fmla="*/ 186002 w 435145"/>
                <a:gd name="connsiteY3" fmla="*/ 115479 h 462341"/>
                <a:gd name="connsiteX4" fmla="*/ 123450 w 435145"/>
                <a:gd name="connsiteY4" fmla="*/ 58366 h 462341"/>
                <a:gd name="connsiteX5" fmla="*/ 58178 w 435145"/>
                <a:gd name="connsiteY5" fmla="*/ 115479 h 462341"/>
                <a:gd name="connsiteX6" fmla="*/ 58178 w 435145"/>
                <a:gd name="connsiteY6" fmla="*/ 362967 h 462341"/>
                <a:gd name="connsiteX7" fmla="*/ 120730 w 435145"/>
                <a:gd name="connsiteY7" fmla="*/ 422800 h 462341"/>
                <a:gd name="connsiteX8" fmla="*/ 186002 w 435145"/>
                <a:gd name="connsiteY8" fmla="*/ 362967 h 462341"/>
                <a:gd name="connsiteX9" fmla="*/ 186002 w 435145"/>
                <a:gd name="connsiteY9" fmla="*/ 213386 h 462341"/>
                <a:gd name="connsiteX10" fmla="*/ 186002 w 435145"/>
                <a:gd name="connsiteY10" fmla="*/ 213386 h 462341"/>
                <a:gd name="connsiteX11" fmla="*/ 229517 w 435145"/>
                <a:gd name="connsiteY11" fmla="*/ 161713 h 462341"/>
                <a:gd name="connsiteX12" fmla="*/ 259433 w 435145"/>
                <a:gd name="connsiteY12" fmla="*/ 194349 h 462341"/>
                <a:gd name="connsiteX13" fmla="*/ 259433 w 435145"/>
                <a:gd name="connsiteY13" fmla="*/ 362967 h 462341"/>
                <a:gd name="connsiteX14" fmla="*/ 321985 w 435145"/>
                <a:gd name="connsiteY14" fmla="*/ 422800 h 462341"/>
                <a:gd name="connsiteX15" fmla="*/ 387257 w 435145"/>
                <a:gd name="connsiteY15" fmla="*/ 362967 h 462341"/>
                <a:gd name="connsiteX16" fmla="*/ 387257 w 435145"/>
                <a:gd name="connsiteY16" fmla="*/ 273219 h 462341"/>
                <a:gd name="connsiteX17" fmla="*/ 302948 w 435145"/>
                <a:gd name="connsiteY17" fmla="*/ 74684 h 46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5145" h="462341">
                  <a:moveTo>
                    <a:pt x="302948" y="74684"/>
                  </a:moveTo>
                  <a:cubicBezTo>
                    <a:pt x="234956" y="74684"/>
                    <a:pt x="196881" y="131797"/>
                    <a:pt x="186002" y="148115"/>
                  </a:cubicBezTo>
                  <a:lnTo>
                    <a:pt x="186002" y="148115"/>
                  </a:lnTo>
                  <a:cubicBezTo>
                    <a:pt x="186002" y="129077"/>
                    <a:pt x="186002" y="115479"/>
                    <a:pt x="186002" y="115479"/>
                  </a:cubicBezTo>
                  <a:cubicBezTo>
                    <a:pt x="186002" y="82843"/>
                    <a:pt x="156086" y="58366"/>
                    <a:pt x="123450" y="58366"/>
                  </a:cubicBezTo>
                  <a:cubicBezTo>
                    <a:pt x="90814" y="55646"/>
                    <a:pt x="58178" y="82843"/>
                    <a:pt x="58178" y="115479"/>
                  </a:cubicBezTo>
                  <a:cubicBezTo>
                    <a:pt x="58178" y="120918"/>
                    <a:pt x="58178" y="360248"/>
                    <a:pt x="58178" y="362967"/>
                  </a:cubicBezTo>
                  <a:cubicBezTo>
                    <a:pt x="58178" y="395603"/>
                    <a:pt x="88094" y="422800"/>
                    <a:pt x="120730" y="422800"/>
                  </a:cubicBezTo>
                  <a:cubicBezTo>
                    <a:pt x="153366" y="425519"/>
                    <a:pt x="186002" y="395603"/>
                    <a:pt x="186002" y="362967"/>
                  </a:cubicBezTo>
                  <a:cubicBezTo>
                    <a:pt x="186002" y="360248"/>
                    <a:pt x="186002" y="281378"/>
                    <a:pt x="186002" y="213386"/>
                  </a:cubicBezTo>
                  <a:lnTo>
                    <a:pt x="186002" y="213386"/>
                  </a:lnTo>
                  <a:cubicBezTo>
                    <a:pt x="191442" y="186190"/>
                    <a:pt x="205040" y="161713"/>
                    <a:pt x="229517" y="161713"/>
                  </a:cubicBezTo>
                  <a:cubicBezTo>
                    <a:pt x="259433" y="161713"/>
                    <a:pt x="259433" y="194349"/>
                    <a:pt x="259433" y="194349"/>
                  </a:cubicBezTo>
                  <a:lnTo>
                    <a:pt x="259433" y="362967"/>
                  </a:lnTo>
                  <a:cubicBezTo>
                    <a:pt x="259433" y="395603"/>
                    <a:pt x="289349" y="422800"/>
                    <a:pt x="321985" y="422800"/>
                  </a:cubicBezTo>
                  <a:cubicBezTo>
                    <a:pt x="354621" y="425519"/>
                    <a:pt x="387257" y="395603"/>
                    <a:pt x="387257" y="362967"/>
                  </a:cubicBezTo>
                  <a:lnTo>
                    <a:pt x="387257" y="273219"/>
                  </a:lnTo>
                  <a:cubicBezTo>
                    <a:pt x="384537" y="183470"/>
                    <a:pt x="395416" y="71964"/>
                    <a:pt x="302948" y="7468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7DDB42FA-72B7-4EC6-8731-88363F1EC79A}"/>
                </a:ext>
              </a:extLst>
            </p:cNvPr>
            <p:cNvSpPr/>
            <p:nvPr/>
          </p:nvSpPr>
          <p:spPr>
            <a:xfrm>
              <a:off x="7616289" y="3475234"/>
              <a:ext cx="364436" cy="364434"/>
            </a:xfrm>
            <a:custGeom>
              <a:avLst/>
              <a:gdLst>
                <a:gd name="connsiteX0" fmla="*/ 182218 w 364436"/>
                <a:gd name="connsiteY0" fmla="*/ 73431 h 364434"/>
                <a:gd name="connsiteX1" fmla="*/ 130544 w 364436"/>
                <a:gd name="connsiteY1" fmla="*/ 179499 h 364434"/>
                <a:gd name="connsiteX2" fmla="*/ 182218 w 364436"/>
                <a:gd name="connsiteY2" fmla="*/ 285565 h 364434"/>
                <a:gd name="connsiteX3" fmla="*/ 233891 w 364436"/>
                <a:gd name="connsiteY3" fmla="*/ 179499 h 364434"/>
                <a:gd name="connsiteX4" fmla="*/ 182218 w 364436"/>
                <a:gd name="connsiteY4" fmla="*/ 73431 h 364434"/>
                <a:gd name="connsiteX5" fmla="*/ 182219 w 364436"/>
                <a:gd name="connsiteY5" fmla="*/ 0 h 364434"/>
                <a:gd name="connsiteX6" fmla="*/ 364436 w 364436"/>
                <a:gd name="connsiteY6" fmla="*/ 182217 h 364434"/>
                <a:gd name="connsiteX7" fmla="*/ 182219 w 364436"/>
                <a:gd name="connsiteY7" fmla="*/ 364434 h 364434"/>
                <a:gd name="connsiteX8" fmla="*/ 0 w 364436"/>
                <a:gd name="connsiteY8" fmla="*/ 182217 h 364434"/>
                <a:gd name="connsiteX9" fmla="*/ 182219 w 364436"/>
                <a:gd name="connsiteY9" fmla="*/ 0 h 364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64436" h="364434">
                  <a:moveTo>
                    <a:pt x="182218" y="73431"/>
                  </a:moveTo>
                  <a:cubicBezTo>
                    <a:pt x="152302" y="76151"/>
                    <a:pt x="130544" y="114226"/>
                    <a:pt x="130544" y="179499"/>
                  </a:cubicBezTo>
                  <a:cubicBezTo>
                    <a:pt x="130544" y="244770"/>
                    <a:pt x="146862" y="285565"/>
                    <a:pt x="182218" y="285565"/>
                  </a:cubicBezTo>
                  <a:cubicBezTo>
                    <a:pt x="217573" y="285565"/>
                    <a:pt x="233891" y="247490"/>
                    <a:pt x="233891" y="179499"/>
                  </a:cubicBezTo>
                  <a:cubicBezTo>
                    <a:pt x="233891" y="114226"/>
                    <a:pt x="212134" y="73431"/>
                    <a:pt x="182218" y="73431"/>
                  </a:cubicBezTo>
                  <a:close/>
                  <a:moveTo>
                    <a:pt x="182219" y="0"/>
                  </a:moveTo>
                  <a:cubicBezTo>
                    <a:pt x="282846" y="0"/>
                    <a:pt x="364436" y="81590"/>
                    <a:pt x="364436" y="182217"/>
                  </a:cubicBezTo>
                  <a:cubicBezTo>
                    <a:pt x="364436" y="282844"/>
                    <a:pt x="282846" y="364434"/>
                    <a:pt x="182219" y="364434"/>
                  </a:cubicBezTo>
                  <a:cubicBezTo>
                    <a:pt x="81591" y="364434"/>
                    <a:pt x="0" y="282844"/>
                    <a:pt x="0" y="182217"/>
                  </a:cubicBezTo>
                  <a:cubicBezTo>
                    <a:pt x="0" y="81590"/>
                    <a:pt x="81591" y="0"/>
                    <a:pt x="182219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178809C4-0D47-4B10-9CB8-45403FAB078D}"/>
                </a:ext>
              </a:extLst>
            </p:cNvPr>
            <p:cNvSpPr/>
            <p:nvPr/>
          </p:nvSpPr>
          <p:spPr>
            <a:xfrm>
              <a:off x="6743101" y="3464184"/>
              <a:ext cx="372773" cy="375657"/>
            </a:xfrm>
            <a:custGeom>
              <a:avLst/>
              <a:gdLst>
                <a:gd name="connsiteX0" fmla="*/ 176958 w 372773"/>
                <a:gd name="connsiteY0" fmla="*/ 98080 h 375657"/>
                <a:gd name="connsiteX1" fmla="*/ 125284 w 372773"/>
                <a:gd name="connsiteY1" fmla="*/ 190548 h 375657"/>
                <a:gd name="connsiteX2" fmla="*/ 176958 w 372773"/>
                <a:gd name="connsiteY2" fmla="*/ 283017 h 375657"/>
                <a:gd name="connsiteX3" fmla="*/ 228631 w 372773"/>
                <a:gd name="connsiteY3" fmla="*/ 190548 h 375657"/>
                <a:gd name="connsiteX4" fmla="*/ 176958 w 372773"/>
                <a:gd name="connsiteY4" fmla="*/ 98080 h 375657"/>
                <a:gd name="connsiteX5" fmla="*/ 307501 w 372773"/>
                <a:gd name="connsiteY5" fmla="*/ 172 h 375657"/>
                <a:gd name="connsiteX6" fmla="*/ 372773 w 372773"/>
                <a:gd name="connsiteY6" fmla="*/ 62724 h 375657"/>
                <a:gd name="connsiteX7" fmla="*/ 372773 w 372773"/>
                <a:gd name="connsiteY7" fmla="*/ 312934 h 375657"/>
                <a:gd name="connsiteX8" fmla="*/ 302061 w 372773"/>
                <a:gd name="connsiteY8" fmla="*/ 375486 h 375657"/>
                <a:gd name="connsiteX9" fmla="*/ 239509 w 372773"/>
                <a:gd name="connsiteY9" fmla="*/ 326532 h 375657"/>
                <a:gd name="connsiteX10" fmla="*/ 179677 w 372773"/>
                <a:gd name="connsiteY10" fmla="*/ 370046 h 375657"/>
                <a:gd name="connsiteX11" fmla="*/ 70890 w 372773"/>
                <a:gd name="connsiteY11" fmla="*/ 353728 h 375657"/>
                <a:gd name="connsiteX12" fmla="*/ 128003 w 372773"/>
                <a:gd name="connsiteY12" fmla="*/ 11051 h 375657"/>
                <a:gd name="connsiteX13" fmla="*/ 236790 w 372773"/>
                <a:gd name="connsiteY13" fmla="*/ 70883 h 375657"/>
                <a:gd name="connsiteX14" fmla="*/ 236790 w 372773"/>
                <a:gd name="connsiteY14" fmla="*/ 62724 h 375657"/>
                <a:gd name="connsiteX15" fmla="*/ 307501 w 372773"/>
                <a:gd name="connsiteY15" fmla="*/ 172 h 375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2773" h="375657">
                  <a:moveTo>
                    <a:pt x="176958" y="98080"/>
                  </a:moveTo>
                  <a:cubicBezTo>
                    <a:pt x="147042" y="100800"/>
                    <a:pt x="125284" y="133436"/>
                    <a:pt x="125284" y="190548"/>
                  </a:cubicBezTo>
                  <a:cubicBezTo>
                    <a:pt x="125284" y="247661"/>
                    <a:pt x="141602" y="283017"/>
                    <a:pt x="176958" y="283017"/>
                  </a:cubicBezTo>
                  <a:cubicBezTo>
                    <a:pt x="212314" y="283017"/>
                    <a:pt x="228631" y="247661"/>
                    <a:pt x="228631" y="190548"/>
                  </a:cubicBezTo>
                  <a:cubicBezTo>
                    <a:pt x="228631" y="133436"/>
                    <a:pt x="206874" y="98080"/>
                    <a:pt x="176958" y="98080"/>
                  </a:cubicBezTo>
                  <a:close/>
                  <a:moveTo>
                    <a:pt x="307501" y="172"/>
                  </a:moveTo>
                  <a:cubicBezTo>
                    <a:pt x="340137" y="172"/>
                    <a:pt x="372773" y="30088"/>
                    <a:pt x="372773" y="62724"/>
                  </a:cubicBezTo>
                  <a:cubicBezTo>
                    <a:pt x="372773" y="65444"/>
                    <a:pt x="372773" y="307494"/>
                    <a:pt x="372773" y="312934"/>
                  </a:cubicBezTo>
                  <a:cubicBezTo>
                    <a:pt x="370053" y="348289"/>
                    <a:pt x="337417" y="378205"/>
                    <a:pt x="302061" y="375486"/>
                  </a:cubicBezTo>
                  <a:cubicBezTo>
                    <a:pt x="274865" y="372766"/>
                    <a:pt x="247668" y="353728"/>
                    <a:pt x="239509" y="326532"/>
                  </a:cubicBezTo>
                  <a:cubicBezTo>
                    <a:pt x="225911" y="348289"/>
                    <a:pt x="198715" y="364607"/>
                    <a:pt x="179677" y="370046"/>
                  </a:cubicBezTo>
                  <a:cubicBezTo>
                    <a:pt x="147041" y="378205"/>
                    <a:pt x="100807" y="372766"/>
                    <a:pt x="70890" y="353728"/>
                  </a:cubicBezTo>
                  <a:cubicBezTo>
                    <a:pt x="-35177" y="285737"/>
                    <a:pt x="-27018" y="11051"/>
                    <a:pt x="128003" y="11051"/>
                  </a:cubicBezTo>
                  <a:cubicBezTo>
                    <a:pt x="185116" y="11051"/>
                    <a:pt x="220471" y="49126"/>
                    <a:pt x="236790" y="70883"/>
                  </a:cubicBezTo>
                  <a:cubicBezTo>
                    <a:pt x="236790" y="70883"/>
                    <a:pt x="236790" y="65444"/>
                    <a:pt x="236790" y="62724"/>
                  </a:cubicBezTo>
                  <a:cubicBezTo>
                    <a:pt x="239509" y="27369"/>
                    <a:pt x="272145" y="-2547"/>
                    <a:pt x="307501" y="172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28D60CB4-24EE-4286-B104-B1E7780F25F7}"/>
                </a:ext>
              </a:extLst>
            </p:cNvPr>
            <p:cNvSpPr/>
            <p:nvPr/>
          </p:nvSpPr>
          <p:spPr>
            <a:xfrm>
              <a:off x="8380335" y="3464184"/>
              <a:ext cx="372772" cy="375657"/>
            </a:xfrm>
            <a:custGeom>
              <a:avLst/>
              <a:gdLst>
                <a:gd name="connsiteX0" fmla="*/ 176957 w 372772"/>
                <a:gd name="connsiteY0" fmla="*/ 98080 h 375657"/>
                <a:gd name="connsiteX1" fmla="*/ 125282 w 372772"/>
                <a:gd name="connsiteY1" fmla="*/ 190548 h 375657"/>
                <a:gd name="connsiteX2" fmla="*/ 176957 w 372772"/>
                <a:gd name="connsiteY2" fmla="*/ 283017 h 375657"/>
                <a:gd name="connsiteX3" fmla="*/ 228630 w 372772"/>
                <a:gd name="connsiteY3" fmla="*/ 190548 h 375657"/>
                <a:gd name="connsiteX4" fmla="*/ 176957 w 372772"/>
                <a:gd name="connsiteY4" fmla="*/ 98080 h 375657"/>
                <a:gd name="connsiteX5" fmla="*/ 307501 w 372772"/>
                <a:gd name="connsiteY5" fmla="*/ 172 h 375657"/>
                <a:gd name="connsiteX6" fmla="*/ 372772 w 372772"/>
                <a:gd name="connsiteY6" fmla="*/ 62724 h 375657"/>
                <a:gd name="connsiteX7" fmla="*/ 372772 w 372772"/>
                <a:gd name="connsiteY7" fmla="*/ 312934 h 375657"/>
                <a:gd name="connsiteX8" fmla="*/ 302062 w 372772"/>
                <a:gd name="connsiteY8" fmla="*/ 375486 h 375657"/>
                <a:gd name="connsiteX9" fmla="*/ 239509 w 372772"/>
                <a:gd name="connsiteY9" fmla="*/ 326532 h 375657"/>
                <a:gd name="connsiteX10" fmla="*/ 179677 w 372772"/>
                <a:gd name="connsiteY10" fmla="*/ 370046 h 375657"/>
                <a:gd name="connsiteX11" fmla="*/ 70890 w 372772"/>
                <a:gd name="connsiteY11" fmla="*/ 353728 h 375657"/>
                <a:gd name="connsiteX12" fmla="*/ 128002 w 372772"/>
                <a:gd name="connsiteY12" fmla="*/ 11051 h 375657"/>
                <a:gd name="connsiteX13" fmla="*/ 236790 w 372772"/>
                <a:gd name="connsiteY13" fmla="*/ 70883 h 375657"/>
                <a:gd name="connsiteX14" fmla="*/ 236790 w 372772"/>
                <a:gd name="connsiteY14" fmla="*/ 62724 h 375657"/>
                <a:gd name="connsiteX15" fmla="*/ 307501 w 372772"/>
                <a:gd name="connsiteY15" fmla="*/ 172 h 375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2772" h="375657">
                  <a:moveTo>
                    <a:pt x="176957" y="98080"/>
                  </a:moveTo>
                  <a:cubicBezTo>
                    <a:pt x="147039" y="100800"/>
                    <a:pt x="125282" y="133436"/>
                    <a:pt x="125282" y="190548"/>
                  </a:cubicBezTo>
                  <a:cubicBezTo>
                    <a:pt x="125282" y="247661"/>
                    <a:pt x="141600" y="283017"/>
                    <a:pt x="176957" y="283017"/>
                  </a:cubicBezTo>
                  <a:cubicBezTo>
                    <a:pt x="212312" y="283017"/>
                    <a:pt x="228630" y="247661"/>
                    <a:pt x="228630" y="190548"/>
                  </a:cubicBezTo>
                  <a:cubicBezTo>
                    <a:pt x="228630" y="133436"/>
                    <a:pt x="206873" y="98080"/>
                    <a:pt x="176957" y="98080"/>
                  </a:cubicBezTo>
                  <a:close/>
                  <a:moveTo>
                    <a:pt x="307501" y="172"/>
                  </a:moveTo>
                  <a:cubicBezTo>
                    <a:pt x="340137" y="172"/>
                    <a:pt x="372772" y="30088"/>
                    <a:pt x="372772" y="62724"/>
                  </a:cubicBezTo>
                  <a:cubicBezTo>
                    <a:pt x="372772" y="65444"/>
                    <a:pt x="372772" y="307494"/>
                    <a:pt x="372772" y="312934"/>
                  </a:cubicBezTo>
                  <a:cubicBezTo>
                    <a:pt x="370053" y="348289"/>
                    <a:pt x="337417" y="378205"/>
                    <a:pt x="302062" y="375486"/>
                  </a:cubicBezTo>
                  <a:cubicBezTo>
                    <a:pt x="274865" y="372766"/>
                    <a:pt x="247668" y="353728"/>
                    <a:pt x="239509" y="326532"/>
                  </a:cubicBezTo>
                  <a:cubicBezTo>
                    <a:pt x="228630" y="348289"/>
                    <a:pt x="198714" y="364607"/>
                    <a:pt x="179677" y="370046"/>
                  </a:cubicBezTo>
                  <a:cubicBezTo>
                    <a:pt x="147040" y="378205"/>
                    <a:pt x="100806" y="372766"/>
                    <a:pt x="70890" y="353728"/>
                  </a:cubicBezTo>
                  <a:cubicBezTo>
                    <a:pt x="-35177" y="285737"/>
                    <a:pt x="-27018" y="11051"/>
                    <a:pt x="128002" y="11051"/>
                  </a:cubicBezTo>
                  <a:cubicBezTo>
                    <a:pt x="185116" y="11051"/>
                    <a:pt x="220472" y="49126"/>
                    <a:pt x="236790" y="70883"/>
                  </a:cubicBezTo>
                  <a:cubicBezTo>
                    <a:pt x="236790" y="70883"/>
                    <a:pt x="236790" y="65444"/>
                    <a:pt x="236790" y="62724"/>
                  </a:cubicBezTo>
                  <a:cubicBezTo>
                    <a:pt x="239509" y="27369"/>
                    <a:pt x="272145" y="-2547"/>
                    <a:pt x="307501" y="172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AC807290-9044-47A7-90E1-CA3E462987B6}"/>
                </a:ext>
              </a:extLst>
            </p:cNvPr>
            <p:cNvSpPr/>
            <p:nvPr/>
          </p:nvSpPr>
          <p:spPr>
            <a:xfrm>
              <a:off x="7389492" y="3444253"/>
              <a:ext cx="217573" cy="435145"/>
            </a:xfrm>
            <a:custGeom>
              <a:avLst/>
              <a:gdLst>
                <a:gd name="connsiteX0" fmla="*/ 186002 w 217572"/>
                <a:gd name="connsiteY0" fmla="*/ 118011 h 435144"/>
                <a:gd name="connsiteX1" fmla="*/ 128890 w 217572"/>
                <a:gd name="connsiteY1" fmla="*/ 58178 h 435144"/>
                <a:gd name="connsiteX2" fmla="*/ 123450 w 217572"/>
                <a:gd name="connsiteY2" fmla="*/ 58178 h 435144"/>
                <a:gd name="connsiteX3" fmla="*/ 58178 w 217572"/>
                <a:gd name="connsiteY3" fmla="*/ 115291 h 435144"/>
                <a:gd name="connsiteX4" fmla="*/ 58178 w 217572"/>
                <a:gd name="connsiteY4" fmla="*/ 232236 h 435144"/>
                <a:gd name="connsiteX5" fmla="*/ 58178 w 217572"/>
                <a:gd name="connsiteY5" fmla="*/ 232236 h 435144"/>
                <a:gd name="connsiteX6" fmla="*/ 58178 w 217572"/>
                <a:gd name="connsiteY6" fmla="*/ 335583 h 435144"/>
                <a:gd name="connsiteX7" fmla="*/ 115291 w 217572"/>
                <a:gd name="connsiteY7" fmla="*/ 395415 h 435144"/>
                <a:gd name="connsiteX8" fmla="*/ 120730 w 217572"/>
                <a:gd name="connsiteY8" fmla="*/ 395415 h 435144"/>
                <a:gd name="connsiteX9" fmla="*/ 186002 w 217572"/>
                <a:gd name="connsiteY9" fmla="*/ 338303 h 435144"/>
                <a:gd name="connsiteX10" fmla="*/ 186002 w 217572"/>
                <a:gd name="connsiteY10" fmla="*/ 240395 h 435144"/>
                <a:gd name="connsiteX11" fmla="*/ 186002 w 217572"/>
                <a:gd name="connsiteY11" fmla="*/ 240395 h 435144"/>
                <a:gd name="connsiteX12" fmla="*/ 186002 w 217572"/>
                <a:gd name="connsiteY12" fmla="*/ 118011 h 435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7572" h="435144">
                  <a:moveTo>
                    <a:pt x="186002" y="118011"/>
                  </a:moveTo>
                  <a:cubicBezTo>
                    <a:pt x="183283" y="85375"/>
                    <a:pt x="158806" y="60898"/>
                    <a:pt x="128890" y="58178"/>
                  </a:cubicBezTo>
                  <a:cubicBezTo>
                    <a:pt x="126170" y="58178"/>
                    <a:pt x="126170" y="58178"/>
                    <a:pt x="123450" y="58178"/>
                  </a:cubicBezTo>
                  <a:cubicBezTo>
                    <a:pt x="96254" y="58178"/>
                    <a:pt x="58178" y="82655"/>
                    <a:pt x="58178" y="115291"/>
                  </a:cubicBezTo>
                  <a:lnTo>
                    <a:pt x="58178" y="232236"/>
                  </a:lnTo>
                  <a:lnTo>
                    <a:pt x="58178" y="232236"/>
                  </a:lnTo>
                  <a:cubicBezTo>
                    <a:pt x="58178" y="270311"/>
                    <a:pt x="58178" y="335583"/>
                    <a:pt x="58178" y="335583"/>
                  </a:cubicBezTo>
                  <a:cubicBezTo>
                    <a:pt x="60898" y="368219"/>
                    <a:pt x="85375" y="392696"/>
                    <a:pt x="115291" y="395415"/>
                  </a:cubicBezTo>
                  <a:cubicBezTo>
                    <a:pt x="118011" y="395415"/>
                    <a:pt x="118011" y="395415"/>
                    <a:pt x="120730" y="395415"/>
                  </a:cubicBezTo>
                  <a:cubicBezTo>
                    <a:pt x="147927" y="395415"/>
                    <a:pt x="186002" y="370938"/>
                    <a:pt x="186002" y="338303"/>
                  </a:cubicBezTo>
                  <a:lnTo>
                    <a:pt x="186002" y="240395"/>
                  </a:lnTo>
                  <a:lnTo>
                    <a:pt x="186002" y="240395"/>
                  </a:lnTo>
                  <a:cubicBezTo>
                    <a:pt x="186002" y="202320"/>
                    <a:pt x="186002" y="118011"/>
                    <a:pt x="186002" y="118011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344258D2-EA42-49C8-AB37-BBF96FAEA587}"/>
                </a:ext>
              </a:extLst>
            </p:cNvPr>
            <p:cNvSpPr/>
            <p:nvPr/>
          </p:nvSpPr>
          <p:spPr>
            <a:xfrm>
              <a:off x="7392212" y="3280901"/>
              <a:ext cx="217573" cy="217572"/>
            </a:xfrm>
            <a:custGeom>
              <a:avLst/>
              <a:gdLst>
                <a:gd name="connsiteX0" fmla="*/ 183282 w 217572"/>
                <a:gd name="connsiteY0" fmla="*/ 120902 h 217572"/>
                <a:gd name="connsiteX1" fmla="*/ 120730 w 217572"/>
                <a:gd name="connsiteY1" fmla="*/ 183454 h 217572"/>
                <a:gd name="connsiteX2" fmla="*/ 58178 w 217572"/>
                <a:gd name="connsiteY2" fmla="*/ 120902 h 217572"/>
                <a:gd name="connsiteX3" fmla="*/ 120730 w 217572"/>
                <a:gd name="connsiteY3" fmla="*/ 58350 h 217572"/>
                <a:gd name="connsiteX4" fmla="*/ 183282 w 217572"/>
                <a:gd name="connsiteY4" fmla="*/ 120902 h 217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7572" h="217572">
                  <a:moveTo>
                    <a:pt x="183282" y="120902"/>
                  </a:moveTo>
                  <a:cubicBezTo>
                    <a:pt x="183282" y="156258"/>
                    <a:pt x="156086" y="183454"/>
                    <a:pt x="120730" y="183454"/>
                  </a:cubicBezTo>
                  <a:cubicBezTo>
                    <a:pt x="85375" y="183454"/>
                    <a:pt x="58178" y="156258"/>
                    <a:pt x="58178" y="120902"/>
                  </a:cubicBezTo>
                  <a:cubicBezTo>
                    <a:pt x="58178" y="85547"/>
                    <a:pt x="85375" y="58350"/>
                    <a:pt x="120730" y="58350"/>
                  </a:cubicBezTo>
                  <a:cubicBezTo>
                    <a:pt x="153366" y="55630"/>
                    <a:pt x="183282" y="85547"/>
                    <a:pt x="183282" y="120902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CAE1932C-E9CE-473B-AC83-46E902037AB3}"/>
                </a:ext>
              </a:extLst>
            </p:cNvPr>
            <p:cNvSpPr/>
            <p:nvPr/>
          </p:nvSpPr>
          <p:spPr>
            <a:xfrm>
              <a:off x="6005186" y="3416884"/>
              <a:ext cx="380752" cy="462341"/>
            </a:xfrm>
            <a:custGeom>
              <a:avLst/>
              <a:gdLst>
                <a:gd name="connsiteX0" fmla="*/ 270312 w 380752"/>
                <a:gd name="connsiteY0" fmla="*/ 69229 h 462341"/>
                <a:gd name="connsiteX1" fmla="*/ 188722 w 380752"/>
                <a:gd name="connsiteY1" fmla="*/ 134501 h 462341"/>
                <a:gd name="connsiteX2" fmla="*/ 188722 w 380752"/>
                <a:gd name="connsiteY2" fmla="*/ 118183 h 462341"/>
                <a:gd name="connsiteX3" fmla="*/ 126170 w 380752"/>
                <a:gd name="connsiteY3" fmla="*/ 58350 h 462341"/>
                <a:gd name="connsiteX4" fmla="*/ 58178 w 380752"/>
                <a:gd name="connsiteY4" fmla="*/ 118183 h 462341"/>
                <a:gd name="connsiteX5" fmla="*/ 58178 w 380752"/>
                <a:gd name="connsiteY5" fmla="*/ 210651 h 462341"/>
                <a:gd name="connsiteX6" fmla="*/ 58178 w 380752"/>
                <a:gd name="connsiteY6" fmla="*/ 365671 h 462341"/>
                <a:gd name="connsiteX7" fmla="*/ 58178 w 380752"/>
                <a:gd name="connsiteY7" fmla="*/ 365671 h 462341"/>
                <a:gd name="connsiteX8" fmla="*/ 120730 w 380752"/>
                <a:gd name="connsiteY8" fmla="*/ 425504 h 462341"/>
                <a:gd name="connsiteX9" fmla="*/ 186002 w 380752"/>
                <a:gd name="connsiteY9" fmla="*/ 365671 h 462341"/>
                <a:gd name="connsiteX10" fmla="*/ 186002 w 380752"/>
                <a:gd name="connsiteY10" fmla="*/ 365671 h 462341"/>
                <a:gd name="connsiteX11" fmla="*/ 186002 w 380752"/>
                <a:gd name="connsiteY11" fmla="*/ 210651 h 462341"/>
                <a:gd name="connsiteX12" fmla="*/ 215919 w 380752"/>
                <a:gd name="connsiteY12" fmla="*/ 158978 h 462341"/>
                <a:gd name="connsiteX13" fmla="*/ 275751 w 380752"/>
                <a:gd name="connsiteY13" fmla="*/ 221530 h 462341"/>
                <a:gd name="connsiteX14" fmla="*/ 270312 w 380752"/>
                <a:gd name="connsiteY14" fmla="*/ 69229 h 46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0752" h="462341">
                  <a:moveTo>
                    <a:pt x="270312" y="69229"/>
                  </a:moveTo>
                  <a:cubicBezTo>
                    <a:pt x="232236" y="71949"/>
                    <a:pt x="213199" y="99145"/>
                    <a:pt x="188722" y="134501"/>
                  </a:cubicBezTo>
                  <a:cubicBezTo>
                    <a:pt x="188722" y="134501"/>
                    <a:pt x="188722" y="118183"/>
                    <a:pt x="188722" y="118183"/>
                  </a:cubicBezTo>
                  <a:cubicBezTo>
                    <a:pt x="188722" y="85547"/>
                    <a:pt x="158806" y="58350"/>
                    <a:pt x="126170" y="58350"/>
                  </a:cubicBezTo>
                  <a:cubicBezTo>
                    <a:pt x="93534" y="55631"/>
                    <a:pt x="60898" y="85547"/>
                    <a:pt x="58178" y="118183"/>
                  </a:cubicBezTo>
                  <a:lnTo>
                    <a:pt x="58178" y="210651"/>
                  </a:lnTo>
                  <a:lnTo>
                    <a:pt x="58178" y="365671"/>
                  </a:lnTo>
                  <a:lnTo>
                    <a:pt x="58178" y="365671"/>
                  </a:lnTo>
                  <a:cubicBezTo>
                    <a:pt x="58178" y="398307"/>
                    <a:pt x="88094" y="425504"/>
                    <a:pt x="120730" y="425504"/>
                  </a:cubicBezTo>
                  <a:cubicBezTo>
                    <a:pt x="153366" y="428224"/>
                    <a:pt x="186002" y="398307"/>
                    <a:pt x="186002" y="365671"/>
                  </a:cubicBezTo>
                  <a:lnTo>
                    <a:pt x="186002" y="365671"/>
                  </a:lnTo>
                  <a:lnTo>
                    <a:pt x="186002" y="210651"/>
                  </a:lnTo>
                  <a:cubicBezTo>
                    <a:pt x="188722" y="188894"/>
                    <a:pt x="196881" y="158978"/>
                    <a:pt x="215919" y="158978"/>
                  </a:cubicBezTo>
                  <a:cubicBezTo>
                    <a:pt x="243115" y="158978"/>
                    <a:pt x="215919" y="221530"/>
                    <a:pt x="275751" y="221530"/>
                  </a:cubicBezTo>
                  <a:cubicBezTo>
                    <a:pt x="362780" y="221530"/>
                    <a:pt x="373658" y="63790"/>
                    <a:pt x="270312" y="69229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5D230A14-0748-4725-BC9F-A79515DCCFDB}"/>
                </a:ext>
              </a:extLst>
            </p:cNvPr>
            <p:cNvSpPr/>
            <p:nvPr/>
          </p:nvSpPr>
          <p:spPr>
            <a:xfrm>
              <a:off x="5693490" y="3475234"/>
              <a:ext cx="337238" cy="364434"/>
            </a:xfrm>
            <a:custGeom>
              <a:avLst/>
              <a:gdLst>
                <a:gd name="connsiteX0" fmla="*/ 180433 w 337238"/>
                <a:gd name="connsiteY0" fmla="*/ 73984 h 364434"/>
                <a:gd name="connsiteX1" fmla="*/ 163180 w 337238"/>
                <a:gd name="connsiteY1" fmla="*/ 78870 h 364434"/>
                <a:gd name="connsiteX2" fmla="*/ 125105 w 337238"/>
                <a:gd name="connsiteY2" fmla="*/ 160461 h 364434"/>
                <a:gd name="connsiteX3" fmla="*/ 171339 w 337238"/>
                <a:gd name="connsiteY3" fmla="*/ 163180 h 364434"/>
                <a:gd name="connsiteX4" fmla="*/ 214854 w 337238"/>
                <a:gd name="connsiteY4" fmla="*/ 108787 h 364434"/>
                <a:gd name="connsiteX5" fmla="*/ 180433 w 337238"/>
                <a:gd name="connsiteY5" fmla="*/ 73984 h 364434"/>
                <a:gd name="connsiteX6" fmla="*/ 174059 w 337238"/>
                <a:gd name="connsiteY6" fmla="*/ 0 h 364434"/>
                <a:gd name="connsiteX7" fmla="*/ 337238 w 337238"/>
                <a:gd name="connsiteY7" fmla="*/ 119665 h 364434"/>
                <a:gd name="connsiteX8" fmla="*/ 133264 w 337238"/>
                <a:gd name="connsiteY8" fmla="*/ 217573 h 364434"/>
                <a:gd name="connsiteX9" fmla="*/ 225732 w 337238"/>
                <a:gd name="connsiteY9" fmla="*/ 277405 h 364434"/>
                <a:gd name="connsiteX10" fmla="*/ 320920 w 337238"/>
                <a:gd name="connsiteY10" fmla="*/ 250208 h 364434"/>
                <a:gd name="connsiteX11" fmla="*/ 174059 w 337238"/>
                <a:gd name="connsiteY11" fmla="*/ 364434 h 364434"/>
                <a:gd name="connsiteX12" fmla="*/ 0 w 337238"/>
                <a:gd name="connsiteY12" fmla="*/ 184937 h 364434"/>
                <a:gd name="connsiteX13" fmla="*/ 174059 w 337238"/>
                <a:gd name="connsiteY13" fmla="*/ 0 h 364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37238" h="364434">
                  <a:moveTo>
                    <a:pt x="180433" y="73984"/>
                  </a:moveTo>
                  <a:cubicBezTo>
                    <a:pt x="174569" y="73941"/>
                    <a:pt x="168620" y="75471"/>
                    <a:pt x="163180" y="78870"/>
                  </a:cubicBezTo>
                  <a:cubicBezTo>
                    <a:pt x="135984" y="95189"/>
                    <a:pt x="127825" y="130544"/>
                    <a:pt x="125105" y="160461"/>
                  </a:cubicBezTo>
                  <a:cubicBezTo>
                    <a:pt x="125105" y="163180"/>
                    <a:pt x="168620" y="160461"/>
                    <a:pt x="171339" y="163180"/>
                  </a:cubicBezTo>
                  <a:cubicBezTo>
                    <a:pt x="195816" y="157741"/>
                    <a:pt x="214854" y="135984"/>
                    <a:pt x="214854" y="108787"/>
                  </a:cubicBezTo>
                  <a:cubicBezTo>
                    <a:pt x="214854" y="88389"/>
                    <a:pt x="198026" y="74111"/>
                    <a:pt x="180433" y="73984"/>
                  </a:cubicBezTo>
                  <a:close/>
                  <a:moveTo>
                    <a:pt x="174059" y="0"/>
                  </a:moveTo>
                  <a:cubicBezTo>
                    <a:pt x="233891" y="0"/>
                    <a:pt x="337238" y="29916"/>
                    <a:pt x="337238" y="119665"/>
                  </a:cubicBezTo>
                  <a:cubicBezTo>
                    <a:pt x="337238" y="209414"/>
                    <a:pt x="244770" y="217573"/>
                    <a:pt x="133264" y="217573"/>
                  </a:cubicBezTo>
                  <a:cubicBezTo>
                    <a:pt x="133264" y="217573"/>
                    <a:pt x="149581" y="277405"/>
                    <a:pt x="225732" y="277405"/>
                  </a:cubicBezTo>
                  <a:cubicBezTo>
                    <a:pt x="301883" y="277405"/>
                    <a:pt x="320920" y="250208"/>
                    <a:pt x="320920" y="250208"/>
                  </a:cubicBezTo>
                  <a:cubicBezTo>
                    <a:pt x="320920" y="250208"/>
                    <a:pt x="315481" y="364434"/>
                    <a:pt x="174059" y="364434"/>
                  </a:cubicBezTo>
                  <a:cubicBezTo>
                    <a:pt x="95188" y="364434"/>
                    <a:pt x="0" y="304602"/>
                    <a:pt x="0" y="184937"/>
                  </a:cubicBezTo>
                  <a:cubicBezTo>
                    <a:pt x="0" y="78870"/>
                    <a:pt x="73431" y="0"/>
                    <a:pt x="174059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CC00DD94-854F-4950-9148-B594259CA291}"/>
                </a:ext>
              </a:extLst>
            </p:cNvPr>
            <p:cNvSpPr/>
            <p:nvPr/>
          </p:nvSpPr>
          <p:spPr>
            <a:xfrm>
              <a:off x="5376945" y="3338014"/>
              <a:ext cx="353556" cy="543931"/>
            </a:xfrm>
            <a:custGeom>
              <a:avLst/>
              <a:gdLst>
                <a:gd name="connsiteX0" fmla="*/ 311107 w 353555"/>
                <a:gd name="connsiteY0" fmla="*/ 433663 h 543931"/>
                <a:gd name="connsiteX1" fmla="*/ 215919 w 353555"/>
                <a:gd name="connsiteY1" fmla="*/ 501654 h 543931"/>
                <a:gd name="connsiteX2" fmla="*/ 98973 w 353555"/>
                <a:gd name="connsiteY2" fmla="*/ 392868 h 543931"/>
                <a:gd name="connsiteX3" fmla="*/ 98973 w 353555"/>
                <a:gd name="connsiteY3" fmla="*/ 221530 h 543931"/>
                <a:gd name="connsiteX4" fmla="*/ 82655 w 353555"/>
                <a:gd name="connsiteY4" fmla="*/ 221530 h 543931"/>
                <a:gd name="connsiteX5" fmla="*/ 58178 w 353555"/>
                <a:gd name="connsiteY5" fmla="*/ 191614 h 543931"/>
                <a:gd name="connsiteX6" fmla="*/ 85375 w 353555"/>
                <a:gd name="connsiteY6" fmla="*/ 164417 h 543931"/>
                <a:gd name="connsiteX7" fmla="*/ 101693 w 353555"/>
                <a:gd name="connsiteY7" fmla="*/ 164417 h 543931"/>
                <a:gd name="connsiteX8" fmla="*/ 101693 w 353555"/>
                <a:gd name="connsiteY8" fmla="*/ 118183 h 543931"/>
                <a:gd name="connsiteX9" fmla="*/ 166965 w 353555"/>
                <a:gd name="connsiteY9" fmla="*/ 58350 h 543931"/>
                <a:gd name="connsiteX10" fmla="*/ 229517 w 353555"/>
                <a:gd name="connsiteY10" fmla="*/ 118183 h 543931"/>
                <a:gd name="connsiteX11" fmla="*/ 229517 w 353555"/>
                <a:gd name="connsiteY11" fmla="*/ 118183 h 543931"/>
                <a:gd name="connsiteX12" fmla="*/ 229517 w 353555"/>
                <a:gd name="connsiteY12" fmla="*/ 164417 h 543931"/>
                <a:gd name="connsiteX13" fmla="*/ 283910 w 353555"/>
                <a:gd name="connsiteY13" fmla="*/ 164417 h 543931"/>
                <a:gd name="connsiteX14" fmla="*/ 308387 w 353555"/>
                <a:gd name="connsiteY14" fmla="*/ 194333 h 543931"/>
                <a:gd name="connsiteX15" fmla="*/ 281190 w 353555"/>
                <a:gd name="connsiteY15" fmla="*/ 221530 h 543931"/>
                <a:gd name="connsiteX16" fmla="*/ 229517 w 353555"/>
                <a:gd name="connsiteY16" fmla="*/ 221530 h 543931"/>
                <a:gd name="connsiteX17" fmla="*/ 229517 w 353555"/>
                <a:gd name="connsiteY17" fmla="*/ 365671 h 543931"/>
                <a:gd name="connsiteX18" fmla="*/ 311107 w 353555"/>
                <a:gd name="connsiteY18" fmla="*/ 433663 h 543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53555" h="543931">
                  <a:moveTo>
                    <a:pt x="311107" y="433663"/>
                  </a:moveTo>
                  <a:cubicBezTo>
                    <a:pt x="311107" y="433663"/>
                    <a:pt x="278471" y="501654"/>
                    <a:pt x="215919" y="501654"/>
                  </a:cubicBezTo>
                  <a:cubicBezTo>
                    <a:pt x="164245" y="501654"/>
                    <a:pt x="101693" y="458140"/>
                    <a:pt x="98973" y="392868"/>
                  </a:cubicBezTo>
                  <a:cubicBezTo>
                    <a:pt x="98973" y="392868"/>
                    <a:pt x="98973" y="297680"/>
                    <a:pt x="98973" y="221530"/>
                  </a:cubicBezTo>
                  <a:lnTo>
                    <a:pt x="82655" y="221530"/>
                  </a:lnTo>
                  <a:cubicBezTo>
                    <a:pt x="74496" y="221530"/>
                    <a:pt x="58178" y="216090"/>
                    <a:pt x="58178" y="191614"/>
                  </a:cubicBezTo>
                  <a:cubicBezTo>
                    <a:pt x="58178" y="167137"/>
                    <a:pt x="77216" y="164417"/>
                    <a:pt x="85375" y="164417"/>
                  </a:cubicBezTo>
                  <a:lnTo>
                    <a:pt x="101693" y="164417"/>
                  </a:lnTo>
                  <a:cubicBezTo>
                    <a:pt x="101693" y="137220"/>
                    <a:pt x="101693" y="118183"/>
                    <a:pt x="101693" y="118183"/>
                  </a:cubicBezTo>
                  <a:cubicBezTo>
                    <a:pt x="104413" y="85547"/>
                    <a:pt x="134329" y="55631"/>
                    <a:pt x="166965" y="58350"/>
                  </a:cubicBezTo>
                  <a:cubicBezTo>
                    <a:pt x="196881" y="61070"/>
                    <a:pt x="229517" y="85547"/>
                    <a:pt x="229517" y="118183"/>
                  </a:cubicBezTo>
                  <a:lnTo>
                    <a:pt x="229517" y="118183"/>
                  </a:lnTo>
                  <a:lnTo>
                    <a:pt x="229517" y="164417"/>
                  </a:lnTo>
                  <a:lnTo>
                    <a:pt x="283910" y="164417"/>
                  </a:lnTo>
                  <a:cubicBezTo>
                    <a:pt x="292069" y="164417"/>
                    <a:pt x="308387" y="169856"/>
                    <a:pt x="308387" y="194333"/>
                  </a:cubicBezTo>
                  <a:cubicBezTo>
                    <a:pt x="308387" y="218810"/>
                    <a:pt x="292069" y="221530"/>
                    <a:pt x="281190" y="221530"/>
                  </a:cubicBezTo>
                  <a:lnTo>
                    <a:pt x="229517" y="221530"/>
                  </a:lnTo>
                  <a:lnTo>
                    <a:pt x="229517" y="365671"/>
                  </a:lnTo>
                  <a:cubicBezTo>
                    <a:pt x="226797" y="409186"/>
                    <a:pt x="267592" y="433663"/>
                    <a:pt x="311107" y="433663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780C20D3-903A-4021-AA27-6ABEDC98B36B}"/>
                </a:ext>
              </a:extLst>
            </p:cNvPr>
            <p:cNvSpPr/>
            <p:nvPr/>
          </p:nvSpPr>
          <p:spPr>
            <a:xfrm>
              <a:off x="7090329" y="3338014"/>
              <a:ext cx="353556" cy="543931"/>
            </a:xfrm>
            <a:custGeom>
              <a:avLst/>
              <a:gdLst>
                <a:gd name="connsiteX0" fmla="*/ 311107 w 353555"/>
                <a:gd name="connsiteY0" fmla="*/ 433663 h 543931"/>
                <a:gd name="connsiteX1" fmla="*/ 215919 w 353555"/>
                <a:gd name="connsiteY1" fmla="*/ 501654 h 543931"/>
                <a:gd name="connsiteX2" fmla="*/ 98973 w 353555"/>
                <a:gd name="connsiteY2" fmla="*/ 392868 h 543931"/>
                <a:gd name="connsiteX3" fmla="*/ 98973 w 353555"/>
                <a:gd name="connsiteY3" fmla="*/ 221530 h 543931"/>
                <a:gd name="connsiteX4" fmla="*/ 82655 w 353555"/>
                <a:gd name="connsiteY4" fmla="*/ 221530 h 543931"/>
                <a:gd name="connsiteX5" fmla="*/ 58178 w 353555"/>
                <a:gd name="connsiteY5" fmla="*/ 191614 h 543931"/>
                <a:gd name="connsiteX6" fmla="*/ 85375 w 353555"/>
                <a:gd name="connsiteY6" fmla="*/ 164417 h 543931"/>
                <a:gd name="connsiteX7" fmla="*/ 101693 w 353555"/>
                <a:gd name="connsiteY7" fmla="*/ 164417 h 543931"/>
                <a:gd name="connsiteX8" fmla="*/ 101693 w 353555"/>
                <a:gd name="connsiteY8" fmla="*/ 118183 h 543931"/>
                <a:gd name="connsiteX9" fmla="*/ 166965 w 353555"/>
                <a:gd name="connsiteY9" fmla="*/ 58350 h 543931"/>
                <a:gd name="connsiteX10" fmla="*/ 229517 w 353555"/>
                <a:gd name="connsiteY10" fmla="*/ 118183 h 543931"/>
                <a:gd name="connsiteX11" fmla="*/ 229517 w 353555"/>
                <a:gd name="connsiteY11" fmla="*/ 118183 h 543931"/>
                <a:gd name="connsiteX12" fmla="*/ 229517 w 353555"/>
                <a:gd name="connsiteY12" fmla="*/ 164417 h 543931"/>
                <a:gd name="connsiteX13" fmla="*/ 283910 w 353555"/>
                <a:gd name="connsiteY13" fmla="*/ 164417 h 543931"/>
                <a:gd name="connsiteX14" fmla="*/ 308387 w 353555"/>
                <a:gd name="connsiteY14" fmla="*/ 194333 h 543931"/>
                <a:gd name="connsiteX15" fmla="*/ 281190 w 353555"/>
                <a:gd name="connsiteY15" fmla="*/ 221530 h 543931"/>
                <a:gd name="connsiteX16" fmla="*/ 229517 w 353555"/>
                <a:gd name="connsiteY16" fmla="*/ 221530 h 543931"/>
                <a:gd name="connsiteX17" fmla="*/ 229517 w 353555"/>
                <a:gd name="connsiteY17" fmla="*/ 365671 h 543931"/>
                <a:gd name="connsiteX18" fmla="*/ 311107 w 353555"/>
                <a:gd name="connsiteY18" fmla="*/ 433663 h 543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53555" h="543931">
                  <a:moveTo>
                    <a:pt x="311107" y="433663"/>
                  </a:moveTo>
                  <a:cubicBezTo>
                    <a:pt x="311107" y="433663"/>
                    <a:pt x="278471" y="501654"/>
                    <a:pt x="215919" y="501654"/>
                  </a:cubicBezTo>
                  <a:cubicBezTo>
                    <a:pt x="164245" y="501654"/>
                    <a:pt x="101693" y="458140"/>
                    <a:pt x="98973" y="392868"/>
                  </a:cubicBezTo>
                  <a:cubicBezTo>
                    <a:pt x="98973" y="392868"/>
                    <a:pt x="98973" y="297680"/>
                    <a:pt x="98973" y="221530"/>
                  </a:cubicBezTo>
                  <a:lnTo>
                    <a:pt x="82655" y="221530"/>
                  </a:lnTo>
                  <a:cubicBezTo>
                    <a:pt x="74496" y="221530"/>
                    <a:pt x="58178" y="216090"/>
                    <a:pt x="58178" y="191614"/>
                  </a:cubicBezTo>
                  <a:cubicBezTo>
                    <a:pt x="58178" y="167137"/>
                    <a:pt x="77216" y="164417"/>
                    <a:pt x="85375" y="164417"/>
                  </a:cubicBezTo>
                  <a:lnTo>
                    <a:pt x="101693" y="164417"/>
                  </a:lnTo>
                  <a:cubicBezTo>
                    <a:pt x="101693" y="137220"/>
                    <a:pt x="101693" y="118183"/>
                    <a:pt x="101693" y="118183"/>
                  </a:cubicBezTo>
                  <a:cubicBezTo>
                    <a:pt x="104412" y="85547"/>
                    <a:pt x="134329" y="55631"/>
                    <a:pt x="166965" y="58350"/>
                  </a:cubicBezTo>
                  <a:cubicBezTo>
                    <a:pt x="196881" y="61070"/>
                    <a:pt x="229517" y="85547"/>
                    <a:pt x="229517" y="118183"/>
                  </a:cubicBezTo>
                  <a:lnTo>
                    <a:pt x="229517" y="118183"/>
                  </a:lnTo>
                  <a:lnTo>
                    <a:pt x="229517" y="164417"/>
                  </a:lnTo>
                  <a:lnTo>
                    <a:pt x="283910" y="164417"/>
                  </a:lnTo>
                  <a:cubicBezTo>
                    <a:pt x="292069" y="164417"/>
                    <a:pt x="308387" y="169856"/>
                    <a:pt x="308387" y="194333"/>
                  </a:cubicBezTo>
                  <a:cubicBezTo>
                    <a:pt x="308387" y="218810"/>
                    <a:pt x="292069" y="221530"/>
                    <a:pt x="281190" y="221530"/>
                  </a:cubicBezTo>
                  <a:lnTo>
                    <a:pt x="229517" y="221530"/>
                  </a:lnTo>
                  <a:lnTo>
                    <a:pt x="229517" y="365671"/>
                  </a:lnTo>
                  <a:cubicBezTo>
                    <a:pt x="229517" y="409186"/>
                    <a:pt x="270312" y="433663"/>
                    <a:pt x="311107" y="433663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D2B49219-FA68-4BFE-A6FB-19D2B0D4C1FF}"/>
                </a:ext>
              </a:extLst>
            </p:cNvPr>
            <p:cNvSpPr/>
            <p:nvPr/>
          </p:nvSpPr>
          <p:spPr>
            <a:xfrm>
              <a:off x="2080719" y="4178559"/>
              <a:ext cx="462342" cy="788700"/>
            </a:xfrm>
            <a:custGeom>
              <a:avLst/>
              <a:gdLst>
                <a:gd name="connsiteX0" fmla="*/ 403575 w 462341"/>
                <a:gd name="connsiteY0" fmla="*/ 583072 h 788699"/>
                <a:gd name="connsiteX1" fmla="*/ 406295 w 462341"/>
                <a:gd name="connsiteY1" fmla="*/ 596670 h 788699"/>
                <a:gd name="connsiteX2" fmla="*/ 400855 w 462341"/>
                <a:gd name="connsiteY2" fmla="*/ 610268 h 788699"/>
                <a:gd name="connsiteX3" fmla="*/ 389977 w 462341"/>
                <a:gd name="connsiteY3" fmla="*/ 626586 h 788699"/>
                <a:gd name="connsiteX4" fmla="*/ 354621 w 462341"/>
                <a:gd name="connsiteY4" fmla="*/ 675540 h 788699"/>
                <a:gd name="connsiteX5" fmla="*/ 327424 w 462341"/>
                <a:gd name="connsiteY5" fmla="*/ 691858 h 788699"/>
                <a:gd name="connsiteX6" fmla="*/ 292069 w 462341"/>
                <a:gd name="connsiteY6" fmla="*/ 713615 h 788699"/>
                <a:gd name="connsiteX7" fmla="*/ 251274 w 462341"/>
                <a:gd name="connsiteY7" fmla="*/ 724494 h 788699"/>
                <a:gd name="connsiteX8" fmla="*/ 221358 w 462341"/>
                <a:gd name="connsiteY8" fmla="*/ 721774 h 788699"/>
                <a:gd name="connsiteX9" fmla="*/ 191442 w 462341"/>
                <a:gd name="connsiteY9" fmla="*/ 721774 h 788699"/>
                <a:gd name="connsiteX10" fmla="*/ 153366 w 462341"/>
                <a:gd name="connsiteY10" fmla="*/ 713615 h 788699"/>
                <a:gd name="connsiteX11" fmla="*/ 104412 w 462341"/>
                <a:gd name="connsiteY11" fmla="*/ 675540 h 788699"/>
                <a:gd name="connsiteX12" fmla="*/ 104412 w 462341"/>
                <a:gd name="connsiteY12" fmla="*/ 689138 h 788699"/>
                <a:gd name="connsiteX13" fmla="*/ 101693 w 462341"/>
                <a:gd name="connsiteY13" fmla="*/ 710895 h 788699"/>
                <a:gd name="connsiteX14" fmla="*/ 85375 w 462341"/>
                <a:gd name="connsiteY14" fmla="*/ 732653 h 788699"/>
                <a:gd name="connsiteX15" fmla="*/ 69057 w 462341"/>
                <a:gd name="connsiteY15" fmla="*/ 727214 h 788699"/>
                <a:gd name="connsiteX16" fmla="*/ 60898 w 462341"/>
                <a:gd name="connsiteY16" fmla="*/ 710895 h 788699"/>
                <a:gd name="connsiteX17" fmla="*/ 58178 w 462341"/>
                <a:gd name="connsiteY17" fmla="*/ 691858 h 788699"/>
                <a:gd name="connsiteX18" fmla="*/ 60898 w 462341"/>
                <a:gd name="connsiteY18" fmla="*/ 664661 h 788699"/>
                <a:gd name="connsiteX19" fmla="*/ 60898 w 462341"/>
                <a:gd name="connsiteY19" fmla="*/ 607549 h 788699"/>
                <a:gd name="connsiteX20" fmla="*/ 63618 w 462341"/>
                <a:gd name="connsiteY20" fmla="*/ 528679 h 788699"/>
                <a:gd name="connsiteX21" fmla="*/ 69057 w 462341"/>
                <a:gd name="connsiteY21" fmla="*/ 504202 h 788699"/>
                <a:gd name="connsiteX22" fmla="*/ 74496 w 462341"/>
                <a:gd name="connsiteY22" fmla="*/ 493323 h 788699"/>
                <a:gd name="connsiteX23" fmla="*/ 82655 w 462341"/>
                <a:gd name="connsiteY23" fmla="*/ 487884 h 788699"/>
                <a:gd name="connsiteX24" fmla="*/ 90814 w 462341"/>
                <a:gd name="connsiteY24" fmla="*/ 493323 h 788699"/>
                <a:gd name="connsiteX25" fmla="*/ 98973 w 462341"/>
                <a:gd name="connsiteY25" fmla="*/ 512361 h 788699"/>
                <a:gd name="connsiteX26" fmla="*/ 101693 w 462341"/>
                <a:gd name="connsiteY26" fmla="*/ 555875 h 788699"/>
                <a:gd name="connsiteX27" fmla="*/ 101693 w 462341"/>
                <a:gd name="connsiteY27" fmla="*/ 596670 h 788699"/>
                <a:gd name="connsiteX28" fmla="*/ 109852 w 462341"/>
                <a:gd name="connsiteY28" fmla="*/ 626586 h 788699"/>
                <a:gd name="connsiteX29" fmla="*/ 128889 w 462341"/>
                <a:gd name="connsiteY29" fmla="*/ 651063 h 788699"/>
                <a:gd name="connsiteX30" fmla="*/ 153366 w 462341"/>
                <a:gd name="connsiteY30" fmla="*/ 670101 h 788699"/>
                <a:gd name="connsiteX31" fmla="*/ 196881 w 462341"/>
                <a:gd name="connsiteY31" fmla="*/ 678260 h 788699"/>
                <a:gd name="connsiteX32" fmla="*/ 221358 w 462341"/>
                <a:gd name="connsiteY32" fmla="*/ 667381 h 788699"/>
                <a:gd name="connsiteX33" fmla="*/ 253994 w 462341"/>
                <a:gd name="connsiteY33" fmla="*/ 659222 h 788699"/>
                <a:gd name="connsiteX34" fmla="*/ 275751 w 462341"/>
                <a:gd name="connsiteY34" fmla="*/ 637465 h 788699"/>
                <a:gd name="connsiteX35" fmla="*/ 281190 w 462341"/>
                <a:gd name="connsiteY35" fmla="*/ 615708 h 788699"/>
                <a:gd name="connsiteX36" fmla="*/ 278471 w 462341"/>
                <a:gd name="connsiteY36" fmla="*/ 602109 h 788699"/>
                <a:gd name="connsiteX37" fmla="*/ 262153 w 462341"/>
                <a:gd name="connsiteY37" fmla="*/ 572193 h 788699"/>
                <a:gd name="connsiteX38" fmla="*/ 245835 w 462341"/>
                <a:gd name="connsiteY38" fmla="*/ 536838 h 788699"/>
                <a:gd name="connsiteX39" fmla="*/ 196881 w 462341"/>
                <a:gd name="connsiteY39" fmla="*/ 477005 h 788699"/>
                <a:gd name="connsiteX40" fmla="*/ 145207 w 462341"/>
                <a:gd name="connsiteY40" fmla="*/ 419892 h 788699"/>
                <a:gd name="connsiteX41" fmla="*/ 93534 w 462341"/>
                <a:gd name="connsiteY41" fmla="*/ 357340 h 788699"/>
                <a:gd name="connsiteX42" fmla="*/ 66337 w 462341"/>
                <a:gd name="connsiteY42" fmla="*/ 283910 h 788699"/>
                <a:gd name="connsiteX43" fmla="*/ 58178 w 462341"/>
                <a:gd name="connsiteY43" fmla="*/ 224077 h 788699"/>
                <a:gd name="connsiteX44" fmla="*/ 82655 w 462341"/>
                <a:gd name="connsiteY44" fmla="*/ 150647 h 788699"/>
                <a:gd name="connsiteX45" fmla="*/ 137048 w 462341"/>
                <a:gd name="connsiteY45" fmla="*/ 96253 h 788699"/>
                <a:gd name="connsiteX46" fmla="*/ 196881 w 462341"/>
                <a:gd name="connsiteY46" fmla="*/ 77216 h 788699"/>
                <a:gd name="connsiteX47" fmla="*/ 232236 w 462341"/>
                <a:gd name="connsiteY47" fmla="*/ 69057 h 788699"/>
                <a:gd name="connsiteX48" fmla="*/ 262153 w 462341"/>
                <a:gd name="connsiteY48" fmla="*/ 74496 h 788699"/>
                <a:gd name="connsiteX49" fmla="*/ 294789 w 462341"/>
                <a:gd name="connsiteY49" fmla="*/ 85375 h 788699"/>
                <a:gd name="connsiteX50" fmla="*/ 327424 w 462341"/>
                <a:gd name="connsiteY50" fmla="*/ 104412 h 788699"/>
                <a:gd name="connsiteX51" fmla="*/ 332864 w 462341"/>
                <a:gd name="connsiteY51" fmla="*/ 74496 h 788699"/>
                <a:gd name="connsiteX52" fmla="*/ 338303 w 462341"/>
                <a:gd name="connsiteY52" fmla="*/ 63618 h 788699"/>
                <a:gd name="connsiteX53" fmla="*/ 349182 w 462341"/>
                <a:gd name="connsiteY53" fmla="*/ 58178 h 788699"/>
                <a:gd name="connsiteX54" fmla="*/ 357341 w 462341"/>
                <a:gd name="connsiteY54" fmla="*/ 63618 h 788699"/>
                <a:gd name="connsiteX55" fmla="*/ 365500 w 462341"/>
                <a:gd name="connsiteY55" fmla="*/ 82655 h 788699"/>
                <a:gd name="connsiteX56" fmla="*/ 368219 w 462341"/>
                <a:gd name="connsiteY56" fmla="*/ 142488 h 788699"/>
                <a:gd name="connsiteX57" fmla="*/ 368219 w 462341"/>
                <a:gd name="connsiteY57" fmla="*/ 188722 h 788699"/>
                <a:gd name="connsiteX58" fmla="*/ 370939 w 462341"/>
                <a:gd name="connsiteY58" fmla="*/ 245834 h 788699"/>
                <a:gd name="connsiteX59" fmla="*/ 354621 w 462341"/>
                <a:gd name="connsiteY59" fmla="*/ 286629 h 788699"/>
                <a:gd name="connsiteX60" fmla="*/ 338303 w 462341"/>
                <a:gd name="connsiteY60" fmla="*/ 281190 h 788699"/>
                <a:gd name="connsiteX61" fmla="*/ 330144 w 462341"/>
                <a:gd name="connsiteY61" fmla="*/ 264872 h 788699"/>
                <a:gd name="connsiteX62" fmla="*/ 327424 w 462341"/>
                <a:gd name="connsiteY62" fmla="*/ 248554 h 788699"/>
                <a:gd name="connsiteX63" fmla="*/ 330144 w 462341"/>
                <a:gd name="connsiteY63" fmla="*/ 221357 h 788699"/>
                <a:gd name="connsiteX64" fmla="*/ 330144 w 462341"/>
                <a:gd name="connsiteY64" fmla="*/ 188722 h 788699"/>
                <a:gd name="connsiteX65" fmla="*/ 327424 w 462341"/>
                <a:gd name="connsiteY65" fmla="*/ 164245 h 788699"/>
                <a:gd name="connsiteX66" fmla="*/ 311107 w 462341"/>
                <a:gd name="connsiteY66" fmla="*/ 134329 h 788699"/>
                <a:gd name="connsiteX67" fmla="*/ 283910 w 462341"/>
                <a:gd name="connsiteY67" fmla="*/ 118011 h 788699"/>
                <a:gd name="connsiteX68" fmla="*/ 251274 w 462341"/>
                <a:gd name="connsiteY68" fmla="*/ 112571 h 788699"/>
                <a:gd name="connsiteX69" fmla="*/ 215918 w 462341"/>
                <a:gd name="connsiteY69" fmla="*/ 123450 h 788699"/>
                <a:gd name="connsiteX70" fmla="*/ 202320 w 462341"/>
                <a:gd name="connsiteY70" fmla="*/ 147927 h 788699"/>
                <a:gd name="connsiteX71" fmla="*/ 188722 w 462341"/>
                <a:gd name="connsiteY71" fmla="*/ 180563 h 788699"/>
                <a:gd name="connsiteX72" fmla="*/ 183283 w 462341"/>
                <a:gd name="connsiteY72" fmla="*/ 210479 h 788699"/>
                <a:gd name="connsiteX73" fmla="*/ 188722 w 462341"/>
                <a:gd name="connsiteY73" fmla="*/ 226797 h 788699"/>
                <a:gd name="connsiteX74" fmla="*/ 188722 w 462341"/>
                <a:gd name="connsiteY74" fmla="*/ 248554 h 788699"/>
                <a:gd name="connsiteX75" fmla="*/ 210479 w 462341"/>
                <a:gd name="connsiteY75" fmla="*/ 273031 h 788699"/>
                <a:gd name="connsiteX76" fmla="*/ 226797 w 462341"/>
                <a:gd name="connsiteY76" fmla="*/ 300228 h 788699"/>
                <a:gd name="connsiteX77" fmla="*/ 256713 w 462341"/>
                <a:gd name="connsiteY77" fmla="*/ 332864 h 788699"/>
                <a:gd name="connsiteX78" fmla="*/ 275751 w 462341"/>
                <a:gd name="connsiteY78" fmla="*/ 351901 h 788699"/>
                <a:gd name="connsiteX79" fmla="*/ 324705 w 462341"/>
                <a:gd name="connsiteY79" fmla="*/ 400855 h 788699"/>
                <a:gd name="connsiteX80" fmla="*/ 343742 w 462341"/>
                <a:gd name="connsiteY80" fmla="*/ 428051 h 788699"/>
                <a:gd name="connsiteX81" fmla="*/ 351901 w 462341"/>
                <a:gd name="connsiteY81" fmla="*/ 433491 h 788699"/>
                <a:gd name="connsiteX82" fmla="*/ 360060 w 462341"/>
                <a:gd name="connsiteY82" fmla="*/ 447089 h 788699"/>
                <a:gd name="connsiteX83" fmla="*/ 384537 w 462341"/>
                <a:gd name="connsiteY83" fmla="*/ 474286 h 788699"/>
                <a:gd name="connsiteX84" fmla="*/ 395416 w 462341"/>
                <a:gd name="connsiteY84" fmla="*/ 506921 h 788699"/>
                <a:gd name="connsiteX85" fmla="*/ 406295 w 462341"/>
                <a:gd name="connsiteY85" fmla="*/ 536838 h 788699"/>
                <a:gd name="connsiteX86" fmla="*/ 409014 w 462341"/>
                <a:gd name="connsiteY86" fmla="*/ 547716 h 788699"/>
                <a:gd name="connsiteX87" fmla="*/ 406295 w 462341"/>
                <a:gd name="connsiteY87" fmla="*/ 569473 h 788699"/>
                <a:gd name="connsiteX88" fmla="*/ 403575 w 462341"/>
                <a:gd name="connsiteY88" fmla="*/ 583072 h 788699"/>
                <a:gd name="connsiteX89" fmla="*/ 403575 w 462341"/>
                <a:gd name="connsiteY89" fmla="*/ 583072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462341" h="788699">
                  <a:moveTo>
                    <a:pt x="403575" y="583072"/>
                  </a:moveTo>
                  <a:cubicBezTo>
                    <a:pt x="403575" y="588511"/>
                    <a:pt x="406295" y="591231"/>
                    <a:pt x="406295" y="596670"/>
                  </a:cubicBezTo>
                  <a:cubicBezTo>
                    <a:pt x="406295" y="602109"/>
                    <a:pt x="403575" y="604829"/>
                    <a:pt x="400855" y="610268"/>
                  </a:cubicBezTo>
                  <a:cubicBezTo>
                    <a:pt x="398136" y="615708"/>
                    <a:pt x="392696" y="621147"/>
                    <a:pt x="389977" y="626586"/>
                  </a:cubicBezTo>
                  <a:cubicBezTo>
                    <a:pt x="381818" y="645624"/>
                    <a:pt x="368219" y="661942"/>
                    <a:pt x="354621" y="675540"/>
                  </a:cubicBezTo>
                  <a:cubicBezTo>
                    <a:pt x="346462" y="683699"/>
                    <a:pt x="338303" y="686419"/>
                    <a:pt x="327424" y="691858"/>
                  </a:cubicBezTo>
                  <a:cubicBezTo>
                    <a:pt x="316546" y="700017"/>
                    <a:pt x="302948" y="708176"/>
                    <a:pt x="292069" y="713615"/>
                  </a:cubicBezTo>
                  <a:cubicBezTo>
                    <a:pt x="281190" y="719054"/>
                    <a:pt x="264872" y="724494"/>
                    <a:pt x="251274" y="724494"/>
                  </a:cubicBezTo>
                  <a:cubicBezTo>
                    <a:pt x="240395" y="724494"/>
                    <a:pt x="229517" y="721774"/>
                    <a:pt x="221358" y="721774"/>
                  </a:cubicBezTo>
                  <a:cubicBezTo>
                    <a:pt x="213199" y="721774"/>
                    <a:pt x="202320" y="721774"/>
                    <a:pt x="191442" y="721774"/>
                  </a:cubicBezTo>
                  <a:cubicBezTo>
                    <a:pt x="172404" y="721774"/>
                    <a:pt x="172404" y="721774"/>
                    <a:pt x="153366" y="713615"/>
                  </a:cubicBezTo>
                  <a:cubicBezTo>
                    <a:pt x="134329" y="708176"/>
                    <a:pt x="118011" y="691858"/>
                    <a:pt x="104412" y="675540"/>
                  </a:cubicBezTo>
                  <a:cubicBezTo>
                    <a:pt x="104412" y="678260"/>
                    <a:pt x="104412" y="680979"/>
                    <a:pt x="104412" y="689138"/>
                  </a:cubicBezTo>
                  <a:cubicBezTo>
                    <a:pt x="104412" y="694578"/>
                    <a:pt x="104412" y="702737"/>
                    <a:pt x="101693" y="710895"/>
                  </a:cubicBezTo>
                  <a:cubicBezTo>
                    <a:pt x="101693" y="721774"/>
                    <a:pt x="96253" y="732653"/>
                    <a:pt x="85375" y="732653"/>
                  </a:cubicBezTo>
                  <a:cubicBezTo>
                    <a:pt x="77216" y="732653"/>
                    <a:pt x="74496" y="729933"/>
                    <a:pt x="69057" y="727214"/>
                  </a:cubicBezTo>
                  <a:cubicBezTo>
                    <a:pt x="63618" y="724494"/>
                    <a:pt x="60898" y="716335"/>
                    <a:pt x="60898" y="710895"/>
                  </a:cubicBezTo>
                  <a:cubicBezTo>
                    <a:pt x="58178" y="702737"/>
                    <a:pt x="58178" y="697297"/>
                    <a:pt x="58178" y="691858"/>
                  </a:cubicBezTo>
                  <a:cubicBezTo>
                    <a:pt x="58178" y="683699"/>
                    <a:pt x="60898" y="678260"/>
                    <a:pt x="60898" y="664661"/>
                  </a:cubicBezTo>
                  <a:cubicBezTo>
                    <a:pt x="60898" y="656502"/>
                    <a:pt x="60898" y="632026"/>
                    <a:pt x="60898" y="607549"/>
                  </a:cubicBezTo>
                  <a:cubicBezTo>
                    <a:pt x="60898" y="574913"/>
                    <a:pt x="60898" y="542277"/>
                    <a:pt x="63618" y="528679"/>
                  </a:cubicBezTo>
                  <a:cubicBezTo>
                    <a:pt x="63618" y="520520"/>
                    <a:pt x="63618" y="509641"/>
                    <a:pt x="69057" y="504202"/>
                  </a:cubicBezTo>
                  <a:cubicBezTo>
                    <a:pt x="71777" y="501482"/>
                    <a:pt x="71777" y="498762"/>
                    <a:pt x="74496" y="493323"/>
                  </a:cubicBezTo>
                  <a:cubicBezTo>
                    <a:pt x="77216" y="490603"/>
                    <a:pt x="79936" y="487884"/>
                    <a:pt x="82655" y="487884"/>
                  </a:cubicBezTo>
                  <a:cubicBezTo>
                    <a:pt x="85375" y="487884"/>
                    <a:pt x="90814" y="490603"/>
                    <a:pt x="90814" y="493323"/>
                  </a:cubicBezTo>
                  <a:cubicBezTo>
                    <a:pt x="93534" y="498762"/>
                    <a:pt x="98973" y="506921"/>
                    <a:pt x="98973" y="512361"/>
                  </a:cubicBezTo>
                  <a:cubicBezTo>
                    <a:pt x="98973" y="520520"/>
                    <a:pt x="101693" y="536838"/>
                    <a:pt x="101693" y="555875"/>
                  </a:cubicBezTo>
                  <a:cubicBezTo>
                    <a:pt x="101693" y="569473"/>
                    <a:pt x="101693" y="583072"/>
                    <a:pt x="101693" y="596670"/>
                  </a:cubicBezTo>
                  <a:cubicBezTo>
                    <a:pt x="101693" y="607549"/>
                    <a:pt x="104412" y="618427"/>
                    <a:pt x="109852" y="626586"/>
                  </a:cubicBezTo>
                  <a:cubicBezTo>
                    <a:pt x="115291" y="637465"/>
                    <a:pt x="123450" y="642904"/>
                    <a:pt x="128889" y="651063"/>
                  </a:cubicBezTo>
                  <a:cubicBezTo>
                    <a:pt x="137048" y="661942"/>
                    <a:pt x="139768" y="667381"/>
                    <a:pt x="153366" y="670101"/>
                  </a:cubicBezTo>
                  <a:cubicBezTo>
                    <a:pt x="161525" y="670101"/>
                    <a:pt x="183283" y="678260"/>
                    <a:pt x="196881" y="678260"/>
                  </a:cubicBezTo>
                  <a:cubicBezTo>
                    <a:pt x="207759" y="678260"/>
                    <a:pt x="210479" y="672820"/>
                    <a:pt x="221358" y="667381"/>
                  </a:cubicBezTo>
                  <a:cubicBezTo>
                    <a:pt x="232236" y="661942"/>
                    <a:pt x="245835" y="664661"/>
                    <a:pt x="253994" y="659222"/>
                  </a:cubicBezTo>
                  <a:cubicBezTo>
                    <a:pt x="262153" y="653783"/>
                    <a:pt x="273031" y="645624"/>
                    <a:pt x="275751" y="637465"/>
                  </a:cubicBezTo>
                  <a:cubicBezTo>
                    <a:pt x="281190" y="629306"/>
                    <a:pt x="281190" y="621147"/>
                    <a:pt x="281190" y="615708"/>
                  </a:cubicBezTo>
                  <a:cubicBezTo>
                    <a:pt x="281190" y="610268"/>
                    <a:pt x="281190" y="607549"/>
                    <a:pt x="278471" y="602109"/>
                  </a:cubicBezTo>
                  <a:cubicBezTo>
                    <a:pt x="275751" y="591231"/>
                    <a:pt x="267592" y="583072"/>
                    <a:pt x="262153" y="572193"/>
                  </a:cubicBezTo>
                  <a:cubicBezTo>
                    <a:pt x="256713" y="561314"/>
                    <a:pt x="253994" y="547716"/>
                    <a:pt x="245835" y="536838"/>
                  </a:cubicBezTo>
                  <a:cubicBezTo>
                    <a:pt x="232236" y="515080"/>
                    <a:pt x="213199" y="498762"/>
                    <a:pt x="196881" y="477005"/>
                  </a:cubicBezTo>
                  <a:cubicBezTo>
                    <a:pt x="180563" y="457968"/>
                    <a:pt x="164245" y="438930"/>
                    <a:pt x="145207" y="419892"/>
                  </a:cubicBezTo>
                  <a:cubicBezTo>
                    <a:pt x="126170" y="400855"/>
                    <a:pt x="109852" y="379098"/>
                    <a:pt x="93534" y="357340"/>
                  </a:cubicBezTo>
                  <a:cubicBezTo>
                    <a:pt x="77216" y="335583"/>
                    <a:pt x="71777" y="308387"/>
                    <a:pt x="66337" y="283910"/>
                  </a:cubicBezTo>
                  <a:cubicBezTo>
                    <a:pt x="63618" y="267592"/>
                    <a:pt x="58178" y="245834"/>
                    <a:pt x="58178" y="224077"/>
                  </a:cubicBezTo>
                  <a:cubicBezTo>
                    <a:pt x="58178" y="194161"/>
                    <a:pt x="69057" y="175123"/>
                    <a:pt x="82655" y="150647"/>
                  </a:cubicBezTo>
                  <a:cubicBezTo>
                    <a:pt x="96253" y="128889"/>
                    <a:pt x="115291" y="109852"/>
                    <a:pt x="137048" y="96253"/>
                  </a:cubicBezTo>
                  <a:cubicBezTo>
                    <a:pt x="158806" y="82655"/>
                    <a:pt x="172404" y="79936"/>
                    <a:pt x="196881" y="77216"/>
                  </a:cubicBezTo>
                  <a:cubicBezTo>
                    <a:pt x="210479" y="77216"/>
                    <a:pt x="215918" y="69057"/>
                    <a:pt x="232236" y="69057"/>
                  </a:cubicBezTo>
                  <a:cubicBezTo>
                    <a:pt x="243115" y="69057"/>
                    <a:pt x="251274" y="71776"/>
                    <a:pt x="262153" y="74496"/>
                  </a:cubicBezTo>
                  <a:cubicBezTo>
                    <a:pt x="273031" y="77216"/>
                    <a:pt x="283910" y="82655"/>
                    <a:pt x="294789" y="85375"/>
                  </a:cubicBezTo>
                  <a:cubicBezTo>
                    <a:pt x="308387" y="90814"/>
                    <a:pt x="319265" y="96253"/>
                    <a:pt x="327424" y="104412"/>
                  </a:cubicBezTo>
                  <a:cubicBezTo>
                    <a:pt x="327424" y="90814"/>
                    <a:pt x="327424" y="79936"/>
                    <a:pt x="332864" y="74496"/>
                  </a:cubicBezTo>
                  <a:cubicBezTo>
                    <a:pt x="335583" y="71776"/>
                    <a:pt x="335583" y="69057"/>
                    <a:pt x="338303" y="63618"/>
                  </a:cubicBezTo>
                  <a:cubicBezTo>
                    <a:pt x="341023" y="60898"/>
                    <a:pt x="346462" y="58178"/>
                    <a:pt x="349182" y="58178"/>
                  </a:cubicBezTo>
                  <a:cubicBezTo>
                    <a:pt x="351901" y="58178"/>
                    <a:pt x="357341" y="60898"/>
                    <a:pt x="357341" y="63618"/>
                  </a:cubicBezTo>
                  <a:cubicBezTo>
                    <a:pt x="360060" y="69057"/>
                    <a:pt x="365500" y="77216"/>
                    <a:pt x="365500" y="82655"/>
                  </a:cubicBezTo>
                  <a:cubicBezTo>
                    <a:pt x="365500" y="90814"/>
                    <a:pt x="368219" y="123450"/>
                    <a:pt x="368219" y="142488"/>
                  </a:cubicBezTo>
                  <a:cubicBezTo>
                    <a:pt x="368219" y="158806"/>
                    <a:pt x="368219" y="177843"/>
                    <a:pt x="368219" y="188722"/>
                  </a:cubicBezTo>
                  <a:cubicBezTo>
                    <a:pt x="368219" y="213199"/>
                    <a:pt x="370939" y="224077"/>
                    <a:pt x="370939" y="245834"/>
                  </a:cubicBezTo>
                  <a:cubicBezTo>
                    <a:pt x="370939" y="256713"/>
                    <a:pt x="370939" y="286629"/>
                    <a:pt x="354621" y="286629"/>
                  </a:cubicBezTo>
                  <a:cubicBezTo>
                    <a:pt x="346462" y="286629"/>
                    <a:pt x="343742" y="283910"/>
                    <a:pt x="338303" y="281190"/>
                  </a:cubicBezTo>
                  <a:cubicBezTo>
                    <a:pt x="332864" y="278470"/>
                    <a:pt x="330144" y="270311"/>
                    <a:pt x="330144" y="264872"/>
                  </a:cubicBezTo>
                  <a:cubicBezTo>
                    <a:pt x="327424" y="256713"/>
                    <a:pt x="327424" y="251274"/>
                    <a:pt x="327424" y="248554"/>
                  </a:cubicBezTo>
                  <a:cubicBezTo>
                    <a:pt x="327424" y="240395"/>
                    <a:pt x="330144" y="234956"/>
                    <a:pt x="330144" y="221357"/>
                  </a:cubicBezTo>
                  <a:cubicBezTo>
                    <a:pt x="330144" y="213199"/>
                    <a:pt x="330144" y="202320"/>
                    <a:pt x="330144" y="188722"/>
                  </a:cubicBezTo>
                  <a:cubicBezTo>
                    <a:pt x="330144" y="180563"/>
                    <a:pt x="327424" y="172404"/>
                    <a:pt x="327424" y="164245"/>
                  </a:cubicBezTo>
                  <a:cubicBezTo>
                    <a:pt x="324705" y="153366"/>
                    <a:pt x="319265" y="142488"/>
                    <a:pt x="311107" y="134329"/>
                  </a:cubicBezTo>
                  <a:cubicBezTo>
                    <a:pt x="302948" y="126170"/>
                    <a:pt x="294789" y="120730"/>
                    <a:pt x="283910" y="118011"/>
                  </a:cubicBezTo>
                  <a:cubicBezTo>
                    <a:pt x="275751" y="115291"/>
                    <a:pt x="262153" y="112571"/>
                    <a:pt x="251274" y="112571"/>
                  </a:cubicBezTo>
                  <a:cubicBezTo>
                    <a:pt x="237676" y="112571"/>
                    <a:pt x="224077" y="115291"/>
                    <a:pt x="215918" y="123450"/>
                  </a:cubicBezTo>
                  <a:cubicBezTo>
                    <a:pt x="207759" y="128889"/>
                    <a:pt x="205040" y="139768"/>
                    <a:pt x="202320" y="147927"/>
                  </a:cubicBezTo>
                  <a:cubicBezTo>
                    <a:pt x="196881" y="158806"/>
                    <a:pt x="191442" y="166964"/>
                    <a:pt x="188722" y="180563"/>
                  </a:cubicBezTo>
                  <a:cubicBezTo>
                    <a:pt x="186002" y="191441"/>
                    <a:pt x="183283" y="199600"/>
                    <a:pt x="183283" y="210479"/>
                  </a:cubicBezTo>
                  <a:cubicBezTo>
                    <a:pt x="183283" y="215918"/>
                    <a:pt x="186002" y="221357"/>
                    <a:pt x="188722" y="226797"/>
                  </a:cubicBezTo>
                  <a:cubicBezTo>
                    <a:pt x="191442" y="234956"/>
                    <a:pt x="188722" y="243115"/>
                    <a:pt x="188722" y="248554"/>
                  </a:cubicBezTo>
                  <a:cubicBezTo>
                    <a:pt x="191442" y="259433"/>
                    <a:pt x="202320" y="264872"/>
                    <a:pt x="210479" y="273031"/>
                  </a:cubicBezTo>
                  <a:cubicBezTo>
                    <a:pt x="218638" y="281190"/>
                    <a:pt x="221358" y="292069"/>
                    <a:pt x="226797" y="300228"/>
                  </a:cubicBezTo>
                  <a:cubicBezTo>
                    <a:pt x="234956" y="311106"/>
                    <a:pt x="245835" y="321985"/>
                    <a:pt x="256713" y="332864"/>
                  </a:cubicBezTo>
                  <a:cubicBezTo>
                    <a:pt x="259433" y="338303"/>
                    <a:pt x="267592" y="343742"/>
                    <a:pt x="275751" y="351901"/>
                  </a:cubicBezTo>
                  <a:cubicBezTo>
                    <a:pt x="292069" y="368219"/>
                    <a:pt x="311107" y="384537"/>
                    <a:pt x="324705" y="400855"/>
                  </a:cubicBezTo>
                  <a:cubicBezTo>
                    <a:pt x="332864" y="409014"/>
                    <a:pt x="335583" y="419892"/>
                    <a:pt x="343742" y="428051"/>
                  </a:cubicBezTo>
                  <a:cubicBezTo>
                    <a:pt x="346462" y="430771"/>
                    <a:pt x="349182" y="430771"/>
                    <a:pt x="351901" y="433491"/>
                  </a:cubicBezTo>
                  <a:cubicBezTo>
                    <a:pt x="354621" y="436210"/>
                    <a:pt x="357341" y="441650"/>
                    <a:pt x="360060" y="447089"/>
                  </a:cubicBezTo>
                  <a:cubicBezTo>
                    <a:pt x="368219" y="455248"/>
                    <a:pt x="376378" y="463407"/>
                    <a:pt x="384537" y="474286"/>
                  </a:cubicBezTo>
                  <a:cubicBezTo>
                    <a:pt x="389977" y="482445"/>
                    <a:pt x="392696" y="496043"/>
                    <a:pt x="395416" y="506921"/>
                  </a:cubicBezTo>
                  <a:cubicBezTo>
                    <a:pt x="400855" y="517800"/>
                    <a:pt x="400855" y="528679"/>
                    <a:pt x="406295" y="536838"/>
                  </a:cubicBezTo>
                  <a:cubicBezTo>
                    <a:pt x="409014" y="539557"/>
                    <a:pt x="409014" y="544997"/>
                    <a:pt x="409014" y="547716"/>
                  </a:cubicBezTo>
                  <a:cubicBezTo>
                    <a:pt x="409014" y="555875"/>
                    <a:pt x="406295" y="561314"/>
                    <a:pt x="406295" y="569473"/>
                  </a:cubicBezTo>
                  <a:cubicBezTo>
                    <a:pt x="406295" y="574913"/>
                    <a:pt x="403575" y="577632"/>
                    <a:pt x="403575" y="583072"/>
                  </a:cubicBezTo>
                  <a:lnTo>
                    <a:pt x="403575" y="583072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3B3E68FC-F99A-473C-A1B9-AA803E7F6CFB}"/>
                </a:ext>
              </a:extLst>
            </p:cNvPr>
            <p:cNvSpPr/>
            <p:nvPr/>
          </p:nvSpPr>
          <p:spPr>
            <a:xfrm>
              <a:off x="2456032" y="4192158"/>
              <a:ext cx="571128" cy="761503"/>
            </a:xfrm>
            <a:custGeom>
              <a:avLst/>
              <a:gdLst>
                <a:gd name="connsiteX0" fmla="*/ 512361 w 571128"/>
                <a:gd name="connsiteY0" fmla="*/ 79936 h 761503"/>
                <a:gd name="connsiteX1" fmla="*/ 539558 w 571128"/>
                <a:gd name="connsiteY1" fmla="*/ 96253 h 761503"/>
                <a:gd name="connsiteX2" fmla="*/ 534118 w 571128"/>
                <a:gd name="connsiteY2" fmla="*/ 112571 h 761503"/>
                <a:gd name="connsiteX3" fmla="*/ 523240 w 571128"/>
                <a:gd name="connsiteY3" fmla="*/ 120730 h 761503"/>
                <a:gd name="connsiteX4" fmla="*/ 506922 w 571128"/>
                <a:gd name="connsiteY4" fmla="*/ 123450 h 761503"/>
                <a:gd name="connsiteX5" fmla="*/ 477006 w 571128"/>
                <a:gd name="connsiteY5" fmla="*/ 123450 h 761503"/>
                <a:gd name="connsiteX6" fmla="*/ 479725 w 571128"/>
                <a:gd name="connsiteY6" fmla="*/ 145207 h 761503"/>
                <a:gd name="connsiteX7" fmla="*/ 477006 w 571128"/>
                <a:gd name="connsiteY7" fmla="*/ 180563 h 761503"/>
                <a:gd name="connsiteX8" fmla="*/ 482445 w 571128"/>
                <a:gd name="connsiteY8" fmla="*/ 232236 h 761503"/>
                <a:gd name="connsiteX9" fmla="*/ 485165 w 571128"/>
                <a:gd name="connsiteY9" fmla="*/ 283910 h 761503"/>
                <a:gd name="connsiteX10" fmla="*/ 485165 w 571128"/>
                <a:gd name="connsiteY10" fmla="*/ 327424 h 761503"/>
                <a:gd name="connsiteX11" fmla="*/ 487884 w 571128"/>
                <a:gd name="connsiteY11" fmla="*/ 373658 h 761503"/>
                <a:gd name="connsiteX12" fmla="*/ 485165 w 571128"/>
                <a:gd name="connsiteY12" fmla="*/ 419892 h 761503"/>
                <a:gd name="connsiteX13" fmla="*/ 485165 w 571128"/>
                <a:gd name="connsiteY13" fmla="*/ 463407 h 761503"/>
                <a:gd name="connsiteX14" fmla="*/ 482445 w 571128"/>
                <a:gd name="connsiteY14" fmla="*/ 515080 h 761503"/>
                <a:gd name="connsiteX15" fmla="*/ 482445 w 571128"/>
                <a:gd name="connsiteY15" fmla="*/ 558595 h 761503"/>
                <a:gd name="connsiteX16" fmla="*/ 479725 w 571128"/>
                <a:gd name="connsiteY16" fmla="*/ 602109 h 761503"/>
                <a:gd name="connsiteX17" fmla="*/ 485165 w 571128"/>
                <a:gd name="connsiteY17" fmla="*/ 648343 h 761503"/>
                <a:gd name="connsiteX18" fmla="*/ 474286 w 571128"/>
                <a:gd name="connsiteY18" fmla="*/ 675540 h 761503"/>
                <a:gd name="connsiteX19" fmla="*/ 428052 w 571128"/>
                <a:gd name="connsiteY19" fmla="*/ 691858 h 761503"/>
                <a:gd name="connsiteX20" fmla="*/ 387257 w 571128"/>
                <a:gd name="connsiteY20" fmla="*/ 683699 h 761503"/>
                <a:gd name="connsiteX21" fmla="*/ 351901 w 571128"/>
                <a:gd name="connsiteY21" fmla="*/ 664661 h 761503"/>
                <a:gd name="connsiteX22" fmla="*/ 305667 w 571128"/>
                <a:gd name="connsiteY22" fmla="*/ 596670 h 761503"/>
                <a:gd name="connsiteX23" fmla="*/ 270312 w 571128"/>
                <a:gd name="connsiteY23" fmla="*/ 509641 h 761503"/>
                <a:gd name="connsiteX24" fmla="*/ 251274 w 571128"/>
                <a:gd name="connsiteY24" fmla="*/ 460687 h 761503"/>
                <a:gd name="connsiteX25" fmla="*/ 224077 w 571128"/>
                <a:gd name="connsiteY25" fmla="*/ 381817 h 761503"/>
                <a:gd name="connsiteX26" fmla="*/ 207759 w 571128"/>
                <a:gd name="connsiteY26" fmla="*/ 330144 h 761503"/>
                <a:gd name="connsiteX27" fmla="*/ 191442 w 571128"/>
                <a:gd name="connsiteY27" fmla="*/ 286629 h 761503"/>
                <a:gd name="connsiteX28" fmla="*/ 183283 w 571128"/>
                <a:gd name="connsiteY28" fmla="*/ 278470 h 761503"/>
                <a:gd name="connsiteX29" fmla="*/ 180563 w 571128"/>
                <a:gd name="connsiteY29" fmla="*/ 292069 h 761503"/>
                <a:gd name="connsiteX30" fmla="*/ 180563 w 571128"/>
                <a:gd name="connsiteY30" fmla="*/ 305667 h 761503"/>
                <a:gd name="connsiteX31" fmla="*/ 183283 w 571128"/>
                <a:gd name="connsiteY31" fmla="*/ 354621 h 761503"/>
                <a:gd name="connsiteX32" fmla="*/ 188722 w 571128"/>
                <a:gd name="connsiteY32" fmla="*/ 449809 h 761503"/>
                <a:gd name="connsiteX33" fmla="*/ 188722 w 571128"/>
                <a:gd name="connsiteY33" fmla="*/ 479725 h 761503"/>
                <a:gd name="connsiteX34" fmla="*/ 188722 w 571128"/>
                <a:gd name="connsiteY34" fmla="*/ 542277 h 761503"/>
                <a:gd name="connsiteX35" fmla="*/ 186002 w 571128"/>
                <a:gd name="connsiteY35" fmla="*/ 615708 h 761503"/>
                <a:gd name="connsiteX36" fmla="*/ 186002 w 571128"/>
                <a:gd name="connsiteY36" fmla="*/ 637465 h 761503"/>
                <a:gd name="connsiteX37" fmla="*/ 183283 w 571128"/>
                <a:gd name="connsiteY37" fmla="*/ 664661 h 761503"/>
                <a:gd name="connsiteX38" fmla="*/ 226797 w 571128"/>
                <a:gd name="connsiteY38" fmla="*/ 664661 h 761503"/>
                <a:gd name="connsiteX39" fmla="*/ 253994 w 571128"/>
                <a:gd name="connsiteY39" fmla="*/ 680979 h 761503"/>
                <a:gd name="connsiteX40" fmla="*/ 248554 w 571128"/>
                <a:gd name="connsiteY40" fmla="*/ 697297 h 761503"/>
                <a:gd name="connsiteX41" fmla="*/ 234956 w 571128"/>
                <a:gd name="connsiteY41" fmla="*/ 705456 h 761503"/>
                <a:gd name="connsiteX42" fmla="*/ 218638 w 571128"/>
                <a:gd name="connsiteY42" fmla="*/ 708176 h 761503"/>
                <a:gd name="connsiteX43" fmla="*/ 183283 w 571128"/>
                <a:gd name="connsiteY43" fmla="*/ 708176 h 761503"/>
                <a:gd name="connsiteX44" fmla="*/ 150647 w 571128"/>
                <a:gd name="connsiteY44" fmla="*/ 708176 h 761503"/>
                <a:gd name="connsiteX45" fmla="*/ 107132 w 571128"/>
                <a:gd name="connsiteY45" fmla="*/ 708176 h 761503"/>
                <a:gd name="connsiteX46" fmla="*/ 88094 w 571128"/>
                <a:gd name="connsiteY46" fmla="*/ 708176 h 761503"/>
                <a:gd name="connsiteX47" fmla="*/ 69057 w 571128"/>
                <a:gd name="connsiteY47" fmla="*/ 702737 h 761503"/>
                <a:gd name="connsiteX48" fmla="*/ 58178 w 571128"/>
                <a:gd name="connsiteY48" fmla="*/ 686419 h 761503"/>
                <a:gd name="connsiteX49" fmla="*/ 60898 w 571128"/>
                <a:gd name="connsiteY49" fmla="*/ 678260 h 761503"/>
                <a:gd name="connsiteX50" fmla="*/ 77216 w 571128"/>
                <a:gd name="connsiteY50" fmla="*/ 670101 h 761503"/>
                <a:gd name="connsiteX51" fmla="*/ 120730 w 571128"/>
                <a:gd name="connsiteY51" fmla="*/ 664661 h 761503"/>
                <a:gd name="connsiteX52" fmla="*/ 131609 w 571128"/>
                <a:gd name="connsiteY52" fmla="*/ 664661 h 761503"/>
                <a:gd name="connsiteX53" fmla="*/ 134329 w 571128"/>
                <a:gd name="connsiteY53" fmla="*/ 539557 h 761503"/>
                <a:gd name="connsiteX54" fmla="*/ 134329 w 571128"/>
                <a:gd name="connsiteY54" fmla="*/ 504202 h 761503"/>
                <a:gd name="connsiteX55" fmla="*/ 131609 w 571128"/>
                <a:gd name="connsiteY55" fmla="*/ 376378 h 761503"/>
                <a:gd name="connsiteX56" fmla="*/ 131609 w 571128"/>
                <a:gd name="connsiteY56" fmla="*/ 302947 h 761503"/>
                <a:gd name="connsiteX57" fmla="*/ 134329 w 571128"/>
                <a:gd name="connsiteY57" fmla="*/ 221357 h 761503"/>
                <a:gd name="connsiteX58" fmla="*/ 137048 w 571128"/>
                <a:gd name="connsiteY58" fmla="*/ 123450 h 761503"/>
                <a:gd name="connsiteX59" fmla="*/ 107132 w 571128"/>
                <a:gd name="connsiteY59" fmla="*/ 123450 h 761503"/>
                <a:gd name="connsiteX60" fmla="*/ 88094 w 571128"/>
                <a:gd name="connsiteY60" fmla="*/ 123450 h 761503"/>
                <a:gd name="connsiteX61" fmla="*/ 69057 w 571128"/>
                <a:gd name="connsiteY61" fmla="*/ 118011 h 761503"/>
                <a:gd name="connsiteX62" fmla="*/ 58178 w 571128"/>
                <a:gd name="connsiteY62" fmla="*/ 101693 h 761503"/>
                <a:gd name="connsiteX63" fmla="*/ 60898 w 571128"/>
                <a:gd name="connsiteY63" fmla="*/ 93534 h 761503"/>
                <a:gd name="connsiteX64" fmla="*/ 77216 w 571128"/>
                <a:gd name="connsiteY64" fmla="*/ 85375 h 761503"/>
                <a:gd name="connsiteX65" fmla="*/ 131609 w 571128"/>
                <a:gd name="connsiteY65" fmla="*/ 79936 h 761503"/>
                <a:gd name="connsiteX66" fmla="*/ 161525 w 571128"/>
                <a:gd name="connsiteY66" fmla="*/ 79936 h 761503"/>
                <a:gd name="connsiteX67" fmla="*/ 177843 w 571128"/>
                <a:gd name="connsiteY67" fmla="*/ 66337 h 761503"/>
                <a:gd name="connsiteX68" fmla="*/ 202320 w 571128"/>
                <a:gd name="connsiteY68" fmla="*/ 58178 h 761503"/>
                <a:gd name="connsiteX69" fmla="*/ 234956 w 571128"/>
                <a:gd name="connsiteY69" fmla="*/ 77216 h 761503"/>
                <a:gd name="connsiteX70" fmla="*/ 251274 w 571128"/>
                <a:gd name="connsiteY70" fmla="*/ 107132 h 761503"/>
                <a:gd name="connsiteX71" fmla="*/ 267592 w 571128"/>
                <a:gd name="connsiteY71" fmla="*/ 147927 h 761503"/>
                <a:gd name="connsiteX72" fmla="*/ 281190 w 571128"/>
                <a:gd name="connsiteY72" fmla="*/ 183282 h 761503"/>
                <a:gd name="connsiteX73" fmla="*/ 297508 w 571128"/>
                <a:gd name="connsiteY73" fmla="*/ 224077 h 761503"/>
                <a:gd name="connsiteX74" fmla="*/ 308387 w 571128"/>
                <a:gd name="connsiteY74" fmla="*/ 264872 h 761503"/>
                <a:gd name="connsiteX75" fmla="*/ 319265 w 571128"/>
                <a:gd name="connsiteY75" fmla="*/ 300228 h 761503"/>
                <a:gd name="connsiteX76" fmla="*/ 351901 w 571128"/>
                <a:gd name="connsiteY76" fmla="*/ 379098 h 761503"/>
                <a:gd name="connsiteX77" fmla="*/ 365500 w 571128"/>
                <a:gd name="connsiteY77" fmla="*/ 417173 h 761503"/>
                <a:gd name="connsiteX78" fmla="*/ 379098 w 571128"/>
                <a:gd name="connsiteY78" fmla="*/ 457968 h 761503"/>
                <a:gd name="connsiteX79" fmla="*/ 395416 w 571128"/>
                <a:gd name="connsiteY79" fmla="*/ 496043 h 761503"/>
                <a:gd name="connsiteX80" fmla="*/ 406295 w 571128"/>
                <a:gd name="connsiteY80" fmla="*/ 512361 h 761503"/>
                <a:gd name="connsiteX81" fmla="*/ 411734 w 571128"/>
                <a:gd name="connsiteY81" fmla="*/ 531398 h 761503"/>
                <a:gd name="connsiteX82" fmla="*/ 419893 w 571128"/>
                <a:gd name="connsiteY82" fmla="*/ 558595 h 761503"/>
                <a:gd name="connsiteX83" fmla="*/ 425332 w 571128"/>
                <a:gd name="connsiteY83" fmla="*/ 564034 h 761503"/>
                <a:gd name="connsiteX84" fmla="*/ 430771 w 571128"/>
                <a:gd name="connsiteY84" fmla="*/ 558595 h 761503"/>
                <a:gd name="connsiteX85" fmla="*/ 430771 w 571128"/>
                <a:gd name="connsiteY85" fmla="*/ 550436 h 761503"/>
                <a:gd name="connsiteX86" fmla="*/ 430771 w 571128"/>
                <a:gd name="connsiteY86" fmla="*/ 501482 h 761503"/>
                <a:gd name="connsiteX87" fmla="*/ 430771 w 571128"/>
                <a:gd name="connsiteY87" fmla="*/ 403575 h 761503"/>
                <a:gd name="connsiteX88" fmla="*/ 425332 w 571128"/>
                <a:gd name="connsiteY88" fmla="*/ 313826 h 761503"/>
                <a:gd name="connsiteX89" fmla="*/ 425332 w 571128"/>
                <a:gd name="connsiteY89" fmla="*/ 248554 h 761503"/>
                <a:gd name="connsiteX90" fmla="*/ 425332 w 571128"/>
                <a:gd name="connsiteY90" fmla="*/ 210479 h 761503"/>
                <a:gd name="connsiteX91" fmla="*/ 422613 w 571128"/>
                <a:gd name="connsiteY91" fmla="*/ 153366 h 761503"/>
                <a:gd name="connsiteX92" fmla="*/ 425332 w 571128"/>
                <a:gd name="connsiteY92" fmla="*/ 123450 h 761503"/>
                <a:gd name="connsiteX93" fmla="*/ 398136 w 571128"/>
                <a:gd name="connsiteY93" fmla="*/ 123450 h 761503"/>
                <a:gd name="connsiteX94" fmla="*/ 379098 w 571128"/>
                <a:gd name="connsiteY94" fmla="*/ 123450 h 761503"/>
                <a:gd name="connsiteX95" fmla="*/ 360060 w 571128"/>
                <a:gd name="connsiteY95" fmla="*/ 118011 h 761503"/>
                <a:gd name="connsiteX96" fmla="*/ 349182 w 571128"/>
                <a:gd name="connsiteY96" fmla="*/ 101693 h 761503"/>
                <a:gd name="connsiteX97" fmla="*/ 351901 w 571128"/>
                <a:gd name="connsiteY97" fmla="*/ 93534 h 761503"/>
                <a:gd name="connsiteX98" fmla="*/ 368219 w 571128"/>
                <a:gd name="connsiteY98" fmla="*/ 85375 h 761503"/>
                <a:gd name="connsiteX99" fmla="*/ 422613 w 571128"/>
                <a:gd name="connsiteY99" fmla="*/ 79936 h 761503"/>
                <a:gd name="connsiteX100" fmla="*/ 444370 w 571128"/>
                <a:gd name="connsiteY100" fmla="*/ 79936 h 761503"/>
                <a:gd name="connsiteX101" fmla="*/ 463407 w 571128"/>
                <a:gd name="connsiteY101" fmla="*/ 71776 h 761503"/>
                <a:gd name="connsiteX102" fmla="*/ 477006 w 571128"/>
                <a:gd name="connsiteY102" fmla="*/ 79936 h 761503"/>
                <a:gd name="connsiteX103" fmla="*/ 512361 w 571128"/>
                <a:gd name="connsiteY103" fmla="*/ 79936 h 761503"/>
                <a:gd name="connsiteX104" fmla="*/ 512361 w 571128"/>
                <a:gd name="connsiteY104" fmla="*/ 79936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571128" h="761503">
                  <a:moveTo>
                    <a:pt x="512361" y="79936"/>
                  </a:moveTo>
                  <a:cubicBezTo>
                    <a:pt x="520520" y="79936"/>
                    <a:pt x="539558" y="79936"/>
                    <a:pt x="539558" y="96253"/>
                  </a:cubicBezTo>
                  <a:cubicBezTo>
                    <a:pt x="539558" y="104412"/>
                    <a:pt x="539558" y="107132"/>
                    <a:pt x="534118" y="112571"/>
                  </a:cubicBezTo>
                  <a:cubicBezTo>
                    <a:pt x="531399" y="118011"/>
                    <a:pt x="525960" y="120730"/>
                    <a:pt x="523240" y="120730"/>
                  </a:cubicBezTo>
                  <a:cubicBezTo>
                    <a:pt x="515081" y="123450"/>
                    <a:pt x="512361" y="123450"/>
                    <a:pt x="506922" y="123450"/>
                  </a:cubicBezTo>
                  <a:cubicBezTo>
                    <a:pt x="504202" y="123450"/>
                    <a:pt x="490604" y="123450"/>
                    <a:pt x="477006" y="123450"/>
                  </a:cubicBezTo>
                  <a:cubicBezTo>
                    <a:pt x="477006" y="131609"/>
                    <a:pt x="479725" y="137048"/>
                    <a:pt x="479725" y="145207"/>
                  </a:cubicBezTo>
                  <a:cubicBezTo>
                    <a:pt x="479725" y="156086"/>
                    <a:pt x="477006" y="166964"/>
                    <a:pt x="477006" y="180563"/>
                  </a:cubicBezTo>
                  <a:cubicBezTo>
                    <a:pt x="477006" y="196881"/>
                    <a:pt x="479725" y="215918"/>
                    <a:pt x="482445" y="232236"/>
                  </a:cubicBezTo>
                  <a:cubicBezTo>
                    <a:pt x="485165" y="248554"/>
                    <a:pt x="485165" y="267592"/>
                    <a:pt x="485165" y="283910"/>
                  </a:cubicBezTo>
                  <a:cubicBezTo>
                    <a:pt x="485165" y="297508"/>
                    <a:pt x="485165" y="313826"/>
                    <a:pt x="485165" y="327424"/>
                  </a:cubicBezTo>
                  <a:cubicBezTo>
                    <a:pt x="485165" y="343742"/>
                    <a:pt x="487884" y="357340"/>
                    <a:pt x="487884" y="373658"/>
                  </a:cubicBezTo>
                  <a:cubicBezTo>
                    <a:pt x="487884" y="389976"/>
                    <a:pt x="485165" y="403575"/>
                    <a:pt x="485165" y="419892"/>
                  </a:cubicBezTo>
                  <a:cubicBezTo>
                    <a:pt x="485165" y="436210"/>
                    <a:pt x="485165" y="449809"/>
                    <a:pt x="485165" y="463407"/>
                  </a:cubicBezTo>
                  <a:cubicBezTo>
                    <a:pt x="485165" y="479725"/>
                    <a:pt x="485165" y="498762"/>
                    <a:pt x="482445" y="515080"/>
                  </a:cubicBezTo>
                  <a:cubicBezTo>
                    <a:pt x="482445" y="528679"/>
                    <a:pt x="482445" y="542277"/>
                    <a:pt x="482445" y="558595"/>
                  </a:cubicBezTo>
                  <a:cubicBezTo>
                    <a:pt x="482445" y="572193"/>
                    <a:pt x="479725" y="588511"/>
                    <a:pt x="479725" y="602109"/>
                  </a:cubicBezTo>
                  <a:cubicBezTo>
                    <a:pt x="479725" y="615708"/>
                    <a:pt x="485165" y="632026"/>
                    <a:pt x="485165" y="648343"/>
                  </a:cubicBezTo>
                  <a:cubicBezTo>
                    <a:pt x="485165" y="659222"/>
                    <a:pt x="482445" y="670101"/>
                    <a:pt x="474286" y="675540"/>
                  </a:cubicBezTo>
                  <a:cubicBezTo>
                    <a:pt x="460688" y="686419"/>
                    <a:pt x="444370" y="691858"/>
                    <a:pt x="428052" y="691858"/>
                  </a:cubicBezTo>
                  <a:cubicBezTo>
                    <a:pt x="414454" y="691858"/>
                    <a:pt x="400855" y="689138"/>
                    <a:pt x="387257" y="683699"/>
                  </a:cubicBezTo>
                  <a:cubicBezTo>
                    <a:pt x="373659" y="678260"/>
                    <a:pt x="360060" y="672820"/>
                    <a:pt x="351901" y="664661"/>
                  </a:cubicBezTo>
                  <a:cubicBezTo>
                    <a:pt x="330144" y="645624"/>
                    <a:pt x="316546" y="621147"/>
                    <a:pt x="305667" y="596670"/>
                  </a:cubicBezTo>
                  <a:cubicBezTo>
                    <a:pt x="292069" y="569473"/>
                    <a:pt x="281190" y="539557"/>
                    <a:pt x="270312" y="509641"/>
                  </a:cubicBezTo>
                  <a:cubicBezTo>
                    <a:pt x="264872" y="493323"/>
                    <a:pt x="256713" y="477005"/>
                    <a:pt x="251274" y="460687"/>
                  </a:cubicBezTo>
                  <a:cubicBezTo>
                    <a:pt x="240395" y="433491"/>
                    <a:pt x="232236" y="409014"/>
                    <a:pt x="224077" y="381817"/>
                  </a:cubicBezTo>
                  <a:cubicBezTo>
                    <a:pt x="218638" y="365499"/>
                    <a:pt x="213199" y="346462"/>
                    <a:pt x="207759" y="330144"/>
                  </a:cubicBezTo>
                  <a:cubicBezTo>
                    <a:pt x="202320" y="316545"/>
                    <a:pt x="196881" y="300228"/>
                    <a:pt x="191442" y="286629"/>
                  </a:cubicBezTo>
                  <a:cubicBezTo>
                    <a:pt x="188722" y="281190"/>
                    <a:pt x="186002" y="278470"/>
                    <a:pt x="183283" y="278470"/>
                  </a:cubicBezTo>
                  <a:cubicBezTo>
                    <a:pt x="180563" y="278470"/>
                    <a:pt x="180563" y="286629"/>
                    <a:pt x="180563" y="292069"/>
                  </a:cubicBezTo>
                  <a:cubicBezTo>
                    <a:pt x="180563" y="297508"/>
                    <a:pt x="180563" y="302947"/>
                    <a:pt x="180563" y="305667"/>
                  </a:cubicBezTo>
                  <a:cubicBezTo>
                    <a:pt x="180563" y="321985"/>
                    <a:pt x="183283" y="338303"/>
                    <a:pt x="183283" y="354621"/>
                  </a:cubicBezTo>
                  <a:cubicBezTo>
                    <a:pt x="183283" y="387257"/>
                    <a:pt x="186002" y="417173"/>
                    <a:pt x="188722" y="449809"/>
                  </a:cubicBezTo>
                  <a:cubicBezTo>
                    <a:pt x="188722" y="460687"/>
                    <a:pt x="188722" y="468846"/>
                    <a:pt x="188722" y="479725"/>
                  </a:cubicBezTo>
                  <a:cubicBezTo>
                    <a:pt x="188722" y="501482"/>
                    <a:pt x="188722" y="523239"/>
                    <a:pt x="188722" y="542277"/>
                  </a:cubicBezTo>
                  <a:cubicBezTo>
                    <a:pt x="188722" y="566754"/>
                    <a:pt x="186002" y="591231"/>
                    <a:pt x="186002" y="615708"/>
                  </a:cubicBezTo>
                  <a:cubicBezTo>
                    <a:pt x="186002" y="623867"/>
                    <a:pt x="186002" y="632026"/>
                    <a:pt x="186002" y="637465"/>
                  </a:cubicBezTo>
                  <a:cubicBezTo>
                    <a:pt x="186002" y="645624"/>
                    <a:pt x="183283" y="656502"/>
                    <a:pt x="183283" y="664661"/>
                  </a:cubicBezTo>
                  <a:cubicBezTo>
                    <a:pt x="202320" y="664661"/>
                    <a:pt x="218638" y="664661"/>
                    <a:pt x="226797" y="664661"/>
                  </a:cubicBezTo>
                  <a:cubicBezTo>
                    <a:pt x="234956" y="664661"/>
                    <a:pt x="253994" y="664661"/>
                    <a:pt x="253994" y="680979"/>
                  </a:cubicBezTo>
                  <a:cubicBezTo>
                    <a:pt x="253994" y="689138"/>
                    <a:pt x="253994" y="691858"/>
                    <a:pt x="248554" y="697297"/>
                  </a:cubicBezTo>
                  <a:cubicBezTo>
                    <a:pt x="245835" y="702737"/>
                    <a:pt x="240395" y="705456"/>
                    <a:pt x="234956" y="705456"/>
                  </a:cubicBezTo>
                  <a:cubicBezTo>
                    <a:pt x="226797" y="708176"/>
                    <a:pt x="224077" y="708176"/>
                    <a:pt x="218638" y="708176"/>
                  </a:cubicBezTo>
                  <a:cubicBezTo>
                    <a:pt x="215918" y="708176"/>
                    <a:pt x="199600" y="708176"/>
                    <a:pt x="183283" y="708176"/>
                  </a:cubicBezTo>
                  <a:cubicBezTo>
                    <a:pt x="166965" y="708176"/>
                    <a:pt x="153366" y="708176"/>
                    <a:pt x="150647" y="708176"/>
                  </a:cubicBezTo>
                  <a:cubicBezTo>
                    <a:pt x="139768" y="708176"/>
                    <a:pt x="120730" y="708176"/>
                    <a:pt x="107132" y="708176"/>
                  </a:cubicBezTo>
                  <a:cubicBezTo>
                    <a:pt x="101693" y="708176"/>
                    <a:pt x="96253" y="708176"/>
                    <a:pt x="88094" y="708176"/>
                  </a:cubicBezTo>
                  <a:cubicBezTo>
                    <a:pt x="82655" y="708176"/>
                    <a:pt x="74496" y="708176"/>
                    <a:pt x="69057" y="702737"/>
                  </a:cubicBezTo>
                  <a:cubicBezTo>
                    <a:pt x="63618" y="700017"/>
                    <a:pt x="58178" y="691858"/>
                    <a:pt x="58178" y="686419"/>
                  </a:cubicBezTo>
                  <a:cubicBezTo>
                    <a:pt x="58178" y="683699"/>
                    <a:pt x="58178" y="680979"/>
                    <a:pt x="60898" y="678260"/>
                  </a:cubicBezTo>
                  <a:cubicBezTo>
                    <a:pt x="63618" y="675540"/>
                    <a:pt x="71777" y="672820"/>
                    <a:pt x="77216" y="670101"/>
                  </a:cubicBezTo>
                  <a:cubicBezTo>
                    <a:pt x="90814" y="667381"/>
                    <a:pt x="115291" y="664661"/>
                    <a:pt x="120730" y="664661"/>
                  </a:cubicBezTo>
                  <a:cubicBezTo>
                    <a:pt x="123450" y="664661"/>
                    <a:pt x="126170" y="664661"/>
                    <a:pt x="131609" y="664661"/>
                  </a:cubicBezTo>
                  <a:cubicBezTo>
                    <a:pt x="131609" y="623867"/>
                    <a:pt x="134329" y="583072"/>
                    <a:pt x="134329" y="539557"/>
                  </a:cubicBezTo>
                  <a:cubicBezTo>
                    <a:pt x="134329" y="528679"/>
                    <a:pt x="134329" y="515080"/>
                    <a:pt x="134329" y="504202"/>
                  </a:cubicBezTo>
                  <a:cubicBezTo>
                    <a:pt x="131609" y="460687"/>
                    <a:pt x="131609" y="417173"/>
                    <a:pt x="131609" y="376378"/>
                  </a:cubicBezTo>
                  <a:cubicBezTo>
                    <a:pt x="131609" y="351901"/>
                    <a:pt x="131609" y="327424"/>
                    <a:pt x="131609" y="302947"/>
                  </a:cubicBezTo>
                  <a:cubicBezTo>
                    <a:pt x="131609" y="275751"/>
                    <a:pt x="131609" y="248554"/>
                    <a:pt x="134329" y="221357"/>
                  </a:cubicBezTo>
                  <a:cubicBezTo>
                    <a:pt x="134329" y="188722"/>
                    <a:pt x="137048" y="156086"/>
                    <a:pt x="137048" y="123450"/>
                  </a:cubicBezTo>
                  <a:cubicBezTo>
                    <a:pt x="126170" y="123450"/>
                    <a:pt x="115291" y="123450"/>
                    <a:pt x="107132" y="123450"/>
                  </a:cubicBezTo>
                  <a:cubicBezTo>
                    <a:pt x="101693" y="123450"/>
                    <a:pt x="96253" y="123450"/>
                    <a:pt x="88094" y="123450"/>
                  </a:cubicBezTo>
                  <a:cubicBezTo>
                    <a:pt x="82655" y="123450"/>
                    <a:pt x="74496" y="120730"/>
                    <a:pt x="69057" y="118011"/>
                  </a:cubicBezTo>
                  <a:cubicBezTo>
                    <a:pt x="63618" y="115291"/>
                    <a:pt x="58178" y="107132"/>
                    <a:pt x="58178" y="101693"/>
                  </a:cubicBezTo>
                  <a:cubicBezTo>
                    <a:pt x="58178" y="98973"/>
                    <a:pt x="58178" y="96253"/>
                    <a:pt x="60898" y="93534"/>
                  </a:cubicBezTo>
                  <a:cubicBezTo>
                    <a:pt x="63618" y="90814"/>
                    <a:pt x="71777" y="88095"/>
                    <a:pt x="77216" y="85375"/>
                  </a:cubicBezTo>
                  <a:cubicBezTo>
                    <a:pt x="90814" y="82655"/>
                    <a:pt x="126170" y="79936"/>
                    <a:pt x="131609" y="79936"/>
                  </a:cubicBezTo>
                  <a:cubicBezTo>
                    <a:pt x="137048" y="79936"/>
                    <a:pt x="147927" y="79936"/>
                    <a:pt x="161525" y="79936"/>
                  </a:cubicBezTo>
                  <a:cubicBezTo>
                    <a:pt x="166965" y="74496"/>
                    <a:pt x="172404" y="71776"/>
                    <a:pt x="177843" y="66337"/>
                  </a:cubicBezTo>
                  <a:cubicBezTo>
                    <a:pt x="186002" y="60898"/>
                    <a:pt x="194161" y="58178"/>
                    <a:pt x="202320" y="58178"/>
                  </a:cubicBezTo>
                  <a:cubicBezTo>
                    <a:pt x="215918" y="58178"/>
                    <a:pt x="226797" y="63618"/>
                    <a:pt x="234956" y="77216"/>
                  </a:cubicBezTo>
                  <a:cubicBezTo>
                    <a:pt x="240395" y="88095"/>
                    <a:pt x="248554" y="96253"/>
                    <a:pt x="251274" y="107132"/>
                  </a:cubicBezTo>
                  <a:cubicBezTo>
                    <a:pt x="256713" y="120730"/>
                    <a:pt x="259433" y="134329"/>
                    <a:pt x="267592" y="147927"/>
                  </a:cubicBezTo>
                  <a:cubicBezTo>
                    <a:pt x="273031" y="158806"/>
                    <a:pt x="275751" y="172404"/>
                    <a:pt x="281190" y="183282"/>
                  </a:cubicBezTo>
                  <a:cubicBezTo>
                    <a:pt x="286630" y="196881"/>
                    <a:pt x="292069" y="210479"/>
                    <a:pt x="297508" y="224077"/>
                  </a:cubicBezTo>
                  <a:cubicBezTo>
                    <a:pt x="300228" y="237676"/>
                    <a:pt x="305667" y="251274"/>
                    <a:pt x="308387" y="264872"/>
                  </a:cubicBezTo>
                  <a:cubicBezTo>
                    <a:pt x="311107" y="278470"/>
                    <a:pt x="311107" y="289349"/>
                    <a:pt x="319265" y="300228"/>
                  </a:cubicBezTo>
                  <a:cubicBezTo>
                    <a:pt x="332864" y="324704"/>
                    <a:pt x="346462" y="351901"/>
                    <a:pt x="351901" y="379098"/>
                  </a:cubicBezTo>
                  <a:cubicBezTo>
                    <a:pt x="354621" y="392696"/>
                    <a:pt x="360060" y="403575"/>
                    <a:pt x="365500" y="417173"/>
                  </a:cubicBezTo>
                  <a:cubicBezTo>
                    <a:pt x="373659" y="430771"/>
                    <a:pt x="373659" y="444369"/>
                    <a:pt x="379098" y="457968"/>
                  </a:cubicBezTo>
                  <a:cubicBezTo>
                    <a:pt x="381818" y="471566"/>
                    <a:pt x="387257" y="482445"/>
                    <a:pt x="395416" y="496043"/>
                  </a:cubicBezTo>
                  <a:cubicBezTo>
                    <a:pt x="398136" y="501482"/>
                    <a:pt x="403575" y="506921"/>
                    <a:pt x="406295" y="512361"/>
                  </a:cubicBezTo>
                  <a:cubicBezTo>
                    <a:pt x="409014" y="517800"/>
                    <a:pt x="409014" y="525959"/>
                    <a:pt x="411734" y="531398"/>
                  </a:cubicBezTo>
                  <a:cubicBezTo>
                    <a:pt x="414454" y="539557"/>
                    <a:pt x="417173" y="550436"/>
                    <a:pt x="419893" y="558595"/>
                  </a:cubicBezTo>
                  <a:cubicBezTo>
                    <a:pt x="422613" y="561314"/>
                    <a:pt x="422613" y="564034"/>
                    <a:pt x="425332" y="564034"/>
                  </a:cubicBezTo>
                  <a:cubicBezTo>
                    <a:pt x="428052" y="564034"/>
                    <a:pt x="428052" y="561314"/>
                    <a:pt x="430771" y="558595"/>
                  </a:cubicBezTo>
                  <a:cubicBezTo>
                    <a:pt x="430771" y="555875"/>
                    <a:pt x="430771" y="553156"/>
                    <a:pt x="430771" y="550436"/>
                  </a:cubicBezTo>
                  <a:cubicBezTo>
                    <a:pt x="430771" y="534118"/>
                    <a:pt x="430771" y="517800"/>
                    <a:pt x="430771" y="501482"/>
                  </a:cubicBezTo>
                  <a:cubicBezTo>
                    <a:pt x="430771" y="468846"/>
                    <a:pt x="433491" y="436210"/>
                    <a:pt x="430771" y="403575"/>
                  </a:cubicBezTo>
                  <a:cubicBezTo>
                    <a:pt x="430771" y="373658"/>
                    <a:pt x="425332" y="343742"/>
                    <a:pt x="425332" y="313826"/>
                  </a:cubicBezTo>
                  <a:cubicBezTo>
                    <a:pt x="425332" y="292069"/>
                    <a:pt x="425332" y="270311"/>
                    <a:pt x="425332" y="248554"/>
                  </a:cubicBezTo>
                  <a:cubicBezTo>
                    <a:pt x="425332" y="234956"/>
                    <a:pt x="425332" y="224077"/>
                    <a:pt x="425332" y="210479"/>
                  </a:cubicBezTo>
                  <a:cubicBezTo>
                    <a:pt x="425332" y="191441"/>
                    <a:pt x="422613" y="172404"/>
                    <a:pt x="422613" y="153366"/>
                  </a:cubicBezTo>
                  <a:cubicBezTo>
                    <a:pt x="422613" y="142488"/>
                    <a:pt x="422613" y="134329"/>
                    <a:pt x="425332" y="123450"/>
                  </a:cubicBezTo>
                  <a:cubicBezTo>
                    <a:pt x="417173" y="123450"/>
                    <a:pt x="406295" y="123450"/>
                    <a:pt x="398136" y="123450"/>
                  </a:cubicBezTo>
                  <a:cubicBezTo>
                    <a:pt x="392696" y="123450"/>
                    <a:pt x="387257" y="123450"/>
                    <a:pt x="379098" y="123450"/>
                  </a:cubicBezTo>
                  <a:cubicBezTo>
                    <a:pt x="373659" y="123450"/>
                    <a:pt x="365500" y="120730"/>
                    <a:pt x="360060" y="118011"/>
                  </a:cubicBezTo>
                  <a:cubicBezTo>
                    <a:pt x="354621" y="115291"/>
                    <a:pt x="349182" y="107132"/>
                    <a:pt x="349182" y="101693"/>
                  </a:cubicBezTo>
                  <a:cubicBezTo>
                    <a:pt x="349182" y="98973"/>
                    <a:pt x="349182" y="96253"/>
                    <a:pt x="351901" y="93534"/>
                  </a:cubicBezTo>
                  <a:cubicBezTo>
                    <a:pt x="354621" y="90814"/>
                    <a:pt x="362780" y="88095"/>
                    <a:pt x="368219" y="85375"/>
                  </a:cubicBezTo>
                  <a:cubicBezTo>
                    <a:pt x="381818" y="82655"/>
                    <a:pt x="417173" y="79936"/>
                    <a:pt x="422613" y="79936"/>
                  </a:cubicBezTo>
                  <a:cubicBezTo>
                    <a:pt x="428052" y="79936"/>
                    <a:pt x="433491" y="79936"/>
                    <a:pt x="444370" y="79936"/>
                  </a:cubicBezTo>
                  <a:cubicBezTo>
                    <a:pt x="449809" y="74496"/>
                    <a:pt x="455248" y="71776"/>
                    <a:pt x="463407" y="71776"/>
                  </a:cubicBezTo>
                  <a:cubicBezTo>
                    <a:pt x="471566" y="71776"/>
                    <a:pt x="477006" y="74496"/>
                    <a:pt x="477006" y="79936"/>
                  </a:cubicBezTo>
                  <a:cubicBezTo>
                    <a:pt x="490604" y="82655"/>
                    <a:pt x="504202" y="79936"/>
                    <a:pt x="512361" y="79936"/>
                  </a:cubicBezTo>
                  <a:lnTo>
                    <a:pt x="512361" y="79936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974323F7-3F56-422F-B8F9-319B4269C514}"/>
                </a:ext>
              </a:extLst>
            </p:cNvPr>
            <p:cNvSpPr/>
            <p:nvPr/>
          </p:nvSpPr>
          <p:spPr>
            <a:xfrm>
              <a:off x="2987430" y="4242177"/>
              <a:ext cx="494979" cy="674476"/>
            </a:xfrm>
            <a:custGeom>
              <a:avLst/>
              <a:gdLst>
                <a:gd name="connsiteX0" fmla="*/ 228453 w 494979"/>
                <a:gd name="connsiteY0" fmla="*/ 97907 h 674476"/>
                <a:gd name="connsiteX1" fmla="*/ 212135 w 494979"/>
                <a:gd name="connsiteY1" fmla="*/ 119665 h 674476"/>
                <a:gd name="connsiteX2" fmla="*/ 203976 w 494979"/>
                <a:gd name="connsiteY2" fmla="*/ 152300 h 674476"/>
                <a:gd name="connsiteX3" fmla="*/ 201256 w 494979"/>
                <a:gd name="connsiteY3" fmla="*/ 168618 h 674476"/>
                <a:gd name="connsiteX4" fmla="*/ 198537 w 494979"/>
                <a:gd name="connsiteY4" fmla="*/ 184936 h 674476"/>
                <a:gd name="connsiteX5" fmla="*/ 190378 w 494979"/>
                <a:gd name="connsiteY5" fmla="*/ 220292 h 674476"/>
                <a:gd name="connsiteX6" fmla="*/ 171340 w 494979"/>
                <a:gd name="connsiteY6" fmla="*/ 291003 h 674476"/>
                <a:gd name="connsiteX7" fmla="*/ 163180 w 494979"/>
                <a:gd name="connsiteY7" fmla="*/ 323639 h 674476"/>
                <a:gd name="connsiteX8" fmla="*/ 152302 w 494979"/>
                <a:gd name="connsiteY8" fmla="*/ 361714 h 674476"/>
                <a:gd name="connsiteX9" fmla="*/ 146862 w 494979"/>
                <a:gd name="connsiteY9" fmla="*/ 388910 h 674476"/>
                <a:gd name="connsiteX10" fmla="*/ 152302 w 494979"/>
                <a:gd name="connsiteY10" fmla="*/ 391630 h 674476"/>
                <a:gd name="connsiteX11" fmla="*/ 174060 w 494979"/>
                <a:gd name="connsiteY11" fmla="*/ 391630 h 674476"/>
                <a:gd name="connsiteX12" fmla="*/ 195817 w 494979"/>
                <a:gd name="connsiteY12" fmla="*/ 388910 h 674476"/>
                <a:gd name="connsiteX13" fmla="*/ 214855 w 494979"/>
                <a:gd name="connsiteY13" fmla="*/ 388910 h 674476"/>
                <a:gd name="connsiteX14" fmla="*/ 239332 w 494979"/>
                <a:gd name="connsiteY14" fmla="*/ 388910 h 674476"/>
                <a:gd name="connsiteX15" fmla="*/ 252930 w 494979"/>
                <a:gd name="connsiteY15" fmla="*/ 386191 h 674476"/>
                <a:gd name="connsiteX16" fmla="*/ 261089 w 494979"/>
                <a:gd name="connsiteY16" fmla="*/ 386191 h 674476"/>
                <a:gd name="connsiteX17" fmla="*/ 258369 w 494979"/>
                <a:gd name="connsiteY17" fmla="*/ 367153 h 674476"/>
                <a:gd name="connsiteX18" fmla="*/ 252930 w 494979"/>
                <a:gd name="connsiteY18" fmla="*/ 331797 h 674476"/>
                <a:gd name="connsiteX19" fmla="*/ 250210 w 494979"/>
                <a:gd name="connsiteY19" fmla="*/ 244769 h 674476"/>
                <a:gd name="connsiteX20" fmla="*/ 244771 w 494979"/>
                <a:gd name="connsiteY20" fmla="*/ 203974 h 674476"/>
                <a:gd name="connsiteX21" fmla="*/ 239332 w 494979"/>
                <a:gd name="connsiteY21" fmla="*/ 157740 h 674476"/>
                <a:gd name="connsiteX22" fmla="*/ 236612 w 494979"/>
                <a:gd name="connsiteY22" fmla="*/ 119665 h 674476"/>
                <a:gd name="connsiteX23" fmla="*/ 228453 w 494979"/>
                <a:gd name="connsiteY23" fmla="*/ 97907 h 674476"/>
                <a:gd name="connsiteX24" fmla="*/ 274687 w 494979"/>
                <a:gd name="connsiteY24" fmla="*/ 0 h 674476"/>
                <a:gd name="connsiteX25" fmla="*/ 304603 w 494979"/>
                <a:gd name="connsiteY25" fmla="*/ 5439 h 674476"/>
                <a:gd name="connsiteX26" fmla="*/ 320921 w 494979"/>
                <a:gd name="connsiteY26" fmla="*/ 24477 h 674476"/>
                <a:gd name="connsiteX27" fmla="*/ 334519 w 494979"/>
                <a:gd name="connsiteY27" fmla="*/ 43515 h 674476"/>
                <a:gd name="connsiteX28" fmla="*/ 339959 w 494979"/>
                <a:gd name="connsiteY28" fmla="*/ 65272 h 674476"/>
                <a:gd name="connsiteX29" fmla="*/ 348118 w 494979"/>
                <a:gd name="connsiteY29" fmla="*/ 114226 h 674476"/>
                <a:gd name="connsiteX30" fmla="*/ 361716 w 494979"/>
                <a:gd name="connsiteY30" fmla="*/ 163180 h 674476"/>
                <a:gd name="connsiteX31" fmla="*/ 369875 w 494979"/>
                <a:gd name="connsiteY31" fmla="*/ 220293 h 674476"/>
                <a:gd name="connsiteX32" fmla="*/ 378034 w 494979"/>
                <a:gd name="connsiteY32" fmla="*/ 274686 h 674476"/>
                <a:gd name="connsiteX33" fmla="*/ 383473 w 494979"/>
                <a:gd name="connsiteY33" fmla="*/ 301883 h 674476"/>
                <a:gd name="connsiteX34" fmla="*/ 391632 w 494979"/>
                <a:gd name="connsiteY34" fmla="*/ 337238 h 674476"/>
                <a:gd name="connsiteX35" fmla="*/ 397071 w 494979"/>
                <a:gd name="connsiteY35" fmla="*/ 364435 h 674476"/>
                <a:gd name="connsiteX36" fmla="*/ 405230 w 494979"/>
                <a:gd name="connsiteY36" fmla="*/ 383473 h 674476"/>
                <a:gd name="connsiteX37" fmla="*/ 416109 w 494979"/>
                <a:gd name="connsiteY37" fmla="*/ 386192 h 674476"/>
                <a:gd name="connsiteX38" fmla="*/ 426988 w 494979"/>
                <a:gd name="connsiteY38" fmla="*/ 386192 h 674476"/>
                <a:gd name="connsiteX39" fmla="*/ 454184 w 494979"/>
                <a:gd name="connsiteY39" fmla="*/ 397071 h 674476"/>
                <a:gd name="connsiteX40" fmla="*/ 456904 w 494979"/>
                <a:gd name="connsiteY40" fmla="*/ 405230 h 674476"/>
                <a:gd name="connsiteX41" fmla="*/ 451465 w 494979"/>
                <a:gd name="connsiteY41" fmla="*/ 416108 h 674476"/>
                <a:gd name="connsiteX42" fmla="*/ 432427 w 494979"/>
                <a:gd name="connsiteY42" fmla="*/ 429707 h 674476"/>
                <a:gd name="connsiteX43" fmla="*/ 421548 w 494979"/>
                <a:gd name="connsiteY43" fmla="*/ 432426 h 674476"/>
                <a:gd name="connsiteX44" fmla="*/ 413389 w 494979"/>
                <a:gd name="connsiteY44" fmla="*/ 435146 h 674476"/>
                <a:gd name="connsiteX45" fmla="*/ 413389 w 494979"/>
                <a:gd name="connsiteY45" fmla="*/ 440585 h 674476"/>
                <a:gd name="connsiteX46" fmla="*/ 416109 w 494979"/>
                <a:gd name="connsiteY46" fmla="*/ 451464 h 674476"/>
                <a:gd name="connsiteX47" fmla="*/ 418829 w 494979"/>
                <a:gd name="connsiteY47" fmla="*/ 465062 h 674476"/>
                <a:gd name="connsiteX48" fmla="*/ 418829 w 494979"/>
                <a:gd name="connsiteY48" fmla="*/ 475941 h 674476"/>
                <a:gd name="connsiteX49" fmla="*/ 418829 w 494979"/>
                <a:gd name="connsiteY49" fmla="*/ 486820 h 674476"/>
                <a:gd name="connsiteX50" fmla="*/ 426988 w 494979"/>
                <a:gd name="connsiteY50" fmla="*/ 516736 h 674476"/>
                <a:gd name="connsiteX51" fmla="*/ 432427 w 494979"/>
                <a:gd name="connsiteY51" fmla="*/ 543932 h 674476"/>
                <a:gd name="connsiteX52" fmla="*/ 437866 w 494979"/>
                <a:gd name="connsiteY52" fmla="*/ 573848 h 674476"/>
                <a:gd name="connsiteX53" fmla="*/ 443306 w 494979"/>
                <a:gd name="connsiteY53" fmla="*/ 606484 h 674476"/>
                <a:gd name="connsiteX54" fmla="*/ 446025 w 494979"/>
                <a:gd name="connsiteY54" fmla="*/ 617363 h 674476"/>
                <a:gd name="connsiteX55" fmla="*/ 470502 w 494979"/>
                <a:gd name="connsiteY55" fmla="*/ 617363 h 674476"/>
                <a:gd name="connsiteX56" fmla="*/ 494979 w 494979"/>
                <a:gd name="connsiteY56" fmla="*/ 641840 h 674476"/>
                <a:gd name="connsiteX57" fmla="*/ 486820 w 494979"/>
                <a:gd name="connsiteY57" fmla="*/ 655438 h 674476"/>
                <a:gd name="connsiteX58" fmla="*/ 470502 w 494979"/>
                <a:gd name="connsiteY58" fmla="*/ 663597 h 674476"/>
                <a:gd name="connsiteX59" fmla="*/ 446025 w 494979"/>
                <a:gd name="connsiteY59" fmla="*/ 666317 h 674476"/>
                <a:gd name="connsiteX60" fmla="*/ 424268 w 494979"/>
                <a:gd name="connsiteY60" fmla="*/ 666317 h 674476"/>
                <a:gd name="connsiteX61" fmla="*/ 416109 w 494979"/>
                <a:gd name="connsiteY61" fmla="*/ 666317 h 674476"/>
                <a:gd name="connsiteX62" fmla="*/ 402511 w 494979"/>
                <a:gd name="connsiteY62" fmla="*/ 671756 h 674476"/>
                <a:gd name="connsiteX63" fmla="*/ 386193 w 494979"/>
                <a:gd name="connsiteY63" fmla="*/ 674476 h 674476"/>
                <a:gd name="connsiteX64" fmla="*/ 350837 w 494979"/>
                <a:gd name="connsiteY64" fmla="*/ 669036 h 674476"/>
                <a:gd name="connsiteX65" fmla="*/ 329080 w 494979"/>
                <a:gd name="connsiteY65" fmla="*/ 669036 h 674476"/>
                <a:gd name="connsiteX66" fmla="*/ 280126 w 494979"/>
                <a:gd name="connsiteY66" fmla="*/ 669036 h 674476"/>
                <a:gd name="connsiteX67" fmla="*/ 255649 w 494979"/>
                <a:gd name="connsiteY67" fmla="*/ 663597 h 674476"/>
                <a:gd name="connsiteX68" fmla="*/ 239331 w 494979"/>
                <a:gd name="connsiteY68" fmla="*/ 647279 h 674476"/>
                <a:gd name="connsiteX69" fmla="*/ 263808 w 494979"/>
                <a:gd name="connsiteY69" fmla="*/ 630961 h 674476"/>
                <a:gd name="connsiteX70" fmla="*/ 291005 w 494979"/>
                <a:gd name="connsiteY70" fmla="*/ 628241 h 674476"/>
                <a:gd name="connsiteX71" fmla="*/ 288285 w 494979"/>
                <a:gd name="connsiteY71" fmla="*/ 609204 h 674476"/>
                <a:gd name="connsiteX72" fmla="*/ 285565 w 494979"/>
                <a:gd name="connsiteY72" fmla="*/ 582007 h 674476"/>
                <a:gd name="connsiteX73" fmla="*/ 282846 w 494979"/>
                <a:gd name="connsiteY73" fmla="*/ 568409 h 674476"/>
                <a:gd name="connsiteX74" fmla="*/ 285565 w 494979"/>
                <a:gd name="connsiteY74" fmla="*/ 554811 h 674476"/>
                <a:gd name="connsiteX75" fmla="*/ 280126 w 494979"/>
                <a:gd name="connsiteY75" fmla="*/ 538493 h 674476"/>
                <a:gd name="connsiteX76" fmla="*/ 274687 w 494979"/>
                <a:gd name="connsiteY76" fmla="*/ 505857 h 674476"/>
                <a:gd name="connsiteX77" fmla="*/ 271967 w 494979"/>
                <a:gd name="connsiteY77" fmla="*/ 478660 h 674476"/>
                <a:gd name="connsiteX78" fmla="*/ 269247 w 494979"/>
                <a:gd name="connsiteY78" fmla="*/ 446025 h 674476"/>
                <a:gd name="connsiteX79" fmla="*/ 263808 w 494979"/>
                <a:gd name="connsiteY79" fmla="*/ 437866 h 674476"/>
                <a:gd name="connsiteX80" fmla="*/ 252929 w 494979"/>
                <a:gd name="connsiteY80" fmla="*/ 437866 h 674476"/>
                <a:gd name="connsiteX81" fmla="*/ 223013 w 494979"/>
                <a:gd name="connsiteY81" fmla="*/ 440585 h 674476"/>
                <a:gd name="connsiteX82" fmla="*/ 193097 w 494979"/>
                <a:gd name="connsiteY82" fmla="*/ 443305 h 674476"/>
                <a:gd name="connsiteX83" fmla="*/ 168620 w 494979"/>
                <a:gd name="connsiteY83" fmla="*/ 443305 h 674476"/>
                <a:gd name="connsiteX84" fmla="*/ 146862 w 494979"/>
                <a:gd name="connsiteY84" fmla="*/ 440585 h 674476"/>
                <a:gd name="connsiteX85" fmla="*/ 138703 w 494979"/>
                <a:gd name="connsiteY85" fmla="*/ 454184 h 674476"/>
                <a:gd name="connsiteX86" fmla="*/ 133263 w 494979"/>
                <a:gd name="connsiteY86" fmla="*/ 486820 h 674476"/>
                <a:gd name="connsiteX87" fmla="*/ 122385 w 494979"/>
                <a:gd name="connsiteY87" fmla="*/ 541213 h 674476"/>
                <a:gd name="connsiteX88" fmla="*/ 106067 w 494979"/>
                <a:gd name="connsiteY88" fmla="*/ 614643 h 674476"/>
                <a:gd name="connsiteX89" fmla="*/ 135983 w 494979"/>
                <a:gd name="connsiteY89" fmla="*/ 614643 h 674476"/>
                <a:gd name="connsiteX90" fmla="*/ 171340 w 494979"/>
                <a:gd name="connsiteY90" fmla="*/ 630961 h 674476"/>
                <a:gd name="connsiteX91" fmla="*/ 165900 w 494979"/>
                <a:gd name="connsiteY91" fmla="*/ 647279 h 674476"/>
                <a:gd name="connsiteX92" fmla="*/ 149581 w 494979"/>
                <a:gd name="connsiteY92" fmla="*/ 655438 h 674476"/>
                <a:gd name="connsiteX93" fmla="*/ 127824 w 494979"/>
                <a:gd name="connsiteY93" fmla="*/ 658158 h 674476"/>
                <a:gd name="connsiteX94" fmla="*/ 106067 w 494979"/>
                <a:gd name="connsiteY94" fmla="*/ 658158 h 674476"/>
                <a:gd name="connsiteX95" fmla="*/ 62552 w 494979"/>
                <a:gd name="connsiteY95" fmla="*/ 658158 h 674476"/>
                <a:gd name="connsiteX96" fmla="*/ 40795 w 494979"/>
                <a:gd name="connsiteY96" fmla="*/ 658158 h 674476"/>
                <a:gd name="connsiteX97" fmla="*/ 16318 w 494979"/>
                <a:gd name="connsiteY97" fmla="*/ 652718 h 674476"/>
                <a:gd name="connsiteX98" fmla="*/ 0 w 494979"/>
                <a:gd name="connsiteY98" fmla="*/ 636401 h 674476"/>
                <a:gd name="connsiteX99" fmla="*/ 2720 w 494979"/>
                <a:gd name="connsiteY99" fmla="*/ 628241 h 674476"/>
                <a:gd name="connsiteX100" fmla="*/ 24477 w 494979"/>
                <a:gd name="connsiteY100" fmla="*/ 620082 h 674476"/>
                <a:gd name="connsiteX101" fmla="*/ 62552 w 494979"/>
                <a:gd name="connsiteY101" fmla="*/ 617363 h 674476"/>
                <a:gd name="connsiteX102" fmla="*/ 62552 w 494979"/>
                <a:gd name="connsiteY102" fmla="*/ 614643 h 674476"/>
                <a:gd name="connsiteX103" fmla="*/ 65272 w 494979"/>
                <a:gd name="connsiteY103" fmla="*/ 587447 h 674476"/>
                <a:gd name="connsiteX104" fmla="*/ 76151 w 494979"/>
                <a:gd name="connsiteY104" fmla="*/ 522175 h 674476"/>
                <a:gd name="connsiteX105" fmla="*/ 87029 w 494979"/>
                <a:gd name="connsiteY105" fmla="*/ 470501 h 674476"/>
                <a:gd name="connsiteX106" fmla="*/ 92469 w 494979"/>
                <a:gd name="connsiteY106" fmla="*/ 446025 h 674476"/>
                <a:gd name="connsiteX107" fmla="*/ 65272 w 494979"/>
                <a:gd name="connsiteY107" fmla="*/ 432426 h 674476"/>
                <a:gd name="connsiteX108" fmla="*/ 54393 w 494979"/>
                <a:gd name="connsiteY108" fmla="*/ 421548 h 674476"/>
                <a:gd name="connsiteX109" fmla="*/ 73431 w 494979"/>
                <a:gd name="connsiteY109" fmla="*/ 407949 h 674476"/>
                <a:gd name="connsiteX110" fmla="*/ 100628 w 494979"/>
                <a:gd name="connsiteY110" fmla="*/ 399790 h 674476"/>
                <a:gd name="connsiteX111" fmla="*/ 108787 w 494979"/>
                <a:gd name="connsiteY111" fmla="*/ 369874 h 674476"/>
                <a:gd name="connsiteX112" fmla="*/ 125105 w 494979"/>
                <a:gd name="connsiteY112" fmla="*/ 307322 h 674476"/>
                <a:gd name="connsiteX113" fmla="*/ 141423 w 494979"/>
                <a:gd name="connsiteY113" fmla="*/ 242051 h 674476"/>
                <a:gd name="connsiteX114" fmla="*/ 155021 w 494979"/>
                <a:gd name="connsiteY114" fmla="*/ 179498 h 674476"/>
                <a:gd name="connsiteX115" fmla="*/ 168620 w 494979"/>
                <a:gd name="connsiteY115" fmla="*/ 119665 h 674476"/>
                <a:gd name="connsiteX116" fmla="*/ 193097 w 494979"/>
                <a:gd name="connsiteY116" fmla="*/ 57113 h 674476"/>
                <a:gd name="connsiteX117" fmla="*/ 201256 w 494979"/>
                <a:gd name="connsiteY117" fmla="*/ 38075 h 674476"/>
                <a:gd name="connsiteX118" fmla="*/ 217574 w 494979"/>
                <a:gd name="connsiteY118" fmla="*/ 13598 h 674476"/>
                <a:gd name="connsiteX119" fmla="*/ 274687 w 494979"/>
                <a:gd name="connsiteY119" fmla="*/ 0 h 674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</a:cxnLst>
              <a:rect l="l" t="t" r="r" b="b"/>
              <a:pathLst>
                <a:path w="494979" h="674476">
                  <a:moveTo>
                    <a:pt x="228453" y="97907"/>
                  </a:moveTo>
                  <a:cubicBezTo>
                    <a:pt x="220294" y="97907"/>
                    <a:pt x="212135" y="114225"/>
                    <a:pt x="212135" y="119665"/>
                  </a:cubicBezTo>
                  <a:cubicBezTo>
                    <a:pt x="209415" y="130543"/>
                    <a:pt x="206696" y="144141"/>
                    <a:pt x="203976" y="152300"/>
                  </a:cubicBezTo>
                  <a:cubicBezTo>
                    <a:pt x="201256" y="157740"/>
                    <a:pt x="201256" y="163179"/>
                    <a:pt x="201256" y="168618"/>
                  </a:cubicBezTo>
                  <a:cubicBezTo>
                    <a:pt x="201256" y="174058"/>
                    <a:pt x="198537" y="179497"/>
                    <a:pt x="198537" y="184936"/>
                  </a:cubicBezTo>
                  <a:cubicBezTo>
                    <a:pt x="195817" y="195815"/>
                    <a:pt x="193097" y="209413"/>
                    <a:pt x="190378" y="220292"/>
                  </a:cubicBezTo>
                  <a:cubicBezTo>
                    <a:pt x="187658" y="244769"/>
                    <a:pt x="179499" y="269246"/>
                    <a:pt x="171340" y="291003"/>
                  </a:cubicBezTo>
                  <a:cubicBezTo>
                    <a:pt x="168620" y="301881"/>
                    <a:pt x="165900" y="312760"/>
                    <a:pt x="163180" y="323639"/>
                  </a:cubicBezTo>
                  <a:cubicBezTo>
                    <a:pt x="160461" y="337237"/>
                    <a:pt x="157741" y="348115"/>
                    <a:pt x="152302" y="361714"/>
                  </a:cubicBezTo>
                  <a:cubicBezTo>
                    <a:pt x="149582" y="367153"/>
                    <a:pt x="146862" y="383471"/>
                    <a:pt x="146862" y="388910"/>
                  </a:cubicBezTo>
                  <a:cubicBezTo>
                    <a:pt x="146862" y="391630"/>
                    <a:pt x="149582" y="391630"/>
                    <a:pt x="152302" y="391630"/>
                  </a:cubicBezTo>
                  <a:cubicBezTo>
                    <a:pt x="157741" y="391630"/>
                    <a:pt x="171340" y="391630"/>
                    <a:pt x="174060" y="391630"/>
                  </a:cubicBezTo>
                  <a:cubicBezTo>
                    <a:pt x="182219" y="391630"/>
                    <a:pt x="190378" y="391630"/>
                    <a:pt x="195817" y="388910"/>
                  </a:cubicBezTo>
                  <a:cubicBezTo>
                    <a:pt x="201256" y="388910"/>
                    <a:pt x="206696" y="388910"/>
                    <a:pt x="214855" y="388910"/>
                  </a:cubicBezTo>
                  <a:cubicBezTo>
                    <a:pt x="220294" y="388910"/>
                    <a:pt x="228453" y="388910"/>
                    <a:pt x="239332" y="388910"/>
                  </a:cubicBezTo>
                  <a:cubicBezTo>
                    <a:pt x="244771" y="388910"/>
                    <a:pt x="250210" y="388910"/>
                    <a:pt x="252930" y="386191"/>
                  </a:cubicBezTo>
                  <a:cubicBezTo>
                    <a:pt x="258369" y="391630"/>
                    <a:pt x="261089" y="388910"/>
                    <a:pt x="261089" y="386191"/>
                  </a:cubicBezTo>
                  <a:cubicBezTo>
                    <a:pt x="261089" y="380751"/>
                    <a:pt x="258369" y="372592"/>
                    <a:pt x="258369" y="367153"/>
                  </a:cubicBezTo>
                  <a:cubicBezTo>
                    <a:pt x="255650" y="353555"/>
                    <a:pt x="252930" y="342676"/>
                    <a:pt x="252930" y="331797"/>
                  </a:cubicBezTo>
                  <a:cubicBezTo>
                    <a:pt x="252930" y="301881"/>
                    <a:pt x="252930" y="274685"/>
                    <a:pt x="250210" y="244769"/>
                  </a:cubicBezTo>
                  <a:cubicBezTo>
                    <a:pt x="250210" y="231170"/>
                    <a:pt x="247491" y="217572"/>
                    <a:pt x="244771" y="203974"/>
                  </a:cubicBezTo>
                  <a:cubicBezTo>
                    <a:pt x="242051" y="187656"/>
                    <a:pt x="239332" y="174058"/>
                    <a:pt x="239332" y="157740"/>
                  </a:cubicBezTo>
                  <a:cubicBezTo>
                    <a:pt x="239332" y="152300"/>
                    <a:pt x="239332" y="133263"/>
                    <a:pt x="236612" y="119665"/>
                  </a:cubicBezTo>
                  <a:cubicBezTo>
                    <a:pt x="236612" y="106066"/>
                    <a:pt x="233892" y="97907"/>
                    <a:pt x="228453" y="97907"/>
                  </a:cubicBezTo>
                  <a:close/>
                  <a:moveTo>
                    <a:pt x="274687" y="0"/>
                  </a:moveTo>
                  <a:cubicBezTo>
                    <a:pt x="288285" y="0"/>
                    <a:pt x="293724" y="2720"/>
                    <a:pt x="304603" y="5439"/>
                  </a:cubicBezTo>
                  <a:cubicBezTo>
                    <a:pt x="315482" y="10879"/>
                    <a:pt x="315482" y="16318"/>
                    <a:pt x="320921" y="24477"/>
                  </a:cubicBezTo>
                  <a:cubicBezTo>
                    <a:pt x="326360" y="29916"/>
                    <a:pt x="331800" y="35356"/>
                    <a:pt x="334519" y="43515"/>
                  </a:cubicBezTo>
                  <a:cubicBezTo>
                    <a:pt x="337239" y="51674"/>
                    <a:pt x="337239" y="57113"/>
                    <a:pt x="339959" y="65272"/>
                  </a:cubicBezTo>
                  <a:cubicBezTo>
                    <a:pt x="345398" y="78870"/>
                    <a:pt x="342678" y="97908"/>
                    <a:pt x="348118" y="114226"/>
                  </a:cubicBezTo>
                  <a:cubicBezTo>
                    <a:pt x="350837" y="130544"/>
                    <a:pt x="358996" y="146863"/>
                    <a:pt x="361716" y="163180"/>
                  </a:cubicBezTo>
                  <a:cubicBezTo>
                    <a:pt x="364435" y="182218"/>
                    <a:pt x="364435" y="201256"/>
                    <a:pt x="369875" y="220293"/>
                  </a:cubicBezTo>
                  <a:cubicBezTo>
                    <a:pt x="375314" y="239331"/>
                    <a:pt x="378034" y="255649"/>
                    <a:pt x="378034" y="274686"/>
                  </a:cubicBezTo>
                  <a:cubicBezTo>
                    <a:pt x="378034" y="282845"/>
                    <a:pt x="380753" y="293724"/>
                    <a:pt x="383473" y="301883"/>
                  </a:cubicBezTo>
                  <a:cubicBezTo>
                    <a:pt x="386193" y="312762"/>
                    <a:pt x="388912" y="326360"/>
                    <a:pt x="391632" y="337238"/>
                  </a:cubicBezTo>
                  <a:cubicBezTo>
                    <a:pt x="391632" y="342678"/>
                    <a:pt x="394352" y="353556"/>
                    <a:pt x="397071" y="364435"/>
                  </a:cubicBezTo>
                  <a:cubicBezTo>
                    <a:pt x="399791" y="372594"/>
                    <a:pt x="402511" y="380753"/>
                    <a:pt x="405230" y="383473"/>
                  </a:cubicBezTo>
                  <a:cubicBezTo>
                    <a:pt x="407950" y="386192"/>
                    <a:pt x="413389" y="386192"/>
                    <a:pt x="416109" y="386192"/>
                  </a:cubicBezTo>
                  <a:cubicBezTo>
                    <a:pt x="418829" y="386192"/>
                    <a:pt x="424268" y="386192"/>
                    <a:pt x="426988" y="386192"/>
                  </a:cubicBezTo>
                  <a:cubicBezTo>
                    <a:pt x="437866" y="386192"/>
                    <a:pt x="448745" y="388912"/>
                    <a:pt x="454184" y="397071"/>
                  </a:cubicBezTo>
                  <a:cubicBezTo>
                    <a:pt x="456904" y="399790"/>
                    <a:pt x="456904" y="402510"/>
                    <a:pt x="456904" y="405230"/>
                  </a:cubicBezTo>
                  <a:cubicBezTo>
                    <a:pt x="456904" y="407949"/>
                    <a:pt x="454184" y="410669"/>
                    <a:pt x="451465" y="416108"/>
                  </a:cubicBezTo>
                  <a:cubicBezTo>
                    <a:pt x="446025" y="421548"/>
                    <a:pt x="440586" y="426987"/>
                    <a:pt x="432427" y="429707"/>
                  </a:cubicBezTo>
                  <a:cubicBezTo>
                    <a:pt x="429707" y="429707"/>
                    <a:pt x="426988" y="432426"/>
                    <a:pt x="421548" y="432426"/>
                  </a:cubicBezTo>
                  <a:cubicBezTo>
                    <a:pt x="418829" y="432426"/>
                    <a:pt x="416109" y="432426"/>
                    <a:pt x="413389" y="435146"/>
                  </a:cubicBezTo>
                  <a:cubicBezTo>
                    <a:pt x="413389" y="435146"/>
                    <a:pt x="413389" y="437866"/>
                    <a:pt x="413389" y="440585"/>
                  </a:cubicBezTo>
                  <a:cubicBezTo>
                    <a:pt x="413389" y="443305"/>
                    <a:pt x="413389" y="448744"/>
                    <a:pt x="416109" y="451464"/>
                  </a:cubicBezTo>
                  <a:cubicBezTo>
                    <a:pt x="416109" y="456903"/>
                    <a:pt x="418829" y="462343"/>
                    <a:pt x="418829" y="465062"/>
                  </a:cubicBezTo>
                  <a:lnTo>
                    <a:pt x="418829" y="475941"/>
                  </a:lnTo>
                  <a:cubicBezTo>
                    <a:pt x="418829" y="481380"/>
                    <a:pt x="418829" y="484100"/>
                    <a:pt x="418829" y="486820"/>
                  </a:cubicBezTo>
                  <a:cubicBezTo>
                    <a:pt x="421548" y="497698"/>
                    <a:pt x="424268" y="505857"/>
                    <a:pt x="426988" y="516736"/>
                  </a:cubicBezTo>
                  <a:cubicBezTo>
                    <a:pt x="426988" y="524895"/>
                    <a:pt x="429707" y="535773"/>
                    <a:pt x="432427" y="543932"/>
                  </a:cubicBezTo>
                  <a:cubicBezTo>
                    <a:pt x="435147" y="554811"/>
                    <a:pt x="437866" y="562970"/>
                    <a:pt x="437866" y="573848"/>
                  </a:cubicBezTo>
                  <a:cubicBezTo>
                    <a:pt x="437866" y="587447"/>
                    <a:pt x="440586" y="595606"/>
                    <a:pt x="443306" y="606484"/>
                  </a:cubicBezTo>
                  <a:cubicBezTo>
                    <a:pt x="443306" y="609204"/>
                    <a:pt x="446025" y="614643"/>
                    <a:pt x="446025" y="617363"/>
                  </a:cubicBezTo>
                  <a:cubicBezTo>
                    <a:pt x="454184" y="617363"/>
                    <a:pt x="462343" y="617363"/>
                    <a:pt x="470502" y="617363"/>
                  </a:cubicBezTo>
                  <a:cubicBezTo>
                    <a:pt x="478661" y="625522"/>
                    <a:pt x="492259" y="630961"/>
                    <a:pt x="494979" y="641840"/>
                  </a:cubicBezTo>
                  <a:cubicBezTo>
                    <a:pt x="494979" y="647279"/>
                    <a:pt x="489540" y="649999"/>
                    <a:pt x="486820" y="655438"/>
                  </a:cubicBezTo>
                  <a:cubicBezTo>
                    <a:pt x="484100" y="660877"/>
                    <a:pt x="475942" y="663597"/>
                    <a:pt x="470502" y="663597"/>
                  </a:cubicBezTo>
                  <a:cubicBezTo>
                    <a:pt x="459623" y="666317"/>
                    <a:pt x="454184" y="666317"/>
                    <a:pt x="446025" y="666317"/>
                  </a:cubicBezTo>
                  <a:cubicBezTo>
                    <a:pt x="440586" y="666317"/>
                    <a:pt x="432427" y="666317"/>
                    <a:pt x="424268" y="666317"/>
                  </a:cubicBezTo>
                  <a:cubicBezTo>
                    <a:pt x="421548" y="666317"/>
                    <a:pt x="418829" y="666317"/>
                    <a:pt x="416109" y="666317"/>
                  </a:cubicBezTo>
                  <a:cubicBezTo>
                    <a:pt x="410670" y="669036"/>
                    <a:pt x="407950" y="669036"/>
                    <a:pt x="402511" y="671756"/>
                  </a:cubicBezTo>
                  <a:cubicBezTo>
                    <a:pt x="397071" y="671756"/>
                    <a:pt x="391632" y="674476"/>
                    <a:pt x="386193" y="674476"/>
                  </a:cubicBezTo>
                  <a:cubicBezTo>
                    <a:pt x="375314" y="674476"/>
                    <a:pt x="361716" y="671756"/>
                    <a:pt x="350837" y="669036"/>
                  </a:cubicBezTo>
                  <a:cubicBezTo>
                    <a:pt x="342678" y="669036"/>
                    <a:pt x="334519" y="669036"/>
                    <a:pt x="329080" y="669036"/>
                  </a:cubicBezTo>
                  <a:cubicBezTo>
                    <a:pt x="307323" y="669036"/>
                    <a:pt x="288285" y="669036"/>
                    <a:pt x="280126" y="669036"/>
                  </a:cubicBezTo>
                  <a:cubicBezTo>
                    <a:pt x="271967" y="669036"/>
                    <a:pt x="261088" y="669036"/>
                    <a:pt x="255649" y="663597"/>
                  </a:cubicBezTo>
                  <a:cubicBezTo>
                    <a:pt x="250210" y="660877"/>
                    <a:pt x="239331" y="655438"/>
                    <a:pt x="239331" y="647279"/>
                  </a:cubicBezTo>
                  <a:cubicBezTo>
                    <a:pt x="239331" y="636401"/>
                    <a:pt x="255649" y="633681"/>
                    <a:pt x="263808" y="630961"/>
                  </a:cubicBezTo>
                  <a:cubicBezTo>
                    <a:pt x="269247" y="630961"/>
                    <a:pt x="277406" y="630961"/>
                    <a:pt x="291005" y="628241"/>
                  </a:cubicBezTo>
                  <a:cubicBezTo>
                    <a:pt x="291005" y="620082"/>
                    <a:pt x="291005" y="614643"/>
                    <a:pt x="288285" y="609204"/>
                  </a:cubicBezTo>
                  <a:cubicBezTo>
                    <a:pt x="288285" y="601045"/>
                    <a:pt x="285565" y="590166"/>
                    <a:pt x="285565" y="582007"/>
                  </a:cubicBezTo>
                  <a:cubicBezTo>
                    <a:pt x="285565" y="576568"/>
                    <a:pt x="282846" y="573848"/>
                    <a:pt x="282846" y="568409"/>
                  </a:cubicBezTo>
                  <a:cubicBezTo>
                    <a:pt x="282846" y="562970"/>
                    <a:pt x="285565" y="557531"/>
                    <a:pt x="285565" y="554811"/>
                  </a:cubicBezTo>
                  <a:cubicBezTo>
                    <a:pt x="285565" y="549371"/>
                    <a:pt x="282846" y="546652"/>
                    <a:pt x="280126" y="538493"/>
                  </a:cubicBezTo>
                  <a:cubicBezTo>
                    <a:pt x="280126" y="527614"/>
                    <a:pt x="274687" y="516736"/>
                    <a:pt x="274687" y="505857"/>
                  </a:cubicBezTo>
                  <a:cubicBezTo>
                    <a:pt x="274687" y="494978"/>
                    <a:pt x="274687" y="486820"/>
                    <a:pt x="271967" y="478660"/>
                  </a:cubicBezTo>
                  <a:cubicBezTo>
                    <a:pt x="269247" y="467782"/>
                    <a:pt x="269247" y="456903"/>
                    <a:pt x="269247" y="446025"/>
                  </a:cubicBezTo>
                  <a:cubicBezTo>
                    <a:pt x="269247" y="440585"/>
                    <a:pt x="266528" y="437866"/>
                    <a:pt x="263808" y="437866"/>
                  </a:cubicBezTo>
                  <a:cubicBezTo>
                    <a:pt x="261088" y="437866"/>
                    <a:pt x="258369" y="437866"/>
                    <a:pt x="252929" y="437866"/>
                  </a:cubicBezTo>
                  <a:cubicBezTo>
                    <a:pt x="242051" y="437866"/>
                    <a:pt x="231172" y="437866"/>
                    <a:pt x="223013" y="440585"/>
                  </a:cubicBezTo>
                  <a:cubicBezTo>
                    <a:pt x="212135" y="440585"/>
                    <a:pt x="203976" y="443305"/>
                    <a:pt x="193097" y="443305"/>
                  </a:cubicBezTo>
                  <a:cubicBezTo>
                    <a:pt x="184938" y="443305"/>
                    <a:pt x="176779" y="443305"/>
                    <a:pt x="168620" y="443305"/>
                  </a:cubicBezTo>
                  <a:cubicBezTo>
                    <a:pt x="165900" y="443305"/>
                    <a:pt x="155021" y="440585"/>
                    <a:pt x="146862" y="440585"/>
                  </a:cubicBezTo>
                  <a:cubicBezTo>
                    <a:pt x="138703" y="440585"/>
                    <a:pt x="138703" y="448744"/>
                    <a:pt x="138703" y="454184"/>
                  </a:cubicBezTo>
                  <a:cubicBezTo>
                    <a:pt x="138703" y="465062"/>
                    <a:pt x="135983" y="475941"/>
                    <a:pt x="133263" y="486820"/>
                  </a:cubicBezTo>
                  <a:cubicBezTo>
                    <a:pt x="130544" y="505857"/>
                    <a:pt x="125105" y="522175"/>
                    <a:pt x="122385" y="541213"/>
                  </a:cubicBezTo>
                  <a:cubicBezTo>
                    <a:pt x="119665" y="560250"/>
                    <a:pt x="111506" y="595606"/>
                    <a:pt x="106067" y="614643"/>
                  </a:cubicBezTo>
                  <a:cubicBezTo>
                    <a:pt x="114226" y="614643"/>
                    <a:pt x="125105" y="614643"/>
                    <a:pt x="135983" y="614643"/>
                  </a:cubicBezTo>
                  <a:cubicBezTo>
                    <a:pt x="149581" y="614643"/>
                    <a:pt x="171340" y="614643"/>
                    <a:pt x="171340" y="630961"/>
                  </a:cubicBezTo>
                  <a:cubicBezTo>
                    <a:pt x="171340" y="639120"/>
                    <a:pt x="168620" y="639120"/>
                    <a:pt x="165900" y="647279"/>
                  </a:cubicBezTo>
                  <a:cubicBezTo>
                    <a:pt x="163181" y="652718"/>
                    <a:pt x="155021" y="655438"/>
                    <a:pt x="149581" y="655438"/>
                  </a:cubicBezTo>
                  <a:cubicBezTo>
                    <a:pt x="141423" y="658158"/>
                    <a:pt x="135983" y="658158"/>
                    <a:pt x="127824" y="658158"/>
                  </a:cubicBezTo>
                  <a:cubicBezTo>
                    <a:pt x="122385" y="658158"/>
                    <a:pt x="116946" y="658158"/>
                    <a:pt x="106067" y="658158"/>
                  </a:cubicBezTo>
                  <a:cubicBezTo>
                    <a:pt x="92469" y="658158"/>
                    <a:pt x="78870" y="658158"/>
                    <a:pt x="62552" y="658158"/>
                  </a:cubicBezTo>
                  <a:cubicBezTo>
                    <a:pt x="54393" y="658158"/>
                    <a:pt x="46234" y="658158"/>
                    <a:pt x="40795" y="658158"/>
                  </a:cubicBezTo>
                  <a:cubicBezTo>
                    <a:pt x="32636" y="658158"/>
                    <a:pt x="21758" y="658158"/>
                    <a:pt x="16318" y="652718"/>
                  </a:cubicBezTo>
                  <a:cubicBezTo>
                    <a:pt x="8159" y="649999"/>
                    <a:pt x="0" y="641840"/>
                    <a:pt x="0" y="636401"/>
                  </a:cubicBezTo>
                  <a:cubicBezTo>
                    <a:pt x="0" y="633681"/>
                    <a:pt x="0" y="630961"/>
                    <a:pt x="2720" y="628241"/>
                  </a:cubicBezTo>
                  <a:cubicBezTo>
                    <a:pt x="8159" y="625522"/>
                    <a:pt x="16318" y="622802"/>
                    <a:pt x="24477" y="620082"/>
                  </a:cubicBezTo>
                  <a:cubicBezTo>
                    <a:pt x="38075" y="617363"/>
                    <a:pt x="48954" y="617363"/>
                    <a:pt x="62552" y="617363"/>
                  </a:cubicBezTo>
                  <a:cubicBezTo>
                    <a:pt x="62552" y="617363"/>
                    <a:pt x="62552" y="614643"/>
                    <a:pt x="62552" y="614643"/>
                  </a:cubicBezTo>
                  <a:cubicBezTo>
                    <a:pt x="62552" y="603765"/>
                    <a:pt x="65272" y="590166"/>
                    <a:pt x="65272" y="587447"/>
                  </a:cubicBezTo>
                  <a:cubicBezTo>
                    <a:pt x="67992" y="565689"/>
                    <a:pt x="73431" y="543932"/>
                    <a:pt x="76151" y="522175"/>
                  </a:cubicBezTo>
                  <a:cubicBezTo>
                    <a:pt x="78870" y="505857"/>
                    <a:pt x="81590" y="486820"/>
                    <a:pt x="87029" y="470501"/>
                  </a:cubicBezTo>
                  <a:cubicBezTo>
                    <a:pt x="87029" y="465062"/>
                    <a:pt x="92469" y="451464"/>
                    <a:pt x="92469" y="446025"/>
                  </a:cubicBezTo>
                  <a:cubicBezTo>
                    <a:pt x="92469" y="437866"/>
                    <a:pt x="73431" y="437866"/>
                    <a:pt x="65272" y="432426"/>
                  </a:cubicBezTo>
                  <a:cubicBezTo>
                    <a:pt x="59833" y="429707"/>
                    <a:pt x="54393" y="426987"/>
                    <a:pt x="54393" y="421548"/>
                  </a:cubicBezTo>
                  <a:cubicBezTo>
                    <a:pt x="54393" y="413389"/>
                    <a:pt x="62552" y="410669"/>
                    <a:pt x="73431" y="407949"/>
                  </a:cubicBezTo>
                  <a:cubicBezTo>
                    <a:pt x="78870" y="407949"/>
                    <a:pt x="92469" y="405230"/>
                    <a:pt x="100628" y="399790"/>
                  </a:cubicBezTo>
                  <a:cubicBezTo>
                    <a:pt x="106067" y="394351"/>
                    <a:pt x="106067" y="378033"/>
                    <a:pt x="108787" y="369874"/>
                  </a:cubicBezTo>
                  <a:cubicBezTo>
                    <a:pt x="114226" y="348117"/>
                    <a:pt x="119665" y="326360"/>
                    <a:pt x="125105" y="307322"/>
                  </a:cubicBezTo>
                  <a:cubicBezTo>
                    <a:pt x="130544" y="285565"/>
                    <a:pt x="135983" y="263808"/>
                    <a:pt x="141423" y="242051"/>
                  </a:cubicBezTo>
                  <a:cubicBezTo>
                    <a:pt x="146862" y="220293"/>
                    <a:pt x="152301" y="198536"/>
                    <a:pt x="155021" y="179498"/>
                  </a:cubicBezTo>
                  <a:cubicBezTo>
                    <a:pt x="157740" y="160461"/>
                    <a:pt x="163181" y="138703"/>
                    <a:pt x="168620" y="119665"/>
                  </a:cubicBezTo>
                  <a:cubicBezTo>
                    <a:pt x="176779" y="100627"/>
                    <a:pt x="182218" y="76150"/>
                    <a:pt x="193097" y="57113"/>
                  </a:cubicBezTo>
                  <a:lnTo>
                    <a:pt x="201256" y="38075"/>
                  </a:lnTo>
                  <a:cubicBezTo>
                    <a:pt x="206695" y="29916"/>
                    <a:pt x="209415" y="19038"/>
                    <a:pt x="217574" y="13598"/>
                  </a:cubicBezTo>
                  <a:cubicBezTo>
                    <a:pt x="231172" y="2720"/>
                    <a:pt x="255649" y="0"/>
                    <a:pt x="274687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FD6AB36C-2BB9-458F-9B65-F616640B5697}"/>
                </a:ext>
              </a:extLst>
            </p:cNvPr>
            <p:cNvSpPr/>
            <p:nvPr/>
          </p:nvSpPr>
          <p:spPr>
            <a:xfrm>
              <a:off x="3443268" y="4186718"/>
              <a:ext cx="435145" cy="761503"/>
            </a:xfrm>
            <a:custGeom>
              <a:avLst/>
              <a:gdLst>
                <a:gd name="connsiteX0" fmla="*/ 400855 w 435145"/>
                <a:gd name="connsiteY0" fmla="*/ 678260 h 761503"/>
                <a:gd name="connsiteX1" fmla="*/ 384537 w 435145"/>
                <a:gd name="connsiteY1" fmla="*/ 719054 h 761503"/>
                <a:gd name="connsiteX2" fmla="*/ 368219 w 435145"/>
                <a:gd name="connsiteY2" fmla="*/ 713615 h 761503"/>
                <a:gd name="connsiteX3" fmla="*/ 360060 w 435145"/>
                <a:gd name="connsiteY3" fmla="*/ 697297 h 761503"/>
                <a:gd name="connsiteX4" fmla="*/ 360060 w 435145"/>
                <a:gd name="connsiteY4" fmla="*/ 651063 h 761503"/>
                <a:gd name="connsiteX5" fmla="*/ 332864 w 435145"/>
                <a:gd name="connsiteY5" fmla="*/ 686418 h 761503"/>
                <a:gd name="connsiteX6" fmla="*/ 251274 w 435145"/>
                <a:gd name="connsiteY6" fmla="*/ 721774 h 761503"/>
                <a:gd name="connsiteX7" fmla="*/ 229517 w 435145"/>
                <a:gd name="connsiteY7" fmla="*/ 719054 h 761503"/>
                <a:gd name="connsiteX8" fmla="*/ 158806 w 435145"/>
                <a:gd name="connsiteY8" fmla="*/ 694578 h 761503"/>
                <a:gd name="connsiteX9" fmla="*/ 112571 w 435145"/>
                <a:gd name="connsiteY9" fmla="*/ 659222 h 761503"/>
                <a:gd name="connsiteX10" fmla="*/ 79936 w 435145"/>
                <a:gd name="connsiteY10" fmla="*/ 607548 h 761503"/>
                <a:gd name="connsiteX11" fmla="*/ 63618 w 435145"/>
                <a:gd name="connsiteY11" fmla="*/ 542277 h 761503"/>
                <a:gd name="connsiteX12" fmla="*/ 58178 w 435145"/>
                <a:gd name="connsiteY12" fmla="*/ 471566 h 761503"/>
                <a:gd name="connsiteX13" fmla="*/ 60898 w 435145"/>
                <a:gd name="connsiteY13" fmla="*/ 400855 h 761503"/>
                <a:gd name="connsiteX14" fmla="*/ 66337 w 435145"/>
                <a:gd name="connsiteY14" fmla="*/ 335583 h 761503"/>
                <a:gd name="connsiteX15" fmla="*/ 85375 w 435145"/>
                <a:gd name="connsiteY15" fmla="*/ 267592 h 761503"/>
                <a:gd name="connsiteX16" fmla="*/ 109852 w 435145"/>
                <a:gd name="connsiteY16" fmla="*/ 199600 h 761503"/>
                <a:gd name="connsiteX17" fmla="*/ 145207 w 435145"/>
                <a:gd name="connsiteY17" fmla="*/ 145207 h 761503"/>
                <a:gd name="connsiteX18" fmla="*/ 188722 w 435145"/>
                <a:gd name="connsiteY18" fmla="*/ 96253 h 761503"/>
                <a:gd name="connsiteX19" fmla="*/ 243115 w 435145"/>
                <a:gd name="connsiteY19" fmla="*/ 71776 h 761503"/>
                <a:gd name="connsiteX20" fmla="*/ 286630 w 435145"/>
                <a:gd name="connsiteY20" fmla="*/ 63617 h 761503"/>
                <a:gd name="connsiteX21" fmla="*/ 305667 w 435145"/>
                <a:gd name="connsiteY21" fmla="*/ 66337 h 761503"/>
                <a:gd name="connsiteX22" fmla="*/ 324705 w 435145"/>
                <a:gd name="connsiteY22" fmla="*/ 79936 h 761503"/>
                <a:gd name="connsiteX23" fmla="*/ 341023 w 435145"/>
                <a:gd name="connsiteY23" fmla="*/ 101693 h 761503"/>
                <a:gd name="connsiteX24" fmla="*/ 354621 w 435145"/>
                <a:gd name="connsiteY24" fmla="*/ 123450 h 761503"/>
                <a:gd name="connsiteX25" fmla="*/ 354621 w 435145"/>
                <a:gd name="connsiteY25" fmla="*/ 98973 h 761503"/>
                <a:gd name="connsiteX26" fmla="*/ 360060 w 435145"/>
                <a:gd name="connsiteY26" fmla="*/ 74496 h 761503"/>
                <a:gd name="connsiteX27" fmla="*/ 365500 w 435145"/>
                <a:gd name="connsiteY27" fmla="*/ 63617 h 761503"/>
                <a:gd name="connsiteX28" fmla="*/ 373659 w 435145"/>
                <a:gd name="connsiteY28" fmla="*/ 58178 h 761503"/>
                <a:gd name="connsiteX29" fmla="*/ 381818 w 435145"/>
                <a:gd name="connsiteY29" fmla="*/ 63617 h 761503"/>
                <a:gd name="connsiteX30" fmla="*/ 389977 w 435145"/>
                <a:gd name="connsiteY30" fmla="*/ 82655 h 761503"/>
                <a:gd name="connsiteX31" fmla="*/ 392696 w 435145"/>
                <a:gd name="connsiteY31" fmla="*/ 126170 h 761503"/>
                <a:gd name="connsiteX32" fmla="*/ 395416 w 435145"/>
                <a:gd name="connsiteY32" fmla="*/ 186002 h 761503"/>
                <a:gd name="connsiteX33" fmla="*/ 398136 w 435145"/>
                <a:gd name="connsiteY33" fmla="*/ 237675 h 761503"/>
                <a:gd name="connsiteX34" fmla="*/ 398136 w 435145"/>
                <a:gd name="connsiteY34" fmla="*/ 243115 h 761503"/>
                <a:gd name="connsiteX35" fmla="*/ 395416 w 435145"/>
                <a:gd name="connsiteY35" fmla="*/ 256713 h 761503"/>
                <a:gd name="connsiteX36" fmla="*/ 379098 w 435145"/>
                <a:gd name="connsiteY36" fmla="*/ 278470 h 761503"/>
                <a:gd name="connsiteX37" fmla="*/ 362780 w 435145"/>
                <a:gd name="connsiteY37" fmla="*/ 273031 h 761503"/>
                <a:gd name="connsiteX38" fmla="*/ 354621 w 435145"/>
                <a:gd name="connsiteY38" fmla="*/ 256713 h 761503"/>
                <a:gd name="connsiteX39" fmla="*/ 354621 w 435145"/>
                <a:gd name="connsiteY39" fmla="*/ 213198 h 761503"/>
                <a:gd name="connsiteX40" fmla="*/ 354621 w 435145"/>
                <a:gd name="connsiteY40" fmla="*/ 205040 h 761503"/>
                <a:gd name="connsiteX41" fmla="*/ 338303 w 435145"/>
                <a:gd name="connsiteY41" fmla="*/ 147927 h 761503"/>
                <a:gd name="connsiteX42" fmla="*/ 292069 w 435145"/>
                <a:gd name="connsiteY42" fmla="*/ 107132 h 761503"/>
                <a:gd name="connsiteX43" fmla="*/ 262153 w 435145"/>
                <a:gd name="connsiteY43" fmla="*/ 120730 h 761503"/>
                <a:gd name="connsiteX44" fmla="*/ 251274 w 435145"/>
                <a:gd name="connsiteY44" fmla="*/ 131609 h 761503"/>
                <a:gd name="connsiteX45" fmla="*/ 240395 w 435145"/>
                <a:gd name="connsiteY45" fmla="*/ 139768 h 761503"/>
                <a:gd name="connsiteX46" fmla="*/ 237676 w 435145"/>
                <a:gd name="connsiteY46" fmla="*/ 164245 h 761503"/>
                <a:gd name="connsiteX47" fmla="*/ 226797 w 435145"/>
                <a:gd name="connsiteY47" fmla="*/ 196881 h 761503"/>
                <a:gd name="connsiteX48" fmla="*/ 213199 w 435145"/>
                <a:gd name="connsiteY48" fmla="*/ 259433 h 761503"/>
                <a:gd name="connsiteX49" fmla="*/ 207759 w 435145"/>
                <a:gd name="connsiteY49" fmla="*/ 324704 h 761503"/>
                <a:gd name="connsiteX50" fmla="*/ 207759 w 435145"/>
                <a:gd name="connsiteY50" fmla="*/ 335583 h 761503"/>
                <a:gd name="connsiteX51" fmla="*/ 205040 w 435145"/>
                <a:gd name="connsiteY51" fmla="*/ 349181 h 761503"/>
                <a:gd name="connsiteX52" fmla="*/ 207759 w 435145"/>
                <a:gd name="connsiteY52" fmla="*/ 368219 h 761503"/>
                <a:gd name="connsiteX53" fmla="*/ 207759 w 435145"/>
                <a:gd name="connsiteY53" fmla="*/ 376378 h 761503"/>
                <a:gd name="connsiteX54" fmla="*/ 205040 w 435145"/>
                <a:gd name="connsiteY54" fmla="*/ 387256 h 761503"/>
                <a:gd name="connsiteX55" fmla="*/ 205040 w 435145"/>
                <a:gd name="connsiteY55" fmla="*/ 395415 h 761503"/>
                <a:gd name="connsiteX56" fmla="*/ 205040 w 435145"/>
                <a:gd name="connsiteY56" fmla="*/ 406294 h 761503"/>
                <a:gd name="connsiteX57" fmla="*/ 205040 w 435145"/>
                <a:gd name="connsiteY57" fmla="*/ 425332 h 761503"/>
                <a:gd name="connsiteX58" fmla="*/ 213199 w 435145"/>
                <a:gd name="connsiteY58" fmla="*/ 493323 h 761503"/>
                <a:gd name="connsiteX59" fmla="*/ 221358 w 435145"/>
                <a:gd name="connsiteY59" fmla="*/ 561314 h 761503"/>
                <a:gd name="connsiteX60" fmla="*/ 226797 w 435145"/>
                <a:gd name="connsiteY60" fmla="*/ 591231 h 761503"/>
                <a:gd name="connsiteX61" fmla="*/ 240395 w 435145"/>
                <a:gd name="connsiteY61" fmla="*/ 618427 h 761503"/>
                <a:gd name="connsiteX62" fmla="*/ 283910 w 435145"/>
                <a:gd name="connsiteY62" fmla="*/ 651063 h 761503"/>
                <a:gd name="connsiteX63" fmla="*/ 338303 w 435145"/>
                <a:gd name="connsiteY63" fmla="*/ 612988 h 761503"/>
                <a:gd name="connsiteX64" fmla="*/ 354621 w 435145"/>
                <a:gd name="connsiteY64" fmla="*/ 577632 h 761503"/>
                <a:gd name="connsiteX65" fmla="*/ 357341 w 435145"/>
                <a:gd name="connsiteY65" fmla="*/ 509641 h 761503"/>
                <a:gd name="connsiteX66" fmla="*/ 362780 w 435145"/>
                <a:gd name="connsiteY66" fmla="*/ 485164 h 761503"/>
                <a:gd name="connsiteX67" fmla="*/ 368219 w 435145"/>
                <a:gd name="connsiteY67" fmla="*/ 474286 h 761503"/>
                <a:gd name="connsiteX68" fmla="*/ 376378 w 435145"/>
                <a:gd name="connsiteY68" fmla="*/ 468846 h 761503"/>
                <a:gd name="connsiteX69" fmla="*/ 384537 w 435145"/>
                <a:gd name="connsiteY69" fmla="*/ 474286 h 761503"/>
                <a:gd name="connsiteX70" fmla="*/ 392696 w 435145"/>
                <a:gd name="connsiteY70" fmla="*/ 493323 h 761503"/>
                <a:gd name="connsiteX71" fmla="*/ 395416 w 435145"/>
                <a:gd name="connsiteY71" fmla="*/ 558595 h 761503"/>
                <a:gd name="connsiteX72" fmla="*/ 398136 w 435145"/>
                <a:gd name="connsiteY72" fmla="*/ 618427 h 761503"/>
                <a:gd name="connsiteX73" fmla="*/ 400855 w 435145"/>
                <a:gd name="connsiteY73" fmla="*/ 678260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435145" h="761503">
                  <a:moveTo>
                    <a:pt x="400855" y="678260"/>
                  </a:moveTo>
                  <a:cubicBezTo>
                    <a:pt x="400855" y="689138"/>
                    <a:pt x="400855" y="719054"/>
                    <a:pt x="384537" y="719054"/>
                  </a:cubicBezTo>
                  <a:cubicBezTo>
                    <a:pt x="376378" y="719054"/>
                    <a:pt x="373659" y="716335"/>
                    <a:pt x="368219" y="713615"/>
                  </a:cubicBezTo>
                  <a:cubicBezTo>
                    <a:pt x="362780" y="710895"/>
                    <a:pt x="360060" y="702736"/>
                    <a:pt x="360060" y="697297"/>
                  </a:cubicBezTo>
                  <a:cubicBezTo>
                    <a:pt x="357341" y="680979"/>
                    <a:pt x="357341" y="664661"/>
                    <a:pt x="360060" y="651063"/>
                  </a:cubicBezTo>
                  <a:cubicBezTo>
                    <a:pt x="354621" y="659222"/>
                    <a:pt x="341023" y="678260"/>
                    <a:pt x="332864" y="686418"/>
                  </a:cubicBezTo>
                  <a:cubicBezTo>
                    <a:pt x="311107" y="708176"/>
                    <a:pt x="283910" y="721774"/>
                    <a:pt x="251274" y="721774"/>
                  </a:cubicBezTo>
                  <a:cubicBezTo>
                    <a:pt x="243115" y="721774"/>
                    <a:pt x="237676" y="721774"/>
                    <a:pt x="229517" y="719054"/>
                  </a:cubicBezTo>
                  <a:cubicBezTo>
                    <a:pt x="207759" y="716335"/>
                    <a:pt x="183283" y="708176"/>
                    <a:pt x="158806" y="694578"/>
                  </a:cubicBezTo>
                  <a:cubicBezTo>
                    <a:pt x="142488" y="686418"/>
                    <a:pt x="126170" y="672820"/>
                    <a:pt x="112571" y="659222"/>
                  </a:cubicBezTo>
                  <a:cubicBezTo>
                    <a:pt x="98973" y="642904"/>
                    <a:pt x="88095" y="626586"/>
                    <a:pt x="79936" y="607548"/>
                  </a:cubicBezTo>
                  <a:cubicBezTo>
                    <a:pt x="71777" y="585791"/>
                    <a:pt x="66337" y="566754"/>
                    <a:pt x="63618" y="542277"/>
                  </a:cubicBezTo>
                  <a:cubicBezTo>
                    <a:pt x="60898" y="517800"/>
                    <a:pt x="58178" y="493323"/>
                    <a:pt x="58178" y="471566"/>
                  </a:cubicBezTo>
                  <a:cubicBezTo>
                    <a:pt x="58178" y="447089"/>
                    <a:pt x="58178" y="425332"/>
                    <a:pt x="60898" y="400855"/>
                  </a:cubicBezTo>
                  <a:cubicBezTo>
                    <a:pt x="63618" y="379098"/>
                    <a:pt x="60898" y="357340"/>
                    <a:pt x="66337" y="335583"/>
                  </a:cubicBezTo>
                  <a:cubicBezTo>
                    <a:pt x="69057" y="313826"/>
                    <a:pt x="77216" y="289349"/>
                    <a:pt x="85375" y="267592"/>
                  </a:cubicBezTo>
                  <a:cubicBezTo>
                    <a:pt x="93534" y="243115"/>
                    <a:pt x="98973" y="221357"/>
                    <a:pt x="109852" y="199600"/>
                  </a:cubicBezTo>
                  <a:cubicBezTo>
                    <a:pt x="118011" y="177843"/>
                    <a:pt x="131609" y="161525"/>
                    <a:pt x="145207" y="145207"/>
                  </a:cubicBezTo>
                  <a:cubicBezTo>
                    <a:pt x="158806" y="128889"/>
                    <a:pt x="172404" y="109852"/>
                    <a:pt x="188722" y="96253"/>
                  </a:cubicBezTo>
                  <a:cubicBezTo>
                    <a:pt x="205040" y="82655"/>
                    <a:pt x="224077" y="77216"/>
                    <a:pt x="243115" y="71776"/>
                  </a:cubicBezTo>
                  <a:cubicBezTo>
                    <a:pt x="256713" y="69057"/>
                    <a:pt x="273031" y="63617"/>
                    <a:pt x="286630" y="63617"/>
                  </a:cubicBezTo>
                  <a:cubicBezTo>
                    <a:pt x="292069" y="63617"/>
                    <a:pt x="297508" y="63617"/>
                    <a:pt x="305667" y="66337"/>
                  </a:cubicBezTo>
                  <a:cubicBezTo>
                    <a:pt x="313826" y="69057"/>
                    <a:pt x="319266" y="74496"/>
                    <a:pt x="324705" y="79936"/>
                  </a:cubicBezTo>
                  <a:cubicBezTo>
                    <a:pt x="332864" y="85375"/>
                    <a:pt x="332864" y="93534"/>
                    <a:pt x="341023" y="101693"/>
                  </a:cubicBezTo>
                  <a:cubicBezTo>
                    <a:pt x="346462" y="107132"/>
                    <a:pt x="349182" y="118011"/>
                    <a:pt x="354621" y="123450"/>
                  </a:cubicBezTo>
                  <a:cubicBezTo>
                    <a:pt x="354621" y="115291"/>
                    <a:pt x="354621" y="101693"/>
                    <a:pt x="354621" y="98973"/>
                  </a:cubicBezTo>
                  <a:cubicBezTo>
                    <a:pt x="354621" y="90814"/>
                    <a:pt x="354621" y="79936"/>
                    <a:pt x="360060" y="74496"/>
                  </a:cubicBezTo>
                  <a:cubicBezTo>
                    <a:pt x="362780" y="71776"/>
                    <a:pt x="362780" y="69057"/>
                    <a:pt x="365500" y="63617"/>
                  </a:cubicBezTo>
                  <a:cubicBezTo>
                    <a:pt x="368219" y="60898"/>
                    <a:pt x="370939" y="58178"/>
                    <a:pt x="373659" y="58178"/>
                  </a:cubicBezTo>
                  <a:cubicBezTo>
                    <a:pt x="376378" y="58178"/>
                    <a:pt x="379098" y="60898"/>
                    <a:pt x="381818" y="63617"/>
                  </a:cubicBezTo>
                  <a:cubicBezTo>
                    <a:pt x="384537" y="69057"/>
                    <a:pt x="387257" y="77216"/>
                    <a:pt x="389977" y="82655"/>
                  </a:cubicBezTo>
                  <a:cubicBezTo>
                    <a:pt x="389977" y="90814"/>
                    <a:pt x="392696" y="107132"/>
                    <a:pt x="392696" y="126170"/>
                  </a:cubicBezTo>
                  <a:cubicBezTo>
                    <a:pt x="392696" y="150647"/>
                    <a:pt x="392696" y="177843"/>
                    <a:pt x="395416" y="186002"/>
                  </a:cubicBezTo>
                  <a:cubicBezTo>
                    <a:pt x="398136" y="205040"/>
                    <a:pt x="398136" y="215918"/>
                    <a:pt x="398136" y="237675"/>
                  </a:cubicBezTo>
                  <a:cubicBezTo>
                    <a:pt x="398136" y="240395"/>
                    <a:pt x="398136" y="243115"/>
                    <a:pt x="398136" y="243115"/>
                  </a:cubicBezTo>
                  <a:cubicBezTo>
                    <a:pt x="398136" y="248554"/>
                    <a:pt x="398136" y="251274"/>
                    <a:pt x="395416" y="256713"/>
                  </a:cubicBezTo>
                  <a:cubicBezTo>
                    <a:pt x="392696" y="267592"/>
                    <a:pt x="389977" y="278470"/>
                    <a:pt x="379098" y="278470"/>
                  </a:cubicBezTo>
                  <a:cubicBezTo>
                    <a:pt x="370939" y="278470"/>
                    <a:pt x="368219" y="275751"/>
                    <a:pt x="362780" y="273031"/>
                  </a:cubicBezTo>
                  <a:cubicBezTo>
                    <a:pt x="357341" y="270311"/>
                    <a:pt x="354621" y="262152"/>
                    <a:pt x="354621" y="256713"/>
                  </a:cubicBezTo>
                  <a:cubicBezTo>
                    <a:pt x="349182" y="237675"/>
                    <a:pt x="354621" y="232236"/>
                    <a:pt x="354621" y="213198"/>
                  </a:cubicBezTo>
                  <a:cubicBezTo>
                    <a:pt x="354621" y="210479"/>
                    <a:pt x="354621" y="207759"/>
                    <a:pt x="354621" y="205040"/>
                  </a:cubicBezTo>
                  <a:cubicBezTo>
                    <a:pt x="349182" y="186002"/>
                    <a:pt x="343742" y="169684"/>
                    <a:pt x="338303" y="147927"/>
                  </a:cubicBezTo>
                  <a:cubicBezTo>
                    <a:pt x="332864" y="131609"/>
                    <a:pt x="311107" y="107132"/>
                    <a:pt x="292069" y="107132"/>
                  </a:cubicBezTo>
                  <a:cubicBezTo>
                    <a:pt x="281190" y="107132"/>
                    <a:pt x="270312" y="115291"/>
                    <a:pt x="262153" y="120730"/>
                  </a:cubicBezTo>
                  <a:cubicBezTo>
                    <a:pt x="259433" y="123450"/>
                    <a:pt x="256713" y="126170"/>
                    <a:pt x="251274" y="131609"/>
                  </a:cubicBezTo>
                  <a:cubicBezTo>
                    <a:pt x="248554" y="134329"/>
                    <a:pt x="243115" y="137048"/>
                    <a:pt x="240395" y="139768"/>
                  </a:cubicBezTo>
                  <a:cubicBezTo>
                    <a:pt x="237676" y="145207"/>
                    <a:pt x="240395" y="156086"/>
                    <a:pt x="237676" y="164245"/>
                  </a:cubicBezTo>
                  <a:cubicBezTo>
                    <a:pt x="232236" y="175123"/>
                    <a:pt x="229517" y="186002"/>
                    <a:pt x="226797" y="196881"/>
                  </a:cubicBezTo>
                  <a:cubicBezTo>
                    <a:pt x="221358" y="218638"/>
                    <a:pt x="218638" y="237675"/>
                    <a:pt x="213199" y="259433"/>
                  </a:cubicBezTo>
                  <a:cubicBezTo>
                    <a:pt x="210479" y="281190"/>
                    <a:pt x="207759" y="302947"/>
                    <a:pt x="207759" y="324704"/>
                  </a:cubicBezTo>
                  <a:cubicBezTo>
                    <a:pt x="207759" y="327424"/>
                    <a:pt x="207759" y="332863"/>
                    <a:pt x="207759" y="335583"/>
                  </a:cubicBezTo>
                  <a:cubicBezTo>
                    <a:pt x="207759" y="341022"/>
                    <a:pt x="205040" y="343742"/>
                    <a:pt x="205040" y="349181"/>
                  </a:cubicBezTo>
                  <a:cubicBezTo>
                    <a:pt x="205040" y="354621"/>
                    <a:pt x="207759" y="362779"/>
                    <a:pt x="207759" y="368219"/>
                  </a:cubicBezTo>
                  <a:cubicBezTo>
                    <a:pt x="207759" y="370939"/>
                    <a:pt x="207759" y="373658"/>
                    <a:pt x="207759" y="376378"/>
                  </a:cubicBezTo>
                  <a:cubicBezTo>
                    <a:pt x="205040" y="381817"/>
                    <a:pt x="205040" y="384537"/>
                    <a:pt x="205040" y="387256"/>
                  </a:cubicBezTo>
                  <a:cubicBezTo>
                    <a:pt x="205040" y="389976"/>
                    <a:pt x="205040" y="392696"/>
                    <a:pt x="205040" y="395415"/>
                  </a:cubicBezTo>
                  <a:cubicBezTo>
                    <a:pt x="205040" y="398135"/>
                    <a:pt x="205040" y="403574"/>
                    <a:pt x="205040" y="406294"/>
                  </a:cubicBezTo>
                  <a:cubicBezTo>
                    <a:pt x="205040" y="411733"/>
                    <a:pt x="205040" y="417173"/>
                    <a:pt x="205040" y="425332"/>
                  </a:cubicBezTo>
                  <a:cubicBezTo>
                    <a:pt x="205040" y="449809"/>
                    <a:pt x="213199" y="471566"/>
                    <a:pt x="213199" y="493323"/>
                  </a:cubicBezTo>
                  <a:cubicBezTo>
                    <a:pt x="213199" y="517800"/>
                    <a:pt x="215919" y="539557"/>
                    <a:pt x="221358" y="561314"/>
                  </a:cubicBezTo>
                  <a:cubicBezTo>
                    <a:pt x="224077" y="572193"/>
                    <a:pt x="224077" y="580352"/>
                    <a:pt x="226797" y="591231"/>
                  </a:cubicBezTo>
                  <a:cubicBezTo>
                    <a:pt x="229517" y="599390"/>
                    <a:pt x="237676" y="607548"/>
                    <a:pt x="240395" y="618427"/>
                  </a:cubicBezTo>
                  <a:cubicBezTo>
                    <a:pt x="248554" y="637465"/>
                    <a:pt x="262153" y="651063"/>
                    <a:pt x="283910" y="651063"/>
                  </a:cubicBezTo>
                  <a:cubicBezTo>
                    <a:pt x="302948" y="651063"/>
                    <a:pt x="330144" y="629306"/>
                    <a:pt x="338303" y="612988"/>
                  </a:cubicBezTo>
                  <a:cubicBezTo>
                    <a:pt x="346462" y="599390"/>
                    <a:pt x="351901" y="591231"/>
                    <a:pt x="354621" y="577632"/>
                  </a:cubicBezTo>
                  <a:cubicBezTo>
                    <a:pt x="354621" y="550436"/>
                    <a:pt x="354621" y="517800"/>
                    <a:pt x="357341" y="509641"/>
                  </a:cubicBezTo>
                  <a:cubicBezTo>
                    <a:pt x="357341" y="501482"/>
                    <a:pt x="357341" y="490603"/>
                    <a:pt x="362780" y="485164"/>
                  </a:cubicBezTo>
                  <a:cubicBezTo>
                    <a:pt x="365500" y="482444"/>
                    <a:pt x="365500" y="479725"/>
                    <a:pt x="368219" y="474286"/>
                  </a:cubicBezTo>
                  <a:cubicBezTo>
                    <a:pt x="370939" y="471566"/>
                    <a:pt x="373659" y="468846"/>
                    <a:pt x="376378" y="468846"/>
                  </a:cubicBezTo>
                  <a:cubicBezTo>
                    <a:pt x="379098" y="468846"/>
                    <a:pt x="381818" y="471566"/>
                    <a:pt x="384537" y="474286"/>
                  </a:cubicBezTo>
                  <a:cubicBezTo>
                    <a:pt x="387257" y="479725"/>
                    <a:pt x="389977" y="487884"/>
                    <a:pt x="392696" y="493323"/>
                  </a:cubicBezTo>
                  <a:cubicBezTo>
                    <a:pt x="392696" y="501482"/>
                    <a:pt x="395416" y="539557"/>
                    <a:pt x="395416" y="558595"/>
                  </a:cubicBezTo>
                  <a:cubicBezTo>
                    <a:pt x="395416" y="583072"/>
                    <a:pt x="395416" y="610268"/>
                    <a:pt x="398136" y="618427"/>
                  </a:cubicBezTo>
                  <a:cubicBezTo>
                    <a:pt x="398136" y="648343"/>
                    <a:pt x="400855" y="659222"/>
                    <a:pt x="400855" y="678260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77CD6E50-E0F0-4933-B850-6730D4173539}"/>
                </a:ext>
              </a:extLst>
            </p:cNvPr>
            <p:cNvSpPr/>
            <p:nvPr/>
          </p:nvSpPr>
          <p:spPr>
            <a:xfrm>
              <a:off x="3829459" y="4200317"/>
              <a:ext cx="598325" cy="761503"/>
            </a:xfrm>
            <a:custGeom>
              <a:avLst/>
              <a:gdLst>
                <a:gd name="connsiteX0" fmla="*/ 360060 w 598324"/>
                <a:gd name="connsiteY0" fmla="*/ 332863 h 761503"/>
                <a:gd name="connsiteX1" fmla="*/ 341023 w 598324"/>
                <a:gd name="connsiteY1" fmla="*/ 370939 h 761503"/>
                <a:gd name="connsiteX2" fmla="*/ 376378 w 598324"/>
                <a:gd name="connsiteY2" fmla="*/ 389976 h 761503"/>
                <a:gd name="connsiteX3" fmla="*/ 425332 w 598324"/>
                <a:gd name="connsiteY3" fmla="*/ 433491 h 761503"/>
                <a:gd name="connsiteX4" fmla="*/ 438930 w 598324"/>
                <a:gd name="connsiteY4" fmla="*/ 463407 h 761503"/>
                <a:gd name="connsiteX5" fmla="*/ 449809 w 598324"/>
                <a:gd name="connsiteY5" fmla="*/ 498762 h 761503"/>
                <a:gd name="connsiteX6" fmla="*/ 457968 w 598324"/>
                <a:gd name="connsiteY6" fmla="*/ 528679 h 761503"/>
                <a:gd name="connsiteX7" fmla="*/ 466127 w 598324"/>
                <a:gd name="connsiteY7" fmla="*/ 564034 h 761503"/>
                <a:gd name="connsiteX8" fmla="*/ 471566 w 598324"/>
                <a:gd name="connsiteY8" fmla="*/ 593950 h 761503"/>
                <a:gd name="connsiteX9" fmla="*/ 479725 w 598324"/>
                <a:gd name="connsiteY9" fmla="*/ 607548 h 761503"/>
                <a:gd name="connsiteX10" fmla="*/ 487884 w 598324"/>
                <a:gd name="connsiteY10" fmla="*/ 623867 h 761503"/>
                <a:gd name="connsiteX11" fmla="*/ 501482 w 598324"/>
                <a:gd name="connsiteY11" fmla="*/ 651063 h 761503"/>
                <a:gd name="connsiteX12" fmla="*/ 523240 w 598324"/>
                <a:gd name="connsiteY12" fmla="*/ 670101 h 761503"/>
                <a:gd name="connsiteX13" fmla="*/ 534119 w 598324"/>
                <a:gd name="connsiteY13" fmla="*/ 686418 h 761503"/>
                <a:gd name="connsiteX14" fmla="*/ 531399 w 598324"/>
                <a:gd name="connsiteY14" fmla="*/ 694578 h 761503"/>
                <a:gd name="connsiteX15" fmla="*/ 498763 w 598324"/>
                <a:gd name="connsiteY15" fmla="*/ 708176 h 761503"/>
                <a:gd name="connsiteX16" fmla="*/ 449809 w 598324"/>
                <a:gd name="connsiteY16" fmla="*/ 700017 h 761503"/>
                <a:gd name="connsiteX17" fmla="*/ 400855 w 598324"/>
                <a:gd name="connsiteY17" fmla="*/ 667381 h 761503"/>
                <a:gd name="connsiteX18" fmla="*/ 381817 w 598324"/>
                <a:gd name="connsiteY18" fmla="*/ 642904 h 761503"/>
                <a:gd name="connsiteX19" fmla="*/ 368219 w 598324"/>
                <a:gd name="connsiteY19" fmla="*/ 610268 h 761503"/>
                <a:gd name="connsiteX20" fmla="*/ 349182 w 598324"/>
                <a:gd name="connsiteY20" fmla="*/ 550436 h 761503"/>
                <a:gd name="connsiteX21" fmla="*/ 338303 w 598324"/>
                <a:gd name="connsiteY21" fmla="*/ 504202 h 761503"/>
                <a:gd name="connsiteX22" fmla="*/ 330144 w 598324"/>
                <a:gd name="connsiteY22" fmla="*/ 477005 h 761503"/>
                <a:gd name="connsiteX23" fmla="*/ 321985 w 598324"/>
                <a:gd name="connsiteY23" fmla="*/ 455248 h 761503"/>
                <a:gd name="connsiteX24" fmla="*/ 305667 w 598324"/>
                <a:gd name="connsiteY24" fmla="*/ 436210 h 761503"/>
                <a:gd name="connsiteX25" fmla="*/ 294788 w 598324"/>
                <a:gd name="connsiteY25" fmla="*/ 441650 h 761503"/>
                <a:gd name="connsiteX26" fmla="*/ 278471 w 598324"/>
                <a:gd name="connsiteY26" fmla="*/ 463407 h 761503"/>
                <a:gd name="connsiteX27" fmla="*/ 264872 w 598324"/>
                <a:gd name="connsiteY27" fmla="*/ 496043 h 761503"/>
                <a:gd name="connsiteX28" fmla="*/ 262153 w 598324"/>
                <a:gd name="connsiteY28" fmla="*/ 517800 h 761503"/>
                <a:gd name="connsiteX29" fmla="*/ 262153 w 598324"/>
                <a:gd name="connsiteY29" fmla="*/ 523239 h 761503"/>
                <a:gd name="connsiteX30" fmla="*/ 262153 w 598324"/>
                <a:gd name="connsiteY30" fmla="*/ 553155 h 761503"/>
                <a:gd name="connsiteX31" fmla="*/ 262153 w 598324"/>
                <a:gd name="connsiteY31" fmla="*/ 629306 h 761503"/>
                <a:gd name="connsiteX32" fmla="*/ 259433 w 598324"/>
                <a:gd name="connsiteY32" fmla="*/ 659222 h 761503"/>
                <a:gd name="connsiteX33" fmla="*/ 283910 w 598324"/>
                <a:gd name="connsiteY33" fmla="*/ 659222 h 761503"/>
                <a:gd name="connsiteX34" fmla="*/ 321985 w 598324"/>
                <a:gd name="connsiteY34" fmla="*/ 675540 h 761503"/>
                <a:gd name="connsiteX35" fmla="*/ 316546 w 598324"/>
                <a:gd name="connsiteY35" fmla="*/ 691858 h 761503"/>
                <a:gd name="connsiteX36" fmla="*/ 300228 w 598324"/>
                <a:gd name="connsiteY36" fmla="*/ 700017 h 761503"/>
                <a:gd name="connsiteX37" fmla="*/ 278471 w 598324"/>
                <a:gd name="connsiteY37" fmla="*/ 702736 h 761503"/>
                <a:gd name="connsiteX38" fmla="*/ 243115 w 598324"/>
                <a:gd name="connsiteY38" fmla="*/ 702736 h 761503"/>
                <a:gd name="connsiteX39" fmla="*/ 221358 w 598324"/>
                <a:gd name="connsiteY39" fmla="*/ 710895 h 761503"/>
                <a:gd name="connsiteX40" fmla="*/ 194161 w 598324"/>
                <a:gd name="connsiteY40" fmla="*/ 702736 h 761503"/>
                <a:gd name="connsiteX41" fmla="*/ 177843 w 598324"/>
                <a:gd name="connsiteY41" fmla="*/ 702736 h 761503"/>
                <a:gd name="connsiteX42" fmla="*/ 126170 w 598324"/>
                <a:gd name="connsiteY42" fmla="*/ 702736 h 761503"/>
                <a:gd name="connsiteX43" fmla="*/ 101693 w 598324"/>
                <a:gd name="connsiteY43" fmla="*/ 702736 h 761503"/>
                <a:gd name="connsiteX44" fmla="*/ 74496 w 598324"/>
                <a:gd name="connsiteY44" fmla="*/ 697297 h 761503"/>
                <a:gd name="connsiteX45" fmla="*/ 58178 w 598324"/>
                <a:gd name="connsiteY45" fmla="*/ 680979 h 761503"/>
                <a:gd name="connsiteX46" fmla="*/ 63617 w 598324"/>
                <a:gd name="connsiteY46" fmla="*/ 672820 h 761503"/>
                <a:gd name="connsiteX47" fmla="*/ 85375 w 598324"/>
                <a:gd name="connsiteY47" fmla="*/ 664661 h 761503"/>
                <a:gd name="connsiteX48" fmla="*/ 128889 w 598324"/>
                <a:gd name="connsiteY48" fmla="*/ 659222 h 761503"/>
                <a:gd name="connsiteX49" fmla="*/ 147927 w 598324"/>
                <a:gd name="connsiteY49" fmla="*/ 659222 h 761503"/>
                <a:gd name="connsiteX50" fmla="*/ 145207 w 598324"/>
                <a:gd name="connsiteY50" fmla="*/ 653783 h 761503"/>
                <a:gd name="connsiteX51" fmla="*/ 131609 w 598324"/>
                <a:gd name="connsiteY51" fmla="*/ 585791 h 761503"/>
                <a:gd name="connsiteX52" fmla="*/ 134329 w 598324"/>
                <a:gd name="connsiteY52" fmla="*/ 498762 h 761503"/>
                <a:gd name="connsiteX53" fmla="*/ 137048 w 598324"/>
                <a:gd name="connsiteY53" fmla="*/ 406294 h 761503"/>
                <a:gd name="connsiteX54" fmla="*/ 134329 w 598324"/>
                <a:gd name="connsiteY54" fmla="*/ 327424 h 761503"/>
                <a:gd name="connsiteX55" fmla="*/ 137048 w 598324"/>
                <a:gd name="connsiteY55" fmla="*/ 253993 h 761503"/>
                <a:gd name="connsiteX56" fmla="*/ 139768 w 598324"/>
                <a:gd name="connsiteY56" fmla="*/ 207759 h 761503"/>
                <a:gd name="connsiteX57" fmla="*/ 137048 w 598324"/>
                <a:gd name="connsiteY57" fmla="*/ 172404 h 761503"/>
                <a:gd name="connsiteX58" fmla="*/ 137048 w 598324"/>
                <a:gd name="connsiteY58" fmla="*/ 112571 h 761503"/>
                <a:gd name="connsiteX59" fmla="*/ 126170 w 598324"/>
                <a:gd name="connsiteY59" fmla="*/ 112571 h 761503"/>
                <a:gd name="connsiteX60" fmla="*/ 101693 w 598324"/>
                <a:gd name="connsiteY60" fmla="*/ 112571 h 761503"/>
                <a:gd name="connsiteX61" fmla="*/ 74496 w 598324"/>
                <a:gd name="connsiteY61" fmla="*/ 107132 h 761503"/>
                <a:gd name="connsiteX62" fmla="*/ 58178 w 598324"/>
                <a:gd name="connsiteY62" fmla="*/ 90814 h 761503"/>
                <a:gd name="connsiteX63" fmla="*/ 63617 w 598324"/>
                <a:gd name="connsiteY63" fmla="*/ 82655 h 761503"/>
                <a:gd name="connsiteX64" fmla="*/ 85375 w 598324"/>
                <a:gd name="connsiteY64" fmla="*/ 74496 h 761503"/>
                <a:gd name="connsiteX65" fmla="*/ 137048 w 598324"/>
                <a:gd name="connsiteY65" fmla="*/ 69057 h 761503"/>
                <a:gd name="connsiteX66" fmla="*/ 145207 w 598324"/>
                <a:gd name="connsiteY66" fmla="*/ 69057 h 761503"/>
                <a:gd name="connsiteX67" fmla="*/ 169684 w 598324"/>
                <a:gd name="connsiteY67" fmla="*/ 58178 h 761503"/>
                <a:gd name="connsiteX68" fmla="*/ 177843 w 598324"/>
                <a:gd name="connsiteY68" fmla="*/ 58178 h 761503"/>
                <a:gd name="connsiteX69" fmla="*/ 205040 w 598324"/>
                <a:gd name="connsiteY69" fmla="*/ 66337 h 761503"/>
                <a:gd name="connsiteX70" fmla="*/ 286629 w 598324"/>
                <a:gd name="connsiteY70" fmla="*/ 63617 h 761503"/>
                <a:gd name="connsiteX71" fmla="*/ 324705 w 598324"/>
                <a:gd name="connsiteY71" fmla="*/ 79936 h 761503"/>
                <a:gd name="connsiteX72" fmla="*/ 319265 w 598324"/>
                <a:gd name="connsiteY72" fmla="*/ 96253 h 761503"/>
                <a:gd name="connsiteX73" fmla="*/ 302948 w 598324"/>
                <a:gd name="connsiteY73" fmla="*/ 104412 h 761503"/>
                <a:gd name="connsiteX74" fmla="*/ 278471 w 598324"/>
                <a:gd name="connsiteY74" fmla="*/ 112571 h 761503"/>
                <a:gd name="connsiteX75" fmla="*/ 232236 w 598324"/>
                <a:gd name="connsiteY75" fmla="*/ 112571 h 761503"/>
                <a:gd name="connsiteX76" fmla="*/ 240395 w 598324"/>
                <a:gd name="connsiteY76" fmla="*/ 137048 h 761503"/>
                <a:gd name="connsiteX77" fmla="*/ 240395 w 598324"/>
                <a:gd name="connsiteY77" fmla="*/ 150647 h 761503"/>
                <a:gd name="connsiteX78" fmla="*/ 243115 w 598324"/>
                <a:gd name="connsiteY78" fmla="*/ 158805 h 761503"/>
                <a:gd name="connsiteX79" fmla="*/ 248554 w 598324"/>
                <a:gd name="connsiteY79" fmla="*/ 188722 h 761503"/>
                <a:gd name="connsiteX80" fmla="*/ 248554 w 598324"/>
                <a:gd name="connsiteY80" fmla="*/ 199600 h 761503"/>
                <a:gd name="connsiteX81" fmla="*/ 248554 w 598324"/>
                <a:gd name="connsiteY81" fmla="*/ 221357 h 761503"/>
                <a:gd name="connsiteX82" fmla="*/ 253994 w 598324"/>
                <a:gd name="connsiteY82" fmla="*/ 264872 h 761503"/>
                <a:gd name="connsiteX83" fmla="*/ 262153 w 598324"/>
                <a:gd name="connsiteY83" fmla="*/ 297508 h 761503"/>
                <a:gd name="connsiteX84" fmla="*/ 264872 w 598324"/>
                <a:gd name="connsiteY84" fmla="*/ 324704 h 761503"/>
                <a:gd name="connsiteX85" fmla="*/ 264872 w 598324"/>
                <a:gd name="connsiteY85" fmla="*/ 332863 h 761503"/>
                <a:gd name="connsiteX86" fmla="*/ 264872 w 598324"/>
                <a:gd name="connsiteY86" fmla="*/ 351901 h 761503"/>
                <a:gd name="connsiteX87" fmla="*/ 262153 w 598324"/>
                <a:gd name="connsiteY87" fmla="*/ 370939 h 761503"/>
                <a:gd name="connsiteX88" fmla="*/ 267592 w 598324"/>
                <a:gd name="connsiteY88" fmla="*/ 384537 h 761503"/>
                <a:gd name="connsiteX89" fmla="*/ 278471 w 598324"/>
                <a:gd name="connsiteY89" fmla="*/ 370939 h 761503"/>
                <a:gd name="connsiteX90" fmla="*/ 297508 w 598324"/>
                <a:gd name="connsiteY90" fmla="*/ 332863 h 761503"/>
                <a:gd name="connsiteX91" fmla="*/ 311106 w 598324"/>
                <a:gd name="connsiteY91" fmla="*/ 305667 h 761503"/>
                <a:gd name="connsiteX92" fmla="*/ 335583 w 598324"/>
                <a:gd name="connsiteY92" fmla="*/ 259433 h 761503"/>
                <a:gd name="connsiteX93" fmla="*/ 354621 w 598324"/>
                <a:gd name="connsiteY93" fmla="*/ 224077 h 761503"/>
                <a:gd name="connsiteX94" fmla="*/ 381817 w 598324"/>
                <a:gd name="connsiteY94" fmla="*/ 172404 h 761503"/>
                <a:gd name="connsiteX95" fmla="*/ 409014 w 598324"/>
                <a:gd name="connsiteY95" fmla="*/ 118011 h 761503"/>
                <a:gd name="connsiteX96" fmla="*/ 411734 w 598324"/>
                <a:gd name="connsiteY96" fmla="*/ 115291 h 761503"/>
                <a:gd name="connsiteX97" fmla="*/ 398136 w 598324"/>
                <a:gd name="connsiteY97" fmla="*/ 115291 h 761503"/>
                <a:gd name="connsiteX98" fmla="*/ 379098 w 598324"/>
                <a:gd name="connsiteY98" fmla="*/ 109852 h 761503"/>
                <a:gd name="connsiteX99" fmla="*/ 368219 w 598324"/>
                <a:gd name="connsiteY99" fmla="*/ 93534 h 761503"/>
                <a:gd name="connsiteX100" fmla="*/ 370939 w 598324"/>
                <a:gd name="connsiteY100" fmla="*/ 85375 h 761503"/>
                <a:gd name="connsiteX101" fmla="*/ 387257 w 598324"/>
                <a:gd name="connsiteY101" fmla="*/ 77216 h 761503"/>
                <a:gd name="connsiteX102" fmla="*/ 422612 w 598324"/>
                <a:gd name="connsiteY102" fmla="*/ 71776 h 761503"/>
                <a:gd name="connsiteX103" fmla="*/ 436211 w 598324"/>
                <a:gd name="connsiteY103" fmla="*/ 71776 h 761503"/>
                <a:gd name="connsiteX104" fmla="*/ 438930 w 598324"/>
                <a:gd name="connsiteY104" fmla="*/ 69057 h 761503"/>
                <a:gd name="connsiteX105" fmla="*/ 452529 w 598324"/>
                <a:gd name="connsiteY105" fmla="*/ 66337 h 761503"/>
                <a:gd name="connsiteX106" fmla="*/ 466127 w 598324"/>
                <a:gd name="connsiteY106" fmla="*/ 69057 h 761503"/>
                <a:gd name="connsiteX107" fmla="*/ 471566 w 598324"/>
                <a:gd name="connsiteY107" fmla="*/ 71776 h 761503"/>
                <a:gd name="connsiteX108" fmla="*/ 515081 w 598324"/>
                <a:gd name="connsiteY108" fmla="*/ 71776 h 761503"/>
                <a:gd name="connsiteX109" fmla="*/ 542277 w 598324"/>
                <a:gd name="connsiteY109" fmla="*/ 88094 h 761503"/>
                <a:gd name="connsiteX110" fmla="*/ 536838 w 598324"/>
                <a:gd name="connsiteY110" fmla="*/ 104412 h 761503"/>
                <a:gd name="connsiteX111" fmla="*/ 525959 w 598324"/>
                <a:gd name="connsiteY111" fmla="*/ 112571 h 761503"/>
                <a:gd name="connsiteX112" fmla="*/ 509642 w 598324"/>
                <a:gd name="connsiteY112" fmla="*/ 115291 h 761503"/>
                <a:gd name="connsiteX113" fmla="*/ 468847 w 598324"/>
                <a:gd name="connsiteY113" fmla="*/ 115291 h 761503"/>
                <a:gd name="connsiteX114" fmla="*/ 457968 w 598324"/>
                <a:gd name="connsiteY114" fmla="*/ 137048 h 761503"/>
                <a:gd name="connsiteX115" fmla="*/ 430771 w 598324"/>
                <a:gd name="connsiteY115" fmla="*/ 194161 h 761503"/>
                <a:gd name="connsiteX116" fmla="*/ 400855 w 598324"/>
                <a:gd name="connsiteY116" fmla="*/ 262152 h 761503"/>
                <a:gd name="connsiteX117" fmla="*/ 360060 w 598324"/>
                <a:gd name="connsiteY117" fmla="*/ 332863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</a:cxnLst>
              <a:rect l="l" t="t" r="r" b="b"/>
              <a:pathLst>
                <a:path w="598324" h="761503">
                  <a:moveTo>
                    <a:pt x="360060" y="332863"/>
                  </a:moveTo>
                  <a:cubicBezTo>
                    <a:pt x="351901" y="343742"/>
                    <a:pt x="341023" y="357340"/>
                    <a:pt x="341023" y="370939"/>
                  </a:cubicBezTo>
                  <a:cubicBezTo>
                    <a:pt x="341023" y="379098"/>
                    <a:pt x="357341" y="381817"/>
                    <a:pt x="376378" y="389976"/>
                  </a:cubicBezTo>
                  <a:cubicBezTo>
                    <a:pt x="395416" y="398135"/>
                    <a:pt x="417173" y="417173"/>
                    <a:pt x="425332" y="433491"/>
                  </a:cubicBezTo>
                  <a:cubicBezTo>
                    <a:pt x="430771" y="444369"/>
                    <a:pt x="436211" y="452528"/>
                    <a:pt x="438930" y="463407"/>
                  </a:cubicBezTo>
                  <a:cubicBezTo>
                    <a:pt x="444370" y="474286"/>
                    <a:pt x="447089" y="487884"/>
                    <a:pt x="449809" y="498762"/>
                  </a:cubicBezTo>
                  <a:cubicBezTo>
                    <a:pt x="452529" y="512361"/>
                    <a:pt x="452529" y="517800"/>
                    <a:pt x="457968" y="528679"/>
                  </a:cubicBezTo>
                  <a:cubicBezTo>
                    <a:pt x="463407" y="539557"/>
                    <a:pt x="463407" y="553155"/>
                    <a:pt x="466127" y="564034"/>
                  </a:cubicBezTo>
                  <a:cubicBezTo>
                    <a:pt x="468847" y="572193"/>
                    <a:pt x="468847" y="585791"/>
                    <a:pt x="471566" y="593950"/>
                  </a:cubicBezTo>
                  <a:cubicBezTo>
                    <a:pt x="474286" y="599390"/>
                    <a:pt x="477006" y="602109"/>
                    <a:pt x="479725" y="607548"/>
                  </a:cubicBezTo>
                  <a:cubicBezTo>
                    <a:pt x="482445" y="612988"/>
                    <a:pt x="487884" y="618427"/>
                    <a:pt x="487884" y="623867"/>
                  </a:cubicBezTo>
                  <a:cubicBezTo>
                    <a:pt x="490604" y="634745"/>
                    <a:pt x="496043" y="642904"/>
                    <a:pt x="501482" y="651063"/>
                  </a:cubicBezTo>
                  <a:cubicBezTo>
                    <a:pt x="506922" y="661942"/>
                    <a:pt x="512361" y="664661"/>
                    <a:pt x="523240" y="670101"/>
                  </a:cubicBezTo>
                  <a:cubicBezTo>
                    <a:pt x="528679" y="672820"/>
                    <a:pt x="534119" y="680979"/>
                    <a:pt x="534119" y="686418"/>
                  </a:cubicBezTo>
                  <a:cubicBezTo>
                    <a:pt x="534119" y="689138"/>
                    <a:pt x="534119" y="691858"/>
                    <a:pt x="531399" y="694578"/>
                  </a:cubicBezTo>
                  <a:cubicBezTo>
                    <a:pt x="525959" y="702736"/>
                    <a:pt x="512361" y="708176"/>
                    <a:pt x="498763" y="708176"/>
                  </a:cubicBezTo>
                  <a:cubicBezTo>
                    <a:pt x="485165" y="708176"/>
                    <a:pt x="466127" y="705456"/>
                    <a:pt x="449809" y="700017"/>
                  </a:cubicBezTo>
                  <a:cubicBezTo>
                    <a:pt x="430771" y="694578"/>
                    <a:pt x="409014" y="675540"/>
                    <a:pt x="400855" y="667381"/>
                  </a:cubicBezTo>
                  <a:cubicBezTo>
                    <a:pt x="392696" y="659222"/>
                    <a:pt x="387257" y="651063"/>
                    <a:pt x="381817" y="642904"/>
                  </a:cubicBezTo>
                  <a:cubicBezTo>
                    <a:pt x="376378" y="632025"/>
                    <a:pt x="370939" y="623867"/>
                    <a:pt x="368219" y="610268"/>
                  </a:cubicBezTo>
                  <a:cubicBezTo>
                    <a:pt x="360060" y="588511"/>
                    <a:pt x="357341" y="574913"/>
                    <a:pt x="349182" y="550436"/>
                  </a:cubicBezTo>
                  <a:cubicBezTo>
                    <a:pt x="343742" y="534118"/>
                    <a:pt x="341023" y="520520"/>
                    <a:pt x="338303" y="504202"/>
                  </a:cubicBezTo>
                  <a:cubicBezTo>
                    <a:pt x="335583" y="493323"/>
                    <a:pt x="332864" y="485164"/>
                    <a:pt x="330144" y="477005"/>
                  </a:cubicBezTo>
                  <a:cubicBezTo>
                    <a:pt x="327424" y="471566"/>
                    <a:pt x="324705" y="463407"/>
                    <a:pt x="321985" y="455248"/>
                  </a:cubicBezTo>
                  <a:cubicBezTo>
                    <a:pt x="316546" y="444369"/>
                    <a:pt x="311106" y="436210"/>
                    <a:pt x="305667" y="436210"/>
                  </a:cubicBezTo>
                  <a:cubicBezTo>
                    <a:pt x="302948" y="436210"/>
                    <a:pt x="300228" y="438930"/>
                    <a:pt x="294788" y="441650"/>
                  </a:cubicBezTo>
                  <a:cubicBezTo>
                    <a:pt x="289349" y="447089"/>
                    <a:pt x="283910" y="455248"/>
                    <a:pt x="278471" y="463407"/>
                  </a:cubicBezTo>
                  <a:cubicBezTo>
                    <a:pt x="270312" y="474286"/>
                    <a:pt x="267592" y="485164"/>
                    <a:pt x="264872" y="496043"/>
                  </a:cubicBezTo>
                  <a:cubicBezTo>
                    <a:pt x="264872" y="504202"/>
                    <a:pt x="262153" y="512361"/>
                    <a:pt x="262153" y="517800"/>
                  </a:cubicBezTo>
                  <a:cubicBezTo>
                    <a:pt x="262153" y="520520"/>
                    <a:pt x="262153" y="520520"/>
                    <a:pt x="262153" y="523239"/>
                  </a:cubicBezTo>
                  <a:cubicBezTo>
                    <a:pt x="262153" y="528679"/>
                    <a:pt x="262153" y="544997"/>
                    <a:pt x="262153" y="553155"/>
                  </a:cubicBezTo>
                  <a:cubicBezTo>
                    <a:pt x="262153" y="583072"/>
                    <a:pt x="264872" y="599390"/>
                    <a:pt x="262153" y="629306"/>
                  </a:cubicBezTo>
                  <a:cubicBezTo>
                    <a:pt x="262153" y="640184"/>
                    <a:pt x="262153" y="648343"/>
                    <a:pt x="259433" y="659222"/>
                  </a:cubicBezTo>
                  <a:cubicBezTo>
                    <a:pt x="270312" y="659222"/>
                    <a:pt x="278471" y="659222"/>
                    <a:pt x="283910" y="659222"/>
                  </a:cubicBezTo>
                  <a:cubicBezTo>
                    <a:pt x="297508" y="659222"/>
                    <a:pt x="321985" y="659222"/>
                    <a:pt x="321985" y="675540"/>
                  </a:cubicBezTo>
                  <a:cubicBezTo>
                    <a:pt x="321985" y="683699"/>
                    <a:pt x="319265" y="686418"/>
                    <a:pt x="316546" y="691858"/>
                  </a:cubicBezTo>
                  <a:cubicBezTo>
                    <a:pt x="311106" y="697297"/>
                    <a:pt x="305667" y="700017"/>
                    <a:pt x="300228" y="700017"/>
                  </a:cubicBezTo>
                  <a:cubicBezTo>
                    <a:pt x="292069" y="702736"/>
                    <a:pt x="283910" y="702736"/>
                    <a:pt x="278471" y="702736"/>
                  </a:cubicBezTo>
                  <a:cubicBezTo>
                    <a:pt x="275751" y="702736"/>
                    <a:pt x="259433" y="702736"/>
                    <a:pt x="243115" y="702736"/>
                  </a:cubicBezTo>
                  <a:cubicBezTo>
                    <a:pt x="237676" y="708176"/>
                    <a:pt x="229517" y="710895"/>
                    <a:pt x="221358" y="710895"/>
                  </a:cubicBezTo>
                  <a:cubicBezTo>
                    <a:pt x="213199" y="710895"/>
                    <a:pt x="202320" y="708176"/>
                    <a:pt x="194161" y="702736"/>
                  </a:cubicBezTo>
                  <a:cubicBezTo>
                    <a:pt x="186002" y="702736"/>
                    <a:pt x="180563" y="702736"/>
                    <a:pt x="177843" y="702736"/>
                  </a:cubicBezTo>
                  <a:cubicBezTo>
                    <a:pt x="164245" y="702736"/>
                    <a:pt x="139768" y="702736"/>
                    <a:pt x="126170" y="702736"/>
                  </a:cubicBezTo>
                  <a:cubicBezTo>
                    <a:pt x="118011" y="702736"/>
                    <a:pt x="109852" y="702736"/>
                    <a:pt x="101693" y="702736"/>
                  </a:cubicBezTo>
                  <a:cubicBezTo>
                    <a:pt x="93534" y="702736"/>
                    <a:pt x="82655" y="702736"/>
                    <a:pt x="74496" y="697297"/>
                  </a:cubicBezTo>
                  <a:cubicBezTo>
                    <a:pt x="66337" y="694578"/>
                    <a:pt x="58178" y="686418"/>
                    <a:pt x="58178" y="680979"/>
                  </a:cubicBezTo>
                  <a:cubicBezTo>
                    <a:pt x="58178" y="678260"/>
                    <a:pt x="58178" y="675540"/>
                    <a:pt x="63617" y="672820"/>
                  </a:cubicBezTo>
                  <a:cubicBezTo>
                    <a:pt x="69057" y="670101"/>
                    <a:pt x="79935" y="667381"/>
                    <a:pt x="85375" y="664661"/>
                  </a:cubicBezTo>
                  <a:cubicBezTo>
                    <a:pt x="104412" y="661942"/>
                    <a:pt x="123450" y="659222"/>
                    <a:pt x="128889" y="659222"/>
                  </a:cubicBezTo>
                  <a:cubicBezTo>
                    <a:pt x="134329" y="659222"/>
                    <a:pt x="139768" y="659222"/>
                    <a:pt x="147927" y="659222"/>
                  </a:cubicBezTo>
                  <a:cubicBezTo>
                    <a:pt x="147927" y="656502"/>
                    <a:pt x="145207" y="653783"/>
                    <a:pt x="145207" y="653783"/>
                  </a:cubicBezTo>
                  <a:cubicBezTo>
                    <a:pt x="131609" y="632025"/>
                    <a:pt x="131609" y="610268"/>
                    <a:pt x="131609" y="585791"/>
                  </a:cubicBezTo>
                  <a:cubicBezTo>
                    <a:pt x="131609" y="555875"/>
                    <a:pt x="131609" y="528679"/>
                    <a:pt x="134329" y="498762"/>
                  </a:cubicBezTo>
                  <a:cubicBezTo>
                    <a:pt x="134329" y="468846"/>
                    <a:pt x="137048" y="436210"/>
                    <a:pt x="137048" y="406294"/>
                  </a:cubicBezTo>
                  <a:cubicBezTo>
                    <a:pt x="137048" y="379098"/>
                    <a:pt x="134329" y="354621"/>
                    <a:pt x="134329" y="327424"/>
                  </a:cubicBezTo>
                  <a:cubicBezTo>
                    <a:pt x="134329" y="302947"/>
                    <a:pt x="137048" y="278470"/>
                    <a:pt x="137048" y="253993"/>
                  </a:cubicBezTo>
                  <a:cubicBezTo>
                    <a:pt x="137048" y="237675"/>
                    <a:pt x="139768" y="224077"/>
                    <a:pt x="139768" y="207759"/>
                  </a:cubicBezTo>
                  <a:cubicBezTo>
                    <a:pt x="139768" y="196881"/>
                    <a:pt x="137048" y="183282"/>
                    <a:pt x="137048" y="172404"/>
                  </a:cubicBezTo>
                  <a:cubicBezTo>
                    <a:pt x="137048" y="150647"/>
                    <a:pt x="137048" y="131609"/>
                    <a:pt x="137048" y="112571"/>
                  </a:cubicBezTo>
                  <a:cubicBezTo>
                    <a:pt x="134329" y="112571"/>
                    <a:pt x="137048" y="112571"/>
                    <a:pt x="126170" y="112571"/>
                  </a:cubicBezTo>
                  <a:cubicBezTo>
                    <a:pt x="118011" y="112571"/>
                    <a:pt x="109852" y="112571"/>
                    <a:pt x="101693" y="112571"/>
                  </a:cubicBezTo>
                  <a:cubicBezTo>
                    <a:pt x="93534" y="112571"/>
                    <a:pt x="82655" y="109852"/>
                    <a:pt x="74496" y="107132"/>
                  </a:cubicBezTo>
                  <a:cubicBezTo>
                    <a:pt x="66337" y="104412"/>
                    <a:pt x="58178" y="96253"/>
                    <a:pt x="58178" y="90814"/>
                  </a:cubicBezTo>
                  <a:cubicBezTo>
                    <a:pt x="58178" y="88094"/>
                    <a:pt x="58178" y="85375"/>
                    <a:pt x="63617" y="82655"/>
                  </a:cubicBezTo>
                  <a:cubicBezTo>
                    <a:pt x="69057" y="79936"/>
                    <a:pt x="79935" y="77216"/>
                    <a:pt x="85375" y="74496"/>
                  </a:cubicBezTo>
                  <a:cubicBezTo>
                    <a:pt x="104412" y="71776"/>
                    <a:pt x="128889" y="69057"/>
                    <a:pt x="137048" y="69057"/>
                  </a:cubicBezTo>
                  <a:cubicBezTo>
                    <a:pt x="137048" y="69057"/>
                    <a:pt x="139768" y="69057"/>
                    <a:pt x="145207" y="69057"/>
                  </a:cubicBezTo>
                  <a:cubicBezTo>
                    <a:pt x="150646" y="60898"/>
                    <a:pt x="158806" y="58178"/>
                    <a:pt x="169684" y="58178"/>
                  </a:cubicBezTo>
                  <a:cubicBezTo>
                    <a:pt x="172404" y="58178"/>
                    <a:pt x="175123" y="58178"/>
                    <a:pt x="177843" y="58178"/>
                  </a:cubicBezTo>
                  <a:cubicBezTo>
                    <a:pt x="186002" y="58178"/>
                    <a:pt x="196881" y="63617"/>
                    <a:pt x="205040" y="66337"/>
                  </a:cubicBezTo>
                  <a:cubicBezTo>
                    <a:pt x="237676" y="66337"/>
                    <a:pt x="273031" y="63617"/>
                    <a:pt x="286629" y="63617"/>
                  </a:cubicBezTo>
                  <a:cubicBezTo>
                    <a:pt x="300228" y="63617"/>
                    <a:pt x="324705" y="63617"/>
                    <a:pt x="324705" y="79936"/>
                  </a:cubicBezTo>
                  <a:cubicBezTo>
                    <a:pt x="324705" y="88094"/>
                    <a:pt x="321985" y="90814"/>
                    <a:pt x="319265" y="96253"/>
                  </a:cubicBezTo>
                  <a:cubicBezTo>
                    <a:pt x="313826" y="101693"/>
                    <a:pt x="308387" y="104412"/>
                    <a:pt x="302948" y="104412"/>
                  </a:cubicBezTo>
                  <a:cubicBezTo>
                    <a:pt x="289349" y="112571"/>
                    <a:pt x="283910" y="112571"/>
                    <a:pt x="278471" y="112571"/>
                  </a:cubicBezTo>
                  <a:cubicBezTo>
                    <a:pt x="273031" y="112571"/>
                    <a:pt x="253994" y="112571"/>
                    <a:pt x="232236" y="112571"/>
                  </a:cubicBezTo>
                  <a:cubicBezTo>
                    <a:pt x="237676" y="120730"/>
                    <a:pt x="240395" y="128889"/>
                    <a:pt x="240395" y="137048"/>
                  </a:cubicBezTo>
                  <a:cubicBezTo>
                    <a:pt x="240395" y="142487"/>
                    <a:pt x="240395" y="145207"/>
                    <a:pt x="240395" y="150647"/>
                  </a:cubicBezTo>
                  <a:cubicBezTo>
                    <a:pt x="240395" y="153366"/>
                    <a:pt x="240395" y="156086"/>
                    <a:pt x="243115" y="158805"/>
                  </a:cubicBezTo>
                  <a:cubicBezTo>
                    <a:pt x="245835" y="169684"/>
                    <a:pt x="245835" y="180563"/>
                    <a:pt x="248554" y="188722"/>
                  </a:cubicBezTo>
                  <a:cubicBezTo>
                    <a:pt x="248554" y="191441"/>
                    <a:pt x="248554" y="194161"/>
                    <a:pt x="248554" y="199600"/>
                  </a:cubicBezTo>
                  <a:cubicBezTo>
                    <a:pt x="248554" y="207759"/>
                    <a:pt x="248554" y="213198"/>
                    <a:pt x="248554" y="221357"/>
                  </a:cubicBezTo>
                  <a:cubicBezTo>
                    <a:pt x="248554" y="234956"/>
                    <a:pt x="251274" y="248554"/>
                    <a:pt x="253994" y="264872"/>
                  </a:cubicBezTo>
                  <a:cubicBezTo>
                    <a:pt x="256713" y="275751"/>
                    <a:pt x="259433" y="286629"/>
                    <a:pt x="262153" y="297508"/>
                  </a:cubicBezTo>
                  <a:cubicBezTo>
                    <a:pt x="264872" y="305667"/>
                    <a:pt x="264872" y="313826"/>
                    <a:pt x="264872" y="324704"/>
                  </a:cubicBezTo>
                  <a:cubicBezTo>
                    <a:pt x="264872" y="327424"/>
                    <a:pt x="264872" y="330144"/>
                    <a:pt x="264872" y="332863"/>
                  </a:cubicBezTo>
                  <a:cubicBezTo>
                    <a:pt x="264872" y="338303"/>
                    <a:pt x="264872" y="346462"/>
                    <a:pt x="264872" y="351901"/>
                  </a:cubicBezTo>
                  <a:cubicBezTo>
                    <a:pt x="264872" y="357340"/>
                    <a:pt x="262153" y="365499"/>
                    <a:pt x="262153" y="370939"/>
                  </a:cubicBezTo>
                  <a:cubicBezTo>
                    <a:pt x="262153" y="376378"/>
                    <a:pt x="264872" y="384537"/>
                    <a:pt x="267592" y="384537"/>
                  </a:cubicBezTo>
                  <a:cubicBezTo>
                    <a:pt x="273031" y="384537"/>
                    <a:pt x="275751" y="376378"/>
                    <a:pt x="278471" y="370939"/>
                  </a:cubicBezTo>
                  <a:cubicBezTo>
                    <a:pt x="283910" y="360060"/>
                    <a:pt x="289349" y="346462"/>
                    <a:pt x="297508" y="332863"/>
                  </a:cubicBezTo>
                  <a:cubicBezTo>
                    <a:pt x="302948" y="324704"/>
                    <a:pt x="305667" y="313826"/>
                    <a:pt x="311106" y="305667"/>
                  </a:cubicBezTo>
                  <a:cubicBezTo>
                    <a:pt x="319265" y="289349"/>
                    <a:pt x="327424" y="275751"/>
                    <a:pt x="335583" y="259433"/>
                  </a:cubicBezTo>
                  <a:cubicBezTo>
                    <a:pt x="341023" y="248554"/>
                    <a:pt x="349182" y="234956"/>
                    <a:pt x="354621" y="224077"/>
                  </a:cubicBezTo>
                  <a:cubicBezTo>
                    <a:pt x="362780" y="207759"/>
                    <a:pt x="370939" y="191441"/>
                    <a:pt x="381817" y="172404"/>
                  </a:cubicBezTo>
                  <a:cubicBezTo>
                    <a:pt x="389977" y="153366"/>
                    <a:pt x="400855" y="134329"/>
                    <a:pt x="409014" y="118011"/>
                  </a:cubicBezTo>
                  <a:cubicBezTo>
                    <a:pt x="409014" y="115291"/>
                    <a:pt x="409014" y="115291"/>
                    <a:pt x="411734" y="115291"/>
                  </a:cubicBezTo>
                  <a:cubicBezTo>
                    <a:pt x="406294" y="115291"/>
                    <a:pt x="400855" y="115291"/>
                    <a:pt x="398136" y="115291"/>
                  </a:cubicBezTo>
                  <a:cubicBezTo>
                    <a:pt x="392696" y="115291"/>
                    <a:pt x="384537" y="115291"/>
                    <a:pt x="379098" y="109852"/>
                  </a:cubicBezTo>
                  <a:cubicBezTo>
                    <a:pt x="373659" y="107132"/>
                    <a:pt x="368219" y="98973"/>
                    <a:pt x="368219" y="93534"/>
                  </a:cubicBezTo>
                  <a:cubicBezTo>
                    <a:pt x="368219" y="90814"/>
                    <a:pt x="368219" y="88094"/>
                    <a:pt x="370939" y="85375"/>
                  </a:cubicBezTo>
                  <a:cubicBezTo>
                    <a:pt x="373659" y="82655"/>
                    <a:pt x="381817" y="79936"/>
                    <a:pt x="387257" y="77216"/>
                  </a:cubicBezTo>
                  <a:cubicBezTo>
                    <a:pt x="400855" y="74496"/>
                    <a:pt x="414453" y="71776"/>
                    <a:pt x="422612" y="71776"/>
                  </a:cubicBezTo>
                  <a:cubicBezTo>
                    <a:pt x="425332" y="71776"/>
                    <a:pt x="430771" y="71776"/>
                    <a:pt x="436211" y="71776"/>
                  </a:cubicBezTo>
                  <a:cubicBezTo>
                    <a:pt x="436211" y="71776"/>
                    <a:pt x="438930" y="69057"/>
                    <a:pt x="438930" y="69057"/>
                  </a:cubicBezTo>
                  <a:cubicBezTo>
                    <a:pt x="444370" y="66337"/>
                    <a:pt x="447089" y="66337"/>
                    <a:pt x="452529" y="66337"/>
                  </a:cubicBezTo>
                  <a:cubicBezTo>
                    <a:pt x="457968" y="66337"/>
                    <a:pt x="460688" y="66337"/>
                    <a:pt x="466127" y="69057"/>
                  </a:cubicBezTo>
                  <a:cubicBezTo>
                    <a:pt x="468847" y="69057"/>
                    <a:pt x="471566" y="71776"/>
                    <a:pt x="471566" y="71776"/>
                  </a:cubicBezTo>
                  <a:cubicBezTo>
                    <a:pt x="490604" y="71776"/>
                    <a:pt x="506922" y="71776"/>
                    <a:pt x="515081" y="71776"/>
                  </a:cubicBezTo>
                  <a:cubicBezTo>
                    <a:pt x="523240" y="71776"/>
                    <a:pt x="542277" y="71776"/>
                    <a:pt x="542277" y="88094"/>
                  </a:cubicBezTo>
                  <a:cubicBezTo>
                    <a:pt x="542277" y="96253"/>
                    <a:pt x="542277" y="98973"/>
                    <a:pt x="536838" y="104412"/>
                  </a:cubicBezTo>
                  <a:cubicBezTo>
                    <a:pt x="534119" y="109852"/>
                    <a:pt x="528679" y="112571"/>
                    <a:pt x="525959" y="112571"/>
                  </a:cubicBezTo>
                  <a:cubicBezTo>
                    <a:pt x="520520" y="115291"/>
                    <a:pt x="515081" y="115291"/>
                    <a:pt x="509642" y="115291"/>
                  </a:cubicBezTo>
                  <a:cubicBezTo>
                    <a:pt x="506922" y="115291"/>
                    <a:pt x="487884" y="115291"/>
                    <a:pt x="468847" y="115291"/>
                  </a:cubicBezTo>
                  <a:cubicBezTo>
                    <a:pt x="466127" y="123450"/>
                    <a:pt x="460688" y="128889"/>
                    <a:pt x="457968" y="137048"/>
                  </a:cubicBezTo>
                  <a:cubicBezTo>
                    <a:pt x="447089" y="156086"/>
                    <a:pt x="438930" y="175123"/>
                    <a:pt x="430771" y="194161"/>
                  </a:cubicBezTo>
                  <a:cubicBezTo>
                    <a:pt x="419893" y="215918"/>
                    <a:pt x="411734" y="240395"/>
                    <a:pt x="400855" y="262152"/>
                  </a:cubicBezTo>
                  <a:cubicBezTo>
                    <a:pt x="387257" y="289349"/>
                    <a:pt x="373659" y="311106"/>
                    <a:pt x="360060" y="332863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2771C143-A1F3-4138-9AAE-B59B0482EED3}"/>
                </a:ext>
              </a:extLst>
            </p:cNvPr>
            <p:cNvSpPr/>
            <p:nvPr/>
          </p:nvSpPr>
          <p:spPr>
            <a:xfrm>
              <a:off x="4335316" y="4186718"/>
              <a:ext cx="353556" cy="761503"/>
            </a:xfrm>
            <a:custGeom>
              <a:avLst/>
              <a:gdLst>
                <a:gd name="connsiteX0" fmla="*/ 283910 w 353555"/>
                <a:gd name="connsiteY0" fmla="*/ 672820 h 761503"/>
                <a:gd name="connsiteX1" fmla="*/ 321985 w 353555"/>
                <a:gd name="connsiteY1" fmla="*/ 689138 h 761503"/>
                <a:gd name="connsiteX2" fmla="*/ 316546 w 353555"/>
                <a:gd name="connsiteY2" fmla="*/ 705456 h 761503"/>
                <a:gd name="connsiteX3" fmla="*/ 300228 w 353555"/>
                <a:gd name="connsiteY3" fmla="*/ 713615 h 761503"/>
                <a:gd name="connsiteX4" fmla="*/ 278471 w 353555"/>
                <a:gd name="connsiteY4" fmla="*/ 716335 h 761503"/>
                <a:gd name="connsiteX5" fmla="*/ 237676 w 353555"/>
                <a:gd name="connsiteY5" fmla="*/ 716335 h 761503"/>
                <a:gd name="connsiteX6" fmla="*/ 180563 w 353555"/>
                <a:gd name="connsiteY6" fmla="*/ 719054 h 761503"/>
                <a:gd name="connsiteX7" fmla="*/ 126170 w 353555"/>
                <a:gd name="connsiteY7" fmla="*/ 719054 h 761503"/>
                <a:gd name="connsiteX8" fmla="*/ 101693 w 353555"/>
                <a:gd name="connsiteY8" fmla="*/ 719054 h 761503"/>
                <a:gd name="connsiteX9" fmla="*/ 74496 w 353555"/>
                <a:gd name="connsiteY9" fmla="*/ 713615 h 761503"/>
                <a:gd name="connsiteX10" fmla="*/ 58178 w 353555"/>
                <a:gd name="connsiteY10" fmla="*/ 697297 h 761503"/>
                <a:gd name="connsiteX11" fmla="*/ 63617 w 353555"/>
                <a:gd name="connsiteY11" fmla="*/ 689138 h 761503"/>
                <a:gd name="connsiteX12" fmla="*/ 85375 w 353555"/>
                <a:gd name="connsiteY12" fmla="*/ 680979 h 761503"/>
                <a:gd name="connsiteX13" fmla="*/ 131609 w 353555"/>
                <a:gd name="connsiteY13" fmla="*/ 675540 h 761503"/>
                <a:gd name="connsiteX14" fmla="*/ 142488 w 353555"/>
                <a:gd name="connsiteY14" fmla="*/ 675540 h 761503"/>
                <a:gd name="connsiteX15" fmla="*/ 131609 w 353555"/>
                <a:gd name="connsiteY15" fmla="*/ 653783 h 761503"/>
                <a:gd name="connsiteX16" fmla="*/ 128889 w 353555"/>
                <a:gd name="connsiteY16" fmla="*/ 640184 h 761503"/>
                <a:gd name="connsiteX17" fmla="*/ 128889 w 353555"/>
                <a:gd name="connsiteY17" fmla="*/ 629306 h 761503"/>
                <a:gd name="connsiteX18" fmla="*/ 128889 w 353555"/>
                <a:gd name="connsiteY18" fmla="*/ 621147 h 761503"/>
                <a:gd name="connsiteX19" fmla="*/ 128889 w 353555"/>
                <a:gd name="connsiteY19" fmla="*/ 593950 h 761503"/>
                <a:gd name="connsiteX20" fmla="*/ 128889 w 353555"/>
                <a:gd name="connsiteY20" fmla="*/ 583072 h 761503"/>
                <a:gd name="connsiteX21" fmla="*/ 128889 w 353555"/>
                <a:gd name="connsiteY21" fmla="*/ 436210 h 761503"/>
                <a:gd name="connsiteX22" fmla="*/ 128889 w 353555"/>
                <a:gd name="connsiteY22" fmla="*/ 357340 h 761503"/>
                <a:gd name="connsiteX23" fmla="*/ 131609 w 353555"/>
                <a:gd name="connsiteY23" fmla="*/ 289349 h 761503"/>
                <a:gd name="connsiteX24" fmla="*/ 131609 w 353555"/>
                <a:gd name="connsiteY24" fmla="*/ 251274 h 761503"/>
                <a:gd name="connsiteX25" fmla="*/ 131609 w 353555"/>
                <a:gd name="connsiteY25" fmla="*/ 205040 h 761503"/>
                <a:gd name="connsiteX26" fmla="*/ 131609 w 353555"/>
                <a:gd name="connsiteY26" fmla="*/ 139768 h 761503"/>
                <a:gd name="connsiteX27" fmla="*/ 131609 w 353555"/>
                <a:gd name="connsiteY27" fmla="*/ 128889 h 761503"/>
                <a:gd name="connsiteX28" fmla="*/ 126170 w 353555"/>
                <a:gd name="connsiteY28" fmla="*/ 128889 h 761503"/>
                <a:gd name="connsiteX29" fmla="*/ 101693 w 353555"/>
                <a:gd name="connsiteY29" fmla="*/ 128889 h 761503"/>
                <a:gd name="connsiteX30" fmla="*/ 74496 w 353555"/>
                <a:gd name="connsiteY30" fmla="*/ 123450 h 761503"/>
                <a:gd name="connsiteX31" fmla="*/ 58178 w 353555"/>
                <a:gd name="connsiteY31" fmla="*/ 107132 h 761503"/>
                <a:gd name="connsiteX32" fmla="*/ 60898 w 353555"/>
                <a:gd name="connsiteY32" fmla="*/ 98973 h 761503"/>
                <a:gd name="connsiteX33" fmla="*/ 82655 w 353555"/>
                <a:gd name="connsiteY33" fmla="*/ 93534 h 761503"/>
                <a:gd name="connsiteX34" fmla="*/ 131609 w 353555"/>
                <a:gd name="connsiteY34" fmla="*/ 88094 h 761503"/>
                <a:gd name="connsiteX35" fmla="*/ 131609 w 353555"/>
                <a:gd name="connsiteY35" fmla="*/ 82655 h 761503"/>
                <a:gd name="connsiteX36" fmla="*/ 134329 w 353555"/>
                <a:gd name="connsiteY36" fmla="*/ 71776 h 761503"/>
                <a:gd name="connsiteX37" fmla="*/ 147927 w 353555"/>
                <a:gd name="connsiteY37" fmla="*/ 63617 h 761503"/>
                <a:gd name="connsiteX38" fmla="*/ 164245 w 353555"/>
                <a:gd name="connsiteY38" fmla="*/ 58178 h 761503"/>
                <a:gd name="connsiteX39" fmla="*/ 177843 w 353555"/>
                <a:gd name="connsiteY39" fmla="*/ 58178 h 761503"/>
                <a:gd name="connsiteX40" fmla="*/ 196881 w 353555"/>
                <a:gd name="connsiteY40" fmla="*/ 60898 h 761503"/>
                <a:gd name="connsiteX41" fmla="*/ 232236 w 353555"/>
                <a:gd name="connsiteY41" fmla="*/ 88094 h 761503"/>
                <a:gd name="connsiteX42" fmla="*/ 278471 w 353555"/>
                <a:gd name="connsiteY42" fmla="*/ 88094 h 761503"/>
                <a:gd name="connsiteX43" fmla="*/ 316546 w 353555"/>
                <a:gd name="connsiteY43" fmla="*/ 104412 h 761503"/>
                <a:gd name="connsiteX44" fmla="*/ 311106 w 353555"/>
                <a:gd name="connsiteY44" fmla="*/ 120730 h 761503"/>
                <a:gd name="connsiteX45" fmla="*/ 294788 w 353555"/>
                <a:gd name="connsiteY45" fmla="*/ 128889 h 761503"/>
                <a:gd name="connsiteX46" fmla="*/ 273031 w 353555"/>
                <a:gd name="connsiteY46" fmla="*/ 131609 h 761503"/>
                <a:gd name="connsiteX47" fmla="*/ 243115 w 353555"/>
                <a:gd name="connsiteY47" fmla="*/ 131609 h 761503"/>
                <a:gd name="connsiteX48" fmla="*/ 243115 w 353555"/>
                <a:gd name="connsiteY48" fmla="*/ 134329 h 761503"/>
                <a:gd name="connsiteX49" fmla="*/ 248554 w 353555"/>
                <a:gd name="connsiteY49" fmla="*/ 169684 h 761503"/>
                <a:gd name="connsiteX50" fmla="*/ 251274 w 353555"/>
                <a:gd name="connsiteY50" fmla="*/ 205040 h 761503"/>
                <a:gd name="connsiteX51" fmla="*/ 251274 w 353555"/>
                <a:gd name="connsiteY51" fmla="*/ 240395 h 761503"/>
                <a:gd name="connsiteX52" fmla="*/ 251274 w 353555"/>
                <a:gd name="connsiteY52" fmla="*/ 256713 h 761503"/>
                <a:gd name="connsiteX53" fmla="*/ 253994 w 353555"/>
                <a:gd name="connsiteY53" fmla="*/ 270311 h 761503"/>
                <a:gd name="connsiteX54" fmla="*/ 259433 w 353555"/>
                <a:gd name="connsiteY54" fmla="*/ 343742 h 761503"/>
                <a:gd name="connsiteX55" fmla="*/ 262153 w 353555"/>
                <a:gd name="connsiteY55" fmla="*/ 425332 h 761503"/>
                <a:gd name="connsiteX56" fmla="*/ 264872 w 353555"/>
                <a:gd name="connsiteY56" fmla="*/ 490603 h 761503"/>
                <a:gd name="connsiteX57" fmla="*/ 270312 w 353555"/>
                <a:gd name="connsiteY57" fmla="*/ 564034 h 761503"/>
                <a:gd name="connsiteX58" fmla="*/ 270312 w 353555"/>
                <a:gd name="connsiteY58" fmla="*/ 599390 h 761503"/>
                <a:gd name="connsiteX59" fmla="*/ 270312 w 353555"/>
                <a:gd name="connsiteY59" fmla="*/ 637465 h 761503"/>
                <a:gd name="connsiteX60" fmla="*/ 264872 w 353555"/>
                <a:gd name="connsiteY60" fmla="*/ 670101 h 761503"/>
                <a:gd name="connsiteX61" fmla="*/ 283910 w 353555"/>
                <a:gd name="connsiteY61" fmla="*/ 672820 h 761503"/>
                <a:gd name="connsiteX62" fmla="*/ 283910 w 353555"/>
                <a:gd name="connsiteY62" fmla="*/ 672820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353555" h="761503">
                  <a:moveTo>
                    <a:pt x="283910" y="672820"/>
                  </a:moveTo>
                  <a:cubicBezTo>
                    <a:pt x="297508" y="672820"/>
                    <a:pt x="321985" y="672820"/>
                    <a:pt x="321985" y="689138"/>
                  </a:cubicBezTo>
                  <a:cubicBezTo>
                    <a:pt x="321985" y="697297"/>
                    <a:pt x="319265" y="697297"/>
                    <a:pt x="316546" y="705456"/>
                  </a:cubicBezTo>
                  <a:cubicBezTo>
                    <a:pt x="311106" y="710895"/>
                    <a:pt x="305667" y="713615"/>
                    <a:pt x="300228" y="713615"/>
                  </a:cubicBezTo>
                  <a:cubicBezTo>
                    <a:pt x="292069" y="716335"/>
                    <a:pt x="283910" y="716335"/>
                    <a:pt x="278471" y="716335"/>
                  </a:cubicBezTo>
                  <a:cubicBezTo>
                    <a:pt x="275751" y="716335"/>
                    <a:pt x="256713" y="716335"/>
                    <a:pt x="237676" y="716335"/>
                  </a:cubicBezTo>
                  <a:cubicBezTo>
                    <a:pt x="213199" y="716335"/>
                    <a:pt x="186002" y="719054"/>
                    <a:pt x="180563" y="719054"/>
                  </a:cubicBezTo>
                  <a:cubicBezTo>
                    <a:pt x="166965" y="719054"/>
                    <a:pt x="142488" y="719054"/>
                    <a:pt x="126170" y="719054"/>
                  </a:cubicBezTo>
                  <a:cubicBezTo>
                    <a:pt x="118011" y="719054"/>
                    <a:pt x="109852" y="719054"/>
                    <a:pt x="101693" y="719054"/>
                  </a:cubicBezTo>
                  <a:cubicBezTo>
                    <a:pt x="93534" y="719054"/>
                    <a:pt x="82655" y="719054"/>
                    <a:pt x="74496" y="713615"/>
                  </a:cubicBezTo>
                  <a:cubicBezTo>
                    <a:pt x="66337" y="710895"/>
                    <a:pt x="58178" y="702736"/>
                    <a:pt x="58178" y="697297"/>
                  </a:cubicBezTo>
                  <a:cubicBezTo>
                    <a:pt x="58178" y="694578"/>
                    <a:pt x="58178" y="691858"/>
                    <a:pt x="63617" y="689138"/>
                  </a:cubicBezTo>
                  <a:cubicBezTo>
                    <a:pt x="69057" y="686418"/>
                    <a:pt x="79935" y="683699"/>
                    <a:pt x="85375" y="680979"/>
                  </a:cubicBezTo>
                  <a:cubicBezTo>
                    <a:pt x="104412" y="678260"/>
                    <a:pt x="123450" y="675540"/>
                    <a:pt x="131609" y="675540"/>
                  </a:cubicBezTo>
                  <a:cubicBezTo>
                    <a:pt x="134329" y="675540"/>
                    <a:pt x="137048" y="675540"/>
                    <a:pt x="142488" y="675540"/>
                  </a:cubicBezTo>
                  <a:cubicBezTo>
                    <a:pt x="134329" y="670101"/>
                    <a:pt x="131609" y="661942"/>
                    <a:pt x="131609" y="653783"/>
                  </a:cubicBezTo>
                  <a:cubicBezTo>
                    <a:pt x="131609" y="648343"/>
                    <a:pt x="131609" y="642904"/>
                    <a:pt x="128889" y="640184"/>
                  </a:cubicBezTo>
                  <a:cubicBezTo>
                    <a:pt x="128889" y="637465"/>
                    <a:pt x="128889" y="634745"/>
                    <a:pt x="128889" y="629306"/>
                  </a:cubicBezTo>
                  <a:cubicBezTo>
                    <a:pt x="128889" y="626586"/>
                    <a:pt x="128889" y="623867"/>
                    <a:pt x="128889" y="621147"/>
                  </a:cubicBezTo>
                  <a:cubicBezTo>
                    <a:pt x="128889" y="612988"/>
                    <a:pt x="128889" y="604829"/>
                    <a:pt x="128889" y="593950"/>
                  </a:cubicBezTo>
                  <a:cubicBezTo>
                    <a:pt x="128889" y="591231"/>
                    <a:pt x="128889" y="585791"/>
                    <a:pt x="128889" y="583072"/>
                  </a:cubicBezTo>
                  <a:cubicBezTo>
                    <a:pt x="128889" y="534118"/>
                    <a:pt x="131609" y="485164"/>
                    <a:pt x="128889" y="436210"/>
                  </a:cubicBezTo>
                  <a:cubicBezTo>
                    <a:pt x="128889" y="409014"/>
                    <a:pt x="128889" y="384537"/>
                    <a:pt x="128889" y="357340"/>
                  </a:cubicBezTo>
                  <a:cubicBezTo>
                    <a:pt x="128889" y="335583"/>
                    <a:pt x="131609" y="313826"/>
                    <a:pt x="131609" y="289349"/>
                  </a:cubicBezTo>
                  <a:cubicBezTo>
                    <a:pt x="131609" y="275751"/>
                    <a:pt x="131609" y="264872"/>
                    <a:pt x="131609" y="251274"/>
                  </a:cubicBezTo>
                  <a:cubicBezTo>
                    <a:pt x="131609" y="234956"/>
                    <a:pt x="131609" y="221357"/>
                    <a:pt x="131609" y="205040"/>
                  </a:cubicBezTo>
                  <a:cubicBezTo>
                    <a:pt x="131609" y="183282"/>
                    <a:pt x="131609" y="161525"/>
                    <a:pt x="131609" y="139768"/>
                  </a:cubicBezTo>
                  <a:cubicBezTo>
                    <a:pt x="131609" y="137048"/>
                    <a:pt x="131609" y="134329"/>
                    <a:pt x="131609" y="128889"/>
                  </a:cubicBezTo>
                  <a:cubicBezTo>
                    <a:pt x="128889" y="128889"/>
                    <a:pt x="126170" y="128889"/>
                    <a:pt x="126170" y="128889"/>
                  </a:cubicBezTo>
                  <a:cubicBezTo>
                    <a:pt x="118011" y="128889"/>
                    <a:pt x="109852" y="128889"/>
                    <a:pt x="101693" y="128889"/>
                  </a:cubicBezTo>
                  <a:cubicBezTo>
                    <a:pt x="93534" y="128889"/>
                    <a:pt x="82655" y="128889"/>
                    <a:pt x="74496" y="123450"/>
                  </a:cubicBezTo>
                  <a:cubicBezTo>
                    <a:pt x="66337" y="120730"/>
                    <a:pt x="58178" y="112571"/>
                    <a:pt x="58178" y="107132"/>
                  </a:cubicBezTo>
                  <a:cubicBezTo>
                    <a:pt x="58178" y="104412"/>
                    <a:pt x="58178" y="101693"/>
                    <a:pt x="60898" y="98973"/>
                  </a:cubicBezTo>
                  <a:cubicBezTo>
                    <a:pt x="63617" y="96253"/>
                    <a:pt x="77216" y="93534"/>
                    <a:pt x="82655" y="93534"/>
                  </a:cubicBezTo>
                  <a:cubicBezTo>
                    <a:pt x="98973" y="90814"/>
                    <a:pt x="123450" y="88094"/>
                    <a:pt x="131609" y="88094"/>
                  </a:cubicBezTo>
                  <a:cubicBezTo>
                    <a:pt x="131609" y="85375"/>
                    <a:pt x="131609" y="85375"/>
                    <a:pt x="131609" y="82655"/>
                  </a:cubicBezTo>
                  <a:cubicBezTo>
                    <a:pt x="131609" y="77216"/>
                    <a:pt x="131609" y="74496"/>
                    <a:pt x="134329" y="71776"/>
                  </a:cubicBezTo>
                  <a:cubicBezTo>
                    <a:pt x="137048" y="69057"/>
                    <a:pt x="145207" y="66337"/>
                    <a:pt x="147927" y="63617"/>
                  </a:cubicBezTo>
                  <a:cubicBezTo>
                    <a:pt x="153366" y="60898"/>
                    <a:pt x="158806" y="58178"/>
                    <a:pt x="164245" y="58178"/>
                  </a:cubicBezTo>
                  <a:cubicBezTo>
                    <a:pt x="169684" y="58178"/>
                    <a:pt x="175123" y="58178"/>
                    <a:pt x="177843" y="58178"/>
                  </a:cubicBezTo>
                  <a:cubicBezTo>
                    <a:pt x="183283" y="58178"/>
                    <a:pt x="191442" y="58178"/>
                    <a:pt x="196881" y="60898"/>
                  </a:cubicBezTo>
                  <a:cubicBezTo>
                    <a:pt x="213199" y="63617"/>
                    <a:pt x="224077" y="74496"/>
                    <a:pt x="232236" y="88094"/>
                  </a:cubicBezTo>
                  <a:cubicBezTo>
                    <a:pt x="253994" y="88094"/>
                    <a:pt x="270312" y="88094"/>
                    <a:pt x="278471" y="88094"/>
                  </a:cubicBezTo>
                  <a:cubicBezTo>
                    <a:pt x="292069" y="88094"/>
                    <a:pt x="316546" y="88094"/>
                    <a:pt x="316546" y="104412"/>
                  </a:cubicBezTo>
                  <a:cubicBezTo>
                    <a:pt x="316546" y="112571"/>
                    <a:pt x="313826" y="112571"/>
                    <a:pt x="311106" y="120730"/>
                  </a:cubicBezTo>
                  <a:cubicBezTo>
                    <a:pt x="305667" y="126170"/>
                    <a:pt x="300228" y="128889"/>
                    <a:pt x="294788" y="128889"/>
                  </a:cubicBezTo>
                  <a:cubicBezTo>
                    <a:pt x="286630" y="131609"/>
                    <a:pt x="278471" y="131609"/>
                    <a:pt x="273031" y="131609"/>
                  </a:cubicBezTo>
                  <a:cubicBezTo>
                    <a:pt x="270312" y="131609"/>
                    <a:pt x="259433" y="131609"/>
                    <a:pt x="243115" y="131609"/>
                  </a:cubicBezTo>
                  <a:lnTo>
                    <a:pt x="243115" y="134329"/>
                  </a:lnTo>
                  <a:cubicBezTo>
                    <a:pt x="245835" y="145207"/>
                    <a:pt x="245835" y="158805"/>
                    <a:pt x="248554" y="169684"/>
                  </a:cubicBezTo>
                  <a:cubicBezTo>
                    <a:pt x="251274" y="180563"/>
                    <a:pt x="251274" y="194161"/>
                    <a:pt x="251274" y="205040"/>
                  </a:cubicBezTo>
                  <a:cubicBezTo>
                    <a:pt x="251274" y="215918"/>
                    <a:pt x="251274" y="226797"/>
                    <a:pt x="251274" y="240395"/>
                  </a:cubicBezTo>
                  <a:cubicBezTo>
                    <a:pt x="251274" y="245834"/>
                    <a:pt x="251274" y="251274"/>
                    <a:pt x="251274" y="256713"/>
                  </a:cubicBezTo>
                  <a:cubicBezTo>
                    <a:pt x="251274" y="262152"/>
                    <a:pt x="251274" y="267592"/>
                    <a:pt x="253994" y="270311"/>
                  </a:cubicBezTo>
                  <a:cubicBezTo>
                    <a:pt x="256713" y="294788"/>
                    <a:pt x="256713" y="319265"/>
                    <a:pt x="259433" y="343742"/>
                  </a:cubicBezTo>
                  <a:cubicBezTo>
                    <a:pt x="259433" y="370939"/>
                    <a:pt x="262153" y="398135"/>
                    <a:pt x="262153" y="425332"/>
                  </a:cubicBezTo>
                  <a:cubicBezTo>
                    <a:pt x="262153" y="447089"/>
                    <a:pt x="262153" y="468846"/>
                    <a:pt x="264872" y="490603"/>
                  </a:cubicBezTo>
                  <a:cubicBezTo>
                    <a:pt x="264872" y="515080"/>
                    <a:pt x="270312" y="539557"/>
                    <a:pt x="270312" y="564034"/>
                  </a:cubicBezTo>
                  <a:cubicBezTo>
                    <a:pt x="270312" y="574913"/>
                    <a:pt x="270312" y="588511"/>
                    <a:pt x="270312" y="599390"/>
                  </a:cubicBezTo>
                  <a:cubicBezTo>
                    <a:pt x="270312" y="612988"/>
                    <a:pt x="270312" y="623867"/>
                    <a:pt x="270312" y="637465"/>
                  </a:cubicBezTo>
                  <a:cubicBezTo>
                    <a:pt x="270312" y="648343"/>
                    <a:pt x="270312" y="661942"/>
                    <a:pt x="264872" y="670101"/>
                  </a:cubicBezTo>
                  <a:cubicBezTo>
                    <a:pt x="273031" y="672820"/>
                    <a:pt x="278471" y="672820"/>
                    <a:pt x="283910" y="672820"/>
                  </a:cubicBezTo>
                  <a:lnTo>
                    <a:pt x="283910" y="672820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87BD61EB-293E-42B3-9B29-34C68BECB4A0}"/>
                </a:ext>
              </a:extLst>
            </p:cNvPr>
            <p:cNvSpPr/>
            <p:nvPr/>
          </p:nvSpPr>
          <p:spPr>
            <a:xfrm>
              <a:off x="4620880" y="4194877"/>
              <a:ext cx="598325" cy="761503"/>
            </a:xfrm>
            <a:custGeom>
              <a:avLst/>
              <a:gdLst>
                <a:gd name="connsiteX0" fmla="*/ 515081 w 598324"/>
                <a:gd name="connsiteY0" fmla="*/ 79935 h 761503"/>
                <a:gd name="connsiteX1" fmla="*/ 542277 w 598324"/>
                <a:gd name="connsiteY1" fmla="*/ 96253 h 761503"/>
                <a:gd name="connsiteX2" fmla="*/ 536838 w 598324"/>
                <a:gd name="connsiteY2" fmla="*/ 112571 h 761503"/>
                <a:gd name="connsiteX3" fmla="*/ 523240 w 598324"/>
                <a:gd name="connsiteY3" fmla="*/ 120730 h 761503"/>
                <a:gd name="connsiteX4" fmla="*/ 506922 w 598324"/>
                <a:gd name="connsiteY4" fmla="*/ 123450 h 761503"/>
                <a:gd name="connsiteX5" fmla="*/ 477006 w 598324"/>
                <a:gd name="connsiteY5" fmla="*/ 123450 h 761503"/>
                <a:gd name="connsiteX6" fmla="*/ 479725 w 598324"/>
                <a:gd name="connsiteY6" fmla="*/ 145207 h 761503"/>
                <a:gd name="connsiteX7" fmla="*/ 477006 w 598324"/>
                <a:gd name="connsiteY7" fmla="*/ 180563 h 761503"/>
                <a:gd name="connsiteX8" fmla="*/ 482445 w 598324"/>
                <a:gd name="connsiteY8" fmla="*/ 232236 h 761503"/>
                <a:gd name="connsiteX9" fmla="*/ 485165 w 598324"/>
                <a:gd name="connsiteY9" fmla="*/ 283909 h 761503"/>
                <a:gd name="connsiteX10" fmla="*/ 485165 w 598324"/>
                <a:gd name="connsiteY10" fmla="*/ 327424 h 761503"/>
                <a:gd name="connsiteX11" fmla="*/ 487884 w 598324"/>
                <a:gd name="connsiteY11" fmla="*/ 373658 h 761503"/>
                <a:gd name="connsiteX12" fmla="*/ 485165 w 598324"/>
                <a:gd name="connsiteY12" fmla="*/ 419892 h 761503"/>
                <a:gd name="connsiteX13" fmla="*/ 485165 w 598324"/>
                <a:gd name="connsiteY13" fmla="*/ 463407 h 761503"/>
                <a:gd name="connsiteX14" fmla="*/ 482445 w 598324"/>
                <a:gd name="connsiteY14" fmla="*/ 515080 h 761503"/>
                <a:gd name="connsiteX15" fmla="*/ 482445 w 598324"/>
                <a:gd name="connsiteY15" fmla="*/ 558595 h 761503"/>
                <a:gd name="connsiteX16" fmla="*/ 479725 w 598324"/>
                <a:gd name="connsiteY16" fmla="*/ 602109 h 761503"/>
                <a:gd name="connsiteX17" fmla="*/ 485165 w 598324"/>
                <a:gd name="connsiteY17" fmla="*/ 648343 h 761503"/>
                <a:gd name="connsiteX18" fmla="*/ 474286 w 598324"/>
                <a:gd name="connsiteY18" fmla="*/ 675540 h 761503"/>
                <a:gd name="connsiteX19" fmla="*/ 428052 w 598324"/>
                <a:gd name="connsiteY19" fmla="*/ 691858 h 761503"/>
                <a:gd name="connsiteX20" fmla="*/ 387257 w 598324"/>
                <a:gd name="connsiteY20" fmla="*/ 683699 h 761503"/>
                <a:gd name="connsiteX21" fmla="*/ 351901 w 598324"/>
                <a:gd name="connsiteY21" fmla="*/ 664661 h 761503"/>
                <a:gd name="connsiteX22" fmla="*/ 305667 w 598324"/>
                <a:gd name="connsiteY22" fmla="*/ 596670 h 761503"/>
                <a:gd name="connsiteX23" fmla="*/ 270312 w 598324"/>
                <a:gd name="connsiteY23" fmla="*/ 509641 h 761503"/>
                <a:gd name="connsiteX24" fmla="*/ 251274 w 598324"/>
                <a:gd name="connsiteY24" fmla="*/ 460687 h 761503"/>
                <a:gd name="connsiteX25" fmla="*/ 224077 w 598324"/>
                <a:gd name="connsiteY25" fmla="*/ 381817 h 761503"/>
                <a:gd name="connsiteX26" fmla="*/ 207759 w 598324"/>
                <a:gd name="connsiteY26" fmla="*/ 330144 h 761503"/>
                <a:gd name="connsiteX27" fmla="*/ 191442 w 598324"/>
                <a:gd name="connsiteY27" fmla="*/ 286629 h 761503"/>
                <a:gd name="connsiteX28" fmla="*/ 183283 w 598324"/>
                <a:gd name="connsiteY28" fmla="*/ 278470 h 761503"/>
                <a:gd name="connsiteX29" fmla="*/ 180563 w 598324"/>
                <a:gd name="connsiteY29" fmla="*/ 292068 h 761503"/>
                <a:gd name="connsiteX30" fmla="*/ 180563 w 598324"/>
                <a:gd name="connsiteY30" fmla="*/ 305667 h 761503"/>
                <a:gd name="connsiteX31" fmla="*/ 183283 w 598324"/>
                <a:gd name="connsiteY31" fmla="*/ 354620 h 761503"/>
                <a:gd name="connsiteX32" fmla="*/ 188722 w 598324"/>
                <a:gd name="connsiteY32" fmla="*/ 449808 h 761503"/>
                <a:gd name="connsiteX33" fmla="*/ 188722 w 598324"/>
                <a:gd name="connsiteY33" fmla="*/ 479725 h 761503"/>
                <a:gd name="connsiteX34" fmla="*/ 188722 w 598324"/>
                <a:gd name="connsiteY34" fmla="*/ 542277 h 761503"/>
                <a:gd name="connsiteX35" fmla="*/ 186002 w 598324"/>
                <a:gd name="connsiteY35" fmla="*/ 615708 h 761503"/>
                <a:gd name="connsiteX36" fmla="*/ 186002 w 598324"/>
                <a:gd name="connsiteY36" fmla="*/ 637465 h 761503"/>
                <a:gd name="connsiteX37" fmla="*/ 183283 w 598324"/>
                <a:gd name="connsiteY37" fmla="*/ 664661 h 761503"/>
                <a:gd name="connsiteX38" fmla="*/ 226797 w 598324"/>
                <a:gd name="connsiteY38" fmla="*/ 664661 h 761503"/>
                <a:gd name="connsiteX39" fmla="*/ 253994 w 598324"/>
                <a:gd name="connsiteY39" fmla="*/ 680979 h 761503"/>
                <a:gd name="connsiteX40" fmla="*/ 248554 w 598324"/>
                <a:gd name="connsiteY40" fmla="*/ 697297 h 761503"/>
                <a:gd name="connsiteX41" fmla="*/ 234956 w 598324"/>
                <a:gd name="connsiteY41" fmla="*/ 705456 h 761503"/>
                <a:gd name="connsiteX42" fmla="*/ 218638 w 598324"/>
                <a:gd name="connsiteY42" fmla="*/ 708176 h 761503"/>
                <a:gd name="connsiteX43" fmla="*/ 183283 w 598324"/>
                <a:gd name="connsiteY43" fmla="*/ 708176 h 761503"/>
                <a:gd name="connsiteX44" fmla="*/ 150647 w 598324"/>
                <a:gd name="connsiteY44" fmla="*/ 708176 h 761503"/>
                <a:gd name="connsiteX45" fmla="*/ 107132 w 598324"/>
                <a:gd name="connsiteY45" fmla="*/ 708176 h 761503"/>
                <a:gd name="connsiteX46" fmla="*/ 88094 w 598324"/>
                <a:gd name="connsiteY46" fmla="*/ 708176 h 761503"/>
                <a:gd name="connsiteX47" fmla="*/ 69057 w 598324"/>
                <a:gd name="connsiteY47" fmla="*/ 702736 h 761503"/>
                <a:gd name="connsiteX48" fmla="*/ 58178 w 598324"/>
                <a:gd name="connsiteY48" fmla="*/ 686418 h 761503"/>
                <a:gd name="connsiteX49" fmla="*/ 60898 w 598324"/>
                <a:gd name="connsiteY49" fmla="*/ 678259 h 761503"/>
                <a:gd name="connsiteX50" fmla="*/ 77216 w 598324"/>
                <a:gd name="connsiteY50" fmla="*/ 670101 h 761503"/>
                <a:gd name="connsiteX51" fmla="*/ 120730 w 598324"/>
                <a:gd name="connsiteY51" fmla="*/ 664661 h 761503"/>
                <a:gd name="connsiteX52" fmla="*/ 131609 w 598324"/>
                <a:gd name="connsiteY52" fmla="*/ 664661 h 761503"/>
                <a:gd name="connsiteX53" fmla="*/ 134329 w 598324"/>
                <a:gd name="connsiteY53" fmla="*/ 539557 h 761503"/>
                <a:gd name="connsiteX54" fmla="*/ 134329 w 598324"/>
                <a:gd name="connsiteY54" fmla="*/ 504201 h 761503"/>
                <a:gd name="connsiteX55" fmla="*/ 131609 w 598324"/>
                <a:gd name="connsiteY55" fmla="*/ 376378 h 761503"/>
                <a:gd name="connsiteX56" fmla="*/ 131609 w 598324"/>
                <a:gd name="connsiteY56" fmla="*/ 302947 h 761503"/>
                <a:gd name="connsiteX57" fmla="*/ 134329 w 598324"/>
                <a:gd name="connsiteY57" fmla="*/ 221357 h 761503"/>
                <a:gd name="connsiteX58" fmla="*/ 137048 w 598324"/>
                <a:gd name="connsiteY58" fmla="*/ 123450 h 761503"/>
                <a:gd name="connsiteX59" fmla="*/ 107132 w 598324"/>
                <a:gd name="connsiteY59" fmla="*/ 123450 h 761503"/>
                <a:gd name="connsiteX60" fmla="*/ 88094 w 598324"/>
                <a:gd name="connsiteY60" fmla="*/ 123450 h 761503"/>
                <a:gd name="connsiteX61" fmla="*/ 69057 w 598324"/>
                <a:gd name="connsiteY61" fmla="*/ 118011 h 761503"/>
                <a:gd name="connsiteX62" fmla="*/ 58178 w 598324"/>
                <a:gd name="connsiteY62" fmla="*/ 101693 h 761503"/>
                <a:gd name="connsiteX63" fmla="*/ 60898 w 598324"/>
                <a:gd name="connsiteY63" fmla="*/ 93534 h 761503"/>
                <a:gd name="connsiteX64" fmla="*/ 77216 w 598324"/>
                <a:gd name="connsiteY64" fmla="*/ 85375 h 761503"/>
                <a:gd name="connsiteX65" fmla="*/ 131609 w 598324"/>
                <a:gd name="connsiteY65" fmla="*/ 79935 h 761503"/>
                <a:gd name="connsiteX66" fmla="*/ 161525 w 598324"/>
                <a:gd name="connsiteY66" fmla="*/ 79935 h 761503"/>
                <a:gd name="connsiteX67" fmla="*/ 177843 w 598324"/>
                <a:gd name="connsiteY67" fmla="*/ 66337 h 761503"/>
                <a:gd name="connsiteX68" fmla="*/ 202320 w 598324"/>
                <a:gd name="connsiteY68" fmla="*/ 58178 h 761503"/>
                <a:gd name="connsiteX69" fmla="*/ 234956 w 598324"/>
                <a:gd name="connsiteY69" fmla="*/ 77216 h 761503"/>
                <a:gd name="connsiteX70" fmla="*/ 251274 w 598324"/>
                <a:gd name="connsiteY70" fmla="*/ 107132 h 761503"/>
                <a:gd name="connsiteX71" fmla="*/ 267592 w 598324"/>
                <a:gd name="connsiteY71" fmla="*/ 147927 h 761503"/>
                <a:gd name="connsiteX72" fmla="*/ 281190 w 598324"/>
                <a:gd name="connsiteY72" fmla="*/ 183282 h 761503"/>
                <a:gd name="connsiteX73" fmla="*/ 297508 w 598324"/>
                <a:gd name="connsiteY73" fmla="*/ 224077 h 761503"/>
                <a:gd name="connsiteX74" fmla="*/ 308387 w 598324"/>
                <a:gd name="connsiteY74" fmla="*/ 264872 h 761503"/>
                <a:gd name="connsiteX75" fmla="*/ 319265 w 598324"/>
                <a:gd name="connsiteY75" fmla="*/ 300227 h 761503"/>
                <a:gd name="connsiteX76" fmla="*/ 351901 w 598324"/>
                <a:gd name="connsiteY76" fmla="*/ 379097 h 761503"/>
                <a:gd name="connsiteX77" fmla="*/ 365500 w 598324"/>
                <a:gd name="connsiteY77" fmla="*/ 417173 h 761503"/>
                <a:gd name="connsiteX78" fmla="*/ 379098 w 598324"/>
                <a:gd name="connsiteY78" fmla="*/ 457967 h 761503"/>
                <a:gd name="connsiteX79" fmla="*/ 395416 w 598324"/>
                <a:gd name="connsiteY79" fmla="*/ 496043 h 761503"/>
                <a:gd name="connsiteX80" fmla="*/ 406294 w 598324"/>
                <a:gd name="connsiteY80" fmla="*/ 512361 h 761503"/>
                <a:gd name="connsiteX81" fmla="*/ 411734 w 598324"/>
                <a:gd name="connsiteY81" fmla="*/ 531398 h 761503"/>
                <a:gd name="connsiteX82" fmla="*/ 419893 w 598324"/>
                <a:gd name="connsiteY82" fmla="*/ 558595 h 761503"/>
                <a:gd name="connsiteX83" fmla="*/ 425332 w 598324"/>
                <a:gd name="connsiteY83" fmla="*/ 564034 h 761503"/>
                <a:gd name="connsiteX84" fmla="*/ 430771 w 598324"/>
                <a:gd name="connsiteY84" fmla="*/ 558595 h 761503"/>
                <a:gd name="connsiteX85" fmla="*/ 430771 w 598324"/>
                <a:gd name="connsiteY85" fmla="*/ 550436 h 761503"/>
                <a:gd name="connsiteX86" fmla="*/ 430771 w 598324"/>
                <a:gd name="connsiteY86" fmla="*/ 501482 h 761503"/>
                <a:gd name="connsiteX87" fmla="*/ 430771 w 598324"/>
                <a:gd name="connsiteY87" fmla="*/ 403574 h 761503"/>
                <a:gd name="connsiteX88" fmla="*/ 425332 w 598324"/>
                <a:gd name="connsiteY88" fmla="*/ 313826 h 761503"/>
                <a:gd name="connsiteX89" fmla="*/ 425332 w 598324"/>
                <a:gd name="connsiteY89" fmla="*/ 248554 h 761503"/>
                <a:gd name="connsiteX90" fmla="*/ 425332 w 598324"/>
                <a:gd name="connsiteY90" fmla="*/ 210479 h 761503"/>
                <a:gd name="connsiteX91" fmla="*/ 422613 w 598324"/>
                <a:gd name="connsiteY91" fmla="*/ 153366 h 761503"/>
                <a:gd name="connsiteX92" fmla="*/ 425332 w 598324"/>
                <a:gd name="connsiteY92" fmla="*/ 123450 h 761503"/>
                <a:gd name="connsiteX93" fmla="*/ 398136 w 598324"/>
                <a:gd name="connsiteY93" fmla="*/ 123450 h 761503"/>
                <a:gd name="connsiteX94" fmla="*/ 379098 w 598324"/>
                <a:gd name="connsiteY94" fmla="*/ 123450 h 761503"/>
                <a:gd name="connsiteX95" fmla="*/ 360060 w 598324"/>
                <a:gd name="connsiteY95" fmla="*/ 118011 h 761503"/>
                <a:gd name="connsiteX96" fmla="*/ 349182 w 598324"/>
                <a:gd name="connsiteY96" fmla="*/ 101693 h 761503"/>
                <a:gd name="connsiteX97" fmla="*/ 351901 w 598324"/>
                <a:gd name="connsiteY97" fmla="*/ 93534 h 761503"/>
                <a:gd name="connsiteX98" fmla="*/ 368219 w 598324"/>
                <a:gd name="connsiteY98" fmla="*/ 85375 h 761503"/>
                <a:gd name="connsiteX99" fmla="*/ 422613 w 598324"/>
                <a:gd name="connsiteY99" fmla="*/ 79935 h 761503"/>
                <a:gd name="connsiteX100" fmla="*/ 444370 w 598324"/>
                <a:gd name="connsiteY100" fmla="*/ 79935 h 761503"/>
                <a:gd name="connsiteX101" fmla="*/ 463407 w 598324"/>
                <a:gd name="connsiteY101" fmla="*/ 71776 h 761503"/>
                <a:gd name="connsiteX102" fmla="*/ 477006 w 598324"/>
                <a:gd name="connsiteY102" fmla="*/ 79935 h 761503"/>
                <a:gd name="connsiteX103" fmla="*/ 515081 w 598324"/>
                <a:gd name="connsiteY103" fmla="*/ 79935 h 761503"/>
                <a:gd name="connsiteX104" fmla="*/ 515081 w 598324"/>
                <a:gd name="connsiteY104" fmla="*/ 79935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598324" h="761503">
                  <a:moveTo>
                    <a:pt x="515081" y="79935"/>
                  </a:moveTo>
                  <a:cubicBezTo>
                    <a:pt x="523240" y="79935"/>
                    <a:pt x="542277" y="79935"/>
                    <a:pt x="542277" y="96253"/>
                  </a:cubicBezTo>
                  <a:cubicBezTo>
                    <a:pt x="542277" y="104412"/>
                    <a:pt x="542277" y="107132"/>
                    <a:pt x="536838" y="112571"/>
                  </a:cubicBezTo>
                  <a:cubicBezTo>
                    <a:pt x="534119" y="118011"/>
                    <a:pt x="528679" y="120730"/>
                    <a:pt x="523240" y="120730"/>
                  </a:cubicBezTo>
                  <a:cubicBezTo>
                    <a:pt x="515081" y="123450"/>
                    <a:pt x="512361" y="123450"/>
                    <a:pt x="506922" y="123450"/>
                  </a:cubicBezTo>
                  <a:cubicBezTo>
                    <a:pt x="504202" y="123450"/>
                    <a:pt x="490604" y="123450"/>
                    <a:pt x="477006" y="123450"/>
                  </a:cubicBezTo>
                  <a:cubicBezTo>
                    <a:pt x="477006" y="131609"/>
                    <a:pt x="479725" y="137048"/>
                    <a:pt x="479725" y="145207"/>
                  </a:cubicBezTo>
                  <a:cubicBezTo>
                    <a:pt x="479725" y="156086"/>
                    <a:pt x="477006" y="166964"/>
                    <a:pt x="477006" y="180563"/>
                  </a:cubicBezTo>
                  <a:cubicBezTo>
                    <a:pt x="477006" y="196881"/>
                    <a:pt x="479725" y="215918"/>
                    <a:pt x="482445" y="232236"/>
                  </a:cubicBezTo>
                  <a:cubicBezTo>
                    <a:pt x="485165" y="248554"/>
                    <a:pt x="485165" y="267592"/>
                    <a:pt x="485165" y="283909"/>
                  </a:cubicBezTo>
                  <a:cubicBezTo>
                    <a:pt x="485165" y="297508"/>
                    <a:pt x="485165" y="313826"/>
                    <a:pt x="485165" y="327424"/>
                  </a:cubicBezTo>
                  <a:cubicBezTo>
                    <a:pt x="485165" y="343742"/>
                    <a:pt x="487884" y="357340"/>
                    <a:pt x="487884" y="373658"/>
                  </a:cubicBezTo>
                  <a:cubicBezTo>
                    <a:pt x="487884" y="389976"/>
                    <a:pt x="485165" y="403574"/>
                    <a:pt x="485165" y="419892"/>
                  </a:cubicBezTo>
                  <a:cubicBezTo>
                    <a:pt x="485165" y="436210"/>
                    <a:pt x="485165" y="449808"/>
                    <a:pt x="485165" y="463407"/>
                  </a:cubicBezTo>
                  <a:cubicBezTo>
                    <a:pt x="485165" y="479725"/>
                    <a:pt x="485165" y="498762"/>
                    <a:pt x="482445" y="515080"/>
                  </a:cubicBezTo>
                  <a:cubicBezTo>
                    <a:pt x="482445" y="528678"/>
                    <a:pt x="482445" y="542277"/>
                    <a:pt x="482445" y="558595"/>
                  </a:cubicBezTo>
                  <a:cubicBezTo>
                    <a:pt x="482445" y="572193"/>
                    <a:pt x="479725" y="588511"/>
                    <a:pt x="479725" y="602109"/>
                  </a:cubicBezTo>
                  <a:cubicBezTo>
                    <a:pt x="479725" y="615708"/>
                    <a:pt x="485165" y="632025"/>
                    <a:pt x="485165" y="648343"/>
                  </a:cubicBezTo>
                  <a:cubicBezTo>
                    <a:pt x="485165" y="659222"/>
                    <a:pt x="482445" y="670101"/>
                    <a:pt x="474286" y="675540"/>
                  </a:cubicBezTo>
                  <a:cubicBezTo>
                    <a:pt x="460688" y="686418"/>
                    <a:pt x="444370" y="691858"/>
                    <a:pt x="428052" y="691858"/>
                  </a:cubicBezTo>
                  <a:cubicBezTo>
                    <a:pt x="414453" y="691858"/>
                    <a:pt x="400855" y="689138"/>
                    <a:pt x="387257" y="683699"/>
                  </a:cubicBezTo>
                  <a:cubicBezTo>
                    <a:pt x="373659" y="678259"/>
                    <a:pt x="360060" y="672820"/>
                    <a:pt x="351901" y="664661"/>
                  </a:cubicBezTo>
                  <a:cubicBezTo>
                    <a:pt x="330144" y="645624"/>
                    <a:pt x="316546" y="621147"/>
                    <a:pt x="305667" y="596670"/>
                  </a:cubicBezTo>
                  <a:cubicBezTo>
                    <a:pt x="292069" y="569473"/>
                    <a:pt x="281190" y="539557"/>
                    <a:pt x="270312" y="509641"/>
                  </a:cubicBezTo>
                  <a:cubicBezTo>
                    <a:pt x="264872" y="493323"/>
                    <a:pt x="256713" y="477005"/>
                    <a:pt x="251274" y="460687"/>
                  </a:cubicBezTo>
                  <a:cubicBezTo>
                    <a:pt x="240395" y="433490"/>
                    <a:pt x="232236" y="409014"/>
                    <a:pt x="224077" y="381817"/>
                  </a:cubicBezTo>
                  <a:cubicBezTo>
                    <a:pt x="218638" y="365499"/>
                    <a:pt x="213199" y="346462"/>
                    <a:pt x="207759" y="330144"/>
                  </a:cubicBezTo>
                  <a:cubicBezTo>
                    <a:pt x="202320" y="316545"/>
                    <a:pt x="196881" y="300227"/>
                    <a:pt x="191442" y="286629"/>
                  </a:cubicBezTo>
                  <a:cubicBezTo>
                    <a:pt x="188722" y="281190"/>
                    <a:pt x="186002" y="278470"/>
                    <a:pt x="183283" y="278470"/>
                  </a:cubicBezTo>
                  <a:cubicBezTo>
                    <a:pt x="180563" y="278470"/>
                    <a:pt x="180563" y="286629"/>
                    <a:pt x="180563" y="292068"/>
                  </a:cubicBezTo>
                  <a:cubicBezTo>
                    <a:pt x="180563" y="297508"/>
                    <a:pt x="180563" y="302947"/>
                    <a:pt x="180563" y="305667"/>
                  </a:cubicBezTo>
                  <a:cubicBezTo>
                    <a:pt x="180563" y="321985"/>
                    <a:pt x="183283" y="338303"/>
                    <a:pt x="183283" y="354620"/>
                  </a:cubicBezTo>
                  <a:cubicBezTo>
                    <a:pt x="183283" y="387256"/>
                    <a:pt x="186002" y="417173"/>
                    <a:pt x="188722" y="449808"/>
                  </a:cubicBezTo>
                  <a:cubicBezTo>
                    <a:pt x="188722" y="460687"/>
                    <a:pt x="188722" y="468846"/>
                    <a:pt x="188722" y="479725"/>
                  </a:cubicBezTo>
                  <a:cubicBezTo>
                    <a:pt x="188722" y="501482"/>
                    <a:pt x="188722" y="523239"/>
                    <a:pt x="188722" y="542277"/>
                  </a:cubicBezTo>
                  <a:cubicBezTo>
                    <a:pt x="188722" y="566754"/>
                    <a:pt x="186002" y="591231"/>
                    <a:pt x="186002" y="615708"/>
                  </a:cubicBezTo>
                  <a:cubicBezTo>
                    <a:pt x="186002" y="623866"/>
                    <a:pt x="186002" y="632025"/>
                    <a:pt x="186002" y="637465"/>
                  </a:cubicBezTo>
                  <a:cubicBezTo>
                    <a:pt x="186002" y="645624"/>
                    <a:pt x="183283" y="656502"/>
                    <a:pt x="183283" y="664661"/>
                  </a:cubicBezTo>
                  <a:cubicBezTo>
                    <a:pt x="202320" y="664661"/>
                    <a:pt x="218638" y="664661"/>
                    <a:pt x="226797" y="664661"/>
                  </a:cubicBezTo>
                  <a:cubicBezTo>
                    <a:pt x="234956" y="664661"/>
                    <a:pt x="253994" y="664661"/>
                    <a:pt x="253994" y="680979"/>
                  </a:cubicBezTo>
                  <a:cubicBezTo>
                    <a:pt x="253994" y="689138"/>
                    <a:pt x="253994" y="691858"/>
                    <a:pt x="248554" y="697297"/>
                  </a:cubicBezTo>
                  <a:cubicBezTo>
                    <a:pt x="245835" y="702736"/>
                    <a:pt x="240395" y="705456"/>
                    <a:pt x="234956" y="705456"/>
                  </a:cubicBezTo>
                  <a:cubicBezTo>
                    <a:pt x="226797" y="708176"/>
                    <a:pt x="224077" y="708176"/>
                    <a:pt x="218638" y="708176"/>
                  </a:cubicBezTo>
                  <a:cubicBezTo>
                    <a:pt x="215918" y="708176"/>
                    <a:pt x="199600" y="708176"/>
                    <a:pt x="183283" y="708176"/>
                  </a:cubicBezTo>
                  <a:cubicBezTo>
                    <a:pt x="166965" y="708176"/>
                    <a:pt x="153366" y="708176"/>
                    <a:pt x="150647" y="708176"/>
                  </a:cubicBezTo>
                  <a:cubicBezTo>
                    <a:pt x="139768" y="708176"/>
                    <a:pt x="120730" y="708176"/>
                    <a:pt x="107132" y="708176"/>
                  </a:cubicBezTo>
                  <a:cubicBezTo>
                    <a:pt x="101693" y="708176"/>
                    <a:pt x="96254" y="708176"/>
                    <a:pt x="88094" y="708176"/>
                  </a:cubicBezTo>
                  <a:cubicBezTo>
                    <a:pt x="82655" y="708176"/>
                    <a:pt x="74496" y="708176"/>
                    <a:pt x="69057" y="702736"/>
                  </a:cubicBezTo>
                  <a:cubicBezTo>
                    <a:pt x="63617" y="700017"/>
                    <a:pt x="58178" y="691858"/>
                    <a:pt x="58178" y="686418"/>
                  </a:cubicBezTo>
                  <a:cubicBezTo>
                    <a:pt x="58178" y="683699"/>
                    <a:pt x="58178" y="680979"/>
                    <a:pt x="60898" y="678259"/>
                  </a:cubicBezTo>
                  <a:cubicBezTo>
                    <a:pt x="63617" y="675540"/>
                    <a:pt x="71777" y="672820"/>
                    <a:pt x="77216" y="670101"/>
                  </a:cubicBezTo>
                  <a:cubicBezTo>
                    <a:pt x="90814" y="667381"/>
                    <a:pt x="115291" y="664661"/>
                    <a:pt x="120730" y="664661"/>
                  </a:cubicBezTo>
                  <a:cubicBezTo>
                    <a:pt x="123450" y="664661"/>
                    <a:pt x="126170" y="664661"/>
                    <a:pt x="131609" y="664661"/>
                  </a:cubicBezTo>
                  <a:cubicBezTo>
                    <a:pt x="131609" y="623866"/>
                    <a:pt x="134329" y="583072"/>
                    <a:pt x="134329" y="539557"/>
                  </a:cubicBezTo>
                  <a:cubicBezTo>
                    <a:pt x="134329" y="528678"/>
                    <a:pt x="134329" y="515080"/>
                    <a:pt x="134329" y="504201"/>
                  </a:cubicBezTo>
                  <a:cubicBezTo>
                    <a:pt x="131609" y="460687"/>
                    <a:pt x="131609" y="417173"/>
                    <a:pt x="131609" y="376378"/>
                  </a:cubicBezTo>
                  <a:cubicBezTo>
                    <a:pt x="131609" y="351901"/>
                    <a:pt x="131609" y="327424"/>
                    <a:pt x="131609" y="302947"/>
                  </a:cubicBezTo>
                  <a:cubicBezTo>
                    <a:pt x="131609" y="275751"/>
                    <a:pt x="131609" y="248554"/>
                    <a:pt x="134329" y="221357"/>
                  </a:cubicBezTo>
                  <a:cubicBezTo>
                    <a:pt x="134329" y="188722"/>
                    <a:pt x="137048" y="156086"/>
                    <a:pt x="137048" y="123450"/>
                  </a:cubicBezTo>
                  <a:cubicBezTo>
                    <a:pt x="126170" y="123450"/>
                    <a:pt x="115291" y="123450"/>
                    <a:pt x="107132" y="123450"/>
                  </a:cubicBezTo>
                  <a:cubicBezTo>
                    <a:pt x="101693" y="123450"/>
                    <a:pt x="96254" y="123450"/>
                    <a:pt x="88094" y="123450"/>
                  </a:cubicBezTo>
                  <a:cubicBezTo>
                    <a:pt x="82655" y="123450"/>
                    <a:pt x="74496" y="120730"/>
                    <a:pt x="69057" y="118011"/>
                  </a:cubicBezTo>
                  <a:cubicBezTo>
                    <a:pt x="63617" y="115291"/>
                    <a:pt x="58178" y="107132"/>
                    <a:pt x="58178" y="101693"/>
                  </a:cubicBezTo>
                  <a:cubicBezTo>
                    <a:pt x="58178" y="98973"/>
                    <a:pt x="58178" y="96253"/>
                    <a:pt x="60898" y="93534"/>
                  </a:cubicBezTo>
                  <a:cubicBezTo>
                    <a:pt x="63617" y="90814"/>
                    <a:pt x="71777" y="88094"/>
                    <a:pt x="77216" y="85375"/>
                  </a:cubicBezTo>
                  <a:cubicBezTo>
                    <a:pt x="90814" y="82655"/>
                    <a:pt x="126170" y="79935"/>
                    <a:pt x="131609" y="79935"/>
                  </a:cubicBezTo>
                  <a:cubicBezTo>
                    <a:pt x="137048" y="79935"/>
                    <a:pt x="147927" y="79935"/>
                    <a:pt x="161525" y="79935"/>
                  </a:cubicBezTo>
                  <a:cubicBezTo>
                    <a:pt x="166965" y="74496"/>
                    <a:pt x="172404" y="71776"/>
                    <a:pt x="177843" y="66337"/>
                  </a:cubicBezTo>
                  <a:cubicBezTo>
                    <a:pt x="186002" y="60898"/>
                    <a:pt x="194161" y="58178"/>
                    <a:pt x="202320" y="58178"/>
                  </a:cubicBezTo>
                  <a:cubicBezTo>
                    <a:pt x="215918" y="58178"/>
                    <a:pt x="226797" y="63617"/>
                    <a:pt x="234956" y="77216"/>
                  </a:cubicBezTo>
                  <a:cubicBezTo>
                    <a:pt x="240395" y="88094"/>
                    <a:pt x="248554" y="96253"/>
                    <a:pt x="251274" y="107132"/>
                  </a:cubicBezTo>
                  <a:cubicBezTo>
                    <a:pt x="256713" y="120730"/>
                    <a:pt x="259433" y="134328"/>
                    <a:pt x="267592" y="147927"/>
                  </a:cubicBezTo>
                  <a:cubicBezTo>
                    <a:pt x="273031" y="158805"/>
                    <a:pt x="275751" y="172404"/>
                    <a:pt x="281190" y="183282"/>
                  </a:cubicBezTo>
                  <a:cubicBezTo>
                    <a:pt x="286630" y="196881"/>
                    <a:pt x="292069" y="210479"/>
                    <a:pt x="297508" y="224077"/>
                  </a:cubicBezTo>
                  <a:cubicBezTo>
                    <a:pt x="300228" y="237675"/>
                    <a:pt x="305667" y="251274"/>
                    <a:pt x="308387" y="264872"/>
                  </a:cubicBezTo>
                  <a:cubicBezTo>
                    <a:pt x="311106" y="278470"/>
                    <a:pt x="311106" y="289349"/>
                    <a:pt x="319265" y="300227"/>
                  </a:cubicBezTo>
                  <a:cubicBezTo>
                    <a:pt x="332864" y="324704"/>
                    <a:pt x="346462" y="351901"/>
                    <a:pt x="351901" y="379097"/>
                  </a:cubicBezTo>
                  <a:cubicBezTo>
                    <a:pt x="354621" y="392696"/>
                    <a:pt x="360060" y="403574"/>
                    <a:pt x="365500" y="417173"/>
                  </a:cubicBezTo>
                  <a:cubicBezTo>
                    <a:pt x="373659" y="430771"/>
                    <a:pt x="373659" y="444369"/>
                    <a:pt x="379098" y="457967"/>
                  </a:cubicBezTo>
                  <a:cubicBezTo>
                    <a:pt x="381818" y="471566"/>
                    <a:pt x="387257" y="482444"/>
                    <a:pt x="395416" y="496043"/>
                  </a:cubicBezTo>
                  <a:cubicBezTo>
                    <a:pt x="398136" y="501482"/>
                    <a:pt x="403575" y="506921"/>
                    <a:pt x="406294" y="512361"/>
                  </a:cubicBezTo>
                  <a:cubicBezTo>
                    <a:pt x="409014" y="517800"/>
                    <a:pt x="409014" y="525959"/>
                    <a:pt x="411734" y="531398"/>
                  </a:cubicBezTo>
                  <a:cubicBezTo>
                    <a:pt x="414453" y="539557"/>
                    <a:pt x="417173" y="550436"/>
                    <a:pt x="419893" y="558595"/>
                  </a:cubicBezTo>
                  <a:cubicBezTo>
                    <a:pt x="422613" y="561314"/>
                    <a:pt x="422613" y="564034"/>
                    <a:pt x="425332" y="564034"/>
                  </a:cubicBezTo>
                  <a:cubicBezTo>
                    <a:pt x="428052" y="564034"/>
                    <a:pt x="428052" y="561314"/>
                    <a:pt x="430771" y="558595"/>
                  </a:cubicBezTo>
                  <a:cubicBezTo>
                    <a:pt x="430771" y="555875"/>
                    <a:pt x="430771" y="553155"/>
                    <a:pt x="430771" y="550436"/>
                  </a:cubicBezTo>
                  <a:cubicBezTo>
                    <a:pt x="430771" y="534118"/>
                    <a:pt x="430771" y="517800"/>
                    <a:pt x="430771" y="501482"/>
                  </a:cubicBezTo>
                  <a:cubicBezTo>
                    <a:pt x="430771" y="468846"/>
                    <a:pt x="433491" y="436210"/>
                    <a:pt x="430771" y="403574"/>
                  </a:cubicBezTo>
                  <a:cubicBezTo>
                    <a:pt x="430771" y="373658"/>
                    <a:pt x="425332" y="343742"/>
                    <a:pt x="425332" y="313826"/>
                  </a:cubicBezTo>
                  <a:cubicBezTo>
                    <a:pt x="425332" y="292068"/>
                    <a:pt x="425332" y="270311"/>
                    <a:pt x="425332" y="248554"/>
                  </a:cubicBezTo>
                  <a:cubicBezTo>
                    <a:pt x="425332" y="234956"/>
                    <a:pt x="425332" y="224077"/>
                    <a:pt x="425332" y="210479"/>
                  </a:cubicBezTo>
                  <a:cubicBezTo>
                    <a:pt x="425332" y="191441"/>
                    <a:pt x="422613" y="172404"/>
                    <a:pt x="422613" y="153366"/>
                  </a:cubicBezTo>
                  <a:cubicBezTo>
                    <a:pt x="422613" y="142487"/>
                    <a:pt x="422613" y="134328"/>
                    <a:pt x="425332" y="123450"/>
                  </a:cubicBezTo>
                  <a:cubicBezTo>
                    <a:pt x="417173" y="123450"/>
                    <a:pt x="406294" y="123450"/>
                    <a:pt x="398136" y="123450"/>
                  </a:cubicBezTo>
                  <a:cubicBezTo>
                    <a:pt x="392696" y="123450"/>
                    <a:pt x="387257" y="123450"/>
                    <a:pt x="379098" y="123450"/>
                  </a:cubicBezTo>
                  <a:cubicBezTo>
                    <a:pt x="373659" y="123450"/>
                    <a:pt x="365500" y="120730"/>
                    <a:pt x="360060" y="118011"/>
                  </a:cubicBezTo>
                  <a:cubicBezTo>
                    <a:pt x="354621" y="115291"/>
                    <a:pt x="349182" y="107132"/>
                    <a:pt x="349182" y="101693"/>
                  </a:cubicBezTo>
                  <a:cubicBezTo>
                    <a:pt x="349182" y="98973"/>
                    <a:pt x="349182" y="96253"/>
                    <a:pt x="351901" y="93534"/>
                  </a:cubicBezTo>
                  <a:cubicBezTo>
                    <a:pt x="354621" y="90814"/>
                    <a:pt x="362780" y="88094"/>
                    <a:pt x="368219" y="85375"/>
                  </a:cubicBezTo>
                  <a:cubicBezTo>
                    <a:pt x="381818" y="82655"/>
                    <a:pt x="417173" y="79935"/>
                    <a:pt x="422613" y="79935"/>
                  </a:cubicBezTo>
                  <a:cubicBezTo>
                    <a:pt x="428052" y="79935"/>
                    <a:pt x="433491" y="79935"/>
                    <a:pt x="444370" y="79935"/>
                  </a:cubicBezTo>
                  <a:cubicBezTo>
                    <a:pt x="449809" y="74496"/>
                    <a:pt x="455248" y="71776"/>
                    <a:pt x="463407" y="71776"/>
                  </a:cubicBezTo>
                  <a:cubicBezTo>
                    <a:pt x="471566" y="71776"/>
                    <a:pt x="477006" y="74496"/>
                    <a:pt x="477006" y="79935"/>
                  </a:cubicBezTo>
                  <a:cubicBezTo>
                    <a:pt x="493324" y="79935"/>
                    <a:pt x="506922" y="79935"/>
                    <a:pt x="515081" y="79935"/>
                  </a:cubicBezTo>
                  <a:lnTo>
                    <a:pt x="515081" y="79935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85E6D875-3902-4C5B-BBC1-7ADBFCB34A9E}"/>
                </a:ext>
              </a:extLst>
            </p:cNvPr>
            <p:cNvSpPr/>
            <p:nvPr/>
          </p:nvSpPr>
          <p:spPr>
            <a:xfrm>
              <a:off x="5139126" y="4192158"/>
              <a:ext cx="516735" cy="788700"/>
            </a:xfrm>
            <a:custGeom>
              <a:avLst/>
              <a:gdLst>
                <a:gd name="connsiteX0" fmla="*/ 464616 w 516735"/>
                <a:gd name="connsiteY0" fmla="*/ 436210 h 788699"/>
                <a:gd name="connsiteX1" fmla="*/ 445578 w 516735"/>
                <a:gd name="connsiteY1" fmla="*/ 455248 h 788699"/>
                <a:gd name="connsiteX2" fmla="*/ 404784 w 516735"/>
                <a:gd name="connsiteY2" fmla="*/ 466126 h 788699"/>
                <a:gd name="connsiteX3" fmla="*/ 385746 w 516735"/>
                <a:gd name="connsiteY3" fmla="*/ 479725 h 788699"/>
                <a:gd name="connsiteX4" fmla="*/ 388466 w 516735"/>
                <a:gd name="connsiteY4" fmla="*/ 512361 h 788699"/>
                <a:gd name="connsiteX5" fmla="*/ 388466 w 516735"/>
                <a:gd name="connsiteY5" fmla="*/ 544997 h 788699"/>
                <a:gd name="connsiteX6" fmla="*/ 388466 w 516735"/>
                <a:gd name="connsiteY6" fmla="*/ 566754 h 788699"/>
                <a:gd name="connsiteX7" fmla="*/ 391185 w 516735"/>
                <a:gd name="connsiteY7" fmla="*/ 632026 h 788699"/>
                <a:gd name="connsiteX8" fmla="*/ 393905 w 516735"/>
                <a:gd name="connsiteY8" fmla="*/ 683699 h 788699"/>
                <a:gd name="connsiteX9" fmla="*/ 377587 w 516735"/>
                <a:gd name="connsiteY9" fmla="*/ 724494 h 788699"/>
                <a:gd name="connsiteX10" fmla="*/ 361269 w 516735"/>
                <a:gd name="connsiteY10" fmla="*/ 719054 h 788699"/>
                <a:gd name="connsiteX11" fmla="*/ 353110 w 516735"/>
                <a:gd name="connsiteY11" fmla="*/ 702737 h 788699"/>
                <a:gd name="connsiteX12" fmla="*/ 350390 w 516735"/>
                <a:gd name="connsiteY12" fmla="*/ 686419 h 788699"/>
                <a:gd name="connsiteX13" fmla="*/ 353110 w 516735"/>
                <a:gd name="connsiteY13" fmla="*/ 659222 h 788699"/>
                <a:gd name="connsiteX14" fmla="*/ 353110 w 516735"/>
                <a:gd name="connsiteY14" fmla="*/ 656502 h 788699"/>
                <a:gd name="connsiteX15" fmla="*/ 317755 w 516735"/>
                <a:gd name="connsiteY15" fmla="*/ 708176 h 788699"/>
                <a:gd name="connsiteX16" fmla="*/ 241604 w 516735"/>
                <a:gd name="connsiteY16" fmla="*/ 735372 h 788699"/>
                <a:gd name="connsiteX17" fmla="*/ 187211 w 516735"/>
                <a:gd name="connsiteY17" fmla="*/ 727214 h 788699"/>
                <a:gd name="connsiteX18" fmla="*/ 135538 w 516735"/>
                <a:gd name="connsiteY18" fmla="*/ 694578 h 788699"/>
                <a:gd name="connsiteX19" fmla="*/ 86584 w 516735"/>
                <a:gd name="connsiteY19" fmla="*/ 621147 h 788699"/>
                <a:gd name="connsiteX20" fmla="*/ 67546 w 516735"/>
                <a:gd name="connsiteY20" fmla="*/ 555875 h 788699"/>
                <a:gd name="connsiteX21" fmla="*/ 59387 w 516735"/>
                <a:gd name="connsiteY21" fmla="*/ 509641 h 788699"/>
                <a:gd name="connsiteX22" fmla="*/ 59387 w 516735"/>
                <a:gd name="connsiteY22" fmla="*/ 468846 h 788699"/>
                <a:gd name="connsiteX23" fmla="*/ 86584 w 516735"/>
                <a:gd name="connsiteY23" fmla="*/ 302947 h 788699"/>
                <a:gd name="connsiteX24" fmla="*/ 108341 w 516735"/>
                <a:gd name="connsiteY24" fmla="*/ 224077 h 788699"/>
                <a:gd name="connsiteX25" fmla="*/ 146416 w 516735"/>
                <a:gd name="connsiteY25" fmla="*/ 145207 h 788699"/>
                <a:gd name="connsiteX26" fmla="*/ 198090 w 516735"/>
                <a:gd name="connsiteY26" fmla="*/ 85375 h 788699"/>
                <a:gd name="connsiteX27" fmla="*/ 228006 w 516735"/>
                <a:gd name="connsiteY27" fmla="*/ 69057 h 788699"/>
                <a:gd name="connsiteX28" fmla="*/ 268801 w 516735"/>
                <a:gd name="connsiteY28" fmla="*/ 58178 h 788699"/>
                <a:gd name="connsiteX29" fmla="*/ 274240 w 516735"/>
                <a:gd name="connsiteY29" fmla="*/ 58178 h 788699"/>
                <a:gd name="connsiteX30" fmla="*/ 295997 w 516735"/>
                <a:gd name="connsiteY30" fmla="*/ 60898 h 788699"/>
                <a:gd name="connsiteX31" fmla="*/ 331353 w 516735"/>
                <a:gd name="connsiteY31" fmla="*/ 71776 h 788699"/>
                <a:gd name="connsiteX32" fmla="*/ 350390 w 516735"/>
                <a:gd name="connsiteY32" fmla="*/ 93534 h 788699"/>
                <a:gd name="connsiteX33" fmla="*/ 353110 w 516735"/>
                <a:gd name="connsiteY33" fmla="*/ 74496 h 788699"/>
                <a:gd name="connsiteX34" fmla="*/ 358549 w 516735"/>
                <a:gd name="connsiteY34" fmla="*/ 63618 h 788699"/>
                <a:gd name="connsiteX35" fmla="*/ 366708 w 516735"/>
                <a:gd name="connsiteY35" fmla="*/ 58178 h 788699"/>
                <a:gd name="connsiteX36" fmla="*/ 374867 w 516735"/>
                <a:gd name="connsiteY36" fmla="*/ 63618 h 788699"/>
                <a:gd name="connsiteX37" fmla="*/ 383026 w 516735"/>
                <a:gd name="connsiteY37" fmla="*/ 82655 h 788699"/>
                <a:gd name="connsiteX38" fmla="*/ 385746 w 516735"/>
                <a:gd name="connsiteY38" fmla="*/ 126170 h 788699"/>
                <a:gd name="connsiteX39" fmla="*/ 388466 w 516735"/>
                <a:gd name="connsiteY39" fmla="*/ 186002 h 788699"/>
                <a:gd name="connsiteX40" fmla="*/ 391185 w 516735"/>
                <a:gd name="connsiteY40" fmla="*/ 237676 h 788699"/>
                <a:gd name="connsiteX41" fmla="*/ 374867 w 516735"/>
                <a:gd name="connsiteY41" fmla="*/ 278470 h 788699"/>
                <a:gd name="connsiteX42" fmla="*/ 358549 w 516735"/>
                <a:gd name="connsiteY42" fmla="*/ 273031 h 788699"/>
                <a:gd name="connsiteX43" fmla="*/ 350390 w 516735"/>
                <a:gd name="connsiteY43" fmla="*/ 256713 h 788699"/>
                <a:gd name="connsiteX44" fmla="*/ 347671 w 516735"/>
                <a:gd name="connsiteY44" fmla="*/ 240395 h 788699"/>
                <a:gd name="connsiteX45" fmla="*/ 347671 w 516735"/>
                <a:gd name="connsiteY45" fmla="*/ 213199 h 788699"/>
                <a:gd name="connsiteX46" fmla="*/ 344951 w 516735"/>
                <a:gd name="connsiteY46" fmla="*/ 194161 h 788699"/>
                <a:gd name="connsiteX47" fmla="*/ 339512 w 516735"/>
                <a:gd name="connsiteY47" fmla="*/ 150647 h 788699"/>
                <a:gd name="connsiteX48" fmla="*/ 323194 w 516735"/>
                <a:gd name="connsiteY48" fmla="*/ 112571 h 788699"/>
                <a:gd name="connsiteX49" fmla="*/ 293278 w 516735"/>
                <a:gd name="connsiteY49" fmla="*/ 101693 h 788699"/>
                <a:gd name="connsiteX50" fmla="*/ 263361 w 516735"/>
                <a:gd name="connsiteY50" fmla="*/ 120730 h 788699"/>
                <a:gd name="connsiteX51" fmla="*/ 241604 w 516735"/>
                <a:gd name="connsiteY51" fmla="*/ 153366 h 788699"/>
                <a:gd name="connsiteX52" fmla="*/ 233445 w 516735"/>
                <a:gd name="connsiteY52" fmla="*/ 194161 h 788699"/>
                <a:gd name="connsiteX53" fmla="*/ 225286 w 516735"/>
                <a:gd name="connsiteY53" fmla="*/ 232236 h 788699"/>
                <a:gd name="connsiteX54" fmla="*/ 217127 w 516735"/>
                <a:gd name="connsiteY54" fmla="*/ 275751 h 788699"/>
                <a:gd name="connsiteX55" fmla="*/ 211688 w 516735"/>
                <a:gd name="connsiteY55" fmla="*/ 316545 h 788699"/>
                <a:gd name="connsiteX56" fmla="*/ 206249 w 516735"/>
                <a:gd name="connsiteY56" fmla="*/ 354621 h 788699"/>
                <a:gd name="connsiteX57" fmla="*/ 200809 w 516735"/>
                <a:gd name="connsiteY57" fmla="*/ 398135 h 788699"/>
                <a:gd name="connsiteX58" fmla="*/ 195370 w 516735"/>
                <a:gd name="connsiteY58" fmla="*/ 438930 h 788699"/>
                <a:gd name="connsiteX59" fmla="*/ 192650 w 516735"/>
                <a:gd name="connsiteY59" fmla="*/ 474286 h 788699"/>
                <a:gd name="connsiteX60" fmla="*/ 195370 w 516735"/>
                <a:gd name="connsiteY60" fmla="*/ 525959 h 788699"/>
                <a:gd name="connsiteX61" fmla="*/ 208968 w 516735"/>
                <a:gd name="connsiteY61" fmla="*/ 596670 h 788699"/>
                <a:gd name="connsiteX62" fmla="*/ 214407 w 516735"/>
                <a:gd name="connsiteY62" fmla="*/ 623867 h 788699"/>
                <a:gd name="connsiteX63" fmla="*/ 228006 w 516735"/>
                <a:gd name="connsiteY63" fmla="*/ 656502 h 788699"/>
                <a:gd name="connsiteX64" fmla="*/ 271520 w 516735"/>
                <a:gd name="connsiteY64" fmla="*/ 689138 h 788699"/>
                <a:gd name="connsiteX65" fmla="*/ 306876 w 516735"/>
                <a:gd name="connsiteY65" fmla="*/ 664661 h 788699"/>
                <a:gd name="connsiteX66" fmla="*/ 331353 w 516735"/>
                <a:gd name="connsiteY66" fmla="*/ 602109 h 788699"/>
                <a:gd name="connsiteX67" fmla="*/ 336792 w 516735"/>
                <a:gd name="connsiteY67" fmla="*/ 544997 h 788699"/>
                <a:gd name="connsiteX68" fmla="*/ 336792 w 516735"/>
                <a:gd name="connsiteY68" fmla="*/ 498762 h 788699"/>
                <a:gd name="connsiteX69" fmla="*/ 336792 w 516735"/>
                <a:gd name="connsiteY69" fmla="*/ 490603 h 788699"/>
                <a:gd name="connsiteX70" fmla="*/ 320474 w 516735"/>
                <a:gd name="connsiteY70" fmla="*/ 477005 h 788699"/>
                <a:gd name="connsiteX71" fmla="*/ 282399 w 516735"/>
                <a:gd name="connsiteY71" fmla="*/ 479725 h 788699"/>
                <a:gd name="connsiteX72" fmla="*/ 252483 w 516735"/>
                <a:gd name="connsiteY72" fmla="*/ 474286 h 788699"/>
                <a:gd name="connsiteX73" fmla="*/ 247043 w 516735"/>
                <a:gd name="connsiteY73" fmla="*/ 466126 h 788699"/>
                <a:gd name="connsiteX74" fmla="*/ 249763 w 516735"/>
                <a:gd name="connsiteY74" fmla="*/ 457968 h 788699"/>
                <a:gd name="connsiteX75" fmla="*/ 268801 w 516735"/>
                <a:gd name="connsiteY75" fmla="*/ 447089 h 788699"/>
                <a:gd name="connsiteX76" fmla="*/ 312315 w 516735"/>
                <a:gd name="connsiteY76" fmla="*/ 436210 h 788699"/>
                <a:gd name="connsiteX77" fmla="*/ 353110 w 516735"/>
                <a:gd name="connsiteY77" fmla="*/ 430771 h 788699"/>
                <a:gd name="connsiteX78" fmla="*/ 385746 w 516735"/>
                <a:gd name="connsiteY78" fmla="*/ 430771 h 788699"/>
                <a:gd name="connsiteX79" fmla="*/ 437420 w 516735"/>
                <a:gd name="connsiteY79" fmla="*/ 428051 h 788699"/>
                <a:gd name="connsiteX80" fmla="*/ 464616 w 516735"/>
                <a:gd name="connsiteY80" fmla="*/ 436210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516735" h="788699">
                  <a:moveTo>
                    <a:pt x="464616" y="436210"/>
                  </a:moveTo>
                  <a:cubicBezTo>
                    <a:pt x="464616" y="447089"/>
                    <a:pt x="453737" y="452528"/>
                    <a:pt x="445578" y="455248"/>
                  </a:cubicBezTo>
                  <a:cubicBezTo>
                    <a:pt x="434700" y="460687"/>
                    <a:pt x="415662" y="463407"/>
                    <a:pt x="404784" y="466126"/>
                  </a:cubicBezTo>
                  <a:cubicBezTo>
                    <a:pt x="393905" y="466126"/>
                    <a:pt x="385746" y="468846"/>
                    <a:pt x="385746" y="479725"/>
                  </a:cubicBezTo>
                  <a:cubicBezTo>
                    <a:pt x="385746" y="487884"/>
                    <a:pt x="388466" y="506921"/>
                    <a:pt x="388466" y="512361"/>
                  </a:cubicBezTo>
                  <a:cubicBezTo>
                    <a:pt x="388466" y="515080"/>
                    <a:pt x="388466" y="539557"/>
                    <a:pt x="388466" y="544997"/>
                  </a:cubicBezTo>
                  <a:cubicBezTo>
                    <a:pt x="388466" y="550436"/>
                    <a:pt x="388466" y="558595"/>
                    <a:pt x="388466" y="566754"/>
                  </a:cubicBezTo>
                  <a:cubicBezTo>
                    <a:pt x="388466" y="591231"/>
                    <a:pt x="388466" y="621147"/>
                    <a:pt x="391185" y="632026"/>
                  </a:cubicBezTo>
                  <a:cubicBezTo>
                    <a:pt x="393905" y="653783"/>
                    <a:pt x="393905" y="661942"/>
                    <a:pt x="393905" y="683699"/>
                  </a:cubicBezTo>
                  <a:cubicBezTo>
                    <a:pt x="393905" y="694578"/>
                    <a:pt x="393905" y="724494"/>
                    <a:pt x="377587" y="724494"/>
                  </a:cubicBezTo>
                  <a:cubicBezTo>
                    <a:pt x="369428" y="724494"/>
                    <a:pt x="366708" y="721774"/>
                    <a:pt x="361269" y="719054"/>
                  </a:cubicBezTo>
                  <a:cubicBezTo>
                    <a:pt x="355830" y="716335"/>
                    <a:pt x="353110" y="708176"/>
                    <a:pt x="353110" y="702737"/>
                  </a:cubicBezTo>
                  <a:cubicBezTo>
                    <a:pt x="350390" y="694578"/>
                    <a:pt x="350390" y="689138"/>
                    <a:pt x="350390" y="686419"/>
                  </a:cubicBezTo>
                  <a:cubicBezTo>
                    <a:pt x="350390" y="678260"/>
                    <a:pt x="353110" y="672820"/>
                    <a:pt x="353110" y="659222"/>
                  </a:cubicBezTo>
                  <a:lnTo>
                    <a:pt x="353110" y="656502"/>
                  </a:lnTo>
                  <a:cubicBezTo>
                    <a:pt x="347671" y="675540"/>
                    <a:pt x="334072" y="694578"/>
                    <a:pt x="317755" y="708176"/>
                  </a:cubicBezTo>
                  <a:cubicBezTo>
                    <a:pt x="293278" y="727214"/>
                    <a:pt x="274240" y="735372"/>
                    <a:pt x="241604" y="735372"/>
                  </a:cubicBezTo>
                  <a:cubicBezTo>
                    <a:pt x="222566" y="735372"/>
                    <a:pt x="203529" y="732653"/>
                    <a:pt x="187211" y="727214"/>
                  </a:cubicBezTo>
                  <a:cubicBezTo>
                    <a:pt x="165454" y="719054"/>
                    <a:pt x="149136" y="708176"/>
                    <a:pt x="135538" y="694578"/>
                  </a:cubicBezTo>
                  <a:cubicBezTo>
                    <a:pt x="113780" y="672820"/>
                    <a:pt x="100182" y="648343"/>
                    <a:pt x="86584" y="621147"/>
                  </a:cubicBezTo>
                  <a:cubicBezTo>
                    <a:pt x="75705" y="599390"/>
                    <a:pt x="70266" y="580352"/>
                    <a:pt x="67546" y="555875"/>
                  </a:cubicBezTo>
                  <a:cubicBezTo>
                    <a:pt x="64826" y="539557"/>
                    <a:pt x="62107" y="525959"/>
                    <a:pt x="59387" y="509641"/>
                  </a:cubicBezTo>
                  <a:cubicBezTo>
                    <a:pt x="56667" y="493323"/>
                    <a:pt x="59387" y="485164"/>
                    <a:pt x="59387" y="468846"/>
                  </a:cubicBezTo>
                  <a:cubicBezTo>
                    <a:pt x="59387" y="414453"/>
                    <a:pt x="72985" y="362780"/>
                    <a:pt x="86584" y="302947"/>
                  </a:cubicBezTo>
                  <a:cubicBezTo>
                    <a:pt x="92023" y="275751"/>
                    <a:pt x="100182" y="248554"/>
                    <a:pt x="108341" y="224077"/>
                  </a:cubicBezTo>
                  <a:cubicBezTo>
                    <a:pt x="116500" y="196881"/>
                    <a:pt x="130098" y="169684"/>
                    <a:pt x="146416" y="145207"/>
                  </a:cubicBezTo>
                  <a:cubicBezTo>
                    <a:pt x="160014" y="123450"/>
                    <a:pt x="176332" y="101693"/>
                    <a:pt x="198090" y="85375"/>
                  </a:cubicBezTo>
                  <a:cubicBezTo>
                    <a:pt x="206249" y="77216"/>
                    <a:pt x="217127" y="71776"/>
                    <a:pt x="228006" y="69057"/>
                  </a:cubicBezTo>
                  <a:cubicBezTo>
                    <a:pt x="241604" y="63618"/>
                    <a:pt x="255202" y="58178"/>
                    <a:pt x="268801" y="58178"/>
                  </a:cubicBezTo>
                  <a:cubicBezTo>
                    <a:pt x="271520" y="58178"/>
                    <a:pt x="274240" y="58178"/>
                    <a:pt x="274240" y="58178"/>
                  </a:cubicBezTo>
                  <a:cubicBezTo>
                    <a:pt x="279679" y="58178"/>
                    <a:pt x="285119" y="58178"/>
                    <a:pt x="295997" y="60898"/>
                  </a:cubicBezTo>
                  <a:cubicBezTo>
                    <a:pt x="309595" y="63618"/>
                    <a:pt x="320474" y="66337"/>
                    <a:pt x="331353" y="71776"/>
                  </a:cubicBezTo>
                  <a:cubicBezTo>
                    <a:pt x="339512" y="77216"/>
                    <a:pt x="347671" y="85375"/>
                    <a:pt x="350390" y="93534"/>
                  </a:cubicBezTo>
                  <a:cubicBezTo>
                    <a:pt x="350390" y="88095"/>
                    <a:pt x="353110" y="79936"/>
                    <a:pt x="353110" y="74496"/>
                  </a:cubicBezTo>
                  <a:cubicBezTo>
                    <a:pt x="355830" y="71776"/>
                    <a:pt x="355830" y="69057"/>
                    <a:pt x="358549" y="63618"/>
                  </a:cubicBezTo>
                  <a:cubicBezTo>
                    <a:pt x="361269" y="60898"/>
                    <a:pt x="363989" y="58178"/>
                    <a:pt x="366708" y="58178"/>
                  </a:cubicBezTo>
                  <a:cubicBezTo>
                    <a:pt x="369428" y="58178"/>
                    <a:pt x="372148" y="60898"/>
                    <a:pt x="374867" y="63618"/>
                  </a:cubicBezTo>
                  <a:cubicBezTo>
                    <a:pt x="377587" y="69057"/>
                    <a:pt x="380307" y="77216"/>
                    <a:pt x="383026" y="82655"/>
                  </a:cubicBezTo>
                  <a:cubicBezTo>
                    <a:pt x="383026" y="90814"/>
                    <a:pt x="385746" y="107132"/>
                    <a:pt x="385746" y="126170"/>
                  </a:cubicBezTo>
                  <a:cubicBezTo>
                    <a:pt x="385746" y="150647"/>
                    <a:pt x="385746" y="177843"/>
                    <a:pt x="388466" y="186002"/>
                  </a:cubicBezTo>
                  <a:cubicBezTo>
                    <a:pt x="391185" y="207759"/>
                    <a:pt x="391185" y="215918"/>
                    <a:pt x="391185" y="237676"/>
                  </a:cubicBezTo>
                  <a:cubicBezTo>
                    <a:pt x="391185" y="248554"/>
                    <a:pt x="391185" y="278470"/>
                    <a:pt x="374867" y="278470"/>
                  </a:cubicBezTo>
                  <a:cubicBezTo>
                    <a:pt x="366708" y="278470"/>
                    <a:pt x="363989" y="275751"/>
                    <a:pt x="358549" y="273031"/>
                  </a:cubicBezTo>
                  <a:cubicBezTo>
                    <a:pt x="353110" y="270311"/>
                    <a:pt x="350390" y="262152"/>
                    <a:pt x="350390" y="256713"/>
                  </a:cubicBezTo>
                  <a:cubicBezTo>
                    <a:pt x="350390" y="251274"/>
                    <a:pt x="347671" y="245834"/>
                    <a:pt x="347671" y="240395"/>
                  </a:cubicBezTo>
                  <a:cubicBezTo>
                    <a:pt x="347671" y="232236"/>
                    <a:pt x="347671" y="224077"/>
                    <a:pt x="347671" y="213199"/>
                  </a:cubicBezTo>
                  <a:cubicBezTo>
                    <a:pt x="347671" y="207759"/>
                    <a:pt x="347671" y="199600"/>
                    <a:pt x="344951" y="194161"/>
                  </a:cubicBezTo>
                  <a:cubicBezTo>
                    <a:pt x="342232" y="180563"/>
                    <a:pt x="342232" y="164245"/>
                    <a:pt x="339512" y="150647"/>
                  </a:cubicBezTo>
                  <a:cubicBezTo>
                    <a:pt x="336792" y="137048"/>
                    <a:pt x="331353" y="123450"/>
                    <a:pt x="323194" y="112571"/>
                  </a:cubicBezTo>
                  <a:cubicBezTo>
                    <a:pt x="317755" y="104412"/>
                    <a:pt x="304156" y="101693"/>
                    <a:pt x="293278" y="101693"/>
                  </a:cubicBezTo>
                  <a:cubicBezTo>
                    <a:pt x="279679" y="101693"/>
                    <a:pt x="271520" y="109852"/>
                    <a:pt x="263361" y="120730"/>
                  </a:cubicBezTo>
                  <a:cubicBezTo>
                    <a:pt x="257922" y="131609"/>
                    <a:pt x="247043" y="139768"/>
                    <a:pt x="241604" y="153366"/>
                  </a:cubicBezTo>
                  <a:cubicBezTo>
                    <a:pt x="236165" y="166964"/>
                    <a:pt x="233445" y="180563"/>
                    <a:pt x="233445" y="194161"/>
                  </a:cubicBezTo>
                  <a:cubicBezTo>
                    <a:pt x="233445" y="207759"/>
                    <a:pt x="230726" y="218638"/>
                    <a:pt x="225286" y="232236"/>
                  </a:cubicBezTo>
                  <a:cubicBezTo>
                    <a:pt x="219847" y="245834"/>
                    <a:pt x="219847" y="262152"/>
                    <a:pt x="217127" y="275751"/>
                  </a:cubicBezTo>
                  <a:cubicBezTo>
                    <a:pt x="214407" y="289349"/>
                    <a:pt x="214407" y="302947"/>
                    <a:pt x="211688" y="316545"/>
                  </a:cubicBezTo>
                  <a:cubicBezTo>
                    <a:pt x="211688" y="330144"/>
                    <a:pt x="206249" y="341022"/>
                    <a:pt x="206249" y="354621"/>
                  </a:cubicBezTo>
                  <a:cubicBezTo>
                    <a:pt x="203529" y="368219"/>
                    <a:pt x="203529" y="381817"/>
                    <a:pt x="200809" y="398135"/>
                  </a:cubicBezTo>
                  <a:cubicBezTo>
                    <a:pt x="198090" y="411733"/>
                    <a:pt x="198090" y="425332"/>
                    <a:pt x="195370" y="438930"/>
                  </a:cubicBezTo>
                  <a:cubicBezTo>
                    <a:pt x="195370" y="449809"/>
                    <a:pt x="192650" y="463407"/>
                    <a:pt x="192650" y="474286"/>
                  </a:cubicBezTo>
                  <a:cubicBezTo>
                    <a:pt x="192650" y="490603"/>
                    <a:pt x="195370" y="509641"/>
                    <a:pt x="195370" y="525959"/>
                  </a:cubicBezTo>
                  <a:cubicBezTo>
                    <a:pt x="195370" y="550436"/>
                    <a:pt x="203529" y="572193"/>
                    <a:pt x="208968" y="596670"/>
                  </a:cubicBezTo>
                  <a:cubicBezTo>
                    <a:pt x="211688" y="604829"/>
                    <a:pt x="211688" y="615708"/>
                    <a:pt x="214407" y="623867"/>
                  </a:cubicBezTo>
                  <a:cubicBezTo>
                    <a:pt x="217127" y="634745"/>
                    <a:pt x="222566" y="645624"/>
                    <a:pt x="228006" y="656502"/>
                  </a:cubicBezTo>
                  <a:cubicBezTo>
                    <a:pt x="236165" y="670101"/>
                    <a:pt x="252483" y="689138"/>
                    <a:pt x="271520" y="689138"/>
                  </a:cubicBezTo>
                  <a:cubicBezTo>
                    <a:pt x="287838" y="689138"/>
                    <a:pt x="298717" y="675540"/>
                    <a:pt x="306876" y="664661"/>
                  </a:cubicBezTo>
                  <a:cubicBezTo>
                    <a:pt x="320474" y="645624"/>
                    <a:pt x="325914" y="623867"/>
                    <a:pt x="331353" y="602109"/>
                  </a:cubicBezTo>
                  <a:cubicBezTo>
                    <a:pt x="334072" y="583072"/>
                    <a:pt x="336792" y="564034"/>
                    <a:pt x="336792" y="544997"/>
                  </a:cubicBezTo>
                  <a:cubicBezTo>
                    <a:pt x="336792" y="531398"/>
                    <a:pt x="336792" y="512361"/>
                    <a:pt x="336792" y="498762"/>
                  </a:cubicBezTo>
                  <a:cubicBezTo>
                    <a:pt x="336792" y="496043"/>
                    <a:pt x="336792" y="493323"/>
                    <a:pt x="336792" y="490603"/>
                  </a:cubicBezTo>
                  <a:cubicBezTo>
                    <a:pt x="336792" y="479725"/>
                    <a:pt x="336792" y="477005"/>
                    <a:pt x="320474" y="477005"/>
                  </a:cubicBezTo>
                  <a:cubicBezTo>
                    <a:pt x="309595" y="477005"/>
                    <a:pt x="295997" y="479725"/>
                    <a:pt x="282399" y="479725"/>
                  </a:cubicBezTo>
                  <a:cubicBezTo>
                    <a:pt x="271520" y="479725"/>
                    <a:pt x="260642" y="479725"/>
                    <a:pt x="252483" y="474286"/>
                  </a:cubicBezTo>
                  <a:cubicBezTo>
                    <a:pt x="249763" y="471566"/>
                    <a:pt x="247043" y="468846"/>
                    <a:pt x="247043" y="466126"/>
                  </a:cubicBezTo>
                  <a:cubicBezTo>
                    <a:pt x="247043" y="463407"/>
                    <a:pt x="247043" y="460687"/>
                    <a:pt x="249763" y="457968"/>
                  </a:cubicBezTo>
                  <a:cubicBezTo>
                    <a:pt x="255202" y="452528"/>
                    <a:pt x="260642" y="449809"/>
                    <a:pt x="268801" y="447089"/>
                  </a:cubicBezTo>
                  <a:cubicBezTo>
                    <a:pt x="282399" y="441650"/>
                    <a:pt x="295997" y="438930"/>
                    <a:pt x="312315" y="436210"/>
                  </a:cubicBezTo>
                  <a:cubicBezTo>
                    <a:pt x="325914" y="433491"/>
                    <a:pt x="339512" y="433491"/>
                    <a:pt x="353110" y="430771"/>
                  </a:cubicBezTo>
                  <a:cubicBezTo>
                    <a:pt x="363989" y="430771"/>
                    <a:pt x="374867" y="430771"/>
                    <a:pt x="385746" y="430771"/>
                  </a:cubicBezTo>
                  <a:cubicBezTo>
                    <a:pt x="402064" y="430771"/>
                    <a:pt x="426541" y="428051"/>
                    <a:pt x="437420" y="428051"/>
                  </a:cubicBezTo>
                  <a:cubicBezTo>
                    <a:pt x="451018" y="419892"/>
                    <a:pt x="464616" y="425332"/>
                    <a:pt x="464616" y="436210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28EECE7A-152F-483E-BC66-3DB3F1A6A039}"/>
                </a:ext>
              </a:extLst>
            </p:cNvPr>
            <p:cNvSpPr/>
            <p:nvPr/>
          </p:nvSpPr>
          <p:spPr>
            <a:xfrm>
              <a:off x="5651630" y="4181279"/>
              <a:ext cx="734308" cy="788700"/>
            </a:xfrm>
            <a:custGeom>
              <a:avLst/>
              <a:gdLst>
                <a:gd name="connsiteX0" fmla="*/ 653783 w 734307"/>
                <a:gd name="connsiteY0" fmla="*/ 678259 h 788699"/>
                <a:gd name="connsiteX1" fmla="*/ 691859 w 734307"/>
                <a:gd name="connsiteY1" fmla="*/ 694577 h 788699"/>
                <a:gd name="connsiteX2" fmla="*/ 686419 w 734307"/>
                <a:gd name="connsiteY2" fmla="*/ 710895 h 788699"/>
                <a:gd name="connsiteX3" fmla="*/ 670101 w 734307"/>
                <a:gd name="connsiteY3" fmla="*/ 719054 h 788699"/>
                <a:gd name="connsiteX4" fmla="*/ 648344 w 734307"/>
                <a:gd name="connsiteY4" fmla="*/ 721774 h 788699"/>
                <a:gd name="connsiteX5" fmla="*/ 618428 w 734307"/>
                <a:gd name="connsiteY5" fmla="*/ 721774 h 788699"/>
                <a:gd name="connsiteX6" fmla="*/ 572194 w 734307"/>
                <a:gd name="connsiteY6" fmla="*/ 735372 h 788699"/>
                <a:gd name="connsiteX7" fmla="*/ 544997 w 734307"/>
                <a:gd name="connsiteY7" fmla="*/ 729933 h 788699"/>
                <a:gd name="connsiteX8" fmla="*/ 534119 w 734307"/>
                <a:gd name="connsiteY8" fmla="*/ 721774 h 788699"/>
                <a:gd name="connsiteX9" fmla="*/ 496043 w 734307"/>
                <a:gd name="connsiteY9" fmla="*/ 721774 h 788699"/>
                <a:gd name="connsiteX10" fmla="*/ 471566 w 734307"/>
                <a:gd name="connsiteY10" fmla="*/ 721774 h 788699"/>
                <a:gd name="connsiteX11" fmla="*/ 444370 w 734307"/>
                <a:gd name="connsiteY11" fmla="*/ 716335 h 788699"/>
                <a:gd name="connsiteX12" fmla="*/ 428052 w 734307"/>
                <a:gd name="connsiteY12" fmla="*/ 700017 h 788699"/>
                <a:gd name="connsiteX13" fmla="*/ 433491 w 734307"/>
                <a:gd name="connsiteY13" fmla="*/ 691858 h 788699"/>
                <a:gd name="connsiteX14" fmla="*/ 455248 w 734307"/>
                <a:gd name="connsiteY14" fmla="*/ 683699 h 788699"/>
                <a:gd name="connsiteX15" fmla="*/ 506922 w 734307"/>
                <a:gd name="connsiteY15" fmla="*/ 678259 h 788699"/>
                <a:gd name="connsiteX16" fmla="*/ 509641 w 734307"/>
                <a:gd name="connsiteY16" fmla="*/ 678259 h 788699"/>
                <a:gd name="connsiteX17" fmla="*/ 506922 w 734307"/>
                <a:gd name="connsiteY17" fmla="*/ 664661 h 788699"/>
                <a:gd name="connsiteX18" fmla="*/ 498763 w 734307"/>
                <a:gd name="connsiteY18" fmla="*/ 580352 h 788699"/>
                <a:gd name="connsiteX19" fmla="*/ 496043 w 734307"/>
                <a:gd name="connsiteY19" fmla="*/ 479725 h 788699"/>
                <a:gd name="connsiteX20" fmla="*/ 493324 w 734307"/>
                <a:gd name="connsiteY20" fmla="*/ 389976 h 788699"/>
                <a:gd name="connsiteX21" fmla="*/ 490604 w 734307"/>
                <a:gd name="connsiteY21" fmla="*/ 302947 h 788699"/>
                <a:gd name="connsiteX22" fmla="*/ 487884 w 734307"/>
                <a:gd name="connsiteY22" fmla="*/ 229516 h 788699"/>
                <a:gd name="connsiteX23" fmla="*/ 485165 w 734307"/>
                <a:gd name="connsiteY23" fmla="*/ 221357 h 788699"/>
                <a:gd name="connsiteX24" fmla="*/ 482445 w 734307"/>
                <a:gd name="connsiteY24" fmla="*/ 226797 h 788699"/>
                <a:gd name="connsiteX25" fmla="*/ 477006 w 734307"/>
                <a:gd name="connsiteY25" fmla="*/ 262152 h 788699"/>
                <a:gd name="connsiteX26" fmla="*/ 460688 w 734307"/>
                <a:gd name="connsiteY26" fmla="*/ 341022 h 788699"/>
                <a:gd name="connsiteX27" fmla="*/ 444370 w 734307"/>
                <a:gd name="connsiteY27" fmla="*/ 417173 h 788699"/>
                <a:gd name="connsiteX28" fmla="*/ 436211 w 734307"/>
                <a:gd name="connsiteY28" fmla="*/ 455248 h 788699"/>
                <a:gd name="connsiteX29" fmla="*/ 425332 w 734307"/>
                <a:gd name="connsiteY29" fmla="*/ 493323 h 788699"/>
                <a:gd name="connsiteX30" fmla="*/ 411734 w 734307"/>
                <a:gd name="connsiteY30" fmla="*/ 531398 h 788699"/>
                <a:gd name="connsiteX31" fmla="*/ 376378 w 734307"/>
                <a:gd name="connsiteY31" fmla="*/ 547716 h 788699"/>
                <a:gd name="connsiteX32" fmla="*/ 319265 w 734307"/>
                <a:gd name="connsiteY32" fmla="*/ 525959 h 788699"/>
                <a:gd name="connsiteX33" fmla="*/ 289349 w 734307"/>
                <a:gd name="connsiteY33" fmla="*/ 455248 h 788699"/>
                <a:gd name="connsiteX34" fmla="*/ 273031 w 734307"/>
                <a:gd name="connsiteY34" fmla="*/ 373658 h 788699"/>
                <a:gd name="connsiteX35" fmla="*/ 262153 w 734307"/>
                <a:gd name="connsiteY35" fmla="*/ 316545 h 788699"/>
                <a:gd name="connsiteX36" fmla="*/ 245835 w 734307"/>
                <a:gd name="connsiteY36" fmla="*/ 237675 h 788699"/>
                <a:gd name="connsiteX37" fmla="*/ 234956 w 734307"/>
                <a:gd name="connsiteY37" fmla="*/ 196881 h 788699"/>
                <a:gd name="connsiteX38" fmla="*/ 232236 w 734307"/>
                <a:gd name="connsiteY38" fmla="*/ 191441 h 788699"/>
                <a:gd name="connsiteX39" fmla="*/ 226797 w 734307"/>
                <a:gd name="connsiteY39" fmla="*/ 207759 h 788699"/>
                <a:gd name="connsiteX40" fmla="*/ 226797 w 734307"/>
                <a:gd name="connsiteY40" fmla="*/ 232236 h 788699"/>
                <a:gd name="connsiteX41" fmla="*/ 224077 w 734307"/>
                <a:gd name="connsiteY41" fmla="*/ 267592 h 788699"/>
                <a:gd name="connsiteX42" fmla="*/ 221358 w 734307"/>
                <a:gd name="connsiteY42" fmla="*/ 311106 h 788699"/>
                <a:gd name="connsiteX43" fmla="*/ 218638 w 734307"/>
                <a:gd name="connsiteY43" fmla="*/ 360060 h 788699"/>
                <a:gd name="connsiteX44" fmla="*/ 215919 w 734307"/>
                <a:gd name="connsiteY44" fmla="*/ 398135 h 788699"/>
                <a:gd name="connsiteX45" fmla="*/ 213199 w 734307"/>
                <a:gd name="connsiteY45" fmla="*/ 430771 h 788699"/>
                <a:gd name="connsiteX46" fmla="*/ 213199 w 734307"/>
                <a:gd name="connsiteY46" fmla="*/ 455248 h 788699"/>
                <a:gd name="connsiteX47" fmla="*/ 213199 w 734307"/>
                <a:gd name="connsiteY47" fmla="*/ 477005 h 788699"/>
                <a:gd name="connsiteX48" fmla="*/ 207759 w 734307"/>
                <a:gd name="connsiteY48" fmla="*/ 520520 h 788699"/>
                <a:gd name="connsiteX49" fmla="*/ 196881 w 734307"/>
                <a:gd name="connsiteY49" fmla="*/ 610268 h 788699"/>
                <a:gd name="connsiteX50" fmla="*/ 194161 w 734307"/>
                <a:gd name="connsiteY50" fmla="*/ 653783 h 788699"/>
                <a:gd name="connsiteX51" fmla="*/ 191441 w 734307"/>
                <a:gd name="connsiteY51" fmla="*/ 667381 h 788699"/>
                <a:gd name="connsiteX52" fmla="*/ 243115 w 734307"/>
                <a:gd name="connsiteY52" fmla="*/ 667381 h 788699"/>
                <a:gd name="connsiteX53" fmla="*/ 273031 w 734307"/>
                <a:gd name="connsiteY53" fmla="*/ 683699 h 788699"/>
                <a:gd name="connsiteX54" fmla="*/ 262153 w 734307"/>
                <a:gd name="connsiteY54" fmla="*/ 697297 h 788699"/>
                <a:gd name="connsiteX55" fmla="*/ 248554 w 734307"/>
                <a:gd name="connsiteY55" fmla="*/ 705456 h 788699"/>
                <a:gd name="connsiteX56" fmla="*/ 232236 w 734307"/>
                <a:gd name="connsiteY56" fmla="*/ 708176 h 788699"/>
                <a:gd name="connsiteX57" fmla="*/ 166965 w 734307"/>
                <a:gd name="connsiteY57" fmla="*/ 708176 h 788699"/>
                <a:gd name="connsiteX58" fmla="*/ 109852 w 734307"/>
                <a:gd name="connsiteY58" fmla="*/ 708176 h 788699"/>
                <a:gd name="connsiteX59" fmla="*/ 90814 w 734307"/>
                <a:gd name="connsiteY59" fmla="*/ 708176 h 788699"/>
                <a:gd name="connsiteX60" fmla="*/ 69057 w 734307"/>
                <a:gd name="connsiteY60" fmla="*/ 702736 h 788699"/>
                <a:gd name="connsiteX61" fmla="*/ 58178 w 734307"/>
                <a:gd name="connsiteY61" fmla="*/ 686418 h 788699"/>
                <a:gd name="connsiteX62" fmla="*/ 60898 w 734307"/>
                <a:gd name="connsiteY62" fmla="*/ 678259 h 788699"/>
                <a:gd name="connsiteX63" fmla="*/ 77216 w 734307"/>
                <a:gd name="connsiteY63" fmla="*/ 670101 h 788699"/>
                <a:gd name="connsiteX64" fmla="*/ 126170 w 734307"/>
                <a:gd name="connsiteY64" fmla="*/ 664661 h 788699"/>
                <a:gd name="connsiteX65" fmla="*/ 142487 w 734307"/>
                <a:gd name="connsiteY65" fmla="*/ 664661 h 788699"/>
                <a:gd name="connsiteX66" fmla="*/ 147927 w 734307"/>
                <a:gd name="connsiteY66" fmla="*/ 588511 h 788699"/>
                <a:gd name="connsiteX67" fmla="*/ 153366 w 734307"/>
                <a:gd name="connsiteY67" fmla="*/ 493323 h 788699"/>
                <a:gd name="connsiteX68" fmla="*/ 156086 w 734307"/>
                <a:gd name="connsiteY68" fmla="*/ 411733 h 788699"/>
                <a:gd name="connsiteX69" fmla="*/ 161525 w 734307"/>
                <a:gd name="connsiteY69" fmla="*/ 297508 h 788699"/>
                <a:gd name="connsiteX70" fmla="*/ 166965 w 734307"/>
                <a:gd name="connsiteY70" fmla="*/ 240395 h 788699"/>
                <a:gd name="connsiteX71" fmla="*/ 177843 w 734307"/>
                <a:gd name="connsiteY71" fmla="*/ 161525 h 788699"/>
                <a:gd name="connsiteX72" fmla="*/ 183282 w 734307"/>
                <a:gd name="connsiteY72" fmla="*/ 118011 h 788699"/>
                <a:gd name="connsiteX73" fmla="*/ 183282 w 734307"/>
                <a:gd name="connsiteY73" fmla="*/ 115291 h 788699"/>
                <a:gd name="connsiteX74" fmla="*/ 161525 w 734307"/>
                <a:gd name="connsiteY74" fmla="*/ 115291 h 788699"/>
                <a:gd name="connsiteX75" fmla="*/ 137048 w 734307"/>
                <a:gd name="connsiteY75" fmla="*/ 115291 h 788699"/>
                <a:gd name="connsiteX76" fmla="*/ 109852 w 734307"/>
                <a:gd name="connsiteY76" fmla="*/ 109851 h 788699"/>
                <a:gd name="connsiteX77" fmla="*/ 93534 w 734307"/>
                <a:gd name="connsiteY77" fmla="*/ 93534 h 788699"/>
                <a:gd name="connsiteX78" fmla="*/ 98973 w 734307"/>
                <a:gd name="connsiteY78" fmla="*/ 85375 h 788699"/>
                <a:gd name="connsiteX79" fmla="*/ 120730 w 734307"/>
                <a:gd name="connsiteY79" fmla="*/ 77216 h 788699"/>
                <a:gd name="connsiteX80" fmla="*/ 172404 w 734307"/>
                <a:gd name="connsiteY80" fmla="*/ 71776 h 788699"/>
                <a:gd name="connsiteX81" fmla="*/ 234956 w 734307"/>
                <a:gd name="connsiteY81" fmla="*/ 69057 h 788699"/>
                <a:gd name="connsiteX82" fmla="*/ 243115 w 734307"/>
                <a:gd name="connsiteY82" fmla="*/ 69057 h 788699"/>
                <a:gd name="connsiteX83" fmla="*/ 270312 w 734307"/>
                <a:gd name="connsiteY83" fmla="*/ 74496 h 788699"/>
                <a:gd name="connsiteX84" fmla="*/ 308387 w 734307"/>
                <a:gd name="connsiteY84" fmla="*/ 123450 h 788699"/>
                <a:gd name="connsiteX85" fmla="*/ 332864 w 734307"/>
                <a:gd name="connsiteY85" fmla="*/ 202320 h 788699"/>
                <a:gd name="connsiteX86" fmla="*/ 338303 w 734307"/>
                <a:gd name="connsiteY86" fmla="*/ 237675 h 788699"/>
                <a:gd name="connsiteX87" fmla="*/ 349182 w 734307"/>
                <a:gd name="connsiteY87" fmla="*/ 281190 h 788699"/>
                <a:gd name="connsiteX88" fmla="*/ 357341 w 734307"/>
                <a:gd name="connsiteY88" fmla="*/ 316545 h 788699"/>
                <a:gd name="connsiteX89" fmla="*/ 365500 w 734307"/>
                <a:gd name="connsiteY89" fmla="*/ 351901 h 788699"/>
                <a:gd name="connsiteX90" fmla="*/ 376378 w 734307"/>
                <a:gd name="connsiteY90" fmla="*/ 389976 h 788699"/>
                <a:gd name="connsiteX91" fmla="*/ 387257 w 734307"/>
                <a:gd name="connsiteY91" fmla="*/ 414453 h 788699"/>
                <a:gd name="connsiteX92" fmla="*/ 398136 w 734307"/>
                <a:gd name="connsiteY92" fmla="*/ 376378 h 788699"/>
                <a:gd name="connsiteX93" fmla="*/ 406295 w 734307"/>
                <a:gd name="connsiteY93" fmla="*/ 332863 h 788699"/>
                <a:gd name="connsiteX94" fmla="*/ 425332 w 734307"/>
                <a:gd name="connsiteY94" fmla="*/ 243115 h 788699"/>
                <a:gd name="connsiteX95" fmla="*/ 444370 w 734307"/>
                <a:gd name="connsiteY95" fmla="*/ 150646 h 788699"/>
                <a:gd name="connsiteX96" fmla="*/ 477006 w 734307"/>
                <a:gd name="connsiteY96" fmla="*/ 79935 h 788699"/>
                <a:gd name="connsiteX97" fmla="*/ 523240 w 734307"/>
                <a:gd name="connsiteY97" fmla="*/ 58178 h 788699"/>
                <a:gd name="connsiteX98" fmla="*/ 544997 w 734307"/>
                <a:gd name="connsiteY98" fmla="*/ 63617 h 788699"/>
                <a:gd name="connsiteX99" fmla="*/ 612988 w 734307"/>
                <a:gd name="connsiteY99" fmla="*/ 63617 h 788699"/>
                <a:gd name="connsiteX100" fmla="*/ 651064 w 734307"/>
                <a:gd name="connsiteY100" fmla="*/ 79935 h 788699"/>
                <a:gd name="connsiteX101" fmla="*/ 645624 w 734307"/>
                <a:gd name="connsiteY101" fmla="*/ 96253 h 788699"/>
                <a:gd name="connsiteX102" fmla="*/ 629307 w 734307"/>
                <a:gd name="connsiteY102" fmla="*/ 104412 h 788699"/>
                <a:gd name="connsiteX103" fmla="*/ 607549 w 734307"/>
                <a:gd name="connsiteY103" fmla="*/ 107132 h 788699"/>
                <a:gd name="connsiteX104" fmla="*/ 580353 w 734307"/>
                <a:gd name="connsiteY104" fmla="*/ 107132 h 788699"/>
                <a:gd name="connsiteX105" fmla="*/ 583072 w 734307"/>
                <a:gd name="connsiteY105" fmla="*/ 115291 h 788699"/>
                <a:gd name="connsiteX106" fmla="*/ 588512 w 734307"/>
                <a:gd name="connsiteY106" fmla="*/ 156086 h 788699"/>
                <a:gd name="connsiteX107" fmla="*/ 593951 w 734307"/>
                <a:gd name="connsiteY107" fmla="*/ 196881 h 788699"/>
                <a:gd name="connsiteX108" fmla="*/ 599390 w 734307"/>
                <a:gd name="connsiteY108" fmla="*/ 226797 h 788699"/>
                <a:gd name="connsiteX109" fmla="*/ 599390 w 734307"/>
                <a:gd name="connsiteY109" fmla="*/ 232236 h 788699"/>
                <a:gd name="connsiteX110" fmla="*/ 599390 w 734307"/>
                <a:gd name="connsiteY110" fmla="*/ 240395 h 788699"/>
                <a:gd name="connsiteX111" fmla="*/ 602110 w 734307"/>
                <a:gd name="connsiteY111" fmla="*/ 270311 h 788699"/>
                <a:gd name="connsiteX112" fmla="*/ 607549 w 734307"/>
                <a:gd name="connsiteY112" fmla="*/ 308386 h 788699"/>
                <a:gd name="connsiteX113" fmla="*/ 607549 w 734307"/>
                <a:gd name="connsiteY113" fmla="*/ 319265 h 788699"/>
                <a:gd name="connsiteX114" fmla="*/ 612988 w 734307"/>
                <a:gd name="connsiteY114" fmla="*/ 335583 h 788699"/>
                <a:gd name="connsiteX115" fmla="*/ 612988 w 734307"/>
                <a:gd name="connsiteY115" fmla="*/ 346462 h 788699"/>
                <a:gd name="connsiteX116" fmla="*/ 612988 w 734307"/>
                <a:gd name="connsiteY116" fmla="*/ 370939 h 788699"/>
                <a:gd name="connsiteX117" fmla="*/ 612988 w 734307"/>
                <a:gd name="connsiteY117" fmla="*/ 395415 h 788699"/>
                <a:gd name="connsiteX118" fmla="*/ 615708 w 734307"/>
                <a:gd name="connsiteY118" fmla="*/ 422612 h 788699"/>
                <a:gd name="connsiteX119" fmla="*/ 618428 w 734307"/>
                <a:gd name="connsiteY119" fmla="*/ 441650 h 788699"/>
                <a:gd name="connsiteX120" fmla="*/ 618428 w 734307"/>
                <a:gd name="connsiteY120" fmla="*/ 455248 h 788699"/>
                <a:gd name="connsiteX121" fmla="*/ 621147 w 734307"/>
                <a:gd name="connsiteY121" fmla="*/ 463407 h 788699"/>
                <a:gd name="connsiteX122" fmla="*/ 626587 w 734307"/>
                <a:gd name="connsiteY122" fmla="*/ 482444 h 788699"/>
                <a:gd name="connsiteX123" fmla="*/ 629307 w 734307"/>
                <a:gd name="connsiteY123" fmla="*/ 517800 h 788699"/>
                <a:gd name="connsiteX124" fmla="*/ 634746 w 734307"/>
                <a:gd name="connsiteY124" fmla="*/ 561314 h 788699"/>
                <a:gd name="connsiteX125" fmla="*/ 634746 w 734307"/>
                <a:gd name="connsiteY125" fmla="*/ 566754 h 788699"/>
                <a:gd name="connsiteX126" fmla="*/ 634746 w 734307"/>
                <a:gd name="connsiteY126" fmla="*/ 583072 h 788699"/>
                <a:gd name="connsiteX127" fmla="*/ 637466 w 734307"/>
                <a:gd name="connsiteY127" fmla="*/ 607548 h 788699"/>
                <a:gd name="connsiteX128" fmla="*/ 640185 w 734307"/>
                <a:gd name="connsiteY128" fmla="*/ 618427 h 788699"/>
                <a:gd name="connsiteX129" fmla="*/ 640185 w 734307"/>
                <a:gd name="connsiteY129" fmla="*/ 632025 h 788699"/>
                <a:gd name="connsiteX130" fmla="*/ 640185 w 734307"/>
                <a:gd name="connsiteY130" fmla="*/ 640184 h 788699"/>
                <a:gd name="connsiteX131" fmla="*/ 642905 w 734307"/>
                <a:gd name="connsiteY131" fmla="*/ 659222 h 788699"/>
                <a:gd name="connsiteX132" fmla="*/ 642905 w 734307"/>
                <a:gd name="connsiteY132" fmla="*/ 664661 h 788699"/>
                <a:gd name="connsiteX133" fmla="*/ 653783 w 734307"/>
                <a:gd name="connsiteY133" fmla="*/ 678259 h 788699"/>
                <a:gd name="connsiteX134" fmla="*/ 653783 w 734307"/>
                <a:gd name="connsiteY134" fmla="*/ 678259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</a:cxnLst>
              <a:rect l="l" t="t" r="r" b="b"/>
              <a:pathLst>
                <a:path w="734307" h="788699">
                  <a:moveTo>
                    <a:pt x="653783" y="678259"/>
                  </a:moveTo>
                  <a:cubicBezTo>
                    <a:pt x="667382" y="678259"/>
                    <a:pt x="691859" y="678259"/>
                    <a:pt x="691859" y="694577"/>
                  </a:cubicBezTo>
                  <a:cubicBezTo>
                    <a:pt x="691859" y="702736"/>
                    <a:pt x="689139" y="705456"/>
                    <a:pt x="686419" y="710895"/>
                  </a:cubicBezTo>
                  <a:cubicBezTo>
                    <a:pt x="683700" y="716335"/>
                    <a:pt x="675541" y="719054"/>
                    <a:pt x="670101" y="719054"/>
                  </a:cubicBezTo>
                  <a:cubicBezTo>
                    <a:pt x="661942" y="721774"/>
                    <a:pt x="653783" y="721774"/>
                    <a:pt x="648344" y="721774"/>
                  </a:cubicBezTo>
                  <a:cubicBezTo>
                    <a:pt x="645624" y="721774"/>
                    <a:pt x="634746" y="721774"/>
                    <a:pt x="618428" y="721774"/>
                  </a:cubicBezTo>
                  <a:cubicBezTo>
                    <a:pt x="604829" y="729933"/>
                    <a:pt x="588512" y="735372"/>
                    <a:pt x="572194" y="735372"/>
                  </a:cubicBezTo>
                  <a:cubicBezTo>
                    <a:pt x="564035" y="735372"/>
                    <a:pt x="553156" y="732653"/>
                    <a:pt x="544997" y="729933"/>
                  </a:cubicBezTo>
                  <a:cubicBezTo>
                    <a:pt x="539558" y="727213"/>
                    <a:pt x="536838" y="724494"/>
                    <a:pt x="534119" y="721774"/>
                  </a:cubicBezTo>
                  <a:cubicBezTo>
                    <a:pt x="520520" y="721774"/>
                    <a:pt x="509641" y="721774"/>
                    <a:pt x="496043" y="721774"/>
                  </a:cubicBezTo>
                  <a:cubicBezTo>
                    <a:pt x="487884" y="721774"/>
                    <a:pt x="479725" y="721774"/>
                    <a:pt x="471566" y="721774"/>
                  </a:cubicBezTo>
                  <a:cubicBezTo>
                    <a:pt x="463407" y="721774"/>
                    <a:pt x="452529" y="721774"/>
                    <a:pt x="444370" y="716335"/>
                  </a:cubicBezTo>
                  <a:cubicBezTo>
                    <a:pt x="436211" y="713615"/>
                    <a:pt x="428052" y="705456"/>
                    <a:pt x="428052" y="700017"/>
                  </a:cubicBezTo>
                  <a:cubicBezTo>
                    <a:pt x="428052" y="697297"/>
                    <a:pt x="428052" y="694577"/>
                    <a:pt x="433491" y="691858"/>
                  </a:cubicBezTo>
                  <a:cubicBezTo>
                    <a:pt x="438930" y="689138"/>
                    <a:pt x="449809" y="686418"/>
                    <a:pt x="455248" y="683699"/>
                  </a:cubicBezTo>
                  <a:cubicBezTo>
                    <a:pt x="474286" y="680979"/>
                    <a:pt x="498763" y="678259"/>
                    <a:pt x="506922" y="678259"/>
                  </a:cubicBezTo>
                  <a:cubicBezTo>
                    <a:pt x="506922" y="678259"/>
                    <a:pt x="509641" y="678259"/>
                    <a:pt x="509641" y="678259"/>
                  </a:cubicBezTo>
                  <a:cubicBezTo>
                    <a:pt x="509641" y="672820"/>
                    <a:pt x="506922" y="670101"/>
                    <a:pt x="506922" y="664661"/>
                  </a:cubicBezTo>
                  <a:cubicBezTo>
                    <a:pt x="501483" y="640184"/>
                    <a:pt x="501483" y="612988"/>
                    <a:pt x="498763" y="580352"/>
                  </a:cubicBezTo>
                  <a:cubicBezTo>
                    <a:pt x="496043" y="547716"/>
                    <a:pt x="498763" y="512361"/>
                    <a:pt x="496043" y="479725"/>
                  </a:cubicBezTo>
                  <a:cubicBezTo>
                    <a:pt x="493324" y="449808"/>
                    <a:pt x="493324" y="419892"/>
                    <a:pt x="493324" y="389976"/>
                  </a:cubicBezTo>
                  <a:cubicBezTo>
                    <a:pt x="493324" y="360060"/>
                    <a:pt x="490604" y="332863"/>
                    <a:pt x="490604" y="302947"/>
                  </a:cubicBezTo>
                  <a:cubicBezTo>
                    <a:pt x="487884" y="275751"/>
                    <a:pt x="487884" y="240395"/>
                    <a:pt x="487884" y="229516"/>
                  </a:cubicBezTo>
                  <a:cubicBezTo>
                    <a:pt x="487884" y="224077"/>
                    <a:pt x="487884" y="221357"/>
                    <a:pt x="485165" y="221357"/>
                  </a:cubicBezTo>
                  <a:cubicBezTo>
                    <a:pt x="485165" y="221357"/>
                    <a:pt x="482445" y="224077"/>
                    <a:pt x="482445" y="226797"/>
                  </a:cubicBezTo>
                  <a:cubicBezTo>
                    <a:pt x="479725" y="237675"/>
                    <a:pt x="479725" y="251274"/>
                    <a:pt x="477006" y="262152"/>
                  </a:cubicBezTo>
                  <a:cubicBezTo>
                    <a:pt x="471566" y="289349"/>
                    <a:pt x="466127" y="316545"/>
                    <a:pt x="460688" y="341022"/>
                  </a:cubicBezTo>
                  <a:cubicBezTo>
                    <a:pt x="455248" y="365499"/>
                    <a:pt x="447090" y="392696"/>
                    <a:pt x="444370" y="417173"/>
                  </a:cubicBezTo>
                  <a:cubicBezTo>
                    <a:pt x="441650" y="430771"/>
                    <a:pt x="438930" y="441650"/>
                    <a:pt x="436211" y="455248"/>
                  </a:cubicBezTo>
                  <a:cubicBezTo>
                    <a:pt x="433491" y="468846"/>
                    <a:pt x="428052" y="479725"/>
                    <a:pt x="425332" y="493323"/>
                  </a:cubicBezTo>
                  <a:cubicBezTo>
                    <a:pt x="422612" y="506921"/>
                    <a:pt x="419893" y="520520"/>
                    <a:pt x="411734" y="531398"/>
                  </a:cubicBezTo>
                  <a:cubicBezTo>
                    <a:pt x="406295" y="539557"/>
                    <a:pt x="395416" y="547716"/>
                    <a:pt x="376378" y="547716"/>
                  </a:cubicBezTo>
                  <a:cubicBezTo>
                    <a:pt x="357341" y="547716"/>
                    <a:pt x="335583" y="539557"/>
                    <a:pt x="319265" y="525959"/>
                  </a:cubicBezTo>
                  <a:cubicBezTo>
                    <a:pt x="300228" y="506921"/>
                    <a:pt x="294788" y="479725"/>
                    <a:pt x="289349" y="455248"/>
                  </a:cubicBezTo>
                  <a:cubicBezTo>
                    <a:pt x="283910" y="428051"/>
                    <a:pt x="278470" y="400855"/>
                    <a:pt x="273031" y="373658"/>
                  </a:cubicBezTo>
                  <a:cubicBezTo>
                    <a:pt x="273031" y="368219"/>
                    <a:pt x="267592" y="346462"/>
                    <a:pt x="262153" y="316545"/>
                  </a:cubicBezTo>
                  <a:cubicBezTo>
                    <a:pt x="256713" y="292068"/>
                    <a:pt x="251274" y="262152"/>
                    <a:pt x="245835" y="237675"/>
                  </a:cubicBezTo>
                  <a:cubicBezTo>
                    <a:pt x="240395" y="218638"/>
                    <a:pt x="237675" y="205039"/>
                    <a:pt x="234956" y="196881"/>
                  </a:cubicBezTo>
                  <a:cubicBezTo>
                    <a:pt x="232236" y="191441"/>
                    <a:pt x="232236" y="191441"/>
                    <a:pt x="232236" y="191441"/>
                  </a:cubicBezTo>
                  <a:cubicBezTo>
                    <a:pt x="229517" y="191441"/>
                    <a:pt x="229517" y="196881"/>
                    <a:pt x="226797" y="207759"/>
                  </a:cubicBezTo>
                  <a:cubicBezTo>
                    <a:pt x="226797" y="215918"/>
                    <a:pt x="226797" y="229516"/>
                    <a:pt x="226797" y="232236"/>
                  </a:cubicBezTo>
                  <a:cubicBezTo>
                    <a:pt x="226797" y="243115"/>
                    <a:pt x="224077" y="256713"/>
                    <a:pt x="224077" y="267592"/>
                  </a:cubicBezTo>
                  <a:cubicBezTo>
                    <a:pt x="224077" y="278470"/>
                    <a:pt x="224077" y="294788"/>
                    <a:pt x="221358" y="311106"/>
                  </a:cubicBezTo>
                  <a:cubicBezTo>
                    <a:pt x="221358" y="327424"/>
                    <a:pt x="218638" y="343742"/>
                    <a:pt x="218638" y="360060"/>
                  </a:cubicBezTo>
                  <a:cubicBezTo>
                    <a:pt x="218638" y="373658"/>
                    <a:pt x="215919" y="384537"/>
                    <a:pt x="215919" y="398135"/>
                  </a:cubicBezTo>
                  <a:cubicBezTo>
                    <a:pt x="215919" y="409014"/>
                    <a:pt x="213199" y="419892"/>
                    <a:pt x="213199" y="430771"/>
                  </a:cubicBezTo>
                  <a:cubicBezTo>
                    <a:pt x="213199" y="438930"/>
                    <a:pt x="213199" y="447089"/>
                    <a:pt x="213199" y="455248"/>
                  </a:cubicBezTo>
                  <a:cubicBezTo>
                    <a:pt x="213199" y="463407"/>
                    <a:pt x="213199" y="471566"/>
                    <a:pt x="213199" y="477005"/>
                  </a:cubicBezTo>
                  <a:cubicBezTo>
                    <a:pt x="210479" y="490603"/>
                    <a:pt x="207759" y="506921"/>
                    <a:pt x="207759" y="520520"/>
                  </a:cubicBezTo>
                  <a:cubicBezTo>
                    <a:pt x="202320" y="550436"/>
                    <a:pt x="199600" y="580352"/>
                    <a:pt x="196881" y="610268"/>
                  </a:cubicBezTo>
                  <a:cubicBezTo>
                    <a:pt x="196881" y="623866"/>
                    <a:pt x="196881" y="640184"/>
                    <a:pt x="194161" y="653783"/>
                  </a:cubicBezTo>
                  <a:cubicBezTo>
                    <a:pt x="194161" y="659222"/>
                    <a:pt x="194161" y="661942"/>
                    <a:pt x="191441" y="667381"/>
                  </a:cubicBezTo>
                  <a:cubicBezTo>
                    <a:pt x="213199" y="667381"/>
                    <a:pt x="232236" y="667381"/>
                    <a:pt x="243115" y="667381"/>
                  </a:cubicBezTo>
                  <a:cubicBezTo>
                    <a:pt x="253994" y="667381"/>
                    <a:pt x="273031" y="670101"/>
                    <a:pt x="273031" y="683699"/>
                  </a:cubicBezTo>
                  <a:cubicBezTo>
                    <a:pt x="273031" y="691858"/>
                    <a:pt x="267592" y="691858"/>
                    <a:pt x="262153" y="697297"/>
                  </a:cubicBezTo>
                  <a:cubicBezTo>
                    <a:pt x="259433" y="702736"/>
                    <a:pt x="253994" y="705456"/>
                    <a:pt x="248554" y="705456"/>
                  </a:cubicBezTo>
                  <a:cubicBezTo>
                    <a:pt x="240395" y="708176"/>
                    <a:pt x="234956" y="708176"/>
                    <a:pt x="232236" y="708176"/>
                  </a:cubicBezTo>
                  <a:cubicBezTo>
                    <a:pt x="226797" y="708176"/>
                    <a:pt x="175124" y="708176"/>
                    <a:pt x="166965" y="708176"/>
                  </a:cubicBezTo>
                  <a:cubicBezTo>
                    <a:pt x="156086" y="708176"/>
                    <a:pt x="120730" y="708176"/>
                    <a:pt x="109852" y="708176"/>
                  </a:cubicBezTo>
                  <a:cubicBezTo>
                    <a:pt x="104412" y="708176"/>
                    <a:pt x="96253" y="708176"/>
                    <a:pt x="90814" y="708176"/>
                  </a:cubicBezTo>
                  <a:cubicBezTo>
                    <a:pt x="85375" y="708176"/>
                    <a:pt x="77216" y="705456"/>
                    <a:pt x="69057" y="702736"/>
                  </a:cubicBezTo>
                  <a:cubicBezTo>
                    <a:pt x="63617" y="700017"/>
                    <a:pt x="58178" y="691858"/>
                    <a:pt x="58178" y="686418"/>
                  </a:cubicBezTo>
                  <a:cubicBezTo>
                    <a:pt x="58178" y="683699"/>
                    <a:pt x="58178" y="680979"/>
                    <a:pt x="60898" y="678259"/>
                  </a:cubicBezTo>
                  <a:cubicBezTo>
                    <a:pt x="63617" y="675540"/>
                    <a:pt x="71777" y="672820"/>
                    <a:pt x="77216" y="670101"/>
                  </a:cubicBezTo>
                  <a:cubicBezTo>
                    <a:pt x="90814" y="667381"/>
                    <a:pt x="120730" y="664661"/>
                    <a:pt x="126170" y="664661"/>
                  </a:cubicBezTo>
                  <a:cubicBezTo>
                    <a:pt x="128889" y="664661"/>
                    <a:pt x="134329" y="664661"/>
                    <a:pt x="142487" y="664661"/>
                  </a:cubicBezTo>
                  <a:cubicBezTo>
                    <a:pt x="142487" y="640184"/>
                    <a:pt x="147927" y="612988"/>
                    <a:pt x="147927" y="588511"/>
                  </a:cubicBezTo>
                  <a:cubicBezTo>
                    <a:pt x="150646" y="555875"/>
                    <a:pt x="153366" y="523239"/>
                    <a:pt x="153366" y="493323"/>
                  </a:cubicBezTo>
                  <a:cubicBezTo>
                    <a:pt x="153366" y="466126"/>
                    <a:pt x="156086" y="438930"/>
                    <a:pt x="156086" y="411733"/>
                  </a:cubicBezTo>
                  <a:cubicBezTo>
                    <a:pt x="158806" y="373658"/>
                    <a:pt x="158806" y="335583"/>
                    <a:pt x="161525" y="297508"/>
                  </a:cubicBezTo>
                  <a:cubicBezTo>
                    <a:pt x="161525" y="278470"/>
                    <a:pt x="164245" y="259433"/>
                    <a:pt x="166965" y="240395"/>
                  </a:cubicBezTo>
                  <a:cubicBezTo>
                    <a:pt x="169684" y="210479"/>
                    <a:pt x="172404" y="191441"/>
                    <a:pt x="177843" y="161525"/>
                  </a:cubicBezTo>
                  <a:cubicBezTo>
                    <a:pt x="180563" y="147927"/>
                    <a:pt x="180563" y="131609"/>
                    <a:pt x="183282" y="118011"/>
                  </a:cubicBezTo>
                  <a:cubicBezTo>
                    <a:pt x="183282" y="118011"/>
                    <a:pt x="183282" y="115291"/>
                    <a:pt x="183282" y="115291"/>
                  </a:cubicBezTo>
                  <a:cubicBezTo>
                    <a:pt x="177843" y="115291"/>
                    <a:pt x="172404" y="115291"/>
                    <a:pt x="161525" y="115291"/>
                  </a:cubicBezTo>
                  <a:cubicBezTo>
                    <a:pt x="153366" y="115291"/>
                    <a:pt x="145207" y="115291"/>
                    <a:pt x="137048" y="115291"/>
                  </a:cubicBezTo>
                  <a:cubicBezTo>
                    <a:pt x="128889" y="115291"/>
                    <a:pt x="118011" y="115291"/>
                    <a:pt x="109852" y="109851"/>
                  </a:cubicBezTo>
                  <a:cubicBezTo>
                    <a:pt x="101693" y="107132"/>
                    <a:pt x="93534" y="98973"/>
                    <a:pt x="93534" y="93534"/>
                  </a:cubicBezTo>
                  <a:cubicBezTo>
                    <a:pt x="93534" y="90814"/>
                    <a:pt x="93534" y="88094"/>
                    <a:pt x="98973" y="85375"/>
                  </a:cubicBezTo>
                  <a:cubicBezTo>
                    <a:pt x="104412" y="82655"/>
                    <a:pt x="115291" y="79935"/>
                    <a:pt x="120730" y="77216"/>
                  </a:cubicBezTo>
                  <a:cubicBezTo>
                    <a:pt x="139768" y="74496"/>
                    <a:pt x="164245" y="71776"/>
                    <a:pt x="172404" y="71776"/>
                  </a:cubicBezTo>
                  <a:cubicBezTo>
                    <a:pt x="194161" y="71776"/>
                    <a:pt x="210479" y="69057"/>
                    <a:pt x="234956" y="69057"/>
                  </a:cubicBezTo>
                  <a:cubicBezTo>
                    <a:pt x="237675" y="69057"/>
                    <a:pt x="240395" y="69057"/>
                    <a:pt x="243115" y="69057"/>
                  </a:cubicBezTo>
                  <a:cubicBezTo>
                    <a:pt x="251274" y="69057"/>
                    <a:pt x="262153" y="69057"/>
                    <a:pt x="270312" y="74496"/>
                  </a:cubicBezTo>
                  <a:cubicBezTo>
                    <a:pt x="283910" y="82655"/>
                    <a:pt x="300228" y="96253"/>
                    <a:pt x="308387" y="123450"/>
                  </a:cubicBezTo>
                  <a:cubicBezTo>
                    <a:pt x="316546" y="147927"/>
                    <a:pt x="327424" y="175123"/>
                    <a:pt x="332864" y="202320"/>
                  </a:cubicBezTo>
                  <a:cubicBezTo>
                    <a:pt x="335583" y="213198"/>
                    <a:pt x="335583" y="226797"/>
                    <a:pt x="338303" y="237675"/>
                  </a:cubicBezTo>
                  <a:cubicBezTo>
                    <a:pt x="343742" y="251274"/>
                    <a:pt x="346462" y="264872"/>
                    <a:pt x="349182" y="281190"/>
                  </a:cubicBezTo>
                  <a:cubicBezTo>
                    <a:pt x="351901" y="292068"/>
                    <a:pt x="351901" y="305667"/>
                    <a:pt x="357341" y="316545"/>
                  </a:cubicBezTo>
                  <a:cubicBezTo>
                    <a:pt x="362780" y="327424"/>
                    <a:pt x="362780" y="338303"/>
                    <a:pt x="365500" y="351901"/>
                  </a:cubicBezTo>
                  <a:cubicBezTo>
                    <a:pt x="365500" y="357340"/>
                    <a:pt x="373658" y="373658"/>
                    <a:pt x="376378" y="389976"/>
                  </a:cubicBezTo>
                  <a:cubicBezTo>
                    <a:pt x="381817" y="403574"/>
                    <a:pt x="384537" y="414453"/>
                    <a:pt x="387257" y="414453"/>
                  </a:cubicBezTo>
                  <a:cubicBezTo>
                    <a:pt x="392696" y="414453"/>
                    <a:pt x="395416" y="381817"/>
                    <a:pt x="398136" y="376378"/>
                  </a:cubicBezTo>
                  <a:cubicBezTo>
                    <a:pt x="400855" y="362779"/>
                    <a:pt x="403575" y="346462"/>
                    <a:pt x="406295" y="332863"/>
                  </a:cubicBezTo>
                  <a:cubicBezTo>
                    <a:pt x="411734" y="302947"/>
                    <a:pt x="417173" y="273031"/>
                    <a:pt x="425332" y="243115"/>
                  </a:cubicBezTo>
                  <a:cubicBezTo>
                    <a:pt x="430771" y="213198"/>
                    <a:pt x="436211" y="180563"/>
                    <a:pt x="444370" y="150646"/>
                  </a:cubicBezTo>
                  <a:cubicBezTo>
                    <a:pt x="449809" y="126170"/>
                    <a:pt x="460688" y="98973"/>
                    <a:pt x="477006" y="79935"/>
                  </a:cubicBezTo>
                  <a:cubicBezTo>
                    <a:pt x="487884" y="66337"/>
                    <a:pt x="506922" y="58178"/>
                    <a:pt x="523240" y="58178"/>
                  </a:cubicBezTo>
                  <a:cubicBezTo>
                    <a:pt x="528679" y="58178"/>
                    <a:pt x="539558" y="58178"/>
                    <a:pt x="544997" y="63617"/>
                  </a:cubicBezTo>
                  <a:lnTo>
                    <a:pt x="612988" y="63617"/>
                  </a:lnTo>
                  <a:cubicBezTo>
                    <a:pt x="626587" y="63617"/>
                    <a:pt x="651064" y="63617"/>
                    <a:pt x="651064" y="79935"/>
                  </a:cubicBezTo>
                  <a:cubicBezTo>
                    <a:pt x="651064" y="88094"/>
                    <a:pt x="648344" y="88094"/>
                    <a:pt x="645624" y="96253"/>
                  </a:cubicBezTo>
                  <a:cubicBezTo>
                    <a:pt x="640185" y="101693"/>
                    <a:pt x="634746" y="104412"/>
                    <a:pt x="629307" y="104412"/>
                  </a:cubicBezTo>
                  <a:cubicBezTo>
                    <a:pt x="621147" y="107132"/>
                    <a:pt x="612988" y="107132"/>
                    <a:pt x="607549" y="107132"/>
                  </a:cubicBezTo>
                  <a:cubicBezTo>
                    <a:pt x="604829" y="107132"/>
                    <a:pt x="591231" y="107132"/>
                    <a:pt x="580353" y="107132"/>
                  </a:cubicBezTo>
                  <a:cubicBezTo>
                    <a:pt x="580353" y="109851"/>
                    <a:pt x="583072" y="112571"/>
                    <a:pt x="583072" y="115291"/>
                  </a:cubicBezTo>
                  <a:cubicBezTo>
                    <a:pt x="585792" y="128889"/>
                    <a:pt x="585792" y="142487"/>
                    <a:pt x="588512" y="156086"/>
                  </a:cubicBezTo>
                  <a:cubicBezTo>
                    <a:pt x="591231" y="169684"/>
                    <a:pt x="591231" y="183282"/>
                    <a:pt x="593951" y="196881"/>
                  </a:cubicBezTo>
                  <a:cubicBezTo>
                    <a:pt x="593951" y="207759"/>
                    <a:pt x="599390" y="215918"/>
                    <a:pt x="599390" y="226797"/>
                  </a:cubicBezTo>
                  <a:cubicBezTo>
                    <a:pt x="599390" y="229516"/>
                    <a:pt x="599390" y="229516"/>
                    <a:pt x="599390" y="232236"/>
                  </a:cubicBezTo>
                  <a:cubicBezTo>
                    <a:pt x="599390" y="234956"/>
                    <a:pt x="599390" y="237675"/>
                    <a:pt x="599390" y="240395"/>
                  </a:cubicBezTo>
                  <a:cubicBezTo>
                    <a:pt x="599390" y="251274"/>
                    <a:pt x="599390" y="259433"/>
                    <a:pt x="602110" y="270311"/>
                  </a:cubicBezTo>
                  <a:cubicBezTo>
                    <a:pt x="604829" y="283909"/>
                    <a:pt x="607549" y="294788"/>
                    <a:pt x="607549" y="308386"/>
                  </a:cubicBezTo>
                  <a:cubicBezTo>
                    <a:pt x="607549" y="311106"/>
                    <a:pt x="607549" y="316545"/>
                    <a:pt x="607549" y="319265"/>
                  </a:cubicBezTo>
                  <a:cubicBezTo>
                    <a:pt x="607549" y="324704"/>
                    <a:pt x="610269" y="330144"/>
                    <a:pt x="612988" y="335583"/>
                  </a:cubicBezTo>
                  <a:cubicBezTo>
                    <a:pt x="612988" y="338303"/>
                    <a:pt x="612988" y="343742"/>
                    <a:pt x="612988" y="346462"/>
                  </a:cubicBezTo>
                  <a:cubicBezTo>
                    <a:pt x="612988" y="354620"/>
                    <a:pt x="612988" y="362779"/>
                    <a:pt x="612988" y="370939"/>
                  </a:cubicBezTo>
                  <a:cubicBezTo>
                    <a:pt x="612988" y="379097"/>
                    <a:pt x="612988" y="387256"/>
                    <a:pt x="612988" y="395415"/>
                  </a:cubicBezTo>
                  <a:cubicBezTo>
                    <a:pt x="612988" y="403574"/>
                    <a:pt x="615708" y="414453"/>
                    <a:pt x="615708" y="422612"/>
                  </a:cubicBezTo>
                  <a:cubicBezTo>
                    <a:pt x="618428" y="430771"/>
                    <a:pt x="618428" y="436210"/>
                    <a:pt x="618428" y="441650"/>
                  </a:cubicBezTo>
                  <a:cubicBezTo>
                    <a:pt x="618428" y="444369"/>
                    <a:pt x="618428" y="449808"/>
                    <a:pt x="618428" y="455248"/>
                  </a:cubicBezTo>
                  <a:cubicBezTo>
                    <a:pt x="618428" y="460687"/>
                    <a:pt x="618428" y="460687"/>
                    <a:pt x="621147" y="463407"/>
                  </a:cubicBezTo>
                  <a:cubicBezTo>
                    <a:pt x="623867" y="471566"/>
                    <a:pt x="623867" y="477005"/>
                    <a:pt x="626587" y="482444"/>
                  </a:cubicBezTo>
                  <a:cubicBezTo>
                    <a:pt x="629307" y="493323"/>
                    <a:pt x="629307" y="506921"/>
                    <a:pt x="629307" y="517800"/>
                  </a:cubicBezTo>
                  <a:cubicBezTo>
                    <a:pt x="632026" y="534118"/>
                    <a:pt x="632026" y="547716"/>
                    <a:pt x="634746" y="561314"/>
                  </a:cubicBezTo>
                  <a:cubicBezTo>
                    <a:pt x="634746" y="564034"/>
                    <a:pt x="634746" y="564034"/>
                    <a:pt x="634746" y="566754"/>
                  </a:cubicBezTo>
                  <a:cubicBezTo>
                    <a:pt x="634746" y="572193"/>
                    <a:pt x="634746" y="577632"/>
                    <a:pt x="634746" y="583072"/>
                  </a:cubicBezTo>
                  <a:cubicBezTo>
                    <a:pt x="634746" y="596670"/>
                    <a:pt x="637466" y="602109"/>
                    <a:pt x="637466" y="607548"/>
                  </a:cubicBezTo>
                  <a:cubicBezTo>
                    <a:pt x="637466" y="610268"/>
                    <a:pt x="640185" y="615708"/>
                    <a:pt x="640185" y="618427"/>
                  </a:cubicBezTo>
                  <a:cubicBezTo>
                    <a:pt x="640185" y="623866"/>
                    <a:pt x="640185" y="629306"/>
                    <a:pt x="640185" y="632025"/>
                  </a:cubicBezTo>
                  <a:cubicBezTo>
                    <a:pt x="640185" y="634745"/>
                    <a:pt x="640185" y="637465"/>
                    <a:pt x="640185" y="640184"/>
                  </a:cubicBezTo>
                  <a:cubicBezTo>
                    <a:pt x="640185" y="645624"/>
                    <a:pt x="642905" y="653783"/>
                    <a:pt x="642905" y="659222"/>
                  </a:cubicBezTo>
                  <a:cubicBezTo>
                    <a:pt x="642905" y="661942"/>
                    <a:pt x="642905" y="661942"/>
                    <a:pt x="642905" y="664661"/>
                  </a:cubicBezTo>
                  <a:cubicBezTo>
                    <a:pt x="645624" y="678259"/>
                    <a:pt x="651064" y="678259"/>
                    <a:pt x="653783" y="678259"/>
                  </a:cubicBezTo>
                  <a:lnTo>
                    <a:pt x="653783" y="678259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559998B0-FBE4-4736-A71B-DC348C340448}"/>
                </a:ext>
              </a:extLst>
            </p:cNvPr>
            <p:cNvSpPr/>
            <p:nvPr/>
          </p:nvSpPr>
          <p:spPr>
            <a:xfrm>
              <a:off x="6362526" y="4242177"/>
              <a:ext cx="492259" cy="674476"/>
            </a:xfrm>
            <a:custGeom>
              <a:avLst/>
              <a:gdLst>
                <a:gd name="connsiteX0" fmla="*/ 225733 w 492259"/>
                <a:gd name="connsiteY0" fmla="*/ 97907 h 674476"/>
                <a:gd name="connsiteX1" fmla="*/ 209415 w 492259"/>
                <a:gd name="connsiteY1" fmla="*/ 119665 h 674476"/>
                <a:gd name="connsiteX2" fmla="*/ 201256 w 492259"/>
                <a:gd name="connsiteY2" fmla="*/ 152300 h 674476"/>
                <a:gd name="connsiteX3" fmla="*/ 198536 w 492259"/>
                <a:gd name="connsiteY3" fmla="*/ 168618 h 674476"/>
                <a:gd name="connsiteX4" fmla="*/ 195817 w 492259"/>
                <a:gd name="connsiteY4" fmla="*/ 184936 h 674476"/>
                <a:gd name="connsiteX5" fmla="*/ 187658 w 492259"/>
                <a:gd name="connsiteY5" fmla="*/ 220292 h 674476"/>
                <a:gd name="connsiteX6" fmla="*/ 168620 w 492259"/>
                <a:gd name="connsiteY6" fmla="*/ 291003 h 674476"/>
                <a:gd name="connsiteX7" fmla="*/ 160461 w 492259"/>
                <a:gd name="connsiteY7" fmla="*/ 323639 h 674476"/>
                <a:gd name="connsiteX8" fmla="*/ 149582 w 492259"/>
                <a:gd name="connsiteY8" fmla="*/ 361714 h 674476"/>
                <a:gd name="connsiteX9" fmla="*/ 144143 w 492259"/>
                <a:gd name="connsiteY9" fmla="*/ 388910 h 674476"/>
                <a:gd name="connsiteX10" fmla="*/ 149582 w 492259"/>
                <a:gd name="connsiteY10" fmla="*/ 391630 h 674476"/>
                <a:gd name="connsiteX11" fmla="*/ 171340 w 492259"/>
                <a:gd name="connsiteY11" fmla="*/ 391630 h 674476"/>
                <a:gd name="connsiteX12" fmla="*/ 193097 w 492259"/>
                <a:gd name="connsiteY12" fmla="*/ 388910 h 674476"/>
                <a:gd name="connsiteX13" fmla="*/ 212135 w 492259"/>
                <a:gd name="connsiteY13" fmla="*/ 388910 h 674476"/>
                <a:gd name="connsiteX14" fmla="*/ 236611 w 492259"/>
                <a:gd name="connsiteY14" fmla="*/ 388910 h 674476"/>
                <a:gd name="connsiteX15" fmla="*/ 250210 w 492259"/>
                <a:gd name="connsiteY15" fmla="*/ 386191 h 674476"/>
                <a:gd name="connsiteX16" fmla="*/ 258369 w 492259"/>
                <a:gd name="connsiteY16" fmla="*/ 386191 h 674476"/>
                <a:gd name="connsiteX17" fmla="*/ 255649 w 492259"/>
                <a:gd name="connsiteY17" fmla="*/ 367153 h 674476"/>
                <a:gd name="connsiteX18" fmla="*/ 250210 w 492259"/>
                <a:gd name="connsiteY18" fmla="*/ 331797 h 674476"/>
                <a:gd name="connsiteX19" fmla="*/ 247490 w 492259"/>
                <a:gd name="connsiteY19" fmla="*/ 244769 h 674476"/>
                <a:gd name="connsiteX20" fmla="*/ 242051 w 492259"/>
                <a:gd name="connsiteY20" fmla="*/ 203974 h 674476"/>
                <a:gd name="connsiteX21" fmla="*/ 236611 w 492259"/>
                <a:gd name="connsiteY21" fmla="*/ 157740 h 674476"/>
                <a:gd name="connsiteX22" fmla="*/ 233892 w 492259"/>
                <a:gd name="connsiteY22" fmla="*/ 119665 h 674476"/>
                <a:gd name="connsiteX23" fmla="*/ 225733 w 492259"/>
                <a:gd name="connsiteY23" fmla="*/ 97907 h 674476"/>
                <a:gd name="connsiteX24" fmla="*/ 274687 w 492259"/>
                <a:gd name="connsiteY24" fmla="*/ 0 h 674476"/>
                <a:gd name="connsiteX25" fmla="*/ 304603 w 492259"/>
                <a:gd name="connsiteY25" fmla="*/ 5439 h 674476"/>
                <a:gd name="connsiteX26" fmla="*/ 320921 w 492259"/>
                <a:gd name="connsiteY26" fmla="*/ 24477 h 674476"/>
                <a:gd name="connsiteX27" fmla="*/ 334519 w 492259"/>
                <a:gd name="connsiteY27" fmla="*/ 43515 h 674476"/>
                <a:gd name="connsiteX28" fmla="*/ 339959 w 492259"/>
                <a:gd name="connsiteY28" fmla="*/ 65272 h 674476"/>
                <a:gd name="connsiteX29" fmla="*/ 348118 w 492259"/>
                <a:gd name="connsiteY29" fmla="*/ 114226 h 674476"/>
                <a:gd name="connsiteX30" fmla="*/ 361716 w 492259"/>
                <a:gd name="connsiteY30" fmla="*/ 163180 h 674476"/>
                <a:gd name="connsiteX31" fmla="*/ 369875 w 492259"/>
                <a:gd name="connsiteY31" fmla="*/ 220293 h 674476"/>
                <a:gd name="connsiteX32" fmla="*/ 378034 w 492259"/>
                <a:gd name="connsiteY32" fmla="*/ 274686 h 674476"/>
                <a:gd name="connsiteX33" fmla="*/ 383473 w 492259"/>
                <a:gd name="connsiteY33" fmla="*/ 301883 h 674476"/>
                <a:gd name="connsiteX34" fmla="*/ 391632 w 492259"/>
                <a:gd name="connsiteY34" fmla="*/ 337238 h 674476"/>
                <a:gd name="connsiteX35" fmla="*/ 397071 w 492259"/>
                <a:gd name="connsiteY35" fmla="*/ 364435 h 674476"/>
                <a:gd name="connsiteX36" fmla="*/ 405230 w 492259"/>
                <a:gd name="connsiteY36" fmla="*/ 383473 h 674476"/>
                <a:gd name="connsiteX37" fmla="*/ 416109 w 492259"/>
                <a:gd name="connsiteY37" fmla="*/ 386192 h 674476"/>
                <a:gd name="connsiteX38" fmla="*/ 426988 w 492259"/>
                <a:gd name="connsiteY38" fmla="*/ 386192 h 674476"/>
                <a:gd name="connsiteX39" fmla="*/ 454184 w 492259"/>
                <a:gd name="connsiteY39" fmla="*/ 397071 h 674476"/>
                <a:gd name="connsiteX40" fmla="*/ 456904 w 492259"/>
                <a:gd name="connsiteY40" fmla="*/ 405230 h 674476"/>
                <a:gd name="connsiteX41" fmla="*/ 451464 w 492259"/>
                <a:gd name="connsiteY41" fmla="*/ 416108 h 674476"/>
                <a:gd name="connsiteX42" fmla="*/ 432427 w 492259"/>
                <a:gd name="connsiteY42" fmla="*/ 429707 h 674476"/>
                <a:gd name="connsiteX43" fmla="*/ 421548 w 492259"/>
                <a:gd name="connsiteY43" fmla="*/ 432426 h 674476"/>
                <a:gd name="connsiteX44" fmla="*/ 413389 w 492259"/>
                <a:gd name="connsiteY44" fmla="*/ 435146 h 674476"/>
                <a:gd name="connsiteX45" fmla="*/ 413389 w 492259"/>
                <a:gd name="connsiteY45" fmla="*/ 440585 h 674476"/>
                <a:gd name="connsiteX46" fmla="*/ 416109 w 492259"/>
                <a:gd name="connsiteY46" fmla="*/ 451464 h 674476"/>
                <a:gd name="connsiteX47" fmla="*/ 418829 w 492259"/>
                <a:gd name="connsiteY47" fmla="*/ 465062 h 674476"/>
                <a:gd name="connsiteX48" fmla="*/ 418829 w 492259"/>
                <a:gd name="connsiteY48" fmla="*/ 475941 h 674476"/>
                <a:gd name="connsiteX49" fmla="*/ 418829 w 492259"/>
                <a:gd name="connsiteY49" fmla="*/ 486820 h 674476"/>
                <a:gd name="connsiteX50" fmla="*/ 426988 w 492259"/>
                <a:gd name="connsiteY50" fmla="*/ 516736 h 674476"/>
                <a:gd name="connsiteX51" fmla="*/ 432427 w 492259"/>
                <a:gd name="connsiteY51" fmla="*/ 543932 h 674476"/>
                <a:gd name="connsiteX52" fmla="*/ 437866 w 492259"/>
                <a:gd name="connsiteY52" fmla="*/ 573848 h 674476"/>
                <a:gd name="connsiteX53" fmla="*/ 443306 w 492259"/>
                <a:gd name="connsiteY53" fmla="*/ 606484 h 674476"/>
                <a:gd name="connsiteX54" fmla="*/ 446025 w 492259"/>
                <a:gd name="connsiteY54" fmla="*/ 617363 h 674476"/>
                <a:gd name="connsiteX55" fmla="*/ 470502 w 492259"/>
                <a:gd name="connsiteY55" fmla="*/ 617363 h 674476"/>
                <a:gd name="connsiteX56" fmla="*/ 492259 w 492259"/>
                <a:gd name="connsiteY56" fmla="*/ 641840 h 674476"/>
                <a:gd name="connsiteX57" fmla="*/ 484101 w 492259"/>
                <a:gd name="connsiteY57" fmla="*/ 655438 h 674476"/>
                <a:gd name="connsiteX58" fmla="*/ 467782 w 492259"/>
                <a:gd name="connsiteY58" fmla="*/ 663597 h 674476"/>
                <a:gd name="connsiteX59" fmla="*/ 443306 w 492259"/>
                <a:gd name="connsiteY59" fmla="*/ 666317 h 674476"/>
                <a:gd name="connsiteX60" fmla="*/ 421548 w 492259"/>
                <a:gd name="connsiteY60" fmla="*/ 666317 h 674476"/>
                <a:gd name="connsiteX61" fmla="*/ 413389 w 492259"/>
                <a:gd name="connsiteY61" fmla="*/ 666317 h 674476"/>
                <a:gd name="connsiteX62" fmla="*/ 399791 w 492259"/>
                <a:gd name="connsiteY62" fmla="*/ 671756 h 674476"/>
                <a:gd name="connsiteX63" fmla="*/ 383473 w 492259"/>
                <a:gd name="connsiteY63" fmla="*/ 674476 h 674476"/>
                <a:gd name="connsiteX64" fmla="*/ 348118 w 492259"/>
                <a:gd name="connsiteY64" fmla="*/ 669036 h 674476"/>
                <a:gd name="connsiteX65" fmla="*/ 326360 w 492259"/>
                <a:gd name="connsiteY65" fmla="*/ 669036 h 674476"/>
                <a:gd name="connsiteX66" fmla="*/ 277406 w 492259"/>
                <a:gd name="connsiteY66" fmla="*/ 669036 h 674476"/>
                <a:gd name="connsiteX67" fmla="*/ 252930 w 492259"/>
                <a:gd name="connsiteY67" fmla="*/ 663597 h 674476"/>
                <a:gd name="connsiteX68" fmla="*/ 236611 w 492259"/>
                <a:gd name="connsiteY68" fmla="*/ 647279 h 674476"/>
                <a:gd name="connsiteX69" fmla="*/ 261088 w 492259"/>
                <a:gd name="connsiteY69" fmla="*/ 630961 h 674476"/>
                <a:gd name="connsiteX70" fmla="*/ 288285 w 492259"/>
                <a:gd name="connsiteY70" fmla="*/ 628241 h 674476"/>
                <a:gd name="connsiteX71" fmla="*/ 285565 w 492259"/>
                <a:gd name="connsiteY71" fmla="*/ 609204 h 674476"/>
                <a:gd name="connsiteX72" fmla="*/ 282846 w 492259"/>
                <a:gd name="connsiteY72" fmla="*/ 582007 h 674476"/>
                <a:gd name="connsiteX73" fmla="*/ 280126 w 492259"/>
                <a:gd name="connsiteY73" fmla="*/ 568409 h 674476"/>
                <a:gd name="connsiteX74" fmla="*/ 282846 w 492259"/>
                <a:gd name="connsiteY74" fmla="*/ 554811 h 674476"/>
                <a:gd name="connsiteX75" fmla="*/ 277406 w 492259"/>
                <a:gd name="connsiteY75" fmla="*/ 538493 h 674476"/>
                <a:gd name="connsiteX76" fmla="*/ 271967 w 492259"/>
                <a:gd name="connsiteY76" fmla="*/ 505857 h 674476"/>
                <a:gd name="connsiteX77" fmla="*/ 269247 w 492259"/>
                <a:gd name="connsiteY77" fmla="*/ 478660 h 674476"/>
                <a:gd name="connsiteX78" fmla="*/ 266528 w 492259"/>
                <a:gd name="connsiteY78" fmla="*/ 446025 h 674476"/>
                <a:gd name="connsiteX79" fmla="*/ 261088 w 492259"/>
                <a:gd name="connsiteY79" fmla="*/ 437866 h 674476"/>
                <a:gd name="connsiteX80" fmla="*/ 250210 w 492259"/>
                <a:gd name="connsiteY80" fmla="*/ 437866 h 674476"/>
                <a:gd name="connsiteX81" fmla="*/ 220293 w 492259"/>
                <a:gd name="connsiteY81" fmla="*/ 440585 h 674476"/>
                <a:gd name="connsiteX82" fmla="*/ 190377 w 492259"/>
                <a:gd name="connsiteY82" fmla="*/ 443305 h 674476"/>
                <a:gd name="connsiteX83" fmla="*/ 165900 w 492259"/>
                <a:gd name="connsiteY83" fmla="*/ 443305 h 674476"/>
                <a:gd name="connsiteX84" fmla="*/ 144143 w 492259"/>
                <a:gd name="connsiteY84" fmla="*/ 440585 h 674476"/>
                <a:gd name="connsiteX85" fmla="*/ 135984 w 492259"/>
                <a:gd name="connsiteY85" fmla="*/ 454184 h 674476"/>
                <a:gd name="connsiteX86" fmla="*/ 130545 w 492259"/>
                <a:gd name="connsiteY86" fmla="*/ 486820 h 674476"/>
                <a:gd name="connsiteX87" fmla="*/ 119666 w 492259"/>
                <a:gd name="connsiteY87" fmla="*/ 541213 h 674476"/>
                <a:gd name="connsiteX88" fmla="*/ 103348 w 492259"/>
                <a:gd name="connsiteY88" fmla="*/ 614643 h 674476"/>
                <a:gd name="connsiteX89" fmla="*/ 133264 w 492259"/>
                <a:gd name="connsiteY89" fmla="*/ 614643 h 674476"/>
                <a:gd name="connsiteX90" fmla="*/ 168620 w 492259"/>
                <a:gd name="connsiteY90" fmla="*/ 630961 h 674476"/>
                <a:gd name="connsiteX91" fmla="*/ 163181 w 492259"/>
                <a:gd name="connsiteY91" fmla="*/ 647279 h 674476"/>
                <a:gd name="connsiteX92" fmla="*/ 146863 w 492259"/>
                <a:gd name="connsiteY92" fmla="*/ 655438 h 674476"/>
                <a:gd name="connsiteX93" fmla="*/ 127825 w 492259"/>
                <a:gd name="connsiteY93" fmla="*/ 658158 h 674476"/>
                <a:gd name="connsiteX94" fmla="*/ 106068 w 492259"/>
                <a:gd name="connsiteY94" fmla="*/ 658158 h 674476"/>
                <a:gd name="connsiteX95" fmla="*/ 62552 w 492259"/>
                <a:gd name="connsiteY95" fmla="*/ 658158 h 674476"/>
                <a:gd name="connsiteX96" fmla="*/ 40795 w 492259"/>
                <a:gd name="connsiteY96" fmla="*/ 658158 h 674476"/>
                <a:gd name="connsiteX97" fmla="*/ 16318 w 492259"/>
                <a:gd name="connsiteY97" fmla="*/ 652718 h 674476"/>
                <a:gd name="connsiteX98" fmla="*/ 0 w 492259"/>
                <a:gd name="connsiteY98" fmla="*/ 636401 h 674476"/>
                <a:gd name="connsiteX99" fmla="*/ 2720 w 492259"/>
                <a:gd name="connsiteY99" fmla="*/ 628241 h 674476"/>
                <a:gd name="connsiteX100" fmla="*/ 24477 w 492259"/>
                <a:gd name="connsiteY100" fmla="*/ 620082 h 674476"/>
                <a:gd name="connsiteX101" fmla="*/ 62552 w 492259"/>
                <a:gd name="connsiteY101" fmla="*/ 617363 h 674476"/>
                <a:gd name="connsiteX102" fmla="*/ 62552 w 492259"/>
                <a:gd name="connsiteY102" fmla="*/ 614643 h 674476"/>
                <a:gd name="connsiteX103" fmla="*/ 65272 w 492259"/>
                <a:gd name="connsiteY103" fmla="*/ 587447 h 674476"/>
                <a:gd name="connsiteX104" fmla="*/ 76151 w 492259"/>
                <a:gd name="connsiteY104" fmla="*/ 522175 h 674476"/>
                <a:gd name="connsiteX105" fmla="*/ 87029 w 492259"/>
                <a:gd name="connsiteY105" fmla="*/ 470501 h 674476"/>
                <a:gd name="connsiteX106" fmla="*/ 92468 w 492259"/>
                <a:gd name="connsiteY106" fmla="*/ 446025 h 674476"/>
                <a:gd name="connsiteX107" fmla="*/ 65272 w 492259"/>
                <a:gd name="connsiteY107" fmla="*/ 432426 h 674476"/>
                <a:gd name="connsiteX108" fmla="*/ 54393 w 492259"/>
                <a:gd name="connsiteY108" fmla="*/ 421548 h 674476"/>
                <a:gd name="connsiteX109" fmla="*/ 73431 w 492259"/>
                <a:gd name="connsiteY109" fmla="*/ 407949 h 674476"/>
                <a:gd name="connsiteX110" fmla="*/ 100629 w 492259"/>
                <a:gd name="connsiteY110" fmla="*/ 399790 h 674476"/>
                <a:gd name="connsiteX111" fmla="*/ 108788 w 492259"/>
                <a:gd name="connsiteY111" fmla="*/ 369874 h 674476"/>
                <a:gd name="connsiteX112" fmla="*/ 125105 w 492259"/>
                <a:gd name="connsiteY112" fmla="*/ 307322 h 674476"/>
                <a:gd name="connsiteX113" fmla="*/ 141423 w 492259"/>
                <a:gd name="connsiteY113" fmla="*/ 242051 h 674476"/>
                <a:gd name="connsiteX114" fmla="*/ 155022 w 492259"/>
                <a:gd name="connsiteY114" fmla="*/ 179498 h 674476"/>
                <a:gd name="connsiteX115" fmla="*/ 168620 w 492259"/>
                <a:gd name="connsiteY115" fmla="*/ 119665 h 674476"/>
                <a:gd name="connsiteX116" fmla="*/ 193097 w 492259"/>
                <a:gd name="connsiteY116" fmla="*/ 57113 h 674476"/>
                <a:gd name="connsiteX117" fmla="*/ 201256 w 492259"/>
                <a:gd name="connsiteY117" fmla="*/ 38075 h 674476"/>
                <a:gd name="connsiteX118" fmla="*/ 217574 w 492259"/>
                <a:gd name="connsiteY118" fmla="*/ 13598 h 674476"/>
                <a:gd name="connsiteX119" fmla="*/ 274687 w 492259"/>
                <a:gd name="connsiteY119" fmla="*/ 0 h 674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</a:cxnLst>
              <a:rect l="l" t="t" r="r" b="b"/>
              <a:pathLst>
                <a:path w="492259" h="674476">
                  <a:moveTo>
                    <a:pt x="225733" y="97907"/>
                  </a:moveTo>
                  <a:cubicBezTo>
                    <a:pt x="217574" y="97907"/>
                    <a:pt x="209415" y="114225"/>
                    <a:pt x="209415" y="119665"/>
                  </a:cubicBezTo>
                  <a:cubicBezTo>
                    <a:pt x="206695" y="130543"/>
                    <a:pt x="203976" y="144141"/>
                    <a:pt x="201256" y="152300"/>
                  </a:cubicBezTo>
                  <a:cubicBezTo>
                    <a:pt x="198536" y="157740"/>
                    <a:pt x="198536" y="163179"/>
                    <a:pt x="198536" y="168618"/>
                  </a:cubicBezTo>
                  <a:cubicBezTo>
                    <a:pt x="198536" y="174058"/>
                    <a:pt x="195817" y="179497"/>
                    <a:pt x="195817" y="184936"/>
                  </a:cubicBezTo>
                  <a:cubicBezTo>
                    <a:pt x="193097" y="195815"/>
                    <a:pt x="190377" y="209413"/>
                    <a:pt x="187658" y="220292"/>
                  </a:cubicBezTo>
                  <a:cubicBezTo>
                    <a:pt x="184938" y="244769"/>
                    <a:pt x="176779" y="269246"/>
                    <a:pt x="168620" y="291003"/>
                  </a:cubicBezTo>
                  <a:cubicBezTo>
                    <a:pt x="165900" y="301881"/>
                    <a:pt x="163181" y="312760"/>
                    <a:pt x="160461" y="323639"/>
                  </a:cubicBezTo>
                  <a:cubicBezTo>
                    <a:pt x="157742" y="337237"/>
                    <a:pt x="155022" y="348115"/>
                    <a:pt x="149582" y="361714"/>
                  </a:cubicBezTo>
                  <a:cubicBezTo>
                    <a:pt x="146863" y="367153"/>
                    <a:pt x="144143" y="383471"/>
                    <a:pt x="144143" y="388910"/>
                  </a:cubicBezTo>
                  <a:cubicBezTo>
                    <a:pt x="144143" y="391630"/>
                    <a:pt x="146863" y="391630"/>
                    <a:pt x="149582" y="391630"/>
                  </a:cubicBezTo>
                  <a:cubicBezTo>
                    <a:pt x="155022" y="391630"/>
                    <a:pt x="168620" y="391630"/>
                    <a:pt x="171340" y="391630"/>
                  </a:cubicBezTo>
                  <a:cubicBezTo>
                    <a:pt x="179498" y="391630"/>
                    <a:pt x="187658" y="391630"/>
                    <a:pt x="193097" y="388910"/>
                  </a:cubicBezTo>
                  <a:cubicBezTo>
                    <a:pt x="198536" y="388910"/>
                    <a:pt x="203976" y="388910"/>
                    <a:pt x="212135" y="388910"/>
                  </a:cubicBezTo>
                  <a:cubicBezTo>
                    <a:pt x="217574" y="388910"/>
                    <a:pt x="225733" y="388910"/>
                    <a:pt x="236611" y="388910"/>
                  </a:cubicBezTo>
                  <a:cubicBezTo>
                    <a:pt x="242051" y="388910"/>
                    <a:pt x="247490" y="388910"/>
                    <a:pt x="250210" y="386191"/>
                  </a:cubicBezTo>
                  <a:cubicBezTo>
                    <a:pt x="255649" y="391630"/>
                    <a:pt x="258369" y="388910"/>
                    <a:pt x="258369" y="386191"/>
                  </a:cubicBezTo>
                  <a:cubicBezTo>
                    <a:pt x="258369" y="380751"/>
                    <a:pt x="255649" y="372592"/>
                    <a:pt x="255649" y="367153"/>
                  </a:cubicBezTo>
                  <a:cubicBezTo>
                    <a:pt x="252930" y="353555"/>
                    <a:pt x="250210" y="342676"/>
                    <a:pt x="250210" y="331797"/>
                  </a:cubicBezTo>
                  <a:cubicBezTo>
                    <a:pt x="250210" y="301881"/>
                    <a:pt x="250210" y="274685"/>
                    <a:pt x="247490" y="244769"/>
                  </a:cubicBezTo>
                  <a:cubicBezTo>
                    <a:pt x="247490" y="231170"/>
                    <a:pt x="244771" y="217572"/>
                    <a:pt x="242051" y="203974"/>
                  </a:cubicBezTo>
                  <a:cubicBezTo>
                    <a:pt x="239331" y="187656"/>
                    <a:pt x="236611" y="174058"/>
                    <a:pt x="236611" y="157740"/>
                  </a:cubicBezTo>
                  <a:cubicBezTo>
                    <a:pt x="236611" y="152300"/>
                    <a:pt x="236611" y="133263"/>
                    <a:pt x="233892" y="119665"/>
                  </a:cubicBezTo>
                  <a:cubicBezTo>
                    <a:pt x="233892" y="106066"/>
                    <a:pt x="231172" y="97907"/>
                    <a:pt x="225733" y="97907"/>
                  </a:cubicBezTo>
                  <a:close/>
                  <a:moveTo>
                    <a:pt x="274687" y="0"/>
                  </a:moveTo>
                  <a:cubicBezTo>
                    <a:pt x="288285" y="0"/>
                    <a:pt x="293724" y="2720"/>
                    <a:pt x="304603" y="5439"/>
                  </a:cubicBezTo>
                  <a:cubicBezTo>
                    <a:pt x="315481" y="10879"/>
                    <a:pt x="315481" y="16318"/>
                    <a:pt x="320921" y="24477"/>
                  </a:cubicBezTo>
                  <a:cubicBezTo>
                    <a:pt x="326360" y="29916"/>
                    <a:pt x="331800" y="35356"/>
                    <a:pt x="334519" y="43515"/>
                  </a:cubicBezTo>
                  <a:cubicBezTo>
                    <a:pt x="337239" y="51674"/>
                    <a:pt x="337239" y="57113"/>
                    <a:pt x="339959" y="65272"/>
                  </a:cubicBezTo>
                  <a:cubicBezTo>
                    <a:pt x="345398" y="78870"/>
                    <a:pt x="342678" y="97908"/>
                    <a:pt x="348118" y="114226"/>
                  </a:cubicBezTo>
                  <a:cubicBezTo>
                    <a:pt x="350837" y="130544"/>
                    <a:pt x="358996" y="146863"/>
                    <a:pt x="361716" y="163180"/>
                  </a:cubicBezTo>
                  <a:cubicBezTo>
                    <a:pt x="364435" y="182218"/>
                    <a:pt x="364435" y="201256"/>
                    <a:pt x="369875" y="220293"/>
                  </a:cubicBezTo>
                  <a:cubicBezTo>
                    <a:pt x="375314" y="239331"/>
                    <a:pt x="378034" y="255649"/>
                    <a:pt x="378034" y="274686"/>
                  </a:cubicBezTo>
                  <a:cubicBezTo>
                    <a:pt x="378034" y="282845"/>
                    <a:pt x="380753" y="293724"/>
                    <a:pt x="383473" y="301883"/>
                  </a:cubicBezTo>
                  <a:cubicBezTo>
                    <a:pt x="386193" y="312762"/>
                    <a:pt x="388913" y="326360"/>
                    <a:pt x="391632" y="337238"/>
                  </a:cubicBezTo>
                  <a:cubicBezTo>
                    <a:pt x="391632" y="342678"/>
                    <a:pt x="394352" y="353556"/>
                    <a:pt x="397071" y="364435"/>
                  </a:cubicBezTo>
                  <a:cubicBezTo>
                    <a:pt x="399791" y="372594"/>
                    <a:pt x="402511" y="380753"/>
                    <a:pt x="405230" y="383473"/>
                  </a:cubicBezTo>
                  <a:cubicBezTo>
                    <a:pt x="407950" y="386192"/>
                    <a:pt x="413389" y="386192"/>
                    <a:pt x="416109" y="386192"/>
                  </a:cubicBezTo>
                  <a:cubicBezTo>
                    <a:pt x="418829" y="386192"/>
                    <a:pt x="424268" y="386192"/>
                    <a:pt x="426988" y="386192"/>
                  </a:cubicBezTo>
                  <a:cubicBezTo>
                    <a:pt x="437866" y="386192"/>
                    <a:pt x="448745" y="388912"/>
                    <a:pt x="454184" y="397071"/>
                  </a:cubicBezTo>
                  <a:cubicBezTo>
                    <a:pt x="456904" y="399790"/>
                    <a:pt x="456904" y="402510"/>
                    <a:pt x="456904" y="405230"/>
                  </a:cubicBezTo>
                  <a:cubicBezTo>
                    <a:pt x="456904" y="407949"/>
                    <a:pt x="454184" y="410669"/>
                    <a:pt x="451464" y="416108"/>
                  </a:cubicBezTo>
                  <a:cubicBezTo>
                    <a:pt x="446025" y="421548"/>
                    <a:pt x="440586" y="426987"/>
                    <a:pt x="432427" y="429707"/>
                  </a:cubicBezTo>
                  <a:cubicBezTo>
                    <a:pt x="429707" y="429707"/>
                    <a:pt x="426988" y="432426"/>
                    <a:pt x="421548" y="432426"/>
                  </a:cubicBezTo>
                  <a:cubicBezTo>
                    <a:pt x="418829" y="432426"/>
                    <a:pt x="416109" y="432426"/>
                    <a:pt x="413389" y="435146"/>
                  </a:cubicBezTo>
                  <a:cubicBezTo>
                    <a:pt x="413389" y="435146"/>
                    <a:pt x="413389" y="437866"/>
                    <a:pt x="413389" y="440585"/>
                  </a:cubicBezTo>
                  <a:cubicBezTo>
                    <a:pt x="413389" y="443305"/>
                    <a:pt x="413389" y="448744"/>
                    <a:pt x="416109" y="451464"/>
                  </a:cubicBezTo>
                  <a:cubicBezTo>
                    <a:pt x="416109" y="456903"/>
                    <a:pt x="418829" y="462343"/>
                    <a:pt x="418829" y="465062"/>
                  </a:cubicBezTo>
                  <a:lnTo>
                    <a:pt x="418829" y="475941"/>
                  </a:lnTo>
                  <a:cubicBezTo>
                    <a:pt x="418829" y="481380"/>
                    <a:pt x="418829" y="484100"/>
                    <a:pt x="418829" y="486820"/>
                  </a:cubicBezTo>
                  <a:cubicBezTo>
                    <a:pt x="421548" y="497698"/>
                    <a:pt x="424268" y="505857"/>
                    <a:pt x="426988" y="516736"/>
                  </a:cubicBezTo>
                  <a:cubicBezTo>
                    <a:pt x="426988" y="524895"/>
                    <a:pt x="429707" y="535773"/>
                    <a:pt x="432427" y="543932"/>
                  </a:cubicBezTo>
                  <a:cubicBezTo>
                    <a:pt x="435147" y="554811"/>
                    <a:pt x="437866" y="562970"/>
                    <a:pt x="437866" y="573848"/>
                  </a:cubicBezTo>
                  <a:cubicBezTo>
                    <a:pt x="437866" y="587447"/>
                    <a:pt x="440586" y="595606"/>
                    <a:pt x="443306" y="606484"/>
                  </a:cubicBezTo>
                  <a:cubicBezTo>
                    <a:pt x="443306" y="609204"/>
                    <a:pt x="446025" y="614643"/>
                    <a:pt x="446025" y="617363"/>
                  </a:cubicBezTo>
                  <a:cubicBezTo>
                    <a:pt x="454184" y="617363"/>
                    <a:pt x="462343" y="617363"/>
                    <a:pt x="470502" y="617363"/>
                  </a:cubicBezTo>
                  <a:cubicBezTo>
                    <a:pt x="475942" y="625522"/>
                    <a:pt x="492259" y="630961"/>
                    <a:pt x="492259" y="641840"/>
                  </a:cubicBezTo>
                  <a:cubicBezTo>
                    <a:pt x="492259" y="647279"/>
                    <a:pt x="486820" y="649999"/>
                    <a:pt x="484101" y="655438"/>
                  </a:cubicBezTo>
                  <a:cubicBezTo>
                    <a:pt x="481381" y="660877"/>
                    <a:pt x="473222" y="663597"/>
                    <a:pt x="467782" y="663597"/>
                  </a:cubicBezTo>
                  <a:cubicBezTo>
                    <a:pt x="456904" y="666317"/>
                    <a:pt x="451464" y="666317"/>
                    <a:pt x="443306" y="666317"/>
                  </a:cubicBezTo>
                  <a:cubicBezTo>
                    <a:pt x="437866" y="666317"/>
                    <a:pt x="429707" y="666317"/>
                    <a:pt x="421548" y="666317"/>
                  </a:cubicBezTo>
                  <a:cubicBezTo>
                    <a:pt x="418829" y="666317"/>
                    <a:pt x="416109" y="666317"/>
                    <a:pt x="413389" y="666317"/>
                  </a:cubicBezTo>
                  <a:cubicBezTo>
                    <a:pt x="407950" y="669036"/>
                    <a:pt x="405230" y="669036"/>
                    <a:pt x="399791" y="671756"/>
                  </a:cubicBezTo>
                  <a:cubicBezTo>
                    <a:pt x="394352" y="671756"/>
                    <a:pt x="388913" y="674476"/>
                    <a:pt x="383473" y="674476"/>
                  </a:cubicBezTo>
                  <a:cubicBezTo>
                    <a:pt x="372594" y="674476"/>
                    <a:pt x="358996" y="671756"/>
                    <a:pt x="348118" y="669036"/>
                  </a:cubicBezTo>
                  <a:cubicBezTo>
                    <a:pt x="339959" y="669036"/>
                    <a:pt x="331800" y="669036"/>
                    <a:pt x="326360" y="669036"/>
                  </a:cubicBezTo>
                  <a:cubicBezTo>
                    <a:pt x="304603" y="669036"/>
                    <a:pt x="285565" y="669036"/>
                    <a:pt x="277406" y="669036"/>
                  </a:cubicBezTo>
                  <a:cubicBezTo>
                    <a:pt x="269247" y="669036"/>
                    <a:pt x="258369" y="669036"/>
                    <a:pt x="252930" y="663597"/>
                  </a:cubicBezTo>
                  <a:cubicBezTo>
                    <a:pt x="247490" y="660877"/>
                    <a:pt x="236611" y="655438"/>
                    <a:pt x="236611" y="647279"/>
                  </a:cubicBezTo>
                  <a:cubicBezTo>
                    <a:pt x="236611" y="636401"/>
                    <a:pt x="252930" y="633681"/>
                    <a:pt x="261088" y="630961"/>
                  </a:cubicBezTo>
                  <a:cubicBezTo>
                    <a:pt x="266528" y="630961"/>
                    <a:pt x="274687" y="630961"/>
                    <a:pt x="288285" y="628241"/>
                  </a:cubicBezTo>
                  <a:cubicBezTo>
                    <a:pt x="288285" y="620082"/>
                    <a:pt x="288285" y="614643"/>
                    <a:pt x="285565" y="609204"/>
                  </a:cubicBezTo>
                  <a:cubicBezTo>
                    <a:pt x="285565" y="601045"/>
                    <a:pt x="282846" y="590166"/>
                    <a:pt x="282846" y="582007"/>
                  </a:cubicBezTo>
                  <a:cubicBezTo>
                    <a:pt x="282846" y="576568"/>
                    <a:pt x="280126" y="573848"/>
                    <a:pt x="280126" y="568409"/>
                  </a:cubicBezTo>
                  <a:cubicBezTo>
                    <a:pt x="280126" y="562970"/>
                    <a:pt x="282846" y="557531"/>
                    <a:pt x="282846" y="554811"/>
                  </a:cubicBezTo>
                  <a:cubicBezTo>
                    <a:pt x="282846" y="549371"/>
                    <a:pt x="280126" y="546652"/>
                    <a:pt x="277406" y="538493"/>
                  </a:cubicBezTo>
                  <a:cubicBezTo>
                    <a:pt x="277406" y="527614"/>
                    <a:pt x="271967" y="516736"/>
                    <a:pt x="271967" y="505857"/>
                  </a:cubicBezTo>
                  <a:cubicBezTo>
                    <a:pt x="271967" y="494978"/>
                    <a:pt x="271967" y="486820"/>
                    <a:pt x="269247" y="478660"/>
                  </a:cubicBezTo>
                  <a:cubicBezTo>
                    <a:pt x="266528" y="467782"/>
                    <a:pt x="266528" y="456903"/>
                    <a:pt x="266528" y="446025"/>
                  </a:cubicBezTo>
                  <a:cubicBezTo>
                    <a:pt x="266528" y="440585"/>
                    <a:pt x="263808" y="437866"/>
                    <a:pt x="261088" y="437866"/>
                  </a:cubicBezTo>
                  <a:cubicBezTo>
                    <a:pt x="258369" y="437866"/>
                    <a:pt x="255649" y="437866"/>
                    <a:pt x="250210" y="437866"/>
                  </a:cubicBezTo>
                  <a:cubicBezTo>
                    <a:pt x="239331" y="437866"/>
                    <a:pt x="228452" y="437866"/>
                    <a:pt x="220293" y="440585"/>
                  </a:cubicBezTo>
                  <a:cubicBezTo>
                    <a:pt x="209415" y="440585"/>
                    <a:pt x="201256" y="443305"/>
                    <a:pt x="190377" y="443305"/>
                  </a:cubicBezTo>
                  <a:cubicBezTo>
                    <a:pt x="182218" y="443305"/>
                    <a:pt x="174059" y="443305"/>
                    <a:pt x="165900" y="443305"/>
                  </a:cubicBezTo>
                  <a:cubicBezTo>
                    <a:pt x="163181" y="443305"/>
                    <a:pt x="152302" y="440585"/>
                    <a:pt x="144143" y="440585"/>
                  </a:cubicBezTo>
                  <a:cubicBezTo>
                    <a:pt x="135984" y="440585"/>
                    <a:pt x="135984" y="448744"/>
                    <a:pt x="135984" y="454184"/>
                  </a:cubicBezTo>
                  <a:cubicBezTo>
                    <a:pt x="135984" y="465062"/>
                    <a:pt x="133264" y="475941"/>
                    <a:pt x="130545" y="486820"/>
                  </a:cubicBezTo>
                  <a:cubicBezTo>
                    <a:pt x="127825" y="505857"/>
                    <a:pt x="122386" y="522175"/>
                    <a:pt x="119666" y="541213"/>
                  </a:cubicBezTo>
                  <a:cubicBezTo>
                    <a:pt x="116947" y="560250"/>
                    <a:pt x="108788" y="595606"/>
                    <a:pt x="103348" y="614643"/>
                  </a:cubicBezTo>
                  <a:cubicBezTo>
                    <a:pt x="111507" y="614643"/>
                    <a:pt x="122386" y="614643"/>
                    <a:pt x="133264" y="614643"/>
                  </a:cubicBezTo>
                  <a:cubicBezTo>
                    <a:pt x="146863" y="614643"/>
                    <a:pt x="168620" y="614643"/>
                    <a:pt x="168620" y="630961"/>
                  </a:cubicBezTo>
                  <a:cubicBezTo>
                    <a:pt x="168620" y="639120"/>
                    <a:pt x="165900" y="639120"/>
                    <a:pt x="163181" y="647279"/>
                  </a:cubicBezTo>
                  <a:cubicBezTo>
                    <a:pt x="160461" y="652718"/>
                    <a:pt x="152302" y="655438"/>
                    <a:pt x="146863" y="655438"/>
                  </a:cubicBezTo>
                  <a:cubicBezTo>
                    <a:pt x="138704" y="658158"/>
                    <a:pt x="133264" y="658158"/>
                    <a:pt x="127825" y="658158"/>
                  </a:cubicBezTo>
                  <a:cubicBezTo>
                    <a:pt x="122386" y="658158"/>
                    <a:pt x="116947" y="658158"/>
                    <a:pt x="106068" y="658158"/>
                  </a:cubicBezTo>
                  <a:cubicBezTo>
                    <a:pt x="92468" y="658158"/>
                    <a:pt x="78870" y="658158"/>
                    <a:pt x="62552" y="658158"/>
                  </a:cubicBezTo>
                  <a:cubicBezTo>
                    <a:pt x="54393" y="658158"/>
                    <a:pt x="46234" y="658158"/>
                    <a:pt x="40795" y="658158"/>
                  </a:cubicBezTo>
                  <a:cubicBezTo>
                    <a:pt x="32636" y="658158"/>
                    <a:pt x="21758" y="658158"/>
                    <a:pt x="16318" y="652718"/>
                  </a:cubicBezTo>
                  <a:cubicBezTo>
                    <a:pt x="8159" y="649999"/>
                    <a:pt x="0" y="641840"/>
                    <a:pt x="0" y="636401"/>
                  </a:cubicBezTo>
                  <a:cubicBezTo>
                    <a:pt x="0" y="633681"/>
                    <a:pt x="0" y="630961"/>
                    <a:pt x="2720" y="628241"/>
                  </a:cubicBezTo>
                  <a:cubicBezTo>
                    <a:pt x="8159" y="625522"/>
                    <a:pt x="16318" y="622802"/>
                    <a:pt x="24477" y="620082"/>
                  </a:cubicBezTo>
                  <a:cubicBezTo>
                    <a:pt x="38075" y="617363"/>
                    <a:pt x="48954" y="617363"/>
                    <a:pt x="62552" y="617363"/>
                  </a:cubicBezTo>
                  <a:cubicBezTo>
                    <a:pt x="62552" y="617363"/>
                    <a:pt x="62552" y="614643"/>
                    <a:pt x="62552" y="614643"/>
                  </a:cubicBezTo>
                  <a:cubicBezTo>
                    <a:pt x="62552" y="603765"/>
                    <a:pt x="65272" y="590166"/>
                    <a:pt x="65272" y="587447"/>
                  </a:cubicBezTo>
                  <a:cubicBezTo>
                    <a:pt x="67992" y="565689"/>
                    <a:pt x="73431" y="543932"/>
                    <a:pt x="76151" y="522175"/>
                  </a:cubicBezTo>
                  <a:cubicBezTo>
                    <a:pt x="78870" y="505857"/>
                    <a:pt x="81590" y="486820"/>
                    <a:pt x="87029" y="470501"/>
                  </a:cubicBezTo>
                  <a:cubicBezTo>
                    <a:pt x="87029" y="465062"/>
                    <a:pt x="92468" y="451464"/>
                    <a:pt x="92468" y="446025"/>
                  </a:cubicBezTo>
                  <a:cubicBezTo>
                    <a:pt x="92468" y="437866"/>
                    <a:pt x="73431" y="437866"/>
                    <a:pt x="65272" y="432426"/>
                  </a:cubicBezTo>
                  <a:cubicBezTo>
                    <a:pt x="59833" y="429707"/>
                    <a:pt x="54393" y="426987"/>
                    <a:pt x="54393" y="421548"/>
                  </a:cubicBezTo>
                  <a:cubicBezTo>
                    <a:pt x="54393" y="413389"/>
                    <a:pt x="62552" y="410669"/>
                    <a:pt x="73431" y="407949"/>
                  </a:cubicBezTo>
                  <a:cubicBezTo>
                    <a:pt x="78870" y="407949"/>
                    <a:pt x="92468" y="405230"/>
                    <a:pt x="100629" y="399790"/>
                  </a:cubicBezTo>
                  <a:cubicBezTo>
                    <a:pt x="106068" y="394351"/>
                    <a:pt x="106068" y="378033"/>
                    <a:pt x="108788" y="369874"/>
                  </a:cubicBezTo>
                  <a:cubicBezTo>
                    <a:pt x="114227" y="348117"/>
                    <a:pt x="119666" y="326360"/>
                    <a:pt x="125105" y="307322"/>
                  </a:cubicBezTo>
                  <a:cubicBezTo>
                    <a:pt x="130545" y="285565"/>
                    <a:pt x="135984" y="263808"/>
                    <a:pt x="141423" y="242051"/>
                  </a:cubicBezTo>
                  <a:cubicBezTo>
                    <a:pt x="146863" y="220293"/>
                    <a:pt x="152302" y="198536"/>
                    <a:pt x="155022" y="179498"/>
                  </a:cubicBezTo>
                  <a:cubicBezTo>
                    <a:pt x="157742" y="160461"/>
                    <a:pt x="163181" y="138703"/>
                    <a:pt x="168620" y="119665"/>
                  </a:cubicBezTo>
                  <a:cubicBezTo>
                    <a:pt x="176779" y="100627"/>
                    <a:pt x="182218" y="76150"/>
                    <a:pt x="193097" y="57113"/>
                  </a:cubicBezTo>
                  <a:lnTo>
                    <a:pt x="201256" y="38075"/>
                  </a:lnTo>
                  <a:cubicBezTo>
                    <a:pt x="206695" y="29916"/>
                    <a:pt x="209415" y="19038"/>
                    <a:pt x="217574" y="13598"/>
                  </a:cubicBezTo>
                  <a:cubicBezTo>
                    <a:pt x="231172" y="2720"/>
                    <a:pt x="255649" y="0"/>
                    <a:pt x="274687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D6B1EBFD-5AF9-4242-8571-9084369DA914}"/>
                </a:ext>
              </a:extLst>
            </p:cNvPr>
            <p:cNvSpPr/>
            <p:nvPr/>
          </p:nvSpPr>
          <p:spPr>
            <a:xfrm>
              <a:off x="6876542" y="4244897"/>
              <a:ext cx="462342" cy="677195"/>
            </a:xfrm>
            <a:custGeom>
              <a:avLst/>
              <a:gdLst>
                <a:gd name="connsiteX0" fmla="*/ 214853 w 462342"/>
                <a:gd name="connsiteY0" fmla="*/ 65272 h 677195"/>
                <a:gd name="connsiteX1" fmla="*/ 195815 w 462342"/>
                <a:gd name="connsiteY1" fmla="*/ 73431 h 677195"/>
                <a:gd name="connsiteX2" fmla="*/ 193096 w 462342"/>
                <a:gd name="connsiteY2" fmla="*/ 125105 h 677195"/>
                <a:gd name="connsiteX3" fmla="*/ 190376 w 462342"/>
                <a:gd name="connsiteY3" fmla="*/ 280125 h 677195"/>
                <a:gd name="connsiteX4" fmla="*/ 190376 w 462342"/>
                <a:gd name="connsiteY4" fmla="*/ 301882 h 677195"/>
                <a:gd name="connsiteX5" fmla="*/ 193096 w 462342"/>
                <a:gd name="connsiteY5" fmla="*/ 342677 h 677195"/>
                <a:gd name="connsiteX6" fmla="*/ 195815 w 462342"/>
                <a:gd name="connsiteY6" fmla="*/ 397070 h 677195"/>
                <a:gd name="connsiteX7" fmla="*/ 195815 w 462342"/>
                <a:gd name="connsiteY7" fmla="*/ 443304 h 677195"/>
                <a:gd name="connsiteX8" fmla="*/ 195815 w 462342"/>
                <a:gd name="connsiteY8" fmla="*/ 530333 h 677195"/>
                <a:gd name="connsiteX9" fmla="*/ 193096 w 462342"/>
                <a:gd name="connsiteY9" fmla="*/ 554810 h 677195"/>
                <a:gd name="connsiteX10" fmla="*/ 190376 w 462342"/>
                <a:gd name="connsiteY10" fmla="*/ 603764 h 677195"/>
                <a:gd name="connsiteX11" fmla="*/ 198535 w 462342"/>
                <a:gd name="connsiteY11" fmla="*/ 611923 h 677195"/>
                <a:gd name="connsiteX12" fmla="*/ 214853 w 462342"/>
                <a:gd name="connsiteY12" fmla="*/ 611923 h 677195"/>
                <a:gd name="connsiteX13" fmla="*/ 236610 w 462342"/>
                <a:gd name="connsiteY13" fmla="*/ 611923 h 677195"/>
                <a:gd name="connsiteX14" fmla="*/ 263807 w 462342"/>
                <a:gd name="connsiteY14" fmla="*/ 598325 h 677195"/>
                <a:gd name="connsiteX15" fmla="*/ 277405 w 462342"/>
                <a:gd name="connsiteY15" fmla="*/ 592885 h 677195"/>
                <a:gd name="connsiteX16" fmla="*/ 291004 w 462342"/>
                <a:gd name="connsiteY16" fmla="*/ 573848 h 677195"/>
                <a:gd name="connsiteX17" fmla="*/ 307322 w 462342"/>
                <a:gd name="connsiteY17" fmla="*/ 543931 h 677195"/>
                <a:gd name="connsiteX18" fmla="*/ 326359 w 462342"/>
                <a:gd name="connsiteY18" fmla="*/ 481379 h 677195"/>
                <a:gd name="connsiteX19" fmla="*/ 337238 w 462342"/>
                <a:gd name="connsiteY19" fmla="*/ 413388 h 677195"/>
                <a:gd name="connsiteX20" fmla="*/ 337238 w 462342"/>
                <a:gd name="connsiteY20" fmla="*/ 350836 h 677195"/>
                <a:gd name="connsiteX21" fmla="*/ 334518 w 462342"/>
                <a:gd name="connsiteY21" fmla="*/ 296443 h 677195"/>
                <a:gd name="connsiteX22" fmla="*/ 329079 w 462342"/>
                <a:gd name="connsiteY22" fmla="*/ 244769 h 677195"/>
                <a:gd name="connsiteX23" fmla="*/ 307322 w 462342"/>
                <a:gd name="connsiteY23" fmla="*/ 135983 h 677195"/>
                <a:gd name="connsiteX24" fmla="*/ 271966 w 462342"/>
                <a:gd name="connsiteY24" fmla="*/ 78870 h 677195"/>
                <a:gd name="connsiteX25" fmla="*/ 214853 w 462342"/>
                <a:gd name="connsiteY25" fmla="*/ 65272 h 677195"/>
                <a:gd name="connsiteX26" fmla="*/ 114226 w 462342"/>
                <a:gd name="connsiteY26" fmla="*/ 0 h 677195"/>
                <a:gd name="connsiteX27" fmla="*/ 127824 w 462342"/>
                <a:gd name="connsiteY27" fmla="*/ 0 h 677195"/>
                <a:gd name="connsiteX28" fmla="*/ 146862 w 462342"/>
                <a:gd name="connsiteY28" fmla="*/ 2720 h 677195"/>
                <a:gd name="connsiteX29" fmla="*/ 174059 w 462342"/>
                <a:gd name="connsiteY29" fmla="*/ 21758 h 677195"/>
                <a:gd name="connsiteX30" fmla="*/ 193096 w 462342"/>
                <a:gd name="connsiteY30" fmla="*/ 21758 h 677195"/>
                <a:gd name="connsiteX31" fmla="*/ 261088 w 462342"/>
                <a:gd name="connsiteY31" fmla="*/ 27197 h 677195"/>
                <a:gd name="connsiteX32" fmla="*/ 310042 w 462342"/>
                <a:gd name="connsiteY32" fmla="*/ 35356 h 677195"/>
                <a:gd name="connsiteX33" fmla="*/ 334518 w 462342"/>
                <a:gd name="connsiteY33" fmla="*/ 40795 h 677195"/>
                <a:gd name="connsiteX34" fmla="*/ 356276 w 462342"/>
                <a:gd name="connsiteY34" fmla="*/ 59833 h 677195"/>
                <a:gd name="connsiteX35" fmla="*/ 372593 w 462342"/>
                <a:gd name="connsiteY35" fmla="*/ 76151 h 677195"/>
                <a:gd name="connsiteX36" fmla="*/ 380752 w 462342"/>
                <a:gd name="connsiteY36" fmla="*/ 95188 h 677195"/>
                <a:gd name="connsiteX37" fmla="*/ 405230 w 462342"/>
                <a:gd name="connsiteY37" fmla="*/ 114226 h 677195"/>
                <a:gd name="connsiteX38" fmla="*/ 416108 w 462342"/>
                <a:gd name="connsiteY38" fmla="*/ 141422 h 677195"/>
                <a:gd name="connsiteX39" fmla="*/ 451464 w 462342"/>
                <a:gd name="connsiteY39" fmla="*/ 201256 h 677195"/>
                <a:gd name="connsiteX40" fmla="*/ 456903 w 462342"/>
                <a:gd name="connsiteY40" fmla="*/ 252929 h 677195"/>
                <a:gd name="connsiteX41" fmla="*/ 456903 w 462342"/>
                <a:gd name="connsiteY41" fmla="*/ 291004 h 677195"/>
                <a:gd name="connsiteX42" fmla="*/ 459623 w 462342"/>
                <a:gd name="connsiteY42" fmla="*/ 318201 h 677195"/>
                <a:gd name="connsiteX43" fmla="*/ 459623 w 462342"/>
                <a:gd name="connsiteY43" fmla="*/ 326360 h 677195"/>
                <a:gd name="connsiteX44" fmla="*/ 459623 w 462342"/>
                <a:gd name="connsiteY44" fmla="*/ 348117 h 677195"/>
                <a:gd name="connsiteX45" fmla="*/ 462342 w 462342"/>
                <a:gd name="connsiteY45" fmla="*/ 367155 h 677195"/>
                <a:gd name="connsiteX46" fmla="*/ 456903 w 462342"/>
                <a:gd name="connsiteY46" fmla="*/ 391632 h 677195"/>
                <a:gd name="connsiteX47" fmla="*/ 456903 w 462342"/>
                <a:gd name="connsiteY47" fmla="*/ 418828 h 677195"/>
                <a:gd name="connsiteX48" fmla="*/ 451464 w 462342"/>
                <a:gd name="connsiteY48" fmla="*/ 437866 h 677195"/>
                <a:gd name="connsiteX49" fmla="*/ 446025 w 462342"/>
                <a:gd name="connsiteY49" fmla="*/ 454184 h 677195"/>
                <a:gd name="connsiteX50" fmla="*/ 440585 w 462342"/>
                <a:gd name="connsiteY50" fmla="*/ 481380 h 677195"/>
                <a:gd name="connsiteX51" fmla="*/ 432426 w 462342"/>
                <a:gd name="connsiteY51" fmla="*/ 508577 h 677195"/>
                <a:gd name="connsiteX52" fmla="*/ 418828 w 462342"/>
                <a:gd name="connsiteY52" fmla="*/ 530334 h 677195"/>
                <a:gd name="connsiteX53" fmla="*/ 410669 w 462342"/>
                <a:gd name="connsiteY53" fmla="*/ 549371 h 677195"/>
                <a:gd name="connsiteX54" fmla="*/ 391631 w 462342"/>
                <a:gd name="connsiteY54" fmla="*/ 579288 h 677195"/>
                <a:gd name="connsiteX55" fmla="*/ 337238 w 462342"/>
                <a:gd name="connsiteY55" fmla="*/ 630961 h 677195"/>
                <a:gd name="connsiteX56" fmla="*/ 301883 w 462342"/>
                <a:gd name="connsiteY56" fmla="*/ 647279 h 677195"/>
                <a:gd name="connsiteX57" fmla="*/ 263807 w 462342"/>
                <a:gd name="connsiteY57" fmla="*/ 652718 h 677195"/>
                <a:gd name="connsiteX58" fmla="*/ 233891 w 462342"/>
                <a:gd name="connsiteY58" fmla="*/ 649999 h 677195"/>
                <a:gd name="connsiteX59" fmla="*/ 187657 w 462342"/>
                <a:gd name="connsiteY59" fmla="*/ 652718 h 677195"/>
                <a:gd name="connsiteX60" fmla="*/ 171339 w 462342"/>
                <a:gd name="connsiteY60" fmla="*/ 669036 h 677195"/>
                <a:gd name="connsiteX61" fmla="*/ 155021 w 462342"/>
                <a:gd name="connsiteY61" fmla="*/ 671756 h 677195"/>
                <a:gd name="connsiteX62" fmla="*/ 138703 w 462342"/>
                <a:gd name="connsiteY62" fmla="*/ 674476 h 677195"/>
                <a:gd name="connsiteX63" fmla="*/ 125105 w 462342"/>
                <a:gd name="connsiteY63" fmla="*/ 677195 h 677195"/>
                <a:gd name="connsiteX64" fmla="*/ 106067 w 462342"/>
                <a:gd name="connsiteY64" fmla="*/ 671756 h 677195"/>
                <a:gd name="connsiteX65" fmla="*/ 87029 w 462342"/>
                <a:gd name="connsiteY65" fmla="*/ 658158 h 677195"/>
                <a:gd name="connsiteX66" fmla="*/ 81590 w 462342"/>
                <a:gd name="connsiteY66" fmla="*/ 652718 h 677195"/>
                <a:gd name="connsiteX67" fmla="*/ 67992 w 462342"/>
                <a:gd name="connsiteY67" fmla="*/ 652718 h 677195"/>
                <a:gd name="connsiteX68" fmla="*/ 43515 w 462342"/>
                <a:gd name="connsiteY68" fmla="*/ 652718 h 677195"/>
                <a:gd name="connsiteX69" fmla="*/ 16318 w 462342"/>
                <a:gd name="connsiteY69" fmla="*/ 647279 h 677195"/>
                <a:gd name="connsiteX70" fmla="*/ 0 w 462342"/>
                <a:gd name="connsiteY70" fmla="*/ 630961 h 677195"/>
                <a:gd name="connsiteX71" fmla="*/ 5439 w 462342"/>
                <a:gd name="connsiteY71" fmla="*/ 620083 h 677195"/>
                <a:gd name="connsiteX72" fmla="*/ 27197 w 462342"/>
                <a:gd name="connsiteY72" fmla="*/ 611924 h 677195"/>
                <a:gd name="connsiteX73" fmla="*/ 65272 w 462342"/>
                <a:gd name="connsiteY73" fmla="*/ 609204 h 677195"/>
                <a:gd name="connsiteX74" fmla="*/ 65272 w 462342"/>
                <a:gd name="connsiteY74" fmla="*/ 584727 h 677195"/>
                <a:gd name="connsiteX75" fmla="*/ 62552 w 462342"/>
                <a:gd name="connsiteY75" fmla="*/ 456903 h 677195"/>
                <a:gd name="connsiteX76" fmla="*/ 65272 w 462342"/>
                <a:gd name="connsiteY76" fmla="*/ 337238 h 677195"/>
                <a:gd name="connsiteX77" fmla="*/ 67992 w 462342"/>
                <a:gd name="connsiteY77" fmla="*/ 203975 h 677195"/>
                <a:gd name="connsiteX78" fmla="*/ 70712 w 462342"/>
                <a:gd name="connsiteY78" fmla="*/ 119665 h 677195"/>
                <a:gd name="connsiteX79" fmla="*/ 73431 w 462342"/>
                <a:gd name="connsiteY79" fmla="*/ 67992 h 677195"/>
                <a:gd name="connsiteX80" fmla="*/ 67992 w 462342"/>
                <a:gd name="connsiteY80" fmla="*/ 67992 h 677195"/>
                <a:gd name="connsiteX81" fmla="*/ 43515 w 462342"/>
                <a:gd name="connsiteY81" fmla="*/ 67992 h 677195"/>
                <a:gd name="connsiteX82" fmla="*/ 16318 w 462342"/>
                <a:gd name="connsiteY82" fmla="*/ 62552 h 677195"/>
                <a:gd name="connsiteX83" fmla="*/ 0 w 462342"/>
                <a:gd name="connsiteY83" fmla="*/ 46234 h 677195"/>
                <a:gd name="connsiteX84" fmla="*/ 5439 w 462342"/>
                <a:gd name="connsiteY84" fmla="*/ 35356 h 677195"/>
                <a:gd name="connsiteX85" fmla="*/ 27197 w 462342"/>
                <a:gd name="connsiteY85" fmla="*/ 27197 h 677195"/>
                <a:gd name="connsiteX86" fmla="*/ 76151 w 462342"/>
                <a:gd name="connsiteY86" fmla="*/ 21758 h 677195"/>
                <a:gd name="connsiteX87" fmla="*/ 81590 w 462342"/>
                <a:gd name="connsiteY87" fmla="*/ 13598 h 677195"/>
                <a:gd name="connsiteX88" fmla="*/ 97908 w 462342"/>
                <a:gd name="connsiteY88" fmla="*/ 5439 h 677195"/>
                <a:gd name="connsiteX89" fmla="*/ 114226 w 462342"/>
                <a:gd name="connsiteY89" fmla="*/ 0 h 677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462342" h="677195">
                  <a:moveTo>
                    <a:pt x="214853" y="65272"/>
                  </a:moveTo>
                  <a:cubicBezTo>
                    <a:pt x="203975" y="65272"/>
                    <a:pt x="195815" y="67992"/>
                    <a:pt x="195815" y="73431"/>
                  </a:cubicBezTo>
                  <a:cubicBezTo>
                    <a:pt x="193096" y="78870"/>
                    <a:pt x="193096" y="100628"/>
                    <a:pt x="193096" y="125105"/>
                  </a:cubicBezTo>
                  <a:cubicBezTo>
                    <a:pt x="193096" y="182217"/>
                    <a:pt x="193096" y="266527"/>
                    <a:pt x="190376" y="280125"/>
                  </a:cubicBezTo>
                  <a:cubicBezTo>
                    <a:pt x="190376" y="288284"/>
                    <a:pt x="190376" y="293723"/>
                    <a:pt x="190376" y="301882"/>
                  </a:cubicBezTo>
                  <a:cubicBezTo>
                    <a:pt x="190376" y="315480"/>
                    <a:pt x="190376" y="329079"/>
                    <a:pt x="193096" y="342677"/>
                  </a:cubicBezTo>
                  <a:cubicBezTo>
                    <a:pt x="193096" y="361715"/>
                    <a:pt x="193096" y="378033"/>
                    <a:pt x="195815" y="397070"/>
                  </a:cubicBezTo>
                  <a:cubicBezTo>
                    <a:pt x="195815" y="413388"/>
                    <a:pt x="195815" y="426986"/>
                    <a:pt x="195815" y="443304"/>
                  </a:cubicBezTo>
                  <a:cubicBezTo>
                    <a:pt x="195815" y="465061"/>
                    <a:pt x="198535" y="508576"/>
                    <a:pt x="195815" y="530333"/>
                  </a:cubicBezTo>
                  <a:cubicBezTo>
                    <a:pt x="195815" y="538492"/>
                    <a:pt x="193096" y="546651"/>
                    <a:pt x="193096" y="554810"/>
                  </a:cubicBezTo>
                  <a:cubicBezTo>
                    <a:pt x="193096" y="560249"/>
                    <a:pt x="190376" y="590166"/>
                    <a:pt x="190376" y="603764"/>
                  </a:cubicBezTo>
                  <a:cubicBezTo>
                    <a:pt x="190376" y="609203"/>
                    <a:pt x="190376" y="611923"/>
                    <a:pt x="198535" y="611923"/>
                  </a:cubicBezTo>
                  <a:cubicBezTo>
                    <a:pt x="206694" y="611923"/>
                    <a:pt x="209414" y="611923"/>
                    <a:pt x="214853" y="611923"/>
                  </a:cubicBezTo>
                  <a:cubicBezTo>
                    <a:pt x="223012" y="611923"/>
                    <a:pt x="220293" y="611923"/>
                    <a:pt x="236610" y="611923"/>
                  </a:cubicBezTo>
                  <a:cubicBezTo>
                    <a:pt x="242050" y="611923"/>
                    <a:pt x="258368" y="601044"/>
                    <a:pt x="263807" y="598325"/>
                  </a:cubicBezTo>
                  <a:cubicBezTo>
                    <a:pt x="266527" y="598325"/>
                    <a:pt x="274686" y="592885"/>
                    <a:pt x="277405" y="592885"/>
                  </a:cubicBezTo>
                  <a:cubicBezTo>
                    <a:pt x="285564" y="587446"/>
                    <a:pt x="288284" y="579287"/>
                    <a:pt x="291004" y="573848"/>
                  </a:cubicBezTo>
                  <a:cubicBezTo>
                    <a:pt x="296443" y="562969"/>
                    <a:pt x="301882" y="554810"/>
                    <a:pt x="307322" y="543931"/>
                  </a:cubicBezTo>
                  <a:cubicBezTo>
                    <a:pt x="315481" y="524894"/>
                    <a:pt x="320920" y="524894"/>
                    <a:pt x="326359" y="481379"/>
                  </a:cubicBezTo>
                  <a:cubicBezTo>
                    <a:pt x="329079" y="456903"/>
                    <a:pt x="334518" y="435145"/>
                    <a:pt x="337238" y="413388"/>
                  </a:cubicBezTo>
                  <a:cubicBezTo>
                    <a:pt x="337238" y="391631"/>
                    <a:pt x="337238" y="369873"/>
                    <a:pt x="337238" y="350836"/>
                  </a:cubicBezTo>
                  <a:cubicBezTo>
                    <a:pt x="337238" y="339957"/>
                    <a:pt x="337238" y="320920"/>
                    <a:pt x="334518" y="296443"/>
                  </a:cubicBezTo>
                  <a:cubicBezTo>
                    <a:pt x="331798" y="269246"/>
                    <a:pt x="329079" y="250209"/>
                    <a:pt x="329079" y="244769"/>
                  </a:cubicBezTo>
                  <a:cubicBezTo>
                    <a:pt x="323640" y="206694"/>
                    <a:pt x="318200" y="174058"/>
                    <a:pt x="307322" y="135983"/>
                  </a:cubicBezTo>
                  <a:cubicBezTo>
                    <a:pt x="304602" y="125105"/>
                    <a:pt x="304602" y="108787"/>
                    <a:pt x="271966" y="78870"/>
                  </a:cubicBezTo>
                  <a:cubicBezTo>
                    <a:pt x="263807" y="73431"/>
                    <a:pt x="233891" y="65272"/>
                    <a:pt x="214853" y="65272"/>
                  </a:cubicBezTo>
                  <a:close/>
                  <a:moveTo>
                    <a:pt x="114226" y="0"/>
                  </a:moveTo>
                  <a:cubicBezTo>
                    <a:pt x="119665" y="0"/>
                    <a:pt x="125105" y="0"/>
                    <a:pt x="127824" y="0"/>
                  </a:cubicBezTo>
                  <a:cubicBezTo>
                    <a:pt x="133264" y="0"/>
                    <a:pt x="141422" y="0"/>
                    <a:pt x="146862" y="2720"/>
                  </a:cubicBezTo>
                  <a:cubicBezTo>
                    <a:pt x="157741" y="5439"/>
                    <a:pt x="165900" y="13598"/>
                    <a:pt x="174059" y="21758"/>
                  </a:cubicBezTo>
                  <a:cubicBezTo>
                    <a:pt x="179498" y="21758"/>
                    <a:pt x="187657" y="21758"/>
                    <a:pt x="193096" y="21758"/>
                  </a:cubicBezTo>
                  <a:cubicBezTo>
                    <a:pt x="212134" y="21758"/>
                    <a:pt x="228452" y="27197"/>
                    <a:pt x="261088" y="27197"/>
                  </a:cubicBezTo>
                  <a:cubicBezTo>
                    <a:pt x="277405" y="27197"/>
                    <a:pt x="293723" y="35356"/>
                    <a:pt x="310042" y="35356"/>
                  </a:cubicBezTo>
                  <a:cubicBezTo>
                    <a:pt x="318200" y="35356"/>
                    <a:pt x="329079" y="35356"/>
                    <a:pt x="334518" y="40795"/>
                  </a:cubicBezTo>
                  <a:cubicBezTo>
                    <a:pt x="342677" y="46234"/>
                    <a:pt x="348117" y="54393"/>
                    <a:pt x="356276" y="59833"/>
                  </a:cubicBezTo>
                  <a:cubicBezTo>
                    <a:pt x="361715" y="65272"/>
                    <a:pt x="369874" y="67992"/>
                    <a:pt x="372593" y="76151"/>
                  </a:cubicBezTo>
                  <a:cubicBezTo>
                    <a:pt x="375313" y="81590"/>
                    <a:pt x="378033" y="89749"/>
                    <a:pt x="380752" y="95188"/>
                  </a:cubicBezTo>
                  <a:cubicBezTo>
                    <a:pt x="386192" y="103347"/>
                    <a:pt x="391631" y="106067"/>
                    <a:pt x="405230" y="114226"/>
                  </a:cubicBezTo>
                  <a:cubicBezTo>
                    <a:pt x="413388" y="119665"/>
                    <a:pt x="410669" y="133263"/>
                    <a:pt x="416108" y="141422"/>
                  </a:cubicBezTo>
                  <a:cubicBezTo>
                    <a:pt x="426987" y="160461"/>
                    <a:pt x="446025" y="182218"/>
                    <a:pt x="451464" y="201256"/>
                  </a:cubicBezTo>
                  <a:cubicBezTo>
                    <a:pt x="456903" y="220293"/>
                    <a:pt x="456903" y="236611"/>
                    <a:pt x="456903" y="252929"/>
                  </a:cubicBezTo>
                  <a:cubicBezTo>
                    <a:pt x="456903" y="266527"/>
                    <a:pt x="456903" y="277406"/>
                    <a:pt x="456903" y="291004"/>
                  </a:cubicBezTo>
                  <a:cubicBezTo>
                    <a:pt x="456903" y="299163"/>
                    <a:pt x="456903" y="307322"/>
                    <a:pt x="459623" y="318201"/>
                  </a:cubicBezTo>
                  <a:cubicBezTo>
                    <a:pt x="459623" y="320921"/>
                    <a:pt x="459623" y="323640"/>
                    <a:pt x="459623" y="326360"/>
                  </a:cubicBezTo>
                  <a:cubicBezTo>
                    <a:pt x="462342" y="331799"/>
                    <a:pt x="459623" y="337238"/>
                    <a:pt x="459623" y="348117"/>
                  </a:cubicBezTo>
                  <a:cubicBezTo>
                    <a:pt x="459623" y="350837"/>
                    <a:pt x="462342" y="361715"/>
                    <a:pt x="462342" y="367155"/>
                  </a:cubicBezTo>
                  <a:cubicBezTo>
                    <a:pt x="462342" y="375314"/>
                    <a:pt x="456903" y="383473"/>
                    <a:pt x="456903" y="391632"/>
                  </a:cubicBezTo>
                  <a:cubicBezTo>
                    <a:pt x="456903" y="399790"/>
                    <a:pt x="456903" y="410669"/>
                    <a:pt x="456903" y="418828"/>
                  </a:cubicBezTo>
                  <a:cubicBezTo>
                    <a:pt x="456903" y="421548"/>
                    <a:pt x="454183" y="429707"/>
                    <a:pt x="451464" y="437866"/>
                  </a:cubicBezTo>
                  <a:cubicBezTo>
                    <a:pt x="448744" y="443305"/>
                    <a:pt x="448744" y="451464"/>
                    <a:pt x="446025" y="454184"/>
                  </a:cubicBezTo>
                  <a:cubicBezTo>
                    <a:pt x="443305" y="462343"/>
                    <a:pt x="440585" y="473221"/>
                    <a:pt x="440585" y="481380"/>
                  </a:cubicBezTo>
                  <a:cubicBezTo>
                    <a:pt x="437865" y="489539"/>
                    <a:pt x="437865" y="500418"/>
                    <a:pt x="432426" y="508577"/>
                  </a:cubicBezTo>
                  <a:cubicBezTo>
                    <a:pt x="429706" y="516736"/>
                    <a:pt x="424267" y="522175"/>
                    <a:pt x="418828" y="530334"/>
                  </a:cubicBezTo>
                  <a:cubicBezTo>
                    <a:pt x="416108" y="535773"/>
                    <a:pt x="413388" y="543932"/>
                    <a:pt x="410669" y="549371"/>
                  </a:cubicBezTo>
                  <a:cubicBezTo>
                    <a:pt x="405230" y="557531"/>
                    <a:pt x="397071" y="573848"/>
                    <a:pt x="391631" y="579288"/>
                  </a:cubicBezTo>
                  <a:cubicBezTo>
                    <a:pt x="369874" y="609204"/>
                    <a:pt x="350836" y="620083"/>
                    <a:pt x="337238" y="630961"/>
                  </a:cubicBezTo>
                  <a:cubicBezTo>
                    <a:pt x="326359" y="639120"/>
                    <a:pt x="315481" y="641840"/>
                    <a:pt x="301883" y="647279"/>
                  </a:cubicBezTo>
                  <a:cubicBezTo>
                    <a:pt x="291004" y="649999"/>
                    <a:pt x="277405" y="652718"/>
                    <a:pt x="263807" y="652718"/>
                  </a:cubicBezTo>
                  <a:cubicBezTo>
                    <a:pt x="252929" y="652718"/>
                    <a:pt x="244770" y="649999"/>
                    <a:pt x="233891" y="649999"/>
                  </a:cubicBezTo>
                  <a:cubicBezTo>
                    <a:pt x="206694" y="649999"/>
                    <a:pt x="217573" y="652718"/>
                    <a:pt x="187657" y="652718"/>
                  </a:cubicBezTo>
                  <a:cubicBezTo>
                    <a:pt x="184937" y="660877"/>
                    <a:pt x="179498" y="666317"/>
                    <a:pt x="171339" y="669036"/>
                  </a:cubicBezTo>
                  <a:cubicBezTo>
                    <a:pt x="165900" y="671756"/>
                    <a:pt x="160460" y="671756"/>
                    <a:pt x="155021" y="671756"/>
                  </a:cubicBezTo>
                  <a:cubicBezTo>
                    <a:pt x="149581" y="671756"/>
                    <a:pt x="144142" y="674476"/>
                    <a:pt x="138703" y="674476"/>
                  </a:cubicBezTo>
                  <a:cubicBezTo>
                    <a:pt x="135983" y="674476"/>
                    <a:pt x="127824" y="677195"/>
                    <a:pt x="125105" y="677195"/>
                  </a:cubicBezTo>
                  <a:cubicBezTo>
                    <a:pt x="116946" y="677195"/>
                    <a:pt x="108787" y="671756"/>
                    <a:pt x="106067" y="671756"/>
                  </a:cubicBezTo>
                  <a:cubicBezTo>
                    <a:pt x="100628" y="669036"/>
                    <a:pt x="95188" y="663597"/>
                    <a:pt x="87029" y="658158"/>
                  </a:cubicBezTo>
                  <a:cubicBezTo>
                    <a:pt x="84310" y="655438"/>
                    <a:pt x="81590" y="655438"/>
                    <a:pt x="81590" y="652718"/>
                  </a:cubicBezTo>
                  <a:cubicBezTo>
                    <a:pt x="73431" y="652718"/>
                    <a:pt x="81590" y="652718"/>
                    <a:pt x="67992" y="652718"/>
                  </a:cubicBezTo>
                  <a:cubicBezTo>
                    <a:pt x="59833" y="652718"/>
                    <a:pt x="51674" y="652718"/>
                    <a:pt x="43515" y="652718"/>
                  </a:cubicBezTo>
                  <a:cubicBezTo>
                    <a:pt x="35356" y="652718"/>
                    <a:pt x="24477" y="652718"/>
                    <a:pt x="16318" y="647279"/>
                  </a:cubicBezTo>
                  <a:cubicBezTo>
                    <a:pt x="8159" y="644559"/>
                    <a:pt x="0" y="636401"/>
                    <a:pt x="0" y="630961"/>
                  </a:cubicBezTo>
                  <a:cubicBezTo>
                    <a:pt x="0" y="625522"/>
                    <a:pt x="0" y="622802"/>
                    <a:pt x="5439" y="620083"/>
                  </a:cubicBezTo>
                  <a:cubicBezTo>
                    <a:pt x="10879" y="617363"/>
                    <a:pt x="21758" y="614643"/>
                    <a:pt x="27197" y="611924"/>
                  </a:cubicBezTo>
                  <a:cubicBezTo>
                    <a:pt x="38076" y="609204"/>
                    <a:pt x="54393" y="609204"/>
                    <a:pt x="65272" y="609204"/>
                  </a:cubicBezTo>
                  <a:cubicBezTo>
                    <a:pt x="65272" y="601045"/>
                    <a:pt x="65272" y="592886"/>
                    <a:pt x="65272" y="584727"/>
                  </a:cubicBezTo>
                  <a:cubicBezTo>
                    <a:pt x="65272" y="541213"/>
                    <a:pt x="62552" y="500418"/>
                    <a:pt x="62552" y="456903"/>
                  </a:cubicBezTo>
                  <a:cubicBezTo>
                    <a:pt x="62552" y="440585"/>
                    <a:pt x="65272" y="397071"/>
                    <a:pt x="65272" y="337238"/>
                  </a:cubicBezTo>
                  <a:cubicBezTo>
                    <a:pt x="65272" y="293724"/>
                    <a:pt x="67992" y="247490"/>
                    <a:pt x="67992" y="203975"/>
                  </a:cubicBezTo>
                  <a:cubicBezTo>
                    <a:pt x="67992" y="179498"/>
                    <a:pt x="67992" y="149582"/>
                    <a:pt x="70712" y="119665"/>
                  </a:cubicBezTo>
                  <a:cubicBezTo>
                    <a:pt x="70712" y="103347"/>
                    <a:pt x="73431" y="84309"/>
                    <a:pt x="73431" y="67992"/>
                  </a:cubicBezTo>
                  <a:cubicBezTo>
                    <a:pt x="73431" y="67992"/>
                    <a:pt x="70712" y="67992"/>
                    <a:pt x="67992" y="67992"/>
                  </a:cubicBezTo>
                  <a:cubicBezTo>
                    <a:pt x="59833" y="67992"/>
                    <a:pt x="51674" y="67992"/>
                    <a:pt x="43515" y="67992"/>
                  </a:cubicBezTo>
                  <a:cubicBezTo>
                    <a:pt x="35356" y="67992"/>
                    <a:pt x="24477" y="67992"/>
                    <a:pt x="16318" y="62552"/>
                  </a:cubicBezTo>
                  <a:cubicBezTo>
                    <a:pt x="8159" y="59833"/>
                    <a:pt x="0" y="51674"/>
                    <a:pt x="0" y="46234"/>
                  </a:cubicBezTo>
                  <a:cubicBezTo>
                    <a:pt x="0" y="43515"/>
                    <a:pt x="0" y="38075"/>
                    <a:pt x="5439" y="35356"/>
                  </a:cubicBezTo>
                  <a:cubicBezTo>
                    <a:pt x="10879" y="32636"/>
                    <a:pt x="21758" y="29916"/>
                    <a:pt x="27197" y="27197"/>
                  </a:cubicBezTo>
                  <a:cubicBezTo>
                    <a:pt x="46234" y="24477"/>
                    <a:pt x="65272" y="21758"/>
                    <a:pt x="76151" y="21758"/>
                  </a:cubicBezTo>
                  <a:cubicBezTo>
                    <a:pt x="76151" y="19038"/>
                    <a:pt x="78871" y="16318"/>
                    <a:pt x="81590" y="13598"/>
                  </a:cubicBezTo>
                  <a:cubicBezTo>
                    <a:pt x="84310" y="10879"/>
                    <a:pt x="92469" y="5439"/>
                    <a:pt x="97908" y="5439"/>
                  </a:cubicBezTo>
                  <a:cubicBezTo>
                    <a:pt x="103347" y="2720"/>
                    <a:pt x="108787" y="0"/>
                    <a:pt x="114226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DACE59F3-2EE9-4012-9B0E-5DB4FD2A2FEB}"/>
                </a:ext>
              </a:extLst>
            </p:cNvPr>
            <p:cNvSpPr/>
            <p:nvPr/>
          </p:nvSpPr>
          <p:spPr>
            <a:xfrm>
              <a:off x="7310622" y="4197597"/>
              <a:ext cx="489539" cy="761503"/>
            </a:xfrm>
            <a:custGeom>
              <a:avLst/>
              <a:gdLst>
                <a:gd name="connsiteX0" fmla="*/ 433491 w 489538"/>
                <a:gd name="connsiteY0" fmla="*/ 651063 h 761503"/>
                <a:gd name="connsiteX1" fmla="*/ 438930 w 489538"/>
                <a:gd name="connsiteY1" fmla="*/ 661942 h 761503"/>
                <a:gd name="connsiteX2" fmla="*/ 425332 w 489538"/>
                <a:gd name="connsiteY2" fmla="*/ 683699 h 761503"/>
                <a:gd name="connsiteX3" fmla="*/ 400855 w 489538"/>
                <a:gd name="connsiteY3" fmla="*/ 691858 h 761503"/>
                <a:gd name="connsiteX4" fmla="*/ 343742 w 489538"/>
                <a:gd name="connsiteY4" fmla="*/ 700017 h 761503"/>
                <a:gd name="connsiteX5" fmla="*/ 316546 w 489538"/>
                <a:gd name="connsiteY5" fmla="*/ 705456 h 761503"/>
                <a:gd name="connsiteX6" fmla="*/ 275751 w 489538"/>
                <a:gd name="connsiteY6" fmla="*/ 705456 h 761503"/>
                <a:gd name="connsiteX7" fmla="*/ 264872 w 489538"/>
                <a:gd name="connsiteY7" fmla="*/ 708176 h 761503"/>
                <a:gd name="connsiteX8" fmla="*/ 253994 w 489538"/>
                <a:gd name="connsiteY8" fmla="*/ 708176 h 761503"/>
                <a:gd name="connsiteX9" fmla="*/ 240395 w 489538"/>
                <a:gd name="connsiteY9" fmla="*/ 719054 h 761503"/>
                <a:gd name="connsiteX10" fmla="*/ 224077 w 489538"/>
                <a:gd name="connsiteY10" fmla="*/ 721774 h 761503"/>
                <a:gd name="connsiteX11" fmla="*/ 205040 w 489538"/>
                <a:gd name="connsiteY11" fmla="*/ 724494 h 761503"/>
                <a:gd name="connsiteX12" fmla="*/ 191441 w 489538"/>
                <a:gd name="connsiteY12" fmla="*/ 727213 h 761503"/>
                <a:gd name="connsiteX13" fmla="*/ 169684 w 489538"/>
                <a:gd name="connsiteY13" fmla="*/ 721774 h 761503"/>
                <a:gd name="connsiteX14" fmla="*/ 150646 w 489538"/>
                <a:gd name="connsiteY14" fmla="*/ 708176 h 761503"/>
                <a:gd name="connsiteX15" fmla="*/ 139768 w 489538"/>
                <a:gd name="connsiteY15" fmla="*/ 708176 h 761503"/>
                <a:gd name="connsiteX16" fmla="*/ 120730 w 489538"/>
                <a:gd name="connsiteY16" fmla="*/ 708176 h 761503"/>
                <a:gd name="connsiteX17" fmla="*/ 98973 w 489538"/>
                <a:gd name="connsiteY17" fmla="*/ 708176 h 761503"/>
                <a:gd name="connsiteX18" fmla="*/ 74496 w 489538"/>
                <a:gd name="connsiteY18" fmla="*/ 702736 h 761503"/>
                <a:gd name="connsiteX19" fmla="*/ 58178 w 489538"/>
                <a:gd name="connsiteY19" fmla="*/ 683699 h 761503"/>
                <a:gd name="connsiteX20" fmla="*/ 63617 w 489538"/>
                <a:gd name="connsiteY20" fmla="*/ 675540 h 761503"/>
                <a:gd name="connsiteX21" fmla="*/ 85375 w 489538"/>
                <a:gd name="connsiteY21" fmla="*/ 667381 h 761503"/>
                <a:gd name="connsiteX22" fmla="*/ 128889 w 489538"/>
                <a:gd name="connsiteY22" fmla="*/ 661942 h 761503"/>
                <a:gd name="connsiteX23" fmla="*/ 128889 w 489538"/>
                <a:gd name="connsiteY23" fmla="*/ 602109 h 761503"/>
                <a:gd name="connsiteX24" fmla="*/ 126170 w 489538"/>
                <a:gd name="connsiteY24" fmla="*/ 523239 h 761503"/>
                <a:gd name="connsiteX25" fmla="*/ 126170 w 489538"/>
                <a:gd name="connsiteY25" fmla="*/ 468846 h 761503"/>
                <a:gd name="connsiteX26" fmla="*/ 123450 w 489538"/>
                <a:gd name="connsiteY26" fmla="*/ 409014 h 761503"/>
                <a:gd name="connsiteX27" fmla="*/ 123450 w 489538"/>
                <a:gd name="connsiteY27" fmla="*/ 384537 h 761503"/>
                <a:gd name="connsiteX28" fmla="*/ 126170 w 489538"/>
                <a:gd name="connsiteY28" fmla="*/ 349181 h 761503"/>
                <a:gd name="connsiteX29" fmla="*/ 126170 w 489538"/>
                <a:gd name="connsiteY29" fmla="*/ 324704 h 761503"/>
                <a:gd name="connsiteX30" fmla="*/ 128889 w 489538"/>
                <a:gd name="connsiteY30" fmla="*/ 292068 h 761503"/>
                <a:gd name="connsiteX31" fmla="*/ 134329 w 489538"/>
                <a:gd name="connsiteY31" fmla="*/ 234956 h 761503"/>
                <a:gd name="connsiteX32" fmla="*/ 134329 w 489538"/>
                <a:gd name="connsiteY32" fmla="*/ 172404 h 761503"/>
                <a:gd name="connsiteX33" fmla="*/ 137048 w 489538"/>
                <a:gd name="connsiteY33" fmla="*/ 123450 h 761503"/>
                <a:gd name="connsiteX34" fmla="*/ 123450 w 489538"/>
                <a:gd name="connsiteY34" fmla="*/ 123450 h 761503"/>
                <a:gd name="connsiteX35" fmla="*/ 101693 w 489538"/>
                <a:gd name="connsiteY35" fmla="*/ 123450 h 761503"/>
                <a:gd name="connsiteX36" fmla="*/ 77216 w 489538"/>
                <a:gd name="connsiteY36" fmla="*/ 118011 h 761503"/>
                <a:gd name="connsiteX37" fmla="*/ 60898 w 489538"/>
                <a:gd name="connsiteY37" fmla="*/ 98973 h 761503"/>
                <a:gd name="connsiteX38" fmla="*/ 66337 w 489538"/>
                <a:gd name="connsiteY38" fmla="*/ 90814 h 761503"/>
                <a:gd name="connsiteX39" fmla="*/ 88094 w 489538"/>
                <a:gd name="connsiteY39" fmla="*/ 82655 h 761503"/>
                <a:gd name="connsiteX40" fmla="*/ 145207 w 489538"/>
                <a:gd name="connsiteY40" fmla="*/ 77216 h 761503"/>
                <a:gd name="connsiteX41" fmla="*/ 145207 w 489538"/>
                <a:gd name="connsiteY41" fmla="*/ 77216 h 761503"/>
                <a:gd name="connsiteX42" fmla="*/ 153366 w 489538"/>
                <a:gd name="connsiteY42" fmla="*/ 69057 h 761503"/>
                <a:gd name="connsiteX43" fmla="*/ 177843 w 489538"/>
                <a:gd name="connsiteY43" fmla="*/ 60898 h 761503"/>
                <a:gd name="connsiteX44" fmla="*/ 196881 w 489538"/>
                <a:gd name="connsiteY44" fmla="*/ 58178 h 761503"/>
                <a:gd name="connsiteX45" fmla="*/ 205040 w 489538"/>
                <a:gd name="connsiteY45" fmla="*/ 58178 h 761503"/>
                <a:gd name="connsiteX46" fmla="*/ 215919 w 489538"/>
                <a:gd name="connsiteY46" fmla="*/ 63617 h 761503"/>
                <a:gd name="connsiteX47" fmla="*/ 229517 w 489538"/>
                <a:gd name="connsiteY47" fmla="*/ 69057 h 761503"/>
                <a:gd name="connsiteX48" fmla="*/ 256713 w 489538"/>
                <a:gd name="connsiteY48" fmla="*/ 77216 h 761503"/>
                <a:gd name="connsiteX49" fmla="*/ 264872 w 489538"/>
                <a:gd name="connsiteY49" fmla="*/ 77216 h 761503"/>
                <a:gd name="connsiteX50" fmla="*/ 281190 w 489538"/>
                <a:gd name="connsiteY50" fmla="*/ 77216 h 761503"/>
                <a:gd name="connsiteX51" fmla="*/ 330144 w 489538"/>
                <a:gd name="connsiteY51" fmla="*/ 77216 h 761503"/>
                <a:gd name="connsiteX52" fmla="*/ 357341 w 489538"/>
                <a:gd name="connsiteY52" fmla="*/ 79935 h 761503"/>
                <a:gd name="connsiteX53" fmla="*/ 387257 w 489538"/>
                <a:gd name="connsiteY53" fmla="*/ 82655 h 761503"/>
                <a:gd name="connsiteX54" fmla="*/ 406295 w 489538"/>
                <a:gd name="connsiteY54" fmla="*/ 85375 h 761503"/>
                <a:gd name="connsiteX55" fmla="*/ 417173 w 489538"/>
                <a:gd name="connsiteY55" fmla="*/ 79935 h 761503"/>
                <a:gd name="connsiteX56" fmla="*/ 425332 w 489538"/>
                <a:gd name="connsiteY56" fmla="*/ 85375 h 761503"/>
                <a:gd name="connsiteX57" fmla="*/ 433491 w 489538"/>
                <a:gd name="connsiteY57" fmla="*/ 104412 h 761503"/>
                <a:gd name="connsiteX58" fmla="*/ 436211 w 489538"/>
                <a:gd name="connsiteY58" fmla="*/ 137048 h 761503"/>
                <a:gd name="connsiteX59" fmla="*/ 438930 w 489538"/>
                <a:gd name="connsiteY59" fmla="*/ 183282 h 761503"/>
                <a:gd name="connsiteX60" fmla="*/ 422612 w 489538"/>
                <a:gd name="connsiteY60" fmla="*/ 218638 h 761503"/>
                <a:gd name="connsiteX61" fmla="*/ 406295 w 489538"/>
                <a:gd name="connsiteY61" fmla="*/ 213198 h 761503"/>
                <a:gd name="connsiteX62" fmla="*/ 398136 w 489538"/>
                <a:gd name="connsiteY62" fmla="*/ 196881 h 761503"/>
                <a:gd name="connsiteX63" fmla="*/ 395416 w 489538"/>
                <a:gd name="connsiteY63" fmla="*/ 175123 h 761503"/>
                <a:gd name="connsiteX64" fmla="*/ 395416 w 489538"/>
                <a:gd name="connsiteY64" fmla="*/ 153366 h 761503"/>
                <a:gd name="connsiteX65" fmla="*/ 395416 w 489538"/>
                <a:gd name="connsiteY65" fmla="*/ 126170 h 761503"/>
                <a:gd name="connsiteX66" fmla="*/ 370939 w 489538"/>
                <a:gd name="connsiteY66" fmla="*/ 128889 h 761503"/>
                <a:gd name="connsiteX67" fmla="*/ 338303 w 489538"/>
                <a:gd name="connsiteY67" fmla="*/ 131609 h 761503"/>
                <a:gd name="connsiteX68" fmla="*/ 286629 w 489538"/>
                <a:gd name="connsiteY68" fmla="*/ 134328 h 761503"/>
                <a:gd name="connsiteX69" fmla="*/ 273031 w 489538"/>
                <a:gd name="connsiteY69" fmla="*/ 137048 h 761503"/>
                <a:gd name="connsiteX70" fmla="*/ 262153 w 489538"/>
                <a:gd name="connsiteY70" fmla="*/ 142487 h 761503"/>
                <a:gd name="connsiteX71" fmla="*/ 259433 w 489538"/>
                <a:gd name="connsiteY71" fmla="*/ 153366 h 761503"/>
                <a:gd name="connsiteX72" fmla="*/ 262153 w 489538"/>
                <a:gd name="connsiteY72" fmla="*/ 166964 h 761503"/>
                <a:gd name="connsiteX73" fmla="*/ 262153 w 489538"/>
                <a:gd name="connsiteY73" fmla="*/ 196881 h 761503"/>
                <a:gd name="connsiteX74" fmla="*/ 262153 w 489538"/>
                <a:gd name="connsiteY74" fmla="*/ 215918 h 761503"/>
                <a:gd name="connsiteX75" fmla="*/ 262153 w 489538"/>
                <a:gd name="connsiteY75" fmla="*/ 251274 h 761503"/>
                <a:gd name="connsiteX76" fmla="*/ 259433 w 489538"/>
                <a:gd name="connsiteY76" fmla="*/ 278470 h 761503"/>
                <a:gd name="connsiteX77" fmla="*/ 259433 w 489538"/>
                <a:gd name="connsiteY77" fmla="*/ 308386 h 761503"/>
                <a:gd name="connsiteX78" fmla="*/ 259433 w 489538"/>
                <a:gd name="connsiteY78" fmla="*/ 321985 h 761503"/>
                <a:gd name="connsiteX79" fmla="*/ 259433 w 489538"/>
                <a:gd name="connsiteY79" fmla="*/ 332863 h 761503"/>
                <a:gd name="connsiteX80" fmla="*/ 267592 w 489538"/>
                <a:gd name="connsiteY80" fmla="*/ 335583 h 761503"/>
                <a:gd name="connsiteX81" fmla="*/ 281190 w 489538"/>
                <a:gd name="connsiteY81" fmla="*/ 335583 h 761503"/>
                <a:gd name="connsiteX82" fmla="*/ 327424 w 489538"/>
                <a:gd name="connsiteY82" fmla="*/ 338303 h 761503"/>
                <a:gd name="connsiteX83" fmla="*/ 351901 w 489538"/>
                <a:gd name="connsiteY83" fmla="*/ 341022 h 761503"/>
                <a:gd name="connsiteX84" fmla="*/ 351901 w 489538"/>
                <a:gd name="connsiteY84" fmla="*/ 335583 h 761503"/>
                <a:gd name="connsiteX85" fmla="*/ 351901 w 489538"/>
                <a:gd name="connsiteY85" fmla="*/ 313826 h 761503"/>
                <a:gd name="connsiteX86" fmla="*/ 357341 w 489538"/>
                <a:gd name="connsiteY86" fmla="*/ 289349 h 761503"/>
                <a:gd name="connsiteX87" fmla="*/ 373658 w 489538"/>
                <a:gd name="connsiteY87" fmla="*/ 273031 h 761503"/>
                <a:gd name="connsiteX88" fmla="*/ 381817 w 489538"/>
                <a:gd name="connsiteY88" fmla="*/ 278470 h 761503"/>
                <a:gd name="connsiteX89" fmla="*/ 389977 w 489538"/>
                <a:gd name="connsiteY89" fmla="*/ 300228 h 761503"/>
                <a:gd name="connsiteX90" fmla="*/ 395416 w 489538"/>
                <a:gd name="connsiteY90" fmla="*/ 351901 h 761503"/>
                <a:gd name="connsiteX91" fmla="*/ 398136 w 489538"/>
                <a:gd name="connsiteY91" fmla="*/ 409014 h 761503"/>
                <a:gd name="connsiteX92" fmla="*/ 381817 w 489538"/>
                <a:gd name="connsiteY92" fmla="*/ 444369 h 761503"/>
                <a:gd name="connsiteX93" fmla="*/ 365500 w 489538"/>
                <a:gd name="connsiteY93" fmla="*/ 438930 h 761503"/>
                <a:gd name="connsiteX94" fmla="*/ 357341 w 489538"/>
                <a:gd name="connsiteY94" fmla="*/ 422612 h 761503"/>
                <a:gd name="connsiteX95" fmla="*/ 354621 w 489538"/>
                <a:gd name="connsiteY95" fmla="*/ 400855 h 761503"/>
                <a:gd name="connsiteX96" fmla="*/ 354621 w 489538"/>
                <a:gd name="connsiteY96" fmla="*/ 381817 h 761503"/>
                <a:gd name="connsiteX97" fmla="*/ 270312 w 489538"/>
                <a:gd name="connsiteY97" fmla="*/ 381817 h 761503"/>
                <a:gd name="connsiteX98" fmla="*/ 256713 w 489538"/>
                <a:gd name="connsiteY98" fmla="*/ 395415 h 761503"/>
                <a:gd name="connsiteX99" fmla="*/ 253994 w 489538"/>
                <a:gd name="connsiteY99" fmla="*/ 422612 h 761503"/>
                <a:gd name="connsiteX100" fmla="*/ 253994 w 489538"/>
                <a:gd name="connsiteY100" fmla="*/ 433490 h 761503"/>
                <a:gd name="connsiteX101" fmla="*/ 253994 w 489538"/>
                <a:gd name="connsiteY101" fmla="*/ 449809 h 761503"/>
                <a:gd name="connsiteX102" fmla="*/ 256713 w 489538"/>
                <a:gd name="connsiteY102" fmla="*/ 474285 h 761503"/>
                <a:gd name="connsiteX103" fmla="*/ 256713 w 489538"/>
                <a:gd name="connsiteY103" fmla="*/ 496043 h 761503"/>
                <a:gd name="connsiteX104" fmla="*/ 259433 w 489538"/>
                <a:gd name="connsiteY104" fmla="*/ 534118 h 761503"/>
                <a:gd name="connsiteX105" fmla="*/ 259433 w 489538"/>
                <a:gd name="connsiteY105" fmla="*/ 591231 h 761503"/>
                <a:gd name="connsiteX106" fmla="*/ 262153 w 489538"/>
                <a:gd name="connsiteY106" fmla="*/ 618427 h 761503"/>
                <a:gd name="connsiteX107" fmla="*/ 267592 w 489538"/>
                <a:gd name="connsiteY107" fmla="*/ 648343 h 761503"/>
                <a:gd name="connsiteX108" fmla="*/ 292069 w 489538"/>
                <a:gd name="connsiteY108" fmla="*/ 651063 h 761503"/>
                <a:gd name="connsiteX109" fmla="*/ 327424 w 489538"/>
                <a:gd name="connsiteY109" fmla="*/ 651063 h 761503"/>
                <a:gd name="connsiteX110" fmla="*/ 362780 w 489538"/>
                <a:gd name="connsiteY110" fmla="*/ 653783 h 761503"/>
                <a:gd name="connsiteX111" fmla="*/ 395416 w 489538"/>
                <a:gd name="connsiteY111" fmla="*/ 648343 h 761503"/>
                <a:gd name="connsiteX112" fmla="*/ 395416 w 489538"/>
                <a:gd name="connsiteY112" fmla="*/ 618427 h 761503"/>
                <a:gd name="connsiteX113" fmla="*/ 395416 w 489538"/>
                <a:gd name="connsiteY113" fmla="*/ 596670 h 761503"/>
                <a:gd name="connsiteX114" fmla="*/ 398136 w 489538"/>
                <a:gd name="connsiteY114" fmla="*/ 574913 h 761503"/>
                <a:gd name="connsiteX115" fmla="*/ 406295 w 489538"/>
                <a:gd name="connsiteY115" fmla="*/ 558595 h 761503"/>
                <a:gd name="connsiteX116" fmla="*/ 422612 w 489538"/>
                <a:gd name="connsiteY116" fmla="*/ 553155 h 761503"/>
                <a:gd name="connsiteX117" fmla="*/ 438930 w 489538"/>
                <a:gd name="connsiteY117" fmla="*/ 588511 h 761503"/>
                <a:gd name="connsiteX118" fmla="*/ 436211 w 489538"/>
                <a:gd name="connsiteY118" fmla="*/ 645624 h 761503"/>
                <a:gd name="connsiteX119" fmla="*/ 433491 w 489538"/>
                <a:gd name="connsiteY119" fmla="*/ 651063 h 761503"/>
                <a:gd name="connsiteX120" fmla="*/ 433491 w 489538"/>
                <a:gd name="connsiteY120" fmla="*/ 651063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</a:cxnLst>
              <a:rect l="l" t="t" r="r" b="b"/>
              <a:pathLst>
                <a:path w="489538" h="761503">
                  <a:moveTo>
                    <a:pt x="433491" y="651063"/>
                  </a:moveTo>
                  <a:cubicBezTo>
                    <a:pt x="436211" y="653783"/>
                    <a:pt x="438930" y="656502"/>
                    <a:pt x="438930" y="661942"/>
                  </a:cubicBezTo>
                  <a:cubicBezTo>
                    <a:pt x="438930" y="670101"/>
                    <a:pt x="433491" y="678259"/>
                    <a:pt x="425332" y="683699"/>
                  </a:cubicBezTo>
                  <a:cubicBezTo>
                    <a:pt x="417173" y="689138"/>
                    <a:pt x="409014" y="689138"/>
                    <a:pt x="400855" y="691858"/>
                  </a:cubicBezTo>
                  <a:cubicBezTo>
                    <a:pt x="381817" y="694578"/>
                    <a:pt x="362780" y="694578"/>
                    <a:pt x="343742" y="700017"/>
                  </a:cubicBezTo>
                  <a:cubicBezTo>
                    <a:pt x="335583" y="702736"/>
                    <a:pt x="324705" y="702736"/>
                    <a:pt x="316546" y="705456"/>
                  </a:cubicBezTo>
                  <a:cubicBezTo>
                    <a:pt x="308387" y="705456"/>
                    <a:pt x="289349" y="705456"/>
                    <a:pt x="275751" y="705456"/>
                  </a:cubicBezTo>
                  <a:cubicBezTo>
                    <a:pt x="270312" y="705456"/>
                    <a:pt x="267592" y="708176"/>
                    <a:pt x="264872" y="708176"/>
                  </a:cubicBezTo>
                  <a:cubicBezTo>
                    <a:pt x="264872" y="708176"/>
                    <a:pt x="259433" y="708176"/>
                    <a:pt x="253994" y="708176"/>
                  </a:cubicBezTo>
                  <a:cubicBezTo>
                    <a:pt x="251274" y="713615"/>
                    <a:pt x="245835" y="716335"/>
                    <a:pt x="240395" y="719054"/>
                  </a:cubicBezTo>
                  <a:cubicBezTo>
                    <a:pt x="234956" y="721774"/>
                    <a:pt x="229517" y="721774"/>
                    <a:pt x="224077" y="721774"/>
                  </a:cubicBezTo>
                  <a:cubicBezTo>
                    <a:pt x="218638" y="721774"/>
                    <a:pt x="213199" y="724494"/>
                    <a:pt x="205040" y="724494"/>
                  </a:cubicBezTo>
                  <a:cubicBezTo>
                    <a:pt x="202320" y="724494"/>
                    <a:pt x="194161" y="727213"/>
                    <a:pt x="191441" y="727213"/>
                  </a:cubicBezTo>
                  <a:cubicBezTo>
                    <a:pt x="183282" y="727213"/>
                    <a:pt x="172404" y="721774"/>
                    <a:pt x="169684" y="721774"/>
                  </a:cubicBezTo>
                  <a:cubicBezTo>
                    <a:pt x="164245" y="719054"/>
                    <a:pt x="156086" y="713615"/>
                    <a:pt x="150646" y="708176"/>
                  </a:cubicBezTo>
                  <a:cubicBezTo>
                    <a:pt x="145207" y="708176"/>
                    <a:pt x="139768" y="708176"/>
                    <a:pt x="139768" y="708176"/>
                  </a:cubicBezTo>
                  <a:cubicBezTo>
                    <a:pt x="126170" y="708176"/>
                    <a:pt x="137048" y="708176"/>
                    <a:pt x="120730" y="708176"/>
                  </a:cubicBezTo>
                  <a:cubicBezTo>
                    <a:pt x="112571" y="708176"/>
                    <a:pt x="104412" y="708176"/>
                    <a:pt x="98973" y="708176"/>
                  </a:cubicBezTo>
                  <a:cubicBezTo>
                    <a:pt x="90814" y="708176"/>
                    <a:pt x="79936" y="708176"/>
                    <a:pt x="74496" y="702736"/>
                  </a:cubicBezTo>
                  <a:cubicBezTo>
                    <a:pt x="66337" y="700017"/>
                    <a:pt x="58178" y="689138"/>
                    <a:pt x="58178" y="683699"/>
                  </a:cubicBezTo>
                  <a:cubicBezTo>
                    <a:pt x="58178" y="680979"/>
                    <a:pt x="58178" y="678259"/>
                    <a:pt x="63617" y="675540"/>
                  </a:cubicBezTo>
                  <a:cubicBezTo>
                    <a:pt x="69057" y="672820"/>
                    <a:pt x="77216" y="670101"/>
                    <a:pt x="85375" y="667381"/>
                  </a:cubicBezTo>
                  <a:cubicBezTo>
                    <a:pt x="98973" y="664661"/>
                    <a:pt x="115291" y="664661"/>
                    <a:pt x="128889" y="661942"/>
                  </a:cubicBezTo>
                  <a:cubicBezTo>
                    <a:pt x="128889" y="645624"/>
                    <a:pt x="128889" y="623866"/>
                    <a:pt x="128889" y="602109"/>
                  </a:cubicBezTo>
                  <a:cubicBezTo>
                    <a:pt x="128889" y="566754"/>
                    <a:pt x="128889" y="531398"/>
                    <a:pt x="126170" y="523239"/>
                  </a:cubicBezTo>
                  <a:cubicBezTo>
                    <a:pt x="126170" y="517800"/>
                    <a:pt x="126170" y="487884"/>
                    <a:pt x="126170" y="468846"/>
                  </a:cubicBezTo>
                  <a:cubicBezTo>
                    <a:pt x="126170" y="449809"/>
                    <a:pt x="123450" y="430771"/>
                    <a:pt x="123450" y="409014"/>
                  </a:cubicBezTo>
                  <a:cubicBezTo>
                    <a:pt x="123450" y="400855"/>
                    <a:pt x="123450" y="392696"/>
                    <a:pt x="123450" y="384537"/>
                  </a:cubicBezTo>
                  <a:cubicBezTo>
                    <a:pt x="123450" y="373658"/>
                    <a:pt x="126170" y="360060"/>
                    <a:pt x="126170" y="349181"/>
                  </a:cubicBezTo>
                  <a:cubicBezTo>
                    <a:pt x="126170" y="341022"/>
                    <a:pt x="126170" y="332863"/>
                    <a:pt x="126170" y="324704"/>
                  </a:cubicBezTo>
                  <a:cubicBezTo>
                    <a:pt x="126170" y="313826"/>
                    <a:pt x="126170" y="302947"/>
                    <a:pt x="128889" y="292068"/>
                  </a:cubicBezTo>
                  <a:cubicBezTo>
                    <a:pt x="131609" y="273031"/>
                    <a:pt x="134329" y="253993"/>
                    <a:pt x="134329" y="234956"/>
                  </a:cubicBezTo>
                  <a:cubicBezTo>
                    <a:pt x="134329" y="213198"/>
                    <a:pt x="134329" y="191441"/>
                    <a:pt x="134329" y="172404"/>
                  </a:cubicBezTo>
                  <a:cubicBezTo>
                    <a:pt x="134329" y="156086"/>
                    <a:pt x="134329" y="139768"/>
                    <a:pt x="137048" y="123450"/>
                  </a:cubicBezTo>
                  <a:cubicBezTo>
                    <a:pt x="131609" y="123450"/>
                    <a:pt x="134329" y="123450"/>
                    <a:pt x="123450" y="123450"/>
                  </a:cubicBezTo>
                  <a:cubicBezTo>
                    <a:pt x="115291" y="123450"/>
                    <a:pt x="107132" y="123450"/>
                    <a:pt x="101693" y="123450"/>
                  </a:cubicBezTo>
                  <a:cubicBezTo>
                    <a:pt x="93534" y="123450"/>
                    <a:pt x="82655" y="123450"/>
                    <a:pt x="77216" y="118011"/>
                  </a:cubicBezTo>
                  <a:cubicBezTo>
                    <a:pt x="69057" y="115291"/>
                    <a:pt x="60898" y="101693"/>
                    <a:pt x="60898" y="98973"/>
                  </a:cubicBezTo>
                  <a:cubicBezTo>
                    <a:pt x="60898" y="96253"/>
                    <a:pt x="60898" y="93534"/>
                    <a:pt x="66337" y="90814"/>
                  </a:cubicBezTo>
                  <a:cubicBezTo>
                    <a:pt x="71777" y="88094"/>
                    <a:pt x="79936" y="85375"/>
                    <a:pt x="88094" y="82655"/>
                  </a:cubicBezTo>
                  <a:cubicBezTo>
                    <a:pt x="104412" y="79935"/>
                    <a:pt x="131609" y="77216"/>
                    <a:pt x="145207" y="77216"/>
                  </a:cubicBezTo>
                  <a:cubicBezTo>
                    <a:pt x="145207" y="77216"/>
                    <a:pt x="145207" y="77216"/>
                    <a:pt x="145207" y="77216"/>
                  </a:cubicBezTo>
                  <a:cubicBezTo>
                    <a:pt x="145207" y="74496"/>
                    <a:pt x="150646" y="71776"/>
                    <a:pt x="153366" y="69057"/>
                  </a:cubicBezTo>
                  <a:cubicBezTo>
                    <a:pt x="161525" y="63617"/>
                    <a:pt x="169684" y="63617"/>
                    <a:pt x="177843" y="60898"/>
                  </a:cubicBezTo>
                  <a:cubicBezTo>
                    <a:pt x="183282" y="58178"/>
                    <a:pt x="191441" y="58178"/>
                    <a:pt x="196881" y="58178"/>
                  </a:cubicBezTo>
                  <a:cubicBezTo>
                    <a:pt x="199600" y="58178"/>
                    <a:pt x="202320" y="58178"/>
                    <a:pt x="205040" y="58178"/>
                  </a:cubicBezTo>
                  <a:cubicBezTo>
                    <a:pt x="207759" y="58178"/>
                    <a:pt x="213199" y="60898"/>
                    <a:pt x="215919" y="63617"/>
                  </a:cubicBezTo>
                  <a:cubicBezTo>
                    <a:pt x="221358" y="66337"/>
                    <a:pt x="224077" y="66337"/>
                    <a:pt x="229517" y="69057"/>
                  </a:cubicBezTo>
                  <a:cubicBezTo>
                    <a:pt x="237675" y="71776"/>
                    <a:pt x="245835" y="77216"/>
                    <a:pt x="256713" y="77216"/>
                  </a:cubicBezTo>
                  <a:cubicBezTo>
                    <a:pt x="259433" y="77216"/>
                    <a:pt x="262153" y="77216"/>
                    <a:pt x="264872" y="77216"/>
                  </a:cubicBezTo>
                  <a:cubicBezTo>
                    <a:pt x="270312" y="77216"/>
                    <a:pt x="275751" y="77216"/>
                    <a:pt x="281190" y="77216"/>
                  </a:cubicBezTo>
                  <a:cubicBezTo>
                    <a:pt x="292069" y="77216"/>
                    <a:pt x="321985" y="77216"/>
                    <a:pt x="330144" y="77216"/>
                  </a:cubicBezTo>
                  <a:cubicBezTo>
                    <a:pt x="338303" y="77216"/>
                    <a:pt x="349182" y="77216"/>
                    <a:pt x="357341" y="79935"/>
                  </a:cubicBezTo>
                  <a:cubicBezTo>
                    <a:pt x="368219" y="79935"/>
                    <a:pt x="379098" y="82655"/>
                    <a:pt x="387257" y="82655"/>
                  </a:cubicBezTo>
                  <a:cubicBezTo>
                    <a:pt x="392696" y="82655"/>
                    <a:pt x="400855" y="85375"/>
                    <a:pt x="406295" y="85375"/>
                  </a:cubicBezTo>
                  <a:cubicBezTo>
                    <a:pt x="409014" y="82655"/>
                    <a:pt x="414453" y="79935"/>
                    <a:pt x="417173" y="79935"/>
                  </a:cubicBezTo>
                  <a:cubicBezTo>
                    <a:pt x="419893" y="79935"/>
                    <a:pt x="422612" y="79935"/>
                    <a:pt x="425332" y="85375"/>
                  </a:cubicBezTo>
                  <a:cubicBezTo>
                    <a:pt x="428052" y="90814"/>
                    <a:pt x="433491" y="98973"/>
                    <a:pt x="433491" y="104412"/>
                  </a:cubicBezTo>
                  <a:cubicBezTo>
                    <a:pt x="436211" y="131609"/>
                    <a:pt x="436211" y="120730"/>
                    <a:pt x="436211" y="137048"/>
                  </a:cubicBezTo>
                  <a:cubicBezTo>
                    <a:pt x="438930" y="158805"/>
                    <a:pt x="438930" y="158805"/>
                    <a:pt x="438930" y="183282"/>
                  </a:cubicBezTo>
                  <a:cubicBezTo>
                    <a:pt x="438930" y="194161"/>
                    <a:pt x="438930" y="218638"/>
                    <a:pt x="422612" y="218638"/>
                  </a:cubicBezTo>
                  <a:cubicBezTo>
                    <a:pt x="414453" y="218638"/>
                    <a:pt x="411734" y="215918"/>
                    <a:pt x="406295" y="213198"/>
                  </a:cubicBezTo>
                  <a:cubicBezTo>
                    <a:pt x="400855" y="210479"/>
                    <a:pt x="398136" y="202320"/>
                    <a:pt x="398136" y="196881"/>
                  </a:cubicBezTo>
                  <a:cubicBezTo>
                    <a:pt x="395416" y="188722"/>
                    <a:pt x="395416" y="183282"/>
                    <a:pt x="395416" y="175123"/>
                  </a:cubicBezTo>
                  <a:cubicBezTo>
                    <a:pt x="395416" y="169684"/>
                    <a:pt x="395416" y="164245"/>
                    <a:pt x="395416" y="153366"/>
                  </a:cubicBezTo>
                  <a:cubicBezTo>
                    <a:pt x="395416" y="145207"/>
                    <a:pt x="395416" y="134328"/>
                    <a:pt x="395416" y="126170"/>
                  </a:cubicBezTo>
                  <a:cubicBezTo>
                    <a:pt x="387257" y="128889"/>
                    <a:pt x="379098" y="128889"/>
                    <a:pt x="370939" y="128889"/>
                  </a:cubicBezTo>
                  <a:cubicBezTo>
                    <a:pt x="360060" y="128889"/>
                    <a:pt x="349182" y="128889"/>
                    <a:pt x="338303" y="131609"/>
                  </a:cubicBezTo>
                  <a:cubicBezTo>
                    <a:pt x="327424" y="131609"/>
                    <a:pt x="319265" y="134328"/>
                    <a:pt x="286629" y="134328"/>
                  </a:cubicBezTo>
                  <a:cubicBezTo>
                    <a:pt x="281190" y="134328"/>
                    <a:pt x="278470" y="134328"/>
                    <a:pt x="273031" y="137048"/>
                  </a:cubicBezTo>
                  <a:cubicBezTo>
                    <a:pt x="270312" y="137048"/>
                    <a:pt x="264872" y="137048"/>
                    <a:pt x="262153" y="142487"/>
                  </a:cubicBezTo>
                  <a:cubicBezTo>
                    <a:pt x="259433" y="145207"/>
                    <a:pt x="259433" y="150647"/>
                    <a:pt x="259433" y="153366"/>
                  </a:cubicBezTo>
                  <a:cubicBezTo>
                    <a:pt x="259433" y="158805"/>
                    <a:pt x="259433" y="164245"/>
                    <a:pt x="262153" y="166964"/>
                  </a:cubicBezTo>
                  <a:cubicBezTo>
                    <a:pt x="262153" y="177843"/>
                    <a:pt x="262153" y="186002"/>
                    <a:pt x="262153" y="196881"/>
                  </a:cubicBezTo>
                  <a:cubicBezTo>
                    <a:pt x="262153" y="202320"/>
                    <a:pt x="262153" y="210479"/>
                    <a:pt x="262153" y="215918"/>
                  </a:cubicBezTo>
                  <a:cubicBezTo>
                    <a:pt x="262153" y="229516"/>
                    <a:pt x="262153" y="240395"/>
                    <a:pt x="262153" y="251274"/>
                  </a:cubicBezTo>
                  <a:cubicBezTo>
                    <a:pt x="262153" y="259433"/>
                    <a:pt x="259433" y="270311"/>
                    <a:pt x="259433" y="278470"/>
                  </a:cubicBezTo>
                  <a:cubicBezTo>
                    <a:pt x="259433" y="289349"/>
                    <a:pt x="259433" y="297508"/>
                    <a:pt x="259433" y="308386"/>
                  </a:cubicBezTo>
                  <a:cubicBezTo>
                    <a:pt x="259433" y="313826"/>
                    <a:pt x="259433" y="319265"/>
                    <a:pt x="259433" y="321985"/>
                  </a:cubicBezTo>
                  <a:cubicBezTo>
                    <a:pt x="259433" y="324704"/>
                    <a:pt x="259433" y="330144"/>
                    <a:pt x="259433" y="332863"/>
                  </a:cubicBezTo>
                  <a:cubicBezTo>
                    <a:pt x="262153" y="335583"/>
                    <a:pt x="264872" y="335583"/>
                    <a:pt x="267592" y="335583"/>
                  </a:cubicBezTo>
                  <a:cubicBezTo>
                    <a:pt x="273031" y="335583"/>
                    <a:pt x="275751" y="335583"/>
                    <a:pt x="281190" y="335583"/>
                  </a:cubicBezTo>
                  <a:cubicBezTo>
                    <a:pt x="311107" y="335583"/>
                    <a:pt x="319265" y="335583"/>
                    <a:pt x="327424" y="338303"/>
                  </a:cubicBezTo>
                  <a:cubicBezTo>
                    <a:pt x="335583" y="341022"/>
                    <a:pt x="343742" y="341022"/>
                    <a:pt x="351901" y="341022"/>
                  </a:cubicBezTo>
                  <a:cubicBezTo>
                    <a:pt x="351901" y="338303"/>
                    <a:pt x="351901" y="338303"/>
                    <a:pt x="351901" y="335583"/>
                  </a:cubicBezTo>
                  <a:cubicBezTo>
                    <a:pt x="351901" y="327424"/>
                    <a:pt x="351901" y="319265"/>
                    <a:pt x="351901" y="313826"/>
                  </a:cubicBezTo>
                  <a:cubicBezTo>
                    <a:pt x="351901" y="305667"/>
                    <a:pt x="351901" y="294788"/>
                    <a:pt x="357341" y="289349"/>
                  </a:cubicBezTo>
                  <a:cubicBezTo>
                    <a:pt x="360060" y="281190"/>
                    <a:pt x="368219" y="273031"/>
                    <a:pt x="373658" y="273031"/>
                  </a:cubicBezTo>
                  <a:cubicBezTo>
                    <a:pt x="376378" y="273031"/>
                    <a:pt x="379098" y="273031"/>
                    <a:pt x="381817" y="278470"/>
                  </a:cubicBezTo>
                  <a:cubicBezTo>
                    <a:pt x="384537" y="283909"/>
                    <a:pt x="387257" y="292068"/>
                    <a:pt x="389977" y="300228"/>
                  </a:cubicBezTo>
                  <a:cubicBezTo>
                    <a:pt x="392696" y="316545"/>
                    <a:pt x="392696" y="335583"/>
                    <a:pt x="395416" y="351901"/>
                  </a:cubicBezTo>
                  <a:cubicBezTo>
                    <a:pt x="398136" y="373658"/>
                    <a:pt x="398136" y="384537"/>
                    <a:pt x="398136" y="409014"/>
                  </a:cubicBezTo>
                  <a:cubicBezTo>
                    <a:pt x="398136" y="422612"/>
                    <a:pt x="398136" y="444369"/>
                    <a:pt x="381817" y="444369"/>
                  </a:cubicBezTo>
                  <a:cubicBezTo>
                    <a:pt x="373658" y="444369"/>
                    <a:pt x="370939" y="441650"/>
                    <a:pt x="365500" y="438930"/>
                  </a:cubicBezTo>
                  <a:cubicBezTo>
                    <a:pt x="360060" y="436210"/>
                    <a:pt x="357341" y="428051"/>
                    <a:pt x="357341" y="422612"/>
                  </a:cubicBezTo>
                  <a:cubicBezTo>
                    <a:pt x="354621" y="414453"/>
                    <a:pt x="354621" y="409014"/>
                    <a:pt x="354621" y="400855"/>
                  </a:cubicBezTo>
                  <a:cubicBezTo>
                    <a:pt x="354621" y="395415"/>
                    <a:pt x="354621" y="389976"/>
                    <a:pt x="354621" y="381817"/>
                  </a:cubicBezTo>
                  <a:cubicBezTo>
                    <a:pt x="335583" y="381817"/>
                    <a:pt x="308387" y="384537"/>
                    <a:pt x="270312" y="381817"/>
                  </a:cubicBezTo>
                  <a:cubicBezTo>
                    <a:pt x="262153" y="381817"/>
                    <a:pt x="256713" y="387256"/>
                    <a:pt x="256713" y="395415"/>
                  </a:cubicBezTo>
                  <a:cubicBezTo>
                    <a:pt x="256713" y="403574"/>
                    <a:pt x="256713" y="414453"/>
                    <a:pt x="253994" y="422612"/>
                  </a:cubicBezTo>
                  <a:cubicBezTo>
                    <a:pt x="253994" y="425332"/>
                    <a:pt x="253994" y="430771"/>
                    <a:pt x="253994" y="433490"/>
                  </a:cubicBezTo>
                  <a:cubicBezTo>
                    <a:pt x="253994" y="438930"/>
                    <a:pt x="253994" y="444369"/>
                    <a:pt x="253994" y="449809"/>
                  </a:cubicBezTo>
                  <a:cubicBezTo>
                    <a:pt x="253994" y="457967"/>
                    <a:pt x="256713" y="466126"/>
                    <a:pt x="256713" y="474285"/>
                  </a:cubicBezTo>
                  <a:cubicBezTo>
                    <a:pt x="256713" y="482444"/>
                    <a:pt x="256713" y="490603"/>
                    <a:pt x="256713" y="496043"/>
                  </a:cubicBezTo>
                  <a:cubicBezTo>
                    <a:pt x="256713" y="509641"/>
                    <a:pt x="259433" y="520520"/>
                    <a:pt x="259433" y="534118"/>
                  </a:cubicBezTo>
                  <a:cubicBezTo>
                    <a:pt x="259433" y="553155"/>
                    <a:pt x="259433" y="572193"/>
                    <a:pt x="259433" y="591231"/>
                  </a:cubicBezTo>
                  <a:cubicBezTo>
                    <a:pt x="259433" y="602109"/>
                    <a:pt x="262153" y="610268"/>
                    <a:pt x="262153" y="618427"/>
                  </a:cubicBezTo>
                  <a:cubicBezTo>
                    <a:pt x="264872" y="626586"/>
                    <a:pt x="262153" y="642904"/>
                    <a:pt x="267592" y="648343"/>
                  </a:cubicBezTo>
                  <a:cubicBezTo>
                    <a:pt x="270312" y="651063"/>
                    <a:pt x="275751" y="651063"/>
                    <a:pt x="292069" y="651063"/>
                  </a:cubicBezTo>
                  <a:cubicBezTo>
                    <a:pt x="305667" y="651063"/>
                    <a:pt x="319265" y="651063"/>
                    <a:pt x="327424" y="651063"/>
                  </a:cubicBezTo>
                  <a:cubicBezTo>
                    <a:pt x="338303" y="651063"/>
                    <a:pt x="351901" y="653783"/>
                    <a:pt x="362780" y="653783"/>
                  </a:cubicBezTo>
                  <a:cubicBezTo>
                    <a:pt x="376378" y="653783"/>
                    <a:pt x="384537" y="651063"/>
                    <a:pt x="395416" y="648343"/>
                  </a:cubicBezTo>
                  <a:cubicBezTo>
                    <a:pt x="395416" y="637465"/>
                    <a:pt x="395416" y="629306"/>
                    <a:pt x="395416" y="618427"/>
                  </a:cubicBezTo>
                  <a:cubicBezTo>
                    <a:pt x="395416" y="610268"/>
                    <a:pt x="395416" y="602109"/>
                    <a:pt x="395416" y="596670"/>
                  </a:cubicBezTo>
                  <a:cubicBezTo>
                    <a:pt x="395416" y="591231"/>
                    <a:pt x="395416" y="585791"/>
                    <a:pt x="398136" y="574913"/>
                  </a:cubicBezTo>
                  <a:cubicBezTo>
                    <a:pt x="400855" y="569473"/>
                    <a:pt x="400855" y="564034"/>
                    <a:pt x="406295" y="558595"/>
                  </a:cubicBezTo>
                  <a:cubicBezTo>
                    <a:pt x="411734" y="553155"/>
                    <a:pt x="414453" y="553155"/>
                    <a:pt x="422612" y="553155"/>
                  </a:cubicBezTo>
                  <a:cubicBezTo>
                    <a:pt x="436211" y="553155"/>
                    <a:pt x="438930" y="577632"/>
                    <a:pt x="438930" y="588511"/>
                  </a:cubicBezTo>
                  <a:cubicBezTo>
                    <a:pt x="438930" y="612988"/>
                    <a:pt x="438930" y="623866"/>
                    <a:pt x="436211" y="645624"/>
                  </a:cubicBezTo>
                  <a:cubicBezTo>
                    <a:pt x="433491" y="648343"/>
                    <a:pt x="433491" y="648343"/>
                    <a:pt x="433491" y="651063"/>
                  </a:cubicBezTo>
                  <a:lnTo>
                    <a:pt x="433491" y="651063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D787845E-4C98-468A-9220-DFECC42D7793}"/>
                </a:ext>
              </a:extLst>
            </p:cNvPr>
            <p:cNvSpPr/>
            <p:nvPr/>
          </p:nvSpPr>
          <p:spPr>
            <a:xfrm>
              <a:off x="7912732" y="4250336"/>
              <a:ext cx="465062" cy="658157"/>
            </a:xfrm>
            <a:custGeom>
              <a:avLst/>
              <a:gdLst>
                <a:gd name="connsiteX0" fmla="*/ 193096 w 465062"/>
                <a:gd name="connsiteY0" fmla="*/ 59832 h 658157"/>
                <a:gd name="connsiteX1" fmla="*/ 193096 w 465062"/>
                <a:gd name="connsiteY1" fmla="*/ 114226 h 658157"/>
                <a:gd name="connsiteX2" fmla="*/ 198536 w 465062"/>
                <a:gd name="connsiteY2" fmla="*/ 209414 h 658157"/>
                <a:gd name="connsiteX3" fmla="*/ 201255 w 465062"/>
                <a:gd name="connsiteY3" fmla="*/ 282845 h 658157"/>
                <a:gd name="connsiteX4" fmla="*/ 203975 w 465062"/>
                <a:gd name="connsiteY4" fmla="*/ 315481 h 658157"/>
                <a:gd name="connsiteX5" fmla="*/ 203975 w 465062"/>
                <a:gd name="connsiteY5" fmla="*/ 320920 h 658157"/>
                <a:gd name="connsiteX6" fmla="*/ 212134 w 465062"/>
                <a:gd name="connsiteY6" fmla="*/ 329079 h 658157"/>
                <a:gd name="connsiteX7" fmla="*/ 223013 w 465062"/>
                <a:gd name="connsiteY7" fmla="*/ 329079 h 658157"/>
                <a:gd name="connsiteX8" fmla="*/ 239331 w 465062"/>
                <a:gd name="connsiteY8" fmla="*/ 329079 h 658157"/>
                <a:gd name="connsiteX9" fmla="*/ 280126 w 465062"/>
                <a:gd name="connsiteY9" fmla="*/ 312761 h 658157"/>
                <a:gd name="connsiteX10" fmla="*/ 296443 w 465062"/>
                <a:gd name="connsiteY10" fmla="*/ 288284 h 658157"/>
                <a:gd name="connsiteX11" fmla="*/ 304602 w 465062"/>
                <a:gd name="connsiteY11" fmla="*/ 258368 h 658157"/>
                <a:gd name="connsiteX12" fmla="*/ 312761 w 465062"/>
                <a:gd name="connsiteY12" fmla="*/ 225732 h 658157"/>
                <a:gd name="connsiteX13" fmla="*/ 315481 w 465062"/>
                <a:gd name="connsiteY13" fmla="*/ 195816 h 658157"/>
                <a:gd name="connsiteX14" fmla="*/ 318201 w 465062"/>
                <a:gd name="connsiteY14" fmla="*/ 168619 h 658157"/>
                <a:gd name="connsiteX15" fmla="*/ 312761 w 465062"/>
                <a:gd name="connsiteY15" fmla="*/ 135983 h 658157"/>
                <a:gd name="connsiteX16" fmla="*/ 312761 w 465062"/>
                <a:gd name="connsiteY16" fmla="*/ 122385 h 658157"/>
                <a:gd name="connsiteX17" fmla="*/ 293724 w 465062"/>
                <a:gd name="connsiteY17" fmla="*/ 84309 h 658157"/>
                <a:gd name="connsiteX18" fmla="*/ 280126 w 465062"/>
                <a:gd name="connsiteY18" fmla="*/ 73430 h 658157"/>
                <a:gd name="connsiteX19" fmla="*/ 258368 w 465062"/>
                <a:gd name="connsiteY19" fmla="*/ 62552 h 658157"/>
                <a:gd name="connsiteX20" fmla="*/ 217573 w 465062"/>
                <a:gd name="connsiteY20" fmla="*/ 59832 h 658157"/>
                <a:gd name="connsiteX21" fmla="*/ 111506 w 465062"/>
                <a:gd name="connsiteY21" fmla="*/ 0 h 658157"/>
                <a:gd name="connsiteX22" fmla="*/ 127824 w 465062"/>
                <a:gd name="connsiteY22" fmla="*/ 0 h 658157"/>
                <a:gd name="connsiteX23" fmla="*/ 157741 w 465062"/>
                <a:gd name="connsiteY23" fmla="*/ 5440 h 658157"/>
                <a:gd name="connsiteX24" fmla="*/ 179497 w 465062"/>
                <a:gd name="connsiteY24" fmla="*/ 16318 h 658157"/>
                <a:gd name="connsiteX25" fmla="*/ 209414 w 465062"/>
                <a:gd name="connsiteY25" fmla="*/ 16318 h 658157"/>
                <a:gd name="connsiteX26" fmla="*/ 247489 w 465062"/>
                <a:gd name="connsiteY26" fmla="*/ 16318 h 658157"/>
                <a:gd name="connsiteX27" fmla="*/ 266527 w 465062"/>
                <a:gd name="connsiteY27" fmla="*/ 16318 h 658157"/>
                <a:gd name="connsiteX28" fmla="*/ 312761 w 465062"/>
                <a:gd name="connsiteY28" fmla="*/ 27197 h 658157"/>
                <a:gd name="connsiteX29" fmla="*/ 337238 w 465062"/>
                <a:gd name="connsiteY29" fmla="*/ 38075 h 658157"/>
                <a:gd name="connsiteX30" fmla="*/ 364434 w 465062"/>
                <a:gd name="connsiteY30" fmla="*/ 54393 h 658157"/>
                <a:gd name="connsiteX31" fmla="*/ 386192 w 465062"/>
                <a:gd name="connsiteY31" fmla="*/ 73431 h 658157"/>
                <a:gd name="connsiteX32" fmla="*/ 407949 w 465062"/>
                <a:gd name="connsiteY32" fmla="*/ 103347 h 658157"/>
                <a:gd name="connsiteX33" fmla="*/ 416108 w 465062"/>
                <a:gd name="connsiteY33" fmla="*/ 141422 h 658157"/>
                <a:gd name="connsiteX34" fmla="*/ 418828 w 465062"/>
                <a:gd name="connsiteY34" fmla="*/ 163179 h 658157"/>
                <a:gd name="connsiteX35" fmla="*/ 418828 w 465062"/>
                <a:gd name="connsiteY35" fmla="*/ 171339 h 658157"/>
                <a:gd name="connsiteX36" fmla="*/ 421547 w 465062"/>
                <a:gd name="connsiteY36" fmla="*/ 187656 h 658157"/>
                <a:gd name="connsiteX37" fmla="*/ 418828 w 465062"/>
                <a:gd name="connsiteY37" fmla="*/ 206694 h 658157"/>
                <a:gd name="connsiteX38" fmla="*/ 416108 w 465062"/>
                <a:gd name="connsiteY38" fmla="*/ 233891 h 658157"/>
                <a:gd name="connsiteX39" fmla="*/ 405229 w 465062"/>
                <a:gd name="connsiteY39" fmla="*/ 263807 h 658157"/>
                <a:gd name="connsiteX40" fmla="*/ 394351 w 465062"/>
                <a:gd name="connsiteY40" fmla="*/ 274686 h 658157"/>
                <a:gd name="connsiteX41" fmla="*/ 388912 w 465062"/>
                <a:gd name="connsiteY41" fmla="*/ 285564 h 658157"/>
                <a:gd name="connsiteX42" fmla="*/ 369874 w 465062"/>
                <a:gd name="connsiteY42" fmla="*/ 304602 h 658157"/>
                <a:gd name="connsiteX43" fmla="*/ 358995 w 465062"/>
                <a:gd name="connsiteY43" fmla="*/ 310041 h 658157"/>
                <a:gd name="connsiteX44" fmla="*/ 348117 w 465062"/>
                <a:gd name="connsiteY44" fmla="*/ 320920 h 658157"/>
                <a:gd name="connsiteX45" fmla="*/ 326359 w 465062"/>
                <a:gd name="connsiteY45" fmla="*/ 339957 h 658157"/>
                <a:gd name="connsiteX46" fmla="*/ 312761 w 465062"/>
                <a:gd name="connsiteY46" fmla="*/ 353555 h 658157"/>
                <a:gd name="connsiteX47" fmla="*/ 337238 w 465062"/>
                <a:gd name="connsiteY47" fmla="*/ 380752 h 658157"/>
                <a:gd name="connsiteX48" fmla="*/ 358995 w 465062"/>
                <a:gd name="connsiteY48" fmla="*/ 421547 h 658157"/>
                <a:gd name="connsiteX49" fmla="*/ 372593 w 465062"/>
                <a:gd name="connsiteY49" fmla="*/ 459622 h 658157"/>
                <a:gd name="connsiteX50" fmla="*/ 386192 w 465062"/>
                <a:gd name="connsiteY50" fmla="*/ 514015 h 658157"/>
                <a:gd name="connsiteX51" fmla="*/ 407949 w 465062"/>
                <a:gd name="connsiteY51" fmla="*/ 568408 h 658157"/>
                <a:gd name="connsiteX52" fmla="*/ 421547 w 465062"/>
                <a:gd name="connsiteY52" fmla="*/ 598324 h 658157"/>
                <a:gd name="connsiteX53" fmla="*/ 451463 w 465062"/>
                <a:gd name="connsiteY53" fmla="*/ 628241 h 658157"/>
                <a:gd name="connsiteX54" fmla="*/ 465062 w 465062"/>
                <a:gd name="connsiteY54" fmla="*/ 644559 h 658157"/>
                <a:gd name="connsiteX55" fmla="*/ 462342 w 465062"/>
                <a:gd name="connsiteY55" fmla="*/ 649998 h 658157"/>
                <a:gd name="connsiteX56" fmla="*/ 437865 w 465062"/>
                <a:gd name="connsiteY56" fmla="*/ 658157 h 658157"/>
                <a:gd name="connsiteX57" fmla="*/ 361715 w 465062"/>
                <a:gd name="connsiteY57" fmla="*/ 622801 h 658157"/>
                <a:gd name="connsiteX58" fmla="*/ 320920 w 465062"/>
                <a:gd name="connsiteY58" fmla="*/ 565689 h 658157"/>
                <a:gd name="connsiteX59" fmla="*/ 304602 w 465062"/>
                <a:gd name="connsiteY59" fmla="*/ 530333 h 658157"/>
                <a:gd name="connsiteX60" fmla="*/ 293723 w 465062"/>
                <a:gd name="connsiteY60" fmla="*/ 497697 h 658157"/>
                <a:gd name="connsiteX61" fmla="*/ 282845 w 465062"/>
                <a:gd name="connsiteY61" fmla="*/ 462342 h 658157"/>
                <a:gd name="connsiteX62" fmla="*/ 269246 w 465062"/>
                <a:gd name="connsiteY62" fmla="*/ 424267 h 658157"/>
                <a:gd name="connsiteX63" fmla="*/ 255648 w 465062"/>
                <a:gd name="connsiteY63" fmla="*/ 391631 h 658157"/>
                <a:gd name="connsiteX64" fmla="*/ 236610 w 465062"/>
                <a:gd name="connsiteY64" fmla="*/ 367154 h 658157"/>
                <a:gd name="connsiteX65" fmla="*/ 217573 w 465062"/>
                <a:gd name="connsiteY65" fmla="*/ 361714 h 658157"/>
                <a:gd name="connsiteX66" fmla="*/ 201255 w 465062"/>
                <a:gd name="connsiteY66" fmla="*/ 361714 h 658157"/>
                <a:gd name="connsiteX67" fmla="*/ 198535 w 465062"/>
                <a:gd name="connsiteY67" fmla="*/ 367154 h 658157"/>
                <a:gd name="connsiteX68" fmla="*/ 201255 w 465062"/>
                <a:gd name="connsiteY68" fmla="*/ 388911 h 658157"/>
                <a:gd name="connsiteX69" fmla="*/ 198535 w 465062"/>
                <a:gd name="connsiteY69" fmla="*/ 426986 h 658157"/>
                <a:gd name="connsiteX70" fmla="*/ 203975 w 465062"/>
                <a:gd name="connsiteY70" fmla="*/ 478660 h 658157"/>
                <a:gd name="connsiteX71" fmla="*/ 198535 w 465062"/>
                <a:gd name="connsiteY71" fmla="*/ 552090 h 658157"/>
                <a:gd name="connsiteX72" fmla="*/ 195816 w 465062"/>
                <a:gd name="connsiteY72" fmla="*/ 576567 h 658157"/>
                <a:gd name="connsiteX73" fmla="*/ 198535 w 465062"/>
                <a:gd name="connsiteY73" fmla="*/ 592885 h 658157"/>
                <a:gd name="connsiteX74" fmla="*/ 233891 w 465062"/>
                <a:gd name="connsiteY74" fmla="*/ 592885 h 658157"/>
                <a:gd name="connsiteX75" fmla="*/ 271966 w 465062"/>
                <a:gd name="connsiteY75" fmla="*/ 611923 h 658157"/>
                <a:gd name="connsiteX76" fmla="*/ 266527 w 465062"/>
                <a:gd name="connsiteY76" fmla="*/ 628241 h 658157"/>
                <a:gd name="connsiteX77" fmla="*/ 250209 w 465062"/>
                <a:gd name="connsiteY77" fmla="*/ 636400 h 658157"/>
                <a:gd name="connsiteX78" fmla="*/ 228451 w 465062"/>
                <a:gd name="connsiteY78" fmla="*/ 639119 h 658157"/>
                <a:gd name="connsiteX79" fmla="*/ 187657 w 465062"/>
                <a:gd name="connsiteY79" fmla="*/ 639119 h 658157"/>
                <a:gd name="connsiteX80" fmla="*/ 152301 w 465062"/>
                <a:gd name="connsiteY80" fmla="*/ 652717 h 658157"/>
                <a:gd name="connsiteX81" fmla="*/ 133263 w 465062"/>
                <a:gd name="connsiteY81" fmla="*/ 655437 h 658157"/>
                <a:gd name="connsiteX82" fmla="*/ 122385 w 465062"/>
                <a:gd name="connsiteY82" fmla="*/ 652717 h 658157"/>
                <a:gd name="connsiteX83" fmla="*/ 97908 w 465062"/>
                <a:gd name="connsiteY83" fmla="*/ 639119 h 658157"/>
                <a:gd name="connsiteX84" fmla="*/ 70711 w 465062"/>
                <a:gd name="connsiteY84" fmla="*/ 639119 h 658157"/>
                <a:gd name="connsiteX85" fmla="*/ 46234 w 465062"/>
                <a:gd name="connsiteY85" fmla="*/ 639119 h 658157"/>
                <a:gd name="connsiteX86" fmla="*/ 19038 w 465062"/>
                <a:gd name="connsiteY86" fmla="*/ 630960 h 658157"/>
                <a:gd name="connsiteX87" fmla="*/ 2720 w 465062"/>
                <a:gd name="connsiteY87" fmla="*/ 614642 h 658157"/>
                <a:gd name="connsiteX88" fmla="*/ 8159 w 465062"/>
                <a:gd name="connsiteY88" fmla="*/ 606483 h 658157"/>
                <a:gd name="connsiteX89" fmla="*/ 29916 w 465062"/>
                <a:gd name="connsiteY89" fmla="*/ 598324 h 658157"/>
                <a:gd name="connsiteX90" fmla="*/ 76151 w 465062"/>
                <a:gd name="connsiteY90" fmla="*/ 592885 h 658157"/>
                <a:gd name="connsiteX91" fmla="*/ 73431 w 465062"/>
                <a:gd name="connsiteY91" fmla="*/ 573848 h 658157"/>
                <a:gd name="connsiteX92" fmla="*/ 70711 w 465062"/>
                <a:gd name="connsiteY92" fmla="*/ 500417 h 658157"/>
                <a:gd name="connsiteX93" fmla="*/ 73431 w 465062"/>
                <a:gd name="connsiteY93" fmla="*/ 437865 h 658157"/>
                <a:gd name="connsiteX94" fmla="*/ 70711 w 465062"/>
                <a:gd name="connsiteY94" fmla="*/ 369873 h 658157"/>
                <a:gd name="connsiteX95" fmla="*/ 70711 w 465062"/>
                <a:gd name="connsiteY95" fmla="*/ 293723 h 658157"/>
                <a:gd name="connsiteX96" fmla="*/ 73431 w 465062"/>
                <a:gd name="connsiteY96" fmla="*/ 212133 h 658157"/>
                <a:gd name="connsiteX97" fmla="*/ 76151 w 465062"/>
                <a:gd name="connsiteY97" fmla="*/ 155021 h 658157"/>
                <a:gd name="connsiteX98" fmla="*/ 76151 w 465062"/>
                <a:gd name="connsiteY98" fmla="*/ 119665 h 658157"/>
                <a:gd name="connsiteX99" fmla="*/ 78870 w 465062"/>
                <a:gd name="connsiteY99" fmla="*/ 84310 h 658157"/>
                <a:gd name="connsiteX100" fmla="*/ 76151 w 465062"/>
                <a:gd name="connsiteY100" fmla="*/ 62552 h 658157"/>
                <a:gd name="connsiteX101" fmla="*/ 67992 w 465062"/>
                <a:gd name="connsiteY101" fmla="*/ 62552 h 658157"/>
                <a:gd name="connsiteX102" fmla="*/ 43515 w 465062"/>
                <a:gd name="connsiteY102" fmla="*/ 62552 h 658157"/>
                <a:gd name="connsiteX103" fmla="*/ 16318 w 465062"/>
                <a:gd name="connsiteY103" fmla="*/ 57113 h 658157"/>
                <a:gd name="connsiteX104" fmla="*/ 0 w 465062"/>
                <a:gd name="connsiteY104" fmla="*/ 40795 h 658157"/>
                <a:gd name="connsiteX105" fmla="*/ 5439 w 465062"/>
                <a:gd name="connsiteY105" fmla="*/ 32636 h 658157"/>
                <a:gd name="connsiteX106" fmla="*/ 27197 w 465062"/>
                <a:gd name="connsiteY106" fmla="*/ 24477 h 658157"/>
                <a:gd name="connsiteX107" fmla="*/ 76151 w 465062"/>
                <a:gd name="connsiteY107" fmla="*/ 19038 h 658157"/>
                <a:gd name="connsiteX108" fmla="*/ 78870 w 465062"/>
                <a:gd name="connsiteY108" fmla="*/ 13598 h 658157"/>
                <a:gd name="connsiteX109" fmla="*/ 95188 w 465062"/>
                <a:gd name="connsiteY109" fmla="*/ 5440 h 658157"/>
                <a:gd name="connsiteX110" fmla="*/ 111506 w 465062"/>
                <a:gd name="connsiteY110" fmla="*/ 0 h 658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</a:cxnLst>
              <a:rect l="l" t="t" r="r" b="b"/>
              <a:pathLst>
                <a:path w="465062" h="658157">
                  <a:moveTo>
                    <a:pt x="193096" y="59832"/>
                  </a:moveTo>
                  <a:cubicBezTo>
                    <a:pt x="193096" y="73430"/>
                    <a:pt x="193096" y="89748"/>
                    <a:pt x="193096" y="114226"/>
                  </a:cubicBezTo>
                  <a:cubicBezTo>
                    <a:pt x="193096" y="144142"/>
                    <a:pt x="195816" y="176778"/>
                    <a:pt x="198536" y="209414"/>
                  </a:cubicBezTo>
                  <a:cubicBezTo>
                    <a:pt x="198536" y="247489"/>
                    <a:pt x="201255" y="277406"/>
                    <a:pt x="201255" y="282845"/>
                  </a:cubicBezTo>
                  <a:cubicBezTo>
                    <a:pt x="201255" y="293723"/>
                    <a:pt x="203975" y="304602"/>
                    <a:pt x="203975" y="315481"/>
                  </a:cubicBezTo>
                  <a:cubicBezTo>
                    <a:pt x="203975" y="318200"/>
                    <a:pt x="203975" y="318200"/>
                    <a:pt x="203975" y="320920"/>
                  </a:cubicBezTo>
                  <a:cubicBezTo>
                    <a:pt x="203975" y="326359"/>
                    <a:pt x="206695" y="329079"/>
                    <a:pt x="212134" y="329079"/>
                  </a:cubicBezTo>
                  <a:cubicBezTo>
                    <a:pt x="214854" y="329079"/>
                    <a:pt x="220293" y="329079"/>
                    <a:pt x="223013" y="329079"/>
                  </a:cubicBezTo>
                  <a:cubicBezTo>
                    <a:pt x="228452" y="329079"/>
                    <a:pt x="233891" y="329079"/>
                    <a:pt x="239331" y="329079"/>
                  </a:cubicBezTo>
                  <a:cubicBezTo>
                    <a:pt x="252929" y="329079"/>
                    <a:pt x="271967" y="323640"/>
                    <a:pt x="280126" y="312761"/>
                  </a:cubicBezTo>
                  <a:cubicBezTo>
                    <a:pt x="288284" y="304602"/>
                    <a:pt x="291004" y="299163"/>
                    <a:pt x="296443" y="288284"/>
                  </a:cubicBezTo>
                  <a:cubicBezTo>
                    <a:pt x="299163" y="277406"/>
                    <a:pt x="301883" y="269247"/>
                    <a:pt x="304602" y="258368"/>
                  </a:cubicBezTo>
                  <a:cubicBezTo>
                    <a:pt x="307322" y="244770"/>
                    <a:pt x="310042" y="239330"/>
                    <a:pt x="312761" y="225732"/>
                  </a:cubicBezTo>
                  <a:cubicBezTo>
                    <a:pt x="315481" y="212134"/>
                    <a:pt x="315481" y="209414"/>
                    <a:pt x="315481" y="195816"/>
                  </a:cubicBezTo>
                  <a:cubicBezTo>
                    <a:pt x="315481" y="179498"/>
                    <a:pt x="315481" y="184937"/>
                    <a:pt x="318201" y="168619"/>
                  </a:cubicBezTo>
                  <a:cubicBezTo>
                    <a:pt x="312761" y="152302"/>
                    <a:pt x="312761" y="149582"/>
                    <a:pt x="312761" y="135983"/>
                  </a:cubicBezTo>
                  <a:cubicBezTo>
                    <a:pt x="312761" y="133264"/>
                    <a:pt x="312761" y="127825"/>
                    <a:pt x="312761" y="122385"/>
                  </a:cubicBezTo>
                  <a:cubicBezTo>
                    <a:pt x="312761" y="111507"/>
                    <a:pt x="301883" y="95188"/>
                    <a:pt x="293724" y="84309"/>
                  </a:cubicBezTo>
                  <a:cubicBezTo>
                    <a:pt x="288284" y="78870"/>
                    <a:pt x="285565" y="76150"/>
                    <a:pt x="280126" y="73430"/>
                  </a:cubicBezTo>
                  <a:cubicBezTo>
                    <a:pt x="271967" y="67991"/>
                    <a:pt x="266527" y="65271"/>
                    <a:pt x="258368" y="62552"/>
                  </a:cubicBezTo>
                  <a:cubicBezTo>
                    <a:pt x="244770" y="59832"/>
                    <a:pt x="228452" y="59832"/>
                    <a:pt x="217573" y="59832"/>
                  </a:cubicBezTo>
                  <a:close/>
                  <a:moveTo>
                    <a:pt x="111506" y="0"/>
                  </a:moveTo>
                  <a:cubicBezTo>
                    <a:pt x="114226" y="0"/>
                    <a:pt x="122385" y="0"/>
                    <a:pt x="127824" y="0"/>
                  </a:cubicBezTo>
                  <a:cubicBezTo>
                    <a:pt x="135983" y="0"/>
                    <a:pt x="146862" y="2720"/>
                    <a:pt x="157741" y="5440"/>
                  </a:cubicBezTo>
                  <a:cubicBezTo>
                    <a:pt x="168619" y="8159"/>
                    <a:pt x="176778" y="10879"/>
                    <a:pt x="179497" y="16318"/>
                  </a:cubicBezTo>
                  <a:cubicBezTo>
                    <a:pt x="193096" y="16318"/>
                    <a:pt x="201255" y="16318"/>
                    <a:pt x="209414" y="16318"/>
                  </a:cubicBezTo>
                  <a:cubicBezTo>
                    <a:pt x="220292" y="16318"/>
                    <a:pt x="231171" y="16318"/>
                    <a:pt x="247489" y="16318"/>
                  </a:cubicBezTo>
                  <a:cubicBezTo>
                    <a:pt x="250209" y="16318"/>
                    <a:pt x="258368" y="16318"/>
                    <a:pt x="266527" y="16318"/>
                  </a:cubicBezTo>
                  <a:cubicBezTo>
                    <a:pt x="277405" y="16318"/>
                    <a:pt x="291004" y="21758"/>
                    <a:pt x="312761" y="27197"/>
                  </a:cubicBezTo>
                  <a:cubicBezTo>
                    <a:pt x="320920" y="29917"/>
                    <a:pt x="329079" y="35356"/>
                    <a:pt x="337238" y="38075"/>
                  </a:cubicBezTo>
                  <a:cubicBezTo>
                    <a:pt x="342677" y="40795"/>
                    <a:pt x="353556" y="48954"/>
                    <a:pt x="364434" y="54393"/>
                  </a:cubicBezTo>
                  <a:cubicBezTo>
                    <a:pt x="375313" y="62552"/>
                    <a:pt x="386192" y="67992"/>
                    <a:pt x="386192" y="73431"/>
                  </a:cubicBezTo>
                  <a:cubicBezTo>
                    <a:pt x="391631" y="84310"/>
                    <a:pt x="402510" y="92469"/>
                    <a:pt x="407949" y="103347"/>
                  </a:cubicBezTo>
                  <a:cubicBezTo>
                    <a:pt x="413388" y="116945"/>
                    <a:pt x="416108" y="130544"/>
                    <a:pt x="416108" y="141422"/>
                  </a:cubicBezTo>
                  <a:cubicBezTo>
                    <a:pt x="416108" y="152301"/>
                    <a:pt x="418828" y="157740"/>
                    <a:pt x="418828" y="163179"/>
                  </a:cubicBezTo>
                  <a:cubicBezTo>
                    <a:pt x="418828" y="165899"/>
                    <a:pt x="418828" y="168619"/>
                    <a:pt x="418828" y="171339"/>
                  </a:cubicBezTo>
                  <a:cubicBezTo>
                    <a:pt x="418828" y="174058"/>
                    <a:pt x="421547" y="182217"/>
                    <a:pt x="421547" y="187656"/>
                  </a:cubicBezTo>
                  <a:cubicBezTo>
                    <a:pt x="421547" y="193096"/>
                    <a:pt x="418828" y="201255"/>
                    <a:pt x="418828" y="206694"/>
                  </a:cubicBezTo>
                  <a:cubicBezTo>
                    <a:pt x="418828" y="217573"/>
                    <a:pt x="418828" y="223012"/>
                    <a:pt x="416108" y="233891"/>
                  </a:cubicBezTo>
                  <a:cubicBezTo>
                    <a:pt x="413388" y="244769"/>
                    <a:pt x="410668" y="255648"/>
                    <a:pt x="405229" y="263807"/>
                  </a:cubicBezTo>
                  <a:cubicBezTo>
                    <a:pt x="402510" y="269246"/>
                    <a:pt x="397070" y="269246"/>
                    <a:pt x="394351" y="274686"/>
                  </a:cubicBezTo>
                  <a:cubicBezTo>
                    <a:pt x="391631" y="277405"/>
                    <a:pt x="391631" y="282844"/>
                    <a:pt x="388912" y="285564"/>
                  </a:cubicBezTo>
                  <a:cubicBezTo>
                    <a:pt x="383472" y="291003"/>
                    <a:pt x="375313" y="301882"/>
                    <a:pt x="369874" y="304602"/>
                  </a:cubicBezTo>
                  <a:cubicBezTo>
                    <a:pt x="367154" y="307321"/>
                    <a:pt x="361715" y="307321"/>
                    <a:pt x="358995" y="310041"/>
                  </a:cubicBezTo>
                  <a:cubicBezTo>
                    <a:pt x="356275" y="312761"/>
                    <a:pt x="350836" y="318200"/>
                    <a:pt x="348117" y="320920"/>
                  </a:cubicBezTo>
                  <a:cubicBezTo>
                    <a:pt x="339958" y="326359"/>
                    <a:pt x="334518" y="334518"/>
                    <a:pt x="326359" y="339957"/>
                  </a:cubicBezTo>
                  <a:cubicBezTo>
                    <a:pt x="320920" y="342677"/>
                    <a:pt x="312761" y="342677"/>
                    <a:pt x="312761" y="353555"/>
                  </a:cubicBezTo>
                  <a:cubicBezTo>
                    <a:pt x="312761" y="361714"/>
                    <a:pt x="334518" y="372593"/>
                    <a:pt x="337238" y="380752"/>
                  </a:cubicBezTo>
                  <a:cubicBezTo>
                    <a:pt x="345397" y="394350"/>
                    <a:pt x="353556" y="407948"/>
                    <a:pt x="358995" y="421547"/>
                  </a:cubicBezTo>
                  <a:cubicBezTo>
                    <a:pt x="364434" y="435145"/>
                    <a:pt x="367154" y="446024"/>
                    <a:pt x="372593" y="459622"/>
                  </a:cubicBezTo>
                  <a:cubicBezTo>
                    <a:pt x="378033" y="478660"/>
                    <a:pt x="383472" y="494978"/>
                    <a:pt x="386192" y="514015"/>
                  </a:cubicBezTo>
                  <a:cubicBezTo>
                    <a:pt x="391631" y="533053"/>
                    <a:pt x="402510" y="549371"/>
                    <a:pt x="407949" y="568408"/>
                  </a:cubicBezTo>
                  <a:cubicBezTo>
                    <a:pt x="410668" y="579287"/>
                    <a:pt x="416108" y="590165"/>
                    <a:pt x="421547" y="598324"/>
                  </a:cubicBezTo>
                  <a:cubicBezTo>
                    <a:pt x="435146" y="614642"/>
                    <a:pt x="443305" y="622801"/>
                    <a:pt x="451463" y="628241"/>
                  </a:cubicBezTo>
                  <a:cubicBezTo>
                    <a:pt x="456903" y="630960"/>
                    <a:pt x="465062" y="636400"/>
                    <a:pt x="465062" y="644559"/>
                  </a:cubicBezTo>
                  <a:cubicBezTo>
                    <a:pt x="465062" y="647278"/>
                    <a:pt x="465062" y="647278"/>
                    <a:pt x="462342" y="649998"/>
                  </a:cubicBezTo>
                  <a:cubicBezTo>
                    <a:pt x="456903" y="655437"/>
                    <a:pt x="446024" y="658157"/>
                    <a:pt x="437865" y="658157"/>
                  </a:cubicBezTo>
                  <a:cubicBezTo>
                    <a:pt x="413388" y="658157"/>
                    <a:pt x="378033" y="641839"/>
                    <a:pt x="361715" y="622801"/>
                  </a:cubicBezTo>
                  <a:cubicBezTo>
                    <a:pt x="345397" y="606483"/>
                    <a:pt x="334518" y="584726"/>
                    <a:pt x="320920" y="565689"/>
                  </a:cubicBezTo>
                  <a:cubicBezTo>
                    <a:pt x="315480" y="554810"/>
                    <a:pt x="310041" y="543931"/>
                    <a:pt x="304602" y="530333"/>
                  </a:cubicBezTo>
                  <a:cubicBezTo>
                    <a:pt x="299163" y="519454"/>
                    <a:pt x="296443" y="508576"/>
                    <a:pt x="293723" y="497697"/>
                  </a:cubicBezTo>
                  <a:cubicBezTo>
                    <a:pt x="291004" y="486819"/>
                    <a:pt x="288284" y="473220"/>
                    <a:pt x="282845" y="462342"/>
                  </a:cubicBezTo>
                  <a:cubicBezTo>
                    <a:pt x="280125" y="448743"/>
                    <a:pt x="274686" y="437865"/>
                    <a:pt x="269246" y="424267"/>
                  </a:cubicBezTo>
                  <a:cubicBezTo>
                    <a:pt x="266527" y="416108"/>
                    <a:pt x="261087" y="402509"/>
                    <a:pt x="255648" y="391631"/>
                  </a:cubicBezTo>
                  <a:cubicBezTo>
                    <a:pt x="250209" y="380752"/>
                    <a:pt x="244770" y="375313"/>
                    <a:pt x="236610" y="367154"/>
                  </a:cubicBezTo>
                  <a:cubicBezTo>
                    <a:pt x="231171" y="361714"/>
                    <a:pt x="223012" y="361714"/>
                    <a:pt x="217573" y="361714"/>
                  </a:cubicBezTo>
                  <a:cubicBezTo>
                    <a:pt x="212134" y="361714"/>
                    <a:pt x="206694" y="361714"/>
                    <a:pt x="201255" y="361714"/>
                  </a:cubicBezTo>
                  <a:cubicBezTo>
                    <a:pt x="198535" y="361714"/>
                    <a:pt x="198535" y="364434"/>
                    <a:pt x="198535" y="367154"/>
                  </a:cubicBezTo>
                  <a:cubicBezTo>
                    <a:pt x="198535" y="375313"/>
                    <a:pt x="201255" y="386191"/>
                    <a:pt x="201255" y="388911"/>
                  </a:cubicBezTo>
                  <a:cubicBezTo>
                    <a:pt x="201255" y="402509"/>
                    <a:pt x="198535" y="413388"/>
                    <a:pt x="198535" y="426986"/>
                  </a:cubicBezTo>
                  <a:cubicBezTo>
                    <a:pt x="198535" y="446024"/>
                    <a:pt x="203975" y="456902"/>
                    <a:pt x="203975" y="478660"/>
                  </a:cubicBezTo>
                  <a:cubicBezTo>
                    <a:pt x="203975" y="503136"/>
                    <a:pt x="201255" y="527613"/>
                    <a:pt x="198535" y="552090"/>
                  </a:cubicBezTo>
                  <a:cubicBezTo>
                    <a:pt x="198535" y="560249"/>
                    <a:pt x="195816" y="568408"/>
                    <a:pt x="195816" y="576567"/>
                  </a:cubicBezTo>
                  <a:cubicBezTo>
                    <a:pt x="195816" y="582006"/>
                    <a:pt x="195816" y="587446"/>
                    <a:pt x="198535" y="592885"/>
                  </a:cubicBezTo>
                  <a:cubicBezTo>
                    <a:pt x="212134" y="592885"/>
                    <a:pt x="225732" y="592885"/>
                    <a:pt x="233891" y="592885"/>
                  </a:cubicBezTo>
                  <a:cubicBezTo>
                    <a:pt x="247489" y="592885"/>
                    <a:pt x="271966" y="592885"/>
                    <a:pt x="271966" y="611923"/>
                  </a:cubicBezTo>
                  <a:cubicBezTo>
                    <a:pt x="271966" y="620082"/>
                    <a:pt x="269246" y="622801"/>
                    <a:pt x="266527" y="628241"/>
                  </a:cubicBezTo>
                  <a:cubicBezTo>
                    <a:pt x="261087" y="633680"/>
                    <a:pt x="255648" y="636400"/>
                    <a:pt x="250209" y="636400"/>
                  </a:cubicBezTo>
                  <a:cubicBezTo>
                    <a:pt x="239330" y="639119"/>
                    <a:pt x="233891" y="639119"/>
                    <a:pt x="228451" y="639119"/>
                  </a:cubicBezTo>
                  <a:cubicBezTo>
                    <a:pt x="223012" y="639119"/>
                    <a:pt x="206694" y="639119"/>
                    <a:pt x="187657" y="639119"/>
                  </a:cubicBezTo>
                  <a:cubicBezTo>
                    <a:pt x="176778" y="647278"/>
                    <a:pt x="163180" y="649998"/>
                    <a:pt x="152301" y="652717"/>
                  </a:cubicBezTo>
                  <a:cubicBezTo>
                    <a:pt x="146862" y="652717"/>
                    <a:pt x="138703" y="655437"/>
                    <a:pt x="133263" y="655437"/>
                  </a:cubicBezTo>
                  <a:cubicBezTo>
                    <a:pt x="130544" y="655437"/>
                    <a:pt x="125104" y="655437"/>
                    <a:pt x="122385" y="652717"/>
                  </a:cubicBezTo>
                  <a:cubicBezTo>
                    <a:pt x="114226" y="649998"/>
                    <a:pt x="103347" y="644559"/>
                    <a:pt x="97908" y="639119"/>
                  </a:cubicBezTo>
                  <a:cubicBezTo>
                    <a:pt x="87029" y="639119"/>
                    <a:pt x="78870" y="639119"/>
                    <a:pt x="70711" y="639119"/>
                  </a:cubicBezTo>
                  <a:cubicBezTo>
                    <a:pt x="62552" y="639119"/>
                    <a:pt x="54393" y="639119"/>
                    <a:pt x="46234" y="639119"/>
                  </a:cubicBezTo>
                  <a:cubicBezTo>
                    <a:pt x="38075" y="639119"/>
                    <a:pt x="27197" y="633680"/>
                    <a:pt x="19038" y="630960"/>
                  </a:cubicBezTo>
                  <a:cubicBezTo>
                    <a:pt x="10879" y="628241"/>
                    <a:pt x="2720" y="620082"/>
                    <a:pt x="2720" y="614642"/>
                  </a:cubicBezTo>
                  <a:cubicBezTo>
                    <a:pt x="2720" y="611923"/>
                    <a:pt x="2720" y="609203"/>
                    <a:pt x="8159" y="606483"/>
                  </a:cubicBezTo>
                  <a:cubicBezTo>
                    <a:pt x="13599" y="603764"/>
                    <a:pt x="24477" y="601044"/>
                    <a:pt x="29916" y="598324"/>
                  </a:cubicBezTo>
                  <a:cubicBezTo>
                    <a:pt x="43515" y="595605"/>
                    <a:pt x="62552" y="595605"/>
                    <a:pt x="76151" y="592885"/>
                  </a:cubicBezTo>
                  <a:cubicBezTo>
                    <a:pt x="76151" y="587446"/>
                    <a:pt x="73431" y="582006"/>
                    <a:pt x="73431" y="573848"/>
                  </a:cubicBezTo>
                  <a:cubicBezTo>
                    <a:pt x="73431" y="565689"/>
                    <a:pt x="70711" y="516735"/>
                    <a:pt x="70711" y="500417"/>
                  </a:cubicBezTo>
                  <a:cubicBezTo>
                    <a:pt x="70711" y="481379"/>
                    <a:pt x="73431" y="456902"/>
                    <a:pt x="73431" y="437865"/>
                  </a:cubicBezTo>
                  <a:cubicBezTo>
                    <a:pt x="73431" y="416108"/>
                    <a:pt x="70711" y="391631"/>
                    <a:pt x="70711" y="369873"/>
                  </a:cubicBezTo>
                  <a:cubicBezTo>
                    <a:pt x="70711" y="345397"/>
                    <a:pt x="70711" y="318200"/>
                    <a:pt x="70711" y="293723"/>
                  </a:cubicBezTo>
                  <a:cubicBezTo>
                    <a:pt x="70711" y="266526"/>
                    <a:pt x="73431" y="239330"/>
                    <a:pt x="73431" y="212133"/>
                  </a:cubicBezTo>
                  <a:cubicBezTo>
                    <a:pt x="73431" y="187656"/>
                    <a:pt x="76151" y="179498"/>
                    <a:pt x="76151" y="155021"/>
                  </a:cubicBezTo>
                  <a:cubicBezTo>
                    <a:pt x="76151" y="144142"/>
                    <a:pt x="76151" y="130544"/>
                    <a:pt x="76151" y="119665"/>
                  </a:cubicBezTo>
                  <a:cubicBezTo>
                    <a:pt x="76151" y="106067"/>
                    <a:pt x="78870" y="95188"/>
                    <a:pt x="78870" y="84310"/>
                  </a:cubicBezTo>
                  <a:cubicBezTo>
                    <a:pt x="78870" y="78870"/>
                    <a:pt x="78870" y="70711"/>
                    <a:pt x="76151" y="62552"/>
                  </a:cubicBezTo>
                  <a:cubicBezTo>
                    <a:pt x="76151" y="62552"/>
                    <a:pt x="73431" y="62552"/>
                    <a:pt x="67992" y="62552"/>
                  </a:cubicBezTo>
                  <a:cubicBezTo>
                    <a:pt x="59833" y="62552"/>
                    <a:pt x="51674" y="62552"/>
                    <a:pt x="43515" y="62552"/>
                  </a:cubicBezTo>
                  <a:cubicBezTo>
                    <a:pt x="35356" y="62552"/>
                    <a:pt x="24477" y="59833"/>
                    <a:pt x="16318" y="57113"/>
                  </a:cubicBezTo>
                  <a:cubicBezTo>
                    <a:pt x="8159" y="54393"/>
                    <a:pt x="0" y="43515"/>
                    <a:pt x="0" y="40795"/>
                  </a:cubicBezTo>
                  <a:cubicBezTo>
                    <a:pt x="0" y="38075"/>
                    <a:pt x="0" y="35356"/>
                    <a:pt x="5439" y="32636"/>
                  </a:cubicBezTo>
                  <a:cubicBezTo>
                    <a:pt x="10879" y="29917"/>
                    <a:pt x="21758" y="27197"/>
                    <a:pt x="27197" y="24477"/>
                  </a:cubicBezTo>
                  <a:cubicBezTo>
                    <a:pt x="46234" y="21758"/>
                    <a:pt x="62552" y="19038"/>
                    <a:pt x="76151" y="19038"/>
                  </a:cubicBezTo>
                  <a:cubicBezTo>
                    <a:pt x="76151" y="16318"/>
                    <a:pt x="78870" y="16318"/>
                    <a:pt x="78870" y="13598"/>
                  </a:cubicBezTo>
                  <a:cubicBezTo>
                    <a:pt x="84309" y="10879"/>
                    <a:pt x="89749" y="8159"/>
                    <a:pt x="95188" y="5440"/>
                  </a:cubicBezTo>
                  <a:cubicBezTo>
                    <a:pt x="100628" y="2720"/>
                    <a:pt x="106067" y="0"/>
                    <a:pt x="111506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F01B5A5D-AC20-4D4A-B5F5-61EADCE4E37B}"/>
                </a:ext>
              </a:extLst>
            </p:cNvPr>
            <p:cNvSpPr/>
            <p:nvPr/>
          </p:nvSpPr>
          <p:spPr>
            <a:xfrm>
              <a:off x="8346812" y="4186718"/>
              <a:ext cx="353556" cy="761503"/>
            </a:xfrm>
            <a:custGeom>
              <a:avLst/>
              <a:gdLst>
                <a:gd name="connsiteX0" fmla="*/ 283910 w 353555"/>
                <a:gd name="connsiteY0" fmla="*/ 672820 h 761503"/>
                <a:gd name="connsiteX1" fmla="*/ 321985 w 353555"/>
                <a:gd name="connsiteY1" fmla="*/ 689138 h 761503"/>
                <a:gd name="connsiteX2" fmla="*/ 316546 w 353555"/>
                <a:gd name="connsiteY2" fmla="*/ 705456 h 761503"/>
                <a:gd name="connsiteX3" fmla="*/ 300228 w 353555"/>
                <a:gd name="connsiteY3" fmla="*/ 713615 h 761503"/>
                <a:gd name="connsiteX4" fmla="*/ 278471 w 353555"/>
                <a:gd name="connsiteY4" fmla="*/ 716335 h 761503"/>
                <a:gd name="connsiteX5" fmla="*/ 237676 w 353555"/>
                <a:gd name="connsiteY5" fmla="*/ 716335 h 761503"/>
                <a:gd name="connsiteX6" fmla="*/ 180563 w 353555"/>
                <a:gd name="connsiteY6" fmla="*/ 719054 h 761503"/>
                <a:gd name="connsiteX7" fmla="*/ 126170 w 353555"/>
                <a:gd name="connsiteY7" fmla="*/ 719054 h 761503"/>
                <a:gd name="connsiteX8" fmla="*/ 101693 w 353555"/>
                <a:gd name="connsiteY8" fmla="*/ 719054 h 761503"/>
                <a:gd name="connsiteX9" fmla="*/ 74496 w 353555"/>
                <a:gd name="connsiteY9" fmla="*/ 713615 h 761503"/>
                <a:gd name="connsiteX10" fmla="*/ 58178 w 353555"/>
                <a:gd name="connsiteY10" fmla="*/ 697297 h 761503"/>
                <a:gd name="connsiteX11" fmla="*/ 63618 w 353555"/>
                <a:gd name="connsiteY11" fmla="*/ 689138 h 761503"/>
                <a:gd name="connsiteX12" fmla="*/ 85375 w 353555"/>
                <a:gd name="connsiteY12" fmla="*/ 680979 h 761503"/>
                <a:gd name="connsiteX13" fmla="*/ 131609 w 353555"/>
                <a:gd name="connsiteY13" fmla="*/ 675540 h 761503"/>
                <a:gd name="connsiteX14" fmla="*/ 142488 w 353555"/>
                <a:gd name="connsiteY14" fmla="*/ 675540 h 761503"/>
                <a:gd name="connsiteX15" fmla="*/ 131609 w 353555"/>
                <a:gd name="connsiteY15" fmla="*/ 653783 h 761503"/>
                <a:gd name="connsiteX16" fmla="*/ 128890 w 353555"/>
                <a:gd name="connsiteY16" fmla="*/ 640184 h 761503"/>
                <a:gd name="connsiteX17" fmla="*/ 128890 w 353555"/>
                <a:gd name="connsiteY17" fmla="*/ 629306 h 761503"/>
                <a:gd name="connsiteX18" fmla="*/ 128890 w 353555"/>
                <a:gd name="connsiteY18" fmla="*/ 621147 h 761503"/>
                <a:gd name="connsiteX19" fmla="*/ 128890 w 353555"/>
                <a:gd name="connsiteY19" fmla="*/ 593950 h 761503"/>
                <a:gd name="connsiteX20" fmla="*/ 128890 w 353555"/>
                <a:gd name="connsiteY20" fmla="*/ 583072 h 761503"/>
                <a:gd name="connsiteX21" fmla="*/ 128890 w 353555"/>
                <a:gd name="connsiteY21" fmla="*/ 436210 h 761503"/>
                <a:gd name="connsiteX22" fmla="*/ 128890 w 353555"/>
                <a:gd name="connsiteY22" fmla="*/ 357340 h 761503"/>
                <a:gd name="connsiteX23" fmla="*/ 131609 w 353555"/>
                <a:gd name="connsiteY23" fmla="*/ 289349 h 761503"/>
                <a:gd name="connsiteX24" fmla="*/ 131609 w 353555"/>
                <a:gd name="connsiteY24" fmla="*/ 251274 h 761503"/>
                <a:gd name="connsiteX25" fmla="*/ 131609 w 353555"/>
                <a:gd name="connsiteY25" fmla="*/ 205040 h 761503"/>
                <a:gd name="connsiteX26" fmla="*/ 131609 w 353555"/>
                <a:gd name="connsiteY26" fmla="*/ 139768 h 761503"/>
                <a:gd name="connsiteX27" fmla="*/ 131609 w 353555"/>
                <a:gd name="connsiteY27" fmla="*/ 128889 h 761503"/>
                <a:gd name="connsiteX28" fmla="*/ 126170 w 353555"/>
                <a:gd name="connsiteY28" fmla="*/ 128889 h 761503"/>
                <a:gd name="connsiteX29" fmla="*/ 101693 w 353555"/>
                <a:gd name="connsiteY29" fmla="*/ 128889 h 761503"/>
                <a:gd name="connsiteX30" fmla="*/ 74496 w 353555"/>
                <a:gd name="connsiteY30" fmla="*/ 123450 h 761503"/>
                <a:gd name="connsiteX31" fmla="*/ 58178 w 353555"/>
                <a:gd name="connsiteY31" fmla="*/ 107132 h 761503"/>
                <a:gd name="connsiteX32" fmla="*/ 60898 w 353555"/>
                <a:gd name="connsiteY32" fmla="*/ 98973 h 761503"/>
                <a:gd name="connsiteX33" fmla="*/ 82655 w 353555"/>
                <a:gd name="connsiteY33" fmla="*/ 93534 h 761503"/>
                <a:gd name="connsiteX34" fmla="*/ 131609 w 353555"/>
                <a:gd name="connsiteY34" fmla="*/ 88094 h 761503"/>
                <a:gd name="connsiteX35" fmla="*/ 131609 w 353555"/>
                <a:gd name="connsiteY35" fmla="*/ 82655 h 761503"/>
                <a:gd name="connsiteX36" fmla="*/ 134329 w 353555"/>
                <a:gd name="connsiteY36" fmla="*/ 71776 h 761503"/>
                <a:gd name="connsiteX37" fmla="*/ 147927 w 353555"/>
                <a:gd name="connsiteY37" fmla="*/ 63617 h 761503"/>
                <a:gd name="connsiteX38" fmla="*/ 164245 w 353555"/>
                <a:gd name="connsiteY38" fmla="*/ 58178 h 761503"/>
                <a:gd name="connsiteX39" fmla="*/ 177843 w 353555"/>
                <a:gd name="connsiteY39" fmla="*/ 58178 h 761503"/>
                <a:gd name="connsiteX40" fmla="*/ 196881 w 353555"/>
                <a:gd name="connsiteY40" fmla="*/ 60898 h 761503"/>
                <a:gd name="connsiteX41" fmla="*/ 232237 w 353555"/>
                <a:gd name="connsiteY41" fmla="*/ 88094 h 761503"/>
                <a:gd name="connsiteX42" fmla="*/ 278471 w 353555"/>
                <a:gd name="connsiteY42" fmla="*/ 88094 h 761503"/>
                <a:gd name="connsiteX43" fmla="*/ 316546 w 353555"/>
                <a:gd name="connsiteY43" fmla="*/ 104412 h 761503"/>
                <a:gd name="connsiteX44" fmla="*/ 311107 w 353555"/>
                <a:gd name="connsiteY44" fmla="*/ 120730 h 761503"/>
                <a:gd name="connsiteX45" fmla="*/ 294789 w 353555"/>
                <a:gd name="connsiteY45" fmla="*/ 128889 h 761503"/>
                <a:gd name="connsiteX46" fmla="*/ 273032 w 353555"/>
                <a:gd name="connsiteY46" fmla="*/ 131609 h 761503"/>
                <a:gd name="connsiteX47" fmla="*/ 243115 w 353555"/>
                <a:gd name="connsiteY47" fmla="*/ 131609 h 761503"/>
                <a:gd name="connsiteX48" fmla="*/ 243115 w 353555"/>
                <a:gd name="connsiteY48" fmla="*/ 134329 h 761503"/>
                <a:gd name="connsiteX49" fmla="*/ 248554 w 353555"/>
                <a:gd name="connsiteY49" fmla="*/ 169684 h 761503"/>
                <a:gd name="connsiteX50" fmla="*/ 251274 w 353555"/>
                <a:gd name="connsiteY50" fmla="*/ 205040 h 761503"/>
                <a:gd name="connsiteX51" fmla="*/ 251274 w 353555"/>
                <a:gd name="connsiteY51" fmla="*/ 240395 h 761503"/>
                <a:gd name="connsiteX52" fmla="*/ 251274 w 353555"/>
                <a:gd name="connsiteY52" fmla="*/ 256713 h 761503"/>
                <a:gd name="connsiteX53" fmla="*/ 253994 w 353555"/>
                <a:gd name="connsiteY53" fmla="*/ 270311 h 761503"/>
                <a:gd name="connsiteX54" fmla="*/ 259433 w 353555"/>
                <a:gd name="connsiteY54" fmla="*/ 343742 h 761503"/>
                <a:gd name="connsiteX55" fmla="*/ 262153 w 353555"/>
                <a:gd name="connsiteY55" fmla="*/ 425332 h 761503"/>
                <a:gd name="connsiteX56" fmla="*/ 264872 w 353555"/>
                <a:gd name="connsiteY56" fmla="*/ 490603 h 761503"/>
                <a:gd name="connsiteX57" fmla="*/ 270312 w 353555"/>
                <a:gd name="connsiteY57" fmla="*/ 564034 h 761503"/>
                <a:gd name="connsiteX58" fmla="*/ 270312 w 353555"/>
                <a:gd name="connsiteY58" fmla="*/ 599390 h 761503"/>
                <a:gd name="connsiteX59" fmla="*/ 270312 w 353555"/>
                <a:gd name="connsiteY59" fmla="*/ 637465 h 761503"/>
                <a:gd name="connsiteX60" fmla="*/ 264872 w 353555"/>
                <a:gd name="connsiteY60" fmla="*/ 670101 h 761503"/>
                <a:gd name="connsiteX61" fmla="*/ 283910 w 353555"/>
                <a:gd name="connsiteY61" fmla="*/ 672820 h 761503"/>
                <a:gd name="connsiteX62" fmla="*/ 283910 w 353555"/>
                <a:gd name="connsiteY62" fmla="*/ 672820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353555" h="761503">
                  <a:moveTo>
                    <a:pt x="283910" y="672820"/>
                  </a:moveTo>
                  <a:cubicBezTo>
                    <a:pt x="297508" y="672820"/>
                    <a:pt x="321985" y="672820"/>
                    <a:pt x="321985" y="689138"/>
                  </a:cubicBezTo>
                  <a:cubicBezTo>
                    <a:pt x="321985" y="697297"/>
                    <a:pt x="319266" y="697297"/>
                    <a:pt x="316546" y="705456"/>
                  </a:cubicBezTo>
                  <a:cubicBezTo>
                    <a:pt x="311107" y="710895"/>
                    <a:pt x="305667" y="713615"/>
                    <a:pt x="300228" y="713615"/>
                  </a:cubicBezTo>
                  <a:cubicBezTo>
                    <a:pt x="292069" y="716335"/>
                    <a:pt x="283910" y="716335"/>
                    <a:pt x="278471" y="716335"/>
                  </a:cubicBezTo>
                  <a:cubicBezTo>
                    <a:pt x="275751" y="716335"/>
                    <a:pt x="256713" y="716335"/>
                    <a:pt x="237676" y="716335"/>
                  </a:cubicBezTo>
                  <a:cubicBezTo>
                    <a:pt x="213199" y="716335"/>
                    <a:pt x="186003" y="719054"/>
                    <a:pt x="180563" y="719054"/>
                  </a:cubicBezTo>
                  <a:cubicBezTo>
                    <a:pt x="166965" y="719054"/>
                    <a:pt x="142488" y="719054"/>
                    <a:pt x="126170" y="719054"/>
                  </a:cubicBezTo>
                  <a:cubicBezTo>
                    <a:pt x="118011" y="719054"/>
                    <a:pt x="109852" y="719054"/>
                    <a:pt x="101693" y="719054"/>
                  </a:cubicBezTo>
                  <a:cubicBezTo>
                    <a:pt x="93534" y="719054"/>
                    <a:pt x="82655" y="719054"/>
                    <a:pt x="74496" y="713615"/>
                  </a:cubicBezTo>
                  <a:cubicBezTo>
                    <a:pt x="66337" y="710895"/>
                    <a:pt x="58178" y="702736"/>
                    <a:pt x="58178" y="697297"/>
                  </a:cubicBezTo>
                  <a:cubicBezTo>
                    <a:pt x="58178" y="694578"/>
                    <a:pt x="58178" y="691858"/>
                    <a:pt x="63618" y="689138"/>
                  </a:cubicBezTo>
                  <a:cubicBezTo>
                    <a:pt x="69057" y="686418"/>
                    <a:pt x="79936" y="683699"/>
                    <a:pt x="85375" y="680979"/>
                  </a:cubicBezTo>
                  <a:cubicBezTo>
                    <a:pt x="104413" y="678260"/>
                    <a:pt x="123450" y="675540"/>
                    <a:pt x="131609" y="675540"/>
                  </a:cubicBezTo>
                  <a:cubicBezTo>
                    <a:pt x="134329" y="675540"/>
                    <a:pt x="137049" y="675540"/>
                    <a:pt x="142488" y="675540"/>
                  </a:cubicBezTo>
                  <a:cubicBezTo>
                    <a:pt x="134329" y="670101"/>
                    <a:pt x="131609" y="661942"/>
                    <a:pt x="131609" y="653783"/>
                  </a:cubicBezTo>
                  <a:cubicBezTo>
                    <a:pt x="131609" y="648343"/>
                    <a:pt x="131609" y="642904"/>
                    <a:pt x="128890" y="640184"/>
                  </a:cubicBezTo>
                  <a:cubicBezTo>
                    <a:pt x="128890" y="637465"/>
                    <a:pt x="128890" y="634745"/>
                    <a:pt x="128890" y="629306"/>
                  </a:cubicBezTo>
                  <a:cubicBezTo>
                    <a:pt x="128890" y="626586"/>
                    <a:pt x="128890" y="623867"/>
                    <a:pt x="128890" y="621147"/>
                  </a:cubicBezTo>
                  <a:cubicBezTo>
                    <a:pt x="128890" y="612988"/>
                    <a:pt x="128890" y="604829"/>
                    <a:pt x="128890" y="593950"/>
                  </a:cubicBezTo>
                  <a:cubicBezTo>
                    <a:pt x="128890" y="591231"/>
                    <a:pt x="128890" y="585791"/>
                    <a:pt x="128890" y="583072"/>
                  </a:cubicBezTo>
                  <a:cubicBezTo>
                    <a:pt x="128890" y="534118"/>
                    <a:pt x="131609" y="485164"/>
                    <a:pt x="128890" y="436210"/>
                  </a:cubicBezTo>
                  <a:cubicBezTo>
                    <a:pt x="128890" y="409014"/>
                    <a:pt x="128890" y="384537"/>
                    <a:pt x="128890" y="357340"/>
                  </a:cubicBezTo>
                  <a:cubicBezTo>
                    <a:pt x="128890" y="335583"/>
                    <a:pt x="131609" y="313826"/>
                    <a:pt x="131609" y="289349"/>
                  </a:cubicBezTo>
                  <a:cubicBezTo>
                    <a:pt x="131609" y="275751"/>
                    <a:pt x="131609" y="264872"/>
                    <a:pt x="131609" y="251274"/>
                  </a:cubicBezTo>
                  <a:cubicBezTo>
                    <a:pt x="131609" y="234956"/>
                    <a:pt x="131609" y="221357"/>
                    <a:pt x="131609" y="205040"/>
                  </a:cubicBezTo>
                  <a:cubicBezTo>
                    <a:pt x="131609" y="183282"/>
                    <a:pt x="131609" y="161525"/>
                    <a:pt x="131609" y="139768"/>
                  </a:cubicBezTo>
                  <a:cubicBezTo>
                    <a:pt x="131609" y="137048"/>
                    <a:pt x="131609" y="134329"/>
                    <a:pt x="131609" y="128889"/>
                  </a:cubicBezTo>
                  <a:cubicBezTo>
                    <a:pt x="128890" y="128889"/>
                    <a:pt x="126170" y="128889"/>
                    <a:pt x="126170" y="128889"/>
                  </a:cubicBezTo>
                  <a:cubicBezTo>
                    <a:pt x="118011" y="128889"/>
                    <a:pt x="109852" y="128889"/>
                    <a:pt x="101693" y="128889"/>
                  </a:cubicBezTo>
                  <a:cubicBezTo>
                    <a:pt x="93534" y="128889"/>
                    <a:pt x="82655" y="128889"/>
                    <a:pt x="74496" y="123450"/>
                  </a:cubicBezTo>
                  <a:cubicBezTo>
                    <a:pt x="66337" y="120730"/>
                    <a:pt x="58178" y="112571"/>
                    <a:pt x="58178" y="107132"/>
                  </a:cubicBezTo>
                  <a:cubicBezTo>
                    <a:pt x="58178" y="104412"/>
                    <a:pt x="58178" y="101693"/>
                    <a:pt x="60898" y="98973"/>
                  </a:cubicBezTo>
                  <a:cubicBezTo>
                    <a:pt x="63618" y="96253"/>
                    <a:pt x="77216" y="93534"/>
                    <a:pt x="82655" y="93534"/>
                  </a:cubicBezTo>
                  <a:cubicBezTo>
                    <a:pt x="98973" y="90814"/>
                    <a:pt x="123450" y="88094"/>
                    <a:pt x="131609" y="88094"/>
                  </a:cubicBezTo>
                  <a:cubicBezTo>
                    <a:pt x="131609" y="85375"/>
                    <a:pt x="131609" y="85375"/>
                    <a:pt x="131609" y="82655"/>
                  </a:cubicBezTo>
                  <a:cubicBezTo>
                    <a:pt x="131609" y="77216"/>
                    <a:pt x="131609" y="74496"/>
                    <a:pt x="134329" y="71776"/>
                  </a:cubicBezTo>
                  <a:cubicBezTo>
                    <a:pt x="137049" y="69057"/>
                    <a:pt x="145208" y="66337"/>
                    <a:pt x="147927" y="63617"/>
                  </a:cubicBezTo>
                  <a:cubicBezTo>
                    <a:pt x="153366" y="60898"/>
                    <a:pt x="158806" y="58178"/>
                    <a:pt x="164245" y="58178"/>
                  </a:cubicBezTo>
                  <a:cubicBezTo>
                    <a:pt x="169684" y="58178"/>
                    <a:pt x="175124" y="58178"/>
                    <a:pt x="177843" y="58178"/>
                  </a:cubicBezTo>
                  <a:cubicBezTo>
                    <a:pt x="183283" y="58178"/>
                    <a:pt x="191442" y="58178"/>
                    <a:pt x="196881" y="60898"/>
                  </a:cubicBezTo>
                  <a:cubicBezTo>
                    <a:pt x="213199" y="63617"/>
                    <a:pt x="224078" y="74496"/>
                    <a:pt x="232237" y="88094"/>
                  </a:cubicBezTo>
                  <a:cubicBezTo>
                    <a:pt x="253994" y="88094"/>
                    <a:pt x="270312" y="88094"/>
                    <a:pt x="278471" y="88094"/>
                  </a:cubicBezTo>
                  <a:cubicBezTo>
                    <a:pt x="292069" y="88094"/>
                    <a:pt x="316546" y="88094"/>
                    <a:pt x="316546" y="104412"/>
                  </a:cubicBezTo>
                  <a:cubicBezTo>
                    <a:pt x="316546" y="112571"/>
                    <a:pt x="313826" y="112571"/>
                    <a:pt x="311107" y="120730"/>
                  </a:cubicBezTo>
                  <a:cubicBezTo>
                    <a:pt x="305667" y="126170"/>
                    <a:pt x="300228" y="128889"/>
                    <a:pt x="294789" y="128889"/>
                  </a:cubicBezTo>
                  <a:cubicBezTo>
                    <a:pt x="286630" y="131609"/>
                    <a:pt x="278471" y="131609"/>
                    <a:pt x="273032" y="131609"/>
                  </a:cubicBezTo>
                  <a:cubicBezTo>
                    <a:pt x="270312" y="131609"/>
                    <a:pt x="259433" y="131609"/>
                    <a:pt x="243115" y="131609"/>
                  </a:cubicBezTo>
                  <a:lnTo>
                    <a:pt x="243115" y="134329"/>
                  </a:lnTo>
                  <a:cubicBezTo>
                    <a:pt x="245835" y="145207"/>
                    <a:pt x="245835" y="158805"/>
                    <a:pt x="248554" y="169684"/>
                  </a:cubicBezTo>
                  <a:cubicBezTo>
                    <a:pt x="251274" y="180563"/>
                    <a:pt x="251274" y="194161"/>
                    <a:pt x="251274" y="205040"/>
                  </a:cubicBezTo>
                  <a:cubicBezTo>
                    <a:pt x="251274" y="215918"/>
                    <a:pt x="251274" y="226797"/>
                    <a:pt x="251274" y="240395"/>
                  </a:cubicBezTo>
                  <a:cubicBezTo>
                    <a:pt x="251274" y="245834"/>
                    <a:pt x="251274" y="251274"/>
                    <a:pt x="251274" y="256713"/>
                  </a:cubicBezTo>
                  <a:cubicBezTo>
                    <a:pt x="251274" y="262152"/>
                    <a:pt x="251274" y="267592"/>
                    <a:pt x="253994" y="270311"/>
                  </a:cubicBezTo>
                  <a:cubicBezTo>
                    <a:pt x="256713" y="294788"/>
                    <a:pt x="256713" y="319265"/>
                    <a:pt x="259433" y="343742"/>
                  </a:cubicBezTo>
                  <a:cubicBezTo>
                    <a:pt x="259433" y="370939"/>
                    <a:pt x="262153" y="398135"/>
                    <a:pt x="262153" y="425332"/>
                  </a:cubicBezTo>
                  <a:cubicBezTo>
                    <a:pt x="262153" y="447089"/>
                    <a:pt x="262153" y="468846"/>
                    <a:pt x="264872" y="490603"/>
                  </a:cubicBezTo>
                  <a:cubicBezTo>
                    <a:pt x="264872" y="515080"/>
                    <a:pt x="270312" y="539557"/>
                    <a:pt x="270312" y="564034"/>
                  </a:cubicBezTo>
                  <a:cubicBezTo>
                    <a:pt x="270312" y="574913"/>
                    <a:pt x="270312" y="588511"/>
                    <a:pt x="270312" y="599390"/>
                  </a:cubicBezTo>
                  <a:cubicBezTo>
                    <a:pt x="270312" y="612988"/>
                    <a:pt x="270312" y="623867"/>
                    <a:pt x="270312" y="637465"/>
                  </a:cubicBezTo>
                  <a:cubicBezTo>
                    <a:pt x="270312" y="648343"/>
                    <a:pt x="270312" y="661942"/>
                    <a:pt x="264872" y="670101"/>
                  </a:cubicBezTo>
                  <a:cubicBezTo>
                    <a:pt x="273032" y="672820"/>
                    <a:pt x="278471" y="672820"/>
                    <a:pt x="283910" y="672820"/>
                  </a:cubicBezTo>
                  <a:lnTo>
                    <a:pt x="283910" y="672820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EBB7AA59-7E0F-4BB4-B767-0A6C688AD926}"/>
                </a:ext>
              </a:extLst>
            </p:cNvPr>
            <p:cNvSpPr/>
            <p:nvPr/>
          </p:nvSpPr>
          <p:spPr>
            <a:xfrm>
              <a:off x="8652924" y="4192158"/>
              <a:ext cx="516735" cy="788700"/>
            </a:xfrm>
            <a:custGeom>
              <a:avLst/>
              <a:gdLst>
                <a:gd name="connsiteX0" fmla="*/ 464616 w 516735"/>
                <a:gd name="connsiteY0" fmla="*/ 436210 h 788699"/>
                <a:gd name="connsiteX1" fmla="*/ 445578 w 516735"/>
                <a:gd name="connsiteY1" fmla="*/ 455248 h 788699"/>
                <a:gd name="connsiteX2" fmla="*/ 404783 w 516735"/>
                <a:gd name="connsiteY2" fmla="*/ 466126 h 788699"/>
                <a:gd name="connsiteX3" fmla="*/ 385746 w 516735"/>
                <a:gd name="connsiteY3" fmla="*/ 479725 h 788699"/>
                <a:gd name="connsiteX4" fmla="*/ 388466 w 516735"/>
                <a:gd name="connsiteY4" fmla="*/ 512361 h 788699"/>
                <a:gd name="connsiteX5" fmla="*/ 388466 w 516735"/>
                <a:gd name="connsiteY5" fmla="*/ 544997 h 788699"/>
                <a:gd name="connsiteX6" fmla="*/ 388466 w 516735"/>
                <a:gd name="connsiteY6" fmla="*/ 566754 h 788699"/>
                <a:gd name="connsiteX7" fmla="*/ 391185 w 516735"/>
                <a:gd name="connsiteY7" fmla="*/ 632026 h 788699"/>
                <a:gd name="connsiteX8" fmla="*/ 393905 w 516735"/>
                <a:gd name="connsiteY8" fmla="*/ 683699 h 788699"/>
                <a:gd name="connsiteX9" fmla="*/ 377587 w 516735"/>
                <a:gd name="connsiteY9" fmla="*/ 724494 h 788699"/>
                <a:gd name="connsiteX10" fmla="*/ 361269 w 516735"/>
                <a:gd name="connsiteY10" fmla="*/ 719054 h 788699"/>
                <a:gd name="connsiteX11" fmla="*/ 353110 w 516735"/>
                <a:gd name="connsiteY11" fmla="*/ 702737 h 788699"/>
                <a:gd name="connsiteX12" fmla="*/ 350390 w 516735"/>
                <a:gd name="connsiteY12" fmla="*/ 686419 h 788699"/>
                <a:gd name="connsiteX13" fmla="*/ 353110 w 516735"/>
                <a:gd name="connsiteY13" fmla="*/ 659222 h 788699"/>
                <a:gd name="connsiteX14" fmla="*/ 353110 w 516735"/>
                <a:gd name="connsiteY14" fmla="*/ 656502 h 788699"/>
                <a:gd name="connsiteX15" fmla="*/ 317754 w 516735"/>
                <a:gd name="connsiteY15" fmla="*/ 708176 h 788699"/>
                <a:gd name="connsiteX16" fmla="*/ 241604 w 516735"/>
                <a:gd name="connsiteY16" fmla="*/ 735372 h 788699"/>
                <a:gd name="connsiteX17" fmla="*/ 187211 w 516735"/>
                <a:gd name="connsiteY17" fmla="*/ 727214 h 788699"/>
                <a:gd name="connsiteX18" fmla="*/ 135537 w 516735"/>
                <a:gd name="connsiteY18" fmla="*/ 694578 h 788699"/>
                <a:gd name="connsiteX19" fmla="*/ 86583 w 516735"/>
                <a:gd name="connsiteY19" fmla="*/ 621147 h 788699"/>
                <a:gd name="connsiteX20" fmla="*/ 67546 w 516735"/>
                <a:gd name="connsiteY20" fmla="*/ 555875 h 788699"/>
                <a:gd name="connsiteX21" fmla="*/ 59387 w 516735"/>
                <a:gd name="connsiteY21" fmla="*/ 509641 h 788699"/>
                <a:gd name="connsiteX22" fmla="*/ 59387 w 516735"/>
                <a:gd name="connsiteY22" fmla="*/ 468846 h 788699"/>
                <a:gd name="connsiteX23" fmla="*/ 86583 w 516735"/>
                <a:gd name="connsiteY23" fmla="*/ 302947 h 788699"/>
                <a:gd name="connsiteX24" fmla="*/ 108341 w 516735"/>
                <a:gd name="connsiteY24" fmla="*/ 224077 h 788699"/>
                <a:gd name="connsiteX25" fmla="*/ 146416 w 516735"/>
                <a:gd name="connsiteY25" fmla="*/ 145207 h 788699"/>
                <a:gd name="connsiteX26" fmla="*/ 198090 w 516735"/>
                <a:gd name="connsiteY26" fmla="*/ 85375 h 788699"/>
                <a:gd name="connsiteX27" fmla="*/ 228006 w 516735"/>
                <a:gd name="connsiteY27" fmla="*/ 69057 h 788699"/>
                <a:gd name="connsiteX28" fmla="*/ 268801 w 516735"/>
                <a:gd name="connsiteY28" fmla="*/ 58178 h 788699"/>
                <a:gd name="connsiteX29" fmla="*/ 274240 w 516735"/>
                <a:gd name="connsiteY29" fmla="*/ 58178 h 788699"/>
                <a:gd name="connsiteX30" fmla="*/ 295997 w 516735"/>
                <a:gd name="connsiteY30" fmla="*/ 60898 h 788699"/>
                <a:gd name="connsiteX31" fmla="*/ 331353 w 516735"/>
                <a:gd name="connsiteY31" fmla="*/ 71776 h 788699"/>
                <a:gd name="connsiteX32" fmla="*/ 350390 w 516735"/>
                <a:gd name="connsiteY32" fmla="*/ 93534 h 788699"/>
                <a:gd name="connsiteX33" fmla="*/ 353110 w 516735"/>
                <a:gd name="connsiteY33" fmla="*/ 74496 h 788699"/>
                <a:gd name="connsiteX34" fmla="*/ 358549 w 516735"/>
                <a:gd name="connsiteY34" fmla="*/ 63618 h 788699"/>
                <a:gd name="connsiteX35" fmla="*/ 366708 w 516735"/>
                <a:gd name="connsiteY35" fmla="*/ 58178 h 788699"/>
                <a:gd name="connsiteX36" fmla="*/ 374867 w 516735"/>
                <a:gd name="connsiteY36" fmla="*/ 63618 h 788699"/>
                <a:gd name="connsiteX37" fmla="*/ 383027 w 516735"/>
                <a:gd name="connsiteY37" fmla="*/ 82655 h 788699"/>
                <a:gd name="connsiteX38" fmla="*/ 385746 w 516735"/>
                <a:gd name="connsiteY38" fmla="*/ 126170 h 788699"/>
                <a:gd name="connsiteX39" fmla="*/ 388466 w 516735"/>
                <a:gd name="connsiteY39" fmla="*/ 186002 h 788699"/>
                <a:gd name="connsiteX40" fmla="*/ 391185 w 516735"/>
                <a:gd name="connsiteY40" fmla="*/ 237676 h 788699"/>
                <a:gd name="connsiteX41" fmla="*/ 374867 w 516735"/>
                <a:gd name="connsiteY41" fmla="*/ 278470 h 788699"/>
                <a:gd name="connsiteX42" fmla="*/ 358549 w 516735"/>
                <a:gd name="connsiteY42" fmla="*/ 273031 h 788699"/>
                <a:gd name="connsiteX43" fmla="*/ 350390 w 516735"/>
                <a:gd name="connsiteY43" fmla="*/ 256713 h 788699"/>
                <a:gd name="connsiteX44" fmla="*/ 347671 w 516735"/>
                <a:gd name="connsiteY44" fmla="*/ 240395 h 788699"/>
                <a:gd name="connsiteX45" fmla="*/ 347671 w 516735"/>
                <a:gd name="connsiteY45" fmla="*/ 213199 h 788699"/>
                <a:gd name="connsiteX46" fmla="*/ 344951 w 516735"/>
                <a:gd name="connsiteY46" fmla="*/ 194161 h 788699"/>
                <a:gd name="connsiteX47" fmla="*/ 339512 w 516735"/>
                <a:gd name="connsiteY47" fmla="*/ 150647 h 788699"/>
                <a:gd name="connsiteX48" fmla="*/ 323194 w 516735"/>
                <a:gd name="connsiteY48" fmla="*/ 112571 h 788699"/>
                <a:gd name="connsiteX49" fmla="*/ 293278 w 516735"/>
                <a:gd name="connsiteY49" fmla="*/ 101693 h 788699"/>
                <a:gd name="connsiteX50" fmla="*/ 263361 w 516735"/>
                <a:gd name="connsiteY50" fmla="*/ 120730 h 788699"/>
                <a:gd name="connsiteX51" fmla="*/ 241604 w 516735"/>
                <a:gd name="connsiteY51" fmla="*/ 153366 h 788699"/>
                <a:gd name="connsiteX52" fmla="*/ 233445 w 516735"/>
                <a:gd name="connsiteY52" fmla="*/ 194161 h 788699"/>
                <a:gd name="connsiteX53" fmla="*/ 225286 w 516735"/>
                <a:gd name="connsiteY53" fmla="*/ 232236 h 788699"/>
                <a:gd name="connsiteX54" fmla="*/ 217127 w 516735"/>
                <a:gd name="connsiteY54" fmla="*/ 275751 h 788699"/>
                <a:gd name="connsiteX55" fmla="*/ 211688 w 516735"/>
                <a:gd name="connsiteY55" fmla="*/ 316545 h 788699"/>
                <a:gd name="connsiteX56" fmla="*/ 206249 w 516735"/>
                <a:gd name="connsiteY56" fmla="*/ 354621 h 788699"/>
                <a:gd name="connsiteX57" fmla="*/ 200809 w 516735"/>
                <a:gd name="connsiteY57" fmla="*/ 398135 h 788699"/>
                <a:gd name="connsiteX58" fmla="*/ 195370 w 516735"/>
                <a:gd name="connsiteY58" fmla="*/ 438930 h 788699"/>
                <a:gd name="connsiteX59" fmla="*/ 192650 w 516735"/>
                <a:gd name="connsiteY59" fmla="*/ 474286 h 788699"/>
                <a:gd name="connsiteX60" fmla="*/ 195370 w 516735"/>
                <a:gd name="connsiteY60" fmla="*/ 525959 h 788699"/>
                <a:gd name="connsiteX61" fmla="*/ 208968 w 516735"/>
                <a:gd name="connsiteY61" fmla="*/ 596670 h 788699"/>
                <a:gd name="connsiteX62" fmla="*/ 214407 w 516735"/>
                <a:gd name="connsiteY62" fmla="*/ 623867 h 788699"/>
                <a:gd name="connsiteX63" fmla="*/ 228006 w 516735"/>
                <a:gd name="connsiteY63" fmla="*/ 656502 h 788699"/>
                <a:gd name="connsiteX64" fmla="*/ 271520 w 516735"/>
                <a:gd name="connsiteY64" fmla="*/ 689138 h 788699"/>
                <a:gd name="connsiteX65" fmla="*/ 306876 w 516735"/>
                <a:gd name="connsiteY65" fmla="*/ 664661 h 788699"/>
                <a:gd name="connsiteX66" fmla="*/ 331353 w 516735"/>
                <a:gd name="connsiteY66" fmla="*/ 602109 h 788699"/>
                <a:gd name="connsiteX67" fmla="*/ 336792 w 516735"/>
                <a:gd name="connsiteY67" fmla="*/ 544997 h 788699"/>
                <a:gd name="connsiteX68" fmla="*/ 336792 w 516735"/>
                <a:gd name="connsiteY68" fmla="*/ 498762 h 788699"/>
                <a:gd name="connsiteX69" fmla="*/ 336792 w 516735"/>
                <a:gd name="connsiteY69" fmla="*/ 490603 h 788699"/>
                <a:gd name="connsiteX70" fmla="*/ 320474 w 516735"/>
                <a:gd name="connsiteY70" fmla="*/ 477005 h 788699"/>
                <a:gd name="connsiteX71" fmla="*/ 282399 w 516735"/>
                <a:gd name="connsiteY71" fmla="*/ 479725 h 788699"/>
                <a:gd name="connsiteX72" fmla="*/ 252483 w 516735"/>
                <a:gd name="connsiteY72" fmla="*/ 474286 h 788699"/>
                <a:gd name="connsiteX73" fmla="*/ 247044 w 516735"/>
                <a:gd name="connsiteY73" fmla="*/ 466126 h 788699"/>
                <a:gd name="connsiteX74" fmla="*/ 249763 w 516735"/>
                <a:gd name="connsiteY74" fmla="*/ 457968 h 788699"/>
                <a:gd name="connsiteX75" fmla="*/ 268801 w 516735"/>
                <a:gd name="connsiteY75" fmla="*/ 447089 h 788699"/>
                <a:gd name="connsiteX76" fmla="*/ 312315 w 516735"/>
                <a:gd name="connsiteY76" fmla="*/ 436210 h 788699"/>
                <a:gd name="connsiteX77" fmla="*/ 353110 w 516735"/>
                <a:gd name="connsiteY77" fmla="*/ 430771 h 788699"/>
                <a:gd name="connsiteX78" fmla="*/ 385746 w 516735"/>
                <a:gd name="connsiteY78" fmla="*/ 430771 h 788699"/>
                <a:gd name="connsiteX79" fmla="*/ 437420 w 516735"/>
                <a:gd name="connsiteY79" fmla="*/ 428051 h 788699"/>
                <a:gd name="connsiteX80" fmla="*/ 464616 w 516735"/>
                <a:gd name="connsiteY80" fmla="*/ 436210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516735" h="788699">
                  <a:moveTo>
                    <a:pt x="464616" y="436210"/>
                  </a:moveTo>
                  <a:cubicBezTo>
                    <a:pt x="464616" y="447089"/>
                    <a:pt x="453738" y="452528"/>
                    <a:pt x="445578" y="455248"/>
                  </a:cubicBezTo>
                  <a:cubicBezTo>
                    <a:pt x="434700" y="460687"/>
                    <a:pt x="415662" y="463407"/>
                    <a:pt x="404783" y="466126"/>
                  </a:cubicBezTo>
                  <a:cubicBezTo>
                    <a:pt x="393905" y="466126"/>
                    <a:pt x="385746" y="468846"/>
                    <a:pt x="385746" y="479725"/>
                  </a:cubicBezTo>
                  <a:cubicBezTo>
                    <a:pt x="385746" y="487884"/>
                    <a:pt x="388466" y="506921"/>
                    <a:pt x="388466" y="512361"/>
                  </a:cubicBezTo>
                  <a:cubicBezTo>
                    <a:pt x="388466" y="515080"/>
                    <a:pt x="388466" y="539557"/>
                    <a:pt x="388466" y="544997"/>
                  </a:cubicBezTo>
                  <a:cubicBezTo>
                    <a:pt x="388466" y="550436"/>
                    <a:pt x="388466" y="558595"/>
                    <a:pt x="388466" y="566754"/>
                  </a:cubicBezTo>
                  <a:cubicBezTo>
                    <a:pt x="388466" y="591231"/>
                    <a:pt x="388466" y="621147"/>
                    <a:pt x="391185" y="632026"/>
                  </a:cubicBezTo>
                  <a:cubicBezTo>
                    <a:pt x="393905" y="653783"/>
                    <a:pt x="393905" y="661942"/>
                    <a:pt x="393905" y="683699"/>
                  </a:cubicBezTo>
                  <a:cubicBezTo>
                    <a:pt x="393905" y="694578"/>
                    <a:pt x="393905" y="724494"/>
                    <a:pt x="377587" y="724494"/>
                  </a:cubicBezTo>
                  <a:cubicBezTo>
                    <a:pt x="369428" y="724494"/>
                    <a:pt x="366708" y="721774"/>
                    <a:pt x="361269" y="719054"/>
                  </a:cubicBezTo>
                  <a:cubicBezTo>
                    <a:pt x="355830" y="716335"/>
                    <a:pt x="353110" y="708176"/>
                    <a:pt x="353110" y="702737"/>
                  </a:cubicBezTo>
                  <a:cubicBezTo>
                    <a:pt x="350390" y="694578"/>
                    <a:pt x="350390" y="689138"/>
                    <a:pt x="350390" y="686419"/>
                  </a:cubicBezTo>
                  <a:cubicBezTo>
                    <a:pt x="350390" y="678260"/>
                    <a:pt x="353110" y="672820"/>
                    <a:pt x="353110" y="659222"/>
                  </a:cubicBezTo>
                  <a:lnTo>
                    <a:pt x="353110" y="656502"/>
                  </a:lnTo>
                  <a:cubicBezTo>
                    <a:pt x="347671" y="675540"/>
                    <a:pt x="334073" y="694578"/>
                    <a:pt x="317754" y="708176"/>
                  </a:cubicBezTo>
                  <a:cubicBezTo>
                    <a:pt x="293278" y="727214"/>
                    <a:pt x="274240" y="735372"/>
                    <a:pt x="241604" y="735372"/>
                  </a:cubicBezTo>
                  <a:cubicBezTo>
                    <a:pt x="222566" y="735372"/>
                    <a:pt x="203529" y="732653"/>
                    <a:pt x="187211" y="727214"/>
                  </a:cubicBezTo>
                  <a:cubicBezTo>
                    <a:pt x="165454" y="719054"/>
                    <a:pt x="149136" y="708176"/>
                    <a:pt x="135537" y="694578"/>
                  </a:cubicBezTo>
                  <a:cubicBezTo>
                    <a:pt x="113780" y="672820"/>
                    <a:pt x="100182" y="648343"/>
                    <a:pt x="86583" y="621147"/>
                  </a:cubicBezTo>
                  <a:cubicBezTo>
                    <a:pt x="75705" y="599390"/>
                    <a:pt x="70266" y="580352"/>
                    <a:pt x="67546" y="555875"/>
                  </a:cubicBezTo>
                  <a:cubicBezTo>
                    <a:pt x="64826" y="539557"/>
                    <a:pt x="62107" y="525959"/>
                    <a:pt x="59387" y="509641"/>
                  </a:cubicBezTo>
                  <a:cubicBezTo>
                    <a:pt x="56667" y="493323"/>
                    <a:pt x="59387" y="485164"/>
                    <a:pt x="59387" y="468846"/>
                  </a:cubicBezTo>
                  <a:cubicBezTo>
                    <a:pt x="59387" y="414453"/>
                    <a:pt x="72985" y="362780"/>
                    <a:pt x="86583" y="302947"/>
                  </a:cubicBezTo>
                  <a:cubicBezTo>
                    <a:pt x="92023" y="275751"/>
                    <a:pt x="100182" y="248554"/>
                    <a:pt x="108341" y="224077"/>
                  </a:cubicBezTo>
                  <a:cubicBezTo>
                    <a:pt x="116500" y="196881"/>
                    <a:pt x="130098" y="169684"/>
                    <a:pt x="146416" y="145207"/>
                  </a:cubicBezTo>
                  <a:cubicBezTo>
                    <a:pt x="160014" y="123450"/>
                    <a:pt x="176332" y="101693"/>
                    <a:pt x="198090" y="85375"/>
                  </a:cubicBezTo>
                  <a:cubicBezTo>
                    <a:pt x="206249" y="77216"/>
                    <a:pt x="217127" y="71776"/>
                    <a:pt x="228006" y="69057"/>
                  </a:cubicBezTo>
                  <a:cubicBezTo>
                    <a:pt x="241604" y="63618"/>
                    <a:pt x="255202" y="58178"/>
                    <a:pt x="268801" y="58178"/>
                  </a:cubicBezTo>
                  <a:cubicBezTo>
                    <a:pt x="271520" y="58178"/>
                    <a:pt x="274240" y="58178"/>
                    <a:pt x="274240" y="58178"/>
                  </a:cubicBezTo>
                  <a:cubicBezTo>
                    <a:pt x="279679" y="58178"/>
                    <a:pt x="285119" y="58178"/>
                    <a:pt x="295997" y="60898"/>
                  </a:cubicBezTo>
                  <a:cubicBezTo>
                    <a:pt x="309595" y="63618"/>
                    <a:pt x="320474" y="66337"/>
                    <a:pt x="331353" y="71776"/>
                  </a:cubicBezTo>
                  <a:cubicBezTo>
                    <a:pt x="339512" y="77216"/>
                    <a:pt x="347671" y="85375"/>
                    <a:pt x="350390" y="93534"/>
                  </a:cubicBezTo>
                  <a:cubicBezTo>
                    <a:pt x="350390" y="88095"/>
                    <a:pt x="353110" y="79936"/>
                    <a:pt x="353110" y="74496"/>
                  </a:cubicBezTo>
                  <a:cubicBezTo>
                    <a:pt x="355830" y="71776"/>
                    <a:pt x="355830" y="69057"/>
                    <a:pt x="358549" y="63618"/>
                  </a:cubicBezTo>
                  <a:cubicBezTo>
                    <a:pt x="361269" y="60898"/>
                    <a:pt x="363989" y="58178"/>
                    <a:pt x="366708" y="58178"/>
                  </a:cubicBezTo>
                  <a:cubicBezTo>
                    <a:pt x="369428" y="58178"/>
                    <a:pt x="372148" y="60898"/>
                    <a:pt x="374867" y="63618"/>
                  </a:cubicBezTo>
                  <a:cubicBezTo>
                    <a:pt x="377587" y="69057"/>
                    <a:pt x="380307" y="77216"/>
                    <a:pt x="383027" y="82655"/>
                  </a:cubicBezTo>
                  <a:cubicBezTo>
                    <a:pt x="383027" y="90814"/>
                    <a:pt x="385746" y="107132"/>
                    <a:pt x="385746" y="126170"/>
                  </a:cubicBezTo>
                  <a:cubicBezTo>
                    <a:pt x="385746" y="150647"/>
                    <a:pt x="385746" y="177843"/>
                    <a:pt x="388466" y="186002"/>
                  </a:cubicBezTo>
                  <a:cubicBezTo>
                    <a:pt x="391185" y="207759"/>
                    <a:pt x="391185" y="215918"/>
                    <a:pt x="391185" y="237676"/>
                  </a:cubicBezTo>
                  <a:cubicBezTo>
                    <a:pt x="391185" y="248554"/>
                    <a:pt x="391185" y="278470"/>
                    <a:pt x="374867" y="278470"/>
                  </a:cubicBezTo>
                  <a:cubicBezTo>
                    <a:pt x="366708" y="278470"/>
                    <a:pt x="363989" y="275751"/>
                    <a:pt x="358549" y="273031"/>
                  </a:cubicBezTo>
                  <a:cubicBezTo>
                    <a:pt x="353110" y="270311"/>
                    <a:pt x="350390" y="262152"/>
                    <a:pt x="350390" y="256713"/>
                  </a:cubicBezTo>
                  <a:cubicBezTo>
                    <a:pt x="350390" y="251274"/>
                    <a:pt x="347671" y="245834"/>
                    <a:pt x="347671" y="240395"/>
                  </a:cubicBezTo>
                  <a:cubicBezTo>
                    <a:pt x="347671" y="232236"/>
                    <a:pt x="347671" y="224077"/>
                    <a:pt x="347671" y="213199"/>
                  </a:cubicBezTo>
                  <a:cubicBezTo>
                    <a:pt x="347671" y="207759"/>
                    <a:pt x="347671" y="199600"/>
                    <a:pt x="344951" y="194161"/>
                  </a:cubicBezTo>
                  <a:cubicBezTo>
                    <a:pt x="342232" y="180563"/>
                    <a:pt x="342232" y="164245"/>
                    <a:pt x="339512" y="150647"/>
                  </a:cubicBezTo>
                  <a:cubicBezTo>
                    <a:pt x="336792" y="137048"/>
                    <a:pt x="331353" y="123450"/>
                    <a:pt x="323194" y="112571"/>
                  </a:cubicBezTo>
                  <a:cubicBezTo>
                    <a:pt x="317754" y="104412"/>
                    <a:pt x="304156" y="101693"/>
                    <a:pt x="293278" y="101693"/>
                  </a:cubicBezTo>
                  <a:cubicBezTo>
                    <a:pt x="279679" y="101693"/>
                    <a:pt x="271520" y="109852"/>
                    <a:pt x="263361" y="120730"/>
                  </a:cubicBezTo>
                  <a:cubicBezTo>
                    <a:pt x="257922" y="131609"/>
                    <a:pt x="247044" y="139768"/>
                    <a:pt x="241604" y="153366"/>
                  </a:cubicBezTo>
                  <a:cubicBezTo>
                    <a:pt x="236165" y="166964"/>
                    <a:pt x="233445" y="180563"/>
                    <a:pt x="233445" y="194161"/>
                  </a:cubicBezTo>
                  <a:cubicBezTo>
                    <a:pt x="233445" y="207759"/>
                    <a:pt x="230725" y="218638"/>
                    <a:pt x="225286" y="232236"/>
                  </a:cubicBezTo>
                  <a:cubicBezTo>
                    <a:pt x="219847" y="245834"/>
                    <a:pt x="219847" y="262152"/>
                    <a:pt x="217127" y="275751"/>
                  </a:cubicBezTo>
                  <a:cubicBezTo>
                    <a:pt x="214407" y="289349"/>
                    <a:pt x="214407" y="302947"/>
                    <a:pt x="211688" y="316545"/>
                  </a:cubicBezTo>
                  <a:cubicBezTo>
                    <a:pt x="211688" y="330144"/>
                    <a:pt x="206249" y="341022"/>
                    <a:pt x="206249" y="354621"/>
                  </a:cubicBezTo>
                  <a:cubicBezTo>
                    <a:pt x="203529" y="368219"/>
                    <a:pt x="203529" y="381817"/>
                    <a:pt x="200809" y="398135"/>
                  </a:cubicBezTo>
                  <a:cubicBezTo>
                    <a:pt x="198090" y="411733"/>
                    <a:pt x="198090" y="425332"/>
                    <a:pt x="195370" y="438930"/>
                  </a:cubicBezTo>
                  <a:cubicBezTo>
                    <a:pt x="195370" y="449809"/>
                    <a:pt x="192650" y="463407"/>
                    <a:pt x="192650" y="474286"/>
                  </a:cubicBezTo>
                  <a:cubicBezTo>
                    <a:pt x="192650" y="490603"/>
                    <a:pt x="195370" y="509641"/>
                    <a:pt x="195370" y="525959"/>
                  </a:cubicBezTo>
                  <a:cubicBezTo>
                    <a:pt x="195370" y="550436"/>
                    <a:pt x="203529" y="572193"/>
                    <a:pt x="208968" y="596670"/>
                  </a:cubicBezTo>
                  <a:cubicBezTo>
                    <a:pt x="211688" y="604829"/>
                    <a:pt x="211688" y="615708"/>
                    <a:pt x="214407" y="623867"/>
                  </a:cubicBezTo>
                  <a:cubicBezTo>
                    <a:pt x="217127" y="634745"/>
                    <a:pt x="222566" y="645624"/>
                    <a:pt x="228006" y="656502"/>
                  </a:cubicBezTo>
                  <a:cubicBezTo>
                    <a:pt x="236165" y="670101"/>
                    <a:pt x="252483" y="689138"/>
                    <a:pt x="271520" y="689138"/>
                  </a:cubicBezTo>
                  <a:cubicBezTo>
                    <a:pt x="287838" y="689138"/>
                    <a:pt x="298717" y="675540"/>
                    <a:pt x="306876" y="664661"/>
                  </a:cubicBezTo>
                  <a:cubicBezTo>
                    <a:pt x="320474" y="645624"/>
                    <a:pt x="325914" y="623867"/>
                    <a:pt x="331353" y="602109"/>
                  </a:cubicBezTo>
                  <a:cubicBezTo>
                    <a:pt x="334073" y="583072"/>
                    <a:pt x="336792" y="564034"/>
                    <a:pt x="336792" y="544997"/>
                  </a:cubicBezTo>
                  <a:cubicBezTo>
                    <a:pt x="336792" y="531398"/>
                    <a:pt x="336792" y="512361"/>
                    <a:pt x="336792" y="498762"/>
                  </a:cubicBezTo>
                  <a:cubicBezTo>
                    <a:pt x="336792" y="496043"/>
                    <a:pt x="336792" y="493323"/>
                    <a:pt x="336792" y="490603"/>
                  </a:cubicBezTo>
                  <a:cubicBezTo>
                    <a:pt x="336792" y="479725"/>
                    <a:pt x="336792" y="477005"/>
                    <a:pt x="320474" y="477005"/>
                  </a:cubicBezTo>
                  <a:cubicBezTo>
                    <a:pt x="309595" y="477005"/>
                    <a:pt x="295997" y="479725"/>
                    <a:pt x="282399" y="479725"/>
                  </a:cubicBezTo>
                  <a:cubicBezTo>
                    <a:pt x="271520" y="479725"/>
                    <a:pt x="260642" y="479725"/>
                    <a:pt x="252483" y="474286"/>
                  </a:cubicBezTo>
                  <a:cubicBezTo>
                    <a:pt x="249763" y="471566"/>
                    <a:pt x="247044" y="468846"/>
                    <a:pt x="247044" y="466126"/>
                  </a:cubicBezTo>
                  <a:cubicBezTo>
                    <a:pt x="247044" y="463407"/>
                    <a:pt x="247044" y="460687"/>
                    <a:pt x="249763" y="457968"/>
                  </a:cubicBezTo>
                  <a:cubicBezTo>
                    <a:pt x="255202" y="452528"/>
                    <a:pt x="260642" y="449809"/>
                    <a:pt x="268801" y="447089"/>
                  </a:cubicBezTo>
                  <a:cubicBezTo>
                    <a:pt x="282399" y="441650"/>
                    <a:pt x="295997" y="438930"/>
                    <a:pt x="312315" y="436210"/>
                  </a:cubicBezTo>
                  <a:cubicBezTo>
                    <a:pt x="325914" y="433491"/>
                    <a:pt x="339512" y="433491"/>
                    <a:pt x="353110" y="430771"/>
                  </a:cubicBezTo>
                  <a:cubicBezTo>
                    <a:pt x="363989" y="430771"/>
                    <a:pt x="374867" y="430771"/>
                    <a:pt x="385746" y="430771"/>
                  </a:cubicBezTo>
                  <a:cubicBezTo>
                    <a:pt x="402064" y="430771"/>
                    <a:pt x="426541" y="428051"/>
                    <a:pt x="437420" y="428051"/>
                  </a:cubicBezTo>
                  <a:cubicBezTo>
                    <a:pt x="451018" y="422612"/>
                    <a:pt x="464616" y="425332"/>
                    <a:pt x="464616" y="436210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F208AE6F-C8BE-4B86-B1BE-7988067A1FC0}"/>
                </a:ext>
              </a:extLst>
            </p:cNvPr>
            <p:cNvSpPr/>
            <p:nvPr/>
          </p:nvSpPr>
          <p:spPr>
            <a:xfrm>
              <a:off x="9053923" y="4178559"/>
              <a:ext cx="625521" cy="788700"/>
            </a:xfrm>
            <a:custGeom>
              <a:avLst/>
              <a:gdLst>
                <a:gd name="connsiteX0" fmla="*/ 536838 w 625521"/>
                <a:gd name="connsiteY0" fmla="*/ 680979 h 788699"/>
                <a:gd name="connsiteX1" fmla="*/ 574913 w 625521"/>
                <a:gd name="connsiteY1" fmla="*/ 697297 h 788699"/>
                <a:gd name="connsiteX2" fmla="*/ 566755 w 625521"/>
                <a:gd name="connsiteY2" fmla="*/ 713615 h 788699"/>
                <a:gd name="connsiteX3" fmla="*/ 550437 w 625521"/>
                <a:gd name="connsiteY3" fmla="*/ 721774 h 788699"/>
                <a:gd name="connsiteX4" fmla="*/ 528680 w 625521"/>
                <a:gd name="connsiteY4" fmla="*/ 724494 h 788699"/>
                <a:gd name="connsiteX5" fmla="*/ 417174 w 625521"/>
                <a:gd name="connsiteY5" fmla="*/ 724494 h 788699"/>
                <a:gd name="connsiteX6" fmla="*/ 398136 w 625521"/>
                <a:gd name="connsiteY6" fmla="*/ 724494 h 788699"/>
                <a:gd name="connsiteX7" fmla="*/ 373659 w 625521"/>
                <a:gd name="connsiteY7" fmla="*/ 724494 h 788699"/>
                <a:gd name="connsiteX8" fmla="*/ 346462 w 625521"/>
                <a:gd name="connsiteY8" fmla="*/ 719054 h 788699"/>
                <a:gd name="connsiteX9" fmla="*/ 330144 w 625521"/>
                <a:gd name="connsiteY9" fmla="*/ 702737 h 788699"/>
                <a:gd name="connsiteX10" fmla="*/ 335584 w 625521"/>
                <a:gd name="connsiteY10" fmla="*/ 694578 h 788699"/>
                <a:gd name="connsiteX11" fmla="*/ 357341 w 625521"/>
                <a:gd name="connsiteY11" fmla="*/ 686419 h 788699"/>
                <a:gd name="connsiteX12" fmla="*/ 395416 w 625521"/>
                <a:gd name="connsiteY12" fmla="*/ 680979 h 788699"/>
                <a:gd name="connsiteX13" fmla="*/ 381817 w 625521"/>
                <a:gd name="connsiteY13" fmla="*/ 656502 h 788699"/>
                <a:gd name="connsiteX14" fmla="*/ 379098 w 625521"/>
                <a:gd name="connsiteY14" fmla="*/ 585791 h 788699"/>
                <a:gd name="connsiteX15" fmla="*/ 379098 w 625521"/>
                <a:gd name="connsiteY15" fmla="*/ 517800 h 788699"/>
                <a:gd name="connsiteX16" fmla="*/ 379098 w 625521"/>
                <a:gd name="connsiteY16" fmla="*/ 474286 h 788699"/>
                <a:gd name="connsiteX17" fmla="*/ 379098 w 625521"/>
                <a:gd name="connsiteY17" fmla="*/ 430771 h 788699"/>
                <a:gd name="connsiteX18" fmla="*/ 381817 w 625521"/>
                <a:gd name="connsiteY18" fmla="*/ 411733 h 788699"/>
                <a:gd name="connsiteX19" fmla="*/ 379098 w 625521"/>
                <a:gd name="connsiteY19" fmla="*/ 400855 h 788699"/>
                <a:gd name="connsiteX20" fmla="*/ 370939 w 625521"/>
                <a:gd name="connsiteY20" fmla="*/ 398135 h 788699"/>
                <a:gd name="connsiteX21" fmla="*/ 338304 w 625521"/>
                <a:gd name="connsiteY21" fmla="*/ 400855 h 788699"/>
                <a:gd name="connsiteX22" fmla="*/ 289349 w 625521"/>
                <a:gd name="connsiteY22" fmla="*/ 403575 h 788699"/>
                <a:gd name="connsiteX23" fmla="*/ 264872 w 625521"/>
                <a:gd name="connsiteY23" fmla="*/ 400855 h 788699"/>
                <a:gd name="connsiteX24" fmla="*/ 259433 w 625521"/>
                <a:gd name="connsiteY24" fmla="*/ 406294 h 788699"/>
                <a:gd name="connsiteX25" fmla="*/ 259433 w 625521"/>
                <a:gd name="connsiteY25" fmla="*/ 425332 h 788699"/>
                <a:gd name="connsiteX26" fmla="*/ 259433 w 625521"/>
                <a:gd name="connsiteY26" fmla="*/ 449809 h 788699"/>
                <a:gd name="connsiteX27" fmla="*/ 259433 w 625521"/>
                <a:gd name="connsiteY27" fmla="*/ 471566 h 788699"/>
                <a:gd name="connsiteX28" fmla="*/ 259433 w 625521"/>
                <a:gd name="connsiteY28" fmla="*/ 504202 h 788699"/>
                <a:gd name="connsiteX29" fmla="*/ 259433 w 625521"/>
                <a:gd name="connsiteY29" fmla="*/ 509641 h 788699"/>
                <a:gd name="connsiteX30" fmla="*/ 256714 w 625521"/>
                <a:gd name="connsiteY30" fmla="*/ 542277 h 788699"/>
                <a:gd name="connsiteX31" fmla="*/ 256714 w 625521"/>
                <a:gd name="connsiteY31" fmla="*/ 577632 h 788699"/>
                <a:gd name="connsiteX32" fmla="*/ 256714 w 625521"/>
                <a:gd name="connsiteY32" fmla="*/ 612988 h 788699"/>
                <a:gd name="connsiteX33" fmla="*/ 253994 w 625521"/>
                <a:gd name="connsiteY33" fmla="*/ 656502 h 788699"/>
                <a:gd name="connsiteX34" fmla="*/ 256714 w 625521"/>
                <a:gd name="connsiteY34" fmla="*/ 678260 h 788699"/>
                <a:gd name="connsiteX35" fmla="*/ 286629 w 625521"/>
                <a:gd name="connsiteY35" fmla="*/ 694578 h 788699"/>
                <a:gd name="connsiteX36" fmla="*/ 281191 w 625521"/>
                <a:gd name="connsiteY36" fmla="*/ 710895 h 788699"/>
                <a:gd name="connsiteX37" fmla="*/ 264872 w 625521"/>
                <a:gd name="connsiteY37" fmla="*/ 719054 h 788699"/>
                <a:gd name="connsiteX38" fmla="*/ 243116 w 625521"/>
                <a:gd name="connsiteY38" fmla="*/ 721774 h 788699"/>
                <a:gd name="connsiteX39" fmla="*/ 243116 w 625521"/>
                <a:gd name="connsiteY39" fmla="*/ 721774 h 788699"/>
                <a:gd name="connsiteX40" fmla="*/ 232236 w 625521"/>
                <a:gd name="connsiteY40" fmla="*/ 727214 h 788699"/>
                <a:gd name="connsiteX41" fmla="*/ 224078 w 625521"/>
                <a:gd name="connsiteY41" fmla="*/ 735372 h 788699"/>
                <a:gd name="connsiteX42" fmla="*/ 213199 w 625521"/>
                <a:gd name="connsiteY42" fmla="*/ 738092 h 788699"/>
                <a:gd name="connsiteX43" fmla="*/ 183283 w 625521"/>
                <a:gd name="connsiteY43" fmla="*/ 727214 h 788699"/>
                <a:gd name="connsiteX44" fmla="*/ 175124 w 625521"/>
                <a:gd name="connsiteY44" fmla="*/ 719054 h 788699"/>
                <a:gd name="connsiteX45" fmla="*/ 145208 w 625521"/>
                <a:gd name="connsiteY45" fmla="*/ 719054 h 788699"/>
                <a:gd name="connsiteX46" fmla="*/ 126170 w 625521"/>
                <a:gd name="connsiteY46" fmla="*/ 719054 h 788699"/>
                <a:gd name="connsiteX47" fmla="*/ 101693 w 625521"/>
                <a:gd name="connsiteY47" fmla="*/ 719054 h 788699"/>
                <a:gd name="connsiteX48" fmla="*/ 74496 w 625521"/>
                <a:gd name="connsiteY48" fmla="*/ 713615 h 788699"/>
                <a:gd name="connsiteX49" fmla="*/ 58178 w 625521"/>
                <a:gd name="connsiteY49" fmla="*/ 697297 h 788699"/>
                <a:gd name="connsiteX50" fmla="*/ 63618 w 625521"/>
                <a:gd name="connsiteY50" fmla="*/ 689138 h 788699"/>
                <a:gd name="connsiteX51" fmla="*/ 85375 w 625521"/>
                <a:gd name="connsiteY51" fmla="*/ 680979 h 788699"/>
                <a:gd name="connsiteX52" fmla="*/ 131609 w 625521"/>
                <a:gd name="connsiteY52" fmla="*/ 675540 h 788699"/>
                <a:gd name="connsiteX53" fmla="*/ 131609 w 625521"/>
                <a:gd name="connsiteY53" fmla="*/ 667381 h 788699"/>
                <a:gd name="connsiteX54" fmla="*/ 131609 w 625521"/>
                <a:gd name="connsiteY54" fmla="*/ 651063 h 788699"/>
                <a:gd name="connsiteX55" fmla="*/ 131609 w 625521"/>
                <a:gd name="connsiteY55" fmla="*/ 618427 h 788699"/>
                <a:gd name="connsiteX56" fmla="*/ 131609 w 625521"/>
                <a:gd name="connsiteY56" fmla="*/ 580352 h 788699"/>
                <a:gd name="connsiteX57" fmla="*/ 131609 w 625521"/>
                <a:gd name="connsiteY57" fmla="*/ 531398 h 788699"/>
                <a:gd name="connsiteX58" fmla="*/ 131609 w 625521"/>
                <a:gd name="connsiteY58" fmla="*/ 466126 h 788699"/>
                <a:gd name="connsiteX59" fmla="*/ 131609 w 625521"/>
                <a:gd name="connsiteY59" fmla="*/ 422612 h 788699"/>
                <a:gd name="connsiteX60" fmla="*/ 131609 w 625521"/>
                <a:gd name="connsiteY60" fmla="*/ 411733 h 788699"/>
                <a:gd name="connsiteX61" fmla="*/ 131609 w 625521"/>
                <a:gd name="connsiteY61" fmla="*/ 398135 h 788699"/>
                <a:gd name="connsiteX62" fmla="*/ 126170 w 625521"/>
                <a:gd name="connsiteY62" fmla="*/ 389976 h 788699"/>
                <a:gd name="connsiteX63" fmla="*/ 101693 w 625521"/>
                <a:gd name="connsiteY63" fmla="*/ 387257 h 788699"/>
                <a:gd name="connsiteX64" fmla="*/ 77216 w 625521"/>
                <a:gd name="connsiteY64" fmla="*/ 376378 h 788699"/>
                <a:gd name="connsiteX65" fmla="*/ 82655 w 625521"/>
                <a:gd name="connsiteY65" fmla="*/ 368219 h 788699"/>
                <a:gd name="connsiteX66" fmla="*/ 98973 w 625521"/>
                <a:gd name="connsiteY66" fmla="*/ 360060 h 788699"/>
                <a:gd name="connsiteX67" fmla="*/ 118011 w 625521"/>
                <a:gd name="connsiteY67" fmla="*/ 357340 h 788699"/>
                <a:gd name="connsiteX68" fmla="*/ 131609 w 625521"/>
                <a:gd name="connsiteY68" fmla="*/ 351901 h 788699"/>
                <a:gd name="connsiteX69" fmla="*/ 131609 w 625521"/>
                <a:gd name="connsiteY69" fmla="*/ 343742 h 788699"/>
                <a:gd name="connsiteX70" fmla="*/ 131609 w 625521"/>
                <a:gd name="connsiteY70" fmla="*/ 270311 h 788699"/>
                <a:gd name="connsiteX71" fmla="*/ 137048 w 625521"/>
                <a:gd name="connsiteY71" fmla="*/ 145207 h 788699"/>
                <a:gd name="connsiteX72" fmla="*/ 139768 w 625521"/>
                <a:gd name="connsiteY72" fmla="*/ 123450 h 788699"/>
                <a:gd name="connsiteX73" fmla="*/ 123450 w 625521"/>
                <a:gd name="connsiteY73" fmla="*/ 123450 h 788699"/>
                <a:gd name="connsiteX74" fmla="*/ 118011 w 625521"/>
                <a:gd name="connsiteY74" fmla="*/ 123450 h 788699"/>
                <a:gd name="connsiteX75" fmla="*/ 101693 w 625521"/>
                <a:gd name="connsiteY75" fmla="*/ 123450 h 788699"/>
                <a:gd name="connsiteX76" fmla="*/ 74496 w 625521"/>
                <a:gd name="connsiteY76" fmla="*/ 118011 h 788699"/>
                <a:gd name="connsiteX77" fmla="*/ 58178 w 625521"/>
                <a:gd name="connsiteY77" fmla="*/ 101693 h 788699"/>
                <a:gd name="connsiteX78" fmla="*/ 63618 w 625521"/>
                <a:gd name="connsiteY78" fmla="*/ 93534 h 788699"/>
                <a:gd name="connsiteX79" fmla="*/ 85375 w 625521"/>
                <a:gd name="connsiteY79" fmla="*/ 85375 h 788699"/>
                <a:gd name="connsiteX80" fmla="*/ 137048 w 625521"/>
                <a:gd name="connsiteY80" fmla="*/ 82655 h 788699"/>
                <a:gd name="connsiteX81" fmla="*/ 147927 w 625521"/>
                <a:gd name="connsiteY81" fmla="*/ 82655 h 788699"/>
                <a:gd name="connsiteX82" fmla="*/ 186003 w 625521"/>
                <a:gd name="connsiteY82" fmla="*/ 58178 h 788699"/>
                <a:gd name="connsiteX83" fmla="*/ 226797 w 625521"/>
                <a:gd name="connsiteY83" fmla="*/ 79936 h 788699"/>
                <a:gd name="connsiteX84" fmla="*/ 253994 w 625521"/>
                <a:gd name="connsiteY84" fmla="*/ 79936 h 788699"/>
                <a:gd name="connsiteX85" fmla="*/ 294789 w 625521"/>
                <a:gd name="connsiteY85" fmla="*/ 96253 h 788699"/>
                <a:gd name="connsiteX86" fmla="*/ 283910 w 625521"/>
                <a:gd name="connsiteY86" fmla="*/ 112571 h 788699"/>
                <a:gd name="connsiteX87" fmla="*/ 267592 w 625521"/>
                <a:gd name="connsiteY87" fmla="*/ 120730 h 788699"/>
                <a:gd name="connsiteX88" fmla="*/ 245835 w 625521"/>
                <a:gd name="connsiteY88" fmla="*/ 123450 h 788699"/>
                <a:gd name="connsiteX89" fmla="*/ 237676 w 625521"/>
                <a:gd name="connsiteY89" fmla="*/ 123450 h 788699"/>
                <a:gd name="connsiteX90" fmla="*/ 240396 w 625521"/>
                <a:gd name="connsiteY90" fmla="*/ 128889 h 788699"/>
                <a:gd name="connsiteX91" fmla="*/ 251274 w 625521"/>
                <a:gd name="connsiteY91" fmla="*/ 177843 h 788699"/>
                <a:gd name="connsiteX92" fmla="*/ 256714 w 625521"/>
                <a:gd name="connsiteY92" fmla="*/ 226797 h 788699"/>
                <a:gd name="connsiteX93" fmla="*/ 262153 w 625521"/>
                <a:gd name="connsiteY93" fmla="*/ 273031 h 788699"/>
                <a:gd name="connsiteX94" fmla="*/ 262153 w 625521"/>
                <a:gd name="connsiteY94" fmla="*/ 289349 h 788699"/>
                <a:gd name="connsiteX95" fmla="*/ 262153 w 625521"/>
                <a:gd name="connsiteY95" fmla="*/ 297508 h 788699"/>
                <a:gd name="connsiteX96" fmla="*/ 264872 w 625521"/>
                <a:gd name="connsiteY96" fmla="*/ 321985 h 788699"/>
                <a:gd name="connsiteX97" fmla="*/ 270312 w 625521"/>
                <a:gd name="connsiteY97" fmla="*/ 335583 h 788699"/>
                <a:gd name="connsiteX98" fmla="*/ 270312 w 625521"/>
                <a:gd name="connsiteY98" fmla="*/ 338303 h 788699"/>
                <a:gd name="connsiteX99" fmla="*/ 270312 w 625521"/>
                <a:gd name="connsiteY99" fmla="*/ 346462 h 788699"/>
                <a:gd name="connsiteX100" fmla="*/ 278471 w 625521"/>
                <a:gd name="connsiteY100" fmla="*/ 354621 h 788699"/>
                <a:gd name="connsiteX101" fmla="*/ 338304 w 625521"/>
                <a:gd name="connsiteY101" fmla="*/ 349181 h 788699"/>
                <a:gd name="connsiteX102" fmla="*/ 365500 w 625521"/>
                <a:gd name="connsiteY102" fmla="*/ 349181 h 788699"/>
                <a:gd name="connsiteX103" fmla="*/ 381817 w 625521"/>
                <a:gd name="connsiteY103" fmla="*/ 349181 h 788699"/>
                <a:gd name="connsiteX104" fmla="*/ 392697 w 625521"/>
                <a:gd name="connsiteY104" fmla="*/ 338303 h 788699"/>
                <a:gd name="connsiteX105" fmla="*/ 389977 w 625521"/>
                <a:gd name="connsiteY105" fmla="*/ 313826 h 788699"/>
                <a:gd name="connsiteX106" fmla="*/ 392697 w 625521"/>
                <a:gd name="connsiteY106" fmla="*/ 262152 h 788699"/>
                <a:gd name="connsiteX107" fmla="*/ 395416 w 625521"/>
                <a:gd name="connsiteY107" fmla="*/ 224077 h 788699"/>
                <a:gd name="connsiteX108" fmla="*/ 398136 w 625521"/>
                <a:gd name="connsiteY108" fmla="*/ 177843 h 788699"/>
                <a:gd name="connsiteX109" fmla="*/ 395416 w 625521"/>
                <a:gd name="connsiteY109" fmla="*/ 153366 h 788699"/>
                <a:gd name="connsiteX110" fmla="*/ 395416 w 625521"/>
                <a:gd name="connsiteY110" fmla="*/ 137048 h 788699"/>
                <a:gd name="connsiteX111" fmla="*/ 379098 w 625521"/>
                <a:gd name="connsiteY111" fmla="*/ 137048 h 788699"/>
                <a:gd name="connsiteX112" fmla="*/ 351902 w 625521"/>
                <a:gd name="connsiteY112" fmla="*/ 131609 h 788699"/>
                <a:gd name="connsiteX113" fmla="*/ 338304 w 625521"/>
                <a:gd name="connsiteY113" fmla="*/ 115291 h 788699"/>
                <a:gd name="connsiteX114" fmla="*/ 343742 w 625521"/>
                <a:gd name="connsiteY114" fmla="*/ 107132 h 788699"/>
                <a:gd name="connsiteX115" fmla="*/ 362780 w 625521"/>
                <a:gd name="connsiteY115" fmla="*/ 98973 h 788699"/>
                <a:gd name="connsiteX116" fmla="*/ 395416 w 625521"/>
                <a:gd name="connsiteY116" fmla="*/ 96253 h 788699"/>
                <a:gd name="connsiteX117" fmla="*/ 403575 w 625521"/>
                <a:gd name="connsiteY117" fmla="*/ 90814 h 788699"/>
                <a:gd name="connsiteX118" fmla="*/ 422612 w 625521"/>
                <a:gd name="connsiteY118" fmla="*/ 88095 h 788699"/>
                <a:gd name="connsiteX119" fmla="*/ 428052 w 625521"/>
                <a:gd name="connsiteY119" fmla="*/ 88095 h 788699"/>
                <a:gd name="connsiteX120" fmla="*/ 447090 w 625521"/>
                <a:gd name="connsiteY120" fmla="*/ 90814 h 788699"/>
                <a:gd name="connsiteX121" fmla="*/ 455249 w 625521"/>
                <a:gd name="connsiteY121" fmla="*/ 96253 h 788699"/>
                <a:gd name="connsiteX122" fmla="*/ 525960 w 625521"/>
                <a:gd name="connsiteY122" fmla="*/ 93534 h 788699"/>
                <a:gd name="connsiteX123" fmla="*/ 561315 w 625521"/>
                <a:gd name="connsiteY123" fmla="*/ 109852 h 788699"/>
                <a:gd name="connsiteX124" fmla="*/ 555876 w 625521"/>
                <a:gd name="connsiteY124" fmla="*/ 126170 h 788699"/>
                <a:gd name="connsiteX125" fmla="*/ 539558 w 625521"/>
                <a:gd name="connsiteY125" fmla="*/ 134329 h 788699"/>
                <a:gd name="connsiteX126" fmla="*/ 517800 w 625521"/>
                <a:gd name="connsiteY126" fmla="*/ 137048 h 788699"/>
                <a:gd name="connsiteX127" fmla="*/ 477006 w 625521"/>
                <a:gd name="connsiteY127" fmla="*/ 137048 h 788699"/>
                <a:gd name="connsiteX128" fmla="*/ 485165 w 625521"/>
                <a:gd name="connsiteY128" fmla="*/ 161525 h 788699"/>
                <a:gd name="connsiteX129" fmla="*/ 496043 w 625521"/>
                <a:gd name="connsiteY129" fmla="*/ 210479 h 788699"/>
                <a:gd name="connsiteX130" fmla="*/ 501483 w 625521"/>
                <a:gd name="connsiteY130" fmla="*/ 251274 h 788699"/>
                <a:gd name="connsiteX131" fmla="*/ 506922 w 625521"/>
                <a:gd name="connsiteY131" fmla="*/ 292069 h 788699"/>
                <a:gd name="connsiteX132" fmla="*/ 506922 w 625521"/>
                <a:gd name="connsiteY132" fmla="*/ 321985 h 788699"/>
                <a:gd name="connsiteX133" fmla="*/ 509642 w 625521"/>
                <a:gd name="connsiteY133" fmla="*/ 341022 h 788699"/>
                <a:gd name="connsiteX134" fmla="*/ 509642 w 625521"/>
                <a:gd name="connsiteY134" fmla="*/ 343742 h 788699"/>
                <a:gd name="connsiteX135" fmla="*/ 517800 w 625521"/>
                <a:gd name="connsiteY135" fmla="*/ 349181 h 788699"/>
                <a:gd name="connsiteX136" fmla="*/ 528680 w 625521"/>
                <a:gd name="connsiteY136" fmla="*/ 349181 h 788699"/>
                <a:gd name="connsiteX137" fmla="*/ 550437 w 625521"/>
                <a:gd name="connsiteY137" fmla="*/ 357340 h 788699"/>
                <a:gd name="connsiteX138" fmla="*/ 550437 w 625521"/>
                <a:gd name="connsiteY138" fmla="*/ 362780 h 788699"/>
                <a:gd name="connsiteX139" fmla="*/ 534119 w 625521"/>
                <a:gd name="connsiteY139" fmla="*/ 384537 h 788699"/>
                <a:gd name="connsiteX140" fmla="*/ 520520 w 625521"/>
                <a:gd name="connsiteY140" fmla="*/ 389976 h 788699"/>
                <a:gd name="connsiteX141" fmla="*/ 512362 w 625521"/>
                <a:gd name="connsiteY141" fmla="*/ 395415 h 788699"/>
                <a:gd name="connsiteX142" fmla="*/ 512362 w 625521"/>
                <a:gd name="connsiteY142" fmla="*/ 398135 h 788699"/>
                <a:gd name="connsiteX143" fmla="*/ 512362 w 625521"/>
                <a:gd name="connsiteY143" fmla="*/ 409014 h 788699"/>
                <a:gd name="connsiteX144" fmla="*/ 512362 w 625521"/>
                <a:gd name="connsiteY144" fmla="*/ 414453 h 788699"/>
                <a:gd name="connsiteX145" fmla="*/ 512362 w 625521"/>
                <a:gd name="connsiteY145" fmla="*/ 438930 h 788699"/>
                <a:gd name="connsiteX146" fmla="*/ 515081 w 625521"/>
                <a:gd name="connsiteY146" fmla="*/ 504202 h 788699"/>
                <a:gd name="connsiteX147" fmla="*/ 520520 w 625521"/>
                <a:gd name="connsiteY147" fmla="*/ 572193 h 788699"/>
                <a:gd name="connsiteX148" fmla="*/ 517800 w 625521"/>
                <a:gd name="connsiteY148" fmla="*/ 604829 h 788699"/>
                <a:gd name="connsiteX149" fmla="*/ 512362 w 625521"/>
                <a:gd name="connsiteY149" fmla="*/ 661942 h 788699"/>
                <a:gd name="connsiteX150" fmla="*/ 509642 w 625521"/>
                <a:gd name="connsiteY150" fmla="*/ 670101 h 788699"/>
                <a:gd name="connsiteX151" fmla="*/ 512362 w 625521"/>
                <a:gd name="connsiteY151" fmla="*/ 680979 h 788699"/>
                <a:gd name="connsiteX152" fmla="*/ 512362 w 625521"/>
                <a:gd name="connsiteY152" fmla="*/ 686419 h 788699"/>
                <a:gd name="connsiteX153" fmla="*/ 536838 w 625521"/>
                <a:gd name="connsiteY153" fmla="*/ 680979 h 788699"/>
                <a:gd name="connsiteX154" fmla="*/ 536838 w 625521"/>
                <a:gd name="connsiteY154" fmla="*/ 680979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</a:cxnLst>
              <a:rect l="l" t="t" r="r" b="b"/>
              <a:pathLst>
                <a:path w="625521" h="788699">
                  <a:moveTo>
                    <a:pt x="536838" y="680979"/>
                  </a:moveTo>
                  <a:cubicBezTo>
                    <a:pt x="550437" y="680979"/>
                    <a:pt x="574913" y="680979"/>
                    <a:pt x="574913" y="697297"/>
                  </a:cubicBezTo>
                  <a:cubicBezTo>
                    <a:pt x="574913" y="705456"/>
                    <a:pt x="572194" y="708176"/>
                    <a:pt x="566755" y="713615"/>
                  </a:cubicBezTo>
                  <a:cubicBezTo>
                    <a:pt x="561315" y="719054"/>
                    <a:pt x="555876" y="721774"/>
                    <a:pt x="550437" y="721774"/>
                  </a:cubicBezTo>
                  <a:cubicBezTo>
                    <a:pt x="539558" y="724494"/>
                    <a:pt x="534119" y="724494"/>
                    <a:pt x="528680" y="724494"/>
                  </a:cubicBezTo>
                  <a:cubicBezTo>
                    <a:pt x="517800" y="724494"/>
                    <a:pt x="428052" y="724494"/>
                    <a:pt x="417174" y="724494"/>
                  </a:cubicBezTo>
                  <a:cubicBezTo>
                    <a:pt x="403575" y="724494"/>
                    <a:pt x="414454" y="724494"/>
                    <a:pt x="398136" y="724494"/>
                  </a:cubicBezTo>
                  <a:cubicBezTo>
                    <a:pt x="389977" y="724494"/>
                    <a:pt x="381817" y="724494"/>
                    <a:pt x="373659" y="724494"/>
                  </a:cubicBezTo>
                  <a:cubicBezTo>
                    <a:pt x="365500" y="724494"/>
                    <a:pt x="354621" y="721774"/>
                    <a:pt x="346462" y="719054"/>
                  </a:cubicBezTo>
                  <a:cubicBezTo>
                    <a:pt x="338304" y="716335"/>
                    <a:pt x="330144" y="708176"/>
                    <a:pt x="330144" y="702737"/>
                  </a:cubicBezTo>
                  <a:cubicBezTo>
                    <a:pt x="330144" y="700017"/>
                    <a:pt x="330144" y="697297"/>
                    <a:pt x="335584" y="694578"/>
                  </a:cubicBezTo>
                  <a:cubicBezTo>
                    <a:pt x="341023" y="691858"/>
                    <a:pt x="351902" y="689138"/>
                    <a:pt x="357341" y="686419"/>
                  </a:cubicBezTo>
                  <a:cubicBezTo>
                    <a:pt x="373659" y="683699"/>
                    <a:pt x="387257" y="680979"/>
                    <a:pt x="395416" y="680979"/>
                  </a:cubicBezTo>
                  <a:cubicBezTo>
                    <a:pt x="387257" y="675540"/>
                    <a:pt x="384537" y="670101"/>
                    <a:pt x="381817" y="656502"/>
                  </a:cubicBezTo>
                  <a:cubicBezTo>
                    <a:pt x="379098" y="632026"/>
                    <a:pt x="379098" y="610268"/>
                    <a:pt x="379098" y="585791"/>
                  </a:cubicBezTo>
                  <a:cubicBezTo>
                    <a:pt x="379098" y="564034"/>
                    <a:pt x="379098" y="542277"/>
                    <a:pt x="379098" y="517800"/>
                  </a:cubicBezTo>
                  <a:cubicBezTo>
                    <a:pt x="379098" y="504202"/>
                    <a:pt x="379098" y="487884"/>
                    <a:pt x="379098" y="474286"/>
                  </a:cubicBezTo>
                  <a:cubicBezTo>
                    <a:pt x="379098" y="457968"/>
                    <a:pt x="376379" y="444369"/>
                    <a:pt x="379098" y="430771"/>
                  </a:cubicBezTo>
                  <a:cubicBezTo>
                    <a:pt x="379098" y="425332"/>
                    <a:pt x="381817" y="417173"/>
                    <a:pt x="381817" y="411733"/>
                  </a:cubicBezTo>
                  <a:cubicBezTo>
                    <a:pt x="381817" y="406294"/>
                    <a:pt x="381817" y="403575"/>
                    <a:pt x="379098" y="400855"/>
                  </a:cubicBezTo>
                  <a:cubicBezTo>
                    <a:pt x="376379" y="400855"/>
                    <a:pt x="373659" y="398135"/>
                    <a:pt x="370939" y="398135"/>
                  </a:cubicBezTo>
                  <a:cubicBezTo>
                    <a:pt x="360061" y="398135"/>
                    <a:pt x="343742" y="400855"/>
                    <a:pt x="338304" y="400855"/>
                  </a:cubicBezTo>
                  <a:cubicBezTo>
                    <a:pt x="330144" y="400855"/>
                    <a:pt x="319266" y="403575"/>
                    <a:pt x="289349" y="403575"/>
                  </a:cubicBezTo>
                  <a:cubicBezTo>
                    <a:pt x="275751" y="403575"/>
                    <a:pt x="267592" y="400855"/>
                    <a:pt x="264872" y="400855"/>
                  </a:cubicBezTo>
                  <a:cubicBezTo>
                    <a:pt x="262153" y="400855"/>
                    <a:pt x="259433" y="400855"/>
                    <a:pt x="259433" y="406294"/>
                  </a:cubicBezTo>
                  <a:cubicBezTo>
                    <a:pt x="259433" y="414453"/>
                    <a:pt x="259433" y="419892"/>
                    <a:pt x="259433" y="425332"/>
                  </a:cubicBezTo>
                  <a:cubicBezTo>
                    <a:pt x="259433" y="433491"/>
                    <a:pt x="259433" y="441650"/>
                    <a:pt x="259433" y="449809"/>
                  </a:cubicBezTo>
                  <a:cubicBezTo>
                    <a:pt x="259433" y="457968"/>
                    <a:pt x="259433" y="463407"/>
                    <a:pt x="259433" y="471566"/>
                  </a:cubicBezTo>
                  <a:cubicBezTo>
                    <a:pt x="259433" y="482445"/>
                    <a:pt x="259433" y="493323"/>
                    <a:pt x="259433" y="504202"/>
                  </a:cubicBezTo>
                  <a:cubicBezTo>
                    <a:pt x="259433" y="506921"/>
                    <a:pt x="259433" y="506921"/>
                    <a:pt x="259433" y="509641"/>
                  </a:cubicBezTo>
                  <a:cubicBezTo>
                    <a:pt x="259433" y="520520"/>
                    <a:pt x="256714" y="531398"/>
                    <a:pt x="256714" y="542277"/>
                  </a:cubicBezTo>
                  <a:cubicBezTo>
                    <a:pt x="256714" y="553156"/>
                    <a:pt x="256714" y="566754"/>
                    <a:pt x="256714" y="577632"/>
                  </a:cubicBezTo>
                  <a:cubicBezTo>
                    <a:pt x="256714" y="588511"/>
                    <a:pt x="256714" y="599390"/>
                    <a:pt x="256714" y="612988"/>
                  </a:cubicBezTo>
                  <a:cubicBezTo>
                    <a:pt x="256714" y="629306"/>
                    <a:pt x="253994" y="642904"/>
                    <a:pt x="253994" y="656502"/>
                  </a:cubicBezTo>
                  <a:cubicBezTo>
                    <a:pt x="253994" y="664661"/>
                    <a:pt x="256714" y="672820"/>
                    <a:pt x="256714" y="678260"/>
                  </a:cubicBezTo>
                  <a:cubicBezTo>
                    <a:pt x="270312" y="678260"/>
                    <a:pt x="286629" y="680979"/>
                    <a:pt x="286629" y="694578"/>
                  </a:cubicBezTo>
                  <a:cubicBezTo>
                    <a:pt x="286629" y="702737"/>
                    <a:pt x="283910" y="705456"/>
                    <a:pt x="281191" y="710895"/>
                  </a:cubicBezTo>
                  <a:cubicBezTo>
                    <a:pt x="275751" y="716335"/>
                    <a:pt x="270312" y="719054"/>
                    <a:pt x="264872" y="719054"/>
                  </a:cubicBezTo>
                  <a:cubicBezTo>
                    <a:pt x="256714" y="721774"/>
                    <a:pt x="248554" y="721774"/>
                    <a:pt x="243116" y="721774"/>
                  </a:cubicBezTo>
                  <a:cubicBezTo>
                    <a:pt x="243116" y="721774"/>
                    <a:pt x="243116" y="721774"/>
                    <a:pt x="243116" y="721774"/>
                  </a:cubicBezTo>
                  <a:cubicBezTo>
                    <a:pt x="237676" y="724494"/>
                    <a:pt x="237676" y="724494"/>
                    <a:pt x="232236" y="727214"/>
                  </a:cubicBezTo>
                  <a:cubicBezTo>
                    <a:pt x="229517" y="729933"/>
                    <a:pt x="229517" y="732653"/>
                    <a:pt x="224078" y="735372"/>
                  </a:cubicBezTo>
                  <a:cubicBezTo>
                    <a:pt x="221358" y="738092"/>
                    <a:pt x="215919" y="738092"/>
                    <a:pt x="213199" y="738092"/>
                  </a:cubicBezTo>
                  <a:cubicBezTo>
                    <a:pt x="199601" y="738092"/>
                    <a:pt x="188722" y="735372"/>
                    <a:pt x="183283" y="727214"/>
                  </a:cubicBezTo>
                  <a:cubicBezTo>
                    <a:pt x="180563" y="724494"/>
                    <a:pt x="177843" y="721774"/>
                    <a:pt x="175124" y="719054"/>
                  </a:cubicBezTo>
                  <a:cubicBezTo>
                    <a:pt x="161526" y="719054"/>
                    <a:pt x="150646" y="719054"/>
                    <a:pt x="145208" y="719054"/>
                  </a:cubicBezTo>
                  <a:cubicBezTo>
                    <a:pt x="131609" y="719054"/>
                    <a:pt x="142488" y="719054"/>
                    <a:pt x="126170" y="719054"/>
                  </a:cubicBezTo>
                  <a:cubicBezTo>
                    <a:pt x="118011" y="719054"/>
                    <a:pt x="109852" y="719054"/>
                    <a:pt x="101693" y="719054"/>
                  </a:cubicBezTo>
                  <a:cubicBezTo>
                    <a:pt x="93534" y="719054"/>
                    <a:pt x="82655" y="719054"/>
                    <a:pt x="74496" y="713615"/>
                  </a:cubicBezTo>
                  <a:cubicBezTo>
                    <a:pt x="66338" y="710895"/>
                    <a:pt x="58178" y="702737"/>
                    <a:pt x="58178" y="697297"/>
                  </a:cubicBezTo>
                  <a:cubicBezTo>
                    <a:pt x="58178" y="694578"/>
                    <a:pt x="58178" y="691858"/>
                    <a:pt x="63618" y="689138"/>
                  </a:cubicBezTo>
                  <a:cubicBezTo>
                    <a:pt x="69057" y="686419"/>
                    <a:pt x="79936" y="683699"/>
                    <a:pt x="85375" y="680979"/>
                  </a:cubicBezTo>
                  <a:cubicBezTo>
                    <a:pt x="98973" y="678260"/>
                    <a:pt x="118011" y="678260"/>
                    <a:pt x="131609" y="675540"/>
                  </a:cubicBezTo>
                  <a:cubicBezTo>
                    <a:pt x="131609" y="672820"/>
                    <a:pt x="131609" y="670101"/>
                    <a:pt x="131609" y="667381"/>
                  </a:cubicBezTo>
                  <a:cubicBezTo>
                    <a:pt x="131609" y="661942"/>
                    <a:pt x="131609" y="656502"/>
                    <a:pt x="131609" y="651063"/>
                  </a:cubicBezTo>
                  <a:cubicBezTo>
                    <a:pt x="131609" y="640184"/>
                    <a:pt x="131609" y="629306"/>
                    <a:pt x="131609" y="618427"/>
                  </a:cubicBezTo>
                  <a:cubicBezTo>
                    <a:pt x="131609" y="604829"/>
                    <a:pt x="131609" y="593950"/>
                    <a:pt x="131609" y="580352"/>
                  </a:cubicBezTo>
                  <a:cubicBezTo>
                    <a:pt x="131609" y="564034"/>
                    <a:pt x="131609" y="547716"/>
                    <a:pt x="131609" y="531398"/>
                  </a:cubicBezTo>
                  <a:cubicBezTo>
                    <a:pt x="131609" y="509641"/>
                    <a:pt x="131609" y="487884"/>
                    <a:pt x="131609" y="466126"/>
                  </a:cubicBezTo>
                  <a:cubicBezTo>
                    <a:pt x="131609" y="452528"/>
                    <a:pt x="131609" y="436210"/>
                    <a:pt x="131609" y="422612"/>
                  </a:cubicBezTo>
                  <a:cubicBezTo>
                    <a:pt x="131609" y="419892"/>
                    <a:pt x="131609" y="414453"/>
                    <a:pt x="131609" y="411733"/>
                  </a:cubicBezTo>
                  <a:cubicBezTo>
                    <a:pt x="131609" y="409014"/>
                    <a:pt x="131609" y="400855"/>
                    <a:pt x="131609" y="398135"/>
                  </a:cubicBezTo>
                  <a:cubicBezTo>
                    <a:pt x="131609" y="392696"/>
                    <a:pt x="131609" y="392696"/>
                    <a:pt x="126170" y="389976"/>
                  </a:cubicBezTo>
                  <a:cubicBezTo>
                    <a:pt x="123450" y="389976"/>
                    <a:pt x="109852" y="387257"/>
                    <a:pt x="101693" y="387257"/>
                  </a:cubicBezTo>
                  <a:cubicBezTo>
                    <a:pt x="90814" y="384537"/>
                    <a:pt x="77216" y="381817"/>
                    <a:pt x="77216" y="376378"/>
                  </a:cubicBezTo>
                  <a:cubicBezTo>
                    <a:pt x="77216" y="373658"/>
                    <a:pt x="79936" y="370939"/>
                    <a:pt x="82655" y="368219"/>
                  </a:cubicBezTo>
                  <a:cubicBezTo>
                    <a:pt x="88095" y="365499"/>
                    <a:pt x="93534" y="362780"/>
                    <a:pt x="98973" y="360060"/>
                  </a:cubicBezTo>
                  <a:cubicBezTo>
                    <a:pt x="104413" y="360060"/>
                    <a:pt x="112571" y="357340"/>
                    <a:pt x="118011" y="357340"/>
                  </a:cubicBezTo>
                  <a:cubicBezTo>
                    <a:pt x="126170" y="354621"/>
                    <a:pt x="128890" y="357340"/>
                    <a:pt x="131609" y="351901"/>
                  </a:cubicBezTo>
                  <a:cubicBezTo>
                    <a:pt x="131609" y="349181"/>
                    <a:pt x="131609" y="346462"/>
                    <a:pt x="131609" y="343742"/>
                  </a:cubicBezTo>
                  <a:cubicBezTo>
                    <a:pt x="131609" y="319265"/>
                    <a:pt x="131609" y="294788"/>
                    <a:pt x="131609" y="270311"/>
                  </a:cubicBezTo>
                  <a:cubicBezTo>
                    <a:pt x="131609" y="226797"/>
                    <a:pt x="131609" y="186002"/>
                    <a:pt x="137048" y="145207"/>
                  </a:cubicBezTo>
                  <a:cubicBezTo>
                    <a:pt x="137048" y="139768"/>
                    <a:pt x="137048" y="131609"/>
                    <a:pt x="139768" y="123450"/>
                  </a:cubicBezTo>
                  <a:cubicBezTo>
                    <a:pt x="134329" y="123450"/>
                    <a:pt x="137048" y="123450"/>
                    <a:pt x="123450" y="123450"/>
                  </a:cubicBezTo>
                  <a:cubicBezTo>
                    <a:pt x="120731" y="123450"/>
                    <a:pt x="120731" y="123450"/>
                    <a:pt x="118011" y="123450"/>
                  </a:cubicBezTo>
                  <a:cubicBezTo>
                    <a:pt x="112571" y="123450"/>
                    <a:pt x="107133" y="123450"/>
                    <a:pt x="101693" y="123450"/>
                  </a:cubicBezTo>
                  <a:cubicBezTo>
                    <a:pt x="93534" y="123450"/>
                    <a:pt x="82655" y="120730"/>
                    <a:pt x="74496" y="118011"/>
                  </a:cubicBezTo>
                  <a:cubicBezTo>
                    <a:pt x="66338" y="115291"/>
                    <a:pt x="58178" y="107132"/>
                    <a:pt x="58178" y="101693"/>
                  </a:cubicBezTo>
                  <a:cubicBezTo>
                    <a:pt x="58178" y="98973"/>
                    <a:pt x="58178" y="96253"/>
                    <a:pt x="63618" y="93534"/>
                  </a:cubicBezTo>
                  <a:cubicBezTo>
                    <a:pt x="66338" y="90814"/>
                    <a:pt x="77216" y="88095"/>
                    <a:pt x="85375" y="85375"/>
                  </a:cubicBezTo>
                  <a:cubicBezTo>
                    <a:pt x="104413" y="82655"/>
                    <a:pt x="128890" y="82655"/>
                    <a:pt x="137048" y="82655"/>
                  </a:cubicBezTo>
                  <a:cubicBezTo>
                    <a:pt x="139768" y="82655"/>
                    <a:pt x="142488" y="82655"/>
                    <a:pt x="147927" y="82655"/>
                  </a:cubicBezTo>
                  <a:cubicBezTo>
                    <a:pt x="153366" y="69057"/>
                    <a:pt x="164245" y="58178"/>
                    <a:pt x="186003" y="58178"/>
                  </a:cubicBezTo>
                  <a:cubicBezTo>
                    <a:pt x="202321" y="58178"/>
                    <a:pt x="215919" y="66337"/>
                    <a:pt x="226797" y="79936"/>
                  </a:cubicBezTo>
                  <a:cubicBezTo>
                    <a:pt x="237676" y="79936"/>
                    <a:pt x="248554" y="79936"/>
                    <a:pt x="253994" y="79936"/>
                  </a:cubicBezTo>
                  <a:cubicBezTo>
                    <a:pt x="267592" y="79936"/>
                    <a:pt x="294789" y="79936"/>
                    <a:pt x="294789" y="96253"/>
                  </a:cubicBezTo>
                  <a:cubicBezTo>
                    <a:pt x="294789" y="104412"/>
                    <a:pt x="289349" y="107132"/>
                    <a:pt x="283910" y="112571"/>
                  </a:cubicBezTo>
                  <a:cubicBezTo>
                    <a:pt x="278471" y="118011"/>
                    <a:pt x="273031" y="120730"/>
                    <a:pt x="267592" y="120730"/>
                  </a:cubicBezTo>
                  <a:cubicBezTo>
                    <a:pt x="259433" y="123450"/>
                    <a:pt x="251274" y="123450"/>
                    <a:pt x="245835" y="123450"/>
                  </a:cubicBezTo>
                  <a:cubicBezTo>
                    <a:pt x="245835" y="123450"/>
                    <a:pt x="243116" y="123450"/>
                    <a:pt x="237676" y="123450"/>
                  </a:cubicBezTo>
                  <a:cubicBezTo>
                    <a:pt x="237676" y="126170"/>
                    <a:pt x="237676" y="126170"/>
                    <a:pt x="240396" y="128889"/>
                  </a:cubicBezTo>
                  <a:cubicBezTo>
                    <a:pt x="245835" y="145207"/>
                    <a:pt x="248554" y="161525"/>
                    <a:pt x="251274" y="177843"/>
                  </a:cubicBezTo>
                  <a:cubicBezTo>
                    <a:pt x="253994" y="194161"/>
                    <a:pt x="253994" y="210479"/>
                    <a:pt x="256714" y="226797"/>
                  </a:cubicBezTo>
                  <a:cubicBezTo>
                    <a:pt x="259433" y="243115"/>
                    <a:pt x="262153" y="256713"/>
                    <a:pt x="262153" y="273031"/>
                  </a:cubicBezTo>
                  <a:cubicBezTo>
                    <a:pt x="262153" y="278470"/>
                    <a:pt x="262153" y="283910"/>
                    <a:pt x="262153" y="289349"/>
                  </a:cubicBezTo>
                  <a:lnTo>
                    <a:pt x="262153" y="297508"/>
                  </a:lnTo>
                  <a:cubicBezTo>
                    <a:pt x="262153" y="305667"/>
                    <a:pt x="262153" y="313826"/>
                    <a:pt x="264872" y="321985"/>
                  </a:cubicBezTo>
                  <a:cubicBezTo>
                    <a:pt x="264872" y="327424"/>
                    <a:pt x="270312" y="330144"/>
                    <a:pt x="270312" y="335583"/>
                  </a:cubicBezTo>
                  <a:cubicBezTo>
                    <a:pt x="270312" y="335583"/>
                    <a:pt x="270312" y="338303"/>
                    <a:pt x="270312" y="338303"/>
                  </a:cubicBezTo>
                  <a:cubicBezTo>
                    <a:pt x="270312" y="341022"/>
                    <a:pt x="270312" y="343742"/>
                    <a:pt x="270312" y="346462"/>
                  </a:cubicBezTo>
                  <a:cubicBezTo>
                    <a:pt x="270312" y="351901"/>
                    <a:pt x="273031" y="354621"/>
                    <a:pt x="278471" y="354621"/>
                  </a:cubicBezTo>
                  <a:cubicBezTo>
                    <a:pt x="289349" y="354621"/>
                    <a:pt x="335584" y="351901"/>
                    <a:pt x="338304" y="349181"/>
                  </a:cubicBezTo>
                  <a:cubicBezTo>
                    <a:pt x="346462" y="349181"/>
                    <a:pt x="357341" y="349181"/>
                    <a:pt x="365500" y="349181"/>
                  </a:cubicBezTo>
                  <a:cubicBezTo>
                    <a:pt x="370939" y="349181"/>
                    <a:pt x="376379" y="349181"/>
                    <a:pt x="381817" y="349181"/>
                  </a:cubicBezTo>
                  <a:cubicBezTo>
                    <a:pt x="387257" y="349181"/>
                    <a:pt x="392697" y="346462"/>
                    <a:pt x="392697" y="338303"/>
                  </a:cubicBezTo>
                  <a:cubicBezTo>
                    <a:pt x="392697" y="330144"/>
                    <a:pt x="389977" y="316545"/>
                    <a:pt x="389977" y="313826"/>
                  </a:cubicBezTo>
                  <a:cubicBezTo>
                    <a:pt x="389977" y="294788"/>
                    <a:pt x="389977" y="278470"/>
                    <a:pt x="392697" y="262152"/>
                  </a:cubicBezTo>
                  <a:cubicBezTo>
                    <a:pt x="392697" y="259433"/>
                    <a:pt x="395416" y="243115"/>
                    <a:pt x="395416" y="224077"/>
                  </a:cubicBezTo>
                  <a:cubicBezTo>
                    <a:pt x="395416" y="207759"/>
                    <a:pt x="398136" y="188722"/>
                    <a:pt x="398136" y="177843"/>
                  </a:cubicBezTo>
                  <a:cubicBezTo>
                    <a:pt x="398136" y="169684"/>
                    <a:pt x="395416" y="158806"/>
                    <a:pt x="395416" y="153366"/>
                  </a:cubicBezTo>
                  <a:cubicBezTo>
                    <a:pt x="395416" y="145207"/>
                    <a:pt x="395416" y="142488"/>
                    <a:pt x="395416" y="137048"/>
                  </a:cubicBezTo>
                  <a:cubicBezTo>
                    <a:pt x="389977" y="137048"/>
                    <a:pt x="384537" y="137048"/>
                    <a:pt x="379098" y="137048"/>
                  </a:cubicBezTo>
                  <a:cubicBezTo>
                    <a:pt x="370939" y="137048"/>
                    <a:pt x="360061" y="134329"/>
                    <a:pt x="351902" y="131609"/>
                  </a:cubicBezTo>
                  <a:cubicBezTo>
                    <a:pt x="343742" y="128889"/>
                    <a:pt x="338304" y="120730"/>
                    <a:pt x="338304" y="115291"/>
                  </a:cubicBezTo>
                  <a:cubicBezTo>
                    <a:pt x="338304" y="112571"/>
                    <a:pt x="338304" y="109852"/>
                    <a:pt x="343742" y="107132"/>
                  </a:cubicBezTo>
                  <a:cubicBezTo>
                    <a:pt x="349182" y="104412"/>
                    <a:pt x="357341" y="101693"/>
                    <a:pt x="362780" y="98973"/>
                  </a:cubicBezTo>
                  <a:cubicBezTo>
                    <a:pt x="373659" y="96253"/>
                    <a:pt x="387257" y="96253"/>
                    <a:pt x="395416" y="96253"/>
                  </a:cubicBezTo>
                  <a:cubicBezTo>
                    <a:pt x="398136" y="93534"/>
                    <a:pt x="400855" y="90814"/>
                    <a:pt x="403575" y="90814"/>
                  </a:cubicBezTo>
                  <a:cubicBezTo>
                    <a:pt x="411734" y="90814"/>
                    <a:pt x="419893" y="88095"/>
                    <a:pt x="422612" y="88095"/>
                  </a:cubicBezTo>
                  <a:cubicBezTo>
                    <a:pt x="425332" y="88095"/>
                    <a:pt x="425332" y="88095"/>
                    <a:pt x="428052" y="88095"/>
                  </a:cubicBezTo>
                  <a:cubicBezTo>
                    <a:pt x="433492" y="88095"/>
                    <a:pt x="441650" y="88095"/>
                    <a:pt x="447090" y="90814"/>
                  </a:cubicBezTo>
                  <a:cubicBezTo>
                    <a:pt x="449809" y="90814"/>
                    <a:pt x="452529" y="93534"/>
                    <a:pt x="455249" y="96253"/>
                  </a:cubicBezTo>
                  <a:cubicBezTo>
                    <a:pt x="482445" y="96253"/>
                    <a:pt x="509642" y="93534"/>
                    <a:pt x="525960" y="93534"/>
                  </a:cubicBezTo>
                  <a:cubicBezTo>
                    <a:pt x="539558" y="93534"/>
                    <a:pt x="561315" y="93534"/>
                    <a:pt x="561315" y="109852"/>
                  </a:cubicBezTo>
                  <a:cubicBezTo>
                    <a:pt x="561315" y="118011"/>
                    <a:pt x="561315" y="120730"/>
                    <a:pt x="555876" y="126170"/>
                  </a:cubicBezTo>
                  <a:cubicBezTo>
                    <a:pt x="550437" y="131609"/>
                    <a:pt x="544997" y="134329"/>
                    <a:pt x="539558" y="134329"/>
                  </a:cubicBezTo>
                  <a:cubicBezTo>
                    <a:pt x="531399" y="137048"/>
                    <a:pt x="523240" y="137048"/>
                    <a:pt x="517800" y="137048"/>
                  </a:cubicBezTo>
                  <a:cubicBezTo>
                    <a:pt x="515081" y="137048"/>
                    <a:pt x="498763" y="137048"/>
                    <a:pt x="477006" y="137048"/>
                  </a:cubicBezTo>
                  <a:cubicBezTo>
                    <a:pt x="479725" y="145207"/>
                    <a:pt x="485165" y="153366"/>
                    <a:pt x="485165" y="161525"/>
                  </a:cubicBezTo>
                  <a:cubicBezTo>
                    <a:pt x="487885" y="177843"/>
                    <a:pt x="493324" y="194161"/>
                    <a:pt x="496043" y="210479"/>
                  </a:cubicBezTo>
                  <a:cubicBezTo>
                    <a:pt x="498763" y="224077"/>
                    <a:pt x="498763" y="237676"/>
                    <a:pt x="501483" y="251274"/>
                  </a:cubicBezTo>
                  <a:cubicBezTo>
                    <a:pt x="504202" y="264872"/>
                    <a:pt x="506922" y="275751"/>
                    <a:pt x="506922" y="292069"/>
                  </a:cubicBezTo>
                  <a:cubicBezTo>
                    <a:pt x="506922" y="302947"/>
                    <a:pt x="506922" y="311106"/>
                    <a:pt x="506922" y="321985"/>
                  </a:cubicBezTo>
                  <a:cubicBezTo>
                    <a:pt x="506922" y="327424"/>
                    <a:pt x="509642" y="335583"/>
                    <a:pt x="509642" y="341022"/>
                  </a:cubicBezTo>
                  <a:cubicBezTo>
                    <a:pt x="509642" y="343742"/>
                    <a:pt x="509642" y="343742"/>
                    <a:pt x="509642" y="343742"/>
                  </a:cubicBezTo>
                  <a:cubicBezTo>
                    <a:pt x="509642" y="349181"/>
                    <a:pt x="515081" y="349181"/>
                    <a:pt x="517800" y="349181"/>
                  </a:cubicBezTo>
                  <a:cubicBezTo>
                    <a:pt x="520520" y="349181"/>
                    <a:pt x="523240" y="349181"/>
                    <a:pt x="528680" y="349181"/>
                  </a:cubicBezTo>
                  <a:cubicBezTo>
                    <a:pt x="536838" y="349181"/>
                    <a:pt x="547717" y="349181"/>
                    <a:pt x="550437" y="357340"/>
                  </a:cubicBezTo>
                  <a:cubicBezTo>
                    <a:pt x="550437" y="360060"/>
                    <a:pt x="550437" y="360060"/>
                    <a:pt x="550437" y="362780"/>
                  </a:cubicBezTo>
                  <a:cubicBezTo>
                    <a:pt x="550437" y="370939"/>
                    <a:pt x="539558" y="381817"/>
                    <a:pt x="534119" y="384537"/>
                  </a:cubicBezTo>
                  <a:cubicBezTo>
                    <a:pt x="531399" y="387257"/>
                    <a:pt x="523240" y="387257"/>
                    <a:pt x="520520" y="389976"/>
                  </a:cubicBezTo>
                  <a:cubicBezTo>
                    <a:pt x="515081" y="389976"/>
                    <a:pt x="512362" y="392696"/>
                    <a:pt x="512362" y="395415"/>
                  </a:cubicBezTo>
                  <a:cubicBezTo>
                    <a:pt x="512362" y="395415"/>
                    <a:pt x="512362" y="398135"/>
                    <a:pt x="512362" y="398135"/>
                  </a:cubicBezTo>
                  <a:cubicBezTo>
                    <a:pt x="512362" y="400855"/>
                    <a:pt x="512362" y="406294"/>
                    <a:pt x="512362" y="409014"/>
                  </a:cubicBezTo>
                  <a:cubicBezTo>
                    <a:pt x="512362" y="411733"/>
                    <a:pt x="512362" y="411733"/>
                    <a:pt x="512362" y="414453"/>
                  </a:cubicBezTo>
                  <a:cubicBezTo>
                    <a:pt x="512362" y="422612"/>
                    <a:pt x="512362" y="430771"/>
                    <a:pt x="512362" y="438930"/>
                  </a:cubicBezTo>
                  <a:cubicBezTo>
                    <a:pt x="512362" y="460687"/>
                    <a:pt x="512362" y="482445"/>
                    <a:pt x="515081" y="504202"/>
                  </a:cubicBezTo>
                  <a:cubicBezTo>
                    <a:pt x="517800" y="525959"/>
                    <a:pt x="520520" y="550436"/>
                    <a:pt x="520520" y="572193"/>
                  </a:cubicBezTo>
                  <a:cubicBezTo>
                    <a:pt x="520520" y="583072"/>
                    <a:pt x="520520" y="593950"/>
                    <a:pt x="517800" y="604829"/>
                  </a:cubicBezTo>
                  <a:cubicBezTo>
                    <a:pt x="515081" y="623867"/>
                    <a:pt x="515081" y="642904"/>
                    <a:pt x="512362" y="661942"/>
                  </a:cubicBezTo>
                  <a:cubicBezTo>
                    <a:pt x="512362" y="664661"/>
                    <a:pt x="509642" y="667381"/>
                    <a:pt x="509642" y="670101"/>
                  </a:cubicBezTo>
                  <a:cubicBezTo>
                    <a:pt x="509642" y="672820"/>
                    <a:pt x="512362" y="678260"/>
                    <a:pt x="512362" y="680979"/>
                  </a:cubicBezTo>
                  <a:cubicBezTo>
                    <a:pt x="512362" y="683699"/>
                    <a:pt x="512362" y="686419"/>
                    <a:pt x="512362" y="686419"/>
                  </a:cubicBezTo>
                  <a:cubicBezTo>
                    <a:pt x="517800" y="680979"/>
                    <a:pt x="528680" y="680979"/>
                    <a:pt x="536838" y="680979"/>
                  </a:cubicBezTo>
                  <a:lnTo>
                    <a:pt x="536838" y="680979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9BE78E02-CB57-4CB4-BB07-0110782AEE7D}"/>
                </a:ext>
              </a:extLst>
            </p:cNvPr>
            <p:cNvSpPr/>
            <p:nvPr/>
          </p:nvSpPr>
          <p:spPr>
            <a:xfrm>
              <a:off x="9592416" y="4192158"/>
              <a:ext cx="516735" cy="761503"/>
            </a:xfrm>
            <a:custGeom>
              <a:avLst/>
              <a:gdLst>
                <a:gd name="connsiteX0" fmla="*/ 463407 w 516735"/>
                <a:gd name="connsiteY0" fmla="*/ 194161 h 761503"/>
                <a:gd name="connsiteX1" fmla="*/ 447089 w 516735"/>
                <a:gd name="connsiteY1" fmla="*/ 226797 h 761503"/>
                <a:gd name="connsiteX2" fmla="*/ 430771 w 516735"/>
                <a:gd name="connsiteY2" fmla="*/ 221357 h 761503"/>
                <a:gd name="connsiteX3" fmla="*/ 422612 w 516735"/>
                <a:gd name="connsiteY3" fmla="*/ 207759 h 761503"/>
                <a:gd name="connsiteX4" fmla="*/ 419893 w 516735"/>
                <a:gd name="connsiteY4" fmla="*/ 188722 h 761503"/>
                <a:gd name="connsiteX5" fmla="*/ 419893 w 516735"/>
                <a:gd name="connsiteY5" fmla="*/ 139768 h 761503"/>
                <a:gd name="connsiteX6" fmla="*/ 419893 w 516735"/>
                <a:gd name="connsiteY6" fmla="*/ 120730 h 761503"/>
                <a:gd name="connsiteX7" fmla="*/ 395416 w 516735"/>
                <a:gd name="connsiteY7" fmla="*/ 120730 h 761503"/>
                <a:gd name="connsiteX8" fmla="*/ 370939 w 516735"/>
                <a:gd name="connsiteY8" fmla="*/ 120730 h 761503"/>
                <a:gd name="connsiteX9" fmla="*/ 346461 w 516735"/>
                <a:gd name="connsiteY9" fmla="*/ 123450 h 761503"/>
                <a:gd name="connsiteX10" fmla="*/ 335583 w 516735"/>
                <a:gd name="connsiteY10" fmla="*/ 123450 h 761503"/>
                <a:gd name="connsiteX11" fmla="*/ 335583 w 516735"/>
                <a:gd name="connsiteY11" fmla="*/ 123450 h 761503"/>
                <a:gd name="connsiteX12" fmla="*/ 324704 w 516735"/>
                <a:gd name="connsiteY12" fmla="*/ 128889 h 761503"/>
                <a:gd name="connsiteX13" fmla="*/ 327424 w 516735"/>
                <a:gd name="connsiteY13" fmla="*/ 139768 h 761503"/>
                <a:gd name="connsiteX14" fmla="*/ 330144 w 516735"/>
                <a:gd name="connsiteY14" fmla="*/ 175123 h 761503"/>
                <a:gd name="connsiteX15" fmla="*/ 330144 w 516735"/>
                <a:gd name="connsiteY15" fmla="*/ 199600 h 761503"/>
                <a:gd name="connsiteX16" fmla="*/ 327424 w 516735"/>
                <a:gd name="connsiteY16" fmla="*/ 224077 h 761503"/>
                <a:gd name="connsiteX17" fmla="*/ 330144 w 516735"/>
                <a:gd name="connsiteY17" fmla="*/ 251274 h 761503"/>
                <a:gd name="connsiteX18" fmla="*/ 327424 w 516735"/>
                <a:gd name="connsiteY18" fmla="*/ 278470 h 761503"/>
                <a:gd name="connsiteX19" fmla="*/ 327424 w 516735"/>
                <a:gd name="connsiteY19" fmla="*/ 332864 h 761503"/>
                <a:gd name="connsiteX20" fmla="*/ 330144 w 516735"/>
                <a:gd name="connsiteY20" fmla="*/ 357340 h 761503"/>
                <a:gd name="connsiteX21" fmla="*/ 330144 w 516735"/>
                <a:gd name="connsiteY21" fmla="*/ 368219 h 761503"/>
                <a:gd name="connsiteX22" fmla="*/ 332863 w 516735"/>
                <a:gd name="connsiteY22" fmla="*/ 387257 h 761503"/>
                <a:gd name="connsiteX23" fmla="*/ 332863 w 516735"/>
                <a:gd name="connsiteY23" fmla="*/ 433491 h 761503"/>
                <a:gd name="connsiteX24" fmla="*/ 332863 w 516735"/>
                <a:gd name="connsiteY24" fmla="*/ 487884 h 761503"/>
                <a:gd name="connsiteX25" fmla="*/ 330144 w 516735"/>
                <a:gd name="connsiteY25" fmla="*/ 512361 h 761503"/>
                <a:gd name="connsiteX26" fmla="*/ 330144 w 516735"/>
                <a:gd name="connsiteY26" fmla="*/ 539557 h 761503"/>
                <a:gd name="connsiteX27" fmla="*/ 332863 w 516735"/>
                <a:gd name="connsiteY27" fmla="*/ 593950 h 761503"/>
                <a:gd name="connsiteX28" fmla="*/ 332863 w 516735"/>
                <a:gd name="connsiteY28" fmla="*/ 648343 h 761503"/>
                <a:gd name="connsiteX29" fmla="*/ 332863 w 516735"/>
                <a:gd name="connsiteY29" fmla="*/ 656502 h 761503"/>
                <a:gd name="connsiteX30" fmla="*/ 357341 w 516735"/>
                <a:gd name="connsiteY30" fmla="*/ 656502 h 761503"/>
                <a:gd name="connsiteX31" fmla="*/ 395416 w 516735"/>
                <a:gd name="connsiteY31" fmla="*/ 675540 h 761503"/>
                <a:gd name="connsiteX32" fmla="*/ 389976 w 516735"/>
                <a:gd name="connsiteY32" fmla="*/ 691858 h 761503"/>
                <a:gd name="connsiteX33" fmla="*/ 373658 w 516735"/>
                <a:gd name="connsiteY33" fmla="*/ 700017 h 761503"/>
                <a:gd name="connsiteX34" fmla="*/ 351901 w 516735"/>
                <a:gd name="connsiteY34" fmla="*/ 702737 h 761503"/>
                <a:gd name="connsiteX35" fmla="*/ 319265 w 516735"/>
                <a:gd name="connsiteY35" fmla="*/ 702737 h 761503"/>
                <a:gd name="connsiteX36" fmla="*/ 311106 w 516735"/>
                <a:gd name="connsiteY36" fmla="*/ 708176 h 761503"/>
                <a:gd name="connsiteX37" fmla="*/ 289349 w 516735"/>
                <a:gd name="connsiteY37" fmla="*/ 713615 h 761503"/>
                <a:gd name="connsiteX38" fmla="*/ 270311 w 516735"/>
                <a:gd name="connsiteY38" fmla="*/ 713615 h 761503"/>
                <a:gd name="connsiteX39" fmla="*/ 243115 w 516735"/>
                <a:gd name="connsiteY39" fmla="*/ 705456 h 761503"/>
                <a:gd name="connsiteX40" fmla="*/ 237675 w 516735"/>
                <a:gd name="connsiteY40" fmla="*/ 702737 h 761503"/>
                <a:gd name="connsiteX41" fmla="*/ 199600 w 516735"/>
                <a:gd name="connsiteY41" fmla="*/ 702737 h 761503"/>
                <a:gd name="connsiteX42" fmla="*/ 175123 w 516735"/>
                <a:gd name="connsiteY42" fmla="*/ 702737 h 761503"/>
                <a:gd name="connsiteX43" fmla="*/ 147927 w 516735"/>
                <a:gd name="connsiteY43" fmla="*/ 697297 h 761503"/>
                <a:gd name="connsiteX44" fmla="*/ 131609 w 516735"/>
                <a:gd name="connsiteY44" fmla="*/ 678260 h 761503"/>
                <a:gd name="connsiteX45" fmla="*/ 137048 w 516735"/>
                <a:gd name="connsiteY45" fmla="*/ 670101 h 761503"/>
                <a:gd name="connsiteX46" fmla="*/ 158805 w 516735"/>
                <a:gd name="connsiteY46" fmla="*/ 661942 h 761503"/>
                <a:gd name="connsiteX47" fmla="*/ 199600 w 516735"/>
                <a:gd name="connsiteY47" fmla="*/ 659222 h 761503"/>
                <a:gd name="connsiteX48" fmla="*/ 199600 w 516735"/>
                <a:gd name="connsiteY48" fmla="*/ 659222 h 761503"/>
                <a:gd name="connsiteX49" fmla="*/ 196880 w 516735"/>
                <a:gd name="connsiteY49" fmla="*/ 629306 h 761503"/>
                <a:gd name="connsiteX50" fmla="*/ 199600 w 516735"/>
                <a:gd name="connsiteY50" fmla="*/ 574913 h 761503"/>
                <a:gd name="connsiteX51" fmla="*/ 202320 w 516735"/>
                <a:gd name="connsiteY51" fmla="*/ 523239 h 761503"/>
                <a:gd name="connsiteX52" fmla="*/ 205040 w 516735"/>
                <a:gd name="connsiteY52" fmla="*/ 460687 h 761503"/>
                <a:gd name="connsiteX53" fmla="*/ 205040 w 516735"/>
                <a:gd name="connsiteY53" fmla="*/ 417173 h 761503"/>
                <a:gd name="connsiteX54" fmla="*/ 207759 w 516735"/>
                <a:gd name="connsiteY54" fmla="*/ 392696 h 761503"/>
                <a:gd name="connsiteX55" fmla="*/ 210478 w 516735"/>
                <a:gd name="connsiteY55" fmla="*/ 368219 h 761503"/>
                <a:gd name="connsiteX56" fmla="*/ 210478 w 516735"/>
                <a:gd name="connsiteY56" fmla="*/ 313826 h 761503"/>
                <a:gd name="connsiteX57" fmla="*/ 210478 w 516735"/>
                <a:gd name="connsiteY57" fmla="*/ 259433 h 761503"/>
                <a:gd name="connsiteX58" fmla="*/ 210478 w 516735"/>
                <a:gd name="connsiteY58" fmla="*/ 213199 h 761503"/>
                <a:gd name="connsiteX59" fmla="*/ 210478 w 516735"/>
                <a:gd name="connsiteY59" fmla="*/ 145207 h 761503"/>
                <a:gd name="connsiteX60" fmla="*/ 213198 w 516735"/>
                <a:gd name="connsiteY60" fmla="*/ 131609 h 761503"/>
                <a:gd name="connsiteX61" fmla="*/ 205040 w 516735"/>
                <a:gd name="connsiteY61" fmla="*/ 123450 h 761503"/>
                <a:gd name="connsiteX62" fmla="*/ 161525 w 516735"/>
                <a:gd name="connsiteY62" fmla="*/ 123450 h 761503"/>
                <a:gd name="connsiteX63" fmla="*/ 112571 w 516735"/>
                <a:gd name="connsiteY63" fmla="*/ 120730 h 761503"/>
                <a:gd name="connsiteX64" fmla="*/ 104412 w 516735"/>
                <a:gd name="connsiteY64" fmla="*/ 118011 h 761503"/>
                <a:gd name="connsiteX65" fmla="*/ 107132 w 516735"/>
                <a:gd name="connsiteY65" fmla="*/ 191441 h 761503"/>
                <a:gd name="connsiteX66" fmla="*/ 90814 w 516735"/>
                <a:gd name="connsiteY66" fmla="*/ 224077 h 761503"/>
                <a:gd name="connsiteX67" fmla="*/ 74496 w 516735"/>
                <a:gd name="connsiteY67" fmla="*/ 218638 h 761503"/>
                <a:gd name="connsiteX68" fmla="*/ 66337 w 516735"/>
                <a:gd name="connsiteY68" fmla="*/ 205040 h 761503"/>
                <a:gd name="connsiteX69" fmla="*/ 63617 w 516735"/>
                <a:gd name="connsiteY69" fmla="*/ 186002 h 761503"/>
                <a:gd name="connsiteX70" fmla="*/ 63617 w 516735"/>
                <a:gd name="connsiteY70" fmla="*/ 145207 h 761503"/>
                <a:gd name="connsiteX71" fmla="*/ 63617 w 516735"/>
                <a:gd name="connsiteY71" fmla="*/ 109852 h 761503"/>
                <a:gd name="connsiteX72" fmla="*/ 58178 w 516735"/>
                <a:gd name="connsiteY72" fmla="*/ 96253 h 761503"/>
                <a:gd name="connsiteX73" fmla="*/ 66337 w 516735"/>
                <a:gd name="connsiteY73" fmla="*/ 85375 h 761503"/>
                <a:gd name="connsiteX74" fmla="*/ 93533 w 516735"/>
                <a:gd name="connsiteY74" fmla="*/ 77216 h 761503"/>
                <a:gd name="connsiteX75" fmla="*/ 115290 w 516735"/>
                <a:gd name="connsiteY75" fmla="*/ 77216 h 761503"/>
                <a:gd name="connsiteX76" fmla="*/ 169684 w 516735"/>
                <a:gd name="connsiteY76" fmla="*/ 74496 h 761503"/>
                <a:gd name="connsiteX77" fmla="*/ 194161 w 516735"/>
                <a:gd name="connsiteY77" fmla="*/ 71776 h 761503"/>
                <a:gd name="connsiteX78" fmla="*/ 196880 w 516735"/>
                <a:gd name="connsiteY78" fmla="*/ 71776 h 761503"/>
                <a:gd name="connsiteX79" fmla="*/ 210478 w 516735"/>
                <a:gd name="connsiteY79" fmla="*/ 71776 h 761503"/>
                <a:gd name="connsiteX80" fmla="*/ 218638 w 516735"/>
                <a:gd name="connsiteY80" fmla="*/ 71776 h 761503"/>
                <a:gd name="connsiteX81" fmla="*/ 237675 w 516735"/>
                <a:gd name="connsiteY81" fmla="*/ 60898 h 761503"/>
                <a:gd name="connsiteX82" fmla="*/ 253993 w 516735"/>
                <a:gd name="connsiteY82" fmla="*/ 58178 h 761503"/>
                <a:gd name="connsiteX83" fmla="*/ 283910 w 516735"/>
                <a:gd name="connsiteY83" fmla="*/ 60898 h 761503"/>
                <a:gd name="connsiteX84" fmla="*/ 294788 w 516735"/>
                <a:gd name="connsiteY84" fmla="*/ 66337 h 761503"/>
                <a:gd name="connsiteX85" fmla="*/ 305667 w 516735"/>
                <a:gd name="connsiteY85" fmla="*/ 74496 h 761503"/>
                <a:gd name="connsiteX86" fmla="*/ 313826 w 516735"/>
                <a:gd name="connsiteY86" fmla="*/ 74496 h 761503"/>
                <a:gd name="connsiteX87" fmla="*/ 327424 w 516735"/>
                <a:gd name="connsiteY87" fmla="*/ 74496 h 761503"/>
                <a:gd name="connsiteX88" fmla="*/ 354621 w 516735"/>
                <a:gd name="connsiteY88" fmla="*/ 74496 h 761503"/>
                <a:gd name="connsiteX89" fmla="*/ 422612 w 516735"/>
                <a:gd name="connsiteY89" fmla="*/ 74496 h 761503"/>
                <a:gd name="connsiteX90" fmla="*/ 455248 w 516735"/>
                <a:gd name="connsiteY90" fmla="*/ 79936 h 761503"/>
                <a:gd name="connsiteX91" fmla="*/ 466127 w 516735"/>
                <a:gd name="connsiteY91" fmla="*/ 98973 h 761503"/>
                <a:gd name="connsiteX92" fmla="*/ 463407 w 516735"/>
                <a:gd name="connsiteY92" fmla="*/ 109852 h 761503"/>
                <a:gd name="connsiteX93" fmla="*/ 463407 w 516735"/>
                <a:gd name="connsiteY93" fmla="*/ 120730 h 761503"/>
                <a:gd name="connsiteX94" fmla="*/ 463407 w 516735"/>
                <a:gd name="connsiteY94" fmla="*/ 194161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</a:cxnLst>
              <a:rect l="l" t="t" r="r" b="b"/>
              <a:pathLst>
                <a:path w="516735" h="761503">
                  <a:moveTo>
                    <a:pt x="463407" y="194161"/>
                  </a:moveTo>
                  <a:cubicBezTo>
                    <a:pt x="463407" y="205040"/>
                    <a:pt x="463407" y="226797"/>
                    <a:pt x="447089" y="226797"/>
                  </a:cubicBezTo>
                  <a:cubicBezTo>
                    <a:pt x="438930" y="226797"/>
                    <a:pt x="436211" y="226797"/>
                    <a:pt x="430771" y="221357"/>
                  </a:cubicBezTo>
                  <a:cubicBezTo>
                    <a:pt x="425332" y="218638"/>
                    <a:pt x="422612" y="210479"/>
                    <a:pt x="422612" y="207759"/>
                  </a:cubicBezTo>
                  <a:cubicBezTo>
                    <a:pt x="419893" y="199600"/>
                    <a:pt x="419893" y="194161"/>
                    <a:pt x="419893" y="188722"/>
                  </a:cubicBezTo>
                  <a:cubicBezTo>
                    <a:pt x="419893" y="183282"/>
                    <a:pt x="419893" y="147927"/>
                    <a:pt x="419893" y="139768"/>
                  </a:cubicBezTo>
                  <a:cubicBezTo>
                    <a:pt x="419893" y="134329"/>
                    <a:pt x="419893" y="128889"/>
                    <a:pt x="419893" y="120730"/>
                  </a:cubicBezTo>
                  <a:cubicBezTo>
                    <a:pt x="411734" y="120730"/>
                    <a:pt x="403574" y="120730"/>
                    <a:pt x="395416" y="120730"/>
                  </a:cubicBezTo>
                  <a:cubicBezTo>
                    <a:pt x="387256" y="120730"/>
                    <a:pt x="379098" y="120730"/>
                    <a:pt x="370939" y="120730"/>
                  </a:cubicBezTo>
                  <a:cubicBezTo>
                    <a:pt x="362780" y="120730"/>
                    <a:pt x="354621" y="123450"/>
                    <a:pt x="346461" y="123450"/>
                  </a:cubicBezTo>
                  <a:cubicBezTo>
                    <a:pt x="343742" y="123450"/>
                    <a:pt x="341023" y="123450"/>
                    <a:pt x="335583" y="123450"/>
                  </a:cubicBezTo>
                  <a:cubicBezTo>
                    <a:pt x="335583" y="123450"/>
                    <a:pt x="335583" y="123450"/>
                    <a:pt x="335583" y="123450"/>
                  </a:cubicBezTo>
                  <a:cubicBezTo>
                    <a:pt x="327424" y="123450"/>
                    <a:pt x="324704" y="126170"/>
                    <a:pt x="324704" y="128889"/>
                  </a:cubicBezTo>
                  <a:cubicBezTo>
                    <a:pt x="324704" y="131609"/>
                    <a:pt x="324704" y="137048"/>
                    <a:pt x="327424" y="139768"/>
                  </a:cubicBezTo>
                  <a:cubicBezTo>
                    <a:pt x="330144" y="147927"/>
                    <a:pt x="330144" y="166964"/>
                    <a:pt x="330144" y="175123"/>
                  </a:cubicBezTo>
                  <a:cubicBezTo>
                    <a:pt x="330144" y="183282"/>
                    <a:pt x="330144" y="191441"/>
                    <a:pt x="330144" y="199600"/>
                  </a:cubicBezTo>
                  <a:cubicBezTo>
                    <a:pt x="330144" y="207759"/>
                    <a:pt x="327424" y="215918"/>
                    <a:pt x="327424" y="224077"/>
                  </a:cubicBezTo>
                  <a:cubicBezTo>
                    <a:pt x="327424" y="232236"/>
                    <a:pt x="330144" y="243115"/>
                    <a:pt x="330144" y="251274"/>
                  </a:cubicBezTo>
                  <a:cubicBezTo>
                    <a:pt x="330144" y="259433"/>
                    <a:pt x="330144" y="267592"/>
                    <a:pt x="327424" y="278470"/>
                  </a:cubicBezTo>
                  <a:cubicBezTo>
                    <a:pt x="327424" y="294788"/>
                    <a:pt x="327424" y="313826"/>
                    <a:pt x="327424" y="332864"/>
                  </a:cubicBezTo>
                  <a:cubicBezTo>
                    <a:pt x="327424" y="341022"/>
                    <a:pt x="327424" y="349181"/>
                    <a:pt x="330144" y="357340"/>
                  </a:cubicBezTo>
                  <a:cubicBezTo>
                    <a:pt x="330144" y="360060"/>
                    <a:pt x="330144" y="365499"/>
                    <a:pt x="330144" y="368219"/>
                  </a:cubicBezTo>
                  <a:cubicBezTo>
                    <a:pt x="330144" y="373658"/>
                    <a:pt x="332863" y="384537"/>
                    <a:pt x="332863" y="387257"/>
                  </a:cubicBezTo>
                  <a:cubicBezTo>
                    <a:pt x="332863" y="406294"/>
                    <a:pt x="332863" y="414453"/>
                    <a:pt x="332863" y="433491"/>
                  </a:cubicBezTo>
                  <a:cubicBezTo>
                    <a:pt x="332863" y="452528"/>
                    <a:pt x="335583" y="468846"/>
                    <a:pt x="332863" y="487884"/>
                  </a:cubicBezTo>
                  <a:cubicBezTo>
                    <a:pt x="332863" y="496043"/>
                    <a:pt x="330144" y="504202"/>
                    <a:pt x="330144" y="512361"/>
                  </a:cubicBezTo>
                  <a:cubicBezTo>
                    <a:pt x="330144" y="520520"/>
                    <a:pt x="330144" y="531398"/>
                    <a:pt x="330144" y="539557"/>
                  </a:cubicBezTo>
                  <a:cubicBezTo>
                    <a:pt x="330144" y="558595"/>
                    <a:pt x="330144" y="574913"/>
                    <a:pt x="332863" y="593950"/>
                  </a:cubicBezTo>
                  <a:cubicBezTo>
                    <a:pt x="332863" y="610268"/>
                    <a:pt x="332863" y="632026"/>
                    <a:pt x="332863" y="648343"/>
                  </a:cubicBezTo>
                  <a:cubicBezTo>
                    <a:pt x="332863" y="651063"/>
                    <a:pt x="332863" y="653783"/>
                    <a:pt x="332863" y="656502"/>
                  </a:cubicBezTo>
                  <a:cubicBezTo>
                    <a:pt x="343742" y="656502"/>
                    <a:pt x="351901" y="656502"/>
                    <a:pt x="357341" y="656502"/>
                  </a:cubicBezTo>
                  <a:cubicBezTo>
                    <a:pt x="370939" y="656502"/>
                    <a:pt x="395416" y="659222"/>
                    <a:pt x="395416" y="675540"/>
                  </a:cubicBezTo>
                  <a:cubicBezTo>
                    <a:pt x="395416" y="683699"/>
                    <a:pt x="392696" y="686419"/>
                    <a:pt x="389976" y="691858"/>
                  </a:cubicBezTo>
                  <a:cubicBezTo>
                    <a:pt x="384537" y="697297"/>
                    <a:pt x="379098" y="700017"/>
                    <a:pt x="373658" y="700017"/>
                  </a:cubicBezTo>
                  <a:cubicBezTo>
                    <a:pt x="365499" y="702737"/>
                    <a:pt x="357341" y="702737"/>
                    <a:pt x="351901" y="702737"/>
                  </a:cubicBezTo>
                  <a:cubicBezTo>
                    <a:pt x="349181" y="702737"/>
                    <a:pt x="335583" y="702737"/>
                    <a:pt x="319265" y="702737"/>
                  </a:cubicBezTo>
                  <a:cubicBezTo>
                    <a:pt x="316546" y="705456"/>
                    <a:pt x="313826" y="705456"/>
                    <a:pt x="311106" y="708176"/>
                  </a:cubicBezTo>
                  <a:cubicBezTo>
                    <a:pt x="302948" y="713615"/>
                    <a:pt x="297508" y="713615"/>
                    <a:pt x="289349" y="713615"/>
                  </a:cubicBezTo>
                  <a:cubicBezTo>
                    <a:pt x="283910" y="713615"/>
                    <a:pt x="278470" y="713615"/>
                    <a:pt x="270311" y="713615"/>
                  </a:cubicBezTo>
                  <a:cubicBezTo>
                    <a:pt x="259433" y="713615"/>
                    <a:pt x="251273" y="710895"/>
                    <a:pt x="243115" y="705456"/>
                  </a:cubicBezTo>
                  <a:cubicBezTo>
                    <a:pt x="240395" y="705456"/>
                    <a:pt x="237675" y="702737"/>
                    <a:pt x="237675" y="702737"/>
                  </a:cubicBezTo>
                  <a:cubicBezTo>
                    <a:pt x="224077" y="702737"/>
                    <a:pt x="213198" y="702737"/>
                    <a:pt x="199600" y="702737"/>
                  </a:cubicBezTo>
                  <a:cubicBezTo>
                    <a:pt x="191441" y="702737"/>
                    <a:pt x="183282" y="702737"/>
                    <a:pt x="175123" y="702737"/>
                  </a:cubicBezTo>
                  <a:cubicBezTo>
                    <a:pt x="166965" y="702737"/>
                    <a:pt x="156085" y="702737"/>
                    <a:pt x="147927" y="697297"/>
                  </a:cubicBezTo>
                  <a:cubicBezTo>
                    <a:pt x="139768" y="694578"/>
                    <a:pt x="131609" y="680979"/>
                    <a:pt x="131609" y="678260"/>
                  </a:cubicBezTo>
                  <a:cubicBezTo>
                    <a:pt x="131609" y="675540"/>
                    <a:pt x="131609" y="672820"/>
                    <a:pt x="137048" y="670101"/>
                  </a:cubicBezTo>
                  <a:cubicBezTo>
                    <a:pt x="142487" y="667381"/>
                    <a:pt x="153366" y="664661"/>
                    <a:pt x="158805" y="661942"/>
                  </a:cubicBezTo>
                  <a:cubicBezTo>
                    <a:pt x="175123" y="659222"/>
                    <a:pt x="191441" y="659222"/>
                    <a:pt x="199600" y="659222"/>
                  </a:cubicBezTo>
                  <a:lnTo>
                    <a:pt x="199600" y="659222"/>
                  </a:lnTo>
                  <a:cubicBezTo>
                    <a:pt x="199600" y="648343"/>
                    <a:pt x="196880" y="640184"/>
                    <a:pt x="196880" y="629306"/>
                  </a:cubicBezTo>
                  <a:cubicBezTo>
                    <a:pt x="196880" y="612988"/>
                    <a:pt x="196880" y="591231"/>
                    <a:pt x="199600" y="574913"/>
                  </a:cubicBezTo>
                  <a:cubicBezTo>
                    <a:pt x="199600" y="558595"/>
                    <a:pt x="199600" y="539557"/>
                    <a:pt x="202320" y="523239"/>
                  </a:cubicBezTo>
                  <a:cubicBezTo>
                    <a:pt x="202320" y="501482"/>
                    <a:pt x="205040" y="482445"/>
                    <a:pt x="205040" y="460687"/>
                  </a:cubicBezTo>
                  <a:cubicBezTo>
                    <a:pt x="205040" y="447089"/>
                    <a:pt x="205040" y="430771"/>
                    <a:pt x="205040" y="417173"/>
                  </a:cubicBezTo>
                  <a:cubicBezTo>
                    <a:pt x="205040" y="409014"/>
                    <a:pt x="207759" y="400855"/>
                    <a:pt x="207759" y="392696"/>
                  </a:cubicBezTo>
                  <a:cubicBezTo>
                    <a:pt x="207759" y="384537"/>
                    <a:pt x="210478" y="376378"/>
                    <a:pt x="210478" y="368219"/>
                  </a:cubicBezTo>
                  <a:cubicBezTo>
                    <a:pt x="210478" y="351901"/>
                    <a:pt x="210478" y="332864"/>
                    <a:pt x="210478" y="313826"/>
                  </a:cubicBezTo>
                  <a:cubicBezTo>
                    <a:pt x="210478" y="294788"/>
                    <a:pt x="210478" y="275751"/>
                    <a:pt x="210478" y="259433"/>
                  </a:cubicBezTo>
                  <a:cubicBezTo>
                    <a:pt x="210478" y="243115"/>
                    <a:pt x="210478" y="226797"/>
                    <a:pt x="210478" y="213199"/>
                  </a:cubicBezTo>
                  <a:cubicBezTo>
                    <a:pt x="210478" y="194161"/>
                    <a:pt x="210478" y="164245"/>
                    <a:pt x="210478" y="145207"/>
                  </a:cubicBezTo>
                  <a:cubicBezTo>
                    <a:pt x="210478" y="139768"/>
                    <a:pt x="213198" y="134329"/>
                    <a:pt x="213198" y="131609"/>
                  </a:cubicBezTo>
                  <a:cubicBezTo>
                    <a:pt x="213198" y="126170"/>
                    <a:pt x="207759" y="123450"/>
                    <a:pt x="205040" y="123450"/>
                  </a:cubicBezTo>
                  <a:cubicBezTo>
                    <a:pt x="199600" y="123450"/>
                    <a:pt x="166965" y="123450"/>
                    <a:pt x="161525" y="123450"/>
                  </a:cubicBezTo>
                  <a:cubicBezTo>
                    <a:pt x="145207" y="123450"/>
                    <a:pt x="128889" y="123450"/>
                    <a:pt x="112571" y="120730"/>
                  </a:cubicBezTo>
                  <a:cubicBezTo>
                    <a:pt x="109852" y="120730"/>
                    <a:pt x="107132" y="120730"/>
                    <a:pt x="104412" y="118011"/>
                  </a:cubicBezTo>
                  <a:cubicBezTo>
                    <a:pt x="107132" y="137048"/>
                    <a:pt x="107132" y="172404"/>
                    <a:pt x="107132" y="191441"/>
                  </a:cubicBezTo>
                  <a:cubicBezTo>
                    <a:pt x="107132" y="202320"/>
                    <a:pt x="107132" y="224077"/>
                    <a:pt x="90814" y="224077"/>
                  </a:cubicBezTo>
                  <a:cubicBezTo>
                    <a:pt x="82655" y="224077"/>
                    <a:pt x="79935" y="221357"/>
                    <a:pt x="74496" y="218638"/>
                  </a:cubicBezTo>
                  <a:cubicBezTo>
                    <a:pt x="69057" y="215918"/>
                    <a:pt x="66337" y="210479"/>
                    <a:pt x="66337" y="205040"/>
                  </a:cubicBezTo>
                  <a:cubicBezTo>
                    <a:pt x="63617" y="196881"/>
                    <a:pt x="63617" y="191441"/>
                    <a:pt x="63617" y="186002"/>
                  </a:cubicBezTo>
                  <a:cubicBezTo>
                    <a:pt x="63617" y="180563"/>
                    <a:pt x="63617" y="153366"/>
                    <a:pt x="63617" y="145207"/>
                  </a:cubicBezTo>
                  <a:cubicBezTo>
                    <a:pt x="63617" y="134329"/>
                    <a:pt x="63617" y="120730"/>
                    <a:pt x="63617" y="109852"/>
                  </a:cubicBezTo>
                  <a:cubicBezTo>
                    <a:pt x="60897" y="104412"/>
                    <a:pt x="58178" y="101693"/>
                    <a:pt x="58178" y="96253"/>
                  </a:cubicBezTo>
                  <a:cubicBezTo>
                    <a:pt x="58178" y="93534"/>
                    <a:pt x="60897" y="88095"/>
                    <a:pt x="66337" y="85375"/>
                  </a:cubicBezTo>
                  <a:cubicBezTo>
                    <a:pt x="74496" y="79936"/>
                    <a:pt x="77215" y="77216"/>
                    <a:pt x="93533" y="77216"/>
                  </a:cubicBezTo>
                  <a:cubicBezTo>
                    <a:pt x="101692" y="77216"/>
                    <a:pt x="109852" y="77216"/>
                    <a:pt x="115290" y="77216"/>
                  </a:cubicBezTo>
                  <a:cubicBezTo>
                    <a:pt x="134328" y="77216"/>
                    <a:pt x="150646" y="77216"/>
                    <a:pt x="169684" y="74496"/>
                  </a:cubicBezTo>
                  <a:cubicBezTo>
                    <a:pt x="177843" y="74496"/>
                    <a:pt x="186002" y="71776"/>
                    <a:pt x="194161" y="71776"/>
                  </a:cubicBezTo>
                  <a:cubicBezTo>
                    <a:pt x="194161" y="71776"/>
                    <a:pt x="196880" y="71776"/>
                    <a:pt x="196880" y="71776"/>
                  </a:cubicBezTo>
                  <a:cubicBezTo>
                    <a:pt x="199600" y="71776"/>
                    <a:pt x="205040" y="71776"/>
                    <a:pt x="210478" y="71776"/>
                  </a:cubicBezTo>
                  <a:cubicBezTo>
                    <a:pt x="213198" y="71776"/>
                    <a:pt x="215918" y="71776"/>
                    <a:pt x="218638" y="71776"/>
                  </a:cubicBezTo>
                  <a:cubicBezTo>
                    <a:pt x="224077" y="69057"/>
                    <a:pt x="229516" y="63618"/>
                    <a:pt x="237675" y="60898"/>
                  </a:cubicBezTo>
                  <a:cubicBezTo>
                    <a:pt x="243115" y="58178"/>
                    <a:pt x="248554" y="58178"/>
                    <a:pt x="253993" y="58178"/>
                  </a:cubicBezTo>
                  <a:cubicBezTo>
                    <a:pt x="264872" y="58178"/>
                    <a:pt x="273031" y="58178"/>
                    <a:pt x="283910" y="60898"/>
                  </a:cubicBezTo>
                  <a:cubicBezTo>
                    <a:pt x="286629" y="60898"/>
                    <a:pt x="292068" y="63618"/>
                    <a:pt x="294788" y="66337"/>
                  </a:cubicBezTo>
                  <a:cubicBezTo>
                    <a:pt x="297508" y="69057"/>
                    <a:pt x="302948" y="71776"/>
                    <a:pt x="305667" y="74496"/>
                  </a:cubicBezTo>
                  <a:cubicBezTo>
                    <a:pt x="308386" y="74496"/>
                    <a:pt x="311106" y="74496"/>
                    <a:pt x="313826" y="74496"/>
                  </a:cubicBezTo>
                  <a:cubicBezTo>
                    <a:pt x="319265" y="74496"/>
                    <a:pt x="321985" y="74496"/>
                    <a:pt x="327424" y="74496"/>
                  </a:cubicBezTo>
                  <a:cubicBezTo>
                    <a:pt x="335583" y="74496"/>
                    <a:pt x="346461" y="74496"/>
                    <a:pt x="354621" y="74496"/>
                  </a:cubicBezTo>
                  <a:cubicBezTo>
                    <a:pt x="376378" y="74496"/>
                    <a:pt x="400855" y="74496"/>
                    <a:pt x="422612" y="74496"/>
                  </a:cubicBezTo>
                  <a:cubicBezTo>
                    <a:pt x="433491" y="74496"/>
                    <a:pt x="447089" y="74496"/>
                    <a:pt x="455248" y="79936"/>
                  </a:cubicBezTo>
                  <a:cubicBezTo>
                    <a:pt x="460687" y="82655"/>
                    <a:pt x="466127" y="90814"/>
                    <a:pt x="466127" y="98973"/>
                  </a:cubicBezTo>
                  <a:cubicBezTo>
                    <a:pt x="466127" y="101693"/>
                    <a:pt x="466127" y="107132"/>
                    <a:pt x="463407" y="109852"/>
                  </a:cubicBezTo>
                  <a:cubicBezTo>
                    <a:pt x="463407" y="112571"/>
                    <a:pt x="463407" y="112571"/>
                    <a:pt x="463407" y="120730"/>
                  </a:cubicBezTo>
                  <a:cubicBezTo>
                    <a:pt x="463407" y="142488"/>
                    <a:pt x="463407" y="172404"/>
                    <a:pt x="463407" y="194161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52" name="Title 51">
            <a:extLst>
              <a:ext uri="{FF2B5EF4-FFF2-40B4-BE49-F238E27FC236}">
                <a16:creationId xmlns:a16="http://schemas.microsoft.com/office/drawing/2014/main" id="{A2A18BD8-58F2-477C-8542-F5233F2756F3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09599" y="457200"/>
            <a:ext cx="5950857" cy="1904999"/>
          </a:xfrm>
        </p:spPr>
        <p:txBody>
          <a:bodyPr/>
          <a:lstStyle>
            <a:lvl1pPr>
              <a:lnSpc>
                <a:spcPct val="82000"/>
              </a:lnSpc>
              <a:defRPr sz="6000"/>
            </a:lvl1pPr>
          </a:lstStyle>
          <a:p>
            <a:r>
              <a:rPr lang="en-US"/>
              <a:t>Click to add title</a:t>
            </a:r>
          </a:p>
        </p:txBody>
      </p:sp>
    </p:spTree>
    <p:extLst>
      <p:ext uri="{BB962C8B-B14F-4D97-AF65-F5344CB8AC3E}">
        <p14:creationId xmlns:p14="http://schemas.microsoft.com/office/powerpoint/2010/main" val="2208824019"/>
      </p:ext>
    </p:extLst>
  </p:cSld>
  <p:clrMapOvr>
    <a:masterClrMapping/>
  </p:clrMapOvr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lose Statement Purp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01AE889-7B80-4DAF-BFF1-2CAC896A364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438400" y="914400"/>
            <a:ext cx="7315200" cy="2174793"/>
          </a:xfrm>
        </p:spPr>
        <p:txBody>
          <a:bodyPr/>
          <a:lstStyle>
            <a:lvl1pPr algn="ctr">
              <a:defRPr sz="8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ADD title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F71F4C7A-D51B-409D-B308-C00E68C12219}"/>
              </a:ext>
            </a:extLst>
          </p:cNvPr>
          <p:cNvGrpSpPr>
            <a:grpSpLocks noChangeAspect="1"/>
          </p:cNvGrpSpPr>
          <p:nvPr/>
        </p:nvGrpSpPr>
        <p:grpSpPr bwMode="black">
          <a:xfrm>
            <a:off x="4953000" y="5133162"/>
            <a:ext cx="2286000" cy="880288"/>
            <a:chOff x="2078951" y="1888610"/>
            <a:chExt cx="8030200" cy="3092248"/>
          </a:xfrm>
          <a:solidFill>
            <a:srgbClr val="FFFFFF"/>
          </a:solidFill>
        </p:grpSpPr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E62DCCC1-7C34-4D1F-92D6-D0FF7F1B2A08}"/>
                </a:ext>
              </a:extLst>
            </p:cNvPr>
            <p:cNvSpPr/>
            <p:nvPr/>
          </p:nvSpPr>
          <p:spPr bwMode="black">
            <a:xfrm>
              <a:off x="2078951" y="2872694"/>
              <a:ext cx="951880" cy="652717"/>
            </a:xfrm>
            <a:custGeom>
              <a:avLst/>
              <a:gdLst>
                <a:gd name="connsiteX0" fmla="*/ 903041 w 951880"/>
                <a:gd name="connsiteY0" fmla="*/ 330574 h 652717"/>
                <a:gd name="connsiteX1" fmla="*/ 780656 w 951880"/>
                <a:gd name="connsiteY1" fmla="*/ 379528 h 652717"/>
                <a:gd name="connsiteX2" fmla="*/ 598439 w 951880"/>
                <a:gd name="connsiteY2" fmla="*/ 311537 h 652717"/>
                <a:gd name="connsiteX3" fmla="*/ 505970 w 951880"/>
                <a:gd name="connsiteY3" fmla="*/ 164675 h 652717"/>
                <a:gd name="connsiteX4" fmla="*/ 266640 w 951880"/>
                <a:gd name="connsiteY4" fmla="*/ 61329 h 652717"/>
                <a:gd name="connsiteX5" fmla="*/ 103461 w 951880"/>
                <a:gd name="connsiteY5" fmla="*/ 458398 h 652717"/>
                <a:gd name="connsiteX6" fmla="*/ 756179 w 951880"/>
                <a:gd name="connsiteY6" fmla="*/ 485595 h 652717"/>
                <a:gd name="connsiteX7" fmla="*/ 903041 w 951880"/>
                <a:gd name="connsiteY7" fmla="*/ 330574 h 65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51880" h="652717">
                  <a:moveTo>
                    <a:pt x="903041" y="330574"/>
                  </a:moveTo>
                  <a:cubicBezTo>
                    <a:pt x="867685" y="363210"/>
                    <a:pt x="813292" y="374089"/>
                    <a:pt x="780656" y="379528"/>
                  </a:cubicBezTo>
                  <a:cubicBezTo>
                    <a:pt x="712664" y="387687"/>
                    <a:pt x="641953" y="365930"/>
                    <a:pt x="598439" y="311537"/>
                  </a:cubicBezTo>
                  <a:cubicBezTo>
                    <a:pt x="563083" y="268022"/>
                    <a:pt x="544046" y="210910"/>
                    <a:pt x="505970" y="164675"/>
                  </a:cubicBezTo>
                  <a:cubicBezTo>
                    <a:pt x="448858" y="93964"/>
                    <a:pt x="359109" y="45011"/>
                    <a:pt x="266640" y="61329"/>
                  </a:cubicBezTo>
                  <a:cubicBezTo>
                    <a:pt x="81704" y="93964"/>
                    <a:pt x="114" y="308817"/>
                    <a:pt x="103461" y="458398"/>
                  </a:cubicBezTo>
                  <a:cubicBezTo>
                    <a:pt x="253042" y="670531"/>
                    <a:pt x="584840" y="635176"/>
                    <a:pt x="756179" y="485595"/>
                  </a:cubicBezTo>
                  <a:cubicBezTo>
                    <a:pt x="813292" y="442080"/>
                    <a:pt x="862246" y="390407"/>
                    <a:pt x="903041" y="33057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4B13D148-83B4-497C-BE6D-DB88AFAE198E}"/>
                </a:ext>
              </a:extLst>
            </p:cNvPr>
            <p:cNvSpPr/>
            <p:nvPr/>
          </p:nvSpPr>
          <p:spPr bwMode="black">
            <a:xfrm>
              <a:off x="9151831" y="2872694"/>
              <a:ext cx="951880" cy="652717"/>
            </a:xfrm>
            <a:custGeom>
              <a:avLst/>
              <a:gdLst>
                <a:gd name="connsiteX0" fmla="*/ 58178 w 951880"/>
                <a:gd name="connsiteY0" fmla="*/ 330574 h 652717"/>
                <a:gd name="connsiteX1" fmla="*/ 180563 w 951880"/>
                <a:gd name="connsiteY1" fmla="*/ 379528 h 652717"/>
                <a:gd name="connsiteX2" fmla="*/ 362780 w 951880"/>
                <a:gd name="connsiteY2" fmla="*/ 311537 h 652717"/>
                <a:gd name="connsiteX3" fmla="*/ 455249 w 951880"/>
                <a:gd name="connsiteY3" fmla="*/ 164675 h 652717"/>
                <a:gd name="connsiteX4" fmla="*/ 694578 w 951880"/>
                <a:gd name="connsiteY4" fmla="*/ 61329 h 652717"/>
                <a:gd name="connsiteX5" fmla="*/ 857758 w 951880"/>
                <a:gd name="connsiteY5" fmla="*/ 458398 h 652717"/>
                <a:gd name="connsiteX6" fmla="*/ 205040 w 951880"/>
                <a:gd name="connsiteY6" fmla="*/ 485595 h 652717"/>
                <a:gd name="connsiteX7" fmla="*/ 58178 w 951880"/>
                <a:gd name="connsiteY7" fmla="*/ 330574 h 65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51880" h="652717">
                  <a:moveTo>
                    <a:pt x="58178" y="330574"/>
                  </a:moveTo>
                  <a:cubicBezTo>
                    <a:pt x="96253" y="363210"/>
                    <a:pt x="147927" y="374089"/>
                    <a:pt x="180563" y="379528"/>
                  </a:cubicBezTo>
                  <a:cubicBezTo>
                    <a:pt x="248554" y="387687"/>
                    <a:pt x="319266" y="365930"/>
                    <a:pt x="362780" y="311537"/>
                  </a:cubicBezTo>
                  <a:cubicBezTo>
                    <a:pt x="398136" y="268022"/>
                    <a:pt x="417174" y="210910"/>
                    <a:pt x="455249" y="164675"/>
                  </a:cubicBezTo>
                  <a:cubicBezTo>
                    <a:pt x="512362" y="93964"/>
                    <a:pt x="602110" y="45011"/>
                    <a:pt x="694578" y="61329"/>
                  </a:cubicBezTo>
                  <a:cubicBezTo>
                    <a:pt x="879515" y="93964"/>
                    <a:pt x="961105" y="308817"/>
                    <a:pt x="857758" y="458398"/>
                  </a:cubicBezTo>
                  <a:cubicBezTo>
                    <a:pt x="708176" y="670531"/>
                    <a:pt x="376379" y="635176"/>
                    <a:pt x="205040" y="485595"/>
                  </a:cubicBezTo>
                  <a:cubicBezTo>
                    <a:pt x="150646" y="442080"/>
                    <a:pt x="101693" y="390407"/>
                    <a:pt x="58178" y="33057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99906698-4C68-4028-AC80-CD35DAA2E8F3}"/>
                </a:ext>
              </a:extLst>
            </p:cNvPr>
            <p:cNvSpPr/>
            <p:nvPr/>
          </p:nvSpPr>
          <p:spPr bwMode="black">
            <a:xfrm>
              <a:off x="8001294" y="2010994"/>
              <a:ext cx="734308" cy="299162"/>
            </a:xfrm>
            <a:custGeom>
              <a:avLst/>
              <a:gdLst>
                <a:gd name="connsiteX0" fmla="*/ 596792 w 734307"/>
                <a:gd name="connsiteY0" fmla="*/ 58178 h 299162"/>
                <a:gd name="connsiteX1" fmla="*/ 148048 w 734307"/>
                <a:gd name="connsiteY1" fmla="*/ 58178 h 299162"/>
                <a:gd name="connsiteX2" fmla="*/ 58299 w 734307"/>
                <a:gd name="connsiteY2" fmla="*/ 150646 h 299162"/>
                <a:gd name="connsiteX3" fmla="*/ 148048 w 734307"/>
                <a:gd name="connsiteY3" fmla="*/ 251274 h 299162"/>
                <a:gd name="connsiteX4" fmla="*/ 596792 w 734307"/>
                <a:gd name="connsiteY4" fmla="*/ 251274 h 299162"/>
                <a:gd name="connsiteX5" fmla="*/ 686541 w 734307"/>
                <a:gd name="connsiteY5" fmla="*/ 158805 h 299162"/>
                <a:gd name="connsiteX6" fmla="*/ 596792 w 734307"/>
                <a:gd name="connsiteY6" fmla="*/ 58178 h 299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4307" h="299162">
                  <a:moveTo>
                    <a:pt x="596792" y="58178"/>
                  </a:moveTo>
                  <a:cubicBezTo>
                    <a:pt x="591353" y="58178"/>
                    <a:pt x="153487" y="58178"/>
                    <a:pt x="148048" y="58178"/>
                  </a:cubicBezTo>
                  <a:cubicBezTo>
                    <a:pt x="99094" y="60898"/>
                    <a:pt x="61019" y="104412"/>
                    <a:pt x="58299" y="150646"/>
                  </a:cubicBezTo>
                  <a:cubicBezTo>
                    <a:pt x="55580" y="199600"/>
                    <a:pt x="99094" y="248554"/>
                    <a:pt x="148048" y="251274"/>
                  </a:cubicBezTo>
                  <a:cubicBezTo>
                    <a:pt x="153487" y="251274"/>
                    <a:pt x="591353" y="251274"/>
                    <a:pt x="596792" y="251274"/>
                  </a:cubicBezTo>
                  <a:cubicBezTo>
                    <a:pt x="645746" y="248554"/>
                    <a:pt x="683821" y="205040"/>
                    <a:pt x="686541" y="158805"/>
                  </a:cubicBezTo>
                  <a:cubicBezTo>
                    <a:pt x="689260" y="109852"/>
                    <a:pt x="648465" y="60898"/>
                    <a:pt x="596792" y="58178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3AA08F4D-A063-49F1-9F3A-664ECBD5F559}"/>
                </a:ext>
              </a:extLst>
            </p:cNvPr>
            <p:cNvSpPr/>
            <p:nvPr/>
          </p:nvSpPr>
          <p:spPr bwMode="black">
            <a:xfrm>
              <a:off x="4920042" y="2277520"/>
              <a:ext cx="1006274" cy="951879"/>
            </a:xfrm>
            <a:custGeom>
              <a:avLst/>
              <a:gdLst>
                <a:gd name="connsiteX0" fmla="*/ 884954 w 1006273"/>
                <a:gd name="connsiteY0" fmla="*/ 746251 h 951879"/>
                <a:gd name="connsiteX1" fmla="*/ 874076 w 1006273"/>
                <a:gd name="connsiteY1" fmla="*/ 670101 h 951879"/>
                <a:gd name="connsiteX2" fmla="*/ 874076 w 1006273"/>
                <a:gd name="connsiteY2" fmla="*/ 536837 h 951879"/>
                <a:gd name="connsiteX3" fmla="*/ 689139 w 1006273"/>
                <a:gd name="connsiteY3" fmla="*/ 88094 h 951879"/>
                <a:gd name="connsiteX4" fmla="*/ 428052 w 1006273"/>
                <a:gd name="connsiteY4" fmla="*/ 253993 h 951879"/>
                <a:gd name="connsiteX5" fmla="*/ 196881 w 1006273"/>
                <a:gd name="connsiteY5" fmla="*/ 58178 h 951879"/>
                <a:gd name="connsiteX6" fmla="*/ 58178 w 1006273"/>
                <a:gd name="connsiteY6" fmla="*/ 128889 h 951879"/>
                <a:gd name="connsiteX7" fmla="*/ 142488 w 1006273"/>
                <a:gd name="connsiteY7" fmla="*/ 273031 h 951879"/>
                <a:gd name="connsiteX8" fmla="*/ 142488 w 1006273"/>
                <a:gd name="connsiteY8" fmla="*/ 757130 h 951879"/>
                <a:gd name="connsiteX9" fmla="*/ 283910 w 1006273"/>
                <a:gd name="connsiteY9" fmla="*/ 895832 h 951879"/>
                <a:gd name="connsiteX10" fmla="*/ 428052 w 1006273"/>
                <a:gd name="connsiteY10" fmla="*/ 757130 h 951879"/>
                <a:gd name="connsiteX11" fmla="*/ 428052 w 1006273"/>
                <a:gd name="connsiteY11" fmla="*/ 400855 h 951879"/>
                <a:gd name="connsiteX12" fmla="*/ 523240 w 1006273"/>
                <a:gd name="connsiteY12" fmla="*/ 283910 h 951879"/>
                <a:gd name="connsiteX13" fmla="*/ 591231 w 1006273"/>
                <a:gd name="connsiteY13" fmla="*/ 354621 h 951879"/>
                <a:gd name="connsiteX14" fmla="*/ 591231 w 1006273"/>
                <a:gd name="connsiteY14" fmla="*/ 697297 h 951879"/>
                <a:gd name="connsiteX15" fmla="*/ 593951 w 1006273"/>
                <a:gd name="connsiteY15" fmla="*/ 729933 h 951879"/>
                <a:gd name="connsiteX16" fmla="*/ 610269 w 1006273"/>
                <a:gd name="connsiteY16" fmla="*/ 778887 h 951879"/>
                <a:gd name="connsiteX17" fmla="*/ 822402 w 1006273"/>
                <a:gd name="connsiteY17" fmla="*/ 893112 h 951879"/>
                <a:gd name="connsiteX18" fmla="*/ 961105 w 1006273"/>
                <a:gd name="connsiteY18" fmla="*/ 822401 h 951879"/>
                <a:gd name="connsiteX19" fmla="*/ 884954 w 1006273"/>
                <a:gd name="connsiteY19" fmla="*/ 746251 h 951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006273" h="951879">
                  <a:moveTo>
                    <a:pt x="884954" y="746251"/>
                  </a:moveTo>
                  <a:cubicBezTo>
                    <a:pt x="879515" y="721774"/>
                    <a:pt x="876795" y="694578"/>
                    <a:pt x="874076" y="670101"/>
                  </a:cubicBezTo>
                  <a:cubicBezTo>
                    <a:pt x="874076" y="634745"/>
                    <a:pt x="874076" y="583072"/>
                    <a:pt x="874076" y="536837"/>
                  </a:cubicBezTo>
                  <a:cubicBezTo>
                    <a:pt x="879515" y="373658"/>
                    <a:pt x="909431" y="88094"/>
                    <a:pt x="689139" y="88094"/>
                  </a:cubicBezTo>
                  <a:cubicBezTo>
                    <a:pt x="539558" y="88094"/>
                    <a:pt x="452529" y="213199"/>
                    <a:pt x="428052" y="253993"/>
                  </a:cubicBezTo>
                  <a:cubicBezTo>
                    <a:pt x="425332" y="139768"/>
                    <a:pt x="335583" y="58178"/>
                    <a:pt x="196881" y="58178"/>
                  </a:cubicBezTo>
                  <a:cubicBezTo>
                    <a:pt x="109852" y="58178"/>
                    <a:pt x="58178" y="128889"/>
                    <a:pt x="58178" y="128889"/>
                  </a:cubicBezTo>
                  <a:cubicBezTo>
                    <a:pt x="58178" y="128889"/>
                    <a:pt x="142488" y="158805"/>
                    <a:pt x="142488" y="273031"/>
                  </a:cubicBezTo>
                  <a:cubicBezTo>
                    <a:pt x="142488" y="354621"/>
                    <a:pt x="142488" y="757130"/>
                    <a:pt x="142488" y="757130"/>
                  </a:cubicBezTo>
                  <a:cubicBezTo>
                    <a:pt x="145207" y="827841"/>
                    <a:pt x="194161" y="895832"/>
                    <a:pt x="283910" y="895832"/>
                  </a:cubicBezTo>
                  <a:cubicBezTo>
                    <a:pt x="373659" y="895832"/>
                    <a:pt x="428052" y="827841"/>
                    <a:pt x="428052" y="757130"/>
                  </a:cubicBezTo>
                  <a:lnTo>
                    <a:pt x="428052" y="400855"/>
                  </a:lnTo>
                  <a:cubicBezTo>
                    <a:pt x="441650" y="343742"/>
                    <a:pt x="474286" y="283910"/>
                    <a:pt x="523240" y="283910"/>
                  </a:cubicBezTo>
                  <a:cubicBezTo>
                    <a:pt x="585792" y="283910"/>
                    <a:pt x="591231" y="354621"/>
                    <a:pt x="591231" y="354621"/>
                  </a:cubicBezTo>
                  <a:lnTo>
                    <a:pt x="591231" y="697297"/>
                  </a:lnTo>
                  <a:cubicBezTo>
                    <a:pt x="591231" y="708176"/>
                    <a:pt x="593951" y="719054"/>
                    <a:pt x="593951" y="729933"/>
                  </a:cubicBezTo>
                  <a:cubicBezTo>
                    <a:pt x="596671" y="748971"/>
                    <a:pt x="602110" y="765289"/>
                    <a:pt x="610269" y="778887"/>
                  </a:cubicBezTo>
                  <a:cubicBezTo>
                    <a:pt x="645624" y="846878"/>
                    <a:pt x="719055" y="893112"/>
                    <a:pt x="822402" y="893112"/>
                  </a:cubicBezTo>
                  <a:cubicBezTo>
                    <a:pt x="909431" y="893112"/>
                    <a:pt x="961105" y="822401"/>
                    <a:pt x="961105" y="822401"/>
                  </a:cubicBezTo>
                  <a:cubicBezTo>
                    <a:pt x="961105" y="822401"/>
                    <a:pt x="909431" y="808803"/>
                    <a:pt x="884954" y="746251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0E708B89-C029-4E8F-90DC-F57AF9480A68}"/>
                </a:ext>
              </a:extLst>
            </p:cNvPr>
            <p:cNvSpPr/>
            <p:nvPr/>
          </p:nvSpPr>
          <p:spPr bwMode="black">
            <a:xfrm>
              <a:off x="7552331" y="1888610"/>
              <a:ext cx="489539" cy="1332631"/>
            </a:xfrm>
            <a:custGeom>
              <a:avLst/>
              <a:gdLst>
                <a:gd name="connsiteX0" fmla="*/ 368560 w 489538"/>
                <a:gd name="connsiteY0" fmla="*/ 1135162 h 1332630"/>
                <a:gd name="connsiteX1" fmla="*/ 357681 w 489538"/>
                <a:gd name="connsiteY1" fmla="*/ 1059011 h 1332630"/>
                <a:gd name="connsiteX2" fmla="*/ 357681 w 489538"/>
                <a:gd name="connsiteY2" fmla="*/ 207759 h 1332630"/>
                <a:gd name="connsiteX3" fmla="*/ 208099 w 489538"/>
                <a:gd name="connsiteY3" fmla="*/ 58178 h 1332630"/>
                <a:gd name="connsiteX4" fmla="*/ 58518 w 489538"/>
                <a:gd name="connsiteY4" fmla="*/ 207759 h 1332630"/>
                <a:gd name="connsiteX5" fmla="*/ 58518 w 489538"/>
                <a:gd name="connsiteY5" fmla="*/ 961104 h 1332630"/>
                <a:gd name="connsiteX6" fmla="*/ 85715 w 489538"/>
                <a:gd name="connsiteY6" fmla="*/ 1159639 h 1332630"/>
                <a:gd name="connsiteX7" fmla="*/ 306007 w 489538"/>
                <a:gd name="connsiteY7" fmla="*/ 1282023 h 1332630"/>
                <a:gd name="connsiteX8" fmla="*/ 444710 w 489538"/>
                <a:gd name="connsiteY8" fmla="*/ 1211312 h 1332630"/>
                <a:gd name="connsiteX9" fmla="*/ 368560 w 489538"/>
                <a:gd name="connsiteY9" fmla="*/ 1135162 h 1332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89538" h="1332630">
                  <a:moveTo>
                    <a:pt x="368560" y="1135162"/>
                  </a:moveTo>
                  <a:cubicBezTo>
                    <a:pt x="363120" y="1110685"/>
                    <a:pt x="357681" y="1083488"/>
                    <a:pt x="357681" y="1059011"/>
                  </a:cubicBezTo>
                  <a:lnTo>
                    <a:pt x="357681" y="207759"/>
                  </a:lnTo>
                  <a:cubicBezTo>
                    <a:pt x="357681" y="126170"/>
                    <a:pt x="289689" y="58178"/>
                    <a:pt x="208099" y="58178"/>
                  </a:cubicBezTo>
                  <a:cubicBezTo>
                    <a:pt x="126510" y="58178"/>
                    <a:pt x="58518" y="126170"/>
                    <a:pt x="58518" y="207759"/>
                  </a:cubicBezTo>
                  <a:lnTo>
                    <a:pt x="58518" y="961104"/>
                  </a:lnTo>
                  <a:cubicBezTo>
                    <a:pt x="58518" y="1029095"/>
                    <a:pt x="53079" y="1097086"/>
                    <a:pt x="85715" y="1159639"/>
                  </a:cubicBezTo>
                  <a:cubicBezTo>
                    <a:pt x="118351" y="1227630"/>
                    <a:pt x="202660" y="1282023"/>
                    <a:pt x="306007" y="1282023"/>
                  </a:cubicBezTo>
                  <a:cubicBezTo>
                    <a:pt x="393036" y="1282023"/>
                    <a:pt x="444710" y="1211312"/>
                    <a:pt x="444710" y="1211312"/>
                  </a:cubicBezTo>
                  <a:cubicBezTo>
                    <a:pt x="444710" y="1211312"/>
                    <a:pt x="393036" y="1197714"/>
                    <a:pt x="368560" y="1135162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2DDD9D23-0A6F-4E21-A479-DEAE1945838C}"/>
                </a:ext>
              </a:extLst>
            </p:cNvPr>
            <p:cNvSpPr/>
            <p:nvPr/>
          </p:nvSpPr>
          <p:spPr bwMode="black">
            <a:xfrm>
              <a:off x="4162324" y="2357456"/>
              <a:ext cx="815899" cy="815898"/>
            </a:xfrm>
            <a:custGeom>
              <a:avLst/>
              <a:gdLst>
                <a:gd name="connsiteX0" fmla="*/ 407949 w 815899"/>
                <a:gd name="connsiteY0" fmla="*/ 174058 h 815898"/>
                <a:gd name="connsiteX1" fmla="*/ 293723 w 815899"/>
                <a:gd name="connsiteY1" fmla="*/ 407950 h 815898"/>
                <a:gd name="connsiteX2" fmla="*/ 410669 w 815899"/>
                <a:gd name="connsiteY2" fmla="*/ 641840 h 815898"/>
                <a:gd name="connsiteX3" fmla="*/ 522175 w 815899"/>
                <a:gd name="connsiteY3" fmla="*/ 407950 h 815898"/>
                <a:gd name="connsiteX4" fmla="*/ 407949 w 815899"/>
                <a:gd name="connsiteY4" fmla="*/ 174058 h 815898"/>
                <a:gd name="connsiteX5" fmla="*/ 407950 w 815899"/>
                <a:gd name="connsiteY5" fmla="*/ 0 h 815898"/>
                <a:gd name="connsiteX6" fmla="*/ 815899 w 815899"/>
                <a:gd name="connsiteY6" fmla="*/ 407949 h 815898"/>
                <a:gd name="connsiteX7" fmla="*/ 407950 w 815899"/>
                <a:gd name="connsiteY7" fmla="*/ 815898 h 815898"/>
                <a:gd name="connsiteX8" fmla="*/ 0 w 815899"/>
                <a:gd name="connsiteY8" fmla="*/ 407949 h 815898"/>
                <a:gd name="connsiteX9" fmla="*/ 407950 w 815899"/>
                <a:gd name="connsiteY9" fmla="*/ 0 h 815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5899" h="815898">
                  <a:moveTo>
                    <a:pt x="407949" y="174058"/>
                  </a:moveTo>
                  <a:cubicBezTo>
                    <a:pt x="342677" y="174058"/>
                    <a:pt x="293723" y="263807"/>
                    <a:pt x="293723" y="407950"/>
                  </a:cubicBezTo>
                  <a:cubicBezTo>
                    <a:pt x="293723" y="552091"/>
                    <a:pt x="331799" y="639120"/>
                    <a:pt x="410669" y="641840"/>
                  </a:cubicBezTo>
                  <a:cubicBezTo>
                    <a:pt x="489539" y="641840"/>
                    <a:pt x="527614" y="552091"/>
                    <a:pt x="522175" y="407950"/>
                  </a:cubicBezTo>
                  <a:cubicBezTo>
                    <a:pt x="522175" y="263807"/>
                    <a:pt x="473221" y="176778"/>
                    <a:pt x="407949" y="174058"/>
                  </a:cubicBezTo>
                  <a:close/>
                  <a:moveTo>
                    <a:pt x="407950" y="0"/>
                  </a:moveTo>
                  <a:cubicBezTo>
                    <a:pt x="633682" y="0"/>
                    <a:pt x="815899" y="182217"/>
                    <a:pt x="815899" y="407949"/>
                  </a:cubicBezTo>
                  <a:cubicBezTo>
                    <a:pt x="815899" y="633681"/>
                    <a:pt x="633682" y="815898"/>
                    <a:pt x="407950" y="815898"/>
                  </a:cubicBezTo>
                  <a:cubicBezTo>
                    <a:pt x="182218" y="815898"/>
                    <a:pt x="0" y="633681"/>
                    <a:pt x="0" y="407949"/>
                  </a:cubicBezTo>
                  <a:cubicBezTo>
                    <a:pt x="0" y="182217"/>
                    <a:pt x="182218" y="0"/>
                    <a:pt x="407950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01724715-0A45-4BE3-A597-2830FDE28465}"/>
                </a:ext>
              </a:extLst>
            </p:cNvPr>
            <p:cNvSpPr/>
            <p:nvPr/>
          </p:nvSpPr>
          <p:spPr bwMode="black">
            <a:xfrm>
              <a:off x="5884871" y="1946788"/>
              <a:ext cx="912802" cy="1223846"/>
            </a:xfrm>
            <a:custGeom>
              <a:avLst/>
              <a:gdLst>
                <a:gd name="connsiteX0" fmla="*/ 387907 w 912802"/>
                <a:gd name="connsiteY0" fmla="*/ 620081 h 1223846"/>
                <a:gd name="connsiteX1" fmla="*/ 273681 w 912802"/>
                <a:gd name="connsiteY1" fmla="*/ 824055 h 1223846"/>
                <a:gd name="connsiteX2" fmla="*/ 390627 w 912802"/>
                <a:gd name="connsiteY2" fmla="*/ 1028029 h 1223846"/>
                <a:gd name="connsiteX3" fmla="*/ 502132 w 912802"/>
                <a:gd name="connsiteY3" fmla="*/ 824055 h 1223846"/>
                <a:gd name="connsiteX4" fmla="*/ 387907 w 912802"/>
                <a:gd name="connsiteY4" fmla="*/ 620081 h 1223846"/>
                <a:gd name="connsiteX5" fmla="*/ 676192 w 912802"/>
                <a:gd name="connsiteY5" fmla="*/ 0 h 1223846"/>
                <a:gd name="connsiteX6" fmla="*/ 825773 w 912802"/>
                <a:gd name="connsiteY6" fmla="*/ 149581 h 1223846"/>
                <a:gd name="connsiteX7" fmla="*/ 825773 w 912802"/>
                <a:gd name="connsiteY7" fmla="*/ 1000834 h 1223846"/>
                <a:gd name="connsiteX8" fmla="*/ 836651 w 912802"/>
                <a:gd name="connsiteY8" fmla="*/ 1076985 h 1223846"/>
                <a:gd name="connsiteX9" fmla="*/ 912802 w 912802"/>
                <a:gd name="connsiteY9" fmla="*/ 1150415 h 1223846"/>
                <a:gd name="connsiteX10" fmla="*/ 774099 w 912802"/>
                <a:gd name="connsiteY10" fmla="*/ 1221126 h 1223846"/>
                <a:gd name="connsiteX11" fmla="*/ 553807 w 912802"/>
                <a:gd name="connsiteY11" fmla="*/ 1098742 h 1223846"/>
                <a:gd name="connsiteX12" fmla="*/ 548367 w 912802"/>
                <a:gd name="connsiteY12" fmla="*/ 1085144 h 1223846"/>
                <a:gd name="connsiteX13" fmla="*/ 398786 w 912802"/>
                <a:gd name="connsiteY13" fmla="*/ 1212967 h 1223846"/>
                <a:gd name="connsiteX14" fmla="*/ 156736 w 912802"/>
                <a:gd name="connsiteY14" fmla="*/ 1180332 h 1223846"/>
                <a:gd name="connsiteX15" fmla="*/ 287280 w 912802"/>
                <a:gd name="connsiteY15" fmla="*/ 416107 h 1223846"/>
                <a:gd name="connsiteX16" fmla="*/ 526611 w 912802"/>
                <a:gd name="connsiteY16" fmla="*/ 552091 h 1223846"/>
                <a:gd name="connsiteX17" fmla="*/ 526611 w 912802"/>
                <a:gd name="connsiteY17" fmla="*/ 149581 h 1223846"/>
                <a:gd name="connsiteX18" fmla="*/ 676192 w 912802"/>
                <a:gd name="connsiteY18" fmla="*/ 0 h 1223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12802" h="1223846">
                  <a:moveTo>
                    <a:pt x="387907" y="620081"/>
                  </a:moveTo>
                  <a:cubicBezTo>
                    <a:pt x="322635" y="620081"/>
                    <a:pt x="273681" y="698951"/>
                    <a:pt x="273681" y="824055"/>
                  </a:cubicBezTo>
                  <a:cubicBezTo>
                    <a:pt x="273681" y="949160"/>
                    <a:pt x="311756" y="1028029"/>
                    <a:pt x="390627" y="1028029"/>
                  </a:cubicBezTo>
                  <a:cubicBezTo>
                    <a:pt x="466777" y="1025310"/>
                    <a:pt x="504852" y="949160"/>
                    <a:pt x="502132" y="824055"/>
                  </a:cubicBezTo>
                  <a:cubicBezTo>
                    <a:pt x="502132" y="698951"/>
                    <a:pt x="455898" y="622801"/>
                    <a:pt x="387907" y="620081"/>
                  </a:cubicBezTo>
                  <a:close/>
                  <a:moveTo>
                    <a:pt x="676192" y="0"/>
                  </a:moveTo>
                  <a:cubicBezTo>
                    <a:pt x="757781" y="0"/>
                    <a:pt x="825773" y="67992"/>
                    <a:pt x="825773" y="149581"/>
                  </a:cubicBezTo>
                  <a:lnTo>
                    <a:pt x="825773" y="1000834"/>
                  </a:lnTo>
                  <a:cubicBezTo>
                    <a:pt x="828492" y="1025311"/>
                    <a:pt x="831212" y="1052508"/>
                    <a:pt x="836651" y="1076985"/>
                  </a:cubicBezTo>
                  <a:cubicBezTo>
                    <a:pt x="861128" y="1139537"/>
                    <a:pt x="912802" y="1150415"/>
                    <a:pt x="912802" y="1150415"/>
                  </a:cubicBezTo>
                  <a:cubicBezTo>
                    <a:pt x="912802" y="1150415"/>
                    <a:pt x="861128" y="1221126"/>
                    <a:pt x="774099" y="1221126"/>
                  </a:cubicBezTo>
                  <a:cubicBezTo>
                    <a:pt x="670752" y="1221126"/>
                    <a:pt x="589162" y="1166733"/>
                    <a:pt x="553807" y="1098742"/>
                  </a:cubicBezTo>
                  <a:cubicBezTo>
                    <a:pt x="551087" y="1093303"/>
                    <a:pt x="551087" y="1090583"/>
                    <a:pt x="548367" y="1085144"/>
                  </a:cubicBezTo>
                  <a:cubicBezTo>
                    <a:pt x="534769" y="1147696"/>
                    <a:pt x="450460" y="1199369"/>
                    <a:pt x="398786" y="1212967"/>
                  </a:cubicBezTo>
                  <a:cubicBezTo>
                    <a:pt x="322636" y="1234725"/>
                    <a:pt x="222008" y="1223846"/>
                    <a:pt x="156736" y="1180332"/>
                  </a:cubicBezTo>
                  <a:cubicBezTo>
                    <a:pt x="-79874" y="1028031"/>
                    <a:pt x="-58117" y="416107"/>
                    <a:pt x="287280" y="416107"/>
                  </a:cubicBezTo>
                  <a:cubicBezTo>
                    <a:pt x="412385" y="416107"/>
                    <a:pt x="491255" y="503137"/>
                    <a:pt x="526611" y="552091"/>
                  </a:cubicBezTo>
                  <a:lnTo>
                    <a:pt x="526611" y="149581"/>
                  </a:lnTo>
                  <a:cubicBezTo>
                    <a:pt x="526611" y="67992"/>
                    <a:pt x="594602" y="0"/>
                    <a:pt x="676192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593EB291-8728-49FA-9E36-DE65910405B8}"/>
                </a:ext>
              </a:extLst>
            </p:cNvPr>
            <p:cNvSpPr/>
            <p:nvPr/>
          </p:nvSpPr>
          <p:spPr bwMode="black">
            <a:xfrm>
              <a:off x="6789513" y="2362895"/>
              <a:ext cx="747906" cy="810458"/>
            </a:xfrm>
            <a:custGeom>
              <a:avLst/>
              <a:gdLst>
                <a:gd name="connsiteX0" fmla="*/ 394818 w 747906"/>
                <a:gd name="connsiteY0" fmla="*/ 163222 h 810458"/>
                <a:gd name="connsiteX1" fmla="*/ 356275 w 747906"/>
                <a:gd name="connsiteY1" fmla="*/ 174058 h 810458"/>
                <a:gd name="connsiteX2" fmla="*/ 274685 w 747906"/>
                <a:gd name="connsiteY2" fmla="*/ 356275 h 810458"/>
                <a:gd name="connsiteX3" fmla="*/ 375313 w 747906"/>
                <a:gd name="connsiteY3" fmla="*/ 358994 h 810458"/>
                <a:gd name="connsiteX4" fmla="*/ 473220 w 747906"/>
                <a:gd name="connsiteY4" fmla="*/ 239329 h 810458"/>
                <a:gd name="connsiteX5" fmla="*/ 394818 w 747906"/>
                <a:gd name="connsiteY5" fmla="*/ 163222 h 810458"/>
                <a:gd name="connsiteX6" fmla="*/ 386192 w 747906"/>
                <a:gd name="connsiteY6" fmla="*/ 0 h 810458"/>
                <a:gd name="connsiteX7" fmla="*/ 747906 w 747906"/>
                <a:gd name="connsiteY7" fmla="*/ 266526 h 810458"/>
                <a:gd name="connsiteX8" fmla="*/ 291004 w 747906"/>
                <a:gd name="connsiteY8" fmla="*/ 484100 h 810458"/>
                <a:gd name="connsiteX9" fmla="*/ 497698 w 747906"/>
                <a:gd name="connsiteY9" fmla="*/ 617363 h 810458"/>
                <a:gd name="connsiteX10" fmla="*/ 712551 w 747906"/>
                <a:gd name="connsiteY10" fmla="*/ 557530 h 810458"/>
                <a:gd name="connsiteX11" fmla="*/ 388912 w 747906"/>
                <a:gd name="connsiteY11" fmla="*/ 810458 h 810458"/>
                <a:gd name="connsiteX12" fmla="*/ 0 w 747906"/>
                <a:gd name="connsiteY12" fmla="*/ 413389 h 810458"/>
                <a:gd name="connsiteX13" fmla="*/ 386192 w 747906"/>
                <a:gd name="connsiteY13" fmla="*/ 0 h 810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47906" h="810458">
                  <a:moveTo>
                    <a:pt x="394818" y="163222"/>
                  </a:moveTo>
                  <a:cubicBezTo>
                    <a:pt x="381772" y="163179"/>
                    <a:pt x="368514" y="166579"/>
                    <a:pt x="356275" y="174058"/>
                  </a:cubicBezTo>
                  <a:cubicBezTo>
                    <a:pt x="299162" y="212133"/>
                    <a:pt x="282844" y="291003"/>
                    <a:pt x="274685" y="356275"/>
                  </a:cubicBezTo>
                  <a:cubicBezTo>
                    <a:pt x="274685" y="364434"/>
                    <a:pt x="369873" y="358994"/>
                    <a:pt x="375313" y="358994"/>
                  </a:cubicBezTo>
                  <a:cubicBezTo>
                    <a:pt x="432425" y="345396"/>
                    <a:pt x="473220" y="301881"/>
                    <a:pt x="473220" y="239329"/>
                  </a:cubicBezTo>
                  <a:cubicBezTo>
                    <a:pt x="471181" y="194455"/>
                    <a:pt x="433956" y="163349"/>
                    <a:pt x="394818" y="163222"/>
                  </a:cubicBezTo>
                  <a:close/>
                  <a:moveTo>
                    <a:pt x="386192" y="0"/>
                  </a:moveTo>
                  <a:cubicBezTo>
                    <a:pt x="519455" y="0"/>
                    <a:pt x="747906" y="65272"/>
                    <a:pt x="747906" y="266526"/>
                  </a:cubicBezTo>
                  <a:cubicBezTo>
                    <a:pt x="747906" y="467782"/>
                    <a:pt x="538493" y="484100"/>
                    <a:pt x="291004" y="484100"/>
                  </a:cubicBezTo>
                  <a:cubicBezTo>
                    <a:pt x="291004" y="484100"/>
                    <a:pt x="326359" y="617363"/>
                    <a:pt x="497698" y="617363"/>
                  </a:cubicBezTo>
                  <a:cubicBezTo>
                    <a:pt x="669036" y="617363"/>
                    <a:pt x="712551" y="557530"/>
                    <a:pt x="712551" y="557530"/>
                  </a:cubicBezTo>
                  <a:cubicBezTo>
                    <a:pt x="712551" y="557530"/>
                    <a:pt x="696233" y="810458"/>
                    <a:pt x="388912" y="810458"/>
                  </a:cubicBezTo>
                  <a:cubicBezTo>
                    <a:pt x="212134" y="810458"/>
                    <a:pt x="0" y="677195"/>
                    <a:pt x="0" y="413389"/>
                  </a:cubicBezTo>
                  <a:cubicBezTo>
                    <a:pt x="0" y="176778"/>
                    <a:pt x="163180" y="0"/>
                    <a:pt x="386192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763A2B5F-9AD4-4AAF-AD5C-3745453610BF}"/>
                </a:ext>
              </a:extLst>
            </p:cNvPr>
            <p:cNvSpPr/>
            <p:nvPr/>
          </p:nvSpPr>
          <p:spPr bwMode="black">
            <a:xfrm>
              <a:off x="7988882" y="2362895"/>
              <a:ext cx="747906" cy="810458"/>
            </a:xfrm>
            <a:custGeom>
              <a:avLst/>
              <a:gdLst>
                <a:gd name="connsiteX0" fmla="*/ 394818 w 747906"/>
                <a:gd name="connsiteY0" fmla="*/ 163222 h 810458"/>
                <a:gd name="connsiteX1" fmla="*/ 356275 w 747906"/>
                <a:gd name="connsiteY1" fmla="*/ 174058 h 810458"/>
                <a:gd name="connsiteX2" fmla="*/ 274685 w 747906"/>
                <a:gd name="connsiteY2" fmla="*/ 356275 h 810458"/>
                <a:gd name="connsiteX3" fmla="*/ 375313 w 747906"/>
                <a:gd name="connsiteY3" fmla="*/ 358994 h 810458"/>
                <a:gd name="connsiteX4" fmla="*/ 473220 w 747906"/>
                <a:gd name="connsiteY4" fmla="*/ 239329 h 810458"/>
                <a:gd name="connsiteX5" fmla="*/ 394818 w 747906"/>
                <a:gd name="connsiteY5" fmla="*/ 163222 h 810458"/>
                <a:gd name="connsiteX6" fmla="*/ 386192 w 747906"/>
                <a:gd name="connsiteY6" fmla="*/ 0 h 810458"/>
                <a:gd name="connsiteX7" fmla="*/ 747906 w 747906"/>
                <a:gd name="connsiteY7" fmla="*/ 266526 h 810458"/>
                <a:gd name="connsiteX8" fmla="*/ 291004 w 747906"/>
                <a:gd name="connsiteY8" fmla="*/ 484100 h 810458"/>
                <a:gd name="connsiteX9" fmla="*/ 497697 w 747906"/>
                <a:gd name="connsiteY9" fmla="*/ 617363 h 810458"/>
                <a:gd name="connsiteX10" fmla="*/ 712551 w 747906"/>
                <a:gd name="connsiteY10" fmla="*/ 557530 h 810458"/>
                <a:gd name="connsiteX11" fmla="*/ 388911 w 747906"/>
                <a:gd name="connsiteY11" fmla="*/ 810458 h 810458"/>
                <a:gd name="connsiteX12" fmla="*/ 0 w 747906"/>
                <a:gd name="connsiteY12" fmla="*/ 413389 h 810458"/>
                <a:gd name="connsiteX13" fmla="*/ 386192 w 747906"/>
                <a:gd name="connsiteY13" fmla="*/ 0 h 810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47906" h="810458">
                  <a:moveTo>
                    <a:pt x="394818" y="163222"/>
                  </a:moveTo>
                  <a:cubicBezTo>
                    <a:pt x="381772" y="163179"/>
                    <a:pt x="368514" y="166579"/>
                    <a:pt x="356275" y="174058"/>
                  </a:cubicBezTo>
                  <a:cubicBezTo>
                    <a:pt x="299162" y="212133"/>
                    <a:pt x="282844" y="291003"/>
                    <a:pt x="274685" y="356275"/>
                  </a:cubicBezTo>
                  <a:cubicBezTo>
                    <a:pt x="274685" y="364434"/>
                    <a:pt x="369873" y="358994"/>
                    <a:pt x="375313" y="358994"/>
                  </a:cubicBezTo>
                  <a:cubicBezTo>
                    <a:pt x="432426" y="345396"/>
                    <a:pt x="473220" y="301881"/>
                    <a:pt x="473220" y="239329"/>
                  </a:cubicBezTo>
                  <a:cubicBezTo>
                    <a:pt x="471181" y="194455"/>
                    <a:pt x="433955" y="163349"/>
                    <a:pt x="394818" y="163222"/>
                  </a:cubicBezTo>
                  <a:close/>
                  <a:moveTo>
                    <a:pt x="386192" y="0"/>
                  </a:moveTo>
                  <a:cubicBezTo>
                    <a:pt x="519455" y="0"/>
                    <a:pt x="747906" y="65272"/>
                    <a:pt x="747906" y="266526"/>
                  </a:cubicBezTo>
                  <a:cubicBezTo>
                    <a:pt x="747906" y="467782"/>
                    <a:pt x="538492" y="484100"/>
                    <a:pt x="291004" y="484100"/>
                  </a:cubicBezTo>
                  <a:cubicBezTo>
                    <a:pt x="291004" y="484100"/>
                    <a:pt x="326359" y="617363"/>
                    <a:pt x="497697" y="617363"/>
                  </a:cubicBezTo>
                  <a:cubicBezTo>
                    <a:pt x="669036" y="617363"/>
                    <a:pt x="712551" y="557530"/>
                    <a:pt x="712551" y="557530"/>
                  </a:cubicBezTo>
                  <a:cubicBezTo>
                    <a:pt x="712551" y="557530"/>
                    <a:pt x="696233" y="810458"/>
                    <a:pt x="388911" y="810458"/>
                  </a:cubicBezTo>
                  <a:cubicBezTo>
                    <a:pt x="212133" y="810458"/>
                    <a:pt x="0" y="677195"/>
                    <a:pt x="0" y="413389"/>
                  </a:cubicBezTo>
                  <a:cubicBezTo>
                    <a:pt x="0" y="176778"/>
                    <a:pt x="163180" y="0"/>
                    <a:pt x="386192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F29DE044-2228-4555-82E1-80DD994AA315}"/>
                </a:ext>
              </a:extLst>
            </p:cNvPr>
            <p:cNvSpPr/>
            <p:nvPr/>
          </p:nvSpPr>
          <p:spPr bwMode="black">
            <a:xfrm>
              <a:off x="8683414" y="2274801"/>
              <a:ext cx="897487" cy="951879"/>
            </a:xfrm>
            <a:custGeom>
              <a:avLst/>
              <a:gdLst>
                <a:gd name="connsiteX0" fmla="*/ 580988 w 897487"/>
                <a:gd name="connsiteY0" fmla="*/ 667381 h 951879"/>
                <a:gd name="connsiteX1" fmla="*/ 409649 w 897487"/>
                <a:gd name="connsiteY1" fmla="*/ 667381 h 951879"/>
                <a:gd name="connsiteX2" fmla="*/ 591866 w 897487"/>
                <a:gd name="connsiteY2" fmla="*/ 525959 h 951879"/>
                <a:gd name="connsiteX3" fmla="*/ 842075 w 897487"/>
                <a:gd name="connsiteY3" fmla="*/ 123450 h 951879"/>
                <a:gd name="connsiteX4" fmla="*/ 842075 w 897487"/>
                <a:gd name="connsiteY4" fmla="*/ 123450 h 951879"/>
                <a:gd name="connsiteX5" fmla="*/ 798560 w 897487"/>
                <a:gd name="connsiteY5" fmla="*/ 58178 h 951879"/>
                <a:gd name="connsiteX6" fmla="*/ 746887 w 897487"/>
                <a:gd name="connsiteY6" fmla="*/ 107132 h 951879"/>
                <a:gd name="connsiteX7" fmla="*/ 697933 w 897487"/>
                <a:gd name="connsiteY7" fmla="*/ 115291 h 951879"/>
                <a:gd name="connsiteX8" fmla="*/ 219273 w 897487"/>
                <a:gd name="connsiteY8" fmla="*/ 115291 h 951879"/>
                <a:gd name="connsiteX9" fmla="*/ 102328 w 897487"/>
                <a:gd name="connsiteY9" fmla="*/ 224077 h 951879"/>
                <a:gd name="connsiteX10" fmla="*/ 213834 w 897487"/>
                <a:gd name="connsiteY10" fmla="*/ 332863 h 951879"/>
                <a:gd name="connsiteX11" fmla="*/ 485800 w 897487"/>
                <a:gd name="connsiteY11" fmla="*/ 335583 h 951879"/>
                <a:gd name="connsiteX12" fmla="*/ 134964 w 897487"/>
                <a:gd name="connsiteY12" fmla="*/ 615708 h 951879"/>
                <a:gd name="connsiteX13" fmla="*/ 61533 w 897487"/>
                <a:gd name="connsiteY13" fmla="*/ 884953 h 951879"/>
                <a:gd name="connsiteX14" fmla="*/ 398771 w 897487"/>
                <a:gd name="connsiteY14" fmla="*/ 806083 h 951879"/>
                <a:gd name="connsiteX15" fmla="*/ 529314 w 897487"/>
                <a:gd name="connsiteY15" fmla="*/ 863196 h 951879"/>
                <a:gd name="connsiteX16" fmla="*/ 782242 w 897487"/>
                <a:gd name="connsiteY16" fmla="*/ 607549 h 951879"/>
                <a:gd name="connsiteX17" fmla="*/ 580988 w 897487"/>
                <a:gd name="connsiteY17" fmla="*/ 667381 h 951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97487" h="951879">
                  <a:moveTo>
                    <a:pt x="580988" y="667381"/>
                  </a:moveTo>
                  <a:lnTo>
                    <a:pt x="409649" y="667381"/>
                  </a:lnTo>
                  <a:cubicBezTo>
                    <a:pt x="423248" y="667381"/>
                    <a:pt x="548352" y="561314"/>
                    <a:pt x="591866" y="525959"/>
                  </a:cubicBezTo>
                  <a:cubicBezTo>
                    <a:pt x="700653" y="433491"/>
                    <a:pt x="899188" y="297508"/>
                    <a:pt x="842075" y="123450"/>
                  </a:cubicBezTo>
                  <a:lnTo>
                    <a:pt x="842075" y="123450"/>
                  </a:lnTo>
                  <a:cubicBezTo>
                    <a:pt x="831197" y="82655"/>
                    <a:pt x="798560" y="58178"/>
                    <a:pt x="798560" y="58178"/>
                  </a:cubicBezTo>
                  <a:cubicBezTo>
                    <a:pt x="798560" y="58178"/>
                    <a:pt x="787682" y="90814"/>
                    <a:pt x="746887" y="107132"/>
                  </a:cubicBezTo>
                  <a:cubicBezTo>
                    <a:pt x="730569" y="109852"/>
                    <a:pt x="714251" y="115291"/>
                    <a:pt x="697933" y="115291"/>
                  </a:cubicBezTo>
                  <a:cubicBezTo>
                    <a:pt x="684334" y="115291"/>
                    <a:pt x="219273" y="115291"/>
                    <a:pt x="219273" y="115291"/>
                  </a:cubicBezTo>
                  <a:cubicBezTo>
                    <a:pt x="156721" y="115291"/>
                    <a:pt x="105048" y="166964"/>
                    <a:pt x="102328" y="224077"/>
                  </a:cubicBezTo>
                  <a:cubicBezTo>
                    <a:pt x="102328" y="283910"/>
                    <a:pt x="151282" y="332863"/>
                    <a:pt x="213834" y="332863"/>
                  </a:cubicBezTo>
                  <a:lnTo>
                    <a:pt x="485800" y="335583"/>
                  </a:lnTo>
                  <a:cubicBezTo>
                    <a:pt x="360695" y="406294"/>
                    <a:pt x="211114" y="487884"/>
                    <a:pt x="134964" y="615708"/>
                  </a:cubicBezTo>
                  <a:cubicBezTo>
                    <a:pt x="91449" y="689138"/>
                    <a:pt x="45215" y="800644"/>
                    <a:pt x="61533" y="884953"/>
                  </a:cubicBezTo>
                  <a:cubicBezTo>
                    <a:pt x="121366" y="830560"/>
                    <a:pt x="279106" y="778887"/>
                    <a:pt x="398771" y="806083"/>
                  </a:cubicBezTo>
                  <a:cubicBezTo>
                    <a:pt x="445005" y="814242"/>
                    <a:pt x="491239" y="838719"/>
                    <a:pt x="529314" y="863196"/>
                  </a:cubicBezTo>
                  <a:cubicBezTo>
                    <a:pt x="755046" y="1004618"/>
                    <a:pt x="891029" y="727213"/>
                    <a:pt x="782242" y="607549"/>
                  </a:cubicBezTo>
                  <a:cubicBezTo>
                    <a:pt x="784962" y="607549"/>
                    <a:pt x="722410" y="667381"/>
                    <a:pt x="580988" y="667381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F7F92585-5CB0-465E-966D-B7CD61BB094D}"/>
                </a:ext>
              </a:extLst>
            </p:cNvPr>
            <p:cNvSpPr/>
            <p:nvPr/>
          </p:nvSpPr>
          <p:spPr bwMode="black">
            <a:xfrm>
              <a:off x="2624650" y="1948442"/>
              <a:ext cx="1903761" cy="1577400"/>
            </a:xfrm>
            <a:custGeom>
              <a:avLst/>
              <a:gdLst>
                <a:gd name="connsiteX0" fmla="*/ 1559430 w 1903760"/>
                <a:gd name="connsiteY0" fmla="*/ 1165078 h 1577399"/>
                <a:gd name="connsiteX1" fmla="*/ 1369054 w 1903760"/>
                <a:gd name="connsiteY1" fmla="*/ 593950 h 1577399"/>
                <a:gd name="connsiteX2" fmla="*/ 1483279 w 1903760"/>
                <a:gd name="connsiteY2" fmla="*/ 126170 h 1577399"/>
                <a:gd name="connsiteX3" fmla="*/ 1311941 w 1903760"/>
                <a:gd name="connsiteY3" fmla="*/ 58178 h 1577399"/>
                <a:gd name="connsiteX4" fmla="*/ 1078050 w 1903760"/>
                <a:gd name="connsiteY4" fmla="*/ 205040 h 1577399"/>
                <a:gd name="connsiteX5" fmla="*/ 846879 w 1903760"/>
                <a:gd name="connsiteY5" fmla="*/ 523239 h 1577399"/>
                <a:gd name="connsiteX6" fmla="*/ 645624 w 1903760"/>
                <a:gd name="connsiteY6" fmla="*/ 210479 h 1577399"/>
                <a:gd name="connsiteX7" fmla="*/ 455248 w 1903760"/>
                <a:gd name="connsiteY7" fmla="*/ 63617 h 1577399"/>
                <a:gd name="connsiteX8" fmla="*/ 234956 w 1903760"/>
                <a:gd name="connsiteY8" fmla="*/ 137048 h 1577399"/>
                <a:gd name="connsiteX9" fmla="*/ 316546 w 1903760"/>
                <a:gd name="connsiteY9" fmla="*/ 588511 h 1577399"/>
                <a:gd name="connsiteX10" fmla="*/ 58178 w 1903760"/>
                <a:gd name="connsiteY10" fmla="*/ 1072610 h 1577399"/>
                <a:gd name="connsiteX11" fmla="*/ 474286 w 1903760"/>
                <a:gd name="connsiteY11" fmla="*/ 1020936 h 1577399"/>
                <a:gd name="connsiteX12" fmla="*/ 555876 w 1903760"/>
                <a:gd name="connsiteY12" fmla="*/ 572193 h 1577399"/>
                <a:gd name="connsiteX13" fmla="*/ 830561 w 1903760"/>
                <a:gd name="connsiteY13" fmla="*/ 993740 h 1577399"/>
                <a:gd name="connsiteX14" fmla="*/ 1140602 w 1903760"/>
                <a:gd name="connsiteY14" fmla="*/ 574913 h 1577399"/>
                <a:gd name="connsiteX15" fmla="*/ 1567589 w 1903760"/>
                <a:gd name="connsiteY15" fmla="*/ 1526792 h 1577399"/>
                <a:gd name="connsiteX16" fmla="*/ 1866751 w 1903760"/>
                <a:gd name="connsiteY16" fmla="*/ 1322818 h 1577399"/>
                <a:gd name="connsiteX17" fmla="*/ 1559430 w 1903760"/>
                <a:gd name="connsiteY17" fmla="*/ 1165078 h 1577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903760" h="1577399">
                  <a:moveTo>
                    <a:pt x="1559430" y="1165078"/>
                  </a:moveTo>
                  <a:cubicBezTo>
                    <a:pt x="1420727" y="1012777"/>
                    <a:pt x="1377213" y="762569"/>
                    <a:pt x="1369054" y="593950"/>
                  </a:cubicBezTo>
                  <a:cubicBezTo>
                    <a:pt x="1360895" y="449809"/>
                    <a:pt x="1369054" y="199600"/>
                    <a:pt x="1483279" y="126170"/>
                  </a:cubicBezTo>
                  <a:cubicBezTo>
                    <a:pt x="1445204" y="77216"/>
                    <a:pt x="1369054" y="58178"/>
                    <a:pt x="1311941" y="58178"/>
                  </a:cubicBezTo>
                  <a:cubicBezTo>
                    <a:pt x="1184117" y="58178"/>
                    <a:pt x="1121565" y="142488"/>
                    <a:pt x="1078050" y="205040"/>
                  </a:cubicBezTo>
                  <a:cubicBezTo>
                    <a:pt x="1064452" y="224077"/>
                    <a:pt x="846879" y="523239"/>
                    <a:pt x="846879" y="523239"/>
                  </a:cubicBezTo>
                  <a:cubicBezTo>
                    <a:pt x="846879" y="523239"/>
                    <a:pt x="667382" y="243115"/>
                    <a:pt x="645624" y="210479"/>
                  </a:cubicBezTo>
                  <a:cubicBezTo>
                    <a:pt x="615708" y="164245"/>
                    <a:pt x="555876" y="77216"/>
                    <a:pt x="455248" y="63617"/>
                  </a:cubicBezTo>
                  <a:cubicBezTo>
                    <a:pt x="411734" y="58178"/>
                    <a:pt x="297508" y="52739"/>
                    <a:pt x="234956" y="137048"/>
                  </a:cubicBezTo>
                  <a:cubicBezTo>
                    <a:pt x="341023" y="221357"/>
                    <a:pt x="338303" y="438930"/>
                    <a:pt x="316546" y="588511"/>
                  </a:cubicBezTo>
                  <a:cubicBezTo>
                    <a:pt x="248554" y="1031815"/>
                    <a:pt x="58178" y="1072610"/>
                    <a:pt x="58178" y="1072610"/>
                  </a:cubicBezTo>
                  <a:cubicBezTo>
                    <a:pt x="156086" y="1333696"/>
                    <a:pt x="403575" y="1230350"/>
                    <a:pt x="474286" y="1020936"/>
                  </a:cubicBezTo>
                  <a:cubicBezTo>
                    <a:pt x="520520" y="884953"/>
                    <a:pt x="550436" y="713615"/>
                    <a:pt x="555876" y="572193"/>
                  </a:cubicBezTo>
                  <a:lnTo>
                    <a:pt x="830561" y="993740"/>
                  </a:lnTo>
                  <a:cubicBezTo>
                    <a:pt x="830561" y="993740"/>
                    <a:pt x="1140602" y="574913"/>
                    <a:pt x="1140602" y="574913"/>
                  </a:cubicBezTo>
                  <a:cubicBezTo>
                    <a:pt x="1088929" y="1314659"/>
                    <a:pt x="1344577" y="1526792"/>
                    <a:pt x="1567589" y="1526792"/>
                  </a:cubicBezTo>
                  <a:cubicBezTo>
                    <a:pt x="1790601" y="1526792"/>
                    <a:pt x="1866751" y="1322818"/>
                    <a:pt x="1866751" y="1322818"/>
                  </a:cubicBezTo>
                  <a:cubicBezTo>
                    <a:pt x="1744367" y="1314659"/>
                    <a:pt x="1641019" y="1252107"/>
                    <a:pt x="1559430" y="1165078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C2EF953C-F1A9-48A1-8B50-74DC119D4014}"/>
                </a:ext>
              </a:extLst>
            </p:cNvPr>
            <p:cNvSpPr/>
            <p:nvPr/>
          </p:nvSpPr>
          <p:spPr bwMode="black">
            <a:xfrm>
              <a:off x="4792218" y="3234839"/>
              <a:ext cx="271966" cy="652717"/>
            </a:xfrm>
            <a:custGeom>
              <a:avLst/>
              <a:gdLst>
                <a:gd name="connsiteX0" fmla="*/ 88095 w 271965"/>
                <a:gd name="connsiteY0" fmla="*/ 120730 h 652717"/>
                <a:gd name="connsiteX1" fmla="*/ 93534 w 271965"/>
                <a:gd name="connsiteY1" fmla="*/ 153366 h 652717"/>
                <a:gd name="connsiteX2" fmla="*/ 93534 w 271965"/>
                <a:gd name="connsiteY2" fmla="*/ 544997 h 652717"/>
                <a:gd name="connsiteX3" fmla="*/ 156086 w 271965"/>
                <a:gd name="connsiteY3" fmla="*/ 604829 h 652717"/>
                <a:gd name="connsiteX4" fmla="*/ 221358 w 271965"/>
                <a:gd name="connsiteY4" fmla="*/ 544997 h 652717"/>
                <a:gd name="connsiteX5" fmla="*/ 221358 w 271965"/>
                <a:gd name="connsiteY5" fmla="*/ 194161 h 652717"/>
                <a:gd name="connsiteX6" fmla="*/ 210479 w 271965"/>
                <a:gd name="connsiteY6" fmla="*/ 109852 h 652717"/>
                <a:gd name="connsiteX7" fmla="*/ 118011 w 271965"/>
                <a:gd name="connsiteY7" fmla="*/ 58178 h 652717"/>
                <a:gd name="connsiteX8" fmla="*/ 58178 w 271965"/>
                <a:gd name="connsiteY8" fmla="*/ 88094 h 652717"/>
                <a:gd name="connsiteX9" fmla="*/ 88095 w 271965"/>
                <a:gd name="connsiteY9" fmla="*/ 120730 h 65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1965" h="652717">
                  <a:moveTo>
                    <a:pt x="88095" y="120730"/>
                  </a:moveTo>
                  <a:cubicBezTo>
                    <a:pt x="90814" y="131609"/>
                    <a:pt x="90814" y="142487"/>
                    <a:pt x="93534" y="153366"/>
                  </a:cubicBezTo>
                  <a:cubicBezTo>
                    <a:pt x="93534" y="156086"/>
                    <a:pt x="93534" y="542277"/>
                    <a:pt x="93534" y="544997"/>
                  </a:cubicBezTo>
                  <a:cubicBezTo>
                    <a:pt x="93534" y="577632"/>
                    <a:pt x="123450" y="604829"/>
                    <a:pt x="156086" y="604829"/>
                  </a:cubicBezTo>
                  <a:cubicBezTo>
                    <a:pt x="188722" y="607548"/>
                    <a:pt x="221358" y="577632"/>
                    <a:pt x="221358" y="544997"/>
                  </a:cubicBezTo>
                  <a:cubicBezTo>
                    <a:pt x="221358" y="539557"/>
                    <a:pt x="221358" y="194161"/>
                    <a:pt x="221358" y="194161"/>
                  </a:cubicBezTo>
                  <a:cubicBezTo>
                    <a:pt x="221358" y="164245"/>
                    <a:pt x="224078" y="134329"/>
                    <a:pt x="210479" y="109852"/>
                  </a:cubicBezTo>
                  <a:cubicBezTo>
                    <a:pt x="196881" y="79935"/>
                    <a:pt x="158806" y="58178"/>
                    <a:pt x="118011" y="58178"/>
                  </a:cubicBezTo>
                  <a:cubicBezTo>
                    <a:pt x="79936" y="58178"/>
                    <a:pt x="58178" y="88094"/>
                    <a:pt x="58178" y="88094"/>
                  </a:cubicBezTo>
                  <a:cubicBezTo>
                    <a:pt x="58178" y="88094"/>
                    <a:pt x="77216" y="93534"/>
                    <a:pt x="88095" y="120730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78FBF042-8DD5-4B32-9D19-E3D2DA0CDCC4}"/>
                </a:ext>
              </a:extLst>
            </p:cNvPr>
            <p:cNvSpPr/>
            <p:nvPr/>
          </p:nvSpPr>
          <p:spPr bwMode="black">
            <a:xfrm>
              <a:off x="8751819" y="3234667"/>
              <a:ext cx="271966" cy="652717"/>
            </a:xfrm>
            <a:custGeom>
              <a:avLst/>
              <a:gdLst>
                <a:gd name="connsiteX0" fmla="*/ 191663 w 271965"/>
                <a:gd name="connsiteY0" fmla="*/ 542449 h 652717"/>
                <a:gd name="connsiteX1" fmla="*/ 186224 w 271965"/>
                <a:gd name="connsiteY1" fmla="*/ 509813 h 652717"/>
                <a:gd name="connsiteX2" fmla="*/ 186224 w 271965"/>
                <a:gd name="connsiteY2" fmla="*/ 118183 h 652717"/>
                <a:gd name="connsiteX3" fmla="*/ 123672 w 271965"/>
                <a:gd name="connsiteY3" fmla="*/ 58350 h 652717"/>
                <a:gd name="connsiteX4" fmla="*/ 58400 w 271965"/>
                <a:gd name="connsiteY4" fmla="*/ 118183 h 652717"/>
                <a:gd name="connsiteX5" fmla="*/ 58400 w 271965"/>
                <a:gd name="connsiteY5" fmla="*/ 469018 h 652717"/>
                <a:gd name="connsiteX6" fmla="*/ 69279 w 271965"/>
                <a:gd name="connsiteY6" fmla="*/ 553328 h 652717"/>
                <a:gd name="connsiteX7" fmla="*/ 161747 w 271965"/>
                <a:gd name="connsiteY7" fmla="*/ 605001 h 652717"/>
                <a:gd name="connsiteX8" fmla="*/ 221580 w 271965"/>
                <a:gd name="connsiteY8" fmla="*/ 575085 h 652717"/>
                <a:gd name="connsiteX9" fmla="*/ 191663 w 271965"/>
                <a:gd name="connsiteY9" fmla="*/ 542449 h 65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1965" h="652717">
                  <a:moveTo>
                    <a:pt x="191663" y="542449"/>
                  </a:moveTo>
                  <a:cubicBezTo>
                    <a:pt x="188944" y="531570"/>
                    <a:pt x="186224" y="520692"/>
                    <a:pt x="186224" y="509813"/>
                  </a:cubicBezTo>
                  <a:cubicBezTo>
                    <a:pt x="186224" y="507093"/>
                    <a:pt x="186224" y="120902"/>
                    <a:pt x="186224" y="118183"/>
                  </a:cubicBezTo>
                  <a:cubicBezTo>
                    <a:pt x="186224" y="85547"/>
                    <a:pt x="156308" y="58350"/>
                    <a:pt x="123672" y="58350"/>
                  </a:cubicBezTo>
                  <a:cubicBezTo>
                    <a:pt x="91036" y="55631"/>
                    <a:pt x="58400" y="85547"/>
                    <a:pt x="58400" y="118183"/>
                  </a:cubicBezTo>
                  <a:cubicBezTo>
                    <a:pt x="58400" y="123622"/>
                    <a:pt x="58400" y="469018"/>
                    <a:pt x="58400" y="469018"/>
                  </a:cubicBezTo>
                  <a:cubicBezTo>
                    <a:pt x="58400" y="498934"/>
                    <a:pt x="55680" y="528851"/>
                    <a:pt x="69279" y="553328"/>
                  </a:cubicBezTo>
                  <a:cubicBezTo>
                    <a:pt x="82877" y="583244"/>
                    <a:pt x="120953" y="605001"/>
                    <a:pt x="161747" y="605001"/>
                  </a:cubicBezTo>
                  <a:cubicBezTo>
                    <a:pt x="199822" y="605001"/>
                    <a:pt x="221580" y="575085"/>
                    <a:pt x="221580" y="575085"/>
                  </a:cubicBezTo>
                  <a:cubicBezTo>
                    <a:pt x="221580" y="575085"/>
                    <a:pt x="202542" y="566926"/>
                    <a:pt x="191663" y="542449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495AAF35-711C-45B3-8B74-63476C9F4CA3}"/>
                </a:ext>
              </a:extLst>
            </p:cNvPr>
            <p:cNvSpPr/>
            <p:nvPr/>
          </p:nvSpPr>
          <p:spPr bwMode="black">
            <a:xfrm>
              <a:off x="6320666" y="3416868"/>
              <a:ext cx="435145" cy="462341"/>
            </a:xfrm>
            <a:custGeom>
              <a:avLst/>
              <a:gdLst>
                <a:gd name="connsiteX0" fmla="*/ 302948 w 435145"/>
                <a:gd name="connsiteY0" fmla="*/ 74684 h 462341"/>
                <a:gd name="connsiteX1" fmla="*/ 186003 w 435145"/>
                <a:gd name="connsiteY1" fmla="*/ 148115 h 462341"/>
                <a:gd name="connsiteX2" fmla="*/ 186003 w 435145"/>
                <a:gd name="connsiteY2" fmla="*/ 148115 h 462341"/>
                <a:gd name="connsiteX3" fmla="*/ 186003 w 435145"/>
                <a:gd name="connsiteY3" fmla="*/ 115479 h 462341"/>
                <a:gd name="connsiteX4" fmla="*/ 123450 w 435145"/>
                <a:gd name="connsiteY4" fmla="*/ 58366 h 462341"/>
                <a:gd name="connsiteX5" fmla="*/ 58178 w 435145"/>
                <a:gd name="connsiteY5" fmla="*/ 115479 h 462341"/>
                <a:gd name="connsiteX6" fmla="*/ 58178 w 435145"/>
                <a:gd name="connsiteY6" fmla="*/ 362967 h 462341"/>
                <a:gd name="connsiteX7" fmla="*/ 120730 w 435145"/>
                <a:gd name="connsiteY7" fmla="*/ 422800 h 462341"/>
                <a:gd name="connsiteX8" fmla="*/ 186003 w 435145"/>
                <a:gd name="connsiteY8" fmla="*/ 362967 h 462341"/>
                <a:gd name="connsiteX9" fmla="*/ 186003 w 435145"/>
                <a:gd name="connsiteY9" fmla="*/ 213386 h 462341"/>
                <a:gd name="connsiteX10" fmla="*/ 186003 w 435145"/>
                <a:gd name="connsiteY10" fmla="*/ 213386 h 462341"/>
                <a:gd name="connsiteX11" fmla="*/ 229517 w 435145"/>
                <a:gd name="connsiteY11" fmla="*/ 161713 h 462341"/>
                <a:gd name="connsiteX12" fmla="*/ 259433 w 435145"/>
                <a:gd name="connsiteY12" fmla="*/ 194349 h 462341"/>
                <a:gd name="connsiteX13" fmla="*/ 259433 w 435145"/>
                <a:gd name="connsiteY13" fmla="*/ 362967 h 462341"/>
                <a:gd name="connsiteX14" fmla="*/ 321985 w 435145"/>
                <a:gd name="connsiteY14" fmla="*/ 422800 h 462341"/>
                <a:gd name="connsiteX15" fmla="*/ 387257 w 435145"/>
                <a:gd name="connsiteY15" fmla="*/ 362967 h 462341"/>
                <a:gd name="connsiteX16" fmla="*/ 387257 w 435145"/>
                <a:gd name="connsiteY16" fmla="*/ 273219 h 462341"/>
                <a:gd name="connsiteX17" fmla="*/ 302948 w 435145"/>
                <a:gd name="connsiteY17" fmla="*/ 74684 h 46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5145" h="462341">
                  <a:moveTo>
                    <a:pt x="302948" y="74684"/>
                  </a:moveTo>
                  <a:cubicBezTo>
                    <a:pt x="234956" y="74684"/>
                    <a:pt x="196881" y="131797"/>
                    <a:pt x="186003" y="148115"/>
                  </a:cubicBezTo>
                  <a:lnTo>
                    <a:pt x="186003" y="148115"/>
                  </a:lnTo>
                  <a:cubicBezTo>
                    <a:pt x="186003" y="129077"/>
                    <a:pt x="186003" y="115479"/>
                    <a:pt x="186003" y="115479"/>
                  </a:cubicBezTo>
                  <a:cubicBezTo>
                    <a:pt x="186003" y="82843"/>
                    <a:pt x="156086" y="58366"/>
                    <a:pt x="123450" y="58366"/>
                  </a:cubicBezTo>
                  <a:cubicBezTo>
                    <a:pt x="90814" y="55646"/>
                    <a:pt x="58178" y="82843"/>
                    <a:pt x="58178" y="115479"/>
                  </a:cubicBezTo>
                  <a:cubicBezTo>
                    <a:pt x="58178" y="120918"/>
                    <a:pt x="58178" y="360248"/>
                    <a:pt x="58178" y="362967"/>
                  </a:cubicBezTo>
                  <a:cubicBezTo>
                    <a:pt x="58178" y="395603"/>
                    <a:pt x="88095" y="422800"/>
                    <a:pt x="120730" y="422800"/>
                  </a:cubicBezTo>
                  <a:cubicBezTo>
                    <a:pt x="153366" y="425519"/>
                    <a:pt x="186003" y="395603"/>
                    <a:pt x="186003" y="362967"/>
                  </a:cubicBezTo>
                  <a:cubicBezTo>
                    <a:pt x="186003" y="360248"/>
                    <a:pt x="186003" y="281378"/>
                    <a:pt x="186003" y="213386"/>
                  </a:cubicBezTo>
                  <a:lnTo>
                    <a:pt x="186003" y="213386"/>
                  </a:lnTo>
                  <a:cubicBezTo>
                    <a:pt x="191442" y="186190"/>
                    <a:pt x="205040" y="161713"/>
                    <a:pt x="229517" y="161713"/>
                  </a:cubicBezTo>
                  <a:cubicBezTo>
                    <a:pt x="259433" y="161713"/>
                    <a:pt x="259433" y="194349"/>
                    <a:pt x="259433" y="194349"/>
                  </a:cubicBezTo>
                  <a:lnTo>
                    <a:pt x="259433" y="362967"/>
                  </a:lnTo>
                  <a:cubicBezTo>
                    <a:pt x="259433" y="395603"/>
                    <a:pt x="289349" y="422800"/>
                    <a:pt x="321985" y="422800"/>
                  </a:cubicBezTo>
                  <a:cubicBezTo>
                    <a:pt x="354621" y="425519"/>
                    <a:pt x="387257" y="395603"/>
                    <a:pt x="387257" y="362967"/>
                  </a:cubicBezTo>
                  <a:lnTo>
                    <a:pt x="387257" y="273219"/>
                  </a:lnTo>
                  <a:cubicBezTo>
                    <a:pt x="387257" y="183470"/>
                    <a:pt x="395416" y="71964"/>
                    <a:pt x="302948" y="7468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E13AA7EB-514D-4A09-BD66-80053F00347D}"/>
                </a:ext>
              </a:extLst>
            </p:cNvPr>
            <p:cNvSpPr/>
            <p:nvPr/>
          </p:nvSpPr>
          <p:spPr bwMode="black">
            <a:xfrm>
              <a:off x="7960620" y="3416868"/>
              <a:ext cx="435145" cy="462341"/>
            </a:xfrm>
            <a:custGeom>
              <a:avLst/>
              <a:gdLst>
                <a:gd name="connsiteX0" fmla="*/ 302948 w 435145"/>
                <a:gd name="connsiteY0" fmla="*/ 74684 h 462341"/>
                <a:gd name="connsiteX1" fmla="*/ 186002 w 435145"/>
                <a:gd name="connsiteY1" fmla="*/ 148115 h 462341"/>
                <a:gd name="connsiteX2" fmla="*/ 186002 w 435145"/>
                <a:gd name="connsiteY2" fmla="*/ 148115 h 462341"/>
                <a:gd name="connsiteX3" fmla="*/ 186002 w 435145"/>
                <a:gd name="connsiteY3" fmla="*/ 115479 h 462341"/>
                <a:gd name="connsiteX4" fmla="*/ 123450 w 435145"/>
                <a:gd name="connsiteY4" fmla="*/ 58366 h 462341"/>
                <a:gd name="connsiteX5" fmla="*/ 58178 w 435145"/>
                <a:gd name="connsiteY5" fmla="*/ 115479 h 462341"/>
                <a:gd name="connsiteX6" fmla="*/ 58178 w 435145"/>
                <a:gd name="connsiteY6" fmla="*/ 362967 h 462341"/>
                <a:gd name="connsiteX7" fmla="*/ 120730 w 435145"/>
                <a:gd name="connsiteY7" fmla="*/ 422800 h 462341"/>
                <a:gd name="connsiteX8" fmla="*/ 186002 w 435145"/>
                <a:gd name="connsiteY8" fmla="*/ 362967 h 462341"/>
                <a:gd name="connsiteX9" fmla="*/ 186002 w 435145"/>
                <a:gd name="connsiteY9" fmla="*/ 213386 h 462341"/>
                <a:gd name="connsiteX10" fmla="*/ 186002 w 435145"/>
                <a:gd name="connsiteY10" fmla="*/ 213386 h 462341"/>
                <a:gd name="connsiteX11" fmla="*/ 229517 w 435145"/>
                <a:gd name="connsiteY11" fmla="*/ 161713 h 462341"/>
                <a:gd name="connsiteX12" fmla="*/ 259433 w 435145"/>
                <a:gd name="connsiteY12" fmla="*/ 194349 h 462341"/>
                <a:gd name="connsiteX13" fmla="*/ 259433 w 435145"/>
                <a:gd name="connsiteY13" fmla="*/ 362967 h 462341"/>
                <a:gd name="connsiteX14" fmla="*/ 321985 w 435145"/>
                <a:gd name="connsiteY14" fmla="*/ 422800 h 462341"/>
                <a:gd name="connsiteX15" fmla="*/ 387257 w 435145"/>
                <a:gd name="connsiteY15" fmla="*/ 362967 h 462341"/>
                <a:gd name="connsiteX16" fmla="*/ 387257 w 435145"/>
                <a:gd name="connsiteY16" fmla="*/ 273219 h 462341"/>
                <a:gd name="connsiteX17" fmla="*/ 302948 w 435145"/>
                <a:gd name="connsiteY17" fmla="*/ 74684 h 46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5145" h="462341">
                  <a:moveTo>
                    <a:pt x="302948" y="74684"/>
                  </a:moveTo>
                  <a:cubicBezTo>
                    <a:pt x="234956" y="74684"/>
                    <a:pt x="196881" y="131797"/>
                    <a:pt x="186002" y="148115"/>
                  </a:cubicBezTo>
                  <a:lnTo>
                    <a:pt x="186002" y="148115"/>
                  </a:lnTo>
                  <a:cubicBezTo>
                    <a:pt x="186002" y="129077"/>
                    <a:pt x="186002" y="115479"/>
                    <a:pt x="186002" y="115479"/>
                  </a:cubicBezTo>
                  <a:cubicBezTo>
                    <a:pt x="186002" y="82843"/>
                    <a:pt x="156086" y="58366"/>
                    <a:pt x="123450" y="58366"/>
                  </a:cubicBezTo>
                  <a:cubicBezTo>
                    <a:pt x="90814" y="55646"/>
                    <a:pt x="58178" y="82843"/>
                    <a:pt x="58178" y="115479"/>
                  </a:cubicBezTo>
                  <a:cubicBezTo>
                    <a:pt x="58178" y="120918"/>
                    <a:pt x="58178" y="360248"/>
                    <a:pt x="58178" y="362967"/>
                  </a:cubicBezTo>
                  <a:cubicBezTo>
                    <a:pt x="58178" y="395603"/>
                    <a:pt x="88095" y="422800"/>
                    <a:pt x="120730" y="422800"/>
                  </a:cubicBezTo>
                  <a:cubicBezTo>
                    <a:pt x="153366" y="425519"/>
                    <a:pt x="186002" y="395603"/>
                    <a:pt x="186002" y="362967"/>
                  </a:cubicBezTo>
                  <a:cubicBezTo>
                    <a:pt x="186002" y="360248"/>
                    <a:pt x="186002" y="281378"/>
                    <a:pt x="186002" y="213386"/>
                  </a:cubicBezTo>
                  <a:lnTo>
                    <a:pt x="186002" y="213386"/>
                  </a:lnTo>
                  <a:cubicBezTo>
                    <a:pt x="191442" y="186190"/>
                    <a:pt x="205040" y="161713"/>
                    <a:pt x="229517" y="161713"/>
                  </a:cubicBezTo>
                  <a:cubicBezTo>
                    <a:pt x="259433" y="161713"/>
                    <a:pt x="259433" y="194349"/>
                    <a:pt x="259433" y="194349"/>
                  </a:cubicBezTo>
                  <a:lnTo>
                    <a:pt x="259433" y="362967"/>
                  </a:lnTo>
                  <a:cubicBezTo>
                    <a:pt x="259433" y="395603"/>
                    <a:pt x="289349" y="422800"/>
                    <a:pt x="321985" y="422800"/>
                  </a:cubicBezTo>
                  <a:cubicBezTo>
                    <a:pt x="354621" y="425519"/>
                    <a:pt x="387257" y="395603"/>
                    <a:pt x="387257" y="362967"/>
                  </a:cubicBezTo>
                  <a:lnTo>
                    <a:pt x="387257" y="273219"/>
                  </a:lnTo>
                  <a:cubicBezTo>
                    <a:pt x="384537" y="183470"/>
                    <a:pt x="395416" y="71964"/>
                    <a:pt x="302948" y="7468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FB6801FA-EDF1-44B7-B74A-D233D1901FB2}"/>
                </a:ext>
              </a:extLst>
            </p:cNvPr>
            <p:cNvSpPr/>
            <p:nvPr/>
          </p:nvSpPr>
          <p:spPr bwMode="black">
            <a:xfrm>
              <a:off x="5020669" y="3416868"/>
              <a:ext cx="435145" cy="462341"/>
            </a:xfrm>
            <a:custGeom>
              <a:avLst/>
              <a:gdLst>
                <a:gd name="connsiteX0" fmla="*/ 302948 w 435145"/>
                <a:gd name="connsiteY0" fmla="*/ 74684 h 462341"/>
                <a:gd name="connsiteX1" fmla="*/ 186002 w 435145"/>
                <a:gd name="connsiteY1" fmla="*/ 148115 h 462341"/>
                <a:gd name="connsiteX2" fmla="*/ 186002 w 435145"/>
                <a:gd name="connsiteY2" fmla="*/ 148115 h 462341"/>
                <a:gd name="connsiteX3" fmla="*/ 186002 w 435145"/>
                <a:gd name="connsiteY3" fmla="*/ 115479 h 462341"/>
                <a:gd name="connsiteX4" fmla="*/ 123450 w 435145"/>
                <a:gd name="connsiteY4" fmla="*/ 58366 h 462341"/>
                <a:gd name="connsiteX5" fmla="*/ 58178 w 435145"/>
                <a:gd name="connsiteY5" fmla="*/ 115479 h 462341"/>
                <a:gd name="connsiteX6" fmla="*/ 58178 w 435145"/>
                <a:gd name="connsiteY6" fmla="*/ 362967 h 462341"/>
                <a:gd name="connsiteX7" fmla="*/ 120730 w 435145"/>
                <a:gd name="connsiteY7" fmla="*/ 422800 h 462341"/>
                <a:gd name="connsiteX8" fmla="*/ 186002 w 435145"/>
                <a:gd name="connsiteY8" fmla="*/ 362967 h 462341"/>
                <a:gd name="connsiteX9" fmla="*/ 186002 w 435145"/>
                <a:gd name="connsiteY9" fmla="*/ 213386 h 462341"/>
                <a:gd name="connsiteX10" fmla="*/ 186002 w 435145"/>
                <a:gd name="connsiteY10" fmla="*/ 213386 h 462341"/>
                <a:gd name="connsiteX11" fmla="*/ 229517 w 435145"/>
                <a:gd name="connsiteY11" fmla="*/ 161713 h 462341"/>
                <a:gd name="connsiteX12" fmla="*/ 259433 w 435145"/>
                <a:gd name="connsiteY12" fmla="*/ 194349 h 462341"/>
                <a:gd name="connsiteX13" fmla="*/ 259433 w 435145"/>
                <a:gd name="connsiteY13" fmla="*/ 362967 h 462341"/>
                <a:gd name="connsiteX14" fmla="*/ 321985 w 435145"/>
                <a:gd name="connsiteY14" fmla="*/ 422800 h 462341"/>
                <a:gd name="connsiteX15" fmla="*/ 387257 w 435145"/>
                <a:gd name="connsiteY15" fmla="*/ 362967 h 462341"/>
                <a:gd name="connsiteX16" fmla="*/ 387257 w 435145"/>
                <a:gd name="connsiteY16" fmla="*/ 273219 h 462341"/>
                <a:gd name="connsiteX17" fmla="*/ 302948 w 435145"/>
                <a:gd name="connsiteY17" fmla="*/ 74684 h 46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5145" h="462341">
                  <a:moveTo>
                    <a:pt x="302948" y="74684"/>
                  </a:moveTo>
                  <a:cubicBezTo>
                    <a:pt x="234956" y="74684"/>
                    <a:pt x="196881" y="131797"/>
                    <a:pt x="186002" y="148115"/>
                  </a:cubicBezTo>
                  <a:lnTo>
                    <a:pt x="186002" y="148115"/>
                  </a:lnTo>
                  <a:cubicBezTo>
                    <a:pt x="186002" y="129077"/>
                    <a:pt x="186002" y="115479"/>
                    <a:pt x="186002" y="115479"/>
                  </a:cubicBezTo>
                  <a:cubicBezTo>
                    <a:pt x="186002" y="82843"/>
                    <a:pt x="156086" y="58366"/>
                    <a:pt x="123450" y="58366"/>
                  </a:cubicBezTo>
                  <a:cubicBezTo>
                    <a:pt x="90814" y="55646"/>
                    <a:pt x="58178" y="82843"/>
                    <a:pt x="58178" y="115479"/>
                  </a:cubicBezTo>
                  <a:cubicBezTo>
                    <a:pt x="58178" y="120918"/>
                    <a:pt x="58178" y="360248"/>
                    <a:pt x="58178" y="362967"/>
                  </a:cubicBezTo>
                  <a:cubicBezTo>
                    <a:pt x="58178" y="395603"/>
                    <a:pt x="88094" y="422800"/>
                    <a:pt x="120730" y="422800"/>
                  </a:cubicBezTo>
                  <a:cubicBezTo>
                    <a:pt x="153366" y="425519"/>
                    <a:pt x="186002" y="395603"/>
                    <a:pt x="186002" y="362967"/>
                  </a:cubicBezTo>
                  <a:cubicBezTo>
                    <a:pt x="186002" y="360248"/>
                    <a:pt x="186002" y="281378"/>
                    <a:pt x="186002" y="213386"/>
                  </a:cubicBezTo>
                  <a:lnTo>
                    <a:pt x="186002" y="213386"/>
                  </a:lnTo>
                  <a:cubicBezTo>
                    <a:pt x="191442" y="186190"/>
                    <a:pt x="205040" y="161713"/>
                    <a:pt x="229517" y="161713"/>
                  </a:cubicBezTo>
                  <a:cubicBezTo>
                    <a:pt x="259433" y="161713"/>
                    <a:pt x="259433" y="194349"/>
                    <a:pt x="259433" y="194349"/>
                  </a:cubicBezTo>
                  <a:lnTo>
                    <a:pt x="259433" y="362967"/>
                  </a:lnTo>
                  <a:cubicBezTo>
                    <a:pt x="259433" y="395603"/>
                    <a:pt x="289349" y="422800"/>
                    <a:pt x="321985" y="422800"/>
                  </a:cubicBezTo>
                  <a:cubicBezTo>
                    <a:pt x="354621" y="425519"/>
                    <a:pt x="387257" y="395603"/>
                    <a:pt x="387257" y="362967"/>
                  </a:cubicBezTo>
                  <a:lnTo>
                    <a:pt x="387257" y="273219"/>
                  </a:lnTo>
                  <a:cubicBezTo>
                    <a:pt x="384537" y="183470"/>
                    <a:pt x="395416" y="71964"/>
                    <a:pt x="302948" y="7468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7B2E6C61-DDF2-47D9-8A25-89BB69487158}"/>
                </a:ext>
              </a:extLst>
            </p:cNvPr>
            <p:cNvSpPr/>
            <p:nvPr/>
          </p:nvSpPr>
          <p:spPr bwMode="black">
            <a:xfrm>
              <a:off x="7616289" y="3475234"/>
              <a:ext cx="364436" cy="364434"/>
            </a:xfrm>
            <a:custGeom>
              <a:avLst/>
              <a:gdLst>
                <a:gd name="connsiteX0" fmla="*/ 182218 w 364436"/>
                <a:gd name="connsiteY0" fmla="*/ 73431 h 364434"/>
                <a:gd name="connsiteX1" fmla="*/ 130544 w 364436"/>
                <a:gd name="connsiteY1" fmla="*/ 179499 h 364434"/>
                <a:gd name="connsiteX2" fmla="*/ 182218 w 364436"/>
                <a:gd name="connsiteY2" fmla="*/ 285565 h 364434"/>
                <a:gd name="connsiteX3" fmla="*/ 233891 w 364436"/>
                <a:gd name="connsiteY3" fmla="*/ 179499 h 364434"/>
                <a:gd name="connsiteX4" fmla="*/ 182218 w 364436"/>
                <a:gd name="connsiteY4" fmla="*/ 73431 h 364434"/>
                <a:gd name="connsiteX5" fmla="*/ 182219 w 364436"/>
                <a:gd name="connsiteY5" fmla="*/ 0 h 364434"/>
                <a:gd name="connsiteX6" fmla="*/ 364436 w 364436"/>
                <a:gd name="connsiteY6" fmla="*/ 182217 h 364434"/>
                <a:gd name="connsiteX7" fmla="*/ 182219 w 364436"/>
                <a:gd name="connsiteY7" fmla="*/ 364434 h 364434"/>
                <a:gd name="connsiteX8" fmla="*/ 0 w 364436"/>
                <a:gd name="connsiteY8" fmla="*/ 182217 h 364434"/>
                <a:gd name="connsiteX9" fmla="*/ 182219 w 364436"/>
                <a:gd name="connsiteY9" fmla="*/ 0 h 364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64436" h="364434">
                  <a:moveTo>
                    <a:pt x="182218" y="73431"/>
                  </a:moveTo>
                  <a:cubicBezTo>
                    <a:pt x="152302" y="76151"/>
                    <a:pt x="130544" y="114226"/>
                    <a:pt x="130544" y="179499"/>
                  </a:cubicBezTo>
                  <a:cubicBezTo>
                    <a:pt x="130544" y="244770"/>
                    <a:pt x="146862" y="285565"/>
                    <a:pt x="182218" y="285565"/>
                  </a:cubicBezTo>
                  <a:cubicBezTo>
                    <a:pt x="217573" y="285565"/>
                    <a:pt x="233891" y="247490"/>
                    <a:pt x="233891" y="179499"/>
                  </a:cubicBezTo>
                  <a:cubicBezTo>
                    <a:pt x="233891" y="114226"/>
                    <a:pt x="212134" y="73431"/>
                    <a:pt x="182218" y="73431"/>
                  </a:cubicBezTo>
                  <a:close/>
                  <a:moveTo>
                    <a:pt x="182219" y="0"/>
                  </a:moveTo>
                  <a:cubicBezTo>
                    <a:pt x="282846" y="0"/>
                    <a:pt x="364436" y="81590"/>
                    <a:pt x="364436" y="182217"/>
                  </a:cubicBezTo>
                  <a:cubicBezTo>
                    <a:pt x="364436" y="282844"/>
                    <a:pt x="282846" y="364434"/>
                    <a:pt x="182219" y="364434"/>
                  </a:cubicBezTo>
                  <a:cubicBezTo>
                    <a:pt x="81591" y="364434"/>
                    <a:pt x="0" y="282844"/>
                    <a:pt x="0" y="182217"/>
                  </a:cubicBezTo>
                  <a:cubicBezTo>
                    <a:pt x="0" y="81590"/>
                    <a:pt x="81591" y="0"/>
                    <a:pt x="182219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6DF9C6F1-437C-49ED-BDB4-BFA7F469DBE7}"/>
                </a:ext>
              </a:extLst>
            </p:cNvPr>
            <p:cNvSpPr/>
            <p:nvPr/>
          </p:nvSpPr>
          <p:spPr bwMode="black">
            <a:xfrm>
              <a:off x="6743101" y="3464184"/>
              <a:ext cx="372773" cy="375657"/>
            </a:xfrm>
            <a:custGeom>
              <a:avLst/>
              <a:gdLst>
                <a:gd name="connsiteX0" fmla="*/ 176958 w 372773"/>
                <a:gd name="connsiteY0" fmla="*/ 98080 h 375657"/>
                <a:gd name="connsiteX1" fmla="*/ 125284 w 372773"/>
                <a:gd name="connsiteY1" fmla="*/ 190548 h 375657"/>
                <a:gd name="connsiteX2" fmla="*/ 176958 w 372773"/>
                <a:gd name="connsiteY2" fmla="*/ 283017 h 375657"/>
                <a:gd name="connsiteX3" fmla="*/ 228631 w 372773"/>
                <a:gd name="connsiteY3" fmla="*/ 190548 h 375657"/>
                <a:gd name="connsiteX4" fmla="*/ 176958 w 372773"/>
                <a:gd name="connsiteY4" fmla="*/ 98080 h 375657"/>
                <a:gd name="connsiteX5" fmla="*/ 307501 w 372773"/>
                <a:gd name="connsiteY5" fmla="*/ 172 h 375657"/>
                <a:gd name="connsiteX6" fmla="*/ 372773 w 372773"/>
                <a:gd name="connsiteY6" fmla="*/ 62724 h 375657"/>
                <a:gd name="connsiteX7" fmla="*/ 372773 w 372773"/>
                <a:gd name="connsiteY7" fmla="*/ 312934 h 375657"/>
                <a:gd name="connsiteX8" fmla="*/ 302061 w 372773"/>
                <a:gd name="connsiteY8" fmla="*/ 375486 h 375657"/>
                <a:gd name="connsiteX9" fmla="*/ 239509 w 372773"/>
                <a:gd name="connsiteY9" fmla="*/ 326532 h 375657"/>
                <a:gd name="connsiteX10" fmla="*/ 179677 w 372773"/>
                <a:gd name="connsiteY10" fmla="*/ 370046 h 375657"/>
                <a:gd name="connsiteX11" fmla="*/ 70890 w 372773"/>
                <a:gd name="connsiteY11" fmla="*/ 353728 h 375657"/>
                <a:gd name="connsiteX12" fmla="*/ 128003 w 372773"/>
                <a:gd name="connsiteY12" fmla="*/ 11051 h 375657"/>
                <a:gd name="connsiteX13" fmla="*/ 236790 w 372773"/>
                <a:gd name="connsiteY13" fmla="*/ 70883 h 375657"/>
                <a:gd name="connsiteX14" fmla="*/ 236790 w 372773"/>
                <a:gd name="connsiteY14" fmla="*/ 62724 h 375657"/>
                <a:gd name="connsiteX15" fmla="*/ 307501 w 372773"/>
                <a:gd name="connsiteY15" fmla="*/ 172 h 375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2773" h="375657">
                  <a:moveTo>
                    <a:pt x="176958" y="98080"/>
                  </a:moveTo>
                  <a:cubicBezTo>
                    <a:pt x="147042" y="100800"/>
                    <a:pt x="125284" y="133436"/>
                    <a:pt x="125284" y="190548"/>
                  </a:cubicBezTo>
                  <a:cubicBezTo>
                    <a:pt x="125284" y="247661"/>
                    <a:pt x="141602" y="283017"/>
                    <a:pt x="176958" y="283017"/>
                  </a:cubicBezTo>
                  <a:cubicBezTo>
                    <a:pt x="212314" y="283017"/>
                    <a:pt x="228631" y="247661"/>
                    <a:pt x="228631" y="190548"/>
                  </a:cubicBezTo>
                  <a:cubicBezTo>
                    <a:pt x="228631" y="133436"/>
                    <a:pt x="206874" y="98080"/>
                    <a:pt x="176958" y="98080"/>
                  </a:cubicBezTo>
                  <a:close/>
                  <a:moveTo>
                    <a:pt x="307501" y="172"/>
                  </a:moveTo>
                  <a:cubicBezTo>
                    <a:pt x="340137" y="172"/>
                    <a:pt x="372773" y="30088"/>
                    <a:pt x="372773" y="62724"/>
                  </a:cubicBezTo>
                  <a:cubicBezTo>
                    <a:pt x="372773" y="65444"/>
                    <a:pt x="372773" y="307494"/>
                    <a:pt x="372773" y="312934"/>
                  </a:cubicBezTo>
                  <a:cubicBezTo>
                    <a:pt x="370053" y="348289"/>
                    <a:pt x="337417" y="378205"/>
                    <a:pt x="302061" y="375486"/>
                  </a:cubicBezTo>
                  <a:cubicBezTo>
                    <a:pt x="274865" y="372766"/>
                    <a:pt x="247668" y="353728"/>
                    <a:pt x="239509" y="326532"/>
                  </a:cubicBezTo>
                  <a:cubicBezTo>
                    <a:pt x="225911" y="348289"/>
                    <a:pt x="198715" y="364607"/>
                    <a:pt x="179677" y="370046"/>
                  </a:cubicBezTo>
                  <a:cubicBezTo>
                    <a:pt x="147041" y="378205"/>
                    <a:pt x="100807" y="372766"/>
                    <a:pt x="70890" y="353728"/>
                  </a:cubicBezTo>
                  <a:cubicBezTo>
                    <a:pt x="-35177" y="285737"/>
                    <a:pt x="-27018" y="11051"/>
                    <a:pt x="128003" y="11051"/>
                  </a:cubicBezTo>
                  <a:cubicBezTo>
                    <a:pt x="185116" y="11051"/>
                    <a:pt x="220471" y="49126"/>
                    <a:pt x="236790" y="70883"/>
                  </a:cubicBezTo>
                  <a:cubicBezTo>
                    <a:pt x="236790" y="70883"/>
                    <a:pt x="236790" y="65444"/>
                    <a:pt x="236790" y="62724"/>
                  </a:cubicBezTo>
                  <a:cubicBezTo>
                    <a:pt x="239509" y="27369"/>
                    <a:pt x="272145" y="-2547"/>
                    <a:pt x="307501" y="172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1980F842-8843-4ECD-BDE7-3CD6D542F555}"/>
                </a:ext>
              </a:extLst>
            </p:cNvPr>
            <p:cNvSpPr/>
            <p:nvPr/>
          </p:nvSpPr>
          <p:spPr bwMode="black">
            <a:xfrm>
              <a:off x="8380335" y="3464184"/>
              <a:ext cx="372772" cy="375657"/>
            </a:xfrm>
            <a:custGeom>
              <a:avLst/>
              <a:gdLst>
                <a:gd name="connsiteX0" fmla="*/ 176957 w 372772"/>
                <a:gd name="connsiteY0" fmla="*/ 98080 h 375657"/>
                <a:gd name="connsiteX1" fmla="*/ 125282 w 372772"/>
                <a:gd name="connsiteY1" fmla="*/ 190548 h 375657"/>
                <a:gd name="connsiteX2" fmla="*/ 176957 w 372772"/>
                <a:gd name="connsiteY2" fmla="*/ 283017 h 375657"/>
                <a:gd name="connsiteX3" fmla="*/ 228630 w 372772"/>
                <a:gd name="connsiteY3" fmla="*/ 190548 h 375657"/>
                <a:gd name="connsiteX4" fmla="*/ 176957 w 372772"/>
                <a:gd name="connsiteY4" fmla="*/ 98080 h 375657"/>
                <a:gd name="connsiteX5" fmla="*/ 307501 w 372772"/>
                <a:gd name="connsiteY5" fmla="*/ 172 h 375657"/>
                <a:gd name="connsiteX6" fmla="*/ 372772 w 372772"/>
                <a:gd name="connsiteY6" fmla="*/ 62724 h 375657"/>
                <a:gd name="connsiteX7" fmla="*/ 372772 w 372772"/>
                <a:gd name="connsiteY7" fmla="*/ 312934 h 375657"/>
                <a:gd name="connsiteX8" fmla="*/ 302062 w 372772"/>
                <a:gd name="connsiteY8" fmla="*/ 375486 h 375657"/>
                <a:gd name="connsiteX9" fmla="*/ 239509 w 372772"/>
                <a:gd name="connsiteY9" fmla="*/ 326532 h 375657"/>
                <a:gd name="connsiteX10" fmla="*/ 179677 w 372772"/>
                <a:gd name="connsiteY10" fmla="*/ 370046 h 375657"/>
                <a:gd name="connsiteX11" fmla="*/ 70890 w 372772"/>
                <a:gd name="connsiteY11" fmla="*/ 353728 h 375657"/>
                <a:gd name="connsiteX12" fmla="*/ 128002 w 372772"/>
                <a:gd name="connsiteY12" fmla="*/ 11051 h 375657"/>
                <a:gd name="connsiteX13" fmla="*/ 236790 w 372772"/>
                <a:gd name="connsiteY13" fmla="*/ 70883 h 375657"/>
                <a:gd name="connsiteX14" fmla="*/ 236790 w 372772"/>
                <a:gd name="connsiteY14" fmla="*/ 62724 h 375657"/>
                <a:gd name="connsiteX15" fmla="*/ 307501 w 372772"/>
                <a:gd name="connsiteY15" fmla="*/ 172 h 375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2772" h="375657">
                  <a:moveTo>
                    <a:pt x="176957" y="98080"/>
                  </a:moveTo>
                  <a:cubicBezTo>
                    <a:pt x="147039" y="100800"/>
                    <a:pt x="125282" y="133436"/>
                    <a:pt x="125282" y="190548"/>
                  </a:cubicBezTo>
                  <a:cubicBezTo>
                    <a:pt x="125282" y="247661"/>
                    <a:pt x="141600" y="283017"/>
                    <a:pt x="176957" y="283017"/>
                  </a:cubicBezTo>
                  <a:cubicBezTo>
                    <a:pt x="212312" y="283017"/>
                    <a:pt x="228630" y="247661"/>
                    <a:pt x="228630" y="190548"/>
                  </a:cubicBezTo>
                  <a:cubicBezTo>
                    <a:pt x="228630" y="133436"/>
                    <a:pt x="206873" y="98080"/>
                    <a:pt x="176957" y="98080"/>
                  </a:cubicBezTo>
                  <a:close/>
                  <a:moveTo>
                    <a:pt x="307501" y="172"/>
                  </a:moveTo>
                  <a:cubicBezTo>
                    <a:pt x="340137" y="172"/>
                    <a:pt x="372772" y="30088"/>
                    <a:pt x="372772" y="62724"/>
                  </a:cubicBezTo>
                  <a:cubicBezTo>
                    <a:pt x="372772" y="65444"/>
                    <a:pt x="372772" y="307494"/>
                    <a:pt x="372772" y="312934"/>
                  </a:cubicBezTo>
                  <a:cubicBezTo>
                    <a:pt x="370053" y="348289"/>
                    <a:pt x="337417" y="378205"/>
                    <a:pt x="302062" y="375486"/>
                  </a:cubicBezTo>
                  <a:cubicBezTo>
                    <a:pt x="274865" y="372766"/>
                    <a:pt x="247668" y="353728"/>
                    <a:pt x="239509" y="326532"/>
                  </a:cubicBezTo>
                  <a:cubicBezTo>
                    <a:pt x="228630" y="348289"/>
                    <a:pt x="198714" y="364607"/>
                    <a:pt x="179677" y="370046"/>
                  </a:cubicBezTo>
                  <a:cubicBezTo>
                    <a:pt x="147040" y="378205"/>
                    <a:pt x="100806" y="372766"/>
                    <a:pt x="70890" y="353728"/>
                  </a:cubicBezTo>
                  <a:cubicBezTo>
                    <a:pt x="-35177" y="285737"/>
                    <a:pt x="-27018" y="11051"/>
                    <a:pt x="128002" y="11051"/>
                  </a:cubicBezTo>
                  <a:cubicBezTo>
                    <a:pt x="185116" y="11051"/>
                    <a:pt x="220472" y="49126"/>
                    <a:pt x="236790" y="70883"/>
                  </a:cubicBezTo>
                  <a:cubicBezTo>
                    <a:pt x="236790" y="70883"/>
                    <a:pt x="236790" y="65444"/>
                    <a:pt x="236790" y="62724"/>
                  </a:cubicBezTo>
                  <a:cubicBezTo>
                    <a:pt x="239509" y="27369"/>
                    <a:pt x="272145" y="-2547"/>
                    <a:pt x="307501" y="172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25814236-BEAA-4CFC-B101-3AEF7AA8B77B}"/>
                </a:ext>
              </a:extLst>
            </p:cNvPr>
            <p:cNvSpPr/>
            <p:nvPr/>
          </p:nvSpPr>
          <p:spPr bwMode="black">
            <a:xfrm>
              <a:off x="7389492" y="3444253"/>
              <a:ext cx="217573" cy="435145"/>
            </a:xfrm>
            <a:custGeom>
              <a:avLst/>
              <a:gdLst>
                <a:gd name="connsiteX0" fmla="*/ 186002 w 217572"/>
                <a:gd name="connsiteY0" fmla="*/ 118011 h 435144"/>
                <a:gd name="connsiteX1" fmla="*/ 128890 w 217572"/>
                <a:gd name="connsiteY1" fmla="*/ 58178 h 435144"/>
                <a:gd name="connsiteX2" fmla="*/ 123450 w 217572"/>
                <a:gd name="connsiteY2" fmla="*/ 58178 h 435144"/>
                <a:gd name="connsiteX3" fmla="*/ 58178 w 217572"/>
                <a:gd name="connsiteY3" fmla="*/ 115291 h 435144"/>
                <a:gd name="connsiteX4" fmla="*/ 58178 w 217572"/>
                <a:gd name="connsiteY4" fmla="*/ 232236 h 435144"/>
                <a:gd name="connsiteX5" fmla="*/ 58178 w 217572"/>
                <a:gd name="connsiteY5" fmla="*/ 232236 h 435144"/>
                <a:gd name="connsiteX6" fmla="*/ 58178 w 217572"/>
                <a:gd name="connsiteY6" fmla="*/ 335583 h 435144"/>
                <a:gd name="connsiteX7" fmla="*/ 115291 w 217572"/>
                <a:gd name="connsiteY7" fmla="*/ 395415 h 435144"/>
                <a:gd name="connsiteX8" fmla="*/ 120730 w 217572"/>
                <a:gd name="connsiteY8" fmla="*/ 395415 h 435144"/>
                <a:gd name="connsiteX9" fmla="*/ 186002 w 217572"/>
                <a:gd name="connsiteY9" fmla="*/ 338303 h 435144"/>
                <a:gd name="connsiteX10" fmla="*/ 186002 w 217572"/>
                <a:gd name="connsiteY10" fmla="*/ 240395 h 435144"/>
                <a:gd name="connsiteX11" fmla="*/ 186002 w 217572"/>
                <a:gd name="connsiteY11" fmla="*/ 240395 h 435144"/>
                <a:gd name="connsiteX12" fmla="*/ 186002 w 217572"/>
                <a:gd name="connsiteY12" fmla="*/ 118011 h 435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7572" h="435144">
                  <a:moveTo>
                    <a:pt x="186002" y="118011"/>
                  </a:moveTo>
                  <a:cubicBezTo>
                    <a:pt x="183283" y="85375"/>
                    <a:pt x="158806" y="60898"/>
                    <a:pt x="128890" y="58178"/>
                  </a:cubicBezTo>
                  <a:cubicBezTo>
                    <a:pt x="126170" y="58178"/>
                    <a:pt x="126170" y="58178"/>
                    <a:pt x="123450" y="58178"/>
                  </a:cubicBezTo>
                  <a:cubicBezTo>
                    <a:pt x="96254" y="58178"/>
                    <a:pt x="58178" y="82655"/>
                    <a:pt x="58178" y="115291"/>
                  </a:cubicBezTo>
                  <a:lnTo>
                    <a:pt x="58178" y="232236"/>
                  </a:lnTo>
                  <a:lnTo>
                    <a:pt x="58178" y="232236"/>
                  </a:lnTo>
                  <a:cubicBezTo>
                    <a:pt x="58178" y="270311"/>
                    <a:pt x="58178" y="335583"/>
                    <a:pt x="58178" y="335583"/>
                  </a:cubicBezTo>
                  <a:cubicBezTo>
                    <a:pt x="60898" y="368219"/>
                    <a:pt x="85375" y="392696"/>
                    <a:pt x="115291" y="395415"/>
                  </a:cubicBezTo>
                  <a:cubicBezTo>
                    <a:pt x="118011" y="395415"/>
                    <a:pt x="118011" y="395415"/>
                    <a:pt x="120730" y="395415"/>
                  </a:cubicBezTo>
                  <a:cubicBezTo>
                    <a:pt x="147927" y="395415"/>
                    <a:pt x="186002" y="370938"/>
                    <a:pt x="186002" y="338303"/>
                  </a:cubicBezTo>
                  <a:lnTo>
                    <a:pt x="186002" y="240395"/>
                  </a:lnTo>
                  <a:lnTo>
                    <a:pt x="186002" y="240395"/>
                  </a:lnTo>
                  <a:cubicBezTo>
                    <a:pt x="186002" y="202320"/>
                    <a:pt x="186002" y="118011"/>
                    <a:pt x="186002" y="118011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2ED7C96E-27D1-4907-930F-0FBC0B6CF852}"/>
                </a:ext>
              </a:extLst>
            </p:cNvPr>
            <p:cNvSpPr/>
            <p:nvPr/>
          </p:nvSpPr>
          <p:spPr bwMode="black">
            <a:xfrm>
              <a:off x="7392212" y="3280901"/>
              <a:ext cx="217573" cy="217572"/>
            </a:xfrm>
            <a:custGeom>
              <a:avLst/>
              <a:gdLst>
                <a:gd name="connsiteX0" fmla="*/ 183282 w 217572"/>
                <a:gd name="connsiteY0" fmla="*/ 120902 h 217572"/>
                <a:gd name="connsiteX1" fmla="*/ 120730 w 217572"/>
                <a:gd name="connsiteY1" fmla="*/ 183454 h 217572"/>
                <a:gd name="connsiteX2" fmla="*/ 58178 w 217572"/>
                <a:gd name="connsiteY2" fmla="*/ 120902 h 217572"/>
                <a:gd name="connsiteX3" fmla="*/ 120730 w 217572"/>
                <a:gd name="connsiteY3" fmla="*/ 58350 h 217572"/>
                <a:gd name="connsiteX4" fmla="*/ 183282 w 217572"/>
                <a:gd name="connsiteY4" fmla="*/ 120902 h 217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7572" h="217572">
                  <a:moveTo>
                    <a:pt x="183282" y="120902"/>
                  </a:moveTo>
                  <a:cubicBezTo>
                    <a:pt x="183282" y="156258"/>
                    <a:pt x="156086" y="183454"/>
                    <a:pt x="120730" y="183454"/>
                  </a:cubicBezTo>
                  <a:cubicBezTo>
                    <a:pt x="85375" y="183454"/>
                    <a:pt x="58178" y="156258"/>
                    <a:pt x="58178" y="120902"/>
                  </a:cubicBezTo>
                  <a:cubicBezTo>
                    <a:pt x="58178" y="85547"/>
                    <a:pt x="85375" y="58350"/>
                    <a:pt x="120730" y="58350"/>
                  </a:cubicBezTo>
                  <a:cubicBezTo>
                    <a:pt x="153366" y="55630"/>
                    <a:pt x="183282" y="85547"/>
                    <a:pt x="183282" y="120902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57858C7E-AF70-4F67-B2E8-5ADA3F580674}"/>
                </a:ext>
              </a:extLst>
            </p:cNvPr>
            <p:cNvSpPr/>
            <p:nvPr/>
          </p:nvSpPr>
          <p:spPr bwMode="black">
            <a:xfrm>
              <a:off x="6005186" y="3416884"/>
              <a:ext cx="380752" cy="462341"/>
            </a:xfrm>
            <a:custGeom>
              <a:avLst/>
              <a:gdLst>
                <a:gd name="connsiteX0" fmla="*/ 270312 w 380752"/>
                <a:gd name="connsiteY0" fmla="*/ 69229 h 462341"/>
                <a:gd name="connsiteX1" fmla="*/ 188722 w 380752"/>
                <a:gd name="connsiteY1" fmla="*/ 134501 h 462341"/>
                <a:gd name="connsiteX2" fmla="*/ 188722 w 380752"/>
                <a:gd name="connsiteY2" fmla="*/ 118183 h 462341"/>
                <a:gd name="connsiteX3" fmla="*/ 126170 w 380752"/>
                <a:gd name="connsiteY3" fmla="*/ 58350 h 462341"/>
                <a:gd name="connsiteX4" fmla="*/ 58178 w 380752"/>
                <a:gd name="connsiteY4" fmla="*/ 118183 h 462341"/>
                <a:gd name="connsiteX5" fmla="*/ 58178 w 380752"/>
                <a:gd name="connsiteY5" fmla="*/ 210651 h 462341"/>
                <a:gd name="connsiteX6" fmla="*/ 58178 w 380752"/>
                <a:gd name="connsiteY6" fmla="*/ 365671 h 462341"/>
                <a:gd name="connsiteX7" fmla="*/ 58178 w 380752"/>
                <a:gd name="connsiteY7" fmla="*/ 365671 h 462341"/>
                <a:gd name="connsiteX8" fmla="*/ 120730 w 380752"/>
                <a:gd name="connsiteY8" fmla="*/ 425504 h 462341"/>
                <a:gd name="connsiteX9" fmla="*/ 186002 w 380752"/>
                <a:gd name="connsiteY9" fmla="*/ 365671 h 462341"/>
                <a:gd name="connsiteX10" fmla="*/ 186002 w 380752"/>
                <a:gd name="connsiteY10" fmla="*/ 365671 h 462341"/>
                <a:gd name="connsiteX11" fmla="*/ 186002 w 380752"/>
                <a:gd name="connsiteY11" fmla="*/ 210651 h 462341"/>
                <a:gd name="connsiteX12" fmla="*/ 215919 w 380752"/>
                <a:gd name="connsiteY12" fmla="*/ 158978 h 462341"/>
                <a:gd name="connsiteX13" fmla="*/ 275751 w 380752"/>
                <a:gd name="connsiteY13" fmla="*/ 221530 h 462341"/>
                <a:gd name="connsiteX14" fmla="*/ 270312 w 380752"/>
                <a:gd name="connsiteY14" fmla="*/ 69229 h 46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0752" h="462341">
                  <a:moveTo>
                    <a:pt x="270312" y="69229"/>
                  </a:moveTo>
                  <a:cubicBezTo>
                    <a:pt x="232236" y="71949"/>
                    <a:pt x="213199" y="99145"/>
                    <a:pt x="188722" y="134501"/>
                  </a:cubicBezTo>
                  <a:cubicBezTo>
                    <a:pt x="188722" y="134501"/>
                    <a:pt x="188722" y="118183"/>
                    <a:pt x="188722" y="118183"/>
                  </a:cubicBezTo>
                  <a:cubicBezTo>
                    <a:pt x="188722" y="85547"/>
                    <a:pt x="158806" y="58350"/>
                    <a:pt x="126170" y="58350"/>
                  </a:cubicBezTo>
                  <a:cubicBezTo>
                    <a:pt x="93534" y="55631"/>
                    <a:pt x="60898" y="85547"/>
                    <a:pt x="58178" y="118183"/>
                  </a:cubicBezTo>
                  <a:lnTo>
                    <a:pt x="58178" y="210651"/>
                  </a:lnTo>
                  <a:lnTo>
                    <a:pt x="58178" y="365671"/>
                  </a:lnTo>
                  <a:lnTo>
                    <a:pt x="58178" y="365671"/>
                  </a:lnTo>
                  <a:cubicBezTo>
                    <a:pt x="58178" y="398307"/>
                    <a:pt x="88094" y="425504"/>
                    <a:pt x="120730" y="425504"/>
                  </a:cubicBezTo>
                  <a:cubicBezTo>
                    <a:pt x="153366" y="428224"/>
                    <a:pt x="186002" y="398307"/>
                    <a:pt x="186002" y="365671"/>
                  </a:cubicBezTo>
                  <a:lnTo>
                    <a:pt x="186002" y="365671"/>
                  </a:lnTo>
                  <a:lnTo>
                    <a:pt x="186002" y="210651"/>
                  </a:lnTo>
                  <a:cubicBezTo>
                    <a:pt x="188722" y="188894"/>
                    <a:pt x="196881" y="158978"/>
                    <a:pt x="215919" y="158978"/>
                  </a:cubicBezTo>
                  <a:cubicBezTo>
                    <a:pt x="243115" y="158978"/>
                    <a:pt x="215919" y="221530"/>
                    <a:pt x="275751" y="221530"/>
                  </a:cubicBezTo>
                  <a:cubicBezTo>
                    <a:pt x="362780" y="221530"/>
                    <a:pt x="373658" y="63790"/>
                    <a:pt x="270312" y="69229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BC38C734-4415-4F9B-B96B-AE7393B02692}"/>
                </a:ext>
              </a:extLst>
            </p:cNvPr>
            <p:cNvSpPr/>
            <p:nvPr/>
          </p:nvSpPr>
          <p:spPr bwMode="black">
            <a:xfrm>
              <a:off x="5693490" y="3475234"/>
              <a:ext cx="337238" cy="364434"/>
            </a:xfrm>
            <a:custGeom>
              <a:avLst/>
              <a:gdLst>
                <a:gd name="connsiteX0" fmla="*/ 180433 w 337238"/>
                <a:gd name="connsiteY0" fmla="*/ 73984 h 364434"/>
                <a:gd name="connsiteX1" fmla="*/ 163180 w 337238"/>
                <a:gd name="connsiteY1" fmla="*/ 78870 h 364434"/>
                <a:gd name="connsiteX2" fmla="*/ 125105 w 337238"/>
                <a:gd name="connsiteY2" fmla="*/ 160461 h 364434"/>
                <a:gd name="connsiteX3" fmla="*/ 171339 w 337238"/>
                <a:gd name="connsiteY3" fmla="*/ 163180 h 364434"/>
                <a:gd name="connsiteX4" fmla="*/ 214854 w 337238"/>
                <a:gd name="connsiteY4" fmla="*/ 108787 h 364434"/>
                <a:gd name="connsiteX5" fmla="*/ 180433 w 337238"/>
                <a:gd name="connsiteY5" fmla="*/ 73984 h 364434"/>
                <a:gd name="connsiteX6" fmla="*/ 174059 w 337238"/>
                <a:gd name="connsiteY6" fmla="*/ 0 h 364434"/>
                <a:gd name="connsiteX7" fmla="*/ 337238 w 337238"/>
                <a:gd name="connsiteY7" fmla="*/ 119665 h 364434"/>
                <a:gd name="connsiteX8" fmla="*/ 133264 w 337238"/>
                <a:gd name="connsiteY8" fmla="*/ 217573 h 364434"/>
                <a:gd name="connsiteX9" fmla="*/ 225732 w 337238"/>
                <a:gd name="connsiteY9" fmla="*/ 277405 h 364434"/>
                <a:gd name="connsiteX10" fmla="*/ 320920 w 337238"/>
                <a:gd name="connsiteY10" fmla="*/ 250208 h 364434"/>
                <a:gd name="connsiteX11" fmla="*/ 174059 w 337238"/>
                <a:gd name="connsiteY11" fmla="*/ 364434 h 364434"/>
                <a:gd name="connsiteX12" fmla="*/ 0 w 337238"/>
                <a:gd name="connsiteY12" fmla="*/ 184937 h 364434"/>
                <a:gd name="connsiteX13" fmla="*/ 174059 w 337238"/>
                <a:gd name="connsiteY13" fmla="*/ 0 h 364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37238" h="364434">
                  <a:moveTo>
                    <a:pt x="180433" y="73984"/>
                  </a:moveTo>
                  <a:cubicBezTo>
                    <a:pt x="174569" y="73941"/>
                    <a:pt x="168620" y="75471"/>
                    <a:pt x="163180" y="78870"/>
                  </a:cubicBezTo>
                  <a:cubicBezTo>
                    <a:pt x="135984" y="95189"/>
                    <a:pt x="127825" y="130544"/>
                    <a:pt x="125105" y="160461"/>
                  </a:cubicBezTo>
                  <a:cubicBezTo>
                    <a:pt x="125105" y="163180"/>
                    <a:pt x="168620" y="160461"/>
                    <a:pt x="171339" y="163180"/>
                  </a:cubicBezTo>
                  <a:cubicBezTo>
                    <a:pt x="195816" y="157741"/>
                    <a:pt x="214854" y="135984"/>
                    <a:pt x="214854" y="108787"/>
                  </a:cubicBezTo>
                  <a:cubicBezTo>
                    <a:pt x="214854" y="88389"/>
                    <a:pt x="198026" y="74111"/>
                    <a:pt x="180433" y="73984"/>
                  </a:cubicBezTo>
                  <a:close/>
                  <a:moveTo>
                    <a:pt x="174059" y="0"/>
                  </a:moveTo>
                  <a:cubicBezTo>
                    <a:pt x="233891" y="0"/>
                    <a:pt x="337238" y="29916"/>
                    <a:pt x="337238" y="119665"/>
                  </a:cubicBezTo>
                  <a:cubicBezTo>
                    <a:pt x="337238" y="209414"/>
                    <a:pt x="244770" y="217573"/>
                    <a:pt x="133264" y="217573"/>
                  </a:cubicBezTo>
                  <a:cubicBezTo>
                    <a:pt x="133264" y="217573"/>
                    <a:pt x="149581" y="277405"/>
                    <a:pt x="225732" y="277405"/>
                  </a:cubicBezTo>
                  <a:cubicBezTo>
                    <a:pt x="301883" y="277405"/>
                    <a:pt x="320920" y="250208"/>
                    <a:pt x="320920" y="250208"/>
                  </a:cubicBezTo>
                  <a:cubicBezTo>
                    <a:pt x="320920" y="250208"/>
                    <a:pt x="315481" y="364434"/>
                    <a:pt x="174059" y="364434"/>
                  </a:cubicBezTo>
                  <a:cubicBezTo>
                    <a:pt x="95188" y="364434"/>
                    <a:pt x="0" y="304602"/>
                    <a:pt x="0" y="184937"/>
                  </a:cubicBezTo>
                  <a:cubicBezTo>
                    <a:pt x="0" y="78870"/>
                    <a:pt x="73431" y="0"/>
                    <a:pt x="174059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FBCC10D7-F9B5-4884-95E0-76FFA954D306}"/>
                </a:ext>
              </a:extLst>
            </p:cNvPr>
            <p:cNvSpPr/>
            <p:nvPr/>
          </p:nvSpPr>
          <p:spPr bwMode="black">
            <a:xfrm>
              <a:off x="5376945" y="3338014"/>
              <a:ext cx="353556" cy="543931"/>
            </a:xfrm>
            <a:custGeom>
              <a:avLst/>
              <a:gdLst>
                <a:gd name="connsiteX0" fmla="*/ 311107 w 353555"/>
                <a:gd name="connsiteY0" fmla="*/ 433663 h 543931"/>
                <a:gd name="connsiteX1" fmla="*/ 215919 w 353555"/>
                <a:gd name="connsiteY1" fmla="*/ 501654 h 543931"/>
                <a:gd name="connsiteX2" fmla="*/ 98973 w 353555"/>
                <a:gd name="connsiteY2" fmla="*/ 392868 h 543931"/>
                <a:gd name="connsiteX3" fmla="*/ 98973 w 353555"/>
                <a:gd name="connsiteY3" fmla="*/ 221530 h 543931"/>
                <a:gd name="connsiteX4" fmla="*/ 82655 w 353555"/>
                <a:gd name="connsiteY4" fmla="*/ 221530 h 543931"/>
                <a:gd name="connsiteX5" fmla="*/ 58178 w 353555"/>
                <a:gd name="connsiteY5" fmla="*/ 191614 h 543931"/>
                <a:gd name="connsiteX6" fmla="*/ 85375 w 353555"/>
                <a:gd name="connsiteY6" fmla="*/ 164417 h 543931"/>
                <a:gd name="connsiteX7" fmla="*/ 101693 w 353555"/>
                <a:gd name="connsiteY7" fmla="*/ 164417 h 543931"/>
                <a:gd name="connsiteX8" fmla="*/ 101693 w 353555"/>
                <a:gd name="connsiteY8" fmla="*/ 118183 h 543931"/>
                <a:gd name="connsiteX9" fmla="*/ 166965 w 353555"/>
                <a:gd name="connsiteY9" fmla="*/ 58350 h 543931"/>
                <a:gd name="connsiteX10" fmla="*/ 229517 w 353555"/>
                <a:gd name="connsiteY10" fmla="*/ 118183 h 543931"/>
                <a:gd name="connsiteX11" fmla="*/ 229517 w 353555"/>
                <a:gd name="connsiteY11" fmla="*/ 118183 h 543931"/>
                <a:gd name="connsiteX12" fmla="*/ 229517 w 353555"/>
                <a:gd name="connsiteY12" fmla="*/ 164417 h 543931"/>
                <a:gd name="connsiteX13" fmla="*/ 283910 w 353555"/>
                <a:gd name="connsiteY13" fmla="*/ 164417 h 543931"/>
                <a:gd name="connsiteX14" fmla="*/ 308387 w 353555"/>
                <a:gd name="connsiteY14" fmla="*/ 194333 h 543931"/>
                <a:gd name="connsiteX15" fmla="*/ 281190 w 353555"/>
                <a:gd name="connsiteY15" fmla="*/ 221530 h 543931"/>
                <a:gd name="connsiteX16" fmla="*/ 229517 w 353555"/>
                <a:gd name="connsiteY16" fmla="*/ 221530 h 543931"/>
                <a:gd name="connsiteX17" fmla="*/ 229517 w 353555"/>
                <a:gd name="connsiteY17" fmla="*/ 365671 h 543931"/>
                <a:gd name="connsiteX18" fmla="*/ 311107 w 353555"/>
                <a:gd name="connsiteY18" fmla="*/ 433663 h 543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53555" h="543931">
                  <a:moveTo>
                    <a:pt x="311107" y="433663"/>
                  </a:moveTo>
                  <a:cubicBezTo>
                    <a:pt x="311107" y="433663"/>
                    <a:pt x="278471" y="501654"/>
                    <a:pt x="215919" y="501654"/>
                  </a:cubicBezTo>
                  <a:cubicBezTo>
                    <a:pt x="164245" y="501654"/>
                    <a:pt x="101693" y="458140"/>
                    <a:pt x="98973" y="392868"/>
                  </a:cubicBezTo>
                  <a:cubicBezTo>
                    <a:pt x="98973" y="392868"/>
                    <a:pt x="98973" y="297680"/>
                    <a:pt x="98973" y="221530"/>
                  </a:cubicBezTo>
                  <a:lnTo>
                    <a:pt x="82655" y="221530"/>
                  </a:lnTo>
                  <a:cubicBezTo>
                    <a:pt x="74496" y="221530"/>
                    <a:pt x="58178" y="216090"/>
                    <a:pt x="58178" y="191614"/>
                  </a:cubicBezTo>
                  <a:cubicBezTo>
                    <a:pt x="58178" y="167137"/>
                    <a:pt x="77216" y="164417"/>
                    <a:pt x="85375" y="164417"/>
                  </a:cubicBezTo>
                  <a:lnTo>
                    <a:pt x="101693" y="164417"/>
                  </a:lnTo>
                  <a:cubicBezTo>
                    <a:pt x="101693" y="137220"/>
                    <a:pt x="101693" y="118183"/>
                    <a:pt x="101693" y="118183"/>
                  </a:cubicBezTo>
                  <a:cubicBezTo>
                    <a:pt x="104413" y="85547"/>
                    <a:pt x="134329" y="55631"/>
                    <a:pt x="166965" y="58350"/>
                  </a:cubicBezTo>
                  <a:cubicBezTo>
                    <a:pt x="196881" y="61070"/>
                    <a:pt x="229517" y="85547"/>
                    <a:pt x="229517" y="118183"/>
                  </a:cubicBezTo>
                  <a:lnTo>
                    <a:pt x="229517" y="118183"/>
                  </a:lnTo>
                  <a:lnTo>
                    <a:pt x="229517" y="164417"/>
                  </a:lnTo>
                  <a:lnTo>
                    <a:pt x="283910" y="164417"/>
                  </a:lnTo>
                  <a:cubicBezTo>
                    <a:pt x="292069" y="164417"/>
                    <a:pt x="308387" y="169856"/>
                    <a:pt x="308387" y="194333"/>
                  </a:cubicBezTo>
                  <a:cubicBezTo>
                    <a:pt x="308387" y="218810"/>
                    <a:pt x="292069" y="221530"/>
                    <a:pt x="281190" y="221530"/>
                  </a:cubicBezTo>
                  <a:lnTo>
                    <a:pt x="229517" y="221530"/>
                  </a:lnTo>
                  <a:lnTo>
                    <a:pt x="229517" y="365671"/>
                  </a:lnTo>
                  <a:cubicBezTo>
                    <a:pt x="226797" y="409186"/>
                    <a:pt x="267592" y="433663"/>
                    <a:pt x="311107" y="433663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DC3432CC-EC60-49E1-82E4-7E2CBE3EE40A}"/>
                </a:ext>
              </a:extLst>
            </p:cNvPr>
            <p:cNvSpPr/>
            <p:nvPr/>
          </p:nvSpPr>
          <p:spPr bwMode="black">
            <a:xfrm>
              <a:off x="7090329" y="3338014"/>
              <a:ext cx="353556" cy="543931"/>
            </a:xfrm>
            <a:custGeom>
              <a:avLst/>
              <a:gdLst>
                <a:gd name="connsiteX0" fmla="*/ 311107 w 353555"/>
                <a:gd name="connsiteY0" fmla="*/ 433663 h 543931"/>
                <a:gd name="connsiteX1" fmla="*/ 215919 w 353555"/>
                <a:gd name="connsiteY1" fmla="*/ 501654 h 543931"/>
                <a:gd name="connsiteX2" fmla="*/ 98973 w 353555"/>
                <a:gd name="connsiteY2" fmla="*/ 392868 h 543931"/>
                <a:gd name="connsiteX3" fmla="*/ 98973 w 353555"/>
                <a:gd name="connsiteY3" fmla="*/ 221530 h 543931"/>
                <a:gd name="connsiteX4" fmla="*/ 82655 w 353555"/>
                <a:gd name="connsiteY4" fmla="*/ 221530 h 543931"/>
                <a:gd name="connsiteX5" fmla="*/ 58178 w 353555"/>
                <a:gd name="connsiteY5" fmla="*/ 191614 h 543931"/>
                <a:gd name="connsiteX6" fmla="*/ 85375 w 353555"/>
                <a:gd name="connsiteY6" fmla="*/ 164417 h 543931"/>
                <a:gd name="connsiteX7" fmla="*/ 101693 w 353555"/>
                <a:gd name="connsiteY7" fmla="*/ 164417 h 543931"/>
                <a:gd name="connsiteX8" fmla="*/ 101693 w 353555"/>
                <a:gd name="connsiteY8" fmla="*/ 118183 h 543931"/>
                <a:gd name="connsiteX9" fmla="*/ 166965 w 353555"/>
                <a:gd name="connsiteY9" fmla="*/ 58350 h 543931"/>
                <a:gd name="connsiteX10" fmla="*/ 229517 w 353555"/>
                <a:gd name="connsiteY10" fmla="*/ 118183 h 543931"/>
                <a:gd name="connsiteX11" fmla="*/ 229517 w 353555"/>
                <a:gd name="connsiteY11" fmla="*/ 118183 h 543931"/>
                <a:gd name="connsiteX12" fmla="*/ 229517 w 353555"/>
                <a:gd name="connsiteY12" fmla="*/ 164417 h 543931"/>
                <a:gd name="connsiteX13" fmla="*/ 283910 w 353555"/>
                <a:gd name="connsiteY13" fmla="*/ 164417 h 543931"/>
                <a:gd name="connsiteX14" fmla="*/ 308387 w 353555"/>
                <a:gd name="connsiteY14" fmla="*/ 194333 h 543931"/>
                <a:gd name="connsiteX15" fmla="*/ 281190 w 353555"/>
                <a:gd name="connsiteY15" fmla="*/ 221530 h 543931"/>
                <a:gd name="connsiteX16" fmla="*/ 229517 w 353555"/>
                <a:gd name="connsiteY16" fmla="*/ 221530 h 543931"/>
                <a:gd name="connsiteX17" fmla="*/ 229517 w 353555"/>
                <a:gd name="connsiteY17" fmla="*/ 365671 h 543931"/>
                <a:gd name="connsiteX18" fmla="*/ 311107 w 353555"/>
                <a:gd name="connsiteY18" fmla="*/ 433663 h 543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53555" h="543931">
                  <a:moveTo>
                    <a:pt x="311107" y="433663"/>
                  </a:moveTo>
                  <a:cubicBezTo>
                    <a:pt x="311107" y="433663"/>
                    <a:pt x="278471" y="501654"/>
                    <a:pt x="215919" y="501654"/>
                  </a:cubicBezTo>
                  <a:cubicBezTo>
                    <a:pt x="164245" y="501654"/>
                    <a:pt x="101693" y="458140"/>
                    <a:pt x="98973" y="392868"/>
                  </a:cubicBezTo>
                  <a:cubicBezTo>
                    <a:pt x="98973" y="392868"/>
                    <a:pt x="98973" y="297680"/>
                    <a:pt x="98973" y="221530"/>
                  </a:cubicBezTo>
                  <a:lnTo>
                    <a:pt x="82655" y="221530"/>
                  </a:lnTo>
                  <a:cubicBezTo>
                    <a:pt x="74496" y="221530"/>
                    <a:pt x="58178" y="216090"/>
                    <a:pt x="58178" y="191614"/>
                  </a:cubicBezTo>
                  <a:cubicBezTo>
                    <a:pt x="58178" y="167137"/>
                    <a:pt x="77216" y="164417"/>
                    <a:pt x="85375" y="164417"/>
                  </a:cubicBezTo>
                  <a:lnTo>
                    <a:pt x="101693" y="164417"/>
                  </a:lnTo>
                  <a:cubicBezTo>
                    <a:pt x="101693" y="137220"/>
                    <a:pt x="101693" y="118183"/>
                    <a:pt x="101693" y="118183"/>
                  </a:cubicBezTo>
                  <a:cubicBezTo>
                    <a:pt x="104412" y="85547"/>
                    <a:pt x="134329" y="55631"/>
                    <a:pt x="166965" y="58350"/>
                  </a:cubicBezTo>
                  <a:cubicBezTo>
                    <a:pt x="196881" y="61070"/>
                    <a:pt x="229517" y="85547"/>
                    <a:pt x="229517" y="118183"/>
                  </a:cubicBezTo>
                  <a:lnTo>
                    <a:pt x="229517" y="118183"/>
                  </a:lnTo>
                  <a:lnTo>
                    <a:pt x="229517" y="164417"/>
                  </a:lnTo>
                  <a:lnTo>
                    <a:pt x="283910" y="164417"/>
                  </a:lnTo>
                  <a:cubicBezTo>
                    <a:pt x="292069" y="164417"/>
                    <a:pt x="308387" y="169856"/>
                    <a:pt x="308387" y="194333"/>
                  </a:cubicBezTo>
                  <a:cubicBezTo>
                    <a:pt x="308387" y="218810"/>
                    <a:pt x="292069" y="221530"/>
                    <a:pt x="281190" y="221530"/>
                  </a:cubicBezTo>
                  <a:lnTo>
                    <a:pt x="229517" y="221530"/>
                  </a:lnTo>
                  <a:lnTo>
                    <a:pt x="229517" y="365671"/>
                  </a:lnTo>
                  <a:cubicBezTo>
                    <a:pt x="229517" y="409186"/>
                    <a:pt x="270312" y="433663"/>
                    <a:pt x="311107" y="433663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496C76B7-245D-481E-B35F-7C1ECEB9548A}"/>
                </a:ext>
              </a:extLst>
            </p:cNvPr>
            <p:cNvSpPr/>
            <p:nvPr/>
          </p:nvSpPr>
          <p:spPr bwMode="black">
            <a:xfrm>
              <a:off x="2080719" y="4178559"/>
              <a:ext cx="462342" cy="788700"/>
            </a:xfrm>
            <a:custGeom>
              <a:avLst/>
              <a:gdLst>
                <a:gd name="connsiteX0" fmla="*/ 403575 w 462341"/>
                <a:gd name="connsiteY0" fmla="*/ 583072 h 788699"/>
                <a:gd name="connsiteX1" fmla="*/ 406295 w 462341"/>
                <a:gd name="connsiteY1" fmla="*/ 596670 h 788699"/>
                <a:gd name="connsiteX2" fmla="*/ 400855 w 462341"/>
                <a:gd name="connsiteY2" fmla="*/ 610268 h 788699"/>
                <a:gd name="connsiteX3" fmla="*/ 389977 w 462341"/>
                <a:gd name="connsiteY3" fmla="*/ 626586 h 788699"/>
                <a:gd name="connsiteX4" fmla="*/ 354621 w 462341"/>
                <a:gd name="connsiteY4" fmla="*/ 675540 h 788699"/>
                <a:gd name="connsiteX5" fmla="*/ 327424 w 462341"/>
                <a:gd name="connsiteY5" fmla="*/ 691858 h 788699"/>
                <a:gd name="connsiteX6" fmla="*/ 292069 w 462341"/>
                <a:gd name="connsiteY6" fmla="*/ 713615 h 788699"/>
                <a:gd name="connsiteX7" fmla="*/ 251274 w 462341"/>
                <a:gd name="connsiteY7" fmla="*/ 724494 h 788699"/>
                <a:gd name="connsiteX8" fmla="*/ 221358 w 462341"/>
                <a:gd name="connsiteY8" fmla="*/ 721774 h 788699"/>
                <a:gd name="connsiteX9" fmla="*/ 191442 w 462341"/>
                <a:gd name="connsiteY9" fmla="*/ 721774 h 788699"/>
                <a:gd name="connsiteX10" fmla="*/ 153366 w 462341"/>
                <a:gd name="connsiteY10" fmla="*/ 713615 h 788699"/>
                <a:gd name="connsiteX11" fmla="*/ 104412 w 462341"/>
                <a:gd name="connsiteY11" fmla="*/ 675540 h 788699"/>
                <a:gd name="connsiteX12" fmla="*/ 104412 w 462341"/>
                <a:gd name="connsiteY12" fmla="*/ 689138 h 788699"/>
                <a:gd name="connsiteX13" fmla="*/ 101693 w 462341"/>
                <a:gd name="connsiteY13" fmla="*/ 710895 h 788699"/>
                <a:gd name="connsiteX14" fmla="*/ 85375 w 462341"/>
                <a:gd name="connsiteY14" fmla="*/ 732653 h 788699"/>
                <a:gd name="connsiteX15" fmla="*/ 69057 w 462341"/>
                <a:gd name="connsiteY15" fmla="*/ 727214 h 788699"/>
                <a:gd name="connsiteX16" fmla="*/ 60898 w 462341"/>
                <a:gd name="connsiteY16" fmla="*/ 710895 h 788699"/>
                <a:gd name="connsiteX17" fmla="*/ 58178 w 462341"/>
                <a:gd name="connsiteY17" fmla="*/ 691858 h 788699"/>
                <a:gd name="connsiteX18" fmla="*/ 60898 w 462341"/>
                <a:gd name="connsiteY18" fmla="*/ 664661 h 788699"/>
                <a:gd name="connsiteX19" fmla="*/ 60898 w 462341"/>
                <a:gd name="connsiteY19" fmla="*/ 607549 h 788699"/>
                <a:gd name="connsiteX20" fmla="*/ 63618 w 462341"/>
                <a:gd name="connsiteY20" fmla="*/ 528679 h 788699"/>
                <a:gd name="connsiteX21" fmla="*/ 69057 w 462341"/>
                <a:gd name="connsiteY21" fmla="*/ 504202 h 788699"/>
                <a:gd name="connsiteX22" fmla="*/ 74496 w 462341"/>
                <a:gd name="connsiteY22" fmla="*/ 493323 h 788699"/>
                <a:gd name="connsiteX23" fmla="*/ 82655 w 462341"/>
                <a:gd name="connsiteY23" fmla="*/ 487884 h 788699"/>
                <a:gd name="connsiteX24" fmla="*/ 90814 w 462341"/>
                <a:gd name="connsiteY24" fmla="*/ 493323 h 788699"/>
                <a:gd name="connsiteX25" fmla="*/ 98973 w 462341"/>
                <a:gd name="connsiteY25" fmla="*/ 512361 h 788699"/>
                <a:gd name="connsiteX26" fmla="*/ 101693 w 462341"/>
                <a:gd name="connsiteY26" fmla="*/ 555875 h 788699"/>
                <a:gd name="connsiteX27" fmla="*/ 101693 w 462341"/>
                <a:gd name="connsiteY27" fmla="*/ 596670 h 788699"/>
                <a:gd name="connsiteX28" fmla="*/ 109852 w 462341"/>
                <a:gd name="connsiteY28" fmla="*/ 626586 h 788699"/>
                <a:gd name="connsiteX29" fmla="*/ 128889 w 462341"/>
                <a:gd name="connsiteY29" fmla="*/ 651063 h 788699"/>
                <a:gd name="connsiteX30" fmla="*/ 153366 w 462341"/>
                <a:gd name="connsiteY30" fmla="*/ 670101 h 788699"/>
                <a:gd name="connsiteX31" fmla="*/ 196881 w 462341"/>
                <a:gd name="connsiteY31" fmla="*/ 678260 h 788699"/>
                <a:gd name="connsiteX32" fmla="*/ 221358 w 462341"/>
                <a:gd name="connsiteY32" fmla="*/ 667381 h 788699"/>
                <a:gd name="connsiteX33" fmla="*/ 253994 w 462341"/>
                <a:gd name="connsiteY33" fmla="*/ 659222 h 788699"/>
                <a:gd name="connsiteX34" fmla="*/ 275751 w 462341"/>
                <a:gd name="connsiteY34" fmla="*/ 637465 h 788699"/>
                <a:gd name="connsiteX35" fmla="*/ 281190 w 462341"/>
                <a:gd name="connsiteY35" fmla="*/ 615708 h 788699"/>
                <a:gd name="connsiteX36" fmla="*/ 278471 w 462341"/>
                <a:gd name="connsiteY36" fmla="*/ 602109 h 788699"/>
                <a:gd name="connsiteX37" fmla="*/ 262153 w 462341"/>
                <a:gd name="connsiteY37" fmla="*/ 572193 h 788699"/>
                <a:gd name="connsiteX38" fmla="*/ 245835 w 462341"/>
                <a:gd name="connsiteY38" fmla="*/ 536838 h 788699"/>
                <a:gd name="connsiteX39" fmla="*/ 196881 w 462341"/>
                <a:gd name="connsiteY39" fmla="*/ 477005 h 788699"/>
                <a:gd name="connsiteX40" fmla="*/ 145207 w 462341"/>
                <a:gd name="connsiteY40" fmla="*/ 419892 h 788699"/>
                <a:gd name="connsiteX41" fmla="*/ 93534 w 462341"/>
                <a:gd name="connsiteY41" fmla="*/ 357340 h 788699"/>
                <a:gd name="connsiteX42" fmla="*/ 66337 w 462341"/>
                <a:gd name="connsiteY42" fmla="*/ 283910 h 788699"/>
                <a:gd name="connsiteX43" fmla="*/ 58178 w 462341"/>
                <a:gd name="connsiteY43" fmla="*/ 224077 h 788699"/>
                <a:gd name="connsiteX44" fmla="*/ 82655 w 462341"/>
                <a:gd name="connsiteY44" fmla="*/ 150647 h 788699"/>
                <a:gd name="connsiteX45" fmla="*/ 137048 w 462341"/>
                <a:gd name="connsiteY45" fmla="*/ 96253 h 788699"/>
                <a:gd name="connsiteX46" fmla="*/ 196881 w 462341"/>
                <a:gd name="connsiteY46" fmla="*/ 77216 h 788699"/>
                <a:gd name="connsiteX47" fmla="*/ 232236 w 462341"/>
                <a:gd name="connsiteY47" fmla="*/ 69057 h 788699"/>
                <a:gd name="connsiteX48" fmla="*/ 262153 w 462341"/>
                <a:gd name="connsiteY48" fmla="*/ 74496 h 788699"/>
                <a:gd name="connsiteX49" fmla="*/ 294789 w 462341"/>
                <a:gd name="connsiteY49" fmla="*/ 85375 h 788699"/>
                <a:gd name="connsiteX50" fmla="*/ 327424 w 462341"/>
                <a:gd name="connsiteY50" fmla="*/ 104412 h 788699"/>
                <a:gd name="connsiteX51" fmla="*/ 332864 w 462341"/>
                <a:gd name="connsiteY51" fmla="*/ 74496 h 788699"/>
                <a:gd name="connsiteX52" fmla="*/ 338303 w 462341"/>
                <a:gd name="connsiteY52" fmla="*/ 63618 h 788699"/>
                <a:gd name="connsiteX53" fmla="*/ 349182 w 462341"/>
                <a:gd name="connsiteY53" fmla="*/ 58178 h 788699"/>
                <a:gd name="connsiteX54" fmla="*/ 357341 w 462341"/>
                <a:gd name="connsiteY54" fmla="*/ 63618 h 788699"/>
                <a:gd name="connsiteX55" fmla="*/ 365500 w 462341"/>
                <a:gd name="connsiteY55" fmla="*/ 82655 h 788699"/>
                <a:gd name="connsiteX56" fmla="*/ 368219 w 462341"/>
                <a:gd name="connsiteY56" fmla="*/ 142488 h 788699"/>
                <a:gd name="connsiteX57" fmla="*/ 368219 w 462341"/>
                <a:gd name="connsiteY57" fmla="*/ 188722 h 788699"/>
                <a:gd name="connsiteX58" fmla="*/ 370939 w 462341"/>
                <a:gd name="connsiteY58" fmla="*/ 245834 h 788699"/>
                <a:gd name="connsiteX59" fmla="*/ 354621 w 462341"/>
                <a:gd name="connsiteY59" fmla="*/ 286629 h 788699"/>
                <a:gd name="connsiteX60" fmla="*/ 338303 w 462341"/>
                <a:gd name="connsiteY60" fmla="*/ 281190 h 788699"/>
                <a:gd name="connsiteX61" fmla="*/ 330144 w 462341"/>
                <a:gd name="connsiteY61" fmla="*/ 264872 h 788699"/>
                <a:gd name="connsiteX62" fmla="*/ 327424 w 462341"/>
                <a:gd name="connsiteY62" fmla="*/ 248554 h 788699"/>
                <a:gd name="connsiteX63" fmla="*/ 330144 w 462341"/>
                <a:gd name="connsiteY63" fmla="*/ 221357 h 788699"/>
                <a:gd name="connsiteX64" fmla="*/ 330144 w 462341"/>
                <a:gd name="connsiteY64" fmla="*/ 188722 h 788699"/>
                <a:gd name="connsiteX65" fmla="*/ 327424 w 462341"/>
                <a:gd name="connsiteY65" fmla="*/ 164245 h 788699"/>
                <a:gd name="connsiteX66" fmla="*/ 311107 w 462341"/>
                <a:gd name="connsiteY66" fmla="*/ 134329 h 788699"/>
                <a:gd name="connsiteX67" fmla="*/ 283910 w 462341"/>
                <a:gd name="connsiteY67" fmla="*/ 118011 h 788699"/>
                <a:gd name="connsiteX68" fmla="*/ 251274 w 462341"/>
                <a:gd name="connsiteY68" fmla="*/ 112571 h 788699"/>
                <a:gd name="connsiteX69" fmla="*/ 215918 w 462341"/>
                <a:gd name="connsiteY69" fmla="*/ 123450 h 788699"/>
                <a:gd name="connsiteX70" fmla="*/ 202320 w 462341"/>
                <a:gd name="connsiteY70" fmla="*/ 147927 h 788699"/>
                <a:gd name="connsiteX71" fmla="*/ 188722 w 462341"/>
                <a:gd name="connsiteY71" fmla="*/ 180563 h 788699"/>
                <a:gd name="connsiteX72" fmla="*/ 183283 w 462341"/>
                <a:gd name="connsiteY72" fmla="*/ 210479 h 788699"/>
                <a:gd name="connsiteX73" fmla="*/ 188722 w 462341"/>
                <a:gd name="connsiteY73" fmla="*/ 226797 h 788699"/>
                <a:gd name="connsiteX74" fmla="*/ 188722 w 462341"/>
                <a:gd name="connsiteY74" fmla="*/ 248554 h 788699"/>
                <a:gd name="connsiteX75" fmla="*/ 210479 w 462341"/>
                <a:gd name="connsiteY75" fmla="*/ 273031 h 788699"/>
                <a:gd name="connsiteX76" fmla="*/ 226797 w 462341"/>
                <a:gd name="connsiteY76" fmla="*/ 300228 h 788699"/>
                <a:gd name="connsiteX77" fmla="*/ 256713 w 462341"/>
                <a:gd name="connsiteY77" fmla="*/ 332864 h 788699"/>
                <a:gd name="connsiteX78" fmla="*/ 275751 w 462341"/>
                <a:gd name="connsiteY78" fmla="*/ 351901 h 788699"/>
                <a:gd name="connsiteX79" fmla="*/ 324705 w 462341"/>
                <a:gd name="connsiteY79" fmla="*/ 400855 h 788699"/>
                <a:gd name="connsiteX80" fmla="*/ 343742 w 462341"/>
                <a:gd name="connsiteY80" fmla="*/ 428051 h 788699"/>
                <a:gd name="connsiteX81" fmla="*/ 351901 w 462341"/>
                <a:gd name="connsiteY81" fmla="*/ 433491 h 788699"/>
                <a:gd name="connsiteX82" fmla="*/ 360060 w 462341"/>
                <a:gd name="connsiteY82" fmla="*/ 447089 h 788699"/>
                <a:gd name="connsiteX83" fmla="*/ 384537 w 462341"/>
                <a:gd name="connsiteY83" fmla="*/ 474286 h 788699"/>
                <a:gd name="connsiteX84" fmla="*/ 395416 w 462341"/>
                <a:gd name="connsiteY84" fmla="*/ 506921 h 788699"/>
                <a:gd name="connsiteX85" fmla="*/ 406295 w 462341"/>
                <a:gd name="connsiteY85" fmla="*/ 536838 h 788699"/>
                <a:gd name="connsiteX86" fmla="*/ 409014 w 462341"/>
                <a:gd name="connsiteY86" fmla="*/ 547716 h 788699"/>
                <a:gd name="connsiteX87" fmla="*/ 406295 w 462341"/>
                <a:gd name="connsiteY87" fmla="*/ 569473 h 788699"/>
                <a:gd name="connsiteX88" fmla="*/ 403575 w 462341"/>
                <a:gd name="connsiteY88" fmla="*/ 583072 h 788699"/>
                <a:gd name="connsiteX89" fmla="*/ 403575 w 462341"/>
                <a:gd name="connsiteY89" fmla="*/ 583072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462341" h="788699">
                  <a:moveTo>
                    <a:pt x="403575" y="583072"/>
                  </a:moveTo>
                  <a:cubicBezTo>
                    <a:pt x="403575" y="588511"/>
                    <a:pt x="406295" y="591231"/>
                    <a:pt x="406295" y="596670"/>
                  </a:cubicBezTo>
                  <a:cubicBezTo>
                    <a:pt x="406295" y="602109"/>
                    <a:pt x="403575" y="604829"/>
                    <a:pt x="400855" y="610268"/>
                  </a:cubicBezTo>
                  <a:cubicBezTo>
                    <a:pt x="398136" y="615708"/>
                    <a:pt x="392696" y="621147"/>
                    <a:pt x="389977" y="626586"/>
                  </a:cubicBezTo>
                  <a:cubicBezTo>
                    <a:pt x="381818" y="645624"/>
                    <a:pt x="368219" y="661942"/>
                    <a:pt x="354621" y="675540"/>
                  </a:cubicBezTo>
                  <a:cubicBezTo>
                    <a:pt x="346462" y="683699"/>
                    <a:pt x="338303" y="686419"/>
                    <a:pt x="327424" y="691858"/>
                  </a:cubicBezTo>
                  <a:cubicBezTo>
                    <a:pt x="316546" y="700017"/>
                    <a:pt x="302948" y="708176"/>
                    <a:pt x="292069" y="713615"/>
                  </a:cubicBezTo>
                  <a:cubicBezTo>
                    <a:pt x="281190" y="719054"/>
                    <a:pt x="264872" y="724494"/>
                    <a:pt x="251274" y="724494"/>
                  </a:cubicBezTo>
                  <a:cubicBezTo>
                    <a:pt x="240395" y="724494"/>
                    <a:pt x="229517" y="721774"/>
                    <a:pt x="221358" y="721774"/>
                  </a:cubicBezTo>
                  <a:cubicBezTo>
                    <a:pt x="213199" y="721774"/>
                    <a:pt x="202320" y="721774"/>
                    <a:pt x="191442" y="721774"/>
                  </a:cubicBezTo>
                  <a:cubicBezTo>
                    <a:pt x="172404" y="721774"/>
                    <a:pt x="172404" y="721774"/>
                    <a:pt x="153366" y="713615"/>
                  </a:cubicBezTo>
                  <a:cubicBezTo>
                    <a:pt x="134329" y="708176"/>
                    <a:pt x="118011" y="691858"/>
                    <a:pt x="104412" y="675540"/>
                  </a:cubicBezTo>
                  <a:cubicBezTo>
                    <a:pt x="104412" y="678260"/>
                    <a:pt x="104412" y="680979"/>
                    <a:pt x="104412" y="689138"/>
                  </a:cubicBezTo>
                  <a:cubicBezTo>
                    <a:pt x="104412" y="694578"/>
                    <a:pt x="104412" y="702737"/>
                    <a:pt x="101693" y="710895"/>
                  </a:cubicBezTo>
                  <a:cubicBezTo>
                    <a:pt x="101693" y="721774"/>
                    <a:pt x="96253" y="732653"/>
                    <a:pt x="85375" y="732653"/>
                  </a:cubicBezTo>
                  <a:cubicBezTo>
                    <a:pt x="77216" y="732653"/>
                    <a:pt x="74496" y="729933"/>
                    <a:pt x="69057" y="727214"/>
                  </a:cubicBezTo>
                  <a:cubicBezTo>
                    <a:pt x="63618" y="724494"/>
                    <a:pt x="60898" y="716335"/>
                    <a:pt x="60898" y="710895"/>
                  </a:cubicBezTo>
                  <a:cubicBezTo>
                    <a:pt x="58178" y="702737"/>
                    <a:pt x="58178" y="697297"/>
                    <a:pt x="58178" y="691858"/>
                  </a:cubicBezTo>
                  <a:cubicBezTo>
                    <a:pt x="58178" y="683699"/>
                    <a:pt x="60898" y="678260"/>
                    <a:pt x="60898" y="664661"/>
                  </a:cubicBezTo>
                  <a:cubicBezTo>
                    <a:pt x="60898" y="656502"/>
                    <a:pt x="60898" y="632026"/>
                    <a:pt x="60898" y="607549"/>
                  </a:cubicBezTo>
                  <a:cubicBezTo>
                    <a:pt x="60898" y="574913"/>
                    <a:pt x="60898" y="542277"/>
                    <a:pt x="63618" y="528679"/>
                  </a:cubicBezTo>
                  <a:cubicBezTo>
                    <a:pt x="63618" y="520520"/>
                    <a:pt x="63618" y="509641"/>
                    <a:pt x="69057" y="504202"/>
                  </a:cubicBezTo>
                  <a:cubicBezTo>
                    <a:pt x="71777" y="501482"/>
                    <a:pt x="71777" y="498762"/>
                    <a:pt x="74496" y="493323"/>
                  </a:cubicBezTo>
                  <a:cubicBezTo>
                    <a:pt x="77216" y="490603"/>
                    <a:pt x="79936" y="487884"/>
                    <a:pt x="82655" y="487884"/>
                  </a:cubicBezTo>
                  <a:cubicBezTo>
                    <a:pt x="85375" y="487884"/>
                    <a:pt x="90814" y="490603"/>
                    <a:pt x="90814" y="493323"/>
                  </a:cubicBezTo>
                  <a:cubicBezTo>
                    <a:pt x="93534" y="498762"/>
                    <a:pt x="98973" y="506921"/>
                    <a:pt x="98973" y="512361"/>
                  </a:cubicBezTo>
                  <a:cubicBezTo>
                    <a:pt x="98973" y="520520"/>
                    <a:pt x="101693" y="536838"/>
                    <a:pt x="101693" y="555875"/>
                  </a:cubicBezTo>
                  <a:cubicBezTo>
                    <a:pt x="101693" y="569473"/>
                    <a:pt x="101693" y="583072"/>
                    <a:pt x="101693" y="596670"/>
                  </a:cubicBezTo>
                  <a:cubicBezTo>
                    <a:pt x="101693" y="607549"/>
                    <a:pt x="104412" y="618427"/>
                    <a:pt x="109852" y="626586"/>
                  </a:cubicBezTo>
                  <a:cubicBezTo>
                    <a:pt x="115291" y="637465"/>
                    <a:pt x="123450" y="642904"/>
                    <a:pt x="128889" y="651063"/>
                  </a:cubicBezTo>
                  <a:cubicBezTo>
                    <a:pt x="137048" y="661942"/>
                    <a:pt x="139768" y="667381"/>
                    <a:pt x="153366" y="670101"/>
                  </a:cubicBezTo>
                  <a:cubicBezTo>
                    <a:pt x="161525" y="670101"/>
                    <a:pt x="183283" y="678260"/>
                    <a:pt x="196881" y="678260"/>
                  </a:cubicBezTo>
                  <a:cubicBezTo>
                    <a:pt x="207759" y="678260"/>
                    <a:pt x="210479" y="672820"/>
                    <a:pt x="221358" y="667381"/>
                  </a:cubicBezTo>
                  <a:cubicBezTo>
                    <a:pt x="232236" y="661942"/>
                    <a:pt x="245835" y="664661"/>
                    <a:pt x="253994" y="659222"/>
                  </a:cubicBezTo>
                  <a:cubicBezTo>
                    <a:pt x="262153" y="653783"/>
                    <a:pt x="273031" y="645624"/>
                    <a:pt x="275751" y="637465"/>
                  </a:cubicBezTo>
                  <a:cubicBezTo>
                    <a:pt x="281190" y="629306"/>
                    <a:pt x="281190" y="621147"/>
                    <a:pt x="281190" y="615708"/>
                  </a:cubicBezTo>
                  <a:cubicBezTo>
                    <a:pt x="281190" y="610268"/>
                    <a:pt x="281190" y="607549"/>
                    <a:pt x="278471" y="602109"/>
                  </a:cubicBezTo>
                  <a:cubicBezTo>
                    <a:pt x="275751" y="591231"/>
                    <a:pt x="267592" y="583072"/>
                    <a:pt x="262153" y="572193"/>
                  </a:cubicBezTo>
                  <a:cubicBezTo>
                    <a:pt x="256713" y="561314"/>
                    <a:pt x="253994" y="547716"/>
                    <a:pt x="245835" y="536838"/>
                  </a:cubicBezTo>
                  <a:cubicBezTo>
                    <a:pt x="232236" y="515080"/>
                    <a:pt x="213199" y="498762"/>
                    <a:pt x="196881" y="477005"/>
                  </a:cubicBezTo>
                  <a:cubicBezTo>
                    <a:pt x="180563" y="457968"/>
                    <a:pt x="164245" y="438930"/>
                    <a:pt x="145207" y="419892"/>
                  </a:cubicBezTo>
                  <a:cubicBezTo>
                    <a:pt x="126170" y="400855"/>
                    <a:pt x="109852" y="379098"/>
                    <a:pt x="93534" y="357340"/>
                  </a:cubicBezTo>
                  <a:cubicBezTo>
                    <a:pt x="77216" y="335583"/>
                    <a:pt x="71777" y="308387"/>
                    <a:pt x="66337" y="283910"/>
                  </a:cubicBezTo>
                  <a:cubicBezTo>
                    <a:pt x="63618" y="267592"/>
                    <a:pt x="58178" y="245834"/>
                    <a:pt x="58178" y="224077"/>
                  </a:cubicBezTo>
                  <a:cubicBezTo>
                    <a:pt x="58178" y="194161"/>
                    <a:pt x="69057" y="175123"/>
                    <a:pt x="82655" y="150647"/>
                  </a:cubicBezTo>
                  <a:cubicBezTo>
                    <a:pt x="96253" y="128889"/>
                    <a:pt x="115291" y="109852"/>
                    <a:pt x="137048" y="96253"/>
                  </a:cubicBezTo>
                  <a:cubicBezTo>
                    <a:pt x="158806" y="82655"/>
                    <a:pt x="172404" y="79936"/>
                    <a:pt x="196881" y="77216"/>
                  </a:cubicBezTo>
                  <a:cubicBezTo>
                    <a:pt x="210479" y="77216"/>
                    <a:pt x="215918" y="69057"/>
                    <a:pt x="232236" y="69057"/>
                  </a:cubicBezTo>
                  <a:cubicBezTo>
                    <a:pt x="243115" y="69057"/>
                    <a:pt x="251274" y="71776"/>
                    <a:pt x="262153" y="74496"/>
                  </a:cubicBezTo>
                  <a:cubicBezTo>
                    <a:pt x="273031" y="77216"/>
                    <a:pt x="283910" y="82655"/>
                    <a:pt x="294789" y="85375"/>
                  </a:cubicBezTo>
                  <a:cubicBezTo>
                    <a:pt x="308387" y="90814"/>
                    <a:pt x="319265" y="96253"/>
                    <a:pt x="327424" y="104412"/>
                  </a:cubicBezTo>
                  <a:cubicBezTo>
                    <a:pt x="327424" y="90814"/>
                    <a:pt x="327424" y="79936"/>
                    <a:pt x="332864" y="74496"/>
                  </a:cubicBezTo>
                  <a:cubicBezTo>
                    <a:pt x="335583" y="71776"/>
                    <a:pt x="335583" y="69057"/>
                    <a:pt x="338303" y="63618"/>
                  </a:cubicBezTo>
                  <a:cubicBezTo>
                    <a:pt x="341023" y="60898"/>
                    <a:pt x="346462" y="58178"/>
                    <a:pt x="349182" y="58178"/>
                  </a:cubicBezTo>
                  <a:cubicBezTo>
                    <a:pt x="351901" y="58178"/>
                    <a:pt x="357341" y="60898"/>
                    <a:pt x="357341" y="63618"/>
                  </a:cubicBezTo>
                  <a:cubicBezTo>
                    <a:pt x="360060" y="69057"/>
                    <a:pt x="365500" y="77216"/>
                    <a:pt x="365500" y="82655"/>
                  </a:cubicBezTo>
                  <a:cubicBezTo>
                    <a:pt x="365500" y="90814"/>
                    <a:pt x="368219" y="123450"/>
                    <a:pt x="368219" y="142488"/>
                  </a:cubicBezTo>
                  <a:cubicBezTo>
                    <a:pt x="368219" y="158806"/>
                    <a:pt x="368219" y="177843"/>
                    <a:pt x="368219" y="188722"/>
                  </a:cubicBezTo>
                  <a:cubicBezTo>
                    <a:pt x="368219" y="213199"/>
                    <a:pt x="370939" y="224077"/>
                    <a:pt x="370939" y="245834"/>
                  </a:cubicBezTo>
                  <a:cubicBezTo>
                    <a:pt x="370939" y="256713"/>
                    <a:pt x="370939" y="286629"/>
                    <a:pt x="354621" y="286629"/>
                  </a:cubicBezTo>
                  <a:cubicBezTo>
                    <a:pt x="346462" y="286629"/>
                    <a:pt x="343742" y="283910"/>
                    <a:pt x="338303" y="281190"/>
                  </a:cubicBezTo>
                  <a:cubicBezTo>
                    <a:pt x="332864" y="278470"/>
                    <a:pt x="330144" y="270311"/>
                    <a:pt x="330144" y="264872"/>
                  </a:cubicBezTo>
                  <a:cubicBezTo>
                    <a:pt x="327424" y="256713"/>
                    <a:pt x="327424" y="251274"/>
                    <a:pt x="327424" y="248554"/>
                  </a:cubicBezTo>
                  <a:cubicBezTo>
                    <a:pt x="327424" y="240395"/>
                    <a:pt x="330144" y="234956"/>
                    <a:pt x="330144" y="221357"/>
                  </a:cubicBezTo>
                  <a:cubicBezTo>
                    <a:pt x="330144" y="213199"/>
                    <a:pt x="330144" y="202320"/>
                    <a:pt x="330144" y="188722"/>
                  </a:cubicBezTo>
                  <a:cubicBezTo>
                    <a:pt x="330144" y="180563"/>
                    <a:pt x="327424" y="172404"/>
                    <a:pt x="327424" y="164245"/>
                  </a:cubicBezTo>
                  <a:cubicBezTo>
                    <a:pt x="324705" y="153366"/>
                    <a:pt x="319265" y="142488"/>
                    <a:pt x="311107" y="134329"/>
                  </a:cubicBezTo>
                  <a:cubicBezTo>
                    <a:pt x="302948" y="126170"/>
                    <a:pt x="294789" y="120730"/>
                    <a:pt x="283910" y="118011"/>
                  </a:cubicBezTo>
                  <a:cubicBezTo>
                    <a:pt x="275751" y="115291"/>
                    <a:pt x="262153" y="112571"/>
                    <a:pt x="251274" y="112571"/>
                  </a:cubicBezTo>
                  <a:cubicBezTo>
                    <a:pt x="237676" y="112571"/>
                    <a:pt x="224077" y="115291"/>
                    <a:pt x="215918" y="123450"/>
                  </a:cubicBezTo>
                  <a:cubicBezTo>
                    <a:pt x="207759" y="128889"/>
                    <a:pt x="205040" y="139768"/>
                    <a:pt x="202320" y="147927"/>
                  </a:cubicBezTo>
                  <a:cubicBezTo>
                    <a:pt x="196881" y="158806"/>
                    <a:pt x="191442" y="166964"/>
                    <a:pt x="188722" y="180563"/>
                  </a:cubicBezTo>
                  <a:cubicBezTo>
                    <a:pt x="186002" y="191441"/>
                    <a:pt x="183283" y="199600"/>
                    <a:pt x="183283" y="210479"/>
                  </a:cubicBezTo>
                  <a:cubicBezTo>
                    <a:pt x="183283" y="215918"/>
                    <a:pt x="186002" y="221357"/>
                    <a:pt x="188722" y="226797"/>
                  </a:cubicBezTo>
                  <a:cubicBezTo>
                    <a:pt x="191442" y="234956"/>
                    <a:pt x="188722" y="243115"/>
                    <a:pt x="188722" y="248554"/>
                  </a:cubicBezTo>
                  <a:cubicBezTo>
                    <a:pt x="191442" y="259433"/>
                    <a:pt x="202320" y="264872"/>
                    <a:pt x="210479" y="273031"/>
                  </a:cubicBezTo>
                  <a:cubicBezTo>
                    <a:pt x="218638" y="281190"/>
                    <a:pt x="221358" y="292069"/>
                    <a:pt x="226797" y="300228"/>
                  </a:cubicBezTo>
                  <a:cubicBezTo>
                    <a:pt x="234956" y="311106"/>
                    <a:pt x="245835" y="321985"/>
                    <a:pt x="256713" y="332864"/>
                  </a:cubicBezTo>
                  <a:cubicBezTo>
                    <a:pt x="259433" y="338303"/>
                    <a:pt x="267592" y="343742"/>
                    <a:pt x="275751" y="351901"/>
                  </a:cubicBezTo>
                  <a:cubicBezTo>
                    <a:pt x="292069" y="368219"/>
                    <a:pt x="311107" y="384537"/>
                    <a:pt x="324705" y="400855"/>
                  </a:cubicBezTo>
                  <a:cubicBezTo>
                    <a:pt x="332864" y="409014"/>
                    <a:pt x="335583" y="419892"/>
                    <a:pt x="343742" y="428051"/>
                  </a:cubicBezTo>
                  <a:cubicBezTo>
                    <a:pt x="346462" y="430771"/>
                    <a:pt x="349182" y="430771"/>
                    <a:pt x="351901" y="433491"/>
                  </a:cubicBezTo>
                  <a:cubicBezTo>
                    <a:pt x="354621" y="436210"/>
                    <a:pt x="357341" y="441650"/>
                    <a:pt x="360060" y="447089"/>
                  </a:cubicBezTo>
                  <a:cubicBezTo>
                    <a:pt x="368219" y="455248"/>
                    <a:pt x="376378" y="463407"/>
                    <a:pt x="384537" y="474286"/>
                  </a:cubicBezTo>
                  <a:cubicBezTo>
                    <a:pt x="389977" y="482445"/>
                    <a:pt x="392696" y="496043"/>
                    <a:pt x="395416" y="506921"/>
                  </a:cubicBezTo>
                  <a:cubicBezTo>
                    <a:pt x="400855" y="517800"/>
                    <a:pt x="400855" y="528679"/>
                    <a:pt x="406295" y="536838"/>
                  </a:cubicBezTo>
                  <a:cubicBezTo>
                    <a:pt x="409014" y="539557"/>
                    <a:pt x="409014" y="544997"/>
                    <a:pt x="409014" y="547716"/>
                  </a:cubicBezTo>
                  <a:cubicBezTo>
                    <a:pt x="409014" y="555875"/>
                    <a:pt x="406295" y="561314"/>
                    <a:pt x="406295" y="569473"/>
                  </a:cubicBezTo>
                  <a:cubicBezTo>
                    <a:pt x="406295" y="574913"/>
                    <a:pt x="403575" y="577632"/>
                    <a:pt x="403575" y="583072"/>
                  </a:cubicBezTo>
                  <a:lnTo>
                    <a:pt x="403575" y="583072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F8338E1C-6445-4350-AB97-162B440CB474}"/>
                </a:ext>
              </a:extLst>
            </p:cNvPr>
            <p:cNvSpPr/>
            <p:nvPr/>
          </p:nvSpPr>
          <p:spPr bwMode="black">
            <a:xfrm>
              <a:off x="2456032" y="4192158"/>
              <a:ext cx="571128" cy="761503"/>
            </a:xfrm>
            <a:custGeom>
              <a:avLst/>
              <a:gdLst>
                <a:gd name="connsiteX0" fmla="*/ 512361 w 571128"/>
                <a:gd name="connsiteY0" fmla="*/ 79936 h 761503"/>
                <a:gd name="connsiteX1" fmla="*/ 539558 w 571128"/>
                <a:gd name="connsiteY1" fmla="*/ 96253 h 761503"/>
                <a:gd name="connsiteX2" fmla="*/ 534118 w 571128"/>
                <a:gd name="connsiteY2" fmla="*/ 112571 h 761503"/>
                <a:gd name="connsiteX3" fmla="*/ 523240 w 571128"/>
                <a:gd name="connsiteY3" fmla="*/ 120730 h 761503"/>
                <a:gd name="connsiteX4" fmla="*/ 506922 w 571128"/>
                <a:gd name="connsiteY4" fmla="*/ 123450 h 761503"/>
                <a:gd name="connsiteX5" fmla="*/ 477006 w 571128"/>
                <a:gd name="connsiteY5" fmla="*/ 123450 h 761503"/>
                <a:gd name="connsiteX6" fmla="*/ 479725 w 571128"/>
                <a:gd name="connsiteY6" fmla="*/ 145207 h 761503"/>
                <a:gd name="connsiteX7" fmla="*/ 477006 w 571128"/>
                <a:gd name="connsiteY7" fmla="*/ 180563 h 761503"/>
                <a:gd name="connsiteX8" fmla="*/ 482445 w 571128"/>
                <a:gd name="connsiteY8" fmla="*/ 232236 h 761503"/>
                <a:gd name="connsiteX9" fmla="*/ 485165 w 571128"/>
                <a:gd name="connsiteY9" fmla="*/ 283910 h 761503"/>
                <a:gd name="connsiteX10" fmla="*/ 485165 w 571128"/>
                <a:gd name="connsiteY10" fmla="*/ 327424 h 761503"/>
                <a:gd name="connsiteX11" fmla="*/ 487884 w 571128"/>
                <a:gd name="connsiteY11" fmla="*/ 373658 h 761503"/>
                <a:gd name="connsiteX12" fmla="*/ 485165 w 571128"/>
                <a:gd name="connsiteY12" fmla="*/ 419892 h 761503"/>
                <a:gd name="connsiteX13" fmla="*/ 485165 w 571128"/>
                <a:gd name="connsiteY13" fmla="*/ 463407 h 761503"/>
                <a:gd name="connsiteX14" fmla="*/ 482445 w 571128"/>
                <a:gd name="connsiteY14" fmla="*/ 515080 h 761503"/>
                <a:gd name="connsiteX15" fmla="*/ 482445 w 571128"/>
                <a:gd name="connsiteY15" fmla="*/ 558595 h 761503"/>
                <a:gd name="connsiteX16" fmla="*/ 479725 w 571128"/>
                <a:gd name="connsiteY16" fmla="*/ 602109 h 761503"/>
                <a:gd name="connsiteX17" fmla="*/ 485165 w 571128"/>
                <a:gd name="connsiteY17" fmla="*/ 648343 h 761503"/>
                <a:gd name="connsiteX18" fmla="*/ 474286 w 571128"/>
                <a:gd name="connsiteY18" fmla="*/ 675540 h 761503"/>
                <a:gd name="connsiteX19" fmla="*/ 428052 w 571128"/>
                <a:gd name="connsiteY19" fmla="*/ 691858 h 761503"/>
                <a:gd name="connsiteX20" fmla="*/ 387257 w 571128"/>
                <a:gd name="connsiteY20" fmla="*/ 683699 h 761503"/>
                <a:gd name="connsiteX21" fmla="*/ 351901 w 571128"/>
                <a:gd name="connsiteY21" fmla="*/ 664661 h 761503"/>
                <a:gd name="connsiteX22" fmla="*/ 305667 w 571128"/>
                <a:gd name="connsiteY22" fmla="*/ 596670 h 761503"/>
                <a:gd name="connsiteX23" fmla="*/ 270312 w 571128"/>
                <a:gd name="connsiteY23" fmla="*/ 509641 h 761503"/>
                <a:gd name="connsiteX24" fmla="*/ 251274 w 571128"/>
                <a:gd name="connsiteY24" fmla="*/ 460687 h 761503"/>
                <a:gd name="connsiteX25" fmla="*/ 224077 w 571128"/>
                <a:gd name="connsiteY25" fmla="*/ 381817 h 761503"/>
                <a:gd name="connsiteX26" fmla="*/ 207759 w 571128"/>
                <a:gd name="connsiteY26" fmla="*/ 330144 h 761503"/>
                <a:gd name="connsiteX27" fmla="*/ 191442 w 571128"/>
                <a:gd name="connsiteY27" fmla="*/ 286629 h 761503"/>
                <a:gd name="connsiteX28" fmla="*/ 183283 w 571128"/>
                <a:gd name="connsiteY28" fmla="*/ 278470 h 761503"/>
                <a:gd name="connsiteX29" fmla="*/ 180563 w 571128"/>
                <a:gd name="connsiteY29" fmla="*/ 292069 h 761503"/>
                <a:gd name="connsiteX30" fmla="*/ 180563 w 571128"/>
                <a:gd name="connsiteY30" fmla="*/ 305667 h 761503"/>
                <a:gd name="connsiteX31" fmla="*/ 183283 w 571128"/>
                <a:gd name="connsiteY31" fmla="*/ 354621 h 761503"/>
                <a:gd name="connsiteX32" fmla="*/ 188722 w 571128"/>
                <a:gd name="connsiteY32" fmla="*/ 449809 h 761503"/>
                <a:gd name="connsiteX33" fmla="*/ 188722 w 571128"/>
                <a:gd name="connsiteY33" fmla="*/ 479725 h 761503"/>
                <a:gd name="connsiteX34" fmla="*/ 188722 w 571128"/>
                <a:gd name="connsiteY34" fmla="*/ 542277 h 761503"/>
                <a:gd name="connsiteX35" fmla="*/ 186002 w 571128"/>
                <a:gd name="connsiteY35" fmla="*/ 615708 h 761503"/>
                <a:gd name="connsiteX36" fmla="*/ 186002 w 571128"/>
                <a:gd name="connsiteY36" fmla="*/ 637465 h 761503"/>
                <a:gd name="connsiteX37" fmla="*/ 183283 w 571128"/>
                <a:gd name="connsiteY37" fmla="*/ 664661 h 761503"/>
                <a:gd name="connsiteX38" fmla="*/ 226797 w 571128"/>
                <a:gd name="connsiteY38" fmla="*/ 664661 h 761503"/>
                <a:gd name="connsiteX39" fmla="*/ 253994 w 571128"/>
                <a:gd name="connsiteY39" fmla="*/ 680979 h 761503"/>
                <a:gd name="connsiteX40" fmla="*/ 248554 w 571128"/>
                <a:gd name="connsiteY40" fmla="*/ 697297 h 761503"/>
                <a:gd name="connsiteX41" fmla="*/ 234956 w 571128"/>
                <a:gd name="connsiteY41" fmla="*/ 705456 h 761503"/>
                <a:gd name="connsiteX42" fmla="*/ 218638 w 571128"/>
                <a:gd name="connsiteY42" fmla="*/ 708176 h 761503"/>
                <a:gd name="connsiteX43" fmla="*/ 183283 w 571128"/>
                <a:gd name="connsiteY43" fmla="*/ 708176 h 761503"/>
                <a:gd name="connsiteX44" fmla="*/ 150647 w 571128"/>
                <a:gd name="connsiteY44" fmla="*/ 708176 h 761503"/>
                <a:gd name="connsiteX45" fmla="*/ 107132 w 571128"/>
                <a:gd name="connsiteY45" fmla="*/ 708176 h 761503"/>
                <a:gd name="connsiteX46" fmla="*/ 88094 w 571128"/>
                <a:gd name="connsiteY46" fmla="*/ 708176 h 761503"/>
                <a:gd name="connsiteX47" fmla="*/ 69057 w 571128"/>
                <a:gd name="connsiteY47" fmla="*/ 702737 h 761503"/>
                <a:gd name="connsiteX48" fmla="*/ 58178 w 571128"/>
                <a:gd name="connsiteY48" fmla="*/ 686419 h 761503"/>
                <a:gd name="connsiteX49" fmla="*/ 60898 w 571128"/>
                <a:gd name="connsiteY49" fmla="*/ 678260 h 761503"/>
                <a:gd name="connsiteX50" fmla="*/ 77216 w 571128"/>
                <a:gd name="connsiteY50" fmla="*/ 670101 h 761503"/>
                <a:gd name="connsiteX51" fmla="*/ 120730 w 571128"/>
                <a:gd name="connsiteY51" fmla="*/ 664661 h 761503"/>
                <a:gd name="connsiteX52" fmla="*/ 131609 w 571128"/>
                <a:gd name="connsiteY52" fmla="*/ 664661 h 761503"/>
                <a:gd name="connsiteX53" fmla="*/ 134329 w 571128"/>
                <a:gd name="connsiteY53" fmla="*/ 539557 h 761503"/>
                <a:gd name="connsiteX54" fmla="*/ 134329 w 571128"/>
                <a:gd name="connsiteY54" fmla="*/ 504202 h 761503"/>
                <a:gd name="connsiteX55" fmla="*/ 131609 w 571128"/>
                <a:gd name="connsiteY55" fmla="*/ 376378 h 761503"/>
                <a:gd name="connsiteX56" fmla="*/ 131609 w 571128"/>
                <a:gd name="connsiteY56" fmla="*/ 302947 h 761503"/>
                <a:gd name="connsiteX57" fmla="*/ 134329 w 571128"/>
                <a:gd name="connsiteY57" fmla="*/ 221357 h 761503"/>
                <a:gd name="connsiteX58" fmla="*/ 137048 w 571128"/>
                <a:gd name="connsiteY58" fmla="*/ 123450 h 761503"/>
                <a:gd name="connsiteX59" fmla="*/ 107132 w 571128"/>
                <a:gd name="connsiteY59" fmla="*/ 123450 h 761503"/>
                <a:gd name="connsiteX60" fmla="*/ 88094 w 571128"/>
                <a:gd name="connsiteY60" fmla="*/ 123450 h 761503"/>
                <a:gd name="connsiteX61" fmla="*/ 69057 w 571128"/>
                <a:gd name="connsiteY61" fmla="*/ 118011 h 761503"/>
                <a:gd name="connsiteX62" fmla="*/ 58178 w 571128"/>
                <a:gd name="connsiteY62" fmla="*/ 101693 h 761503"/>
                <a:gd name="connsiteX63" fmla="*/ 60898 w 571128"/>
                <a:gd name="connsiteY63" fmla="*/ 93534 h 761503"/>
                <a:gd name="connsiteX64" fmla="*/ 77216 w 571128"/>
                <a:gd name="connsiteY64" fmla="*/ 85375 h 761503"/>
                <a:gd name="connsiteX65" fmla="*/ 131609 w 571128"/>
                <a:gd name="connsiteY65" fmla="*/ 79936 h 761503"/>
                <a:gd name="connsiteX66" fmla="*/ 161525 w 571128"/>
                <a:gd name="connsiteY66" fmla="*/ 79936 h 761503"/>
                <a:gd name="connsiteX67" fmla="*/ 177843 w 571128"/>
                <a:gd name="connsiteY67" fmla="*/ 66337 h 761503"/>
                <a:gd name="connsiteX68" fmla="*/ 202320 w 571128"/>
                <a:gd name="connsiteY68" fmla="*/ 58178 h 761503"/>
                <a:gd name="connsiteX69" fmla="*/ 234956 w 571128"/>
                <a:gd name="connsiteY69" fmla="*/ 77216 h 761503"/>
                <a:gd name="connsiteX70" fmla="*/ 251274 w 571128"/>
                <a:gd name="connsiteY70" fmla="*/ 107132 h 761503"/>
                <a:gd name="connsiteX71" fmla="*/ 267592 w 571128"/>
                <a:gd name="connsiteY71" fmla="*/ 147927 h 761503"/>
                <a:gd name="connsiteX72" fmla="*/ 281190 w 571128"/>
                <a:gd name="connsiteY72" fmla="*/ 183282 h 761503"/>
                <a:gd name="connsiteX73" fmla="*/ 297508 w 571128"/>
                <a:gd name="connsiteY73" fmla="*/ 224077 h 761503"/>
                <a:gd name="connsiteX74" fmla="*/ 308387 w 571128"/>
                <a:gd name="connsiteY74" fmla="*/ 264872 h 761503"/>
                <a:gd name="connsiteX75" fmla="*/ 319265 w 571128"/>
                <a:gd name="connsiteY75" fmla="*/ 300228 h 761503"/>
                <a:gd name="connsiteX76" fmla="*/ 351901 w 571128"/>
                <a:gd name="connsiteY76" fmla="*/ 379098 h 761503"/>
                <a:gd name="connsiteX77" fmla="*/ 365500 w 571128"/>
                <a:gd name="connsiteY77" fmla="*/ 417173 h 761503"/>
                <a:gd name="connsiteX78" fmla="*/ 379098 w 571128"/>
                <a:gd name="connsiteY78" fmla="*/ 457968 h 761503"/>
                <a:gd name="connsiteX79" fmla="*/ 395416 w 571128"/>
                <a:gd name="connsiteY79" fmla="*/ 496043 h 761503"/>
                <a:gd name="connsiteX80" fmla="*/ 406295 w 571128"/>
                <a:gd name="connsiteY80" fmla="*/ 512361 h 761503"/>
                <a:gd name="connsiteX81" fmla="*/ 411734 w 571128"/>
                <a:gd name="connsiteY81" fmla="*/ 531398 h 761503"/>
                <a:gd name="connsiteX82" fmla="*/ 419893 w 571128"/>
                <a:gd name="connsiteY82" fmla="*/ 558595 h 761503"/>
                <a:gd name="connsiteX83" fmla="*/ 425332 w 571128"/>
                <a:gd name="connsiteY83" fmla="*/ 564034 h 761503"/>
                <a:gd name="connsiteX84" fmla="*/ 430771 w 571128"/>
                <a:gd name="connsiteY84" fmla="*/ 558595 h 761503"/>
                <a:gd name="connsiteX85" fmla="*/ 430771 w 571128"/>
                <a:gd name="connsiteY85" fmla="*/ 550436 h 761503"/>
                <a:gd name="connsiteX86" fmla="*/ 430771 w 571128"/>
                <a:gd name="connsiteY86" fmla="*/ 501482 h 761503"/>
                <a:gd name="connsiteX87" fmla="*/ 430771 w 571128"/>
                <a:gd name="connsiteY87" fmla="*/ 403575 h 761503"/>
                <a:gd name="connsiteX88" fmla="*/ 425332 w 571128"/>
                <a:gd name="connsiteY88" fmla="*/ 313826 h 761503"/>
                <a:gd name="connsiteX89" fmla="*/ 425332 w 571128"/>
                <a:gd name="connsiteY89" fmla="*/ 248554 h 761503"/>
                <a:gd name="connsiteX90" fmla="*/ 425332 w 571128"/>
                <a:gd name="connsiteY90" fmla="*/ 210479 h 761503"/>
                <a:gd name="connsiteX91" fmla="*/ 422613 w 571128"/>
                <a:gd name="connsiteY91" fmla="*/ 153366 h 761503"/>
                <a:gd name="connsiteX92" fmla="*/ 425332 w 571128"/>
                <a:gd name="connsiteY92" fmla="*/ 123450 h 761503"/>
                <a:gd name="connsiteX93" fmla="*/ 398136 w 571128"/>
                <a:gd name="connsiteY93" fmla="*/ 123450 h 761503"/>
                <a:gd name="connsiteX94" fmla="*/ 379098 w 571128"/>
                <a:gd name="connsiteY94" fmla="*/ 123450 h 761503"/>
                <a:gd name="connsiteX95" fmla="*/ 360060 w 571128"/>
                <a:gd name="connsiteY95" fmla="*/ 118011 h 761503"/>
                <a:gd name="connsiteX96" fmla="*/ 349182 w 571128"/>
                <a:gd name="connsiteY96" fmla="*/ 101693 h 761503"/>
                <a:gd name="connsiteX97" fmla="*/ 351901 w 571128"/>
                <a:gd name="connsiteY97" fmla="*/ 93534 h 761503"/>
                <a:gd name="connsiteX98" fmla="*/ 368219 w 571128"/>
                <a:gd name="connsiteY98" fmla="*/ 85375 h 761503"/>
                <a:gd name="connsiteX99" fmla="*/ 422613 w 571128"/>
                <a:gd name="connsiteY99" fmla="*/ 79936 h 761503"/>
                <a:gd name="connsiteX100" fmla="*/ 444370 w 571128"/>
                <a:gd name="connsiteY100" fmla="*/ 79936 h 761503"/>
                <a:gd name="connsiteX101" fmla="*/ 463407 w 571128"/>
                <a:gd name="connsiteY101" fmla="*/ 71776 h 761503"/>
                <a:gd name="connsiteX102" fmla="*/ 477006 w 571128"/>
                <a:gd name="connsiteY102" fmla="*/ 79936 h 761503"/>
                <a:gd name="connsiteX103" fmla="*/ 512361 w 571128"/>
                <a:gd name="connsiteY103" fmla="*/ 79936 h 761503"/>
                <a:gd name="connsiteX104" fmla="*/ 512361 w 571128"/>
                <a:gd name="connsiteY104" fmla="*/ 79936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571128" h="761503">
                  <a:moveTo>
                    <a:pt x="512361" y="79936"/>
                  </a:moveTo>
                  <a:cubicBezTo>
                    <a:pt x="520520" y="79936"/>
                    <a:pt x="539558" y="79936"/>
                    <a:pt x="539558" y="96253"/>
                  </a:cubicBezTo>
                  <a:cubicBezTo>
                    <a:pt x="539558" y="104412"/>
                    <a:pt x="539558" y="107132"/>
                    <a:pt x="534118" y="112571"/>
                  </a:cubicBezTo>
                  <a:cubicBezTo>
                    <a:pt x="531399" y="118011"/>
                    <a:pt x="525960" y="120730"/>
                    <a:pt x="523240" y="120730"/>
                  </a:cubicBezTo>
                  <a:cubicBezTo>
                    <a:pt x="515081" y="123450"/>
                    <a:pt x="512361" y="123450"/>
                    <a:pt x="506922" y="123450"/>
                  </a:cubicBezTo>
                  <a:cubicBezTo>
                    <a:pt x="504202" y="123450"/>
                    <a:pt x="490604" y="123450"/>
                    <a:pt x="477006" y="123450"/>
                  </a:cubicBezTo>
                  <a:cubicBezTo>
                    <a:pt x="477006" y="131609"/>
                    <a:pt x="479725" y="137048"/>
                    <a:pt x="479725" y="145207"/>
                  </a:cubicBezTo>
                  <a:cubicBezTo>
                    <a:pt x="479725" y="156086"/>
                    <a:pt x="477006" y="166964"/>
                    <a:pt x="477006" y="180563"/>
                  </a:cubicBezTo>
                  <a:cubicBezTo>
                    <a:pt x="477006" y="196881"/>
                    <a:pt x="479725" y="215918"/>
                    <a:pt x="482445" y="232236"/>
                  </a:cubicBezTo>
                  <a:cubicBezTo>
                    <a:pt x="485165" y="248554"/>
                    <a:pt x="485165" y="267592"/>
                    <a:pt x="485165" y="283910"/>
                  </a:cubicBezTo>
                  <a:cubicBezTo>
                    <a:pt x="485165" y="297508"/>
                    <a:pt x="485165" y="313826"/>
                    <a:pt x="485165" y="327424"/>
                  </a:cubicBezTo>
                  <a:cubicBezTo>
                    <a:pt x="485165" y="343742"/>
                    <a:pt x="487884" y="357340"/>
                    <a:pt x="487884" y="373658"/>
                  </a:cubicBezTo>
                  <a:cubicBezTo>
                    <a:pt x="487884" y="389976"/>
                    <a:pt x="485165" y="403575"/>
                    <a:pt x="485165" y="419892"/>
                  </a:cubicBezTo>
                  <a:cubicBezTo>
                    <a:pt x="485165" y="436210"/>
                    <a:pt x="485165" y="449809"/>
                    <a:pt x="485165" y="463407"/>
                  </a:cubicBezTo>
                  <a:cubicBezTo>
                    <a:pt x="485165" y="479725"/>
                    <a:pt x="485165" y="498762"/>
                    <a:pt x="482445" y="515080"/>
                  </a:cubicBezTo>
                  <a:cubicBezTo>
                    <a:pt x="482445" y="528679"/>
                    <a:pt x="482445" y="542277"/>
                    <a:pt x="482445" y="558595"/>
                  </a:cubicBezTo>
                  <a:cubicBezTo>
                    <a:pt x="482445" y="572193"/>
                    <a:pt x="479725" y="588511"/>
                    <a:pt x="479725" y="602109"/>
                  </a:cubicBezTo>
                  <a:cubicBezTo>
                    <a:pt x="479725" y="615708"/>
                    <a:pt x="485165" y="632026"/>
                    <a:pt x="485165" y="648343"/>
                  </a:cubicBezTo>
                  <a:cubicBezTo>
                    <a:pt x="485165" y="659222"/>
                    <a:pt x="482445" y="670101"/>
                    <a:pt x="474286" y="675540"/>
                  </a:cubicBezTo>
                  <a:cubicBezTo>
                    <a:pt x="460688" y="686419"/>
                    <a:pt x="444370" y="691858"/>
                    <a:pt x="428052" y="691858"/>
                  </a:cubicBezTo>
                  <a:cubicBezTo>
                    <a:pt x="414454" y="691858"/>
                    <a:pt x="400855" y="689138"/>
                    <a:pt x="387257" y="683699"/>
                  </a:cubicBezTo>
                  <a:cubicBezTo>
                    <a:pt x="373659" y="678260"/>
                    <a:pt x="360060" y="672820"/>
                    <a:pt x="351901" y="664661"/>
                  </a:cubicBezTo>
                  <a:cubicBezTo>
                    <a:pt x="330144" y="645624"/>
                    <a:pt x="316546" y="621147"/>
                    <a:pt x="305667" y="596670"/>
                  </a:cubicBezTo>
                  <a:cubicBezTo>
                    <a:pt x="292069" y="569473"/>
                    <a:pt x="281190" y="539557"/>
                    <a:pt x="270312" y="509641"/>
                  </a:cubicBezTo>
                  <a:cubicBezTo>
                    <a:pt x="264872" y="493323"/>
                    <a:pt x="256713" y="477005"/>
                    <a:pt x="251274" y="460687"/>
                  </a:cubicBezTo>
                  <a:cubicBezTo>
                    <a:pt x="240395" y="433491"/>
                    <a:pt x="232236" y="409014"/>
                    <a:pt x="224077" y="381817"/>
                  </a:cubicBezTo>
                  <a:cubicBezTo>
                    <a:pt x="218638" y="365499"/>
                    <a:pt x="213199" y="346462"/>
                    <a:pt x="207759" y="330144"/>
                  </a:cubicBezTo>
                  <a:cubicBezTo>
                    <a:pt x="202320" y="316545"/>
                    <a:pt x="196881" y="300228"/>
                    <a:pt x="191442" y="286629"/>
                  </a:cubicBezTo>
                  <a:cubicBezTo>
                    <a:pt x="188722" y="281190"/>
                    <a:pt x="186002" y="278470"/>
                    <a:pt x="183283" y="278470"/>
                  </a:cubicBezTo>
                  <a:cubicBezTo>
                    <a:pt x="180563" y="278470"/>
                    <a:pt x="180563" y="286629"/>
                    <a:pt x="180563" y="292069"/>
                  </a:cubicBezTo>
                  <a:cubicBezTo>
                    <a:pt x="180563" y="297508"/>
                    <a:pt x="180563" y="302947"/>
                    <a:pt x="180563" y="305667"/>
                  </a:cubicBezTo>
                  <a:cubicBezTo>
                    <a:pt x="180563" y="321985"/>
                    <a:pt x="183283" y="338303"/>
                    <a:pt x="183283" y="354621"/>
                  </a:cubicBezTo>
                  <a:cubicBezTo>
                    <a:pt x="183283" y="387257"/>
                    <a:pt x="186002" y="417173"/>
                    <a:pt x="188722" y="449809"/>
                  </a:cubicBezTo>
                  <a:cubicBezTo>
                    <a:pt x="188722" y="460687"/>
                    <a:pt x="188722" y="468846"/>
                    <a:pt x="188722" y="479725"/>
                  </a:cubicBezTo>
                  <a:cubicBezTo>
                    <a:pt x="188722" y="501482"/>
                    <a:pt x="188722" y="523239"/>
                    <a:pt x="188722" y="542277"/>
                  </a:cubicBezTo>
                  <a:cubicBezTo>
                    <a:pt x="188722" y="566754"/>
                    <a:pt x="186002" y="591231"/>
                    <a:pt x="186002" y="615708"/>
                  </a:cubicBezTo>
                  <a:cubicBezTo>
                    <a:pt x="186002" y="623867"/>
                    <a:pt x="186002" y="632026"/>
                    <a:pt x="186002" y="637465"/>
                  </a:cubicBezTo>
                  <a:cubicBezTo>
                    <a:pt x="186002" y="645624"/>
                    <a:pt x="183283" y="656502"/>
                    <a:pt x="183283" y="664661"/>
                  </a:cubicBezTo>
                  <a:cubicBezTo>
                    <a:pt x="202320" y="664661"/>
                    <a:pt x="218638" y="664661"/>
                    <a:pt x="226797" y="664661"/>
                  </a:cubicBezTo>
                  <a:cubicBezTo>
                    <a:pt x="234956" y="664661"/>
                    <a:pt x="253994" y="664661"/>
                    <a:pt x="253994" y="680979"/>
                  </a:cubicBezTo>
                  <a:cubicBezTo>
                    <a:pt x="253994" y="689138"/>
                    <a:pt x="253994" y="691858"/>
                    <a:pt x="248554" y="697297"/>
                  </a:cubicBezTo>
                  <a:cubicBezTo>
                    <a:pt x="245835" y="702737"/>
                    <a:pt x="240395" y="705456"/>
                    <a:pt x="234956" y="705456"/>
                  </a:cubicBezTo>
                  <a:cubicBezTo>
                    <a:pt x="226797" y="708176"/>
                    <a:pt x="224077" y="708176"/>
                    <a:pt x="218638" y="708176"/>
                  </a:cubicBezTo>
                  <a:cubicBezTo>
                    <a:pt x="215918" y="708176"/>
                    <a:pt x="199600" y="708176"/>
                    <a:pt x="183283" y="708176"/>
                  </a:cubicBezTo>
                  <a:cubicBezTo>
                    <a:pt x="166965" y="708176"/>
                    <a:pt x="153366" y="708176"/>
                    <a:pt x="150647" y="708176"/>
                  </a:cubicBezTo>
                  <a:cubicBezTo>
                    <a:pt x="139768" y="708176"/>
                    <a:pt x="120730" y="708176"/>
                    <a:pt x="107132" y="708176"/>
                  </a:cubicBezTo>
                  <a:cubicBezTo>
                    <a:pt x="101693" y="708176"/>
                    <a:pt x="96253" y="708176"/>
                    <a:pt x="88094" y="708176"/>
                  </a:cubicBezTo>
                  <a:cubicBezTo>
                    <a:pt x="82655" y="708176"/>
                    <a:pt x="74496" y="708176"/>
                    <a:pt x="69057" y="702737"/>
                  </a:cubicBezTo>
                  <a:cubicBezTo>
                    <a:pt x="63618" y="700017"/>
                    <a:pt x="58178" y="691858"/>
                    <a:pt x="58178" y="686419"/>
                  </a:cubicBezTo>
                  <a:cubicBezTo>
                    <a:pt x="58178" y="683699"/>
                    <a:pt x="58178" y="680979"/>
                    <a:pt x="60898" y="678260"/>
                  </a:cubicBezTo>
                  <a:cubicBezTo>
                    <a:pt x="63618" y="675540"/>
                    <a:pt x="71777" y="672820"/>
                    <a:pt x="77216" y="670101"/>
                  </a:cubicBezTo>
                  <a:cubicBezTo>
                    <a:pt x="90814" y="667381"/>
                    <a:pt x="115291" y="664661"/>
                    <a:pt x="120730" y="664661"/>
                  </a:cubicBezTo>
                  <a:cubicBezTo>
                    <a:pt x="123450" y="664661"/>
                    <a:pt x="126170" y="664661"/>
                    <a:pt x="131609" y="664661"/>
                  </a:cubicBezTo>
                  <a:cubicBezTo>
                    <a:pt x="131609" y="623867"/>
                    <a:pt x="134329" y="583072"/>
                    <a:pt x="134329" y="539557"/>
                  </a:cubicBezTo>
                  <a:cubicBezTo>
                    <a:pt x="134329" y="528679"/>
                    <a:pt x="134329" y="515080"/>
                    <a:pt x="134329" y="504202"/>
                  </a:cubicBezTo>
                  <a:cubicBezTo>
                    <a:pt x="131609" y="460687"/>
                    <a:pt x="131609" y="417173"/>
                    <a:pt x="131609" y="376378"/>
                  </a:cubicBezTo>
                  <a:cubicBezTo>
                    <a:pt x="131609" y="351901"/>
                    <a:pt x="131609" y="327424"/>
                    <a:pt x="131609" y="302947"/>
                  </a:cubicBezTo>
                  <a:cubicBezTo>
                    <a:pt x="131609" y="275751"/>
                    <a:pt x="131609" y="248554"/>
                    <a:pt x="134329" y="221357"/>
                  </a:cubicBezTo>
                  <a:cubicBezTo>
                    <a:pt x="134329" y="188722"/>
                    <a:pt x="137048" y="156086"/>
                    <a:pt x="137048" y="123450"/>
                  </a:cubicBezTo>
                  <a:cubicBezTo>
                    <a:pt x="126170" y="123450"/>
                    <a:pt x="115291" y="123450"/>
                    <a:pt x="107132" y="123450"/>
                  </a:cubicBezTo>
                  <a:cubicBezTo>
                    <a:pt x="101693" y="123450"/>
                    <a:pt x="96253" y="123450"/>
                    <a:pt x="88094" y="123450"/>
                  </a:cubicBezTo>
                  <a:cubicBezTo>
                    <a:pt x="82655" y="123450"/>
                    <a:pt x="74496" y="120730"/>
                    <a:pt x="69057" y="118011"/>
                  </a:cubicBezTo>
                  <a:cubicBezTo>
                    <a:pt x="63618" y="115291"/>
                    <a:pt x="58178" y="107132"/>
                    <a:pt x="58178" y="101693"/>
                  </a:cubicBezTo>
                  <a:cubicBezTo>
                    <a:pt x="58178" y="98973"/>
                    <a:pt x="58178" y="96253"/>
                    <a:pt x="60898" y="93534"/>
                  </a:cubicBezTo>
                  <a:cubicBezTo>
                    <a:pt x="63618" y="90814"/>
                    <a:pt x="71777" y="88095"/>
                    <a:pt x="77216" y="85375"/>
                  </a:cubicBezTo>
                  <a:cubicBezTo>
                    <a:pt x="90814" y="82655"/>
                    <a:pt x="126170" y="79936"/>
                    <a:pt x="131609" y="79936"/>
                  </a:cubicBezTo>
                  <a:cubicBezTo>
                    <a:pt x="137048" y="79936"/>
                    <a:pt x="147927" y="79936"/>
                    <a:pt x="161525" y="79936"/>
                  </a:cubicBezTo>
                  <a:cubicBezTo>
                    <a:pt x="166965" y="74496"/>
                    <a:pt x="172404" y="71776"/>
                    <a:pt x="177843" y="66337"/>
                  </a:cubicBezTo>
                  <a:cubicBezTo>
                    <a:pt x="186002" y="60898"/>
                    <a:pt x="194161" y="58178"/>
                    <a:pt x="202320" y="58178"/>
                  </a:cubicBezTo>
                  <a:cubicBezTo>
                    <a:pt x="215918" y="58178"/>
                    <a:pt x="226797" y="63618"/>
                    <a:pt x="234956" y="77216"/>
                  </a:cubicBezTo>
                  <a:cubicBezTo>
                    <a:pt x="240395" y="88095"/>
                    <a:pt x="248554" y="96253"/>
                    <a:pt x="251274" y="107132"/>
                  </a:cubicBezTo>
                  <a:cubicBezTo>
                    <a:pt x="256713" y="120730"/>
                    <a:pt x="259433" y="134329"/>
                    <a:pt x="267592" y="147927"/>
                  </a:cubicBezTo>
                  <a:cubicBezTo>
                    <a:pt x="273031" y="158806"/>
                    <a:pt x="275751" y="172404"/>
                    <a:pt x="281190" y="183282"/>
                  </a:cubicBezTo>
                  <a:cubicBezTo>
                    <a:pt x="286630" y="196881"/>
                    <a:pt x="292069" y="210479"/>
                    <a:pt x="297508" y="224077"/>
                  </a:cubicBezTo>
                  <a:cubicBezTo>
                    <a:pt x="300228" y="237676"/>
                    <a:pt x="305667" y="251274"/>
                    <a:pt x="308387" y="264872"/>
                  </a:cubicBezTo>
                  <a:cubicBezTo>
                    <a:pt x="311107" y="278470"/>
                    <a:pt x="311107" y="289349"/>
                    <a:pt x="319265" y="300228"/>
                  </a:cubicBezTo>
                  <a:cubicBezTo>
                    <a:pt x="332864" y="324704"/>
                    <a:pt x="346462" y="351901"/>
                    <a:pt x="351901" y="379098"/>
                  </a:cubicBezTo>
                  <a:cubicBezTo>
                    <a:pt x="354621" y="392696"/>
                    <a:pt x="360060" y="403575"/>
                    <a:pt x="365500" y="417173"/>
                  </a:cubicBezTo>
                  <a:cubicBezTo>
                    <a:pt x="373659" y="430771"/>
                    <a:pt x="373659" y="444369"/>
                    <a:pt x="379098" y="457968"/>
                  </a:cubicBezTo>
                  <a:cubicBezTo>
                    <a:pt x="381818" y="471566"/>
                    <a:pt x="387257" y="482445"/>
                    <a:pt x="395416" y="496043"/>
                  </a:cubicBezTo>
                  <a:cubicBezTo>
                    <a:pt x="398136" y="501482"/>
                    <a:pt x="403575" y="506921"/>
                    <a:pt x="406295" y="512361"/>
                  </a:cubicBezTo>
                  <a:cubicBezTo>
                    <a:pt x="409014" y="517800"/>
                    <a:pt x="409014" y="525959"/>
                    <a:pt x="411734" y="531398"/>
                  </a:cubicBezTo>
                  <a:cubicBezTo>
                    <a:pt x="414454" y="539557"/>
                    <a:pt x="417173" y="550436"/>
                    <a:pt x="419893" y="558595"/>
                  </a:cubicBezTo>
                  <a:cubicBezTo>
                    <a:pt x="422613" y="561314"/>
                    <a:pt x="422613" y="564034"/>
                    <a:pt x="425332" y="564034"/>
                  </a:cubicBezTo>
                  <a:cubicBezTo>
                    <a:pt x="428052" y="564034"/>
                    <a:pt x="428052" y="561314"/>
                    <a:pt x="430771" y="558595"/>
                  </a:cubicBezTo>
                  <a:cubicBezTo>
                    <a:pt x="430771" y="555875"/>
                    <a:pt x="430771" y="553156"/>
                    <a:pt x="430771" y="550436"/>
                  </a:cubicBezTo>
                  <a:cubicBezTo>
                    <a:pt x="430771" y="534118"/>
                    <a:pt x="430771" y="517800"/>
                    <a:pt x="430771" y="501482"/>
                  </a:cubicBezTo>
                  <a:cubicBezTo>
                    <a:pt x="430771" y="468846"/>
                    <a:pt x="433491" y="436210"/>
                    <a:pt x="430771" y="403575"/>
                  </a:cubicBezTo>
                  <a:cubicBezTo>
                    <a:pt x="430771" y="373658"/>
                    <a:pt x="425332" y="343742"/>
                    <a:pt x="425332" y="313826"/>
                  </a:cubicBezTo>
                  <a:cubicBezTo>
                    <a:pt x="425332" y="292069"/>
                    <a:pt x="425332" y="270311"/>
                    <a:pt x="425332" y="248554"/>
                  </a:cubicBezTo>
                  <a:cubicBezTo>
                    <a:pt x="425332" y="234956"/>
                    <a:pt x="425332" y="224077"/>
                    <a:pt x="425332" y="210479"/>
                  </a:cubicBezTo>
                  <a:cubicBezTo>
                    <a:pt x="425332" y="191441"/>
                    <a:pt x="422613" y="172404"/>
                    <a:pt x="422613" y="153366"/>
                  </a:cubicBezTo>
                  <a:cubicBezTo>
                    <a:pt x="422613" y="142488"/>
                    <a:pt x="422613" y="134329"/>
                    <a:pt x="425332" y="123450"/>
                  </a:cubicBezTo>
                  <a:cubicBezTo>
                    <a:pt x="417173" y="123450"/>
                    <a:pt x="406295" y="123450"/>
                    <a:pt x="398136" y="123450"/>
                  </a:cubicBezTo>
                  <a:cubicBezTo>
                    <a:pt x="392696" y="123450"/>
                    <a:pt x="387257" y="123450"/>
                    <a:pt x="379098" y="123450"/>
                  </a:cubicBezTo>
                  <a:cubicBezTo>
                    <a:pt x="373659" y="123450"/>
                    <a:pt x="365500" y="120730"/>
                    <a:pt x="360060" y="118011"/>
                  </a:cubicBezTo>
                  <a:cubicBezTo>
                    <a:pt x="354621" y="115291"/>
                    <a:pt x="349182" y="107132"/>
                    <a:pt x="349182" y="101693"/>
                  </a:cubicBezTo>
                  <a:cubicBezTo>
                    <a:pt x="349182" y="98973"/>
                    <a:pt x="349182" y="96253"/>
                    <a:pt x="351901" y="93534"/>
                  </a:cubicBezTo>
                  <a:cubicBezTo>
                    <a:pt x="354621" y="90814"/>
                    <a:pt x="362780" y="88095"/>
                    <a:pt x="368219" y="85375"/>
                  </a:cubicBezTo>
                  <a:cubicBezTo>
                    <a:pt x="381818" y="82655"/>
                    <a:pt x="417173" y="79936"/>
                    <a:pt x="422613" y="79936"/>
                  </a:cubicBezTo>
                  <a:cubicBezTo>
                    <a:pt x="428052" y="79936"/>
                    <a:pt x="433491" y="79936"/>
                    <a:pt x="444370" y="79936"/>
                  </a:cubicBezTo>
                  <a:cubicBezTo>
                    <a:pt x="449809" y="74496"/>
                    <a:pt x="455248" y="71776"/>
                    <a:pt x="463407" y="71776"/>
                  </a:cubicBezTo>
                  <a:cubicBezTo>
                    <a:pt x="471566" y="71776"/>
                    <a:pt x="477006" y="74496"/>
                    <a:pt x="477006" y="79936"/>
                  </a:cubicBezTo>
                  <a:cubicBezTo>
                    <a:pt x="490604" y="82655"/>
                    <a:pt x="504202" y="79936"/>
                    <a:pt x="512361" y="79936"/>
                  </a:cubicBezTo>
                  <a:lnTo>
                    <a:pt x="512361" y="79936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520C9512-69D6-40AE-A46C-46C7A8C18D0E}"/>
                </a:ext>
              </a:extLst>
            </p:cNvPr>
            <p:cNvSpPr/>
            <p:nvPr/>
          </p:nvSpPr>
          <p:spPr bwMode="black">
            <a:xfrm>
              <a:off x="2987430" y="4242177"/>
              <a:ext cx="494979" cy="674476"/>
            </a:xfrm>
            <a:custGeom>
              <a:avLst/>
              <a:gdLst>
                <a:gd name="connsiteX0" fmla="*/ 228453 w 494979"/>
                <a:gd name="connsiteY0" fmla="*/ 97907 h 674476"/>
                <a:gd name="connsiteX1" fmla="*/ 212135 w 494979"/>
                <a:gd name="connsiteY1" fmla="*/ 119665 h 674476"/>
                <a:gd name="connsiteX2" fmla="*/ 203976 w 494979"/>
                <a:gd name="connsiteY2" fmla="*/ 152300 h 674476"/>
                <a:gd name="connsiteX3" fmla="*/ 201256 w 494979"/>
                <a:gd name="connsiteY3" fmla="*/ 168618 h 674476"/>
                <a:gd name="connsiteX4" fmla="*/ 198537 w 494979"/>
                <a:gd name="connsiteY4" fmla="*/ 184936 h 674476"/>
                <a:gd name="connsiteX5" fmla="*/ 190378 w 494979"/>
                <a:gd name="connsiteY5" fmla="*/ 220292 h 674476"/>
                <a:gd name="connsiteX6" fmla="*/ 171340 w 494979"/>
                <a:gd name="connsiteY6" fmla="*/ 291003 h 674476"/>
                <a:gd name="connsiteX7" fmla="*/ 163180 w 494979"/>
                <a:gd name="connsiteY7" fmla="*/ 323639 h 674476"/>
                <a:gd name="connsiteX8" fmla="*/ 152302 w 494979"/>
                <a:gd name="connsiteY8" fmla="*/ 361714 h 674476"/>
                <a:gd name="connsiteX9" fmla="*/ 146862 w 494979"/>
                <a:gd name="connsiteY9" fmla="*/ 388910 h 674476"/>
                <a:gd name="connsiteX10" fmla="*/ 152302 w 494979"/>
                <a:gd name="connsiteY10" fmla="*/ 391630 h 674476"/>
                <a:gd name="connsiteX11" fmla="*/ 174060 w 494979"/>
                <a:gd name="connsiteY11" fmla="*/ 391630 h 674476"/>
                <a:gd name="connsiteX12" fmla="*/ 195817 w 494979"/>
                <a:gd name="connsiteY12" fmla="*/ 388910 h 674476"/>
                <a:gd name="connsiteX13" fmla="*/ 214855 w 494979"/>
                <a:gd name="connsiteY13" fmla="*/ 388910 h 674476"/>
                <a:gd name="connsiteX14" fmla="*/ 239332 w 494979"/>
                <a:gd name="connsiteY14" fmla="*/ 388910 h 674476"/>
                <a:gd name="connsiteX15" fmla="*/ 252930 w 494979"/>
                <a:gd name="connsiteY15" fmla="*/ 386191 h 674476"/>
                <a:gd name="connsiteX16" fmla="*/ 261089 w 494979"/>
                <a:gd name="connsiteY16" fmla="*/ 386191 h 674476"/>
                <a:gd name="connsiteX17" fmla="*/ 258369 w 494979"/>
                <a:gd name="connsiteY17" fmla="*/ 367153 h 674476"/>
                <a:gd name="connsiteX18" fmla="*/ 252930 w 494979"/>
                <a:gd name="connsiteY18" fmla="*/ 331797 h 674476"/>
                <a:gd name="connsiteX19" fmla="*/ 250210 w 494979"/>
                <a:gd name="connsiteY19" fmla="*/ 244769 h 674476"/>
                <a:gd name="connsiteX20" fmla="*/ 244771 w 494979"/>
                <a:gd name="connsiteY20" fmla="*/ 203974 h 674476"/>
                <a:gd name="connsiteX21" fmla="*/ 239332 w 494979"/>
                <a:gd name="connsiteY21" fmla="*/ 157740 h 674476"/>
                <a:gd name="connsiteX22" fmla="*/ 236612 w 494979"/>
                <a:gd name="connsiteY22" fmla="*/ 119665 h 674476"/>
                <a:gd name="connsiteX23" fmla="*/ 228453 w 494979"/>
                <a:gd name="connsiteY23" fmla="*/ 97907 h 674476"/>
                <a:gd name="connsiteX24" fmla="*/ 274687 w 494979"/>
                <a:gd name="connsiteY24" fmla="*/ 0 h 674476"/>
                <a:gd name="connsiteX25" fmla="*/ 304603 w 494979"/>
                <a:gd name="connsiteY25" fmla="*/ 5439 h 674476"/>
                <a:gd name="connsiteX26" fmla="*/ 320921 w 494979"/>
                <a:gd name="connsiteY26" fmla="*/ 24477 h 674476"/>
                <a:gd name="connsiteX27" fmla="*/ 334519 w 494979"/>
                <a:gd name="connsiteY27" fmla="*/ 43515 h 674476"/>
                <a:gd name="connsiteX28" fmla="*/ 339959 w 494979"/>
                <a:gd name="connsiteY28" fmla="*/ 65272 h 674476"/>
                <a:gd name="connsiteX29" fmla="*/ 348118 w 494979"/>
                <a:gd name="connsiteY29" fmla="*/ 114226 h 674476"/>
                <a:gd name="connsiteX30" fmla="*/ 361716 w 494979"/>
                <a:gd name="connsiteY30" fmla="*/ 163180 h 674476"/>
                <a:gd name="connsiteX31" fmla="*/ 369875 w 494979"/>
                <a:gd name="connsiteY31" fmla="*/ 220293 h 674476"/>
                <a:gd name="connsiteX32" fmla="*/ 378034 w 494979"/>
                <a:gd name="connsiteY32" fmla="*/ 274686 h 674476"/>
                <a:gd name="connsiteX33" fmla="*/ 383473 w 494979"/>
                <a:gd name="connsiteY33" fmla="*/ 301883 h 674476"/>
                <a:gd name="connsiteX34" fmla="*/ 391632 w 494979"/>
                <a:gd name="connsiteY34" fmla="*/ 337238 h 674476"/>
                <a:gd name="connsiteX35" fmla="*/ 397071 w 494979"/>
                <a:gd name="connsiteY35" fmla="*/ 364435 h 674476"/>
                <a:gd name="connsiteX36" fmla="*/ 405230 w 494979"/>
                <a:gd name="connsiteY36" fmla="*/ 383473 h 674476"/>
                <a:gd name="connsiteX37" fmla="*/ 416109 w 494979"/>
                <a:gd name="connsiteY37" fmla="*/ 386192 h 674476"/>
                <a:gd name="connsiteX38" fmla="*/ 426988 w 494979"/>
                <a:gd name="connsiteY38" fmla="*/ 386192 h 674476"/>
                <a:gd name="connsiteX39" fmla="*/ 454184 w 494979"/>
                <a:gd name="connsiteY39" fmla="*/ 397071 h 674476"/>
                <a:gd name="connsiteX40" fmla="*/ 456904 w 494979"/>
                <a:gd name="connsiteY40" fmla="*/ 405230 h 674476"/>
                <a:gd name="connsiteX41" fmla="*/ 451465 w 494979"/>
                <a:gd name="connsiteY41" fmla="*/ 416108 h 674476"/>
                <a:gd name="connsiteX42" fmla="*/ 432427 w 494979"/>
                <a:gd name="connsiteY42" fmla="*/ 429707 h 674476"/>
                <a:gd name="connsiteX43" fmla="*/ 421548 w 494979"/>
                <a:gd name="connsiteY43" fmla="*/ 432426 h 674476"/>
                <a:gd name="connsiteX44" fmla="*/ 413389 w 494979"/>
                <a:gd name="connsiteY44" fmla="*/ 435146 h 674476"/>
                <a:gd name="connsiteX45" fmla="*/ 413389 w 494979"/>
                <a:gd name="connsiteY45" fmla="*/ 440585 h 674476"/>
                <a:gd name="connsiteX46" fmla="*/ 416109 w 494979"/>
                <a:gd name="connsiteY46" fmla="*/ 451464 h 674476"/>
                <a:gd name="connsiteX47" fmla="*/ 418829 w 494979"/>
                <a:gd name="connsiteY47" fmla="*/ 465062 h 674476"/>
                <a:gd name="connsiteX48" fmla="*/ 418829 w 494979"/>
                <a:gd name="connsiteY48" fmla="*/ 475941 h 674476"/>
                <a:gd name="connsiteX49" fmla="*/ 418829 w 494979"/>
                <a:gd name="connsiteY49" fmla="*/ 486820 h 674476"/>
                <a:gd name="connsiteX50" fmla="*/ 426988 w 494979"/>
                <a:gd name="connsiteY50" fmla="*/ 516736 h 674476"/>
                <a:gd name="connsiteX51" fmla="*/ 432427 w 494979"/>
                <a:gd name="connsiteY51" fmla="*/ 543932 h 674476"/>
                <a:gd name="connsiteX52" fmla="*/ 437866 w 494979"/>
                <a:gd name="connsiteY52" fmla="*/ 573848 h 674476"/>
                <a:gd name="connsiteX53" fmla="*/ 443306 w 494979"/>
                <a:gd name="connsiteY53" fmla="*/ 606484 h 674476"/>
                <a:gd name="connsiteX54" fmla="*/ 446025 w 494979"/>
                <a:gd name="connsiteY54" fmla="*/ 617363 h 674476"/>
                <a:gd name="connsiteX55" fmla="*/ 470502 w 494979"/>
                <a:gd name="connsiteY55" fmla="*/ 617363 h 674476"/>
                <a:gd name="connsiteX56" fmla="*/ 494979 w 494979"/>
                <a:gd name="connsiteY56" fmla="*/ 641840 h 674476"/>
                <a:gd name="connsiteX57" fmla="*/ 486820 w 494979"/>
                <a:gd name="connsiteY57" fmla="*/ 655438 h 674476"/>
                <a:gd name="connsiteX58" fmla="*/ 470502 w 494979"/>
                <a:gd name="connsiteY58" fmla="*/ 663597 h 674476"/>
                <a:gd name="connsiteX59" fmla="*/ 446025 w 494979"/>
                <a:gd name="connsiteY59" fmla="*/ 666317 h 674476"/>
                <a:gd name="connsiteX60" fmla="*/ 424268 w 494979"/>
                <a:gd name="connsiteY60" fmla="*/ 666317 h 674476"/>
                <a:gd name="connsiteX61" fmla="*/ 416109 w 494979"/>
                <a:gd name="connsiteY61" fmla="*/ 666317 h 674476"/>
                <a:gd name="connsiteX62" fmla="*/ 402511 w 494979"/>
                <a:gd name="connsiteY62" fmla="*/ 671756 h 674476"/>
                <a:gd name="connsiteX63" fmla="*/ 386193 w 494979"/>
                <a:gd name="connsiteY63" fmla="*/ 674476 h 674476"/>
                <a:gd name="connsiteX64" fmla="*/ 350837 w 494979"/>
                <a:gd name="connsiteY64" fmla="*/ 669036 h 674476"/>
                <a:gd name="connsiteX65" fmla="*/ 329080 w 494979"/>
                <a:gd name="connsiteY65" fmla="*/ 669036 h 674476"/>
                <a:gd name="connsiteX66" fmla="*/ 280126 w 494979"/>
                <a:gd name="connsiteY66" fmla="*/ 669036 h 674476"/>
                <a:gd name="connsiteX67" fmla="*/ 255649 w 494979"/>
                <a:gd name="connsiteY67" fmla="*/ 663597 h 674476"/>
                <a:gd name="connsiteX68" fmla="*/ 239331 w 494979"/>
                <a:gd name="connsiteY68" fmla="*/ 647279 h 674476"/>
                <a:gd name="connsiteX69" fmla="*/ 263808 w 494979"/>
                <a:gd name="connsiteY69" fmla="*/ 630961 h 674476"/>
                <a:gd name="connsiteX70" fmla="*/ 291005 w 494979"/>
                <a:gd name="connsiteY70" fmla="*/ 628241 h 674476"/>
                <a:gd name="connsiteX71" fmla="*/ 288285 w 494979"/>
                <a:gd name="connsiteY71" fmla="*/ 609204 h 674476"/>
                <a:gd name="connsiteX72" fmla="*/ 285565 w 494979"/>
                <a:gd name="connsiteY72" fmla="*/ 582007 h 674476"/>
                <a:gd name="connsiteX73" fmla="*/ 282846 w 494979"/>
                <a:gd name="connsiteY73" fmla="*/ 568409 h 674476"/>
                <a:gd name="connsiteX74" fmla="*/ 285565 w 494979"/>
                <a:gd name="connsiteY74" fmla="*/ 554811 h 674476"/>
                <a:gd name="connsiteX75" fmla="*/ 280126 w 494979"/>
                <a:gd name="connsiteY75" fmla="*/ 538493 h 674476"/>
                <a:gd name="connsiteX76" fmla="*/ 274687 w 494979"/>
                <a:gd name="connsiteY76" fmla="*/ 505857 h 674476"/>
                <a:gd name="connsiteX77" fmla="*/ 271967 w 494979"/>
                <a:gd name="connsiteY77" fmla="*/ 478660 h 674476"/>
                <a:gd name="connsiteX78" fmla="*/ 269247 w 494979"/>
                <a:gd name="connsiteY78" fmla="*/ 446025 h 674476"/>
                <a:gd name="connsiteX79" fmla="*/ 263808 w 494979"/>
                <a:gd name="connsiteY79" fmla="*/ 437866 h 674476"/>
                <a:gd name="connsiteX80" fmla="*/ 252929 w 494979"/>
                <a:gd name="connsiteY80" fmla="*/ 437866 h 674476"/>
                <a:gd name="connsiteX81" fmla="*/ 223013 w 494979"/>
                <a:gd name="connsiteY81" fmla="*/ 440585 h 674476"/>
                <a:gd name="connsiteX82" fmla="*/ 193097 w 494979"/>
                <a:gd name="connsiteY82" fmla="*/ 443305 h 674476"/>
                <a:gd name="connsiteX83" fmla="*/ 168620 w 494979"/>
                <a:gd name="connsiteY83" fmla="*/ 443305 h 674476"/>
                <a:gd name="connsiteX84" fmla="*/ 146862 w 494979"/>
                <a:gd name="connsiteY84" fmla="*/ 440585 h 674476"/>
                <a:gd name="connsiteX85" fmla="*/ 138703 w 494979"/>
                <a:gd name="connsiteY85" fmla="*/ 454184 h 674476"/>
                <a:gd name="connsiteX86" fmla="*/ 133263 w 494979"/>
                <a:gd name="connsiteY86" fmla="*/ 486820 h 674476"/>
                <a:gd name="connsiteX87" fmla="*/ 122385 w 494979"/>
                <a:gd name="connsiteY87" fmla="*/ 541213 h 674476"/>
                <a:gd name="connsiteX88" fmla="*/ 106067 w 494979"/>
                <a:gd name="connsiteY88" fmla="*/ 614643 h 674476"/>
                <a:gd name="connsiteX89" fmla="*/ 135983 w 494979"/>
                <a:gd name="connsiteY89" fmla="*/ 614643 h 674476"/>
                <a:gd name="connsiteX90" fmla="*/ 171340 w 494979"/>
                <a:gd name="connsiteY90" fmla="*/ 630961 h 674476"/>
                <a:gd name="connsiteX91" fmla="*/ 165900 w 494979"/>
                <a:gd name="connsiteY91" fmla="*/ 647279 h 674476"/>
                <a:gd name="connsiteX92" fmla="*/ 149581 w 494979"/>
                <a:gd name="connsiteY92" fmla="*/ 655438 h 674476"/>
                <a:gd name="connsiteX93" fmla="*/ 127824 w 494979"/>
                <a:gd name="connsiteY93" fmla="*/ 658158 h 674476"/>
                <a:gd name="connsiteX94" fmla="*/ 106067 w 494979"/>
                <a:gd name="connsiteY94" fmla="*/ 658158 h 674476"/>
                <a:gd name="connsiteX95" fmla="*/ 62552 w 494979"/>
                <a:gd name="connsiteY95" fmla="*/ 658158 h 674476"/>
                <a:gd name="connsiteX96" fmla="*/ 40795 w 494979"/>
                <a:gd name="connsiteY96" fmla="*/ 658158 h 674476"/>
                <a:gd name="connsiteX97" fmla="*/ 16318 w 494979"/>
                <a:gd name="connsiteY97" fmla="*/ 652718 h 674476"/>
                <a:gd name="connsiteX98" fmla="*/ 0 w 494979"/>
                <a:gd name="connsiteY98" fmla="*/ 636401 h 674476"/>
                <a:gd name="connsiteX99" fmla="*/ 2720 w 494979"/>
                <a:gd name="connsiteY99" fmla="*/ 628241 h 674476"/>
                <a:gd name="connsiteX100" fmla="*/ 24477 w 494979"/>
                <a:gd name="connsiteY100" fmla="*/ 620082 h 674476"/>
                <a:gd name="connsiteX101" fmla="*/ 62552 w 494979"/>
                <a:gd name="connsiteY101" fmla="*/ 617363 h 674476"/>
                <a:gd name="connsiteX102" fmla="*/ 62552 w 494979"/>
                <a:gd name="connsiteY102" fmla="*/ 614643 h 674476"/>
                <a:gd name="connsiteX103" fmla="*/ 65272 w 494979"/>
                <a:gd name="connsiteY103" fmla="*/ 587447 h 674476"/>
                <a:gd name="connsiteX104" fmla="*/ 76151 w 494979"/>
                <a:gd name="connsiteY104" fmla="*/ 522175 h 674476"/>
                <a:gd name="connsiteX105" fmla="*/ 87029 w 494979"/>
                <a:gd name="connsiteY105" fmla="*/ 470501 h 674476"/>
                <a:gd name="connsiteX106" fmla="*/ 92469 w 494979"/>
                <a:gd name="connsiteY106" fmla="*/ 446025 h 674476"/>
                <a:gd name="connsiteX107" fmla="*/ 65272 w 494979"/>
                <a:gd name="connsiteY107" fmla="*/ 432426 h 674476"/>
                <a:gd name="connsiteX108" fmla="*/ 54393 w 494979"/>
                <a:gd name="connsiteY108" fmla="*/ 421548 h 674476"/>
                <a:gd name="connsiteX109" fmla="*/ 73431 w 494979"/>
                <a:gd name="connsiteY109" fmla="*/ 407949 h 674476"/>
                <a:gd name="connsiteX110" fmla="*/ 100628 w 494979"/>
                <a:gd name="connsiteY110" fmla="*/ 399790 h 674476"/>
                <a:gd name="connsiteX111" fmla="*/ 108787 w 494979"/>
                <a:gd name="connsiteY111" fmla="*/ 369874 h 674476"/>
                <a:gd name="connsiteX112" fmla="*/ 125105 w 494979"/>
                <a:gd name="connsiteY112" fmla="*/ 307322 h 674476"/>
                <a:gd name="connsiteX113" fmla="*/ 141423 w 494979"/>
                <a:gd name="connsiteY113" fmla="*/ 242051 h 674476"/>
                <a:gd name="connsiteX114" fmla="*/ 155021 w 494979"/>
                <a:gd name="connsiteY114" fmla="*/ 179498 h 674476"/>
                <a:gd name="connsiteX115" fmla="*/ 168620 w 494979"/>
                <a:gd name="connsiteY115" fmla="*/ 119665 h 674476"/>
                <a:gd name="connsiteX116" fmla="*/ 193097 w 494979"/>
                <a:gd name="connsiteY116" fmla="*/ 57113 h 674476"/>
                <a:gd name="connsiteX117" fmla="*/ 201256 w 494979"/>
                <a:gd name="connsiteY117" fmla="*/ 38075 h 674476"/>
                <a:gd name="connsiteX118" fmla="*/ 217574 w 494979"/>
                <a:gd name="connsiteY118" fmla="*/ 13598 h 674476"/>
                <a:gd name="connsiteX119" fmla="*/ 274687 w 494979"/>
                <a:gd name="connsiteY119" fmla="*/ 0 h 674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</a:cxnLst>
              <a:rect l="l" t="t" r="r" b="b"/>
              <a:pathLst>
                <a:path w="494979" h="674476">
                  <a:moveTo>
                    <a:pt x="228453" y="97907"/>
                  </a:moveTo>
                  <a:cubicBezTo>
                    <a:pt x="220294" y="97907"/>
                    <a:pt x="212135" y="114225"/>
                    <a:pt x="212135" y="119665"/>
                  </a:cubicBezTo>
                  <a:cubicBezTo>
                    <a:pt x="209415" y="130543"/>
                    <a:pt x="206696" y="144141"/>
                    <a:pt x="203976" y="152300"/>
                  </a:cubicBezTo>
                  <a:cubicBezTo>
                    <a:pt x="201256" y="157740"/>
                    <a:pt x="201256" y="163179"/>
                    <a:pt x="201256" y="168618"/>
                  </a:cubicBezTo>
                  <a:cubicBezTo>
                    <a:pt x="201256" y="174058"/>
                    <a:pt x="198537" y="179497"/>
                    <a:pt x="198537" y="184936"/>
                  </a:cubicBezTo>
                  <a:cubicBezTo>
                    <a:pt x="195817" y="195815"/>
                    <a:pt x="193097" y="209413"/>
                    <a:pt x="190378" y="220292"/>
                  </a:cubicBezTo>
                  <a:cubicBezTo>
                    <a:pt x="187658" y="244769"/>
                    <a:pt x="179499" y="269246"/>
                    <a:pt x="171340" y="291003"/>
                  </a:cubicBezTo>
                  <a:cubicBezTo>
                    <a:pt x="168620" y="301881"/>
                    <a:pt x="165900" y="312760"/>
                    <a:pt x="163180" y="323639"/>
                  </a:cubicBezTo>
                  <a:cubicBezTo>
                    <a:pt x="160461" y="337237"/>
                    <a:pt x="157741" y="348115"/>
                    <a:pt x="152302" y="361714"/>
                  </a:cubicBezTo>
                  <a:cubicBezTo>
                    <a:pt x="149582" y="367153"/>
                    <a:pt x="146862" y="383471"/>
                    <a:pt x="146862" y="388910"/>
                  </a:cubicBezTo>
                  <a:cubicBezTo>
                    <a:pt x="146862" y="391630"/>
                    <a:pt x="149582" y="391630"/>
                    <a:pt x="152302" y="391630"/>
                  </a:cubicBezTo>
                  <a:cubicBezTo>
                    <a:pt x="157741" y="391630"/>
                    <a:pt x="171340" y="391630"/>
                    <a:pt x="174060" y="391630"/>
                  </a:cubicBezTo>
                  <a:cubicBezTo>
                    <a:pt x="182219" y="391630"/>
                    <a:pt x="190378" y="391630"/>
                    <a:pt x="195817" y="388910"/>
                  </a:cubicBezTo>
                  <a:cubicBezTo>
                    <a:pt x="201256" y="388910"/>
                    <a:pt x="206696" y="388910"/>
                    <a:pt x="214855" y="388910"/>
                  </a:cubicBezTo>
                  <a:cubicBezTo>
                    <a:pt x="220294" y="388910"/>
                    <a:pt x="228453" y="388910"/>
                    <a:pt x="239332" y="388910"/>
                  </a:cubicBezTo>
                  <a:cubicBezTo>
                    <a:pt x="244771" y="388910"/>
                    <a:pt x="250210" y="388910"/>
                    <a:pt x="252930" y="386191"/>
                  </a:cubicBezTo>
                  <a:cubicBezTo>
                    <a:pt x="258369" y="391630"/>
                    <a:pt x="261089" y="388910"/>
                    <a:pt x="261089" y="386191"/>
                  </a:cubicBezTo>
                  <a:cubicBezTo>
                    <a:pt x="261089" y="380751"/>
                    <a:pt x="258369" y="372592"/>
                    <a:pt x="258369" y="367153"/>
                  </a:cubicBezTo>
                  <a:cubicBezTo>
                    <a:pt x="255650" y="353555"/>
                    <a:pt x="252930" y="342676"/>
                    <a:pt x="252930" y="331797"/>
                  </a:cubicBezTo>
                  <a:cubicBezTo>
                    <a:pt x="252930" y="301881"/>
                    <a:pt x="252930" y="274685"/>
                    <a:pt x="250210" y="244769"/>
                  </a:cubicBezTo>
                  <a:cubicBezTo>
                    <a:pt x="250210" y="231170"/>
                    <a:pt x="247491" y="217572"/>
                    <a:pt x="244771" y="203974"/>
                  </a:cubicBezTo>
                  <a:cubicBezTo>
                    <a:pt x="242051" y="187656"/>
                    <a:pt x="239332" y="174058"/>
                    <a:pt x="239332" y="157740"/>
                  </a:cubicBezTo>
                  <a:cubicBezTo>
                    <a:pt x="239332" y="152300"/>
                    <a:pt x="239332" y="133263"/>
                    <a:pt x="236612" y="119665"/>
                  </a:cubicBezTo>
                  <a:cubicBezTo>
                    <a:pt x="236612" y="106066"/>
                    <a:pt x="233892" y="97907"/>
                    <a:pt x="228453" y="97907"/>
                  </a:cubicBezTo>
                  <a:close/>
                  <a:moveTo>
                    <a:pt x="274687" y="0"/>
                  </a:moveTo>
                  <a:cubicBezTo>
                    <a:pt x="288285" y="0"/>
                    <a:pt x="293724" y="2720"/>
                    <a:pt x="304603" y="5439"/>
                  </a:cubicBezTo>
                  <a:cubicBezTo>
                    <a:pt x="315482" y="10879"/>
                    <a:pt x="315482" y="16318"/>
                    <a:pt x="320921" y="24477"/>
                  </a:cubicBezTo>
                  <a:cubicBezTo>
                    <a:pt x="326360" y="29916"/>
                    <a:pt x="331800" y="35356"/>
                    <a:pt x="334519" y="43515"/>
                  </a:cubicBezTo>
                  <a:cubicBezTo>
                    <a:pt x="337239" y="51674"/>
                    <a:pt x="337239" y="57113"/>
                    <a:pt x="339959" y="65272"/>
                  </a:cubicBezTo>
                  <a:cubicBezTo>
                    <a:pt x="345398" y="78870"/>
                    <a:pt x="342678" y="97908"/>
                    <a:pt x="348118" y="114226"/>
                  </a:cubicBezTo>
                  <a:cubicBezTo>
                    <a:pt x="350837" y="130544"/>
                    <a:pt x="358996" y="146863"/>
                    <a:pt x="361716" y="163180"/>
                  </a:cubicBezTo>
                  <a:cubicBezTo>
                    <a:pt x="364435" y="182218"/>
                    <a:pt x="364435" y="201256"/>
                    <a:pt x="369875" y="220293"/>
                  </a:cubicBezTo>
                  <a:cubicBezTo>
                    <a:pt x="375314" y="239331"/>
                    <a:pt x="378034" y="255649"/>
                    <a:pt x="378034" y="274686"/>
                  </a:cubicBezTo>
                  <a:cubicBezTo>
                    <a:pt x="378034" y="282845"/>
                    <a:pt x="380753" y="293724"/>
                    <a:pt x="383473" y="301883"/>
                  </a:cubicBezTo>
                  <a:cubicBezTo>
                    <a:pt x="386193" y="312762"/>
                    <a:pt x="388912" y="326360"/>
                    <a:pt x="391632" y="337238"/>
                  </a:cubicBezTo>
                  <a:cubicBezTo>
                    <a:pt x="391632" y="342678"/>
                    <a:pt x="394352" y="353556"/>
                    <a:pt x="397071" y="364435"/>
                  </a:cubicBezTo>
                  <a:cubicBezTo>
                    <a:pt x="399791" y="372594"/>
                    <a:pt x="402511" y="380753"/>
                    <a:pt x="405230" y="383473"/>
                  </a:cubicBezTo>
                  <a:cubicBezTo>
                    <a:pt x="407950" y="386192"/>
                    <a:pt x="413389" y="386192"/>
                    <a:pt x="416109" y="386192"/>
                  </a:cubicBezTo>
                  <a:cubicBezTo>
                    <a:pt x="418829" y="386192"/>
                    <a:pt x="424268" y="386192"/>
                    <a:pt x="426988" y="386192"/>
                  </a:cubicBezTo>
                  <a:cubicBezTo>
                    <a:pt x="437866" y="386192"/>
                    <a:pt x="448745" y="388912"/>
                    <a:pt x="454184" y="397071"/>
                  </a:cubicBezTo>
                  <a:cubicBezTo>
                    <a:pt x="456904" y="399790"/>
                    <a:pt x="456904" y="402510"/>
                    <a:pt x="456904" y="405230"/>
                  </a:cubicBezTo>
                  <a:cubicBezTo>
                    <a:pt x="456904" y="407949"/>
                    <a:pt x="454184" y="410669"/>
                    <a:pt x="451465" y="416108"/>
                  </a:cubicBezTo>
                  <a:cubicBezTo>
                    <a:pt x="446025" y="421548"/>
                    <a:pt x="440586" y="426987"/>
                    <a:pt x="432427" y="429707"/>
                  </a:cubicBezTo>
                  <a:cubicBezTo>
                    <a:pt x="429707" y="429707"/>
                    <a:pt x="426988" y="432426"/>
                    <a:pt x="421548" y="432426"/>
                  </a:cubicBezTo>
                  <a:cubicBezTo>
                    <a:pt x="418829" y="432426"/>
                    <a:pt x="416109" y="432426"/>
                    <a:pt x="413389" y="435146"/>
                  </a:cubicBezTo>
                  <a:cubicBezTo>
                    <a:pt x="413389" y="435146"/>
                    <a:pt x="413389" y="437866"/>
                    <a:pt x="413389" y="440585"/>
                  </a:cubicBezTo>
                  <a:cubicBezTo>
                    <a:pt x="413389" y="443305"/>
                    <a:pt x="413389" y="448744"/>
                    <a:pt x="416109" y="451464"/>
                  </a:cubicBezTo>
                  <a:cubicBezTo>
                    <a:pt x="416109" y="456903"/>
                    <a:pt x="418829" y="462343"/>
                    <a:pt x="418829" y="465062"/>
                  </a:cubicBezTo>
                  <a:lnTo>
                    <a:pt x="418829" y="475941"/>
                  </a:lnTo>
                  <a:cubicBezTo>
                    <a:pt x="418829" y="481380"/>
                    <a:pt x="418829" y="484100"/>
                    <a:pt x="418829" y="486820"/>
                  </a:cubicBezTo>
                  <a:cubicBezTo>
                    <a:pt x="421548" y="497698"/>
                    <a:pt x="424268" y="505857"/>
                    <a:pt x="426988" y="516736"/>
                  </a:cubicBezTo>
                  <a:cubicBezTo>
                    <a:pt x="426988" y="524895"/>
                    <a:pt x="429707" y="535773"/>
                    <a:pt x="432427" y="543932"/>
                  </a:cubicBezTo>
                  <a:cubicBezTo>
                    <a:pt x="435147" y="554811"/>
                    <a:pt x="437866" y="562970"/>
                    <a:pt x="437866" y="573848"/>
                  </a:cubicBezTo>
                  <a:cubicBezTo>
                    <a:pt x="437866" y="587447"/>
                    <a:pt x="440586" y="595606"/>
                    <a:pt x="443306" y="606484"/>
                  </a:cubicBezTo>
                  <a:cubicBezTo>
                    <a:pt x="443306" y="609204"/>
                    <a:pt x="446025" y="614643"/>
                    <a:pt x="446025" y="617363"/>
                  </a:cubicBezTo>
                  <a:cubicBezTo>
                    <a:pt x="454184" y="617363"/>
                    <a:pt x="462343" y="617363"/>
                    <a:pt x="470502" y="617363"/>
                  </a:cubicBezTo>
                  <a:cubicBezTo>
                    <a:pt x="478661" y="625522"/>
                    <a:pt x="492259" y="630961"/>
                    <a:pt x="494979" y="641840"/>
                  </a:cubicBezTo>
                  <a:cubicBezTo>
                    <a:pt x="494979" y="647279"/>
                    <a:pt x="489540" y="649999"/>
                    <a:pt x="486820" y="655438"/>
                  </a:cubicBezTo>
                  <a:cubicBezTo>
                    <a:pt x="484100" y="660877"/>
                    <a:pt x="475942" y="663597"/>
                    <a:pt x="470502" y="663597"/>
                  </a:cubicBezTo>
                  <a:cubicBezTo>
                    <a:pt x="459623" y="666317"/>
                    <a:pt x="454184" y="666317"/>
                    <a:pt x="446025" y="666317"/>
                  </a:cubicBezTo>
                  <a:cubicBezTo>
                    <a:pt x="440586" y="666317"/>
                    <a:pt x="432427" y="666317"/>
                    <a:pt x="424268" y="666317"/>
                  </a:cubicBezTo>
                  <a:cubicBezTo>
                    <a:pt x="421548" y="666317"/>
                    <a:pt x="418829" y="666317"/>
                    <a:pt x="416109" y="666317"/>
                  </a:cubicBezTo>
                  <a:cubicBezTo>
                    <a:pt x="410670" y="669036"/>
                    <a:pt x="407950" y="669036"/>
                    <a:pt x="402511" y="671756"/>
                  </a:cubicBezTo>
                  <a:cubicBezTo>
                    <a:pt x="397071" y="671756"/>
                    <a:pt x="391632" y="674476"/>
                    <a:pt x="386193" y="674476"/>
                  </a:cubicBezTo>
                  <a:cubicBezTo>
                    <a:pt x="375314" y="674476"/>
                    <a:pt x="361716" y="671756"/>
                    <a:pt x="350837" y="669036"/>
                  </a:cubicBezTo>
                  <a:cubicBezTo>
                    <a:pt x="342678" y="669036"/>
                    <a:pt x="334519" y="669036"/>
                    <a:pt x="329080" y="669036"/>
                  </a:cubicBezTo>
                  <a:cubicBezTo>
                    <a:pt x="307323" y="669036"/>
                    <a:pt x="288285" y="669036"/>
                    <a:pt x="280126" y="669036"/>
                  </a:cubicBezTo>
                  <a:cubicBezTo>
                    <a:pt x="271967" y="669036"/>
                    <a:pt x="261088" y="669036"/>
                    <a:pt x="255649" y="663597"/>
                  </a:cubicBezTo>
                  <a:cubicBezTo>
                    <a:pt x="250210" y="660877"/>
                    <a:pt x="239331" y="655438"/>
                    <a:pt x="239331" y="647279"/>
                  </a:cubicBezTo>
                  <a:cubicBezTo>
                    <a:pt x="239331" y="636401"/>
                    <a:pt x="255649" y="633681"/>
                    <a:pt x="263808" y="630961"/>
                  </a:cubicBezTo>
                  <a:cubicBezTo>
                    <a:pt x="269247" y="630961"/>
                    <a:pt x="277406" y="630961"/>
                    <a:pt x="291005" y="628241"/>
                  </a:cubicBezTo>
                  <a:cubicBezTo>
                    <a:pt x="291005" y="620082"/>
                    <a:pt x="291005" y="614643"/>
                    <a:pt x="288285" y="609204"/>
                  </a:cubicBezTo>
                  <a:cubicBezTo>
                    <a:pt x="288285" y="601045"/>
                    <a:pt x="285565" y="590166"/>
                    <a:pt x="285565" y="582007"/>
                  </a:cubicBezTo>
                  <a:cubicBezTo>
                    <a:pt x="285565" y="576568"/>
                    <a:pt x="282846" y="573848"/>
                    <a:pt x="282846" y="568409"/>
                  </a:cubicBezTo>
                  <a:cubicBezTo>
                    <a:pt x="282846" y="562970"/>
                    <a:pt x="285565" y="557531"/>
                    <a:pt x="285565" y="554811"/>
                  </a:cubicBezTo>
                  <a:cubicBezTo>
                    <a:pt x="285565" y="549371"/>
                    <a:pt x="282846" y="546652"/>
                    <a:pt x="280126" y="538493"/>
                  </a:cubicBezTo>
                  <a:cubicBezTo>
                    <a:pt x="280126" y="527614"/>
                    <a:pt x="274687" y="516736"/>
                    <a:pt x="274687" y="505857"/>
                  </a:cubicBezTo>
                  <a:cubicBezTo>
                    <a:pt x="274687" y="494978"/>
                    <a:pt x="274687" y="486820"/>
                    <a:pt x="271967" y="478660"/>
                  </a:cubicBezTo>
                  <a:cubicBezTo>
                    <a:pt x="269247" y="467782"/>
                    <a:pt x="269247" y="456903"/>
                    <a:pt x="269247" y="446025"/>
                  </a:cubicBezTo>
                  <a:cubicBezTo>
                    <a:pt x="269247" y="440585"/>
                    <a:pt x="266528" y="437866"/>
                    <a:pt x="263808" y="437866"/>
                  </a:cubicBezTo>
                  <a:cubicBezTo>
                    <a:pt x="261088" y="437866"/>
                    <a:pt x="258369" y="437866"/>
                    <a:pt x="252929" y="437866"/>
                  </a:cubicBezTo>
                  <a:cubicBezTo>
                    <a:pt x="242051" y="437866"/>
                    <a:pt x="231172" y="437866"/>
                    <a:pt x="223013" y="440585"/>
                  </a:cubicBezTo>
                  <a:cubicBezTo>
                    <a:pt x="212135" y="440585"/>
                    <a:pt x="203976" y="443305"/>
                    <a:pt x="193097" y="443305"/>
                  </a:cubicBezTo>
                  <a:cubicBezTo>
                    <a:pt x="184938" y="443305"/>
                    <a:pt x="176779" y="443305"/>
                    <a:pt x="168620" y="443305"/>
                  </a:cubicBezTo>
                  <a:cubicBezTo>
                    <a:pt x="165900" y="443305"/>
                    <a:pt x="155021" y="440585"/>
                    <a:pt x="146862" y="440585"/>
                  </a:cubicBezTo>
                  <a:cubicBezTo>
                    <a:pt x="138703" y="440585"/>
                    <a:pt x="138703" y="448744"/>
                    <a:pt x="138703" y="454184"/>
                  </a:cubicBezTo>
                  <a:cubicBezTo>
                    <a:pt x="138703" y="465062"/>
                    <a:pt x="135983" y="475941"/>
                    <a:pt x="133263" y="486820"/>
                  </a:cubicBezTo>
                  <a:cubicBezTo>
                    <a:pt x="130544" y="505857"/>
                    <a:pt x="125105" y="522175"/>
                    <a:pt x="122385" y="541213"/>
                  </a:cubicBezTo>
                  <a:cubicBezTo>
                    <a:pt x="119665" y="560250"/>
                    <a:pt x="111506" y="595606"/>
                    <a:pt x="106067" y="614643"/>
                  </a:cubicBezTo>
                  <a:cubicBezTo>
                    <a:pt x="114226" y="614643"/>
                    <a:pt x="125105" y="614643"/>
                    <a:pt x="135983" y="614643"/>
                  </a:cubicBezTo>
                  <a:cubicBezTo>
                    <a:pt x="149581" y="614643"/>
                    <a:pt x="171340" y="614643"/>
                    <a:pt x="171340" y="630961"/>
                  </a:cubicBezTo>
                  <a:cubicBezTo>
                    <a:pt x="171340" y="639120"/>
                    <a:pt x="168620" y="639120"/>
                    <a:pt x="165900" y="647279"/>
                  </a:cubicBezTo>
                  <a:cubicBezTo>
                    <a:pt x="163181" y="652718"/>
                    <a:pt x="155021" y="655438"/>
                    <a:pt x="149581" y="655438"/>
                  </a:cubicBezTo>
                  <a:cubicBezTo>
                    <a:pt x="141423" y="658158"/>
                    <a:pt x="135983" y="658158"/>
                    <a:pt x="127824" y="658158"/>
                  </a:cubicBezTo>
                  <a:cubicBezTo>
                    <a:pt x="122385" y="658158"/>
                    <a:pt x="116946" y="658158"/>
                    <a:pt x="106067" y="658158"/>
                  </a:cubicBezTo>
                  <a:cubicBezTo>
                    <a:pt x="92469" y="658158"/>
                    <a:pt x="78870" y="658158"/>
                    <a:pt x="62552" y="658158"/>
                  </a:cubicBezTo>
                  <a:cubicBezTo>
                    <a:pt x="54393" y="658158"/>
                    <a:pt x="46234" y="658158"/>
                    <a:pt x="40795" y="658158"/>
                  </a:cubicBezTo>
                  <a:cubicBezTo>
                    <a:pt x="32636" y="658158"/>
                    <a:pt x="21758" y="658158"/>
                    <a:pt x="16318" y="652718"/>
                  </a:cubicBezTo>
                  <a:cubicBezTo>
                    <a:pt x="8159" y="649999"/>
                    <a:pt x="0" y="641840"/>
                    <a:pt x="0" y="636401"/>
                  </a:cubicBezTo>
                  <a:cubicBezTo>
                    <a:pt x="0" y="633681"/>
                    <a:pt x="0" y="630961"/>
                    <a:pt x="2720" y="628241"/>
                  </a:cubicBezTo>
                  <a:cubicBezTo>
                    <a:pt x="8159" y="625522"/>
                    <a:pt x="16318" y="622802"/>
                    <a:pt x="24477" y="620082"/>
                  </a:cubicBezTo>
                  <a:cubicBezTo>
                    <a:pt x="38075" y="617363"/>
                    <a:pt x="48954" y="617363"/>
                    <a:pt x="62552" y="617363"/>
                  </a:cubicBezTo>
                  <a:cubicBezTo>
                    <a:pt x="62552" y="617363"/>
                    <a:pt x="62552" y="614643"/>
                    <a:pt x="62552" y="614643"/>
                  </a:cubicBezTo>
                  <a:cubicBezTo>
                    <a:pt x="62552" y="603765"/>
                    <a:pt x="65272" y="590166"/>
                    <a:pt x="65272" y="587447"/>
                  </a:cubicBezTo>
                  <a:cubicBezTo>
                    <a:pt x="67992" y="565689"/>
                    <a:pt x="73431" y="543932"/>
                    <a:pt x="76151" y="522175"/>
                  </a:cubicBezTo>
                  <a:cubicBezTo>
                    <a:pt x="78870" y="505857"/>
                    <a:pt x="81590" y="486820"/>
                    <a:pt x="87029" y="470501"/>
                  </a:cubicBezTo>
                  <a:cubicBezTo>
                    <a:pt x="87029" y="465062"/>
                    <a:pt x="92469" y="451464"/>
                    <a:pt x="92469" y="446025"/>
                  </a:cubicBezTo>
                  <a:cubicBezTo>
                    <a:pt x="92469" y="437866"/>
                    <a:pt x="73431" y="437866"/>
                    <a:pt x="65272" y="432426"/>
                  </a:cubicBezTo>
                  <a:cubicBezTo>
                    <a:pt x="59833" y="429707"/>
                    <a:pt x="54393" y="426987"/>
                    <a:pt x="54393" y="421548"/>
                  </a:cubicBezTo>
                  <a:cubicBezTo>
                    <a:pt x="54393" y="413389"/>
                    <a:pt x="62552" y="410669"/>
                    <a:pt x="73431" y="407949"/>
                  </a:cubicBezTo>
                  <a:cubicBezTo>
                    <a:pt x="78870" y="407949"/>
                    <a:pt x="92469" y="405230"/>
                    <a:pt x="100628" y="399790"/>
                  </a:cubicBezTo>
                  <a:cubicBezTo>
                    <a:pt x="106067" y="394351"/>
                    <a:pt x="106067" y="378033"/>
                    <a:pt x="108787" y="369874"/>
                  </a:cubicBezTo>
                  <a:cubicBezTo>
                    <a:pt x="114226" y="348117"/>
                    <a:pt x="119665" y="326360"/>
                    <a:pt x="125105" y="307322"/>
                  </a:cubicBezTo>
                  <a:cubicBezTo>
                    <a:pt x="130544" y="285565"/>
                    <a:pt x="135983" y="263808"/>
                    <a:pt x="141423" y="242051"/>
                  </a:cubicBezTo>
                  <a:cubicBezTo>
                    <a:pt x="146862" y="220293"/>
                    <a:pt x="152301" y="198536"/>
                    <a:pt x="155021" y="179498"/>
                  </a:cubicBezTo>
                  <a:cubicBezTo>
                    <a:pt x="157740" y="160461"/>
                    <a:pt x="163181" y="138703"/>
                    <a:pt x="168620" y="119665"/>
                  </a:cubicBezTo>
                  <a:cubicBezTo>
                    <a:pt x="176779" y="100627"/>
                    <a:pt x="182218" y="76150"/>
                    <a:pt x="193097" y="57113"/>
                  </a:cubicBezTo>
                  <a:lnTo>
                    <a:pt x="201256" y="38075"/>
                  </a:lnTo>
                  <a:cubicBezTo>
                    <a:pt x="206695" y="29916"/>
                    <a:pt x="209415" y="19038"/>
                    <a:pt x="217574" y="13598"/>
                  </a:cubicBezTo>
                  <a:cubicBezTo>
                    <a:pt x="231172" y="2720"/>
                    <a:pt x="255649" y="0"/>
                    <a:pt x="274687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76824091-EA77-4290-B5D8-D9ABB8E8F443}"/>
                </a:ext>
              </a:extLst>
            </p:cNvPr>
            <p:cNvSpPr/>
            <p:nvPr/>
          </p:nvSpPr>
          <p:spPr bwMode="black">
            <a:xfrm>
              <a:off x="3443268" y="4186718"/>
              <a:ext cx="435145" cy="761503"/>
            </a:xfrm>
            <a:custGeom>
              <a:avLst/>
              <a:gdLst>
                <a:gd name="connsiteX0" fmla="*/ 400855 w 435145"/>
                <a:gd name="connsiteY0" fmla="*/ 678260 h 761503"/>
                <a:gd name="connsiteX1" fmla="*/ 384537 w 435145"/>
                <a:gd name="connsiteY1" fmla="*/ 719054 h 761503"/>
                <a:gd name="connsiteX2" fmla="*/ 368219 w 435145"/>
                <a:gd name="connsiteY2" fmla="*/ 713615 h 761503"/>
                <a:gd name="connsiteX3" fmla="*/ 360060 w 435145"/>
                <a:gd name="connsiteY3" fmla="*/ 697297 h 761503"/>
                <a:gd name="connsiteX4" fmla="*/ 360060 w 435145"/>
                <a:gd name="connsiteY4" fmla="*/ 651063 h 761503"/>
                <a:gd name="connsiteX5" fmla="*/ 332864 w 435145"/>
                <a:gd name="connsiteY5" fmla="*/ 686418 h 761503"/>
                <a:gd name="connsiteX6" fmla="*/ 251274 w 435145"/>
                <a:gd name="connsiteY6" fmla="*/ 721774 h 761503"/>
                <a:gd name="connsiteX7" fmla="*/ 229517 w 435145"/>
                <a:gd name="connsiteY7" fmla="*/ 719054 h 761503"/>
                <a:gd name="connsiteX8" fmla="*/ 158806 w 435145"/>
                <a:gd name="connsiteY8" fmla="*/ 694578 h 761503"/>
                <a:gd name="connsiteX9" fmla="*/ 112571 w 435145"/>
                <a:gd name="connsiteY9" fmla="*/ 659222 h 761503"/>
                <a:gd name="connsiteX10" fmla="*/ 79936 w 435145"/>
                <a:gd name="connsiteY10" fmla="*/ 607548 h 761503"/>
                <a:gd name="connsiteX11" fmla="*/ 63618 w 435145"/>
                <a:gd name="connsiteY11" fmla="*/ 542277 h 761503"/>
                <a:gd name="connsiteX12" fmla="*/ 58178 w 435145"/>
                <a:gd name="connsiteY12" fmla="*/ 471566 h 761503"/>
                <a:gd name="connsiteX13" fmla="*/ 60898 w 435145"/>
                <a:gd name="connsiteY13" fmla="*/ 400855 h 761503"/>
                <a:gd name="connsiteX14" fmla="*/ 66337 w 435145"/>
                <a:gd name="connsiteY14" fmla="*/ 335583 h 761503"/>
                <a:gd name="connsiteX15" fmla="*/ 85375 w 435145"/>
                <a:gd name="connsiteY15" fmla="*/ 267592 h 761503"/>
                <a:gd name="connsiteX16" fmla="*/ 109852 w 435145"/>
                <a:gd name="connsiteY16" fmla="*/ 199600 h 761503"/>
                <a:gd name="connsiteX17" fmla="*/ 145207 w 435145"/>
                <a:gd name="connsiteY17" fmla="*/ 145207 h 761503"/>
                <a:gd name="connsiteX18" fmla="*/ 188722 w 435145"/>
                <a:gd name="connsiteY18" fmla="*/ 96253 h 761503"/>
                <a:gd name="connsiteX19" fmla="*/ 243115 w 435145"/>
                <a:gd name="connsiteY19" fmla="*/ 71776 h 761503"/>
                <a:gd name="connsiteX20" fmla="*/ 286630 w 435145"/>
                <a:gd name="connsiteY20" fmla="*/ 63617 h 761503"/>
                <a:gd name="connsiteX21" fmla="*/ 305667 w 435145"/>
                <a:gd name="connsiteY21" fmla="*/ 66337 h 761503"/>
                <a:gd name="connsiteX22" fmla="*/ 324705 w 435145"/>
                <a:gd name="connsiteY22" fmla="*/ 79936 h 761503"/>
                <a:gd name="connsiteX23" fmla="*/ 341023 w 435145"/>
                <a:gd name="connsiteY23" fmla="*/ 101693 h 761503"/>
                <a:gd name="connsiteX24" fmla="*/ 354621 w 435145"/>
                <a:gd name="connsiteY24" fmla="*/ 123450 h 761503"/>
                <a:gd name="connsiteX25" fmla="*/ 354621 w 435145"/>
                <a:gd name="connsiteY25" fmla="*/ 98973 h 761503"/>
                <a:gd name="connsiteX26" fmla="*/ 360060 w 435145"/>
                <a:gd name="connsiteY26" fmla="*/ 74496 h 761503"/>
                <a:gd name="connsiteX27" fmla="*/ 365500 w 435145"/>
                <a:gd name="connsiteY27" fmla="*/ 63617 h 761503"/>
                <a:gd name="connsiteX28" fmla="*/ 373659 w 435145"/>
                <a:gd name="connsiteY28" fmla="*/ 58178 h 761503"/>
                <a:gd name="connsiteX29" fmla="*/ 381818 w 435145"/>
                <a:gd name="connsiteY29" fmla="*/ 63617 h 761503"/>
                <a:gd name="connsiteX30" fmla="*/ 389977 w 435145"/>
                <a:gd name="connsiteY30" fmla="*/ 82655 h 761503"/>
                <a:gd name="connsiteX31" fmla="*/ 392696 w 435145"/>
                <a:gd name="connsiteY31" fmla="*/ 126170 h 761503"/>
                <a:gd name="connsiteX32" fmla="*/ 395416 w 435145"/>
                <a:gd name="connsiteY32" fmla="*/ 186002 h 761503"/>
                <a:gd name="connsiteX33" fmla="*/ 398136 w 435145"/>
                <a:gd name="connsiteY33" fmla="*/ 237675 h 761503"/>
                <a:gd name="connsiteX34" fmla="*/ 398136 w 435145"/>
                <a:gd name="connsiteY34" fmla="*/ 243115 h 761503"/>
                <a:gd name="connsiteX35" fmla="*/ 395416 w 435145"/>
                <a:gd name="connsiteY35" fmla="*/ 256713 h 761503"/>
                <a:gd name="connsiteX36" fmla="*/ 379098 w 435145"/>
                <a:gd name="connsiteY36" fmla="*/ 278470 h 761503"/>
                <a:gd name="connsiteX37" fmla="*/ 362780 w 435145"/>
                <a:gd name="connsiteY37" fmla="*/ 273031 h 761503"/>
                <a:gd name="connsiteX38" fmla="*/ 354621 w 435145"/>
                <a:gd name="connsiteY38" fmla="*/ 256713 h 761503"/>
                <a:gd name="connsiteX39" fmla="*/ 354621 w 435145"/>
                <a:gd name="connsiteY39" fmla="*/ 213198 h 761503"/>
                <a:gd name="connsiteX40" fmla="*/ 354621 w 435145"/>
                <a:gd name="connsiteY40" fmla="*/ 205040 h 761503"/>
                <a:gd name="connsiteX41" fmla="*/ 338303 w 435145"/>
                <a:gd name="connsiteY41" fmla="*/ 147927 h 761503"/>
                <a:gd name="connsiteX42" fmla="*/ 292069 w 435145"/>
                <a:gd name="connsiteY42" fmla="*/ 107132 h 761503"/>
                <a:gd name="connsiteX43" fmla="*/ 262153 w 435145"/>
                <a:gd name="connsiteY43" fmla="*/ 120730 h 761503"/>
                <a:gd name="connsiteX44" fmla="*/ 251274 w 435145"/>
                <a:gd name="connsiteY44" fmla="*/ 131609 h 761503"/>
                <a:gd name="connsiteX45" fmla="*/ 240395 w 435145"/>
                <a:gd name="connsiteY45" fmla="*/ 139768 h 761503"/>
                <a:gd name="connsiteX46" fmla="*/ 237676 w 435145"/>
                <a:gd name="connsiteY46" fmla="*/ 164245 h 761503"/>
                <a:gd name="connsiteX47" fmla="*/ 226797 w 435145"/>
                <a:gd name="connsiteY47" fmla="*/ 196881 h 761503"/>
                <a:gd name="connsiteX48" fmla="*/ 213199 w 435145"/>
                <a:gd name="connsiteY48" fmla="*/ 259433 h 761503"/>
                <a:gd name="connsiteX49" fmla="*/ 207759 w 435145"/>
                <a:gd name="connsiteY49" fmla="*/ 324704 h 761503"/>
                <a:gd name="connsiteX50" fmla="*/ 207759 w 435145"/>
                <a:gd name="connsiteY50" fmla="*/ 335583 h 761503"/>
                <a:gd name="connsiteX51" fmla="*/ 205040 w 435145"/>
                <a:gd name="connsiteY51" fmla="*/ 349181 h 761503"/>
                <a:gd name="connsiteX52" fmla="*/ 207759 w 435145"/>
                <a:gd name="connsiteY52" fmla="*/ 368219 h 761503"/>
                <a:gd name="connsiteX53" fmla="*/ 207759 w 435145"/>
                <a:gd name="connsiteY53" fmla="*/ 376378 h 761503"/>
                <a:gd name="connsiteX54" fmla="*/ 205040 w 435145"/>
                <a:gd name="connsiteY54" fmla="*/ 387256 h 761503"/>
                <a:gd name="connsiteX55" fmla="*/ 205040 w 435145"/>
                <a:gd name="connsiteY55" fmla="*/ 395415 h 761503"/>
                <a:gd name="connsiteX56" fmla="*/ 205040 w 435145"/>
                <a:gd name="connsiteY56" fmla="*/ 406294 h 761503"/>
                <a:gd name="connsiteX57" fmla="*/ 205040 w 435145"/>
                <a:gd name="connsiteY57" fmla="*/ 425332 h 761503"/>
                <a:gd name="connsiteX58" fmla="*/ 213199 w 435145"/>
                <a:gd name="connsiteY58" fmla="*/ 493323 h 761503"/>
                <a:gd name="connsiteX59" fmla="*/ 221358 w 435145"/>
                <a:gd name="connsiteY59" fmla="*/ 561314 h 761503"/>
                <a:gd name="connsiteX60" fmla="*/ 226797 w 435145"/>
                <a:gd name="connsiteY60" fmla="*/ 591231 h 761503"/>
                <a:gd name="connsiteX61" fmla="*/ 240395 w 435145"/>
                <a:gd name="connsiteY61" fmla="*/ 618427 h 761503"/>
                <a:gd name="connsiteX62" fmla="*/ 283910 w 435145"/>
                <a:gd name="connsiteY62" fmla="*/ 651063 h 761503"/>
                <a:gd name="connsiteX63" fmla="*/ 338303 w 435145"/>
                <a:gd name="connsiteY63" fmla="*/ 612988 h 761503"/>
                <a:gd name="connsiteX64" fmla="*/ 354621 w 435145"/>
                <a:gd name="connsiteY64" fmla="*/ 577632 h 761503"/>
                <a:gd name="connsiteX65" fmla="*/ 357341 w 435145"/>
                <a:gd name="connsiteY65" fmla="*/ 509641 h 761503"/>
                <a:gd name="connsiteX66" fmla="*/ 362780 w 435145"/>
                <a:gd name="connsiteY66" fmla="*/ 485164 h 761503"/>
                <a:gd name="connsiteX67" fmla="*/ 368219 w 435145"/>
                <a:gd name="connsiteY67" fmla="*/ 474286 h 761503"/>
                <a:gd name="connsiteX68" fmla="*/ 376378 w 435145"/>
                <a:gd name="connsiteY68" fmla="*/ 468846 h 761503"/>
                <a:gd name="connsiteX69" fmla="*/ 384537 w 435145"/>
                <a:gd name="connsiteY69" fmla="*/ 474286 h 761503"/>
                <a:gd name="connsiteX70" fmla="*/ 392696 w 435145"/>
                <a:gd name="connsiteY70" fmla="*/ 493323 h 761503"/>
                <a:gd name="connsiteX71" fmla="*/ 395416 w 435145"/>
                <a:gd name="connsiteY71" fmla="*/ 558595 h 761503"/>
                <a:gd name="connsiteX72" fmla="*/ 398136 w 435145"/>
                <a:gd name="connsiteY72" fmla="*/ 618427 h 761503"/>
                <a:gd name="connsiteX73" fmla="*/ 400855 w 435145"/>
                <a:gd name="connsiteY73" fmla="*/ 678260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435145" h="761503">
                  <a:moveTo>
                    <a:pt x="400855" y="678260"/>
                  </a:moveTo>
                  <a:cubicBezTo>
                    <a:pt x="400855" y="689138"/>
                    <a:pt x="400855" y="719054"/>
                    <a:pt x="384537" y="719054"/>
                  </a:cubicBezTo>
                  <a:cubicBezTo>
                    <a:pt x="376378" y="719054"/>
                    <a:pt x="373659" y="716335"/>
                    <a:pt x="368219" y="713615"/>
                  </a:cubicBezTo>
                  <a:cubicBezTo>
                    <a:pt x="362780" y="710895"/>
                    <a:pt x="360060" y="702736"/>
                    <a:pt x="360060" y="697297"/>
                  </a:cubicBezTo>
                  <a:cubicBezTo>
                    <a:pt x="357341" y="680979"/>
                    <a:pt x="357341" y="664661"/>
                    <a:pt x="360060" y="651063"/>
                  </a:cubicBezTo>
                  <a:cubicBezTo>
                    <a:pt x="354621" y="659222"/>
                    <a:pt x="341023" y="678260"/>
                    <a:pt x="332864" y="686418"/>
                  </a:cubicBezTo>
                  <a:cubicBezTo>
                    <a:pt x="311107" y="708176"/>
                    <a:pt x="283910" y="721774"/>
                    <a:pt x="251274" y="721774"/>
                  </a:cubicBezTo>
                  <a:cubicBezTo>
                    <a:pt x="243115" y="721774"/>
                    <a:pt x="237676" y="721774"/>
                    <a:pt x="229517" y="719054"/>
                  </a:cubicBezTo>
                  <a:cubicBezTo>
                    <a:pt x="207759" y="716335"/>
                    <a:pt x="183283" y="708176"/>
                    <a:pt x="158806" y="694578"/>
                  </a:cubicBezTo>
                  <a:cubicBezTo>
                    <a:pt x="142488" y="686418"/>
                    <a:pt x="126170" y="672820"/>
                    <a:pt x="112571" y="659222"/>
                  </a:cubicBezTo>
                  <a:cubicBezTo>
                    <a:pt x="98973" y="642904"/>
                    <a:pt x="88095" y="626586"/>
                    <a:pt x="79936" y="607548"/>
                  </a:cubicBezTo>
                  <a:cubicBezTo>
                    <a:pt x="71777" y="585791"/>
                    <a:pt x="66337" y="566754"/>
                    <a:pt x="63618" y="542277"/>
                  </a:cubicBezTo>
                  <a:cubicBezTo>
                    <a:pt x="60898" y="517800"/>
                    <a:pt x="58178" y="493323"/>
                    <a:pt x="58178" y="471566"/>
                  </a:cubicBezTo>
                  <a:cubicBezTo>
                    <a:pt x="58178" y="447089"/>
                    <a:pt x="58178" y="425332"/>
                    <a:pt x="60898" y="400855"/>
                  </a:cubicBezTo>
                  <a:cubicBezTo>
                    <a:pt x="63618" y="379098"/>
                    <a:pt x="60898" y="357340"/>
                    <a:pt x="66337" y="335583"/>
                  </a:cubicBezTo>
                  <a:cubicBezTo>
                    <a:pt x="69057" y="313826"/>
                    <a:pt x="77216" y="289349"/>
                    <a:pt x="85375" y="267592"/>
                  </a:cubicBezTo>
                  <a:cubicBezTo>
                    <a:pt x="93534" y="243115"/>
                    <a:pt x="98973" y="221357"/>
                    <a:pt x="109852" y="199600"/>
                  </a:cubicBezTo>
                  <a:cubicBezTo>
                    <a:pt x="118011" y="177843"/>
                    <a:pt x="131609" y="161525"/>
                    <a:pt x="145207" y="145207"/>
                  </a:cubicBezTo>
                  <a:cubicBezTo>
                    <a:pt x="158806" y="128889"/>
                    <a:pt x="172404" y="109852"/>
                    <a:pt x="188722" y="96253"/>
                  </a:cubicBezTo>
                  <a:cubicBezTo>
                    <a:pt x="205040" y="82655"/>
                    <a:pt x="224077" y="77216"/>
                    <a:pt x="243115" y="71776"/>
                  </a:cubicBezTo>
                  <a:cubicBezTo>
                    <a:pt x="256713" y="69057"/>
                    <a:pt x="273031" y="63617"/>
                    <a:pt x="286630" y="63617"/>
                  </a:cubicBezTo>
                  <a:cubicBezTo>
                    <a:pt x="292069" y="63617"/>
                    <a:pt x="297508" y="63617"/>
                    <a:pt x="305667" y="66337"/>
                  </a:cubicBezTo>
                  <a:cubicBezTo>
                    <a:pt x="313826" y="69057"/>
                    <a:pt x="319266" y="74496"/>
                    <a:pt x="324705" y="79936"/>
                  </a:cubicBezTo>
                  <a:cubicBezTo>
                    <a:pt x="332864" y="85375"/>
                    <a:pt x="332864" y="93534"/>
                    <a:pt x="341023" y="101693"/>
                  </a:cubicBezTo>
                  <a:cubicBezTo>
                    <a:pt x="346462" y="107132"/>
                    <a:pt x="349182" y="118011"/>
                    <a:pt x="354621" y="123450"/>
                  </a:cubicBezTo>
                  <a:cubicBezTo>
                    <a:pt x="354621" y="115291"/>
                    <a:pt x="354621" y="101693"/>
                    <a:pt x="354621" y="98973"/>
                  </a:cubicBezTo>
                  <a:cubicBezTo>
                    <a:pt x="354621" y="90814"/>
                    <a:pt x="354621" y="79936"/>
                    <a:pt x="360060" y="74496"/>
                  </a:cubicBezTo>
                  <a:cubicBezTo>
                    <a:pt x="362780" y="71776"/>
                    <a:pt x="362780" y="69057"/>
                    <a:pt x="365500" y="63617"/>
                  </a:cubicBezTo>
                  <a:cubicBezTo>
                    <a:pt x="368219" y="60898"/>
                    <a:pt x="370939" y="58178"/>
                    <a:pt x="373659" y="58178"/>
                  </a:cubicBezTo>
                  <a:cubicBezTo>
                    <a:pt x="376378" y="58178"/>
                    <a:pt x="379098" y="60898"/>
                    <a:pt x="381818" y="63617"/>
                  </a:cubicBezTo>
                  <a:cubicBezTo>
                    <a:pt x="384537" y="69057"/>
                    <a:pt x="387257" y="77216"/>
                    <a:pt x="389977" y="82655"/>
                  </a:cubicBezTo>
                  <a:cubicBezTo>
                    <a:pt x="389977" y="90814"/>
                    <a:pt x="392696" y="107132"/>
                    <a:pt x="392696" y="126170"/>
                  </a:cubicBezTo>
                  <a:cubicBezTo>
                    <a:pt x="392696" y="150647"/>
                    <a:pt x="392696" y="177843"/>
                    <a:pt x="395416" y="186002"/>
                  </a:cubicBezTo>
                  <a:cubicBezTo>
                    <a:pt x="398136" y="205040"/>
                    <a:pt x="398136" y="215918"/>
                    <a:pt x="398136" y="237675"/>
                  </a:cubicBezTo>
                  <a:cubicBezTo>
                    <a:pt x="398136" y="240395"/>
                    <a:pt x="398136" y="243115"/>
                    <a:pt x="398136" y="243115"/>
                  </a:cubicBezTo>
                  <a:cubicBezTo>
                    <a:pt x="398136" y="248554"/>
                    <a:pt x="398136" y="251274"/>
                    <a:pt x="395416" y="256713"/>
                  </a:cubicBezTo>
                  <a:cubicBezTo>
                    <a:pt x="392696" y="267592"/>
                    <a:pt x="389977" y="278470"/>
                    <a:pt x="379098" y="278470"/>
                  </a:cubicBezTo>
                  <a:cubicBezTo>
                    <a:pt x="370939" y="278470"/>
                    <a:pt x="368219" y="275751"/>
                    <a:pt x="362780" y="273031"/>
                  </a:cubicBezTo>
                  <a:cubicBezTo>
                    <a:pt x="357341" y="270311"/>
                    <a:pt x="354621" y="262152"/>
                    <a:pt x="354621" y="256713"/>
                  </a:cubicBezTo>
                  <a:cubicBezTo>
                    <a:pt x="349182" y="237675"/>
                    <a:pt x="354621" y="232236"/>
                    <a:pt x="354621" y="213198"/>
                  </a:cubicBezTo>
                  <a:cubicBezTo>
                    <a:pt x="354621" y="210479"/>
                    <a:pt x="354621" y="207759"/>
                    <a:pt x="354621" y="205040"/>
                  </a:cubicBezTo>
                  <a:cubicBezTo>
                    <a:pt x="349182" y="186002"/>
                    <a:pt x="343742" y="169684"/>
                    <a:pt x="338303" y="147927"/>
                  </a:cubicBezTo>
                  <a:cubicBezTo>
                    <a:pt x="332864" y="131609"/>
                    <a:pt x="311107" y="107132"/>
                    <a:pt x="292069" y="107132"/>
                  </a:cubicBezTo>
                  <a:cubicBezTo>
                    <a:pt x="281190" y="107132"/>
                    <a:pt x="270312" y="115291"/>
                    <a:pt x="262153" y="120730"/>
                  </a:cubicBezTo>
                  <a:cubicBezTo>
                    <a:pt x="259433" y="123450"/>
                    <a:pt x="256713" y="126170"/>
                    <a:pt x="251274" y="131609"/>
                  </a:cubicBezTo>
                  <a:cubicBezTo>
                    <a:pt x="248554" y="134329"/>
                    <a:pt x="243115" y="137048"/>
                    <a:pt x="240395" y="139768"/>
                  </a:cubicBezTo>
                  <a:cubicBezTo>
                    <a:pt x="237676" y="145207"/>
                    <a:pt x="240395" y="156086"/>
                    <a:pt x="237676" y="164245"/>
                  </a:cubicBezTo>
                  <a:cubicBezTo>
                    <a:pt x="232236" y="175123"/>
                    <a:pt x="229517" y="186002"/>
                    <a:pt x="226797" y="196881"/>
                  </a:cubicBezTo>
                  <a:cubicBezTo>
                    <a:pt x="221358" y="218638"/>
                    <a:pt x="218638" y="237675"/>
                    <a:pt x="213199" y="259433"/>
                  </a:cubicBezTo>
                  <a:cubicBezTo>
                    <a:pt x="210479" y="281190"/>
                    <a:pt x="207759" y="302947"/>
                    <a:pt x="207759" y="324704"/>
                  </a:cubicBezTo>
                  <a:cubicBezTo>
                    <a:pt x="207759" y="327424"/>
                    <a:pt x="207759" y="332863"/>
                    <a:pt x="207759" y="335583"/>
                  </a:cubicBezTo>
                  <a:cubicBezTo>
                    <a:pt x="207759" y="341022"/>
                    <a:pt x="205040" y="343742"/>
                    <a:pt x="205040" y="349181"/>
                  </a:cubicBezTo>
                  <a:cubicBezTo>
                    <a:pt x="205040" y="354621"/>
                    <a:pt x="207759" y="362779"/>
                    <a:pt x="207759" y="368219"/>
                  </a:cubicBezTo>
                  <a:cubicBezTo>
                    <a:pt x="207759" y="370939"/>
                    <a:pt x="207759" y="373658"/>
                    <a:pt x="207759" y="376378"/>
                  </a:cubicBezTo>
                  <a:cubicBezTo>
                    <a:pt x="205040" y="381817"/>
                    <a:pt x="205040" y="384537"/>
                    <a:pt x="205040" y="387256"/>
                  </a:cubicBezTo>
                  <a:cubicBezTo>
                    <a:pt x="205040" y="389976"/>
                    <a:pt x="205040" y="392696"/>
                    <a:pt x="205040" y="395415"/>
                  </a:cubicBezTo>
                  <a:cubicBezTo>
                    <a:pt x="205040" y="398135"/>
                    <a:pt x="205040" y="403574"/>
                    <a:pt x="205040" y="406294"/>
                  </a:cubicBezTo>
                  <a:cubicBezTo>
                    <a:pt x="205040" y="411733"/>
                    <a:pt x="205040" y="417173"/>
                    <a:pt x="205040" y="425332"/>
                  </a:cubicBezTo>
                  <a:cubicBezTo>
                    <a:pt x="205040" y="449809"/>
                    <a:pt x="213199" y="471566"/>
                    <a:pt x="213199" y="493323"/>
                  </a:cubicBezTo>
                  <a:cubicBezTo>
                    <a:pt x="213199" y="517800"/>
                    <a:pt x="215919" y="539557"/>
                    <a:pt x="221358" y="561314"/>
                  </a:cubicBezTo>
                  <a:cubicBezTo>
                    <a:pt x="224077" y="572193"/>
                    <a:pt x="224077" y="580352"/>
                    <a:pt x="226797" y="591231"/>
                  </a:cubicBezTo>
                  <a:cubicBezTo>
                    <a:pt x="229517" y="599390"/>
                    <a:pt x="237676" y="607548"/>
                    <a:pt x="240395" y="618427"/>
                  </a:cubicBezTo>
                  <a:cubicBezTo>
                    <a:pt x="248554" y="637465"/>
                    <a:pt x="262153" y="651063"/>
                    <a:pt x="283910" y="651063"/>
                  </a:cubicBezTo>
                  <a:cubicBezTo>
                    <a:pt x="302948" y="651063"/>
                    <a:pt x="330144" y="629306"/>
                    <a:pt x="338303" y="612988"/>
                  </a:cubicBezTo>
                  <a:cubicBezTo>
                    <a:pt x="346462" y="599390"/>
                    <a:pt x="351901" y="591231"/>
                    <a:pt x="354621" y="577632"/>
                  </a:cubicBezTo>
                  <a:cubicBezTo>
                    <a:pt x="354621" y="550436"/>
                    <a:pt x="354621" y="517800"/>
                    <a:pt x="357341" y="509641"/>
                  </a:cubicBezTo>
                  <a:cubicBezTo>
                    <a:pt x="357341" y="501482"/>
                    <a:pt x="357341" y="490603"/>
                    <a:pt x="362780" y="485164"/>
                  </a:cubicBezTo>
                  <a:cubicBezTo>
                    <a:pt x="365500" y="482444"/>
                    <a:pt x="365500" y="479725"/>
                    <a:pt x="368219" y="474286"/>
                  </a:cubicBezTo>
                  <a:cubicBezTo>
                    <a:pt x="370939" y="471566"/>
                    <a:pt x="373659" y="468846"/>
                    <a:pt x="376378" y="468846"/>
                  </a:cubicBezTo>
                  <a:cubicBezTo>
                    <a:pt x="379098" y="468846"/>
                    <a:pt x="381818" y="471566"/>
                    <a:pt x="384537" y="474286"/>
                  </a:cubicBezTo>
                  <a:cubicBezTo>
                    <a:pt x="387257" y="479725"/>
                    <a:pt x="389977" y="487884"/>
                    <a:pt x="392696" y="493323"/>
                  </a:cubicBezTo>
                  <a:cubicBezTo>
                    <a:pt x="392696" y="501482"/>
                    <a:pt x="395416" y="539557"/>
                    <a:pt x="395416" y="558595"/>
                  </a:cubicBezTo>
                  <a:cubicBezTo>
                    <a:pt x="395416" y="583072"/>
                    <a:pt x="395416" y="610268"/>
                    <a:pt x="398136" y="618427"/>
                  </a:cubicBezTo>
                  <a:cubicBezTo>
                    <a:pt x="398136" y="648343"/>
                    <a:pt x="400855" y="659222"/>
                    <a:pt x="400855" y="678260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71747A0A-4A0D-474C-A3A8-8C14A8B72D4D}"/>
                </a:ext>
              </a:extLst>
            </p:cNvPr>
            <p:cNvSpPr/>
            <p:nvPr/>
          </p:nvSpPr>
          <p:spPr bwMode="black">
            <a:xfrm>
              <a:off x="3829459" y="4200317"/>
              <a:ext cx="598325" cy="761503"/>
            </a:xfrm>
            <a:custGeom>
              <a:avLst/>
              <a:gdLst>
                <a:gd name="connsiteX0" fmla="*/ 360060 w 598324"/>
                <a:gd name="connsiteY0" fmla="*/ 332863 h 761503"/>
                <a:gd name="connsiteX1" fmla="*/ 341023 w 598324"/>
                <a:gd name="connsiteY1" fmla="*/ 370939 h 761503"/>
                <a:gd name="connsiteX2" fmla="*/ 376378 w 598324"/>
                <a:gd name="connsiteY2" fmla="*/ 389976 h 761503"/>
                <a:gd name="connsiteX3" fmla="*/ 425332 w 598324"/>
                <a:gd name="connsiteY3" fmla="*/ 433491 h 761503"/>
                <a:gd name="connsiteX4" fmla="*/ 438930 w 598324"/>
                <a:gd name="connsiteY4" fmla="*/ 463407 h 761503"/>
                <a:gd name="connsiteX5" fmla="*/ 449809 w 598324"/>
                <a:gd name="connsiteY5" fmla="*/ 498762 h 761503"/>
                <a:gd name="connsiteX6" fmla="*/ 457968 w 598324"/>
                <a:gd name="connsiteY6" fmla="*/ 528679 h 761503"/>
                <a:gd name="connsiteX7" fmla="*/ 466127 w 598324"/>
                <a:gd name="connsiteY7" fmla="*/ 564034 h 761503"/>
                <a:gd name="connsiteX8" fmla="*/ 471566 w 598324"/>
                <a:gd name="connsiteY8" fmla="*/ 593950 h 761503"/>
                <a:gd name="connsiteX9" fmla="*/ 479725 w 598324"/>
                <a:gd name="connsiteY9" fmla="*/ 607548 h 761503"/>
                <a:gd name="connsiteX10" fmla="*/ 487884 w 598324"/>
                <a:gd name="connsiteY10" fmla="*/ 623867 h 761503"/>
                <a:gd name="connsiteX11" fmla="*/ 501482 w 598324"/>
                <a:gd name="connsiteY11" fmla="*/ 651063 h 761503"/>
                <a:gd name="connsiteX12" fmla="*/ 523240 w 598324"/>
                <a:gd name="connsiteY12" fmla="*/ 670101 h 761503"/>
                <a:gd name="connsiteX13" fmla="*/ 534119 w 598324"/>
                <a:gd name="connsiteY13" fmla="*/ 686418 h 761503"/>
                <a:gd name="connsiteX14" fmla="*/ 531399 w 598324"/>
                <a:gd name="connsiteY14" fmla="*/ 694578 h 761503"/>
                <a:gd name="connsiteX15" fmla="*/ 498763 w 598324"/>
                <a:gd name="connsiteY15" fmla="*/ 708176 h 761503"/>
                <a:gd name="connsiteX16" fmla="*/ 449809 w 598324"/>
                <a:gd name="connsiteY16" fmla="*/ 700017 h 761503"/>
                <a:gd name="connsiteX17" fmla="*/ 400855 w 598324"/>
                <a:gd name="connsiteY17" fmla="*/ 667381 h 761503"/>
                <a:gd name="connsiteX18" fmla="*/ 381817 w 598324"/>
                <a:gd name="connsiteY18" fmla="*/ 642904 h 761503"/>
                <a:gd name="connsiteX19" fmla="*/ 368219 w 598324"/>
                <a:gd name="connsiteY19" fmla="*/ 610268 h 761503"/>
                <a:gd name="connsiteX20" fmla="*/ 349182 w 598324"/>
                <a:gd name="connsiteY20" fmla="*/ 550436 h 761503"/>
                <a:gd name="connsiteX21" fmla="*/ 338303 w 598324"/>
                <a:gd name="connsiteY21" fmla="*/ 504202 h 761503"/>
                <a:gd name="connsiteX22" fmla="*/ 330144 w 598324"/>
                <a:gd name="connsiteY22" fmla="*/ 477005 h 761503"/>
                <a:gd name="connsiteX23" fmla="*/ 321985 w 598324"/>
                <a:gd name="connsiteY23" fmla="*/ 455248 h 761503"/>
                <a:gd name="connsiteX24" fmla="*/ 305667 w 598324"/>
                <a:gd name="connsiteY24" fmla="*/ 436210 h 761503"/>
                <a:gd name="connsiteX25" fmla="*/ 294788 w 598324"/>
                <a:gd name="connsiteY25" fmla="*/ 441650 h 761503"/>
                <a:gd name="connsiteX26" fmla="*/ 278471 w 598324"/>
                <a:gd name="connsiteY26" fmla="*/ 463407 h 761503"/>
                <a:gd name="connsiteX27" fmla="*/ 264872 w 598324"/>
                <a:gd name="connsiteY27" fmla="*/ 496043 h 761503"/>
                <a:gd name="connsiteX28" fmla="*/ 262153 w 598324"/>
                <a:gd name="connsiteY28" fmla="*/ 517800 h 761503"/>
                <a:gd name="connsiteX29" fmla="*/ 262153 w 598324"/>
                <a:gd name="connsiteY29" fmla="*/ 523239 h 761503"/>
                <a:gd name="connsiteX30" fmla="*/ 262153 w 598324"/>
                <a:gd name="connsiteY30" fmla="*/ 553155 h 761503"/>
                <a:gd name="connsiteX31" fmla="*/ 262153 w 598324"/>
                <a:gd name="connsiteY31" fmla="*/ 629306 h 761503"/>
                <a:gd name="connsiteX32" fmla="*/ 259433 w 598324"/>
                <a:gd name="connsiteY32" fmla="*/ 659222 h 761503"/>
                <a:gd name="connsiteX33" fmla="*/ 283910 w 598324"/>
                <a:gd name="connsiteY33" fmla="*/ 659222 h 761503"/>
                <a:gd name="connsiteX34" fmla="*/ 321985 w 598324"/>
                <a:gd name="connsiteY34" fmla="*/ 675540 h 761503"/>
                <a:gd name="connsiteX35" fmla="*/ 316546 w 598324"/>
                <a:gd name="connsiteY35" fmla="*/ 691858 h 761503"/>
                <a:gd name="connsiteX36" fmla="*/ 300228 w 598324"/>
                <a:gd name="connsiteY36" fmla="*/ 700017 h 761503"/>
                <a:gd name="connsiteX37" fmla="*/ 278471 w 598324"/>
                <a:gd name="connsiteY37" fmla="*/ 702736 h 761503"/>
                <a:gd name="connsiteX38" fmla="*/ 243115 w 598324"/>
                <a:gd name="connsiteY38" fmla="*/ 702736 h 761503"/>
                <a:gd name="connsiteX39" fmla="*/ 221358 w 598324"/>
                <a:gd name="connsiteY39" fmla="*/ 710895 h 761503"/>
                <a:gd name="connsiteX40" fmla="*/ 194161 w 598324"/>
                <a:gd name="connsiteY40" fmla="*/ 702736 h 761503"/>
                <a:gd name="connsiteX41" fmla="*/ 177843 w 598324"/>
                <a:gd name="connsiteY41" fmla="*/ 702736 h 761503"/>
                <a:gd name="connsiteX42" fmla="*/ 126170 w 598324"/>
                <a:gd name="connsiteY42" fmla="*/ 702736 h 761503"/>
                <a:gd name="connsiteX43" fmla="*/ 101693 w 598324"/>
                <a:gd name="connsiteY43" fmla="*/ 702736 h 761503"/>
                <a:gd name="connsiteX44" fmla="*/ 74496 w 598324"/>
                <a:gd name="connsiteY44" fmla="*/ 697297 h 761503"/>
                <a:gd name="connsiteX45" fmla="*/ 58178 w 598324"/>
                <a:gd name="connsiteY45" fmla="*/ 680979 h 761503"/>
                <a:gd name="connsiteX46" fmla="*/ 63617 w 598324"/>
                <a:gd name="connsiteY46" fmla="*/ 672820 h 761503"/>
                <a:gd name="connsiteX47" fmla="*/ 85375 w 598324"/>
                <a:gd name="connsiteY47" fmla="*/ 664661 h 761503"/>
                <a:gd name="connsiteX48" fmla="*/ 128889 w 598324"/>
                <a:gd name="connsiteY48" fmla="*/ 659222 h 761503"/>
                <a:gd name="connsiteX49" fmla="*/ 147927 w 598324"/>
                <a:gd name="connsiteY49" fmla="*/ 659222 h 761503"/>
                <a:gd name="connsiteX50" fmla="*/ 145207 w 598324"/>
                <a:gd name="connsiteY50" fmla="*/ 653783 h 761503"/>
                <a:gd name="connsiteX51" fmla="*/ 131609 w 598324"/>
                <a:gd name="connsiteY51" fmla="*/ 585791 h 761503"/>
                <a:gd name="connsiteX52" fmla="*/ 134329 w 598324"/>
                <a:gd name="connsiteY52" fmla="*/ 498762 h 761503"/>
                <a:gd name="connsiteX53" fmla="*/ 137048 w 598324"/>
                <a:gd name="connsiteY53" fmla="*/ 406294 h 761503"/>
                <a:gd name="connsiteX54" fmla="*/ 134329 w 598324"/>
                <a:gd name="connsiteY54" fmla="*/ 327424 h 761503"/>
                <a:gd name="connsiteX55" fmla="*/ 137048 w 598324"/>
                <a:gd name="connsiteY55" fmla="*/ 253993 h 761503"/>
                <a:gd name="connsiteX56" fmla="*/ 139768 w 598324"/>
                <a:gd name="connsiteY56" fmla="*/ 207759 h 761503"/>
                <a:gd name="connsiteX57" fmla="*/ 137048 w 598324"/>
                <a:gd name="connsiteY57" fmla="*/ 172404 h 761503"/>
                <a:gd name="connsiteX58" fmla="*/ 137048 w 598324"/>
                <a:gd name="connsiteY58" fmla="*/ 112571 h 761503"/>
                <a:gd name="connsiteX59" fmla="*/ 126170 w 598324"/>
                <a:gd name="connsiteY59" fmla="*/ 112571 h 761503"/>
                <a:gd name="connsiteX60" fmla="*/ 101693 w 598324"/>
                <a:gd name="connsiteY60" fmla="*/ 112571 h 761503"/>
                <a:gd name="connsiteX61" fmla="*/ 74496 w 598324"/>
                <a:gd name="connsiteY61" fmla="*/ 107132 h 761503"/>
                <a:gd name="connsiteX62" fmla="*/ 58178 w 598324"/>
                <a:gd name="connsiteY62" fmla="*/ 90814 h 761503"/>
                <a:gd name="connsiteX63" fmla="*/ 63617 w 598324"/>
                <a:gd name="connsiteY63" fmla="*/ 82655 h 761503"/>
                <a:gd name="connsiteX64" fmla="*/ 85375 w 598324"/>
                <a:gd name="connsiteY64" fmla="*/ 74496 h 761503"/>
                <a:gd name="connsiteX65" fmla="*/ 137048 w 598324"/>
                <a:gd name="connsiteY65" fmla="*/ 69057 h 761503"/>
                <a:gd name="connsiteX66" fmla="*/ 145207 w 598324"/>
                <a:gd name="connsiteY66" fmla="*/ 69057 h 761503"/>
                <a:gd name="connsiteX67" fmla="*/ 169684 w 598324"/>
                <a:gd name="connsiteY67" fmla="*/ 58178 h 761503"/>
                <a:gd name="connsiteX68" fmla="*/ 177843 w 598324"/>
                <a:gd name="connsiteY68" fmla="*/ 58178 h 761503"/>
                <a:gd name="connsiteX69" fmla="*/ 205040 w 598324"/>
                <a:gd name="connsiteY69" fmla="*/ 66337 h 761503"/>
                <a:gd name="connsiteX70" fmla="*/ 286629 w 598324"/>
                <a:gd name="connsiteY70" fmla="*/ 63617 h 761503"/>
                <a:gd name="connsiteX71" fmla="*/ 324705 w 598324"/>
                <a:gd name="connsiteY71" fmla="*/ 79936 h 761503"/>
                <a:gd name="connsiteX72" fmla="*/ 319265 w 598324"/>
                <a:gd name="connsiteY72" fmla="*/ 96253 h 761503"/>
                <a:gd name="connsiteX73" fmla="*/ 302948 w 598324"/>
                <a:gd name="connsiteY73" fmla="*/ 104412 h 761503"/>
                <a:gd name="connsiteX74" fmla="*/ 278471 w 598324"/>
                <a:gd name="connsiteY74" fmla="*/ 112571 h 761503"/>
                <a:gd name="connsiteX75" fmla="*/ 232236 w 598324"/>
                <a:gd name="connsiteY75" fmla="*/ 112571 h 761503"/>
                <a:gd name="connsiteX76" fmla="*/ 240395 w 598324"/>
                <a:gd name="connsiteY76" fmla="*/ 137048 h 761503"/>
                <a:gd name="connsiteX77" fmla="*/ 240395 w 598324"/>
                <a:gd name="connsiteY77" fmla="*/ 150647 h 761503"/>
                <a:gd name="connsiteX78" fmla="*/ 243115 w 598324"/>
                <a:gd name="connsiteY78" fmla="*/ 158805 h 761503"/>
                <a:gd name="connsiteX79" fmla="*/ 248554 w 598324"/>
                <a:gd name="connsiteY79" fmla="*/ 188722 h 761503"/>
                <a:gd name="connsiteX80" fmla="*/ 248554 w 598324"/>
                <a:gd name="connsiteY80" fmla="*/ 199600 h 761503"/>
                <a:gd name="connsiteX81" fmla="*/ 248554 w 598324"/>
                <a:gd name="connsiteY81" fmla="*/ 221357 h 761503"/>
                <a:gd name="connsiteX82" fmla="*/ 253994 w 598324"/>
                <a:gd name="connsiteY82" fmla="*/ 264872 h 761503"/>
                <a:gd name="connsiteX83" fmla="*/ 262153 w 598324"/>
                <a:gd name="connsiteY83" fmla="*/ 297508 h 761503"/>
                <a:gd name="connsiteX84" fmla="*/ 264872 w 598324"/>
                <a:gd name="connsiteY84" fmla="*/ 324704 h 761503"/>
                <a:gd name="connsiteX85" fmla="*/ 264872 w 598324"/>
                <a:gd name="connsiteY85" fmla="*/ 332863 h 761503"/>
                <a:gd name="connsiteX86" fmla="*/ 264872 w 598324"/>
                <a:gd name="connsiteY86" fmla="*/ 351901 h 761503"/>
                <a:gd name="connsiteX87" fmla="*/ 262153 w 598324"/>
                <a:gd name="connsiteY87" fmla="*/ 370939 h 761503"/>
                <a:gd name="connsiteX88" fmla="*/ 267592 w 598324"/>
                <a:gd name="connsiteY88" fmla="*/ 384537 h 761503"/>
                <a:gd name="connsiteX89" fmla="*/ 278471 w 598324"/>
                <a:gd name="connsiteY89" fmla="*/ 370939 h 761503"/>
                <a:gd name="connsiteX90" fmla="*/ 297508 w 598324"/>
                <a:gd name="connsiteY90" fmla="*/ 332863 h 761503"/>
                <a:gd name="connsiteX91" fmla="*/ 311106 w 598324"/>
                <a:gd name="connsiteY91" fmla="*/ 305667 h 761503"/>
                <a:gd name="connsiteX92" fmla="*/ 335583 w 598324"/>
                <a:gd name="connsiteY92" fmla="*/ 259433 h 761503"/>
                <a:gd name="connsiteX93" fmla="*/ 354621 w 598324"/>
                <a:gd name="connsiteY93" fmla="*/ 224077 h 761503"/>
                <a:gd name="connsiteX94" fmla="*/ 381817 w 598324"/>
                <a:gd name="connsiteY94" fmla="*/ 172404 h 761503"/>
                <a:gd name="connsiteX95" fmla="*/ 409014 w 598324"/>
                <a:gd name="connsiteY95" fmla="*/ 118011 h 761503"/>
                <a:gd name="connsiteX96" fmla="*/ 411734 w 598324"/>
                <a:gd name="connsiteY96" fmla="*/ 115291 h 761503"/>
                <a:gd name="connsiteX97" fmla="*/ 398136 w 598324"/>
                <a:gd name="connsiteY97" fmla="*/ 115291 h 761503"/>
                <a:gd name="connsiteX98" fmla="*/ 379098 w 598324"/>
                <a:gd name="connsiteY98" fmla="*/ 109852 h 761503"/>
                <a:gd name="connsiteX99" fmla="*/ 368219 w 598324"/>
                <a:gd name="connsiteY99" fmla="*/ 93534 h 761503"/>
                <a:gd name="connsiteX100" fmla="*/ 370939 w 598324"/>
                <a:gd name="connsiteY100" fmla="*/ 85375 h 761503"/>
                <a:gd name="connsiteX101" fmla="*/ 387257 w 598324"/>
                <a:gd name="connsiteY101" fmla="*/ 77216 h 761503"/>
                <a:gd name="connsiteX102" fmla="*/ 422612 w 598324"/>
                <a:gd name="connsiteY102" fmla="*/ 71776 h 761503"/>
                <a:gd name="connsiteX103" fmla="*/ 436211 w 598324"/>
                <a:gd name="connsiteY103" fmla="*/ 71776 h 761503"/>
                <a:gd name="connsiteX104" fmla="*/ 438930 w 598324"/>
                <a:gd name="connsiteY104" fmla="*/ 69057 h 761503"/>
                <a:gd name="connsiteX105" fmla="*/ 452529 w 598324"/>
                <a:gd name="connsiteY105" fmla="*/ 66337 h 761503"/>
                <a:gd name="connsiteX106" fmla="*/ 466127 w 598324"/>
                <a:gd name="connsiteY106" fmla="*/ 69057 h 761503"/>
                <a:gd name="connsiteX107" fmla="*/ 471566 w 598324"/>
                <a:gd name="connsiteY107" fmla="*/ 71776 h 761503"/>
                <a:gd name="connsiteX108" fmla="*/ 515081 w 598324"/>
                <a:gd name="connsiteY108" fmla="*/ 71776 h 761503"/>
                <a:gd name="connsiteX109" fmla="*/ 542277 w 598324"/>
                <a:gd name="connsiteY109" fmla="*/ 88094 h 761503"/>
                <a:gd name="connsiteX110" fmla="*/ 536838 w 598324"/>
                <a:gd name="connsiteY110" fmla="*/ 104412 h 761503"/>
                <a:gd name="connsiteX111" fmla="*/ 525959 w 598324"/>
                <a:gd name="connsiteY111" fmla="*/ 112571 h 761503"/>
                <a:gd name="connsiteX112" fmla="*/ 509642 w 598324"/>
                <a:gd name="connsiteY112" fmla="*/ 115291 h 761503"/>
                <a:gd name="connsiteX113" fmla="*/ 468847 w 598324"/>
                <a:gd name="connsiteY113" fmla="*/ 115291 h 761503"/>
                <a:gd name="connsiteX114" fmla="*/ 457968 w 598324"/>
                <a:gd name="connsiteY114" fmla="*/ 137048 h 761503"/>
                <a:gd name="connsiteX115" fmla="*/ 430771 w 598324"/>
                <a:gd name="connsiteY115" fmla="*/ 194161 h 761503"/>
                <a:gd name="connsiteX116" fmla="*/ 400855 w 598324"/>
                <a:gd name="connsiteY116" fmla="*/ 262152 h 761503"/>
                <a:gd name="connsiteX117" fmla="*/ 360060 w 598324"/>
                <a:gd name="connsiteY117" fmla="*/ 332863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</a:cxnLst>
              <a:rect l="l" t="t" r="r" b="b"/>
              <a:pathLst>
                <a:path w="598324" h="761503">
                  <a:moveTo>
                    <a:pt x="360060" y="332863"/>
                  </a:moveTo>
                  <a:cubicBezTo>
                    <a:pt x="351901" y="343742"/>
                    <a:pt x="341023" y="357340"/>
                    <a:pt x="341023" y="370939"/>
                  </a:cubicBezTo>
                  <a:cubicBezTo>
                    <a:pt x="341023" y="379098"/>
                    <a:pt x="357341" y="381817"/>
                    <a:pt x="376378" y="389976"/>
                  </a:cubicBezTo>
                  <a:cubicBezTo>
                    <a:pt x="395416" y="398135"/>
                    <a:pt x="417173" y="417173"/>
                    <a:pt x="425332" y="433491"/>
                  </a:cubicBezTo>
                  <a:cubicBezTo>
                    <a:pt x="430771" y="444369"/>
                    <a:pt x="436211" y="452528"/>
                    <a:pt x="438930" y="463407"/>
                  </a:cubicBezTo>
                  <a:cubicBezTo>
                    <a:pt x="444370" y="474286"/>
                    <a:pt x="447089" y="487884"/>
                    <a:pt x="449809" y="498762"/>
                  </a:cubicBezTo>
                  <a:cubicBezTo>
                    <a:pt x="452529" y="512361"/>
                    <a:pt x="452529" y="517800"/>
                    <a:pt x="457968" y="528679"/>
                  </a:cubicBezTo>
                  <a:cubicBezTo>
                    <a:pt x="463407" y="539557"/>
                    <a:pt x="463407" y="553155"/>
                    <a:pt x="466127" y="564034"/>
                  </a:cubicBezTo>
                  <a:cubicBezTo>
                    <a:pt x="468847" y="572193"/>
                    <a:pt x="468847" y="585791"/>
                    <a:pt x="471566" y="593950"/>
                  </a:cubicBezTo>
                  <a:cubicBezTo>
                    <a:pt x="474286" y="599390"/>
                    <a:pt x="477006" y="602109"/>
                    <a:pt x="479725" y="607548"/>
                  </a:cubicBezTo>
                  <a:cubicBezTo>
                    <a:pt x="482445" y="612988"/>
                    <a:pt x="487884" y="618427"/>
                    <a:pt x="487884" y="623867"/>
                  </a:cubicBezTo>
                  <a:cubicBezTo>
                    <a:pt x="490604" y="634745"/>
                    <a:pt x="496043" y="642904"/>
                    <a:pt x="501482" y="651063"/>
                  </a:cubicBezTo>
                  <a:cubicBezTo>
                    <a:pt x="506922" y="661942"/>
                    <a:pt x="512361" y="664661"/>
                    <a:pt x="523240" y="670101"/>
                  </a:cubicBezTo>
                  <a:cubicBezTo>
                    <a:pt x="528679" y="672820"/>
                    <a:pt x="534119" y="680979"/>
                    <a:pt x="534119" y="686418"/>
                  </a:cubicBezTo>
                  <a:cubicBezTo>
                    <a:pt x="534119" y="689138"/>
                    <a:pt x="534119" y="691858"/>
                    <a:pt x="531399" y="694578"/>
                  </a:cubicBezTo>
                  <a:cubicBezTo>
                    <a:pt x="525959" y="702736"/>
                    <a:pt x="512361" y="708176"/>
                    <a:pt x="498763" y="708176"/>
                  </a:cubicBezTo>
                  <a:cubicBezTo>
                    <a:pt x="485165" y="708176"/>
                    <a:pt x="466127" y="705456"/>
                    <a:pt x="449809" y="700017"/>
                  </a:cubicBezTo>
                  <a:cubicBezTo>
                    <a:pt x="430771" y="694578"/>
                    <a:pt x="409014" y="675540"/>
                    <a:pt x="400855" y="667381"/>
                  </a:cubicBezTo>
                  <a:cubicBezTo>
                    <a:pt x="392696" y="659222"/>
                    <a:pt x="387257" y="651063"/>
                    <a:pt x="381817" y="642904"/>
                  </a:cubicBezTo>
                  <a:cubicBezTo>
                    <a:pt x="376378" y="632025"/>
                    <a:pt x="370939" y="623867"/>
                    <a:pt x="368219" y="610268"/>
                  </a:cubicBezTo>
                  <a:cubicBezTo>
                    <a:pt x="360060" y="588511"/>
                    <a:pt x="357341" y="574913"/>
                    <a:pt x="349182" y="550436"/>
                  </a:cubicBezTo>
                  <a:cubicBezTo>
                    <a:pt x="343742" y="534118"/>
                    <a:pt x="341023" y="520520"/>
                    <a:pt x="338303" y="504202"/>
                  </a:cubicBezTo>
                  <a:cubicBezTo>
                    <a:pt x="335583" y="493323"/>
                    <a:pt x="332864" y="485164"/>
                    <a:pt x="330144" y="477005"/>
                  </a:cubicBezTo>
                  <a:cubicBezTo>
                    <a:pt x="327424" y="471566"/>
                    <a:pt x="324705" y="463407"/>
                    <a:pt x="321985" y="455248"/>
                  </a:cubicBezTo>
                  <a:cubicBezTo>
                    <a:pt x="316546" y="444369"/>
                    <a:pt x="311106" y="436210"/>
                    <a:pt x="305667" y="436210"/>
                  </a:cubicBezTo>
                  <a:cubicBezTo>
                    <a:pt x="302948" y="436210"/>
                    <a:pt x="300228" y="438930"/>
                    <a:pt x="294788" y="441650"/>
                  </a:cubicBezTo>
                  <a:cubicBezTo>
                    <a:pt x="289349" y="447089"/>
                    <a:pt x="283910" y="455248"/>
                    <a:pt x="278471" y="463407"/>
                  </a:cubicBezTo>
                  <a:cubicBezTo>
                    <a:pt x="270312" y="474286"/>
                    <a:pt x="267592" y="485164"/>
                    <a:pt x="264872" y="496043"/>
                  </a:cubicBezTo>
                  <a:cubicBezTo>
                    <a:pt x="264872" y="504202"/>
                    <a:pt x="262153" y="512361"/>
                    <a:pt x="262153" y="517800"/>
                  </a:cubicBezTo>
                  <a:cubicBezTo>
                    <a:pt x="262153" y="520520"/>
                    <a:pt x="262153" y="520520"/>
                    <a:pt x="262153" y="523239"/>
                  </a:cubicBezTo>
                  <a:cubicBezTo>
                    <a:pt x="262153" y="528679"/>
                    <a:pt x="262153" y="544997"/>
                    <a:pt x="262153" y="553155"/>
                  </a:cubicBezTo>
                  <a:cubicBezTo>
                    <a:pt x="262153" y="583072"/>
                    <a:pt x="264872" y="599390"/>
                    <a:pt x="262153" y="629306"/>
                  </a:cubicBezTo>
                  <a:cubicBezTo>
                    <a:pt x="262153" y="640184"/>
                    <a:pt x="262153" y="648343"/>
                    <a:pt x="259433" y="659222"/>
                  </a:cubicBezTo>
                  <a:cubicBezTo>
                    <a:pt x="270312" y="659222"/>
                    <a:pt x="278471" y="659222"/>
                    <a:pt x="283910" y="659222"/>
                  </a:cubicBezTo>
                  <a:cubicBezTo>
                    <a:pt x="297508" y="659222"/>
                    <a:pt x="321985" y="659222"/>
                    <a:pt x="321985" y="675540"/>
                  </a:cubicBezTo>
                  <a:cubicBezTo>
                    <a:pt x="321985" y="683699"/>
                    <a:pt x="319265" y="686418"/>
                    <a:pt x="316546" y="691858"/>
                  </a:cubicBezTo>
                  <a:cubicBezTo>
                    <a:pt x="311106" y="697297"/>
                    <a:pt x="305667" y="700017"/>
                    <a:pt x="300228" y="700017"/>
                  </a:cubicBezTo>
                  <a:cubicBezTo>
                    <a:pt x="292069" y="702736"/>
                    <a:pt x="283910" y="702736"/>
                    <a:pt x="278471" y="702736"/>
                  </a:cubicBezTo>
                  <a:cubicBezTo>
                    <a:pt x="275751" y="702736"/>
                    <a:pt x="259433" y="702736"/>
                    <a:pt x="243115" y="702736"/>
                  </a:cubicBezTo>
                  <a:cubicBezTo>
                    <a:pt x="237676" y="708176"/>
                    <a:pt x="229517" y="710895"/>
                    <a:pt x="221358" y="710895"/>
                  </a:cubicBezTo>
                  <a:cubicBezTo>
                    <a:pt x="213199" y="710895"/>
                    <a:pt x="202320" y="708176"/>
                    <a:pt x="194161" y="702736"/>
                  </a:cubicBezTo>
                  <a:cubicBezTo>
                    <a:pt x="186002" y="702736"/>
                    <a:pt x="180563" y="702736"/>
                    <a:pt x="177843" y="702736"/>
                  </a:cubicBezTo>
                  <a:cubicBezTo>
                    <a:pt x="164245" y="702736"/>
                    <a:pt x="139768" y="702736"/>
                    <a:pt x="126170" y="702736"/>
                  </a:cubicBezTo>
                  <a:cubicBezTo>
                    <a:pt x="118011" y="702736"/>
                    <a:pt x="109852" y="702736"/>
                    <a:pt x="101693" y="702736"/>
                  </a:cubicBezTo>
                  <a:cubicBezTo>
                    <a:pt x="93534" y="702736"/>
                    <a:pt x="82655" y="702736"/>
                    <a:pt x="74496" y="697297"/>
                  </a:cubicBezTo>
                  <a:cubicBezTo>
                    <a:pt x="66337" y="694578"/>
                    <a:pt x="58178" y="686418"/>
                    <a:pt x="58178" y="680979"/>
                  </a:cubicBezTo>
                  <a:cubicBezTo>
                    <a:pt x="58178" y="678260"/>
                    <a:pt x="58178" y="675540"/>
                    <a:pt x="63617" y="672820"/>
                  </a:cubicBezTo>
                  <a:cubicBezTo>
                    <a:pt x="69057" y="670101"/>
                    <a:pt x="79935" y="667381"/>
                    <a:pt x="85375" y="664661"/>
                  </a:cubicBezTo>
                  <a:cubicBezTo>
                    <a:pt x="104412" y="661942"/>
                    <a:pt x="123450" y="659222"/>
                    <a:pt x="128889" y="659222"/>
                  </a:cubicBezTo>
                  <a:cubicBezTo>
                    <a:pt x="134329" y="659222"/>
                    <a:pt x="139768" y="659222"/>
                    <a:pt x="147927" y="659222"/>
                  </a:cubicBezTo>
                  <a:cubicBezTo>
                    <a:pt x="147927" y="656502"/>
                    <a:pt x="145207" y="653783"/>
                    <a:pt x="145207" y="653783"/>
                  </a:cubicBezTo>
                  <a:cubicBezTo>
                    <a:pt x="131609" y="632025"/>
                    <a:pt x="131609" y="610268"/>
                    <a:pt x="131609" y="585791"/>
                  </a:cubicBezTo>
                  <a:cubicBezTo>
                    <a:pt x="131609" y="555875"/>
                    <a:pt x="131609" y="528679"/>
                    <a:pt x="134329" y="498762"/>
                  </a:cubicBezTo>
                  <a:cubicBezTo>
                    <a:pt x="134329" y="468846"/>
                    <a:pt x="137048" y="436210"/>
                    <a:pt x="137048" y="406294"/>
                  </a:cubicBezTo>
                  <a:cubicBezTo>
                    <a:pt x="137048" y="379098"/>
                    <a:pt x="134329" y="354621"/>
                    <a:pt x="134329" y="327424"/>
                  </a:cubicBezTo>
                  <a:cubicBezTo>
                    <a:pt x="134329" y="302947"/>
                    <a:pt x="137048" y="278470"/>
                    <a:pt x="137048" y="253993"/>
                  </a:cubicBezTo>
                  <a:cubicBezTo>
                    <a:pt x="137048" y="237675"/>
                    <a:pt x="139768" y="224077"/>
                    <a:pt x="139768" y="207759"/>
                  </a:cubicBezTo>
                  <a:cubicBezTo>
                    <a:pt x="139768" y="196881"/>
                    <a:pt x="137048" y="183282"/>
                    <a:pt x="137048" y="172404"/>
                  </a:cubicBezTo>
                  <a:cubicBezTo>
                    <a:pt x="137048" y="150647"/>
                    <a:pt x="137048" y="131609"/>
                    <a:pt x="137048" y="112571"/>
                  </a:cubicBezTo>
                  <a:cubicBezTo>
                    <a:pt x="134329" y="112571"/>
                    <a:pt x="137048" y="112571"/>
                    <a:pt x="126170" y="112571"/>
                  </a:cubicBezTo>
                  <a:cubicBezTo>
                    <a:pt x="118011" y="112571"/>
                    <a:pt x="109852" y="112571"/>
                    <a:pt x="101693" y="112571"/>
                  </a:cubicBezTo>
                  <a:cubicBezTo>
                    <a:pt x="93534" y="112571"/>
                    <a:pt x="82655" y="109852"/>
                    <a:pt x="74496" y="107132"/>
                  </a:cubicBezTo>
                  <a:cubicBezTo>
                    <a:pt x="66337" y="104412"/>
                    <a:pt x="58178" y="96253"/>
                    <a:pt x="58178" y="90814"/>
                  </a:cubicBezTo>
                  <a:cubicBezTo>
                    <a:pt x="58178" y="88094"/>
                    <a:pt x="58178" y="85375"/>
                    <a:pt x="63617" y="82655"/>
                  </a:cubicBezTo>
                  <a:cubicBezTo>
                    <a:pt x="69057" y="79936"/>
                    <a:pt x="79935" y="77216"/>
                    <a:pt x="85375" y="74496"/>
                  </a:cubicBezTo>
                  <a:cubicBezTo>
                    <a:pt x="104412" y="71776"/>
                    <a:pt x="128889" y="69057"/>
                    <a:pt x="137048" y="69057"/>
                  </a:cubicBezTo>
                  <a:cubicBezTo>
                    <a:pt x="137048" y="69057"/>
                    <a:pt x="139768" y="69057"/>
                    <a:pt x="145207" y="69057"/>
                  </a:cubicBezTo>
                  <a:cubicBezTo>
                    <a:pt x="150646" y="60898"/>
                    <a:pt x="158806" y="58178"/>
                    <a:pt x="169684" y="58178"/>
                  </a:cubicBezTo>
                  <a:cubicBezTo>
                    <a:pt x="172404" y="58178"/>
                    <a:pt x="175123" y="58178"/>
                    <a:pt x="177843" y="58178"/>
                  </a:cubicBezTo>
                  <a:cubicBezTo>
                    <a:pt x="186002" y="58178"/>
                    <a:pt x="196881" y="63617"/>
                    <a:pt x="205040" y="66337"/>
                  </a:cubicBezTo>
                  <a:cubicBezTo>
                    <a:pt x="237676" y="66337"/>
                    <a:pt x="273031" y="63617"/>
                    <a:pt x="286629" y="63617"/>
                  </a:cubicBezTo>
                  <a:cubicBezTo>
                    <a:pt x="300228" y="63617"/>
                    <a:pt x="324705" y="63617"/>
                    <a:pt x="324705" y="79936"/>
                  </a:cubicBezTo>
                  <a:cubicBezTo>
                    <a:pt x="324705" y="88094"/>
                    <a:pt x="321985" y="90814"/>
                    <a:pt x="319265" y="96253"/>
                  </a:cubicBezTo>
                  <a:cubicBezTo>
                    <a:pt x="313826" y="101693"/>
                    <a:pt x="308387" y="104412"/>
                    <a:pt x="302948" y="104412"/>
                  </a:cubicBezTo>
                  <a:cubicBezTo>
                    <a:pt x="289349" y="112571"/>
                    <a:pt x="283910" y="112571"/>
                    <a:pt x="278471" y="112571"/>
                  </a:cubicBezTo>
                  <a:cubicBezTo>
                    <a:pt x="273031" y="112571"/>
                    <a:pt x="253994" y="112571"/>
                    <a:pt x="232236" y="112571"/>
                  </a:cubicBezTo>
                  <a:cubicBezTo>
                    <a:pt x="237676" y="120730"/>
                    <a:pt x="240395" y="128889"/>
                    <a:pt x="240395" y="137048"/>
                  </a:cubicBezTo>
                  <a:cubicBezTo>
                    <a:pt x="240395" y="142487"/>
                    <a:pt x="240395" y="145207"/>
                    <a:pt x="240395" y="150647"/>
                  </a:cubicBezTo>
                  <a:cubicBezTo>
                    <a:pt x="240395" y="153366"/>
                    <a:pt x="240395" y="156086"/>
                    <a:pt x="243115" y="158805"/>
                  </a:cubicBezTo>
                  <a:cubicBezTo>
                    <a:pt x="245835" y="169684"/>
                    <a:pt x="245835" y="180563"/>
                    <a:pt x="248554" y="188722"/>
                  </a:cubicBezTo>
                  <a:cubicBezTo>
                    <a:pt x="248554" y="191441"/>
                    <a:pt x="248554" y="194161"/>
                    <a:pt x="248554" y="199600"/>
                  </a:cubicBezTo>
                  <a:cubicBezTo>
                    <a:pt x="248554" y="207759"/>
                    <a:pt x="248554" y="213198"/>
                    <a:pt x="248554" y="221357"/>
                  </a:cubicBezTo>
                  <a:cubicBezTo>
                    <a:pt x="248554" y="234956"/>
                    <a:pt x="251274" y="248554"/>
                    <a:pt x="253994" y="264872"/>
                  </a:cubicBezTo>
                  <a:cubicBezTo>
                    <a:pt x="256713" y="275751"/>
                    <a:pt x="259433" y="286629"/>
                    <a:pt x="262153" y="297508"/>
                  </a:cubicBezTo>
                  <a:cubicBezTo>
                    <a:pt x="264872" y="305667"/>
                    <a:pt x="264872" y="313826"/>
                    <a:pt x="264872" y="324704"/>
                  </a:cubicBezTo>
                  <a:cubicBezTo>
                    <a:pt x="264872" y="327424"/>
                    <a:pt x="264872" y="330144"/>
                    <a:pt x="264872" y="332863"/>
                  </a:cubicBezTo>
                  <a:cubicBezTo>
                    <a:pt x="264872" y="338303"/>
                    <a:pt x="264872" y="346462"/>
                    <a:pt x="264872" y="351901"/>
                  </a:cubicBezTo>
                  <a:cubicBezTo>
                    <a:pt x="264872" y="357340"/>
                    <a:pt x="262153" y="365499"/>
                    <a:pt x="262153" y="370939"/>
                  </a:cubicBezTo>
                  <a:cubicBezTo>
                    <a:pt x="262153" y="376378"/>
                    <a:pt x="264872" y="384537"/>
                    <a:pt x="267592" y="384537"/>
                  </a:cubicBezTo>
                  <a:cubicBezTo>
                    <a:pt x="273031" y="384537"/>
                    <a:pt x="275751" y="376378"/>
                    <a:pt x="278471" y="370939"/>
                  </a:cubicBezTo>
                  <a:cubicBezTo>
                    <a:pt x="283910" y="360060"/>
                    <a:pt x="289349" y="346462"/>
                    <a:pt x="297508" y="332863"/>
                  </a:cubicBezTo>
                  <a:cubicBezTo>
                    <a:pt x="302948" y="324704"/>
                    <a:pt x="305667" y="313826"/>
                    <a:pt x="311106" y="305667"/>
                  </a:cubicBezTo>
                  <a:cubicBezTo>
                    <a:pt x="319265" y="289349"/>
                    <a:pt x="327424" y="275751"/>
                    <a:pt x="335583" y="259433"/>
                  </a:cubicBezTo>
                  <a:cubicBezTo>
                    <a:pt x="341023" y="248554"/>
                    <a:pt x="349182" y="234956"/>
                    <a:pt x="354621" y="224077"/>
                  </a:cubicBezTo>
                  <a:cubicBezTo>
                    <a:pt x="362780" y="207759"/>
                    <a:pt x="370939" y="191441"/>
                    <a:pt x="381817" y="172404"/>
                  </a:cubicBezTo>
                  <a:cubicBezTo>
                    <a:pt x="389977" y="153366"/>
                    <a:pt x="400855" y="134329"/>
                    <a:pt x="409014" y="118011"/>
                  </a:cubicBezTo>
                  <a:cubicBezTo>
                    <a:pt x="409014" y="115291"/>
                    <a:pt x="409014" y="115291"/>
                    <a:pt x="411734" y="115291"/>
                  </a:cubicBezTo>
                  <a:cubicBezTo>
                    <a:pt x="406294" y="115291"/>
                    <a:pt x="400855" y="115291"/>
                    <a:pt x="398136" y="115291"/>
                  </a:cubicBezTo>
                  <a:cubicBezTo>
                    <a:pt x="392696" y="115291"/>
                    <a:pt x="384537" y="115291"/>
                    <a:pt x="379098" y="109852"/>
                  </a:cubicBezTo>
                  <a:cubicBezTo>
                    <a:pt x="373659" y="107132"/>
                    <a:pt x="368219" y="98973"/>
                    <a:pt x="368219" y="93534"/>
                  </a:cubicBezTo>
                  <a:cubicBezTo>
                    <a:pt x="368219" y="90814"/>
                    <a:pt x="368219" y="88094"/>
                    <a:pt x="370939" y="85375"/>
                  </a:cubicBezTo>
                  <a:cubicBezTo>
                    <a:pt x="373659" y="82655"/>
                    <a:pt x="381817" y="79936"/>
                    <a:pt x="387257" y="77216"/>
                  </a:cubicBezTo>
                  <a:cubicBezTo>
                    <a:pt x="400855" y="74496"/>
                    <a:pt x="414453" y="71776"/>
                    <a:pt x="422612" y="71776"/>
                  </a:cubicBezTo>
                  <a:cubicBezTo>
                    <a:pt x="425332" y="71776"/>
                    <a:pt x="430771" y="71776"/>
                    <a:pt x="436211" y="71776"/>
                  </a:cubicBezTo>
                  <a:cubicBezTo>
                    <a:pt x="436211" y="71776"/>
                    <a:pt x="438930" y="69057"/>
                    <a:pt x="438930" y="69057"/>
                  </a:cubicBezTo>
                  <a:cubicBezTo>
                    <a:pt x="444370" y="66337"/>
                    <a:pt x="447089" y="66337"/>
                    <a:pt x="452529" y="66337"/>
                  </a:cubicBezTo>
                  <a:cubicBezTo>
                    <a:pt x="457968" y="66337"/>
                    <a:pt x="460688" y="66337"/>
                    <a:pt x="466127" y="69057"/>
                  </a:cubicBezTo>
                  <a:cubicBezTo>
                    <a:pt x="468847" y="69057"/>
                    <a:pt x="471566" y="71776"/>
                    <a:pt x="471566" y="71776"/>
                  </a:cubicBezTo>
                  <a:cubicBezTo>
                    <a:pt x="490604" y="71776"/>
                    <a:pt x="506922" y="71776"/>
                    <a:pt x="515081" y="71776"/>
                  </a:cubicBezTo>
                  <a:cubicBezTo>
                    <a:pt x="523240" y="71776"/>
                    <a:pt x="542277" y="71776"/>
                    <a:pt x="542277" y="88094"/>
                  </a:cubicBezTo>
                  <a:cubicBezTo>
                    <a:pt x="542277" y="96253"/>
                    <a:pt x="542277" y="98973"/>
                    <a:pt x="536838" y="104412"/>
                  </a:cubicBezTo>
                  <a:cubicBezTo>
                    <a:pt x="534119" y="109852"/>
                    <a:pt x="528679" y="112571"/>
                    <a:pt x="525959" y="112571"/>
                  </a:cubicBezTo>
                  <a:cubicBezTo>
                    <a:pt x="520520" y="115291"/>
                    <a:pt x="515081" y="115291"/>
                    <a:pt x="509642" y="115291"/>
                  </a:cubicBezTo>
                  <a:cubicBezTo>
                    <a:pt x="506922" y="115291"/>
                    <a:pt x="487884" y="115291"/>
                    <a:pt x="468847" y="115291"/>
                  </a:cubicBezTo>
                  <a:cubicBezTo>
                    <a:pt x="466127" y="123450"/>
                    <a:pt x="460688" y="128889"/>
                    <a:pt x="457968" y="137048"/>
                  </a:cubicBezTo>
                  <a:cubicBezTo>
                    <a:pt x="447089" y="156086"/>
                    <a:pt x="438930" y="175123"/>
                    <a:pt x="430771" y="194161"/>
                  </a:cubicBezTo>
                  <a:cubicBezTo>
                    <a:pt x="419893" y="215918"/>
                    <a:pt x="411734" y="240395"/>
                    <a:pt x="400855" y="262152"/>
                  </a:cubicBezTo>
                  <a:cubicBezTo>
                    <a:pt x="387257" y="289349"/>
                    <a:pt x="373659" y="311106"/>
                    <a:pt x="360060" y="332863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A5536A8A-2076-4C05-9C5C-7E9AD95BA4CB}"/>
                </a:ext>
              </a:extLst>
            </p:cNvPr>
            <p:cNvSpPr/>
            <p:nvPr/>
          </p:nvSpPr>
          <p:spPr bwMode="black">
            <a:xfrm>
              <a:off x="4335316" y="4186718"/>
              <a:ext cx="353556" cy="761503"/>
            </a:xfrm>
            <a:custGeom>
              <a:avLst/>
              <a:gdLst>
                <a:gd name="connsiteX0" fmla="*/ 283910 w 353555"/>
                <a:gd name="connsiteY0" fmla="*/ 672820 h 761503"/>
                <a:gd name="connsiteX1" fmla="*/ 321985 w 353555"/>
                <a:gd name="connsiteY1" fmla="*/ 689138 h 761503"/>
                <a:gd name="connsiteX2" fmla="*/ 316546 w 353555"/>
                <a:gd name="connsiteY2" fmla="*/ 705456 h 761503"/>
                <a:gd name="connsiteX3" fmla="*/ 300228 w 353555"/>
                <a:gd name="connsiteY3" fmla="*/ 713615 h 761503"/>
                <a:gd name="connsiteX4" fmla="*/ 278471 w 353555"/>
                <a:gd name="connsiteY4" fmla="*/ 716335 h 761503"/>
                <a:gd name="connsiteX5" fmla="*/ 237676 w 353555"/>
                <a:gd name="connsiteY5" fmla="*/ 716335 h 761503"/>
                <a:gd name="connsiteX6" fmla="*/ 180563 w 353555"/>
                <a:gd name="connsiteY6" fmla="*/ 719054 h 761503"/>
                <a:gd name="connsiteX7" fmla="*/ 126170 w 353555"/>
                <a:gd name="connsiteY7" fmla="*/ 719054 h 761503"/>
                <a:gd name="connsiteX8" fmla="*/ 101693 w 353555"/>
                <a:gd name="connsiteY8" fmla="*/ 719054 h 761503"/>
                <a:gd name="connsiteX9" fmla="*/ 74496 w 353555"/>
                <a:gd name="connsiteY9" fmla="*/ 713615 h 761503"/>
                <a:gd name="connsiteX10" fmla="*/ 58178 w 353555"/>
                <a:gd name="connsiteY10" fmla="*/ 697297 h 761503"/>
                <a:gd name="connsiteX11" fmla="*/ 63617 w 353555"/>
                <a:gd name="connsiteY11" fmla="*/ 689138 h 761503"/>
                <a:gd name="connsiteX12" fmla="*/ 85375 w 353555"/>
                <a:gd name="connsiteY12" fmla="*/ 680979 h 761503"/>
                <a:gd name="connsiteX13" fmla="*/ 131609 w 353555"/>
                <a:gd name="connsiteY13" fmla="*/ 675540 h 761503"/>
                <a:gd name="connsiteX14" fmla="*/ 142488 w 353555"/>
                <a:gd name="connsiteY14" fmla="*/ 675540 h 761503"/>
                <a:gd name="connsiteX15" fmla="*/ 131609 w 353555"/>
                <a:gd name="connsiteY15" fmla="*/ 653783 h 761503"/>
                <a:gd name="connsiteX16" fmla="*/ 128889 w 353555"/>
                <a:gd name="connsiteY16" fmla="*/ 640184 h 761503"/>
                <a:gd name="connsiteX17" fmla="*/ 128889 w 353555"/>
                <a:gd name="connsiteY17" fmla="*/ 629306 h 761503"/>
                <a:gd name="connsiteX18" fmla="*/ 128889 w 353555"/>
                <a:gd name="connsiteY18" fmla="*/ 621147 h 761503"/>
                <a:gd name="connsiteX19" fmla="*/ 128889 w 353555"/>
                <a:gd name="connsiteY19" fmla="*/ 593950 h 761503"/>
                <a:gd name="connsiteX20" fmla="*/ 128889 w 353555"/>
                <a:gd name="connsiteY20" fmla="*/ 583072 h 761503"/>
                <a:gd name="connsiteX21" fmla="*/ 128889 w 353555"/>
                <a:gd name="connsiteY21" fmla="*/ 436210 h 761503"/>
                <a:gd name="connsiteX22" fmla="*/ 128889 w 353555"/>
                <a:gd name="connsiteY22" fmla="*/ 357340 h 761503"/>
                <a:gd name="connsiteX23" fmla="*/ 131609 w 353555"/>
                <a:gd name="connsiteY23" fmla="*/ 289349 h 761503"/>
                <a:gd name="connsiteX24" fmla="*/ 131609 w 353555"/>
                <a:gd name="connsiteY24" fmla="*/ 251274 h 761503"/>
                <a:gd name="connsiteX25" fmla="*/ 131609 w 353555"/>
                <a:gd name="connsiteY25" fmla="*/ 205040 h 761503"/>
                <a:gd name="connsiteX26" fmla="*/ 131609 w 353555"/>
                <a:gd name="connsiteY26" fmla="*/ 139768 h 761503"/>
                <a:gd name="connsiteX27" fmla="*/ 131609 w 353555"/>
                <a:gd name="connsiteY27" fmla="*/ 128889 h 761503"/>
                <a:gd name="connsiteX28" fmla="*/ 126170 w 353555"/>
                <a:gd name="connsiteY28" fmla="*/ 128889 h 761503"/>
                <a:gd name="connsiteX29" fmla="*/ 101693 w 353555"/>
                <a:gd name="connsiteY29" fmla="*/ 128889 h 761503"/>
                <a:gd name="connsiteX30" fmla="*/ 74496 w 353555"/>
                <a:gd name="connsiteY30" fmla="*/ 123450 h 761503"/>
                <a:gd name="connsiteX31" fmla="*/ 58178 w 353555"/>
                <a:gd name="connsiteY31" fmla="*/ 107132 h 761503"/>
                <a:gd name="connsiteX32" fmla="*/ 60898 w 353555"/>
                <a:gd name="connsiteY32" fmla="*/ 98973 h 761503"/>
                <a:gd name="connsiteX33" fmla="*/ 82655 w 353555"/>
                <a:gd name="connsiteY33" fmla="*/ 93534 h 761503"/>
                <a:gd name="connsiteX34" fmla="*/ 131609 w 353555"/>
                <a:gd name="connsiteY34" fmla="*/ 88094 h 761503"/>
                <a:gd name="connsiteX35" fmla="*/ 131609 w 353555"/>
                <a:gd name="connsiteY35" fmla="*/ 82655 h 761503"/>
                <a:gd name="connsiteX36" fmla="*/ 134329 w 353555"/>
                <a:gd name="connsiteY36" fmla="*/ 71776 h 761503"/>
                <a:gd name="connsiteX37" fmla="*/ 147927 w 353555"/>
                <a:gd name="connsiteY37" fmla="*/ 63617 h 761503"/>
                <a:gd name="connsiteX38" fmla="*/ 164245 w 353555"/>
                <a:gd name="connsiteY38" fmla="*/ 58178 h 761503"/>
                <a:gd name="connsiteX39" fmla="*/ 177843 w 353555"/>
                <a:gd name="connsiteY39" fmla="*/ 58178 h 761503"/>
                <a:gd name="connsiteX40" fmla="*/ 196881 w 353555"/>
                <a:gd name="connsiteY40" fmla="*/ 60898 h 761503"/>
                <a:gd name="connsiteX41" fmla="*/ 232236 w 353555"/>
                <a:gd name="connsiteY41" fmla="*/ 88094 h 761503"/>
                <a:gd name="connsiteX42" fmla="*/ 278471 w 353555"/>
                <a:gd name="connsiteY42" fmla="*/ 88094 h 761503"/>
                <a:gd name="connsiteX43" fmla="*/ 316546 w 353555"/>
                <a:gd name="connsiteY43" fmla="*/ 104412 h 761503"/>
                <a:gd name="connsiteX44" fmla="*/ 311106 w 353555"/>
                <a:gd name="connsiteY44" fmla="*/ 120730 h 761503"/>
                <a:gd name="connsiteX45" fmla="*/ 294788 w 353555"/>
                <a:gd name="connsiteY45" fmla="*/ 128889 h 761503"/>
                <a:gd name="connsiteX46" fmla="*/ 273031 w 353555"/>
                <a:gd name="connsiteY46" fmla="*/ 131609 h 761503"/>
                <a:gd name="connsiteX47" fmla="*/ 243115 w 353555"/>
                <a:gd name="connsiteY47" fmla="*/ 131609 h 761503"/>
                <a:gd name="connsiteX48" fmla="*/ 243115 w 353555"/>
                <a:gd name="connsiteY48" fmla="*/ 134329 h 761503"/>
                <a:gd name="connsiteX49" fmla="*/ 248554 w 353555"/>
                <a:gd name="connsiteY49" fmla="*/ 169684 h 761503"/>
                <a:gd name="connsiteX50" fmla="*/ 251274 w 353555"/>
                <a:gd name="connsiteY50" fmla="*/ 205040 h 761503"/>
                <a:gd name="connsiteX51" fmla="*/ 251274 w 353555"/>
                <a:gd name="connsiteY51" fmla="*/ 240395 h 761503"/>
                <a:gd name="connsiteX52" fmla="*/ 251274 w 353555"/>
                <a:gd name="connsiteY52" fmla="*/ 256713 h 761503"/>
                <a:gd name="connsiteX53" fmla="*/ 253994 w 353555"/>
                <a:gd name="connsiteY53" fmla="*/ 270311 h 761503"/>
                <a:gd name="connsiteX54" fmla="*/ 259433 w 353555"/>
                <a:gd name="connsiteY54" fmla="*/ 343742 h 761503"/>
                <a:gd name="connsiteX55" fmla="*/ 262153 w 353555"/>
                <a:gd name="connsiteY55" fmla="*/ 425332 h 761503"/>
                <a:gd name="connsiteX56" fmla="*/ 264872 w 353555"/>
                <a:gd name="connsiteY56" fmla="*/ 490603 h 761503"/>
                <a:gd name="connsiteX57" fmla="*/ 270312 w 353555"/>
                <a:gd name="connsiteY57" fmla="*/ 564034 h 761503"/>
                <a:gd name="connsiteX58" fmla="*/ 270312 w 353555"/>
                <a:gd name="connsiteY58" fmla="*/ 599390 h 761503"/>
                <a:gd name="connsiteX59" fmla="*/ 270312 w 353555"/>
                <a:gd name="connsiteY59" fmla="*/ 637465 h 761503"/>
                <a:gd name="connsiteX60" fmla="*/ 264872 w 353555"/>
                <a:gd name="connsiteY60" fmla="*/ 670101 h 761503"/>
                <a:gd name="connsiteX61" fmla="*/ 283910 w 353555"/>
                <a:gd name="connsiteY61" fmla="*/ 672820 h 761503"/>
                <a:gd name="connsiteX62" fmla="*/ 283910 w 353555"/>
                <a:gd name="connsiteY62" fmla="*/ 672820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353555" h="761503">
                  <a:moveTo>
                    <a:pt x="283910" y="672820"/>
                  </a:moveTo>
                  <a:cubicBezTo>
                    <a:pt x="297508" y="672820"/>
                    <a:pt x="321985" y="672820"/>
                    <a:pt x="321985" y="689138"/>
                  </a:cubicBezTo>
                  <a:cubicBezTo>
                    <a:pt x="321985" y="697297"/>
                    <a:pt x="319265" y="697297"/>
                    <a:pt x="316546" y="705456"/>
                  </a:cubicBezTo>
                  <a:cubicBezTo>
                    <a:pt x="311106" y="710895"/>
                    <a:pt x="305667" y="713615"/>
                    <a:pt x="300228" y="713615"/>
                  </a:cubicBezTo>
                  <a:cubicBezTo>
                    <a:pt x="292069" y="716335"/>
                    <a:pt x="283910" y="716335"/>
                    <a:pt x="278471" y="716335"/>
                  </a:cubicBezTo>
                  <a:cubicBezTo>
                    <a:pt x="275751" y="716335"/>
                    <a:pt x="256713" y="716335"/>
                    <a:pt x="237676" y="716335"/>
                  </a:cubicBezTo>
                  <a:cubicBezTo>
                    <a:pt x="213199" y="716335"/>
                    <a:pt x="186002" y="719054"/>
                    <a:pt x="180563" y="719054"/>
                  </a:cubicBezTo>
                  <a:cubicBezTo>
                    <a:pt x="166965" y="719054"/>
                    <a:pt x="142488" y="719054"/>
                    <a:pt x="126170" y="719054"/>
                  </a:cubicBezTo>
                  <a:cubicBezTo>
                    <a:pt x="118011" y="719054"/>
                    <a:pt x="109852" y="719054"/>
                    <a:pt x="101693" y="719054"/>
                  </a:cubicBezTo>
                  <a:cubicBezTo>
                    <a:pt x="93534" y="719054"/>
                    <a:pt x="82655" y="719054"/>
                    <a:pt x="74496" y="713615"/>
                  </a:cubicBezTo>
                  <a:cubicBezTo>
                    <a:pt x="66337" y="710895"/>
                    <a:pt x="58178" y="702736"/>
                    <a:pt x="58178" y="697297"/>
                  </a:cubicBezTo>
                  <a:cubicBezTo>
                    <a:pt x="58178" y="694578"/>
                    <a:pt x="58178" y="691858"/>
                    <a:pt x="63617" y="689138"/>
                  </a:cubicBezTo>
                  <a:cubicBezTo>
                    <a:pt x="69057" y="686418"/>
                    <a:pt x="79935" y="683699"/>
                    <a:pt x="85375" y="680979"/>
                  </a:cubicBezTo>
                  <a:cubicBezTo>
                    <a:pt x="104412" y="678260"/>
                    <a:pt x="123450" y="675540"/>
                    <a:pt x="131609" y="675540"/>
                  </a:cubicBezTo>
                  <a:cubicBezTo>
                    <a:pt x="134329" y="675540"/>
                    <a:pt x="137048" y="675540"/>
                    <a:pt x="142488" y="675540"/>
                  </a:cubicBezTo>
                  <a:cubicBezTo>
                    <a:pt x="134329" y="670101"/>
                    <a:pt x="131609" y="661942"/>
                    <a:pt x="131609" y="653783"/>
                  </a:cubicBezTo>
                  <a:cubicBezTo>
                    <a:pt x="131609" y="648343"/>
                    <a:pt x="131609" y="642904"/>
                    <a:pt x="128889" y="640184"/>
                  </a:cubicBezTo>
                  <a:cubicBezTo>
                    <a:pt x="128889" y="637465"/>
                    <a:pt x="128889" y="634745"/>
                    <a:pt x="128889" y="629306"/>
                  </a:cubicBezTo>
                  <a:cubicBezTo>
                    <a:pt x="128889" y="626586"/>
                    <a:pt x="128889" y="623867"/>
                    <a:pt x="128889" y="621147"/>
                  </a:cubicBezTo>
                  <a:cubicBezTo>
                    <a:pt x="128889" y="612988"/>
                    <a:pt x="128889" y="604829"/>
                    <a:pt x="128889" y="593950"/>
                  </a:cubicBezTo>
                  <a:cubicBezTo>
                    <a:pt x="128889" y="591231"/>
                    <a:pt x="128889" y="585791"/>
                    <a:pt x="128889" y="583072"/>
                  </a:cubicBezTo>
                  <a:cubicBezTo>
                    <a:pt x="128889" y="534118"/>
                    <a:pt x="131609" y="485164"/>
                    <a:pt x="128889" y="436210"/>
                  </a:cubicBezTo>
                  <a:cubicBezTo>
                    <a:pt x="128889" y="409014"/>
                    <a:pt x="128889" y="384537"/>
                    <a:pt x="128889" y="357340"/>
                  </a:cubicBezTo>
                  <a:cubicBezTo>
                    <a:pt x="128889" y="335583"/>
                    <a:pt x="131609" y="313826"/>
                    <a:pt x="131609" y="289349"/>
                  </a:cubicBezTo>
                  <a:cubicBezTo>
                    <a:pt x="131609" y="275751"/>
                    <a:pt x="131609" y="264872"/>
                    <a:pt x="131609" y="251274"/>
                  </a:cubicBezTo>
                  <a:cubicBezTo>
                    <a:pt x="131609" y="234956"/>
                    <a:pt x="131609" y="221357"/>
                    <a:pt x="131609" y="205040"/>
                  </a:cubicBezTo>
                  <a:cubicBezTo>
                    <a:pt x="131609" y="183282"/>
                    <a:pt x="131609" y="161525"/>
                    <a:pt x="131609" y="139768"/>
                  </a:cubicBezTo>
                  <a:cubicBezTo>
                    <a:pt x="131609" y="137048"/>
                    <a:pt x="131609" y="134329"/>
                    <a:pt x="131609" y="128889"/>
                  </a:cubicBezTo>
                  <a:cubicBezTo>
                    <a:pt x="128889" y="128889"/>
                    <a:pt x="126170" y="128889"/>
                    <a:pt x="126170" y="128889"/>
                  </a:cubicBezTo>
                  <a:cubicBezTo>
                    <a:pt x="118011" y="128889"/>
                    <a:pt x="109852" y="128889"/>
                    <a:pt x="101693" y="128889"/>
                  </a:cubicBezTo>
                  <a:cubicBezTo>
                    <a:pt x="93534" y="128889"/>
                    <a:pt x="82655" y="128889"/>
                    <a:pt x="74496" y="123450"/>
                  </a:cubicBezTo>
                  <a:cubicBezTo>
                    <a:pt x="66337" y="120730"/>
                    <a:pt x="58178" y="112571"/>
                    <a:pt x="58178" y="107132"/>
                  </a:cubicBezTo>
                  <a:cubicBezTo>
                    <a:pt x="58178" y="104412"/>
                    <a:pt x="58178" y="101693"/>
                    <a:pt x="60898" y="98973"/>
                  </a:cubicBezTo>
                  <a:cubicBezTo>
                    <a:pt x="63617" y="96253"/>
                    <a:pt x="77216" y="93534"/>
                    <a:pt x="82655" y="93534"/>
                  </a:cubicBezTo>
                  <a:cubicBezTo>
                    <a:pt x="98973" y="90814"/>
                    <a:pt x="123450" y="88094"/>
                    <a:pt x="131609" y="88094"/>
                  </a:cubicBezTo>
                  <a:cubicBezTo>
                    <a:pt x="131609" y="85375"/>
                    <a:pt x="131609" y="85375"/>
                    <a:pt x="131609" y="82655"/>
                  </a:cubicBezTo>
                  <a:cubicBezTo>
                    <a:pt x="131609" y="77216"/>
                    <a:pt x="131609" y="74496"/>
                    <a:pt x="134329" y="71776"/>
                  </a:cubicBezTo>
                  <a:cubicBezTo>
                    <a:pt x="137048" y="69057"/>
                    <a:pt x="145207" y="66337"/>
                    <a:pt x="147927" y="63617"/>
                  </a:cubicBezTo>
                  <a:cubicBezTo>
                    <a:pt x="153366" y="60898"/>
                    <a:pt x="158806" y="58178"/>
                    <a:pt x="164245" y="58178"/>
                  </a:cubicBezTo>
                  <a:cubicBezTo>
                    <a:pt x="169684" y="58178"/>
                    <a:pt x="175123" y="58178"/>
                    <a:pt x="177843" y="58178"/>
                  </a:cubicBezTo>
                  <a:cubicBezTo>
                    <a:pt x="183283" y="58178"/>
                    <a:pt x="191442" y="58178"/>
                    <a:pt x="196881" y="60898"/>
                  </a:cubicBezTo>
                  <a:cubicBezTo>
                    <a:pt x="213199" y="63617"/>
                    <a:pt x="224077" y="74496"/>
                    <a:pt x="232236" y="88094"/>
                  </a:cubicBezTo>
                  <a:cubicBezTo>
                    <a:pt x="253994" y="88094"/>
                    <a:pt x="270312" y="88094"/>
                    <a:pt x="278471" y="88094"/>
                  </a:cubicBezTo>
                  <a:cubicBezTo>
                    <a:pt x="292069" y="88094"/>
                    <a:pt x="316546" y="88094"/>
                    <a:pt x="316546" y="104412"/>
                  </a:cubicBezTo>
                  <a:cubicBezTo>
                    <a:pt x="316546" y="112571"/>
                    <a:pt x="313826" y="112571"/>
                    <a:pt x="311106" y="120730"/>
                  </a:cubicBezTo>
                  <a:cubicBezTo>
                    <a:pt x="305667" y="126170"/>
                    <a:pt x="300228" y="128889"/>
                    <a:pt x="294788" y="128889"/>
                  </a:cubicBezTo>
                  <a:cubicBezTo>
                    <a:pt x="286630" y="131609"/>
                    <a:pt x="278471" y="131609"/>
                    <a:pt x="273031" y="131609"/>
                  </a:cubicBezTo>
                  <a:cubicBezTo>
                    <a:pt x="270312" y="131609"/>
                    <a:pt x="259433" y="131609"/>
                    <a:pt x="243115" y="131609"/>
                  </a:cubicBezTo>
                  <a:lnTo>
                    <a:pt x="243115" y="134329"/>
                  </a:lnTo>
                  <a:cubicBezTo>
                    <a:pt x="245835" y="145207"/>
                    <a:pt x="245835" y="158805"/>
                    <a:pt x="248554" y="169684"/>
                  </a:cubicBezTo>
                  <a:cubicBezTo>
                    <a:pt x="251274" y="180563"/>
                    <a:pt x="251274" y="194161"/>
                    <a:pt x="251274" y="205040"/>
                  </a:cubicBezTo>
                  <a:cubicBezTo>
                    <a:pt x="251274" y="215918"/>
                    <a:pt x="251274" y="226797"/>
                    <a:pt x="251274" y="240395"/>
                  </a:cubicBezTo>
                  <a:cubicBezTo>
                    <a:pt x="251274" y="245834"/>
                    <a:pt x="251274" y="251274"/>
                    <a:pt x="251274" y="256713"/>
                  </a:cubicBezTo>
                  <a:cubicBezTo>
                    <a:pt x="251274" y="262152"/>
                    <a:pt x="251274" y="267592"/>
                    <a:pt x="253994" y="270311"/>
                  </a:cubicBezTo>
                  <a:cubicBezTo>
                    <a:pt x="256713" y="294788"/>
                    <a:pt x="256713" y="319265"/>
                    <a:pt x="259433" y="343742"/>
                  </a:cubicBezTo>
                  <a:cubicBezTo>
                    <a:pt x="259433" y="370939"/>
                    <a:pt x="262153" y="398135"/>
                    <a:pt x="262153" y="425332"/>
                  </a:cubicBezTo>
                  <a:cubicBezTo>
                    <a:pt x="262153" y="447089"/>
                    <a:pt x="262153" y="468846"/>
                    <a:pt x="264872" y="490603"/>
                  </a:cubicBezTo>
                  <a:cubicBezTo>
                    <a:pt x="264872" y="515080"/>
                    <a:pt x="270312" y="539557"/>
                    <a:pt x="270312" y="564034"/>
                  </a:cubicBezTo>
                  <a:cubicBezTo>
                    <a:pt x="270312" y="574913"/>
                    <a:pt x="270312" y="588511"/>
                    <a:pt x="270312" y="599390"/>
                  </a:cubicBezTo>
                  <a:cubicBezTo>
                    <a:pt x="270312" y="612988"/>
                    <a:pt x="270312" y="623867"/>
                    <a:pt x="270312" y="637465"/>
                  </a:cubicBezTo>
                  <a:cubicBezTo>
                    <a:pt x="270312" y="648343"/>
                    <a:pt x="270312" y="661942"/>
                    <a:pt x="264872" y="670101"/>
                  </a:cubicBezTo>
                  <a:cubicBezTo>
                    <a:pt x="273031" y="672820"/>
                    <a:pt x="278471" y="672820"/>
                    <a:pt x="283910" y="672820"/>
                  </a:cubicBezTo>
                  <a:lnTo>
                    <a:pt x="283910" y="672820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A9620A82-35FD-44A4-8994-CE526DA47B24}"/>
                </a:ext>
              </a:extLst>
            </p:cNvPr>
            <p:cNvSpPr/>
            <p:nvPr/>
          </p:nvSpPr>
          <p:spPr bwMode="black">
            <a:xfrm>
              <a:off x="4620880" y="4194877"/>
              <a:ext cx="598325" cy="761503"/>
            </a:xfrm>
            <a:custGeom>
              <a:avLst/>
              <a:gdLst>
                <a:gd name="connsiteX0" fmla="*/ 515081 w 598324"/>
                <a:gd name="connsiteY0" fmla="*/ 79935 h 761503"/>
                <a:gd name="connsiteX1" fmla="*/ 542277 w 598324"/>
                <a:gd name="connsiteY1" fmla="*/ 96253 h 761503"/>
                <a:gd name="connsiteX2" fmla="*/ 536838 w 598324"/>
                <a:gd name="connsiteY2" fmla="*/ 112571 h 761503"/>
                <a:gd name="connsiteX3" fmla="*/ 523240 w 598324"/>
                <a:gd name="connsiteY3" fmla="*/ 120730 h 761503"/>
                <a:gd name="connsiteX4" fmla="*/ 506922 w 598324"/>
                <a:gd name="connsiteY4" fmla="*/ 123450 h 761503"/>
                <a:gd name="connsiteX5" fmla="*/ 477006 w 598324"/>
                <a:gd name="connsiteY5" fmla="*/ 123450 h 761503"/>
                <a:gd name="connsiteX6" fmla="*/ 479725 w 598324"/>
                <a:gd name="connsiteY6" fmla="*/ 145207 h 761503"/>
                <a:gd name="connsiteX7" fmla="*/ 477006 w 598324"/>
                <a:gd name="connsiteY7" fmla="*/ 180563 h 761503"/>
                <a:gd name="connsiteX8" fmla="*/ 482445 w 598324"/>
                <a:gd name="connsiteY8" fmla="*/ 232236 h 761503"/>
                <a:gd name="connsiteX9" fmla="*/ 485165 w 598324"/>
                <a:gd name="connsiteY9" fmla="*/ 283909 h 761503"/>
                <a:gd name="connsiteX10" fmla="*/ 485165 w 598324"/>
                <a:gd name="connsiteY10" fmla="*/ 327424 h 761503"/>
                <a:gd name="connsiteX11" fmla="*/ 487884 w 598324"/>
                <a:gd name="connsiteY11" fmla="*/ 373658 h 761503"/>
                <a:gd name="connsiteX12" fmla="*/ 485165 w 598324"/>
                <a:gd name="connsiteY12" fmla="*/ 419892 h 761503"/>
                <a:gd name="connsiteX13" fmla="*/ 485165 w 598324"/>
                <a:gd name="connsiteY13" fmla="*/ 463407 h 761503"/>
                <a:gd name="connsiteX14" fmla="*/ 482445 w 598324"/>
                <a:gd name="connsiteY14" fmla="*/ 515080 h 761503"/>
                <a:gd name="connsiteX15" fmla="*/ 482445 w 598324"/>
                <a:gd name="connsiteY15" fmla="*/ 558595 h 761503"/>
                <a:gd name="connsiteX16" fmla="*/ 479725 w 598324"/>
                <a:gd name="connsiteY16" fmla="*/ 602109 h 761503"/>
                <a:gd name="connsiteX17" fmla="*/ 485165 w 598324"/>
                <a:gd name="connsiteY17" fmla="*/ 648343 h 761503"/>
                <a:gd name="connsiteX18" fmla="*/ 474286 w 598324"/>
                <a:gd name="connsiteY18" fmla="*/ 675540 h 761503"/>
                <a:gd name="connsiteX19" fmla="*/ 428052 w 598324"/>
                <a:gd name="connsiteY19" fmla="*/ 691858 h 761503"/>
                <a:gd name="connsiteX20" fmla="*/ 387257 w 598324"/>
                <a:gd name="connsiteY20" fmla="*/ 683699 h 761503"/>
                <a:gd name="connsiteX21" fmla="*/ 351901 w 598324"/>
                <a:gd name="connsiteY21" fmla="*/ 664661 h 761503"/>
                <a:gd name="connsiteX22" fmla="*/ 305667 w 598324"/>
                <a:gd name="connsiteY22" fmla="*/ 596670 h 761503"/>
                <a:gd name="connsiteX23" fmla="*/ 270312 w 598324"/>
                <a:gd name="connsiteY23" fmla="*/ 509641 h 761503"/>
                <a:gd name="connsiteX24" fmla="*/ 251274 w 598324"/>
                <a:gd name="connsiteY24" fmla="*/ 460687 h 761503"/>
                <a:gd name="connsiteX25" fmla="*/ 224077 w 598324"/>
                <a:gd name="connsiteY25" fmla="*/ 381817 h 761503"/>
                <a:gd name="connsiteX26" fmla="*/ 207759 w 598324"/>
                <a:gd name="connsiteY26" fmla="*/ 330144 h 761503"/>
                <a:gd name="connsiteX27" fmla="*/ 191442 w 598324"/>
                <a:gd name="connsiteY27" fmla="*/ 286629 h 761503"/>
                <a:gd name="connsiteX28" fmla="*/ 183283 w 598324"/>
                <a:gd name="connsiteY28" fmla="*/ 278470 h 761503"/>
                <a:gd name="connsiteX29" fmla="*/ 180563 w 598324"/>
                <a:gd name="connsiteY29" fmla="*/ 292068 h 761503"/>
                <a:gd name="connsiteX30" fmla="*/ 180563 w 598324"/>
                <a:gd name="connsiteY30" fmla="*/ 305667 h 761503"/>
                <a:gd name="connsiteX31" fmla="*/ 183283 w 598324"/>
                <a:gd name="connsiteY31" fmla="*/ 354620 h 761503"/>
                <a:gd name="connsiteX32" fmla="*/ 188722 w 598324"/>
                <a:gd name="connsiteY32" fmla="*/ 449808 h 761503"/>
                <a:gd name="connsiteX33" fmla="*/ 188722 w 598324"/>
                <a:gd name="connsiteY33" fmla="*/ 479725 h 761503"/>
                <a:gd name="connsiteX34" fmla="*/ 188722 w 598324"/>
                <a:gd name="connsiteY34" fmla="*/ 542277 h 761503"/>
                <a:gd name="connsiteX35" fmla="*/ 186002 w 598324"/>
                <a:gd name="connsiteY35" fmla="*/ 615708 h 761503"/>
                <a:gd name="connsiteX36" fmla="*/ 186002 w 598324"/>
                <a:gd name="connsiteY36" fmla="*/ 637465 h 761503"/>
                <a:gd name="connsiteX37" fmla="*/ 183283 w 598324"/>
                <a:gd name="connsiteY37" fmla="*/ 664661 h 761503"/>
                <a:gd name="connsiteX38" fmla="*/ 226797 w 598324"/>
                <a:gd name="connsiteY38" fmla="*/ 664661 h 761503"/>
                <a:gd name="connsiteX39" fmla="*/ 253994 w 598324"/>
                <a:gd name="connsiteY39" fmla="*/ 680979 h 761503"/>
                <a:gd name="connsiteX40" fmla="*/ 248554 w 598324"/>
                <a:gd name="connsiteY40" fmla="*/ 697297 h 761503"/>
                <a:gd name="connsiteX41" fmla="*/ 234956 w 598324"/>
                <a:gd name="connsiteY41" fmla="*/ 705456 h 761503"/>
                <a:gd name="connsiteX42" fmla="*/ 218638 w 598324"/>
                <a:gd name="connsiteY42" fmla="*/ 708176 h 761503"/>
                <a:gd name="connsiteX43" fmla="*/ 183283 w 598324"/>
                <a:gd name="connsiteY43" fmla="*/ 708176 h 761503"/>
                <a:gd name="connsiteX44" fmla="*/ 150647 w 598324"/>
                <a:gd name="connsiteY44" fmla="*/ 708176 h 761503"/>
                <a:gd name="connsiteX45" fmla="*/ 107132 w 598324"/>
                <a:gd name="connsiteY45" fmla="*/ 708176 h 761503"/>
                <a:gd name="connsiteX46" fmla="*/ 88094 w 598324"/>
                <a:gd name="connsiteY46" fmla="*/ 708176 h 761503"/>
                <a:gd name="connsiteX47" fmla="*/ 69057 w 598324"/>
                <a:gd name="connsiteY47" fmla="*/ 702736 h 761503"/>
                <a:gd name="connsiteX48" fmla="*/ 58178 w 598324"/>
                <a:gd name="connsiteY48" fmla="*/ 686418 h 761503"/>
                <a:gd name="connsiteX49" fmla="*/ 60898 w 598324"/>
                <a:gd name="connsiteY49" fmla="*/ 678259 h 761503"/>
                <a:gd name="connsiteX50" fmla="*/ 77216 w 598324"/>
                <a:gd name="connsiteY50" fmla="*/ 670101 h 761503"/>
                <a:gd name="connsiteX51" fmla="*/ 120730 w 598324"/>
                <a:gd name="connsiteY51" fmla="*/ 664661 h 761503"/>
                <a:gd name="connsiteX52" fmla="*/ 131609 w 598324"/>
                <a:gd name="connsiteY52" fmla="*/ 664661 h 761503"/>
                <a:gd name="connsiteX53" fmla="*/ 134329 w 598324"/>
                <a:gd name="connsiteY53" fmla="*/ 539557 h 761503"/>
                <a:gd name="connsiteX54" fmla="*/ 134329 w 598324"/>
                <a:gd name="connsiteY54" fmla="*/ 504201 h 761503"/>
                <a:gd name="connsiteX55" fmla="*/ 131609 w 598324"/>
                <a:gd name="connsiteY55" fmla="*/ 376378 h 761503"/>
                <a:gd name="connsiteX56" fmla="*/ 131609 w 598324"/>
                <a:gd name="connsiteY56" fmla="*/ 302947 h 761503"/>
                <a:gd name="connsiteX57" fmla="*/ 134329 w 598324"/>
                <a:gd name="connsiteY57" fmla="*/ 221357 h 761503"/>
                <a:gd name="connsiteX58" fmla="*/ 137048 w 598324"/>
                <a:gd name="connsiteY58" fmla="*/ 123450 h 761503"/>
                <a:gd name="connsiteX59" fmla="*/ 107132 w 598324"/>
                <a:gd name="connsiteY59" fmla="*/ 123450 h 761503"/>
                <a:gd name="connsiteX60" fmla="*/ 88094 w 598324"/>
                <a:gd name="connsiteY60" fmla="*/ 123450 h 761503"/>
                <a:gd name="connsiteX61" fmla="*/ 69057 w 598324"/>
                <a:gd name="connsiteY61" fmla="*/ 118011 h 761503"/>
                <a:gd name="connsiteX62" fmla="*/ 58178 w 598324"/>
                <a:gd name="connsiteY62" fmla="*/ 101693 h 761503"/>
                <a:gd name="connsiteX63" fmla="*/ 60898 w 598324"/>
                <a:gd name="connsiteY63" fmla="*/ 93534 h 761503"/>
                <a:gd name="connsiteX64" fmla="*/ 77216 w 598324"/>
                <a:gd name="connsiteY64" fmla="*/ 85375 h 761503"/>
                <a:gd name="connsiteX65" fmla="*/ 131609 w 598324"/>
                <a:gd name="connsiteY65" fmla="*/ 79935 h 761503"/>
                <a:gd name="connsiteX66" fmla="*/ 161525 w 598324"/>
                <a:gd name="connsiteY66" fmla="*/ 79935 h 761503"/>
                <a:gd name="connsiteX67" fmla="*/ 177843 w 598324"/>
                <a:gd name="connsiteY67" fmla="*/ 66337 h 761503"/>
                <a:gd name="connsiteX68" fmla="*/ 202320 w 598324"/>
                <a:gd name="connsiteY68" fmla="*/ 58178 h 761503"/>
                <a:gd name="connsiteX69" fmla="*/ 234956 w 598324"/>
                <a:gd name="connsiteY69" fmla="*/ 77216 h 761503"/>
                <a:gd name="connsiteX70" fmla="*/ 251274 w 598324"/>
                <a:gd name="connsiteY70" fmla="*/ 107132 h 761503"/>
                <a:gd name="connsiteX71" fmla="*/ 267592 w 598324"/>
                <a:gd name="connsiteY71" fmla="*/ 147927 h 761503"/>
                <a:gd name="connsiteX72" fmla="*/ 281190 w 598324"/>
                <a:gd name="connsiteY72" fmla="*/ 183282 h 761503"/>
                <a:gd name="connsiteX73" fmla="*/ 297508 w 598324"/>
                <a:gd name="connsiteY73" fmla="*/ 224077 h 761503"/>
                <a:gd name="connsiteX74" fmla="*/ 308387 w 598324"/>
                <a:gd name="connsiteY74" fmla="*/ 264872 h 761503"/>
                <a:gd name="connsiteX75" fmla="*/ 319265 w 598324"/>
                <a:gd name="connsiteY75" fmla="*/ 300227 h 761503"/>
                <a:gd name="connsiteX76" fmla="*/ 351901 w 598324"/>
                <a:gd name="connsiteY76" fmla="*/ 379097 h 761503"/>
                <a:gd name="connsiteX77" fmla="*/ 365500 w 598324"/>
                <a:gd name="connsiteY77" fmla="*/ 417173 h 761503"/>
                <a:gd name="connsiteX78" fmla="*/ 379098 w 598324"/>
                <a:gd name="connsiteY78" fmla="*/ 457967 h 761503"/>
                <a:gd name="connsiteX79" fmla="*/ 395416 w 598324"/>
                <a:gd name="connsiteY79" fmla="*/ 496043 h 761503"/>
                <a:gd name="connsiteX80" fmla="*/ 406294 w 598324"/>
                <a:gd name="connsiteY80" fmla="*/ 512361 h 761503"/>
                <a:gd name="connsiteX81" fmla="*/ 411734 w 598324"/>
                <a:gd name="connsiteY81" fmla="*/ 531398 h 761503"/>
                <a:gd name="connsiteX82" fmla="*/ 419893 w 598324"/>
                <a:gd name="connsiteY82" fmla="*/ 558595 h 761503"/>
                <a:gd name="connsiteX83" fmla="*/ 425332 w 598324"/>
                <a:gd name="connsiteY83" fmla="*/ 564034 h 761503"/>
                <a:gd name="connsiteX84" fmla="*/ 430771 w 598324"/>
                <a:gd name="connsiteY84" fmla="*/ 558595 h 761503"/>
                <a:gd name="connsiteX85" fmla="*/ 430771 w 598324"/>
                <a:gd name="connsiteY85" fmla="*/ 550436 h 761503"/>
                <a:gd name="connsiteX86" fmla="*/ 430771 w 598324"/>
                <a:gd name="connsiteY86" fmla="*/ 501482 h 761503"/>
                <a:gd name="connsiteX87" fmla="*/ 430771 w 598324"/>
                <a:gd name="connsiteY87" fmla="*/ 403574 h 761503"/>
                <a:gd name="connsiteX88" fmla="*/ 425332 w 598324"/>
                <a:gd name="connsiteY88" fmla="*/ 313826 h 761503"/>
                <a:gd name="connsiteX89" fmla="*/ 425332 w 598324"/>
                <a:gd name="connsiteY89" fmla="*/ 248554 h 761503"/>
                <a:gd name="connsiteX90" fmla="*/ 425332 w 598324"/>
                <a:gd name="connsiteY90" fmla="*/ 210479 h 761503"/>
                <a:gd name="connsiteX91" fmla="*/ 422613 w 598324"/>
                <a:gd name="connsiteY91" fmla="*/ 153366 h 761503"/>
                <a:gd name="connsiteX92" fmla="*/ 425332 w 598324"/>
                <a:gd name="connsiteY92" fmla="*/ 123450 h 761503"/>
                <a:gd name="connsiteX93" fmla="*/ 398136 w 598324"/>
                <a:gd name="connsiteY93" fmla="*/ 123450 h 761503"/>
                <a:gd name="connsiteX94" fmla="*/ 379098 w 598324"/>
                <a:gd name="connsiteY94" fmla="*/ 123450 h 761503"/>
                <a:gd name="connsiteX95" fmla="*/ 360060 w 598324"/>
                <a:gd name="connsiteY95" fmla="*/ 118011 h 761503"/>
                <a:gd name="connsiteX96" fmla="*/ 349182 w 598324"/>
                <a:gd name="connsiteY96" fmla="*/ 101693 h 761503"/>
                <a:gd name="connsiteX97" fmla="*/ 351901 w 598324"/>
                <a:gd name="connsiteY97" fmla="*/ 93534 h 761503"/>
                <a:gd name="connsiteX98" fmla="*/ 368219 w 598324"/>
                <a:gd name="connsiteY98" fmla="*/ 85375 h 761503"/>
                <a:gd name="connsiteX99" fmla="*/ 422613 w 598324"/>
                <a:gd name="connsiteY99" fmla="*/ 79935 h 761503"/>
                <a:gd name="connsiteX100" fmla="*/ 444370 w 598324"/>
                <a:gd name="connsiteY100" fmla="*/ 79935 h 761503"/>
                <a:gd name="connsiteX101" fmla="*/ 463407 w 598324"/>
                <a:gd name="connsiteY101" fmla="*/ 71776 h 761503"/>
                <a:gd name="connsiteX102" fmla="*/ 477006 w 598324"/>
                <a:gd name="connsiteY102" fmla="*/ 79935 h 761503"/>
                <a:gd name="connsiteX103" fmla="*/ 515081 w 598324"/>
                <a:gd name="connsiteY103" fmla="*/ 79935 h 761503"/>
                <a:gd name="connsiteX104" fmla="*/ 515081 w 598324"/>
                <a:gd name="connsiteY104" fmla="*/ 79935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598324" h="761503">
                  <a:moveTo>
                    <a:pt x="515081" y="79935"/>
                  </a:moveTo>
                  <a:cubicBezTo>
                    <a:pt x="523240" y="79935"/>
                    <a:pt x="542277" y="79935"/>
                    <a:pt x="542277" y="96253"/>
                  </a:cubicBezTo>
                  <a:cubicBezTo>
                    <a:pt x="542277" y="104412"/>
                    <a:pt x="542277" y="107132"/>
                    <a:pt x="536838" y="112571"/>
                  </a:cubicBezTo>
                  <a:cubicBezTo>
                    <a:pt x="534119" y="118011"/>
                    <a:pt x="528679" y="120730"/>
                    <a:pt x="523240" y="120730"/>
                  </a:cubicBezTo>
                  <a:cubicBezTo>
                    <a:pt x="515081" y="123450"/>
                    <a:pt x="512361" y="123450"/>
                    <a:pt x="506922" y="123450"/>
                  </a:cubicBezTo>
                  <a:cubicBezTo>
                    <a:pt x="504202" y="123450"/>
                    <a:pt x="490604" y="123450"/>
                    <a:pt x="477006" y="123450"/>
                  </a:cubicBezTo>
                  <a:cubicBezTo>
                    <a:pt x="477006" y="131609"/>
                    <a:pt x="479725" y="137048"/>
                    <a:pt x="479725" y="145207"/>
                  </a:cubicBezTo>
                  <a:cubicBezTo>
                    <a:pt x="479725" y="156086"/>
                    <a:pt x="477006" y="166964"/>
                    <a:pt x="477006" y="180563"/>
                  </a:cubicBezTo>
                  <a:cubicBezTo>
                    <a:pt x="477006" y="196881"/>
                    <a:pt x="479725" y="215918"/>
                    <a:pt x="482445" y="232236"/>
                  </a:cubicBezTo>
                  <a:cubicBezTo>
                    <a:pt x="485165" y="248554"/>
                    <a:pt x="485165" y="267592"/>
                    <a:pt x="485165" y="283909"/>
                  </a:cubicBezTo>
                  <a:cubicBezTo>
                    <a:pt x="485165" y="297508"/>
                    <a:pt x="485165" y="313826"/>
                    <a:pt x="485165" y="327424"/>
                  </a:cubicBezTo>
                  <a:cubicBezTo>
                    <a:pt x="485165" y="343742"/>
                    <a:pt x="487884" y="357340"/>
                    <a:pt x="487884" y="373658"/>
                  </a:cubicBezTo>
                  <a:cubicBezTo>
                    <a:pt x="487884" y="389976"/>
                    <a:pt x="485165" y="403574"/>
                    <a:pt x="485165" y="419892"/>
                  </a:cubicBezTo>
                  <a:cubicBezTo>
                    <a:pt x="485165" y="436210"/>
                    <a:pt x="485165" y="449808"/>
                    <a:pt x="485165" y="463407"/>
                  </a:cubicBezTo>
                  <a:cubicBezTo>
                    <a:pt x="485165" y="479725"/>
                    <a:pt x="485165" y="498762"/>
                    <a:pt x="482445" y="515080"/>
                  </a:cubicBezTo>
                  <a:cubicBezTo>
                    <a:pt x="482445" y="528678"/>
                    <a:pt x="482445" y="542277"/>
                    <a:pt x="482445" y="558595"/>
                  </a:cubicBezTo>
                  <a:cubicBezTo>
                    <a:pt x="482445" y="572193"/>
                    <a:pt x="479725" y="588511"/>
                    <a:pt x="479725" y="602109"/>
                  </a:cubicBezTo>
                  <a:cubicBezTo>
                    <a:pt x="479725" y="615708"/>
                    <a:pt x="485165" y="632025"/>
                    <a:pt x="485165" y="648343"/>
                  </a:cubicBezTo>
                  <a:cubicBezTo>
                    <a:pt x="485165" y="659222"/>
                    <a:pt x="482445" y="670101"/>
                    <a:pt x="474286" y="675540"/>
                  </a:cubicBezTo>
                  <a:cubicBezTo>
                    <a:pt x="460688" y="686418"/>
                    <a:pt x="444370" y="691858"/>
                    <a:pt x="428052" y="691858"/>
                  </a:cubicBezTo>
                  <a:cubicBezTo>
                    <a:pt x="414453" y="691858"/>
                    <a:pt x="400855" y="689138"/>
                    <a:pt x="387257" y="683699"/>
                  </a:cubicBezTo>
                  <a:cubicBezTo>
                    <a:pt x="373659" y="678259"/>
                    <a:pt x="360060" y="672820"/>
                    <a:pt x="351901" y="664661"/>
                  </a:cubicBezTo>
                  <a:cubicBezTo>
                    <a:pt x="330144" y="645624"/>
                    <a:pt x="316546" y="621147"/>
                    <a:pt x="305667" y="596670"/>
                  </a:cubicBezTo>
                  <a:cubicBezTo>
                    <a:pt x="292069" y="569473"/>
                    <a:pt x="281190" y="539557"/>
                    <a:pt x="270312" y="509641"/>
                  </a:cubicBezTo>
                  <a:cubicBezTo>
                    <a:pt x="264872" y="493323"/>
                    <a:pt x="256713" y="477005"/>
                    <a:pt x="251274" y="460687"/>
                  </a:cubicBezTo>
                  <a:cubicBezTo>
                    <a:pt x="240395" y="433490"/>
                    <a:pt x="232236" y="409014"/>
                    <a:pt x="224077" y="381817"/>
                  </a:cubicBezTo>
                  <a:cubicBezTo>
                    <a:pt x="218638" y="365499"/>
                    <a:pt x="213199" y="346462"/>
                    <a:pt x="207759" y="330144"/>
                  </a:cubicBezTo>
                  <a:cubicBezTo>
                    <a:pt x="202320" y="316545"/>
                    <a:pt x="196881" y="300227"/>
                    <a:pt x="191442" y="286629"/>
                  </a:cubicBezTo>
                  <a:cubicBezTo>
                    <a:pt x="188722" y="281190"/>
                    <a:pt x="186002" y="278470"/>
                    <a:pt x="183283" y="278470"/>
                  </a:cubicBezTo>
                  <a:cubicBezTo>
                    <a:pt x="180563" y="278470"/>
                    <a:pt x="180563" y="286629"/>
                    <a:pt x="180563" y="292068"/>
                  </a:cubicBezTo>
                  <a:cubicBezTo>
                    <a:pt x="180563" y="297508"/>
                    <a:pt x="180563" y="302947"/>
                    <a:pt x="180563" y="305667"/>
                  </a:cubicBezTo>
                  <a:cubicBezTo>
                    <a:pt x="180563" y="321985"/>
                    <a:pt x="183283" y="338303"/>
                    <a:pt x="183283" y="354620"/>
                  </a:cubicBezTo>
                  <a:cubicBezTo>
                    <a:pt x="183283" y="387256"/>
                    <a:pt x="186002" y="417173"/>
                    <a:pt x="188722" y="449808"/>
                  </a:cubicBezTo>
                  <a:cubicBezTo>
                    <a:pt x="188722" y="460687"/>
                    <a:pt x="188722" y="468846"/>
                    <a:pt x="188722" y="479725"/>
                  </a:cubicBezTo>
                  <a:cubicBezTo>
                    <a:pt x="188722" y="501482"/>
                    <a:pt x="188722" y="523239"/>
                    <a:pt x="188722" y="542277"/>
                  </a:cubicBezTo>
                  <a:cubicBezTo>
                    <a:pt x="188722" y="566754"/>
                    <a:pt x="186002" y="591231"/>
                    <a:pt x="186002" y="615708"/>
                  </a:cubicBezTo>
                  <a:cubicBezTo>
                    <a:pt x="186002" y="623866"/>
                    <a:pt x="186002" y="632025"/>
                    <a:pt x="186002" y="637465"/>
                  </a:cubicBezTo>
                  <a:cubicBezTo>
                    <a:pt x="186002" y="645624"/>
                    <a:pt x="183283" y="656502"/>
                    <a:pt x="183283" y="664661"/>
                  </a:cubicBezTo>
                  <a:cubicBezTo>
                    <a:pt x="202320" y="664661"/>
                    <a:pt x="218638" y="664661"/>
                    <a:pt x="226797" y="664661"/>
                  </a:cubicBezTo>
                  <a:cubicBezTo>
                    <a:pt x="234956" y="664661"/>
                    <a:pt x="253994" y="664661"/>
                    <a:pt x="253994" y="680979"/>
                  </a:cubicBezTo>
                  <a:cubicBezTo>
                    <a:pt x="253994" y="689138"/>
                    <a:pt x="253994" y="691858"/>
                    <a:pt x="248554" y="697297"/>
                  </a:cubicBezTo>
                  <a:cubicBezTo>
                    <a:pt x="245835" y="702736"/>
                    <a:pt x="240395" y="705456"/>
                    <a:pt x="234956" y="705456"/>
                  </a:cubicBezTo>
                  <a:cubicBezTo>
                    <a:pt x="226797" y="708176"/>
                    <a:pt x="224077" y="708176"/>
                    <a:pt x="218638" y="708176"/>
                  </a:cubicBezTo>
                  <a:cubicBezTo>
                    <a:pt x="215918" y="708176"/>
                    <a:pt x="199600" y="708176"/>
                    <a:pt x="183283" y="708176"/>
                  </a:cubicBezTo>
                  <a:cubicBezTo>
                    <a:pt x="166965" y="708176"/>
                    <a:pt x="153366" y="708176"/>
                    <a:pt x="150647" y="708176"/>
                  </a:cubicBezTo>
                  <a:cubicBezTo>
                    <a:pt x="139768" y="708176"/>
                    <a:pt x="120730" y="708176"/>
                    <a:pt x="107132" y="708176"/>
                  </a:cubicBezTo>
                  <a:cubicBezTo>
                    <a:pt x="101693" y="708176"/>
                    <a:pt x="96254" y="708176"/>
                    <a:pt x="88094" y="708176"/>
                  </a:cubicBezTo>
                  <a:cubicBezTo>
                    <a:pt x="82655" y="708176"/>
                    <a:pt x="74496" y="708176"/>
                    <a:pt x="69057" y="702736"/>
                  </a:cubicBezTo>
                  <a:cubicBezTo>
                    <a:pt x="63617" y="700017"/>
                    <a:pt x="58178" y="691858"/>
                    <a:pt x="58178" y="686418"/>
                  </a:cubicBezTo>
                  <a:cubicBezTo>
                    <a:pt x="58178" y="683699"/>
                    <a:pt x="58178" y="680979"/>
                    <a:pt x="60898" y="678259"/>
                  </a:cubicBezTo>
                  <a:cubicBezTo>
                    <a:pt x="63617" y="675540"/>
                    <a:pt x="71777" y="672820"/>
                    <a:pt x="77216" y="670101"/>
                  </a:cubicBezTo>
                  <a:cubicBezTo>
                    <a:pt x="90814" y="667381"/>
                    <a:pt x="115291" y="664661"/>
                    <a:pt x="120730" y="664661"/>
                  </a:cubicBezTo>
                  <a:cubicBezTo>
                    <a:pt x="123450" y="664661"/>
                    <a:pt x="126170" y="664661"/>
                    <a:pt x="131609" y="664661"/>
                  </a:cubicBezTo>
                  <a:cubicBezTo>
                    <a:pt x="131609" y="623866"/>
                    <a:pt x="134329" y="583072"/>
                    <a:pt x="134329" y="539557"/>
                  </a:cubicBezTo>
                  <a:cubicBezTo>
                    <a:pt x="134329" y="528678"/>
                    <a:pt x="134329" y="515080"/>
                    <a:pt x="134329" y="504201"/>
                  </a:cubicBezTo>
                  <a:cubicBezTo>
                    <a:pt x="131609" y="460687"/>
                    <a:pt x="131609" y="417173"/>
                    <a:pt x="131609" y="376378"/>
                  </a:cubicBezTo>
                  <a:cubicBezTo>
                    <a:pt x="131609" y="351901"/>
                    <a:pt x="131609" y="327424"/>
                    <a:pt x="131609" y="302947"/>
                  </a:cubicBezTo>
                  <a:cubicBezTo>
                    <a:pt x="131609" y="275751"/>
                    <a:pt x="131609" y="248554"/>
                    <a:pt x="134329" y="221357"/>
                  </a:cubicBezTo>
                  <a:cubicBezTo>
                    <a:pt x="134329" y="188722"/>
                    <a:pt x="137048" y="156086"/>
                    <a:pt x="137048" y="123450"/>
                  </a:cubicBezTo>
                  <a:cubicBezTo>
                    <a:pt x="126170" y="123450"/>
                    <a:pt x="115291" y="123450"/>
                    <a:pt x="107132" y="123450"/>
                  </a:cubicBezTo>
                  <a:cubicBezTo>
                    <a:pt x="101693" y="123450"/>
                    <a:pt x="96254" y="123450"/>
                    <a:pt x="88094" y="123450"/>
                  </a:cubicBezTo>
                  <a:cubicBezTo>
                    <a:pt x="82655" y="123450"/>
                    <a:pt x="74496" y="120730"/>
                    <a:pt x="69057" y="118011"/>
                  </a:cubicBezTo>
                  <a:cubicBezTo>
                    <a:pt x="63617" y="115291"/>
                    <a:pt x="58178" y="107132"/>
                    <a:pt x="58178" y="101693"/>
                  </a:cubicBezTo>
                  <a:cubicBezTo>
                    <a:pt x="58178" y="98973"/>
                    <a:pt x="58178" y="96253"/>
                    <a:pt x="60898" y="93534"/>
                  </a:cubicBezTo>
                  <a:cubicBezTo>
                    <a:pt x="63617" y="90814"/>
                    <a:pt x="71777" y="88094"/>
                    <a:pt x="77216" y="85375"/>
                  </a:cubicBezTo>
                  <a:cubicBezTo>
                    <a:pt x="90814" y="82655"/>
                    <a:pt x="126170" y="79935"/>
                    <a:pt x="131609" y="79935"/>
                  </a:cubicBezTo>
                  <a:cubicBezTo>
                    <a:pt x="137048" y="79935"/>
                    <a:pt x="147927" y="79935"/>
                    <a:pt x="161525" y="79935"/>
                  </a:cubicBezTo>
                  <a:cubicBezTo>
                    <a:pt x="166965" y="74496"/>
                    <a:pt x="172404" y="71776"/>
                    <a:pt x="177843" y="66337"/>
                  </a:cubicBezTo>
                  <a:cubicBezTo>
                    <a:pt x="186002" y="60898"/>
                    <a:pt x="194161" y="58178"/>
                    <a:pt x="202320" y="58178"/>
                  </a:cubicBezTo>
                  <a:cubicBezTo>
                    <a:pt x="215918" y="58178"/>
                    <a:pt x="226797" y="63617"/>
                    <a:pt x="234956" y="77216"/>
                  </a:cubicBezTo>
                  <a:cubicBezTo>
                    <a:pt x="240395" y="88094"/>
                    <a:pt x="248554" y="96253"/>
                    <a:pt x="251274" y="107132"/>
                  </a:cubicBezTo>
                  <a:cubicBezTo>
                    <a:pt x="256713" y="120730"/>
                    <a:pt x="259433" y="134328"/>
                    <a:pt x="267592" y="147927"/>
                  </a:cubicBezTo>
                  <a:cubicBezTo>
                    <a:pt x="273031" y="158805"/>
                    <a:pt x="275751" y="172404"/>
                    <a:pt x="281190" y="183282"/>
                  </a:cubicBezTo>
                  <a:cubicBezTo>
                    <a:pt x="286630" y="196881"/>
                    <a:pt x="292069" y="210479"/>
                    <a:pt x="297508" y="224077"/>
                  </a:cubicBezTo>
                  <a:cubicBezTo>
                    <a:pt x="300228" y="237675"/>
                    <a:pt x="305667" y="251274"/>
                    <a:pt x="308387" y="264872"/>
                  </a:cubicBezTo>
                  <a:cubicBezTo>
                    <a:pt x="311106" y="278470"/>
                    <a:pt x="311106" y="289349"/>
                    <a:pt x="319265" y="300227"/>
                  </a:cubicBezTo>
                  <a:cubicBezTo>
                    <a:pt x="332864" y="324704"/>
                    <a:pt x="346462" y="351901"/>
                    <a:pt x="351901" y="379097"/>
                  </a:cubicBezTo>
                  <a:cubicBezTo>
                    <a:pt x="354621" y="392696"/>
                    <a:pt x="360060" y="403574"/>
                    <a:pt x="365500" y="417173"/>
                  </a:cubicBezTo>
                  <a:cubicBezTo>
                    <a:pt x="373659" y="430771"/>
                    <a:pt x="373659" y="444369"/>
                    <a:pt x="379098" y="457967"/>
                  </a:cubicBezTo>
                  <a:cubicBezTo>
                    <a:pt x="381818" y="471566"/>
                    <a:pt x="387257" y="482444"/>
                    <a:pt x="395416" y="496043"/>
                  </a:cubicBezTo>
                  <a:cubicBezTo>
                    <a:pt x="398136" y="501482"/>
                    <a:pt x="403575" y="506921"/>
                    <a:pt x="406294" y="512361"/>
                  </a:cubicBezTo>
                  <a:cubicBezTo>
                    <a:pt x="409014" y="517800"/>
                    <a:pt x="409014" y="525959"/>
                    <a:pt x="411734" y="531398"/>
                  </a:cubicBezTo>
                  <a:cubicBezTo>
                    <a:pt x="414453" y="539557"/>
                    <a:pt x="417173" y="550436"/>
                    <a:pt x="419893" y="558595"/>
                  </a:cubicBezTo>
                  <a:cubicBezTo>
                    <a:pt x="422613" y="561314"/>
                    <a:pt x="422613" y="564034"/>
                    <a:pt x="425332" y="564034"/>
                  </a:cubicBezTo>
                  <a:cubicBezTo>
                    <a:pt x="428052" y="564034"/>
                    <a:pt x="428052" y="561314"/>
                    <a:pt x="430771" y="558595"/>
                  </a:cubicBezTo>
                  <a:cubicBezTo>
                    <a:pt x="430771" y="555875"/>
                    <a:pt x="430771" y="553155"/>
                    <a:pt x="430771" y="550436"/>
                  </a:cubicBezTo>
                  <a:cubicBezTo>
                    <a:pt x="430771" y="534118"/>
                    <a:pt x="430771" y="517800"/>
                    <a:pt x="430771" y="501482"/>
                  </a:cubicBezTo>
                  <a:cubicBezTo>
                    <a:pt x="430771" y="468846"/>
                    <a:pt x="433491" y="436210"/>
                    <a:pt x="430771" y="403574"/>
                  </a:cubicBezTo>
                  <a:cubicBezTo>
                    <a:pt x="430771" y="373658"/>
                    <a:pt x="425332" y="343742"/>
                    <a:pt x="425332" y="313826"/>
                  </a:cubicBezTo>
                  <a:cubicBezTo>
                    <a:pt x="425332" y="292068"/>
                    <a:pt x="425332" y="270311"/>
                    <a:pt x="425332" y="248554"/>
                  </a:cubicBezTo>
                  <a:cubicBezTo>
                    <a:pt x="425332" y="234956"/>
                    <a:pt x="425332" y="224077"/>
                    <a:pt x="425332" y="210479"/>
                  </a:cubicBezTo>
                  <a:cubicBezTo>
                    <a:pt x="425332" y="191441"/>
                    <a:pt x="422613" y="172404"/>
                    <a:pt x="422613" y="153366"/>
                  </a:cubicBezTo>
                  <a:cubicBezTo>
                    <a:pt x="422613" y="142487"/>
                    <a:pt x="422613" y="134328"/>
                    <a:pt x="425332" y="123450"/>
                  </a:cubicBezTo>
                  <a:cubicBezTo>
                    <a:pt x="417173" y="123450"/>
                    <a:pt x="406294" y="123450"/>
                    <a:pt x="398136" y="123450"/>
                  </a:cubicBezTo>
                  <a:cubicBezTo>
                    <a:pt x="392696" y="123450"/>
                    <a:pt x="387257" y="123450"/>
                    <a:pt x="379098" y="123450"/>
                  </a:cubicBezTo>
                  <a:cubicBezTo>
                    <a:pt x="373659" y="123450"/>
                    <a:pt x="365500" y="120730"/>
                    <a:pt x="360060" y="118011"/>
                  </a:cubicBezTo>
                  <a:cubicBezTo>
                    <a:pt x="354621" y="115291"/>
                    <a:pt x="349182" y="107132"/>
                    <a:pt x="349182" y="101693"/>
                  </a:cubicBezTo>
                  <a:cubicBezTo>
                    <a:pt x="349182" y="98973"/>
                    <a:pt x="349182" y="96253"/>
                    <a:pt x="351901" y="93534"/>
                  </a:cubicBezTo>
                  <a:cubicBezTo>
                    <a:pt x="354621" y="90814"/>
                    <a:pt x="362780" y="88094"/>
                    <a:pt x="368219" y="85375"/>
                  </a:cubicBezTo>
                  <a:cubicBezTo>
                    <a:pt x="381818" y="82655"/>
                    <a:pt x="417173" y="79935"/>
                    <a:pt x="422613" y="79935"/>
                  </a:cubicBezTo>
                  <a:cubicBezTo>
                    <a:pt x="428052" y="79935"/>
                    <a:pt x="433491" y="79935"/>
                    <a:pt x="444370" y="79935"/>
                  </a:cubicBezTo>
                  <a:cubicBezTo>
                    <a:pt x="449809" y="74496"/>
                    <a:pt x="455248" y="71776"/>
                    <a:pt x="463407" y="71776"/>
                  </a:cubicBezTo>
                  <a:cubicBezTo>
                    <a:pt x="471566" y="71776"/>
                    <a:pt x="477006" y="74496"/>
                    <a:pt x="477006" y="79935"/>
                  </a:cubicBezTo>
                  <a:cubicBezTo>
                    <a:pt x="493324" y="79935"/>
                    <a:pt x="506922" y="79935"/>
                    <a:pt x="515081" y="79935"/>
                  </a:cubicBezTo>
                  <a:lnTo>
                    <a:pt x="515081" y="79935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26D7F20F-A650-4743-9FC0-A2573AB641DE}"/>
                </a:ext>
              </a:extLst>
            </p:cNvPr>
            <p:cNvSpPr/>
            <p:nvPr/>
          </p:nvSpPr>
          <p:spPr bwMode="black">
            <a:xfrm>
              <a:off x="5139126" y="4192158"/>
              <a:ext cx="516735" cy="788700"/>
            </a:xfrm>
            <a:custGeom>
              <a:avLst/>
              <a:gdLst>
                <a:gd name="connsiteX0" fmla="*/ 464616 w 516735"/>
                <a:gd name="connsiteY0" fmla="*/ 436210 h 788699"/>
                <a:gd name="connsiteX1" fmla="*/ 445578 w 516735"/>
                <a:gd name="connsiteY1" fmla="*/ 455248 h 788699"/>
                <a:gd name="connsiteX2" fmla="*/ 404784 w 516735"/>
                <a:gd name="connsiteY2" fmla="*/ 466126 h 788699"/>
                <a:gd name="connsiteX3" fmla="*/ 385746 w 516735"/>
                <a:gd name="connsiteY3" fmla="*/ 479725 h 788699"/>
                <a:gd name="connsiteX4" fmla="*/ 388466 w 516735"/>
                <a:gd name="connsiteY4" fmla="*/ 512361 h 788699"/>
                <a:gd name="connsiteX5" fmla="*/ 388466 w 516735"/>
                <a:gd name="connsiteY5" fmla="*/ 544997 h 788699"/>
                <a:gd name="connsiteX6" fmla="*/ 388466 w 516735"/>
                <a:gd name="connsiteY6" fmla="*/ 566754 h 788699"/>
                <a:gd name="connsiteX7" fmla="*/ 391185 w 516735"/>
                <a:gd name="connsiteY7" fmla="*/ 632026 h 788699"/>
                <a:gd name="connsiteX8" fmla="*/ 393905 w 516735"/>
                <a:gd name="connsiteY8" fmla="*/ 683699 h 788699"/>
                <a:gd name="connsiteX9" fmla="*/ 377587 w 516735"/>
                <a:gd name="connsiteY9" fmla="*/ 724494 h 788699"/>
                <a:gd name="connsiteX10" fmla="*/ 361269 w 516735"/>
                <a:gd name="connsiteY10" fmla="*/ 719054 h 788699"/>
                <a:gd name="connsiteX11" fmla="*/ 353110 w 516735"/>
                <a:gd name="connsiteY11" fmla="*/ 702737 h 788699"/>
                <a:gd name="connsiteX12" fmla="*/ 350390 w 516735"/>
                <a:gd name="connsiteY12" fmla="*/ 686419 h 788699"/>
                <a:gd name="connsiteX13" fmla="*/ 353110 w 516735"/>
                <a:gd name="connsiteY13" fmla="*/ 659222 h 788699"/>
                <a:gd name="connsiteX14" fmla="*/ 353110 w 516735"/>
                <a:gd name="connsiteY14" fmla="*/ 656502 h 788699"/>
                <a:gd name="connsiteX15" fmla="*/ 317755 w 516735"/>
                <a:gd name="connsiteY15" fmla="*/ 708176 h 788699"/>
                <a:gd name="connsiteX16" fmla="*/ 241604 w 516735"/>
                <a:gd name="connsiteY16" fmla="*/ 735372 h 788699"/>
                <a:gd name="connsiteX17" fmla="*/ 187211 w 516735"/>
                <a:gd name="connsiteY17" fmla="*/ 727214 h 788699"/>
                <a:gd name="connsiteX18" fmla="*/ 135538 w 516735"/>
                <a:gd name="connsiteY18" fmla="*/ 694578 h 788699"/>
                <a:gd name="connsiteX19" fmla="*/ 86584 w 516735"/>
                <a:gd name="connsiteY19" fmla="*/ 621147 h 788699"/>
                <a:gd name="connsiteX20" fmla="*/ 67546 w 516735"/>
                <a:gd name="connsiteY20" fmla="*/ 555875 h 788699"/>
                <a:gd name="connsiteX21" fmla="*/ 59387 w 516735"/>
                <a:gd name="connsiteY21" fmla="*/ 509641 h 788699"/>
                <a:gd name="connsiteX22" fmla="*/ 59387 w 516735"/>
                <a:gd name="connsiteY22" fmla="*/ 468846 h 788699"/>
                <a:gd name="connsiteX23" fmla="*/ 86584 w 516735"/>
                <a:gd name="connsiteY23" fmla="*/ 302947 h 788699"/>
                <a:gd name="connsiteX24" fmla="*/ 108341 w 516735"/>
                <a:gd name="connsiteY24" fmla="*/ 224077 h 788699"/>
                <a:gd name="connsiteX25" fmla="*/ 146416 w 516735"/>
                <a:gd name="connsiteY25" fmla="*/ 145207 h 788699"/>
                <a:gd name="connsiteX26" fmla="*/ 198090 w 516735"/>
                <a:gd name="connsiteY26" fmla="*/ 85375 h 788699"/>
                <a:gd name="connsiteX27" fmla="*/ 228006 w 516735"/>
                <a:gd name="connsiteY27" fmla="*/ 69057 h 788699"/>
                <a:gd name="connsiteX28" fmla="*/ 268801 w 516735"/>
                <a:gd name="connsiteY28" fmla="*/ 58178 h 788699"/>
                <a:gd name="connsiteX29" fmla="*/ 274240 w 516735"/>
                <a:gd name="connsiteY29" fmla="*/ 58178 h 788699"/>
                <a:gd name="connsiteX30" fmla="*/ 295997 w 516735"/>
                <a:gd name="connsiteY30" fmla="*/ 60898 h 788699"/>
                <a:gd name="connsiteX31" fmla="*/ 331353 w 516735"/>
                <a:gd name="connsiteY31" fmla="*/ 71776 h 788699"/>
                <a:gd name="connsiteX32" fmla="*/ 350390 w 516735"/>
                <a:gd name="connsiteY32" fmla="*/ 93534 h 788699"/>
                <a:gd name="connsiteX33" fmla="*/ 353110 w 516735"/>
                <a:gd name="connsiteY33" fmla="*/ 74496 h 788699"/>
                <a:gd name="connsiteX34" fmla="*/ 358549 w 516735"/>
                <a:gd name="connsiteY34" fmla="*/ 63618 h 788699"/>
                <a:gd name="connsiteX35" fmla="*/ 366708 w 516735"/>
                <a:gd name="connsiteY35" fmla="*/ 58178 h 788699"/>
                <a:gd name="connsiteX36" fmla="*/ 374867 w 516735"/>
                <a:gd name="connsiteY36" fmla="*/ 63618 h 788699"/>
                <a:gd name="connsiteX37" fmla="*/ 383026 w 516735"/>
                <a:gd name="connsiteY37" fmla="*/ 82655 h 788699"/>
                <a:gd name="connsiteX38" fmla="*/ 385746 w 516735"/>
                <a:gd name="connsiteY38" fmla="*/ 126170 h 788699"/>
                <a:gd name="connsiteX39" fmla="*/ 388466 w 516735"/>
                <a:gd name="connsiteY39" fmla="*/ 186002 h 788699"/>
                <a:gd name="connsiteX40" fmla="*/ 391185 w 516735"/>
                <a:gd name="connsiteY40" fmla="*/ 237676 h 788699"/>
                <a:gd name="connsiteX41" fmla="*/ 374867 w 516735"/>
                <a:gd name="connsiteY41" fmla="*/ 278470 h 788699"/>
                <a:gd name="connsiteX42" fmla="*/ 358549 w 516735"/>
                <a:gd name="connsiteY42" fmla="*/ 273031 h 788699"/>
                <a:gd name="connsiteX43" fmla="*/ 350390 w 516735"/>
                <a:gd name="connsiteY43" fmla="*/ 256713 h 788699"/>
                <a:gd name="connsiteX44" fmla="*/ 347671 w 516735"/>
                <a:gd name="connsiteY44" fmla="*/ 240395 h 788699"/>
                <a:gd name="connsiteX45" fmla="*/ 347671 w 516735"/>
                <a:gd name="connsiteY45" fmla="*/ 213199 h 788699"/>
                <a:gd name="connsiteX46" fmla="*/ 344951 w 516735"/>
                <a:gd name="connsiteY46" fmla="*/ 194161 h 788699"/>
                <a:gd name="connsiteX47" fmla="*/ 339512 w 516735"/>
                <a:gd name="connsiteY47" fmla="*/ 150647 h 788699"/>
                <a:gd name="connsiteX48" fmla="*/ 323194 w 516735"/>
                <a:gd name="connsiteY48" fmla="*/ 112571 h 788699"/>
                <a:gd name="connsiteX49" fmla="*/ 293278 w 516735"/>
                <a:gd name="connsiteY49" fmla="*/ 101693 h 788699"/>
                <a:gd name="connsiteX50" fmla="*/ 263361 w 516735"/>
                <a:gd name="connsiteY50" fmla="*/ 120730 h 788699"/>
                <a:gd name="connsiteX51" fmla="*/ 241604 w 516735"/>
                <a:gd name="connsiteY51" fmla="*/ 153366 h 788699"/>
                <a:gd name="connsiteX52" fmla="*/ 233445 w 516735"/>
                <a:gd name="connsiteY52" fmla="*/ 194161 h 788699"/>
                <a:gd name="connsiteX53" fmla="*/ 225286 w 516735"/>
                <a:gd name="connsiteY53" fmla="*/ 232236 h 788699"/>
                <a:gd name="connsiteX54" fmla="*/ 217127 w 516735"/>
                <a:gd name="connsiteY54" fmla="*/ 275751 h 788699"/>
                <a:gd name="connsiteX55" fmla="*/ 211688 w 516735"/>
                <a:gd name="connsiteY55" fmla="*/ 316545 h 788699"/>
                <a:gd name="connsiteX56" fmla="*/ 206249 w 516735"/>
                <a:gd name="connsiteY56" fmla="*/ 354621 h 788699"/>
                <a:gd name="connsiteX57" fmla="*/ 200809 w 516735"/>
                <a:gd name="connsiteY57" fmla="*/ 398135 h 788699"/>
                <a:gd name="connsiteX58" fmla="*/ 195370 w 516735"/>
                <a:gd name="connsiteY58" fmla="*/ 438930 h 788699"/>
                <a:gd name="connsiteX59" fmla="*/ 192650 w 516735"/>
                <a:gd name="connsiteY59" fmla="*/ 474286 h 788699"/>
                <a:gd name="connsiteX60" fmla="*/ 195370 w 516735"/>
                <a:gd name="connsiteY60" fmla="*/ 525959 h 788699"/>
                <a:gd name="connsiteX61" fmla="*/ 208968 w 516735"/>
                <a:gd name="connsiteY61" fmla="*/ 596670 h 788699"/>
                <a:gd name="connsiteX62" fmla="*/ 214407 w 516735"/>
                <a:gd name="connsiteY62" fmla="*/ 623867 h 788699"/>
                <a:gd name="connsiteX63" fmla="*/ 228006 w 516735"/>
                <a:gd name="connsiteY63" fmla="*/ 656502 h 788699"/>
                <a:gd name="connsiteX64" fmla="*/ 271520 w 516735"/>
                <a:gd name="connsiteY64" fmla="*/ 689138 h 788699"/>
                <a:gd name="connsiteX65" fmla="*/ 306876 w 516735"/>
                <a:gd name="connsiteY65" fmla="*/ 664661 h 788699"/>
                <a:gd name="connsiteX66" fmla="*/ 331353 w 516735"/>
                <a:gd name="connsiteY66" fmla="*/ 602109 h 788699"/>
                <a:gd name="connsiteX67" fmla="*/ 336792 w 516735"/>
                <a:gd name="connsiteY67" fmla="*/ 544997 h 788699"/>
                <a:gd name="connsiteX68" fmla="*/ 336792 w 516735"/>
                <a:gd name="connsiteY68" fmla="*/ 498762 h 788699"/>
                <a:gd name="connsiteX69" fmla="*/ 336792 w 516735"/>
                <a:gd name="connsiteY69" fmla="*/ 490603 h 788699"/>
                <a:gd name="connsiteX70" fmla="*/ 320474 w 516735"/>
                <a:gd name="connsiteY70" fmla="*/ 477005 h 788699"/>
                <a:gd name="connsiteX71" fmla="*/ 282399 w 516735"/>
                <a:gd name="connsiteY71" fmla="*/ 479725 h 788699"/>
                <a:gd name="connsiteX72" fmla="*/ 252483 w 516735"/>
                <a:gd name="connsiteY72" fmla="*/ 474286 h 788699"/>
                <a:gd name="connsiteX73" fmla="*/ 247043 w 516735"/>
                <a:gd name="connsiteY73" fmla="*/ 466126 h 788699"/>
                <a:gd name="connsiteX74" fmla="*/ 249763 w 516735"/>
                <a:gd name="connsiteY74" fmla="*/ 457968 h 788699"/>
                <a:gd name="connsiteX75" fmla="*/ 268801 w 516735"/>
                <a:gd name="connsiteY75" fmla="*/ 447089 h 788699"/>
                <a:gd name="connsiteX76" fmla="*/ 312315 w 516735"/>
                <a:gd name="connsiteY76" fmla="*/ 436210 h 788699"/>
                <a:gd name="connsiteX77" fmla="*/ 353110 w 516735"/>
                <a:gd name="connsiteY77" fmla="*/ 430771 h 788699"/>
                <a:gd name="connsiteX78" fmla="*/ 385746 w 516735"/>
                <a:gd name="connsiteY78" fmla="*/ 430771 h 788699"/>
                <a:gd name="connsiteX79" fmla="*/ 437420 w 516735"/>
                <a:gd name="connsiteY79" fmla="*/ 428051 h 788699"/>
                <a:gd name="connsiteX80" fmla="*/ 464616 w 516735"/>
                <a:gd name="connsiteY80" fmla="*/ 436210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516735" h="788699">
                  <a:moveTo>
                    <a:pt x="464616" y="436210"/>
                  </a:moveTo>
                  <a:cubicBezTo>
                    <a:pt x="464616" y="447089"/>
                    <a:pt x="453737" y="452528"/>
                    <a:pt x="445578" y="455248"/>
                  </a:cubicBezTo>
                  <a:cubicBezTo>
                    <a:pt x="434700" y="460687"/>
                    <a:pt x="415662" y="463407"/>
                    <a:pt x="404784" y="466126"/>
                  </a:cubicBezTo>
                  <a:cubicBezTo>
                    <a:pt x="393905" y="466126"/>
                    <a:pt x="385746" y="468846"/>
                    <a:pt x="385746" y="479725"/>
                  </a:cubicBezTo>
                  <a:cubicBezTo>
                    <a:pt x="385746" y="487884"/>
                    <a:pt x="388466" y="506921"/>
                    <a:pt x="388466" y="512361"/>
                  </a:cubicBezTo>
                  <a:cubicBezTo>
                    <a:pt x="388466" y="515080"/>
                    <a:pt x="388466" y="539557"/>
                    <a:pt x="388466" y="544997"/>
                  </a:cubicBezTo>
                  <a:cubicBezTo>
                    <a:pt x="388466" y="550436"/>
                    <a:pt x="388466" y="558595"/>
                    <a:pt x="388466" y="566754"/>
                  </a:cubicBezTo>
                  <a:cubicBezTo>
                    <a:pt x="388466" y="591231"/>
                    <a:pt x="388466" y="621147"/>
                    <a:pt x="391185" y="632026"/>
                  </a:cubicBezTo>
                  <a:cubicBezTo>
                    <a:pt x="393905" y="653783"/>
                    <a:pt x="393905" y="661942"/>
                    <a:pt x="393905" y="683699"/>
                  </a:cubicBezTo>
                  <a:cubicBezTo>
                    <a:pt x="393905" y="694578"/>
                    <a:pt x="393905" y="724494"/>
                    <a:pt x="377587" y="724494"/>
                  </a:cubicBezTo>
                  <a:cubicBezTo>
                    <a:pt x="369428" y="724494"/>
                    <a:pt x="366708" y="721774"/>
                    <a:pt x="361269" y="719054"/>
                  </a:cubicBezTo>
                  <a:cubicBezTo>
                    <a:pt x="355830" y="716335"/>
                    <a:pt x="353110" y="708176"/>
                    <a:pt x="353110" y="702737"/>
                  </a:cubicBezTo>
                  <a:cubicBezTo>
                    <a:pt x="350390" y="694578"/>
                    <a:pt x="350390" y="689138"/>
                    <a:pt x="350390" y="686419"/>
                  </a:cubicBezTo>
                  <a:cubicBezTo>
                    <a:pt x="350390" y="678260"/>
                    <a:pt x="353110" y="672820"/>
                    <a:pt x="353110" y="659222"/>
                  </a:cubicBezTo>
                  <a:lnTo>
                    <a:pt x="353110" y="656502"/>
                  </a:lnTo>
                  <a:cubicBezTo>
                    <a:pt x="347671" y="675540"/>
                    <a:pt x="334072" y="694578"/>
                    <a:pt x="317755" y="708176"/>
                  </a:cubicBezTo>
                  <a:cubicBezTo>
                    <a:pt x="293278" y="727214"/>
                    <a:pt x="274240" y="735372"/>
                    <a:pt x="241604" y="735372"/>
                  </a:cubicBezTo>
                  <a:cubicBezTo>
                    <a:pt x="222566" y="735372"/>
                    <a:pt x="203529" y="732653"/>
                    <a:pt x="187211" y="727214"/>
                  </a:cubicBezTo>
                  <a:cubicBezTo>
                    <a:pt x="165454" y="719054"/>
                    <a:pt x="149136" y="708176"/>
                    <a:pt x="135538" y="694578"/>
                  </a:cubicBezTo>
                  <a:cubicBezTo>
                    <a:pt x="113780" y="672820"/>
                    <a:pt x="100182" y="648343"/>
                    <a:pt x="86584" y="621147"/>
                  </a:cubicBezTo>
                  <a:cubicBezTo>
                    <a:pt x="75705" y="599390"/>
                    <a:pt x="70266" y="580352"/>
                    <a:pt x="67546" y="555875"/>
                  </a:cubicBezTo>
                  <a:cubicBezTo>
                    <a:pt x="64826" y="539557"/>
                    <a:pt x="62107" y="525959"/>
                    <a:pt x="59387" y="509641"/>
                  </a:cubicBezTo>
                  <a:cubicBezTo>
                    <a:pt x="56667" y="493323"/>
                    <a:pt x="59387" y="485164"/>
                    <a:pt x="59387" y="468846"/>
                  </a:cubicBezTo>
                  <a:cubicBezTo>
                    <a:pt x="59387" y="414453"/>
                    <a:pt x="72985" y="362780"/>
                    <a:pt x="86584" y="302947"/>
                  </a:cubicBezTo>
                  <a:cubicBezTo>
                    <a:pt x="92023" y="275751"/>
                    <a:pt x="100182" y="248554"/>
                    <a:pt x="108341" y="224077"/>
                  </a:cubicBezTo>
                  <a:cubicBezTo>
                    <a:pt x="116500" y="196881"/>
                    <a:pt x="130098" y="169684"/>
                    <a:pt x="146416" y="145207"/>
                  </a:cubicBezTo>
                  <a:cubicBezTo>
                    <a:pt x="160014" y="123450"/>
                    <a:pt x="176332" y="101693"/>
                    <a:pt x="198090" y="85375"/>
                  </a:cubicBezTo>
                  <a:cubicBezTo>
                    <a:pt x="206249" y="77216"/>
                    <a:pt x="217127" y="71776"/>
                    <a:pt x="228006" y="69057"/>
                  </a:cubicBezTo>
                  <a:cubicBezTo>
                    <a:pt x="241604" y="63618"/>
                    <a:pt x="255202" y="58178"/>
                    <a:pt x="268801" y="58178"/>
                  </a:cubicBezTo>
                  <a:cubicBezTo>
                    <a:pt x="271520" y="58178"/>
                    <a:pt x="274240" y="58178"/>
                    <a:pt x="274240" y="58178"/>
                  </a:cubicBezTo>
                  <a:cubicBezTo>
                    <a:pt x="279679" y="58178"/>
                    <a:pt x="285119" y="58178"/>
                    <a:pt x="295997" y="60898"/>
                  </a:cubicBezTo>
                  <a:cubicBezTo>
                    <a:pt x="309595" y="63618"/>
                    <a:pt x="320474" y="66337"/>
                    <a:pt x="331353" y="71776"/>
                  </a:cubicBezTo>
                  <a:cubicBezTo>
                    <a:pt x="339512" y="77216"/>
                    <a:pt x="347671" y="85375"/>
                    <a:pt x="350390" y="93534"/>
                  </a:cubicBezTo>
                  <a:cubicBezTo>
                    <a:pt x="350390" y="88095"/>
                    <a:pt x="353110" y="79936"/>
                    <a:pt x="353110" y="74496"/>
                  </a:cubicBezTo>
                  <a:cubicBezTo>
                    <a:pt x="355830" y="71776"/>
                    <a:pt x="355830" y="69057"/>
                    <a:pt x="358549" y="63618"/>
                  </a:cubicBezTo>
                  <a:cubicBezTo>
                    <a:pt x="361269" y="60898"/>
                    <a:pt x="363989" y="58178"/>
                    <a:pt x="366708" y="58178"/>
                  </a:cubicBezTo>
                  <a:cubicBezTo>
                    <a:pt x="369428" y="58178"/>
                    <a:pt x="372148" y="60898"/>
                    <a:pt x="374867" y="63618"/>
                  </a:cubicBezTo>
                  <a:cubicBezTo>
                    <a:pt x="377587" y="69057"/>
                    <a:pt x="380307" y="77216"/>
                    <a:pt x="383026" y="82655"/>
                  </a:cubicBezTo>
                  <a:cubicBezTo>
                    <a:pt x="383026" y="90814"/>
                    <a:pt x="385746" y="107132"/>
                    <a:pt x="385746" y="126170"/>
                  </a:cubicBezTo>
                  <a:cubicBezTo>
                    <a:pt x="385746" y="150647"/>
                    <a:pt x="385746" y="177843"/>
                    <a:pt x="388466" y="186002"/>
                  </a:cubicBezTo>
                  <a:cubicBezTo>
                    <a:pt x="391185" y="207759"/>
                    <a:pt x="391185" y="215918"/>
                    <a:pt x="391185" y="237676"/>
                  </a:cubicBezTo>
                  <a:cubicBezTo>
                    <a:pt x="391185" y="248554"/>
                    <a:pt x="391185" y="278470"/>
                    <a:pt x="374867" y="278470"/>
                  </a:cubicBezTo>
                  <a:cubicBezTo>
                    <a:pt x="366708" y="278470"/>
                    <a:pt x="363989" y="275751"/>
                    <a:pt x="358549" y="273031"/>
                  </a:cubicBezTo>
                  <a:cubicBezTo>
                    <a:pt x="353110" y="270311"/>
                    <a:pt x="350390" y="262152"/>
                    <a:pt x="350390" y="256713"/>
                  </a:cubicBezTo>
                  <a:cubicBezTo>
                    <a:pt x="350390" y="251274"/>
                    <a:pt x="347671" y="245834"/>
                    <a:pt x="347671" y="240395"/>
                  </a:cubicBezTo>
                  <a:cubicBezTo>
                    <a:pt x="347671" y="232236"/>
                    <a:pt x="347671" y="224077"/>
                    <a:pt x="347671" y="213199"/>
                  </a:cubicBezTo>
                  <a:cubicBezTo>
                    <a:pt x="347671" y="207759"/>
                    <a:pt x="347671" y="199600"/>
                    <a:pt x="344951" y="194161"/>
                  </a:cubicBezTo>
                  <a:cubicBezTo>
                    <a:pt x="342232" y="180563"/>
                    <a:pt x="342232" y="164245"/>
                    <a:pt x="339512" y="150647"/>
                  </a:cubicBezTo>
                  <a:cubicBezTo>
                    <a:pt x="336792" y="137048"/>
                    <a:pt x="331353" y="123450"/>
                    <a:pt x="323194" y="112571"/>
                  </a:cubicBezTo>
                  <a:cubicBezTo>
                    <a:pt x="317755" y="104412"/>
                    <a:pt x="304156" y="101693"/>
                    <a:pt x="293278" y="101693"/>
                  </a:cubicBezTo>
                  <a:cubicBezTo>
                    <a:pt x="279679" y="101693"/>
                    <a:pt x="271520" y="109852"/>
                    <a:pt x="263361" y="120730"/>
                  </a:cubicBezTo>
                  <a:cubicBezTo>
                    <a:pt x="257922" y="131609"/>
                    <a:pt x="247043" y="139768"/>
                    <a:pt x="241604" y="153366"/>
                  </a:cubicBezTo>
                  <a:cubicBezTo>
                    <a:pt x="236165" y="166964"/>
                    <a:pt x="233445" y="180563"/>
                    <a:pt x="233445" y="194161"/>
                  </a:cubicBezTo>
                  <a:cubicBezTo>
                    <a:pt x="233445" y="207759"/>
                    <a:pt x="230726" y="218638"/>
                    <a:pt x="225286" y="232236"/>
                  </a:cubicBezTo>
                  <a:cubicBezTo>
                    <a:pt x="219847" y="245834"/>
                    <a:pt x="219847" y="262152"/>
                    <a:pt x="217127" y="275751"/>
                  </a:cubicBezTo>
                  <a:cubicBezTo>
                    <a:pt x="214407" y="289349"/>
                    <a:pt x="214407" y="302947"/>
                    <a:pt x="211688" y="316545"/>
                  </a:cubicBezTo>
                  <a:cubicBezTo>
                    <a:pt x="211688" y="330144"/>
                    <a:pt x="206249" y="341022"/>
                    <a:pt x="206249" y="354621"/>
                  </a:cubicBezTo>
                  <a:cubicBezTo>
                    <a:pt x="203529" y="368219"/>
                    <a:pt x="203529" y="381817"/>
                    <a:pt x="200809" y="398135"/>
                  </a:cubicBezTo>
                  <a:cubicBezTo>
                    <a:pt x="198090" y="411733"/>
                    <a:pt x="198090" y="425332"/>
                    <a:pt x="195370" y="438930"/>
                  </a:cubicBezTo>
                  <a:cubicBezTo>
                    <a:pt x="195370" y="449809"/>
                    <a:pt x="192650" y="463407"/>
                    <a:pt x="192650" y="474286"/>
                  </a:cubicBezTo>
                  <a:cubicBezTo>
                    <a:pt x="192650" y="490603"/>
                    <a:pt x="195370" y="509641"/>
                    <a:pt x="195370" y="525959"/>
                  </a:cubicBezTo>
                  <a:cubicBezTo>
                    <a:pt x="195370" y="550436"/>
                    <a:pt x="203529" y="572193"/>
                    <a:pt x="208968" y="596670"/>
                  </a:cubicBezTo>
                  <a:cubicBezTo>
                    <a:pt x="211688" y="604829"/>
                    <a:pt x="211688" y="615708"/>
                    <a:pt x="214407" y="623867"/>
                  </a:cubicBezTo>
                  <a:cubicBezTo>
                    <a:pt x="217127" y="634745"/>
                    <a:pt x="222566" y="645624"/>
                    <a:pt x="228006" y="656502"/>
                  </a:cubicBezTo>
                  <a:cubicBezTo>
                    <a:pt x="236165" y="670101"/>
                    <a:pt x="252483" y="689138"/>
                    <a:pt x="271520" y="689138"/>
                  </a:cubicBezTo>
                  <a:cubicBezTo>
                    <a:pt x="287838" y="689138"/>
                    <a:pt x="298717" y="675540"/>
                    <a:pt x="306876" y="664661"/>
                  </a:cubicBezTo>
                  <a:cubicBezTo>
                    <a:pt x="320474" y="645624"/>
                    <a:pt x="325914" y="623867"/>
                    <a:pt x="331353" y="602109"/>
                  </a:cubicBezTo>
                  <a:cubicBezTo>
                    <a:pt x="334072" y="583072"/>
                    <a:pt x="336792" y="564034"/>
                    <a:pt x="336792" y="544997"/>
                  </a:cubicBezTo>
                  <a:cubicBezTo>
                    <a:pt x="336792" y="531398"/>
                    <a:pt x="336792" y="512361"/>
                    <a:pt x="336792" y="498762"/>
                  </a:cubicBezTo>
                  <a:cubicBezTo>
                    <a:pt x="336792" y="496043"/>
                    <a:pt x="336792" y="493323"/>
                    <a:pt x="336792" y="490603"/>
                  </a:cubicBezTo>
                  <a:cubicBezTo>
                    <a:pt x="336792" y="479725"/>
                    <a:pt x="336792" y="477005"/>
                    <a:pt x="320474" y="477005"/>
                  </a:cubicBezTo>
                  <a:cubicBezTo>
                    <a:pt x="309595" y="477005"/>
                    <a:pt x="295997" y="479725"/>
                    <a:pt x="282399" y="479725"/>
                  </a:cubicBezTo>
                  <a:cubicBezTo>
                    <a:pt x="271520" y="479725"/>
                    <a:pt x="260642" y="479725"/>
                    <a:pt x="252483" y="474286"/>
                  </a:cubicBezTo>
                  <a:cubicBezTo>
                    <a:pt x="249763" y="471566"/>
                    <a:pt x="247043" y="468846"/>
                    <a:pt x="247043" y="466126"/>
                  </a:cubicBezTo>
                  <a:cubicBezTo>
                    <a:pt x="247043" y="463407"/>
                    <a:pt x="247043" y="460687"/>
                    <a:pt x="249763" y="457968"/>
                  </a:cubicBezTo>
                  <a:cubicBezTo>
                    <a:pt x="255202" y="452528"/>
                    <a:pt x="260642" y="449809"/>
                    <a:pt x="268801" y="447089"/>
                  </a:cubicBezTo>
                  <a:cubicBezTo>
                    <a:pt x="282399" y="441650"/>
                    <a:pt x="295997" y="438930"/>
                    <a:pt x="312315" y="436210"/>
                  </a:cubicBezTo>
                  <a:cubicBezTo>
                    <a:pt x="325914" y="433491"/>
                    <a:pt x="339512" y="433491"/>
                    <a:pt x="353110" y="430771"/>
                  </a:cubicBezTo>
                  <a:cubicBezTo>
                    <a:pt x="363989" y="430771"/>
                    <a:pt x="374867" y="430771"/>
                    <a:pt x="385746" y="430771"/>
                  </a:cubicBezTo>
                  <a:cubicBezTo>
                    <a:pt x="402064" y="430771"/>
                    <a:pt x="426541" y="428051"/>
                    <a:pt x="437420" y="428051"/>
                  </a:cubicBezTo>
                  <a:cubicBezTo>
                    <a:pt x="451018" y="419892"/>
                    <a:pt x="464616" y="425332"/>
                    <a:pt x="464616" y="436210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DCBE3A4A-2817-40F0-9829-E5E0844F1DDF}"/>
                </a:ext>
              </a:extLst>
            </p:cNvPr>
            <p:cNvSpPr/>
            <p:nvPr/>
          </p:nvSpPr>
          <p:spPr bwMode="black">
            <a:xfrm>
              <a:off x="5651630" y="4181279"/>
              <a:ext cx="734308" cy="788700"/>
            </a:xfrm>
            <a:custGeom>
              <a:avLst/>
              <a:gdLst>
                <a:gd name="connsiteX0" fmla="*/ 653783 w 734307"/>
                <a:gd name="connsiteY0" fmla="*/ 678259 h 788699"/>
                <a:gd name="connsiteX1" fmla="*/ 691859 w 734307"/>
                <a:gd name="connsiteY1" fmla="*/ 694577 h 788699"/>
                <a:gd name="connsiteX2" fmla="*/ 686419 w 734307"/>
                <a:gd name="connsiteY2" fmla="*/ 710895 h 788699"/>
                <a:gd name="connsiteX3" fmla="*/ 670101 w 734307"/>
                <a:gd name="connsiteY3" fmla="*/ 719054 h 788699"/>
                <a:gd name="connsiteX4" fmla="*/ 648344 w 734307"/>
                <a:gd name="connsiteY4" fmla="*/ 721774 h 788699"/>
                <a:gd name="connsiteX5" fmla="*/ 618428 w 734307"/>
                <a:gd name="connsiteY5" fmla="*/ 721774 h 788699"/>
                <a:gd name="connsiteX6" fmla="*/ 572194 w 734307"/>
                <a:gd name="connsiteY6" fmla="*/ 735372 h 788699"/>
                <a:gd name="connsiteX7" fmla="*/ 544997 w 734307"/>
                <a:gd name="connsiteY7" fmla="*/ 729933 h 788699"/>
                <a:gd name="connsiteX8" fmla="*/ 534119 w 734307"/>
                <a:gd name="connsiteY8" fmla="*/ 721774 h 788699"/>
                <a:gd name="connsiteX9" fmla="*/ 496043 w 734307"/>
                <a:gd name="connsiteY9" fmla="*/ 721774 h 788699"/>
                <a:gd name="connsiteX10" fmla="*/ 471566 w 734307"/>
                <a:gd name="connsiteY10" fmla="*/ 721774 h 788699"/>
                <a:gd name="connsiteX11" fmla="*/ 444370 w 734307"/>
                <a:gd name="connsiteY11" fmla="*/ 716335 h 788699"/>
                <a:gd name="connsiteX12" fmla="*/ 428052 w 734307"/>
                <a:gd name="connsiteY12" fmla="*/ 700017 h 788699"/>
                <a:gd name="connsiteX13" fmla="*/ 433491 w 734307"/>
                <a:gd name="connsiteY13" fmla="*/ 691858 h 788699"/>
                <a:gd name="connsiteX14" fmla="*/ 455248 w 734307"/>
                <a:gd name="connsiteY14" fmla="*/ 683699 h 788699"/>
                <a:gd name="connsiteX15" fmla="*/ 506922 w 734307"/>
                <a:gd name="connsiteY15" fmla="*/ 678259 h 788699"/>
                <a:gd name="connsiteX16" fmla="*/ 509641 w 734307"/>
                <a:gd name="connsiteY16" fmla="*/ 678259 h 788699"/>
                <a:gd name="connsiteX17" fmla="*/ 506922 w 734307"/>
                <a:gd name="connsiteY17" fmla="*/ 664661 h 788699"/>
                <a:gd name="connsiteX18" fmla="*/ 498763 w 734307"/>
                <a:gd name="connsiteY18" fmla="*/ 580352 h 788699"/>
                <a:gd name="connsiteX19" fmla="*/ 496043 w 734307"/>
                <a:gd name="connsiteY19" fmla="*/ 479725 h 788699"/>
                <a:gd name="connsiteX20" fmla="*/ 493324 w 734307"/>
                <a:gd name="connsiteY20" fmla="*/ 389976 h 788699"/>
                <a:gd name="connsiteX21" fmla="*/ 490604 w 734307"/>
                <a:gd name="connsiteY21" fmla="*/ 302947 h 788699"/>
                <a:gd name="connsiteX22" fmla="*/ 487884 w 734307"/>
                <a:gd name="connsiteY22" fmla="*/ 229516 h 788699"/>
                <a:gd name="connsiteX23" fmla="*/ 485165 w 734307"/>
                <a:gd name="connsiteY23" fmla="*/ 221357 h 788699"/>
                <a:gd name="connsiteX24" fmla="*/ 482445 w 734307"/>
                <a:gd name="connsiteY24" fmla="*/ 226797 h 788699"/>
                <a:gd name="connsiteX25" fmla="*/ 477006 w 734307"/>
                <a:gd name="connsiteY25" fmla="*/ 262152 h 788699"/>
                <a:gd name="connsiteX26" fmla="*/ 460688 w 734307"/>
                <a:gd name="connsiteY26" fmla="*/ 341022 h 788699"/>
                <a:gd name="connsiteX27" fmla="*/ 444370 w 734307"/>
                <a:gd name="connsiteY27" fmla="*/ 417173 h 788699"/>
                <a:gd name="connsiteX28" fmla="*/ 436211 w 734307"/>
                <a:gd name="connsiteY28" fmla="*/ 455248 h 788699"/>
                <a:gd name="connsiteX29" fmla="*/ 425332 w 734307"/>
                <a:gd name="connsiteY29" fmla="*/ 493323 h 788699"/>
                <a:gd name="connsiteX30" fmla="*/ 411734 w 734307"/>
                <a:gd name="connsiteY30" fmla="*/ 531398 h 788699"/>
                <a:gd name="connsiteX31" fmla="*/ 376378 w 734307"/>
                <a:gd name="connsiteY31" fmla="*/ 547716 h 788699"/>
                <a:gd name="connsiteX32" fmla="*/ 319265 w 734307"/>
                <a:gd name="connsiteY32" fmla="*/ 525959 h 788699"/>
                <a:gd name="connsiteX33" fmla="*/ 289349 w 734307"/>
                <a:gd name="connsiteY33" fmla="*/ 455248 h 788699"/>
                <a:gd name="connsiteX34" fmla="*/ 273031 w 734307"/>
                <a:gd name="connsiteY34" fmla="*/ 373658 h 788699"/>
                <a:gd name="connsiteX35" fmla="*/ 262153 w 734307"/>
                <a:gd name="connsiteY35" fmla="*/ 316545 h 788699"/>
                <a:gd name="connsiteX36" fmla="*/ 245835 w 734307"/>
                <a:gd name="connsiteY36" fmla="*/ 237675 h 788699"/>
                <a:gd name="connsiteX37" fmla="*/ 234956 w 734307"/>
                <a:gd name="connsiteY37" fmla="*/ 196881 h 788699"/>
                <a:gd name="connsiteX38" fmla="*/ 232236 w 734307"/>
                <a:gd name="connsiteY38" fmla="*/ 191441 h 788699"/>
                <a:gd name="connsiteX39" fmla="*/ 226797 w 734307"/>
                <a:gd name="connsiteY39" fmla="*/ 207759 h 788699"/>
                <a:gd name="connsiteX40" fmla="*/ 226797 w 734307"/>
                <a:gd name="connsiteY40" fmla="*/ 232236 h 788699"/>
                <a:gd name="connsiteX41" fmla="*/ 224077 w 734307"/>
                <a:gd name="connsiteY41" fmla="*/ 267592 h 788699"/>
                <a:gd name="connsiteX42" fmla="*/ 221358 w 734307"/>
                <a:gd name="connsiteY42" fmla="*/ 311106 h 788699"/>
                <a:gd name="connsiteX43" fmla="*/ 218638 w 734307"/>
                <a:gd name="connsiteY43" fmla="*/ 360060 h 788699"/>
                <a:gd name="connsiteX44" fmla="*/ 215919 w 734307"/>
                <a:gd name="connsiteY44" fmla="*/ 398135 h 788699"/>
                <a:gd name="connsiteX45" fmla="*/ 213199 w 734307"/>
                <a:gd name="connsiteY45" fmla="*/ 430771 h 788699"/>
                <a:gd name="connsiteX46" fmla="*/ 213199 w 734307"/>
                <a:gd name="connsiteY46" fmla="*/ 455248 h 788699"/>
                <a:gd name="connsiteX47" fmla="*/ 213199 w 734307"/>
                <a:gd name="connsiteY47" fmla="*/ 477005 h 788699"/>
                <a:gd name="connsiteX48" fmla="*/ 207759 w 734307"/>
                <a:gd name="connsiteY48" fmla="*/ 520520 h 788699"/>
                <a:gd name="connsiteX49" fmla="*/ 196881 w 734307"/>
                <a:gd name="connsiteY49" fmla="*/ 610268 h 788699"/>
                <a:gd name="connsiteX50" fmla="*/ 194161 w 734307"/>
                <a:gd name="connsiteY50" fmla="*/ 653783 h 788699"/>
                <a:gd name="connsiteX51" fmla="*/ 191441 w 734307"/>
                <a:gd name="connsiteY51" fmla="*/ 667381 h 788699"/>
                <a:gd name="connsiteX52" fmla="*/ 243115 w 734307"/>
                <a:gd name="connsiteY52" fmla="*/ 667381 h 788699"/>
                <a:gd name="connsiteX53" fmla="*/ 273031 w 734307"/>
                <a:gd name="connsiteY53" fmla="*/ 683699 h 788699"/>
                <a:gd name="connsiteX54" fmla="*/ 262153 w 734307"/>
                <a:gd name="connsiteY54" fmla="*/ 697297 h 788699"/>
                <a:gd name="connsiteX55" fmla="*/ 248554 w 734307"/>
                <a:gd name="connsiteY55" fmla="*/ 705456 h 788699"/>
                <a:gd name="connsiteX56" fmla="*/ 232236 w 734307"/>
                <a:gd name="connsiteY56" fmla="*/ 708176 h 788699"/>
                <a:gd name="connsiteX57" fmla="*/ 166965 w 734307"/>
                <a:gd name="connsiteY57" fmla="*/ 708176 h 788699"/>
                <a:gd name="connsiteX58" fmla="*/ 109852 w 734307"/>
                <a:gd name="connsiteY58" fmla="*/ 708176 h 788699"/>
                <a:gd name="connsiteX59" fmla="*/ 90814 w 734307"/>
                <a:gd name="connsiteY59" fmla="*/ 708176 h 788699"/>
                <a:gd name="connsiteX60" fmla="*/ 69057 w 734307"/>
                <a:gd name="connsiteY60" fmla="*/ 702736 h 788699"/>
                <a:gd name="connsiteX61" fmla="*/ 58178 w 734307"/>
                <a:gd name="connsiteY61" fmla="*/ 686418 h 788699"/>
                <a:gd name="connsiteX62" fmla="*/ 60898 w 734307"/>
                <a:gd name="connsiteY62" fmla="*/ 678259 h 788699"/>
                <a:gd name="connsiteX63" fmla="*/ 77216 w 734307"/>
                <a:gd name="connsiteY63" fmla="*/ 670101 h 788699"/>
                <a:gd name="connsiteX64" fmla="*/ 126170 w 734307"/>
                <a:gd name="connsiteY64" fmla="*/ 664661 h 788699"/>
                <a:gd name="connsiteX65" fmla="*/ 142487 w 734307"/>
                <a:gd name="connsiteY65" fmla="*/ 664661 h 788699"/>
                <a:gd name="connsiteX66" fmla="*/ 147927 w 734307"/>
                <a:gd name="connsiteY66" fmla="*/ 588511 h 788699"/>
                <a:gd name="connsiteX67" fmla="*/ 153366 w 734307"/>
                <a:gd name="connsiteY67" fmla="*/ 493323 h 788699"/>
                <a:gd name="connsiteX68" fmla="*/ 156086 w 734307"/>
                <a:gd name="connsiteY68" fmla="*/ 411733 h 788699"/>
                <a:gd name="connsiteX69" fmla="*/ 161525 w 734307"/>
                <a:gd name="connsiteY69" fmla="*/ 297508 h 788699"/>
                <a:gd name="connsiteX70" fmla="*/ 166965 w 734307"/>
                <a:gd name="connsiteY70" fmla="*/ 240395 h 788699"/>
                <a:gd name="connsiteX71" fmla="*/ 177843 w 734307"/>
                <a:gd name="connsiteY71" fmla="*/ 161525 h 788699"/>
                <a:gd name="connsiteX72" fmla="*/ 183282 w 734307"/>
                <a:gd name="connsiteY72" fmla="*/ 118011 h 788699"/>
                <a:gd name="connsiteX73" fmla="*/ 183282 w 734307"/>
                <a:gd name="connsiteY73" fmla="*/ 115291 h 788699"/>
                <a:gd name="connsiteX74" fmla="*/ 161525 w 734307"/>
                <a:gd name="connsiteY74" fmla="*/ 115291 h 788699"/>
                <a:gd name="connsiteX75" fmla="*/ 137048 w 734307"/>
                <a:gd name="connsiteY75" fmla="*/ 115291 h 788699"/>
                <a:gd name="connsiteX76" fmla="*/ 109852 w 734307"/>
                <a:gd name="connsiteY76" fmla="*/ 109851 h 788699"/>
                <a:gd name="connsiteX77" fmla="*/ 93534 w 734307"/>
                <a:gd name="connsiteY77" fmla="*/ 93534 h 788699"/>
                <a:gd name="connsiteX78" fmla="*/ 98973 w 734307"/>
                <a:gd name="connsiteY78" fmla="*/ 85375 h 788699"/>
                <a:gd name="connsiteX79" fmla="*/ 120730 w 734307"/>
                <a:gd name="connsiteY79" fmla="*/ 77216 h 788699"/>
                <a:gd name="connsiteX80" fmla="*/ 172404 w 734307"/>
                <a:gd name="connsiteY80" fmla="*/ 71776 h 788699"/>
                <a:gd name="connsiteX81" fmla="*/ 234956 w 734307"/>
                <a:gd name="connsiteY81" fmla="*/ 69057 h 788699"/>
                <a:gd name="connsiteX82" fmla="*/ 243115 w 734307"/>
                <a:gd name="connsiteY82" fmla="*/ 69057 h 788699"/>
                <a:gd name="connsiteX83" fmla="*/ 270312 w 734307"/>
                <a:gd name="connsiteY83" fmla="*/ 74496 h 788699"/>
                <a:gd name="connsiteX84" fmla="*/ 308387 w 734307"/>
                <a:gd name="connsiteY84" fmla="*/ 123450 h 788699"/>
                <a:gd name="connsiteX85" fmla="*/ 332864 w 734307"/>
                <a:gd name="connsiteY85" fmla="*/ 202320 h 788699"/>
                <a:gd name="connsiteX86" fmla="*/ 338303 w 734307"/>
                <a:gd name="connsiteY86" fmla="*/ 237675 h 788699"/>
                <a:gd name="connsiteX87" fmla="*/ 349182 w 734307"/>
                <a:gd name="connsiteY87" fmla="*/ 281190 h 788699"/>
                <a:gd name="connsiteX88" fmla="*/ 357341 w 734307"/>
                <a:gd name="connsiteY88" fmla="*/ 316545 h 788699"/>
                <a:gd name="connsiteX89" fmla="*/ 365500 w 734307"/>
                <a:gd name="connsiteY89" fmla="*/ 351901 h 788699"/>
                <a:gd name="connsiteX90" fmla="*/ 376378 w 734307"/>
                <a:gd name="connsiteY90" fmla="*/ 389976 h 788699"/>
                <a:gd name="connsiteX91" fmla="*/ 387257 w 734307"/>
                <a:gd name="connsiteY91" fmla="*/ 414453 h 788699"/>
                <a:gd name="connsiteX92" fmla="*/ 398136 w 734307"/>
                <a:gd name="connsiteY92" fmla="*/ 376378 h 788699"/>
                <a:gd name="connsiteX93" fmla="*/ 406295 w 734307"/>
                <a:gd name="connsiteY93" fmla="*/ 332863 h 788699"/>
                <a:gd name="connsiteX94" fmla="*/ 425332 w 734307"/>
                <a:gd name="connsiteY94" fmla="*/ 243115 h 788699"/>
                <a:gd name="connsiteX95" fmla="*/ 444370 w 734307"/>
                <a:gd name="connsiteY95" fmla="*/ 150646 h 788699"/>
                <a:gd name="connsiteX96" fmla="*/ 477006 w 734307"/>
                <a:gd name="connsiteY96" fmla="*/ 79935 h 788699"/>
                <a:gd name="connsiteX97" fmla="*/ 523240 w 734307"/>
                <a:gd name="connsiteY97" fmla="*/ 58178 h 788699"/>
                <a:gd name="connsiteX98" fmla="*/ 544997 w 734307"/>
                <a:gd name="connsiteY98" fmla="*/ 63617 h 788699"/>
                <a:gd name="connsiteX99" fmla="*/ 612988 w 734307"/>
                <a:gd name="connsiteY99" fmla="*/ 63617 h 788699"/>
                <a:gd name="connsiteX100" fmla="*/ 651064 w 734307"/>
                <a:gd name="connsiteY100" fmla="*/ 79935 h 788699"/>
                <a:gd name="connsiteX101" fmla="*/ 645624 w 734307"/>
                <a:gd name="connsiteY101" fmla="*/ 96253 h 788699"/>
                <a:gd name="connsiteX102" fmla="*/ 629307 w 734307"/>
                <a:gd name="connsiteY102" fmla="*/ 104412 h 788699"/>
                <a:gd name="connsiteX103" fmla="*/ 607549 w 734307"/>
                <a:gd name="connsiteY103" fmla="*/ 107132 h 788699"/>
                <a:gd name="connsiteX104" fmla="*/ 580353 w 734307"/>
                <a:gd name="connsiteY104" fmla="*/ 107132 h 788699"/>
                <a:gd name="connsiteX105" fmla="*/ 583072 w 734307"/>
                <a:gd name="connsiteY105" fmla="*/ 115291 h 788699"/>
                <a:gd name="connsiteX106" fmla="*/ 588512 w 734307"/>
                <a:gd name="connsiteY106" fmla="*/ 156086 h 788699"/>
                <a:gd name="connsiteX107" fmla="*/ 593951 w 734307"/>
                <a:gd name="connsiteY107" fmla="*/ 196881 h 788699"/>
                <a:gd name="connsiteX108" fmla="*/ 599390 w 734307"/>
                <a:gd name="connsiteY108" fmla="*/ 226797 h 788699"/>
                <a:gd name="connsiteX109" fmla="*/ 599390 w 734307"/>
                <a:gd name="connsiteY109" fmla="*/ 232236 h 788699"/>
                <a:gd name="connsiteX110" fmla="*/ 599390 w 734307"/>
                <a:gd name="connsiteY110" fmla="*/ 240395 h 788699"/>
                <a:gd name="connsiteX111" fmla="*/ 602110 w 734307"/>
                <a:gd name="connsiteY111" fmla="*/ 270311 h 788699"/>
                <a:gd name="connsiteX112" fmla="*/ 607549 w 734307"/>
                <a:gd name="connsiteY112" fmla="*/ 308386 h 788699"/>
                <a:gd name="connsiteX113" fmla="*/ 607549 w 734307"/>
                <a:gd name="connsiteY113" fmla="*/ 319265 h 788699"/>
                <a:gd name="connsiteX114" fmla="*/ 612988 w 734307"/>
                <a:gd name="connsiteY114" fmla="*/ 335583 h 788699"/>
                <a:gd name="connsiteX115" fmla="*/ 612988 w 734307"/>
                <a:gd name="connsiteY115" fmla="*/ 346462 h 788699"/>
                <a:gd name="connsiteX116" fmla="*/ 612988 w 734307"/>
                <a:gd name="connsiteY116" fmla="*/ 370939 h 788699"/>
                <a:gd name="connsiteX117" fmla="*/ 612988 w 734307"/>
                <a:gd name="connsiteY117" fmla="*/ 395415 h 788699"/>
                <a:gd name="connsiteX118" fmla="*/ 615708 w 734307"/>
                <a:gd name="connsiteY118" fmla="*/ 422612 h 788699"/>
                <a:gd name="connsiteX119" fmla="*/ 618428 w 734307"/>
                <a:gd name="connsiteY119" fmla="*/ 441650 h 788699"/>
                <a:gd name="connsiteX120" fmla="*/ 618428 w 734307"/>
                <a:gd name="connsiteY120" fmla="*/ 455248 h 788699"/>
                <a:gd name="connsiteX121" fmla="*/ 621147 w 734307"/>
                <a:gd name="connsiteY121" fmla="*/ 463407 h 788699"/>
                <a:gd name="connsiteX122" fmla="*/ 626587 w 734307"/>
                <a:gd name="connsiteY122" fmla="*/ 482444 h 788699"/>
                <a:gd name="connsiteX123" fmla="*/ 629307 w 734307"/>
                <a:gd name="connsiteY123" fmla="*/ 517800 h 788699"/>
                <a:gd name="connsiteX124" fmla="*/ 634746 w 734307"/>
                <a:gd name="connsiteY124" fmla="*/ 561314 h 788699"/>
                <a:gd name="connsiteX125" fmla="*/ 634746 w 734307"/>
                <a:gd name="connsiteY125" fmla="*/ 566754 h 788699"/>
                <a:gd name="connsiteX126" fmla="*/ 634746 w 734307"/>
                <a:gd name="connsiteY126" fmla="*/ 583072 h 788699"/>
                <a:gd name="connsiteX127" fmla="*/ 637466 w 734307"/>
                <a:gd name="connsiteY127" fmla="*/ 607548 h 788699"/>
                <a:gd name="connsiteX128" fmla="*/ 640185 w 734307"/>
                <a:gd name="connsiteY128" fmla="*/ 618427 h 788699"/>
                <a:gd name="connsiteX129" fmla="*/ 640185 w 734307"/>
                <a:gd name="connsiteY129" fmla="*/ 632025 h 788699"/>
                <a:gd name="connsiteX130" fmla="*/ 640185 w 734307"/>
                <a:gd name="connsiteY130" fmla="*/ 640184 h 788699"/>
                <a:gd name="connsiteX131" fmla="*/ 642905 w 734307"/>
                <a:gd name="connsiteY131" fmla="*/ 659222 h 788699"/>
                <a:gd name="connsiteX132" fmla="*/ 642905 w 734307"/>
                <a:gd name="connsiteY132" fmla="*/ 664661 h 788699"/>
                <a:gd name="connsiteX133" fmla="*/ 653783 w 734307"/>
                <a:gd name="connsiteY133" fmla="*/ 678259 h 788699"/>
                <a:gd name="connsiteX134" fmla="*/ 653783 w 734307"/>
                <a:gd name="connsiteY134" fmla="*/ 678259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</a:cxnLst>
              <a:rect l="l" t="t" r="r" b="b"/>
              <a:pathLst>
                <a:path w="734307" h="788699">
                  <a:moveTo>
                    <a:pt x="653783" y="678259"/>
                  </a:moveTo>
                  <a:cubicBezTo>
                    <a:pt x="667382" y="678259"/>
                    <a:pt x="691859" y="678259"/>
                    <a:pt x="691859" y="694577"/>
                  </a:cubicBezTo>
                  <a:cubicBezTo>
                    <a:pt x="691859" y="702736"/>
                    <a:pt x="689139" y="705456"/>
                    <a:pt x="686419" y="710895"/>
                  </a:cubicBezTo>
                  <a:cubicBezTo>
                    <a:pt x="683700" y="716335"/>
                    <a:pt x="675541" y="719054"/>
                    <a:pt x="670101" y="719054"/>
                  </a:cubicBezTo>
                  <a:cubicBezTo>
                    <a:pt x="661942" y="721774"/>
                    <a:pt x="653783" y="721774"/>
                    <a:pt x="648344" y="721774"/>
                  </a:cubicBezTo>
                  <a:cubicBezTo>
                    <a:pt x="645624" y="721774"/>
                    <a:pt x="634746" y="721774"/>
                    <a:pt x="618428" y="721774"/>
                  </a:cubicBezTo>
                  <a:cubicBezTo>
                    <a:pt x="604829" y="729933"/>
                    <a:pt x="588512" y="735372"/>
                    <a:pt x="572194" y="735372"/>
                  </a:cubicBezTo>
                  <a:cubicBezTo>
                    <a:pt x="564035" y="735372"/>
                    <a:pt x="553156" y="732653"/>
                    <a:pt x="544997" y="729933"/>
                  </a:cubicBezTo>
                  <a:cubicBezTo>
                    <a:pt x="539558" y="727213"/>
                    <a:pt x="536838" y="724494"/>
                    <a:pt x="534119" y="721774"/>
                  </a:cubicBezTo>
                  <a:cubicBezTo>
                    <a:pt x="520520" y="721774"/>
                    <a:pt x="509641" y="721774"/>
                    <a:pt x="496043" y="721774"/>
                  </a:cubicBezTo>
                  <a:cubicBezTo>
                    <a:pt x="487884" y="721774"/>
                    <a:pt x="479725" y="721774"/>
                    <a:pt x="471566" y="721774"/>
                  </a:cubicBezTo>
                  <a:cubicBezTo>
                    <a:pt x="463407" y="721774"/>
                    <a:pt x="452529" y="721774"/>
                    <a:pt x="444370" y="716335"/>
                  </a:cubicBezTo>
                  <a:cubicBezTo>
                    <a:pt x="436211" y="713615"/>
                    <a:pt x="428052" y="705456"/>
                    <a:pt x="428052" y="700017"/>
                  </a:cubicBezTo>
                  <a:cubicBezTo>
                    <a:pt x="428052" y="697297"/>
                    <a:pt x="428052" y="694577"/>
                    <a:pt x="433491" y="691858"/>
                  </a:cubicBezTo>
                  <a:cubicBezTo>
                    <a:pt x="438930" y="689138"/>
                    <a:pt x="449809" y="686418"/>
                    <a:pt x="455248" y="683699"/>
                  </a:cubicBezTo>
                  <a:cubicBezTo>
                    <a:pt x="474286" y="680979"/>
                    <a:pt x="498763" y="678259"/>
                    <a:pt x="506922" y="678259"/>
                  </a:cubicBezTo>
                  <a:cubicBezTo>
                    <a:pt x="506922" y="678259"/>
                    <a:pt x="509641" y="678259"/>
                    <a:pt x="509641" y="678259"/>
                  </a:cubicBezTo>
                  <a:cubicBezTo>
                    <a:pt x="509641" y="672820"/>
                    <a:pt x="506922" y="670101"/>
                    <a:pt x="506922" y="664661"/>
                  </a:cubicBezTo>
                  <a:cubicBezTo>
                    <a:pt x="501483" y="640184"/>
                    <a:pt x="501483" y="612988"/>
                    <a:pt x="498763" y="580352"/>
                  </a:cubicBezTo>
                  <a:cubicBezTo>
                    <a:pt x="496043" y="547716"/>
                    <a:pt x="498763" y="512361"/>
                    <a:pt x="496043" y="479725"/>
                  </a:cubicBezTo>
                  <a:cubicBezTo>
                    <a:pt x="493324" y="449808"/>
                    <a:pt x="493324" y="419892"/>
                    <a:pt x="493324" y="389976"/>
                  </a:cubicBezTo>
                  <a:cubicBezTo>
                    <a:pt x="493324" y="360060"/>
                    <a:pt x="490604" y="332863"/>
                    <a:pt x="490604" y="302947"/>
                  </a:cubicBezTo>
                  <a:cubicBezTo>
                    <a:pt x="487884" y="275751"/>
                    <a:pt x="487884" y="240395"/>
                    <a:pt x="487884" y="229516"/>
                  </a:cubicBezTo>
                  <a:cubicBezTo>
                    <a:pt x="487884" y="224077"/>
                    <a:pt x="487884" y="221357"/>
                    <a:pt x="485165" y="221357"/>
                  </a:cubicBezTo>
                  <a:cubicBezTo>
                    <a:pt x="485165" y="221357"/>
                    <a:pt x="482445" y="224077"/>
                    <a:pt x="482445" y="226797"/>
                  </a:cubicBezTo>
                  <a:cubicBezTo>
                    <a:pt x="479725" y="237675"/>
                    <a:pt x="479725" y="251274"/>
                    <a:pt x="477006" y="262152"/>
                  </a:cubicBezTo>
                  <a:cubicBezTo>
                    <a:pt x="471566" y="289349"/>
                    <a:pt x="466127" y="316545"/>
                    <a:pt x="460688" y="341022"/>
                  </a:cubicBezTo>
                  <a:cubicBezTo>
                    <a:pt x="455248" y="365499"/>
                    <a:pt x="447090" y="392696"/>
                    <a:pt x="444370" y="417173"/>
                  </a:cubicBezTo>
                  <a:cubicBezTo>
                    <a:pt x="441650" y="430771"/>
                    <a:pt x="438930" y="441650"/>
                    <a:pt x="436211" y="455248"/>
                  </a:cubicBezTo>
                  <a:cubicBezTo>
                    <a:pt x="433491" y="468846"/>
                    <a:pt x="428052" y="479725"/>
                    <a:pt x="425332" y="493323"/>
                  </a:cubicBezTo>
                  <a:cubicBezTo>
                    <a:pt x="422612" y="506921"/>
                    <a:pt x="419893" y="520520"/>
                    <a:pt x="411734" y="531398"/>
                  </a:cubicBezTo>
                  <a:cubicBezTo>
                    <a:pt x="406295" y="539557"/>
                    <a:pt x="395416" y="547716"/>
                    <a:pt x="376378" y="547716"/>
                  </a:cubicBezTo>
                  <a:cubicBezTo>
                    <a:pt x="357341" y="547716"/>
                    <a:pt x="335583" y="539557"/>
                    <a:pt x="319265" y="525959"/>
                  </a:cubicBezTo>
                  <a:cubicBezTo>
                    <a:pt x="300228" y="506921"/>
                    <a:pt x="294788" y="479725"/>
                    <a:pt x="289349" y="455248"/>
                  </a:cubicBezTo>
                  <a:cubicBezTo>
                    <a:pt x="283910" y="428051"/>
                    <a:pt x="278470" y="400855"/>
                    <a:pt x="273031" y="373658"/>
                  </a:cubicBezTo>
                  <a:cubicBezTo>
                    <a:pt x="273031" y="368219"/>
                    <a:pt x="267592" y="346462"/>
                    <a:pt x="262153" y="316545"/>
                  </a:cubicBezTo>
                  <a:cubicBezTo>
                    <a:pt x="256713" y="292068"/>
                    <a:pt x="251274" y="262152"/>
                    <a:pt x="245835" y="237675"/>
                  </a:cubicBezTo>
                  <a:cubicBezTo>
                    <a:pt x="240395" y="218638"/>
                    <a:pt x="237675" y="205039"/>
                    <a:pt x="234956" y="196881"/>
                  </a:cubicBezTo>
                  <a:cubicBezTo>
                    <a:pt x="232236" y="191441"/>
                    <a:pt x="232236" y="191441"/>
                    <a:pt x="232236" y="191441"/>
                  </a:cubicBezTo>
                  <a:cubicBezTo>
                    <a:pt x="229517" y="191441"/>
                    <a:pt x="229517" y="196881"/>
                    <a:pt x="226797" y="207759"/>
                  </a:cubicBezTo>
                  <a:cubicBezTo>
                    <a:pt x="226797" y="215918"/>
                    <a:pt x="226797" y="229516"/>
                    <a:pt x="226797" y="232236"/>
                  </a:cubicBezTo>
                  <a:cubicBezTo>
                    <a:pt x="226797" y="243115"/>
                    <a:pt x="224077" y="256713"/>
                    <a:pt x="224077" y="267592"/>
                  </a:cubicBezTo>
                  <a:cubicBezTo>
                    <a:pt x="224077" y="278470"/>
                    <a:pt x="224077" y="294788"/>
                    <a:pt x="221358" y="311106"/>
                  </a:cubicBezTo>
                  <a:cubicBezTo>
                    <a:pt x="221358" y="327424"/>
                    <a:pt x="218638" y="343742"/>
                    <a:pt x="218638" y="360060"/>
                  </a:cubicBezTo>
                  <a:cubicBezTo>
                    <a:pt x="218638" y="373658"/>
                    <a:pt x="215919" y="384537"/>
                    <a:pt x="215919" y="398135"/>
                  </a:cubicBezTo>
                  <a:cubicBezTo>
                    <a:pt x="215919" y="409014"/>
                    <a:pt x="213199" y="419892"/>
                    <a:pt x="213199" y="430771"/>
                  </a:cubicBezTo>
                  <a:cubicBezTo>
                    <a:pt x="213199" y="438930"/>
                    <a:pt x="213199" y="447089"/>
                    <a:pt x="213199" y="455248"/>
                  </a:cubicBezTo>
                  <a:cubicBezTo>
                    <a:pt x="213199" y="463407"/>
                    <a:pt x="213199" y="471566"/>
                    <a:pt x="213199" y="477005"/>
                  </a:cubicBezTo>
                  <a:cubicBezTo>
                    <a:pt x="210479" y="490603"/>
                    <a:pt x="207759" y="506921"/>
                    <a:pt x="207759" y="520520"/>
                  </a:cubicBezTo>
                  <a:cubicBezTo>
                    <a:pt x="202320" y="550436"/>
                    <a:pt x="199600" y="580352"/>
                    <a:pt x="196881" y="610268"/>
                  </a:cubicBezTo>
                  <a:cubicBezTo>
                    <a:pt x="196881" y="623866"/>
                    <a:pt x="196881" y="640184"/>
                    <a:pt x="194161" y="653783"/>
                  </a:cubicBezTo>
                  <a:cubicBezTo>
                    <a:pt x="194161" y="659222"/>
                    <a:pt x="194161" y="661942"/>
                    <a:pt x="191441" y="667381"/>
                  </a:cubicBezTo>
                  <a:cubicBezTo>
                    <a:pt x="213199" y="667381"/>
                    <a:pt x="232236" y="667381"/>
                    <a:pt x="243115" y="667381"/>
                  </a:cubicBezTo>
                  <a:cubicBezTo>
                    <a:pt x="253994" y="667381"/>
                    <a:pt x="273031" y="670101"/>
                    <a:pt x="273031" y="683699"/>
                  </a:cubicBezTo>
                  <a:cubicBezTo>
                    <a:pt x="273031" y="691858"/>
                    <a:pt x="267592" y="691858"/>
                    <a:pt x="262153" y="697297"/>
                  </a:cubicBezTo>
                  <a:cubicBezTo>
                    <a:pt x="259433" y="702736"/>
                    <a:pt x="253994" y="705456"/>
                    <a:pt x="248554" y="705456"/>
                  </a:cubicBezTo>
                  <a:cubicBezTo>
                    <a:pt x="240395" y="708176"/>
                    <a:pt x="234956" y="708176"/>
                    <a:pt x="232236" y="708176"/>
                  </a:cubicBezTo>
                  <a:cubicBezTo>
                    <a:pt x="226797" y="708176"/>
                    <a:pt x="175124" y="708176"/>
                    <a:pt x="166965" y="708176"/>
                  </a:cubicBezTo>
                  <a:cubicBezTo>
                    <a:pt x="156086" y="708176"/>
                    <a:pt x="120730" y="708176"/>
                    <a:pt x="109852" y="708176"/>
                  </a:cubicBezTo>
                  <a:cubicBezTo>
                    <a:pt x="104412" y="708176"/>
                    <a:pt x="96253" y="708176"/>
                    <a:pt x="90814" y="708176"/>
                  </a:cubicBezTo>
                  <a:cubicBezTo>
                    <a:pt x="85375" y="708176"/>
                    <a:pt x="77216" y="705456"/>
                    <a:pt x="69057" y="702736"/>
                  </a:cubicBezTo>
                  <a:cubicBezTo>
                    <a:pt x="63617" y="700017"/>
                    <a:pt x="58178" y="691858"/>
                    <a:pt x="58178" y="686418"/>
                  </a:cubicBezTo>
                  <a:cubicBezTo>
                    <a:pt x="58178" y="683699"/>
                    <a:pt x="58178" y="680979"/>
                    <a:pt x="60898" y="678259"/>
                  </a:cubicBezTo>
                  <a:cubicBezTo>
                    <a:pt x="63617" y="675540"/>
                    <a:pt x="71777" y="672820"/>
                    <a:pt x="77216" y="670101"/>
                  </a:cubicBezTo>
                  <a:cubicBezTo>
                    <a:pt x="90814" y="667381"/>
                    <a:pt x="120730" y="664661"/>
                    <a:pt x="126170" y="664661"/>
                  </a:cubicBezTo>
                  <a:cubicBezTo>
                    <a:pt x="128889" y="664661"/>
                    <a:pt x="134329" y="664661"/>
                    <a:pt x="142487" y="664661"/>
                  </a:cubicBezTo>
                  <a:cubicBezTo>
                    <a:pt x="142487" y="640184"/>
                    <a:pt x="147927" y="612988"/>
                    <a:pt x="147927" y="588511"/>
                  </a:cubicBezTo>
                  <a:cubicBezTo>
                    <a:pt x="150646" y="555875"/>
                    <a:pt x="153366" y="523239"/>
                    <a:pt x="153366" y="493323"/>
                  </a:cubicBezTo>
                  <a:cubicBezTo>
                    <a:pt x="153366" y="466126"/>
                    <a:pt x="156086" y="438930"/>
                    <a:pt x="156086" y="411733"/>
                  </a:cubicBezTo>
                  <a:cubicBezTo>
                    <a:pt x="158806" y="373658"/>
                    <a:pt x="158806" y="335583"/>
                    <a:pt x="161525" y="297508"/>
                  </a:cubicBezTo>
                  <a:cubicBezTo>
                    <a:pt x="161525" y="278470"/>
                    <a:pt x="164245" y="259433"/>
                    <a:pt x="166965" y="240395"/>
                  </a:cubicBezTo>
                  <a:cubicBezTo>
                    <a:pt x="169684" y="210479"/>
                    <a:pt x="172404" y="191441"/>
                    <a:pt x="177843" y="161525"/>
                  </a:cubicBezTo>
                  <a:cubicBezTo>
                    <a:pt x="180563" y="147927"/>
                    <a:pt x="180563" y="131609"/>
                    <a:pt x="183282" y="118011"/>
                  </a:cubicBezTo>
                  <a:cubicBezTo>
                    <a:pt x="183282" y="118011"/>
                    <a:pt x="183282" y="115291"/>
                    <a:pt x="183282" y="115291"/>
                  </a:cubicBezTo>
                  <a:cubicBezTo>
                    <a:pt x="177843" y="115291"/>
                    <a:pt x="172404" y="115291"/>
                    <a:pt x="161525" y="115291"/>
                  </a:cubicBezTo>
                  <a:cubicBezTo>
                    <a:pt x="153366" y="115291"/>
                    <a:pt x="145207" y="115291"/>
                    <a:pt x="137048" y="115291"/>
                  </a:cubicBezTo>
                  <a:cubicBezTo>
                    <a:pt x="128889" y="115291"/>
                    <a:pt x="118011" y="115291"/>
                    <a:pt x="109852" y="109851"/>
                  </a:cubicBezTo>
                  <a:cubicBezTo>
                    <a:pt x="101693" y="107132"/>
                    <a:pt x="93534" y="98973"/>
                    <a:pt x="93534" y="93534"/>
                  </a:cubicBezTo>
                  <a:cubicBezTo>
                    <a:pt x="93534" y="90814"/>
                    <a:pt x="93534" y="88094"/>
                    <a:pt x="98973" y="85375"/>
                  </a:cubicBezTo>
                  <a:cubicBezTo>
                    <a:pt x="104412" y="82655"/>
                    <a:pt x="115291" y="79935"/>
                    <a:pt x="120730" y="77216"/>
                  </a:cubicBezTo>
                  <a:cubicBezTo>
                    <a:pt x="139768" y="74496"/>
                    <a:pt x="164245" y="71776"/>
                    <a:pt x="172404" y="71776"/>
                  </a:cubicBezTo>
                  <a:cubicBezTo>
                    <a:pt x="194161" y="71776"/>
                    <a:pt x="210479" y="69057"/>
                    <a:pt x="234956" y="69057"/>
                  </a:cubicBezTo>
                  <a:cubicBezTo>
                    <a:pt x="237675" y="69057"/>
                    <a:pt x="240395" y="69057"/>
                    <a:pt x="243115" y="69057"/>
                  </a:cubicBezTo>
                  <a:cubicBezTo>
                    <a:pt x="251274" y="69057"/>
                    <a:pt x="262153" y="69057"/>
                    <a:pt x="270312" y="74496"/>
                  </a:cubicBezTo>
                  <a:cubicBezTo>
                    <a:pt x="283910" y="82655"/>
                    <a:pt x="300228" y="96253"/>
                    <a:pt x="308387" y="123450"/>
                  </a:cubicBezTo>
                  <a:cubicBezTo>
                    <a:pt x="316546" y="147927"/>
                    <a:pt x="327424" y="175123"/>
                    <a:pt x="332864" y="202320"/>
                  </a:cubicBezTo>
                  <a:cubicBezTo>
                    <a:pt x="335583" y="213198"/>
                    <a:pt x="335583" y="226797"/>
                    <a:pt x="338303" y="237675"/>
                  </a:cubicBezTo>
                  <a:cubicBezTo>
                    <a:pt x="343742" y="251274"/>
                    <a:pt x="346462" y="264872"/>
                    <a:pt x="349182" y="281190"/>
                  </a:cubicBezTo>
                  <a:cubicBezTo>
                    <a:pt x="351901" y="292068"/>
                    <a:pt x="351901" y="305667"/>
                    <a:pt x="357341" y="316545"/>
                  </a:cubicBezTo>
                  <a:cubicBezTo>
                    <a:pt x="362780" y="327424"/>
                    <a:pt x="362780" y="338303"/>
                    <a:pt x="365500" y="351901"/>
                  </a:cubicBezTo>
                  <a:cubicBezTo>
                    <a:pt x="365500" y="357340"/>
                    <a:pt x="373658" y="373658"/>
                    <a:pt x="376378" y="389976"/>
                  </a:cubicBezTo>
                  <a:cubicBezTo>
                    <a:pt x="381817" y="403574"/>
                    <a:pt x="384537" y="414453"/>
                    <a:pt x="387257" y="414453"/>
                  </a:cubicBezTo>
                  <a:cubicBezTo>
                    <a:pt x="392696" y="414453"/>
                    <a:pt x="395416" y="381817"/>
                    <a:pt x="398136" y="376378"/>
                  </a:cubicBezTo>
                  <a:cubicBezTo>
                    <a:pt x="400855" y="362779"/>
                    <a:pt x="403575" y="346462"/>
                    <a:pt x="406295" y="332863"/>
                  </a:cubicBezTo>
                  <a:cubicBezTo>
                    <a:pt x="411734" y="302947"/>
                    <a:pt x="417173" y="273031"/>
                    <a:pt x="425332" y="243115"/>
                  </a:cubicBezTo>
                  <a:cubicBezTo>
                    <a:pt x="430771" y="213198"/>
                    <a:pt x="436211" y="180563"/>
                    <a:pt x="444370" y="150646"/>
                  </a:cubicBezTo>
                  <a:cubicBezTo>
                    <a:pt x="449809" y="126170"/>
                    <a:pt x="460688" y="98973"/>
                    <a:pt x="477006" y="79935"/>
                  </a:cubicBezTo>
                  <a:cubicBezTo>
                    <a:pt x="487884" y="66337"/>
                    <a:pt x="506922" y="58178"/>
                    <a:pt x="523240" y="58178"/>
                  </a:cubicBezTo>
                  <a:cubicBezTo>
                    <a:pt x="528679" y="58178"/>
                    <a:pt x="539558" y="58178"/>
                    <a:pt x="544997" y="63617"/>
                  </a:cubicBezTo>
                  <a:lnTo>
                    <a:pt x="612988" y="63617"/>
                  </a:lnTo>
                  <a:cubicBezTo>
                    <a:pt x="626587" y="63617"/>
                    <a:pt x="651064" y="63617"/>
                    <a:pt x="651064" y="79935"/>
                  </a:cubicBezTo>
                  <a:cubicBezTo>
                    <a:pt x="651064" y="88094"/>
                    <a:pt x="648344" y="88094"/>
                    <a:pt x="645624" y="96253"/>
                  </a:cubicBezTo>
                  <a:cubicBezTo>
                    <a:pt x="640185" y="101693"/>
                    <a:pt x="634746" y="104412"/>
                    <a:pt x="629307" y="104412"/>
                  </a:cubicBezTo>
                  <a:cubicBezTo>
                    <a:pt x="621147" y="107132"/>
                    <a:pt x="612988" y="107132"/>
                    <a:pt x="607549" y="107132"/>
                  </a:cubicBezTo>
                  <a:cubicBezTo>
                    <a:pt x="604829" y="107132"/>
                    <a:pt x="591231" y="107132"/>
                    <a:pt x="580353" y="107132"/>
                  </a:cubicBezTo>
                  <a:cubicBezTo>
                    <a:pt x="580353" y="109851"/>
                    <a:pt x="583072" y="112571"/>
                    <a:pt x="583072" y="115291"/>
                  </a:cubicBezTo>
                  <a:cubicBezTo>
                    <a:pt x="585792" y="128889"/>
                    <a:pt x="585792" y="142487"/>
                    <a:pt x="588512" y="156086"/>
                  </a:cubicBezTo>
                  <a:cubicBezTo>
                    <a:pt x="591231" y="169684"/>
                    <a:pt x="591231" y="183282"/>
                    <a:pt x="593951" y="196881"/>
                  </a:cubicBezTo>
                  <a:cubicBezTo>
                    <a:pt x="593951" y="207759"/>
                    <a:pt x="599390" y="215918"/>
                    <a:pt x="599390" y="226797"/>
                  </a:cubicBezTo>
                  <a:cubicBezTo>
                    <a:pt x="599390" y="229516"/>
                    <a:pt x="599390" y="229516"/>
                    <a:pt x="599390" y="232236"/>
                  </a:cubicBezTo>
                  <a:cubicBezTo>
                    <a:pt x="599390" y="234956"/>
                    <a:pt x="599390" y="237675"/>
                    <a:pt x="599390" y="240395"/>
                  </a:cubicBezTo>
                  <a:cubicBezTo>
                    <a:pt x="599390" y="251274"/>
                    <a:pt x="599390" y="259433"/>
                    <a:pt x="602110" y="270311"/>
                  </a:cubicBezTo>
                  <a:cubicBezTo>
                    <a:pt x="604829" y="283909"/>
                    <a:pt x="607549" y="294788"/>
                    <a:pt x="607549" y="308386"/>
                  </a:cubicBezTo>
                  <a:cubicBezTo>
                    <a:pt x="607549" y="311106"/>
                    <a:pt x="607549" y="316545"/>
                    <a:pt x="607549" y="319265"/>
                  </a:cubicBezTo>
                  <a:cubicBezTo>
                    <a:pt x="607549" y="324704"/>
                    <a:pt x="610269" y="330144"/>
                    <a:pt x="612988" y="335583"/>
                  </a:cubicBezTo>
                  <a:cubicBezTo>
                    <a:pt x="612988" y="338303"/>
                    <a:pt x="612988" y="343742"/>
                    <a:pt x="612988" y="346462"/>
                  </a:cubicBezTo>
                  <a:cubicBezTo>
                    <a:pt x="612988" y="354620"/>
                    <a:pt x="612988" y="362779"/>
                    <a:pt x="612988" y="370939"/>
                  </a:cubicBezTo>
                  <a:cubicBezTo>
                    <a:pt x="612988" y="379097"/>
                    <a:pt x="612988" y="387256"/>
                    <a:pt x="612988" y="395415"/>
                  </a:cubicBezTo>
                  <a:cubicBezTo>
                    <a:pt x="612988" y="403574"/>
                    <a:pt x="615708" y="414453"/>
                    <a:pt x="615708" y="422612"/>
                  </a:cubicBezTo>
                  <a:cubicBezTo>
                    <a:pt x="618428" y="430771"/>
                    <a:pt x="618428" y="436210"/>
                    <a:pt x="618428" y="441650"/>
                  </a:cubicBezTo>
                  <a:cubicBezTo>
                    <a:pt x="618428" y="444369"/>
                    <a:pt x="618428" y="449808"/>
                    <a:pt x="618428" y="455248"/>
                  </a:cubicBezTo>
                  <a:cubicBezTo>
                    <a:pt x="618428" y="460687"/>
                    <a:pt x="618428" y="460687"/>
                    <a:pt x="621147" y="463407"/>
                  </a:cubicBezTo>
                  <a:cubicBezTo>
                    <a:pt x="623867" y="471566"/>
                    <a:pt x="623867" y="477005"/>
                    <a:pt x="626587" y="482444"/>
                  </a:cubicBezTo>
                  <a:cubicBezTo>
                    <a:pt x="629307" y="493323"/>
                    <a:pt x="629307" y="506921"/>
                    <a:pt x="629307" y="517800"/>
                  </a:cubicBezTo>
                  <a:cubicBezTo>
                    <a:pt x="632026" y="534118"/>
                    <a:pt x="632026" y="547716"/>
                    <a:pt x="634746" y="561314"/>
                  </a:cubicBezTo>
                  <a:cubicBezTo>
                    <a:pt x="634746" y="564034"/>
                    <a:pt x="634746" y="564034"/>
                    <a:pt x="634746" y="566754"/>
                  </a:cubicBezTo>
                  <a:cubicBezTo>
                    <a:pt x="634746" y="572193"/>
                    <a:pt x="634746" y="577632"/>
                    <a:pt x="634746" y="583072"/>
                  </a:cubicBezTo>
                  <a:cubicBezTo>
                    <a:pt x="634746" y="596670"/>
                    <a:pt x="637466" y="602109"/>
                    <a:pt x="637466" y="607548"/>
                  </a:cubicBezTo>
                  <a:cubicBezTo>
                    <a:pt x="637466" y="610268"/>
                    <a:pt x="640185" y="615708"/>
                    <a:pt x="640185" y="618427"/>
                  </a:cubicBezTo>
                  <a:cubicBezTo>
                    <a:pt x="640185" y="623866"/>
                    <a:pt x="640185" y="629306"/>
                    <a:pt x="640185" y="632025"/>
                  </a:cubicBezTo>
                  <a:cubicBezTo>
                    <a:pt x="640185" y="634745"/>
                    <a:pt x="640185" y="637465"/>
                    <a:pt x="640185" y="640184"/>
                  </a:cubicBezTo>
                  <a:cubicBezTo>
                    <a:pt x="640185" y="645624"/>
                    <a:pt x="642905" y="653783"/>
                    <a:pt x="642905" y="659222"/>
                  </a:cubicBezTo>
                  <a:cubicBezTo>
                    <a:pt x="642905" y="661942"/>
                    <a:pt x="642905" y="661942"/>
                    <a:pt x="642905" y="664661"/>
                  </a:cubicBezTo>
                  <a:cubicBezTo>
                    <a:pt x="645624" y="678259"/>
                    <a:pt x="651064" y="678259"/>
                    <a:pt x="653783" y="678259"/>
                  </a:cubicBezTo>
                  <a:lnTo>
                    <a:pt x="653783" y="678259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71994F37-B45E-48F6-A426-16BA0C3A0618}"/>
                </a:ext>
              </a:extLst>
            </p:cNvPr>
            <p:cNvSpPr/>
            <p:nvPr/>
          </p:nvSpPr>
          <p:spPr bwMode="black">
            <a:xfrm>
              <a:off x="6362526" y="4242177"/>
              <a:ext cx="492259" cy="674476"/>
            </a:xfrm>
            <a:custGeom>
              <a:avLst/>
              <a:gdLst>
                <a:gd name="connsiteX0" fmla="*/ 225733 w 492259"/>
                <a:gd name="connsiteY0" fmla="*/ 97907 h 674476"/>
                <a:gd name="connsiteX1" fmla="*/ 209415 w 492259"/>
                <a:gd name="connsiteY1" fmla="*/ 119665 h 674476"/>
                <a:gd name="connsiteX2" fmla="*/ 201256 w 492259"/>
                <a:gd name="connsiteY2" fmla="*/ 152300 h 674476"/>
                <a:gd name="connsiteX3" fmla="*/ 198536 w 492259"/>
                <a:gd name="connsiteY3" fmla="*/ 168618 h 674476"/>
                <a:gd name="connsiteX4" fmla="*/ 195817 w 492259"/>
                <a:gd name="connsiteY4" fmla="*/ 184936 h 674476"/>
                <a:gd name="connsiteX5" fmla="*/ 187658 w 492259"/>
                <a:gd name="connsiteY5" fmla="*/ 220292 h 674476"/>
                <a:gd name="connsiteX6" fmla="*/ 168620 w 492259"/>
                <a:gd name="connsiteY6" fmla="*/ 291003 h 674476"/>
                <a:gd name="connsiteX7" fmla="*/ 160461 w 492259"/>
                <a:gd name="connsiteY7" fmla="*/ 323639 h 674476"/>
                <a:gd name="connsiteX8" fmla="*/ 149582 w 492259"/>
                <a:gd name="connsiteY8" fmla="*/ 361714 h 674476"/>
                <a:gd name="connsiteX9" fmla="*/ 144143 w 492259"/>
                <a:gd name="connsiteY9" fmla="*/ 388910 h 674476"/>
                <a:gd name="connsiteX10" fmla="*/ 149582 w 492259"/>
                <a:gd name="connsiteY10" fmla="*/ 391630 h 674476"/>
                <a:gd name="connsiteX11" fmla="*/ 171340 w 492259"/>
                <a:gd name="connsiteY11" fmla="*/ 391630 h 674476"/>
                <a:gd name="connsiteX12" fmla="*/ 193097 w 492259"/>
                <a:gd name="connsiteY12" fmla="*/ 388910 h 674476"/>
                <a:gd name="connsiteX13" fmla="*/ 212135 w 492259"/>
                <a:gd name="connsiteY13" fmla="*/ 388910 h 674476"/>
                <a:gd name="connsiteX14" fmla="*/ 236611 w 492259"/>
                <a:gd name="connsiteY14" fmla="*/ 388910 h 674476"/>
                <a:gd name="connsiteX15" fmla="*/ 250210 w 492259"/>
                <a:gd name="connsiteY15" fmla="*/ 386191 h 674476"/>
                <a:gd name="connsiteX16" fmla="*/ 258369 w 492259"/>
                <a:gd name="connsiteY16" fmla="*/ 386191 h 674476"/>
                <a:gd name="connsiteX17" fmla="*/ 255649 w 492259"/>
                <a:gd name="connsiteY17" fmla="*/ 367153 h 674476"/>
                <a:gd name="connsiteX18" fmla="*/ 250210 w 492259"/>
                <a:gd name="connsiteY18" fmla="*/ 331797 h 674476"/>
                <a:gd name="connsiteX19" fmla="*/ 247490 w 492259"/>
                <a:gd name="connsiteY19" fmla="*/ 244769 h 674476"/>
                <a:gd name="connsiteX20" fmla="*/ 242051 w 492259"/>
                <a:gd name="connsiteY20" fmla="*/ 203974 h 674476"/>
                <a:gd name="connsiteX21" fmla="*/ 236611 w 492259"/>
                <a:gd name="connsiteY21" fmla="*/ 157740 h 674476"/>
                <a:gd name="connsiteX22" fmla="*/ 233892 w 492259"/>
                <a:gd name="connsiteY22" fmla="*/ 119665 h 674476"/>
                <a:gd name="connsiteX23" fmla="*/ 225733 w 492259"/>
                <a:gd name="connsiteY23" fmla="*/ 97907 h 674476"/>
                <a:gd name="connsiteX24" fmla="*/ 274687 w 492259"/>
                <a:gd name="connsiteY24" fmla="*/ 0 h 674476"/>
                <a:gd name="connsiteX25" fmla="*/ 304603 w 492259"/>
                <a:gd name="connsiteY25" fmla="*/ 5439 h 674476"/>
                <a:gd name="connsiteX26" fmla="*/ 320921 w 492259"/>
                <a:gd name="connsiteY26" fmla="*/ 24477 h 674476"/>
                <a:gd name="connsiteX27" fmla="*/ 334519 w 492259"/>
                <a:gd name="connsiteY27" fmla="*/ 43515 h 674476"/>
                <a:gd name="connsiteX28" fmla="*/ 339959 w 492259"/>
                <a:gd name="connsiteY28" fmla="*/ 65272 h 674476"/>
                <a:gd name="connsiteX29" fmla="*/ 348118 w 492259"/>
                <a:gd name="connsiteY29" fmla="*/ 114226 h 674476"/>
                <a:gd name="connsiteX30" fmla="*/ 361716 w 492259"/>
                <a:gd name="connsiteY30" fmla="*/ 163180 h 674476"/>
                <a:gd name="connsiteX31" fmla="*/ 369875 w 492259"/>
                <a:gd name="connsiteY31" fmla="*/ 220293 h 674476"/>
                <a:gd name="connsiteX32" fmla="*/ 378034 w 492259"/>
                <a:gd name="connsiteY32" fmla="*/ 274686 h 674476"/>
                <a:gd name="connsiteX33" fmla="*/ 383473 w 492259"/>
                <a:gd name="connsiteY33" fmla="*/ 301883 h 674476"/>
                <a:gd name="connsiteX34" fmla="*/ 391632 w 492259"/>
                <a:gd name="connsiteY34" fmla="*/ 337238 h 674476"/>
                <a:gd name="connsiteX35" fmla="*/ 397071 w 492259"/>
                <a:gd name="connsiteY35" fmla="*/ 364435 h 674476"/>
                <a:gd name="connsiteX36" fmla="*/ 405230 w 492259"/>
                <a:gd name="connsiteY36" fmla="*/ 383473 h 674476"/>
                <a:gd name="connsiteX37" fmla="*/ 416109 w 492259"/>
                <a:gd name="connsiteY37" fmla="*/ 386192 h 674476"/>
                <a:gd name="connsiteX38" fmla="*/ 426988 w 492259"/>
                <a:gd name="connsiteY38" fmla="*/ 386192 h 674476"/>
                <a:gd name="connsiteX39" fmla="*/ 454184 w 492259"/>
                <a:gd name="connsiteY39" fmla="*/ 397071 h 674476"/>
                <a:gd name="connsiteX40" fmla="*/ 456904 w 492259"/>
                <a:gd name="connsiteY40" fmla="*/ 405230 h 674476"/>
                <a:gd name="connsiteX41" fmla="*/ 451464 w 492259"/>
                <a:gd name="connsiteY41" fmla="*/ 416108 h 674476"/>
                <a:gd name="connsiteX42" fmla="*/ 432427 w 492259"/>
                <a:gd name="connsiteY42" fmla="*/ 429707 h 674476"/>
                <a:gd name="connsiteX43" fmla="*/ 421548 w 492259"/>
                <a:gd name="connsiteY43" fmla="*/ 432426 h 674476"/>
                <a:gd name="connsiteX44" fmla="*/ 413389 w 492259"/>
                <a:gd name="connsiteY44" fmla="*/ 435146 h 674476"/>
                <a:gd name="connsiteX45" fmla="*/ 413389 w 492259"/>
                <a:gd name="connsiteY45" fmla="*/ 440585 h 674476"/>
                <a:gd name="connsiteX46" fmla="*/ 416109 w 492259"/>
                <a:gd name="connsiteY46" fmla="*/ 451464 h 674476"/>
                <a:gd name="connsiteX47" fmla="*/ 418829 w 492259"/>
                <a:gd name="connsiteY47" fmla="*/ 465062 h 674476"/>
                <a:gd name="connsiteX48" fmla="*/ 418829 w 492259"/>
                <a:gd name="connsiteY48" fmla="*/ 475941 h 674476"/>
                <a:gd name="connsiteX49" fmla="*/ 418829 w 492259"/>
                <a:gd name="connsiteY49" fmla="*/ 486820 h 674476"/>
                <a:gd name="connsiteX50" fmla="*/ 426988 w 492259"/>
                <a:gd name="connsiteY50" fmla="*/ 516736 h 674476"/>
                <a:gd name="connsiteX51" fmla="*/ 432427 w 492259"/>
                <a:gd name="connsiteY51" fmla="*/ 543932 h 674476"/>
                <a:gd name="connsiteX52" fmla="*/ 437866 w 492259"/>
                <a:gd name="connsiteY52" fmla="*/ 573848 h 674476"/>
                <a:gd name="connsiteX53" fmla="*/ 443306 w 492259"/>
                <a:gd name="connsiteY53" fmla="*/ 606484 h 674476"/>
                <a:gd name="connsiteX54" fmla="*/ 446025 w 492259"/>
                <a:gd name="connsiteY54" fmla="*/ 617363 h 674476"/>
                <a:gd name="connsiteX55" fmla="*/ 470502 w 492259"/>
                <a:gd name="connsiteY55" fmla="*/ 617363 h 674476"/>
                <a:gd name="connsiteX56" fmla="*/ 492259 w 492259"/>
                <a:gd name="connsiteY56" fmla="*/ 641840 h 674476"/>
                <a:gd name="connsiteX57" fmla="*/ 484101 w 492259"/>
                <a:gd name="connsiteY57" fmla="*/ 655438 h 674476"/>
                <a:gd name="connsiteX58" fmla="*/ 467782 w 492259"/>
                <a:gd name="connsiteY58" fmla="*/ 663597 h 674476"/>
                <a:gd name="connsiteX59" fmla="*/ 443306 w 492259"/>
                <a:gd name="connsiteY59" fmla="*/ 666317 h 674476"/>
                <a:gd name="connsiteX60" fmla="*/ 421548 w 492259"/>
                <a:gd name="connsiteY60" fmla="*/ 666317 h 674476"/>
                <a:gd name="connsiteX61" fmla="*/ 413389 w 492259"/>
                <a:gd name="connsiteY61" fmla="*/ 666317 h 674476"/>
                <a:gd name="connsiteX62" fmla="*/ 399791 w 492259"/>
                <a:gd name="connsiteY62" fmla="*/ 671756 h 674476"/>
                <a:gd name="connsiteX63" fmla="*/ 383473 w 492259"/>
                <a:gd name="connsiteY63" fmla="*/ 674476 h 674476"/>
                <a:gd name="connsiteX64" fmla="*/ 348118 w 492259"/>
                <a:gd name="connsiteY64" fmla="*/ 669036 h 674476"/>
                <a:gd name="connsiteX65" fmla="*/ 326360 w 492259"/>
                <a:gd name="connsiteY65" fmla="*/ 669036 h 674476"/>
                <a:gd name="connsiteX66" fmla="*/ 277406 w 492259"/>
                <a:gd name="connsiteY66" fmla="*/ 669036 h 674476"/>
                <a:gd name="connsiteX67" fmla="*/ 252930 w 492259"/>
                <a:gd name="connsiteY67" fmla="*/ 663597 h 674476"/>
                <a:gd name="connsiteX68" fmla="*/ 236611 w 492259"/>
                <a:gd name="connsiteY68" fmla="*/ 647279 h 674476"/>
                <a:gd name="connsiteX69" fmla="*/ 261088 w 492259"/>
                <a:gd name="connsiteY69" fmla="*/ 630961 h 674476"/>
                <a:gd name="connsiteX70" fmla="*/ 288285 w 492259"/>
                <a:gd name="connsiteY70" fmla="*/ 628241 h 674476"/>
                <a:gd name="connsiteX71" fmla="*/ 285565 w 492259"/>
                <a:gd name="connsiteY71" fmla="*/ 609204 h 674476"/>
                <a:gd name="connsiteX72" fmla="*/ 282846 w 492259"/>
                <a:gd name="connsiteY72" fmla="*/ 582007 h 674476"/>
                <a:gd name="connsiteX73" fmla="*/ 280126 w 492259"/>
                <a:gd name="connsiteY73" fmla="*/ 568409 h 674476"/>
                <a:gd name="connsiteX74" fmla="*/ 282846 w 492259"/>
                <a:gd name="connsiteY74" fmla="*/ 554811 h 674476"/>
                <a:gd name="connsiteX75" fmla="*/ 277406 w 492259"/>
                <a:gd name="connsiteY75" fmla="*/ 538493 h 674476"/>
                <a:gd name="connsiteX76" fmla="*/ 271967 w 492259"/>
                <a:gd name="connsiteY76" fmla="*/ 505857 h 674476"/>
                <a:gd name="connsiteX77" fmla="*/ 269247 w 492259"/>
                <a:gd name="connsiteY77" fmla="*/ 478660 h 674476"/>
                <a:gd name="connsiteX78" fmla="*/ 266528 w 492259"/>
                <a:gd name="connsiteY78" fmla="*/ 446025 h 674476"/>
                <a:gd name="connsiteX79" fmla="*/ 261088 w 492259"/>
                <a:gd name="connsiteY79" fmla="*/ 437866 h 674476"/>
                <a:gd name="connsiteX80" fmla="*/ 250210 w 492259"/>
                <a:gd name="connsiteY80" fmla="*/ 437866 h 674476"/>
                <a:gd name="connsiteX81" fmla="*/ 220293 w 492259"/>
                <a:gd name="connsiteY81" fmla="*/ 440585 h 674476"/>
                <a:gd name="connsiteX82" fmla="*/ 190377 w 492259"/>
                <a:gd name="connsiteY82" fmla="*/ 443305 h 674476"/>
                <a:gd name="connsiteX83" fmla="*/ 165900 w 492259"/>
                <a:gd name="connsiteY83" fmla="*/ 443305 h 674476"/>
                <a:gd name="connsiteX84" fmla="*/ 144143 w 492259"/>
                <a:gd name="connsiteY84" fmla="*/ 440585 h 674476"/>
                <a:gd name="connsiteX85" fmla="*/ 135984 w 492259"/>
                <a:gd name="connsiteY85" fmla="*/ 454184 h 674476"/>
                <a:gd name="connsiteX86" fmla="*/ 130545 w 492259"/>
                <a:gd name="connsiteY86" fmla="*/ 486820 h 674476"/>
                <a:gd name="connsiteX87" fmla="*/ 119666 w 492259"/>
                <a:gd name="connsiteY87" fmla="*/ 541213 h 674476"/>
                <a:gd name="connsiteX88" fmla="*/ 103348 w 492259"/>
                <a:gd name="connsiteY88" fmla="*/ 614643 h 674476"/>
                <a:gd name="connsiteX89" fmla="*/ 133264 w 492259"/>
                <a:gd name="connsiteY89" fmla="*/ 614643 h 674476"/>
                <a:gd name="connsiteX90" fmla="*/ 168620 w 492259"/>
                <a:gd name="connsiteY90" fmla="*/ 630961 h 674476"/>
                <a:gd name="connsiteX91" fmla="*/ 163181 w 492259"/>
                <a:gd name="connsiteY91" fmla="*/ 647279 h 674476"/>
                <a:gd name="connsiteX92" fmla="*/ 146863 w 492259"/>
                <a:gd name="connsiteY92" fmla="*/ 655438 h 674476"/>
                <a:gd name="connsiteX93" fmla="*/ 127825 w 492259"/>
                <a:gd name="connsiteY93" fmla="*/ 658158 h 674476"/>
                <a:gd name="connsiteX94" fmla="*/ 106068 w 492259"/>
                <a:gd name="connsiteY94" fmla="*/ 658158 h 674476"/>
                <a:gd name="connsiteX95" fmla="*/ 62552 w 492259"/>
                <a:gd name="connsiteY95" fmla="*/ 658158 h 674476"/>
                <a:gd name="connsiteX96" fmla="*/ 40795 w 492259"/>
                <a:gd name="connsiteY96" fmla="*/ 658158 h 674476"/>
                <a:gd name="connsiteX97" fmla="*/ 16318 w 492259"/>
                <a:gd name="connsiteY97" fmla="*/ 652718 h 674476"/>
                <a:gd name="connsiteX98" fmla="*/ 0 w 492259"/>
                <a:gd name="connsiteY98" fmla="*/ 636401 h 674476"/>
                <a:gd name="connsiteX99" fmla="*/ 2720 w 492259"/>
                <a:gd name="connsiteY99" fmla="*/ 628241 h 674476"/>
                <a:gd name="connsiteX100" fmla="*/ 24477 w 492259"/>
                <a:gd name="connsiteY100" fmla="*/ 620082 h 674476"/>
                <a:gd name="connsiteX101" fmla="*/ 62552 w 492259"/>
                <a:gd name="connsiteY101" fmla="*/ 617363 h 674476"/>
                <a:gd name="connsiteX102" fmla="*/ 62552 w 492259"/>
                <a:gd name="connsiteY102" fmla="*/ 614643 h 674476"/>
                <a:gd name="connsiteX103" fmla="*/ 65272 w 492259"/>
                <a:gd name="connsiteY103" fmla="*/ 587447 h 674476"/>
                <a:gd name="connsiteX104" fmla="*/ 76151 w 492259"/>
                <a:gd name="connsiteY104" fmla="*/ 522175 h 674476"/>
                <a:gd name="connsiteX105" fmla="*/ 87029 w 492259"/>
                <a:gd name="connsiteY105" fmla="*/ 470501 h 674476"/>
                <a:gd name="connsiteX106" fmla="*/ 92468 w 492259"/>
                <a:gd name="connsiteY106" fmla="*/ 446025 h 674476"/>
                <a:gd name="connsiteX107" fmla="*/ 65272 w 492259"/>
                <a:gd name="connsiteY107" fmla="*/ 432426 h 674476"/>
                <a:gd name="connsiteX108" fmla="*/ 54393 w 492259"/>
                <a:gd name="connsiteY108" fmla="*/ 421548 h 674476"/>
                <a:gd name="connsiteX109" fmla="*/ 73431 w 492259"/>
                <a:gd name="connsiteY109" fmla="*/ 407949 h 674476"/>
                <a:gd name="connsiteX110" fmla="*/ 100629 w 492259"/>
                <a:gd name="connsiteY110" fmla="*/ 399790 h 674476"/>
                <a:gd name="connsiteX111" fmla="*/ 108788 w 492259"/>
                <a:gd name="connsiteY111" fmla="*/ 369874 h 674476"/>
                <a:gd name="connsiteX112" fmla="*/ 125105 w 492259"/>
                <a:gd name="connsiteY112" fmla="*/ 307322 h 674476"/>
                <a:gd name="connsiteX113" fmla="*/ 141423 w 492259"/>
                <a:gd name="connsiteY113" fmla="*/ 242051 h 674476"/>
                <a:gd name="connsiteX114" fmla="*/ 155022 w 492259"/>
                <a:gd name="connsiteY114" fmla="*/ 179498 h 674476"/>
                <a:gd name="connsiteX115" fmla="*/ 168620 w 492259"/>
                <a:gd name="connsiteY115" fmla="*/ 119665 h 674476"/>
                <a:gd name="connsiteX116" fmla="*/ 193097 w 492259"/>
                <a:gd name="connsiteY116" fmla="*/ 57113 h 674476"/>
                <a:gd name="connsiteX117" fmla="*/ 201256 w 492259"/>
                <a:gd name="connsiteY117" fmla="*/ 38075 h 674476"/>
                <a:gd name="connsiteX118" fmla="*/ 217574 w 492259"/>
                <a:gd name="connsiteY118" fmla="*/ 13598 h 674476"/>
                <a:gd name="connsiteX119" fmla="*/ 274687 w 492259"/>
                <a:gd name="connsiteY119" fmla="*/ 0 h 674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</a:cxnLst>
              <a:rect l="l" t="t" r="r" b="b"/>
              <a:pathLst>
                <a:path w="492259" h="674476">
                  <a:moveTo>
                    <a:pt x="225733" y="97907"/>
                  </a:moveTo>
                  <a:cubicBezTo>
                    <a:pt x="217574" y="97907"/>
                    <a:pt x="209415" y="114225"/>
                    <a:pt x="209415" y="119665"/>
                  </a:cubicBezTo>
                  <a:cubicBezTo>
                    <a:pt x="206695" y="130543"/>
                    <a:pt x="203976" y="144141"/>
                    <a:pt x="201256" y="152300"/>
                  </a:cubicBezTo>
                  <a:cubicBezTo>
                    <a:pt x="198536" y="157740"/>
                    <a:pt x="198536" y="163179"/>
                    <a:pt x="198536" y="168618"/>
                  </a:cubicBezTo>
                  <a:cubicBezTo>
                    <a:pt x="198536" y="174058"/>
                    <a:pt x="195817" y="179497"/>
                    <a:pt x="195817" y="184936"/>
                  </a:cubicBezTo>
                  <a:cubicBezTo>
                    <a:pt x="193097" y="195815"/>
                    <a:pt x="190377" y="209413"/>
                    <a:pt x="187658" y="220292"/>
                  </a:cubicBezTo>
                  <a:cubicBezTo>
                    <a:pt x="184938" y="244769"/>
                    <a:pt x="176779" y="269246"/>
                    <a:pt x="168620" y="291003"/>
                  </a:cubicBezTo>
                  <a:cubicBezTo>
                    <a:pt x="165900" y="301881"/>
                    <a:pt x="163181" y="312760"/>
                    <a:pt x="160461" y="323639"/>
                  </a:cubicBezTo>
                  <a:cubicBezTo>
                    <a:pt x="157742" y="337237"/>
                    <a:pt x="155022" y="348115"/>
                    <a:pt x="149582" y="361714"/>
                  </a:cubicBezTo>
                  <a:cubicBezTo>
                    <a:pt x="146863" y="367153"/>
                    <a:pt x="144143" y="383471"/>
                    <a:pt x="144143" y="388910"/>
                  </a:cubicBezTo>
                  <a:cubicBezTo>
                    <a:pt x="144143" y="391630"/>
                    <a:pt x="146863" y="391630"/>
                    <a:pt x="149582" y="391630"/>
                  </a:cubicBezTo>
                  <a:cubicBezTo>
                    <a:pt x="155022" y="391630"/>
                    <a:pt x="168620" y="391630"/>
                    <a:pt x="171340" y="391630"/>
                  </a:cubicBezTo>
                  <a:cubicBezTo>
                    <a:pt x="179498" y="391630"/>
                    <a:pt x="187658" y="391630"/>
                    <a:pt x="193097" y="388910"/>
                  </a:cubicBezTo>
                  <a:cubicBezTo>
                    <a:pt x="198536" y="388910"/>
                    <a:pt x="203976" y="388910"/>
                    <a:pt x="212135" y="388910"/>
                  </a:cubicBezTo>
                  <a:cubicBezTo>
                    <a:pt x="217574" y="388910"/>
                    <a:pt x="225733" y="388910"/>
                    <a:pt x="236611" y="388910"/>
                  </a:cubicBezTo>
                  <a:cubicBezTo>
                    <a:pt x="242051" y="388910"/>
                    <a:pt x="247490" y="388910"/>
                    <a:pt x="250210" y="386191"/>
                  </a:cubicBezTo>
                  <a:cubicBezTo>
                    <a:pt x="255649" y="391630"/>
                    <a:pt x="258369" y="388910"/>
                    <a:pt x="258369" y="386191"/>
                  </a:cubicBezTo>
                  <a:cubicBezTo>
                    <a:pt x="258369" y="380751"/>
                    <a:pt x="255649" y="372592"/>
                    <a:pt x="255649" y="367153"/>
                  </a:cubicBezTo>
                  <a:cubicBezTo>
                    <a:pt x="252930" y="353555"/>
                    <a:pt x="250210" y="342676"/>
                    <a:pt x="250210" y="331797"/>
                  </a:cubicBezTo>
                  <a:cubicBezTo>
                    <a:pt x="250210" y="301881"/>
                    <a:pt x="250210" y="274685"/>
                    <a:pt x="247490" y="244769"/>
                  </a:cubicBezTo>
                  <a:cubicBezTo>
                    <a:pt x="247490" y="231170"/>
                    <a:pt x="244771" y="217572"/>
                    <a:pt x="242051" y="203974"/>
                  </a:cubicBezTo>
                  <a:cubicBezTo>
                    <a:pt x="239331" y="187656"/>
                    <a:pt x="236611" y="174058"/>
                    <a:pt x="236611" y="157740"/>
                  </a:cubicBezTo>
                  <a:cubicBezTo>
                    <a:pt x="236611" y="152300"/>
                    <a:pt x="236611" y="133263"/>
                    <a:pt x="233892" y="119665"/>
                  </a:cubicBezTo>
                  <a:cubicBezTo>
                    <a:pt x="233892" y="106066"/>
                    <a:pt x="231172" y="97907"/>
                    <a:pt x="225733" y="97907"/>
                  </a:cubicBezTo>
                  <a:close/>
                  <a:moveTo>
                    <a:pt x="274687" y="0"/>
                  </a:moveTo>
                  <a:cubicBezTo>
                    <a:pt x="288285" y="0"/>
                    <a:pt x="293724" y="2720"/>
                    <a:pt x="304603" y="5439"/>
                  </a:cubicBezTo>
                  <a:cubicBezTo>
                    <a:pt x="315481" y="10879"/>
                    <a:pt x="315481" y="16318"/>
                    <a:pt x="320921" y="24477"/>
                  </a:cubicBezTo>
                  <a:cubicBezTo>
                    <a:pt x="326360" y="29916"/>
                    <a:pt x="331800" y="35356"/>
                    <a:pt x="334519" y="43515"/>
                  </a:cubicBezTo>
                  <a:cubicBezTo>
                    <a:pt x="337239" y="51674"/>
                    <a:pt x="337239" y="57113"/>
                    <a:pt x="339959" y="65272"/>
                  </a:cubicBezTo>
                  <a:cubicBezTo>
                    <a:pt x="345398" y="78870"/>
                    <a:pt x="342678" y="97908"/>
                    <a:pt x="348118" y="114226"/>
                  </a:cubicBezTo>
                  <a:cubicBezTo>
                    <a:pt x="350837" y="130544"/>
                    <a:pt x="358996" y="146863"/>
                    <a:pt x="361716" y="163180"/>
                  </a:cubicBezTo>
                  <a:cubicBezTo>
                    <a:pt x="364435" y="182218"/>
                    <a:pt x="364435" y="201256"/>
                    <a:pt x="369875" y="220293"/>
                  </a:cubicBezTo>
                  <a:cubicBezTo>
                    <a:pt x="375314" y="239331"/>
                    <a:pt x="378034" y="255649"/>
                    <a:pt x="378034" y="274686"/>
                  </a:cubicBezTo>
                  <a:cubicBezTo>
                    <a:pt x="378034" y="282845"/>
                    <a:pt x="380753" y="293724"/>
                    <a:pt x="383473" y="301883"/>
                  </a:cubicBezTo>
                  <a:cubicBezTo>
                    <a:pt x="386193" y="312762"/>
                    <a:pt x="388913" y="326360"/>
                    <a:pt x="391632" y="337238"/>
                  </a:cubicBezTo>
                  <a:cubicBezTo>
                    <a:pt x="391632" y="342678"/>
                    <a:pt x="394352" y="353556"/>
                    <a:pt x="397071" y="364435"/>
                  </a:cubicBezTo>
                  <a:cubicBezTo>
                    <a:pt x="399791" y="372594"/>
                    <a:pt x="402511" y="380753"/>
                    <a:pt x="405230" y="383473"/>
                  </a:cubicBezTo>
                  <a:cubicBezTo>
                    <a:pt x="407950" y="386192"/>
                    <a:pt x="413389" y="386192"/>
                    <a:pt x="416109" y="386192"/>
                  </a:cubicBezTo>
                  <a:cubicBezTo>
                    <a:pt x="418829" y="386192"/>
                    <a:pt x="424268" y="386192"/>
                    <a:pt x="426988" y="386192"/>
                  </a:cubicBezTo>
                  <a:cubicBezTo>
                    <a:pt x="437866" y="386192"/>
                    <a:pt x="448745" y="388912"/>
                    <a:pt x="454184" y="397071"/>
                  </a:cubicBezTo>
                  <a:cubicBezTo>
                    <a:pt x="456904" y="399790"/>
                    <a:pt x="456904" y="402510"/>
                    <a:pt x="456904" y="405230"/>
                  </a:cubicBezTo>
                  <a:cubicBezTo>
                    <a:pt x="456904" y="407949"/>
                    <a:pt x="454184" y="410669"/>
                    <a:pt x="451464" y="416108"/>
                  </a:cubicBezTo>
                  <a:cubicBezTo>
                    <a:pt x="446025" y="421548"/>
                    <a:pt x="440586" y="426987"/>
                    <a:pt x="432427" y="429707"/>
                  </a:cubicBezTo>
                  <a:cubicBezTo>
                    <a:pt x="429707" y="429707"/>
                    <a:pt x="426988" y="432426"/>
                    <a:pt x="421548" y="432426"/>
                  </a:cubicBezTo>
                  <a:cubicBezTo>
                    <a:pt x="418829" y="432426"/>
                    <a:pt x="416109" y="432426"/>
                    <a:pt x="413389" y="435146"/>
                  </a:cubicBezTo>
                  <a:cubicBezTo>
                    <a:pt x="413389" y="435146"/>
                    <a:pt x="413389" y="437866"/>
                    <a:pt x="413389" y="440585"/>
                  </a:cubicBezTo>
                  <a:cubicBezTo>
                    <a:pt x="413389" y="443305"/>
                    <a:pt x="413389" y="448744"/>
                    <a:pt x="416109" y="451464"/>
                  </a:cubicBezTo>
                  <a:cubicBezTo>
                    <a:pt x="416109" y="456903"/>
                    <a:pt x="418829" y="462343"/>
                    <a:pt x="418829" y="465062"/>
                  </a:cubicBezTo>
                  <a:lnTo>
                    <a:pt x="418829" y="475941"/>
                  </a:lnTo>
                  <a:cubicBezTo>
                    <a:pt x="418829" y="481380"/>
                    <a:pt x="418829" y="484100"/>
                    <a:pt x="418829" y="486820"/>
                  </a:cubicBezTo>
                  <a:cubicBezTo>
                    <a:pt x="421548" y="497698"/>
                    <a:pt x="424268" y="505857"/>
                    <a:pt x="426988" y="516736"/>
                  </a:cubicBezTo>
                  <a:cubicBezTo>
                    <a:pt x="426988" y="524895"/>
                    <a:pt x="429707" y="535773"/>
                    <a:pt x="432427" y="543932"/>
                  </a:cubicBezTo>
                  <a:cubicBezTo>
                    <a:pt x="435147" y="554811"/>
                    <a:pt x="437866" y="562970"/>
                    <a:pt x="437866" y="573848"/>
                  </a:cubicBezTo>
                  <a:cubicBezTo>
                    <a:pt x="437866" y="587447"/>
                    <a:pt x="440586" y="595606"/>
                    <a:pt x="443306" y="606484"/>
                  </a:cubicBezTo>
                  <a:cubicBezTo>
                    <a:pt x="443306" y="609204"/>
                    <a:pt x="446025" y="614643"/>
                    <a:pt x="446025" y="617363"/>
                  </a:cubicBezTo>
                  <a:cubicBezTo>
                    <a:pt x="454184" y="617363"/>
                    <a:pt x="462343" y="617363"/>
                    <a:pt x="470502" y="617363"/>
                  </a:cubicBezTo>
                  <a:cubicBezTo>
                    <a:pt x="475942" y="625522"/>
                    <a:pt x="492259" y="630961"/>
                    <a:pt x="492259" y="641840"/>
                  </a:cubicBezTo>
                  <a:cubicBezTo>
                    <a:pt x="492259" y="647279"/>
                    <a:pt x="486820" y="649999"/>
                    <a:pt x="484101" y="655438"/>
                  </a:cubicBezTo>
                  <a:cubicBezTo>
                    <a:pt x="481381" y="660877"/>
                    <a:pt x="473222" y="663597"/>
                    <a:pt x="467782" y="663597"/>
                  </a:cubicBezTo>
                  <a:cubicBezTo>
                    <a:pt x="456904" y="666317"/>
                    <a:pt x="451464" y="666317"/>
                    <a:pt x="443306" y="666317"/>
                  </a:cubicBezTo>
                  <a:cubicBezTo>
                    <a:pt x="437866" y="666317"/>
                    <a:pt x="429707" y="666317"/>
                    <a:pt x="421548" y="666317"/>
                  </a:cubicBezTo>
                  <a:cubicBezTo>
                    <a:pt x="418829" y="666317"/>
                    <a:pt x="416109" y="666317"/>
                    <a:pt x="413389" y="666317"/>
                  </a:cubicBezTo>
                  <a:cubicBezTo>
                    <a:pt x="407950" y="669036"/>
                    <a:pt x="405230" y="669036"/>
                    <a:pt x="399791" y="671756"/>
                  </a:cubicBezTo>
                  <a:cubicBezTo>
                    <a:pt x="394352" y="671756"/>
                    <a:pt x="388913" y="674476"/>
                    <a:pt x="383473" y="674476"/>
                  </a:cubicBezTo>
                  <a:cubicBezTo>
                    <a:pt x="372594" y="674476"/>
                    <a:pt x="358996" y="671756"/>
                    <a:pt x="348118" y="669036"/>
                  </a:cubicBezTo>
                  <a:cubicBezTo>
                    <a:pt x="339959" y="669036"/>
                    <a:pt x="331800" y="669036"/>
                    <a:pt x="326360" y="669036"/>
                  </a:cubicBezTo>
                  <a:cubicBezTo>
                    <a:pt x="304603" y="669036"/>
                    <a:pt x="285565" y="669036"/>
                    <a:pt x="277406" y="669036"/>
                  </a:cubicBezTo>
                  <a:cubicBezTo>
                    <a:pt x="269247" y="669036"/>
                    <a:pt x="258369" y="669036"/>
                    <a:pt x="252930" y="663597"/>
                  </a:cubicBezTo>
                  <a:cubicBezTo>
                    <a:pt x="247490" y="660877"/>
                    <a:pt x="236611" y="655438"/>
                    <a:pt x="236611" y="647279"/>
                  </a:cubicBezTo>
                  <a:cubicBezTo>
                    <a:pt x="236611" y="636401"/>
                    <a:pt x="252930" y="633681"/>
                    <a:pt x="261088" y="630961"/>
                  </a:cubicBezTo>
                  <a:cubicBezTo>
                    <a:pt x="266528" y="630961"/>
                    <a:pt x="274687" y="630961"/>
                    <a:pt x="288285" y="628241"/>
                  </a:cubicBezTo>
                  <a:cubicBezTo>
                    <a:pt x="288285" y="620082"/>
                    <a:pt x="288285" y="614643"/>
                    <a:pt x="285565" y="609204"/>
                  </a:cubicBezTo>
                  <a:cubicBezTo>
                    <a:pt x="285565" y="601045"/>
                    <a:pt x="282846" y="590166"/>
                    <a:pt x="282846" y="582007"/>
                  </a:cubicBezTo>
                  <a:cubicBezTo>
                    <a:pt x="282846" y="576568"/>
                    <a:pt x="280126" y="573848"/>
                    <a:pt x="280126" y="568409"/>
                  </a:cubicBezTo>
                  <a:cubicBezTo>
                    <a:pt x="280126" y="562970"/>
                    <a:pt x="282846" y="557531"/>
                    <a:pt x="282846" y="554811"/>
                  </a:cubicBezTo>
                  <a:cubicBezTo>
                    <a:pt x="282846" y="549371"/>
                    <a:pt x="280126" y="546652"/>
                    <a:pt x="277406" y="538493"/>
                  </a:cubicBezTo>
                  <a:cubicBezTo>
                    <a:pt x="277406" y="527614"/>
                    <a:pt x="271967" y="516736"/>
                    <a:pt x="271967" y="505857"/>
                  </a:cubicBezTo>
                  <a:cubicBezTo>
                    <a:pt x="271967" y="494978"/>
                    <a:pt x="271967" y="486820"/>
                    <a:pt x="269247" y="478660"/>
                  </a:cubicBezTo>
                  <a:cubicBezTo>
                    <a:pt x="266528" y="467782"/>
                    <a:pt x="266528" y="456903"/>
                    <a:pt x="266528" y="446025"/>
                  </a:cubicBezTo>
                  <a:cubicBezTo>
                    <a:pt x="266528" y="440585"/>
                    <a:pt x="263808" y="437866"/>
                    <a:pt x="261088" y="437866"/>
                  </a:cubicBezTo>
                  <a:cubicBezTo>
                    <a:pt x="258369" y="437866"/>
                    <a:pt x="255649" y="437866"/>
                    <a:pt x="250210" y="437866"/>
                  </a:cubicBezTo>
                  <a:cubicBezTo>
                    <a:pt x="239331" y="437866"/>
                    <a:pt x="228452" y="437866"/>
                    <a:pt x="220293" y="440585"/>
                  </a:cubicBezTo>
                  <a:cubicBezTo>
                    <a:pt x="209415" y="440585"/>
                    <a:pt x="201256" y="443305"/>
                    <a:pt x="190377" y="443305"/>
                  </a:cubicBezTo>
                  <a:cubicBezTo>
                    <a:pt x="182218" y="443305"/>
                    <a:pt x="174059" y="443305"/>
                    <a:pt x="165900" y="443305"/>
                  </a:cubicBezTo>
                  <a:cubicBezTo>
                    <a:pt x="163181" y="443305"/>
                    <a:pt x="152302" y="440585"/>
                    <a:pt x="144143" y="440585"/>
                  </a:cubicBezTo>
                  <a:cubicBezTo>
                    <a:pt x="135984" y="440585"/>
                    <a:pt x="135984" y="448744"/>
                    <a:pt x="135984" y="454184"/>
                  </a:cubicBezTo>
                  <a:cubicBezTo>
                    <a:pt x="135984" y="465062"/>
                    <a:pt x="133264" y="475941"/>
                    <a:pt x="130545" y="486820"/>
                  </a:cubicBezTo>
                  <a:cubicBezTo>
                    <a:pt x="127825" y="505857"/>
                    <a:pt x="122386" y="522175"/>
                    <a:pt x="119666" y="541213"/>
                  </a:cubicBezTo>
                  <a:cubicBezTo>
                    <a:pt x="116947" y="560250"/>
                    <a:pt x="108788" y="595606"/>
                    <a:pt x="103348" y="614643"/>
                  </a:cubicBezTo>
                  <a:cubicBezTo>
                    <a:pt x="111507" y="614643"/>
                    <a:pt x="122386" y="614643"/>
                    <a:pt x="133264" y="614643"/>
                  </a:cubicBezTo>
                  <a:cubicBezTo>
                    <a:pt x="146863" y="614643"/>
                    <a:pt x="168620" y="614643"/>
                    <a:pt x="168620" y="630961"/>
                  </a:cubicBezTo>
                  <a:cubicBezTo>
                    <a:pt x="168620" y="639120"/>
                    <a:pt x="165900" y="639120"/>
                    <a:pt x="163181" y="647279"/>
                  </a:cubicBezTo>
                  <a:cubicBezTo>
                    <a:pt x="160461" y="652718"/>
                    <a:pt x="152302" y="655438"/>
                    <a:pt x="146863" y="655438"/>
                  </a:cubicBezTo>
                  <a:cubicBezTo>
                    <a:pt x="138704" y="658158"/>
                    <a:pt x="133264" y="658158"/>
                    <a:pt x="127825" y="658158"/>
                  </a:cubicBezTo>
                  <a:cubicBezTo>
                    <a:pt x="122386" y="658158"/>
                    <a:pt x="116947" y="658158"/>
                    <a:pt x="106068" y="658158"/>
                  </a:cubicBezTo>
                  <a:cubicBezTo>
                    <a:pt x="92468" y="658158"/>
                    <a:pt x="78870" y="658158"/>
                    <a:pt x="62552" y="658158"/>
                  </a:cubicBezTo>
                  <a:cubicBezTo>
                    <a:pt x="54393" y="658158"/>
                    <a:pt x="46234" y="658158"/>
                    <a:pt x="40795" y="658158"/>
                  </a:cubicBezTo>
                  <a:cubicBezTo>
                    <a:pt x="32636" y="658158"/>
                    <a:pt x="21758" y="658158"/>
                    <a:pt x="16318" y="652718"/>
                  </a:cubicBezTo>
                  <a:cubicBezTo>
                    <a:pt x="8159" y="649999"/>
                    <a:pt x="0" y="641840"/>
                    <a:pt x="0" y="636401"/>
                  </a:cubicBezTo>
                  <a:cubicBezTo>
                    <a:pt x="0" y="633681"/>
                    <a:pt x="0" y="630961"/>
                    <a:pt x="2720" y="628241"/>
                  </a:cubicBezTo>
                  <a:cubicBezTo>
                    <a:pt x="8159" y="625522"/>
                    <a:pt x="16318" y="622802"/>
                    <a:pt x="24477" y="620082"/>
                  </a:cubicBezTo>
                  <a:cubicBezTo>
                    <a:pt x="38075" y="617363"/>
                    <a:pt x="48954" y="617363"/>
                    <a:pt x="62552" y="617363"/>
                  </a:cubicBezTo>
                  <a:cubicBezTo>
                    <a:pt x="62552" y="617363"/>
                    <a:pt x="62552" y="614643"/>
                    <a:pt x="62552" y="614643"/>
                  </a:cubicBezTo>
                  <a:cubicBezTo>
                    <a:pt x="62552" y="603765"/>
                    <a:pt x="65272" y="590166"/>
                    <a:pt x="65272" y="587447"/>
                  </a:cubicBezTo>
                  <a:cubicBezTo>
                    <a:pt x="67992" y="565689"/>
                    <a:pt x="73431" y="543932"/>
                    <a:pt x="76151" y="522175"/>
                  </a:cubicBezTo>
                  <a:cubicBezTo>
                    <a:pt x="78870" y="505857"/>
                    <a:pt x="81590" y="486820"/>
                    <a:pt x="87029" y="470501"/>
                  </a:cubicBezTo>
                  <a:cubicBezTo>
                    <a:pt x="87029" y="465062"/>
                    <a:pt x="92468" y="451464"/>
                    <a:pt x="92468" y="446025"/>
                  </a:cubicBezTo>
                  <a:cubicBezTo>
                    <a:pt x="92468" y="437866"/>
                    <a:pt x="73431" y="437866"/>
                    <a:pt x="65272" y="432426"/>
                  </a:cubicBezTo>
                  <a:cubicBezTo>
                    <a:pt x="59833" y="429707"/>
                    <a:pt x="54393" y="426987"/>
                    <a:pt x="54393" y="421548"/>
                  </a:cubicBezTo>
                  <a:cubicBezTo>
                    <a:pt x="54393" y="413389"/>
                    <a:pt x="62552" y="410669"/>
                    <a:pt x="73431" y="407949"/>
                  </a:cubicBezTo>
                  <a:cubicBezTo>
                    <a:pt x="78870" y="407949"/>
                    <a:pt x="92468" y="405230"/>
                    <a:pt x="100629" y="399790"/>
                  </a:cubicBezTo>
                  <a:cubicBezTo>
                    <a:pt x="106068" y="394351"/>
                    <a:pt x="106068" y="378033"/>
                    <a:pt x="108788" y="369874"/>
                  </a:cubicBezTo>
                  <a:cubicBezTo>
                    <a:pt x="114227" y="348117"/>
                    <a:pt x="119666" y="326360"/>
                    <a:pt x="125105" y="307322"/>
                  </a:cubicBezTo>
                  <a:cubicBezTo>
                    <a:pt x="130545" y="285565"/>
                    <a:pt x="135984" y="263808"/>
                    <a:pt x="141423" y="242051"/>
                  </a:cubicBezTo>
                  <a:cubicBezTo>
                    <a:pt x="146863" y="220293"/>
                    <a:pt x="152302" y="198536"/>
                    <a:pt x="155022" y="179498"/>
                  </a:cubicBezTo>
                  <a:cubicBezTo>
                    <a:pt x="157742" y="160461"/>
                    <a:pt x="163181" y="138703"/>
                    <a:pt x="168620" y="119665"/>
                  </a:cubicBezTo>
                  <a:cubicBezTo>
                    <a:pt x="176779" y="100627"/>
                    <a:pt x="182218" y="76150"/>
                    <a:pt x="193097" y="57113"/>
                  </a:cubicBezTo>
                  <a:lnTo>
                    <a:pt x="201256" y="38075"/>
                  </a:lnTo>
                  <a:cubicBezTo>
                    <a:pt x="206695" y="29916"/>
                    <a:pt x="209415" y="19038"/>
                    <a:pt x="217574" y="13598"/>
                  </a:cubicBezTo>
                  <a:cubicBezTo>
                    <a:pt x="231172" y="2720"/>
                    <a:pt x="255649" y="0"/>
                    <a:pt x="274687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8127A624-42CC-4E96-BDC2-D7800A80C6A5}"/>
                </a:ext>
              </a:extLst>
            </p:cNvPr>
            <p:cNvSpPr/>
            <p:nvPr/>
          </p:nvSpPr>
          <p:spPr bwMode="black">
            <a:xfrm>
              <a:off x="6876542" y="4244897"/>
              <a:ext cx="462342" cy="677195"/>
            </a:xfrm>
            <a:custGeom>
              <a:avLst/>
              <a:gdLst>
                <a:gd name="connsiteX0" fmla="*/ 214853 w 462342"/>
                <a:gd name="connsiteY0" fmla="*/ 65272 h 677195"/>
                <a:gd name="connsiteX1" fmla="*/ 195815 w 462342"/>
                <a:gd name="connsiteY1" fmla="*/ 73431 h 677195"/>
                <a:gd name="connsiteX2" fmla="*/ 193096 w 462342"/>
                <a:gd name="connsiteY2" fmla="*/ 125105 h 677195"/>
                <a:gd name="connsiteX3" fmla="*/ 190376 w 462342"/>
                <a:gd name="connsiteY3" fmla="*/ 280125 h 677195"/>
                <a:gd name="connsiteX4" fmla="*/ 190376 w 462342"/>
                <a:gd name="connsiteY4" fmla="*/ 301882 h 677195"/>
                <a:gd name="connsiteX5" fmla="*/ 193096 w 462342"/>
                <a:gd name="connsiteY5" fmla="*/ 342677 h 677195"/>
                <a:gd name="connsiteX6" fmla="*/ 195815 w 462342"/>
                <a:gd name="connsiteY6" fmla="*/ 397070 h 677195"/>
                <a:gd name="connsiteX7" fmla="*/ 195815 w 462342"/>
                <a:gd name="connsiteY7" fmla="*/ 443304 h 677195"/>
                <a:gd name="connsiteX8" fmla="*/ 195815 w 462342"/>
                <a:gd name="connsiteY8" fmla="*/ 530333 h 677195"/>
                <a:gd name="connsiteX9" fmla="*/ 193096 w 462342"/>
                <a:gd name="connsiteY9" fmla="*/ 554810 h 677195"/>
                <a:gd name="connsiteX10" fmla="*/ 190376 w 462342"/>
                <a:gd name="connsiteY10" fmla="*/ 603764 h 677195"/>
                <a:gd name="connsiteX11" fmla="*/ 198535 w 462342"/>
                <a:gd name="connsiteY11" fmla="*/ 611923 h 677195"/>
                <a:gd name="connsiteX12" fmla="*/ 214853 w 462342"/>
                <a:gd name="connsiteY12" fmla="*/ 611923 h 677195"/>
                <a:gd name="connsiteX13" fmla="*/ 236610 w 462342"/>
                <a:gd name="connsiteY13" fmla="*/ 611923 h 677195"/>
                <a:gd name="connsiteX14" fmla="*/ 263807 w 462342"/>
                <a:gd name="connsiteY14" fmla="*/ 598325 h 677195"/>
                <a:gd name="connsiteX15" fmla="*/ 277405 w 462342"/>
                <a:gd name="connsiteY15" fmla="*/ 592885 h 677195"/>
                <a:gd name="connsiteX16" fmla="*/ 291004 w 462342"/>
                <a:gd name="connsiteY16" fmla="*/ 573848 h 677195"/>
                <a:gd name="connsiteX17" fmla="*/ 307322 w 462342"/>
                <a:gd name="connsiteY17" fmla="*/ 543931 h 677195"/>
                <a:gd name="connsiteX18" fmla="*/ 326359 w 462342"/>
                <a:gd name="connsiteY18" fmla="*/ 481379 h 677195"/>
                <a:gd name="connsiteX19" fmla="*/ 337238 w 462342"/>
                <a:gd name="connsiteY19" fmla="*/ 413388 h 677195"/>
                <a:gd name="connsiteX20" fmla="*/ 337238 w 462342"/>
                <a:gd name="connsiteY20" fmla="*/ 350836 h 677195"/>
                <a:gd name="connsiteX21" fmla="*/ 334518 w 462342"/>
                <a:gd name="connsiteY21" fmla="*/ 296443 h 677195"/>
                <a:gd name="connsiteX22" fmla="*/ 329079 w 462342"/>
                <a:gd name="connsiteY22" fmla="*/ 244769 h 677195"/>
                <a:gd name="connsiteX23" fmla="*/ 307322 w 462342"/>
                <a:gd name="connsiteY23" fmla="*/ 135983 h 677195"/>
                <a:gd name="connsiteX24" fmla="*/ 271966 w 462342"/>
                <a:gd name="connsiteY24" fmla="*/ 78870 h 677195"/>
                <a:gd name="connsiteX25" fmla="*/ 214853 w 462342"/>
                <a:gd name="connsiteY25" fmla="*/ 65272 h 677195"/>
                <a:gd name="connsiteX26" fmla="*/ 114226 w 462342"/>
                <a:gd name="connsiteY26" fmla="*/ 0 h 677195"/>
                <a:gd name="connsiteX27" fmla="*/ 127824 w 462342"/>
                <a:gd name="connsiteY27" fmla="*/ 0 h 677195"/>
                <a:gd name="connsiteX28" fmla="*/ 146862 w 462342"/>
                <a:gd name="connsiteY28" fmla="*/ 2720 h 677195"/>
                <a:gd name="connsiteX29" fmla="*/ 174059 w 462342"/>
                <a:gd name="connsiteY29" fmla="*/ 21758 h 677195"/>
                <a:gd name="connsiteX30" fmla="*/ 193096 w 462342"/>
                <a:gd name="connsiteY30" fmla="*/ 21758 h 677195"/>
                <a:gd name="connsiteX31" fmla="*/ 261088 w 462342"/>
                <a:gd name="connsiteY31" fmla="*/ 27197 h 677195"/>
                <a:gd name="connsiteX32" fmla="*/ 310042 w 462342"/>
                <a:gd name="connsiteY32" fmla="*/ 35356 h 677195"/>
                <a:gd name="connsiteX33" fmla="*/ 334518 w 462342"/>
                <a:gd name="connsiteY33" fmla="*/ 40795 h 677195"/>
                <a:gd name="connsiteX34" fmla="*/ 356276 w 462342"/>
                <a:gd name="connsiteY34" fmla="*/ 59833 h 677195"/>
                <a:gd name="connsiteX35" fmla="*/ 372593 w 462342"/>
                <a:gd name="connsiteY35" fmla="*/ 76151 h 677195"/>
                <a:gd name="connsiteX36" fmla="*/ 380752 w 462342"/>
                <a:gd name="connsiteY36" fmla="*/ 95188 h 677195"/>
                <a:gd name="connsiteX37" fmla="*/ 405230 w 462342"/>
                <a:gd name="connsiteY37" fmla="*/ 114226 h 677195"/>
                <a:gd name="connsiteX38" fmla="*/ 416108 w 462342"/>
                <a:gd name="connsiteY38" fmla="*/ 141422 h 677195"/>
                <a:gd name="connsiteX39" fmla="*/ 451464 w 462342"/>
                <a:gd name="connsiteY39" fmla="*/ 201256 h 677195"/>
                <a:gd name="connsiteX40" fmla="*/ 456903 w 462342"/>
                <a:gd name="connsiteY40" fmla="*/ 252929 h 677195"/>
                <a:gd name="connsiteX41" fmla="*/ 456903 w 462342"/>
                <a:gd name="connsiteY41" fmla="*/ 291004 h 677195"/>
                <a:gd name="connsiteX42" fmla="*/ 459623 w 462342"/>
                <a:gd name="connsiteY42" fmla="*/ 318201 h 677195"/>
                <a:gd name="connsiteX43" fmla="*/ 459623 w 462342"/>
                <a:gd name="connsiteY43" fmla="*/ 326360 h 677195"/>
                <a:gd name="connsiteX44" fmla="*/ 459623 w 462342"/>
                <a:gd name="connsiteY44" fmla="*/ 348117 h 677195"/>
                <a:gd name="connsiteX45" fmla="*/ 462342 w 462342"/>
                <a:gd name="connsiteY45" fmla="*/ 367155 h 677195"/>
                <a:gd name="connsiteX46" fmla="*/ 456903 w 462342"/>
                <a:gd name="connsiteY46" fmla="*/ 391632 h 677195"/>
                <a:gd name="connsiteX47" fmla="*/ 456903 w 462342"/>
                <a:gd name="connsiteY47" fmla="*/ 418828 h 677195"/>
                <a:gd name="connsiteX48" fmla="*/ 451464 w 462342"/>
                <a:gd name="connsiteY48" fmla="*/ 437866 h 677195"/>
                <a:gd name="connsiteX49" fmla="*/ 446025 w 462342"/>
                <a:gd name="connsiteY49" fmla="*/ 454184 h 677195"/>
                <a:gd name="connsiteX50" fmla="*/ 440585 w 462342"/>
                <a:gd name="connsiteY50" fmla="*/ 481380 h 677195"/>
                <a:gd name="connsiteX51" fmla="*/ 432426 w 462342"/>
                <a:gd name="connsiteY51" fmla="*/ 508577 h 677195"/>
                <a:gd name="connsiteX52" fmla="*/ 418828 w 462342"/>
                <a:gd name="connsiteY52" fmla="*/ 530334 h 677195"/>
                <a:gd name="connsiteX53" fmla="*/ 410669 w 462342"/>
                <a:gd name="connsiteY53" fmla="*/ 549371 h 677195"/>
                <a:gd name="connsiteX54" fmla="*/ 391631 w 462342"/>
                <a:gd name="connsiteY54" fmla="*/ 579288 h 677195"/>
                <a:gd name="connsiteX55" fmla="*/ 337238 w 462342"/>
                <a:gd name="connsiteY55" fmla="*/ 630961 h 677195"/>
                <a:gd name="connsiteX56" fmla="*/ 301883 w 462342"/>
                <a:gd name="connsiteY56" fmla="*/ 647279 h 677195"/>
                <a:gd name="connsiteX57" fmla="*/ 263807 w 462342"/>
                <a:gd name="connsiteY57" fmla="*/ 652718 h 677195"/>
                <a:gd name="connsiteX58" fmla="*/ 233891 w 462342"/>
                <a:gd name="connsiteY58" fmla="*/ 649999 h 677195"/>
                <a:gd name="connsiteX59" fmla="*/ 187657 w 462342"/>
                <a:gd name="connsiteY59" fmla="*/ 652718 h 677195"/>
                <a:gd name="connsiteX60" fmla="*/ 171339 w 462342"/>
                <a:gd name="connsiteY60" fmla="*/ 669036 h 677195"/>
                <a:gd name="connsiteX61" fmla="*/ 155021 w 462342"/>
                <a:gd name="connsiteY61" fmla="*/ 671756 h 677195"/>
                <a:gd name="connsiteX62" fmla="*/ 138703 w 462342"/>
                <a:gd name="connsiteY62" fmla="*/ 674476 h 677195"/>
                <a:gd name="connsiteX63" fmla="*/ 125105 w 462342"/>
                <a:gd name="connsiteY63" fmla="*/ 677195 h 677195"/>
                <a:gd name="connsiteX64" fmla="*/ 106067 w 462342"/>
                <a:gd name="connsiteY64" fmla="*/ 671756 h 677195"/>
                <a:gd name="connsiteX65" fmla="*/ 87029 w 462342"/>
                <a:gd name="connsiteY65" fmla="*/ 658158 h 677195"/>
                <a:gd name="connsiteX66" fmla="*/ 81590 w 462342"/>
                <a:gd name="connsiteY66" fmla="*/ 652718 h 677195"/>
                <a:gd name="connsiteX67" fmla="*/ 67992 w 462342"/>
                <a:gd name="connsiteY67" fmla="*/ 652718 h 677195"/>
                <a:gd name="connsiteX68" fmla="*/ 43515 w 462342"/>
                <a:gd name="connsiteY68" fmla="*/ 652718 h 677195"/>
                <a:gd name="connsiteX69" fmla="*/ 16318 w 462342"/>
                <a:gd name="connsiteY69" fmla="*/ 647279 h 677195"/>
                <a:gd name="connsiteX70" fmla="*/ 0 w 462342"/>
                <a:gd name="connsiteY70" fmla="*/ 630961 h 677195"/>
                <a:gd name="connsiteX71" fmla="*/ 5439 w 462342"/>
                <a:gd name="connsiteY71" fmla="*/ 620083 h 677195"/>
                <a:gd name="connsiteX72" fmla="*/ 27197 w 462342"/>
                <a:gd name="connsiteY72" fmla="*/ 611924 h 677195"/>
                <a:gd name="connsiteX73" fmla="*/ 65272 w 462342"/>
                <a:gd name="connsiteY73" fmla="*/ 609204 h 677195"/>
                <a:gd name="connsiteX74" fmla="*/ 65272 w 462342"/>
                <a:gd name="connsiteY74" fmla="*/ 584727 h 677195"/>
                <a:gd name="connsiteX75" fmla="*/ 62552 w 462342"/>
                <a:gd name="connsiteY75" fmla="*/ 456903 h 677195"/>
                <a:gd name="connsiteX76" fmla="*/ 65272 w 462342"/>
                <a:gd name="connsiteY76" fmla="*/ 337238 h 677195"/>
                <a:gd name="connsiteX77" fmla="*/ 67992 w 462342"/>
                <a:gd name="connsiteY77" fmla="*/ 203975 h 677195"/>
                <a:gd name="connsiteX78" fmla="*/ 70712 w 462342"/>
                <a:gd name="connsiteY78" fmla="*/ 119665 h 677195"/>
                <a:gd name="connsiteX79" fmla="*/ 73431 w 462342"/>
                <a:gd name="connsiteY79" fmla="*/ 67992 h 677195"/>
                <a:gd name="connsiteX80" fmla="*/ 67992 w 462342"/>
                <a:gd name="connsiteY80" fmla="*/ 67992 h 677195"/>
                <a:gd name="connsiteX81" fmla="*/ 43515 w 462342"/>
                <a:gd name="connsiteY81" fmla="*/ 67992 h 677195"/>
                <a:gd name="connsiteX82" fmla="*/ 16318 w 462342"/>
                <a:gd name="connsiteY82" fmla="*/ 62552 h 677195"/>
                <a:gd name="connsiteX83" fmla="*/ 0 w 462342"/>
                <a:gd name="connsiteY83" fmla="*/ 46234 h 677195"/>
                <a:gd name="connsiteX84" fmla="*/ 5439 w 462342"/>
                <a:gd name="connsiteY84" fmla="*/ 35356 h 677195"/>
                <a:gd name="connsiteX85" fmla="*/ 27197 w 462342"/>
                <a:gd name="connsiteY85" fmla="*/ 27197 h 677195"/>
                <a:gd name="connsiteX86" fmla="*/ 76151 w 462342"/>
                <a:gd name="connsiteY86" fmla="*/ 21758 h 677195"/>
                <a:gd name="connsiteX87" fmla="*/ 81590 w 462342"/>
                <a:gd name="connsiteY87" fmla="*/ 13598 h 677195"/>
                <a:gd name="connsiteX88" fmla="*/ 97908 w 462342"/>
                <a:gd name="connsiteY88" fmla="*/ 5439 h 677195"/>
                <a:gd name="connsiteX89" fmla="*/ 114226 w 462342"/>
                <a:gd name="connsiteY89" fmla="*/ 0 h 677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462342" h="677195">
                  <a:moveTo>
                    <a:pt x="214853" y="65272"/>
                  </a:moveTo>
                  <a:cubicBezTo>
                    <a:pt x="203975" y="65272"/>
                    <a:pt x="195815" y="67992"/>
                    <a:pt x="195815" y="73431"/>
                  </a:cubicBezTo>
                  <a:cubicBezTo>
                    <a:pt x="193096" y="78870"/>
                    <a:pt x="193096" y="100628"/>
                    <a:pt x="193096" y="125105"/>
                  </a:cubicBezTo>
                  <a:cubicBezTo>
                    <a:pt x="193096" y="182217"/>
                    <a:pt x="193096" y="266527"/>
                    <a:pt x="190376" y="280125"/>
                  </a:cubicBezTo>
                  <a:cubicBezTo>
                    <a:pt x="190376" y="288284"/>
                    <a:pt x="190376" y="293723"/>
                    <a:pt x="190376" y="301882"/>
                  </a:cubicBezTo>
                  <a:cubicBezTo>
                    <a:pt x="190376" y="315480"/>
                    <a:pt x="190376" y="329079"/>
                    <a:pt x="193096" y="342677"/>
                  </a:cubicBezTo>
                  <a:cubicBezTo>
                    <a:pt x="193096" y="361715"/>
                    <a:pt x="193096" y="378033"/>
                    <a:pt x="195815" y="397070"/>
                  </a:cubicBezTo>
                  <a:cubicBezTo>
                    <a:pt x="195815" y="413388"/>
                    <a:pt x="195815" y="426986"/>
                    <a:pt x="195815" y="443304"/>
                  </a:cubicBezTo>
                  <a:cubicBezTo>
                    <a:pt x="195815" y="465061"/>
                    <a:pt x="198535" y="508576"/>
                    <a:pt x="195815" y="530333"/>
                  </a:cubicBezTo>
                  <a:cubicBezTo>
                    <a:pt x="195815" y="538492"/>
                    <a:pt x="193096" y="546651"/>
                    <a:pt x="193096" y="554810"/>
                  </a:cubicBezTo>
                  <a:cubicBezTo>
                    <a:pt x="193096" y="560249"/>
                    <a:pt x="190376" y="590166"/>
                    <a:pt x="190376" y="603764"/>
                  </a:cubicBezTo>
                  <a:cubicBezTo>
                    <a:pt x="190376" y="609203"/>
                    <a:pt x="190376" y="611923"/>
                    <a:pt x="198535" y="611923"/>
                  </a:cubicBezTo>
                  <a:cubicBezTo>
                    <a:pt x="206694" y="611923"/>
                    <a:pt x="209414" y="611923"/>
                    <a:pt x="214853" y="611923"/>
                  </a:cubicBezTo>
                  <a:cubicBezTo>
                    <a:pt x="223012" y="611923"/>
                    <a:pt x="220293" y="611923"/>
                    <a:pt x="236610" y="611923"/>
                  </a:cubicBezTo>
                  <a:cubicBezTo>
                    <a:pt x="242050" y="611923"/>
                    <a:pt x="258368" y="601044"/>
                    <a:pt x="263807" y="598325"/>
                  </a:cubicBezTo>
                  <a:cubicBezTo>
                    <a:pt x="266527" y="598325"/>
                    <a:pt x="274686" y="592885"/>
                    <a:pt x="277405" y="592885"/>
                  </a:cubicBezTo>
                  <a:cubicBezTo>
                    <a:pt x="285564" y="587446"/>
                    <a:pt x="288284" y="579287"/>
                    <a:pt x="291004" y="573848"/>
                  </a:cubicBezTo>
                  <a:cubicBezTo>
                    <a:pt x="296443" y="562969"/>
                    <a:pt x="301882" y="554810"/>
                    <a:pt x="307322" y="543931"/>
                  </a:cubicBezTo>
                  <a:cubicBezTo>
                    <a:pt x="315481" y="524894"/>
                    <a:pt x="320920" y="524894"/>
                    <a:pt x="326359" y="481379"/>
                  </a:cubicBezTo>
                  <a:cubicBezTo>
                    <a:pt x="329079" y="456903"/>
                    <a:pt x="334518" y="435145"/>
                    <a:pt x="337238" y="413388"/>
                  </a:cubicBezTo>
                  <a:cubicBezTo>
                    <a:pt x="337238" y="391631"/>
                    <a:pt x="337238" y="369873"/>
                    <a:pt x="337238" y="350836"/>
                  </a:cubicBezTo>
                  <a:cubicBezTo>
                    <a:pt x="337238" y="339957"/>
                    <a:pt x="337238" y="320920"/>
                    <a:pt x="334518" y="296443"/>
                  </a:cubicBezTo>
                  <a:cubicBezTo>
                    <a:pt x="331798" y="269246"/>
                    <a:pt x="329079" y="250209"/>
                    <a:pt x="329079" y="244769"/>
                  </a:cubicBezTo>
                  <a:cubicBezTo>
                    <a:pt x="323640" y="206694"/>
                    <a:pt x="318200" y="174058"/>
                    <a:pt x="307322" y="135983"/>
                  </a:cubicBezTo>
                  <a:cubicBezTo>
                    <a:pt x="304602" y="125105"/>
                    <a:pt x="304602" y="108787"/>
                    <a:pt x="271966" y="78870"/>
                  </a:cubicBezTo>
                  <a:cubicBezTo>
                    <a:pt x="263807" y="73431"/>
                    <a:pt x="233891" y="65272"/>
                    <a:pt x="214853" y="65272"/>
                  </a:cubicBezTo>
                  <a:close/>
                  <a:moveTo>
                    <a:pt x="114226" y="0"/>
                  </a:moveTo>
                  <a:cubicBezTo>
                    <a:pt x="119665" y="0"/>
                    <a:pt x="125105" y="0"/>
                    <a:pt x="127824" y="0"/>
                  </a:cubicBezTo>
                  <a:cubicBezTo>
                    <a:pt x="133264" y="0"/>
                    <a:pt x="141422" y="0"/>
                    <a:pt x="146862" y="2720"/>
                  </a:cubicBezTo>
                  <a:cubicBezTo>
                    <a:pt x="157741" y="5439"/>
                    <a:pt x="165900" y="13598"/>
                    <a:pt x="174059" y="21758"/>
                  </a:cubicBezTo>
                  <a:cubicBezTo>
                    <a:pt x="179498" y="21758"/>
                    <a:pt x="187657" y="21758"/>
                    <a:pt x="193096" y="21758"/>
                  </a:cubicBezTo>
                  <a:cubicBezTo>
                    <a:pt x="212134" y="21758"/>
                    <a:pt x="228452" y="27197"/>
                    <a:pt x="261088" y="27197"/>
                  </a:cubicBezTo>
                  <a:cubicBezTo>
                    <a:pt x="277405" y="27197"/>
                    <a:pt x="293723" y="35356"/>
                    <a:pt x="310042" y="35356"/>
                  </a:cubicBezTo>
                  <a:cubicBezTo>
                    <a:pt x="318200" y="35356"/>
                    <a:pt x="329079" y="35356"/>
                    <a:pt x="334518" y="40795"/>
                  </a:cubicBezTo>
                  <a:cubicBezTo>
                    <a:pt x="342677" y="46234"/>
                    <a:pt x="348117" y="54393"/>
                    <a:pt x="356276" y="59833"/>
                  </a:cubicBezTo>
                  <a:cubicBezTo>
                    <a:pt x="361715" y="65272"/>
                    <a:pt x="369874" y="67992"/>
                    <a:pt x="372593" y="76151"/>
                  </a:cubicBezTo>
                  <a:cubicBezTo>
                    <a:pt x="375313" y="81590"/>
                    <a:pt x="378033" y="89749"/>
                    <a:pt x="380752" y="95188"/>
                  </a:cubicBezTo>
                  <a:cubicBezTo>
                    <a:pt x="386192" y="103347"/>
                    <a:pt x="391631" y="106067"/>
                    <a:pt x="405230" y="114226"/>
                  </a:cubicBezTo>
                  <a:cubicBezTo>
                    <a:pt x="413388" y="119665"/>
                    <a:pt x="410669" y="133263"/>
                    <a:pt x="416108" y="141422"/>
                  </a:cubicBezTo>
                  <a:cubicBezTo>
                    <a:pt x="426987" y="160461"/>
                    <a:pt x="446025" y="182218"/>
                    <a:pt x="451464" y="201256"/>
                  </a:cubicBezTo>
                  <a:cubicBezTo>
                    <a:pt x="456903" y="220293"/>
                    <a:pt x="456903" y="236611"/>
                    <a:pt x="456903" y="252929"/>
                  </a:cubicBezTo>
                  <a:cubicBezTo>
                    <a:pt x="456903" y="266527"/>
                    <a:pt x="456903" y="277406"/>
                    <a:pt x="456903" y="291004"/>
                  </a:cubicBezTo>
                  <a:cubicBezTo>
                    <a:pt x="456903" y="299163"/>
                    <a:pt x="456903" y="307322"/>
                    <a:pt x="459623" y="318201"/>
                  </a:cubicBezTo>
                  <a:cubicBezTo>
                    <a:pt x="459623" y="320921"/>
                    <a:pt x="459623" y="323640"/>
                    <a:pt x="459623" y="326360"/>
                  </a:cubicBezTo>
                  <a:cubicBezTo>
                    <a:pt x="462342" y="331799"/>
                    <a:pt x="459623" y="337238"/>
                    <a:pt x="459623" y="348117"/>
                  </a:cubicBezTo>
                  <a:cubicBezTo>
                    <a:pt x="459623" y="350837"/>
                    <a:pt x="462342" y="361715"/>
                    <a:pt x="462342" y="367155"/>
                  </a:cubicBezTo>
                  <a:cubicBezTo>
                    <a:pt x="462342" y="375314"/>
                    <a:pt x="456903" y="383473"/>
                    <a:pt x="456903" y="391632"/>
                  </a:cubicBezTo>
                  <a:cubicBezTo>
                    <a:pt x="456903" y="399790"/>
                    <a:pt x="456903" y="410669"/>
                    <a:pt x="456903" y="418828"/>
                  </a:cubicBezTo>
                  <a:cubicBezTo>
                    <a:pt x="456903" y="421548"/>
                    <a:pt x="454183" y="429707"/>
                    <a:pt x="451464" y="437866"/>
                  </a:cubicBezTo>
                  <a:cubicBezTo>
                    <a:pt x="448744" y="443305"/>
                    <a:pt x="448744" y="451464"/>
                    <a:pt x="446025" y="454184"/>
                  </a:cubicBezTo>
                  <a:cubicBezTo>
                    <a:pt x="443305" y="462343"/>
                    <a:pt x="440585" y="473221"/>
                    <a:pt x="440585" y="481380"/>
                  </a:cubicBezTo>
                  <a:cubicBezTo>
                    <a:pt x="437865" y="489539"/>
                    <a:pt x="437865" y="500418"/>
                    <a:pt x="432426" y="508577"/>
                  </a:cubicBezTo>
                  <a:cubicBezTo>
                    <a:pt x="429706" y="516736"/>
                    <a:pt x="424267" y="522175"/>
                    <a:pt x="418828" y="530334"/>
                  </a:cubicBezTo>
                  <a:cubicBezTo>
                    <a:pt x="416108" y="535773"/>
                    <a:pt x="413388" y="543932"/>
                    <a:pt x="410669" y="549371"/>
                  </a:cubicBezTo>
                  <a:cubicBezTo>
                    <a:pt x="405230" y="557531"/>
                    <a:pt x="397071" y="573848"/>
                    <a:pt x="391631" y="579288"/>
                  </a:cubicBezTo>
                  <a:cubicBezTo>
                    <a:pt x="369874" y="609204"/>
                    <a:pt x="350836" y="620083"/>
                    <a:pt x="337238" y="630961"/>
                  </a:cubicBezTo>
                  <a:cubicBezTo>
                    <a:pt x="326359" y="639120"/>
                    <a:pt x="315481" y="641840"/>
                    <a:pt x="301883" y="647279"/>
                  </a:cubicBezTo>
                  <a:cubicBezTo>
                    <a:pt x="291004" y="649999"/>
                    <a:pt x="277405" y="652718"/>
                    <a:pt x="263807" y="652718"/>
                  </a:cubicBezTo>
                  <a:cubicBezTo>
                    <a:pt x="252929" y="652718"/>
                    <a:pt x="244770" y="649999"/>
                    <a:pt x="233891" y="649999"/>
                  </a:cubicBezTo>
                  <a:cubicBezTo>
                    <a:pt x="206694" y="649999"/>
                    <a:pt x="217573" y="652718"/>
                    <a:pt x="187657" y="652718"/>
                  </a:cubicBezTo>
                  <a:cubicBezTo>
                    <a:pt x="184937" y="660877"/>
                    <a:pt x="179498" y="666317"/>
                    <a:pt x="171339" y="669036"/>
                  </a:cubicBezTo>
                  <a:cubicBezTo>
                    <a:pt x="165900" y="671756"/>
                    <a:pt x="160460" y="671756"/>
                    <a:pt x="155021" y="671756"/>
                  </a:cubicBezTo>
                  <a:cubicBezTo>
                    <a:pt x="149581" y="671756"/>
                    <a:pt x="144142" y="674476"/>
                    <a:pt x="138703" y="674476"/>
                  </a:cubicBezTo>
                  <a:cubicBezTo>
                    <a:pt x="135983" y="674476"/>
                    <a:pt x="127824" y="677195"/>
                    <a:pt x="125105" y="677195"/>
                  </a:cubicBezTo>
                  <a:cubicBezTo>
                    <a:pt x="116946" y="677195"/>
                    <a:pt x="108787" y="671756"/>
                    <a:pt x="106067" y="671756"/>
                  </a:cubicBezTo>
                  <a:cubicBezTo>
                    <a:pt x="100628" y="669036"/>
                    <a:pt x="95188" y="663597"/>
                    <a:pt x="87029" y="658158"/>
                  </a:cubicBezTo>
                  <a:cubicBezTo>
                    <a:pt x="84310" y="655438"/>
                    <a:pt x="81590" y="655438"/>
                    <a:pt x="81590" y="652718"/>
                  </a:cubicBezTo>
                  <a:cubicBezTo>
                    <a:pt x="73431" y="652718"/>
                    <a:pt x="81590" y="652718"/>
                    <a:pt x="67992" y="652718"/>
                  </a:cubicBezTo>
                  <a:cubicBezTo>
                    <a:pt x="59833" y="652718"/>
                    <a:pt x="51674" y="652718"/>
                    <a:pt x="43515" y="652718"/>
                  </a:cubicBezTo>
                  <a:cubicBezTo>
                    <a:pt x="35356" y="652718"/>
                    <a:pt x="24477" y="652718"/>
                    <a:pt x="16318" y="647279"/>
                  </a:cubicBezTo>
                  <a:cubicBezTo>
                    <a:pt x="8159" y="644559"/>
                    <a:pt x="0" y="636401"/>
                    <a:pt x="0" y="630961"/>
                  </a:cubicBezTo>
                  <a:cubicBezTo>
                    <a:pt x="0" y="625522"/>
                    <a:pt x="0" y="622802"/>
                    <a:pt x="5439" y="620083"/>
                  </a:cubicBezTo>
                  <a:cubicBezTo>
                    <a:pt x="10879" y="617363"/>
                    <a:pt x="21758" y="614643"/>
                    <a:pt x="27197" y="611924"/>
                  </a:cubicBezTo>
                  <a:cubicBezTo>
                    <a:pt x="38076" y="609204"/>
                    <a:pt x="54393" y="609204"/>
                    <a:pt x="65272" y="609204"/>
                  </a:cubicBezTo>
                  <a:cubicBezTo>
                    <a:pt x="65272" y="601045"/>
                    <a:pt x="65272" y="592886"/>
                    <a:pt x="65272" y="584727"/>
                  </a:cubicBezTo>
                  <a:cubicBezTo>
                    <a:pt x="65272" y="541213"/>
                    <a:pt x="62552" y="500418"/>
                    <a:pt x="62552" y="456903"/>
                  </a:cubicBezTo>
                  <a:cubicBezTo>
                    <a:pt x="62552" y="440585"/>
                    <a:pt x="65272" y="397071"/>
                    <a:pt x="65272" y="337238"/>
                  </a:cubicBezTo>
                  <a:cubicBezTo>
                    <a:pt x="65272" y="293724"/>
                    <a:pt x="67992" y="247490"/>
                    <a:pt x="67992" y="203975"/>
                  </a:cubicBezTo>
                  <a:cubicBezTo>
                    <a:pt x="67992" y="179498"/>
                    <a:pt x="67992" y="149582"/>
                    <a:pt x="70712" y="119665"/>
                  </a:cubicBezTo>
                  <a:cubicBezTo>
                    <a:pt x="70712" y="103347"/>
                    <a:pt x="73431" y="84309"/>
                    <a:pt x="73431" y="67992"/>
                  </a:cubicBezTo>
                  <a:cubicBezTo>
                    <a:pt x="73431" y="67992"/>
                    <a:pt x="70712" y="67992"/>
                    <a:pt x="67992" y="67992"/>
                  </a:cubicBezTo>
                  <a:cubicBezTo>
                    <a:pt x="59833" y="67992"/>
                    <a:pt x="51674" y="67992"/>
                    <a:pt x="43515" y="67992"/>
                  </a:cubicBezTo>
                  <a:cubicBezTo>
                    <a:pt x="35356" y="67992"/>
                    <a:pt x="24477" y="67992"/>
                    <a:pt x="16318" y="62552"/>
                  </a:cubicBezTo>
                  <a:cubicBezTo>
                    <a:pt x="8159" y="59833"/>
                    <a:pt x="0" y="51674"/>
                    <a:pt x="0" y="46234"/>
                  </a:cubicBezTo>
                  <a:cubicBezTo>
                    <a:pt x="0" y="43515"/>
                    <a:pt x="0" y="38075"/>
                    <a:pt x="5439" y="35356"/>
                  </a:cubicBezTo>
                  <a:cubicBezTo>
                    <a:pt x="10879" y="32636"/>
                    <a:pt x="21758" y="29916"/>
                    <a:pt x="27197" y="27197"/>
                  </a:cubicBezTo>
                  <a:cubicBezTo>
                    <a:pt x="46234" y="24477"/>
                    <a:pt x="65272" y="21758"/>
                    <a:pt x="76151" y="21758"/>
                  </a:cubicBezTo>
                  <a:cubicBezTo>
                    <a:pt x="76151" y="19038"/>
                    <a:pt x="78871" y="16318"/>
                    <a:pt x="81590" y="13598"/>
                  </a:cubicBezTo>
                  <a:cubicBezTo>
                    <a:pt x="84310" y="10879"/>
                    <a:pt x="92469" y="5439"/>
                    <a:pt x="97908" y="5439"/>
                  </a:cubicBezTo>
                  <a:cubicBezTo>
                    <a:pt x="103347" y="2720"/>
                    <a:pt x="108787" y="0"/>
                    <a:pt x="114226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5EB8DCA6-2948-47B4-BC21-51F554D02642}"/>
                </a:ext>
              </a:extLst>
            </p:cNvPr>
            <p:cNvSpPr/>
            <p:nvPr/>
          </p:nvSpPr>
          <p:spPr bwMode="black">
            <a:xfrm>
              <a:off x="7310622" y="4197597"/>
              <a:ext cx="489539" cy="761503"/>
            </a:xfrm>
            <a:custGeom>
              <a:avLst/>
              <a:gdLst>
                <a:gd name="connsiteX0" fmla="*/ 433491 w 489538"/>
                <a:gd name="connsiteY0" fmla="*/ 651063 h 761503"/>
                <a:gd name="connsiteX1" fmla="*/ 438930 w 489538"/>
                <a:gd name="connsiteY1" fmla="*/ 661942 h 761503"/>
                <a:gd name="connsiteX2" fmla="*/ 425332 w 489538"/>
                <a:gd name="connsiteY2" fmla="*/ 683699 h 761503"/>
                <a:gd name="connsiteX3" fmla="*/ 400855 w 489538"/>
                <a:gd name="connsiteY3" fmla="*/ 691858 h 761503"/>
                <a:gd name="connsiteX4" fmla="*/ 343742 w 489538"/>
                <a:gd name="connsiteY4" fmla="*/ 700017 h 761503"/>
                <a:gd name="connsiteX5" fmla="*/ 316546 w 489538"/>
                <a:gd name="connsiteY5" fmla="*/ 705456 h 761503"/>
                <a:gd name="connsiteX6" fmla="*/ 275751 w 489538"/>
                <a:gd name="connsiteY6" fmla="*/ 705456 h 761503"/>
                <a:gd name="connsiteX7" fmla="*/ 264872 w 489538"/>
                <a:gd name="connsiteY7" fmla="*/ 708176 h 761503"/>
                <a:gd name="connsiteX8" fmla="*/ 253994 w 489538"/>
                <a:gd name="connsiteY8" fmla="*/ 708176 h 761503"/>
                <a:gd name="connsiteX9" fmla="*/ 240395 w 489538"/>
                <a:gd name="connsiteY9" fmla="*/ 719054 h 761503"/>
                <a:gd name="connsiteX10" fmla="*/ 224077 w 489538"/>
                <a:gd name="connsiteY10" fmla="*/ 721774 h 761503"/>
                <a:gd name="connsiteX11" fmla="*/ 205040 w 489538"/>
                <a:gd name="connsiteY11" fmla="*/ 724494 h 761503"/>
                <a:gd name="connsiteX12" fmla="*/ 191441 w 489538"/>
                <a:gd name="connsiteY12" fmla="*/ 727213 h 761503"/>
                <a:gd name="connsiteX13" fmla="*/ 169684 w 489538"/>
                <a:gd name="connsiteY13" fmla="*/ 721774 h 761503"/>
                <a:gd name="connsiteX14" fmla="*/ 150646 w 489538"/>
                <a:gd name="connsiteY14" fmla="*/ 708176 h 761503"/>
                <a:gd name="connsiteX15" fmla="*/ 139768 w 489538"/>
                <a:gd name="connsiteY15" fmla="*/ 708176 h 761503"/>
                <a:gd name="connsiteX16" fmla="*/ 120730 w 489538"/>
                <a:gd name="connsiteY16" fmla="*/ 708176 h 761503"/>
                <a:gd name="connsiteX17" fmla="*/ 98973 w 489538"/>
                <a:gd name="connsiteY17" fmla="*/ 708176 h 761503"/>
                <a:gd name="connsiteX18" fmla="*/ 74496 w 489538"/>
                <a:gd name="connsiteY18" fmla="*/ 702736 h 761503"/>
                <a:gd name="connsiteX19" fmla="*/ 58178 w 489538"/>
                <a:gd name="connsiteY19" fmla="*/ 683699 h 761503"/>
                <a:gd name="connsiteX20" fmla="*/ 63617 w 489538"/>
                <a:gd name="connsiteY20" fmla="*/ 675540 h 761503"/>
                <a:gd name="connsiteX21" fmla="*/ 85375 w 489538"/>
                <a:gd name="connsiteY21" fmla="*/ 667381 h 761503"/>
                <a:gd name="connsiteX22" fmla="*/ 128889 w 489538"/>
                <a:gd name="connsiteY22" fmla="*/ 661942 h 761503"/>
                <a:gd name="connsiteX23" fmla="*/ 128889 w 489538"/>
                <a:gd name="connsiteY23" fmla="*/ 602109 h 761503"/>
                <a:gd name="connsiteX24" fmla="*/ 126170 w 489538"/>
                <a:gd name="connsiteY24" fmla="*/ 523239 h 761503"/>
                <a:gd name="connsiteX25" fmla="*/ 126170 w 489538"/>
                <a:gd name="connsiteY25" fmla="*/ 468846 h 761503"/>
                <a:gd name="connsiteX26" fmla="*/ 123450 w 489538"/>
                <a:gd name="connsiteY26" fmla="*/ 409014 h 761503"/>
                <a:gd name="connsiteX27" fmla="*/ 123450 w 489538"/>
                <a:gd name="connsiteY27" fmla="*/ 384537 h 761503"/>
                <a:gd name="connsiteX28" fmla="*/ 126170 w 489538"/>
                <a:gd name="connsiteY28" fmla="*/ 349181 h 761503"/>
                <a:gd name="connsiteX29" fmla="*/ 126170 w 489538"/>
                <a:gd name="connsiteY29" fmla="*/ 324704 h 761503"/>
                <a:gd name="connsiteX30" fmla="*/ 128889 w 489538"/>
                <a:gd name="connsiteY30" fmla="*/ 292068 h 761503"/>
                <a:gd name="connsiteX31" fmla="*/ 134329 w 489538"/>
                <a:gd name="connsiteY31" fmla="*/ 234956 h 761503"/>
                <a:gd name="connsiteX32" fmla="*/ 134329 w 489538"/>
                <a:gd name="connsiteY32" fmla="*/ 172404 h 761503"/>
                <a:gd name="connsiteX33" fmla="*/ 137048 w 489538"/>
                <a:gd name="connsiteY33" fmla="*/ 123450 h 761503"/>
                <a:gd name="connsiteX34" fmla="*/ 123450 w 489538"/>
                <a:gd name="connsiteY34" fmla="*/ 123450 h 761503"/>
                <a:gd name="connsiteX35" fmla="*/ 101693 w 489538"/>
                <a:gd name="connsiteY35" fmla="*/ 123450 h 761503"/>
                <a:gd name="connsiteX36" fmla="*/ 77216 w 489538"/>
                <a:gd name="connsiteY36" fmla="*/ 118011 h 761503"/>
                <a:gd name="connsiteX37" fmla="*/ 60898 w 489538"/>
                <a:gd name="connsiteY37" fmla="*/ 98973 h 761503"/>
                <a:gd name="connsiteX38" fmla="*/ 66337 w 489538"/>
                <a:gd name="connsiteY38" fmla="*/ 90814 h 761503"/>
                <a:gd name="connsiteX39" fmla="*/ 88094 w 489538"/>
                <a:gd name="connsiteY39" fmla="*/ 82655 h 761503"/>
                <a:gd name="connsiteX40" fmla="*/ 145207 w 489538"/>
                <a:gd name="connsiteY40" fmla="*/ 77216 h 761503"/>
                <a:gd name="connsiteX41" fmla="*/ 145207 w 489538"/>
                <a:gd name="connsiteY41" fmla="*/ 77216 h 761503"/>
                <a:gd name="connsiteX42" fmla="*/ 153366 w 489538"/>
                <a:gd name="connsiteY42" fmla="*/ 69057 h 761503"/>
                <a:gd name="connsiteX43" fmla="*/ 177843 w 489538"/>
                <a:gd name="connsiteY43" fmla="*/ 60898 h 761503"/>
                <a:gd name="connsiteX44" fmla="*/ 196881 w 489538"/>
                <a:gd name="connsiteY44" fmla="*/ 58178 h 761503"/>
                <a:gd name="connsiteX45" fmla="*/ 205040 w 489538"/>
                <a:gd name="connsiteY45" fmla="*/ 58178 h 761503"/>
                <a:gd name="connsiteX46" fmla="*/ 215919 w 489538"/>
                <a:gd name="connsiteY46" fmla="*/ 63617 h 761503"/>
                <a:gd name="connsiteX47" fmla="*/ 229517 w 489538"/>
                <a:gd name="connsiteY47" fmla="*/ 69057 h 761503"/>
                <a:gd name="connsiteX48" fmla="*/ 256713 w 489538"/>
                <a:gd name="connsiteY48" fmla="*/ 77216 h 761503"/>
                <a:gd name="connsiteX49" fmla="*/ 264872 w 489538"/>
                <a:gd name="connsiteY49" fmla="*/ 77216 h 761503"/>
                <a:gd name="connsiteX50" fmla="*/ 281190 w 489538"/>
                <a:gd name="connsiteY50" fmla="*/ 77216 h 761503"/>
                <a:gd name="connsiteX51" fmla="*/ 330144 w 489538"/>
                <a:gd name="connsiteY51" fmla="*/ 77216 h 761503"/>
                <a:gd name="connsiteX52" fmla="*/ 357341 w 489538"/>
                <a:gd name="connsiteY52" fmla="*/ 79935 h 761503"/>
                <a:gd name="connsiteX53" fmla="*/ 387257 w 489538"/>
                <a:gd name="connsiteY53" fmla="*/ 82655 h 761503"/>
                <a:gd name="connsiteX54" fmla="*/ 406295 w 489538"/>
                <a:gd name="connsiteY54" fmla="*/ 85375 h 761503"/>
                <a:gd name="connsiteX55" fmla="*/ 417173 w 489538"/>
                <a:gd name="connsiteY55" fmla="*/ 79935 h 761503"/>
                <a:gd name="connsiteX56" fmla="*/ 425332 w 489538"/>
                <a:gd name="connsiteY56" fmla="*/ 85375 h 761503"/>
                <a:gd name="connsiteX57" fmla="*/ 433491 w 489538"/>
                <a:gd name="connsiteY57" fmla="*/ 104412 h 761503"/>
                <a:gd name="connsiteX58" fmla="*/ 436211 w 489538"/>
                <a:gd name="connsiteY58" fmla="*/ 137048 h 761503"/>
                <a:gd name="connsiteX59" fmla="*/ 438930 w 489538"/>
                <a:gd name="connsiteY59" fmla="*/ 183282 h 761503"/>
                <a:gd name="connsiteX60" fmla="*/ 422612 w 489538"/>
                <a:gd name="connsiteY60" fmla="*/ 218638 h 761503"/>
                <a:gd name="connsiteX61" fmla="*/ 406295 w 489538"/>
                <a:gd name="connsiteY61" fmla="*/ 213198 h 761503"/>
                <a:gd name="connsiteX62" fmla="*/ 398136 w 489538"/>
                <a:gd name="connsiteY62" fmla="*/ 196881 h 761503"/>
                <a:gd name="connsiteX63" fmla="*/ 395416 w 489538"/>
                <a:gd name="connsiteY63" fmla="*/ 175123 h 761503"/>
                <a:gd name="connsiteX64" fmla="*/ 395416 w 489538"/>
                <a:gd name="connsiteY64" fmla="*/ 153366 h 761503"/>
                <a:gd name="connsiteX65" fmla="*/ 395416 w 489538"/>
                <a:gd name="connsiteY65" fmla="*/ 126170 h 761503"/>
                <a:gd name="connsiteX66" fmla="*/ 370939 w 489538"/>
                <a:gd name="connsiteY66" fmla="*/ 128889 h 761503"/>
                <a:gd name="connsiteX67" fmla="*/ 338303 w 489538"/>
                <a:gd name="connsiteY67" fmla="*/ 131609 h 761503"/>
                <a:gd name="connsiteX68" fmla="*/ 286629 w 489538"/>
                <a:gd name="connsiteY68" fmla="*/ 134328 h 761503"/>
                <a:gd name="connsiteX69" fmla="*/ 273031 w 489538"/>
                <a:gd name="connsiteY69" fmla="*/ 137048 h 761503"/>
                <a:gd name="connsiteX70" fmla="*/ 262153 w 489538"/>
                <a:gd name="connsiteY70" fmla="*/ 142487 h 761503"/>
                <a:gd name="connsiteX71" fmla="*/ 259433 w 489538"/>
                <a:gd name="connsiteY71" fmla="*/ 153366 h 761503"/>
                <a:gd name="connsiteX72" fmla="*/ 262153 w 489538"/>
                <a:gd name="connsiteY72" fmla="*/ 166964 h 761503"/>
                <a:gd name="connsiteX73" fmla="*/ 262153 w 489538"/>
                <a:gd name="connsiteY73" fmla="*/ 196881 h 761503"/>
                <a:gd name="connsiteX74" fmla="*/ 262153 w 489538"/>
                <a:gd name="connsiteY74" fmla="*/ 215918 h 761503"/>
                <a:gd name="connsiteX75" fmla="*/ 262153 w 489538"/>
                <a:gd name="connsiteY75" fmla="*/ 251274 h 761503"/>
                <a:gd name="connsiteX76" fmla="*/ 259433 w 489538"/>
                <a:gd name="connsiteY76" fmla="*/ 278470 h 761503"/>
                <a:gd name="connsiteX77" fmla="*/ 259433 w 489538"/>
                <a:gd name="connsiteY77" fmla="*/ 308386 h 761503"/>
                <a:gd name="connsiteX78" fmla="*/ 259433 w 489538"/>
                <a:gd name="connsiteY78" fmla="*/ 321985 h 761503"/>
                <a:gd name="connsiteX79" fmla="*/ 259433 w 489538"/>
                <a:gd name="connsiteY79" fmla="*/ 332863 h 761503"/>
                <a:gd name="connsiteX80" fmla="*/ 267592 w 489538"/>
                <a:gd name="connsiteY80" fmla="*/ 335583 h 761503"/>
                <a:gd name="connsiteX81" fmla="*/ 281190 w 489538"/>
                <a:gd name="connsiteY81" fmla="*/ 335583 h 761503"/>
                <a:gd name="connsiteX82" fmla="*/ 327424 w 489538"/>
                <a:gd name="connsiteY82" fmla="*/ 338303 h 761503"/>
                <a:gd name="connsiteX83" fmla="*/ 351901 w 489538"/>
                <a:gd name="connsiteY83" fmla="*/ 341022 h 761503"/>
                <a:gd name="connsiteX84" fmla="*/ 351901 w 489538"/>
                <a:gd name="connsiteY84" fmla="*/ 335583 h 761503"/>
                <a:gd name="connsiteX85" fmla="*/ 351901 w 489538"/>
                <a:gd name="connsiteY85" fmla="*/ 313826 h 761503"/>
                <a:gd name="connsiteX86" fmla="*/ 357341 w 489538"/>
                <a:gd name="connsiteY86" fmla="*/ 289349 h 761503"/>
                <a:gd name="connsiteX87" fmla="*/ 373658 w 489538"/>
                <a:gd name="connsiteY87" fmla="*/ 273031 h 761503"/>
                <a:gd name="connsiteX88" fmla="*/ 381817 w 489538"/>
                <a:gd name="connsiteY88" fmla="*/ 278470 h 761503"/>
                <a:gd name="connsiteX89" fmla="*/ 389977 w 489538"/>
                <a:gd name="connsiteY89" fmla="*/ 300228 h 761503"/>
                <a:gd name="connsiteX90" fmla="*/ 395416 w 489538"/>
                <a:gd name="connsiteY90" fmla="*/ 351901 h 761503"/>
                <a:gd name="connsiteX91" fmla="*/ 398136 w 489538"/>
                <a:gd name="connsiteY91" fmla="*/ 409014 h 761503"/>
                <a:gd name="connsiteX92" fmla="*/ 381817 w 489538"/>
                <a:gd name="connsiteY92" fmla="*/ 444369 h 761503"/>
                <a:gd name="connsiteX93" fmla="*/ 365500 w 489538"/>
                <a:gd name="connsiteY93" fmla="*/ 438930 h 761503"/>
                <a:gd name="connsiteX94" fmla="*/ 357341 w 489538"/>
                <a:gd name="connsiteY94" fmla="*/ 422612 h 761503"/>
                <a:gd name="connsiteX95" fmla="*/ 354621 w 489538"/>
                <a:gd name="connsiteY95" fmla="*/ 400855 h 761503"/>
                <a:gd name="connsiteX96" fmla="*/ 354621 w 489538"/>
                <a:gd name="connsiteY96" fmla="*/ 381817 h 761503"/>
                <a:gd name="connsiteX97" fmla="*/ 270312 w 489538"/>
                <a:gd name="connsiteY97" fmla="*/ 381817 h 761503"/>
                <a:gd name="connsiteX98" fmla="*/ 256713 w 489538"/>
                <a:gd name="connsiteY98" fmla="*/ 395415 h 761503"/>
                <a:gd name="connsiteX99" fmla="*/ 253994 w 489538"/>
                <a:gd name="connsiteY99" fmla="*/ 422612 h 761503"/>
                <a:gd name="connsiteX100" fmla="*/ 253994 w 489538"/>
                <a:gd name="connsiteY100" fmla="*/ 433490 h 761503"/>
                <a:gd name="connsiteX101" fmla="*/ 253994 w 489538"/>
                <a:gd name="connsiteY101" fmla="*/ 449809 h 761503"/>
                <a:gd name="connsiteX102" fmla="*/ 256713 w 489538"/>
                <a:gd name="connsiteY102" fmla="*/ 474285 h 761503"/>
                <a:gd name="connsiteX103" fmla="*/ 256713 w 489538"/>
                <a:gd name="connsiteY103" fmla="*/ 496043 h 761503"/>
                <a:gd name="connsiteX104" fmla="*/ 259433 w 489538"/>
                <a:gd name="connsiteY104" fmla="*/ 534118 h 761503"/>
                <a:gd name="connsiteX105" fmla="*/ 259433 w 489538"/>
                <a:gd name="connsiteY105" fmla="*/ 591231 h 761503"/>
                <a:gd name="connsiteX106" fmla="*/ 262153 w 489538"/>
                <a:gd name="connsiteY106" fmla="*/ 618427 h 761503"/>
                <a:gd name="connsiteX107" fmla="*/ 267592 w 489538"/>
                <a:gd name="connsiteY107" fmla="*/ 648343 h 761503"/>
                <a:gd name="connsiteX108" fmla="*/ 292069 w 489538"/>
                <a:gd name="connsiteY108" fmla="*/ 651063 h 761503"/>
                <a:gd name="connsiteX109" fmla="*/ 327424 w 489538"/>
                <a:gd name="connsiteY109" fmla="*/ 651063 h 761503"/>
                <a:gd name="connsiteX110" fmla="*/ 362780 w 489538"/>
                <a:gd name="connsiteY110" fmla="*/ 653783 h 761503"/>
                <a:gd name="connsiteX111" fmla="*/ 395416 w 489538"/>
                <a:gd name="connsiteY111" fmla="*/ 648343 h 761503"/>
                <a:gd name="connsiteX112" fmla="*/ 395416 w 489538"/>
                <a:gd name="connsiteY112" fmla="*/ 618427 h 761503"/>
                <a:gd name="connsiteX113" fmla="*/ 395416 w 489538"/>
                <a:gd name="connsiteY113" fmla="*/ 596670 h 761503"/>
                <a:gd name="connsiteX114" fmla="*/ 398136 w 489538"/>
                <a:gd name="connsiteY114" fmla="*/ 574913 h 761503"/>
                <a:gd name="connsiteX115" fmla="*/ 406295 w 489538"/>
                <a:gd name="connsiteY115" fmla="*/ 558595 h 761503"/>
                <a:gd name="connsiteX116" fmla="*/ 422612 w 489538"/>
                <a:gd name="connsiteY116" fmla="*/ 553155 h 761503"/>
                <a:gd name="connsiteX117" fmla="*/ 438930 w 489538"/>
                <a:gd name="connsiteY117" fmla="*/ 588511 h 761503"/>
                <a:gd name="connsiteX118" fmla="*/ 436211 w 489538"/>
                <a:gd name="connsiteY118" fmla="*/ 645624 h 761503"/>
                <a:gd name="connsiteX119" fmla="*/ 433491 w 489538"/>
                <a:gd name="connsiteY119" fmla="*/ 651063 h 761503"/>
                <a:gd name="connsiteX120" fmla="*/ 433491 w 489538"/>
                <a:gd name="connsiteY120" fmla="*/ 651063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</a:cxnLst>
              <a:rect l="l" t="t" r="r" b="b"/>
              <a:pathLst>
                <a:path w="489538" h="761503">
                  <a:moveTo>
                    <a:pt x="433491" y="651063"/>
                  </a:moveTo>
                  <a:cubicBezTo>
                    <a:pt x="436211" y="653783"/>
                    <a:pt x="438930" y="656502"/>
                    <a:pt x="438930" y="661942"/>
                  </a:cubicBezTo>
                  <a:cubicBezTo>
                    <a:pt x="438930" y="670101"/>
                    <a:pt x="433491" y="678259"/>
                    <a:pt x="425332" y="683699"/>
                  </a:cubicBezTo>
                  <a:cubicBezTo>
                    <a:pt x="417173" y="689138"/>
                    <a:pt x="409014" y="689138"/>
                    <a:pt x="400855" y="691858"/>
                  </a:cubicBezTo>
                  <a:cubicBezTo>
                    <a:pt x="381817" y="694578"/>
                    <a:pt x="362780" y="694578"/>
                    <a:pt x="343742" y="700017"/>
                  </a:cubicBezTo>
                  <a:cubicBezTo>
                    <a:pt x="335583" y="702736"/>
                    <a:pt x="324705" y="702736"/>
                    <a:pt x="316546" y="705456"/>
                  </a:cubicBezTo>
                  <a:cubicBezTo>
                    <a:pt x="308387" y="705456"/>
                    <a:pt x="289349" y="705456"/>
                    <a:pt x="275751" y="705456"/>
                  </a:cubicBezTo>
                  <a:cubicBezTo>
                    <a:pt x="270312" y="705456"/>
                    <a:pt x="267592" y="708176"/>
                    <a:pt x="264872" y="708176"/>
                  </a:cubicBezTo>
                  <a:cubicBezTo>
                    <a:pt x="264872" y="708176"/>
                    <a:pt x="259433" y="708176"/>
                    <a:pt x="253994" y="708176"/>
                  </a:cubicBezTo>
                  <a:cubicBezTo>
                    <a:pt x="251274" y="713615"/>
                    <a:pt x="245835" y="716335"/>
                    <a:pt x="240395" y="719054"/>
                  </a:cubicBezTo>
                  <a:cubicBezTo>
                    <a:pt x="234956" y="721774"/>
                    <a:pt x="229517" y="721774"/>
                    <a:pt x="224077" y="721774"/>
                  </a:cubicBezTo>
                  <a:cubicBezTo>
                    <a:pt x="218638" y="721774"/>
                    <a:pt x="213199" y="724494"/>
                    <a:pt x="205040" y="724494"/>
                  </a:cubicBezTo>
                  <a:cubicBezTo>
                    <a:pt x="202320" y="724494"/>
                    <a:pt x="194161" y="727213"/>
                    <a:pt x="191441" y="727213"/>
                  </a:cubicBezTo>
                  <a:cubicBezTo>
                    <a:pt x="183282" y="727213"/>
                    <a:pt x="172404" y="721774"/>
                    <a:pt x="169684" y="721774"/>
                  </a:cubicBezTo>
                  <a:cubicBezTo>
                    <a:pt x="164245" y="719054"/>
                    <a:pt x="156086" y="713615"/>
                    <a:pt x="150646" y="708176"/>
                  </a:cubicBezTo>
                  <a:cubicBezTo>
                    <a:pt x="145207" y="708176"/>
                    <a:pt x="139768" y="708176"/>
                    <a:pt x="139768" y="708176"/>
                  </a:cubicBezTo>
                  <a:cubicBezTo>
                    <a:pt x="126170" y="708176"/>
                    <a:pt x="137048" y="708176"/>
                    <a:pt x="120730" y="708176"/>
                  </a:cubicBezTo>
                  <a:cubicBezTo>
                    <a:pt x="112571" y="708176"/>
                    <a:pt x="104412" y="708176"/>
                    <a:pt x="98973" y="708176"/>
                  </a:cubicBezTo>
                  <a:cubicBezTo>
                    <a:pt x="90814" y="708176"/>
                    <a:pt x="79936" y="708176"/>
                    <a:pt x="74496" y="702736"/>
                  </a:cubicBezTo>
                  <a:cubicBezTo>
                    <a:pt x="66337" y="700017"/>
                    <a:pt x="58178" y="689138"/>
                    <a:pt x="58178" y="683699"/>
                  </a:cubicBezTo>
                  <a:cubicBezTo>
                    <a:pt x="58178" y="680979"/>
                    <a:pt x="58178" y="678259"/>
                    <a:pt x="63617" y="675540"/>
                  </a:cubicBezTo>
                  <a:cubicBezTo>
                    <a:pt x="69057" y="672820"/>
                    <a:pt x="77216" y="670101"/>
                    <a:pt x="85375" y="667381"/>
                  </a:cubicBezTo>
                  <a:cubicBezTo>
                    <a:pt x="98973" y="664661"/>
                    <a:pt x="115291" y="664661"/>
                    <a:pt x="128889" y="661942"/>
                  </a:cubicBezTo>
                  <a:cubicBezTo>
                    <a:pt x="128889" y="645624"/>
                    <a:pt x="128889" y="623866"/>
                    <a:pt x="128889" y="602109"/>
                  </a:cubicBezTo>
                  <a:cubicBezTo>
                    <a:pt x="128889" y="566754"/>
                    <a:pt x="128889" y="531398"/>
                    <a:pt x="126170" y="523239"/>
                  </a:cubicBezTo>
                  <a:cubicBezTo>
                    <a:pt x="126170" y="517800"/>
                    <a:pt x="126170" y="487884"/>
                    <a:pt x="126170" y="468846"/>
                  </a:cubicBezTo>
                  <a:cubicBezTo>
                    <a:pt x="126170" y="449809"/>
                    <a:pt x="123450" y="430771"/>
                    <a:pt x="123450" y="409014"/>
                  </a:cubicBezTo>
                  <a:cubicBezTo>
                    <a:pt x="123450" y="400855"/>
                    <a:pt x="123450" y="392696"/>
                    <a:pt x="123450" y="384537"/>
                  </a:cubicBezTo>
                  <a:cubicBezTo>
                    <a:pt x="123450" y="373658"/>
                    <a:pt x="126170" y="360060"/>
                    <a:pt x="126170" y="349181"/>
                  </a:cubicBezTo>
                  <a:cubicBezTo>
                    <a:pt x="126170" y="341022"/>
                    <a:pt x="126170" y="332863"/>
                    <a:pt x="126170" y="324704"/>
                  </a:cubicBezTo>
                  <a:cubicBezTo>
                    <a:pt x="126170" y="313826"/>
                    <a:pt x="126170" y="302947"/>
                    <a:pt x="128889" y="292068"/>
                  </a:cubicBezTo>
                  <a:cubicBezTo>
                    <a:pt x="131609" y="273031"/>
                    <a:pt x="134329" y="253993"/>
                    <a:pt x="134329" y="234956"/>
                  </a:cubicBezTo>
                  <a:cubicBezTo>
                    <a:pt x="134329" y="213198"/>
                    <a:pt x="134329" y="191441"/>
                    <a:pt x="134329" y="172404"/>
                  </a:cubicBezTo>
                  <a:cubicBezTo>
                    <a:pt x="134329" y="156086"/>
                    <a:pt x="134329" y="139768"/>
                    <a:pt x="137048" y="123450"/>
                  </a:cubicBezTo>
                  <a:cubicBezTo>
                    <a:pt x="131609" y="123450"/>
                    <a:pt x="134329" y="123450"/>
                    <a:pt x="123450" y="123450"/>
                  </a:cubicBezTo>
                  <a:cubicBezTo>
                    <a:pt x="115291" y="123450"/>
                    <a:pt x="107132" y="123450"/>
                    <a:pt x="101693" y="123450"/>
                  </a:cubicBezTo>
                  <a:cubicBezTo>
                    <a:pt x="93534" y="123450"/>
                    <a:pt x="82655" y="123450"/>
                    <a:pt x="77216" y="118011"/>
                  </a:cubicBezTo>
                  <a:cubicBezTo>
                    <a:pt x="69057" y="115291"/>
                    <a:pt x="60898" y="101693"/>
                    <a:pt x="60898" y="98973"/>
                  </a:cubicBezTo>
                  <a:cubicBezTo>
                    <a:pt x="60898" y="96253"/>
                    <a:pt x="60898" y="93534"/>
                    <a:pt x="66337" y="90814"/>
                  </a:cubicBezTo>
                  <a:cubicBezTo>
                    <a:pt x="71777" y="88094"/>
                    <a:pt x="79936" y="85375"/>
                    <a:pt x="88094" y="82655"/>
                  </a:cubicBezTo>
                  <a:cubicBezTo>
                    <a:pt x="104412" y="79935"/>
                    <a:pt x="131609" y="77216"/>
                    <a:pt x="145207" y="77216"/>
                  </a:cubicBezTo>
                  <a:cubicBezTo>
                    <a:pt x="145207" y="77216"/>
                    <a:pt x="145207" y="77216"/>
                    <a:pt x="145207" y="77216"/>
                  </a:cubicBezTo>
                  <a:cubicBezTo>
                    <a:pt x="145207" y="74496"/>
                    <a:pt x="150646" y="71776"/>
                    <a:pt x="153366" y="69057"/>
                  </a:cubicBezTo>
                  <a:cubicBezTo>
                    <a:pt x="161525" y="63617"/>
                    <a:pt x="169684" y="63617"/>
                    <a:pt x="177843" y="60898"/>
                  </a:cubicBezTo>
                  <a:cubicBezTo>
                    <a:pt x="183282" y="58178"/>
                    <a:pt x="191441" y="58178"/>
                    <a:pt x="196881" y="58178"/>
                  </a:cubicBezTo>
                  <a:cubicBezTo>
                    <a:pt x="199600" y="58178"/>
                    <a:pt x="202320" y="58178"/>
                    <a:pt x="205040" y="58178"/>
                  </a:cubicBezTo>
                  <a:cubicBezTo>
                    <a:pt x="207759" y="58178"/>
                    <a:pt x="213199" y="60898"/>
                    <a:pt x="215919" y="63617"/>
                  </a:cubicBezTo>
                  <a:cubicBezTo>
                    <a:pt x="221358" y="66337"/>
                    <a:pt x="224077" y="66337"/>
                    <a:pt x="229517" y="69057"/>
                  </a:cubicBezTo>
                  <a:cubicBezTo>
                    <a:pt x="237675" y="71776"/>
                    <a:pt x="245835" y="77216"/>
                    <a:pt x="256713" y="77216"/>
                  </a:cubicBezTo>
                  <a:cubicBezTo>
                    <a:pt x="259433" y="77216"/>
                    <a:pt x="262153" y="77216"/>
                    <a:pt x="264872" y="77216"/>
                  </a:cubicBezTo>
                  <a:cubicBezTo>
                    <a:pt x="270312" y="77216"/>
                    <a:pt x="275751" y="77216"/>
                    <a:pt x="281190" y="77216"/>
                  </a:cubicBezTo>
                  <a:cubicBezTo>
                    <a:pt x="292069" y="77216"/>
                    <a:pt x="321985" y="77216"/>
                    <a:pt x="330144" y="77216"/>
                  </a:cubicBezTo>
                  <a:cubicBezTo>
                    <a:pt x="338303" y="77216"/>
                    <a:pt x="349182" y="77216"/>
                    <a:pt x="357341" y="79935"/>
                  </a:cubicBezTo>
                  <a:cubicBezTo>
                    <a:pt x="368219" y="79935"/>
                    <a:pt x="379098" y="82655"/>
                    <a:pt x="387257" y="82655"/>
                  </a:cubicBezTo>
                  <a:cubicBezTo>
                    <a:pt x="392696" y="82655"/>
                    <a:pt x="400855" y="85375"/>
                    <a:pt x="406295" y="85375"/>
                  </a:cubicBezTo>
                  <a:cubicBezTo>
                    <a:pt x="409014" y="82655"/>
                    <a:pt x="414453" y="79935"/>
                    <a:pt x="417173" y="79935"/>
                  </a:cubicBezTo>
                  <a:cubicBezTo>
                    <a:pt x="419893" y="79935"/>
                    <a:pt x="422612" y="79935"/>
                    <a:pt x="425332" y="85375"/>
                  </a:cubicBezTo>
                  <a:cubicBezTo>
                    <a:pt x="428052" y="90814"/>
                    <a:pt x="433491" y="98973"/>
                    <a:pt x="433491" y="104412"/>
                  </a:cubicBezTo>
                  <a:cubicBezTo>
                    <a:pt x="436211" y="131609"/>
                    <a:pt x="436211" y="120730"/>
                    <a:pt x="436211" y="137048"/>
                  </a:cubicBezTo>
                  <a:cubicBezTo>
                    <a:pt x="438930" y="158805"/>
                    <a:pt x="438930" y="158805"/>
                    <a:pt x="438930" y="183282"/>
                  </a:cubicBezTo>
                  <a:cubicBezTo>
                    <a:pt x="438930" y="194161"/>
                    <a:pt x="438930" y="218638"/>
                    <a:pt x="422612" y="218638"/>
                  </a:cubicBezTo>
                  <a:cubicBezTo>
                    <a:pt x="414453" y="218638"/>
                    <a:pt x="411734" y="215918"/>
                    <a:pt x="406295" y="213198"/>
                  </a:cubicBezTo>
                  <a:cubicBezTo>
                    <a:pt x="400855" y="210479"/>
                    <a:pt x="398136" y="202320"/>
                    <a:pt x="398136" y="196881"/>
                  </a:cubicBezTo>
                  <a:cubicBezTo>
                    <a:pt x="395416" y="188722"/>
                    <a:pt x="395416" y="183282"/>
                    <a:pt x="395416" y="175123"/>
                  </a:cubicBezTo>
                  <a:cubicBezTo>
                    <a:pt x="395416" y="169684"/>
                    <a:pt x="395416" y="164245"/>
                    <a:pt x="395416" y="153366"/>
                  </a:cubicBezTo>
                  <a:cubicBezTo>
                    <a:pt x="395416" y="145207"/>
                    <a:pt x="395416" y="134328"/>
                    <a:pt x="395416" y="126170"/>
                  </a:cubicBezTo>
                  <a:cubicBezTo>
                    <a:pt x="387257" y="128889"/>
                    <a:pt x="379098" y="128889"/>
                    <a:pt x="370939" y="128889"/>
                  </a:cubicBezTo>
                  <a:cubicBezTo>
                    <a:pt x="360060" y="128889"/>
                    <a:pt x="349182" y="128889"/>
                    <a:pt x="338303" y="131609"/>
                  </a:cubicBezTo>
                  <a:cubicBezTo>
                    <a:pt x="327424" y="131609"/>
                    <a:pt x="319265" y="134328"/>
                    <a:pt x="286629" y="134328"/>
                  </a:cubicBezTo>
                  <a:cubicBezTo>
                    <a:pt x="281190" y="134328"/>
                    <a:pt x="278470" y="134328"/>
                    <a:pt x="273031" y="137048"/>
                  </a:cubicBezTo>
                  <a:cubicBezTo>
                    <a:pt x="270312" y="137048"/>
                    <a:pt x="264872" y="137048"/>
                    <a:pt x="262153" y="142487"/>
                  </a:cubicBezTo>
                  <a:cubicBezTo>
                    <a:pt x="259433" y="145207"/>
                    <a:pt x="259433" y="150647"/>
                    <a:pt x="259433" y="153366"/>
                  </a:cubicBezTo>
                  <a:cubicBezTo>
                    <a:pt x="259433" y="158805"/>
                    <a:pt x="259433" y="164245"/>
                    <a:pt x="262153" y="166964"/>
                  </a:cubicBezTo>
                  <a:cubicBezTo>
                    <a:pt x="262153" y="177843"/>
                    <a:pt x="262153" y="186002"/>
                    <a:pt x="262153" y="196881"/>
                  </a:cubicBezTo>
                  <a:cubicBezTo>
                    <a:pt x="262153" y="202320"/>
                    <a:pt x="262153" y="210479"/>
                    <a:pt x="262153" y="215918"/>
                  </a:cubicBezTo>
                  <a:cubicBezTo>
                    <a:pt x="262153" y="229516"/>
                    <a:pt x="262153" y="240395"/>
                    <a:pt x="262153" y="251274"/>
                  </a:cubicBezTo>
                  <a:cubicBezTo>
                    <a:pt x="262153" y="259433"/>
                    <a:pt x="259433" y="270311"/>
                    <a:pt x="259433" y="278470"/>
                  </a:cubicBezTo>
                  <a:cubicBezTo>
                    <a:pt x="259433" y="289349"/>
                    <a:pt x="259433" y="297508"/>
                    <a:pt x="259433" y="308386"/>
                  </a:cubicBezTo>
                  <a:cubicBezTo>
                    <a:pt x="259433" y="313826"/>
                    <a:pt x="259433" y="319265"/>
                    <a:pt x="259433" y="321985"/>
                  </a:cubicBezTo>
                  <a:cubicBezTo>
                    <a:pt x="259433" y="324704"/>
                    <a:pt x="259433" y="330144"/>
                    <a:pt x="259433" y="332863"/>
                  </a:cubicBezTo>
                  <a:cubicBezTo>
                    <a:pt x="262153" y="335583"/>
                    <a:pt x="264872" y="335583"/>
                    <a:pt x="267592" y="335583"/>
                  </a:cubicBezTo>
                  <a:cubicBezTo>
                    <a:pt x="273031" y="335583"/>
                    <a:pt x="275751" y="335583"/>
                    <a:pt x="281190" y="335583"/>
                  </a:cubicBezTo>
                  <a:cubicBezTo>
                    <a:pt x="311107" y="335583"/>
                    <a:pt x="319265" y="335583"/>
                    <a:pt x="327424" y="338303"/>
                  </a:cubicBezTo>
                  <a:cubicBezTo>
                    <a:pt x="335583" y="341022"/>
                    <a:pt x="343742" y="341022"/>
                    <a:pt x="351901" y="341022"/>
                  </a:cubicBezTo>
                  <a:cubicBezTo>
                    <a:pt x="351901" y="338303"/>
                    <a:pt x="351901" y="338303"/>
                    <a:pt x="351901" y="335583"/>
                  </a:cubicBezTo>
                  <a:cubicBezTo>
                    <a:pt x="351901" y="327424"/>
                    <a:pt x="351901" y="319265"/>
                    <a:pt x="351901" y="313826"/>
                  </a:cubicBezTo>
                  <a:cubicBezTo>
                    <a:pt x="351901" y="305667"/>
                    <a:pt x="351901" y="294788"/>
                    <a:pt x="357341" y="289349"/>
                  </a:cubicBezTo>
                  <a:cubicBezTo>
                    <a:pt x="360060" y="281190"/>
                    <a:pt x="368219" y="273031"/>
                    <a:pt x="373658" y="273031"/>
                  </a:cubicBezTo>
                  <a:cubicBezTo>
                    <a:pt x="376378" y="273031"/>
                    <a:pt x="379098" y="273031"/>
                    <a:pt x="381817" y="278470"/>
                  </a:cubicBezTo>
                  <a:cubicBezTo>
                    <a:pt x="384537" y="283909"/>
                    <a:pt x="387257" y="292068"/>
                    <a:pt x="389977" y="300228"/>
                  </a:cubicBezTo>
                  <a:cubicBezTo>
                    <a:pt x="392696" y="316545"/>
                    <a:pt x="392696" y="335583"/>
                    <a:pt x="395416" y="351901"/>
                  </a:cubicBezTo>
                  <a:cubicBezTo>
                    <a:pt x="398136" y="373658"/>
                    <a:pt x="398136" y="384537"/>
                    <a:pt x="398136" y="409014"/>
                  </a:cubicBezTo>
                  <a:cubicBezTo>
                    <a:pt x="398136" y="422612"/>
                    <a:pt x="398136" y="444369"/>
                    <a:pt x="381817" y="444369"/>
                  </a:cubicBezTo>
                  <a:cubicBezTo>
                    <a:pt x="373658" y="444369"/>
                    <a:pt x="370939" y="441650"/>
                    <a:pt x="365500" y="438930"/>
                  </a:cubicBezTo>
                  <a:cubicBezTo>
                    <a:pt x="360060" y="436210"/>
                    <a:pt x="357341" y="428051"/>
                    <a:pt x="357341" y="422612"/>
                  </a:cubicBezTo>
                  <a:cubicBezTo>
                    <a:pt x="354621" y="414453"/>
                    <a:pt x="354621" y="409014"/>
                    <a:pt x="354621" y="400855"/>
                  </a:cubicBezTo>
                  <a:cubicBezTo>
                    <a:pt x="354621" y="395415"/>
                    <a:pt x="354621" y="389976"/>
                    <a:pt x="354621" y="381817"/>
                  </a:cubicBezTo>
                  <a:cubicBezTo>
                    <a:pt x="335583" y="381817"/>
                    <a:pt x="308387" y="384537"/>
                    <a:pt x="270312" y="381817"/>
                  </a:cubicBezTo>
                  <a:cubicBezTo>
                    <a:pt x="262153" y="381817"/>
                    <a:pt x="256713" y="387256"/>
                    <a:pt x="256713" y="395415"/>
                  </a:cubicBezTo>
                  <a:cubicBezTo>
                    <a:pt x="256713" y="403574"/>
                    <a:pt x="256713" y="414453"/>
                    <a:pt x="253994" y="422612"/>
                  </a:cubicBezTo>
                  <a:cubicBezTo>
                    <a:pt x="253994" y="425332"/>
                    <a:pt x="253994" y="430771"/>
                    <a:pt x="253994" y="433490"/>
                  </a:cubicBezTo>
                  <a:cubicBezTo>
                    <a:pt x="253994" y="438930"/>
                    <a:pt x="253994" y="444369"/>
                    <a:pt x="253994" y="449809"/>
                  </a:cubicBezTo>
                  <a:cubicBezTo>
                    <a:pt x="253994" y="457967"/>
                    <a:pt x="256713" y="466126"/>
                    <a:pt x="256713" y="474285"/>
                  </a:cubicBezTo>
                  <a:cubicBezTo>
                    <a:pt x="256713" y="482444"/>
                    <a:pt x="256713" y="490603"/>
                    <a:pt x="256713" y="496043"/>
                  </a:cubicBezTo>
                  <a:cubicBezTo>
                    <a:pt x="256713" y="509641"/>
                    <a:pt x="259433" y="520520"/>
                    <a:pt x="259433" y="534118"/>
                  </a:cubicBezTo>
                  <a:cubicBezTo>
                    <a:pt x="259433" y="553155"/>
                    <a:pt x="259433" y="572193"/>
                    <a:pt x="259433" y="591231"/>
                  </a:cubicBezTo>
                  <a:cubicBezTo>
                    <a:pt x="259433" y="602109"/>
                    <a:pt x="262153" y="610268"/>
                    <a:pt x="262153" y="618427"/>
                  </a:cubicBezTo>
                  <a:cubicBezTo>
                    <a:pt x="264872" y="626586"/>
                    <a:pt x="262153" y="642904"/>
                    <a:pt x="267592" y="648343"/>
                  </a:cubicBezTo>
                  <a:cubicBezTo>
                    <a:pt x="270312" y="651063"/>
                    <a:pt x="275751" y="651063"/>
                    <a:pt x="292069" y="651063"/>
                  </a:cubicBezTo>
                  <a:cubicBezTo>
                    <a:pt x="305667" y="651063"/>
                    <a:pt x="319265" y="651063"/>
                    <a:pt x="327424" y="651063"/>
                  </a:cubicBezTo>
                  <a:cubicBezTo>
                    <a:pt x="338303" y="651063"/>
                    <a:pt x="351901" y="653783"/>
                    <a:pt x="362780" y="653783"/>
                  </a:cubicBezTo>
                  <a:cubicBezTo>
                    <a:pt x="376378" y="653783"/>
                    <a:pt x="384537" y="651063"/>
                    <a:pt x="395416" y="648343"/>
                  </a:cubicBezTo>
                  <a:cubicBezTo>
                    <a:pt x="395416" y="637465"/>
                    <a:pt x="395416" y="629306"/>
                    <a:pt x="395416" y="618427"/>
                  </a:cubicBezTo>
                  <a:cubicBezTo>
                    <a:pt x="395416" y="610268"/>
                    <a:pt x="395416" y="602109"/>
                    <a:pt x="395416" y="596670"/>
                  </a:cubicBezTo>
                  <a:cubicBezTo>
                    <a:pt x="395416" y="591231"/>
                    <a:pt x="395416" y="585791"/>
                    <a:pt x="398136" y="574913"/>
                  </a:cubicBezTo>
                  <a:cubicBezTo>
                    <a:pt x="400855" y="569473"/>
                    <a:pt x="400855" y="564034"/>
                    <a:pt x="406295" y="558595"/>
                  </a:cubicBezTo>
                  <a:cubicBezTo>
                    <a:pt x="411734" y="553155"/>
                    <a:pt x="414453" y="553155"/>
                    <a:pt x="422612" y="553155"/>
                  </a:cubicBezTo>
                  <a:cubicBezTo>
                    <a:pt x="436211" y="553155"/>
                    <a:pt x="438930" y="577632"/>
                    <a:pt x="438930" y="588511"/>
                  </a:cubicBezTo>
                  <a:cubicBezTo>
                    <a:pt x="438930" y="612988"/>
                    <a:pt x="438930" y="623866"/>
                    <a:pt x="436211" y="645624"/>
                  </a:cubicBezTo>
                  <a:cubicBezTo>
                    <a:pt x="433491" y="648343"/>
                    <a:pt x="433491" y="648343"/>
                    <a:pt x="433491" y="651063"/>
                  </a:cubicBezTo>
                  <a:lnTo>
                    <a:pt x="433491" y="651063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987E6C4C-5076-4CC1-8A31-4708BB874E99}"/>
                </a:ext>
              </a:extLst>
            </p:cNvPr>
            <p:cNvSpPr/>
            <p:nvPr/>
          </p:nvSpPr>
          <p:spPr bwMode="black">
            <a:xfrm>
              <a:off x="7912732" y="4250336"/>
              <a:ext cx="465062" cy="658157"/>
            </a:xfrm>
            <a:custGeom>
              <a:avLst/>
              <a:gdLst>
                <a:gd name="connsiteX0" fmla="*/ 193096 w 465062"/>
                <a:gd name="connsiteY0" fmla="*/ 59832 h 658157"/>
                <a:gd name="connsiteX1" fmla="*/ 193096 w 465062"/>
                <a:gd name="connsiteY1" fmla="*/ 114226 h 658157"/>
                <a:gd name="connsiteX2" fmla="*/ 198536 w 465062"/>
                <a:gd name="connsiteY2" fmla="*/ 209414 h 658157"/>
                <a:gd name="connsiteX3" fmla="*/ 201255 w 465062"/>
                <a:gd name="connsiteY3" fmla="*/ 282845 h 658157"/>
                <a:gd name="connsiteX4" fmla="*/ 203975 w 465062"/>
                <a:gd name="connsiteY4" fmla="*/ 315481 h 658157"/>
                <a:gd name="connsiteX5" fmla="*/ 203975 w 465062"/>
                <a:gd name="connsiteY5" fmla="*/ 320920 h 658157"/>
                <a:gd name="connsiteX6" fmla="*/ 212134 w 465062"/>
                <a:gd name="connsiteY6" fmla="*/ 329079 h 658157"/>
                <a:gd name="connsiteX7" fmla="*/ 223013 w 465062"/>
                <a:gd name="connsiteY7" fmla="*/ 329079 h 658157"/>
                <a:gd name="connsiteX8" fmla="*/ 239331 w 465062"/>
                <a:gd name="connsiteY8" fmla="*/ 329079 h 658157"/>
                <a:gd name="connsiteX9" fmla="*/ 280126 w 465062"/>
                <a:gd name="connsiteY9" fmla="*/ 312761 h 658157"/>
                <a:gd name="connsiteX10" fmla="*/ 296443 w 465062"/>
                <a:gd name="connsiteY10" fmla="*/ 288284 h 658157"/>
                <a:gd name="connsiteX11" fmla="*/ 304602 w 465062"/>
                <a:gd name="connsiteY11" fmla="*/ 258368 h 658157"/>
                <a:gd name="connsiteX12" fmla="*/ 312761 w 465062"/>
                <a:gd name="connsiteY12" fmla="*/ 225732 h 658157"/>
                <a:gd name="connsiteX13" fmla="*/ 315481 w 465062"/>
                <a:gd name="connsiteY13" fmla="*/ 195816 h 658157"/>
                <a:gd name="connsiteX14" fmla="*/ 318201 w 465062"/>
                <a:gd name="connsiteY14" fmla="*/ 168619 h 658157"/>
                <a:gd name="connsiteX15" fmla="*/ 312761 w 465062"/>
                <a:gd name="connsiteY15" fmla="*/ 135983 h 658157"/>
                <a:gd name="connsiteX16" fmla="*/ 312761 w 465062"/>
                <a:gd name="connsiteY16" fmla="*/ 122385 h 658157"/>
                <a:gd name="connsiteX17" fmla="*/ 293724 w 465062"/>
                <a:gd name="connsiteY17" fmla="*/ 84309 h 658157"/>
                <a:gd name="connsiteX18" fmla="*/ 280126 w 465062"/>
                <a:gd name="connsiteY18" fmla="*/ 73430 h 658157"/>
                <a:gd name="connsiteX19" fmla="*/ 258368 w 465062"/>
                <a:gd name="connsiteY19" fmla="*/ 62552 h 658157"/>
                <a:gd name="connsiteX20" fmla="*/ 217573 w 465062"/>
                <a:gd name="connsiteY20" fmla="*/ 59832 h 658157"/>
                <a:gd name="connsiteX21" fmla="*/ 111506 w 465062"/>
                <a:gd name="connsiteY21" fmla="*/ 0 h 658157"/>
                <a:gd name="connsiteX22" fmla="*/ 127824 w 465062"/>
                <a:gd name="connsiteY22" fmla="*/ 0 h 658157"/>
                <a:gd name="connsiteX23" fmla="*/ 157741 w 465062"/>
                <a:gd name="connsiteY23" fmla="*/ 5440 h 658157"/>
                <a:gd name="connsiteX24" fmla="*/ 179497 w 465062"/>
                <a:gd name="connsiteY24" fmla="*/ 16318 h 658157"/>
                <a:gd name="connsiteX25" fmla="*/ 209414 w 465062"/>
                <a:gd name="connsiteY25" fmla="*/ 16318 h 658157"/>
                <a:gd name="connsiteX26" fmla="*/ 247489 w 465062"/>
                <a:gd name="connsiteY26" fmla="*/ 16318 h 658157"/>
                <a:gd name="connsiteX27" fmla="*/ 266527 w 465062"/>
                <a:gd name="connsiteY27" fmla="*/ 16318 h 658157"/>
                <a:gd name="connsiteX28" fmla="*/ 312761 w 465062"/>
                <a:gd name="connsiteY28" fmla="*/ 27197 h 658157"/>
                <a:gd name="connsiteX29" fmla="*/ 337238 w 465062"/>
                <a:gd name="connsiteY29" fmla="*/ 38075 h 658157"/>
                <a:gd name="connsiteX30" fmla="*/ 364434 w 465062"/>
                <a:gd name="connsiteY30" fmla="*/ 54393 h 658157"/>
                <a:gd name="connsiteX31" fmla="*/ 386192 w 465062"/>
                <a:gd name="connsiteY31" fmla="*/ 73431 h 658157"/>
                <a:gd name="connsiteX32" fmla="*/ 407949 w 465062"/>
                <a:gd name="connsiteY32" fmla="*/ 103347 h 658157"/>
                <a:gd name="connsiteX33" fmla="*/ 416108 w 465062"/>
                <a:gd name="connsiteY33" fmla="*/ 141422 h 658157"/>
                <a:gd name="connsiteX34" fmla="*/ 418828 w 465062"/>
                <a:gd name="connsiteY34" fmla="*/ 163179 h 658157"/>
                <a:gd name="connsiteX35" fmla="*/ 418828 w 465062"/>
                <a:gd name="connsiteY35" fmla="*/ 171339 h 658157"/>
                <a:gd name="connsiteX36" fmla="*/ 421547 w 465062"/>
                <a:gd name="connsiteY36" fmla="*/ 187656 h 658157"/>
                <a:gd name="connsiteX37" fmla="*/ 418828 w 465062"/>
                <a:gd name="connsiteY37" fmla="*/ 206694 h 658157"/>
                <a:gd name="connsiteX38" fmla="*/ 416108 w 465062"/>
                <a:gd name="connsiteY38" fmla="*/ 233891 h 658157"/>
                <a:gd name="connsiteX39" fmla="*/ 405229 w 465062"/>
                <a:gd name="connsiteY39" fmla="*/ 263807 h 658157"/>
                <a:gd name="connsiteX40" fmla="*/ 394351 w 465062"/>
                <a:gd name="connsiteY40" fmla="*/ 274686 h 658157"/>
                <a:gd name="connsiteX41" fmla="*/ 388912 w 465062"/>
                <a:gd name="connsiteY41" fmla="*/ 285564 h 658157"/>
                <a:gd name="connsiteX42" fmla="*/ 369874 w 465062"/>
                <a:gd name="connsiteY42" fmla="*/ 304602 h 658157"/>
                <a:gd name="connsiteX43" fmla="*/ 358995 w 465062"/>
                <a:gd name="connsiteY43" fmla="*/ 310041 h 658157"/>
                <a:gd name="connsiteX44" fmla="*/ 348117 w 465062"/>
                <a:gd name="connsiteY44" fmla="*/ 320920 h 658157"/>
                <a:gd name="connsiteX45" fmla="*/ 326359 w 465062"/>
                <a:gd name="connsiteY45" fmla="*/ 339957 h 658157"/>
                <a:gd name="connsiteX46" fmla="*/ 312761 w 465062"/>
                <a:gd name="connsiteY46" fmla="*/ 353555 h 658157"/>
                <a:gd name="connsiteX47" fmla="*/ 337238 w 465062"/>
                <a:gd name="connsiteY47" fmla="*/ 380752 h 658157"/>
                <a:gd name="connsiteX48" fmla="*/ 358995 w 465062"/>
                <a:gd name="connsiteY48" fmla="*/ 421547 h 658157"/>
                <a:gd name="connsiteX49" fmla="*/ 372593 w 465062"/>
                <a:gd name="connsiteY49" fmla="*/ 459622 h 658157"/>
                <a:gd name="connsiteX50" fmla="*/ 386192 w 465062"/>
                <a:gd name="connsiteY50" fmla="*/ 514015 h 658157"/>
                <a:gd name="connsiteX51" fmla="*/ 407949 w 465062"/>
                <a:gd name="connsiteY51" fmla="*/ 568408 h 658157"/>
                <a:gd name="connsiteX52" fmla="*/ 421547 w 465062"/>
                <a:gd name="connsiteY52" fmla="*/ 598324 h 658157"/>
                <a:gd name="connsiteX53" fmla="*/ 451463 w 465062"/>
                <a:gd name="connsiteY53" fmla="*/ 628241 h 658157"/>
                <a:gd name="connsiteX54" fmla="*/ 465062 w 465062"/>
                <a:gd name="connsiteY54" fmla="*/ 644559 h 658157"/>
                <a:gd name="connsiteX55" fmla="*/ 462342 w 465062"/>
                <a:gd name="connsiteY55" fmla="*/ 649998 h 658157"/>
                <a:gd name="connsiteX56" fmla="*/ 437865 w 465062"/>
                <a:gd name="connsiteY56" fmla="*/ 658157 h 658157"/>
                <a:gd name="connsiteX57" fmla="*/ 361715 w 465062"/>
                <a:gd name="connsiteY57" fmla="*/ 622801 h 658157"/>
                <a:gd name="connsiteX58" fmla="*/ 320920 w 465062"/>
                <a:gd name="connsiteY58" fmla="*/ 565689 h 658157"/>
                <a:gd name="connsiteX59" fmla="*/ 304602 w 465062"/>
                <a:gd name="connsiteY59" fmla="*/ 530333 h 658157"/>
                <a:gd name="connsiteX60" fmla="*/ 293723 w 465062"/>
                <a:gd name="connsiteY60" fmla="*/ 497697 h 658157"/>
                <a:gd name="connsiteX61" fmla="*/ 282845 w 465062"/>
                <a:gd name="connsiteY61" fmla="*/ 462342 h 658157"/>
                <a:gd name="connsiteX62" fmla="*/ 269246 w 465062"/>
                <a:gd name="connsiteY62" fmla="*/ 424267 h 658157"/>
                <a:gd name="connsiteX63" fmla="*/ 255648 w 465062"/>
                <a:gd name="connsiteY63" fmla="*/ 391631 h 658157"/>
                <a:gd name="connsiteX64" fmla="*/ 236610 w 465062"/>
                <a:gd name="connsiteY64" fmla="*/ 367154 h 658157"/>
                <a:gd name="connsiteX65" fmla="*/ 217573 w 465062"/>
                <a:gd name="connsiteY65" fmla="*/ 361714 h 658157"/>
                <a:gd name="connsiteX66" fmla="*/ 201255 w 465062"/>
                <a:gd name="connsiteY66" fmla="*/ 361714 h 658157"/>
                <a:gd name="connsiteX67" fmla="*/ 198535 w 465062"/>
                <a:gd name="connsiteY67" fmla="*/ 367154 h 658157"/>
                <a:gd name="connsiteX68" fmla="*/ 201255 w 465062"/>
                <a:gd name="connsiteY68" fmla="*/ 388911 h 658157"/>
                <a:gd name="connsiteX69" fmla="*/ 198535 w 465062"/>
                <a:gd name="connsiteY69" fmla="*/ 426986 h 658157"/>
                <a:gd name="connsiteX70" fmla="*/ 203975 w 465062"/>
                <a:gd name="connsiteY70" fmla="*/ 478660 h 658157"/>
                <a:gd name="connsiteX71" fmla="*/ 198535 w 465062"/>
                <a:gd name="connsiteY71" fmla="*/ 552090 h 658157"/>
                <a:gd name="connsiteX72" fmla="*/ 195816 w 465062"/>
                <a:gd name="connsiteY72" fmla="*/ 576567 h 658157"/>
                <a:gd name="connsiteX73" fmla="*/ 198535 w 465062"/>
                <a:gd name="connsiteY73" fmla="*/ 592885 h 658157"/>
                <a:gd name="connsiteX74" fmla="*/ 233891 w 465062"/>
                <a:gd name="connsiteY74" fmla="*/ 592885 h 658157"/>
                <a:gd name="connsiteX75" fmla="*/ 271966 w 465062"/>
                <a:gd name="connsiteY75" fmla="*/ 611923 h 658157"/>
                <a:gd name="connsiteX76" fmla="*/ 266527 w 465062"/>
                <a:gd name="connsiteY76" fmla="*/ 628241 h 658157"/>
                <a:gd name="connsiteX77" fmla="*/ 250209 w 465062"/>
                <a:gd name="connsiteY77" fmla="*/ 636400 h 658157"/>
                <a:gd name="connsiteX78" fmla="*/ 228451 w 465062"/>
                <a:gd name="connsiteY78" fmla="*/ 639119 h 658157"/>
                <a:gd name="connsiteX79" fmla="*/ 187657 w 465062"/>
                <a:gd name="connsiteY79" fmla="*/ 639119 h 658157"/>
                <a:gd name="connsiteX80" fmla="*/ 152301 w 465062"/>
                <a:gd name="connsiteY80" fmla="*/ 652717 h 658157"/>
                <a:gd name="connsiteX81" fmla="*/ 133263 w 465062"/>
                <a:gd name="connsiteY81" fmla="*/ 655437 h 658157"/>
                <a:gd name="connsiteX82" fmla="*/ 122385 w 465062"/>
                <a:gd name="connsiteY82" fmla="*/ 652717 h 658157"/>
                <a:gd name="connsiteX83" fmla="*/ 97908 w 465062"/>
                <a:gd name="connsiteY83" fmla="*/ 639119 h 658157"/>
                <a:gd name="connsiteX84" fmla="*/ 70711 w 465062"/>
                <a:gd name="connsiteY84" fmla="*/ 639119 h 658157"/>
                <a:gd name="connsiteX85" fmla="*/ 46234 w 465062"/>
                <a:gd name="connsiteY85" fmla="*/ 639119 h 658157"/>
                <a:gd name="connsiteX86" fmla="*/ 19038 w 465062"/>
                <a:gd name="connsiteY86" fmla="*/ 630960 h 658157"/>
                <a:gd name="connsiteX87" fmla="*/ 2720 w 465062"/>
                <a:gd name="connsiteY87" fmla="*/ 614642 h 658157"/>
                <a:gd name="connsiteX88" fmla="*/ 8159 w 465062"/>
                <a:gd name="connsiteY88" fmla="*/ 606483 h 658157"/>
                <a:gd name="connsiteX89" fmla="*/ 29916 w 465062"/>
                <a:gd name="connsiteY89" fmla="*/ 598324 h 658157"/>
                <a:gd name="connsiteX90" fmla="*/ 76151 w 465062"/>
                <a:gd name="connsiteY90" fmla="*/ 592885 h 658157"/>
                <a:gd name="connsiteX91" fmla="*/ 73431 w 465062"/>
                <a:gd name="connsiteY91" fmla="*/ 573848 h 658157"/>
                <a:gd name="connsiteX92" fmla="*/ 70711 w 465062"/>
                <a:gd name="connsiteY92" fmla="*/ 500417 h 658157"/>
                <a:gd name="connsiteX93" fmla="*/ 73431 w 465062"/>
                <a:gd name="connsiteY93" fmla="*/ 437865 h 658157"/>
                <a:gd name="connsiteX94" fmla="*/ 70711 w 465062"/>
                <a:gd name="connsiteY94" fmla="*/ 369873 h 658157"/>
                <a:gd name="connsiteX95" fmla="*/ 70711 w 465062"/>
                <a:gd name="connsiteY95" fmla="*/ 293723 h 658157"/>
                <a:gd name="connsiteX96" fmla="*/ 73431 w 465062"/>
                <a:gd name="connsiteY96" fmla="*/ 212133 h 658157"/>
                <a:gd name="connsiteX97" fmla="*/ 76151 w 465062"/>
                <a:gd name="connsiteY97" fmla="*/ 155021 h 658157"/>
                <a:gd name="connsiteX98" fmla="*/ 76151 w 465062"/>
                <a:gd name="connsiteY98" fmla="*/ 119665 h 658157"/>
                <a:gd name="connsiteX99" fmla="*/ 78870 w 465062"/>
                <a:gd name="connsiteY99" fmla="*/ 84310 h 658157"/>
                <a:gd name="connsiteX100" fmla="*/ 76151 w 465062"/>
                <a:gd name="connsiteY100" fmla="*/ 62552 h 658157"/>
                <a:gd name="connsiteX101" fmla="*/ 67992 w 465062"/>
                <a:gd name="connsiteY101" fmla="*/ 62552 h 658157"/>
                <a:gd name="connsiteX102" fmla="*/ 43515 w 465062"/>
                <a:gd name="connsiteY102" fmla="*/ 62552 h 658157"/>
                <a:gd name="connsiteX103" fmla="*/ 16318 w 465062"/>
                <a:gd name="connsiteY103" fmla="*/ 57113 h 658157"/>
                <a:gd name="connsiteX104" fmla="*/ 0 w 465062"/>
                <a:gd name="connsiteY104" fmla="*/ 40795 h 658157"/>
                <a:gd name="connsiteX105" fmla="*/ 5439 w 465062"/>
                <a:gd name="connsiteY105" fmla="*/ 32636 h 658157"/>
                <a:gd name="connsiteX106" fmla="*/ 27197 w 465062"/>
                <a:gd name="connsiteY106" fmla="*/ 24477 h 658157"/>
                <a:gd name="connsiteX107" fmla="*/ 76151 w 465062"/>
                <a:gd name="connsiteY107" fmla="*/ 19038 h 658157"/>
                <a:gd name="connsiteX108" fmla="*/ 78870 w 465062"/>
                <a:gd name="connsiteY108" fmla="*/ 13598 h 658157"/>
                <a:gd name="connsiteX109" fmla="*/ 95188 w 465062"/>
                <a:gd name="connsiteY109" fmla="*/ 5440 h 658157"/>
                <a:gd name="connsiteX110" fmla="*/ 111506 w 465062"/>
                <a:gd name="connsiteY110" fmla="*/ 0 h 658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</a:cxnLst>
              <a:rect l="l" t="t" r="r" b="b"/>
              <a:pathLst>
                <a:path w="465062" h="658157">
                  <a:moveTo>
                    <a:pt x="193096" y="59832"/>
                  </a:moveTo>
                  <a:cubicBezTo>
                    <a:pt x="193096" y="73430"/>
                    <a:pt x="193096" y="89748"/>
                    <a:pt x="193096" y="114226"/>
                  </a:cubicBezTo>
                  <a:cubicBezTo>
                    <a:pt x="193096" y="144142"/>
                    <a:pt x="195816" y="176778"/>
                    <a:pt x="198536" y="209414"/>
                  </a:cubicBezTo>
                  <a:cubicBezTo>
                    <a:pt x="198536" y="247489"/>
                    <a:pt x="201255" y="277406"/>
                    <a:pt x="201255" y="282845"/>
                  </a:cubicBezTo>
                  <a:cubicBezTo>
                    <a:pt x="201255" y="293723"/>
                    <a:pt x="203975" y="304602"/>
                    <a:pt x="203975" y="315481"/>
                  </a:cubicBezTo>
                  <a:cubicBezTo>
                    <a:pt x="203975" y="318200"/>
                    <a:pt x="203975" y="318200"/>
                    <a:pt x="203975" y="320920"/>
                  </a:cubicBezTo>
                  <a:cubicBezTo>
                    <a:pt x="203975" y="326359"/>
                    <a:pt x="206695" y="329079"/>
                    <a:pt x="212134" y="329079"/>
                  </a:cubicBezTo>
                  <a:cubicBezTo>
                    <a:pt x="214854" y="329079"/>
                    <a:pt x="220293" y="329079"/>
                    <a:pt x="223013" y="329079"/>
                  </a:cubicBezTo>
                  <a:cubicBezTo>
                    <a:pt x="228452" y="329079"/>
                    <a:pt x="233891" y="329079"/>
                    <a:pt x="239331" y="329079"/>
                  </a:cubicBezTo>
                  <a:cubicBezTo>
                    <a:pt x="252929" y="329079"/>
                    <a:pt x="271967" y="323640"/>
                    <a:pt x="280126" y="312761"/>
                  </a:cubicBezTo>
                  <a:cubicBezTo>
                    <a:pt x="288284" y="304602"/>
                    <a:pt x="291004" y="299163"/>
                    <a:pt x="296443" y="288284"/>
                  </a:cubicBezTo>
                  <a:cubicBezTo>
                    <a:pt x="299163" y="277406"/>
                    <a:pt x="301883" y="269247"/>
                    <a:pt x="304602" y="258368"/>
                  </a:cubicBezTo>
                  <a:cubicBezTo>
                    <a:pt x="307322" y="244770"/>
                    <a:pt x="310042" y="239330"/>
                    <a:pt x="312761" y="225732"/>
                  </a:cubicBezTo>
                  <a:cubicBezTo>
                    <a:pt x="315481" y="212134"/>
                    <a:pt x="315481" y="209414"/>
                    <a:pt x="315481" y="195816"/>
                  </a:cubicBezTo>
                  <a:cubicBezTo>
                    <a:pt x="315481" y="179498"/>
                    <a:pt x="315481" y="184937"/>
                    <a:pt x="318201" y="168619"/>
                  </a:cubicBezTo>
                  <a:cubicBezTo>
                    <a:pt x="312761" y="152302"/>
                    <a:pt x="312761" y="149582"/>
                    <a:pt x="312761" y="135983"/>
                  </a:cubicBezTo>
                  <a:cubicBezTo>
                    <a:pt x="312761" y="133264"/>
                    <a:pt x="312761" y="127825"/>
                    <a:pt x="312761" y="122385"/>
                  </a:cubicBezTo>
                  <a:cubicBezTo>
                    <a:pt x="312761" y="111507"/>
                    <a:pt x="301883" y="95188"/>
                    <a:pt x="293724" y="84309"/>
                  </a:cubicBezTo>
                  <a:cubicBezTo>
                    <a:pt x="288284" y="78870"/>
                    <a:pt x="285565" y="76150"/>
                    <a:pt x="280126" y="73430"/>
                  </a:cubicBezTo>
                  <a:cubicBezTo>
                    <a:pt x="271967" y="67991"/>
                    <a:pt x="266527" y="65271"/>
                    <a:pt x="258368" y="62552"/>
                  </a:cubicBezTo>
                  <a:cubicBezTo>
                    <a:pt x="244770" y="59832"/>
                    <a:pt x="228452" y="59832"/>
                    <a:pt x="217573" y="59832"/>
                  </a:cubicBezTo>
                  <a:close/>
                  <a:moveTo>
                    <a:pt x="111506" y="0"/>
                  </a:moveTo>
                  <a:cubicBezTo>
                    <a:pt x="114226" y="0"/>
                    <a:pt x="122385" y="0"/>
                    <a:pt x="127824" y="0"/>
                  </a:cubicBezTo>
                  <a:cubicBezTo>
                    <a:pt x="135983" y="0"/>
                    <a:pt x="146862" y="2720"/>
                    <a:pt x="157741" y="5440"/>
                  </a:cubicBezTo>
                  <a:cubicBezTo>
                    <a:pt x="168619" y="8159"/>
                    <a:pt x="176778" y="10879"/>
                    <a:pt x="179497" y="16318"/>
                  </a:cubicBezTo>
                  <a:cubicBezTo>
                    <a:pt x="193096" y="16318"/>
                    <a:pt x="201255" y="16318"/>
                    <a:pt x="209414" y="16318"/>
                  </a:cubicBezTo>
                  <a:cubicBezTo>
                    <a:pt x="220292" y="16318"/>
                    <a:pt x="231171" y="16318"/>
                    <a:pt x="247489" y="16318"/>
                  </a:cubicBezTo>
                  <a:cubicBezTo>
                    <a:pt x="250209" y="16318"/>
                    <a:pt x="258368" y="16318"/>
                    <a:pt x="266527" y="16318"/>
                  </a:cubicBezTo>
                  <a:cubicBezTo>
                    <a:pt x="277405" y="16318"/>
                    <a:pt x="291004" y="21758"/>
                    <a:pt x="312761" y="27197"/>
                  </a:cubicBezTo>
                  <a:cubicBezTo>
                    <a:pt x="320920" y="29917"/>
                    <a:pt x="329079" y="35356"/>
                    <a:pt x="337238" y="38075"/>
                  </a:cubicBezTo>
                  <a:cubicBezTo>
                    <a:pt x="342677" y="40795"/>
                    <a:pt x="353556" y="48954"/>
                    <a:pt x="364434" y="54393"/>
                  </a:cubicBezTo>
                  <a:cubicBezTo>
                    <a:pt x="375313" y="62552"/>
                    <a:pt x="386192" y="67992"/>
                    <a:pt x="386192" y="73431"/>
                  </a:cubicBezTo>
                  <a:cubicBezTo>
                    <a:pt x="391631" y="84310"/>
                    <a:pt x="402510" y="92469"/>
                    <a:pt x="407949" y="103347"/>
                  </a:cubicBezTo>
                  <a:cubicBezTo>
                    <a:pt x="413388" y="116945"/>
                    <a:pt x="416108" y="130544"/>
                    <a:pt x="416108" y="141422"/>
                  </a:cubicBezTo>
                  <a:cubicBezTo>
                    <a:pt x="416108" y="152301"/>
                    <a:pt x="418828" y="157740"/>
                    <a:pt x="418828" y="163179"/>
                  </a:cubicBezTo>
                  <a:cubicBezTo>
                    <a:pt x="418828" y="165899"/>
                    <a:pt x="418828" y="168619"/>
                    <a:pt x="418828" y="171339"/>
                  </a:cubicBezTo>
                  <a:cubicBezTo>
                    <a:pt x="418828" y="174058"/>
                    <a:pt x="421547" y="182217"/>
                    <a:pt x="421547" y="187656"/>
                  </a:cubicBezTo>
                  <a:cubicBezTo>
                    <a:pt x="421547" y="193096"/>
                    <a:pt x="418828" y="201255"/>
                    <a:pt x="418828" y="206694"/>
                  </a:cubicBezTo>
                  <a:cubicBezTo>
                    <a:pt x="418828" y="217573"/>
                    <a:pt x="418828" y="223012"/>
                    <a:pt x="416108" y="233891"/>
                  </a:cubicBezTo>
                  <a:cubicBezTo>
                    <a:pt x="413388" y="244769"/>
                    <a:pt x="410668" y="255648"/>
                    <a:pt x="405229" y="263807"/>
                  </a:cubicBezTo>
                  <a:cubicBezTo>
                    <a:pt x="402510" y="269246"/>
                    <a:pt x="397070" y="269246"/>
                    <a:pt x="394351" y="274686"/>
                  </a:cubicBezTo>
                  <a:cubicBezTo>
                    <a:pt x="391631" y="277405"/>
                    <a:pt x="391631" y="282844"/>
                    <a:pt x="388912" y="285564"/>
                  </a:cubicBezTo>
                  <a:cubicBezTo>
                    <a:pt x="383472" y="291003"/>
                    <a:pt x="375313" y="301882"/>
                    <a:pt x="369874" y="304602"/>
                  </a:cubicBezTo>
                  <a:cubicBezTo>
                    <a:pt x="367154" y="307321"/>
                    <a:pt x="361715" y="307321"/>
                    <a:pt x="358995" y="310041"/>
                  </a:cubicBezTo>
                  <a:cubicBezTo>
                    <a:pt x="356275" y="312761"/>
                    <a:pt x="350836" y="318200"/>
                    <a:pt x="348117" y="320920"/>
                  </a:cubicBezTo>
                  <a:cubicBezTo>
                    <a:pt x="339958" y="326359"/>
                    <a:pt x="334518" y="334518"/>
                    <a:pt x="326359" y="339957"/>
                  </a:cubicBezTo>
                  <a:cubicBezTo>
                    <a:pt x="320920" y="342677"/>
                    <a:pt x="312761" y="342677"/>
                    <a:pt x="312761" y="353555"/>
                  </a:cubicBezTo>
                  <a:cubicBezTo>
                    <a:pt x="312761" y="361714"/>
                    <a:pt x="334518" y="372593"/>
                    <a:pt x="337238" y="380752"/>
                  </a:cubicBezTo>
                  <a:cubicBezTo>
                    <a:pt x="345397" y="394350"/>
                    <a:pt x="353556" y="407948"/>
                    <a:pt x="358995" y="421547"/>
                  </a:cubicBezTo>
                  <a:cubicBezTo>
                    <a:pt x="364434" y="435145"/>
                    <a:pt x="367154" y="446024"/>
                    <a:pt x="372593" y="459622"/>
                  </a:cubicBezTo>
                  <a:cubicBezTo>
                    <a:pt x="378033" y="478660"/>
                    <a:pt x="383472" y="494978"/>
                    <a:pt x="386192" y="514015"/>
                  </a:cubicBezTo>
                  <a:cubicBezTo>
                    <a:pt x="391631" y="533053"/>
                    <a:pt x="402510" y="549371"/>
                    <a:pt x="407949" y="568408"/>
                  </a:cubicBezTo>
                  <a:cubicBezTo>
                    <a:pt x="410668" y="579287"/>
                    <a:pt x="416108" y="590165"/>
                    <a:pt x="421547" y="598324"/>
                  </a:cubicBezTo>
                  <a:cubicBezTo>
                    <a:pt x="435146" y="614642"/>
                    <a:pt x="443305" y="622801"/>
                    <a:pt x="451463" y="628241"/>
                  </a:cubicBezTo>
                  <a:cubicBezTo>
                    <a:pt x="456903" y="630960"/>
                    <a:pt x="465062" y="636400"/>
                    <a:pt x="465062" y="644559"/>
                  </a:cubicBezTo>
                  <a:cubicBezTo>
                    <a:pt x="465062" y="647278"/>
                    <a:pt x="465062" y="647278"/>
                    <a:pt x="462342" y="649998"/>
                  </a:cubicBezTo>
                  <a:cubicBezTo>
                    <a:pt x="456903" y="655437"/>
                    <a:pt x="446024" y="658157"/>
                    <a:pt x="437865" y="658157"/>
                  </a:cubicBezTo>
                  <a:cubicBezTo>
                    <a:pt x="413388" y="658157"/>
                    <a:pt x="378033" y="641839"/>
                    <a:pt x="361715" y="622801"/>
                  </a:cubicBezTo>
                  <a:cubicBezTo>
                    <a:pt x="345397" y="606483"/>
                    <a:pt x="334518" y="584726"/>
                    <a:pt x="320920" y="565689"/>
                  </a:cubicBezTo>
                  <a:cubicBezTo>
                    <a:pt x="315480" y="554810"/>
                    <a:pt x="310041" y="543931"/>
                    <a:pt x="304602" y="530333"/>
                  </a:cubicBezTo>
                  <a:cubicBezTo>
                    <a:pt x="299163" y="519454"/>
                    <a:pt x="296443" y="508576"/>
                    <a:pt x="293723" y="497697"/>
                  </a:cubicBezTo>
                  <a:cubicBezTo>
                    <a:pt x="291004" y="486819"/>
                    <a:pt x="288284" y="473220"/>
                    <a:pt x="282845" y="462342"/>
                  </a:cubicBezTo>
                  <a:cubicBezTo>
                    <a:pt x="280125" y="448743"/>
                    <a:pt x="274686" y="437865"/>
                    <a:pt x="269246" y="424267"/>
                  </a:cubicBezTo>
                  <a:cubicBezTo>
                    <a:pt x="266527" y="416108"/>
                    <a:pt x="261087" y="402509"/>
                    <a:pt x="255648" y="391631"/>
                  </a:cubicBezTo>
                  <a:cubicBezTo>
                    <a:pt x="250209" y="380752"/>
                    <a:pt x="244770" y="375313"/>
                    <a:pt x="236610" y="367154"/>
                  </a:cubicBezTo>
                  <a:cubicBezTo>
                    <a:pt x="231171" y="361714"/>
                    <a:pt x="223012" y="361714"/>
                    <a:pt x="217573" y="361714"/>
                  </a:cubicBezTo>
                  <a:cubicBezTo>
                    <a:pt x="212134" y="361714"/>
                    <a:pt x="206694" y="361714"/>
                    <a:pt x="201255" y="361714"/>
                  </a:cubicBezTo>
                  <a:cubicBezTo>
                    <a:pt x="198535" y="361714"/>
                    <a:pt x="198535" y="364434"/>
                    <a:pt x="198535" y="367154"/>
                  </a:cubicBezTo>
                  <a:cubicBezTo>
                    <a:pt x="198535" y="375313"/>
                    <a:pt x="201255" y="386191"/>
                    <a:pt x="201255" y="388911"/>
                  </a:cubicBezTo>
                  <a:cubicBezTo>
                    <a:pt x="201255" y="402509"/>
                    <a:pt x="198535" y="413388"/>
                    <a:pt x="198535" y="426986"/>
                  </a:cubicBezTo>
                  <a:cubicBezTo>
                    <a:pt x="198535" y="446024"/>
                    <a:pt x="203975" y="456902"/>
                    <a:pt x="203975" y="478660"/>
                  </a:cubicBezTo>
                  <a:cubicBezTo>
                    <a:pt x="203975" y="503136"/>
                    <a:pt x="201255" y="527613"/>
                    <a:pt x="198535" y="552090"/>
                  </a:cubicBezTo>
                  <a:cubicBezTo>
                    <a:pt x="198535" y="560249"/>
                    <a:pt x="195816" y="568408"/>
                    <a:pt x="195816" y="576567"/>
                  </a:cubicBezTo>
                  <a:cubicBezTo>
                    <a:pt x="195816" y="582006"/>
                    <a:pt x="195816" y="587446"/>
                    <a:pt x="198535" y="592885"/>
                  </a:cubicBezTo>
                  <a:cubicBezTo>
                    <a:pt x="212134" y="592885"/>
                    <a:pt x="225732" y="592885"/>
                    <a:pt x="233891" y="592885"/>
                  </a:cubicBezTo>
                  <a:cubicBezTo>
                    <a:pt x="247489" y="592885"/>
                    <a:pt x="271966" y="592885"/>
                    <a:pt x="271966" y="611923"/>
                  </a:cubicBezTo>
                  <a:cubicBezTo>
                    <a:pt x="271966" y="620082"/>
                    <a:pt x="269246" y="622801"/>
                    <a:pt x="266527" y="628241"/>
                  </a:cubicBezTo>
                  <a:cubicBezTo>
                    <a:pt x="261087" y="633680"/>
                    <a:pt x="255648" y="636400"/>
                    <a:pt x="250209" y="636400"/>
                  </a:cubicBezTo>
                  <a:cubicBezTo>
                    <a:pt x="239330" y="639119"/>
                    <a:pt x="233891" y="639119"/>
                    <a:pt x="228451" y="639119"/>
                  </a:cubicBezTo>
                  <a:cubicBezTo>
                    <a:pt x="223012" y="639119"/>
                    <a:pt x="206694" y="639119"/>
                    <a:pt x="187657" y="639119"/>
                  </a:cubicBezTo>
                  <a:cubicBezTo>
                    <a:pt x="176778" y="647278"/>
                    <a:pt x="163180" y="649998"/>
                    <a:pt x="152301" y="652717"/>
                  </a:cubicBezTo>
                  <a:cubicBezTo>
                    <a:pt x="146862" y="652717"/>
                    <a:pt x="138703" y="655437"/>
                    <a:pt x="133263" y="655437"/>
                  </a:cubicBezTo>
                  <a:cubicBezTo>
                    <a:pt x="130544" y="655437"/>
                    <a:pt x="125104" y="655437"/>
                    <a:pt x="122385" y="652717"/>
                  </a:cubicBezTo>
                  <a:cubicBezTo>
                    <a:pt x="114226" y="649998"/>
                    <a:pt x="103347" y="644559"/>
                    <a:pt x="97908" y="639119"/>
                  </a:cubicBezTo>
                  <a:cubicBezTo>
                    <a:pt x="87029" y="639119"/>
                    <a:pt x="78870" y="639119"/>
                    <a:pt x="70711" y="639119"/>
                  </a:cubicBezTo>
                  <a:cubicBezTo>
                    <a:pt x="62552" y="639119"/>
                    <a:pt x="54393" y="639119"/>
                    <a:pt x="46234" y="639119"/>
                  </a:cubicBezTo>
                  <a:cubicBezTo>
                    <a:pt x="38075" y="639119"/>
                    <a:pt x="27197" y="633680"/>
                    <a:pt x="19038" y="630960"/>
                  </a:cubicBezTo>
                  <a:cubicBezTo>
                    <a:pt x="10879" y="628241"/>
                    <a:pt x="2720" y="620082"/>
                    <a:pt x="2720" y="614642"/>
                  </a:cubicBezTo>
                  <a:cubicBezTo>
                    <a:pt x="2720" y="611923"/>
                    <a:pt x="2720" y="609203"/>
                    <a:pt x="8159" y="606483"/>
                  </a:cubicBezTo>
                  <a:cubicBezTo>
                    <a:pt x="13599" y="603764"/>
                    <a:pt x="24477" y="601044"/>
                    <a:pt x="29916" y="598324"/>
                  </a:cubicBezTo>
                  <a:cubicBezTo>
                    <a:pt x="43515" y="595605"/>
                    <a:pt x="62552" y="595605"/>
                    <a:pt x="76151" y="592885"/>
                  </a:cubicBezTo>
                  <a:cubicBezTo>
                    <a:pt x="76151" y="587446"/>
                    <a:pt x="73431" y="582006"/>
                    <a:pt x="73431" y="573848"/>
                  </a:cubicBezTo>
                  <a:cubicBezTo>
                    <a:pt x="73431" y="565689"/>
                    <a:pt x="70711" y="516735"/>
                    <a:pt x="70711" y="500417"/>
                  </a:cubicBezTo>
                  <a:cubicBezTo>
                    <a:pt x="70711" y="481379"/>
                    <a:pt x="73431" y="456902"/>
                    <a:pt x="73431" y="437865"/>
                  </a:cubicBezTo>
                  <a:cubicBezTo>
                    <a:pt x="73431" y="416108"/>
                    <a:pt x="70711" y="391631"/>
                    <a:pt x="70711" y="369873"/>
                  </a:cubicBezTo>
                  <a:cubicBezTo>
                    <a:pt x="70711" y="345397"/>
                    <a:pt x="70711" y="318200"/>
                    <a:pt x="70711" y="293723"/>
                  </a:cubicBezTo>
                  <a:cubicBezTo>
                    <a:pt x="70711" y="266526"/>
                    <a:pt x="73431" y="239330"/>
                    <a:pt x="73431" y="212133"/>
                  </a:cubicBezTo>
                  <a:cubicBezTo>
                    <a:pt x="73431" y="187656"/>
                    <a:pt x="76151" y="179498"/>
                    <a:pt x="76151" y="155021"/>
                  </a:cubicBezTo>
                  <a:cubicBezTo>
                    <a:pt x="76151" y="144142"/>
                    <a:pt x="76151" y="130544"/>
                    <a:pt x="76151" y="119665"/>
                  </a:cubicBezTo>
                  <a:cubicBezTo>
                    <a:pt x="76151" y="106067"/>
                    <a:pt x="78870" y="95188"/>
                    <a:pt x="78870" y="84310"/>
                  </a:cubicBezTo>
                  <a:cubicBezTo>
                    <a:pt x="78870" y="78870"/>
                    <a:pt x="78870" y="70711"/>
                    <a:pt x="76151" y="62552"/>
                  </a:cubicBezTo>
                  <a:cubicBezTo>
                    <a:pt x="76151" y="62552"/>
                    <a:pt x="73431" y="62552"/>
                    <a:pt x="67992" y="62552"/>
                  </a:cubicBezTo>
                  <a:cubicBezTo>
                    <a:pt x="59833" y="62552"/>
                    <a:pt x="51674" y="62552"/>
                    <a:pt x="43515" y="62552"/>
                  </a:cubicBezTo>
                  <a:cubicBezTo>
                    <a:pt x="35356" y="62552"/>
                    <a:pt x="24477" y="59833"/>
                    <a:pt x="16318" y="57113"/>
                  </a:cubicBezTo>
                  <a:cubicBezTo>
                    <a:pt x="8159" y="54393"/>
                    <a:pt x="0" y="43515"/>
                    <a:pt x="0" y="40795"/>
                  </a:cubicBezTo>
                  <a:cubicBezTo>
                    <a:pt x="0" y="38075"/>
                    <a:pt x="0" y="35356"/>
                    <a:pt x="5439" y="32636"/>
                  </a:cubicBezTo>
                  <a:cubicBezTo>
                    <a:pt x="10879" y="29917"/>
                    <a:pt x="21758" y="27197"/>
                    <a:pt x="27197" y="24477"/>
                  </a:cubicBezTo>
                  <a:cubicBezTo>
                    <a:pt x="46234" y="21758"/>
                    <a:pt x="62552" y="19038"/>
                    <a:pt x="76151" y="19038"/>
                  </a:cubicBezTo>
                  <a:cubicBezTo>
                    <a:pt x="76151" y="16318"/>
                    <a:pt x="78870" y="16318"/>
                    <a:pt x="78870" y="13598"/>
                  </a:cubicBezTo>
                  <a:cubicBezTo>
                    <a:pt x="84309" y="10879"/>
                    <a:pt x="89749" y="8159"/>
                    <a:pt x="95188" y="5440"/>
                  </a:cubicBezTo>
                  <a:cubicBezTo>
                    <a:pt x="100628" y="2720"/>
                    <a:pt x="106067" y="0"/>
                    <a:pt x="111506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55A557F2-2B51-4A94-8BAD-38C184786E6F}"/>
                </a:ext>
              </a:extLst>
            </p:cNvPr>
            <p:cNvSpPr/>
            <p:nvPr/>
          </p:nvSpPr>
          <p:spPr bwMode="black">
            <a:xfrm>
              <a:off x="8346812" y="4186718"/>
              <a:ext cx="353556" cy="761503"/>
            </a:xfrm>
            <a:custGeom>
              <a:avLst/>
              <a:gdLst>
                <a:gd name="connsiteX0" fmla="*/ 283910 w 353555"/>
                <a:gd name="connsiteY0" fmla="*/ 672820 h 761503"/>
                <a:gd name="connsiteX1" fmla="*/ 321985 w 353555"/>
                <a:gd name="connsiteY1" fmla="*/ 689138 h 761503"/>
                <a:gd name="connsiteX2" fmla="*/ 316546 w 353555"/>
                <a:gd name="connsiteY2" fmla="*/ 705456 h 761503"/>
                <a:gd name="connsiteX3" fmla="*/ 300228 w 353555"/>
                <a:gd name="connsiteY3" fmla="*/ 713615 h 761503"/>
                <a:gd name="connsiteX4" fmla="*/ 278471 w 353555"/>
                <a:gd name="connsiteY4" fmla="*/ 716335 h 761503"/>
                <a:gd name="connsiteX5" fmla="*/ 237676 w 353555"/>
                <a:gd name="connsiteY5" fmla="*/ 716335 h 761503"/>
                <a:gd name="connsiteX6" fmla="*/ 180563 w 353555"/>
                <a:gd name="connsiteY6" fmla="*/ 719054 h 761503"/>
                <a:gd name="connsiteX7" fmla="*/ 126170 w 353555"/>
                <a:gd name="connsiteY7" fmla="*/ 719054 h 761503"/>
                <a:gd name="connsiteX8" fmla="*/ 101693 w 353555"/>
                <a:gd name="connsiteY8" fmla="*/ 719054 h 761503"/>
                <a:gd name="connsiteX9" fmla="*/ 74496 w 353555"/>
                <a:gd name="connsiteY9" fmla="*/ 713615 h 761503"/>
                <a:gd name="connsiteX10" fmla="*/ 58178 w 353555"/>
                <a:gd name="connsiteY10" fmla="*/ 697297 h 761503"/>
                <a:gd name="connsiteX11" fmla="*/ 63618 w 353555"/>
                <a:gd name="connsiteY11" fmla="*/ 689138 h 761503"/>
                <a:gd name="connsiteX12" fmla="*/ 85375 w 353555"/>
                <a:gd name="connsiteY12" fmla="*/ 680979 h 761503"/>
                <a:gd name="connsiteX13" fmla="*/ 131609 w 353555"/>
                <a:gd name="connsiteY13" fmla="*/ 675540 h 761503"/>
                <a:gd name="connsiteX14" fmla="*/ 142488 w 353555"/>
                <a:gd name="connsiteY14" fmla="*/ 675540 h 761503"/>
                <a:gd name="connsiteX15" fmla="*/ 131609 w 353555"/>
                <a:gd name="connsiteY15" fmla="*/ 653783 h 761503"/>
                <a:gd name="connsiteX16" fmla="*/ 128890 w 353555"/>
                <a:gd name="connsiteY16" fmla="*/ 640184 h 761503"/>
                <a:gd name="connsiteX17" fmla="*/ 128890 w 353555"/>
                <a:gd name="connsiteY17" fmla="*/ 629306 h 761503"/>
                <a:gd name="connsiteX18" fmla="*/ 128890 w 353555"/>
                <a:gd name="connsiteY18" fmla="*/ 621147 h 761503"/>
                <a:gd name="connsiteX19" fmla="*/ 128890 w 353555"/>
                <a:gd name="connsiteY19" fmla="*/ 593950 h 761503"/>
                <a:gd name="connsiteX20" fmla="*/ 128890 w 353555"/>
                <a:gd name="connsiteY20" fmla="*/ 583072 h 761503"/>
                <a:gd name="connsiteX21" fmla="*/ 128890 w 353555"/>
                <a:gd name="connsiteY21" fmla="*/ 436210 h 761503"/>
                <a:gd name="connsiteX22" fmla="*/ 128890 w 353555"/>
                <a:gd name="connsiteY22" fmla="*/ 357340 h 761503"/>
                <a:gd name="connsiteX23" fmla="*/ 131609 w 353555"/>
                <a:gd name="connsiteY23" fmla="*/ 289349 h 761503"/>
                <a:gd name="connsiteX24" fmla="*/ 131609 w 353555"/>
                <a:gd name="connsiteY24" fmla="*/ 251274 h 761503"/>
                <a:gd name="connsiteX25" fmla="*/ 131609 w 353555"/>
                <a:gd name="connsiteY25" fmla="*/ 205040 h 761503"/>
                <a:gd name="connsiteX26" fmla="*/ 131609 w 353555"/>
                <a:gd name="connsiteY26" fmla="*/ 139768 h 761503"/>
                <a:gd name="connsiteX27" fmla="*/ 131609 w 353555"/>
                <a:gd name="connsiteY27" fmla="*/ 128889 h 761503"/>
                <a:gd name="connsiteX28" fmla="*/ 126170 w 353555"/>
                <a:gd name="connsiteY28" fmla="*/ 128889 h 761503"/>
                <a:gd name="connsiteX29" fmla="*/ 101693 w 353555"/>
                <a:gd name="connsiteY29" fmla="*/ 128889 h 761503"/>
                <a:gd name="connsiteX30" fmla="*/ 74496 w 353555"/>
                <a:gd name="connsiteY30" fmla="*/ 123450 h 761503"/>
                <a:gd name="connsiteX31" fmla="*/ 58178 w 353555"/>
                <a:gd name="connsiteY31" fmla="*/ 107132 h 761503"/>
                <a:gd name="connsiteX32" fmla="*/ 60898 w 353555"/>
                <a:gd name="connsiteY32" fmla="*/ 98973 h 761503"/>
                <a:gd name="connsiteX33" fmla="*/ 82655 w 353555"/>
                <a:gd name="connsiteY33" fmla="*/ 93534 h 761503"/>
                <a:gd name="connsiteX34" fmla="*/ 131609 w 353555"/>
                <a:gd name="connsiteY34" fmla="*/ 88094 h 761503"/>
                <a:gd name="connsiteX35" fmla="*/ 131609 w 353555"/>
                <a:gd name="connsiteY35" fmla="*/ 82655 h 761503"/>
                <a:gd name="connsiteX36" fmla="*/ 134329 w 353555"/>
                <a:gd name="connsiteY36" fmla="*/ 71776 h 761503"/>
                <a:gd name="connsiteX37" fmla="*/ 147927 w 353555"/>
                <a:gd name="connsiteY37" fmla="*/ 63617 h 761503"/>
                <a:gd name="connsiteX38" fmla="*/ 164245 w 353555"/>
                <a:gd name="connsiteY38" fmla="*/ 58178 h 761503"/>
                <a:gd name="connsiteX39" fmla="*/ 177843 w 353555"/>
                <a:gd name="connsiteY39" fmla="*/ 58178 h 761503"/>
                <a:gd name="connsiteX40" fmla="*/ 196881 w 353555"/>
                <a:gd name="connsiteY40" fmla="*/ 60898 h 761503"/>
                <a:gd name="connsiteX41" fmla="*/ 232237 w 353555"/>
                <a:gd name="connsiteY41" fmla="*/ 88094 h 761503"/>
                <a:gd name="connsiteX42" fmla="*/ 278471 w 353555"/>
                <a:gd name="connsiteY42" fmla="*/ 88094 h 761503"/>
                <a:gd name="connsiteX43" fmla="*/ 316546 w 353555"/>
                <a:gd name="connsiteY43" fmla="*/ 104412 h 761503"/>
                <a:gd name="connsiteX44" fmla="*/ 311107 w 353555"/>
                <a:gd name="connsiteY44" fmla="*/ 120730 h 761503"/>
                <a:gd name="connsiteX45" fmla="*/ 294789 w 353555"/>
                <a:gd name="connsiteY45" fmla="*/ 128889 h 761503"/>
                <a:gd name="connsiteX46" fmla="*/ 273032 w 353555"/>
                <a:gd name="connsiteY46" fmla="*/ 131609 h 761503"/>
                <a:gd name="connsiteX47" fmla="*/ 243115 w 353555"/>
                <a:gd name="connsiteY47" fmla="*/ 131609 h 761503"/>
                <a:gd name="connsiteX48" fmla="*/ 243115 w 353555"/>
                <a:gd name="connsiteY48" fmla="*/ 134329 h 761503"/>
                <a:gd name="connsiteX49" fmla="*/ 248554 w 353555"/>
                <a:gd name="connsiteY49" fmla="*/ 169684 h 761503"/>
                <a:gd name="connsiteX50" fmla="*/ 251274 w 353555"/>
                <a:gd name="connsiteY50" fmla="*/ 205040 h 761503"/>
                <a:gd name="connsiteX51" fmla="*/ 251274 w 353555"/>
                <a:gd name="connsiteY51" fmla="*/ 240395 h 761503"/>
                <a:gd name="connsiteX52" fmla="*/ 251274 w 353555"/>
                <a:gd name="connsiteY52" fmla="*/ 256713 h 761503"/>
                <a:gd name="connsiteX53" fmla="*/ 253994 w 353555"/>
                <a:gd name="connsiteY53" fmla="*/ 270311 h 761503"/>
                <a:gd name="connsiteX54" fmla="*/ 259433 w 353555"/>
                <a:gd name="connsiteY54" fmla="*/ 343742 h 761503"/>
                <a:gd name="connsiteX55" fmla="*/ 262153 w 353555"/>
                <a:gd name="connsiteY55" fmla="*/ 425332 h 761503"/>
                <a:gd name="connsiteX56" fmla="*/ 264872 w 353555"/>
                <a:gd name="connsiteY56" fmla="*/ 490603 h 761503"/>
                <a:gd name="connsiteX57" fmla="*/ 270312 w 353555"/>
                <a:gd name="connsiteY57" fmla="*/ 564034 h 761503"/>
                <a:gd name="connsiteX58" fmla="*/ 270312 w 353555"/>
                <a:gd name="connsiteY58" fmla="*/ 599390 h 761503"/>
                <a:gd name="connsiteX59" fmla="*/ 270312 w 353555"/>
                <a:gd name="connsiteY59" fmla="*/ 637465 h 761503"/>
                <a:gd name="connsiteX60" fmla="*/ 264872 w 353555"/>
                <a:gd name="connsiteY60" fmla="*/ 670101 h 761503"/>
                <a:gd name="connsiteX61" fmla="*/ 283910 w 353555"/>
                <a:gd name="connsiteY61" fmla="*/ 672820 h 761503"/>
                <a:gd name="connsiteX62" fmla="*/ 283910 w 353555"/>
                <a:gd name="connsiteY62" fmla="*/ 672820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353555" h="761503">
                  <a:moveTo>
                    <a:pt x="283910" y="672820"/>
                  </a:moveTo>
                  <a:cubicBezTo>
                    <a:pt x="297508" y="672820"/>
                    <a:pt x="321985" y="672820"/>
                    <a:pt x="321985" y="689138"/>
                  </a:cubicBezTo>
                  <a:cubicBezTo>
                    <a:pt x="321985" y="697297"/>
                    <a:pt x="319266" y="697297"/>
                    <a:pt x="316546" y="705456"/>
                  </a:cubicBezTo>
                  <a:cubicBezTo>
                    <a:pt x="311107" y="710895"/>
                    <a:pt x="305667" y="713615"/>
                    <a:pt x="300228" y="713615"/>
                  </a:cubicBezTo>
                  <a:cubicBezTo>
                    <a:pt x="292069" y="716335"/>
                    <a:pt x="283910" y="716335"/>
                    <a:pt x="278471" y="716335"/>
                  </a:cubicBezTo>
                  <a:cubicBezTo>
                    <a:pt x="275751" y="716335"/>
                    <a:pt x="256713" y="716335"/>
                    <a:pt x="237676" y="716335"/>
                  </a:cubicBezTo>
                  <a:cubicBezTo>
                    <a:pt x="213199" y="716335"/>
                    <a:pt x="186003" y="719054"/>
                    <a:pt x="180563" y="719054"/>
                  </a:cubicBezTo>
                  <a:cubicBezTo>
                    <a:pt x="166965" y="719054"/>
                    <a:pt x="142488" y="719054"/>
                    <a:pt x="126170" y="719054"/>
                  </a:cubicBezTo>
                  <a:cubicBezTo>
                    <a:pt x="118011" y="719054"/>
                    <a:pt x="109852" y="719054"/>
                    <a:pt x="101693" y="719054"/>
                  </a:cubicBezTo>
                  <a:cubicBezTo>
                    <a:pt x="93534" y="719054"/>
                    <a:pt x="82655" y="719054"/>
                    <a:pt x="74496" y="713615"/>
                  </a:cubicBezTo>
                  <a:cubicBezTo>
                    <a:pt x="66337" y="710895"/>
                    <a:pt x="58178" y="702736"/>
                    <a:pt x="58178" y="697297"/>
                  </a:cubicBezTo>
                  <a:cubicBezTo>
                    <a:pt x="58178" y="694578"/>
                    <a:pt x="58178" y="691858"/>
                    <a:pt x="63618" y="689138"/>
                  </a:cubicBezTo>
                  <a:cubicBezTo>
                    <a:pt x="69057" y="686418"/>
                    <a:pt x="79936" y="683699"/>
                    <a:pt x="85375" y="680979"/>
                  </a:cubicBezTo>
                  <a:cubicBezTo>
                    <a:pt x="104413" y="678260"/>
                    <a:pt x="123450" y="675540"/>
                    <a:pt x="131609" y="675540"/>
                  </a:cubicBezTo>
                  <a:cubicBezTo>
                    <a:pt x="134329" y="675540"/>
                    <a:pt x="137049" y="675540"/>
                    <a:pt x="142488" y="675540"/>
                  </a:cubicBezTo>
                  <a:cubicBezTo>
                    <a:pt x="134329" y="670101"/>
                    <a:pt x="131609" y="661942"/>
                    <a:pt x="131609" y="653783"/>
                  </a:cubicBezTo>
                  <a:cubicBezTo>
                    <a:pt x="131609" y="648343"/>
                    <a:pt x="131609" y="642904"/>
                    <a:pt x="128890" y="640184"/>
                  </a:cubicBezTo>
                  <a:cubicBezTo>
                    <a:pt x="128890" y="637465"/>
                    <a:pt x="128890" y="634745"/>
                    <a:pt x="128890" y="629306"/>
                  </a:cubicBezTo>
                  <a:cubicBezTo>
                    <a:pt x="128890" y="626586"/>
                    <a:pt x="128890" y="623867"/>
                    <a:pt x="128890" y="621147"/>
                  </a:cubicBezTo>
                  <a:cubicBezTo>
                    <a:pt x="128890" y="612988"/>
                    <a:pt x="128890" y="604829"/>
                    <a:pt x="128890" y="593950"/>
                  </a:cubicBezTo>
                  <a:cubicBezTo>
                    <a:pt x="128890" y="591231"/>
                    <a:pt x="128890" y="585791"/>
                    <a:pt x="128890" y="583072"/>
                  </a:cubicBezTo>
                  <a:cubicBezTo>
                    <a:pt x="128890" y="534118"/>
                    <a:pt x="131609" y="485164"/>
                    <a:pt x="128890" y="436210"/>
                  </a:cubicBezTo>
                  <a:cubicBezTo>
                    <a:pt x="128890" y="409014"/>
                    <a:pt x="128890" y="384537"/>
                    <a:pt x="128890" y="357340"/>
                  </a:cubicBezTo>
                  <a:cubicBezTo>
                    <a:pt x="128890" y="335583"/>
                    <a:pt x="131609" y="313826"/>
                    <a:pt x="131609" y="289349"/>
                  </a:cubicBezTo>
                  <a:cubicBezTo>
                    <a:pt x="131609" y="275751"/>
                    <a:pt x="131609" y="264872"/>
                    <a:pt x="131609" y="251274"/>
                  </a:cubicBezTo>
                  <a:cubicBezTo>
                    <a:pt x="131609" y="234956"/>
                    <a:pt x="131609" y="221357"/>
                    <a:pt x="131609" y="205040"/>
                  </a:cubicBezTo>
                  <a:cubicBezTo>
                    <a:pt x="131609" y="183282"/>
                    <a:pt x="131609" y="161525"/>
                    <a:pt x="131609" y="139768"/>
                  </a:cubicBezTo>
                  <a:cubicBezTo>
                    <a:pt x="131609" y="137048"/>
                    <a:pt x="131609" y="134329"/>
                    <a:pt x="131609" y="128889"/>
                  </a:cubicBezTo>
                  <a:cubicBezTo>
                    <a:pt x="128890" y="128889"/>
                    <a:pt x="126170" y="128889"/>
                    <a:pt x="126170" y="128889"/>
                  </a:cubicBezTo>
                  <a:cubicBezTo>
                    <a:pt x="118011" y="128889"/>
                    <a:pt x="109852" y="128889"/>
                    <a:pt x="101693" y="128889"/>
                  </a:cubicBezTo>
                  <a:cubicBezTo>
                    <a:pt x="93534" y="128889"/>
                    <a:pt x="82655" y="128889"/>
                    <a:pt x="74496" y="123450"/>
                  </a:cubicBezTo>
                  <a:cubicBezTo>
                    <a:pt x="66337" y="120730"/>
                    <a:pt x="58178" y="112571"/>
                    <a:pt x="58178" y="107132"/>
                  </a:cubicBezTo>
                  <a:cubicBezTo>
                    <a:pt x="58178" y="104412"/>
                    <a:pt x="58178" y="101693"/>
                    <a:pt x="60898" y="98973"/>
                  </a:cubicBezTo>
                  <a:cubicBezTo>
                    <a:pt x="63618" y="96253"/>
                    <a:pt x="77216" y="93534"/>
                    <a:pt x="82655" y="93534"/>
                  </a:cubicBezTo>
                  <a:cubicBezTo>
                    <a:pt x="98973" y="90814"/>
                    <a:pt x="123450" y="88094"/>
                    <a:pt x="131609" y="88094"/>
                  </a:cubicBezTo>
                  <a:cubicBezTo>
                    <a:pt x="131609" y="85375"/>
                    <a:pt x="131609" y="85375"/>
                    <a:pt x="131609" y="82655"/>
                  </a:cubicBezTo>
                  <a:cubicBezTo>
                    <a:pt x="131609" y="77216"/>
                    <a:pt x="131609" y="74496"/>
                    <a:pt x="134329" y="71776"/>
                  </a:cubicBezTo>
                  <a:cubicBezTo>
                    <a:pt x="137049" y="69057"/>
                    <a:pt x="145208" y="66337"/>
                    <a:pt x="147927" y="63617"/>
                  </a:cubicBezTo>
                  <a:cubicBezTo>
                    <a:pt x="153366" y="60898"/>
                    <a:pt x="158806" y="58178"/>
                    <a:pt x="164245" y="58178"/>
                  </a:cubicBezTo>
                  <a:cubicBezTo>
                    <a:pt x="169684" y="58178"/>
                    <a:pt x="175124" y="58178"/>
                    <a:pt x="177843" y="58178"/>
                  </a:cubicBezTo>
                  <a:cubicBezTo>
                    <a:pt x="183283" y="58178"/>
                    <a:pt x="191442" y="58178"/>
                    <a:pt x="196881" y="60898"/>
                  </a:cubicBezTo>
                  <a:cubicBezTo>
                    <a:pt x="213199" y="63617"/>
                    <a:pt x="224078" y="74496"/>
                    <a:pt x="232237" y="88094"/>
                  </a:cubicBezTo>
                  <a:cubicBezTo>
                    <a:pt x="253994" y="88094"/>
                    <a:pt x="270312" y="88094"/>
                    <a:pt x="278471" y="88094"/>
                  </a:cubicBezTo>
                  <a:cubicBezTo>
                    <a:pt x="292069" y="88094"/>
                    <a:pt x="316546" y="88094"/>
                    <a:pt x="316546" y="104412"/>
                  </a:cubicBezTo>
                  <a:cubicBezTo>
                    <a:pt x="316546" y="112571"/>
                    <a:pt x="313826" y="112571"/>
                    <a:pt x="311107" y="120730"/>
                  </a:cubicBezTo>
                  <a:cubicBezTo>
                    <a:pt x="305667" y="126170"/>
                    <a:pt x="300228" y="128889"/>
                    <a:pt x="294789" y="128889"/>
                  </a:cubicBezTo>
                  <a:cubicBezTo>
                    <a:pt x="286630" y="131609"/>
                    <a:pt x="278471" y="131609"/>
                    <a:pt x="273032" y="131609"/>
                  </a:cubicBezTo>
                  <a:cubicBezTo>
                    <a:pt x="270312" y="131609"/>
                    <a:pt x="259433" y="131609"/>
                    <a:pt x="243115" y="131609"/>
                  </a:cubicBezTo>
                  <a:lnTo>
                    <a:pt x="243115" y="134329"/>
                  </a:lnTo>
                  <a:cubicBezTo>
                    <a:pt x="245835" y="145207"/>
                    <a:pt x="245835" y="158805"/>
                    <a:pt x="248554" y="169684"/>
                  </a:cubicBezTo>
                  <a:cubicBezTo>
                    <a:pt x="251274" y="180563"/>
                    <a:pt x="251274" y="194161"/>
                    <a:pt x="251274" y="205040"/>
                  </a:cubicBezTo>
                  <a:cubicBezTo>
                    <a:pt x="251274" y="215918"/>
                    <a:pt x="251274" y="226797"/>
                    <a:pt x="251274" y="240395"/>
                  </a:cubicBezTo>
                  <a:cubicBezTo>
                    <a:pt x="251274" y="245834"/>
                    <a:pt x="251274" y="251274"/>
                    <a:pt x="251274" y="256713"/>
                  </a:cubicBezTo>
                  <a:cubicBezTo>
                    <a:pt x="251274" y="262152"/>
                    <a:pt x="251274" y="267592"/>
                    <a:pt x="253994" y="270311"/>
                  </a:cubicBezTo>
                  <a:cubicBezTo>
                    <a:pt x="256713" y="294788"/>
                    <a:pt x="256713" y="319265"/>
                    <a:pt x="259433" y="343742"/>
                  </a:cubicBezTo>
                  <a:cubicBezTo>
                    <a:pt x="259433" y="370939"/>
                    <a:pt x="262153" y="398135"/>
                    <a:pt x="262153" y="425332"/>
                  </a:cubicBezTo>
                  <a:cubicBezTo>
                    <a:pt x="262153" y="447089"/>
                    <a:pt x="262153" y="468846"/>
                    <a:pt x="264872" y="490603"/>
                  </a:cubicBezTo>
                  <a:cubicBezTo>
                    <a:pt x="264872" y="515080"/>
                    <a:pt x="270312" y="539557"/>
                    <a:pt x="270312" y="564034"/>
                  </a:cubicBezTo>
                  <a:cubicBezTo>
                    <a:pt x="270312" y="574913"/>
                    <a:pt x="270312" y="588511"/>
                    <a:pt x="270312" y="599390"/>
                  </a:cubicBezTo>
                  <a:cubicBezTo>
                    <a:pt x="270312" y="612988"/>
                    <a:pt x="270312" y="623867"/>
                    <a:pt x="270312" y="637465"/>
                  </a:cubicBezTo>
                  <a:cubicBezTo>
                    <a:pt x="270312" y="648343"/>
                    <a:pt x="270312" y="661942"/>
                    <a:pt x="264872" y="670101"/>
                  </a:cubicBezTo>
                  <a:cubicBezTo>
                    <a:pt x="273032" y="672820"/>
                    <a:pt x="278471" y="672820"/>
                    <a:pt x="283910" y="672820"/>
                  </a:cubicBezTo>
                  <a:lnTo>
                    <a:pt x="283910" y="672820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91CD0877-E703-46CC-91C2-0B64DCDDC22E}"/>
                </a:ext>
              </a:extLst>
            </p:cNvPr>
            <p:cNvSpPr/>
            <p:nvPr/>
          </p:nvSpPr>
          <p:spPr bwMode="black">
            <a:xfrm>
              <a:off x="8652924" y="4192158"/>
              <a:ext cx="516735" cy="788700"/>
            </a:xfrm>
            <a:custGeom>
              <a:avLst/>
              <a:gdLst>
                <a:gd name="connsiteX0" fmla="*/ 464616 w 516735"/>
                <a:gd name="connsiteY0" fmla="*/ 436210 h 788699"/>
                <a:gd name="connsiteX1" fmla="*/ 445578 w 516735"/>
                <a:gd name="connsiteY1" fmla="*/ 455248 h 788699"/>
                <a:gd name="connsiteX2" fmla="*/ 404783 w 516735"/>
                <a:gd name="connsiteY2" fmla="*/ 466126 h 788699"/>
                <a:gd name="connsiteX3" fmla="*/ 385746 w 516735"/>
                <a:gd name="connsiteY3" fmla="*/ 479725 h 788699"/>
                <a:gd name="connsiteX4" fmla="*/ 388466 w 516735"/>
                <a:gd name="connsiteY4" fmla="*/ 512361 h 788699"/>
                <a:gd name="connsiteX5" fmla="*/ 388466 w 516735"/>
                <a:gd name="connsiteY5" fmla="*/ 544997 h 788699"/>
                <a:gd name="connsiteX6" fmla="*/ 388466 w 516735"/>
                <a:gd name="connsiteY6" fmla="*/ 566754 h 788699"/>
                <a:gd name="connsiteX7" fmla="*/ 391185 w 516735"/>
                <a:gd name="connsiteY7" fmla="*/ 632026 h 788699"/>
                <a:gd name="connsiteX8" fmla="*/ 393905 w 516735"/>
                <a:gd name="connsiteY8" fmla="*/ 683699 h 788699"/>
                <a:gd name="connsiteX9" fmla="*/ 377587 w 516735"/>
                <a:gd name="connsiteY9" fmla="*/ 724494 h 788699"/>
                <a:gd name="connsiteX10" fmla="*/ 361269 w 516735"/>
                <a:gd name="connsiteY10" fmla="*/ 719054 h 788699"/>
                <a:gd name="connsiteX11" fmla="*/ 353110 w 516735"/>
                <a:gd name="connsiteY11" fmla="*/ 702737 h 788699"/>
                <a:gd name="connsiteX12" fmla="*/ 350390 w 516735"/>
                <a:gd name="connsiteY12" fmla="*/ 686419 h 788699"/>
                <a:gd name="connsiteX13" fmla="*/ 353110 w 516735"/>
                <a:gd name="connsiteY13" fmla="*/ 659222 h 788699"/>
                <a:gd name="connsiteX14" fmla="*/ 353110 w 516735"/>
                <a:gd name="connsiteY14" fmla="*/ 656502 h 788699"/>
                <a:gd name="connsiteX15" fmla="*/ 317754 w 516735"/>
                <a:gd name="connsiteY15" fmla="*/ 708176 h 788699"/>
                <a:gd name="connsiteX16" fmla="*/ 241604 w 516735"/>
                <a:gd name="connsiteY16" fmla="*/ 735372 h 788699"/>
                <a:gd name="connsiteX17" fmla="*/ 187211 w 516735"/>
                <a:gd name="connsiteY17" fmla="*/ 727214 h 788699"/>
                <a:gd name="connsiteX18" fmla="*/ 135537 w 516735"/>
                <a:gd name="connsiteY18" fmla="*/ 694578 h 788699"/>
                <a:gd name="connsiteX19" fmla="*/ 86583 w 516735"/>
                <a:gd name="connsiteY19" fmla="*/ 621147 h 788699"/>
                <a:gd name="connsiteX20" fmla="*/ 67546 w 516735"/>
                <a:gd name="connsiteY20" fmla="*/ 555875 h 788699"/>
                <a:gd name="connsiteX21" fmla="*/ 59387 w 516735"/>
                <a:gd name="connsiteY21" fmla="*/ 509641 h 788699"/>
                <a:gd name="connsiteX22" fmla="*/ 59387 w 516735"/>
                <a:gd name="connsiteY22" fmla="*/ 468846 h 788699"/>
                <a:gd name="connsiteX23" fmla="*/ 86583 w 516735"/>
                <a:gd name="connsiteY23" fmla="*/ 302947 h 788699"/>
                <a:gd name="connsiteX24" fmla="*/ 108341 w 516735"/>
                <a:gd name="connsiteY24" fmla="*/ 224077 h 788699"/>
                <a:gd name="connsiteX25" fmla="*/ 146416 w 516735"/>
                <a:gd name="connsiteY25" fmla="*/ 145207 h 788699"/>
                <a:gd name="connsiteX26" fmla="*/ 198090 w 516735"/>
                <a:gd name="connsiteY26" fmla="*/ 85375 h 788699"/>
                <a:gd name="connsiteX27" fmla="*/ 228006 w 516735"/>
                <a:gd name="connsiteY27" fmla="*/ 69057 h 788699"/>
                <a:gd name="connsiteX28" fmla="*/ 268801 w 516735"/>
                <a:gd name="connsiteY28" fmla="*/ 58178 h 788699"/>
                <a:gd name="connsiteX29" fmla="*/ 274240 w 516735"/>
                <a:gd name="connsiteY29" fmla="*/ 58178 h 788699"/>
                <a:gd name="connsiteX30" fmla="*/ 295997 w 516735"/>
                <a:gd name="connsiteY30" fmla="*/ 60898 h 788699"/>
                <a:gd name="connsiteX31" fmla="*/ 331353 w 516735"/>
                <a:gd name="connsiteY31" fmla="*/ 71776 h 788699"/>
                <a:gd name="connsiteX32" fmla="*/ 350390 w 516735"/>
                <a:gd name="connsiteY32" fmla="*/ 93534 h 788699"/>
                <a:gd name="connsiteX33" fmla="*/ 353110 w 516735"/>
                <a:gd name="connsiteY33" fmla="*/ 74496 h 788699"/>
                <a:gd name="connsiteX34" fmla="*/ 358549 w 516735"/>
                <a:gd name="connsiteY34" fmla="*/ 63618 h 788699"/>
                <a:gd name="connsiteX35" fmla="*/ 366708 w 516735"/>
                <a:gd name="connsiteY35" fmla="*/ 58178 h 788699"/>
                <a:gd name="connsiteX36" fmla="*/ 374867 w 516735"/>
                <a:gd name="connsiteY36" fmla="*/ 63618 h 788699"/>
                <a:gd name="connsiteX37" fmla="*/ 383027 w 516735"/>
                <a:gd name="connsiteY37" fmla="*/ 82655 h 788699"/>
                <a:gd name="connsiteX38" fmla="*/ 385746 w 516735"/>
                <a:gd name="connsiteY38" fmla="*/ 126170 h 788699"/>
                <a:gd name="connsiteX39" fmla="*/ 388466 w 516735"/>
                <a:gd name="connsiteY39" fmla="*/ 186002 h 788699"/>
                <a:gd name="connsiteX40" fmla="*/ 391185 w 516735"/>
                <a:gd name="connsiteY40" fmla="*/ 237676 h 788699"/>
                <a:gd name="connsiteX41" fmla="*/ 374867 w 516735"/>
                <a:gd name="connsiteY41" fmla="*/ 278470 h 788699"/>
                <a:gd name="connsiteX42" fmla="*/ 358549 w 516735"/>
                <a:gd name="connsiteY42" fmla="*/ 273031 h 788699"/>
                <a:gd name="connsiteX43" fmla="*/ 350390 w 516735"/>
                <a:gd name="connsiteY43" fmla="*/ 256713 h 788699"/>
                <a:gd name="connsiteX44" fmla="*/ 347671 w 516735"/>
                <a:gd name="connsiteY44" fmla="*/ 240395 h 788699"/>
                <a:gd name="connsiteX45" fmla="*/ 347671 w 516735"/>
                <a:gd name="connsiteY45" fmla="*/ 213199 h 788699"/>
                <a:gd name="connsiteX46" fmla="*/ 344951 w 516735"/>
                <a:gd name="connsiteY46" fmla="*/ 194161 h 788699"/>
                <a:gd name="connsiteX47" fmla="*/ 339512 w 516735"/>
                <a:gd name="connsiteY47" fmla="*/ 150647 h 788699"/>
                <a:gd name="connsiteX48" fmla="*/ 323194 w 516735"/>
                <a:gd name="connsiteY48" fmla="*/ 112571 h 788699"/>
                <a:gd name="connsiteX49" fmla="*/ 293278 w 516735"/>
                <a:gd name="connsiteY49" fmla="*/ 101693 h 788699"/>
                <a:gd name="connsiteX50" fmla="*/ 263361 w 516735"/>
                <a:gd name="connsiteY50" fmla="*/ 120730 h 788699"/>
                <a:gd name="connsiteX51" fmla="*/ 241604 w 516735"/>
                <a:gd name="connsiteY51" fmla="*/ 153366 h 788699"/>
                <a:gd name="connsiteX52" fmla="*/ 233445 w 516735"/>
                <a:gd name="connsiteY52" fmla="*/ 194161 h 788699"/>
                <a:gd name="connsiteX53" fmla="*/ 225286 w 516735"/>
                <a:gd name="connsiteY53" fmla="*/ 232236 h 788699"/>
                <a:gd name="connsiteX54" fmla="*/ 217127 w 516735"/>
                <a:gd name="connsiteY54" fmla="*/ 275751 h 788699"/>
                <a:gd name="connsiteX55" fmla="*/ 211688 w 516735"/>
                <a:gd name="connsiteY55" fmla="*/ 316545 h 788699"/>
                <a:gd name="connsiteX56" fmla="*/ 206249 w 516735"/>
                <a:gd name="connsiteY56" fmla="*/ 354621 h 788699"/>
                <a:gd name="connsiteX57" fmla="*/ 200809 w 516735"/>
                <a:gd name="connsiteY57" fmla="*/ 398135 h 788699"/>
                <a:gd name="connsiteX58" fmla="*/ 195370 w 516735"/>
                <a:gd name="connsiteY58" fmla="*/ 438930 h 788699"/>
                <a:gd name="connsiteX59" fmla="*/ 192650 w 516735"/>
                <a:gd name="connsiteY59" fmla="*/ 474286 h 788699"/>
                <a:gd name="connsiteX60" fmla="*/ 195370 w 516735"/>
                <a:gd name="connsiteY60" fmla="*/ 525959 h 788699"/>
                <a:gd name="connsiteX61" fmla="*/ 208968 w 516735"/>
                <a:gd name="connsiteY61" fmla="*/ 596670 h 788699"/>
                <a:gd name="connsiteX62" fmla="*/ 214407 w 516735"/>
                <a:gd name="connsiteY62" fmla="*/ 623867 h 788699"/>
                <a:gd name="connsiteX63" fmla="*/ 228006 w 516735"/>
                <a:gd name="connsiteY63" fmla="*/ 656502 h 788699"/>
                <a:gd name="connsiteX64" fmla="*/ 271520 w 516735"/>
                <a:gd name="connsiteY64" fmla="*/ 689138 h 788699"/>
                <a:gd name="connsiteX65" fmla="*/ 306876 w 516735"/>
                <a:gd name="connsiteY65" fmla="*/ 664661 h 788699"/>
                <a:gd name="connsiteX66" fmla="*/ 331353 w 516735"/>
                <a:gd name="connsiteY66" fmla="*/ 602109 h 788699"/>
                <a:gd name="connsiteX67" fmla="*/ 336792 w 516735"/>
                <a:gd name="connsiteY67" fmla="*/ 544997 h 788699"/>
                <a:gd name="connsiteX68" fmla="*/ 336792 w 516735"/>
                <a:gd name="connsiteY68" fmla="*/ 498762 h 788699"/>
                <a:gd name="connsiteX69" fmla="*/ 336792 w 516735"/>
                <a:gd name="connsiteY69" fmla="*/ 490603 h 788699"/>
                <a:gd name="connsiteX70" fmla="*/ 320474 w 516735"/>
                <a:gd name="connsiteY70" fmla="*/ 477005 h 788699"/>
                <a:gd name="connsiteX71" fmla="*/ 282399 w 516735"/>
                <a:gd name="connsiteY71" fmla="*/ 479725 h 788699"/>
                <a:gd name="connsiteX72" fmla="*/ 252483 w 516735"/>
                <a:gd name="connsiteY72" fmla="*/ 474286 h 788699"/>
                <a:gd name="connsiteX73" fmla="*/ 247044 w 516735"/>
                <a:gd name="connsiteY73" fmla="*/ 466126 h 788699"/>
                <a:gd name="connsiteX74" fmla="*/ 249763 w 516735"/>
                <a:gd name="connsiteY74" fmla="*/ 457968 h 788699"/>
                <a:gd name="connsiteX75" fmla="*/ 268801 w 516735"/>
                <a:gd name="connsiteY75" fmla="*/ 447089 h 788699"/>
                <a:gd name="connsiteX76" fmla="*/ 312315 w 516735"/>
                <a:gd name="connsiteY76" fmla="*/ 436210 h 788699"/>
                <a:gd name="connsiteX77" fmla="*/ 353110 w 516735"/>
                <a:gd name="connsiteY77" fmla="*/ 430771 h 788699"/>
                <a:gd name="connsiteX78" fmla="*/ 385746 w 516735"/>
                <a:gd name="connsiteY78" fmla="*/ 430771 h 788699"/>
                <a:gd name="connsiteX79" fmla="*/ 437420 w 516735"/>
                <a:gd name="connsiteY79" fmla="*/ 428051 h 788699"/>
                <a:gd name="connsiteX80" fmla="*/ 464616 w 516735"/>
                <a:gd name="connsiteY80" fmla="*/ 436210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516735" h="788699">
                  <a:moveTo>
                    <a:pt x="464616" y="436210"/>
                  </a:moveTo>
                  <a:cubicBezTo>
                    <a:pt x="464616" y="447089"/>
                    <a:pt x="453738" y="452528"/>
                    <a:pt x="445578" y="455248"/>
                  </a:cubicBezTo>
                  <a:cubicBezTo>
                    <a:pt x="434700" y="460687"/>
                    <a:pt x="415662" y="463407"/>
                    <a:pt x="404783" y="466126"/>
                  </a:cubicBezTo>
                  <a:cubicBezTo>
                    <a:pt x="393905" y="466126"/>
                    <a:pt x="385746" y="468846"/>
                    <a:pt x="385746" y="479725"/>
                  </a:cubicBezTo>
                  <a:cubicBezTo>
                    <a:pt x="385746" y="487884"/>
                    <a:pt x="388466" y="506921"/>
                    <a:pt x="388466" y="512361"/>
                  </a:cubicBezTo>
                  <a:cubicBezTo>
                    <a:pt x="388466" y="515080"/>
                    <a:pt x="388466" y="539557"/>
                    <a:pt x="388466" y="544997"/>
                  </a:cubicBezTo>
                  <a:cubicBezTo>
                    <a:pt x="388466" y="550436"/>
                    <a:pt x="388466" y="558595"/>
                    <a:pt x="388466" y="566754"/>
                  </a:cubicBezTo>
                  <a:cubicBezTo>
                    <a:pt x="388466" y="591231"/>
                    <a:pt x="388466" y="621147"/>
                    <a:pt x="391185" y="632026"/>
                  </a:cubicBezTo>
                  <a:cubicBezTo>
                    <a:pt x="393905" y="653783"/>
                    <a:pt x="393905" y="661942"/>
                    <a:pt x="393905" y="683699"/>
                  </a:cubicBezTo>
                  <a:cubicBezTo>
                    <a:pt x="393905" y="694578"/>
                    <a:pt x="393905" y="724494"/>
                    <a:pt x="377587" y="724494"/>
                  </a:cubicBezTo>
                  <a:cubicBezTo>
                    <a:pt x="369428" y="724494"/>
                    <a:pt x="366708" y="721774"/>
                    <a:pt x="361269" y="719054"/>
                  </a:cubicBezTo>
                  <a:cubicBezTo>
                    <a:pt x="355830" y="716335"/>
                    <a:pt x="353110" y="708176"/>
                    <a:pt x="353110" y="702737"/>
                  </a:cubicBezTo>
                  <a:cubicBezTo>
                    <a:pt x="350390" y="694578"/>
                    <a:pt x="350390" y="689138"/>
                    <a:pt x="350390" y="686419"/>
                  </a:cubicBezTo>
                  <a:cubicBezTo>
                    <a:pt x="350390" y="678260"/>
                    <a:pt x="353110" y="672820"/>
                    <a:pt x="353110" y="659222"/>
                  </a:cubicBezTo>
                  <a:lnTo>
                    <a:pt x="353110" y="656502"/>
                  </a:lnTo>
                  <a:cubicBezTo>
                    <a:pt x="347671" y="675540"/>
                    <a:pt x="334073" y="694578"/>
                    <a:pt x="317754" y="708176"/>
                  </a:cubicBezTo>
                  <a:cubicBezTo>
                    <a:pt x="293278" y="727214"/>
                    <a:pt x="274240" y="735372"/>
                    <a:pt x="241604" y="735372"/>
                  </a:cubicBezTo>
                  <a:cubicBezTo>
                    <a:pt x="222566" y="735372"/>
                    <a:pt x="203529" y="732653"/>
                    <a:pt x="187211" y="727214"/>
                  </a:cubicBezTo>
                  <a:cubicBezTo>
                    <a:pt x="165454" y="719054"/>
                    <a:pt x="149136" y="708176"/>
                    <a:pt x="135537" y="694578"/>
                  </a:cubicBezTo>
                  <a:cubicBezTo>
                    <a:pt x="113780" y="672820"/>
                    <a:pt x="100182" y="648343"/>
                    <a:pt x="86583" y="621147"/>
                  </a:cubicBezTo>
                  <a:cubicBezTo>
                    <a:pt x="75705" y="599390"/>
                    <a:pt x="70266" y="580352"/>
                    <a:pt x="67546" y="555875"/>
                  </a:cubicBezTo>
                  <a:cubicBezTo>
                    <a:pt x="64826" y="539557"/>
                    <a:pt x="62107" y="525959"/>
                    <a:pt x="59387" y="509641"/>
                  </a:cubicBezTo>
                  <a:cubicBezTo>
                    <a:pt x="56667" y="493323"/>
                    <a:pt x="59387" y="485164"/>
                    <a:pt x="59387" y="468846"/>
                  </a:cubicBezTo>
                  <a:cubicBezTo>
                    <a:pt x="59387" y="414453"/>
                    <a:pt x="72985" y="362780"/>
                    <a:pt x="86583" y="302947"/>
                  </a:cubicBezTo>
                  <a:cubicBezTo>
                    <a:pt x="92023" y="275751"/>
                    <a:pt x="100182" y="248554"/>
                    <a:pt x="108341" y="224077"/>
                  </a:cubicBezTo>
                  <a:cubicBezTo>
                    <a:pt x="116500" y="196881"/>
                    <a:pt x="130098" y="169684"/>
                    <a:pt x="146416" y="145207"/>
                  </a:cubicBezTo>
                  <a:cubicBezTo>
                    <a:pt x="160014" y="123450"/>
                    <a:pt x="176332" y="101693"/>
                    <a:pt x="198090" y="85375"/>
                  </a:cubicBezTo>
                  <a:cubicBezTo>
                    <a:pt x="206249" y="77216"/>
                    <a:pt x="217127" y="71776"/>
                    <a:pt x="228006" y="69057"/>
                  </a:cubicBezTo>
                  <a:cubicBezTo>
                    <a:pt x="241604" y="63618"/>
                    <a:pt x="255202" y="58178"/>
                    <a:pt x="268801" y="58178"/>
                  </a:cubicBezTo>
                  <a:cubicBezTo>
                    <a:pt x="271520" y="58178"/>
                    <a:pt x="274240" y="58178"/>
                    <a:pt x="274240" y="58178"/>
                  </a:cubicBezTo>
                  <a:cubicBezTo>
                    <a:pt x="279679" y="58178"/>
                    <a:pt x="285119" y="58178"/>
                    <a:pt x="295997" y="60898"/>
                  </a:cubicBezTo>
                  <a:cubicBezTo>
                    <a:pt x="309595" y="63618"/>
                    <a:pt x="320474" y="66337"/>
                    <a:pt x="331353" y="71776"/>
                  </a:cubicBezTo>
                  <a:cubicBezTo>
                    <a:pt x="339512" y="77216"/>
                    <a:pt x="347671" y="85375"/>
                    <a:pt x="350390" y="93534"/>
                  </a:cubicBezTo>
                  <a:cubicBezTo>
                    <a:pt x="350390" y="88095"/>
                    <a:pt x="353110" y="79936"/>
                    <a:pt x="353110" y="74496"/>
                  </a:cubicBezTo>
                  <a:cubicBezTo>
                    <a:pt x="355830" y="71776"/>
                    <a:pt x="355830" y="69057"/>
                    <a:pt x="358549" y="63618"/>
                  </a:cubicBezTo>
                  <a:cubicBezTo>
                    <a:pt x="361269" y="60898"/>
                    <a:pt x="363989" y="58178"/>
                    <a:pt x="366708" y="58178"/>
                  </a:cubicBezTo>
                  <a:cubicBezTo>
                    <a:pt x="369428" y="58178"/>
                    <a:pt x="372148" y="60898"/>
                    <a:pt x="374867" y="63618"/>
                  </a:cubicBezTo>
                  <a:cubicBezTo>
                    <a:pt x="377587" y="69057"/>
                    <a:pt x="380307" y="77216"/>
                    <a:pt x="383027" y="82655"/>
                  </a:cubicBezTo>
                  <a:cubicBezTo>
                    <a:pt x="383027" y="90814"/>
                    <a:pt x="385746" y="107132"/>
                    <a:pt x="385746" y="126170"/>
                  </a:cubicBezTo>
                  <a:cubicBezTo>
                    <a:pt x="385746" y="150647"/>
                    <a:pt x="385746" y="177843"/>
                    <a:pt x="388466" y="186002"/>
                  </a:cubicBezTo>
                  <a:cubicBezTo>
                    <a:pt x="391185" y="207759"/>
                    <a:pt x="391185" y="215918"/>
                    <a:pt x="391185" y="237676"/>
                  </a:cubicBezTo>
                  <a:cubicBezTo>
                    <a:pt x="391185" y="248554"/>
                    <a:pt x="391185" y="278470"/>
                    <a:pt x="374867" y="278470"/>
                  </a:cubicBezTo>
                  <a:cubicBezTo>
                    <a:pt x="366708" y="278470"/>
                    <a:pt x="363989" y="275751"/>
                    <a:pt x="358549" y="273031"/>
                  </a:cubicBezTo>
                  <a:cubicBezTo>
                    <a:pt x="353110" y="270311"/>
                    <a:pt x="350390" y="262152"/>
                    <a:pt x="350390" y="256713"/>
                  </a:cubicBezTo>
                  <a:cubicBezTo>
                    <a:pt x="350390" y="251274"/>
                    <a:pt x="347671" y="245834"/>
                    <a:pt x="347671" y="240395"/>
                  </a:cubicBezTo>
                  <a:cubicBezTo>
                    <a:pt x="347671" y="232236"/>
                    <a:pt x="347671" y="224077"/>
                    <a:pt x="347671" y="213199"/>
                  </a:cubicBezTo>
                  <a:cubicBezTo>
                    <a:pt x="347671" y="207759"/>
                    <a:pt x="347671" y="199600"/>
                    <a:pt x="344951" y="194161"/>
                  </a:cubicBezTo>
                  <a:cubicBezTo>
                    <a:pt x="342232" y="180563"/>
                    <a:pt x="342232" y="164245"/>
                    <a:pt x="339512" y="150647"/>
                  </a:cubicBezTo>
                  <a:cubicBezTo>
                    <a:pt x="336792" y="137048"/>
                    <a:pt x="331353" y="123450"/>
                    <a:pt x="323194" y="112571"/>
                  </a:cubicBezTo>
                  <a:cubicBezTo>
                    <a:pt x="317754" y="104412"/>
                    <a:pt x="304156" y="101693"/>
                    <a:pt x="293278" y="101693"/>
                  </a:cubicBezTo>
                  <a:cubicBezTo>
                    <a:pt x="279679" y="101693"/>
                    <a:pt x="271520" y="109852"/>
                    <a:pt x="263361" y="120730"/>
                  </a:cubicBezTo>
                  <a:cubicBezTo>
                    <a:pt x="257922" y="131609"/>
                    <a:pt x="247044" y="139768"/>
                    <a:pt x="241604" y="153366"/>
                  </a:cubicBezTo>
                  <a:cubicBezTo>
                    <a:pt x="236165" y="166964"/>
                    <a:pt x="233445" y="180563"/>
                    <a:pt x="233445" y="194161"/>
                  </a:cubicBezTo>
                  <a:cubicBezTo>
                    <a:pt x="233445" y="207759"/>
                    <a:pt x="230725" y="218638"/>
                    <a:pt x="225286" y="232236"/>
                  </a:cubicBezTo>
                  <a:cubicBezTo>
                    <a:pt x="219847" y="245834"/>
                    <a:pt x="219847" y="262152"/>
                    <a:pt x="217127" y="275751"/>
                  </a:cubicBezTo>
                  <a:cubicBezTo>
                    <a:pt x="214407" y="289349"/>
                    <a:pt x="214407" y="302947"/>
                    <a:pt x="211688" y="316545"/>
                  </a:cubicBezTo>
                  <a:cubicBezTo>
                    <a:pt x="211688" y="330144"/>
                    <a:pt x="206249" y="341022"/>
                    <a:pt x="206249" y="354621"/>
                  </a:cubicBezTo>
                  <a:cubicBezTo>
                    <a:pt x="203529" y="368219"/>
                    <a:pt x="203529" y="381817"/>
                    <a:pt x="200809" y="398135"/>
                  </a:cubicBezTo>
                  <a:cubicBezTo>
                    <a:pt x="198090" y="411733"/>
                    <a:pt x="198090" y="425332"/>
                    <a:pt x="195370" y="438930"/>
                  </a:cubicBezTo>
                  <a:cubicBezTo>
                    <a:pt x="195370" y="449809"/>
                    <a:pt x="192650" y="463407"/>
                    <a:pt x="192650" y="474286"/>
                  </a:cubicBezTo>
                  <a:cubicBezTo>
                    <a:pt x="192650" y="490603"/>
                    <a:pt x="195370" y="509641"/>
                    <a:pt x="195370" y="525959"/>
                  </a:cubicBezTo>
                  <a:cubicBezTo>
                    <a:pt x="195370" y="550436"/>
                    <a:pt x="203529" y="572193"/>
                    <a:pt x="208968" y="596670"/>
                  </a:cubicBezTo>
                  <a:cubicBezTo>
                    <a:pt x="211688" y="604829"/>
                    <a:pt x="211688" y="615708"/>
                    <a:pt x="214407" y="623867"/>
                  </a:cubicBezTo>
                  <a:cubicBezTo>
                    <a:pt x="217127" y="634745"/>
                    <a:pt x="222566" y="645624"/>
                    <a:pt x="228006" y="656502"/>
                  </a:cubicBezTo>
                  <a:cubicBezTo>
                    <a:pt x="236165" y="670101"/>
                    <a:pt x="252483" y="689138"/>
                    <a:pt x="271520" y="689138"/>
                  </a:cubicBezTo>
                  <a:cubicBezTo>
                    <a:pt x="287838" y="689138"/>
                    <a:pt x="298717" y="675540"/>
                    <a:pt x="306876" y="664661"/>
                  </a:cubicBezTo>
                  <a:cubicBezTo>
                    <a:pt x="320474" y="645624"/>
                    <a:pt x="325914" y="623867"/>
                    <a:pt x="331353" y="602109"/>
                  </a:cubicBezTo>
                  <a:cubicBezTo>
                    <a:pt x="334073" y="583072"/>
                    <a:pt x="336792" y="564034"/>
                    <a:pt x="336792" y="544997"/>
                  </a:cubicBezTo>
                  <a:cubicBezTo>
                    <a:pt x="336792" y="531398"/>
                    <a:pt x="336792" y="512361"/>
                    <a:pt x="336792" y="498762"/>
                  </a:cubicBezTo>
                  <a:cubicBezTo>
                    <a:pt x="336792" y="496043"/>
                    <a:pt x="336792" y="493323"/>
                    <a:pt x="336792" y="490603"/>
                  </a:cubicBezTo>
                  <a:cubicBezTo>
                    <a:pt x="336792" y="479725"/>
                    <a:pt x="336792" y="477005"/>
                    <a:pt x="320474" y="477005"/>
                  </a:cubicBezTo>
                  <a:cubicBezTo>
                    <a:pt x="309595" y="477005"/>
                    <a:pt x="295997" y="479725"/>
                    <a:pt x="282399" y="479725"/>
                  </a:cubicBezTo>
                  <a:cubicBezTo>
                    <a:pt x="271520" y="479725"/>
                    <a:pt x="260642" y="479725"/>
                    <a:pt x="252483" y="474286"/>
                  </a:cubicBezTo>
                  <a:cubicBezTo>
                    <a:pt x="249763" y="471566"/>
                    <a:pt x="247044" y="468846"/>
                    <a:pt x="247044" y="466126"/>
                  </a:cubicBezTo>
                  <a:cubicBezTo>
                    <a:pt x="247044" y="463407"/>
                    <a:pt x="247044" y="460687"/>
                    <a:pt x="249763" y="457968"/>
                  </a:cubicBezTo>
                  <a:cubicBezTo>
                    <a:pt x="255202" y="452528"/>
                    <a:pt x="260642" y="449809"/>
                    <a:pt x="268801" y="447089"/>
                  </a:cubicBezTo>
                  <a:cubicBezTo>
                    <a:pt x="282399" y="441650"/>
                    <a:pt x="295997" y="438930"/>
                    <a:pt x="312315" y="436210"/>
                  </a:cubicBezTo>
                  <a:cubicBezTo>
                    <a:pt x="325914" y="433491"/>
                    <a:pt x="339512" y="433491"/>
                    <a:pt x="353110" y="430771"/>
                  </a:cubicBezTo>
                  <a:cubicBezTo>
                    <a:pt x="363989" y="430771"/>
                    <a:pt x="374867" y="430771"/>
                    <a:pt x="385746" y="430771"/>
                  </a:cubicBezTo>
                  <a:cubicBezTo>
                    <a:pt x="402064" y="430771"/>
                    <a:pt x="426541" y="428051"/>
                    <a:pt x="437420" y="428051"/>
                  </a:cubicBezTo>
                  <a:cubicBezTo>
                    <a:pt x="451018" y="422612"/>
                    <a:pt x="464616" y="425332"/>
                    <a:pt x="464616" y="436210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5D27D3A3-0135-48AE-8310-53F0B4338891}"/>
                </a:ext>
              </a:extLst>
            </p:cNvPr>
            <p:cNvSpPr/>
            <p:nvPr/>
          </p:nvSpPr>
          <p:spPr bwMode="black">
            <a:xfrm>
              <a:off x="9053923" y="4178559"/>
              <a:ext cx="625521" cy="788700"/>
            </a:xfrm>
            <a:custGeom>
              <a:avLst/>
              <a:gdLst>
                <a:gd name="connsiteX0" fmla="*/ 536838 w 625521"/>
                <a:gd name="connsiteY0" fmla="*/ 680979 h 788699"/>
                <a:gd name="connsiteX1" fmla="*/ 574913 w 625521"/>
                <a:gd name="connsiteY1" fmla="*/ 697297 h 788699"/>
                <a:gd name="connsiteX2" fmla="*/ 566755 w 625521"/>
                <a:gd name="connsiteY2" fmla="*/ 713615 h 788699"/>
                <a:gd name="connsiteX3" fmla="*/ 550437 w 625521"/>
                <a:gd name="connsiteY3" fmla="*/ 721774 h 788699"/>
                <a:gd name="connsiteX4" fmla="*/ 528680 w 625521"/>
                <a:gd name="connsiteY4" fmla="*/ 724494 h 788699"/>
                <a:gd name="connsiteX5" fmla="*/ 417174 w 625521"/>
                <a:gd name="connsiteY5" fmla="*/ 724494 h 788699"/>
                <a:gd name="connsiteX6" fmla="*/ 398136 w 625521"/>
                <a:gd name="connsiteY6" fmla="*/ 724494 h 788699"/>
                <a:gd name="connsiteX7" fmla="*/ 373659 w 625521"/>
                <a:gd name="connsiteY7" fmla="*/ 724494 h 788699"/>
                <a:gd name="connsiteX8" fmla="*/ 346462 w 625521"/>
                <a:gd name="connsiteY8" fmla="*/ 719054 h 788699"/>
                <a:gd name="connsiteX9" fmla="*/ 330144 w 625521"/>
                <a:gd name="connsiteY9" fmla="*/ 702737 h 788699"/>
                <a:gd name="connsiteX10" fmla="*/ 335584 w 625521"/>
                <a:gd name="connsiteY10" fmla="*/ 694578 h 788699"/>
                <a:gd name="connsiteX11" fmla="*/ 357341 w 625521"/>
                <a:gd name="connsiteY11" fmla="*/ 686419 h 788699"/>
                <a:gd name="connsiteX12" fmla="*/ 395416 w 625521"/>
                <a:gd name="connsiteY12" fmla="*/ 680979 h 788699"/>
                <a:gd name="connsiteX13" fmla="*/ 381817 w 625521"/>
                <a:gd name="connsiteY13" fmla="*/ 656502 h 788699"/>
                <a:gd name="connsiteX14" fmla="*/ 379098 w 625521"/>
                <a:gd name="connsiteY14" fmla="*/ 585791 h 788699"/>
                <a:gd name="connsiteX15" fmla="*/ 379098 w 625521"/>
                <a:gd name="connsiteY15" fmla="*/ 517800 h 788699"/>
                <a:gd name="connsiteX16" fmla="*/ 379098 w 625521"/>
                <a:gd name="connsiteY16" fmla="*/ 474286 h 788699"/>
                <a:gd name="connsiteX17" fmla="*/ 379098 w 625521"/>
                <a:gd name="connsiteY17" fmla="*/ 430771 h 788699"/>
                <a:gd name="connsiteX18" fmla="*/ 381817 w 625521"/>
                <a:gd name="connsiteY18" fmla="*/ 411733 h 788699"/>
                <a:gd name="connsiteX19" fmla="*/ 379098 w 625521"/>
                <a:gd name="connsiteY19" fmla="*/ 400855 h 788699"/>
                <a:gd name="connsiteX20" fmla="*/ 370939 w 625521"/>
                <a:gd name="connsiteY20" fmla="*/ 398135 h 788699"/>
                <a:gd name="connsiteX21" fmla="*/ 338304 w 625521"/>
                <a:gd name="connsiteY21" fmla="*/ 400855 h 788699"/>
                <a:gd name="connsiteX22" fmla="*/ 289349 w 625521"/>
                <a:gd name="connsiteY22" fmla="*/ 403575 h 788699"/>
                <a:gd name="connsiteX23" fmla="*/ 264872 w 625521"/>
                <a:gd name="connsiteY23" fmla="*/ 400855 h 788699"/>
                <a:gd name="connsiteX24" fmla="*/ 259433 w 625521"/>
                <a:gd name="connsiteY24" fmla="*/ 406294 h 788699"/>
                <a:gd name="connsiteX25" fmla="*/ 259433 w 625521"/>
                <a:gd name="connsiteY25" fmla="*/ 425332 h 788699"/>
                <a:gd name="connsiteX26" fmla="*/ 259433 w 625521"/>
                <a:gd name="connsiteY26" fmla="*/ 449809 h 788699"/>
                <a:gd name="connsiteX27" fmla="*/ 259433 w 625521"/>
                <a:gd name="connsiteY27" fmla="*/ 471566 h 788699"/>
                <a:gd name="connsiteX28" fmla="*/ 259433 w 625521"/>
                <a:gd name="connsiteY28" fmla="*/ 504202 h 788699"/>
                <a:gd name="connsiteX29" fmla="*/ 259433 w 625521"/>
                <a:gd name="connsiteY29" fmla="*/ 509641 h 788699"/>
                <a:gd name="connsiteX30" fmla="*/ 256714 w 625521"/>
                <a:gd name="connsiteY30" fmla="*/ 542277 h 788699"/>
                <a:gd name="connsiteX31" fmla="*/ 256714 w 625521"/>
                <a:gd name="connsiteY31" fmla="*/ 577632 h 788699"/>
                <a:gd name="connsiteX32" fmla="*/ 256714 w 625521"/>
                <a:gd name="connsiteY32" fmla="*/ 612988 h 788699"/>
                <a:gd name="connsiteX33" fmla="*/ 253994 w 625521"/>
                <a:gd name="connsiteY33" fmla="*/ 656502 h 788699"/>
                <a:gd name="connsiteX34" fmla="*/ 256714 w 625521"/>
                <a:gd name="connsiteY34" fmla="*/ 678260 h 788699"/>
                <a:gd name="connsiteX35" fmla="*/ 286629 w 625521"/>
                <a:gd name="connsiteY35" fmla="*/ 694578 h 788699"/>
                <a:gd name="connsiteX36" fmla="*/ 281191 w 625521"/>
                <a:gd name="connsiteY36" fmla="*/ 710895 h 788699"/>
                <a:gd name="connsiteX37" fmla="*/ 264872 w 625521"/>
                <a:gd name="connsiteY37" fmla="*/ 719054 h 788699"/>
                <a:gd name="connsiteX38" fmla="*/ 243116 w 625521"/>
                <a:gd name="connsiteY38" fmla="*/ 721774 h 788699"/>
                <a:gd name="connsiteX39" fmla="*/ 243116 w 625521"/>
                <a:gd name="connsiteY39" fmla="*/ 721774 h 788699"/>
                <a:gd name="connsiteX40" fmla="*/ 232236 w 625521"/>
                <a:gd name="connsiteY40" fmla="*/ 727214 h 788699"/>
                <a:gd name="connsiteX41" fmla="*/ 224078 w 625521"/>
                <a:gd name="connsiteY41" fmla="*/ 735372 h 788699"/>
                <a:gd name="connsiteX42" fmla="*/ 213199 w 625521"/>
                <a:gd name="connsiteY42" fmla="*/ 738092 h 788699"/>
                <a:gd name="connsiteX43" fmla="*/ 183283 w 625521"/>
                <a:gd name="connsiteY43" fmla="*/ 727214 h 788699"/>
                <a:gd name="connsiteX44" fmla="*/ 175124 w 625521"/>
                <a:gd name="connsiteY44" fmla="*/ 719054 h 788699"/>
                <a:gd name="connsiteX45" fmla="*/ 145208 w 625521"/>
                <a:gd name="connsiteY45" fmla="*/ 719054 h 788699"/>
                <a:gd name="connsiteX46" fmla="*/ 126170 w 625521"/>
                <a:gd name="connsiteY46" fmla="*/ 719054 h 788699"/>
                <a:gd name="connsiteX47" fmla="*/ 101693 w 625521"/>
                <a:gd name="connsiteY47" fmla="*/ 719054 h 788699"/>
                <a:gd name="connsiteX48" fmla="*/ 74496 w 625521"/>
                <a:gd name="connsiteY48" fmla="*/ 713615 h 788699"/>
                <a:gd name="connsiteX49" fmla="*/ 58178 w 625521"/>
                <a:gd name="connsiteY49" fmla="*/ 697297 h 788699"/>
                <a:gd name="connsiteX50" fmla="*/ 63618 w 625521"/>
                <a:gd name="connsiteY50" fmla="*/ 689138 h 788699"/>
                <a:gd name="connsiteX51" fmla="*/ 85375 w 625521"/>
                <a:gd name="connsiteY51" fmla="*/ 680979 h 788699"/>
                <a:gd name="connsiteX52" fmla="*/ 131609 w 625521"/>
                <a:gd name="connsiteY52" fmla="*/ 675540 h 788699"/>
                <a:gd name="connsiteX53" fmla="*/ 131609 w 625521"/>
                <a:gd name="connsiteY53" fmla="*/ 667381 h 788699"/>
                <a:gd name="connsiteX54" fmla="*/ 131609 w 625521"/>
                <a:gd name="connsiteY54" fmla="*/ 651063 h 788699"/>
                <a:gd name="connsiteX55" fmla="*/ 131609 w 625521"/>
                <a:gd name="connsiteY55" fmla="*/ 618427 h 788699"/>
                <a:gd name="connsiteX56" fmla="*/ 131609 w 625521"/>
                <a:gd name="connsiteY56" fmla="*/ 580352 h 788699"/>
                <a:gd name="connsiteX57" fmla="*/ 131609 w 625521"/>
                <a:gd name="connsiteY57" fmla="*/ 531398 h 788699"/>
                <a:gd name="connsiteX58" fmla="*/ 131609 w 625521"/>
                <a:gd name="connsiteY58" fmla="*/ 466126 h 788699"/>
                <a:gd name="connsiteX59" fmla="*/ 131609 w 625521"/>
                <a:gd name="connsiteY59" fmla="*/ 422612 h 788699"/>
                <a:gd name="connsiteX60" fmla="*/ 131609 w 625521"/>
                <a:gd name="connsiteY60" fmla="*/ 411733 h 788699"/>
                <a:gd name="connsiteX61" fmla="*/ 131609 w 625521"/>
                <a:gd name="connsiteY61" fmla="*/ 398135 h 788699"/>
                <a:gd name="connsiteX62" fmla="*/ 126170 w 625521"/>
                <a:gd name="connsiteY62" fmla="*/ 389976 h 788699"/>
                <a:gd name="connsiteX63" fmla="*/ 101693 w 625521"/>
                <a:gd name="connsiteY63" fmla="*/ 387257 h 788699"/>
                <a:gd name="connsiteX64" fmla="*/ 77216 w 625521"/>
                <a:gd name="connsiteY64" fmla="*/ 376378 h 788699"/>
                <a:gd name="connsiteX65" fmla="*/ 82655 w 625521"/>
                <a:gd name="connsiteY65" fmla="*/ 368219 h 788699"/>
                <a:gd name="connsiteX66" fmla="*/ 98973 w 625521"/>
                <a:gd name="connsiteY66" fmla="*/ 360060 h 788699"/>
                <a:gd name="connsiteX67" fmla="*/ 118011 w 625521"/>
                <a:gd name="connsiteY67" fmla="*/ 357340 h 788699"/>
                <a:gd name="connsiteX68" fmla="*/ 131609 w 625521"/>
                <a:gd name="connsiteY68" fmla="*/ 351901 h 788699"/>
                <a:gd name="connsiteX69" fmla="*/ 131609 w 625521"/>
                <a:gd name="connsiteY69" fmla="*/ 343742 h 788699"/>
                <a:gd name="connsiteX70" fmla="*/ 131609 w 625521"/>
                <a:gd name="connsiteY70" fmla="*/ 270311 h 788699"/>
                <a:gd name="connsiteX71" fmla="*/ 137048 w 625521"/>
                <a:gd name="connsiteY71" fmla="*/ 145207 h 788699"/>
                <a:gd name="connsiteX72" fmla="*/ 139768 w 625521"/>
                <a:gd name="connsiteY72" fmla="*/ 123450 h 788699"/>
                <a:gd name="connsiteX73" fmla="*/ 123450 w 625521"/>
                <a:gd name="connsiteY73" fmla="*/ 123450 h 788699"/>
                <a:gd name="connsiteX74" fmla="*/ 118011 w 625521"/>
                <a:gd name="connsiteY74" fmla="*/ 123450 h 788699"/>
                <a:gd name="connsiteX75" fmla="*/ 101693 w 625521"/>
                <a:gd name="connsiteY75" fmla="*/ 123450 h 788699"/>
                <a:gd name="connsiteX76" fmla="*/ 74496 w 625521"/>
                <a:gd name="connsiteY76" fmla="*/ 118011 h 788699"/>
                <a:gd name="connsiteX77" fmla="*/ 58178 w 625521"/>
                <a:gd name="connsiteY77" fmla="*/ 101693 h 788699"/>
                <a:gd name="connsiteX78" fmla="*/ 63618 w 625521"/>
                <a:gd name="connsiteY78" fmla="*/ 93534 h 788699"/>
                <a:gd name="connsiteX79" fmla="*/ 85375 w 625521"/>
                <a:gd name="connsiteY79" fmla="*/ 85375 h 788699"/>
                <a:gd name="connsiteX80" fmla="*/ 137048 w 625521"/>
                <a:gd name="connsiteY80" fmla="*/ 82655 h 788699"/>
                <a:gd name="connsiteX81" fmla="*/ 147927 w 625521"/>
                <a:gd name="connsiteY81" fmla="*/ 82655 h 788699"/>
                <a:gd name="connsiteX82" fmla="*/ 186003 w 625521"/>
                <a:gd name="connsiteY82" fmla="*/ 58178 h 788699"/>
                <a:gd name="connsiteX83" fmla="*/ 226797 w 625521"/>
                <a:gd name="connsiteY83" fmla="*/ 79936 h 788699"/>
                <a:gd name="connsiteX84" fmla="*/ 253994 w 625521"/>
                <a:gd name="connsiteY84" fmla="*/ 79936 h 788699"/>
                <a:gd name="connsiteX85" fmla="*/ 294789 w 625521"/>
                <a:gd name="connsiteY85" fmla="*/ 96253 h 788699"/>
                <a:gd name="connsiteX86" fmla="*/ 283910 w 625521"/>
                <a:gd name="connsiteY86" fmla="*/ 112571 h 788699"/>
                <a:gd name="connsiteX87" fmla="*/ 267592 w 625521"/>
                <a:gd name="connsiteY87" fmla="*/ 120730 h 788699"/>
                <a:gd name="connsiteX88" fmla="*/ 245835 w 625521"/>
                <a:gd name="connsiteY88" fmla="*/ 123450 h 788699"/>
                <a:gd name="connsiteX89" fmla="*/ 237676 w 625521"/>
                <a:gd name="connsiteY89" fmla="*/ 123450 h 788699"/>
                <a:gd name="connsiteX90" fmla="*/ 240396 w 625521"/>
                <a:gd name="connsiteY90" fmla="*/ 128889 h 788699"/>
                <a:gd name="connsiteX91" fmla="*/ 251274 w 625521"/>
                <a:gd name="connsiteY91" fmla="*/ 177843 h 788699"/>
                <a:gd name="connsiteX92" fmla="*/ 256714 w 625521"/>
                <a:gd name="connsiteY92" fmla="*/ 226797 h 788699"/>
                <a:gd name="connsiteX93" fmla="*/ 262153 w 625521"/>
                <a:gd name="connsiteY93" fmla="*/ 273031 h 788699"/>
                <a:gd name="connsiteX94" fmla="*/ 262153 w 625521"/>
                <a:gd name="connsiteY94" fmla="*/ 289349 h 788699"/>
                <a:gd name="connsiteX95" fmla="*/ 262153 w 625521"/>
                <a:gd name="connsiteY95" fmla="*/ 297508 h 788699"/>
                <a:gd name="connsiteX96" fmla="*/ 264872 w 625521"/>
                <a:gd name="connsiteY96" fmla="*/ 321985 h 788699"/>
                <a:gd name="connsiteX97" fmla="*/ 270312 w 625521"/>
                <a:gd name="connsiteY97" fmla="*/ 335583 h 788699"/>
                <a:gd name="connsiteX98" fmla="*/ 270312 w 625521"/>
                <a:gd name="connsiteY98" fmla="*/ 338303 h 788699"/>
                <a:gd name="connsiteX99" fmla="*/ 270312 w 625521"/>
                <a:gd name="connsiteY99" fmla="*/ 346462 h 788699"/>
                <a:gd name="connsiteX100" fmla="*/ 278471 w 625521"/>
                <a:gd name="connsiteY100" fmla="*/ 354621 h 788699"/>
                <a:gd name="connsiteX101" fmla="*/ 338304 w 625521"/>
                <a:gd name="connsiteY101" fmla="*/ 349181 h 788699"/>
                <a:gd name="connsiteX102" fmla="*/ 365500 w 625521"/>
                <a:gd name="connsiteY102" fmla="*/ 349181 h 788699"/>
                <a:gd name="connsiteX103" fmla="*/ 381817 w 625521"/>
                <a:gd name="connsiteY103" fmla="*/ 349181 h 788699"/>
                <a:gd name="connsiteX104" fmla="*/ 392697 w 625521"/>
                <a:gd name="connsiteY104" fmla="*/ 338303 h 788699"/>
                <a:gd name="connsiteX105" fmla="*/ 389977 w 625521"/>
                <a:gd name="connsiteY105" fmla="*/ 313826 h 788699"/>
                <a:gd name="connsiteX106" fmla="*/ 392697 w 625521"/>
                <a:gd name="connsiteY106" fmla="*/ 262152 h 788699"/>
                <a:gd name="connsiteX107" fmla="*/ 395416 w 625521"/>
                <a:gd name="connsiteY107" fmla="*/ 224077 h 788699"/>
                <a:gd name="connsiteX108" fmla="*/ 398136 w 625521"/>
                <a:gd name="connsiteY108" fmla="*/ 177843 h 788699"/>
                <a:gd name="connsiteX109" fmla="*/ 395416 w 625521"/>
                <a:gd name="connsiteY109" fmla="*/ 153366 h 788699"/>
                <a:gd name="connsiteX110" fmla="*/ 395416 w 625521"/>
                <a:gd name="connsiteY110" fmla="*/ 137048 h 788699"/>
                <a:gd name="connsiteX111" fmla="*/ 379098 w 625521"/>
                <a:gd name="connsiteY111" fmla="*/ 137048 h 788699"/>
                <a:gd name="connsiteX112" fmla="*/ 351902 w 625521"/>
                <a:gd name="connsiteY112" fmla="*/ 131609 h 788699"/>
                <a:gd name="connsiteX113" fmla="*/ 338304 w 625521"/>
                <a:gd name="connsiteY113" fmla="*/ 115291 h 788699"/>
                <a:gd name="connsiteX114" fmla="*/ 343742 w 625521"/>
                <a:gd name="connsiteY114" fmla="*/ 107132 h 788699"/>
                <a:gd name="connsiteX115" fmla="*/ 362780 w 625521"/>
                <a:gd name="connsiteY115" fmla="*/ 98973 h 788699"/>
                <a:gd name="connsiteX116" fmla="*/ 395416 w 625521"/>
                <a:gd name="connsiteY116" fmla="*/ 96253 h 788699"/>
                <a:gd name="connsiteX117" fmla="*/ 403575 w 625521"/>
                <a:gd name="connsiteY117" fmla="*/ 90814 h 788699"/>
                <a:gd name="connsiteX118" fmla="*/ 422612 w 625521"/>
                <a:gd name="connsiteY118" fmla="*/ 88095 h 788699"/>
                <a:gd name="connsiteX119" fmla="*/ 428052 w 625521"/>
                <a:gd name="connsiteY119" fmla="*/ 88095 h 788699"/>
                <a:gd name="connsiteX120" fmla="*/ 447090 w 625521"/>
                <a:gd name="connsiteY120" fmla="*/ 90814 h 788699"/>
                <a:gd name="connsiteX121" fmla="*/ 455249 w 625521"/>
                <a:gd name="connsiteY121" fmla="*/ 96253 h 788699"/>
                <a:gd name="connsiteX122" fmla="*/ 525960 w 625521"/>
                <a:gd name="connsiteY122" fmla="*/ 93534 h 788699"/>
                <a:gd name="connsiteX123" fmla="*/ 561315 w 625521"/>
                <a:gd name="connsiteY123" fmla="*/ 109852 h 788699"/>
                <a:gd name="connsiteX124" fmla="*/ 555876 w 625521"/>
                <a:gd name="connsiteY124" fmla="*/ 126170 h 788699"/>
                <a:gd name="connsiteX125" fmla="*/ 539558 w 625521"/>
                <a:gd name="connsiteY125" fmla="*/ 134329 h 788699"/>
                <a:gd name="connsiteX126" fmla="*/ 517800 w 625521"/>
                <a:gd name="connsiteY126" fmla="*/ 137048 h 788699"/>
                <a:gd name="connsiteX127" fmla="*/ 477006 w 625521"/>
                <a:gd name="connsiteY127" fmla="*/ 137048 h 788699"/>
                <a:gd name="connsiteX128" fmla="*/ 485165 w 625521"/>
                <a:gd name="connsiteY128" fmla="*/ 161525 h 788699"/>
                <a:gd name="connsiteX129" fmla="*/ 496043 w 625521"/>
                <a:gd name="connsiteY129" fmla="*/ 210479 h 788699"/>
                <a:gd name="connsiteX130" fmla="*/ 501483 w 625521"/>
                <a:gd name="connsiteY130" fmla="*/ 251274 h 788699"/>
                <a:gd name="connsiteX131" fmla="*/ 506922 w 625521"/>
                <a:gd name="connsiteY131" fmla="*/ 292069 h 788699"/>
                <a:gd name="connsiteX132" fmla="*/ 506922 w 625521"/>
                <a:gd name="connsiteY132" fmla="*/ 321985 h 788699"/>
                <a:gd name="connsiteX133" fmla="*/ 509642 w 625521"/>
                <a:gd name="connsiteY133" fmla="*/ 341022 h 788699"/>
                <a:gd name="connsiteX134" fmla="*/ 509642 w 625521"/>
                <a:gd name="connsiteY134" fmla="*/ 343742 h 788699"/>
                <a:gd name="connsiteX135" fmla="*/ 517800 w 625521"/>
                <a:gd name="connsiteY135" fmla="*/ 349181 h 788699"/>
                <a:gd name="connsiteX136" fmla="*/ 528680 w 625521"/>
                <a:gd name="connsiteY136" fmla="*/ 349181 h 788699"/>
                <a:gd name="connsiteX137" fmla="*/ 550437 w 625521"/>
                <a:gd name="connsiteY137" fmla="*/ 357340 h 788699"/>
                <a:gd name="connsiteX138" fmla="*/ 550437 w 625521"/>
                <a:gd name="connsiteY138" fmla="*/ 362780 h 788699"/>
                <a:gd name="connsiteX139" fmla="*/ 534119 w 625521"/>
                <a:gd name="connsiteY139" fmla="*/ 384537 h 788699"/>
                <a:gd name="connsiteX140" fmla="*/ 520520 w 625521"/>
                <a:gd name="connsiteY140" fmla="*/ 389976 h 788699"/>
                <a:gd name="connsiteX141" fmla="*/ 512362 w 625521"/>
                <a:gd name="connsiteY141" fmla="*/ 395415 h 788699"/>
                <a:gd name="connsiteX142" fmla="*/ 512362 w 625521"/>
                <a:gd name="connsiteY142" fmla="*/ 398135 h 788699"/>
                <a:gd name="connsiteX143" fmla="*/ 512362 w 625521"/>
                <a:gd name="connsiteY143" fmla="*/ 409014 h 788699"/>
                <a:gd name="connsiteX144" fmla="*/ 512362 w 625521"/>
                <a:gd name="connsiteY144" fmla="*/ 414453 h 788699"/>
                <a:gd name="connsiteX145" fmla="*/ 512362 w 625521"/>
                <a:gd name="connsiteY145" fmla="*/ 438930 h 788699"/>
                <a:gd name="connsiteX146" fmla="*/ 515081 w 625521"/>
                <a:gd name="connsiteY146" fmla="*/ 504202 h 788699"/>
                <a:gd name="connsiteX147" fmla="*/ 520520 w 625521"/>
                <a:gd name="connsiteY147" fmla="*/ 572193 h 788699"/>
                <a:gd name="connsiteX148" fmla="*/ 517800 w 625521"/>
                <a:gd name="connsiteY148" fmla="*/ 604829 h 788699"/>
                <a:gd name="connsiteX149" fmla="*/ 512362 w 625521"/>
                <a:gd name="connsiteY149" fmla="*/ 661942 h 788699"/>
                <a:gd name="connsiteX150" fmla="*/ 509642 w 625521"/>
                <a:gd name="connsiteY150" fmla="*/ 670101 h 788699"/>
                <a:gd name="connsiteX151" fmla="*/ 512362 w 625521"/>
                <a:gd name="connsiteY151" fmla="*/ 680979 h 788699"/>
                <a:gd name="connsiteX152" fmla="*/ 512362 w 625521"/>
                <a:gd name="connsiteY152" fmla="*/ 686419 h 788699"/>
                <a:gd name="connsiteX153" fmla="*/ 536838 w 625521"/>
                <a:gd name="connsiteY153" fmla="*/ 680979 h 788699"/>
                <a:gd name="connsiteX154" fmla="*/ 536838 w 625521"/>
                <a:gd name="connsiteY154" fmla="*/ 680979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</a:cxnLst>
              <a:rect l="l" t="t" r="r" b="b"/>
              <a:pathLst>
                <a:path w="625521" h="788699">
                  <a:moveTo>
                    <a:pt x="536838" y="680979"/>
                  </a:moveTo>
                  <a:cubicBezTo>
                    <a:pt x="550437" y="680979"/>
                    <a:pt x="574913" y="680979"/>
                    <a:pt x="574913" y="697297"/>
                  </a:cubicBezTo>
                  <a:cubicBezTo>
                    <a:pt x="574913" y="705456"/>
                    <a:pt x="572194" y="708176"/>
                    <a:pt x="566755" y="713615"/>
                  </a:cubicBezTo>
                  <a:cubicBezTo>
                    <a:pt x="561315" y="719054"/>
                    <a:pt x="555876" y="721774"/>
                    <a:pt x="550437" y="721774"/>
                  </a:cubicBezTo>
                  <a:cubicBezTo>
                    <a:pt x="539558" y="724494"/>
                    <a:pt x="534119" y="724494"/>
                    <a:pt x="528680" y="724494"/>
                  </a:cubicBezTo>
                  <a:cubicBezTo>
                    <a:pt x="517800" y="724494"/>
                    <a:pt x="428052" y="724494"/>
                    <a:pt x="417174" y="724494"/>
                  </a:cubicBezTo>
                  <a:cubicBezTo>
                    <a:pt x="403575" y="724494"/>
                    <a:pt x="414454" y="724494"/>
                    <a:pt x="398136" y="724494"/>
                  </a:cubicBezTo>
                  <a:cubicBezTo>
                    <a:pt x="389977" y="724494"/>
                    <a:pt x="381817" y="724494"/>
                    <a:pt x="373659" y="724494"/>
                  </a:cubicBezTo>
                  <a:cubicBezTo>
                    <a:pt x="365500" y="724494"/>
                    <a:pt x="354621" y="721774"/>
                    <a:pt x="346462" y="719054"/>
                  </a:cubicBezTo>
                  <a:cubicBezTo>
                    <a:pt x="338304" y="716335"/>
                    <a:pt x="330144" y="708176"/>
                    <a:pt x="330144" y="702737"/>
                  </a:cubicBezTo>
                  <a:cubicBezTo>
                    <a:pt x="330144" y="700017"/>
                    <a:pt x="330144" y="697297"/>
                    <a:pt x="335584" y="694578"/>
                  </a:cubicBezTo>
                  <a:cubicBezTo>
                    <a:pt x="341023" y="691858"/>
                    <a:pt x="351902" y="689138"/>
                    <a:pt x="357341" y="686419"/>
                  </a:cubicBezTo>
                  <a:cubicBezTo>
                    <a:pt x="373659" y="683699"/>
                    <a:pt x="387257" y="680979"/>
                    <a:pt x="395416" y="680979"/>
                  </a:cubicBezTo>
                  <a:cubicBezTo>
                    <a:pt x="387257" y="675540"/>
                    <a:pt x="384537" y="670101"/>
                    <a:pt x="381817" y="656502"/>
                  </a:cubicBezTo>
                  <a:cubicBezTo>
                    <a:pt x="379098" y="632026"/>
                    <a:pt x="379098" y="610268"/>
                    <a:pt x="379098" y="585791"/>
                  </a:cubicBezTo>
                  <a:cubicBezTo>
                    <a:pt x="379098" y="564034"/>
                    <a:pt x="379098" y="542277"/>
                    <a:pt x="379098" y="517800"/>
                  </a:cubicBezTo>
                  <a:cubicBezTo>
                    <a:pt x="379098" y="504202"/>
                    <a:pt x="379098" y="487884"/>
                    <a:pt x="379098" y="474286"/>
                  </a:cubicBezTo>
                  <a:cubicBezTo>
                    <a:pt x="379098" y="457968"/>
                    <a:pt x="376379" y="444369"/>
                    <a:pt x="379098" y="430771"/>
                  </a:cubicBezTo>
                  <a:cubicBezTo>
                    <a:pt x="379098" y="425332"/>
                    <a:pt x="381817" y="417173"/>
                    <a:pt x="381817" y="411733"/>
                  </a:cubicBezTo>
                  <a:cubicBezTo>
                    <a:pt x="381817" y="406294"/>
                    <a:pt x="381817" y="403575"/>
                    <a:pt x="379098" y="400855"/>
                  </a:cubicBezTo>
                  <a:cubicBezTo>
                    <a:pt x="376379" y="400855"/>
                    <a:pt x="373659" y="398135"/>
                    <a:pt x="370939" y="398135"/>
                  </a:cubicBezTo>
                  <a:cubicBezTo>
                    <a:pt x="360061" y="398135"/>
                    <a:pt x="343742" y="400855"/>
                    <a:pt x="338304" y="400855"/>
                  </a:cubicBezTo>
                  <a:cubicBezTo>
                    <a:pt x="330144" y="400855"/>
                    <a:pt x="319266" y="403575"/>
                    <a:pt x="289349" y="403575"/>
                  </a:cubicBezTo>
                  <a:cubicBezTo>
                    <a:pt x="275751" y="403575"/>
                    <a:pt x="267592" y="400855"/>
                    <a:pt x="264872" y="400855"/>
                  </a:cubicBezTo>
                  <a:cubicBezTo>
                    <a:pt x="262153" y="400855"/>
                    <a:pt x="259433" y="400855"/>
                    <a:pt x="259433" y="406294"/>
                  </a:cubicBezTo>
                  <a:cubicBezTo>
                    <a:pt x="259433" y="414453"/>
                    <a:pt x="259433" y="419892"/>
                    <a:pt x="259433" y="425332"/>
                  </a:cubicBezTo>
                  <a:cubicBezTo>
                    <a:pt x="259433" y="433491"/>
                    <a:pt x="259433" y="441650"/>
                    <a:pt x="259433" y="449809"/>
                  </a:cubicBezTo>
                  <a:cubicBezTo>
                    <a:pt x="259433" y="457968"/>
                    <a:pt x="259433" y="463407"/>
                    <a:pt x="259433" y="471566"/>
                  </a:cubicBezTo>
                  <a:cubicBezTo>
                    <a:pt x="259433" y="482445"/>
                    <a:pt x="259433" y="493323"/>
                    <a:pt x="259433" y="504202"/>
                  </a:cubicBezTo>
                  <a:cubicBezTo>
                    <a:pt x="259433" y="506921"/>
                    <a:pt x="259433" y="506921"/>
                    <a:pt x="259433" y="509641"/>
                  </a:cubicBezTo>
                  <a:cubicBezTo>
                    <a:pt x="259433" y="520520"/>
                    <a:pt x="256714" y="531398"/>
                    <a:pt x="256714" y="542277"/>
                  </a:cubicBezTo>
                  <a:cubicBezTo>
                    <a:pt x="256714" y="553156"/>
                    <a:pt x="256714" y="566754"/>
                    <a:pt x="256714" y="577632"/>
                  </a:cubicBezTo>
                  <a:cubicBezTo>
                    <a:pt x="256714" y="588511"/>
                    <a:pt x="256714" y="599390"/>
                    <a:pt x="256714" y="612988"/>
                  </a:cubicBezTo>
                  <a:cubicBezTo>
                    <a:pt x="256714" y="629306"/>
                    <a:pt x="253994" y="642904"/>
                    <a:pt x="253994" y="656502"/>
                  </a:cubicBezTo>
                  <a:cubicBezTo>
                    <a:pt x="253994" y="664661"/>
                    <a:pt x="256714" y="672820"/>
                    <a:pt x="256714" y="678260"/>
                  </a:cubicBezTo>
                  <a:cubicBezTo>
                    <a:pt x="270312" y="678260"/>
                    <a:pt x="286629" y="680979"/>
                    <a:pt x="286629" y="694578"/>
                  </a:cubicBezTo>
                  <a:cubicBezTo>
                    <a:pt x="286629" y="702737"/>
                    <a:pt x="283910" y="705456"/>
                    <a:pt x="281191" y="710895"/>
                  </a:cubicBezTo>
                  <a:cubicBezTo>
                    <a:pt x="275751" y="716335"/>
                    <a:pt x="270312" y="719054"/>
                    <a:pt x="264872" y="719054"/>
                  </a:cubicBezTo>
                  <a:cubicBezTo>
                    <a:pt x="256714" y="721774"/>
                    <a:pt x="248554" y="721774"/>
                    <a:pt x="243116" y="721774"/>
                  </a:cubicBezTo>
                  <a:cubicBezTo>
                    <a:pt x="243116" y="721774"/>
                    <a:pt x="243116" y="721774"/>
                    <a:pt x="243116" y="721774"/>
                  </a:cubicBezTo>
                  <a:cubicBezTo>
                    <a:pt x="237676" y="724494"/>
                    <a:pt x="237676" y="724494"/>
                    <a:pt x="232236" y="727214"/>
                  </a:cubicBezTo>
                  <a:cubicBezTo>
                    <a:pt x="229517" y="729933"/>
                    <a:pt x="229517" y="732653"/>
                    <a:pt x="224078" y="735372"/>
                  </a:cubicBezTo>
                  <a:cubicBezTo>
                    <a:pt x="221358" y="738092"/>
                    <a:pt x="215919" y="738092"/>
                    <a:pt x="213199" y="738092"/>
                  </a:cubicBezTo>
                  <a:cubicBezTo>
                    <a:pt x="199601" y="738092"/>
                    <a:pt x="188722" y="735372"/>
                    <a:pt x="183283" y="727214"/>
                  </a:cubicBezTo>
                  <a:cubicBezTo>
                    <a:pt x="180563" y="724494"/>
                    <a:pt x="177843" y="721774"/>
                    <a:pt x="175124" y="719054"/>
                  </a:cubicBezTo>
                  <a:cubicBezTo>
                    <a:pt x="161526" y="719054"/>
                    <a:pt x="150646" y="719054"/>
                    <a:pt x="145208" y="719054"/>
                  </a:cubicBezTo>
                  <a:cubicBezTo>
                    <a:pt x="131609" y="719054"/>
                    <a:pt x="142488" y="719054"/>
                    <a:pt x="126170" y="719054"/>
                  </a:cubicBezTo>
                  <a:cubicBezTo>
                    <a:pt x="118011" y="719054"/>
                    <a:pt x="109852" y="719054"/>
                    <a:pt x="101693" y="719054"/>
                  </a:cubicBezTo>
                  <a:cubicBezTo>
                    <a:pt x="93534" y="719054"/>
                    <a:pt x="82655" y="719054"/>
                    <a:pt x="74496" y="713615"/>
                  </a:cubicBezTo>
                  <a:cubicBezTo>
                    <a:pt x="66338" y="710895"/>
                    <a:pt x="58178" y="702737"/>
                    <a:pt x="58178" y="697297"/>
                  </a:cubicBezTo>
                  <a:cubicBezTo>
                    <a:pt x="58178" y="694578"/>
                    <a:pt x="58178" y="691858"/>
                    <a:pt x="63618" y="689138"/>
                  </a:cubicBezTo>
                  <a:cubicBezTo>
                    <a:pt x="69057" y="686419"/>
                    <a:pt x="79936" y="683699"/>
                    <a:pt x="85375" y="680979"/>
                  </a:cubicBezTo>
                  <a:cubicBezTo>
                    <a:pt x="98973" y="678260"/>
                    <a:pt x="118011" y="678260"/>
                    <a:pt x="131609" y="675540"/>
                  </a:cubicBezTo>
                  <a:cubicBezTo>
                    <a:pt x="131609" y="672820"/>
                    <a:pt x="131609" y="670101"/>
                    <a:pt x="131609" y="667381"/>
                  </a:cubicBezTo>
                  <a:cubicBezTo>
                    <a:pt x="131609" y="661942"/>
                    <a:pt x="131609" y="656502"/>
                    <a:pt x="131609" y="651063"/>
                  </a:cubicBezTo>
                  <a:cubicBezTo>
                    <a:pt x="131609" y="640184"/>
                    <a:pt x="131609" y="629306"/>
                    <a:pt x="131609" y="618427"/>
                  </a:cubicBezTo>
                  <a:cubicBezTo>
                    <a:pt x="131609" y="604829"/>
                    <a:pt x="131609" y="593950"/>
                    <a:pt x="131609" y="580352"/>
                  </a:cubicBezTo>
                  <a:cubicBezTo>
                    <a:pt x="131609" y="564034"/>
                    <a:pt x="131609" y="547716"/>
                    <a:pt x="131609" y="531398"/>
                  </a:cubicBezTo>
                  <a:cubicBezTo>
                    <a:pt x="131609" y="509641"/>
                    <a:pt x="131609" y="487884"/>
                    <a:pt x="131609" y="466126"/>
                  </a:cubicBezTo>
                  <a:cubicBezTo>
                    <a:pt x="131609" y="452528"/>
                    <a:pt x="131609" y="436210"/>
                    <a:pt x="131609" y="422612"/>
                  </a:cubicBezTo>
                  <a:cubicBezTo>
                    <a:pt x="131609" y="419892"/>
                    <a:pt x="131609" y="414453"/>
                    <a:pt x="131609" y="411733"/>
                  </a:cubicBezTo>
                  <a:cubicBezTo>
                    <a:pt x="131609" y="409014"/>
                    <a:pt x="131609" y="400855"/>
                    <a:pt x="131609" y="398135"/>
                  </a:cubicBezTo>
                  <a:cubicBezTo>
                    <a:pt x="131609" y="392696"/>
                    <a:pt x="131609" y="392696"/>
                    <a:pt x="126170" y="389976"/>
                  </a:cubicBezTo>
                  <a:cubicBezTo>
                    <a:pt x="123450" y="389976"/>
                    <a:pt x="109852" y="387257"/>
                    <a:pt x="101693" y="387257"/>
                  </a:cubicBezTo>
                  <a:cubicBezTo>
                    <a:pt x="90814" y="384537"/>
                    <a:pt x="77216" y="381817"/>
                    <a:pt x="77216" y="376378"/>
                  </a:cubicBezTo>
                  <a:cubicBezTo>
                    <a:pt x="77216" y="373658"/>
                    <a:pt x="79936" y="370939"/>
                    <a:pt x="82655" y="368219"/>
                  </a:cubicBezTo>
                  <a:cubicBezTo>
                    <a:pt x="88095" y="365499"/>
                    <a:pt x="93534" y="362780"/>
                    <a:pt x="98973" y="360060"/>
                  </a:cubicBezTo>
                  <a:cubicBezTo>
                    <a:pt x="104413" y="360060"/>
                    <a:pt x="112571" y="357340"/>
                    <a:pt x="118011" y="357340"/>
                  </a:cubicBezTo>
                  <a:cubicBezTo>
                    <a:pt x="126170" y="354621"/>
                    <a:pt x="128890" y="357340"/>
                    <a:pt x="131609" y="351901"/>
                  </a:cubicBezTo>
                  <a:cubicBezTo>
                    <a:pt x="131609" y="349181"/>
                    <a:pt x="131609" y="346462"/>
                    <a:pt x="131609" y="343742"/>
                  </a:cubicBezTo>
                  <a:cubicBezTo>
                    <a:pt x="131609" y="319265"/>
                    <a:pt x="131609" y="294788"/>
                    <a:pt x="131609" y="270311"/>
                  </a:cubicBezTo>
                  <a:cubicBezTo>
                    <a:pt x="131609" y="226797"/>
                    <a:pt x="131609" y="186002"/>
                    <a:pt x="137048" y="145207"/>
                  </a:cubicBezTo>
                  <a:cubicBezTo>
                    <a:pt x="137048" y="139768"/>
                    <a:pt x="137048" y="131609"/>
                    <a:pt x="139768" y="123450"/>
                  </a:cubicBezTo>
                  <a:cubicBezTo>
                    <a:pt x="134329" y="123450"/>
                    <a:pt x="137048" y="123450"/>
                    <a:pt x="123450" y="123450"/>
                  </a:cubicBezTo>
                  <a:cubicBezTo>
                    <a:pt x="120731" y="123450"/>
                    <a:pt x="120731" y="123450"/>
                    <a:pt x="118011" y="123450"/>
                  </a:cubicBezTo>
                  <a:cubicBezTo>
                    <a:pt x="112571" y="123450"/>
                    <a:pt x="107133" y="123450"/>
                    <a:pt x="101693" y="123450"/>
                  </a:cubicBezTo>
                  <a:cubicBezTo>
                    <a:pt x="93534" y="123450"/>
                    <a:pt x="82655" y="120730"/>
                    <a:pt x="74496" y="118011"/>
                  </a:cubicBezTo>
                  <a:cubicBezTo>
                    <a:pt x="66338" y="115291"/>
                    <a:pt x="58178" y="107132"/>
                    <a:pt x="58178" y="101693"/>
                  </a:cubicBezTo>
                  <a:cubicBezTo>
                    <a:pt x="58178" y="98973"/>
                    <a:pt x="58178" y="96253"/>
                    <a:pt x="63618" y="93534"/>
                  </a:cubicBezTo>
                  <a:cubicBezTo>
                    <a:pt x="66338" y="90814"/>
                    <a:pt x="77216" y="88095"/>
                    <a:pt x="85375" y="85375"/>
                  </a:cubicBezTo>
                  <a:cubicBezTo>
                    <a:pt x="104413" y="82655"/>
                    <a:pt x="128890" y="82655"/>
                    <a:pt x="137048" y="82655"/>
                  </a:cubicBezTo>
                  <a:cubicBezTo>
                    <a:pt x="139768" y="82655"/>
                    <a:pt x="142488" y="82655"/>
                    <a:pt x="147927" y="82655"/>
                  </a:cubicBezTo>
                  <a:cubicBezTo>
                    <a:pt x="153366" y="69057"/>
                    <a:pt x="164245" y="58178"/>
                    <a:pt x="186003" y="58178"/>
                  </a:cubicBezTo>
                  <a:cubicBezTo>
                    <a:pt x="202321" y="58178"/>
                    <a:pt x="215919" y="66337"/>
                    <a:pt x="226797" y="79936"/>
                  </a:cubicBezTo>
                  <a:cubicBezTo>
                    <a:pt x="237676" y="79936"/>
                    <a:pt x="248554" y="79936"/>
                    <a:pt x="253994" y="79936"/>
                  </a:cubicBezTo>
                  <a:cubicBezTo>
                    <a:pt x="267592" y="79936"/>
                    <a:pt x="294789" y="79936"/>
                    <a:pt x="294789" y="96253"/>
                  </a:cubicBezTo>
                  <a:cubicBezTo>
                    <a:pt x="294789" y="104412"/>
                    <a:pt x="289349" y="107132"/>
                    <a:pt x="283910" y="112571"/>
                  </a:cubicBezTo>
                  <a:cubicBezTo>
                    <a:pt x="278471" y="118011"/>
                    <a:pt x="273031" y="120730"/>
                    <a:pt x="267592" y="120730"/>
                  </a:cubicBezTo>
                  <a:cubicBezTo>
                    <a:pt x="259433" y="123450"/>
                    <a:pt x="251274" y="123450"/>
                    <a:pt x="245835" y="123450"/>
                  </a:cubicBezTo>
                  <a:cubicBezTo>
                    <a:pt x="245835" y="123450"/>
                    <a:pt x="243116" y="123450"/>
                    <a:pt x="237676" y="123450"/>
                  </a:cubicBezTo>
                  <a:cubicBezTo>
                    <a:pt x="237676" y="126170"/>
                    <a:pt x="237676" y="126170"/>
                    <a:pt x="240396" y="128889"/>
                  </a:cubicBezTo>
                  <a:cubicBezTo>
                    <a:pt x="245835" y="145207"/>
                    <a:pt x="248554" y="161525"/>
                    <a:pt x="251274" y="177843"/>
                  </a:cubicBezTo>
                  <a:cubicBezTo>
                    <a:pt x="253994" y="194161"/>
                    <a:pt x="253994" y="210479"/>
                    <a:pt x="256714" y="226797"/>
                  </a:cubicBezTo>
                  <a:cubicBezTo>
                    <a:pt x="259433" y="243115"/>
                    <a:pt x="262153" y="256713"/>
                    <a:pt x="262153" y="273031"/>
                  </a:cubicBezTo>
                  <a:cubicBezTo>
                    <a:pt x="262153" y="278470"/>
                    <a:pt x="262153" y="283910"/>
                    <a:pt x="262153" y="289349"/>
                  </a:cubicBezTo>
                  <a:lnTo>
                    <a:pt x="262153" y="297508"/>
                  </a:lnTo>
                  <a:cubicBezTo>
                    <a:pt x="262153" y="305667"/>
                    <a:pt x="262153" y="313826"/>
                    <a:pt x="264872" y="321985"/>
                  </a:cubicBezTo>
                  <a:cubicBezTo>
                    <a:pt x="264872" y="327424"/>
                    <a:pt x="270312" y="330144"/>
                    <a:pt x="270312" y="335583"/>
                  </a:cubicBezTo>
                  <a:cubicBezTo>
                    <a:pt x="270312" y="335583"/>
                    <a:pt x="270312" y="338303"/>
                    <a:pt x="270312" y="338303"/>
                  </a:cubicBezTo>
                  <a:cubicBezTo>
                    <a:pt x="270312" y="341022"/>
                    <a:pt x="270312" y="343742"/>
                    <a:pt x="270312" y="346462"/>
                  </a:cubicBezTo>
                  <a:cubicBezTo>
                    <a:pt x="270312" y="351901"/>
                    <a:pt x="273031" y="354621"/>
                    <a:pt x="278471" y="354621"/>
                  </a:cubicBezTo>
                  <a:cubicBezTo>
                    <a:pt x="289349" y="354621"/>
                    <a:pt x="335584" y="351901"/>
                    <a:pt x="338304" y="349181"/>
                  </a:cubicBezTo>
                  <a:cubicBezTo>
                    <a:pt x="346462" y="349181"/>
                    <a:pt x="357341" y="349181"/>
                    <a:pt x="365500" y="349181"/>
                  </a:cubicBezTo>
                  <a:cubicBezTo>
                    <a:pt x="370939" y="349181"/>
                    <a:pt x="376379" y="349181"/>
                    <a:pt x="381817" y="349181"/>
                  </a:cubicBezTo>
                  <a:cubicBezTo>
                    <a:pt x="387257" y="349181"/>
                    <a:pt x="392697" y="346462"/>
                    <a:pt x="392697" y="338303"/>
                  </a:cubicBezTo>
                  <a:cubicBezTo>
                    <a:pt x="392697" y="330144"/>
                    <a:pt x="389977" y="316545"/>
                    <a:pt x="389977" y="313826"/>
                  </a:cubicBezTo>
                  <a:cubicBezTo>
                    <a:pt x="389977" y="294788"/>
                    <a:pt x="389977" y="278470"/>
                    <a:pt x="392697" y="262152"/>
                  </a:cubicBezTo>
                  <a:cubicBezTo>
                    <a:pt x="392697" y="259433"/>
                    <a:pt x="395416" y="243115"/>
                    <a:pt x="395416" y="224077"/>
                  </a:cubicBezTo>
                  <a:cubicBezTo>
                    <a:pt x="395416" y="207759"/>
                    <a:pt x="398136" y="188722"/>
                    <a:pt x="398136" y="177843"/>
                  </a:cubicBezTo>
                  <a:cubicBezTo>
                    <a:pt x="398136" y="169684"/>
                    <a:pt x="395416" y="158806"/>
                    <a:pt x="395416" y="153366"/>
                  </a:cubicBezTo>
                  <a:cubicBezTo>
                    <a:pt x="395416" y="145207"/>
                    <a:pt x="395416" y="142488"/>
                    <a:pt x="395416" y="137048"/>
                  </a:cubicBezTo>
                  <a:cubicBezTo>
                    <a:pt x="389977" y="137048"/>
                    <a:pt x="384537" y="137048"/>
                    <a:pt x="379098" y="137048"/>
                  </a:cubicBezTo>
                  <a:cubicBezTo>
                    <a:pt x="370939" y="137048"/>
                    <a:pt x="360061" y="134329"/>
                    <a:pt x="351902" y="131609"/>
                  </a:cubicBezTo>
                  <a:cubicBezTo>
                    <a:pt x="343742" y="128889"/>
                    <a:pt x="338304" y="120730"/>
                    <a:pt x="338304" y="115291"/>
                  </a:cubicBezTo>
                  <a:cubicBezTo>
                    <a:pt x="338304" y="112571"/>
                    <a:pt x="338304" y="109852"/>
                    <a:pt x="343742" y="107132"/>
                  </a:cubicBezTo>
                  <a:cubicBezTo>
                    <a:pt x="349182" y="104412"/>
                    <a:pt x="357341" y="101693"/>
                    <a:pt x="362780" y="98973"/>
                  </a:cubicBezTo>
                  <a:cubicBezTo>
                    <a:pt x="373659" y="96253"/>
                    <a:pt x="387257" y="96253"/>
                    <a:pt x="395416" y="96253"/>
                  </a:cubicBezTo>
                  <a:cubicBezTo>
                    <a:pt x="398136" y="93534"/>
                    <a:pt x="400855" y="90814"/>
                    <a:pt x="403575" y="90814"/>
                  </a:cubicBezTo>
                  <a:cubicBezTo>
                    <a:pt x="411734" y="90814"/>
                    <a:pt x="419893" y="88095"/>
                    <a:pt x="422612" y="88095"/>
                  </a:cubicBezTo>
                  <a:cubicBezTo>
                    <a:pt x="425332" y="88095"/>
                    <a:pt x="425332" y="88095"/>
                    <a:pt x="428052" y="88095"/>
                  </a:cubicBezTo>
                  <a:cubicBezTo>
                    <a:pt x="433492" y="88095"/>
                    <a:pt x="441650" y="88095"/>
                    <a:pt x="447090" y="90814"/>
                  </a:cubicBezTo>
                  <a:cubicBezTo>
                    <a:pt x="449809" y="90814"/>
                    <a:pt x="452529" y="93534"/>
                    <a:pt x="455249" y="96253"/>
                  </a:cubicBezTo>
                  <a:cubicBezTo>
                    <a:pt x="482445" y="96253"/>
                    <a:pt x="509642" y="93534"/>
                    <a:pt x="525960" y="93534"/>
                  </a:cubicBezTo>
                  <a:cubicBezTo>
                    <a:pt x="539558" y="93534"/>
                    <a:pt x="561315" y="93534"/>
                    <a:pt x="561315" y="109852"/>
                  </a:cubicBezTo>
                  <a:cubicBezTo>
                    <a:pt x="561315" y="118011"/>
                    <a:pt x="561315" y="120730"/>
                    <a:pt x="555876" y="126170"/>
                  </a:cubicBezTo>
                  <a:cubicBezTo>
                    <a:pt x="550437" y="131609"/>
                    <a:pt x="544997" y="134329"/>
                    <a:pt x="539558" y="134329"/>
                  </a:cubicBezTo>
                  <a:cubicBezTo>
                    <a:pt x="531399" y="137048"/>
                    <a:pt x="523240" y="137048"/>
                    <a:pt x="517800" y="137048"/>
                  </a:cubicBezTo>
                  <a:cubicBezTo>
                    <a:pt x="515081" y="137048"/>
                    <a:pt x="498763" y="137048"/>
                    <a:pt x="477006" y="137048"/>
                  </a:cubicBezTo>
                  <a:cubicBezTo>
                    <a:pt x="479725" y="145207"/>
                    <a:pt x="485165" y="153366"/>
                    <a:pt x="485165" y="161525"/>
                  </a:cubicBezTo>
                  <a:cubicBezTo>
                    <a:pt x="487885" y="177843"/>
                    <a:pt x="493324" y="194161"/>
                    <a:pt x="496043" y="210479"/>
                  </a:cubicBezTo>
                  <a:cubicBezTo>
                    <a:pt x="498763" y="224077"/>
                    <a:pt x="498763" y="237676"/>
                    <a:pt x="501483" y="251274"/>
                  </a:cubicBezTo>
                  <a:cubicBezTo>
                    <a:pt x="504202" y="264872"/>
                    <a:pt x="506922" y="275751"/>
                    <a:pt x="506922" y="292069"/>
                  </a:cubicBezTo>
                  <a:cubicBezTo>
                    <a:pt x="506922" y="302947"/>
                    <a:pt x="506922" y="311106"/>
                    <a:pt x="506922" y="321985"/>
                  </a:cubicBezTo>
                  <a:cubicBezTo>
                    <a:pt x="506922" y="327424"/>
                    <a:pt x="509642" y="335583"/>
                    <a:pt x="509642" y="341022"/>
                  </a:cubicBezTo>
                  <a:cubicBezTo>
                    <a:pt x="509642" y="343742"/>
                    <a:pt x="509642" y="343742"/>
                    <a:pt x="509642" y="343742"/>
                  </a:cubicBezTo>
                  <a:cubicBezTo>
                    <a:pt x="509642" y="349181"/>
                    <a:pt x="515081" y="349181"/>
                    <a:pt x="517800" y="349181"/>
                  </a:cubicBezTo>
                  <a:cubicBezTo>
                    <a:pt x="520520" y="349181"/>
                    <a:pt x="523240" y="349181"/>
                    <a:pt x="528680" y="349181"/>
                  </a:cubicBezTo>
                  <a:cubicBezTo>
                    <a:pt x="536838" y="349181"/>
                    <a:pt x="547717" y="349181"/>
                    <a:pt x="550437" y="357340"/>
                  </a:cubicBezTo>
                  <a:cubicBezTo>
                    <a:pt x="550437" y="360060"/>
                    <a:pt x="550437" y="360060"/>
                    <a:pt x="550437" y="362780"/>
                  </a:cubicBezTo>
                  <a:cubicBezTo>
                    <a:pt x="550437" y="370939"/>
                    <a:pt x="539558" y="381817"/>
                    <a:pt x="534119" y="384537"/>
                  </a:cubicBezTo>
                  <a:cubicBezTo>
                    <a:pt x="531399" y="387257"/>
                    <a:pt x="523240" y="387257"/>
                    <a:pt x="520520" y="389976"/>
                  </a:cubicBezTo>
                  <a:cubicBezTo>
                    <a:pt x="515081" y="389976"/>
                    <a:pt x="512362" y="392696"/>
                    <a:pt x="512362" y="395415"/>
                  </a:cubicBezTo>
                  <a:cubicBezTo>
                    <a:pt x="512362" y="395415"/>
                    <a:pt x="512362" y="398135"/>
                    <a:pt x="512362" y="398135"/>
                  </a:cubicBezTo>
                  <a:cubicBezTo>
                    <a:pt x="512362" y="400855"/>
                    <a:pt x="512362" y="406294"/>
                    <a:pt x="512362" y="409014"/>
                  </a:cubicBezTo>
                  <a:cubicBezTo>
                    <a:pt x="512362" y="411733"/>
                    <a:pt x="512362" y="411733"/>
                    <a:pt x="512362" y="414453"/>
                  </a:cubicBezTo>
                  <a:cubicBezTo>
                    <a:pt x="512362" y="422612"/>
                    <a:pt x="512362" y="430771"/>
                    <a:pt x="512362" y="438930"/>
                  </a:cubicBezTo>
                  <a:cubicBezTo>
                    <a:pt x="512362" y="460687"/>
                    <a:pt x="512362" y="482445"/>
                    <a:pt x="515081" y="504202"/>
                  </a:cubicBezTo>
                  <a:cubicBezTo>
                    <a:pt x="517800" y="525959"/>
                    <a:pt x="520520" y="550436"/>
                    <a:pt x="520520" y="572193"/>
                  </a:cubicBezTo>
                  <a:cubicBezTo>
                    <a:pt x="520520" y="583072"/>
                    <a:pt x="520520" y="593950"/>
                    <a:pt x="517800" y="604829"/>
                  </a:cubicBezTo>
                  <a:cubicBezTo>
                    <a:pt x="515081" y="623867"/>
                    <a:pt x="515081" y="642904"/>
                    <a:pt x="512362" y="661942"/>
                  </a:cubicBezTo>
                  <a:cubicBezTo>
                    <a:pt x="512362" y="664661"/>
                    <a:pt x="509642" y="667381"/>
                    <a:pt x="509642" y="670101"/>
                  </a:cubicBezTo>
                  <a:cubicBezTo>
                    <a:pt x="509642" y="672820"/>
                    <a:pt x="512362" y="678260"/>
                    <a:pt x="512362" y="680979"/>
                  </a:cubicBezTo>
                  <a:cubicBezTo>
                    <a:pt x="512362" y="683699"/>
                    <a:pt x="512362" y="686419"/>
                    <a:pt x="512362" y="686419"/>
                  </a:cubicBezTo>
                  <a:cubicBezTo>
                    <a:pt x="517800" y="680979"/>
                    <a:pt x="528680" y="680979"/>
                    <a:pt x="536838" y="680979"/>
                  </a:cubicBezTo>
                  <a:lnTo>
                    <a:pt x="536838" y="680979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D3100DEA-196D-4FF4-B6C0-73F96315C0B0}"/>
                </a:ext>
              </a:extLst>
            </p:cNvPr>
            <p:cNvSpPr/>
            <p:nvPr/>
          </p:nvSpPr>
          <p:spPr bwMode="black">
            <a:xfrm>
              <a:off x="9592416" y="4192158"/>
              <a:ext cx="516735" cy="761503"/>
            </a:xfrm>
            <a:custGeom>
              <a:avLst/>
              <a:gdLst>
                <a:gd name="connsiteX0" fmla="*/ 463407 w 516735"/>
                <a:gd name="connsiteY0" fmla="*/ 194161 h 761503"/>
                <a:gd name="connsiteX1" fmla="*/ 447089 w 516735"/>
                <a:gd name="connsiteY1" fmla="*/ 226797 h 761503"/>
                <a:gd name="connsiteX2" fmla="*/ 430771 w 516735"/>
                <a:gd name="connsiteY2" fmla="*/ 221357 h 761503"/>
                <a:gd name="connsiteX3" fmla="*/ 422612 w 516735"/>
                <a:gd name="connsiteY3" fmla="*/ 207759 h 761503"/>
                <a:gd name="connsiteX4" fmla="*/ 419893 w 516735"/>
                <a:gd name="connsiteY4" fmla="*/ 188722 h 761503"/>
                <a:gd name="connsiteX5" fmla="*/ 419893 w 516735"/>
                <a:gd name="connsiteY5" fmla="*/ 139768 h 761503"/>
                <a:gd name="connsiteX6" fmla="*/ 419893 w 516735"/>
                <a:gd name="connsiteY6" fmla="*/ 120730 h 761503"/>
                <a:gd name="connsiteX7" fmla="*/ 395416 w 516735"/>
                <a:gd name="connsiteY7" fmla="*/ 120730 h 761503"/>
                <a:gd name="connsiteX8" fmla="*/ 370939 w 516735"/>
                <a:gd name="connsiteY8" fmla="*/ 120730 h 761503"/>
                <a:gd name="connsiteX9" fmla="*/ 346461 w 516735"/>
                <a:gd name="connsiteY9" fmla="*/ 123450 h 761503"/>
                <a:gd name="connsiteX10" fmla="*/ 335583 w 516735"/>
                <a:gd name="connsiteY10" fmla="*/ 123450 h 761503"/>
                <a:gd name="connsiteX11" fmla="*/ 335583 w 516735"/>
                <a:gd name="connsiteY11" fmla="*/ 123450 h 761503"/>
                <a:gd name="connsiteX12" fmla="*/ 324704 w 516735"/>
                <a:gd name="connsiteY12" fmla="*/ 128889 h 761503"/>
                <a:gd name="connsiteX13" fmla="*/ 327424 w 516735"/>
                <a:gd name="connsiteY13" fmla="*/ 139768 h 761503"/>
                <a:gd name="connsiteX14" fmla="*/ 330144 w 516735"/>
                <a:gd name="connsiteY14" fmla="*/ 175123 h 761503"/>
                <a:gd name="connsiteX15" fmla="*/ 330144 w 516735"/>
                <a:gd name="connsiteY15" fmla="*/ 199600 h 761503"/>
                <a:gd name="connsiteX16" fmla="*/ 327424 w 516735"/>
                <a:gd name="connsiteY16" fmla="*/ 224077 h 761503"/>
                <a:gd name="connsiteX17" fmla="*/ 330144 w 516735"/>
                <a:gd name="connsiteY17" fmla="*/ 251274 h 761503"/>
                <a:gd name="connsiteX18" fmla="*/ 327424 w 516735"/>
                <a:gd name="connsiteY18" fmla="*/ 278470 h 761503"/>
                <a:gd name="connsiteX19" fmla="*/ 327424 w 516735"/>
                <a:gd name="connsiteY19" fmla="*/ 332864 h 761503"/>
                <a:gd name="connsiteX20" fmla="*/ 330144 w 516735"/>
                <a:gd name="connsiteY20" fmla="*/ 357340 h 761503"/>
                <a:gd name="connsiteX21" fmla="*/ 330144 w 516735"/>
                <a:gd name="connsiteY21" fmla="*/ 368219 h 761503"/>
                <a:gd name="connsiteX22" fmla="*/ 332863 w 516735"/>
                <a:gd name="connsiteY22" fmla="*/ 387257 h 761503"/>
                <a:gd name="connsiteX23" fmla="*/ 332863 w 516735"/>
                <a:gd name="connsiteY23" fmla="*/ 433491 h 761503"/>
                <a:gd name="connsiteX24" fmla="*/ 332863 w 516735"/>
                <a:gd name="connsiteY24" fmla="*/ 487884 h 761503"/>
                <a:gd name="connsiteX25" fmla="*/ 330144 w 516735"/>
                <a:gd name="connsiteY25" fmla="*/ 512361 h 761503"/>
                <a:gd name="connsiteX26" fmla="*/ 330144 w 516735"/>
                <a:gd name="connsiteY26" fmla="*/ 539557 h 761503"/>
                <a:gd name="connsiteX27" fmla="*/ 332863 w 516735"/>
                <a:gd name="connsiteY27" fmla="*/ 593950 h 761503"/>
                <a:gd name="connsiteX28" fmla="*/ 332863 w 516735"/>
                <a:gd name="connsiteY28" fmla="*/ 648343 h 761503"/>
                <a:gd name="connsiteX29" fmla="*/ 332863 w 516735"/>
                <a:gd name="connsiteY29" fmla="*/ 656502 h 761503"/>
                <a:gd name="connsiteX30" fmla="*/ 357341 w 516735"/>
                <a:gd name="connsiteY30" fmla="*/ 656502 h 761503"/>
                <a:gd name="connsiteX31" fmla="*/ 395416 w 516735"/>
                <a:gd name="connsiteY31" fmla="*/ 675540 h 761503"/>
                <a:gd name="connsiteX32" fmla="*/ 389976 w 516735"/>
                <a:gd name="connsiteY32" fmla="*/ 691858 h 761503"/>
                <a:gd name="connsiteX33" fmla="*/ 373658 w 516735"/>
                <a:gd name="connsiteY33" fmla="*/ 700017 h 761503"/>
                <a:gd name="connsiteX34" fmla="*/ 351901 w 516735"/>
                <a:gd name="connsiteY34" fmla="*/ 702737 h 761503"/>
                <a:gd name="connsiteX35" fmla="*/ 319265 w 516735"/>
                <a:gd name="connsiteY35" fmla="*/ 702737 h 761503"/>
                <a:gd name="connsiteX36" fmla="*/ 311106 w 516735"/>
                <a:gd name="connsiteY36" fmla="*/ 708176 h 761503"/>
                <a:gd name="connsiteX37" fmla="*/ 289349 w 516735"/>
                <a:gd name="connsiteY37" fmla="*/ 713615 h 761503"/>
                <a:gd name="connsiteX38" fmla="*/ 270311 w 516735"/>
                <a:gd name="connsiteY38" fmla="*/ 713615 h 761503"/>
                <a:gd name="connsiteX39" fmla="*/ 243115 w 516735"/>
                <a:gd name="connsiteY39" fmla="*/ 705456 h 761503"/>
                <a:gd name="connsiteX40" fmla="*/ 237675 w 516735"/>
                <a:gd name="connsiteY40" fmla="*/ 702737 h 761503"/>
                <a:gd name="connsiteX41" fmla="*/ 199600 w 516735"/>
                <a:gd name="connsiteY41" fmla="*/ 702737 h 761503"/>
                <a:gd name="connsiteX42" fmla="*/ 175123 w 516735"/>
                <a:gd name="connsiteY42" fmla="*/ 702737 h 761503"/>
                <a:gd name="connsiteX43" fmla="*/ 147927 w 516735"/>
                <a:gd name="connsiteY43" fmla="*/ 697297 h 761503"/>
                <a:gd name="connsiteX44" fmla="*/ 131609 w 516735"/>
                <a:gd name="connsiteY44" fmla="*/ 678260 h 761503"/>
                <a:gd name="connsiteX45" fmla="*/ 137048 w 516735"/>
                <a:gd name="connsiteY45" fmla="*/ 670101 h 761503"/>
                <a:gd name="connsiteX46" fmla="*/ 158805 w 516735"/>
                <a:gd name="connsiteY46" fmla="*/ 661942 h 761503"/>
                <a:gd name="connsiteX47" fmla="*/ 199600 w 516735"/>
                <a:gd name="connsiteY47" fmla="*/ 659222 h 761503"/>
                <a:gd name="connsiteX48" fmla="*/ 199600 w 516735"/>
                <a:gd name="connsiteY48" fmla="*/ 659222 h 761503"/>
                <a:gd name="connsiteX49" fmla="*/ 196880 w 516735"/>
                <a:gd name="connsiteY49" fmla="*/ 629306 h 761503"/>
                <a:gd name="connsiteX50" fmla="*/ 199600 w 516735"/>
                <a:gd name="connsiteY50" fmla="*/ 574913 h 761503"/>
                <a:gd name="connsiteX51" fmla="*/ 202320 w 516735"/>
                <a:gd name="connsiteY51" fmla="*/ 523239 h 761503"/>
                <a:gd name="connsiteX52" fmla="*/ 205040 w 516735"/>
                <a:gd name="connsiteY52" fmla="*/ 460687 h 761503"/>
                <a:gd name="connsiteX53" fmla="*/ 205040 w 516735"/>
                <a:gd name="connsiteY53" fmla="*/ 417173 h 761503"/>
                <a:gd name="connsiteX54" fmla="*/ 207759 w 516735"/>
                <a:gd name="connsiteY54" fmla="*/ 392696 h 761503"/>
                <a:gd name="connsiteX55" fmla="*/ 210478 w 516735"/>
                <a:gd name="connsiteY55" fmla="*/ 368219 h 761503"/>
                <a:gd name="connsiteX56" fmla="*/ 210478 w 516735"/>
                <a:gd name="connsiteY56" fmla="*/ 313826 h 761503"/>
                <a:gd name="connsiteX57" fmla="*/ 210478 w 516735"/>
                <a:gd name="connsiteY57" fmla="*/ 259433 h 761503"/>
                <a:gd name="connsiteX58" fmla="*/ 210478 w 516735"/>
                <a:gd name="connsiteY58" fmla="*/ 213199 h 761503"/>
                <a:gd name="connsiteX59" fmla="*/ 210478 w 516735"/>
                <a:gd name="connsiteY59" fmla="*/ 145207 h 761503"/>
                <a:gd name="connsiteX60" fmla="*/ 213198 w 516735"/>
                <a:gd name="connsiteY60" fmla="*/ 131609 h 761503"/>
                <a:gd name="connsiteX61" fmla="*/ 205040 w 516735"/>
                <a:gd name="connsiteY61" fmla="*/ 123450 h 761503"/>
                <a:gd name="connsiteX62" fmla="*/ 161525 w 516735"/>
                <a:gd name="connsiteY62" fmla="*/ 123450 h 761503"/>
                <a:gd name="connsiteX63" fmla="*/ 112571 w 516735"/>
                <a:gd name="connsiteY63" fmla="*/ 120730 h 761503"/>
                <a:gd name="connsiteX64" fmla="*/ 104412 w 516735"/>
                <a:gd name="connsiteY64" fmla="*/ 118011 h 761503"/>
                <a:gd name="connsiteX65" fmla="*/ 107132 w 516735"/>
                <a:gd name="connsiteY65" fmla="*/ 191441 h 761503"/>
                <a:gd name="connsiteX66" fmla="*/ 90814 w 516735"/>
                <a:gd name="connsiteY66" fmla="*/ 224077 h 761503"/>
                <a:gd name="connsiteX67" fmla="*/ 74496 w 516735"/>
                <a:gd name="connsiteY67" fmla="*/ 218638 h 761503"/>
                <a:gd name="connsiteX68" fmla="*/ 66337 w 516735"/>
                <a:gd name="connsiteY68" fmla="*/ 205040 h 761503"/>
                <a:gd name="connsiteX69" fmla="*/ 63617 w 516735"/>
                <a:gd name="connsiteY69" fmla="*/ 186002 h 761503"/>
                <a:gd name="connsiteX70" fmla="*/ 63617 w 516735"/>
                <a:gd name="connsiteY70" fmla="*/ 145207 h 761503"/>
                <a:gd name="connsiteX71" fmla="*/ 63617 w 516735"/>
                <a:gd name="connsiteY71" fmla="*/ 109852 h 761503"/>
                <a:gd name="connsiteX72" fmla="*/ 58178 w 516735"/>
                <a:gd name="connsiteY72" fmla="*/ 96253 h 761503"/>
                <a:gd name="connsiteX73" fmla="*/ 66337 w 516735"/>
                <a:gd name="connsiteY73" fmla="*/ 85375 h 761503"/>
                <a:gd name="connsiteX74" fmla="*/ 93533 w 516735"/>
                <a:gd name="connsiteY74" fmla="*/ 77216 h 761503"/>
                <a:gd name="connsiteX75" fmla="*/ 115290 w 516735"/>
                <a:gd name="connsiteY75" fmla="*/ 77216 h 761503"/>
                <a:gd name="connsiteX76" fmla="*/ 169684 w 516735"/>
                <a:gd name="connsiteY76" fmla="*/ 74496 h 761503"/>
                <a:gd name="connsiteX77" fmla="*/ 194161 w 516735"/>
                <a:gd name="connsiteY77" fmla="*/ 71776 h 761503"/>
                <a:gd name="connsiteX78" fmla="*/ 196880 w 516735"/>
                <a:gd name="connsiteY78" fmla="*/ 71776 h 761503"/>
                <a:gd name="connsiteX79" fmla="*/ 210478 w 516735"/>
                <a:gd name="connsiteY79" fmla="*/ 71776 h 761503"/>
                <a:gd name="connsiteX80" fmla="*/ 218638 w 516735"/>
                <a:gd name="connsiteY80" fmla="*/ 71776 h 761503"/>
                <a:gd name="connsiteX81" fmla="*/ 237675 w 516735"/>
                <a:gd name="connsiteY81" fmla="*/ 60898 h 761503"/>
                <a:gd name="connsiteX82" fmla="*/ 253993 w 516735"/>
                <a:gd name="connsiteY82" fmla="*/ 58178 h 761503"/>
                <a:gd name="connsiteX83" fmla="*/ 283910 w 516735"/>
                <a:gd name="connsiteY83" fmla="*/ 60898 h 761503"/>
                <a:gd name="connsiteX84" fmla="*/ 294788 w 516735"/>
                <a:gd name="connsiteY84" fmla="*/ 66337 h 761503"/>
                <a:gd name="connsiteX85" fmla="*/ 305667 w 516735"/>
                <a:gd name="connsiteY85" fmla="*/ 74496 h 761503"/>
                <a:gd name="connsiteX86" fmla="*/ 313826 w 516735"/>
                <a:gd name="connsiteY86" fmla="*/ 74496 h 761503"/>
                <a:gd name="connsiteX87" fmla="*/ 327424 w 516735"/>
                <a:gd name="connsiteY87" fmla="*/ 74496 h 761503"/>
                <a:gd name="connsiteX88" fmla="*/ 354621 w 516735"/>
                <a:gd name="connsiteY88" fmla="*/ 74496 h 761503"/>
                <a:gd name="connsiteX89" fmla="*/ 422612 w 516735"/>
                <a:gd name="connsiteY89" fmla="*/ 74496 h 761503"/>
                <a:gd name="connsiteX90" fmla="*/ 455248 w 516735"/>
                <a:gd name="connsiteY90" fmla="*/ 79936 h 761503"/>
                <a:gd name="connsiteX91" fmla="*/ 466127 w 516735"/>
                <a:gd name="connsiteY91" fmla="*/ 98973 h 761503"/>
                <a:gd name="connsiteX92" fmla="*/ 463407 w 516735"/>
                <a:gd name="connsiteY92" fmla="*/ 109852 h 761503"/>
                <a:gd name="connsiteX93" fmla="*/ 463407 w 516735"/>
                <a:gd name="connsiteY93" fmla="*/ 120730 h 761503"/>
                <a:gd name="connsiteX94" fmla="*/ 463407 w 516735"/>
                <a:gd name="connsiteY94" fmla="*/ 194161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</a:cxnLst>
              <a:rect l="l" t="t" r="r" b="b"/>
              <a:pathLst>
                <a:path w="516735" h="761503">
                  <a:moveTo>
                    <a:pt x="463407" y="194161"/>
                  </a:moveTo>
                  <a:cubicBezTo>
                    <a:pt x="463407" y="205040"/>
                    <a:pt x="463407" y="226797"/>
                    <a:pt x="447089" y="226797"/>
                  </a:cubicBezTo>
                  <a:cubicBezTo>
                    <a:pt x="438930" y="226797"/>
                    <a:pt x="436211" y="226797"/>
                    <a:pt x="430771" y="221357"/>
                  </a:cubicBezTo>
                  <a:cubicBezTo>
                    <a:pt x="425332" y="218638"/>
                    <a:pt x="422612" y="210479"/>
                    <a:pt x="422612" y="207759"/>
                  </a:cubicBezTo>
                  <a:cubicBezTo>
                    <a:pt x="419893" y="199600"/>
                    <a:pt x="419893" y="194161"/>
                    <a:pt x="419893" y="188722"/>
                  </a:cubicBezTo>
                  <a:cubicBezTo>
                    <a:pt x="419893" y="183282"/>
                    <a:pt x="419893" y="147927"/>
                    <a:pt x="419893" y="139768"/>
                  </a:cubicBezTo>
                  <a:cubicBezTo>
                    <a:pt x="419893" y="134329"/>
                    <a:pt x="419893" y="128889"/>
                    <a:pt x="419893" y="120730"/>
                  </a:cubicBezTo>
                  <a:cubicBezTo>
                    <a:pt x="411734" y="120730"/>
                    <a:pt x="403574" y="120730"/>
                    <a:pt x="395416" y="120730"/>
                  </a:cubicBezTo>
                  <a:cubicBezTo>
                    <a:pt x="387256" y="120730"/>
                    <a:pt x="379098" y="120730"/>
                    <a:pt x="370939" y="120730"/>
                  </a:cubicBezTo>
                  <a:cubicBezTo>
                    <a:pt x="362780" y="120730"/>
                    <a:pt x="354621" y="123450"/>
                    <a:pt x="346461" y="123450"/>
                  </a:cubicBezTo>
                  <a:cubicBezTo>
                    <a:pt x="343742" y="123450"/>
                    <a:pt x="341023" y="123450"/>
                    <a:pt x="335583" y="123450"/>
                  </a:cubicBezTo>
                  <a:cubicBezTo>
                    <a:pt x="335583" y="123450"/>
                    <a:pt x="335583" y="123450"/>
                    <a:pt x="335583" y="123450"/>
                  </a:cubicBezTo>
                  <a:cubicBezTo>
                    <a:pt x="327424" y="123450"/>
                    <a:pt x="324704" y="126170"/>
                    <a:pt x="324704" y="128889"/>
                  </a:cubicBezTo>
                  <a:cubicBezTo>
                    <a:pt x="324704" y="131609"/>
                    <a:pt x="324704" y="137048"/>
                    <a:pt x="327424" y="139768"/>
                  </a:cubicBezTo>
                  <a:cubicBezTo>
                    <a:pt x="330144" y="147927"/>
                    <a:pt x="330144" y="166964"/>
                    <a:pt x="330144" y="175123"/>
                  </a:cubicBezTo>
                  <a:cubicBezTo>
                    <a:pt x="330144" y="183282"/>
                    <a:pt x="330144" y="191441"/>
                    <a:pt x="330144" y="199600"/>
                  </a:cubicBezTo>
                  <a:cubicBezTo>
                    <a:pt x="330144" y="207759"/>
                    <a:pt x="327424" y="215918"/>
                    <a:pt x="327424" y="224077"/>
                  </a:cubicBezTo>
                  <a:cubicBezTo>
                    <a:pt x="327424" y="232236"/>
                    <a:pt x="330144" y="243115"/>
                    <a:pt x="330144" y="251274"/>
                  </a:cubicBezTo>
                  <a:cubicBezTo>
                    <a:pt x="330144" y="259433"/>
                    <a:pt x="330144" y="267592"/>
                    <a:pt x="327424" y="278470"/>
                  </a:cubicBezTo>
                  <a:cubicBezTo>
                    <a:pt x="327424" y="294788"/>
                    <a:pt x="327424" y="313826"/>
                    <a:pt x="327424" y="332864"/>
                  </a:cubicBezTo>
                  <a:cubicBezTo>
                    <a:pt x="327424" y="341022"/>
                    <a:pt x="327424" y="349181"/>
                    <a:pt x="330144" y="357340"/>
                  </a:cubicBezTo>
                  <a:cubicBezTo>
                    <a:pt x="330144" y="360060"/>
                    <a:pt x="330144" y="365499"/>
                    <a:pt x="330144" y="368219"/>
                  </a:cubicBezTo>
                  <a:cubicBezTo>
                    <a:pt x="330144" y="373658"/>
                    <a:pt x="332863" y="384537"/>
                    <a:pt x="332863" y="387257"/>
                  </a:cubicBezTo>
                  <a:cubicBezTo>
                    <a:pt x="332863" y="406294"/>
                    <a:pt x="332863" y="414453"/>
                    <a:pt x="332863" y="433491"/>
                  </a:cubicBezTo>
                  <a:cubicBezTo>
                    <a:pt x="332863" y="452528"/>
                    <a:pt x="335583" y="468846"/>
                    <a:pt x="332863" y="487884"/>
                  </a:cubicBezTo>
                  <a:cubicBezTo>
                    <a:pt x="332863" y="496043"/>
                    <a:pt x="330144" y="504202"/>
                    <a:pt x="330144" y="512361"/>
                  </a:cubicBezTo>
                  <a:cubicBezTo>
                    <a:pt x="330144" y="520520"/>
                    <a:pt x="330144" y="531398"/>
                    <a:pt x="330144" y="539557"/>
                  </a:cubicBezTo>
                  <a:cubicBezTo>
                    <a:pt x="330144" y="558595"/>
                    <a:pt x="330144" y="574913"/>
                    <a:pt x="332863" y="593950"/>
                  </a:cubicBezTo>
                  <a:cubicBezTo>
                    <a:pt x="332863" y="610268"/>
                    <a:pt x="332863" y="632026"/>
                    <a:pt x="332863" y="648343"/>
                  </a:cubicBezTo>
                  <a:cubicBezTo>
                    <a:pt x="332863" y="651063"/>
                    <a:pt x="332863" y="653783"/>
                    <a:pt x="332863" y="656502"/>
                  </a:cubicBezTo>
                  <a:cubicBezTo>
                    <a:pt x="343742" y="656502"/>
                    <a:pt x="351901" y="656502"/>
                    <a:pt x="357341" y="656502"/>
                  </a:cubicBezTo>
                  <a:cubicBezTo>
                    <a:pt x="370939" y="656502"/>
                    <a:pt x="395416" y="659222"/>
                    <a:pt x="395416" y="675540"/>
                  </a:cubicBezTo>
                  <a:cubicBezTo>
                    <a:pt x="395416" y="683699"/>
                    <a:pt x="392696" y="686419"/>
                    <a:pt x="389976" y="691858"/>
                  </a:cubicBezTo>
                  <a:cubicBezTo>
                    <a:pt x="384537" y="697297"/>
                    <a:pt x="379098" y="700017"/>
                    <a:pt x="373658" y="700017"/>
                  </a:cubicBezTo>
                  <a:cubicBezTo>
                    <a:pt x="365499" y="702737"/>
                    <a:pt x="357341" y="702737"/>
                    <a:pt x="351901" y="702737"/>
                  </a:cubicBezTo>
                  <a:cubicBezTo>
                    <a:pt x="349181" y="702737"/>
                    <a:pt x="335583" y="702737"/>
                    <a:pt x="319265" y="702737"/>
                  </a:cubicBezTo>
                  <a:cubicBezTo>
                    <a:pt x="316546" y="705456"/>
                    <a:pt x="313826" y="705456"/>
                    <a:pt x="311106" y="708176"/>
                  </a:cubicBezTo>
                  <a:cubicBezTo>
                    <a:pt x="302948" y="713615"/>
                    <a:pt x="297508" y="713615"/>
                    <a:pt x="289349" y="713615"/>
                  </a:cubicBezTo>
                  <a:cubicBezTo>
                    <a:pt x="283910" y="713615"/>
                    <a:pt x="278470" y="713615"/>
                    <a:pt x="270311" y="713615"/>
                  </a:cubicBezTo>
                  <a:cubicBezTo>
                    <a:pt x="259433" y="713615"/>
                    <a:pt x="251273" y="710895"/>
                    <a:pt x="243115" y="705456"/>
                  </a:cubicBezTo>
                  <a:cubicBezTo>
                    <a:pt x="240395" y="705456"/>
                    <a:pt x="237675" y="702737"/>
                    <a:pt x="237675" y="702737"/>
                  </a:cubicBezTo>
                  <a:cubicBezTo>
                    <a:pt x="224077" y="702737"/>
                    <a:pt x="213198" y="702737"/>
                    <a:pt x="199600" y="702737"/>
                  </a:cubicBezTo>
                  <a:cubicBezTo>
                    <a:pt x="191441" y="702737"/>
                    <a:pt x="183282" y="702737"/>
                    <a:pt x="175123" y="702737"/>
                  </a:cubicBezTo>
                  <a:cubicBezTo>
                    <a:pt x="166965" y="702737"/>
                    <a:pt x="156085" y="702737"/>
                    <a:pt x="147927" y="697297"/>
                  </a:cubicBezTo>
                  <a:cubicBezTo>
                    <a:pt x="139768" y="694578"/>
                    <a:pt x="131609" y="680979"/>
                    <a:pt x="131609" y="678260"/>
                  </a:cubicBezTo>
                  <a:cubicBezTo>
                    <a:pt x="131609" y="675540"/>
                    <a:pt x="131609" y="672820"/>
                    <a:pt x="137048" y="670101"/>
                  </a:cubicBezTo>
                  <a:cubicBezTo>
                    <a:pt x="142487" y="667381"/>
                    <a:pt x="153366" y="664661"/>
                    <a:pt x="158805" y="661942"/>
                  </a:cubicBezTo>
                  <a:cubicBezTo>
                    <a:pt x="175123" y="659222"/>
                    <a:pt x="191441" y="659222"/>
                    <a:pt x="199600" y="659222"/>
                  </a:cubicBezTo>
                  <a:lnTo>
                    <a:pt x="199600" y="659222"/>
                  </a:lnTo>
                  <a:cubicBezTo>
                    <a:pt x="199600" y="648343"/>
                    <a:pt x="196880" y="640184"/>
                    <a:pt x="196880" y="629306"/>
                  </a:cubicBezTo>
                  <a:cubicBezTo>
                    <a:pt x="196880" y="612988"/>
                    <a:pt x="196880" y="591231"/>
                    <a:pt x="199600" y="574913"/>
                  </a:cubicBezTo>
                  <a:cubicBezTo>
                    <a:pt x="199600" y="558595"/>
                    <a:pt x="199600" y="539557"/>
                    <a:pt x="202320" y="523239"/>
                  </a:cubicBezTo>
                  <a:cubicBezTo>
                    <a:pt x="202320" y="501482"/>
                    <a:pt x="205040" y="482445"/>
                    <a:pt x="205040" y="460687"/>
                  </a:cubicBezTo>
                  <a:cubicBezTo>
                    <a:pt x="205040" y="447089"/>
                    <a:pt x="205040" y="430771"/>
                    <a:pt x="205040" y="417173"/>
                  </a:cubicBezTo>
                  <a:cubicBezTo>
                    <a:pt x="205040" y="409014"/>
                    <a:pt x="207759" y="400855"/>
                    <a:pt x="207759" y="392696"/>
                  </a:cubicBezTo>
                  <a:cubicBezTo>
                    <a:pt x="207759" y="384537"/>
                    <a:pt x="210478" y="376378"/>
                    <a:pt x="210478" y="368219"/>
                  </a:cubicBezTo>
                  <a:cubicBezTo>
                    <a:pt x="210478" y="351901"/>
                    <a:pt x="210478" y="332864"/>
                    <a:pt x="210478" y="313826"/>
                  </a:cubicBezTo>
                  <a:cubicBezTo>
                    <a:pt x="210478" y="294788"/>
                    <a:pt x="210478" y="275751"/>
                    <a:pt x="210478" y="259433"/>
                  </a:cubicBezTo>
                  <a:cubicBezTo>
                    <a:pt x="210478" y="243115"/>
                    <a:pt x="210478" y="226797"/>
                    <a:pt x="210478" y="213199"/>
                  </a:cubicBezTo>
                  <a:cubicBezTo>
                    <a:pt x="210478" y="194161"/>
                    <a:pt x="210478" y="164245"/>
                    <a:pt x="210478" y="145207"/>
                  </a:cubicBezTo>
                  <a:cubicBezTo>
                    <a:pt x="210478" y="139768"/>
                    <a:pt x="213198" y="134329"/>
                    <a:pt x="213198" y="131609"/>
                  </a:cubicBezTo>
                  <a:cubicBezTo>
                    <a:pt x="213198" y="126170"/>
                    <a:pt x="207759" y="123450"/>
                    <a:pt x="205040" y="123450"/>
                  </a:cubicBezTo>
                  <a:cubicBezTo>
                    <a:pt x="199600" y="123450"/>
                    <a:pt x="166965" y="123450"/>
                    <a:pt x="161525" y="123450"/>
                  </a:cubicBezTo>
                  <a:cubicBezTo>
                    <a:pt x="145207" y="123450"/>
                    <a:pt x="128889" y="123450"/>
                    <a:pt x="112571" y="120730"/>
                  </a:cubicBezTo>
                  <a:cubicBezTo>
                    <a:pt x="109852" y="120730"/>
                    <a:pt x="107132" y="120730"/>
                    <a:pt x="104412" y="118011"/>
                  </a:cubicBezTo>
                  <a:cubicBezTo>
                    <a:pt x="107132" y="137048"/>
                    <a:pt x="107132" y="172404"/>
                    <a:pt x="107132" y="191441"/>
                  </a:cubicBezTo>
                  <a:cubicBezTo>
                    <a:pt x="107132" y="202320"/>
                    <a:pt x="107132" y="224077"/>
                    <a:pt x="90814" y="224077"/>
                  </a:cubicBezTo>
                  <a:cubicBezTo>
                    <a:pt x="82655" y="224077"/>
                    <a:pt x="79935" y="221357"/>
                    <a:pt x="74496" y="218638"/>
                  </a:cubicBezTo>
                  <a:cubicBezTo>
                    <a:pt x="69057" y="215918"/>
                    <a:pt x="66337" y="210479"/>
                    <a:pt x="66337" y="205040"/>
                  </a:cubicBezTo>
                  <a:cubicBezTo>
                    <a:pt x="63617" y="196881"/>
                    <a:pt x="63617" y="191441"/>
                    <a:pt x="63617" y="186002"/>
                  </a:cubicBezTo>
                  <a:cubicBezTo>
                    <a:pt x="63617" y="180563"/>
                    <a:pt x="63617" y="153366"/>
                    <a:pt x="63617" y="145207"/>
                  </a:cubicBezTo>
                  <a:cubicBezTo>
                    <a:pt x="63617" y="134329"/>
                    <a:pt x="63617" y="120730"/>
                    <a:pt x="63617" y="109852"/>
                  </a:cubicBezTo>
                  <a:cubicBezTo>
                    <a:pt x="60897" y="104412"/>
                    <a:pt x="58178" y="101693"/>
                    <a:pt x="58178" y="96253"/>
                  </a:cubicBezTo>
                  <a:cubicBezTo>
                    <a:pt x="58178" y="93534"/>
                    <a:pt x="60897" y="88095"/>
                    <a:pt x="66337" y="85375"/>
                  </a:cubicBezTo>
                  <a:cubicBezTo>
                    <a:pt x="74496" y="79936"/>
                    <a:pt x="77215" y="77216"/>
                    <a:pt x="93533" y="77216"/>
                  </a:cubicBezTo>
                  <a:cubicBezTo>
                    <a:pt x="101692" y="77216"/>
                    <a:pt x="109852" y="77216"/>
                    <a:pt x="115290" y="77216"/>
                  </a:cubicBezTo>
                  <a:cubicBezTo>
                    <a:pt x="134328" y="77216"/>
                    <a:pt x="150646" y="77216"/>
                    <a:pt x="169684" y="74496"/>
                  </a:cubicBezTo>
                  <a:cubicBezTo>
                    <a:pt x="177843" y="74496"/>
                    <a:pt x="186002" y="71776"/>
                    <a:pt x="194161" y="71776"/>
                  </a:cubicBezTo>
                  <a:cubicBezTo>
                    <a:pt x="194161" y="71776"/>
                    <a:pt x="196880" y="71776"/>
                    <a:pt x="196880" y="71776"/>
                  </a:cubicBezTo>
                  <a:cubicBezTo>
                    <a:pt x="199600" y="71776"/>
                    <a:pt x="205040" y="71776"/>
                    <a:pt x="210478" y="71776"/>
                  </a:cubicBezTo>
                  <a:cubicBezTo>
                    <a:pt x="213198" y="71776"/>
                    <a:pt x="215918" y="71776"/>
                    <a:pt x="218638" y="71776"/>
                  </a:cubicBezTo>
                  <a:cubicBezTo>
                    <a:pt x="224077" y="69057"/>
                    <a:pt x="229516" y="63618"/>
                    <a:pt x="237675" y="60898"/>
                  </a:cubicBezTo>
                  <a:cubicBezTo>
                    <a:pt x="243115" y="58178"/>
                    <a:pt x="248554" y="58178"/>
                    <a:pt x="253993" y="58178"/>
                  </a:cubicBezTo>
                  <a:cubicBezTo>
                    <a:pt x="264872" y="58178"/>
                    <a:pt x="273031" y="58178"/>
                    <a:pt x="283910" y="60898"/>
                  </a:cubicBezTo>
                  <a:cubicBezTo>
                    <a:pt x="286629" y="60898"/>
                    <a:pt x="292068" y="63618"/>
                    <a:pt x="294788" y="66337"/>
                  </a:cubicBezTo>
                  <a:cubicBezTo>
                    <a:pt x="297508" y="69057"/>
                    <a:pt x="302948" y="71776"/>
                    <a:pt x="305667" y="74496"/>
                  </a:cubicBezTo>
                  <a:cubicBezTo>
                    <a:pt x="308386" y="74496"/>
                    <a:pt x="311106" y="74496"/>
                    <a:pt x="313826" y="74496"/>
                  </a:cubicBezTo>
                  <a:cubicBezTo>
                    <a:pt x="319265" y="74496"/>
                    <a:pt x="321985" y="74496"/>
                    <a:pt x="327424" y="74496"/>
                  </a:cubicBezTo>
                  <a:cubicBezTo>
                    <a:pt x="335583" y="74496"/>
                    <a:pt x="346461" y="74496"/>
                    <a:pt x="354621" y="74496"/>
                  </a:cubicBezTo>
                  <a:cubicBezTo>
                    <a:pt x="376378" y="74496"/>
                    <a:pt x="400855" y="74496"/>
                    <a:pt x="422612" y="74496"/>
                  </a:cubicBezTo>
                  <a:cubicBezTo>
                    <a:pt x="433491" y="74496"/>
                    <a:pt x="447089" y="74496"/>
                    <a:pt x="455248" y="79936"/>
                  </a:cubicBezTo>
                  <a:cubicBezTo>
                    <a:pt x="460687" y="82655"/>
                    <a:pt x="466127" y="90814"/>
                    <a:pt x="466127" y="98973"/>
                  </a:cubicBezTo>
                  <a:cubicBezTo>
                    <a:pt x="466127" y="101693"/>
                    <a:pt x="466127" y="107132"/>
                    <a:pt x="463407" y="109852"/>
                  </a:cubicBezTo>
                  <a:cubicBezTo>
                    <a:pt x="463407" y="112571"/>
                    <a:pt x="463407" y="112571"/>
                    <a:pt x="463407" y="120730"/>
                  </a:cubicBezTo>
                  <a:cubicBezTo>
                    <a:pt x="463407" y="142488"/>
                    <a:pt x="463407" y="172404"/>
                    <a:pt x="463407" y="194161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9" name="Text Placeholder 53">
            <a:extLst>
              <a:ext uri="{FF2B5EF4-FFF2-40B4-BE49-F238E27FC236}">
                <a16:creationId xmlns:a16="http://schemas.microsoft.com/office/drawing/2014/main" id="{5B8EF472-40A4-439A-B62A-2B3D53CEFD55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2438400" y="3422650"/>
            <a:ext cx="7315200" cy="640080"/>
          </a:xfrm>
        </p:spPr>
        <p:txBody>
          <a:bodyPr/>
          <a:lstStyle>
            <a:lvl1pPr marL="0" indent="0" algn="ctr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1pPr>
            <a:lvl2pPr marL="0" indent="0" algn="ctr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2pPr>
            <a:lvl3pPr marL="0" indent="0" algn="ctr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3pPr>
            <a:lvl4pPr marL="0" indent="0" algn="ctr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4pPr>
            <a:lvl5pPr marL="0" indent="0" algn="ctr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5pPr>
            <a:lvl6pPr marL="0" indent="0" algn="ctr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6pPr>
            <a:lvl7pPr marL="0" indent="0" algn="ctr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7pPr>
            <a:lvl8pPr marL="0" indent="0" algn="ctr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8pPr>
            <a:lvl9pPr marL="0" indent="0" algn="ctr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altLang="zh-CN"/>
              <a:t>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709067506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98BD37D-F050-4443-A487-60726AD46F9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/>
              <a:t>Click to edit Master title style</a:t>
            </a:r>
            <a:endParaRPr lang="en-US"/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F884B931-F05F-4E7D-B4A8-15A4ABE7DEB0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altLang="zh-CN"/>
              <a:t>Edit Master text styles</a:t>
            </a:r>
          </a:p>
          <a:p>
            <a:pPr lvl="1"/>
            <a:r>
              <a:rPr lang="en-US" altLang="zh-CN"/>
              <a:t>Second level</a:t>
            </a:r>
          </a:p>
          <a:p>
            <a:pPr lvl="2"/>
            <a:r>
              <a:rPr lang="en-US" altLang="zh-CN"/>
              <a:t>Third level</a:t>
            </a:r>
          </a:p>
          <a:p>
            <a:pPr lvl="3"/>
            <a:r>
              <a:rPr lang="en-US" altLang="zh-CN"/>
              <a:t>Fourth level</a:t>
            </a:r>
          </a:p>
          <a:p>
            <a:pPr lvl="4"/>
            <a:r>
              <a:rPr lang="en-US" altLang="zh-CN"/>
              <a:t>Fifth level</a:t>
            </a:r>
            <a:endParaRPr lang="en-US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2EE0D7A9-D51E-4346-B207-B8159C3E198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73FEB38-5A4E-45E5-A640-26D00BC1F3AB}" type="datetimeFigureOut">
              <a:rPr lang="en-US"/>
              <a:t>10/30/2026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4A6C9F8-2065-4458-BCFA-8C9ECE20BBF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196B46DC-8DF4-4C60-9170-18A1563C49A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BF95A1E-4E3E-4AAD-A517-7DAD9580D6B2}" type="slidenum">
              <a:rPr lang="en-US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20657328"/>
      </p:ext>
    </p:extLst>
  </p:cSld>
  <p:clrMapOvr>
    <a:masterClrMapping/>
  </p:clrMapOvr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>
            <a:extLst>
              <a:ext uri="{FF2B5EF4-FFF2-40B4-BE49-F238E27FC236}">
                <a16:creationId xmlns:a16="http://schemas.microsoft.com/office/drawing/2014/main" id="{61DA1F28-9C93-4336-8693-7CB6A06B6BA7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10655300" y="457200"/>
            <a:ext cx="1155700" cy="5562600"/>
          </a:xfrm>
        </p:spPr>
        <p:txBody>
          <a:bodyPr vert="eaVert"/>
          <a:lstStyle/>
          <a:p>
            <a:r>
              <a:rPr lang="en-US" altLang="zh-CN"/>
              <a:t>Click to edit Master title style</a:t>
            </a:r>
            <a:endParaRPr lang="en-US"/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1ECB423A-9022-4A15-B482-E98FE360EDA8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381000" y="457200"/>
            <a:ext cx="10033000" cy="5562600"/>
          </a:xfrm>
        </p:spPr>
        <p:txBody>
          <a:bodyPr vert="eaVert"/>
          <a:lstStyle/>
          <a:p>
            <a:pPr lvl="0"/>
            <a:r>
              <a:rPr lang="en-US" altLang="zh-CN"/>
              <a:t>Edit Master text styles</a:t>
            </a:r>
          </a:p>
          <a:p>
            <a:pPr lvl="1"/>
            <a:r>
              <a:rPr lang="en-US" altLang="zh-CN"/>
              <a:t>Second level</a:t>
            </a:r>
          </a:p>
          <a:p>
            <a:pPr lvl="2"/>
            <a:r>
              <a:rPr lang="en-US" altLang="zh-CN"/>
              <a:t>Third level</a:t>
            </a:r>
          </a:p>
          <a:p>
            <a:pPr lvl="3"/>
            <a:r>
              <a:rPr lang="en-US" altLang="zh-CN"/>
              <a:t>Fourth level</a:t>
            </a:r>
          </a:p>
          <a:p>
            <a:pPr lvl="4"/>
            <a:r>
              <a:rPr lang="en-US" altLang="zh-CN"/>
              <a:t>Fifth level</a:t>
            </a:r>
            <a:endParaRPr lang="en-US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9132CDD-31EE-4AA1-8BDA-B32EF54071F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73FEB38-5A4E-45E5-A640-26D00BC1F3AB}" type="datetimeFigureOut">
              <a:rPr lang="en-US"/>
              <a:t>10/30/2026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1D3E4C41-B1D2-4534-9A0D-8BA94B6B8F5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3FA2C4A0-B694-46FC-BC70-9DD74904A45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BF95A1E-4E3E-4AAD-A517-7DAD9580D6B2}" type="slidenum">
              <a:rPr lang="en-US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01635880"/>
      </p:ext>
    </p:extLst>
  </p:cSld>
  <p:clrMapOvr>
    <a:masterClrMapping/>
  </p:clrMapOvr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文本占位符 4"/>
          <p:cNvSpPr>
            <a:spLocks noGrp="1"/>
          </p:cNvSpPr>
          <p:nvPr>
            <p:ph type="body" idx="10"/>
          </p:nvPr>
        </p:nvSpPr>
        <p:spPr>
          <a:xfrm>
            <a:off x="338455" y="1492250"/>
            <a:ext cx="1996440" cy="464820"/>
          </a:xfrm>
          <a:prstGeom prst="rect">
            <a:avLst/>
          </a:prstGeom>
          <a:noFill/>
          <a:ln w="0" cmpd="sng">
            <a:noFill/>
            <a:prstDash val="solid"/>
          </a:ln>
        </p:spPr>
        <p:txBody>
          <a:bodyPr vert="horz" lIns="0" tIns="0" rIns="0" bIns="0" anchor="t"/>
          <a:lstStyle/>
          <a:p>
            <a:pPr marL="0" marR="0" indent="0" algn="l">
              <a:lnSpc>
                <a:spcPts val="1800"/>
              </a:lnSpc>
              <a:spcAft>
                <a:spcPts val="20"/>
              </a:spcAft>
            </a:pPr>
            <a:r>
              <a:rPr lang="en-US" sz="1550" b="1" spc="-10">
                <a:solidFill>
                  <a:srgbClr val="9C9C9C"/>
                </a:solidFill>
                <a:latin typeface="Calibri" panose="02020603050405020304" pitchFamily="2"/>
              </a:rPr>
              <a:t>Joost </a:t>
            </a:r>
            <a:r>
              <a:rPr lang="en-US" sz="1550" b="1" spc="-10" err="1">
                <a:solidFill>
                  <a:srgbClr val="9C9C9C"/>
                </a:solidFill>
                <a:latin typeface="Calibri" panose="02020603050405020304" pitchFamily="2"/>
              </a:rPr>
              <a:t>Vlaanderen</a:t>
            </a:r>
            <a:r>
              <a:rPr lang="en-US" sz="1550" b="1" spc="-10">
                <a:solidFill>
                  <a:srgbClr val="9C9C9C"/>
                </a:solidFill>
                <a:latin typeface="Calibri" panose="02020603050405020304" pitchFamily="2"/>
              </a:rPr>
              <a:t> President, Greater China </a:t>
            </a:r>
          </a:p>
        </p:txBody>
      </p:sp>
      <p:sp>
        <p:nvSpPr>
          <p:cNvPr id="6" name="文本占位符 5"/>
          <p:cNvSpPr>
            <a:spLocks noGrp="1"/>
          </p:cNvSpPr>
          <p:nvPr>
            <p:ph type="body" idx="10"/>
          </p:nvPr>
        </p:nvSpPr>
        <p:spPr>
          <a:xfrm>
            <a:off x="658495" y="2705735"/>
            <a:ext cx="801370" cy="594995"/>
          </a:xfrm>
          <a:prstGeom prst="rect">
            <a:avLst/>
          </a:prstGeom>
          <a:noFill/>
          <a:ln w="0" cmpd="sng">
            <a:noFill/>
            <a:prstDash val="solid"/>
          </a:ln>
        </p:spPr>
        <p:txBody>
          <a:bodyPr vert="horz" lIns="0" tIns="29210" rIns="0" bIns="0" anchor="t"/>
          <a:lstStyle/>
          <a:p>
            <a:pPr marL="91440" marR="0" indent="0" algn="l">
              <a:lnSpc>
                <a:spcPts val="2000"/>
              </a:lnSpc>
              <a:spcAft>
                <a:spcPts val="0"/>
              </a:spcAft>
            </a:pPr>
            <a:r>
              <a:rPr lang="en-US" sz="2000" b="1" spc="-25">
                <a:solidFill>
                  <a:srgbClr val="FFFFFF"/>
                </a:solidFill>
                <a:latin typeface="Calibri" panose="02020603050405020304" pitchFamily="2"/>
              </a:rPr>
              <a:t>Direct </a:t>
            </a:r>
          </a:p>
          <a:p>
            <a:pPr marL="0" marR="0" indent="0" algn="l">
              <a:lnSpc>
                <a:spcPts val="2000"/>
              </a:lnSpc>
              <a:spcBef>
                <a:spcPts val="365"/>
              </a:spcBef>
              <a:spcAft>
                <a:spcPts val="0"/>
              </a:spcAft>
            </a:pPr>
            <a:r>
              <a:rPr lang="en-US" sz="2000" b="1" spc="-105">
                <a:solidFill>
                  <a:srgbClr val="FFFFFF"/>
                </a:solidFill>
                <a:latin typeface="Calibri" panose="02020603050405020304" pitchFamily="2"/>
              </a:rPr>
              <a:t>Reports </a:t>
            </a:r>
          </a:p>
        </p:txBody>
      </p:sp>
      <p:sp>
        <p:nvSpPr>
          <p:cNvPr id="7" name="文本占位符 6"/>
          <p:cNvSpPr>
            <a:spLocks noGrp="1"/>
          </p:cNvSpPr>
          <p:nvPr>
            <p:ph type="body" idx="10"/>
          </p:nvPr>
        </p:nvSpPr>
        <p:spPr>
          <a:xfrm>
            <a:off x="10131425" y="2439670"/>
            <a:ext cx="1100455" cy="565785"/>
          </a:xfrm>
          <a:prstGeom prst="rect">
            <a:avLst/>
          </a:prstGeom>
          <a:noFill/>
          <a:ln w="0" cmpd="sng">
            <a:noFill/>
            <a:prstDash val="solid"/>
          </a:ln>
        </p:spPr>
        <p:txBody>
          <a:bodyPr vert="horz" lIns="0" tIns="20955" rIns="0" bIns="0" anchor="t"/>
          <a:lstStyle/>
          <a:p>
            <a:pPr marL="0" marR="0" indent="0" algn="l">
              <a:lnSpc>
                <a:spcPts val="1400"/>
              </a:lnSpc>
              <a:spcAft>
                <a:spcPts val="0"/>
              </a:spcAft>
            </a:pPr>
            <a:r>
              <a:rPr lang="en-US" sz="1400" b="1" spc="-10">
                <a:solidFill>
                  <a:srgbClr val="9C9C9C"/>
                </a:solidFill>
                <a:latin typeface="Calibri" panose="02020603050405020304" pitchFamily="2"/>
              </a:rPr>
              <a:t>Annie HUANG </a:t>
            </a:r>
          </a:p>
          <a:p>
            <a:pPr marL="0" marR="0" indent="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</a:pPr>
            <a:r>
              <a:rPr lang="en-US" sz="1200" b="1" spc="-10">
                <a:solidFill>
                  <a:srgbClr val="9C9C9C"/>
                </a:solidFill>
                <a:latin typeface="Calibri" panose="02020603050405020304" pitchFamily="2"/>
              </a:rPr>
              <a:t>Director, Finance, Greater China </a:t>
            </a:r>
          </a:p>
        </p:txBody>
      </p:sp>
      <p:sp>
        <p:nvSpPr>
          <p:cNvPr id="8" name="文本占位符 7"/>
          <p:cNvSpPr>
            <a:spLocks noGrp="1"/>
          </p:cNvSpPr>
          <p:nvPr>
            <p:ph type="body" idx="10"/>
          </p:nvPr>
        </p:nvSpPr>
        <p:spPr>
          <a:xfrm>
            <a:off x="2788920" y="2439670"/>
            <a:ext cx="1121410" cy="565785"/>
          </a:xfrm>
          <a:prstGeom prst="rect">
            <a:avLst/>
          </a:prstGeom>
          <a:noFill/>
          <a:ln w="0" cmpd="sng">
            <a:noFill/>
            <a:prstDash val="solid"/>
          </a:ln>
        </p:spPr>
        <p:txBody>
          <a:bodyPr vert="horz" lIns="0" tIns="20955" rIns="0" bIns="0" anchor="t"/>
          <a:lstStyle/>
          <a:p>
            <a:pPr marL="0" marR="0" indent="0" algn="l">
              <a:lnSpc>
                <a:spcPts val="1400"/>
              </a:lnSpc>
              <a:spcAft>
                <a:spcPts val="0"/>
              </a:spcAft>
            </a:pPr>
            <a:r>
              <a:rPr lang="en-US" sz="1400" b="1" spc="-15">
                <a:solidFill>
                  <a:srgbClr val="9C9C9C"/>
                </a:solidFill>
                <a:latin typeface="Calibri" panose="02020603050405020304" pitchFamily="2"/>
              </a:rPr>
              <a:t>Grace ZHU </a:t>
            </a:r>
          </a:p>
          <a:p>
            <a:pPr marL="0" marR="0" indent="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</a:pPr>
            <a:r>
              <a:rPr lang="en-US" sz="1200" b="1" spc="-20">
                <a:solidFill>
                  <a:srgbClr val="9C9C9C"/>
                </a:solidFill>
                <a:latin typeface="Calibri" panose="02020603050405020304" pitchFamily="2"/>
              </a:rPr>
              <a:t>Sr. Director, Sales, Greater China </a:t>
            </a:r>
          </a:p>
        </p:txBody>
      </p:sp>
      <p:sp>
        <p:nvSpPr>
          <p:cNvPr id="9" name="文本占位符 8"/>
          <p:cNvSpPr>
            <a:spLocks noGrp="1"/>
          </p:cNvSpPr>
          <p:nvPr>
            <p:ph type="body" idx="10"/>
          </p:nvPr>
        </p:nvSpPr>
        <p:spPr>
          <a:xfrm>
            <a:off x="5236210" y="2439670"/>
            <a:ext cx="1420495" cy="568960"/>
          </a:xfrm>
          <a:prstGeom prst="rect">
            <a:avLst/>
          </a:prstGeom>
          <a:noFill/>
          <a:ln w="0" cmpd="sng">
            <a:noFill/>
            <a:prstDash val="solid"/>
          </a:ln>
        </p:spPr>
        <p:txBody>
          <a:bodyPr vert="horz" lIns="0" tIns="20955" rIns="0" bIns="0" anchor="t"/>
          <a:lstStyle/>
          <a:p>
            <a:pPr marL="0" marR="0" indent="0" algn="l">
              <a:lnSpc>
                <a:spcPts val="1400"/>
              </a:lnSpc>
              <a:spcAft>
                <a:spcPts val="0"/>
              </a:spcAft>
            </a:pPr>
            <a:r>
              <a:rPr lang="en-US" sz="1400" b="1" spc="-15">
                <a:solidFill>
                  <a:srgbClr val="9C9C9C"/>
                </a:solidFill>
                <a:latin typeface="Calibri" panose="02020603050405020304" pitchFamily="2"/>
              </a:rPr>
              <a:t>Holly YUAN </a:t>
            </a:r>
          </a:p>
          <a:p>
            <a:pPr marL="0" marR="0" indent="0" algn="l">
              <a:lnSpc>
                <a:spcPts val="1400"/>
              </a:lnSpc>
              <a:spcBef>
                <a:spcPts val="0"/>
              </a:spcBef>
              <a:spcAft>
                <a:spcPts val="20"/>
              </a:spcAft>
            </a:pPr>
            <a:r>
              <a:rPr lang="en-US" sz="1200" b="1" spc="-15">
                <a:solidFill>
                  <a:srgbClr val="9C9C9C"/>
                </a:solidFill>
                <a:latin typeface="Calibri" panose="02020603050405020304" pitchFamily="2"/>
              </a:rPr>
              <a:t>Sr. Director, Marketing Biscuits, Greater China </a:t>
            </a:r>
          </a:p>
        </p:txBody>
      </p:sp>
      <p:sp>
        <p:nvSpPr>
          <p:cNvPr id="10" name="文本占位符 9"/>
          <p:cNvSpPr>
            <a:spLocks noGrp="1"/>
          </p:cNvSpPr>
          <p:nvPr>
            <p:ph type="body" idx="10"/>
          </p:nvPr>
        </p:nvSpPr>
        <p:spPr>
          <a:xfrm>
            <a:off x="7687310" y="2439670"/>
            <a:ext cx="1520825" cy="568960"/>
          </a:xfrm>
          <a:prstGeom prst="rect">
            <a:avLst/>
          </a:prstGeom>
          <a:noFill/>
          <a:ln w="0" cmpd="sng">
            <a:noFill/>
            <a:prstDash val="solid"/>
          </a:ln>
        </p:spPr>
        <p:txBody>
          <a:bodyPr vert="horz" lIns="0" tIns="20955" rIns="0" bIns="0" anchor="t"/>
          <a:lstStyle/>
          <a:p>
            <a:pPr marL="0" marR="0" indent="0" algn="l">
              <a:lnSpc>
                <a:spcPts val="1400"/>
              </a:lnSpc>
              <a:spcAft>
                <a:spcPts val="0"/>
              </a:spcAft>
            </a:pPr>
            <a:r>
              <a:rPr lang="en-US" sz="1400" b="1" spc="-15" err="1">
                <a:solidFill>
                  <a:srgbClr val="9C9C9C"/>
                </a:solidFill>
                <a:latin typeface="Calibri" panose="02020603050405020304" pitchFamily="2"/>
              </a:rPr>
              <a:t>Heddy</a:t>
            </a:r>
            <a:r>
              <a:rPr lang="en-US" sz="1400" b="1" spc="-15">
                <a:solidFill>
                  <a:srgbClr val="9C9C9C"/>
                </a:solidFill>
                <a:latin typeface="Calibri" panose="02020603050405020304" pitchFamily="2"/>
              </a:rPr>
              <a:t> YUAN </a:t>
            </a:r>
          </a:p>
          <a:p>
            <a:pPr marL="0" marR="0" indent="0" algn="l">
              <a:lnSpc>
                <a:spcPts val="1400"/>
              </a:lnSpc>
              <a:spcBef>
                <a:spcPts val="0"/>
              </a:spcBef>
              <a:spcAft>
                <a:spcPts val="20"/>
              </a:spcAft>
            </a:pPr>
            <a:r>
              <a:rPr lang="en-US" sz="1200" b="1" spc="-15">
                <a:solidFill>
                  <a:srgbClr val="9C9C9C"/>
                </a:solidFill>
                <a:latin typeface="Calibri" panose="02020603050405020304" pitchFamily="2"/>
              </a:rPr>
              <a:t>Director, Marketing GCB &amp; Choc, Greater China </a:t>
            </a:r>
          </a:p>
        </p:txBody>
      </p:sp>
      <p:sp>
        <p:nvSpPr>
          <p:cNvPr id="11" name="文本占位符 10"/>
          <p:cNvSpPr>
            <a:spLocks noGrp="1"/>
          </p:cNvSpPr>
          <p:nvPr>
            <p:ph type="body" idx="10"/>
          </p:nvPr>
        </p:nvSpPr>
        <p:spPr>
          <a:xfrm>
            <a:off x="2788920" y="3320415"/>
            <a:ext cx="862330" cy="566420"/>
          </a:xfrm>
          <a:prstGeom prst="rect">
            <a:avLst/>
          </a:prstGeom>
          <a:noFill/>
          <a:ln w="0" cmpd="sng">
            <a:noFill/>
            <a:prstDash val="solid"/>
          </a:ln>
        </p:spPr>
        <p:txBody>
          <a:bodyPr vert="horz" lIns="0" tIns="20955" rIns="0" bIns="0" anchor="t"/>
          <a:lstStyle/>
          <a:p>
            <a:pPr marL="0" marR="0" indent="0" algn="l">
              <a:lnSpc>
                <a:spcPts val="1400"/>
              </a:lnSpc>
              <a:spcAft>
                <a:spcPts val="0"/>
              </a:spcAft>
            </a:pPr>
            <a:r>
              <a:rPr lang="en-US" sz="1400" b="1" spc="-25">
                <a:solidFill>
                  <a:srgbClr val="9C9C9C"/>
                </a:solidFill>
                <a:latin typeface="Calibri" panose="02020603050405020304" pitchFamily="2"/>
              </a:rPr>
              <a:t>Lydia DU </a:t>
            </a:r>
          </a:p>
          <a:p>
            <a:pPr marL="0" marR="0" indent="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</a:pPr>
            <a:r>
              <a:rPr lang="en-US" sz="1200" b="1" spc="-15">
                <a:solidFill>
                  <a:srgbClr val="9C9C9C"/>
                </a:solidFill>
                <a:latin typeface="Calibri" panose="02020603050405020304" pitchFamily="2"/>
              </a:rPr>
              <a:t>Director, HR, Greater China </a:t>
            </a:r>
          </a:p>
        </p:txBody>
      </p:sp>
      <p:sp>
        <p:nvSpPr>
          <p:cNvPr id="12" name="文本占位符 11"/>
          <p:cNvSpPr>
            <a:spLocks noGrp="1"/>
          </p:cNvSpPr>
          <p:nvPr>
            <p:ph type="body" idx="10"/>
          </p:nvPr>
        </p:nvSpPr>
        <p:spPr>
          <a:xfrm>
            <a:off x="5233670" y="3320415"/>
            <a:ext cx="1124585" cy="566420"/>
          </a:xfrm>
          <a:prstGeom prst="rect">
            <a:avLst/>
          </a:prstGeom>
          <a:noFill/>
          <a:ln w="0" cmpd="sng">
            <a:noFill/>
            <a:prstDash val="solid"/>
          </a:ln>
        </p:spPr>
        <p:txBody>
          <a:bodyPr vert="horz" lIns="0" tIns="20955" rIns="0" bIns="0" anchor="t"/>
          <a:lstStyle/>
          <a:p>
            <a:pPr marL="0" marR="0" indent="0" algn="l">
              <a:lnSpc>
                <a:spcPts val="1400"/>
              </a:lnSpc>
              <a:spcAft>
                <a:spcPts val="0"/>
              </a:spcAft>
            </a:pPr>
            <a:r>
              <a:rPr lang="en-US" sz="1400" b="1" spc="-15">
                <a:solidFill>
                  <a:srgbClr val="9C9C9C"/>
                </a:solidFill>
                <a:latin typeface="Calibri" panose="02020603050405020304" pitchFamily="2"/>
              </a:rPr>
              <a:t>Vacant </a:t>
            </a:r>
          </a:p>
          <a:p>
            <a:pPr marL="0" marR="0" indent="0" algn="l">
              <a:lnSpc>
                <a:spcPts val="1400"/>
              </a:lnSpc>
              <a:spcBef>
                <a:spcPts val="0"/>
              </a:spcBef>
              <a:spcAft>
                <a:spcPts val="0"/>
              </a:spcAft>
            </a:pPr>
            <a:r>
              <a:rPr lang="en-US" sz="1200" b="1" spc="-20">
                <a:solidFill>
                  <a:srgbClr val="9C9C9C"/>
                </a:solidFill>
                <a:latin typeface="Calibri" panose="02020603050405020304" pitchFamily="2"/>
              </a:rPr>
              <a:t>Director, Strategy, Greater China </a:t>
            </a:r>
          </a:p>
        </p:txBody>
      </p:sp>
      <p:sp>
        <p:nvSpPr>
          <p:cNvPr id="13" name="文本占位符 12"/>
          <p:cNvSpPr>
            <a:spLocks noGrp="1"/>
          </p:cNvSpPr>
          <p:nvPr>
            <p:ph type="body" idx="10"/>
          </p:nvPr>
        </p:nvSpPr>
        <p:spPr>
          <a:xfrm>
            <a:off x="475615" y="4799330"/>
            <a:ext cx="1179195" cy="595630"/>
          </a:xfrm>
          <a:prstGeom prst="rect">
            <a:avLst/>
          </a:prstGeom>
          <a:noFill/>
          <a:ln w="0" cmpd="sng">
            <a:noFill/>
            <a:prstDash val="solid"/>
          </a:ln>
        </p:spPr>
        <p:txBody>
          <a:bodyPr vert="horz" lIns="0" tIns="29210" rIns="0" bIns="0" anchor="t"/>
          <a:lstStyle/>
          <a:p>
            <a:pPr marL="0" marR="0" indent="0" algn="l">
              <a:lnSpc>
                <a:spcPts val="2000"/>
              </a:lnSpc>
              <a:spcAft>
                <a:spcPts val="0"/>
              </a:spcAft>
            </a:pPr>
            <a:r>
              <a:rPr lang="en-US" sz="2000" b="1" spc="-75">
                <a:solidFill>
                  <a:srgbClr val="FFFFFF"/>
                </a:solidFill>
                <a:latin typeface="Calibri" panose="02020603050405020304" pitchFamily="2"/>
              </a:rPr>
              <a:t>Dotted-line </a:t>
            </a:r>
          </a:p>
          <a:p>
            <a:pPr marL="0" marR="0" indent="0" algn="ctr">
              <a:lnSpc>
                <a:spcPts val="2000"/>
              </a:lnSpc>
              <a:spcBef>
                <a:spcPts val="365"/>
              </a:spcBef>
              <a:spcAft>
                <a:spcPts val="25"/>
              </a:spcAft>
            </a:pPr>
            <a:r>
              <a:rPr lang="en-US" sz="2000" b="1" spc="-20">
                <a:solidFill>
                  <a:srgbClr val="FFFFFF"/>
                </a:solidFill>
                <a:latin typeface="Calibri" panose="02020603050405020304" pitchFamily="2"/>
              </a:rPr>
              <a:t>Reports </a:t>
            </a:r>
          </a:p>
        </p:txBody>
      </p:sp>
      <p:sp>
        <p:nvSpPr>
          <p:cNvPr id="14" name="文本占位符 13"/>
          <p:cNvSpPr>
            <a:spLocks noGrp="1"/>
          </p:cNvSpPr>
          <p:nvPr>
            <p:ph type="body" idx="10"/>
          </p:nvPr>
        </p:nvSpPr>
        <p:spPr>
          <a:xfrm>
            <a:off x="10128250" y="4765040"/>
            <a:ext cx="1423670" cy="569595"/>
          </a:xfrm>
          <a:prstGeom prst="rect">
            <a:avLst/>
          </a:prstGeom>
          <a:noFill/>
          <a:ln w="0" cmpd="sng">
            <a:noFill/>
            <a:prstDash val="solid"/>
          </a:ln>
        </p:spPr>
        <p:txBody>
          <a:bodyPr vert="horz" lIns="0" tIns="20955" rIns="0" bIns="0" anchor="t"/>
          <a:lstStyle/>
          <a:p>
            <a:pPr marL="0" marR="0" indent="0" algn="l">
              <a:lnSpc>
                <a:spcPts val="1400"/>
              </a:lnSpc>
              <a:spcAft>
                <a:spcPts val="0"/>
              </a:spcAft>
            </a:pPr>
            <a:r>
              <a:rPr lang="en-US" sz="1400" b="1" spc="-15">
                <a:solidFill>
                  <a:srgbClr val="9C9C9C"/>
                </a:solidFill>
                <a:latin typeface="Calibri" panose="02020603050405020304" pitchFamily="2"/>
              </a:rPr>
              <a:t>Maggie WANG </a:t>
            </a:r>
          </a:p>
          <a:p>
            <a:pPr marL="0" marR="0" indent="0" algn="l">
              <a:lnSpc>
                <a:spcPts val="1400"/>
              </a:lnSpc>
              <a:spcBef>
                <a:spcPts val="5"/>
              </a:spcBef>
              <a:spcAft>
                <a:spcPts val="0"/>
              </a:spcAft>
            </a:pPr>
            <a:r>
              <a:rPr lang="en-US" sz="1200" b="1" spc="-10">
                <a:solidFill>
                  <a:srgbClr val="9C9C9C"/>
                </a:solidFill>
                <a:latin typeface="Calibri" panose="02020603050405020304" pitchFamily="2"/>
              </a:rPr>
              <a:t>Director, R&amp;D Biscuits, AMEA </a:t>
            </a:r>
          </a:p>
        </p:txBody>
      </p:sp>
      <p:sp>
        <p:nvSpPr>
          <p:cNvPr id="15" name="文本占位符 14"/>
          <p:cNvSpPr>
            <a:spLocks noGrp="1"/>
          </p:cNvSpPr>
          <p:nvPr>
            <p:ph type="body" idx="10"/>
          </p:nvPr>
        </p:nvSpPr>
        <p:spPr>
          <a:xfrm>
            <a:off x="7680960" y="4765040"/>
            <a:ext cx="1517650" cy="569595"/>
          </a:xfrm>
          <a:prstGeom prst="rect">
            <a:avLst/>
          </a:prstGeom>
          <a:noFill/>
          <a:ln w="0" cmpd="sng">
            <a:noFill/>
            <a:prstDash val="solid"/>
          </a:ln>
        </p:spPr>
        <p:txBody>
          <a:bodyPr vert="horz" lIns="0" tIns="20955" rIns="0" bIns="0" anchor="t"/>
          <a:lstStyle/>
          <a:p>
            <a:pPr marL="0" marR="0" indent="0" algn="l">
              <a:lnSpc>
                <a:spcPts val="1400"/>
              </a:lnSpc>
              <a:spcAft>
                <a:spcPts val="0"/>
              </a:spcAft>
            </a:pPr>
            <a:r>
              <a:rPr lang="en-US" sz="1400" b="1" spc="-20">
                <a:solidFill>
                  <a:srgbClr val="9C9C9C"/>
                </a:solidFill>
                <a:latin typeface="Calibri" panose="02020603050405020304" pitchFamily="2"/>
              </a:rPr>
              <a:t>Yue FU </a:t>
            </a:r>
          </a:p>
          <a:p>
            <a:pPr marL="0" marR="0" indent="0" algn="l">
              <a:lnSpc>
                <a:spcPts val="1400"/>
              </a:lnSpc>
              <a:spcBef>
                <a:spcPts val="5"/>
              </a:spcBef>
              <a:spcAft>
                <a:spcPts val="0"/>
              </a:spcAft>
            </a:pPr>
            <a:r>
              <a:rPr lang="en-US" sz="1200" b="1" spc="-10">
                <a:solidFill>
                  <a:srgbClr val="9C9C9C"/>
                </a:solidFill>
                <a:latin typeface="Calibri" panose="02020603050405020304" pitchFamily="2"/>
              </a:rPr>
              <a:t>Associate Director, CGA, Greater China </a:t>
            </a:r>
          </a:p>
        </p:txBody>
      </p:sp>
      <p:sp>
        <p:nvSpPr>
          <p:cNvPr id="16" name="文本占位符 15"/>
          <p:cNvSpPr>
            <a:spLocks noGrp="1"/>
          </p:cNvSpPr>
          <p:nvPr>
            <p:ph type="body" idx="10"/>
          </p:nvPr>
        </p:nvSpPr>
        <p:spPr>
          <a:xfrm>
            <a:off x="5236210" y="4765040"/>
            <a:ext cx="1252855" cy="569595"/>
          </a:xfrm>
          <a:prstGeom prst="rect">
            <a:avLst/>
          </a:prstGeom>
          <a:noFill/>
          <a:ln w="0" cmpd="sng">
            <a:noFill/>
            <a:prstDash val="solid"/>
          </a:ln>
        </p:spPr>
        <p:txBody>
          <a:bodyPr vert="horz" lIns="0" tIns="20955" rIns="0" bIns="0" anchor="t"/>
          <a:lstStyle/>
          <a:p>
            <a:pPr marL="0" marR="0" indent="0" algn="l">
              <a:lnSpc>
                <a:spcPts val="1400"/>
              </a:lnSpc>
              <a:spcAft>
                <a:spcPts val="0"/>
              </a:spcAft>
            </a:pPr>
            <a:r>
              <a:rPr lang="en-US" sz="1400" b="1" spc="-5">
                <a:solidFill>
                  <a:srgbClr val="9C9C9C"/>
                </a:solidFill>
                <a:latin typeface="Calibri" panose="02020603050405020304" pitchFamily="2"/>
              </a:rPr>
              <a:t>Xinyi ZHANG </a:t>
            </a:r>
          </a:p>
          <a:p>
            <a:pPr marL="0" marR="0" indent="0" algn="l">
              <a:lnSpc>
                <a:spcPts val="1400"/>
              </a:lnSpc>
              <a:spcBef>
                <a:spcPts val="5"/>
              </a:spcBef>
              <a:spcAft>
                <a:spcPts val="0"/>
              </a:spcAft>
            </a:pPr>
            <a:r>
              <a:rPr lang="en-US" sz="1200" b="1" spc="-10">
                <a:solidFill>
                  <a:srgbClr val="9C9C9C"/>
                </a:solidFill>
                <a:latin typeface="Calibri" panose="02020603050405020304" pitchFamily="2"/>
              </a:rPr>
              <a:t>Chief Legal Counsel, Greater China </a:t>
            </a:r>
          </a:p>
        </p:txBody>
      </p:sp>
      <p:sp>
        <p:nvSpPr>
          <p:cNvPr id="17" name="文本占位符 16"/>
          <p:cNvSpPr>
            <a:spLocks noGrp="1"/>
          </p:cNvSpPr>
          <p:nvPr>
            <p:ph type="body" idx="10"/>
          </p:nvPr>
        </p:nvSpPr>
        <p:spPr>
          <a:xfrm>
            <a:off x="2785745" y="4765040"/>
            <a:ext cx="981710" cy="569595"/>
          </a:xfrm>
          <a:prstGeom prst="rect">
            <a:avLst/>
          </a:prstGeom>
          <a:noFill/>
          <a:ln w="0" cmpd="sng">
            <a:noFill/>
            <a:prstDash val="solid"/>
          </a:ln>
        </p:spPr>
        <p:txBody>
          <a:bodyPr vert="horz" lIns="0" tIns="20955" rIns="0" bIns="0" anchor="t"/>
          <a:lstStyle/>
          <a:p>
            <a:pPr marL="0" marR="0" indent="0" algn="l">
              <a:lnSpc>
                <a:spcPts val="1400"/>
              </a:lnSpc>
              <a:spcAft>
                <a:spcPts val="0"/>
              </a:spcAft>
            </a:pPr>
            <a:r>
              <a:rPr lang="en-US" sz="1400" b="1" spc="-45">
                <a:solidFill>
                  <a:srgbClr val="9C9C9C"/>
                </a:solidFill>
                <a:latin typeface="Calibri" panose="02020603050405020304" pitchFamily="2"/>
              </a:rPr>
              <a:t>Cloris ZHANG </a:t>
            </a:r>
          </a:p>
          <a:p>
            <a:pPr marL="0" marR="0" indent="0" algn="l">
              <a:lnSpc>
                <a:spcPts val="1400"/>
              </a:lnSpc>
              <a:spcBef>
                <a:spcPts val="5"/>
              </a:spcBef>
              <a:spcAft>
                <a:spcPts val="0"/>
              </a:spcAft>
            </a:pPr>
            <a:r>
              <a:rPr lang="en-US" sz="1200" b="1" spc="-10">
                <a:solidFill>
                  <a:srgbClr val="9C9C9C"/>
                </a:solidFill>
                <a:latin typeface="Calibri" panose="02020603050405020304" pitchFamily="2"/>
              </a:rPr>
              <a:t>Sr. Director, ISC Greater China </a:t>
            </a:r>
          </a:p>
        </p:txBody>
      </p:sp>
    </p:spTree>
    <p:extLst>
      <p:ext uri="{BB962C8B-B14F-4D97-AF65-F5344CB8AC3E}">
        <p14:creationId xmlns:p14="http://schemas.microsoft.com/office/powerpoint/2010/main" val="3012164039"/>
      </p:ext>
    </p:extLst>
  </p:cSld>
  <p:clrMapOvr>
    <a:masterClrMapping/>
  </p:clrMapOvr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Headlin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2" name="Group 141"/>
          <p:cNvGrpSpPr/>
          <p:nvPr/>
        </p:nvGrpSpPr>
        <p:grpSpPr>
          <a:xfrm>
            <a:off x="8940800" y="6440822"/>
            <a:ext cx="2693093" cy="197521"/>
            <a:chOff x="6705600" y="6440821"/>
            <a:chExt cx="2019820" cy="197521"/>
          </a:xfrm>
        </p:grpSpPr>
        <p:grpSp>
          <p:nvGrpSpPr>
            <p:cNvPr id="63" name="Group 62"/>
            <p:cNvGrpSpPr/>
            <p:nvPr/>
          </p:nvGrpSpPr>
          <p:grpSpPr>
            <a:xfrm>
              <a:off x="6705600" y="6495709"/>
              <a:ext cx="214313" cy="127056"/>
              <a:chOff x="6573070" y="5804875"/>
              <a:chExt cx="954791" cy="566050"/>
            </a:xfrm>
            <a:solidFill>
              <a:srgbClr val="4F2170"/>
            </a:solidFill>
          </p:grpSpPr>
          <p:sp>
            <p:nvSpPr>
              <p:cNvPr id="109" name="Freeform 50"/>
              <p:cNvSpPr>
                <a:spLocks/>
              </p:cNvSpPr>
              <p:nvPr/>
            </p:nvSpPr>
            <p:spPr bwMode="auto">
              <a:xfrm>
                <a:off x="7071542" y="6213689"/>
                <a:ext cx="202734" cy="157236"/>
              </a:xfrm>
              <a:custGeom>
                <a:avLst/>
                <a:gdLst>
                  <a:gd name="T0" fmla="*/ 52 w 52"/>
                  <a:gd name="T1" fmla="*/ 6 h 40"/>
                  <a:gd name="T2" fmla="*/ 46 w 52"/>
                  <a:gd name="T3" fmla="*/ 0 h 40"/>
                  <a:gd name="T4" fmla="*/ 6 w 52"/>
                  <a:gd name="T5" fmla="*/ 0 h 40"/>
                  <a:gd name="T6" fmla="*/ 0 w 52"/>
                  <a:gd name="T7" fmla="*/ 6 h 40"/>
                  <a:gd name="T8" fmla="*/ 0 w 52"/>
                  <a:gd name="T9" fmla="*/ 34 h 40"/>
                  <a:gd name="T10" fmla="*/ 6 w 52"/>
                  <a:gd name="T11" fmla="*/ 40 h 40"/>
                  <a:gd name="T12" fmla="*/ 46 w 52"/>
                  <a:gd name="T13" fmla="*/ 40 h 40"/>
                  <a:gd name="T14" fmla="*/ 52 w 52"/>
                  <a:gd name="T15" fmla="*/ 34 h 40"/>
                  <a:gd name="T16" fmla="*/ 52 w 52"/>
                  <a:gd name="T17" fmla="*/ 6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" h="40">
                    <a:moveTo>
                      <a:pt x="52" y="6"/>
                    </a:moveTo>
                    <a:cubicBezTo>
                      <a:pt x="52" y="2"/>
                      <a:pt x="49" y="0"/>
                      <a:pt x="4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3" y="0"/>
                      <a:pt x="0" y="2"/>
                      <a:pt x="0" y="6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0" y="37"/>
                      <a:pt x="3" y="40"/>
                      <a:pt x="6" y="40"/>
                    </a:cubicBezTo>
                    <a:cubicBezTo>
                      <a:pt x="46" y="40"/>
                      <a:pt x="46" y="40"/>
                      <a:pt x="46" y="40"/>
                    </a:cubicBezTo>
                    <a:cubicBezTo>
                      <a:pt x="49" y="40"/>
                      <a:pt x="52" y="37"/>
                      <a:pt x="52" y="34"/>
                    </a:cubicBezTo>
                    <a:lnTo>
                      <a:pt x="52" y="6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 sz="1800"/>
              </a:p>
            </p:txBody>
          </p:sp>
          <p:sp>
            <p:nvSpPr>
              <p:cNvPr id="110" name="Freeform 51"/>
              <p:cNvSpPr>
                <a:spLocks/>
              </p:cNvSpPr>
              <p:nvPr/>
            </p:nvSpPr>
            <p:spPr bwMode="auto">
              <a:xfrm>
                <a:off x="7071542" y="6013631"/>
                <a:ext cx="202734" cy="157236"/>
              </a:xfrm>
              <a:custGeom>
                <a:avLst/>
                <a:gdLst>
                  <a:gd name="T0" fmla="*/ 52 w 52"/>
                  <a:gd name="T1" fmla="*/ 6 h 40"/>
                  <a:gd name="T2" fmla="*/ 46 w 52"/>
                  <a:gd name="T3" fmla="*/ 0 h 40"/>
                  <a:gd name="T4" fmla="*/ 6 w 52"/>
                  <a:gd name="T5" fmla="*/ 0 h 40"/>
                  <a:gd name="T6" fmla="*/ 0 w 52"/>
                  <a:gd name="T7" fmla="*/ 6 h 40"/>
                  <a:gd name="T8" fmla="*/ 0 w 52"/>
                  <a:gd name="T9" fmla="*/ 34 h 40"/>
                  <a:gd name="T10" fmla="*/ 6 w 52"/>
                  <a:gd name="T11" fmla="*/ 40 h 40"/>
                  <a:gd name="T12" fmla="*/ 46 w 52"/>
                  <a:gd name="T13" fmla="*/ 40 h 40"/>
                  <a:gd name="T14" fmla="*/ 52 w 52"/>
                  <a:gd name="T15" fmla="*/ 34 h 40"/>
                  <a:gd name="T16" fmla="*/ 52 w 52"/>
                  <a:gd name="T17" fmla="*/ 6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" h="40">
                    <a:moveTo>
                      <a:pt x="52" y="6"/>
                    </a:moveTo>
                    <a:cubicBezTo>
                      <a:pt x="52" y="2"/>
                      <a:pt x="49" y="0"/>
                      <a:pt x="4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3" y="0"/>
                      <a:pt x="0" y="2"/>
                      <a:pt x="0" y="6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0" y="37"/>
                      <a:pt x="3" y="40"/>
                      <a:pt x="6" y="40"/>
                    </a:cubicBezTo>
                    <a:cubicBezTo>
                      <a:pt x="46" y="40"/>
                      <a:pt x="46" y="40"/>
                      <a:pt x="46" y="40"/>
                    </a:cubicBezTo>
                    <a:cubicBezTo>
                      <a:pt x="49" y="40"/>
                      <a:pt x="52" y="37"/>
                      <a:pt x="52" y="34"/>
                    </a:cubicBezTo>
                    <a:lnTo>
                      <a:pt x="52" y="6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 sz="1800"/>
              </a:p>
            </p:txBody>
          </p:sp>
          <p:sp>
            <p:nvSpPr>
              <p:cNvPr id="111" name="Freeform 52"/>
              <p:cNvSpPr>
                <a:spLocks/>
              </p:cNvSpPr>
              <p:nvPr/>
            </p:nvSpPr>
            <p:spPr bwMode="auto">
              <a:xfrm>
                <a:off x="7325127" y="6213689"/>
                <a:ext cx="202734" cy="157236"/>
              </a:xfrm>
              <a:custGeom>
                <a:avLst/>
                <a:gdLst>
                  <a:gd name="T0" fmla="*/ 52 w 52"/>
                  <a:gd name="T1" fmla="*/ 6 h 40"/>
                  <a:gd name="T2" fmla="*/ 46 w 52"/>
                  <a:gd name="T3" fmla="*/ 0 h 40"/>
                  <a:gd name="T4" fmla="*/ 6 w 52"/>
                  <a:gd name="T5" fmla="*/ 0 h 40"/>
                  <a:gd name="T6" fmla="*/ 0 w 52"/>
                  <a:gd name="T7" fmla="*/ 6 h 40"/>
                  <a:gd name="T8" fmla="*/ 0 w 52"/>
                  <a:gd name="T9" fmla="*/ 34 h 40"/>
                  <a:gd name="T10" fmla="*/ 6 w 52"/>
                  <a:gd name="T11" fmla="*/ 40 h 40"/>
                  <a:gd name="T12" fmla="*/ 46 w 52"/>
                  <a:gd name="T13" fmla="*/ 40 h 40"/>
                  <a:gd name="T14" fmla="*/ 52 w 52"/>
                  <a:gd name="T15" fmla="*/ 34 h 40"/>
                  <a:gd name="T16" fmla="*/ 52 w 52"/>
                  <a:gd name="T17" fmla="*/ 6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" h="40">
                    <a:moveTo>
                      <a:pt x="52" y="6"/>
                    </a:moveTo>
                    <a:cubicBezTo>
                      <a:pt x="52" y="2"/>
                      <a:pt x="50" y="0"/>
                      <a:pt x="4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3" y="0"/>
                      <a:pt x="0" y="2"/>
                      <a:pt x="0" y="6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0" y="37"/>
                      <a:pt x="3" y="40"/>
                      <a:pt x="6" y="40"/>
                    </a:cubicBezTo>
                    <a:cubicBezTo>
                      <a:pt x="46" y="40"/>
                      <a:pt x="46" y="40"/>
                      <a:pt x="46" y="40"/>
                    </a:cubicBezTo>
                    <a:cubicBezTo>
                      <a:pt x="50" y="40"/>
                      <a:pt x="52" y="37"/>
                      <a:pt x="52" y="34"/>
                    </a:cubicBezTo>
                    <a:lnTo>
                      <a:pt x="52" y="6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 sz="1800"/>
              </a:p>
            </p:txBody>
          </p:sp>
          <p:sp>
            <p:nvSpPr>
              <p:cNvPr id="112" name="Freeform 53"/>
              <p:cNvSpPr>
                <a:spLocks/>
              </p:cNvSpPr>
              <p:nvPr/>
            </p:nvSpPr>
            <p:spPr bwMode="auto">
              <a:xfrm>
                <a:off x="7325127" y="6013631"/>
                <a:ext cx="202734" cy="157236"/>
              </a:xfrm>
              <a:custGeom>
                <a:avLst/>
                <a:gdLst>
                  <a:gd name="T0" fmla="*/ 52 w 52"/>
                  <a:gd name="T1" fmla="*/ 6 h 40"/>
                  <a:gd name="T2" fmla="*/ 46 w 52"/>
                  <a:gd name="T3" fmla="*/ 0 h 40"/>
                  <a:gd name="T4" fmla="*/ 6 w 52"/>
                  <a:gd name="T5" fmla="*/ 0 h 40"/>
                  <a:gd name="T6" fmla="*/ 0 w 52"/>
                  <a:gd name="T7" fmla="*/ 6 h 40"/>
                  <a:gd name="T8" fmla="*/ 0 w 52"/>
                  <a:gd name="T9" fmla="*/ 34 h 40"/>
                  <a:gd name="T10" fmla="*/ 6 w 52"/>
                  <a:gd name="T11" fmla="*/ 40 h 40"/>
                  <a:gd name="T12" fmla="*/ 46 w 52"/>
                  <a:gd name="T13" fmla="*/ 40 h 40"/>
                  <a:gd name="T14" fmla="*/ 52 w 52"/>
                  <a:gd name="T15" fmla="*/ 34 h 40"/>
                  <a:gd name="T16" fmla="*/ 52 w 52"/>
                  <a:gd name="T17" fmla="*/ 6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" h="40">
                    <a:moveTo>
                      <a:pt x="52" y="6"/>
                    </a:moveTo>
                    <a:cubicBezTo>
                      <a:pt x="52" y="2"/>
                      <a:pt x="50" y="0"/>
                      <a:pt x="4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3" y="0"/>
                      <a:pt x="0" y="2"/>
                      <a:pt x="0" y="6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0" y="37"/>
                      <a:pt x="3" y="40"/>
                      <a:pt x="6" y="40"/>
                    </a:cubicBezTo>
                    <a:cubicBezTo>
                      <a:pt x="46" y="40"/>
                      <a:pt x="46" y="40"/>
                      <a:pt x="46" y="40"/>
                    </a:cubicBezTo>
                    <a:cubicBezTo>
                      <a:pt x="50" y="40"/>
                      <a:pt x="52" y="37"/>
                      <a:pt x="52" y="34"/>
                    </a:cubicBezTo>
                    <a:lnTo>
                      <a:pt x="52" y="6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 sz="1800"/>
              </a:p>
            </p:txBody>
          </p:sp>
          <p:sp>
            <p:nvSpPr>
              <p:cNvPr id="113" name="Freeform 54"/>
              <p:cNvSpPr>
                <a:spLocks/>
              </p:cNvSpPr>
              <p:nvPr/>
            </p:nvSpPr>
            <p:spPr bwMode="auto">
              <a:xfrm>
                <a:off x="7071542" y="5808890"/>
                <a:ext cx="202734" cy="157236"/>
              </a:xfrm>
              <a:custGeom>
                <a:avLst/>
                <a:gdLst>
                  <a:gd name="T0" fmla="*/ 52 w 52"/>
                  <a:gd name="T1" fmla="*/ 6 h 40"/>
                  <a:gd name="T2" fmla="*/ 46 w 52"/>
                  <a:gd name="T3" fmla="*/ 0 h 40"/>
                  <a:gd name="T4" fmla="*/ 6 w 52"/>
                  <a:gd name="T5" fmla="*/ 0 h 40"/>
                  <a:gd name="T6" fmla="*/ 0 w 52"/>
                  <a:gd name="T7" fmla="*/ 6 h 40"/>
                  <a:gd name="T8" fmla="*/ 0 w 52"/>
                  <a:gd name="T9" fmla="*/ 34 h 40"/>
                  <a:gd name="T10" fmla="*/ 6 w 52"/>
                  <a:gd name="T11" fmla="*/ 40 h 40"/>
                  <a:gd name="T12" fmla="*/ 46 w 52"/>
                  <a:gd name="T13" fmla="*/ 40 h 40"/>
                  <a:gd name="T14" fmla="*/ 52 w 52"/>
                  <a:gd name="T15" fmla="*/ 34 h 40"/>
                  <a:gd name="T16" fmla="*/ 52 w 52"/>
                  <a:gd name="T17" fmla="*/ 6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" h="40">
                    <a:moveTo>
                      <a:pt x="52" y="6"/>
                    </a:moveTo>
                    <a:cubicBezTo>
                      <a:pt x="52" y="2"/>
                      <a:pt x="49" y="0"/>
                      <a:pt x="4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3" y="0"/>
                      <a:pt x="0" y="2"/>
                      <a:pt x="0" y="6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0" y="37"/>
                      <a:pt x="3" y="40"/>
                      <a:pt x="6" y="40"/>
                    </a:cubicBezTo>
                    <a:cubicBezTo>
                      <a:pt x="46" y="40"/>
                      <a:pt x="46" y="40"/>
                      <a:pt x="46" y="40"/>
                    </a:cubicBezTo>
                    <a:cubicBezTo>
                      <a:pt x="49" y="40"/>
                      <a:pt x="52" y="37"/>
                      <a:pt x="52" y="34"/>
                    </a:cubicBezTo>
                    <a:lnTo>
                      <a:pt x="52" y="6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 sz="1800"/>
              </a:p>
            </p:txBody>
          </p:sp>
          <p:sp>
            <p:nvSpPr>
              <p:cNvPr id="114" name="Freeform 55"/>
              <p:cNvSpPr>
                <a:spLocks/>
              </p:cNvSpPr>
              <p:nvPr/>
            </p:nvSpPr>
            <p:spPr bwMode="auto">
              <a:xfrm>
                <a:off x="7325127" y="5808890"/>
                <a:ext cx="202734" cy="157236"/>
              </a:xfrm>
              <a:custGeom>
                <a:avLst/>
                <a:gdLst>
                  <a:gd name="T0" fmla="*/ 52 w 52"/>
                  <a:gd name="T1" fmla="*/ 6 h 40"/>
                  <a:gd name="T2" fmla="*/ 46 w 52"/>
                  <a:gd name="T3" fmla="*/ 0 h 40"/>
                  <a:gd name="T4" fmla="*/ 6 w 52"/>
                  <a:gd name="T5" fmla="*/ 0 h 40"/>
                  <a:gd name="T6" fmla="*/ 0 w 52"/>
                  <a:gd name="T7" fmla="*/ 6 h 40"/>
                  <a:gd name="T8" fmla="*/ 0 w 52"/>
                  <a:gd name="T9" fmla="*/ 34 h 40"/>
                  <a:gd name="T10" fmla="*/ 6 w 52"/>
                  <a:gd name="T11" fmla="*/ 40 h 40"/>
                  <a:gd name="T12" fmla="*/ 46 w 52"/>
                  <a:gd name="T13" fmla="*/ 40 h 40"/>
                  <a:gd name="T14" fmla="*/ 52 w 52"/>
                  <a:gd name="T15" fmla="*/ 34 h 40"/>
                  <a:gd name="T16" fmla="*/ 52 w 52"/>
                  <a:gd name="T17" fmla="*/ 6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" h="40">
                    <a:moveTo>
                      <a:pt x="52" y="6"/>
                    </a:moveTo>
                    <a:cubicBezTo>
                      <a:pt x="52" y="2"/>
                      <a:pt x="50" y="0"/>
                      <a:pt x="4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3" y="0"/>
                      <a:pt x="0" y="2"/>
                      <a:pt x="0" y="6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0" y="37"/>
                      <a:pt x="3" y="40"/>
                      <a:pt x="6" y="40"/>
                    </a:cubicBezTo>
                    <a:cubicBezTo>
                      <a:pt x="46" y="40"/>
                      <a:pt x="46" y="40"/>
                      <a:pt x="46" y="40"/>
                    </a:cubicBezTo>
                    <a:cubicBezTo>
                      <a:pt x="50" y="40"/>
                      <a:pt x="52" y="37"/>
                      <a:pt x="52" y="34"/>
                    </a:cubicBezTo>
                    <a:lnTo>
                      <a:pt x="52" y="6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 sz="1800"/>
              </a:p>
            </p:txBody>
          </p:sp>
          <p:sp>
            <p:nvSpPr>
              <p:cNvPr id="115" name="Freeform 56"/>
              <p:cNvSpPr>
                <a:spLocks/>
              </p:cNvSpPr>
              <p:nvPr/>
            </p:nvSpPr>
            <p:spPr bwMode="auto">
              <a:xfrm>
                <a:off x="6573070" y="5804875"/>
                <a:ext cx="448290" cy="566049"/>
              </a:xfrm>
              <a:custGeom>
                <a:avLst/>
                <a:gdLst/>
                <a:ahLst/>
                <a:cxnLst/>
                <a:rect l="l" t="t" r="r" b="b"/>
                <a:pathLst>
                  <a:path w="1063625" h="1343025">
                    <a:moveTo>
                      <a:pt x="101600" y="103188"/>
                    </a:moveTo>
                    <a:cubicBezTo>
                      <a:pt x="101600" y="103188"/>
                      <a:pt x="101600" y="103188"/>
                      <a:pt x="101600" y="1241426"/>
                    </a:cubicBezTo>
                    <a:cubicBezTo>
                      <a:pt x="101600" y="1241426"/>
                      <a:pt x="101600" y="1241426"/>
                      <a:pt x="823148" y="1241426"/>
                    </a:cubicBezTo>
                    <a:cubicBezTo>
                      <a:pt x="850900" y="1120139"/>
                      <a:pt x="841649" y="989521"/>
                      <a:pt x="786146" y="868233"/>
                    </a:cubicBezTo>
                    <a:cubicBezTo>
                      <a:pt x="758394" y="802925"/>
                      <a:pt x="721391" y="746946"/>
                      <a:pt x="675138" y="681637"/>
                    </a:cubicBezTo>
                    <a:cubicBezTo>
                      <a:pt x="628885" y="616328"/>
                      <a:pt x="582632" y="541690"/>
                      <a:pt x="545630" y="457721"/>
                    </a:cubicBezTo>
                    <a:cubicBezTo>
                      <a:pt x="499377" y="345763"/>
                      <a:pt x="490126" y="224476"/>
                      <a:pt x="527128" y="103188"/>
                    </a:cubicBezTo>
                    <a:cubicBezTo>
                      <a:pt x="527128" y="103188"/>
                      <a:pt x="527128" y="103188"/>
                      <a:pt x="101600" y="103188"/>
                    </a:cubicBezTo>
                    <a:close/>
                    <a:moveTo>
                      <a:pt x="83240" y="0"/>
                    </a:moveTo>
                    <a:cubicBezTo>
                      <a:pt x="83240" y="0"/>
                      <a:pt x="83240" y="0"/>
                      <a:pt x="675171" y="0"/>
                    </a:cubicBezTo>
                    <a:cubicBezTo>
                      <a:pt x="675171" y="9066"/>
                      <a:pt x="675171" y="9319"/>
                      <a:pt x="675171" y="9327"/>
                    </a:cubicBezTo>
                    <a:cubicBezTo>
                      <a:pt x="675171" y="9327"/>
                      <a:pt x="675171" y="9327"/>
                      <a:pt x="1008131" y="9327"/>
                    </a:cubicBezTo>
                    <a:cubicBezTo>
                      <a:pt x="1035878" y="9327"/>
                      <a:pt x="1063625" y="27980"/>
                      <a:pt x="1063625" y="65286"/>
                    </a:cubicBezTo>
                    <a:cubicBezTo>
                      <a:pt x="1063625" y="65286"/>
                      <a:pt x="1063625" y="65286"/>
                      <a:pt x="1063625" y="326430"/>
                    </a:cubicBezTo>
                    <a:cubicBezTo>
                      <a:pt x="1063625" y="354410"/>
                      <a:pt x="1035878" y="382389"/>
                      <a:pt x="1008131" y="382389"/>
                    </a:cubicBezTo>
                    <a:lnTo>
                      <a:pt x="638175" y="382389"/>
                    </a:lnTo>
                    <a:cubicBezTo>
                      <a:pt x="638175" y="391716"/>
                      <a:pt x="647424" y="410369"/>
                      <a:pt x="647424" y="419695"/>
                    </a:cubicBezTo>
                    <a:cubicBezTo>
                      <a:pt x="656673" y="447675"/>
                      <a:pt x="665922" y="466328"/>
                      <a:pt x="684420" y="494308"/>
                    </a:cubicBezTo>
                    <a:cubicBezTo>
                      <a:pt x="684420" y="494308"/>
                      <a:pt x="684420" y="494308"/>
                      <a:pt x="1008131" y="494308"/>
                    </a:cubicBezTo>
                    <a:cubicBezTo>
                      <a:pt x="1035878" y="494308"/>
                      <a:pt x="1063625" y="512961"/>
                      <a:pt x="1063625" y="550267"/>
                    </a:cubicBezTo>
                    <a:cubicBezTo>
                      <a:pt x="1063625" y="550267"/>
                      <a:pt x="1063625" y="550267"/>
                      <a:pt x="1063625" y="811411"/>
                    </a:cubicBezTo>
                    <a:cubicBezTo>
                      <a:pt x="1063625" y="839391"/>
                      <a:pt x="1035878" y="867370"/>
                      <a:pt x="1008131" y="867370"/>
                    </a:cubicBezTo>
                    <a:cubicBezTo>
                      <a:pt x="1008131" y="867370"/>
                      <a:pt x="1008131" y="867370"/>
                      <a:pt x="897145" y="867370"/>
                    </a:cubicBezTo>
                    <a:cubicBezTo>
                      <a:pt x="915642" y="895350"/>
                      <a:pt x="924891" y="932656"/>
                      <a:pt x="934140" y="969963"/>
                    </a:cubicBezTo>
                    <a:cubicBezTo>
                      <a:pt x="934140" y="969963"/>
                      <a:pt x="934140" y="969963"/>
                      <a:pt x="1008131" y="969963"/>
                    </a:cubicBezTo>
                    <a:cubicBezTo>
                      <a:pt x="1035878" y="969963"/>
                      <a:pt x="1063625" y="988616"/>
                      <a:pt x="1063625" y="1025922"/>
                    </a:cubicBezTo>
                    <a:cubicBezTo>
                      <a:pt x="1063625" y="1025922"/>
                      <a:pt x="1063625" y="1025922"/>
                      <a:pt x="1063625" y="1287066"/>
                    </a:cubicBezTo>
                    <a:cubicBezTo>
                      <a:pt x="1063625" y="1315045"/>
                      <a:pt x="1035878" y="1343025"/>
                      <a:pt x="1008131" y="1343025"/>
                    </a:cubicBezTo>
                    <a:cubicBezTo>
                      <a:pt x="1008131" y="1343025"/>
                      <a:pt x="1008131" y="1343025"/>
                      <a:pt x="906393" y="1343025"/>
                    </a:cubicBezTo>
                    <a:cubicBezTo>
                      <a:pt x="906393" y="1343025"/>
                      <a:pt x="906393" y="1343025"/>
                      <a:pt x="83240" y="1343025"/>
                    </a:cubicBezTo>
                    <a:cubicBezTo>
                      <a:pt x="36996" y="1343025"/>
                      <a:pt x="0" y="1305719"/>
                      <a:pt x="0" y="1268413"/>
                    </a:cubicBezTo>
                    <a:cubicBezTo>
                      <a:pt x="0" y="1268413"/>
                      <a:pt x="0" y="1268413"/>
                      <a:pt x="0" y="83939"/>
                    </a:cubicBezTo>
                    <a:cubicBezTo>
                      <a:pt x="0" y="37306"/>
                      <a:pt x="36996" y="0"/>
                      <a:pt x="83240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 sz="1800"/>
              </a:p>
            </p:txBody>
          </p:sp>
        </p:grpSp>
        <p:grpSp>
          <p:nvGrpSpPr>
            <p:cNvPr id="64" name="Group 63"/>
            <p:cNvGrpSpPr/>
            <p:nvPr/>
          </p:nvGrpSpPr>
          <p:grpSpPr>
            <a:xfrm>
              <a:off x="8550575" y="6442076"/>
              <a:ext cx="174845" cy="189706"/>
              <a:chOff x="5282834" y="4061827"/>
              <a:chExt cx="1035679" cy="1123703"/>
            </a:xfrm>
            <a:solidFill>
              <a:srgbClr val="BAC405"/>
            </a:solidFill>
          </p:grpSpPr>
          <p:sp>
            <p:nvSpPr>
              <p:cNvPr id="106" name="Freeform 158"/>
              <p:cNvSpPr>
                <a:spLocks noEditPoints="1"/>
              </p:cNvSpPr>
              <p:nvPr/>
            </p:nvSpPr>
            <p:spPr bwMode="auto">
              <a:xfrm>
                <a:off x="5282834" y="4538429"/>
                <a:ext cx="1035679" cy="647101"/>
              </a:xfrm>
              <a:custGeom>
                <a:avLst/>
                <a:gdLst>
                  <a:gd name="T0" fmla="*/ 283 w 297"/>
                  <a:gd name="T1" fmla="*/ 32 h 186"/>
                  <a:gd name="T2" fmla="*/ 249 w 297"/>
                  <a:gd name="T3" fmla="*/ 17 h 186"/>
                  <a:gd name="T4" fmla="*/ 230 w 297"/>
                  <a:gd name="T5" fmla="*/ 21 h 186"/>
                  <a:gd name="T6" fmla="*/ 230 w 297"/>
                  <a:gd name="T7" fmla="*/ 0 h 186"/>
                  <a:gd name="T8" fmla="*/ 3 w 297"/>
                  <a:gd name="T9" fmla="*/ 0 h 186"/>
                  <a:gd name="T10" fmla="*/ 9 w 297"/>
                  <a:gd name="T11" fmla="*/ 122 h 186"/>
                  <a:gd name="T12" fmla="*/ 104 w 297"/>
                  <a:gd name="T13" fmla="*/ 186 h 186"/>
                  <a:gd name="T14" fmla="*/ 104 w 297"/>
                  <a:gd name="T15" fmla="*/ 186 h 186"/>
                  <a:gd name="T16" fmla="*/ 128 w 297"/>
                  <a:gd name="T17" fmla="*/ 186 h 186"/>
                  <a:gd name="T18" fmla="*/ 128 w 297"/>
                  <a:gd name="T19" fmla="*/ 186 h 186"/>
                  <a:gd name="T20" fmla="*/ 221 w 297"/>
                  <a:gd name="T21" fmla="*/ 128 h 186"/>
                  <a:gd name="T22" fmla="*/ 227 w 297"/>
                  <a:gd name="T23" fmla="*/ 129 h 186"/>
                  <a:gd name="T24" fmla="*/ 297 w 297"/>
                  <a:gd name="T25" fmla="*/ 66 h 186"/>
                  <a:gd name="T26" fmla="*/ 283 w 297"/>
                  <a:gd name="T27" fmla="*/ 32 h 186"/>
                  <a:gd name="T28" fmla="*/ 227 w 297"/>
                  <a:gd name="T29" fmla="*/ 105 h 186"/>
                  <a:gd name="T30" fmla="*/ 230 w 297"/>
                  <a:gd name="T31" fmla="*/ 49 h 186"/>
                  <a:gd name="T32" fmla="*/ 238 w 297"/>
                  <a:gd name="T33" fmla="*/ 43 h 186"/>
                  <a:gd name="T34" fmla="*/ 274 w 297"/>
                  <a:gd name="T35" fmla="*/ 66 h 186"/>
                  <a:gd name="T36" fmla="*/ 227 w 297"/>
                  <a:gd name="T37" fmla="*/ 105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97" h="186">
                    <a:moveTo>
                      <a:pt x="283" y="32"/>
                    </a:moveTo>
                    <a:cubicBezTo>
                      <a:pt x="274" y="22"/>
                      <a:pt x="261" y="17"/>
                      <a:pt x="249" y="17"/>
                    </a:cubicBezTo>
                    <a:cubicBezTo>
                      <a:pt x="242" y="17"/>
                      <a:pt x="236" y="18"/>
                      <a:pt x="230" y="21"/>
                    </a:cubicBezTo>
                    <a:cubicBezTo>
                      <a:pt x="230" y="11"/>
                      <a:pt x="230" y="4"/>
                      <a:pt x="230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99"/>
                      <a:pt x="9" y="122"/>
                    </a:cubicBezTo>
                    <a:cubicBezTo>
                      <a:pt x="26" y="167"/>
                      <a:pt x="57" y="185"/>
                      <a:pt x="104" y="186"/>
                    </a:cubicBezTo>
                    <a:cubicBezTo>
                      <a:pt x="104" y="186"/>
                      <a:pt x="104" y="186"/>
                      <a:pt x="104" y="186"/>
                    </a:cubicBezTo>
                    <a:cubicBezTo>
                      <a:pt x="105" y="186"/>
                      <a:pt x="128" y="186"/>
                      <a:pt x="128" y="186"/>
                    </a:cubicBezTo>
                    <a:cubicBezTo>
                      <a:pt x="128" y="186"/>
                      <a:pt x="128" y="186"/>
                      <a:pt x="128" y="186"/>
                    </a:cubicBezTo>
                    <a:cubicBezTo>
                      <a:pt x="173" y="185"/>
                      <a:pt x="203" y="169"/>
                      <a:pt x="221" y="128"/>
                    </a:cubicBezTo>
                    <a:cubicBezTo>
                      <a:pt x="223" y="128"/>
                      <a:pt x="225" y="129"/>
                      <a:pt x="227" y="129"/>
                    </a:cubicBezTo>
                    <a:cubicBezTo>
                      <a:pt x="261" y="129"/>
                      <a:pt x="297" y="104"/>
                      <a:pt x="297" y="66"/>
                    </a:cubicBezTo>
                    <a:cubicBezTo>
                      <a:pt x="297" y="53"/>
                      <a:pt x="292" y="41"/>
                      <a:pt x="283" y="32"/>
                    </a:cubicBezTo>
                    <a:close/>
                    <a:moveTo>
                      <a:pt x="227" y="105"/>
                    </a:moveTo>
                    <a:cubicBezTo>
                      <a:pt x="229" y="90"/>
                      <a:pt x="230" y="69"/>
                      <a:pt x="230" y="49"/>
                    </a:cubicBezTo>
                    <a:cubicBezTo>
                      <a:pt x="232" y="47"/>
                      <a:pt x="235" y="44"/>
                      <a:pt x="238" y="43"/>
                    </a:cubicBezTo>
                    <a:cubicBezTo>
                      <a:pt x="255" y="35"/>
                      <a:pt x="274" y="48"/>
                      <a:pt x="274" y="66"/>
                    </a:cubicBezTo>
                    <a:cubicBezTo>
                      <a:pt x="274" y="90"/>
                      <a:pt x="249" y="105"/>
                      <a:pt x="227" y="105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 sz="1800"/>
              </a:p>
            </p:txBody>
          </p:sp>
          <p:sp>
            <p:nvSpPr>
              <p:cNvPr id="107" name="Freeform 159"/>
              <p:cNvSpPr>
                <a:spLocks/>
              </p:cNvSpPr>
              <p:nvPr/>
            </p:nvSpPr>
            <p:spPr bwMode="auto">
              <a:xfrm>
                <a:off x="5662688" y="4061827"/>
                <a:ext cx="432194" cy="399680"/>
              </a:xfrm>
              <a:custGeom>
                <a:avLst/>
                <a:gdLst>
                  <a:gd name="T0" fmla="*/ 3 w 124"/>
                  <a:gd name="T1" fmla="*/ 115 h 115"/>
                  <a:gd name="T2" fmla="*/ 11 w 124"/>
                  <a:gd name="T3" fmla="*/ 95 h 115"/>
                  <a:gd name="T4" fmla="*/ 40 w 124"/>
                  <a:gd name="T5" fmla="*/ 81 h 115"/>
                  <a:gd name="T6" fmla="*/ 67 w 124"/>
                  <a:gd name="T7" fmla="*/ 87 h 115"/>
                  <a:gd name="T8" fmla="*/ 107 w 124"/>
                  <a:gd name="T9" fmla="*/ 71 h 115"/>
                  <a:gd name="T10" fmla="*/ 79 w 124"/>
                  <a:gd name="T11" fmla="*/ 7 h 115"/>
                  <a:gd name="T12" fmla="*/ 1 w 124"/>
                  <a:gd name="T13" fmla="*/ 80 h 115"/>
                  <a:gd name="T14" fmla="*/ 3 w 124"/>
                  <a:gd name="T15" fmla="*/ 115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4" h="115">
                    <a:moveTo>
                      <a:pt x="3" y="115"/>
                    </a:moveTo>
                    <a:cubicBezTo>
                      <a:pt x="3" y="107"/>
                      <a:pt x="8" y="99"/>
                      <a:pt x="11" y="95"/>
                    </a:cubicBezTo>
                    <a:cubicBezTo>
                      <a:pt x="18" y="86"/>
                      <a:pt x="28" y="80"/>
                      <a:pt x="40" y="81"/>
                    </a:cubicBezTo>
                    <a:cubicBezTo>
                      <a:pt x="49" y="82"/>
                      <a:pt x="58" y="86"/>
                      <a:pt x="67" y="87"/>
                    </a:cubicBezTo>
                    <a:cubicBezTo>
                      <a:pt x="82" y="89"/>
                      <a:pt x="98" y="84"/>
                      <a:pt x="107" y="71"/>
                    </a:cubicBezTo>
                    <a:cubicBezTo>
                      <a:pt x="124" y="46"/>
                      <a:pt x="108" y="12"/>
                      <a:pt x="79" y="7"/>
                    </a:cubicBezTo>
                    <a:cubicBezTo>
                      <a:pt x="37" y="0"/>
                      <a:pt x="3" y="43"/>
                      <a:pt x="1" y="80"/>
                    </a:cubicBezTo>
                    <a:cubicBezTo>
                      <a:pt x="0" y="91"/>
                      <a:pt x="0" y="103"/>
                      <a:pt x="3" y="115"/>
                    </a:cubicBezTo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 sz="1800"/>
              </a:p>
            </p:txBody>
          </p:sp>
          <p:sp>
            <p:nvSpPr>
              <p:cNvPr id="108" name="Freeform 160"/>
              <p:cNvSpPr>
                <a:spLocks/>
              </p:cNvSpPr>
              <p:nvPr/>
            </p:nvSpPr>
            <p:spPr bwMode="auto">
              <a:xfrm>
                <a:off x="5373237" y="4249772"/>
                <a:ext cx="244249" cy="236319"/>
              </a:xfrm>
              <a:custGeom>
                <a:avLst/>
                <a:gdLst>
                  <a:gd name="T0" fmla="*/ 70 w 70"/>
                  <a:gd name="T1" fmla="*/ 61 h 68"/>
                  <a:gd name="T2" fmla="*/ 57 w 70"/>
                  <a:gd name="T3" fmla="*/ 58 h 68"/>
                  <a:gd name="T4" fmla="*/ 47 w 70"/>
                  <a:gd name="T5" fmla="*/ 43 h 68"/>
                  <a:gd name="T6" fmla="*/ 47 w 70"/>
                  <a:gd name="T7" fmla="*/ 27 h 68"/>
                  <a:gd name="T8" fmla="*/ 33 w 70"/>
                  <a:gd name="T9" fmla="*/ 7 h 68"/>
                  <a:gd name="T10" fmla="*/ 0 w 70"/>
                  <a:gd name="T11" fmla="*/ 30 h 68"/>
                  <a:gd name="T12" fmla="*/ 50 w 70"/>
                  <a:gd name="T13" fmla="*/ 66 h 68"/>
                  <a:gd name="T14" fmla="*/ 70 w 70"/>
                  <a:gd name="T15" fmla="*/ 61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0" h="68">
                    <a:moveTo>
                      <a:pt x="70" y="61"/>
                    </a:moveTo>
                    <a:cubicBezTo>
                      <a:pt x="65" y="61"/>
                      <a:pt x="60" y="60"/>
                      <a:pt x="57" y="58"/>
                    </a:cubicBezTo>
                    <a:cubicBezTo>
                      <a:pt x="52" y="55"/>
                      <a:pt x="47" y="50"/>
                      <a:pt x="47" y="43"/>
                    </a:cubicBezTo>
                    <a:cubicBezTo>
                      <a:pt x="46" y="38"/>
                      <a:pt x="47" y="33"/>
                      <a:pt x="47" y="27"/>
                    </a:cubicBezTo>
                    <a:cubicBezTo>
                      <a:pt x="46" y="19"/>
                      <a:pt x="42" y="10"/>
                      <a:pt x="33" y="7"/>
                    </a:cubicBezTo>
                    <a:cubicBezTo>
                      <a:pt x="17" y="0"/>
                      <a:pt x="0" y="13"/>
                      <a:pt x="0" y="30"/>
                    </a:cubicBezTo>
                    <a:cubicBezTo>
                      <a:pt x="1" y="54"/>
                      <a:pt x="29" y="68"/>
                      <a:pt x="50" y="66"/>
                    </a:cubicBezTo>
                    <a:cubicBezTo>
                      <a:pt x="57" y="65"/>
                      <a:pt x="63" y="63"/>
                      <a:pt x="70" y="61"/>
                    </a:cubicBezTo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 sz="1800"/>
              </a:p>
            </p:txBody>
          </p:sp>
        </p:grpSp>
        <p:grpSp>
          <p:nvGrpSpPr>
            <p:cNvPr id="65" name="Group 64"/>
            <p:cNvGrpSpPr/>
            <p:nvPr/>
          </p:nvGrpSpPr>
          <p:grpSpPr>
            <a:xfrm>
              <a:off x="7023103" y="6503194"/>
              <a:ext cx="235209" cy="111147"/>
              <a:chOff x="6270931" y="4005523"/>
              <a:chExt cx="1068985" cy="505151"/>
            </a:xfrm>
            <a:solidFill>
              <a:srgbClr val="CE1126"/>
            </a:solidFill>
          </p:grpSpPr>
          <p:sp>
            <p:nvSpPr>
              <p:cNvPr id="100" name="Freeform 189"/>
              <p:cNvSpPr>
                <a:spLocks/>
              </p:cNvSpPr>
              <p:nvPr/>
            </p:nvSpPr>
            <p:spPr bwMode="auto">
              <a:xfrm>
                <a:off x="6270931" y="4096719"/>
                <a:ext cx="164947" cy="179222"/>
              </a:xfrm>
              <a:custGeom>
                <a:avLst/>
                <a:gdLst>
                  <a:gd name="T0" fmla="*/ 42 w 42"/>
                  <a:gd name="T1" fmla="*/ 44 h 45"/>
                  <a:gd name="T2" fmla="*/ 34 w 42"/>
                  <a:gd name="T3" fmla="*/ 41 h 45"/>
                  <a:gd name="T4" fmla="*/ 29 w 42"/>
                  <a:gd name="T5" fmla="*/ 30 h 45"/>
                  <a:gd name="T6" fmla="*/ 31 w 42"/>
                  <a:gd name="T7" fmla="*/ 20 h 45"/>
                  <a:gd name="T8" fmla="*/ 25 w 42"/>
                  <a:gd name="T9" fmla="*/ 6 h 45"/>
                  <a:gd name="T10" fmla="*/ 2 w 42"/>
                  <a:gd name="T11" fmla="*/ 17 h 45"/>
                  <a:gd name="T12" fmla="*/ 29 w 42"/>
                  <a:gd name="T13" fmla="*/ 45 h 45"/>
                  <a:gd name="T14" fmla="*/ 42 w 42"/>
                  <a:gd name="T15" fmla="*/ 44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2" h="45">
                    <a:moveTo>
                      <a:pt x="42" y="44"/>
                    </a:moveTo>
                    <a:cubicBezTo>
                      <a:pt x="39" y="44"/>
                      <a:pt x="36" y="42"/>
                      <a:pt x="34" y="41"/>
                    </a:cubicBezTo>
                    <a:cubicBezTo>
                      <a:pt x="31" y="38"/>
                      <a:pt x="29" y="35"/>
                      <a:pt x="29" y="30"/>
                    </a:cubicBezTo>
                    <a:cubicBezTo>
                      <a:pt x="30" y="27"/>
                      <a:pt x="31" y="24"/>
                      <a:pt x="31" y="20"/>
                    </a:cubicBezTo>
                    <a:cubicBezTo>
                      <a:pt x="32" y="15"/>
                      <a:pt x="30" y="9"/>
                      <a:pt x="25" y="6"/>
                    </a:cubicBezTo>
                    <a:cubicBezTo>
                      <a:pt x="16" y="0"/>
                      <a:pt x="4" y="6"/>
                      <a:pt x="2" y="17"/>
                    </a:cubicBezTo>
                    <a:cubicBezTo>
                      <a:pt x="0" y="32"/>
                      <a:pt x="16" y="44"/>
                      <a:pt x="29" y="45"/>
                    </a:cubicBezTo>
                    <a:cubicBezTo>
                      <a:pt x="33" y="45"/>
                      <a:pt x="37" y="45"/>
                      <a:pt x="42" y="44"/>
                    </a:cubicBezTo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 sz="1800"/>
              </a:p>
            </p:txBody>
          </p:sp>
          <p:sp>
            <p:nvSpPr>
              <p:cNvPr id="101" name="Freeform 190"/>
              <p:cNvSpPr>
                <a:spLocks/>
              </p:cNvSpPr>
              <p:nvPr/>
            </p:nvSpPr>
            <p:spPr bwMode="auto">
              <a:xfrm>
                <a:off x="6270931" y="4264046"/>
                <a:ext cx="164947" cy="179222"/>
              </a:xfrm>
              <a:custGeom>
                <a:avLst/>
                <a:gdLst>
                  <a:gd name="T0" fmla="*/ 42 w 42"/>
                  <a:gd name="T1" fmla="*/ 1 h 45"/>
                  <a:gd name="T2" fmla="*/ 34 w 42"/>
                  <a:gd name="T3" fmla="*/ 4 h 45"/>
                  <a:gd name="T4" fmla="*/ 29 w 42"/>
                  <a:gd name="T5" fmla="*/ 15 h 45"/>
                  <a:gd name="T6" fmla="*/ 31 w 42"/>
                  <a:gd name="T7" fmla="*/ 25 h 45"/>
                  <a:gd name="T8" fmla="*/ 25 w 42"/>
                  <a:gd name="T9" fmla="*/ 39 h 45"/>
                  <a:gd name="T10" fmla="*/ 2 w 42"/>
                  <a:gd name="T11" fmla="*/ 28 h 45"/>
                  <a:gd name="T12" fmla="*/ 29 w 42"/>
                  <a:gd name="T13" fmla="*/ 0 h 45"/>
                  <a:gd name="T14" fmla="*/ 42 w 42"/>
                  <a:gd name="T15" fmla="*/ 1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2" h="45">
                    <a:moveTo>
                      <a:pt x="42" y="1"/>
                    </a:moveTo>
                    <a:cubicBezTo>
                      <a:pt x="39" y="1"/>
                      <a:pt x="36" y="3"/>
                      <a:pt x="34" y="4"/>
                    </a:cubicBezTo>
                    <a:cubicBezTo>
                      <a:pt x="31" y="7"/>
                      <a:pt x="29" y="11"/>
                      <a:pt x="29" y="15"/>
                    </a:cubicBezTo>
                    <a:cubicBezTo>
                      <a:pt x="29" y="18"/>
                      <a:pt x="31" y="21"/>
                      <a:pt x="31" y="25"/>
                    </a:cubicBezTo>
                    <a:cubicBezTo>
                      <a:pt x="32" y="30"/>
                      <a:pt x="30" y="36"/>
                      <a:pt x="25" y="39"/>
                    </a:cubicBezTo>
                    <a:cubicBezTo>
                      <a:pt x="16" y="45"/>
                      <a:pt x="3" y="39"/>
                      <a:pt x="2" y="28"/>
                    </a:cubicBezTo>
                    <a:cubicBezTo>
                      <a:pt x="0" y="13"/>
                      <a:pt x="16" y="1"/>
                      <a:pt x="29" y="0"/>
                    </a:cubicBezTo>
                    <a:cubicBezTo>
                      <a:pt x="33" y="0"/>
                      <a:pt x="37" y="0"/>
                      <a:pt x="42" y="1"/>
                    </a:cubicBezTo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 sz="1800"/>
              </a:p>
            </p:txBody>
          </p:sp>
          <p:sp>
            <p:nvSpPr>
              <p:cNvPr id="102" name="Freeform 191"/>
              <p:cNvSpPr>
                <a:spLocks/>
              </p:cNvSpPr>
              <p:nvPr/>
            </p:nvSpPr>
            <p:spPr bwMode="auto">
              <a:xfrm>
                <a:off x="7174969" y="4092754"/>
                <a:ext cx="164947" cy="179222"/>
              </a:xfrm>
              <a:custGeom>
                <a:avLst/>
                <a:gdLst>
                  <a:gd name="T0" fmla="*/ 0 w 42"/>
                  <a:gd name="T1" fmla="*/ 44 h 45"/>
                  <a:gd name="T2" fmla="*/ 7 w 42"/>
                  <a:gd name="T3" fmla="*/ 41 h 45"/>
                  <a:gd name="T4" fmla="*/ 12 w 42"/>
                  <a:gd name="T5" fmla="*/ 30 h 45"/>
                  <a:gd name="T6" fmla="*/ 10 w 42"/>
                  <a:gd name="T7" fmla="*/ 20 h 45"/>
                  <a:gd name="T8" fmla="*/ 16 w 42"/>
                  <a:gd name="T9" fmla="*/ 6 h 45"/>
                  <a:gd name="T10" fmla="*/ 39 w 42"/>
                  <a:gd name="T11" fmla="*/ 17 h 45"/>
                  <a:gd name="T12" fmla="*/ 12 w 42"/>
                  <a:gd name="T13" fmla="*/ 44 h 45"/>
                  <a:gd name="T14" fmla="*/ 0 w 42"/>
                  <a:gd name="T15" fmla="*/ 44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2" h="45">
                    <a:moveTo>
                      <a:pt x="0" y="44"/>
                    </a:moveTo>
                    <a:cubicBezTo>
                      <a:pt x="2" y="44"/>
                      <a:pt x="5" y="42"/>
                      <a:pt x="7" y="41"/>
                    </a:cubicBezTo>
                    <a:cubicBezTo>
                      <a:pt x="10" y="38"/>
                      <a:pt x="12" y="35"/>
                      <a:pt x="12" y="30"/>
                    </a:cubicBezTo>
                    <a:cubicBezTo>
                      <a:pt x="12" y="27"/>
                      <a:pt x="10" y="24"/>
                      <a:pt x="10" y="20"/>
                    </a:cubicBezTo>
                    <a:cubicBezTo>
                      <a:pt x="10" y="15"/>
                      <a:pt x="12" y="9"/>
                      <a:pt x="16" y="6"/>
                    </a:cubicBezTo>
                    <a:cubicBezTo>
                      <a:pt x="26" y="0"/>
                      <a:pt x="38" y="6"/>
                      <a:pt x="39" y="17"/>
                    </a:cubicBezTo>
                    <a:cubicBezTo>
                      <a:pt x="42" y="32"/>
                      <a:pt x="26" y="44"/>
                      <a:pt x="12" y="44"/>
                    </a:cubicBezTo>
                    <a:cubicBezTo>
                      <a:pt x="8" y="45"/>
                      <a:pt x="4" y="44"/>
                      <a:pt x="0" y="44"/>
                    </a:cubicBezTo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 sz="1800"/>
              </a:p>
            </p:txBody>
          </p:sp>
          <p:sp>
            <p:nvSpPr>
              <p:cNvPr id="103" name="Freeform 192"/>
              <p:cNvSpPr>
                <a:spLocks/>
              </p:cNvSpPr>
              <p:nvPr/>
            </p:nvSpPr>
            <p:spPr bwMode="auto">
              <a:xfrm>
                <a:off x="7174969" y="4260080"/>
                <a:ext cx="164947" cy="179222"/>
              </a:xfrm>
              <a:custGeom>
                <a:avLst/>
                <a:gdLst>
                  <a:gd name="T0" fmla="*/ 0 w 42"/>
                  <a:gd name="T1" fmla="*/ 1 h 45"/>
                  <a:gd name="T2" fmla="*/ 7 w 42"/>
                  <a:gd name="T3" fmla="*/ 4 h 45"/>
                  <a:gd name="T4" fmla="*/ 12 w 42"/>
                  <a:gd name="T5" fmla="*/ 15 h 45"/>
                  <a:gd name="T6" fmla="*/ 10 w 42"/>
                  <a:gd name="T7" fmla="*/ 25 h 45"/>
                  <a:gd name="T8" fmla="*/ 16 w 42"/>
                  <a:gd name="T9" fmla="*/ 39 h 45"/>
                  <a:gd name="T10" fmla="*/ 39 w 42"/>
                  <a:gd name="T11" fmla="*/ 28 h 45"/>
                  <a:gd name="T12" fmla="*/ 12 w 42"/>
                  <a:gd name="T13" fmla="*/ 0 h 45"/>
                  <a:gd name="T14" fmla="*/ 0 w 42"/>
                  <a:gd name="T15" fmla="*/ 1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2" h="45">
                    <a:moveTo>
                      <a:pt x="0" y="1"/>
                    </a:moveTo>
                    <a:cubicBezTo>
                      <a:pt x="2" y="1"/>
                      <a:pt x="5" y="3"/>
                      <a:pt x="7" y="4"/>
                    </a:cubicBezTo>
                    <a:cubicBezTo>
                      <a:pt x="10" y="7"/>
                      <a:pt x="12" y="10"/>
                      <a:pt x="12" y="15"/>
                    </a:cubicBezTo>
                    <a:cubicBezTo>
                      <a:pt x="12" y="18"/>
                      <a:pt x="10" y="21"/>
                      <a:pt x="10" y="25"/>
                    </a:cubicBezTo>
                    <a:cubicBezTo>
                      <a:pt x="9" y="30"/>
                      <a:pt x="11" y="36"/>
                      <a:pt x="16" y="39"/>
                    </a:cubicBezTo>
                    <a:cubicBezTo>
                      <a:pt x="25" y="45"/>
                      <a:pt x="38" y="39"/>
                      <a:pt x="39" y="28"/>
                    </a:cubicBezTo>
                    <a:cubicBezTo>
                      <a:pt x="42" y="13"/>
                      <a:pt x="26" y="1"/>
                      <a:pt x="12" y="0"/>
                    </a:cubicBezTo>
                    <a:cubicBezTo>
                      <a:pt x="8" y="0"/>
                      <a:pt x="4" y="0"/>
                      <a:pt x="0" y="1"/>
                    </a:cubicBezTo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 sz="1800"/>
              </a:p>
            </p:txBody>
          </p:sp>
          <p:sp>
            <p:nvSpPr>
              <p:cNvPr id="104" name="Freeform 193"/>
              <p:cNvSpPr>
                <a:spLocks/>
              </p:cNvSpPr>
              <p:nvPr/>
            </p:nvSpPr>
            <p:spPr bwMode="auto">
              <a:xfrm>
                <a:off x="6439843" y="4005523"/>
                <a:ext cx="616966" cy="246628"/>
              </a:xfrm>
              <a:custGeom>
                <a:avLst/>
                <a:gdLst>
                  <a:gd name="T0" fmla="*/ 45 w 157"/>
                  <a:gd name="T1" fmla="*/ 56 h 62"/>
                  <a:gd name="T2" fmla="*/ 67 w 157"/>
                  <a:gd name="T3" fmla="*/ 42 h 62"/>
                  <a:gd name="T4" fmla="*/ 89 w 157"/>
                  <a:gd name="T5" fmla="*/ 28 h 62"/>
                  <a:gd name="T6" fmla="*/ 129 w 157"/>
                  <a:gd name="T7" fmla="*/ 18 h 62"/>
                  <a:gd name="T8" fmla="*/ 157 w 157"/>
                  <a:gd name="T9" fmla="*/ 23 h 62"/>
                  <a:gd name="T10" fmla="*/ 93 w 157"/>
                  <a:gd name="T11" fmla="*/ 0 h 62"/>
                  <a:gd name="T12" fmla="*/ 0 w 157"/>
                  <a:gd name="T13" fmla="*/ 56 h 62"/>
                  <a:gd name="T14" fmla="*/ 45 w 157"/>
                  <a:gd name="T15" fmla="*/ 56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7" h="62">
                    <a:moveTo>
                      <a:pt x="45" y="56"/>
                    </a:moveTo>
                    <a:cubicBezTo>
                      <a:pt x="53" y="52"/>
                      <a:pt x="60" y="47"/>
                      <a:pt x="67" y="42"/>
                    </a:cubicBezTo>
                    <a:cubicBezTo>
                      <a:pt x="74" y="37"/>
                      <a:pt x="81" y="31"/>
                      <a:pt x="89" y="28"/>
                    </a:cubicBezTo>
                    <a:cubicBezTo>
                      <a:pt x="102" y="21"/>
                      <a:pt x="116" y="18"/>
                      <a:pt x="129" y="18"/>
                    </a:cubicBezTo>
                    <a:cubicBezTo>
                      <a:pt x="139" y="18"/>
                      <a:pt x="148" y="20"/>
                      <a:pt x="157" y="23"/>
                    </a:cubicBezTo>
                    <a:cubicBezTo>
                      <a:pt x="142" y="11"/>
                      <a:pt x="120" y="0"/>
                      <a:pt x="93" y="0"/>
                    </a:cubicBezTo>
                    <a:cubicBezTo>
                      <a:pt x="38" y="0"/>
                      <a:pt x="8" y="41"/>
                      <a:pt x="0" y="56"/>
                    </a:cubicBezTo>
                    <a:cubicBezTo>
                      <a:pt x="14" y="62"/>
                      <a:pt x="31" y="62"/>
                      <a:pt x="45" y="56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 sz="1800"/>
              </a:p>
            </p:txBody>
          </p:sp>
          <p:sp>
            <p:nvSpPr>
              <p:cNvPr id="105" name="Freeform 194"/>
              <p:cNvSpPr>
                <a:spLocks/>
              </p:cNvSpPr>
              <p:nvPr/>
            </p:nvSpPr>
            <p:spPr bwMode="auto">
              <a:xfrm>
                <a:off x="6427948" y="4116545"/>
                <a:ext cx="754951" cy="394129"/>
              </a:xfrm>
              <a:custGeom>
                <a:avLst/>
                <a:gdLst>
                  <a:gd name="T0" fmla="*/ 171 w 192"/>
                  <a:gd name="T1" fmla="*/ 12 h 99"/>
                  <a:gd name="T2" fmla="*/ 132 w 192"/>
                  <a:gd name="T3" fmla="*/ 0 h 99"/>
                  <a:gd name="T4" fmla="*/ 95 w 192"/>
                  <a:gd name="T5" fmla="*/ 9 h 99"/>
                  <a:gd name="T6" fmla="*/ 74 w 192"/>
                  <a:gd name="T7" fmla="*/ 23 h 99"/>
                  <a:gd name="T8" fmla="*/ 50 w 192"/>
                  <a:gd name="T9" fmla="*/ 37 h 99"/>
                  <a:gd name="T10" fmla="*/ 0 w 192"/>
                  <a:gd name="T11" fmla="*/ 38 h 99"/>
                  <a:gd name="T12" fmla="*/ 96 w 192"/>
                  <a:gd name="T13" fmla="*/ 99 h 99"/>
                  <a:gd name="T14" fmla="*/ 192 w 192"/>
                  <a:gd name="T15" fmla="*/ 37 h 99"/>
                  <a:gd name="T16" fmla="*/ 180 w 192"/>
                  <a:gd name="T17" fmla="*/ 20 h 99"/>
                  <a:gd name="T18" fmla="*/ 171 w 192"/>
                  <a:gd name="T19" fmla="*/ 12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2" h="99">
                    <a:moveTo>
                      <a:pt x="171" y="12"/>
                    </a:moveTo>
                    <a:cubicBezTo>
                      <a:pt x="160" y="4"/>
                      <a:pt x="147" y="0"/>
                      <a:pt x="132" y="0"/>
                    </a:cubicBezTo>
                    <a:cubicBezTo>
                      <a:pt x="119" y="0"/>
                      <a:pt x="107" y="3"/>
                      <a:pt x="95" y="9"/>
                    </a:cubicBezTo>
                    <a:cubicBezTo>
                      <a:pt x="87" y="13"/>
                      <a:pt x="80" y="18"/>
                      <a:pt x="74" y="23"/>
                    </a:cubicBezTo>
                    <a:cubicBezTo>
                      <a:pt x="66" y="28"/>
                      <a:pt x="59" y="33"/>
                      <a:pt x="50" y="37"/>
                    </a:cubicBezTo>
                    <a:cubicBezTo>
                      <a:pt x="35" y="44"/>
                      <a:pt x="16" y="44"/>
                      <a:pt x="0" y="38"/>
                    </a:cubicBezTo>
                    <a:cubicBezTo>
                      <a:pt x="0" y="39"/>
                      <a:pt x="30" y="99"/>
                      <a:pt x="96" y="99"/>
                    </a:cubicBezTo>
                    <a:cubicBezTo>
                      <a:pt x="162" y="99"/>
                      <a:pt x="192" y="37"/>
                      <a:pt x="192" y="37"/>
                    </a:cubicBezTo>
                    <a:cubicBezTo>
                      <a:pt x="192" y="37"/>
                      <a:pt x="188" y="30"/>
                      <a:pt x="180" y="20"/>
                    </a:cubicBezTo>
                    <a:cubicBezTo>
                      <a:pt x="178" y="17"/>
                      <a:pt x="175" y="15"/>
                      <a:pt x="171" y="12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 sz="1800"/>
              </a:p>
            </p:txBody>
          </p:sp>
        </p:grpSp>
        <p:sp>
          <p:nvSpPr>
            <p:cNvPr id="66" name="Freeform 5"/>
            <p:cNvSpPr>
              <a:spLocks/>
            </p:cNvSpPr>
            <p:nvPr/>
          </p:nvSpPr>
          <p:spPr bwMode="auto">
            <a:xfrm>
              <a:off x="7936806" y="6492810"/>
              <a:ext cx="190400" cy="139083"/>
            </a:xfrm>
            <a:custGeom>
              <a:avLst/>
              <a:gdLst/>
              <a:ahLst/>
              <a:cxnLst/>
              <a:rect l="l" t="t" r="r" b="b"/>
              <a:pathLst>
                <a:path w="1362354" h="995174">
                  <a:moveTo>
                    <a:pt x="1126472" y="742063"/>
                  </a:moveTo>
                  <a:cubicBezTo>
                    <a:pt x="1102799" y="742063"/>
                    <a:pt x="1083609" y="761253"/>
                    <a:pt x="1083609" y="784926"/>
                  </a:cubicBezTo>
                  <a:cubicBezTo>
                    <a:pt x="1083609" y="808599"/>
                    <a:pt x="1102799" y="827789"/>
                    <a:pt x="1126472" y="827789"/>
                  </a:cubicBezTo>
                  <a:cubicBezTo>
                    <a:pt x="1150145" y="827789"/>
                    <a:pt x="1169335" y="808599"/>
                    <a:pt x="1169335" y="784926"/>
                  </a:cubicBezTo>
                  <a:cubicBezTo>
                    <a:pt x="1169335" y="761253"/>
                    <a:pt x="1150145" y="742063"/>
                    <a:pt x="1126472" y="742063"/>
                  </a:cubicBezTo>
                  <a:close/>
                  <a:moveTo>
                    <a:pt x="908984" y="742063"/>
                  </a:moveTo>
                  <a:cubicBezTo>
                    <a:pt x="883558" y="742063"/>
                    <a:pt x="862946" y="761253"/>
                    <a:pt x="862946" y="784926"/>
                  </a:cubicBezTo>
                  <a:cubicBezTo>
                    <a:pt x="862946" y="808599"/>
                    <a:pt x="883558" y="827789"/>
                    <a:pt x="908984" y="827789"/>
                  </a:cubicBezTo>
                  <a:cubicBezTo>
                    <a:pt x="934410" y="827789"/>
                    <a:pt x="955022" y="808599"/>
                    <a:pt x="955022" y="784926"/>
                  </a:cubicBezTo>
                  <a:cubicBezTo>
                    <a:pt x="955022" y="761253"/>
                    <a:pt x="934410" y="742063"/>
                    <a:pt x="908984" y="742063"/>
                  </a:cubicBezTo>
                  <a:close/>
                  <a:moveTo>
                    <a:pt x="689909" y="742063"/>
                  </a:moveTo>
                  <a:cubicBezTo>
                    <a:pt x="666236" y="742063"/>
                    <a:pt x="647046" y="761253"/>
                    <a:pt x="647046" y="784926"/>
                  </a:cubicBezTo>
                  <a:cubicBezTo>
                    <a:pt x="647046" y="808599"/>
                    <a:pt x="666236" y="827789"/>
                    <a:pt x="689909" y="827789"/>
                  </a:cubicBezTo>
                  <a:cubicBezTo>
                    <a:pt x="713582" y="827789"/>
                    <a:pt x="732772" y="808599"/>
                    <a:pt x="732772" y="784926"/>
                  </a:cubicBezTo>
                  <a:cubicBezTo>
                    <a:pt x="732772" y="761253"/>
                    <a:pt x="713582" y="742063"/>
                    <a:pt x="689909" y="742063"/>
                  </a:cubicBezTo>
                  <a:close/>
                  <a:moveTo>
                    <a:pt x="472422" y="742063"/>
                  </a:moveTo>
                  <a:cubicBezTo>
                    <a:pt x="446996" y="742063"/>
                    <a:pt x="426384" y="761253"/>
                    <a:pt x="426384" y="784926"/>
                  </a:cubicBezTo>
                  <a:cubicBezTo>
                    <a:pt x="426384" y="808599"/>
                    <a:pt x="446996" y="827789"/>
                    <a:pt x="472422" y="827789"/>
                  </a:cubicBezTo>
                  <a:cubicBezTo>
                    <a:pt x="497848" y="827789"/>
                    <a:pt x="518460" y="808599"/>
                    <a:pt x="518460" y="784926"/>
                  </a:cubicBezTo>
                  <a:cubicBezTo>
                    <a:pt x="518460" y="761253"/>
                    <a:pt x="497848" y="742063"/>
                    <a:pt x="472422" y="742063"/>
                  </a:cubicBezTo>
                  <a:close/>
                  <a:moveTo>
                    <a:pt x="258109" y="742063"/>
                  </a:moveTo>
                  <a:cubicBezTo>
                    <a:pt x="232683" y="742063"/>
                    <a:pt x="212071" y="761253"/>
                    <a:pt x="212071" y="784926"/>
                  </a:cubicBezTo>
                  <a:cubicBezTo>
                    <a:pt x="212071" y="808599"/>
                    <a:pt x="232683" y="827789"/>
                    <a:pt x="258109" y="827789"/>
                  </a:cubicBezTo>
                  <a:cubicBezTo>
                    <a:pt x="283535" y="827789"/>
                    <a:pt x="304147" y="808599"/>
                    <a:pt x="304147" y="784926"/>
                  </a:cubicBezTo>
                  <a:cubicBezTo>
                    <a:pt x="304147" y="761253"/>
                    <a:pt x="283535" y="742063"/>
                    <a:pt x="258109" y="742063"/>
                  </a:cubicBezTo>
                  <a:close/>
                  <a:moveTo>
                    <a:pt x="1126472" y="549975"/>
                  </a:moveTo>
                  <a:cubicBezTo>
                    <a:pt x="1102799" y="549975"/>
                    <a:pt x="1083609" y="569521"/>
                    <a:pt x="1083609" y="593632"/>
                  </a:cubicBezTo>
                  <a:cubicBezTo>
                    <a:pt x="1083609" y="617743"/>
                    <a:pt x="1102799" y="637289"/>
                    <a:pt x="1126472" y="637289"/>
                  </a:cubicBezTo>
                  <a:cubicBezTo>
                    <a:pt x="1150145" y="637289"/>
                    <a:pt x="1169335" y="617743"/>
                    <a:pt x="1169335" y="593632"/>
                  </a:cubicBezTo>
                  <a:cubicBezTo>
                    <a:pt x="1169335" y="569521"/>
                    <a:pt x="1150145" y="549975"/>
                    <a:pt x="1126472" y="549975"/>
                  </a:cubicBezTo>
                  <a:close/>
                  <a:moveTo>
                    <a:pt x="908984" y="549975"/>
                  </a:moveTo>
                  <a:cubicBezTo>
                    <a:pt x="883558" y="549975"/>
                    <a:pt x="862946" y="569521"/>
                    <a:pt x="862946" y="593632"/>
                  </a:cubicBezTo>
                  <a:cubicBezTo>
                    <a:pt x="862946" y="617743"/>
                    <a:pt x="883558" y="637289"/>
                    <a:pt x="908984" y="637289"/>
                  </a:cubicBezTo>
                  <a:cubicBezTo>
                    <a:pt x="934410" y="637289"/>
                    <a:pt x="955022" y="617743"/>
                    <a:pt x="955022" y="593632"/>
                  </a:cubicBezTo>
                  <a:cubicBezTo>
                    <a:pt x="955022" y="569521"/>
                    <a:pt x="934410" y="549975"/>
                    <a:pt x="908984" y="549975"/>
                  </a:cubicBezTo>
                  <a:close/>
                  <a:moveTo>
                    <a:pt x="689909" y="549975"/>
                  </a:moveTo>
                  <a:cubicBezTo>
                    <a:pt x="666236" y="549975"/>
                    <a:pt x="647046" y="569521"/>
                    <a:pt x="647046" y="593632"/>
                  </a:cubicBezTo>
                  <a:cubicBezTo>
                    <a:pt x="647046" y="617743"/>
                    <a:pt x="666236" y="637289"/>
                    <a:pt x="689909" y="637289"/>
                  </a:cubicBezTo>
                  <a:cubicBezTo>
                    <a:pt x="713582" y="637289"/>
                    <a:pt x="732772" y="617743"/>
                    <a:pt x="732772" y="593632"/>
                  </a:cubicBezTo>
                  <a:cubicBezTo>
                    <a:pt x="732772" y="569521"/>
                    <a:pt x="713582" y="549975"/>
                    <a:pt x="689909" y="549975"/>
                  </a:cubicBezTo>
                  <a:close/>
                  <a:moveTo>
                    <a:pt x="472422" y="549975"/>
                  </a:moveTo>
                  <a:cubicBezTo>
                    <a:pt x="446996" y="549975"/>
                    <a:pt x="426384" y="569521"/>
                    <a:pt x="426384" y="593632"/>
                  </a:cubicBezTo>
                  <a:cubicBezTo>
                    <a:pt x="426384" y="617743"/>
                    <a:pt x="446996" y="637289"/>
                    <a:pt x="472422" y="637289"/>
                  </a:cubicBezTo>
                  <a:cubicBezTo>
                    <a:pt x="497848" y="637289"/>
                    <a:pt x="518460" y="617743"/>
                    <a:pt x="518460" y="593632"/>
                  </a:cubicBezTo>
                  <a:cubicBezTo>
                    <a:pt x="518460" y="569521"/>
                    <a:pt x="497848" y="549975"/>
                    <a:pt x="472422" y="549975"/>
                  </a:cubicBezTo>
                  <a:close/>
                  <a:moveTo>
                    <a:pt x="258109" y="549975"/>
                  </a:moveTo>
                  <a:cubicBezTo>
                    <a:pt x="232683" y="549975"/>
                    <a:pt x="212071" y="569521"/>
                    <a:pt x="212071" y="593632"/>
                  </a:cubicBezTo>
                  <a:cubicBezTo>
                    <a:pt x="212071" y="617743"/>
                    <a:pt x="232683" y="637289"/>
                    <a:pt x="258109" y="637289"/>
                  </a:cubicBezTo>
                  <a:cubicBezTo>
                    <a:pt x="283535" y="637289"/>
                    <a:pt x="304147" y="617743"/>
                    <a:pt x="304147" y="593632"/>
                  </a:cubicBezTo>
                  <a:cubicBezTo>
                    <a:pt x="304147" y="569521"/>
                    <a:pt x="283535" y="549975"/>
                    <a:pt x="258109" y="549975"/>
                  </a:cubicBezTo>
                  <a:close/>
                  <a:moveTo>
                    <a:pt x="1126472" y="359475"/>
                  </a:moveTo>
                  <a:cubicBezTo>
                    <a:pt x="1102799" y="359475"/>
                    <a:pt x="1083609" y="378665"/>
                    <a:pt x="1083609" y="402338"/>
                  </a:cubicBezTo>
                  <a:cubicBezTo>
                    <a:pt x="1083609" y="426011"/>
                    <a:pt x="1102799" y="445201"/>
                    <a:pt x="1126472" y="445201"/>
                  </a:cubicBezTo>
                  <a:cubicBezTo>
                    <a:pt x="1150145" y="445201"/>
                    <a:pt x="1169335" y="426011"/>
                    <a:pt x="1169335" y="402338"/>
                  </a:cubicBezTo>
                  <a:cubicBezTo>
                    <a:pt x="1169335" y="378665"/>
                    <a:pt x="1150145" y="359475"/>
                    <a:pt x="1126472" y="359475"/>
                  </a:cubicBezTo>
                  <a:close/>
                  <a:moveTo>
                    <a:pt x="908984" y="359475"/>
                  </a:moveTo>
                  <a:cubicBezTo>
                    <a:pt x="883558" y="359475"/>
                    <a:pt x="862946" y="378665"/>
                    <a:pt x="862946" y="402338"/>
                  </a:cubicBezTo>
                  <a:cubicBezTo>
                    <a:pt x="862946" y="426011"/>
                    <a:pt x="883558" y="445201"/>
                    <a:pt x="908984" y="445201"/>
                  </a:cubicBezTo>
                  <a:cubicBezTo>
                    <a:pt x="934410" y="445201"/>
                    <a:pt x="955022" y="426011"/>
                    <a:pt x="955022" y="402338"/>
                  </a:cubicBezTo>
                  <a:cubicBezTo>
                    <a:pt x="955022" y="378665"/>
                    <a:pt x="934410" y="359475"/>
                    <a:pt x="908984" y="359475"/>
                  </a:cubicBezTo>
                  <a:close/>
                  <a:moveTo>
                    <a:pt x="689909" y="359475"/>
                  </a:moveTo>
                  <a:cubicBezTo>
                    <a:pt x="666236" y="359475"/>
                    <a:pt x="647046" y="378665"/>
                    <a:pt x="647046" y="402338"/>
                  </a:cubicBezTo>
                  <a:cubicBezTo>
                    <a:pt x="647046" y="426011"/>
                    <a:pt x="666236" y="445201"/>
                    <a:pt x="689909" y="445201"/>
                  </a:cubicBezTo>
                  <a:cubicBezTo>
                    <a:pt x="713582" y="445201"/>
                    <a:pt x="732772" y="426011"/>
                    <a:pt x="732772" y="402338"/>
                  </a:cubicBezTo>
                  <a:cubicBezTo>
                    <a:pt x="732772" y="378665"/>
                    <a:pt x="713582" y="359475"/>
                    <a:pt x="689909" y="359475"/>
                  </a:cubicBezTo>
                  <a:close/>
                  <a:moveTo>
                    <a:pt x="472422" y="359475"/>
                  </a:moveTo>
                  <a:cubicBezTo>
                    <a:pt x="446996" y="359475"/>
                    <a:pt x="426384" y="378665"/>
                    <a:pt x="426384" y="402338"/>
                  </a:cubicBezTo>
                  <a:cubicBezTo>
                    <a:pt x="426384" y="426011"/>
                    <a:pt x="446996" y="445201"/>
                    <a:pt x="472422" y="445201"/>
                  </a:cubicBezTo>
                  <a:cubicBezTo>
                    <a:pt x="497848" y="445201"/>
                    <a:pt x="518460" y="426011"/>
                    <a:pt x="518460" y="402338"/>
                  </a:cubicBezTo>
                  <a:cubicBezTo>
                    <a:pt x="518460" y="378665"/>
                    <a:pt x="497848" y="359475"/>
                    <a:pt x="472422" y="359475"/>
                  </a:cubicBezTo>
                  <a:close/>
                  <a:moveTo>
                    <a:pt x="258109" y="359475"/>
                  </a:moveTo>
                  <a:cubicBezTo>
                    <a:pt x="232683" y="359475"/>
                    <a:pt x="212071" y="378665"/>
                    <a:pt x="212071" y="402338"/>
                  </a:cubicBezTo>
                  <a:cubicBezTo>
                    <a:pt x="212071" y="426011"/>
                    <a:pt x="232683" y="445201"/>
                    <a:pt x="258109" y="445201"/>
                  </a:cubicBezTo>
                  <a:cubicBezTo>
                    <a:pt x="283535" y="445201"/>
                    <a:pt x="304147" y="426011"/>
                    <a:pt x="304147" y="402338"/>
                  </a:cubicBezTo>
                  <a:cubicBezTo>
                    <a:pt x="304147" y="378665"/>
                    <a:pt x="283535" y="359475"/>
                    <a:pt x="258109" y="359475"/>
                  </a:cubicBezTo>
                  <a:close/>
                  <a:moveTo>
                    <a:pt x="1126472" y="161038"/>
                  </a:moveTo>
                  <a:cubicBezTo>
                    <a:pt x="1102799" y="161038"/>
                    <a:pt x="1083609" y="181650"/>
                    <a:pt x="1083609" y="207076"/>
                  </a:cubicBezTo>
                  <a:cubicBezTo>
                    <a:pt x="1083609" y="232502"/>
                    <a:pt x="1102799" y="253114"/>
                    <a:pt x="1126472" y="253114"/>
                  </a:cubicBezTo>
                  <a:cubicBezTo>
                    <a:pt x="1150145" y="253114"/>
                    <a:pt x="1169335" y="232502"/>
                    <a:pt x="1169335" y="207076"/>
                  </a:cubicBezTo>
                  <a:cubicBezTo>
                    <a:pt x="1169335" y="181650"/>
                    <a:pt x="1150145" y="161038"/>
                    <a:pt x="1126472" y="161038"/>
                  </a:cubicBezTo>
                  <a:close/>
                  <a:moveTo>
                    <a:pt x="908984" y="161038"/>
                  </a:moveTo>
                  <a:cubicBezTo>
                    <a:pt x="883558" y="161038"/>
                    <a:pt x="862946" y="181650"/>
                    <a:pt x="862946" y="207076"/>
                  </a:cubicBezTo>
                  <a:cubicBezTo>
                    <a:pt x="862946" y="232502"/>
                    <a:pt x="883558" y="253114"/>
                    <a:pt x="908984" y="253114"/>
                  </a:cubicBezTo>
                  <a:cubicBezTo>
                    <a:pt x="934410" y="253114"/>
                    <a:pt x="955022" y="232502"/>
                    <a:pt x="955022" y="207076"/>
                  </a:cubicBezTo>
                  <a:cubicBezTo>
                    <a:pt x="955022" y="181650"/>
                    <a:pt x="934410" y="161038"/>
                    <a:pt x="908984" y="161038"/>
                  </a:cubicBezTo>
                  <a:close/>
                  <a:moveTo>
                    <a:pt x="689909" y="161038"/>
                  </a:moveTo>
                  <a:cubicBezTo>
                    <a:pt x="666236" y="161038"/>
                    <a:pt x="647046" y="181650"/>
                    <a:pt x="647046" y="207076"/>
                  </a:cubicBezTo>
                  <a:cubicBezTo>
                    <a:pt x="647046" y="232502"/>
                    <a:pt x="666236" y="253114"/>
                    <a:pt x="689909" y="253114"/>
                  </a:cubicBezTo>
                  <a:cubicBezTo>
                    <a:pt x="713582" y="253114"/>
                    <a:pt x="732772" y="232502"/>
                    <a:pt x="732772" y="207076"/>
                  </a:cubicBezTo>
                  <a:cubicBezTo>
                    <a:pt x="732772" y="181650"/>
                    <a:pt x="713582" y="161038"/>
                    <a:pt x="689909" y="161038"/>
                  </a:cubicBezTo>
                  <a:close/>
                  <a:moveTo>
                    <a:pt x="472422" y="161038"/>
                  </a:moveTo>
                  <a:cubicBezTo>
                    <a:pt x="446996" y="161038"/>
                    <a:pt x="426384" y="181650"/>
                    <a:pt x="426384" y="207076"/>
                  </a:cubicBezTo>
                  <a:cubicBezTo>
                    <a:pt x="426384" y="232502"/>
                    <a:pt x="446996" y="253114"/>
                    <a:pt x="472422" y="253114"/>
                  </a:cubicBezTo>
                  <a:cubicBezTo>
                    <a:pt x="497848" y="253114"/>
                    <a:pt x="518460" y="232502"/>
                    <a:pt x="518460" y="207076"/>
                  </a:cubicBezTo>
                  <a:cubicBezTo>
                    <a:pt x="518460" y="181650"/>
                    <a:pt x="497848" y="161038"/>
                    <a:pt x="472422" y="161038"/>
                  </a:cubicBezTo>
                  <a:close/>
                  <a:moveTo>
                    <a:pt x="258109" y="161038"/>
                  </a:moveTo>
                  <a:cubicBezTo>
                    <a:pt x="232683" y="161038"/>
                    <a:pt x="212071" y="181650"/>
                    <a:pt x="212071" y="207076"/>
                  </a:cubicBezTo>
                  <a:cubicBezTo>
                    <a:pt x="212071" y="232502"/>
                    <a:pt x="232683" y="253114"/>
                    <a:pt x="258109" y="253114"/>
                  </a:cubicBezTo>
                  <a:cubicBezTo>
                    <a:pt x="283535" y="253114"/>
                    <a:pt x="304147" y="232502"/>
                    <a:pt x="304147" y="207076"/>
                  </a:cubicBezTo>
                  <a:cubicBezTo>
                    <a:pt x="304147" y="181650"/>
                    <a:pt x="283535" y="161038"/>
                    <a:pt x="258109" y="161038"/>
                  </a:cubicBezTo>
                  <a:close/>
                  <a:moveTo>
                    <a:pt x="88147" y="525"/>
                  </a:moveTo>
                  <a:cubicBezTo>
                    <a:pt x="112729" y="6700"/>
                    <a:pt x="131165" y="19049"/>
                    <a:pt x="143456" y="37573"/>
                  </a:cubicBezTo>
                  <a:cubicBezTo>
                    <a:pt x="161892" y="6700"/>
                    <a:pt x="198764" y="-5650"/>
                    <a:pt x="235637" y="6700"/>
                  </a:cubicBezTo>
                  <a:cubicBezTo>
                    <a:pt x="247928" y="12874"/>
                    <a:pt x="260218" y="25224"/>
                    <a:pt x="266364" y="37573"/>
                  </a:cubicBezTo>
                  <a:cubicBezTo>
                    <a:pt x="278655" y="6700"/>
                    <a:pt x="315527" y="-5650"/>
                    <a:pt x="352399" y="6700"/>
                  </a:cubicBezTo>
                  <a:cubicBezTo>
                    <a:pt x="364690" y="12874"/>
                    <a:pt x="376981" y="25224"/>
                    <a:pt x="383126" y="37573"/>
                  </a:cubicBezTo>
                  <a:cubicBezTo>
                    <a:pt x="401562" y="6700"/>
                    <a:pt x="438435" y="-5650"/>
                    <a:pt x="469162" y="6700"/>
                  </a:cubicBezTo>
                  <a:cubicBezTo>
                    <a:pt x="481452" y="12874"/>
                    <a:pt x="493743" y="25224"/>
                    <a:pt x="499889" y="37573"/>
                  </a:cubicBezTo>
                  <a:cubicBezTo>
                    <a:pt x="518325" y="6700"/>
                    <a:pt x="555197" y="-5650"/>
                    <a:pt x="585924" y="6700"/>
                  </a:cubicBezTo>
                  <a:cubicBezTo>
                    <a:pt x="604360" y="12874"/>
                    <a:pt x="610506" y="25224"/>
                    <a:pt x="622796" y="37573"/>
                  </a:cubicBezTo>
                  <a:cubicBezTo>
                    <a:pt x="635087" y="6700"/>
                    <a:pt x="671960" y="-5650"/>
                    <a:pt x="708832" y="6700"/>
                  </a:cubicBezTo>
                  <a:cubicBezTo>
                    <a:pt x="721123" y="12874"/>
                    <a:pt x="733413" y="25224"/>
                    <a:pt x="739559" y="37573"/>
                  </a:cubicBezTo>
                  <a:cubicBezTo>
                    <a:pt x="757995" y="6700"/>
                    <a:pt x="794867" y="-5650"/>
                    <a:pt x="825594" y="6700"/>
                  </a:cubicBezTo>
                  <a:cubicBezTo>
                    <a:pt x="837885" y="12874"/>
                    <a:pt x="850176" y="25224"/>
                    <a:pt x="856321" y="37573"/>
                  </a:cubicBezTo>
                  <a:cubicBezTo>
                    <a:pt x="874757" y="6700"/>
                    <a:pt x="911630" y="-5650"/>
                    <a:pt x="948502" y="6700"/>
                  </a:cubicBezTo>
                  <a:cubicBezTo>
                    <a:pt x="960793" y="12874"/>
                    <a:pt x="966938" y="25224"/>
                    <a:pt x="979229" y="37573"/>
                  </a:cubicBezTo>
                  <a:cubicBezTo>
                    <a:pt x="991520" y="6700"/>
                    <a:pt x="1028392" y="-5650"/>
                    <a:pt x="1065265" y="6700"/>
                  </a:cubicBezTo>
                  <a:cubicBezTo>
                    <a:pt x="1077555" y="12874"/>
                    <a:pt x="1089846" y="25224"/>
                    <a:pt x="1095992" y="37573"/>
                  </a:cubicBezTo>
                  <a:cubicBezTo>
                    <a:pt x="1114428" y="6700"/>
                    <a:pt x="1151300" y="-5650"/>
                    <a:pt x="1182027" y="6700"/>
                  </a:cubicBezTo>
                  <a:cubicBezTo>
                    <a:pt x="1194318" y="12874"/>
                    <a:pt x="1206609" y="25224"/>
                    <a:pt x="1212754" y="37573"/>
                  </a:cubicBezTo>
                  <a:cubicBezTo>
                    <a:pt x="1231190" y="19049"/>
                    <a:pt x="1249626" y="6700"/>
                    <a:pt x="1274208" y="525"/>
                  </a:cubicBezTo>
                  <a:cubicBezTo>
                    <a:pt x="1329516" y="-5650"/>
                    <a:pt x="1372534" y="43748"/>
                    <a:pt x="1360243" y="93145"/>
                  </a:cubicBezTo>
                  <a:cubicBezTo>
                    <a:pt x="1354098" y="117844"/>
                    <a:pt x="1335662" y="130193"/>
                    <a:pt x="1317226" y="142543"/>
                  </a:cubicBezTo>
                  <a:cubicBezTo>
                    <a:pt x="1329516" y="148717"/>
                    <a:pt x="1335662" y="161067"/>
                    <a:pt x="1341807" y="173416"/>
                  </a:cubicBezTo>
                  <a:cubicBezTo>
                    <a:pt x="1360243" y="204290"/>
                    <a:pt x="1341807" y="241338"/>
                    <a:pt x="1317226" y="259862"/>
                  </a:cubicBezTo>
                  <a:cubicBezTo>
                    <a:pt x="1329516" y="266037"/>
                    <a:pt x="1335662" y="278386"/>
                    <a:pt x="1341807" y="290735"/>
                  </a:cubicBezTo>
                  <a:cubicBezTo>
                    <a:pt x="1360243" y="327784"/>
                    <a:pt x="1341807" y="358657"/>
                    <a:pt x="1317226" y="377181"/>
                  </a:cubicBezTo>
                  <a:cubicBezTo>
                    <a:pt x="1317226" y="377193"/>
                    <a:pt x="1317226" y="377275"/>
                    <a:pt x="1317226" y="377953"/>
                  </a:cubicBezTo>
                  <a:lnTo>
                    <a:pt x="1317226" y="383356"/>
                  </a:lnTo>
                  <a:cubicBezTo>
                    <a:pt x="1329516" y="389531"/>
                    <a:pt x="1335662" y="395705"/>
                    <a:pt x="1341807" y="408055"/>
                  </a:cubicBezTo>
                  <a:cubicBezTo>
                    <a:pt x="1360243" y="445103"/>
                    <a:pt x="1341807" y="482151"/>
                    <a:pt x="1317226" y="494500"/>
                  </a:cubicBezTo>
                  <a:cubicBezTo>
                    <a:pt x="1317226" y="494512"/>
                    <a:pt x="1317226" y="494591"/>
                    <a:pt x="1317226" y="495272"/>
                  </a:cubicBezTo>
                  <a:lnTo>
                    <a:pt x="1317226" y="500675"/>
                  </a:lnTo>
                  <a:cubicBezTo>
                    <a:pt x="1329516" y="506850"/>
                    <a:pt x="1335662" y="519199"/>
                    <a:pt x="1341807" y="531548"/>
                  </a:cubicBezTo>
                  <a:cubicBezTo>
                    <a:pt x="1360243" y="562422"/>
                    <a:pt x="1341807" y="599470"/>
                    <a:pt x="1317226" y="617994"/>
                  </a:cubicBezTo>
                  <a:cubicBezTo>
                    <a:pt x="1329516" y="624169"/>
                    <a:pt x="1335662" y="636518"/>
                    <a:pt x="1341807" y="648868"/>
                  </a:cubicBezTo>
                  <a:cubicBezTo>
                    <a:pt x="1360243" y="685916"/>
                    <a:pt x="1341807" y="716789"/>
                    <a:pt x="1317226" y="735313"/>
                  </a:cubicBezTo>
                  <a:cubicBezTo>
                    <a:pt x="1317226" y="735325"/>
                    <a:pt x="1317226" y="735405"/>
                    <a:pt x="1317226" y="736085"/>
                  </a:cubicBezTo>
                  <a:lnTo>
                    <a:pt x="1317226" y="741488"/>
                  </a:lnTo>
                  <a:cubicBezTo>
                    <a:pt x="1329516" y="747663"/>
                    <a:pt x="1335662" y="753837"/>
                    <a:pt x="1341807" y="766187"/>
                  </a:cubicBezTo>
                  <a:cubicBezTo>
                    <a:pt x="1360243" y="803235"/>
                    <a:pt x="1341807" y="840283"/>
                    <a:pt x="1317226" y="852633"/>
                  </a:cubicBezTo>
                  <a:cubicBezTo>
                    <a:pt x="1335662" y="864982"/>
                    <a:pt x="1354098" y="877331"/>
                    <a:pt x="1360243" y="902030"/>
                  </a:cubicBezTo>
                  <a:cubicBezTo>
                    <a:pt x="1372534" y="951428"/>
                    <a:pt x="1329516" y="1000825"/>
                    <a:pt x="1274208" y="994650"/>
                  </a:cubicBezTo>
                  <a:cubicBezTo>
                    <a:pt x="1249626" y="988476"/>
                    <a:pt x="1231190" y="969952"/>
                    <a:pt x="1212754" y="945253"/>
                  </a:cubicBezTo>
                  <a:cubicBezTo>
                    <a:pt x="1206609" y="957602"/>
                    <a:pt x="1194318" y="969952"/>
                    <a:pt x="1182027" y="976126"/>
                  </a:cubicBezTo>
                  <a:cubicBezTo>
                    <a:pt x="1151300" y="988476"/>
                    <a:pt x="1114428" y="976126"/>
                    <a:pt x="1095992" y="945253"/>
                  </a:cubicBezTo>
                  <a:cubicBezTo>
                    <a:pt x="1089846" y="957602"/>
                    <a:pt x="1077555" y="969952"/>
                    <a:pt x="1065265" y="976126"/>
                  </a:cubicBezTo>
                  <a:cubicBezTo>
                    <a:pt x="1028392" y="988476"/>
                    <a:pt x="991520" y="976126"/>
                    <a:pt x="979229" y="945253"/>
                  </a:cubicBezTo>
                  <a:cubicBezTo>
                    <a:pt x="966938" y="957602"/>
                    <a:pt x="960793" y="969952"/>
                    <a:pt x="948502" y="976126"/>
                  </a:cubicBezTo>
                  <a:cubicBezTo>
                    <a:pt x="911630" y="988476"/>
                    <a:pt x="874757" y="976126"/>
                    <a:pt x="856321" y="945253"/>
                  </a:cubicBezTo>
                  <a:cubicBezTo>
                    <a:pt x="850176" y="957602"/>
                    <a:pt x="837885" y="969952"/>
                    <a:pt x="825594" y="976126"/>
                  </a:cubicBezTo>
                  <a:cubicBezTo>
                    <a:pt x="794867" y="988476"/>
                    <a:pt x="757995" y="976126"/>
                    <a:pt x="739559" y="945253"/>
                  </a:cubicBezTo>
                  <a:cubicBezTo>
                    <a:pt x="733413" y="957602"/>
                    <a:pt x="721123" y="969952"/>
                    <a:pt x="708832" y="976126"/>
                  </a:cubicBezTo>
                  <a:cubicBezTo>
                    <a:pt x="671960" y="988476"/>
                    <a:pt x="635087" y="976126"/>
                    <a:pt x="622796" y="945253"/>
                  </a:cubicBezTo>
                  <a:cubicBezTo>
                    <a:pt x="610506" y="957602"/>
                    <a:pt x="604360" y="969952"/>
                    <a:pt x="585924" y="976126"/>
                  </a:cubicBezTo>
                  <a:cubicBezTo>
                    <a:pt x="555197" y="988476"/>
                    <a:pt x="518325" y="976126"/>
                    <a:pt x="499889" y="945253"/>
                  </a:cubicBezTo>
                  <a:cubicBezTo>
                    <a:pt x="493743" y="957602"/>
                    <a:pt x="481452" y="969952"/>
                    <a:pt x="469162" y="976126"/>
                  </a:cubicBezTo>
                  <a:cubicBezTo>
                    <a:pt x="438435" y="988476"/>
                    <a:pt x="401562" y="976126"/>
                    <a:pt x="383126" y="945253"/>
                  </a:cubicBezTo>
                  <a:cubicBezTo>
                    <a:pt x="376981" y="957602"/>
                    <a:pt x="364690" y="969952"/>
                    <a:pt x="352399" y="976126"/>
                  </a:cubicBezTo>
                  <a:cubicBezTo>
                    <a:pt x="315527" y="988476"/>
                    <a:pt x="278655" y="976126"/>
                    <a:pt x="266364" y="945253"/>
                  </a:cubicBezTo>
                  <a:cubicBezTo>
                    <a:pt x="260218" y="957602"/>
                    <a:pt x="247928" y="969952"/>
                    <a:pt x="235637" y="976126"/>
                  </a:cubicBezTo>
                  <a:cubicBezTo>
                    <a:pt x="198764" y="988476"/>
                    <a:pt x="161892" y="976126"/>
                    <a:pt x="149601" y="951428"/>
                  </a:cubicBezTo>
                  <a:cubicBezTo>
                    <a:pt x="131165" y="969952"/>
                    <a:pt x="112729" y="988476"/>
                    <a:pt x="88147" y="994650"/>
                  </a:cubicBezTo>
                  <a:cubicBezTo>
                    <a:pt x="32839" y="1000825"/>
                    <a:pt x="-10179" y="951428"/>
                    <a:pt x="2112" y="902030"/>
                  </a:cubicBezTo>
                  <a:cubicBezTo>
                    <a:pt x="8257" y="877331"/>
                    <a:pt x="26693" y="864982"/>
                    <a:pt x="45130" y="852633"/>
                  </a:cubicBezTo>
                  <a:cubicBezTo>
                    <a:pt x="20548" y="834108"/>
                    <a:pt x="8257" y="803235"/>
                    <a:pt x="20548" y="766187"/>
                  </a:cubicBezTo>
                  <a:cubicBezTo>
                    <a:pt x="26693" y="753837"/>
                    <a:pt x="32839" y="747663"/>
                    <a:pt x="45130" y="741488"/>
                  </a:cubicBezTo>
                  <a:cubicBezTo>
                    <a:pt x="45130" y="741483"/>
                    <a:pt x="45130" y="741419"/>
                    <a:pt x="45130" y="740716"/>
                  </a:cubicBezTo>
                  <a:lnTo>
                    <a:pt x="45130" y="735313"/>
                  </a:lnTo>
                  <a:cubicBezTo>
                    <a:pt x="20548" y="716789"/>
                    <a:pt x="8257" y="679741"/>
                    <a:pt x="20548" y="648868"/>
                  </a:cubicBezTo>
                  <a:cubicBezTo>
                    <a:pt x="26693" y="636518"/>
                    <a:pt x="32839" y="624169"/>
                    <a:pt x="45130" y="617994"/>
                  </a:cubicBezTo>
                  <a:cubicBezTo>
                    <a:pt x="20548" y="599470"/>
                    <a:pt x="8257" y="562422"/>
                    <a:pt x="20548" y="531548"/>
                  </a:cubicBezTo>
                  <a:cubicBezTo>
                    <a:pt x="26693" y="519199"/>
                    <a:pt x="32839" y="506850"/>
                    <a:pt x="45130" y="500675"/>
                  </a:cubicBezTo>
                  <a:cubicBezTo>
                    <a:pt x="45130" y="500665"/>
                    <a:pt x="45130" y="500590"/>
                    <a:pt x="45130" y="499903"/>
                  </a:cubicBezTo>
                  <a:lnTo>
                    <a:pt x="45130" y="494500"/>
                  </a:lnTo>
                  <a:cubicBezTo>
                    <a:pt x="20548" y="475976"/>
                    <a:pt x="8257" y="445103"/>
                    <a:pt x="20548" y="408055"/>
                  </a:cubicBezTo>
                  <a:cubicBezTo>
                    <a:pt x="26693" y="395705"/>
                    <a:pt x="32839" y="389531"/>
                    <a:pt x="45130" y="383356"/>
                  </a:cubicBezTo>
                  <a:cubicBezTo>
                    <a:pt x="45130" y="383349"/>
                    <a:pt x="45130" y="383279"/>
                    <a:pt x="45130" y="382584"/>
                  </a:cubicBezTo>
                  <a:lnTo>
                    <a:pt x="45130" y="377181"/>
                  </a:lnTo>
                  <a:cubicBezTo>
                    <a:pt x="20548" y="358657"/>
                    <a:pt x="8257" y="321609"/>
                    <a:pt x="20548" y="290735"/>
                  </a:cubicBezTo>
                  <a:cubicBezTo>
                    <a:pt x="26693" y="278386"/>
                    <a:pt x="32839" y="266037"/>
                    <a:pt x="45130" y="259862"/>
                  </a:cubicBezTo>
                  <a:cubicBezTo>
                    <a:pt x="20548" y="241338"/>
                    <a:pt x="8257" y="204290"/>
                    <a:pt x="20548" y="173416"/>
                  </a:cubicBezTo>
                  <a:cubicBezTo>
                    <a:pt x="26693" y="161067"/>
                    <a:pt x="32839" y="148717"/>
                    <a:pt x="45130" y="142543"/>
                  </a:cubicBezTo>
                  <a:cubicBezTo>
                    <a:pt x="26693" y="130193"/>
                    <a:pt x="8257" y="117844"/>
                    <a:pt x="2112" y="93145"/>
                  </a:cubicBezTo>
                  <a:cubicBezTo>
                    <a:pt x="-10179" y="43748"/>
                    <a:pt x="32839" y="-5650"/>
                    <a:pt x="88147" y="525"/>
                  </a:cubicBezTo>
                  <a:close/>
                </a:path>
              </a:pathLst>
            </a:custGeom>
            <a:solidFill>
              <a:srgbClr val="FCD11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 sz="1800"/>
            </a:p>
          </p:txBody>
        </p:sp>
        <p:grpSp>
          <p:nvGrpSpPr>
            <p:cNvPr id="69" name="Group 68"/>
            <p:cNvGrpSpPr/>
            <p:nvPr/>
          </p:nvGrpSpPr>
          <p:grpSpPr>
            <a:xfrm>
              <a:off x="8246269" y="6477000"/>
              <a:ext cx="207439" cy="161342"/>
              <a:chOff x="2074163" y="5486400"/>
              <a:chExt cx="1000966" cy="778532"/>
            </a:xfrm>
            <a:solidFill>
              <a:srgbClr val="0036A3"/>
            </a:solidFill>
          </p:grpSpPr>
          <p:sp>
            <p:nvSpPr>
              <p:cNvPr id="94" name="Freeform 61"/>
              <p:cNvSpPr>
                <a:spLocks noEditPoints="1"/>
              </p:cNvSpPr>
              <p:nvPr/>
            </p:nvSpPr>
            <p:spPr bwMode="auto">
              <a:xfrm>
                <a:off x="2074163" y="5567994"/>
                <a:ext cx="632146" cy="603760"/>
              </a:xfrm>
              <a:custGeom>
                <a:avLst/>
                <a:gdLst>
                  <a:gd name="T0" fmla="*/ 78 w 149"/>
                  <a:gd name="T1" fmla="*/ 0 h 142"/>
                  <a:gd name="T2" fmla="*/ 28 w 149"/>
                  <a:gd name="T3" fmla="*/ 121 h 142"/>
                  <a:gd name="T4" fmla="*/ 78 w 149"/>
                  <a:gd name="T5" fmla="*/ 142 h 142"/>
                  <a:gd name="T6" fmla="*/ 149 w 149"/>
                  <a:gd name="T7" fmla="*/ 71 h 142"/>
                  <a:gd name="T8" fmla="*/ 118 w 149"/>
                  <a:gd name="T9" fmla="*/ 29 h 142"/>
                  <a:gd name="T10" fmla="*/ 104 w 149"/>
                  <a:gd name="T11" fmla="*/ 25 h 142"/>
                  <a:gd name="T12" fmla="*/ 100 w 149"/>
                  <a:gd name="T13" fmla="*/ 44 h 142"/>
                  <a:gd name="T14" fmla="*/ 104 w 149"/>
                  <a:gd name="T15" fmla="*/ 48 h 142"/>
                  <a:gd name="T16" fmla="*/ 100 w 149"/>
                  <a:gd name="T17" fmla="*/ 44 h 142"/>
                  <a:gd name="T18" fmla="*/ 66 w 149"/>
                  <a:gd name="T19" fmla="*/ 26 h 142"/>
                  <a:gd name="T20" fmla="*/ 76 w 149"/>
                  <a:gd name="T21" fmla="*/ 17 h 142"/>
                  <a:gd name="T22" fmla="*/ 77 w 149"/>
                  <a:gd name="T23" fmla="*/ 17 h 142"/>
                  <a:gd name="T24" fmla="*/ 87 w 149"/>
                  <a:gd name="T25" fmla="*/ 26 h 142"/>
                  <a:gd name="T26" fmla="*/ 88 w 149"/>
                  <a:gd name="T27" fmla="*/ 28 h 142"/>
                  <a:gd name="T28" fmla="*/ 79 w 149"/>
                  <a:gd name="T29" fmla="*/ 37 h 142"/>
                  <a:gd name="T30" fmla="*/ 76 w 149"/>
                  <a:gd name="T31" fmla="*/ 39 h 142"/>
                  <a:gd name="T32" fmla="*/ 74 w 149"/>
                  <a:gd name="T33" fmla="*/ 37 h 142"/>
                  <a:gd name="T34" fmla="*/ 65 w 149"/>
                  <a:gd name="T35" fmla="*/ 28 h 142"/>
                  <a:gd name="T36" fmla="*/ 53 w 149"/>
                  <a:gd name="T37" fmla="*/ 44 h 142"/>
                  <a:gd name="T38" fmla="*/ 48 w 149"/>
                  <a:gd name="T39" fmla="*/ 48 h 142"/>
                  <a:gd name="T40" fmla="*/ 53 w 149"/>
                  <a:gd name="T41" fmla="*/ 44 h 142"/>
                  <a:gd name="T42" fmla="*/ 48 w 149"/>
                  <a:gd name="T43" fmla="*/ 27 h 142"/>
                  <a:gd name="T44" fmla="*/ 33 w 149"/>
                  <a:gd name="T45" fmla="*/ 30 h 142"/>
                  <a:gd name="T46" fmla="*/ 28 w 149"/>
                  <a:gd name="T47" fmla="*/ 82 h 142"/>
                  <a:gd name="T48" fmla="*/ 26 w 149"/>
                  <a:gd name="T49" fmla="*/ 79 h 142"/>
                  <a:gd name="T50" fmla="*/ 17 w 149"/>
                  <a:gd name="T51" fmla="*/ 70 h 142"/>
                  <a:gd name="T52" fmla="*/ 18 w 149"/>
                  <a:gd name="T53" fmla="*/ 69 h 142"/>
                  <a:gd name="T54" fmla="*/ 28 w 149"/>
                  <a:gd name="T55" fmla="*/ 59 h 142"/>
                  <a:gd name="T56" fmla="*/ 29 w 149"/>
                  <a:gd name="T57" fmla="*/ 59 h 142"/>
                  <a:gd name="T58" fmla="*/ 39 w 149"/>
                  <a:gd name="T59" fmla="*/ 69 h 142"/>
                  <a:gd name="T60" fmla="*/ 40 w 149"/>
                  <a:gd name="T61" fmla="*/ 70 h 142"/>
                  <a:gd name="T62" fmla="*/ 31 w 149"/>
                  <a:gd name="T63" fmla="*/ 79 h 142"/>
                  <a:gd name="T64" fmla="*/ 36 w 149"/>
                  <a:gd name="T65" fmla="*/ 116 h 142"/>
                  <a:gd name="T66" fmla="*/ 51 w 149"/>
                  <a:gd name="T67" fmla="*/ 118 h 142"/>
                  <a:gd name="T68" fmla="*/ 54 w 149"/>
                  <a:gd name="T69" fmla="*/ 100 h 142"/>
                  <a:gd name="T70" fmla="*/ 50 w 149"/>
                  <a:gd name="T71" fmla="*/ 96 h 142"/>
                  <a:gd name="T72" fmla="*/ 54 w 149"/>
                  <a:gd name="T73" fmla="*/ 100 h 142"/>
                  <a:gd name="T74" fmla="*/ 87 w 149"/>
                  <a:gd name="T75" fmla="*/ 116 h 142"/>
                  <a:gd name="T76" fmla="*/ 77 w 149"/>
                  <a:gd name="T77" fmla="*/ 126 h 142"/>
                  <a:gd name="T78" fmla="*/ 76 w 149"/>
                  <a:gd name="T79" fmla="*/ 126 h 142"/>
                  <a:gd name="T80" fmla="*/ 66 w 149"/>
                  <a:gd name="T81" fmla="*/ 116 h 142"/>
                  <a:gd name="T82" fmla="*/ 65 w 149"/>
                  <a:gd name="T83" fmla="*/ 114 h 142"/>
                  <a:gd name="T84" fmla="*/ 74 w 149"/>
                  <a:gd name="T85" fmla="*/ 105 h 142"/>
                  <a:gd name="T86" fmla="*/ 76 w 149"/>
                  <a:gd name="T87" fmla="*/ 103 h 142"/>
                  <a:gd name="T88" fmla="*/ 79 w 149"/>
                  <a:gd name="T89" fmla="*/ 105 h 142"/>
                  <a:gd name="T90" fmla="*/ 88 w 149"/>
                  <a:gd name="T91" fmla="*/ 114 h 142"/>
                  <a:gd name="T92" fmla="*/ 78 w 149"/>
                  <a:gd name="T93" fmla="*/ 87 h 142"/>
                  <a:gd name="T94" fmla="*/ 78 w 149"/>
                  <a:gd name="T95" fmla="*/ 53 h 142"/>
                  <a:gd name="T96" fmla="*/ 78 w 149"/>
                  <a:gd name="T97" fmla="*/ 87 h 142"/>
                  <a:gd name="T98" fmla="*/ 100 w 149"/>
                  <a:gd name="T99" fmla="*/ 97 h 142"/>
                  <a:gd name="T100" fmla="*/ 104 w 149"/>
                  <a:gd name="T101" fmla="*/ 93 h 142"/>
                  <a:gd name="T102" fmla="*/ 121 w 149"/>
                  <a:gd name="T103" fmla="*/ 112 h 142"/>
                  <a:gd name="T104" fmla="*/ 123 w 149"/>
                  <a:gd name="T105" fmla="*/ 97 h 142"/>
                  <a:gd name="T106" fmla="*/ 139 w 149"/>
                  <a:gd name="T107" fmla="*/ 71 h 142"/>
                  <a:gd name="T108" fmla="*/ 129 w 149"/>
                  <a:gd name="T109" fmla="*/ 81 h 142"/>
                  <a:gd name="T110" fmla="*/ 127 w 149"/>
                  <a:gd name="T111" fmla="*/ 81 h 142"/>
                  <a:gd name="T112" fmla="*/ 117 w 149"/>
                  <a:gd name="T113" fmla="*/ 71 h 142"/>
                  <a:gd name="T114" fmla="*/ 116 w 149"/>
                  <a:gd name="T115" fmla="*/ 69 h 142"/>
                  <a:gd name="T116" fmla="*/ 126 w 149"/>
                  <a:gd name="T117" fmla="*/ 60 h 142"/>
                  <a:gd name="T118" fmla="*/ 128 w 149"/>
                  <a:gd name="T119" fmla="*/ 58 h 142"/>
                  <a:gd name="T120" fmla="*/ 130 w 149"/>
                  <a:gd name="T121" fmla="*/ 60 h 142"/>
                  <a:gd name="T122" fmla="*/ 140 w 149"/>
                  <a:gd name="T123" fmla="*/ 69 h 142"/>
                  <a:gd name="T124" fmla="*/ 139 w 149"/>
                  <a:gd name="T125" fmla="*/ 71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49" h="142">
                    <a:moveTo>
                      <a:pt x="129" y="21"/>
                    </a:moveTo>
                    <a:cubicBezTo>
                      <a:pt x="115" y="7"/>
                      <a:pt x="97" y="0"/>
                      <a:pt x="78" y="0"/>
                    </a:cubicBezTo>
                    <a:cubicBezTo>
                      <a:pt x="59" y="0"/>
                      <a:pt x="41" y="7"/>
                      <a:pt x="28" y="21"/>
                    </a:cubicBezTo>
                    <a:cubicBezTo>
                      <a:pt x="0" y="48"/>
                      <a:pt x="0" y="94"/>
                      <a:pt x="28" y="121"/>
                    </a:cubicBezTo>
                    <a:cubicBezTo>
                      <a:pt x="41" y="135"/>
                      <a:pt x="59" y="142"/>
                      <a:pt x="78" y="142"/>
                    </a:cubicBezTo>
                    <a:cubicBezTo>
                      <a:pt x="78" y="142"/>
                      <a:pt x="78" y="142"/>
                      <a:pt x="78" y="142"/>
                    </a:cubicBezTo>
                    <a:cubicBezTo>
                      <a:pt x="97" y="142"/>
                      <a:pt x="115" y="135"/>
                      <a:pt x="128" y="121"/>
                    </a:cubicBezTo>
                    <a:cubicBezTo>
                      <a:pt x="142" y="108"/>
                      <a:pt x="149" y="90"/>
                      <a:pt x="149" y="71"/>
                    </a:cubicBezTo>
                    <a:cubicBezTo>
                      <a:pt x="149" y="52"/>
                      <a:pt x="142" y="34"/>
                      <a:pt x="129" y="21"/>
                    </a:cubicBezTo>
                    <a:close/>
                    <a:moveTo>
                      <a:pt x="118" y="29"/>
                    </a:moveTo>
                    <a:cubicBezTo>
                      <a:pt x="120" y="43"/>
                      <a:pt x="120" y="43"/>
                      <a:pt x="120" y="43"/>
                    </a:cubicBezTo>
                    <a:cubicBezTo>
                      <a:pt x="104" y="25"/>
                      <a:pt x="104" y="25"/>
                      <a:pt x="104" y="25"/>
                    </a:cubicBezTo>
                    <a:lnTo>
                      <a:pt x="118" y="29"/>
                    </a:lnTo>
                    <a:close/>
                    <a:moveTo>
                      <a:pt x="100" y="44"/>
                    </a:moveTo>
                    <a:cubicBezTo>
                      <a:pt x="101" y="43"/>
                      <a:pt x="103" y="43"/>
                      <a:pt x="104" y="44"/>
                    </a:cubicBezTo>
                    <a:cubicBezTo>
                      <a:pt x="105" y="45"/>
                      <a:pt x="105" y="47"/>
                      <a:pt x="104" y="48"/>
                    </a:cubicBezTo>
                    <a:cubicBezTo>
                      <a:pt x="103" y="49"/>
                      <a:pt x="101" y="49"/>
                      <a:pt x="100" y="48"/>
                    </a:cubicBezTo>
                    <a:cubicBezTo>
                      <a:pt x="99" y="47"/>
                      <a:pt x="99" y="45"/>
                      <a:pt x="100" y="44"/>
                    </a:cubicBezTo>
                    <a:close/>
                    <a:moveTo>
                      <a:pt x="65" y="28"/>
                    </a:moveTo>
                    <a:cubicBezTo>
                      <a:pt x="65" y="27"/>
                      <a:pt x="65" y="26"/>
                      <a:pt x="66" y="26"/>
                    </a:cubicBezTo>
                    <a:cubicBezTo>
                      <a:pt x="66" y="26"/>
                      <a:pt x="72" y="25"/>
                      <a:pt x="74" y="19"/>
                    </a:cubicBezTo>
                    <a:cubicBezTo>
                      <a:pt x="74" y="19"/>
                      <a:pt x="75" y="17"/>
                      <a:pt x="76" y="17"/>
                    </a:cubicBezTo>
                    <a:cubicBezTo>
                      <a:pt x="76" y="17"/>
                      <a:pt x="76" y="16"/>
                      <a:pt x="76" y="16"/>
                    </a:cubicBezTo>
                    <a:cubicBezTo>
                      <a:pt x="77" y="16"/>
                      <a:pt x="77" y="17"/>
                      <a:pt x="77" y="17"/>
                    </a:cubicBezTo>
                    <a:cubicBezTo>
                      <a:pt x="78" y="17"/>
                      <a:pt x="79" y="19"/>
                      <a:pt x="79" y="19"/>
                    </a:cubicBezTo>
                    <a:cubicBezTo>
                      <a:pt x="80" y="25"/>
                      <a:pt x="87" y="26"/>
                      <a:pt x="87" y="26"/>
                    </a:cubicBezTo>
                    <a:cubicBezTo>
                      <a:pt x="88" y="26"/>
                      <a:pt x="88" y="27"/>
                      <a:pt x="88" y="28"/>
                    </a:cubicBezTo>
                    <a:cubicBezTo>
                      <a:pt x="88" y="28"/>
                      <a:pt x="88" y="28"/>
                      <a:pt x="88" y="28"/>
                    </a:cubicBezTo>
                    <a:cubicBezTo>
                      <a:pt x="88" y="29"/>
                      <a:pt x="88" y="29"/>
                      <a:pt x="87" y="30"/>
                    </a:cubicBezTo>
                    <a:cubicBezTo>
                      <a:pt x="87" y="30"/>
                      <a:pt x="80" y="31"/>
                      <a:pt x="79" y="37"/>
                    </a:cubicBezTo>
                    <a:cubicBezTo>
                      <a:pt x="79" y="37"/>
                      <a:pt x="78" y="39"/>
                      <a:pt x="77" y="39"/>
                    </a:cubicBezTo>
                    <a:cubicBezTo>
                      <a:pt x="77" y="39"/>
                      <a:pt x="77" y="39"/>
                      <a:pt x="76" y="39"/>
                    </a:cubicBezTo>
                    <a:cubicBezTo>
                      <a:pt x="76" y="39"/>
                      <a:pt x="76" y="39"/>
                      <a:pt x="76" y="39"/>
                    </a:cubicBezTo>
                    <a:cubicBezTo>
                      <a:pt x="75" y="39"/>
                      <a:pt x="74" y="37"/>
                      <a:pt x="74" y="37"/>
                    </a:cubicBezTo>
                    <a:cubicBezTo>
                      <a:pt x="72" y="31"/>
                      <a:pt x="66" y="30"/>
                      <a:pt x="66" y="30"/>
                    </a:cubicBezTo>
                    <a:cubicBezTo>
                      <a:pt x="65" y="29"/>
                      <a:pt x="65" y="29"/>
                      <a:pt x="65" y="28"/>
                    </a:cubicBezTo>
                    <a:cubicBezTo>
                      <a:pt x="65" y="28"/>
                      <a:pt x="65" y="28"/>
                      <a:pt x="65" y="28"/>
                    </a:cubicBezTo>
                    <a:close/>
                    <a:moveTo>
                      <a:pt x="53" y="44"/>
                    </a:moveTo>
                    <a:cubicBezTo>
                      <a:pt x="54" y="45"/>
                      <a:pt x="54" y="47"/>
                      <a:pt x="53" y="48"/>
                    </a:cubicBezTo>
                    <a:cubicBezTo>
                      <a:pt x="51" y="49"/>
                      <a:pt x="50" y="49"/>
                      <a:pt x="48" y="48"/>
                    </a:cubicBezTo>
                    <a:cubicBezTo>
                      <a:pt x="47" y="47"/>
                      <a:pt x="47" y="45"/>
                      <a:pt x="48" y="44"/>
                    </a:cubicBezTo>
                    <a:cubicBezTo>
                      <a:pt x="50" y="43"/>
                      <a:pt x="51" y="43"/>
                      <a:pt x="53" y="44"/>
                    </a:cubicBezTo>
                    <a:close/>
                    <a:moveTo>
                      <a:pt x="33" y="30"/>
                    </a:moveTo>
                    <a:cubicBezTo>
                      <a:pt x="48" y="27"/>
                      <a:pt x="48" y="27"/>
                      <a:pt x="48" y="27"/>
                    </a:cubicBezTo>
                    <a:cubicBezTo>
                      <a:pt x="30" y="44"/>
                      <a:pt x="30" y="44"/>
                      <a:pt x="30" y="44"/>
                    </a:cubicBezTo>
                    <a:lnTo>
                      <a:pt x="33" y="30"/>
                    </a:lnTo>
                    <a:close/>
                    <a:moveTo>
                      <a:pt x="29" y="81"/>
                    </a:moveTo>
                    <a:cubicBezTo>
                      <a:pt x="29" y="82"/>
                      <a:pt x="29" y="82"/>
                      <a:pt x="28" y="82"/>
                    </a:cubicBezTo>
                    <a:cubicBezTo>
                      <a:pt x="28" y="82"/>
                      <a:pt x="28" y="82"/>
                      <a:pt x="28" y="82"/>
                    </a:cubicBezTo>
                    <a:cubicBezTo>
                      <a:pt x="27" y="81"/>
                      <a:pt x="26" y="79"/>
                      <a:pt x="26" y="79"/>
                    </a:cubicBezTo>
                    <a:cubicBezTo>
                      <a:pt x="24" y="73"/>
                      <a:pt x="18" y="72"/>
                      <a:pt x="18" y="72"/>
                    </a:cubicBezTo>
                    <a:cubicBezTo>
                      <a:pt x="17" y="72"/>
                      <a:pt x="17" y="71"/>
                      <a:pt x="17" y="70"/>
                    </a:cubicBezTo>
                    <a:cubicBezTo>
                      <a:pt x="17" y="70"/>
                      <a:pt x="17" y="70"/>
                      <a:pt x="17" y="70"/>
                    </a:cubicBezTo>
                    <a:cubicBezTo>
                      <a:pt x="17" y="69"/>
                      <a:pt x="17" y="69"/>
                      <a:pt x="18" y="69"/>
                    </a:cubicBezTo>
                    <a:cubicBezTo>
                      <a:pt x="18" y="68"/>
                      <a:pt x="24" y="67"/>
                      <a:pt x="26" y="61"/>
                    </a:cubicBezTo>
                    <a:cubicBezTo>
                      <a:pt x="26" y="61"/>
                      <a:pt x="27" y="59"/>
                      <a:pt x="28" y="59"/>
                    </a:cubicBezTo>
                    <a:cubicBezTo>
                      <a:pt x="28" y="59"/>
                      <a:pt x="28" y="59"/>
                      <a:pt x="28" y="59"/>
                    </a:cubicBezTo>
                    <a:cubicBezTo>
                      <a:pt x="29" y="59"/>
                      <a:pt x="29" y="59"/>
                      <a:pt x="29" y="59"/>
                    </a:cubicBezTo>
                    <a:cubicBezTo>
                      <a:pt x="30" y="59"/>
                      <a:pt x="31" y="61"/>
                      <a:pt x="31" y="61"/>
                    </a:cubicBezTo>
                    <a:cubicBezTo>
                      <a:pt x="32" y="67"/>
                      <a:pt x="39" y="68"/>
                      <a:pt x="39" y="69"/>
                    </a:cubicBezTo>
                    <a:cubicBezTo>
                      <a:pt x="40" y="69"/>
                      <a:pt x="40" y="69"/>
                      <a:pt x="40" y="70"/>
                    </a:cubicBezTo>
                    <a:cubicBezTo>
                      <a:pt x="40" y="70"/>
                      <a:pt x="40" y="70"/>
                      <a:pt x="40" y="70"/>
                    </a:cubicBezTo>
                    <a:cubicBezTo>
                      <a:pt x="40" y="71"/>
                      <a:pt x="40" y="72"/>
                      <a:pt x="39" y="72"/>
                    </a:cubicBezTo>
                    <a:cubicBezTo>
                      <a:pt x="39" y="72"/>
                      <a:pt x="32" y="73"/>
                      <a:pt x="31" y="79"/>
                    </a:cubicBezTo>
                    <a:cubicBezTo>
                      <a:pt x="31" y="79"/>
                      <a:pt x="30" y="81"/>
                      <a:pt x="29" y="81"/>
                    </a:cubicBezTo>
                    <a:close/>
                    <a:moveTo>
                      <a:pt x="36" y="116"/>
                    </a:moveTo>
                    <a:cubicBezTo>
                      <a:pt x="32" y="101"/>
                      <a:pt x="32" y="101"/>
                      <a:pt x="32" y="101"/>
                    </a:cubicBezTo>
                    <a:cubicBezTo>
                      <a:pt x="51" y="118"/>
                      <a:pt x="51" y="118"/>
                      <a:pt x="51" y="118"/>
                    </a:cubicBezTo>
                    <a:lnTo>
                      <a:pt x="36" y="116"/>
                    </a:lnTo>
                    <a:close/>
                    <a:moveTo>
                      <a:pt x="54" y="100"/>
                    </a:moveTo>
                    <a:cubicBezTo>
                      <a:pt x="53" y="101"/>
                      <a:pt x="51" y="101"/>
                      <a:pt x="50" y="100"/>
                    </a:cubicBezTo>
                    <a:cubicBezTo>
                      <a:pt x="49" y="99"/>
                      <a:pt x="49" y="97"/>
                      <a:pt x="50" y="96"/>
                    </a:cubicBezTo>
                    <a:cubicBezTo>
                      <a:pt x="51" y="95"/>
                      <a:pt x="53" y="95"/>
                      <a:pt x="54" y="96"/>
                    </a:cubicBezTo>
                    <a:cubicBezTo>
                      <a:pt x="55" y="97"/>
                      <a:pt x="55" y="99"/>
                      <a:pt x="54" y="100"/>
                    </a:cubicBezTo>
                    <a:close/>
                    <a:moveTo>
                      <a:pt x="88" y="114"/>
                    </a:moveTo>
                    <a:cubicBezTo>
                      <a:pt x="88" y="115"/>
                      <a:pt x="88" y="116"/>
                      <a:pt x="87" y="116"/>
                    </a:cubicBezTo>
                    <a:cubicBezTo>
                      <a:pt x="87" y="116"/>
                      <a:pt x="80" y="117"/>
                      <a:pt x="79" y="123"/>
                    </a:cubicBezTo>
                    <a:cubicBezTo>
                      <a:pt x="79" y="123"/>
                      <a:pt x="78" y="125"/>
                      <a:pt x="77" y="126"/>
                    </a:cubicBezTo>
                    <a:cubicBezTo>
                      <a:pt x="77" y="126"/>
                      <a:pt x="77" y="126"/>
                      <a:pt x="76" y="126"/>
                    </a:cubicBezTo>
                    <a:cubicBezTo>
                      <a:pt x="76" y="126"/>
                      <a:pt x="76" y="126"/>
                      <a:pt x="76" y="126"/>
                    </a:cubicBezTo>
                    <a:cubicBezTo>
                      <a:pt x="75" y="125"/>
                      <a:pt x="74" y="123"/>
                      <a:pt x="74" y="123"/>
                    </a:cubicBezTo>
                    <a:cubicBezTo>
                      <a:pt x="72" y="117"/>
                      <a:pt x="66" y="116"/>
                      <a:pt x="66" y="116"/>
                    </a:cubicBezTo>
                    <a:cubicBezTo>
                      <a:pt x="65" y="116"/>
                      <a:pt x="65" y="115"/>
                      <a:pt x="65" y="114"/>
                    </a:cubicBezTo>
                    <a:cubicBezTo>
                      <a:pt x="65" y="114"/>
                      <a:pt x="65" y="114"/>
                      <a:pt x="65" y="114"/>
                    </a:cubicBezTo>
                    <a:cubicBezTo>
                      <a:pt x="65" y="113"/>
                      <a:pt x="65" y="113"/>
                      <a:pt x="66" y="113"/>
                    </a:cubicBezTo>
                    <a:cubicBezTo>
                      <a:pt x="66" y="112"/>
                      <a:pt x="72" y="111"/>
                      <a:pt x="74" y="105"/>
                    </a:cubicBezTo>
                    <a:cubicBezTo>
                      <a:pt x="74" y="105"/>
                      <a:pt x="75" y="103"/>
                      <a:pt x="76" y="103"/>
                    </a:cubicBezTo>
                    <a:cubicBezTo>
                      <a:pt x="76" y="103"/>
                      <a:pt x="76" y="103"/>
                      <a:pt x="76" y="103"/>
                    </a:cubicBezTo>
                    <a:cubicBezTo>
                      <a:pt x="77" y="103"/>
                      <a:pt x="77" y="103"/>
                      <a:pt x="77" y="103"/>
                    </a:cubicBezTo>
                    <a:cubicBezTo>
                      <a:pt x="78" y="103"/>
                      <a:pt x="79" y="105"/>
                      <a:pt x="79" y="105"/>
                    </a:cubicBezTo>
                    <a:cubicBezTo>
                      <a:pt x="80" y="111"/>
                      <a:pt x="87" y="112"/>
                      <a:pt x="87" y="113"/>
                    </a:cubicBezTo>
                    <a:cubicBezTo>
                      <a:pt x="88" y="113"/>
                      <a:pt x="88" y="113"/>
                      <a:pt x="88" y="114"/>
                    </a:cubicBezTo>
                    <a:cubicBezTo>
                      <a:pt x="88" y="114"/>
                      <a:pt x="88" y="114"/>
                      <a:pt x="88" y="114"/>
                    </a:cubicBezTo>
                    <a:close/>
                    <a:moveTo>
                      <a:pt x="78" y="87"/>
                    </a:moveTo>
                    <a:cubicBezTo>
                      <a:pt x="64" y="87"/>
                      <a:pt x="53" y="79"/>
                      <a:pt x="53" y="70"/>
                    </a:cubicBezTo>
                    <a:cubicBezTo>
                      <a:pt x="53" y="60"/>
                      <a:pt x="64" y="53"/>
                      <a:pt x="78" y="53"/>
                    </a:cubicBezTo>
                    <a:cubicBezTo>
                      <a:pt x="92" y="53"/>
                      <a:pt x="103" y="60"/>
                      <a:pt x="103" y="70"/>
                    </a:cubicBezTo>
                    <a:cubicBezTo>
                      <a:pt x="103" y="79"/>
                      <a:pt x="92" y="87"/>
                      <a:pt x="78" y="87"/>
                    </a:cubicBezTo>
                    <a:close/>
                    <a:moveTo>
                      <a:pt x="104" y="97"/>
                    </a:moveTo>
                    <a:cubicBezTo>
                      <a:pt x="103" y="99"/>
                      <a:pt x="101" y="99"/>
                      <a:pt x="100" y="97"/>
                    </a:cubicBezTo>
                    <a:cubicBezTo>
                      <a:pt x="99" y="96"/>
                      <a:pt x="99" y="95"/>
                      <a:pt x="100" y="93"/>
                    </a:cubicBezTo>
                    <a:cubicBezTo>
                      <a:pt x="101" y="92"/>
                      <a:pt x="103" y="92"/>
                      <a:pt x="104" y="93"/>
                    </a:cubicBezTo>
                    <a:cubicBezTo>
                      <a:pt x="106" y="95"/>
                      <a:pt x="106" y="96"/>
                      <a:pt x="104" y="97"/>
                    </a:cubicBezTo>
                    <a:close/>
                    <a:moveTo>
                      <a:pt x="121" y="112"/>
                    </a:moveTo>
                    <a:cubicBezTo>
                      <a:pt x="106" y="116"/>
                      <a:pt x="106" y="116"/>
                      <a:pt x="106" y="116"/>
                    </a:cubicBezTo>
                    <a:cubicBezTo>
                      <a:pt x="123" y="97"/>
                      <a:pt x="123" y="97"/>
                      <a:pt x="123" y="97"/>
                    </a:cubicBezTo>
                    <a:lnTo>
                      <a:pt x="121" y="112"/>
                    </a:lnTo>
                    <a:close/>
                    <a:moveTo>
                      <a:pt x="139" y="71"/>
                    </a:moveTo>
                    <a:cubicBezTo>
                      <a:pt x="138" y="71"/>
                      <a:pt x="132" y="72"/>
                      <a:pt x="130" y="79"/>
                    </a:cubicBezTo>
                    <a:cubicBezTo>
                      <a:pt x="130" y="79"/>
                      <a:pt x="130" y="80"/>
                      <a:pt x="129" y="81"/>
                    </a:cubicBezTo>
                    <a:cubicBezTo>
                      <a:pt x="129" y="81"/>
                      <a:pt x="128" y="81"/>
                      <a:pt x="128" y="81"/>
                    </a:cubicBezTo>
                    <a:cubicBezTo>
                      <a:pt x="128" y="81"/>
                      <a:pt x="127" y="81"/>
                      <a:pt x="127" y="81"/>
                    </a:cubicBezTo>
                    <a:cubicBezTo>
                      <a:pt x="126" y="80"/>
                      <a:pt x="126" y="79"/>
                      <a:pt x="126" y="79"/>
                    </a:cubicBezTo>
                    <a:cubicBezTo>
                      <a:pt x="124" y="72"/>
                      <a:pt x="117" y="71"/>
                      <a:pt x="117" y="71"/>
                    </a:cubicBezTo>
                    <a:cubicBezTo>
                      <a:pt x="117" y="71"/>
                      <a:pt x="116" y="71"/>
                      <a:pt x="116" y="70"/>
                    </a:cubicBezTo>
                    <a:cubicBezTo>
                      <a:pt x="116" y="69"/>
                      <a:pt x="116" y="69"/>
                      <a:pt x="116" y="69"/>
                    </a:cubicBezTo>
                    <a:cubicBezTo>
                      <a:pt x="116" y="68"/>
                      <a:pt x="117" y="68"/>
                      <a:pt x="117" y="68"/>
                    </a:cubicBezTo>
                    <a:cubicBezTo>
                      <a:pt x="117" y="68"/>
                      <a:pt x="124" y="66"/>
                      <a:pt x="126" y="60"/>
                    </a:cubicBezTo>
                    <a:cubicBezTo>
                      <a:pt x="126" y="60"/>
                      <a:pt x="126" y="59"/>
                      <a:pt x="127" y="58"/>
                    </a:cubicBezTo>
                    <a:cubicBezTo>
                      <a:pt x="127" y="58"/>
                      <a:pt x="128" y="58"/>
                      <a:pt x="128" y="58"/>
                    </a:cubicBezTo>
                    <a:cubicBezTo>
                      <a:pt x="128" y="58"/>
                      <a:pt x="129" y="58"/>
                      <a:pt x="129" y="58"/>
                    </a:cubicBezTo>
                    <a:cubicBezTo>
                      <a:pt x="130" y="59"/>
                      <a:pt x="130" y="60"/>
                      <a:pt x="130" y="60"/>
                    </a:cubicBezTo>
                    <a:cubicBezTo>
                      <a:pt x="132" y="66"/>
                      <a:pt x="138" y="68"/>
                      <a:pt x="139" y="68"/>
                    </a:cubicBezTo>
                    <a:cubicBezTo>
                      <a:pt x="139" y="68"/>
                      <a:pt x="139" y="68"/>
                      <a:pt x="140" y="69"/>
                    </a:cubicBezTo>
                    <a:cubicBezTo>
                      <a:pt x="140" y="69"/>
                      <a:pt x="140" y="69"/>
                      <a:pt x="140" y="70"/>
                    </a:cubicBezTo>
                    <a:cubicBezTo>
                      <a:pt x="139" y="71"/>
                      <a:pt x="139" y="71"/>
                      <a:pt x="139" y="7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 sz="1800"/>
              </a:p>
            </p:txBody>
          </p:sp>
          <p:sp>
            <p:nvSpPr>
              <p:cNvPr id="95" name="Oval 62"/>
              <p:cNvSpPr>
                <a:spLocks noChangeArrowheads="1"/>
              </p:cNvSpPr>
              <p:nvPr/>
            </p:nvSpPr>
            <p:spPr bwMode="auto">
              <a:xfrm>
                <a:off x="2315820" y="5805816"/>
                <a:ext cx="177983" cy="119678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 sz="1800"/>
              </a:p>
            </p:txBody>
          </p:sp>
          <p:sp>
            <p:nvSpPr>
              <p:cNvPr id="96" name="Freeform 63"/>
              <p:cNvSpPr>
                <a:spLocks/>
              </p:cNvSpPr>
              <p:nvPr/>
            </p:nvSpPr>
            <p:spPr bwMode="auto">
              <a:xfrm>
                <a:off x="2133600" y="5486400"/>
                <a:ext cx="941529" cy="778532"/>
              </a:xfrm>
              <a:custGeom>
                <a:avLst/>
                <a:gdLst/>
                <a:ahLst/>
                <a:cxnLst/>
                <a:rect l="l" t="t" r="r" b="b"/>
                <a:pathLst>
                  <a:path w="1948308" h="1611020">
                    <a:moveTo>
                      <a:pt x="1153401" y="173208"/>
                    </a:moveTo>
                    <a:cubicBezTo>
                      <a:pt x="1125912" y="172968"/>
                      <a:pt x="1098388" y="174480"/>
                      <a:pt x="1071002" y="177780"/>
                    </a:cubicBezTo>
                    <a:cubicBezTo>
                      <a:pt x="1088529" y="195379"/>
                      <a:pt x="1106057" y="212978"/>
                      <a:pt x="1123584" y="230577"/>
                    </a:cubicBezTo>
                    <a:cubicBezTo>
                      <a:pt x="1430312" y="538563"/>
                      <a:pt x="1430312" y="1048939"/>
                      <a:pt x="1123584" y="1356925"/>
                    </a:cubicBezTo>
                    <a:cubicBezTo>
                      <a:pt x="1088529" y="1392123"/>
                      <a:pt x="1053475" y="1418522"/>
                      <a:pt x="1018420" y="1444921"/>
                    </a:cubicBezTo>
                    <a:cubicBezTo>
                      <a:pt x="1193693" y="1480119"/>
                      <a:pt x="1386493" y="1444921"/>
                      <a:pt x="1544239" y="1330526"/>
                    </a:cubicBezTo>
                    <a:cubicBezTo>
                      <a:pt x="1824676" y="1110537"/>
                      <a:pt x="1877258" y="705755"/>
                      <a:pt x="1666930" y="424168"/>
                    </a:cubicBezTo>
                    <a:cubicBezTo>
                      <a:pt x="1536571" y="262476"/>
                      <a:pt x="1345824" y="174893"/>
                      <a:pt x="1153401" y="173208"/>
                    </a:cubicBezTo>
                    <a:close/>
                    <a:moveTo>
                      <a:pt x="561739" y="124393"/>
                    </a:moveTo>
                    <a:cubicBezTo>
                      <a:pt x="386415" y="124393"/>
                      <a:pt x="219858" y="194828"/>
                      <a:pt x="88365" y="318089"/>
                    </a:cubicBezTo>
                    <a:cubicBezTo>
                      <a:pt x="-165855" y="582220"/>
                      <a:pt x="-165855" y="1004829"/>
                      <a:pt x="88365" y="1268960"/>
                    </a:cubicBezTo>
                    <a:cubicBezTo>
                      <a:pt x="219858" y="1392221"/>
                      <a:pt x="386415" y="1462656"/>
                      <a:pt x="561739" y="1462656"/>
                    </a:cubicBezTo>
                    <a:cubicBezTo>
                      <a:pt x="737063" y="1462656"/>
                      <a:pt x="903621" y="1392221"/>
                      <a:pt x="1035114" y="1268960"/>
                    </a:cubicBezTo>
                    <a:cubicBezTo>
                      <a:pt x="1157840" y="1136895"/>
                      <a:pt x="1227970" y="969612"/>
                      <a:pt x="1227970" y="793525"/>
                    </a:cubicBezTo>
                    <a:cubicBezTo>
                      <a:pt x="1227970" y="617437"/>
                      <a:pt x="1157840" y="450155"/>
                      <a:pt x="1035114" y="318089"/>
                    </a:cubicBezTo>
                    <a:cubicBezTo>
                      <a:pt x="912387" y="194828"/>
                      <a:pt x="737063" y="124393"/>
                      <a:pt x="561739" y="124393"/>
                    </a:cubicBezTo>
                    <a:close/>
                    <a:moveTo>
                      <a:pt x="541100" y="178"/>
                    </a:moveTo>
                    <a:cubicBezTo>
                      <a:pt x="659261" y="-2300"/>
                      <a:pt x="777730" y="21236"/>
                      <a:pt x="886327" y="70784"/>
                    </a:cubicBezTo>
                    <a:cubicBezTo>
                      <a:pt x="1202245" y="-43728"/>
                      <a:pt x="1570817" y="53167"/>
                      <a:pt x="1781429" y="335042"/>
                    </a:cubicBezTo>
                    <a:cubicBezTo>
                      <a:pt x="2053470" y="678577"/>
                      <a:pt x="1983266" y="1180667"/>
                      <a:pt x="1641021" y="1453733"/>
                    </a:cubicBezTo>
                    <a:cubicBezTo>
                      <a:pt x="1395306" y="1629905"/>
                      <a:pt x="1088164" y="1656331"/>
                      <a:pt x="833674" y="1541819"/>
                    </a:cubicBezTo>
                    <a:cubicBezTo>
                      <a:pt x="552857" y="1647523"/>
                      <a:pt x="228163" y="1585862"/>
                      <a:pt x="0" y="1356839"/>
                    </a:cubicBezTo>
                    <a:cubicBezTo>
                      <a:pt x="-307143" y="1048538"/>
                      <a:pt x="-307143" y="537640"/>
                      <a:pt x="0" y="229339"/>
                    </a:cubicBezTo>
                    <a:cubicBezTo>
                      <a:pt x="148087" y="80694"/>
                      <a:pt x="344165" y="4307"/>
                      <a:pt x="541100" y="178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 sz="1800"/>
              </a:p>
            </p:txBody>
          </p:sp>
        </p:grpSp>
        <p:sp>
          <p:nvSpPr>
            <p:cNvPr id="70" name="Freeform 39"/>
            <p:cNvSpPr>
              <a:spLocks/>
            </p:cNvSpPr>
            <p:nvPr/>
          </p:nvSpPr>
          <p:spPr bwMode="auto">
            <a:xfrm>
              <a:off x="7681913" y="6440821"/>
              <a:ext cx="128587" cy="186065"/>
            </a:xfrm>
            <a:custGeom>
              <a:avLst/>
              <a:gdLst/>
              <a:ahLst/>
              <a:cxnLst/>
              <a:rect l="l" t="t" r="r" b="b"/>
              <a:pathLst>
                <a:path w="554038" h="801688">
                  <a:moveTo>
                    <a:pt x="233363" y="242888"/>
                  </a:moveTo>
                  <a:cubicBezTo>
                    <a:pt x="233363" y="242888"/>
                    <a:pt x="233363" y="242888"/>
                    <a:pt x="260097" y="455613"/>
                  </a:cubicBezTo>
                  <a:cubicBezTo>
                    <a:pt x="260097" y="451822"/>
                    <a:pt x="263901" y="451815"/>
                    <a:pt x="263917" y="451815"/>
                  </a:cubicBezTo>
                  <a:cubicBezTo>
                    <a:pt x="279193" y="444217"/>
                    <a:pt x="290651" y="432821"/>
                    <a:pt x="302109" y="417627"/>
                  </a:cubicBezTo>
                  <a:cubicBezTo>
                    <a:pt x="313566" y="406231"/>
                    <a:pt x="325024" y="394835"/>
                    <a:pt x="336481" y="387237"/>
                  </a:cubicBezTo>
                  <a:cubicBezTo>
                    <a:pt x="367035" y="364445"/>
                    <a:pt x="401408" y="353049"/>
                    <a:pt x="431962" y="353049"/>
                  </a:cubicBezTo>
                  <a:lnTo>
                    <a:pt x="477792" y="360647"/>
                  </a:lnTo>
                  <a:cubicBezTo>
                    <a:pt x="477792" y="360647"/>
                    <a:pt x="477792" y="360647"/>
                    <a:pt x="496888" y="242888"/>
                  </a:cubicBezTo>
                  <a:cubicBezTo>
                    <a:pt x="496888" y="242888"/>
                    <a:pt x="496888" y="242888"/>
                    <a:pt x="233363" y="242888"/>
                  </a:cubicBezTo>
                  <a:close/>
                  <a:moveTo>
                    <a:pt x="133350" y="242888"/>
                  </a:moveTo>
                  <a:cubicBezTo>
                    <a:pt x="133352" y="242902"/>
                    <a:pt x="133628" y="244628"/>
                    <a:pt x="168137" y="460672"/>
                  </a:cubicBezTo>
                  <a:cubicBezTo>
                    <a:pt x="179733" y="468313"/>
                    <a:pt x="195193" y="468313"/>
                    <a:pt x="206789" y="468313"/>
                  </a:cubicBezTo>
                  <a:cubicBezTo>
                    <a:pt x="214520" y="468313"/>
                    <a:pt x="218385" y="468313"/>
                    <a:pt x="222250" y="468313"/>
                  </a:cubicBezTo>
                  <a:cubicBezTo>
                    <a:pt x="222248" y="468299"/>
                    <a:pt x="222035" y="466525"/>
                    <a:pt x="195193" y="242888"/>
                  </a:cubicBezTo>
                  <a:cubicBezTo>
                    <a:pt x="195181" y="242888"/>
                    <a:pt x="194319" y="242888"/>
                    <a:pt x="133350" y="242888"/>
                  </a:cubicBezTo>
                  <a:close/>
                  <a:moveTo>
                    <a:pt x="11113" y="0"/>
                  </a:moveTo>
                  <a:lnTo>
                    <a:pt x="211138" y="73025"/>
                  </a:lnTo>
                  <a:lnTo>
                    <a:pt x="225425" y="193675"/>
                  </a:lnTo>
                  <a:lnTo>
                    <a:pt x="554038" y="193675"/>
                  </a:lnTo>
                  <a:lnTo>
                    <a:pt x="466725" y="801688"/>
                  </a:lnTo>
                  <a:lnTo>
                    <a:pt x="168275" y="801688"/>
                  </a:lnTo>
                  <a:lnTo>
                    <a:pt x="76200" y="193675"/>
                  </a:lnTo>
                  <a:lnTo>
                    <a:pt x="187325" y="193675"/>
                  </a:lnTo>
                  <a:lnTo>
                    <a:pt x="176213" y="98425"/>
                  </a:lnTo>
                  <a:lnTo>
                    <a:pt x="0" y="34925"/>
                  </a:lnTo>
                  <a:close/>
                </a:path>
              </a:pathLst>
            </a:custGeom>
            <a:solidFill>
              <a:srgbClr val="F3582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 sz="1800"/>
            </a:p>
          </p:txBody>
        </p:sp>
        <p:grpSp>
          <p:nvGrpSpPr>
            <p:cNvPr id="73" name="Group 72"/>
            <p:cNvGrpSpPr/>
            <p:nvPr/>
          </p:nvGrpSpPr>
          <p:grpSpPr>
            <a:xfrm>
              <a:off x="7369643" y="6481764"/>
              <a:ext cx="216317" cy="136984"/>
              <a:chOff x="7461248" y="4493227"/>
              <a:chExt cx="791430" cy="501186"/>
            </a:xfrm>
            <a:solidFill>
              <a:srgbClr val="00B7C6"/>
            </a:solidFill>
          </p:grpSpPr>
          <p:sp>
            <p:nvSpPr>
              <p:cNvPr id="85" name="Freeform 164"/>
              <p:cNvSpPr>
                <a:spLocks/>
              </p:cNvSpPr>
              <p:nvPr/>
            </p:nvSpPr>
            <p:spPr bwMode="auto">
              <a:xfrm>
                <a:off x="7461248" y="4493227"/>
                <a:ext cx="791430" cy="283107"/>
              </a:xfrm>
              <a:custGeom>
                <a:avLst/>
                <a:gdLst>
                  <a:gd name="T0" fmla="*/ 133 w 267"/>
                  <a:gd name="T1" fmla="*/ 0 h 95"/>
                  <a:gd name="T2" fmla="*/ 0 w 267"/>
                  <a:gd name="T3" fmla="*/ 32 h 95"/>
                  <a:gd name="T4" fmla="*/ 0 w 267"/>
                  <a:gd name="T5" fmla="*/ 59 h 95"/>
                  <a:gd name="T6" fmla="*/ 0 w 267"/>
                  <a:gd name="T7" fmla="*/ 59 h 95"/>
                  <a:gd name="T8" fmla="*/ 0 w 267"/>
                  <a:gd name="T9" fmla="*/ 63 h 95"/>
                  <a:gd name="T10" fmla="*/ 23 w 267"/>
                  <a:gd name="T11" fmla="*/ 74 h 95"/>
                  <a:gd name="T12" fmla="*/ 23 w 267"/>
                  <a:gd name="T13" fmla="*/ 48 h 95"/>
                  <a:gd name="T14" fmla="*/ 56 w 267"/>
                  <a:gd name="T15" fmla="*/ 48 h 95"/>
                  <a:gd name="T16" fmla="*/ 56 w 267"/>
                  <a:gd name="T17" fmla="*/ 86 h 95"/>
                  <a:gd name="T18" fmla="*/ 70 w 267"/>
                  <a:gd name="T19" fmla="*/ 89 h 95"/>
                  <a:gd name="T20" fmla="*/ 70 w 267"/>
                  <a:gd name="T21" fmla="*/ 48 h 95"/>
                  <a:gd name="T22" fmla="*/ 103 w 267"/>
                  <a:gd name="T23" fmla="*/ 48 h 95"/>
                  <a:gd name="T24" fmla="*/ 103 w 267"/>
                  <a:gd name="T25" fmla="*/ 94 h 95"/>
                  <a:gd name="T26" fmla="*/ 117 w 267"/>
                  <a:gd name="T27" fmla="*/ 95 h 95"/>
                  <a:gd name="T28" fmla="*/ 117 w 267"/>
                  <a:gd name="T29" fmla="*/ 48 h 95"/>
                  <a:gd name="T30" fmla="*/ 150 w 267"/>
                  <a:gd name="T31" fmla="*/ 48 h 95"/>
                  <a:gd name="T32" fmla="*/ 150 w 267"/>
                  <a:gd name="T33" fmla="*/ 95 h 95"/>
                  <a:gd name="T34" fmla="*/ 164 w 267"/>
                  <a:gd name="T35" fmla="*/ 94 h 95"/>
                  <a:gd name="T36" fmla="*/ 164 w 267"/>
                  <a:gd name="T37" fmla="*/ 48 h 95"/>
                  <a:gd name="T38" fmla="*/ 197 w 267"/>
                  <a:gd name="T39" fmla="*/ 48 h 95"/>
                  <a:gd name="T40" fmla="*/ 197 w 267"/>
                  <a:gd name="T41" fmla="*/ 89 h 95"/>
                  <a:gd name="T42" fmla="*/ 211 w 267"/>
                  <a:gd name="T43" fmla="*/ 85 h 95"/>
                  <a:gd name="T44" fmla="*/ 211 w 267"/>
                  <a:gd name="T45" fmla="*/ 48 h 95"/>
                  <a:gd name="T46" fmla="*/ 244 w 267"/>
                  <a:gd name="T47" fmla="*/ 48 h 95"/>
                  <a:gd name="T48" fmla="*/ 244 w 267"/>
                  <a:gd name="T49" fmla="*/ 74 h 95"/>
                  <a:gd name="T50" fmla="*/ 267 w 267"/>
                  <a:gd name="T51" fmla="*/ 63 h 95"/>
                  <a:gd name="T52" fmla="*/ 267 w 267"/>
                  <a:gd name="T53" fmla="*/ 59 h 95"/>
                  <a:gd name="T54" fmla="*/ 267 w 267"/>
                  <a:gd name="T55" fmla="*/ 59 h 95"/>
                  <a:gd name="T56" fmla="*/ 267 w 267"/>
                  <a:gd name="T57" fmla="*/ 33 h 95"/>
                  <a:gd name="T58" fmla="*/ 133 w 267"/>
                  <a:gd name="T59" fmla="*/ 0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67" h="95">
                    <a:moveTo>
                      <a:pt x="133" y="0"/>
                    </a:moveTo>
                    <a:cubicBezTo>
                      <a:pt x="85" y="0"/>
                      <a:pt x="42" y="11"/>
                      <a:pt x="0" y="32"/>
                    </a:cubicBezTo>
                    <a:cubicBezTo>
                      <a:pt x="0" y="59"/>
                      <a:pt x="0" y="59"/>
                      <a:pt x="0" y="59"/>
                    </a:cubicBezTo>
                    <a:cubicBezTo>
                      <a:pt x="0" y="59"/>
                      <a:pt x="0" y="59"/>
                      <a:pt x="0" y="59"/>
                    </a:cubicBezTo>
                    <a:cubicBezTo>
                      <a:pt x="0" y="63"/>
                      <a:pt x="0" y="63"/>
                      <a:pt x="0" y="63"/>
                    </a:cubicBezTo>
                    <a:cubicBezTo>
                      <a:pt x="7" y="67"/>
                      <a:pt x="15" y="71"/>
                      <a:pt x="23" y="74"/>
                    </a:cubicBezTo>
                    <a:cubicBezTo>
                      <a:pt x="23" y="48"/>
                      <a:pt x="23" y="48"/>
                      <a:pt x="23" y="48"/>
                    </a:cubicBezTo>
                    <a:cubicBezTo>
                      <a:pt x="56" y="48"/>
                      <a:pt x="56" y="48"/>
                      <a:pt x="56" y="48"/>
                    </a:cubicBezTo>
                    <a:cubicBezTo>
                      <a:pt x="56" y="86"/>
                      <a:pt x="56" y="86"/>
                      <a:pt x="56" y="86"/>
                    </a:cubicBezTo>
                    <a:cubicBezTo>
                      <a:pt x="61" y="87"/>
                      <a:pt x="65" y="88"/>
                      <a:pt x="70" y="89"/>
                    </a:cubicBezTo>
                    <a:cubicBezTo>
                      <a:pt x="70" y="48"/>
                      <a:pt x="70" y="48"/>
                      <a:pt x="70" y="48"/>
                    </a:cubicBezTo>
                    <a:cubicBezTo>
                      <a:pt x="103" y="48"/>
                      <a:pt x="103" y="48"/>
                      <a:pt x="103" y="48"/>
                    </a:cubicBezTo>
                    <a:cubicBezTo>
                      <a:pt x="103" y="94"/>
                      <a:pt x="103" y="94"/>
                      <a:pt x="103" y="94"/>
                    </a:cubicBezTo>
                    <a:cubicBezTo>
                      <a:pt x="108" y="94"/>
                      <a:pt x="113" y="95"/>
                      <a:pt x="117" y="95"/>
                    </a:cubicBezTo>
                    <a:cubicBezTo>
                      <a:pt x="117" y="48"/>
                      <a:pt x="117" y="48"/>
                      <a:pt x="117" y="48"/>
                    </a:cubicBezTo>
                    <a:cubicBezTo>
                      <a:pt x="150" y="48"/>
                      <a:pt x="150" y="48"/>
                      <a:pt x="150" y="48"/>
                    </a:cubicBezTo>
                    <a:cubicBezTo>
                      <a:pt x="150" y="95"/>
                      <a:pt x="150" y="95"/>
                      <a:pt x="150" y="95"/>
                    </a:cubicBezTo>
                    <a:cubicBezTo>
                      <a:pt x="155" y="95"/>
                      <a:pt x="160" y="95"/>
                      <a:pt x="164" y="94"/>
                    </a:cubicBezTo>
                    <a:cubicBezTo>
                      <a:pt x="164" y="48"/>
                      <a:pt x="164" y="48"/>
                      <a:pt x="164" y="48"/>
                    </a:cubicBezTo>
                    <a:cubicBezTo>
                      <a:pt x="197" y="48"/>
                      <a:pt x="197" y="48"/>
                      <a:pt x="197" y="48"/>
                    </a:cubicBezTo>
                    <a:cubicBezTo>
                      <a:pt x="197" y="89"/>
                      <a:pt x="197" y="89"/>
                      <a:pt x="197" y="89"/>
                    </a:cubicBezTo>
                    <a:cubicBezTo>
                      <a:pt x="202" y="87"/>
                      <a:pt x="207" y="86"/>
                      <a:pt x="211" y="85"/>
                    </a:cubicBezTo>
                    <a:cubicBezTo>
                      <a:pt x="211" y="48"/>
                      <a:pt x="211" y="48"/>
                      <a:pt x="211" y="48"/>
                    </a:cubicBezTo>
                    <a:cubicBezTo>
                      <a:pt x="244" y="48"/>
                      <a:pt x="244" y="48"/>
                      <a:pt x="244" y="48"/>
                    </a:cubicBezTo>
                    <a:cubicBezTo>
                      <a:pt x="244" y="74"/>
                      <a:pt x="244" y="74"/>
                      <a:pt x="244" y="74"/>
                    </a:cubicBezTo>
                    <a:cubicBezTo>
                      <a:pt x="252" y="70"/>
                      <a:pt x="259" y="67"/>
                      <a:pt x="267" y="63"/>
                    </a:cubicBezTo>
                    <a:cubicBezTo>
                      <a:pt x="267" y="59"/>
                      <a:pt x="267" y="59"/>
                      <a:pt x="267" y="59"/>
                    </a:cubicBezTo>
                    <a:cubicBezTo>
                      <a:pt x="267" y="59"/>
                      <a:pt x="267" y="59"/>
                      <a:pt x="267" y="59"/>
                    </a:cubicBezTo>
                    <a:cubicBezTo>
                      <a:pt x="267" y="33"/>
                      <a:pt x="267" y="33"/>
                      <a:pt x="267" y="33"/>
                    </a:cubicBezTo>
                    <a:cubicBezTo>
                      <a:pt x="232" y="11"/>
                      <a:pt x="182" y="0"/>
                      <a:pt x="133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 sz="1800"/>
              </a:p>
            </p:txBody>
          </p:sp>
          <p:sp>
            <p:nvSpPr>
              <p:cNvPr id="86" name="Freeform 165"/>
              <p:cNvSpPr>
                <a:spLocks noEditPoints="1"/>
              </p:cNvSpPr>
              <p:nvPr/>
            </p:nvSpPr>
            <p:spPr bwMode="auto">
              <a:xfrm>
                <a:off x="7461248" y="4723202"/>
                <a:ext cx="791430" cy="271211"/>
              </a:xfrm>
              <a:custGeom>
                <a:avLst/>
                <a:gdLst>
                  <a:gd name="T0" fmla="*/ 127 w 267"/>
                  <a:gd name="T1" fmla="*/ 32 h 91"/>
                  <a:gd name="T2" fmla="*/ 0 w 267"/>
                  <a:gd name="T3" fmla="*/ 0 h 91"/>
                  <a:gd name="T4" fmla="*/ 0 w 267"/>
                  <a:gd name="T5" fmla="*/ 91 h 91"/>
                  <a:gd name="T6" fmla="*/ 267 w 267"/>
                  <a:gd name="T7" fmla="*/ 91 h 91"/>
                  <a:gd name="T8" fmla="*/ 267 w 267"/>
                  <a:gd name="T9" fmla="*/ 0 h 91"/>
                  <a:gd name="T10" fmla="*/ 127 w 267"/>
                  <a:gd name="T11" fmla="*/ 32 h 91"/>
                  <a:gd name="T12" fmla="*/ 134 w 267"/>
                  <a:gd name="T13" fmla="*/ 68 h 91"/>
                  <a:gd name="T14" fmla="*/ 112 w 267"/>
                  <a:gd name="T15" fmla="*/ 69 h 91"/>
                  <a:gd name="T16" fmla="*/ 134 w 267"/>
                  <a:gd name="T17" fmla="*/ 50 h 91"/>
                  <a:gd name="T18" fmla="*/ 155 w 267"/>
                  <a:gd name="T19" fmla="*/ 69 h 91"/>
                  <a:gd name="T20" fmla="*/ 134 w 267"/>
                  <a:gd name="T21" fmla="*/ 68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67" h="91">
                    <a:moveTo>
                      <a:pt x="127" y="32"/>
                    </a:moveTo>
                    <a:cubicBezTo>
                      <a:pt x="79" y="32"/>
                      <a:pt x="36" y="21"/>
                      <a:pt x="0" y="0"/>
                    </a:cubicBezTo>
                    <a:cubicBezTo>
                      <a:pt x="0" y="91"/>
                      <a:pt x="0" y="91"/>
                      <a:pt x="0" y="91"/>
                    </a:cubicBezTo>
                    <a:cubicBezTo>
                      <a:pt x="267" y="91"/>
                      <a:pt x="267" y="91"/>
                      <a:pt x="267" y="91"/>
                    </a:cubicBezTo>
                    <a:cubicBezTo>
                      <a:pt x="267" y="0"/>
                      <a:pt x="267" y="0"/>
                      <a:pt x="267" y="0"/>
                    </a:cubicBezTo>
                    <a:cubicBezTo>
                      <a:pt x="224" y="20"/>
                      <a:pt x="175" y="32"/>
                      <a:pt x="127" y="32"/>
                    </a:cubicBezTo>
                    <a:close/>
                    <a:moveTo>
                      <a:pt x="134" y="68"/>
                    </a:moveTo>
                    <a:cubicBezTo>
                      <a:pt x="126" y="68"/>
                      <a:pt x="119" y="68"/>
                      <a:pt x="112" y="69"/>
                    </a:cubicBezTo>
                    <a:cubicBezTo>
                      <a:pt x="113" y="58"/>
                      <a:pt x="122" y="50"/>
                      <a:pt x="134" y="50"/>
                    </a:cubicBezTo>
                    <a:cubicBezTo>
                      <a:pt x="145" y="50"/>
                      <a:pt x="154" y="58"/>
                      <a:pt x="155" y="69"/>
                    </a:cubicBezTo>
                    <a:cubicBezTo>
                      <a:pt x="148" y="68"/>
                      <a:pt x="141" y="68"/>
                      <a:pt x="134" y="68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 sz="1800"/>
              </a:p>
            </p:txBody>
          </p:sp>
        </p:grpSp>
      </p:grpSp>
      <p:grpSp>
        <p:nvGrpSpPr>
          <p:cNvPr id="116" name="Group 115"/>
          <p:cNvGrpSpPr/>
          <p:nvPr/>
        </p:nvGrpSpPr>
        <p:grpSpPr>
          <a:xfrm>
            <a:off x="482601" y="6300789"/>
            <a:ext cx="1725463" cy="304800"/>
            <a:chOff x="361950" y="6300789"/>
            <a:chExt cx="1294097" cy="304800"/>
          </a:xfrm>
        </p:grpSpPr>
        <p:sp>
          <p:nvSpPr>
            <p:cNvPr id="117" name="Freeform 6"/>
            <p:cNvSpPr>
              <a:spLocks/>
            </p:cNvSpPr>
            <p:nvPr/>
          </p:nvSpPr>
          <p:spPr bwMode="auto">
            <a:xfrm>
              <a:off x="361950" y="6457097"/>
              <a:ext cx="145562" cy="100949"/>
            </a:xfrm>
            <a:custGeom>
              <a:avLst/>
              <a:gdLst>
                <a:gd name="T0" fmla="*/ 254 w 254"/>
                <a:gd name="T1" fmla="*/ 80 h 176"/>
                <a:gd name="T2" fmla="*/ 219 w 254"/>
                <a:gd name="T3" fmla="*/ 93 h 176"/>
                <a:gd name="T4" fmla="*/ 168 w 254"/>
                <a:gd name="T5" fmla="*/ 74 h 176"/>
                <a:gd name="T6" fmla="*/ 143 w 254"/>
                <a:gd name="T7" fmla="*/ 33 h 176"/>
                <a:gd name="T8" fmla="*/ 75 w 254"/>
                <a:gd name="T9" fmla="*/ 5 h 176"/>
                <a:gd name="T10" fmla="*/ 29 w 254"/>
                <a:gd name="T11" fmla="*/ 116 h 176"/>
                <a:gd name="T12" fmla="*/ 213 w 254"/>
                <a:gd name="T13" fmla="*/ 124 h 176"/>
                <a:gd name="T14" fmla="*/ 254 w 254"/>
                <a:gd name="T15" fmla="*/ 80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4" h="176">
                  <a:moveTo>
                    <a:pt x="254" y="80"/>
                  </a:moveTo>
                  <a:cubicBezTo>
                    <a:pt x="244" y="89"/>
                    <a:pt x="229" y="92"/>
                    <a:pt x="219" y="93"/>
                  </a:cubicBezTo>
                  <a:cubicBezTo>
                    <a:pt x="200" y="96"/>
                    <a:pt x="181" y="90"/>
                    <a:pt x="168" y="74"/>
                  </a:cubicBezTo>
                  <a:cubicBezTo>
                    <a:pt x="158" y="62"/>
                    <a:pt x="153" y="46"/>
                    <a:pt x="143" y="33"/>
                  </a:cubicBezTo>
                  <a:cubicBezTo>
                    <a:pt x="127" y="13"/>
                    <a:pt x="101" y="0"/>
                    <a:pt x="75" y="5"/>
                  </a:cubicBezTo>
                  <a:cubicBezTo>
                    <a:pt x="24" y="14"/>
                    <a:pt x="0" y="74"/>
                    <a:pt x="29" y="116"/>
                  </a:cubicBezTo>
                  <a:cubicBezTo>
                    <a:pt x="71" y="176"/>
                    <a:pt x="165" y="165"/>
                    <a:pt x="213" y="124"/>
                  </a:cubicBezTo>
                  <a:cubicBezTo>
                    <a:pt x="228" y="111"/>
                    <a:pt x="242" y="97"/>
                    <a:pt x="254" y="80"/>
                  </a:cubicBezTo>
                </a:path>
              </a:pathLst>
            </a:custGeom>
            <a:solidFill>
              <a:srgbClr val="CE112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 sz="1800"/>
            </a:p>
          </p:txBody>
        </p:sp>
        <p:sp>
          <p:nvSpPr>
            <p:cNvPr id="118" name="Freeform 7"/>
            <p:cNvSpPr>
              <a:spLocks/>
            </p:cNvSpPr>
            <p:nvPr/>
          </p:nvSpPr>
          <p:spPr bwMode="auto">
            <a:xfrm>
              <a:off x="1510485" y="6457097"/>
              <a:ext cx="145562" cy="100949"/>
            </a:xfrm>
            <a:custGeom>
              <a:avLst/>
              <a:gdLst>
                <a:gd name="T0" fmla="*/ 0 w 254"/>
                <a:gd name="T1" fmla="*/ 80 h 176"/>
                <a:gd name="T2" fmla="*/ 35 w 254"/>
                <a:gd name="T3" fmla="*/ 93 h 176"/>
                <a:gd name="T4" fmla="*/ 86 w 254"/>
                <a:gd name="T5" fmla="*/ 74 h 176"/>
                <a:gd name="T6" fmla="*/ 112 w 254"/>
                <a:gd name="T7" fmla="*/ 33 h 176"/>
                <a:gd name="T8" fmla="*/ 179 w 254"/>
                <a:gd name="T9" fmla="*/ 5 h 176"/>
                <a:gd name="T10" fmla="*/ 225 w 254"/>
                <a:gd name="T11" fmla="*/ 116 h 176"/>
                <a:gd name="T12" fmla="*/ 41 w 254"/>
                <a:gd name="T13" fmla="*/ 124 h 176"/>
                <a:gd name="T14" fmla="*/ 0 w 254"/>
                <a:gd name="T15" fmla="*/ 80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4" h="176">
                  <a:moveTo>
                    <a:pt x="0" y="80"/>
                  </a:moveTo>
                  <a:cubicBezTo>
                    <a:pt x="11" y="89"/>
                    <a:pt x="26" y="92"/>
                    <a:pt x="35" y="93"/>
                  </a:cubicBezTo>
                  <a:cubicBezTo>
                    <a:pt x="54" y="96"/>
                    <a:pt x="74" y="90"/>
                    <a:pt x="86" y="74"/>
                  </a:cubicBezTo>
                  <a:cubicBezTo>
                    <a:pt x="96" y="62"/>
                    <a:pt x="102" y="46"/>
                    <a:pt x="112" y="33"/>
                  </a:cubicBezTo>
                  <a:cubicBezTo>
                    <a:pt x="128" y="13"/>
                    <a:pt x="153" y="0"/>
                    <a:pt x="179" y="5"/>
                  </a:cubicBezTo>
                  <a:cubicBezTo>
                    <a:pt x="231" y="14"/>
                    <a:pt x="254" y="74"/>
                    <a:pt x="225" y="116"/>
                  </a:cubicBezTo>
                  <a:cubicBezTo>
                    <a:pt x="183" y="176"/>
                    <a:pt x="89" y="165"/>
                    <a:pt x="41" y="124"/>
                  </a:cubicBezTo>
                  <a:cubicBezTo>
                    <a:pt x="26" y="111"/>
                    <a:pt x="12" y="97"/>
                    <a:pt x="0" y="80"/>
                  </a:cubicBezTo>
                </a:path>
              </a:pathLst>
            </a:custGeom>
            <a:solidFill>
              <a:srgbClr val="CE112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 sz="1800"/>
            </a:p>
          </p:txBody>
        </p:sp>
        <p:sp>
          <p:nvSpPr>
            <p:cNvPr id="119" name="Freeform 8"/>
            <p:cNvSpPr>
              <a:spLocks/>
            </p:cNvSpPr>
            <p:nvPr/>
          </p:nvSpPr>
          <p:spPr bwMode="auto">
            <a:xfrm>
              <a:off x="1325196" y="6320002"/>
              <a:ext cx="101600" cy="30936"/>
            </a:xfrm>
            <a:custGeom>
              <a:avLst/>
              <a:gdLst>
                <a:gd name="T0" fmla="*/ 151 w 177"/>
                <a:gd name="T1" fmla="*/ 0 h 54"/>
                <a:gd name="T2" fmla="*/ 26 w 177"/>
                <a:gd name="T3" fmla="*/ 0 h 54"/>
                <a:gd name="T4" fmla="*/ 0 w 177"/>
                <a:gd name="T5" fmla="*/ 26 h 54"/>
                <a:gd name="T6" fmla="*/ 26 w 177"/>
                <a:gd name="T7" fmla="*/ 54 h 54"/>
                <a:gd name="T8" fmla="*/ 151 w 177"/>
                <a:gd name="T9" fmla="*/ 54 h 54"/>
                <a:gd name="T10" fmla="*/ 177 w 177"/>
                <a:gd name="T11" fmla="*/ 28 h 54"/>
                <a:gd name="T12" fmla="*/ 151 w 177"/>
                <a:gd name="T13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7" h="54">
                  <a:moveTo>
                    <a:pt x="151" y="0"/>
                  </a:moveTo>
                  <a:cubicBezTo>
                    <a:pt x="150" y="0"/>
                    <a:pt x="27" y="0"/>
                    <a:pt x="26" y="0"/>
                  </a:cubicBezTo>
                  <a:cubicBezTo>
                    <a:pt x="12" y="1"/>
                    <a:pt x="1" y="13"/>
                    <a:pt x="0" y="26"/>
                  </a:cubicBezTo>
                  <a:cubicBezTo>
                    <a:pt x="0" y="40"/>
                    <a:pt x="12" y="53"/>
                    <a:pt x="26" y="54"/>
                  </a:cubicBezTo>
                  <a:cubicBezTo>
                    <a:pt x="27" y="54"/>
                    <a:pt x="150" y="54"/>
                    <a:pt x="151" y="54"/>
                  </a:cubicBezTo>
                  <a:cubicBezTo>
                    <a:pt x="165" y="54"/>
                    <a:pt x="176" y="41"/>
                    <a:pt x="177" y="28"/>
                  </a:cubicBezTo>
                  <a:cubicBezTo>
                    <a:pt x="177" y="15"/>
                    <a:pt x="166" y="1"/>
                    <a:pt x="151" y="0"/>
                  </a:cubicBezTo>
                </a:path>
              </a:pathLst>
            </a:custGeom>
            <a:solidFill>
              <a:srgbClr val="4F217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 sz="1800"/>
            </a:p>
          </p:txBody>
        </p:sp>
        <p:sp>
          <p:nvSpPr>
            <p:cNvPr id="120" name="Freeform 9"/>
            <p:cNvSpPr>
              <a:spLocks/>
            </p:cNvSpPr>
            <p:nvPr/>
          </p:nvSpPr>
          <p:spPr bwMode="auto">
            <a:xfrm>
              <a:off x="828268" y="6362986"/>
              <a:ext cx="145562" cy="134815"/>
            </a:xfrm>
            <a:custGeom>
              <a:avLst/>
              <a:gdLst>
                <a:gd name="T0" fmla="*/ 233 w 254"/>
                <a:gd name="T1" fmla="*/ 193 h 235"/>
                <a:gd name="T2" fmla="*/ 230 w 254"/>
                <a:gd name="T3" fmla="*/ 172 h 235"/>
                <a:gd name="T4" fmla="*/ 230 w 254"/>
                <a:gd name="T5" fmla="*/ 134 h 235"/>
                <a:gd name="T6" fmla="*/ 178 w 254"/>
                <a:gd name="T7" fmla="*/ 8 h 235"/>
                <a:gd name="T8" fmla="*/ 104 w 254"/>
                <a:gd name="T9" fmla="*/ 55 h 235"/>
                <a:gd name="T10" fmla="*/ 39 w 254"/>
                <a:gd name="T11" fmla="*/ 0 h 235"/>
                <a:gd name="T12" fmla="*/ 0 w 254"/>
                <a:gd name="T13" fmla="*/ 19 h 235"/>
                <a:gd name="T14" fmla="*/ 24 w 254"/>
                <a:gd name="T15" fmla="*/ 60 h 235"/>
                <a:gd name="T16" fmla="*/ 24 w 254"/>
                <a:gd name="T17" fmla="*/ 196 h 235"/>
                <a:gd name="T18" fmla="*/ 64 w 254"/>
                <a:gd name="T19" fmla="*/ 235 h 235"/>
                <a:gd name="T20" fmla="*/ 104 w 254"/>
                <a:gd name="T21" fmla="*/ 196 h 235"/>
                <a:gd name="T22" fmla="*/ 104 w 254"/>
                <a:gd name="T23" fmla="*/ 96 h 235"/>
                <a:gd name="T24" fmla="*/ 131 w 254"/>
                <a:gd name="T25" fmla="*/ 63 h 235"/>
                <a:gd name="T26" fmla="*/ 150 w 254"/>
                <a:gd name="T27" fmla="*/ 83 h 235"/>
                <a:gd name="T28" fmla="*/ 150 w 254"/>
                <a:gd name="T29" fmla="*/ 180 h 235"/>
                <a:gd name="T30" fmla="*/ 151 w 254"/>
                <a:gd name="T31" fmla="*/ 189 h 235"/>
                <a:gd name="T32" fmla="*/ 156 w 254"/>
                <a:gd name="T33" fmla="*/ 203 h 235"/>
                <a:gd name="T34" fmla="*/ 215 w 254"/>
                <a:gd name="T35" fmla="*/ 235 h 235"/>
                <a:gd name="T36" fmla="*/ 254 w 254"/>
                <a:gd name="T37" fmla="*/ 216 h 235"/>
                <a:gd name="T38" fmla="*/ 233 w 254"/>
                <a:gd name="T39" fmla="*/ 193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4" h="235">
                  <a:moveTo>
                    <a:pt x="233" y="193"/>
                  </a:moveTo>
                  <a:cubicBezTo>
                    <a:pt x="231" y="186"/>
                    <a:pt x="230" y="179"/>
                    <a:pt x="230" y="172"/>
                  </a:cubicBezTo>
                  <a:cubicBezTo>
                    <a:pt x="230" y="162"/>
                    <a:pt x="230" y="147"/>
                    <a:pt x="230" y="134"/>
                  </a:cubicBezTo>
                  <a:cubicBezTo>
                    <a:pt x="231" y="89"/>
                    <a:pt x="240" y="8"/>
                    <a:pt x="178" y="8"/>
                  </a:cubicBezTo>
                  <a:cubicBezTo>
                    <a:pt x="136" y="8"/>
                    <a:pt x="111" y="44"/>
                    <a:pt x="104" y="55"/>
                  </a:cubicBezTo>
                  <a:cubicBezTo>
                    <a:pt x="103" y="23"/>
                    <a:pt x="78" y="0"/>
                    <a:pt x="39" y="0"/>
                  </a:cubicBezTo>
                  <a:cubicBezTo>
                    <a:pt x="15" y="0"/>
                    <a:pt x="0" y="19"/>
                    <a:pt x="0" y="19"/>
                  </a:cubicBezTo>
                  <a:cubicBezTo>
                    <a:pt x="0" y="19"/>
                    <a:pt x="24" y="28"/>
                    <a:pt x="24" y="60"/>
                  </a:cubicBezTo>
                  <a:cubicBezTo>
                    <a:pt x="24" y="83"/>
                    <a:pt x="24" y="196"/>
                    <a:pt x="24" y="196"/>
                  </a:cubicBezTo>
                  <a:cubicBezTo>
                    <a:pt x="25" y="216"/>
                    <a:pt x="39" y="235"/>
                    <a:pt x="64" y="235"/>
                  </a:cubicBezTo>
                  <a:cubicBezTo>
                    <a:pt x="89" y="235"/>
                    <a:pt x="104" y="216"/>
                    <a:pt x="104" y="196"/>
                  </a:cubicBezTo>
                  <a:cubicBezTo>
                    <a:pt x="104" y="96"/>
                    <a:pt x="104" y="96"/>
                    <a:pt x="104" y="96"/>
                  </a:cubicBezTo>
                  <a:cubicBezTo>
                    <a:pt x="108" y="80"/>
                    <a:pt x="117" y="63"/>
                    <a:pt x="131" y="63"/>
                  </a:cubicBezTo>
                  <a:cubicBezTo>
                    <a:pt x="149" y="63"/>
                    <a:pt x="150" y="83"/>
                    <a:pt x="150" y="83"/>
                  </a:cubicBezTo>
                  <a:cubicBezTo>
                    <a:pt x="150" y="180"/>
                    <a:pt x="150" y="180"/>
                    <a:pt x="150" y="180"/>
                  </a:cubicBezTo>
                  <a:cubicBezTo>
                    <a:pt x="150" y="183"/>
                    <a:pt x="150" y="186"/>
                    <a:pt x="151" y="189"/>
                  </a:cubicBezTo>
                  <a:cubicBezTo>
                    <a:pt x="152" y="194"/>
                    <a:pt x="153" y="199"/>
                    <a:pt x="156" y="203"/>
                  </a:cubicBezTo>
                  <a:cubicBezTo>
                    <a:pt x="165" y="223"/>
                    <a:pt x="186" y="235"/>
                    <a:pt x="215" y="235"/>
                  </a:cubicBezTo>
                  <a:cubicBezTo>
                    <a:pt x="239" y="235"/>
                    <a:pt x="254" y="216"/>
                    <a:pt x="254" y="216"/>
                  </a:cubicBezTo>
                  <a:cubicBezTo>
                    <a:pt x="254" y="216"/>
                    <a:pt x="240" y="211"/>
                    <a:pt x="233" y="193"/>
                  </a:cubicBezTo>
                </a:path>
              </a:pathLst>
            </a:custGeom>
            <a:solidFill>
              <a:srgbClr val="4F217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 sz="1800"/>
            </a:p>
          </p:txBody>
        </p:sp>
        <p:sp>
          <p:nvSpPr>
            <p:cNvPr id="121" name="Freeform 10"/>
            <p:cNvSpPr>
              <a:spLocks/>
            </p:cNvSpPr>
            <p:nvPr/>
          </p:nvSpPr>
          <p:spPr bwMode="auto">
            <a:xfrm>
              <a:off x="1251927" y="6300789"/>
              <a:ext cx="63174" cy="197013"/>
            </a:xfrm>
            <a:custGeom>
              <a:avLst/>
              <a:gdLst>
                <a:gd name="T0" fmla="*/ 89 w 110"/>
                <a:gd name="T1" fmla="*/ 302 h 344"/>
                <a:gd name="T2" fmla="*/ 86 w 110"/>
                <a:gd name="T3" fmla="*/ 281 h 344"/>
                <a:gd name="T4" fmla="*/ 86 w 110"/>
                <a:gd name="T5" fmla="*/ 42 h 344"/>
                <a:gd name="T6" fmla="*/ 44 w 110"/>
                <a:gd name="T7" fmla="*/ 0 h 344"/>
                <a:gd name="T8" fmla="*/ 2 w 110"/>
                <a:gd name="T9" fmla="*/ 42 h 344"/>
                <a:gd name="T10" fmla="*/ 2 w 110"/>
                <a:gd name="T11" fmla="*/ 254 h 344"/>
                <a:gd name="T12" fmla="*/ 9 w 110"/>
                <a:gd name="T13" fmla="*/ 310 h 344"/>
                <a:gd name="T14" fmla="*/ 71 w 110"/>
                <a:gd name="T15" fmla="*/ 344 h 344"/>
                <a:gd name="T16" fmla="*/ 110 w 110"/>
                <a:gd name="T17" fmla="*/ 325 h 344"/>
                <a:gd name="T18" fmla="*/ 89 w 110"/>
                <a:gd name="T19" fmla="*/ 302 h 3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0" h="344">
                  <a:moveTo>
                    <a:pt x="89" y="302"/>
                  </a:moveTo>
                  <a:cubicBezTo>
                    <a:pt x="87" y="295"/>
                    <a:pt x="86" y="288"/>
                    <a:pt x="86" y="281"/>
                  </a:cubicBezTo>
                  <a:cubicBezTo>
                    <a:pt x="86" y="42"/>
                    <a:pt x="86" y="42"/>
                    <a:pt x="86" y="42"/>
                  </a:cubicBezTo>
                  <a:cubicBezTo>
                    <a:pt x="86" y="18"/>
                    <a:pt x="67" y="0"/>
                    <a:pt x="44" y="0"/>
                  </a:cubicBezTo>
                  <a:cubicBezTo>
                    <a:pt x="20" y="0"/>
                    <a:pt x="2" y="18"/>
                    <a:pt x="2" y="42"/>
                  </a:cubicBezTo>
                  <a:cubicBezTo>
                    <a:pt x="2" y="254"/>
                    <a:pt x="2" y="254"/>
                    <a:pt x="2" y="254"/>
                  </a:cubicBezTo>
                  <a:cubicBezTo>
                    <a:pt x="2" y="273"/>
                    <a:pt x="0" y="292"/>
                    <a:pt x="9" y="310"/>
                  </a:cubicBezTo>
                  <a:cubicBezTo>
                    <a:pt x="19" y="329"/>
                    <a:pt x="42" y="344"/>
                    <a:pt x="71" y="344"/>
                  </a:cubicBezTo>
                  <a:cubicBezTo>
                    <a:pt x="95" y="344"/>
                    <a:pt x="110" y="325"/>
                    <a:pt x="110" y="325"/>
                  </a:cubicBezTo>
                  <a:cubicBezTo>
                    <a:pt x="110" y="325"/>
                    <a:pt x="95" y="320"/>
                    <a:pt x="89" y="302"/>
                  </a:cubicBezTo>
                </a:path>
              </a:pathLst>
            </a:custGeom>
            <a:solidFill>
              <a:srgbClr val="4F217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 sz="1800"/>
            </a:p>
          </p:txBody>
        </p:sp>
        <p:sp>
          <p:nvSpPr>
            <p:cNvPr id="122" name="Freeform 11"/>
            <p:cNvSpPr>
              <a:spLocks noEditPoints="1"/>
            </p:cNvSpPr>
            <p:nvPr/>
          </p:nvSpPr>
          <p:spPr bwMode="auto">
            <a:xfrm>
              <a:off x="697686" y="6366568"/>
              <a:ext cx="131233" cy="131233"/>
            </a:xfrm>
            <a:custGeom>
              <a:avLst/>
              <a:gdLst>
                <a:gd name="T0" fmla="*/ 115 w 229"/>
                <a:gd name="T1" fmla="*/ 181 h 229"/>
                <a:gd name="T2" fmla="*/ 115 w 229"/>
                <a:gd name="T3" fmla="*/ 181 h 229"/>
                <a:gd name="T4" fmla="*/ 115 w 229"/>
                <a:gd name="T5" fmla="*/ 181 h 229"/>
                <a:gd name="T6" fmla="*/ 115 w 229"/>
                <a:gd name="T7" fmla="*/ 181 h 229"/>
                <a:gd name="T8" fmla="*/ 115 w 229"/>
                <a:gd name="T9" fmla="*/ 181 h 229"/>
                <a:gd name="T10" fmla="*/ 82 w 229"/>
                <a:gd name="T11" fmla="*/ 115 h 229"/>
                <a:gd name="T12" fmla="*/ 115 w 229"/>
                <a:gd name="T13" fmla="*/ 49 h 229"/>
                <a:gd name="T14" fmla="*/ 115 w 229"/>
                <a:gd name="T15" fmla="*/ 49 h 229"/>
                <a:gd name="T16" fmla="*/ 115 w 229"/>
                <a:gd name="T17" fmla="*/ 49 h 229"/>
                <a:gd name="T18" fmla="*/ 115 w 229"/>
                <a:gd name="T19" fmla="*/ 49 h 229"/>
                <a:gd name="T20" fmla="*/ 115 w 229"/>
                <a:gd name="T21" fmla="*/ 49 h 229"/>
                <a:gd name="T22" fmla="*/ 147 w 229"/>
                <a:gd name="T23" fmla="*/ 115 h 229"/>
                <a:gd name="T24" fmla="*/ 115 w 229"/>
                <a:gd name="T25" fmla="*/ 181 h 229"/>
                <a:gd name="T26" fmla="*/ 114 w 229"/>
                <a:gd name="T27" fmla="*/ 0 h 229"/>
                <a:gd name="T28" fmla="*/ 0 w 229"/>
                <a:gd name="T29" fmla="*/ 115 h 229"/>
                <a:gd name="T30" fmla="*/ 114 w 229"/>
                <a:gd name="T31" fmla="*/ 229 h 229"/>
                <a:gd name="T32" fmla="*/ 229 w 229"/>
                <a:gd name="T33" fmla="*/ 115 h 229"/>
                <a:gd name="T34" fmla="*/ 114 w 229"/>
                <a:gd name="T35" fmla="*/ 0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29" h="229">
                  <a:moveTo>
                    <a:pt x="115" y="181"/>
                  </a:moveTo>
                  <a:cubicBezTo>
                    <a:pt x="115" y="181"/>
                    <a:pt x="115" y="181"/>
                    <a:pt x="115" y="181"/>
                  </a:cubicBezTo>
                  <a:cubicBezTo>
                    <a:pt x="115" y="181"/>
                    <a:pt x="115" y="181"/>
                    <a:pt x="115" y="181"/>
                  </a:cubicBezTo>
                  <a:cubicBezTo>
                    <a:pt x="115" y="181"/>
                    <a:pt x="115" y="181"/>
                    <a:pt x="115" y="181"/>
                  </a:cubicBezTo>
                  <a:cubicBezTo>
                    <a:pt x="115" y="181"/>
                    <a:pt x="115" y="181"/>
                    <a:pt x="115" y="181"/>
                  </a:cubicBezTo>
                  <a:cubicBezTo>
                    <a:pt x="93" y="180"/>
                    <a:pt x="82" y="155"/>
                    <a:pt x="82" y="115"/>
                  </a:cubicBezTo>
                  <a:cubicBezTo>
                    <a:pt x="82" y="74"/>
                    <a:pt x="96" y="49"/>
                    <a:pt x="115" y="49"/>
                  </a:cubicBezTo>
                  <a:cubicBezTo>
                    <a:pt x="115" y="49"/>
                    <a:pt x="115" y="49"/>
                    <a:pt x="115" y="49"/>
                  </a:cubicBezTo>
                  <a:cubicBezTo>
                    <a:pt x="115" y="49"/>
                    <a:pt x="115" y="49"/>
                    <a:pt x="115" y="49"/>
                  </a:cubicBezTo>
                  <a:cubicBezTo>
                    <a:pt x="115" y="49"/>
                    <a:pt x="115" y="49"/>
                    <a:pt x="115" y="49"/>
                  </a:cubicBezTo>
                  <a:cubicBezTo>
                    <a:pt x="115" y="49"/>
                    <a:pt x="115" y="49"/>
                    <a:pt x="115" y="49"/>
                  </a:cubicBezTo>
                  <a:cubicBezTo>
                    <a:pt x="134" y="49"/>
                    <a:pt x="147" y="74"/>
                    <a:pt x="147" y="115"/>
                  </a:cubicBezTo>
                  <a:cubicBezTo>
                    <a:pt x="147" y="155"/>
                    <a:pt x="137" y="180"/>
                    <a:pt x="115" y="181"/>
                  </a:cubicBezTo>
                  <a:moveTo>
                    <a:pt x="114" y="0"/>
                  </a:moveTo>
                  <a:cubicBezTo>
                    <a:pt x="51" y="0"/>
                    <a:pt x="0" y="52"/>
                    <a:pt x="0" y="115"/>
                  </a:cubicBezTo>
                  <a:cubicBezTo>
                    <a:pt x="0" y="178"/>
                    <a:pt x="51" y="229"/>
                    <a:pt x="114" y="229"/>
                  </a:cubicBezTo>
                  <a:cubicBezTo>
                    <a:pt x="177" y="229"/>
                    <a:pt x="229" y="178"/>
                    <a:pt x="229" y="115"/>
                  </a:cubicBezTo>
                  <a:cubicBezTo>
                    <a:pt x="229" y="52"/>
                    <a:pt x="177" y="0"/>
                    <a:pt x="114" y="0"/>
                  </a:cubicBezTo>
                </a:path>
              </a:pathLst>
            </a:custGeom>
            <a:solidFill>
              <a:srgbClr val="4F217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 sz="1800"/>
            </a:p>
          </p:txBody>
        </p:sp>
        <p:sp>
          <p:nvSpPr>
            <p:cNvPr id="123" name="Freeform 12"/>
            <p:cNvSpPr>
              <a:spLocks noEditPoints="1"/>
            </p:cNvSpPr>
            <p:nvPr/>
          </p:nvSpPr>
          <p:spPr bwMode="auto">
            <a:xfrm>
              <a:off x="961781" y="6300789"/>
              <a:ext cx="160215" cy="198641"/>
            </a:xfrm>
            <a:custGeom>
              <a:avLst/>
              <a:gdLst>
                <a:gd name="T0" fmla="*/ 132 w 279"/>
                <a:gd name="T1" fmla="*/ 288 h 347"/>
                <a:gd name="T2" fmla="*/ 132 w 279"/>
                <a:gd name="T3" fmla="*/ 288 h 347"/>
                <a:gd name="T4" fmla="*/ 132 w 279"/>
                <a:gd name="T5" fmla="*/ 288 h 347"/>
                <a:gd name="T6" fmla="*/ 132 w 279"/>
                <a:gd name="T7" fmla="*/ 288 h 347"/>
                <a:gd name="T8" fmla="*/ 132 w 279"/>
                <a:gd name="T9" fmla="*/ 288 h 347"/>
                <a:gd name="T10" fmla="*/ 99 w 279"/>
                <a:gd name="T11" fmla="*/ 231 h 347"/>
                <a:gd name="T12" fmla="*/ 132 w 279"/>
                <a:gd name="T13" fmla="*/ 174 h 347"/>
                <a:gd name="T14" fmla="*/ 132 w 279"/>
                <a:gd name="T15" fmla="*/ 174 h 347"/>
                <a:gd name="T16" fmla="*/ 132 w 279"/>
                <a:gd name="T17" fmla="*/ 174 h 347"/>
                <a:gd name="T18" fmla="*/ 132 w 279"/>
                <a:gd name="T19" fmla="*/ 174 h 347"/>
                <a:gd name="T20" fmla="*/ 132 w 279"/>
                <a:gd name="T21" fmla="*/ 174 h 347"/>
                <a:gd name="T22" fmla="*/ 165 w 279"/>
                <a:gd name="T23" fmla="*/ 231 h 347"/>
                <a:gd name="T24" fmla="*/ 132 w 279"/>
                <a:gd name="T25" fmla="*/ 288 h 347"/>
                <a:gd name="T26" fmla="*/ 258 w 279"/>
                <a:gd name="T27" fmla="*/ 302 h 347"/>
                <a:gd name="T28" fmla="*/ 255 w 279"/>
                <a:gd name="T29" fmla="*/ 281 h 347"/>
                <a:gd name="T30" fmla="*/ 255 w 279"/>
                <a:gd name="T31" fmla="*/ 42 h 347"/>
                <a:gd name="T32" fmla="*/ 212 w 279"/>
                <a:gd name="T33" fmla="*/ 0 h 347"/>
                <a:gd name="T34" fmla="*/ 170 w 279"/>
                <a:gd name="T35" fmla="*/ 42 h 347"/>
                <a:gd name="T36" fmla="*/ 170 w 279"/>
                <a:gd name="T37" fmla="*/ 155 h 347"/>
                <a:gd name="T38" fmla="*/ 103 w 279"/>
                <a:gd name="T39" fmla="*/ 117 h 347"/>
                <a:gd name="T40" fmla="*/ 66 w 279"/>
                <a:gd name="T41" fmla="*/ 332 h 347"/>
                <a:gd name="T42" fmla="*/ 134 w 279"/>
                <a:gd name="T43" fmla="*/ 342 h 347"/>
                <a:gd name="T44" fmla="*/ 176 w 279"/>
                <a:gd name="T45" fmla="*/ 306 h 347"/>
                <a:gd name="T46" fmla="*/ 178 w 279"/>
                <a:gd name="T47" fmla="*/ 310 h 347"/>
                <a:gd name="T48" fmla="*/ 239 w 279"/>
                <a:gd name="T49" fmla="*/ 344 h 347"/>
                <a:gd name="T50" fmla="*/ 279 w 279"/>
                <a:gd name="T51" fmla="*/ 325 h 347"/>
                <a:gd name="T52" fmla="*/ 258 w 279"/>
                <a:gd name="T53" fmla="*/ 302 h 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79" h="347">
                  <a:moveTo>
                    <a:pt x="132" y="288"/>
                  </a:moveTo>
                  <a:cubicBezTo>
                    <a:pt x="132" y="288"/>
                    <a:pt x="132" y="288"/>
                    <a:pt x="132" y="288"/>
                  </a:cubicBezTo>
                  <a:cubicBezTo>
                    <a:pt x="132" y="288"/>
                    <a:pt x="132" y="288"/>
                    <a:pt x="132" y="288"/>
                  </a:cubicBezTo>
                  <a:cubicBezTo>
                    <a:pt x="132" y="288"/>
                    <a:pt x="132" y="288"/>
                    <a:pt x="132" y="288"/>
                  </a:cubicBezTo>
                  <a:cubicBezTo>
                    <a:pt x="132" y="288"/>
                    <a:pt x="132" y="288"/>
                    <a:pt x="132" y="288"/>
                  </a:cubicBezTo>
                  <a:cubicBezTo>
                    <a:pt x="110" y="288"/>
                    <a:pt x="99" y="266"/>
                    <a:pt x="99" y="231"/>
                  </a:cubicBezTo>
                  <a:cubicBezTo>
                    <a:pt x="99" y="196"/>
                    <a:pt x="113" y="174"/>
                    <a:pt x="132" y="174"/>
                  </a:cubicBezTo>
                  <a:cubicBezTo>
                    <a:pt x="132" y="174"/>
                    <a:pt x="132" y="174"/>
                    <a:pt x="132" y="174"/>
                  </a:cubicBezTo>
                  <a:cubicBezTo>
                    <a:pt x="132" y="174"/>
                    <a:pt x="132" y="174"/>
                    <a:pt x="132" y="174"/>
                  </a:cubicBezTo>
                  <a:cubicBezTo>
                    <a:pt x="132" y="174"/>
                    <a:pt x="132" y="174"/>
                    <a:pt x="132" y="174"/>
                  </a:cubicBezTo>
                  <a:cubicBezTo>
                    <a:pt x="132" y="174"/>
                    <a:pt x="132" y="174"/>
                    <a:pt x="132" y="174"/>
                  </a:cubicBezTo>
                  <a:cubicBezTo>
                    <a:pt x="151" y="174"/>
                    <a:pt x="165" y="196"/>
                    <a:pt x="165" y="231"/>
                  </a:cubicBezTo>
                  <a:cubicBezTo>
                    <a:pt x="165" y="266"/>
                    <a:pt x="154" y="288"/>
                    <a:pt x="132" y="288"/>
                  </a:cubicBezTo>
                  <a:moveTo>
                    <a:pt x="258" y="302"/>
                  </a:moveTo>
                  <a:cubicBezTo>
                    <a:pt x="256" y="295"/>
                    <a:pt x="255" y="288"/>
                    <a:pt x="255" y="281"/>
                  </a:cubicBezTo>
                  <a:cubicBezTo>
                    <a:pt x="255" y="42"/>
                    <a:pt x="255" y="42"/>
                    <a:pt x="255" y="42"/>
                  </a:cubicBezTo>
                  <a:cubicBezTo>
                    <a:pt x="255" y="18"/>
                    <a:pt x="236" y="0"/>
                    <a:pt x="212" y="0"/>
                  </a:cubicBezTo>
                  <a:cubicBezTo>
                    <a:pt x="189" y="0"/>
                    <a:pt x="170" y="18"/>
                    <a:pt x="170" y="42"/>
                  </a:cubicBezTo>
                  <a:cubicBezTo>
                    <a:pt x="170" y="155"/>
                    <a:pt x="170" y="155"/>
                    <a:pt x="170" y="155"/>
                  </a:cubicBezTo>
                  <a:cubicBezTo>
                    <a:pt x="160" y="141"/>
                    <a:pt x="138" y="117"/>
                    <a:pt x="103" y="117"/>
                  </a:cubicBezTo>
                  <a:cubicBezTo>
                    <a:pt x="6" y="117"/>
                    <a:pt x="0" y="289"/>
                    <a:pt x="66" y="332"/>
                  </a:cubicBezTo>
                  <a:cubicBezTo>
                    <a:pt x="85" y="344"/>
                    <a:pt x="113" y="347"/>
                    <a:pt x="134" y="342"/>
                  </a:cubicBezTo>
                  <a:cubicBezTo>
                    <a:pt x="149" y="338"/>
                    <a:pt x="172" y="323"/>
                    <a:pt x="176" y="306"/>
                  </a:cubicBezTo>
                  <a:cubicBezTo>
                    <a:pt x="177" y="307"/>
                    <a:pt x="177" y="309"/>
                    <a:pt x="178" y="310"/>
                  </a:cubicBezTo>
                  <a:cubicBezTo>
                    <a:pt x="187" y="329"/>
                    <a:pt x="211" y="344"/>
                    <a:pt x="239" y="344"/>
                  </a:cubicBezTo>
                  <a:cubicBezTo>
                    <a:pt x="264" y="344"/>
                    <a:pt x="279" y="325"/>
                    <a:pt x="279" y="325"/>
                  </a:cubicBezTo>
                  <a:cubicBezTo>
                    <a:pt x="279" y="325"/>
                    <a:pt x="264" y="320"/>
                    <a:pt x="258" y="302"/>
                  </a:cubicBezTo>
                </a:path>
              </a:pathLst>
            </a:custGeom>
            <a:solidFill>
              <a:srgbClr val="4F217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 sz="1800"/>
            </a:p>
          </p:txBody>
        </p:sp>
        <p:sp>
          <p:nvSpPr>
            <p:cNvPr id="124" name="Freeform 13"/>
            <p:cNvSpPr>
              <a:spLocks noEditPoints="1"/>
            </p:cNvSpPr>
            <p:nvPr/>
          </p:nvSpPr>
          <p:spPr bwMode="auto">
            <a:xfrm>
              <a:off x="1120693" y="6367871"/>
              <a:ext cx="120487" cy="129931"/>
            </a:xfrm>
            <a:custGeom>
              <a:avLst/>
              <a:gdLst>
                <a:gd name="T0" fmla="*/ 77 w 210"/>
                <a:gd name="T1" fmla="*/ 100 h 227"/>
                <a:gd name="T2" fmla="*/ 100 w 210"/>
                <a:gd name="T3" fmla="*/ 48 h 227"/>
                <a:gd name="T4" fmla="*/ 133 w 210"/>
                <a:gd name="T5" fmla="*/ 67 h 227"/>
                <a:gd name="T6" fmla="*/ 105 w 210"/>
                <a:gd name="T7" fmla="*/ 100 h 227"/>
                <a:gd name="T8" fmla="*/ 77 w 210"/>
                <a:gd name="T9" fmla="*/ 100 h 227"/>
                <a:gd name="T10" fmla="*/ 200 w 210"/>
                <a:gd name="T11" fmla="*/ 156 h 227"/>
                <a:gd name="T12" fmla="*/ 140 w 210"/>
                <a:gd name="T13" fmla="*/ 173 h 227"/>
                <a:gd name="T14" fmla="*/ 81 w 210"/>
                <a:gd name="T15" fmla="*/ 136 h 227"/>
                <a:gd name="T16" fmla="*/ 210 w 210"/>
                <a:gd name="T17" fmla="*/ 75 h 227"/>
                <a:gd name="T18" fmla="*/ 108 w 210"/>
                <a:gd name="T19" fmla="*/ 0 h 227"/>
                <a:gd name="T20" fmla="*/ 0 w 210"/>
                <a:gd name="T21" fmla="*/ 115 h 227"/>
                <a:gd name="T22" fmla="*/ 109 w 210"/>
                <a:gd name="T23" fmla="*/ 227 h 227"/>
                <a:gd name="T24" fmla="*/ 200 w 210"/>
                <a:gd name="T25" fmla="*/ 156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10" h="227">
                  <a:moveTo>
                    <a:pt x="77" y="100"/>
                  </a:moveTo>
                  <a:cubicBezTo>
                    <a:pt x="79" y="82"/>
                    <a:pt x="84" y="59"/>
                    <a:pt x="100" y="48"/>
                  </a:cubicBezTo>
                  <a:cubicBezTo>
                    <a:pt x="113" y="40"/>
                    <a:pt x="132" y="50"/>
                    <a:pt x="133" y="67"/>
                  </a:cubicBezTo>
                  <a:cubicBezTo>
                    <a:pt x="133" y="84"/>
                    <a:pt x="121" y="96"/>
                    <a:pt x="105" y="100"/>
                  </a:cubicBezTo>
                  <a:cubicBezTo>
                    <a:pt x="104" y="100"/>
                    <a:pt x="77" y="102"/>
                    <a:pt x="77" y="100"/>
                  </a:cubicBezTo>
                  <a:moveTo>
                    <a:pt x="200" y="156"/>
                  </a:moveTo>
                  <a:cubicBezTo>
                    <a:pt x="200" y="156"/>
                    <a:pt x="188" y="173"/>
                    <a:pt x="140" y="173"/>
                  </a:cubicBezTo>
                  <a:cubicBezTo>
                    <a:pt x="92" y="173"/>
                    <a:pt x="81" y="136"/>
                    <a:pt x="81" y="136"/>
                  </a:cubicBezTo>
                  <a:cubicBezTo>
                    <a:pt x="151" y="136"/>
                    <a:pt x="210" y="131"/>
                    <a:pt x="210" y="75"/>
                  </a:cubicBezTo>
                  <a:cubicBezTo>
                    <a:pt x="210" y="18"/>
                    <a:pt x="146" y="0"/>
                    <a:pt x="108" y="0"/>
                  </a:cubicBezTo>
                  <a:cubicBezTo>
                    <a:pt x="45" y="0"/>
                    <a:pt x="0" y="50"/>
                    <a:pt x="0" y="115"/>
                  </a:cubicBezTo>
                  <a:cubicBezTo>
                    <a:pt x="0" y="190"/>
                    <a:pt x="59" y="227"/>
                    <a:pt x="109" y="227"/>
                  </a:cubicBezTo>
                  <a:cubicBezTo>
                    <a:pt x="196" y="227"/>
                    <a:pt x="200" y="156"/>
                    <a:pt x="200" y="156"/>
                  </a:cubicBezTo>
                  <a:close/>
                </a:path>
              </a:pathLst>
            </a:custGeom>
            <a:solidFill>
              <a:srgbClr val="4F217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 sz="1800"/>
            </a:p>
          </p:txBody>
        </p:sp>
        <p:sp>
          <p:nvSpPr>
            <p:cNvPr id="125" name="Freeform 14"/>
            <p:cNvSpPr>
              <a:spLocks noEditPoints="1"/>
            </p:cNvSpPr>
            <p:nvPr/>
          </p:nvSpPr>
          <p:spPr bwMode="auto">
            <a:xfrm>
              <a:off x="1313798" y="6367871"/>
              <a:ext cx="120487" cy="129931"/>
            </a:xfrm>
            <a:custGeom>
              <a:avLst/>
              <a:gdLst>
                <a:gd name="T0" fmla="*/ 77 w 210"/>
                <a:gd name="T1" fmla="*/ 100 h 227"/>
                <a:gd name="T2" fmla="*/ 100 w 210"/>
                <a:gd name="T3" fmla="*/ 48 h 227"/>
                <a:gd name="T4" fmla="*/ 133 w 210"/>
                <a:gd name="T5" fmla="*/ 67 h 227"/>
                <a:gd name="T6" fmla="*/ 105 w 210"/>
                <a:gd name="T7" fmla="*/ 100 h 227"/>
                <a:gd name="T8" fmla="*/ 77 w 210"/>
                <a:gd name="T9" fmla="*/ 100 h 227"/>
                <a:gd name="T10" fmla="*/ 200 w 210"/>
                <a:gd name="T11" fmla="*/ 156 h 227"/>
                <a:gd name="T12" fmla="*/ 140 w 210"/>
                <a:gd name="T13" fmla="*/ 173 h 227"/>
                <a:gd name="T14" fmla="*/ 82 w 210"/>
                <a:gd name="T15" fmla="*/ 136 h 227"/>
                <a:gd name="T16" fmla="*/ 210 w 210"/>
                <a:gd name="T17" fmla="*/ 75 h 227"/>
                <a:gd name="T18" fmla="*/ 108 w 210"/>
                <a:gd name="T19" fmla="*/ 0 h 227"/>
                <a:gd name="T20" fmla="*/ 0 w 210"/>
                <a:gd name="T21" fmla="*/ 115 h 227"/>
                <a:gd name="T22" fmla="*/ 109 w 210"/>
                <a:gd name="T23" fmla="*/ 227 h 227"/>
                <a:gd name="T24" fmla="*/ 200 w 210"/>
                <a:gd name="T25" fmla="*/ 156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10" h="227">
                  <a:moveTo>
                    <a:pt x="77" y="100"/>
                  </a:moveTo>
                  <a:cubicBezTo>
                    <a:pt x="79" y="82"/>
                    <a:pt x="84" y="59"/>
                    <a:pt x="100" y="48"/>
                  </a:cubicBezTo>
                  <a:cubicBezTo>
                    <a:pt x="114" y="40"/>
                    <a:pt x="132" y="50"/>
                    <a:pt x="133" y="67"/>
                  </a:cubicBezTo>
                  <a:cubicBezTo>
                    <a:pt x="133" y="84"/>
                    <a:pt x="122" y="96"/>
                    <a:pt x="105" y="100"/>
                  </a:cubicBezTo>
                  <a:cubicBezTo>
                    <a:pt x="104" y="100"/>
                    <a:pt x="77" y="102"/>
                    <a:pt x="77" y="100"/>
                  </a:cubicBezTo>
                  <a:moveTo>
                    <a:pt x="200" y="156"/>
                  </a:moveTo>
                  <a:cubicBezTo>
                    <a:pt x="200" y="156"/>
                    <a:pt x="188" y="173"/>
                    <a:pt x="140" y="173"/>
                  </a:cubicBezTo>
                  <a:cubicBezTo>
                    <a:pt x="92" y="173"/>
                    <a:pt x="82" y="136"/>
                    <a:pt x="82" y="136"/>
                  </a:cubicBezTo>
                  <a:cubicBezTo>
                    <a:pt x="151" y="136"/>
                    <a:pt x="210" y="131"/>
                    <a:pt x="210" y="75"/>
                  </a:cubicBezTo>
                  <a:cubicBezTo>
                    <a:pt x="210" y="18"/>
                    <a:pt x="146" y="0"/>
                    <a:pt x="108" y="0"/>
                  </a:cubicBezTo>
                  <a:cubicBezTo>
                    <a:pt x="46" y="0"/>
                    <a:pt x="0" y="50"/>
                    <a:pt x="0" y="115"/>
                  </a:cubicBezTo>
                  <a:cubicBezTo>
                    <a:pt x="0" y="190"/>
                    <a:pt x="59" y="227"/>
                    <a:pt x="109" y="227"/>
                  </a:cubicBezTo>
                  <a:cubicBezTo>
                    <a:pt x="196" y="227"/>
                    <a:pt x="200" y="156"/>
                    <a:pt x="200" y="156"/>
                  </a:cubicBezTo>
                  <a:close/>
                </a:path>
              </a:pathLst>
            </a:custGeom>
            <a:solidFill>
              <a:srgbClr val="4F217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 sz="1800"/>
            </a:p>
          </p:txBody>
        </p:sp>
        <p:sp>
          <p:nvSpPr>
            <p:cNvPr id="126" name="Freeform 15"/>
            <p:cNvSpPr>
              <a:spLocks/>
            </p:cNvSpPr>
            <p:nvPr/>
          </p:nvSpPr>
          <p:spPr bwMode="auto">
            <a:xfrm>
              <a:off x="1432332" y="6362986"/>
              <a:ext cx="137746" cy="152074"/>
            </a:xfrm>
            <a:custGeom>
              <a:avLst/>
              <a:gdLst>
                <a:gd name="T0" fmla="*/ 151 w 240"/>
                <a:gd name="T1" fmla="*/ 171 h 265"/>
                <a:gd name="T2" fmla="*/ 103 w 240"/>
                <a:gd name="T3" fmla="*/ 171 h 265"/>
                <a:gd name="T4" fmla="*/ 154 w 240"/>
                <a:gd name="T5" fmla="*/ 131 h 265"/>
                <a:gd name="T6" fmla="*/ 224 w 240"/>
                <a:gd name="T7" fmla="*/ 18 h 265"/>
                <a:gd name="T8" fmla="*/ 224 w 240"/>
                <a:gd name="T9" fmla="*/ 18 h 265"/>
                <a:gd name="T10" fmla="*/ 212 w 240"/>
                <a:gd name="T11" fmla="*/ 0 h 265"/>
                <a:gd name="T12" fmla="*/ 198 w 240"/>
                <a:gd name="T13" fmla="*/ 13 h 265"/>
                <a:gd name="T14" fmla="*/ 184 w 240"/>
                <a:gd name="T15" fmla="*/ 16 h 265"/>
                <a:gd name="T16" fmla="*/ 49 w 240"/>
                <a:gd name="T17" fmla="*/ 16 h 265"/>
                <a:gd name="T18" fmla="*/ 17 w 240"/>
                <a:gd name="T19" fmla="*/ 47 h 265"/>
                <a:gd name="T20" fmla="*/ 48 w 240"/>
                <a:gd name="T21" fmla="*/ 77 h 265"/>
                <a:gd name="T22" fmla="*/ 124 w 240"/>
                <a:gd name="T23" fmla="*/ 78 h 265"/>
                <a:gd name="T24" fmla="*/ 26 w 240"/>
                <a:gd name="T25" fmla="*/ 156 h 265"/>
                <a:gd name="T26" fmla="*/ 5 w 240"/>
                <a:gd name="T27" fmla="*/ 232 h 265"/>
                <a:gd name="T28" fmla="*/ 100 w 240"/>
                <a:gd name="T29" fmla="*/ 210 h 265"/>
                <a:gd name="T30" fmla="*/ 137 w 240"/>
                <a:gd name="T31" fmla="*/ 226 h 265"/>
                <a:gd name="T32" fmla="*/ 208 w 240"/>
                <a:gd name="T33" fmla="*/ 154 h 265"/>
                <a:gd name="T34" fmla="*/ 151 w 240"/>
                <a:gd name="T35" fmla="*/ 171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40" h="265">
                  <a:moveTo>
                    <a:pt x="151" y="171"/>
                  </a:moveTo>
                  <a:cubicBezTo>
                    <a:pt x="103" y="171"/>
                    <a:pt x="103" y="171"/>
                    <a:pt x="103" y="171"/>
                  </a:cubicBezTo>
                  <a:cubicBezTo>
                    <a:pt x="107" y="171"/>
                    <a:pt x="142" y="141"/>
                    <a:pt x="154" y="131"/>
                  </a:cubicBezTo>
                  <a:cubicBezTo>
                    <a:pt x="185" y="104"/>
                    <a:pt x="240" y="67"/>
                    <a:pt x="224" y="18"/>
                  </a:cubicBezTo>
                  <a:cubicBezTo>
                    <a:pt x="224" y="18"/>
                    <a:pt x="224" y="18"/>
                    <a:pt x="224" y="18"/>
                  </a:cubicBezTo>
                  <a:cubicBezTo>
                    <a:pt x="221" y="6"/>
                    <a:pt x="212" y="0"/>
                    <a:pt x="212" y="0"/>
                  </a:cubicBezTo>
                  <a:cubicBezTo>
                    <a:pt x="212" y="0"/>
                    <a:pt x="209" y="9"/>
                    <a:pt x="198" y="13"/>
                  </a:cubicBezTo>
                  <a:cubicBezTo>
                    <a:pt x="193" y="15"/>
                    <a:pt x="188" y="15"/>
                    <a:pt x="184" y="16"/>
                  </a:cubicBezTo>
                  <a:cubicBezTo>
                    <a:pt x="180" y="16"/>
                    <a:pt x="49" y="16"/>
                    <a:pt x="49" y="16"/>
                  </a:cubicBezTo>
                  <a:cubicBezTo>
                    <a:pt x="32" y="16"/>
                    <a:pt x="17" y="30"/>
                    <a:pt x="17" y="47"/>
                  </a:cubicBezTo>
                  <a:cubicBezTo>
                    <a:pt x="17" y="63"/>
                    <a:pt x="30" y="77"/>
                    <a:pt x="48" y="77"/>
                  </a:cubicBezTo>
                  <a:cubicBezTo>
                    <a:pt x="124" y="78"/>
                    <a:pt x="124" y="78"/>
                    <a:pt x="124" y="78"/>
                  </a:cubicBezTo>
                  <a:cubicBezTo>
                    <a:pt x="89" y="97"/>
                    <a:pt x="47" y="121"/>
                    <a:pt x="26" y="156"/>
                  </a:cubicBezTo>
                  <a:cubicBezTo>
                    <a:pt x="13" y="177"/>
                    <a:pt x="0" y="208"/>
                    <a:pt x="5" y="232"/>
                  </a:cubicBezTo>
                  <a:cubicBezTo>
                    <a:pt x="22" y="217"/>
                    <a:pt x="67" y="203"/>
                    <a:pt x="100" y="210"/>
                  </a:cubicBezTo>
                  <a:cubicBezTo>
                    <a:pt x="113" y="212"/>
                    <a:pt x="126" y="219"/>
                    <a:pt x="137" y="226"/>
                  </a:cubicBezTo>
                  <a:cubicBezTo>
                    <a:pt x="201" y="265"/>
                    <a:pt x="239" y="188"/>
                    <a:pt x="208" y="154"/>
                  </a:cubicBezTo>
                  <a:cubicBezTo>
                    <a:pt x="208" y="154"/>
                    <a:pt x="191" y="171"/>
                    <a:pt x="151" y="171"/>
                  </a:cubicBezTo>
                </a:path>
              </a:pathLst>
            </a:custGeom>
            <a:solidFill>
              <a:srgbClr val="4F217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 sz="1800"/>
            </a:p>
          </p:txBody>
        </p:sp>
        <p:sp>
          <p:nvSpPr>
            <p:cNvPr id="127" name="Freeform 16"/>
            <p:cNvSpPr>
              <a:spLocks/>
            </p:cNvSpPr>
            <p:nvPr/>
          </p:nvSpPr>
          <p:spPr bwMode="auto">
            <a:xfrm>
              <a:off x="459317" y="6308604"/>
              <a:ext cx="291123" cy="237392"/>
            </a:xfrm>
            <a:custGeom>
              <a:avLst/>
              <a:gdLst>
                <a:gd name="T0" fmla="*/ 422 w 508"/>
                <a:gd name="T1" fmla="*/ 314 h 414"/>
                <a:gd name="T2" fmla="*/ 368 w 508"/>
                <a:gd name="T3" fmla="*/ 153 h 414"/>
                <a:gd name="T4" fmla="*/ 401 w 508"/>
                <a:gd name="T5" fmla="*/ 22 h 414"/>
                <a:gd name="T6" fmla="*/ 353 w 508"/>
                <a:gd name="T7" fmla="*/ 3 h 414"/>
                <a:gd name="T8" fmla="*/ 287 w 508"/>
                <a:gd name="T9" fmla="*/ 44 h 414"/>
                <a:gd name="T10" fmla="*/ 222 w 508"/>
                <a:gd name="T11" fmla="*/ 134 h 414"/>
                <a:gd name="T12" fmla="*/ 165 w 508"/>
                <a:gd name="T13" fmla="*/ 45 h 414"/>
                <a:gd name="T14" fmla="*/ 111 w 508"/>
                <a:gd name="T15" fmla="*/ 4 h 414"/>
                <a:gd name="T16" fmla="*/ 50 w 508"/>
                <a:gd name="T17" fmla="*/ 24 h 414"/>
                <a:gd name="T18" fmla="*/ 72 w 508"/>
                <a:gd name="T19" fmla="*/ 151 h 414"/>
                <a:gd name="T20" fmla="*/ 0 w 508"/>
                <a:gd name="T21" fmla="*/ 287 h 414"/>
                <a:gd name="T22" fmla="*/ 117 w 508"/>
                <a:gd name="T23" fmla="*/ 273 h 414"/>
                <a:gd name="T24" fmla="*/ 140 w 508"/>
                <a:gd name="T25" fmla="*/ 147 h 414"/>
                <a:gd name="T26" fmla="*/ 217 w 508"/>
                <a:gd name="T27" fmla="*/ 265 h 414"/>
                <a:gd name="T28" fmla="*/ 304 w 508"/>
                <a:gd name="T29" fmla="*/ 147 h 414"/>
                <a:gd name="T30" fmla="*/ 424 w 508"/>
                <a:gd name="T31" fmla="*/ 414 h 414"/>
                <a:gd name="T32" fmla="*/ 508 w 508"/>
                <a:gd name="T33" fmla="*/ 357 h 414"/>
                <a:gd name="T34" fmla="*/ 422 w 508"/>
                <a:gd name="T35" fmla="*/ 314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8" h="414">
                  <a:moveTo>
                    <a:pt x="422" y="314"/>
                  </a:moveTo>
                  <a:cubicBezTo>
                    <a:pt x="383" y="271"/>
                    <a:pt x="371" y="200"/>
                    <a:pt x="368" y="153"/>
                  </a:cubicBezTo>
                  <a:cubicBezTo>
                    <a:pt x="366" y="113"/>
                    <a:pt x="369" y="42"/>
                    <a:pt x="401" y="22"/>
                  </a:cubicBezTo>
                  <a:cubicBezTo>
                    <a:pt x="390" y="8"/>
                    <a:pt x="369" y="3"/>
                    <a:pt x="353" y="3"/>
                  </a:cubicBezTo>
                  <a:cubicBezTo>
                    <a:pt x="317" y="3"/>
                    <a:pt x="299" y="27"/>
                    <a:pt x="287" y="44"/>
                  </a:cubicBezTo>
                  <a:cubicBezTo>
                    <a:pt x="283" y="50"/>
                    <a:pt x="222" y="134"/>
                    <a:pt x="222" y="134"/>
                  </a:cubicBezTo>
                  <a:cubicBezTo>
                    <a:pt x="222" y="134"/>
                    <a:pt x="171" y="55"/>
                    <a:pt x="165" y="45"/>
                  </a:cubicBezTo>
                  <a:cubicBezTo>
                    <a:pt x="156" y="32"/>
                    <a:pt x="140" y="8"/>
                    <a:pt x="111" y="4"/>
                  </a:cubicBezTo>
                  <a:cubicBezTo>
                    <a:pt x="99" y="2"/>
                    <a:pt x="67" y="0"/>
                    <a:pt x="50" y="24"/>
                  </a:cubicBezTo>
                  <a:cubicBezTo>
                    <a:pt x="79" y="48"/>
                    <a:pt x="79" y="109"/>
                    <a:pt x="72" y="151"/>
                  </a:cubicBezTo>
                  <a:cubicBezTo>
                    <a:pt x="53" y="276"/>
                    <a:pt x="0" y="287"/>
                    <a:pt x="0" y="287"/>
                  </a:cubicBezTo>
                  <a:cubicBezTo>
                    <a:pt x="27" y="361"/>
                    <a:pt x="97" y="332"/>
                    <a:pt x="117" y="273"/>
                  </a:cubicBezTo>
                  <a:cubicBezTo>
                    <a:pt x="130" y="235"/>
                    <a:pt x="138" y="187"/>
                    <a:pt x="140" y="147"/>
                  </a:cubicBezTo>
                  <a:cubicBezTo>
                    <a:pt x="217" y="265"/>
                    <a:pt x="217" y="265"/>
                    <a:pt x="217" y="265"/>
                  </a:cubicBezTo>
                  <a:cubicBezTo>
                    <a:pt x="217" y="265"/>
                    <a:pt x="304" y="147"/>
                    <a:pt x="304" y="147"/>
                  </a:cubicBezTo>
                  <a:cubicBezTo>
                    <a:pt x="290" y="355"/>
                    <a:pt x="361" y="414"/>
                    <a:pt x="424" y="414"/>
                  </a:cubicBezTo>
                  <a:cubicBezTo>
                    <a:pt x="486" y="414"/>
                    <a:pt x="508" y="357"/>
                    <a:pt x="508" y="357"/>
                  </a:cubicBezTo>
                  <a:cubicBezTo>
                    <a:pt x="474" y="355"/>
                    <a:pt x="444" y="338"/>
                    <a:pt x="422" y="314"/>
                  </a:cubicBezTo>
                </a:path>
              </a:pathLst>
            </a:custGeom>
            <a:solidFill>
              <a:srgbClr val="4F217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 sz="1800"/>
            </a:p>
          </p:txBody>
        </p:sp>
        <p:sp>
          <p:nvSpPr>
            <p:cNvPr id="128" name="Freeform 17"/>
            <p:cNvSpPr>
              <a:spLocks/>
            </p:cNvSpPr>
            <p:nvPr/>
          </p:nvSpPr>
          <p:spPr bwMode="auto">
            <a:xfrm>
              <a:off x="807752" y="6516689"/>
              <a:ext cx="27028" cy="88900"/>
            </a:xfrm>
            <a:custGeom>
              <a:avLst/>
              <a:gdLst>
                <a:gd name="T0" fmla="*/ 9 w 47"/>
                <a:gd name="T1" fmla="*/ 18 h 155"/>
                <a:gd name="T2" fmla="*/ 11 w 47"/>
                <a:gd name="T3" fmla="*/ 28 h 155"/>
                <a:gd name="T4" fmla="*/ 11 w 47"/>
                <a:gd name="T5" fmla="*/ 138 h 155"/>
                <a:gd name="T6" fmla="*/ 28 w 47"/>
                <a:gd name="T7" fmla="*/ 155 h 155"/>
                <a:gd name="T8" fmla="*/ 47 w 47"/>
                <a:gd name="T9" fmla="*/ 138 h 155"/>
                <a:gd name="T10" fmla="*/ 47 w 47"/>
                <a:gd name="T11" fmla="*/ 39 h 155"/>
                <a:gd name="T12" fmla="*/ 43 w 47"/>
                <a:gd name="T13" fmla="*/ 15 h 155"/>
                <a:gd name="T14" fmla="*/ 17 w 47"/>
                <a:gd name="T15" fmla="*/ 0 h 155"/>
                <a:gd name="T16" fmla="*/ 0 w 47"/>
                <a:gd name="T17" fmla="*/ 9 h 155"/>
                <a:gd name="T18" fmla="*/ 9 w 47"/>
                <a:gd name="T19" fmla="*/ 1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" h="155">
                  <a:moveTo>
                    <a:pt x="9" y="18"/>
                  </a:moveTo>
                  <a:cubicBezTo>
                    <a:pt x="10" y="22"/>
                    <a:pt x="10" y="25"/>
                    <a:pt x="11" y="28"/>
                  </a:cubicBezTo>
                  <a:cubicBezTo>
                    <a:pt x="11" y="28"/>
                    <a:pt x="10" y="136"/>
                    <a:pt x="11" y="138"/>
                  </a:cubicBezTo>
                  <a:cubicBezTo>
                    <a:pt x="11" y="147"/>
                    <a:pt x="19" y="154"/>
                    <a:pt x="28" y="155"/>
                  </a:cubicBezTo>
                  <a:cubicBezTo>
                    <a:pt x="37" y="155"/>
                    <a:pt x="46" y="147"/>
                    <a:pt x="47" y="138"/>
                  </a:cubicBezTo>
                  <a:cubicBezTo>
                    <a:pt x="47" y="137"/>
                    <a:pt x="47" y="39"/>
                    <a:pt x="47" y="39"/>
                  </a:cubicBezTo>
                  <a:cubicBezTo>
                    <a:pt x="46" y="31"/>
                    <a:pt x="47" y="23"/>
                    <a:pt x="43" y="15"/>
                  </a:cubicBezTo>
                  <a:cubicBezTo>
                    <a:pt x="39" y="7"/>
                    <a:pt x="29" y="0"/>
                    <a:pt x="17" y="0"/>
                  </a:cubicBezTo>
                  <a:cubicBezTo>
                    <a:pt x="6" y="0"/>
                    <a:pt x="0" y="9"/>
                    <a:pt x="0" y="9"/>
                  </a:cubicBezTo>
                  <a:cubicBezTo>
                    <a:pt x="0" y="9"/>
                    <a:pt x="6" y="11"/>
                    <a:pt x="9" y="18"/>
                  </a:cubicBezTo>
                </a:path>
              </a:pathLst>
            </a:custGeom>
            <a:solidFill>
              <a:srgbClr val="4F217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 sz="1800"/>
            </a:p>
          </p:txBody>
        </p:sp>
        <p:sp>
          <p:nvSpPr>
            <p:cNvPr id="129" name="Freeform 18"/>
            <p:cNvSpPr>
              <a:spLocks/>
            </p:cNvSpPr>
            <p:nvPr/>
          </p:nvSpPr>
          <p:spPr bwMode="auto">
            <a:xfrm>
              <a:off x="1445683" y="6516689"/>
              <a:ext cx="27028" cy="88900"/>
            </a:xfrm>
            <a:custGeom>
              <a:avLst/>
              <a:gdLst>
                <a:gd name="T0" fmla="*/ 38 w 47"/>
                <a:gd name="T1" fmla="*/ 137 h 155"/>
                <a:gd name="T2" fmla="*/ 37 w 47"/>
                <a:gd name="T3" fmla="*/ 128 h 155"/>
                <a:gd name="T4" fmla="*/ 37 w 47"/>
                <a:gd name="T5" fmla="*/ 17 h 155"/>
                <a:gd name="T6" fmla="*/ 20 w 47"/>
                <a:gd name="T7" fmla="*/ 0 h 155"/>
                <a:gd name="T8" fmla="*/ 1 w 47"/>
                <a:gd name="T9" fmla="*/ 17 h 155"/>
                <a:gd name="T10" fmla="*/ 1 w 47"/>
                <a:gd name="T11" fmla="*/ 116 h 155"/>
                <a:gd name="T12" fmla="*/ 4 w 47"/>
                <a:gd name="T13" fmla="*/ 140 h 155"/>
                <a:gd name="T14" fmla="*/ 30 w 47"/>
                <a:gd name="T15" fmla="*/ 155 h 155"/>
                <a:gd name="T16" fmla="*/ 47 w 47"/>
                <a:gd name="T17" fmla="*/ 146 h 155"/>
                <a:gd name="T18" fmla="*/ 38 w 47"/>
                <a:gd name="T19" fmla="*/ 13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" h="155">
                  <a:moveTo>
                    <a:pt x="38" y="137"/>
                  </a:moveTo>
                  <a:cubicBezTo>
                    <a:pt x="37" y="134"/>
                    <a:pt x="37" y="131"/>
                    <a:pt x="37" y="128"/>
                  </a:cubicBezTo>
                  <a:cubicBezTo>
                    <a:pt x="37" y="127"/>
                    <a:pt x="37" y="19"/>
                    <a:pt x="37" y="17"/>
                  </a:cubicBezTo>
                  <a:cubicBezTo>
                    <a:pt x="37" y="8"/>
                    <a:pt x="28" y="1"/>
                    <a:pt x="20" y="0"/>
                  </a:cubicBezTo>
                  <a:cubicBezTo>
                    <a:pt x="10" y="0"/>
                    <a:pt x="1" y="8"/>
                    <a:pt x="1" y="17"/>
                  </a:cubicBezTo>
                  <a:cubicBezTo>
                    <a:pt x="1" y="19"/>
                    <a:pt x="1" y="116"/>
                    <a:pt x="1" y="116"/>
                  </a:cubicBezTo>
                  <a:cubicBezTo>
                    <a:pt x="1" y="124"/>
                    <a:pt x="0" y="133"/>
                    <a:pt x="4" y="140"/>
                  </a:cubicBezTo>
                  <a:cubicBezTo>
                    <a:pt x="8" y="148"/>
                    <a:pt x="18" y="155"/>
                    <a:pt x="30" y="155"/>
                  </a:cubicBezTo>
                  <a:cubicBezTo>
                    <a:pt x="41" y="155"/>
                    <a:pt x="47" y="146"/>
                    <a:pt x="47" y="146"/>
                  </a:cubicBezTo>
                  <a:cubicBezTo>
                    <a:pt x="47" y="146"/>
                    <a:pt x="41" y="144"/>
                    <a:pt x="38" y="137"/>
                  </a:cubicBezTo>
                </a:path>
              </a:pathLst>
            </a:custGeom>
            <a:solidFill>
              <a:srgbClr val="4F217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 sz="1800"/>
            </a:p>
          </p:txBody>
        </p:sp>
        <p:sp>
          <p:nvSpPr>
            <p:cNvPr id="130" name="Freeform 19"/>
            <p:cNvSpPr>
              <a:spLocks/>
            </p:cNvSpPr>
            <p:nvPr/>
          </p:nvSpPr>
          <p:spPr bwMode="auto">
            <a:xfrm>
              <a:off x="1054263" y="6545997"/>
              <a:ext cx="54382" cy="59592"/>
            </a:xfrm>
            <a:custGeom>
              <a:avLst/>
              <a:gdLst>
                <a:gd name="T0" fmla="*/ 69 w 95"/>
                <a:gd name="T1" fmla="*/ 5 h 104"/>
                <a:gd name="T2" fmla="*/ 36 w 95"/>
                <a:gd name="T3" fmla="*/ 26 h 104"/>
                <a:gd name="T4" fmla="*/ 36 w 95"/>
                <a:gd name="T5" fmla="*/ 26 h 104"/>
                <a:gd name="T6" fmla="*/ 36 w 95"/>
                <a:gd name="T7" fmla="*/ 17 h 104"/>
                <a:gd name="T8" fmla="*/ 19 w 95"/>
                <a:gd name="T9" fmla="*/ 1 h 104"/>
                <a:gd name="T10" fmla="*/ 0 w 95"/>
                <a:gd name="T11" fmla="*/ 17 h 104"/>
                <a:gd name="T12" fmla="*/ 0 w 95"/>
                <a:gd name="T13" fmla="*/ 87 h 104"/>
                <a:gd name="T14" fmla="*/ 18 w 95"/>
                <a:gd name="T15" fmla="*/ 104 h 104"/>
                <a:gd name="T16" fmla="*/ 36 w 95"/>
                <a:gd name="T17" fmla="*/ 87 h 104"/>
                <a:gd name="T18" fmla="*/ 36 w 95"/>
                <a:gd name="T19" fmla="*/ 45 h 104"/>
                <a:gd name="T20" fmla="*/ 36 w 95"/>
                <a:gd name="T21" fmla="*/ 45 h 104"/>
                <a:gd name="T22" fmla="*/ 48 w 95"/>
                <a:gd name="T23" fmla="*/ 30 h 104"/>
                <a:gd name="T24" fmla="*/ 57 w 95"/>
                <a:gd name="T25" fmla="*/ 39 h 104"/>
                <a:gd name="T26" fmla="*/ 57 w 95"/>
                <a:gd name="T27" fmla="*/ 87 h 104"/>
                <a:gd name="T28" fmla="*/ 74 w 95"/>
                <a:gd name="T29" fmla="*/ 104 h 104"/>
                <a:gd name="T30" fmla="*/ 93 w 95"/>
                <a:gd name="T31" fmla="*/ 87 h 104"/>
                <a:gd name="T32" fmla="*/ 93 w 95"/>
                <a:gd name="T33" fmla="*/ 62 h 104"/>
                <a:gd name="T34" fmla="*/ 69 w 95"/>
                <a:gd name="T35" fmla="*/ 5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5" h="104">
                  <a:moveTo>
                    <a:pt x="69" y="5"/>
                  </a:moveTo>
                  <a:cubicBezTo>
                    <a:pt x="51" y="5"/>
                    <a:pt x="40" y="21"/>
                    <a:pt x="36" y="26"/>
                  </a:cubicBezTo>
                  <a:cubicBezTo>
                    <a:pt x="36" y="26"/>
                    <a:pt x="36" y="26"/>
                    <a:pt x="36" y="26"/>
                  </a:cubicBezTo>
                  <a:cubicBezTo>
                    <a:pt x="36" y="21"/>
                    <a:pt x="36" y="17"/>
                    <a:pt x="36" y="17"/>
                  </a:cubicBezTo>
                  <a:cubicBezTo>
                    <a:pt x="36" y="8"/>
                    <a:pt x="28" y="1"/>
                    <a:pt x="19" y="1"/>
                  </a:cubicBezTo>
                  <a:cubicBezTo>
                    <a:pt x="10" y="0"/>
                    <a:pt x="1" y="7"/>
                    <a:pt x="0" y="17"/>
                  </a:cubicBezTo>
                  <a:cubicBezTo>
                    <a:pt x="0" y="18"/>
                    <a:pt x="0" y="86"/>
                    <a:pt x="0" y="87"/>
                  </a:cubicBezTo>
                  <a:cubicBezTo>
                    <a:pt x="1" y="96"/>
                    <a:pt x="9" y="103"/>
                    <a:pt x="18" y="104"/>
                  </a:cubicBezTo>
                  <a:cubicBezTo>
                    <a:pt x="27" y="104"/>
                    <a:pt x="36" y="96"/>
                    <a:pt x="36" y="87"/>
                  </a:cubicBezTo>
                  <a:cubicBezTo>
                    <a:pt x="36" y="86"/>
                    <a:pt x="36" y="64"/>
                    <a:pt x="36" y="45"/>
                  </a:cubicBezTo>
                  <a:cubicBezTo>
                    <a:pt x="36" y="45"/>
                    <a:pt x="36" y="45"/>
                    <a:pt x="36" y="45"/>
                  </a:cubicBezTo>
                  <a:cubicBezTo>
                    <a:pt x="38" y="37"/>
                    <a:pt x="42" y="30"/>
                    <a:pt x="48" y="30"/>
                  </a:cubicBezTo>
                  <a:cubicBezTo>
                    <a:pt x="56" y="30"/>
                    <a:pt x="57" y="39"/>
                    <a:pt x="57" y="39"/>
                  </a:cubicBezTo>
                  <a:cubicBezTo>
                    <a:pt x="57" y="87"/>
                    <a:pt x="57" y="87"/>
                    <a:pt x="57" y="87"/>
                  </a:cubicBezTo>
                  <a:cubicBezTo>
                    <a:pt x="57" y="96"/>
                    <a:pt x="65" y="103"/>
                    <a:pt x="74" y="104"/>
                  </a:cubicBezTo>
                  <a:cubicBezTo>
                    <a:pt x="83" y="104"/>
                    <a:pt x="92" y="96"/>
                    <a:pt x="93" y="87"/>
                  </a:cubicBezTo>
                  <a:cubicBezTo>
                    <a:pt x="93" y="62"/>
                    <a:pt x="93" y="62"/>
                    <a:pt x="93" y="62"/>
                  </a:cubicBezTo>
                  <a:cubicBezTo>
                    <a:pt x="93" y="36"/>
                    <a:pt x="95" y="5"/>
                    <a:pt x="69" y="5"/>
                  </a:cubicBezTo>
                </a:path>
              </a:pathLst>
            </a:custGeom>
            <a:solidFill>
              <a:srgbClr val="4F217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 sz="1800"/>
            </a:p>
          </p:txBody>
        </p:sp>
        <p:sp>
          <p:nvSpPr>
            <p:cNvPr id="131" name="Freeform 20"/>
            <p:cNvSpPr>
              <a:spLocks/>
            </p:cNvSpPr>
            <p:nvPr/>
          </p:nvSpPr>
          <p:spPr bwMode="auto">
            <a:xfrm>
              <a:off x="1318357" y="6545997"/>
              <a:ext cx="54382" cy="59592"/>
            </a:xfrm>
            <a:custGeom>
              <a:avLst/>
              <a:gdLst>
                <a:gd name="T0" fmla="*/ 69 w 95"/>
                <a:gd name="T1" fmla="*/ 5 h 104"/>
                <a:gd name="T2" fmla="*/ 36 w 95"/>
                <a:gd name="T3" fmla="*/ 26 h 104"/>
                <a:gd name="T4" fmla="*/ 36 w 95"/>
                <a:gd name="T5" fmla="*/ 26 h 104"/>
                <a:gd name="T6" fmla="*/ 36 w 95"/>
                <a:gd name="T7" fmla="*/ 17 h 104"/>
                <a:gd name="T8" fmla="*/ 18 w 95"/>
                <a:gd name="T9" fmla="*/ 1 h 104"/>
                <a:gd name="T10" fmla="*/ 0 w 95"/>
                <a:gd name="T11" fmla="*/ 17 h 104"/>
                <a:gd name="T12" fmla="*/ 0 w 95"/>
                <a:gd name="T13" fmla="*/ 87 h 104"/>
                <a:gd name="T14" fmla="*/ 17 w 95"/>
                <a:gd name="T15" fmla="*/ 104 h 104"/>
                <a:gd name="T16" fmla="*/ 36 w 95"/>
                <a:gd name="T17" fmla="*/ 87 h 104"/>
                <a:gd name="T18" fmla="*/ 36 w 95"/>
                <a:gd name="T19" fmla="*/ 45 h 104"/>
                <a:gd name="T20" fmla="*/ 36 w 95"/>
                <a:gd name="T21" fmla="*/ 45 h 104"/>
                <a:gd name="T22" fmla="*/ 48 w 95"/>
                <a:gd name="T23" fmla="*/ 30 h 104"/>
                <a:gd name="T24" fmla="*/ 56 w 95"/>
                <a:gd name="T25" fmla="*/ 39 h 104"/>
                <a:gd name="T26" fmla="*/ 56 w 95"/>
                <a:gd name="T27" fmla="*/ 87 h 104"/>
                <a:gd name="T28" fmla="*/ 74 w 95"/>
                <a:gd name="T29" fmla="*/ 104 h 104"/>
                <a:gd name="T30" fmla="*/ 92 w 95"/>
                <a:gd name="T31" fmla="*/ 87 h 104"/>
                <a:gd name="T32" fmla="*/ 92 w 95"/>
                <a:gd name="T33" fmla="*/ 62 h 104"/>
                <a:gd name="T34" fmla="*/ 69 w 95"/>
                <a:gd name="T35" fmla="*/ 5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5" h="104">
                  <a:moveTo>
                    <a:pt x="69" y="5"/>
                  </a:moveTo>
                  <a:cubicBezTo>
                    <a:pt x="50" y="5"/>
                    <a:pt x="39" y="21"/>
                    <a:pt x="36" y="26"/>
                  </a:cubicBezTo>
                  <a:cubicBezTo>
                    <a:pt x="36" y="26"/>
                    <a:pt x="36" y="26"/>
                    <a:pt x="36" y="26"/>
                  </a:cubicBezTo>
                  <a:cubicBezTo>
                    <a:pt x="36" y="21"/>
                    <a:pt x="36" y="17"/>
                    <a:pt x="36" y="17"/>
                  </a:cubicBezTo>
                  <a:cubicBezTo>
                    <a:pt x="35" y="8"/>
                    <a:pt x="27" y="1"/>
                    <a:pt x="18" y="1"/>
                  </a:cubicBezTo>
                  <a:cubicBezTo>
                    <a:pt x="9" y="0"/>
                    <a:pt x="0" y="7"/>
                    <a:pt x="0" y="17"/>
                  </a:cubicBezTo>
                  <a:cubicBezTo>
                    <a:pt x="0" y="18"/>
                    <a:pt x="0" y="86"/>
                    <a:pt x="0" y="87"/>
                  </a:cubicBezTo>
                  <a:cubicBezTo>
                    <a:pt x="0" y="96"/>
                    <a:pt x="8" y="103"/>
                    <a:pt x="17" y="104"/>
                  </a:cubicBezTo>
                  <a:cubicBezTo>
                    <a:pt x="26" y="104"/>
                    <a:pt x="35" y="96"/>
                    <a:pt x="36" y="87"/>
                  </a:cubicBezTo>
                  <a:cubicBezTo>
                    <a:pt x="36" y="86"/>
                    <a:pt x="36" y="64"/>
                    <a:pt x="36" y="45"/>
                  </a:cubicBezTo>
                  <a:cubicBezTo>
                    <a:pt x="36" y="45"/>
                    <a:pt x="36" y="45"/>
                    <a:pt x="36" y="45"/>
                  </a:cubicBezTo>
                  <a:cubicBezTo>
                    <a:pt x="37" y="37"/>
                    <a:pt x="42" y="30"/>
                    <a:pt x="48" y="30"/>
                  </a:cubicBezTo>
                  <a:cubicBezTo>
                    <a:pt x="56" y="30"/>
                    <a:pt x="56" y="39"/>
                    <a:pt x="56" y="39"/>
                  </a:cubicBezTo>
                  <a:cubicBezTo>
                    <a:pt x="56" y="87"/>
                    <a:pt x="56" y="87"/>
                    <a:pt x="56" y="87"/>
                  </a:cubicBezTo>
                  <a:cubicBezTo>
                    <a:pt x="56" y="96"/>
                    <a:pt x="65" y="103"/>
                    <a:pt x="74" y="104"/>
                  </a:cubicBezTo>
                  <a:cubicBezTo>
                    <a:pt x="83" y="104"/>
                    <a:pt x="92" y="96"/>
                    <a:pt x="92" y="87"/>
                  </a:cubicBezTo>
                  <a:cubicBezTo>
                    <a:pt x="92" y="62"/>
                    <a:pt x="92" y="62"/>
                    <a:pt x="92" y="62"/>
                  </a:cubicBezTo>
                  <a:cubicBezTo>
                    <a:pt x="92" y="36"/>
                    <a:pt x="95" y="5"/>
                    <a:pt x="69" y="5"/>
                  </a:cubicBezTo>
                </a:path>
              </a:pathLst>
            </a:custGeom>
            <a:solidFill>
              <a:srgbClr val="4F217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 sz="1800"/>
            </a:p>
          </p:txBody>
        </p:sp>
        <p:sp>
          <p:nvSpPr>
            <p:cNvPr id="132" name="Freeform 21"/>
            <p:cNvSpPr>
              <a:spLocks/>
            </p:cNvSpPr>
            <p:nvPr/>
          </p:nvSpPr>
          <p:spPr bwMode="auto">
            <a:xfrm>
              <a:off x="844875" y="6545997"/>
              <a:ext cx="54708" cy="59592"/>
            </a:xfrm>
            <a:custGeom>
              <a:avLst/>
              <a:gdLst>
                <a:gd name="T0" fmla="*/ 69 w 95"/>
                <a:gd name="T1" fmla="*/ 5 h 104"/>
                <a:gd name="T2" fmla="*/ 36 w 95"/>
                <a:gd name="T3" fmla="*/ 26 h 104"/>
                <a:gd name="T4" fmla="*/ 36 w 95"/>
                <a:gd name="T5" fmla="*/ 26 h 104"/>
                <a:gd name="T6" fmla="*/ 36 w 95"/>
                <a:gd name="T7" fmla="*/ 17 h 104"/>
                <a:gd name="T8" fmla="*/ 18 w 95"/>
                <a:gd name="T9" fmla="*/ 1 h 104"/>
                <a:gd name="T10" fmla="*/ 0 w 95"/>
                <a:gd name="T11" fmla="*/ 17 h 104"/>
                <a:gd name="T12" fmla="*/ 0 w 95"/>
                <a:gd name="T13" fmla="*/ 87 h 104"/>
                <a:gd name="T14" fmla="*/ 17 w 95"/>
                <a:gd name="T15" fmla="*/ 104 h 104"/>
                <a:gd name="T16" fmla="*/ 36 w 95"/>
                <a:gd name="T17" fmla="*/ 87 h 104"/>
                <a:gd name="T18" fmla="*/ 36 w 95"/>
                <a:gd name="T19" fmla="*/ 45 h 104"/>
                <a:gd name="T20" fmla="*/ 36 w 95"/>
                <a:gd name="T21" fmla="*/ 45 h 104"/>
                <a:gd name="T22" fmla="*/ 48 w 95"/>
                <a:gd name="T23" fmla="*/ 30 h 104"/>
                <a:gd name="T24" fmla="*/ 56 w 95"/>
                <a:gd name="T25" fmla="*/ 39 h 104"/>
                <a:gd name="T26" fmla="*/ 56 w 95"/>
                <a:gd name="T27" fmla="*/ 87 h 104"/>
                <a:gd name="T28" fmla="*/ 73 w 95"/>
                <a:gd name="T29" fmla="*/ 104 h 104"/>
                <a:gd name="T30" fmla="*/ 92 w 95"/>
                <a:gd name="T31" fmla="*/ 87 h 104"/>
                <a:gd name="T32" fmla="*/ 92 w 95"/>
                <a:gd name="T33" fmla="*/ 62 h 104"/>
                <a:gd name="T34" fmla="*/ 69 w 95"/>
                <a:gd name="T35" fmla="*/ 5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5" h="104">
                  <a:moveTo>
                    <a:pt x="69" y="5"/>
                  </a:moveTo>
                  <a:cubicBezTo>
                    <a:pt x="50" y="5"/>
                    <a:pt x="39" y="21"/>
                    <a:pt x="36" y="26"/>
                  </a:cubicBezTo>
                  <a:cubicBezTo>
                    <a:pt x="36" y="26"/>
                    <a:pt x="36" y="26"/>
                    <a:pt x="36" y="26"/>
                  </a:cubicBezTo>
                  <a:cubicBezTo>
                    <a:pt x="36" y="21"/>
                    <a:pt x="36" y="17"/>
                    <a:pt x="36" y="17"/>
                  </a:cubicBezTo>
                  <a:cubicBezTo>
                    <a:pt x="35" y="8"/>
                    <a:pt x="27" y="1"/>
                    <a:pt x="18" y="1"/>
                  </a:cubicBezTo>
                  <a:cubicBezTo>
                    <a:pt x="9" y="0"/>
                    <a:pt x="0" y="7"/>
                    <a:pt x="0" y="17"/>
                  </a:cubicBezTo>
                  <a:cubicBezTo>
                    <a:pt x="0" y="18"/>
                    <a:pt x="0" y="86"/>
                    <a:pt x="0" y="87"/>
                  </a:cubicBezTo>
                  <a:cubicBezTo>
                    <a:pt x="0" y="96"/>
                    <a:pt x="8" y="103"/>
                    <a:pt x="17" y="104"/>
                  </a:cubicBezTo>
                  <a:cubicBezTo>
                    <a:pt x="26" y="104"/>
                    <a:pt x="35" y="96"/>
                    <a:pt x="36" y="87"/>
                  </a:cubicBezTo>
                  <a:cubicBezTo>
                    <a:pt x="36" y="86"/>
                    <a:pt x="36" y="64"/>
                    <a:pt x="36" y="45"/>
                  </a:cubicBezTo>
                  <a:cubicBezTo>
                    <a:pt x="36" y="45"/>
                    <a:pt x="36" y="45"/>
                    <a:pt x="36" y="45"/>
                  </a:cubicBezTo>
                  <a:cubicBezTo>
                    <a:pt x="37" y="37"/>
                    <a:pt x="41" y="30"/>
                    <a:pt x="48" y="30"/>
                  </a:cubicBezTo>
                  <a:cubicBezTo>
                    <a:pt x="56" y="30"/>
                    <a:pt x="56" y="39"/>
                    <a:pt x="56" y="39"/>
                  </a:cubicBezTo>
                  <a:cubicBezTo>
                    <a:pt x="56" y="87"/>
                    <a:pt x="56" y="87"/>
                    <a:pt x="56" y="87"/>
                  </a:cubicBezTo>
                  <a:cubicBezTo>
                    <a:pt x="56" y="96"/>
                    <a:pt x="65" y="103"/>
                    <a:pt x="73" y="104"/>
                  </a:cubicBezTo>
                  <a:cubicBezTo>
                    <a:pt x="83" y="104"/>
                    <a:pt x="92" y="96"/>
                    <a:pt x="92" y="87"/>
                  </a:cubicBezTo>
                  <a:cubicBezTo>
                    <a:pt x="92" y="62"/>
                    <a:pt x="92" y="62"/>
                    <a:pt x="92" y="62"/>
                  </a:cubicBezTo>
                  <a:cubicBezTo>
                    <a:pt x="92" y="36"/>
                    <a:pt x="95" y="5"/>
                    <a:pt x="69" y="5"/>
                  </a:cubicBezTo>
                </a:path>
              </a:pathLst>
            </a:custGeom>
            <a:solidFill>
              <a:srgbClr val="4F217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 sz="1800"/>
            </a:p>
          </p:txBody>
        </p:sp>
        <p:sp>
          <p:nvSpPr>
            <p:cNvPr id="133" name="Freeform 22"/>
            <p:cNvSpPr>
              <a:spLocks noEditPoints="1"/>
            </p:cNvSpPr>
            <p:nvPr/>
          </p:nvSpPr>
          <p:spPr bwMode="auto">
            <a:xfrm>
              <a:off x="1253555" y="6546648"/>
              <a:ext cx="59267" cy="58290"/>
            </a:xfrm>
            <a:custGeom>
              <a:avLst/>
              <a:gdLst>
                <a:gd name="T0" fmla="*/ 52 w 103"/>
                <a:gd name="T1" fmla="*/ 81 h 102"/>
                <a:gd name="T2" fmla="*/ 52 w 103"/>
                <a:gd name="T3" fmla="*/ 81 h 102"/>
                <a:gd name="T4" fmla="*/ 51 w 103"/>
                <a:gd name="T5" fmla="*/ 81 h 102"/>
                <a:gd name="T6" fmla="*/ 51 w 103"/>
                <a:gd name="T7" fmla="*/ 81 h 102"/>
                <a:gd name="T8" fmla="*/ 51 w 103"/>
                <a:gd name="T9" fmla="*/ 81 h 102"/>
                <a:gd name="T10" fmla="*/ 37 w 103"/>
                <a:gd name="T11" fmla="*/ 51 h 102"/>
                <a:gd name="T12" fmla="*/ 51 w 103"/>
                <a:gd name="T13" fmla="*/ 22 h 102"/>
                <a:gd name="T14" fmla="*/ 51 w 103"/>
                <a:gd name="T15" fmla="*/ 22 h 102"/>
                <a:gd name="T16" fmla="*/ 51 w 103"/>
                <a:gd name="T17" fmla="*/ 22 h 102"/>
                <a:gd name="T18" fmla="*/ 52 w 103"/>
                <a:gd name="T19" fmla="*/ 22 h 102"/>
                <a:gd name="T20" fmla="*/ 52 w 103"/>
                <a:gd name="T21" fmla="*/ 22 h 102"/>
                <a:gd name="T22" fmla="*/ 66 w 103"/>
                <a:gd name="T23" fmla="*/ 51 h 102"/>
                <a:gd name="T24" fmla="*/ 52 w 103"/>
                <a:gd name="T25" fmla="*/ 81 h 102"/>
                <a:gd name="T26" fmla="*/ 51 w 103"/>
                <a:gd name="T27" fmla="*/ 0 h 102"/>
                <a:gd name="T28" fmla="*/ 0 w 103"/>
                <a:gd name="T29" fmla="*/ 51 h 102"/>
                <a:gd name="T30" fmla="*/ 51 w 103"/>
                <a:gd name="T31" fmla="*/ 102 h 102"/>
                <a:gd name="T32" fmla="*/ 103 w 103"/>
                <a:gd name="T33" fmla="*/ 51 h 102"/>
                <a:gd name="T34" fmla="*/ 51 w 103"/>
                <a:gd name="T35" fmla="*/ 0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3" h="102">
                  <a:moveTo>
                    <a:pt x="52" y="81"/>
                  </a:moveTo>
                  <a:cubicBezTo>
                    <a:pt x="52" y="81"/>
                    <a:pt x="52" y="81"/>
                    <a:pt x="52" y="81"/>
                  </a:cubicBezTo>
                  <a:cubicBezTo>
                    <a:pt x="52" y="81"/>
                    <a:pt x="52" y="81"/>
                    <a:pt x="51" y="81"/>
                  </a:cubicBezTo>
                  <a:cubicBezTo>
                    <a:pt x="51" y="81"/>
                    <a:pt x="51" y="81"/>
                    <a:pt x="51" y="81"/>
                  </a:cubicBezTo>
                  <a:cubicBezTo>
                    <a:pt x="51" y="81"/>
                    <a:pt x="51" y="81"/>
                    <a:pt x="51" y="81"/>
                  </a:cubicBezTo>
                  <a:cubicBezTo>
                    <a:pt x="42" y="80"/>
                    <a:pt x="37" y="69"/>
                    <a:pt x="37" y="51"/>
                  </a:cubicBezTo>
                  <a:cubicBezTo>
                    <a:pt x="37" y="33"/>
                    <a:pt x="43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2" y="22"/>
                    <a:pt x="52" y="22"/>
                    <a:pt x="52" y="22"/>
                  </a:cubicBezTo>
                  <a:cubicBezTo>
                    <a:pt x="52" y="22"/>
                    <a:pt x="52" y="22"/>
                    <a:pt x="52" y="22"/>
                  </a:cubicBezTo>
                  <a:cubicBezTo>
                    <a:pt x="60" y="22"/>
                    <a:pt x="66" y="33"/>
                    <a:pt x="66" y="51"/>
                  </a:cubicBezTo>
                  <a:cubicBezTo>
                    <a:pt x="66" y="69"/>
                    <a:pt x="61" y="80"/>
                    <a:pt x="52" y="81"/>
                  </a:cubicBezTo>
                  <a:moveTo>
                    <a:pt x="51" y="0"/>
                  </a:moveTo>
                  <a:cubicBezTo>
                    <a:pt x="23" y="0"/>
                    <a:pt x="0" y="23"/>
                    <a:pt x="0" y="51"/>
                  </a:cubicBezTo>
                  <a:cubicBezTo>
                    <a:pt x="0" y="80"/>
                    <a:pt x="23" y="102"/>
                    <a:pt x="51" y="102"/>
                  </a:cubicBezTo>
                  <a:cubicBezTo>
                    <a:pt x="80" y="102"/>
                    <a:pt x="103" y="80"/>
                    <a:pt x="103" y="51"/>
                  </a:cubicBezTo>
                  <a:cubicBezTo>
                    <a:pt x="103" y="23"/>
                    <a:pt x="80" y="0"/>
                    <a:pt x="51" y="0"/>
                  </a:cubicBezTo>
                </a:path>
              </a:pathLst>
            </a:custGeom>
            <a:solidFill>
              <a:srgbClr val="4F217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 sz="1800"/>
            </a:p>
          </p:txBody>
        </p:sp>
        <p:sp>
          <p:nvSpPr>
            <p:cNvPr id="134" name="Freeform 23"/>
            <p:cNvSpPr>
              <a:spLocks noEditPoints="1"/>
            </p:cNvSpPr>
            <p:nvPr/>
          </p:nvSpPr>
          <p:spPr bwMode="auto">
            <a:xfrm>
              <a:off x="1107668" y="6544368"/>
              <a:ext cx="65779" cy="61221"/>
            </a:xfrm>
            <a:custGeom>
              <a:avLst/>
              <a:gdLst>
                <a:gd name="T0" fmla="*/ 60 w 115"/>
                <a:gd name="T1" fmla="*/ 81 h 107"/>
                <a:gd name="T2" fmla="*/ 60 w 115"/>
                <a:gd name="T3" fmla="*/ 81 h 107"/>
                <a:gd name="T4" fmla="*/ 59 w 115"/>
                <a:gd name="T5" fmla="*/ 81 h 107"/>
                <a:gd name="T6" fmla="*/ 59 w 115"/>
                <a:gd name="T7" fmla="*/ 81 h 107"/>
                <a:gd name="T8" fmla="*/ 59 w 115"/>
                <a:gd name="T9" fmla="*/ 81 h 107"/>
                <a:gd name="T10" fmla="*/ 45 w 115"/>
                <a:gd name="T11" fmla="*/ 55 h 107"/>
                <a:gd name="T12" fmla="*/ 59 w 115"/>
                <a:gd name="T13" fmla="*/ 29 h 107"/>
                <a:gd name="T14" fmla="*/ 59 w 115"/>
                <a:gd name="T15" fmla="*/ 29 h 107"/>
                <a:gd name="T16" fmla="*/ 59 w 115"/>
                <a:gd name="T17" fmla="*/ 29 h 107"/>
                <a:gd name="T18" fmla="*/ 60 w 115"/>
                <a:gd name="T19" fmla="*/ 29 h 107"/>
                <a:gd name="T20" fmla="*/ 60 w 115"/>
                <a:gd name="T21" fmla="*/ 29 h 107"/>
                <a:gd name="T22" fmla="*/ 74 w 115"/>
                <a:gd name="T23" fmla="*/ 55 h 107"/>
                <a:gd name="T24" fmla="*/ 60 w 115"/>
                <a:gd name="T25" fmla="*/ 81 h 107"/>
                <a:gd name="T26" fmla="*/ 115 w 115"/>
                <a:gd name="T27" fmla="*/ 19 h 107"/>
                <a:gd name="T28" fmla="*/ 96 w 115"/>
                <a:gd name="T29" fmla="*/ 1 h 107"/>
                <a:gd name="T30" fmla="*/ 77 w 115"/>
                <a:gd name="T31" fmla="*/ 19 h 107"/>
                <a:gd name="T32" fmla="*/ 77 w 115"/>
                <a:gd name="T33" fmla="*/ 21 h 107"/>
                <a:gd name="T34" fmla="*/ 46 w 115"/>
                <a:gd name="T35" fmla="*/ 4 h 107"/>
                <a:gd name="T36" fmla="*/ 30 w 115"/>
                <a:gd name="T37" fmla="*/ 100 h 107"/>
                <a:gd name="T38" fmla="*/ 61 w 115"/>
                <a:gd name="T39" fmla="*/ 105 h 107"/>
                <a:gd name="T40" fmla="*/ 78 w 115"/>
                <a:gd name="T41" fmla="*/ 93 h 107"/>
                <a:gd name="T42" fmla="*/ 95 w 115"/>
                <a:gd name="T43" fmla="*/ 106 h 107"/>
                <a:gd name="T44" fmla="*/ 115 w 115"/>
                <a:gd name="T45" fmla="*/ 89 h 107"/>
                <a:gd name="T46" fmla="*/ 115 w 115"/>
                <a:gd name="T47" fmla="*/ 19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5" h="107">
                  <a:moveTo>
                    <a:pt x="60" y="81"/>
                  </a:moveTo>
                  <a:cubicBezTo>
                    <a:pt x="60" y="81"/>
                    <a:pt x="60" y="81"/>
                    <a:pt x="60" y="81"/>
                  </a:cubicBezTo>
                  <a:cubicBezTo>
                    <a:pt x="60" y="81"/>
                    <a:pt x="60" y="81"/>
                    <a:pt x="59" y="81"/>
                  </a:cubicBezTo>
                  <a:cubicBezTo>
                    <a:pt x="59" y="81"/>
                    <a:pt x="59" y="81"/>
                    <a:pt x="59" y="81"/>
                  </a:cubicBezTo>
                  <a:cubicBezTo>
                    <a:pt x="59" y="81"/>
                    <a:pt x="59" y="81"/>
                    <a:pt x="59" y="81"/>
                  </a:cubicBezTo>
                  <a:cubicBezTo>
                    <a:pt x="50" y="81"/>
                    <a:pt x="45" y="71"/>
                    <a:pt x="45" y="55"/>
                  </a:cubicBezTo>
                  <a:cubicBezTo>
                    <a:pt x="45" y="39"/>
                    <a:pt x="51" y="29"/>
                    <a:pt x="59" y="29"/>
                  </a:cubicBezTo>
                  <a:cubicBezTo>
                    <a:pt x="59" y="29"/>
                    <a:pt x="59" y="29"/>
                    <a:pt x="59" y="29"/>
                  </a:cubicBezTo>
                  <a:cubicBezTo>
                    <a:pt x="59" y="29"/>
                    <a:pt x="59" y="29"/>
                    <a:pt x="59" y="29"/>
                  </a:cubicBezTo>
                  <a:cubicBezTo>
                    <a:pt x="60" y="29"/>
                    <a:pt x="60" y="29"/>
                    <a:pt x="60" y="29"/>
                  </a:cubicBezTo>
                  <a:cubicBezTo>
                    <a:pt x="60" y="29"/>
                    <a:pt x="60" y="29"/>
                    <a:pt x="60" y="29"/>
                  </a:cubicBezTo>
                  <a:cubicBezTo>
                    <a:pt x="68" y="29"/>
                    <a:pt x="74" y="39"/>
                    <a:pt x="74" y="55"/>
                  </a:cubicBezTo>
                  <a:cubicBezTo>
                    <a:pt x="74" y="71"/>
                    <a:pt x="69" y="81"/>
                    <a:pt x="60" y="81"/>
                  </a:cubicBezTo>
                  <a:moveTo>
                    <a:pt x="115" y="19"/>
                  </a:moveTo>
                  <a:cubicBezTo>
                    <a:pt x="114" y="9"/>
                    <a:pt x="105" y="1"/>
                    <a:pt x="96" y="1"/>
                  </a:cubicBezTo>
                  <a:cubicBezTo>
                    <a:pt x="87" y="0"/>
                    <a:pt x="77" y="9"/>
                    <a:pt x="77" y="19"/>
                  </a:cubicBezTo>
                  <a:cubicBezTo>
                    <a:pt x="77" y="19"/>
                    <a:pt x="77" y="21"/>
                    <a:pt x="77" y="21"/>
                  </a:cubicBezTo>
                  <a:cubicBezTo>
                    <a:pt x="72" y="15"/>
                    <a:pt x="62" y="4"/>
                    <a:pt x="46" y="4"/>
                  </a:cubicBezTo>
                  <a:cubicBezTo>
                    <a:pt x="3" y="4"/>
                    <a:pt x="0" y="81"/>
                    <a:pt x="30" y="100"/>
                  </a:cubicBezTo>
                  <a:cubicBezTo>
                    <a:pt x="38" y="106"/>
                    <a:pt x="51" y="107"/>
                    <a:pt x="61" y="105"/>
                  </a:cubicBezTo>
                  <a:cubicBezTo>
                    <a:pt x="66" y="103"/>
                    <a:pt x="74" y="99"/>
                    <a:pt x="78" y="93"/>
                  </a:cubicBezTo>
                  <a:cubicBezTo>
                    <a:pt x="80" y="100"/>
                    <a:pt x="87" y="106"/>
                    <a:pt x="95" y="106"/>
                  </a:cubicBezTo>
                  <a:cubicBezTo>
                    <a:pt x="105" y="107"/>
                    <a:pt x="114" y="99"/>
                    <a:pt x="115" y="89"/>
                  </a:cubicBezTo>
                  <a:cubicBezTo>
                    <a:pt x="115" y="87"/>
                    <a:pt x="115" y="19"/>
                    <a:pt x="115" y="19"/>
                  </a:cubicBezTo>
                </a:path>
              </a:pathLst>
            </a:custGeom>
            <a:solidFill>
              <a:srgbClr val="4F217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 sz="1800"/>
            </a:p>
          </p:txBody>
        </p:sp>
        <p:sp>
          <p:nvSpPr>
            <p:cNvPr id="135" name="Freeform 24"/>
            <p:cNvSpPr>
              <a:spLocks noEditPoints="1"/>
            </p:cNvSpPr>
            <p:nvPr/>
          </p:nvSpPr>
          <p:spPr bwMode="auto">
            <a:xfrm>
              <a:off x="1371111" y="6544368"/>
              <a:ext cx="65779" cy="61221"/>
            </a:xfrm>
            <a:custGeom>
              <a:avLst/>
              <a:gdLst>
                <a:gd name="T0" fmla="*/ 60 w 115"/>
                <a:gd name="T1" fmla="*/ 81 h 107"/>
                <a:gd name="T2" fmla="*/ 60 w 115"/>
                <a:gd name="T3" fmla="*/ 81 h 107"/>
                <a:gd name="T4" fmla="*/ 60 w 115"/>
                <a:gd name="T5" fmla="*/ 81 h 107"/>
                <a:gd name="T6" fmla="*/ 59 w 115"/>
                <a:gd name="T7" fmla="*/ 81 h 107"/>
                <a:gd name="T8" fmla="*/ 59 w 115"/>
                <a:gd name="T9" fmla="*/ 81 h 107"/>
                <a:gd name="T10" fmla="*/ 45 w 115"/>
                <a:gd name="T11" fmla="*/ 55 h 107"/>
                <a:gd name="T12" fmla="*/ 59 w 115"/>
                <a:gd name="T13" fmla="*/ 29 h 107"/>
                <a:gd name="T14" fmla="*/ 59 w 115"/>
                <a:gd name="T15" fmla="*/ 29 h 107"/>
                <a:gd name="T16" fmla="*/ 60 w 115"/>
                <a:gd name="T17" fmla="*/ 29 h 107"/>
                <a:gd name="T18" fmla="*/ 60 w 115"/>
                <a:gd name="T19" fmla="*/ 29 h 107"/>
                <a:gd name="T20" fmla="*/ 60 w 115"/>
                <a:gd name="T21" fmla="*/ 29 h 107"/>
                <a:gd name="T22" fmla="*/ 74 w 115"/>
                <a:gd name="T23" fmla="*/ 55 h 107"/>
                <a:gd name="T24" fmla="*/ 60 w 115"/>
                <a:gd name="T25" fmla="*/ 81 h 107"/>
                <a:gd name="T26" fmla="*/ 115 w 115"/>
                <a:gd name="T27" fmla="*/ 19 h 107"/>
                <a:gd name="T28" fmla="*/ 96 w 115"/>
                <a:gd name="T29" fmla="*/ 1 h 107"/>
                <a:gd name="T30" fmla="*/ 77 w 115"/>
                <a:gd name="T31" fmla="*/ 19 h 107"/>
                <a:gd name="T32" fmla="*/ 77 w 115"/>
                <a:gd name="T33" fmla="*/ 21 h 107"/>
                <a:gd name="T34" fmla="*/ 46 w 115"/>
                <a:gd name="T35" fmla="*/ 4 h 107"/>
                <a:gd name="T36" fmla="*/ 30 w 115"/>
                <a:gd name="T37" fmla="*/ 100 h 107"/>
                <a:gd name="T38" fmla="*/ 61 w 115"/>
                <a:gd name="T39" fmla="*/ 105 h 107"/>
                <a:gd name="T40" fmla="*/ 78 w 115"/>
                <a:gd name="T41" fmla="*/ 93 h 107"/>
                <a:gd name="T42" fmla="*/ 95 w 115"/>
                <a:gd name="T43" fmla="*/ 106 h 107"/>
                <a:gd name="T44" fmla="*/ 115 w 115"/>
                <a:gd name="T45" fmla="*/ 89 h 107"/>
                <a:gd name="T46" fmla="*/ 115 w 115"/>
                <a:gd name="T47" fmla="*/ 19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5" h="107">
                  <a:moveTo>
                    <a:pt x="60" y="81"/>
                  </a:moveTo>
                  <a:cubicBezTo>
                    <a:pt x="60" y="81"/>
                    <a:pt x="60" y="81"/>
                    <a:pt x="60" y="81"/>
                  </a:cubicBezTo>
                  <a:cubicBezTo>
                    <a:pt x="60" y="81"/>
                    <a:pt x="60" y="81"/>
                    <a:pt x="60" y="81"/>
                  </a:cubicBezTo>
                  <a:cubicBezTo>
                    <a:pt x="60" y="81"/>
                    <a:pt x="59" y="81"/>
                    <a:pt x="59" y="81"/>
                  </a:cubicBezTo>
                  <a:cubicBezTo>
                    <a:pt x="59" y="81"/>
                    <a:pt x="59" y="81"/>
                    <a:pt x="59" y="81"/>
                  </a:cubicBezTo>
                  <a:cubicBezTo>
                    <a:pt x="50" y="81"/>
                    <a:pt x="45" y="71"/>
                    <a:pt x="45" y="55"/>
                  </a:cubicBezTo>
                  <a:cubicBezTo>
                    <a:pt x="45" y="39"/>
                    <a:pt x="51" y="29"/>
                    <a:pt x="59" y="29"/>
                  </a:cubicBezTo>
                  <a:cubicBezTo>
                    <a:pt x="59" y="29"/>
                    <a:pt x="59" y="29"/>
                    <a:pt x="59" y="29"/>
                  </a:cubicBezTo>
                  <a:cubicBezTo>
                    <a:pt x="59" y="29"/>
                    <a:pt x="60" y="29"/>
                    <a:pt x="60" y="29"/>
                  </a:cubicBezTo>
                  <a:cubicBezTo>
                    <a:pt x="60" y="29"/>
                    <a:pt x="60" y="29"/>
                    <a:pt x="60" y="29"/>
                  </a:cubicBezTo>
                  <a:cubicBezTo>
                    <a:pt x="60" y="29"/>
                    <a:pt x="60" y="29"/>
                    <a:pt x="60" y="29"/>
                  </a:cubicBezTo>
                  <a:cubicBezTo>
                    <a:pt x="68" y="29"/>
                    <a:pt x="74" y="39"/>
                    <a:pt x="74" y="55"/>
                  </a:cubicBezTo>
                  <a:cubicBezTo>
                    <a:pt x="74" y="71"/>
                    <a:pt x="69" y="81"/>
                    <a:pt x="60" y="81"/>
                  </a:cubicBezTo>
                  <a:moveTo>
                    <a:pt x="115" y="19"/>
                  </a:moveTo>
                  <a:cubicBezTo>
                    <a:pt x="114" y="9"/>
                    <a:pt x="105" y="1"/>
                    <a:pt x="96" y="1"/>
                  </a:cubicBezTo>
                  <a:cubicBezTo>
                    <a:pt x="87" y="0"/>
                    <a:pt x="77" y="9"/>
                    <a:pt x="77" y="19"/>
                  </a:cubicBezTo>
                  <a:cubicBezTo>
                    <a:pt x="77" y="19"/>
                    <a:pt x="77" y="21"/>
                    <a:pt x="77" y="21"/>
                  </a:cubicBezTo>
                  <a:cubicBezTo>
                    <a:pt x="72" y="15"/>
                    <a:pt x="62" y="4"/>
                    <a:pt x="46" y="4"/>
                  </a:cubicBezTo>
                  <a:cubicBezTo>
                    <a:pt x="3" y="4"/>
                    <a:pt x="0" y="81"/>
                    <a:pt x="30" y="100"/>
                  </a:cubicBezTo>
                  <a:cubicBezTo>
                    <a:pt x="38" y="106"/>
                    <a:pt x="51" y="107"/>
                    <a:pt x="61" y="105"/>
                  </a:cubicBezTo>
                  <a:cubicBezTo>
                    <a:pt x="66" y="103"/>
                    <a:pt x="74" y="99"/>
                    <a:pt x="78" y="93"/>
                  </a:cubicBezTo>
                  <a:cubicBezTo>
                    <a:pt x="80" y="100"/>
                    <a:pt x="87" y="106"/>
                    <a:pt x="95" y="106"/>
                  </a:cubicBezTo>
                  <a:cubicBezTo>
                    <a:pt x="105" y="107"/>
                    <a:pt x="114" y="99"/>
                    <a:pt x="115" y="89"/>
                  </a:cubicBezTo>
                  <a:cubicBezTo>
                    <a:pt x="115" y="87"/>
                    <a:pt x="115" y="19"/>
                    <a:pt x="115" y="19"/>
                  </a:cubicBezTo>
                </a:path>
              </a:pathLst>
            </a:custGeom>
            <a:solidFill>
              <a:srgbClr val="4F217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 sz="1800"/>
            </a:p>
          </p:txBody>
        </p:sp>
        <p:sp>
          <p:nvSpPr>
            <p:cNvPr id="136" name="Freeform 25"/>
            <p:cNvSpPr>
              <a:spLocks/>
            </p:cNvSpPr>
            <p:nvPr/>
          </p:nvSpPr>
          <p:spPr bwMode="auto">
            <a:xfrm>
              <a:off x="1226852" y="6550556"/>
              <a:ext cx="20515" cy="54382"/>
            </a:xfrm>
            <a:custGeom>
              <a:avLst/>
              <a:gdLst>
                <a:gd name="T0" fmla="*/ 36 w 36"/>
                <a:gd name="T1" fmla="*/ 17 h 95"/>
                <a:gd name="T2" fmla="*/ 19 w 36"/>
                <a:gd name="T3" fmla="*/ 1 h 95"/>
                <a:gd name="T4" fmla="*/ 18 w 36"/>
                <a:gd name="T5" fmla="*/ 0 h 95"/>
                <a:gd name="T6" fmla="*/ 0 w 36"/>
                <a:gd name="T7" fmla="*/ 16 h 95"/>
                <a:gd name="T8" fmla="*/ 0 w 36"/>
                <a:gd name="T9" fmla="*/ 49 h 95"/>
                <a:gd name="T10" fmla="*/ 0 w 36"/>
                <a:gd name="T11" fmla="*/ 49 h 95"/>
                <a:gd name="T12" fmla="*/ 0 w 36"/>
                <a:gd name="T13" fmla="*/ 79 h 95"/>
                <a:gd name="T14" fmla="*/ 16 w 36"/>
                <a:gd name="T15" fmla="*/ 95 h 95"/>
                <a:gd name="T16" fmla="*/ 17 w 36"/>
                <a:gd name="T17" fmla="*/ 95 h 95"/>
                <a:gd name="T18" fmla="*/ 36 w 36"/>
                <a:gd name="T19" fmla="*/ 80 h 95"/>
                <a:gd name="T20" fmla="*/ 36 w 36"/>
                <a:gd name="T21" fmla="*/ 52 h 95"/>
                <a:gd name="T22" fmla="*/ 36 w 36"/>
                <a:gd name="T23" fmla="*/ 52 h 95"/>
                <a:gd name="T24" fmla="*/ 36 w 36"/>
                <a:gd name="T25" fmla="*/ 17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6" h="95">
                  <a:moveTo>
                    <a:pt x="36" y="17"/>
                  </a:moveTo>
                  <a:cubicBezTo>
                    <a:pt x="35" y="8"/>
                    <a:pt x="28" y="1"/>
                    <a:pt x="19" y="1"/>
                  </a:cubicBezTo>
                  <a:cubicBezTo>
                    <a:pt x="19" y="0"/>
                    <a:pt x="18" y="0"/>
                    <a:pt x="18" y="0"/>
                  </a:cubicBezTo>
                  <a:cubicBezTo>
                    <a:pt x="10" y="0"/>
                    <a:pt x="0" y="7"/>
                    <a:pt x="0" y="16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60"/>
                    <a:pt x="0" y="78"/>
                    <a:pt x="0" y="79"/>
                  </a:cubicBezTo>
                  <a:cubicBezTo>
                    <a:pt x="0" y="88"/>
                    <a:pt x="7" y="95"/>
                    <a:pt x="16" y="95"/>
                  </a:cubicBezTo>
                  <a:cubicBezTo>
                    <a:pt x="16" y="95"/>
                    <a:pt x="17" y="95"/>
                    <a:pt x="17" y="95"/>
                  </a:cubicBezTo>
                  <a:cubicBezTo>
                    <a:pt x="26" y="95"/>
                    <a:pt x="36" y="89"/>
                    <a:pt x="36" y="80"/>
                  </a:cubicBezTo>
                  <a:cubicBezTo>
                    <a:pt x="36" y="52"/>
                    <a:pt x="36" y="52"/>
                    <a:pt x="36" y="52"/>
                  </a:cubicBezTo>
                  <a:cubicBezTo>
                    <a:pt x="36" y="52"/>
                    <a:pt x="36" y="52"/>
                    <a:pt x="36" y="52"/>
                  </a:cubicBezTo>
                  <a:cubicBezTo>
                    <a:pt x="35" y="42"/>
                    <a:pt x="36" y="17"/>
                    <a:pt x="36" y="17"/>
                  </a:cubicBezTo>
                </a:path>
              </a:pathLst>
            </a:custGeom>
            <a:solidFill>
              <a:srgbClr val="4F217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 sz="1800"/>
            </a:p>
          </p:txBody>
        </p:sp>
        <p:sp>
          <p:nvSpPr>
            <p:cNvPr id="137" name="Oval 26"/>
            <p:cNvSpPr>
              <a:spLocks noChangeArrowheads="1"/>
            </p:cNvSpPr>
            <p:nvPr/>
          </p:nvSpPr>
          <p:spPr bwMode="auto">
            <a:xfrm>
              <a:off x="1226852" y="6524179"/>
              <a:ext cx="19864" cy="20515"/>
            </a:xfrm>
            <a:prstGeom prst="ellipse">
              <a:avLst/>
            </a:prstGeom>
            <a:solidFill>
              <a:srgbClr val="4F217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 sz="1800"/>
            </a:p>
          </p:txBody>
        </p:sp>
        <p:sp>
          <p:nvSpPr>
            <p:cNvPr id="138" name="Freeform 27"/>
            <p:cNvSpPr>
              <a:spLocks/>
            </p:cNvSpPr>
            <p:nvPr/>
          </p:nvSpPr>
          <p:spPr bwMode="auto">
            <a:xfrm>
              <a:off x="1003788" y="6545997"/>
              <a:ext cx="50474" cy="59592"/>
            </a:xfrm>
            <a:custGeom>
              <a:avLst/>
              <a:gdLst>
                <a:gd name="T0" fmla="*/ 60 w 88"/>
                <a:gd name="T1" fmla="*/ 4 h 104"/>
                <a:gd name="T2" fmla="*/ 36 w 88"/>
                <a:gd name="T3" fmla="*/ 23 h 104"/>
                <a:gd name="T4" fmla="*/ 36 w 88"/>
                <a:gd name="T5" fmla="*/ 18 h 104"/>
                <a:gd name="T6" fmla="*/ 19 w 88"/>
                <a:gd name="T7" fmla="*/ 1 h 104"/>
                <a:gd name="T8" fmla="*/ 0 w 88"/>
                <a:gd name="T9" fmla="*/ 18 h 104"/>
                <a:gd name="T10" fmla="*/ 0 w 88"/>
                <a:gd name="T11" fmla="*/ 44 h 104"/>
                <a:gd name="T12" fmla="*/ 0 w 88"/>
                <a:gd name="T13" fmla="*/ 87 h 104"/>
                <a:gd name="T14" fmla="*/ 0 w 88"/>
                <a:gd name="T15" fmla="*/ 87 h 104"/>
                <a:gd name="T16" fmla="*/ 18 w 88"/>
                <a:gd name="T17" fmla="*/ 104 h 104"/>
                <a:gd name="T18" fmla="*/ 36 w 88"/>
                <a:gd name="T19" fmla="*/ 87 h 104"/>
                <a:gd name="T20" fmla="*/ 36 w 88"/>
                <a:gd name="T21" fmla="*/ 87 h 104"/>
                <a:gd name="T22" fmla="*/ 36 w 88"/>
                <a:gd name="T23" fmla="*/ 43 h 104"/>
                <a:gd name="T24" fmla="*/ 45 w 88"/>
                <a:gd name="T25" fmla="*/ 29 h 104"/>
                <a:gd name="T26" fmla="*/ 61 w 88"/>
                <a:gd name="T27" fmla="*/ 47 h 104"/>
                <a:gd name="T28" fmla="*/ 60 w 88"/>
                <a:gd name="T29" fmla="*/ 4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8" h="104">
                  <a:moveTo>
                    <a:pt x="60" y="4"/>
                  </a:moveTo>
                  <a:cubicBezTo>
                    <a:pt x="49" y="5"/>
                    <a:pt x="44" y="13"/>
                    <a:pt x="36" y="23"/>
                  </a:cubicBezTo>
                  <a:cubicBezTo>
                    <a:pt x="36" y="23"/>
                    <a:pt x="36" y="18"/>
                    <a:pt x="36" y="18"/>
                  </a:cubicBezTo>
                  <a:cubicBezTo>
                    <a:pt x="36" y="9"/>
                    <a:pt x="28" y="1"/>
                    <a:pt x="19" y="1"/>
                  </a:cubicBezTo>
                  <a:cubicBezTo>
                    <a:pt x="10" y="0"/>
                    <a:pt x="1" y="8"/>
                    <a:pt x="0" y="18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1" y="96"/>
                    <a:pt x="9" y="103"/>
                    <a:pt x="18" y="104"/>
                  </a:cubicBezTo>
                  <a:cubicBezTo>
                    <a:pt x="27" y="104"/>
                    <a:pt x="36" y="97"/>
                    <a:pt x="36" y="87"/>
                  </a:cubicBezTo>
                  <a:cubicBezTo>
                    <a:pt x="36" y="87"/>
                    <a:pt x="36" y="87"/>
                    <a:pt x="36" y="87"/>
                  </a:cubicBezTo>
                  <a:cubicBezTo>
                    <a:pt x="36" y="43"/>
                    <a:pt x="36" y="43"/>
                    <a:pt x="36" y="43"/>
                  </a:cubicBezTo>
                  <a:cubicBezTo>
                    <a:pt x="37" y="37"/>
                    <a:pt x="40" y="29"/>
                    <a:pt x="45" y="29"/>
                  </a:cubicBezTo>
                  <a:cubicBezTo>
                    <a:pt x="52" y="29"/>
                    <a:pt x="45" y="47"/>
                    <a:pt x="61" y="47"/>
                  </a:cubicBezTo>
                  <a:cubicBezTo>
                    <a:pt x="85" y="47"/>
                    <a:pt x="88" y="3"/>
                    <a:pt x="60" y="4"/>
                  </a:cubicBezTo>
                </a:path>
              </a:pathLst>
            </a:custGeom>
            <a:solidFill>
              <a:srgbClr val="4F217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 sz="1800"/>
            </a:p>
          </p:txBody>
        </p:sp>
        <p:sp>
          <p:nvSpPr>
            <p:cNvPr id="139" name="Freeform 28"/>
            <p:cNvSpPr>
              <a:spLocks noEditPoints="1"/>
            </p:cNvSpPr>
            <p:nvPr/>
          </p:nvSpPr>
          <p:spPr bwMode="auto">
            <a:xfrm>
              <a:off x="944196" y="6546648"/>
              <a:ext cx="54382" cy="58290"/>
            </a:xfrm>
            <a:custGeom>
              <a:avLst/>
              <a:gdLst>
                <a:gd name="T0" fmla="*/ 35 w 95"/>
                <a:gd name="T1" fmla="*/ 45 h 102"/>
                <a:gd name="T2" fmla="*/ 45 w 95"/>
                <a:gd name="T3" fmla="*/ 22 h 102"/>
                <a:gd name="T4" fmla="*/ 60 w 95"/>
                <a:gd name="T5" fmla="*/ 30 h 102"/>
                <a:gd name="T6" fmla="*/ 48 w 95"/>
                <a:gd name="T7" fmla="*/ 45 h 102"/>
                <a:gd name="T8" fmla="*/ 35 w 95"/>
                <a:gd name="T9" fmla="*/ 45 h 102"/>
                <a:gd name="T10" fmla="*/ 90 w 95"/>
                <a:gd name="T11" fmla="*/ 71 h 102"/>
                <a:gd name="T12" fmla="*/ 63 w 95"/>
                <a:gd name="T13" fmla="*/ 78 h 102"/>
                <a:gd name="T14" fmla="*/ 37 w 95"/>
                <a:gd name="T15" fmla="*/ 62 h 102"/>
                <a:gd name="T16" fmla="*/ 95 w 95"/>
                <a:gd name="T17" fmla="*/ 34 h 102"/>
                <a:gd name="T18" fmla="*/ 49 w 95"/>
                <a:gd name="T19" fmla="*/ 0 h 102"/>
                <a:gd name="T20" fmla="*/ 0 w 95"/>
                <a:gd name="T21" fmla="*/ 52 h 102"/>
                <a:gd name="T22" fmla="*/ 49 w 95"/>
                <a:gd name="T23" fmla="*/ 102 h 102"/>
                <a:gd name="T24" fmla="*/ 90 w 95"/>
                <a:gd name="T25" fmla="*/ 71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5" h="102">
                  <a:moveTo>
                    <a:pt x="35" y="45"/>
                  </a:moveTo>
                  <a:cubicBezTo>
                    <a:pt x="36" y="37"/>
                    <a:pt x="38" y="27"/>
                    <a:pt x="45" y="22"/>
                  </a:cubicBezTo>
                  <a:cubicBezTo>
                    <a:pt x="51" y="18"/>
                    <a:pt x="60" y="23"/>
                    <a:pt x="60" y="30"/>
                  </a:cubicBezTo>
                  <a:cubicBezTo>
                    <a:pt x="60" y="38"/>
                    <a:pt x="55" y="44"/>
                    <a:pt x="48" y="45"/>
                  </a:cubicBezTo>
                  <a:cubicBezTo>
                    <a:pt x="47" y="45"/>
                    <a:pt x="35" y="46"/>
                    <a:pt x="35" y="45"/>
                  </a:cubicBezTo>
                  <a:moveTo>
                    <a:pt x="90" y="71"/>
                  </a:moveTo>
                  <a:cubicBezTo>
                    <a:pt x="90" y="71"/>
                    <a:pt x="85" y="78"/>
                    <a:pt x="63" y="78"/>
                  </a:cubicBezTo>
                  <a:cubicBezTo>
                    <a:pt x="42" y="78"/>
                    <a:pt x="37" y="62"/>
                    <a:pt x="37" y="62"/>
                  </a:cubicBezTo>
                  <a:cubicBezTo>
                    <a:pt x="68" y="62"/>
                    <a:pt x="95" y="59"/>
                    <a:pt x="95" y="34"/>
                  </a:cubicBezTo>
                  <a:cubicBezTo>
                    <a:pt x="95" y="9"/>
                    <a:pt x="66" y="0"/>
                    <a:pt x="49" y="0"/>
                  </a:cubicBezTo>
                  <a:cubicBezTo>
                    <a:pt x="21" y="0"/>
                    <a:pt x="0" y="23"/>
                    <a:pt x="0" y="52"/>
                  </a:cubicBezTo>
                  <a:cubicBezTo>
                    <a:pt x="0" y="86"/>
                    <a:pt x="27" y="102"/>
                    <a:pt x="49" y="102"/>
                  </a:cubicBezTo>
                  <a:cubicBezTo>
                    <a:pt x="88" y="102"/>
                    <a:pt x="90" y="71"/>
                    <a:pt x="90" y="71"/>
                  </a:cubicBezTo>
                  <a:close/>
                </a:path>
              </a:pathLst>
            </a:custGeom>
            <a:solidFill>
              <a:srgbClr val="4F217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 sz="1800"/>
            </a:p>
          </p:txBody>
        </p:sp>
        <p:sp>
          <p:nvSpPr>
            <p:cNvPr id="140" name="Freeform 29"/>
            <p:cNvSpPr>
              <a:spLocks/>
            </p:cNvSpPr>
            <p:nvPr/>
          </p:nvSpPr>
          <p:spPr bwMode="auto">
            <a:xfrm>
              <a:off x="902188" y="6533297"/>
              <a:ext cx="40705" cy="71641"/>
            </a:xfrm>
            <a:custGeom>
              <a:avLst/>
              <a:gdLst>
                <a:gd name="T0" fmla="*/ 71 w 71"/>
                <a:gd name="T1" fmla="*/ 106 h 125"/>
                <a:gd name="T2" fmla="*/ 44 w 71"/>
                <a:gd name="T3" fmla="*/ 125 h 125"/>
                <a:gd name="T4" fmla="*/ 12 w 71"/>
                <a:gd name="T5" fmla="*/ 95 h 125"/>
                <a:gd name="T6" fmla="*/ 12 w 71"/>
                <a:gd name="T7" fmla="*/ 46 h 125"/>
                <a:gd name="T8" fmla="*/ 7 w 71"/>
                <a:gd name="T9" fmla="*/ 46 h 125"/>
                <a:gd name="T10" fmla="*/ 0 w 71"/>
                <a:gd name="T11" fmla="*/ 38 h 125"/>
                <a:gd name="T12" fmla="*/ 7 w 71"/>
                <a:gd name="T13" fmla="*/ 30 h 125"/>
                <a:gd name="T14" fmla="*/ 12 w 71"/>
                <a:gd name="T15" fmla="*/ 30 h 125"/>
                <a:gd name="T16" fmla="*/ 12 w 71"/>
                <a:gd name="T17" fmla="*/ 17 h 125"/>
                <a:gd name="T18" fmla="*/ 30 w 71"/>
                <a:gd name="T19" fmla="*/ 0 h 125"/>
                <a:gd name="T20" fmla="*/ 48 w 71"/>
                <a:gd name="T21" fmla="*/ 17 h 125"/>
                <a:gd name="T22" fmla="*/ 48 w 71"/>
                <a:gd name="T23" fmla="*/ 17 h 125"/>
                <a:gd name="T24" fmla="*/ 48 w 71"/>
                <a:gd name="T25" fmla="*/ 30 h 125"/>
                <a:gd name="T26" fmla="*/ 63 w 71"/>
                <a:gd name="T27" fmla="*/ 30 h 125"/>
                <a:gd name="T28" fmla="*/ 70 w 71"/>
                <a:gd name="T29" fmla="*/ 38 h 125"/>
                <a:gd name="T30" fmla="*/ 63 w 71"/>
                <a:gd name="T31" fmla="*/ 46 h 125"/>
                <a:gd name="T32" fmla="*/ 48 w 71"/>
                <a:gd name="T33" fmla="*/ 46 h 125"/>
                <a:gd name="T34" fmla="*/ 48 w 71"/>
                <a:gd name="T35" fmla="*/ 87 h 125"/>
                <a:gd name="T36" fmla="*/ 71 w 71"/>
                <a:gd name="T37" fmla="*/ 106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1" h="125">
                  <a:moveTo>
                    <a:pt x="71" y="106"/>
                  </a:moveTo>
                  <a:cubicBezTo>
                    <a:pt x="71" y="106"/>
                    <a:pt x="62" y="125"/>
                    <a:pt x="44" y="125"/>
                  </a:cubicBezTo>
                  <a:cubicBezTo>
                    <a:pt x="30" y="125"/>
                    <a:pt x="13" y="113"/>
                    <a:pt x="12" y="95"/>
                  </a:cubicBezTo>
                  <a:cubicBezTo>
                    <a:pt x="12" y="94"/>
                    <a:pt x="12" y="68"/>
                    <a:pt x="12" y="46"/>
                  </a:cubicBezTo>
                  <a:cubicBezTo>
                    <a:pt x="7" y="46"/>
                    <a:pt x="7" y="46"/>
                    <a:pt x="7" y="46"/>
                  </a:cubicBezTo>
                  <a:cubicBezTo>
                    <a:pt x="4" y="46"/>
                    <a:pt x="0" y="45"/>
                    <a:pt x="0" y="38"/>
                  </a:cubicBezTo>
                  <a:cubicBezTo>
                    <a:pt x="0" y="32"/>
                    <a:pt x="5" y="30"/>
                    <a:pt x="7" y="30"/>
                  </a:cubicBezTo>
                  <a:cubicBezTo>
                    <a:pt x="12" y="30"/>
                    <a:pt x="12" y="30"/>
                    <a:pt x="12" y="30"/>
                  </a:cubicBezTo>
                  <a:cubicBezTo>
                    <a:pt x="12" y="23"/>
                    <a:pt x="12" y="17"/>
                    <a:pt x="12" y="17"/>
                  </a:cubicBezTo>
                  <a:cubicBezTo>
                    <a:pt x="12" y="8"/>
                    <a:pt x="21" y="0"/>
                    <a:pt x="30" y="0"/>
                  </a:cubicBezTo>
                  <a:cubicBezTo>
                    <a:pt x="39" y="1"/>
                    <a:pt x="48" y="8"/>
                    <a:pt x="48" y="17"/>
                  </a:cubicBezTo>
                  <a:cubicBezTo>
                    <a:pt x="48" y="17"/>
                    <a:pt x="48" y="17"/>
                    <a:pt x="48" y="17"/>
                  </a:cubicBezTo>
                  <a:cubicBezTo>
                    <a:pt x="48" y="30"/>
                    <a:pt x="48" y="30"/>
                    <a:pt x="48" y="30"/>
                  </a:cubicBezTo>
                  <a:cubicBezTo>
                    <a:pt x="63" y="30"/>
                    <a:pt x="63" y="30"/>
                    <a:pt x="63" y="30"/>
                  </a:cubicBezTo>
                  <a:cubicBezTo>
                    <a:pt x="65" y="30"/>
                    <a:pt x="70" y="32"/>
                    <a:pt x="70" y="38"/>
                  </a:cubicBezTo>
                  <a:cubicBezTo>
                    <a:pt x="70" y="45"/>
                    <a:pt x="65" y="46"/>
                    <a:pt x="63" y="46"/>
                  </a:cubicBezTo>
                  <a:cubicBezTo>
                    <a:pt x="48" y="46"/>
                    <a:pt x="48" y="46"/>
                    <a:pt x="48" y="46"/>
                  </a:cubicBezTo>
                  <a:cubicBezTo>
                    <a:pt x="48" y="87"/>
                    <a:pt x="48" y="87"/>
                    <a:pt x="48" y="87"/>
                  </a:cubicBezTo>
                  <a:cubicBezTo>
                    <a:pt x="48" y="100"/>
                    <a:pt x="59" y="106"/>
                    <a:pt x="71" y="106"/>
                  </a:cubicBezTo>
                </a:path>
              </a:pathLst>
            </a:custGeom>
            <a:solidFill>
              <a:srgbClr val="4F217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 sz="1800"/>
            </a:p>
          </p:txBody>
        </p:sp>
        <p:sp>
          <p:nvSpPr>
            <p:cNvPr id="141" name="Freeform 30"/>
            <p:cNvSpPr>
              <a:spLocks/>
            </p:cNvSpPr>
            <p:nvPr/>
          </p:nvSpPr>
          <p:spPr bwMode="auto">
            <a:xfrm>
              <a:off x="1178657" y="6533297"/>
              <a:ext cx="40705" cy="71641"/>
            </a:xfrm>
            <a:custGeom>
              <a:avLst/>
              <a:gdLst>
                <a:gd name="T0" fmla="*/ 71 w 71"/>
                <a:gd name="T1" fmla="*/ 106 h 125"/>
                <a:gd name="T2" fmla="*/ 44 w 71"/>
                <a:gd name="T3" fmla="*/ 125 h 125"/>
                <a:gd name="T4" fmla="*/ 12 w 71"/>
                <a:gd name="T5" fmla="*/ 95 h 125"/>
                <a:gd name="T6" fmla="*/ 12 w 71"/>
                <a:gd name="T7" fmla="*/ 46 h 125"/>
                <a:gd name="T8" fmla="*/ 7 w 71"/>
                <a:gd name="T9" fmla="*/ 46 h 125"/>
                <a:gd name="T10" fmla="*/ 0 w 71"/>
                <a:gd name="T11" fmla="*/ 38 h 125"/>
                <a:gd name="T12" fmla="*/ 7 w 71"/>
                <a:gd name="T13" fmla="*/ 30 h 125"/>
                <a:gd name="T14" fmla="*/ 12 w 71"/>
                <a:gd name="T15" fmla="*/ 30 h 125"/>
                <a:gd name="T16" fmla="*/ 12 w 71"/>
                <a:gd name="T17" fmla="*/ 17 h 125"/>
                <a:gd name="T18" fmla="*/ 30 w 71"/>
                <a:gd name="T19" fmla="*/ 0 h 125"/>
                <a:gd name="T20" fmla="*/ 48 w 71"/>
                <a:gd name="T21" fmla="*/ 17 h 125"/>
                <a:gd name="T22" fmla="*/ 48 w 71"/>
                <a:gd name="T23" fmla="*/ 17 h 125"/>
                <a:gd name="T24" fmla="*/ 48 w 71"/>
                <a:gd name="T25" fmla="*/ 30 h 125"/>
                <a:gd name="T26" fmla="*/ 63 w 71"/>
                <a:gd name="T27" fmla="*/ 30 h 125"/>
                <a:gd name="T28" fmla="*/ 70 w 71"/>
                <a:gd name="T29" fmla="*/ 38 h 125"/>
                <a:gd name="T30" fmla="*/ 62 w 71"/>
                <a:gd name="T31" fmla="*/ 46 h 125"/>
                <a:gd name="T32" fmla="*/ 48 w 71"/>
                <a:gd name="T33" fmla="*/ 46 h 125"/>
                <a:gd name="T34" fmla="*/ 48 w 71"/>
                <a:gd name="T35" fmla="*/ 87 h 125"/>
                <a:gd name="T36" fmla="*/ 71 w 71"/>
                <a:gd name="T37" fmla="*/ 106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1" h="125">
                  <a:moveTo>
                    <a:pt x="71" y="106"/>
                  </a:moveTo>
                  <a:cubicBezTo>
                    <a:pt x="71" y="106"/>
                    <a:pt x="62" y="125"/>
                    <a:pt x="44" y="125"/>
                  </a:cubicBezTo>
                  <a:cubicBezTo>
                    <a:pt x="30" y="125"/>
                    <a:pt x="13" y="113"/>
                    <a:pt x="12" y="95"/>
                  </a:cubicBezTo>
                  <a:cubicBezTo>
                    <a:pt x="12" y="94"/>
                    <a:pt x="12" y="68"/>
                    <a:pt x="12" y="46"/>
                  </a:cubicBezTo>
                  <a:cubicBezTo>
                    <a:pt x="7" y="46"/>
                    <a:pt x="7" y="46"/>
                    <a:pt x="7" y="46"/>
                  </a:cubicBezTo>
                  <a:cubicBezTo>
                    <a:pt x="4" y="46"/>
                    <a:pt x="0" y="45"/>
                    <a:pt x="0" y="38"/>
                  </a:cubicBezTo>
                  <a:cubicBezTo>
                    <a:pt x="0" y="32"/>
                    <a:pt x="5" y="30"/>
                    <a:pt x="7" y="30"/>
                  </a:cubicBezTo>
                  <a:cubicBezTo>
                    <a:pt x="12" y="30"/>
                    <a:pt x="12" y="30"/>
                    <a:pt x="12" y="30"/>
                  </a:cubicBezTo>
                  <a:cubicBezTo>
                    <a:pt x="12" y="23"/>
                    <a:pt x="12" y="17"/>
                    <a:pt x="12" y="17"/>
                  </a:cubicBezTo>
                  <a:cubicBezTo>
                    <a:pt x="12" y="8"/>
                    <a:pt x="21" y="0"/>
                    <a:pt x="30" y="0"/>
                  </a:cubicBezTo>
                  <a:cubicBezTo>
                    <a:pt x="39" y="1"/>
                    <a:pt x="47" y="8"/>
                    <a:pt x="48" y="17"/>
                  </a:cubicBezTo>
                  <a:cubicBezTo>
                    <a:pt x="48" y="17"/>
                    <a:pt x="48" y="17"/>
                    <a:pt x="48" y="17"/>
                  </a:cubicBezTo>
                  <a:cubicBezTo>
                    <a:pt x="48" y="30"/>
                    <a:pt x="48" y="30"/>
                    <a:pt x="48" y="30"/>
                  </a:cubicBezTo>
                  <a:cubicBezTo>
                    <a:pt x="63" y="30"/>
                    <a:pt x="63" y="30"/>
                    <a:pt x="63" y="30"/>
                  </a:cubicBezTo>
                  <a:cubicBezTo>
                    <a:pt x="65" y="30"/>
                    <a:pt x="70" y="32"/>
                    <a:pt x="70" y="38"/>
                  </a:cubicBezTo>
                  <a:cubicBezTo>
                    <a:pt x="70" y="45"/>
                    <a:pt x="65" y="46"/>
                    <a:pt x="62" y="46"/>
                  </a:cubicBezTo>
                  <a:cubicBezTo>
                    <a:pt x="48" y="46"/>
                    <a:pt x="48" y="46"/>
                    <a:pt x="48" y="46"/>
                  </a:cubicBezTo>
                  <a:cubicBezTo>
                    <a:pt x="48" y="87"/>
                    <a:pt x="48" y="87"/>
                    <a:pt x="48" y="87"/>
                  </a:cubicBezTo>
                  <a:cubicBezTo>
                    <a:pt x="48" y="100"/>
                    <a:pt x="59" y="106"/>
                    <a:pt x="71" y="106"/>
                  </a:cubicBezTo>
                </a:path>
              </a:pathLst>
            </a:custGeom>
            <a:solidFill>
              <a:srgbClr val="4F217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 sz="1800"/>
            </a:p>
          </p:txBody>
        </p: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latin typeface="Candara" panose="020E0502030303020204" pitchFamily="34" charset="0"/>
              </a:defRPr>
            </a:lvl1pPr>
          </a:lstStyle>
          <a:p>
            <a:r>
              <a:rPr lang="en-GB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 hasCustomPrompt="1"/>
          </p:nvPr>
        </p:nvSpPr>
        <p:spPr/>
        <p:txBody>
          <a:bodyPr/>
          <a:lstStyle>
            <a:lvl1pPr>
              <a:defRPr baseline="0">
                <a:latin typeface="Candara" panose="020E0502030303020204" pitchFamily="34" charset="0"/>
              </a:defRPr>
            </a:lvl1pPr>
            <a:lvl2pPr>
              <a:defRPr>
                <a:latin typeface="Candara" panose="020E0502030303020204" pitchFamily="34" charset="0"/>
              </a:defRPr>
            </a:lvl2pPr>
            <a:lvl3pPr>
              <a:defRPr>
                <a:latin typeface="Candara" panose="020E0502030303020204" pitchFamily="34" charset="0"/>
              </a:defRPr>
            </a:lvl3pPr>
            <a:lvl4pPr>
              <a:defRPr>
                <a:latin typeface="Candara" panose="020E0502030303020204" pitchFamily="34" charset="0"/>
              </a:defRPr>
            </a:lvl4pPr>
            <a:lvl5pPr>
              <a:defRPr>
                <a:latin typeface="Candara" panose="020E0502030303020204" pitchFamily="34" charset="0"/>
              </a:defRPr>
            </a:lvl5pPr>
          </a:lstStyle>
          <a:p>
            <a:pPr lvl="0"/>
            <a:r>
              <a:rPr lang="en-GB"/>
              <a:t>Click to add text or choose an icon below to insert a table, chart, SmartArt, picture, clip art or video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659E774-D87C-47FD-9FFF-B924B0B352C8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71447528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itle only*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40D9E0EA-5297-8446-88CA-23623EC20EA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1001" y="154991"/>
            <a:ext cx="11430001" cy="418576"/>
          </a:xfrm>
          <a:prstGeom prst="rect">
            <a:avLst/>
          </a:prstGeom>
        </p:spPr>
        <p:txBody>
          <a:bodyPr lIns="0" tIns="0" rIns="0" bIns="0">
            <a:noAutofit/>
          </a:bodyPr>
          <a:lstStyle/>
          <a:p>
            <a:r>
              <a:rPr lang="en-US"/>
              <a:t>Click to edit Master title style</a:t>
            </a: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E28DC731-EE7C-4692-B234-3B78C7C95A0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361753" y="6071616"/>
            <a:ext cx="1449249" cy="654101"/>
          </a:xfrm>
          <a:prstGeom prst="rect">
            <a:avLst/>
          </a:prstGeom>
        </p:spPr>
      </p:pic>
      <p:sp>
        <p:nvSpPr>
          <p:cNvPr id="8" name="Slide Number Placeholder 5">
            <a:extLst>
              <a:ext uri="{FF2B5EF4-FFF2-40B4-BE49-F238E27FC236}">
                <a16:creationId xmlns:a16="http://schemas.microsoft.com/office/drawing/2014/main" id="{D27D6E9C-A4A9-4E1C-B4F3-68AC16BBEFA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956162" y="6431327"/>
            <a:ext cx="306083" cy="158953"/>
          </a:xfrm>
          <a:prstGeom prst="rect">
            <a:avLst/>
          </a:prstGeom>
        </p:spPr>
        <p:txBody>
          <a:bodyPr vert="horz" wrap="none" lIns="0" tIns="0" rIns="0" bIns="0" rtlCol="0" anchor="ctr">
            <a:noAutofit/>
          </a:bodyPr>
          <a:lstStyle>
            <a:lvl1pPr algn="l">
              <a:defRPr sz="900">
                <a:solidFill>
                  <a:schemeClr val="tx2"/>
                </a:solidFill>
                <a:latin typeface="+mn-lt"/>
              </a:defRPr>
            </a:lvl1pPr>
          </a:lstStyle>
          <a:p>
            <a:fld id="{565A54F4-DB31-4FC5-B748-3F06867349C3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28A0C534-1902-4221-B3EE-F9BBA8F7653A}"/>
              </a:ext>
            </a:extLst>
          </p:cNvPr>
          <p:cNvSpPr/>
          <p:nvPr userDrawn="1"/>
        </p:nvSpPr>
        <p:spPr>
          <a:xfrm>
            <a:off x="0" y="993069"/>
            <a:ext cx="12192000" cy="4998077"/>
          </a:xfrm>
          <a:prstGeom prst="rect">
            <a:avLst/>
          </a:prstGeom>
          <a:solidFill>
            <a:srgbClr val="EEEBF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91458947"/>
      </p:ext>
    </p:extLst>
  </p:cSld>
  <p:clrMapOvr>
    <a:masterClrMapping/>
  </p:clrMapOvr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586256234"/>
      </p:ext>
    </p:extLst>
  </p:cSld>
  <p:clrMapOvr>
    <a:masterClrMapping/>
  </p:clrMapOvr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I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12EC308-A595-4731-81D6-E996B8DA199F}"/>
              </a:ext>
            </a:extLst>
          </p:cNvPr>
          <p:cNvSpPr>
            <a:spLocks noGrp="1"/>
          </p:cNvSpPr>
          <p:nvPr>
            <p:ph idx="1" hasCustomPrompt="1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t>Click to add text or choose an icon below to insert other content</a:t>
            </a:r>
          </a:p>
          <a:p>
            <a:pPr lvl="1"/>
            <a:r>
              <a:t>Second level</a:t>
            </a:r>
          </a:p>
          <a:p>
            <a:pPr lvl="2"/>
            <a:r>
              <a:t>Third level</a:t>
            </a:r>
          </a:p>
          <a:p>
            <a:pPr lvl="3"/>
            <a:r>
              <a:t>Fourth level</a:t>
            </a:r>
          </a:p>
          <a:p>
            <a:pPr lvl="4"/>
            <a:r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B204747-4051-4C7A-B674-A1E64ACD02F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EB1475D-EF5B-48A6-8CCB-3BD08F726926}" type="datetimeFigureOut">
              <a:rPr lang="en-US"/>
              <a:t>10/30/2026</a:t>
            </a:fld>
            <a:endParaRPr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9DB6A6F-2612-48E0-B685-EE5FD0A1A4E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1BB2BD39-0025-4E14-A207-974EC0FD86D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5A54F4-DB31-4FC5-B748-3F06867349C3}" type="slidenum">
              <a:rPr/>
              <a:t>‹#›</a:t>
            </a:fld>
            <a:endParaRPr/>
          </a:p>
        </p:txBody>
      </p:sp>
      <p:sp>
        <p:nvSpPr>
          <p:cNvPr id="7" name="Title 6">
            <a:extLst>
              <a:ext uri="{FF2B5EF4-FFF2-40B4-BE49-F238E27FC236}">
                <a16:creationId xmlns:a16="http://schemas.microsoft.com/office/drawing/2014/main" id="{0A593348-F93D-4FEF-A9B9-1AEA4A21A64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74609034"/>
      </p:ext>
    </p:extLst>
  </p:cSld>
  <p:clrMapOvr>
    <a:masterClrMapping/>
  </p:clrMapOvr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I_Title and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C182308-D8FD-4D2D-A4A4-0AB7B426134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Text Placeholder 53">
            <a:extLst>
              <a:ext uri="{FF2B5EF4-FFF2-40B4-BE49-F238E27FC236}">
                <a16:creationId xmlns:a16="http://schemas.microsoft.com/office/drawing/2014/main" id="{AC1DD188-8160-4400-A56B-985CF10D490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381000" y="731531"/>
            <a:ext cx="11429998" cy="365739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1000">
                <a:solidFill>
                  <a:srgbClr val="724D8D"/>
                </a:solidFill>
              </a:defRPr>
            </a:lvl1pPr>
            <a:lvl2pPr marL="0" indent="0">
              <a:spcBef>
                <a:spcPts val="0"/>
              </a:spcBef>
              <a:buNone/>
              <a:defRPr sz="1000">
                <a:solidFill>
                  <a:srgbClr val="724D8D"/>
                </a:solidFill>
              </a:defRPr>
            </a:lvl2pPr>
            <a:lvl3pPr marL="0" indent="0">
              <a:spcBef>
                <a:spcPts val="0"/>
              </a:spcBef>
              <a:buNone/>
              <a:defRPr sz="1000">
                <a:solidFill>
                  <a:srgbClr val="724D8D"/>
                </a:solidFill>
              </a:defRPr>
            </a:lvl3pPr>
            <a:lvl4pPr marL="0" indent="0">
              <a:spcBef>
                <a:spcPts val="0"/>
              </a:spcBef>
              <a:buNone/>
              <a:defRPr sz="1000">
                <a:solidFill>
                  <a:srgbClr val="724D8D"/>
                </a:solidFill>
              </a:defRPr>
            </a:lvl4pPr>
            <a:lvl5pPr marL="0" indent="0">
              <a:spcBef>
                <a:spcPts val="0"/>
              </a:spcBef>
              <a:buNone/>
              <a:defRPr sz="1000">
                <a:solidFill>
                  <a:srgbClr val="724D8D"/>
                </a:solidFill>
              </a:defRPr>
            </a:lvl5pPr>
            <a:lvl6pPr marL="0" indent="0">
              <a:spcBef>
                <a:spcPts val="0"/>
              </a:spcBef>
              <a:buNone/>
              <a:defRPr sz="1000">
                <a:solidFill>
                  <a:srgbClr val="724D8D"/>
                </a:solidFill>
              </a:defRPr>
            </a:lvl6pPr>
            <a:lvl7pPr marL="0" indent="0">
              <a:spcBef>
                <a:spcPts val="0"/>
              </a:spcBef>
              <a:buNone/>
              <a:defRPr sz="1000">
                <a:solidFill>
                  <a:srgbClr val="724D8D"/>
                </a:solidFill>
              </a:defRPr>
            </a:lvl7pPr>
            <a:lvl8pPr marL="0" indent="0">
              <a:spcBef>
                <a:spcPts val="0"/>
              </a:spcBef>
              <a:buNone/>
              <a:defRPr sz="1000">
                <a:solidFill>
                  <a:srgbClr val="724D8D"/>
                </a:solidFill>
              </a:defRPr>
            </a:lvl8pPr>
            <a:lvl9pPr marL="0" indent="0">
              <a:spcBef>
                <a:spcPts val="0"/>
              </a:spcBef>
              <a:buNone/>
              <a:defRPr sz="1000">
                <a:solidFill>
                  <a:srgbClr val="724D8D"/>
                </a:solidFill>
              </a:defRPr>
            </a:lvl9pPr>
          </a:lstStyle>
          <a:p>
            <a:pPr lvl="0"/>
            <a:r>
              <a:rPr lang="en-US"/>
              <a:t>Click to add subtitle</a:t>
            </a:r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BE85B7E9-7B59-E76F-4E85-C0A890587747}"/>
              </a:ext>
            </a:extLst>
          </p:cNvPr>
          <p:cNvSpPr>
            <a:spLocks noGrp="1"/>
          </p:cNvSpPr>
          <p:nvPr>
            <p:ph type="dt" sz="half" idx="15"/>
          </p:nvPr>
        </p:nvSpPr>
        <p:spPr/>
        <p:txBody>
          <a:bodyPr/>
          <a:lstStyle/>
          <a:p>
            <a:fld id="{2EB1475D-EF5B-48A6-8CCB-3BD08F726926}" type="datetimeFigureOut">
              <a:rPr lang="en-US" smtClean="0"/>
              <a:pPr/>
              <a:t>10/30/2026</a:t>
            </a:fld>
            <a:endParaRPr lang="en-US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72151367-80A4-68C5-77A9-3C635C7916D8}"/>
              </a:ext>
            </a:extLst>
          </p:cNvPr>
          <p:cNvSpPr>
            <a:spLocks noGrp="1"/>
          </p:cNvSpPr>
          <p:nvPr>
            <p:ph type="ftr" sz="quarter" idx="16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A78CBB37-9699-F436-85C1-91FC9C8316D1}"/>
              </a:ext>
            </a:extLst>
          </p:cNvPr>
          <p:cNvSpPr>
            <a:spLocks noGrp="1"/>
          </p:cNvSpPr>
          <p:nvPr>
            <p:ph type="sldNum" sz="quarter" idx="17"/>
          </p:nvPr>
        </p:nvSpPr>
        <p:spPr/>
        <p:txBody>
          <a:bodyPr/>
          <a:lstStyle/>
          <a:p>
            <a:fld id="{565A54F4-DB31-4FC5-B748-3F06867349C3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72525062"/>
      </p:ext>
    </p:extLst>
  </p:cSld>
  <p:clrMapOvr>
    <a:masterClrMapping/>
  </p:clrMapOvr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itle Slide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76608E2E-E744-4878-A234-60F6B6711C89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592045" y="4754433"/>
            <a:ext cx="3853975" cy="731520"/>
          </a:xfrm>
        </p:spPr>
        <p:txBody>
          <a:bodyPr/>
          <a:lstStyle>
            <a:lvl1pPr marL="0" indent="0">
              <a:spcBef>
                <a:spcPts val="0"/>
              </a:spcBef>
              <a:buFontTx/>
              <a:buNone/>
              <a:defRPr sz="2400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FontTx/>
              <a:buNone/>
              <a:defRPr sz="2000"/>
            </a:lvl2pPr>
            <a:lvl3pPr marL="0" indent="0">
              <a:spcBef>
                <a:spcPts val="0"/>
              </a:spcBef>
              <a:buFontTx/>
              <a:buNone/>
              <a:defRPr sz="2000"/>
            </a:lvl3pPr>
            <a:lvl4pPr marL="0" indent="0">
              <a:spcBef>
                <a:spcPts val="0"/>
              </a:spcBef>
              <a:buFontTx/>
              <a:buNone/>
              <a:defRPr sz="2000"/>
            </a:lvl4pPr>
            <a:lvl5pPr marL="0" indent="0">
              <a:spcBef>
                <a:spcPts val="0"/>
              </a:spcBef>
              <a:buFontTx/>
              <a:buNone/>
              <a:defRPr sz="2000"/>
            </a:lvl5pPr>
            <a:lvl6pPr marL="0" indent="0">
              <a:spcBef>
                <a:spcPts val="0"/>
              </a:spcBef>
              <a:buFontTx/>
              <a:buNone/>
              <a:defRPr sz="2000"/>
            </a:lvl6pPr>
            <a:lvl7pPr marL="0" indent="0">
              <a:spcBef>
                <a:spcPts val="0"/>
              </a:spcBef>
              <a:buFontTx/>
              <a:buNone/>
              <a:defRPr sz="2000"/>
            </a:lvl7pPr>
            <a:lvl8pPr marL="0" indent="0">
              <a:spcBef>
                <a:spcPts val="0"/>
              </a:spcBef>
              <a:buFontTx/>
              <a:buNone/>
              <a:defRPr sz="2000"/>
            </a:lvl8pPr>
            <a:lvl9pPr marL="0" indent="0">
              <a:spcBef>
                <a:spcPts val="0"/>
              </a:spcBef>
              <a:buFontTx/>
              <a:buNone/>
              <a:defRPr sz="2000"/>
            </a:lvl9pPr>
          </a:lstStyle>
          <a:p>
            <a:pPr lvl="0"/>
            <a:r>
              <a:rPr lang="en-US"/>
              <a:t>Subtitle or Presenter Name</a:t>
            </a:r>
          </a:p>
        </p:txBody>
      </p:sp>
      <p:sp>
        <p:nvSpPr>
          <p:cNvPr id="10" name="Title 9">
            <a:extLst>
              <a:ext uri="{FF2B5EF4-FFF2-40B4-BE49-F238E27FC236}">
                <a16:creationId xmlns:a16="http://schemas.microsoft.com/office/drawing/2014/main" id="{3534CB02-81D9-4803-9899-8E6A2EABA97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92045" y="1905284"/>
            <a:ext cx="3853975" cy="2565401"/>
          </a:xfrm>
        </p:spPr>
        <p:txBody>
          <a:bodyPr/>
          <a:lstStyle>
            <a:lvl1pPr>
              <a:lnSpc>
                <a:spcPct val="82000"/>
              </a:lnSpc>
              <a:defRPr sz="5800" b="0" i="0">
                <a:solidFill>
                  <a:schemeClr val="bg1"/>
                </a:solidFill>
                <a:latin typeface="MDLZ BITE TYPE" pitchFamily="2" charset="77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700F4F4F-B41E-47FE-AFA1-5013480D3F03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28601" y="6073749"/>
            <a:ext cx="1449249" cy="654101"/>
          </a:xfrm>
          <a:prstGeom prst="rect">
            <a:avLst/>
          </a:prstGeom>
        </p:spPr>
      </p:pic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DEE73870-EE14-3647-A5D2-F266E17A6A39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0" y="0"/>
            <a:ext cx="12192000" cy="6858000"/>
          </a:xfrm>
        </p:spPr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44655403"/>
      </p:ext>
    </p:extLst>
  </p:cSld>
  <p:clrMapOvr>
    <a:masterClrMapping/>
  </p:clrMapOvr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802DB6B9-C6D3-4991-573B-A9F994A33B5A}"/>
              </a:ext>
            </a:extLst>
          </p:cNvPr>
          <p:cNvSpPr/>
          <p:nvPr userDrawn="1"/>
        </p:nvSpPr>
        <p:spPr>
          <a:xfrm>
            <a:off x="289737" y="6019800"/>
            <a:ext cx="1516912" cy="742507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3" name="Picture 6">
            <a:extLst>
              <a:ext uri="{FF2B5EF4-FFF2-40B4-BE49-F238E27FC236}">
                <a16:creationId xmlns:a16="http://schemas.microsoft.com/office/drawing/2014/main" id="{10FACAB3-E8C8-02E9-436F-8251B9FA2660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9737" y="6167215"/>
            <a:ext cx="1209675" cy="4476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" name="Rectangle 4">
            <a:extLst>
              <a:ext uri="{FF2B5EF4-FFF2-40B4-BE49-F238E27FC236}">
                <a16:creationId xmlns:a16="http://schemas.microsoft.com/office/drawing/2014/main" id="{F017B7A0-7CFF-7BE8-1A3B-79F56A522958}"/>
              </a:ext>
            </a:extLst>
          </p:cNvPr>
          <p:cNvSpPr/>
          <p:nvPr userDrawn="1"/>
        </p:nvSpPr>
        <p:spPr>
          <a:xfrm>
            <a:off x="10385351" y="6019798"/>
            <a:ext cx="1516912" cy="742507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2" name="Imagen 13">
            <a:extLst>
              <a:ext uri="{FF2B5EF4-FFF2-40B4-BE49-F238E27FC236}">
                <a16:creationId xmlns:a16="http://schemas.microsoft.com/office/drawing/2014/main" id="{F6C3F71F-5276-3549-7B7C-49CE4B9C1AAA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10589588" y="6196054"/>
            <a:ext cx="1108438" cy="418836"/>
          </a:xfrm>
          <a:prstGeom prst="rect">
            <a:avLst/>
          </a:prstGeom>
        </p:spPr>
      </p:pic>
      <p:sp>
        <p:nvSpPr>
          <p:cNvPr id="8" name="Title 7">
            <a:extLst>
              <a:ext uri="{FF2B5EF4-FFF2-40B4-BE49-F238E27FC236}">
                <a16:creationId xmlns:a16="http://schemas.microsoft.com/office/drawing/2014/main" id="{B1C8493A-D071-05E9-297B-4D469792089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lIns="0" tIns="0" rIns="0" bIns="0" rtlCol="0" anchor="ctr">
            <a:noAutofit/>
          </a:bodyPr>
          <a:lstStyle>
            <a:lvl1pPr>
              <a:defRPr lang="en-US">
                <a:solidFill>
                  <a:srgbClr val="17418C"/>
                </a:solidFill>
                <a:latin typeface="MDLZ BITE TYPE" panose="00000500000000000000" pitchFamily="2" charset="0"/>
                <a:ea typeface="+mn-ea"/>
                <a:cs typeface="+mn-cs"/>
              </a:defRPr>
            </a:lvl1pPr>
          </a:lstStyle>
          <a:p>
            <a:pPr marL="0" lvl="0"/>
            <a:r>
              <a:rPr lang="en-US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636829052"/>
      </p:ext>
    </p:extLst>
  </p:cSld>
  <p:clrMapOvr>
    <a:masterClrMapping/>
  </p:clrMapOvr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slide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3" name="Picture 52" descr="Close up of a plant&#10;&#10;Description automatically generated">
            <a:extLst>
              <a:ext uri="{FF2B5EF4-FFF2-40B4-BE49-F238E27FC236}">
                <a16:creationId xmlns:a16="http://schemas.microsoft.com/office/drawing/2014/main" id="{EC0CE349-CAE1-0370-7A41-B9468339692D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grayscl/>
            <a:alphaModFix amt="6000"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12188389" cy="6858000"/>
          </a:xfrm>
          <a:prstGeom prst="rect">
            <a:avLst/>
          </a:prstGeom>
          <a:solidFill>
            <a:srgbClr val="F4F5F9"/>
          </a:solidFill>
        </p:spPr>
      </p:pic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C8624BD1-914F-CF43-92F6-F0ED2122BD3D}"/>
              </a:ext>
            </a:extLst>
          </p:cNvPr>
          <p:cNvSpPr>
            <a:spLocks noGrp="1"/>
          </p:cNvSpPr>
          <p:nvPr>
            <p:ph type="dt" sz="half" idx="18"/>
          </p:nvPr>
        </p:nvSpPr>
        <p:spPr/>
        <p:txBody>
          <a:bodyPr/>
          <a:lstStyle/>
          <a:p>
            <a:fld id="{58B824D1-D975-FC43-BD72-40BA5EB8D582}" type="datetime1">
              <a:rPr lang="pl-PL" smtClean="0"/>
              <a:t>30.10.2026</a:t>
            </a:fld>
            <a:endParaRPr lang="en-PL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C48BC73-C701-7743-994C-059E1C191B39}"/>
              </a:ext>
            </a:extLst>
          </p:cNvPr>
          <p:cNvSpPr>
            <a:spLocks noGrp="1"/>
          </p:cNvSpPr>
          <p:nvPr>
            <p:ph type="ftr" sz="quarter" idx="19"/>
          </p:nvPr>
        </p:nvSpPr>
        <p:spPr/>
        <p:txBody>
          <a:bodyPr/>
          <a:lstStyle/>
          <a:p>
            <a:r>
              <a:rPr lang="en-GB"/>
              <a:t>©Lingaro Group 2024</a:t>
            </a:r>
            <a:endParaRPr lang="en-PL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B6F10BC-57A7-2D49-AF5C-F8F1631C57C1}"/>
              </a:ext>
            </a:extLst>
          </p:cNvPr>
          <p:cNvSpPr>
            <a:spLocks noGrp="1"/>
          </p:cNvSpPr>
          <p:nvPr>
            <p:ph type="sldNum" sz="quarter" idx="20"/>
          </p:nvPr>
        </p:nvSpPr>
        <p:spPr/>
        <p:txBody>
          <a:bodyPr/>
          <a:lstStyle/>
          <a:p>
            <a:fld id="{05CD89BD-8A8D-1F43-BC43-3DCA15ED54E5}" type="slidenum">
              <a:rPr lang="en-PL" smtClean="0"/>
              <a:pPr/>
              <a:t>‹#›</a:t>
            </a:fld>
            <a:endParaRPr lang="en-PL"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4AC555D8-34E8-A144-9030-152179FDA2F0}"/>
              </a:ext>
            </a:extLst>
          </p:cNvPr>
          <p:cNvGrpSpPr/>
          <p:nvPr userDrawn="1"/>
        </p:nvGrpSpPr>
        <p:grpSpPr>
          <a:xfrm>
            <a:off x="11470652" y="408416"/>
            <a:ext cx="320675" cy="685800"/>
            <a:chOff x="11499850" y="409031"/>
            <a:chExt cx="320675" cy="685800"/>
          </a:xfrm>
          <a:solidFill>
            <a:schemeClr val="accent1"/>
          </a:solidFill>
        </p:grpSpPr>
        <p:sp>
          <p:nvSpPr>
            <p:cNvPr id="8" name="Doughnut 7">
              <a:extLst>
                <a:ext uri="{FF2B5EF4-FFF2-40B4-BE49-F238E27FC236}">
                  <a16:creationId xmlns:a16="http://schemas.microsoft.com/office/drawing/2014/main" id="{AFEB5E68-73AC-B547-9F78-EBB5716FE847}"/>
                </a:ext>
              </a:extLst>
            </p:cNvPr>
            <p:cNvSpPr/>
            <p:nvPr userDrawn="1"/>
          </p:nvSpPr>
          <p:spPr>
            <a:xfrm>
              <a:off x="11499850" y="409031"/>
              <a:ext cx="320675" cy="320675"/>
            </a:xfrm>
            <a:prstGeom prst="donut">
              <a:avLst>
                <a:gd name="adj" fmla="val 20807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noProof="0">
                <a:solidFill>
                  <a:schemeClr val="accent1"/>
                </a:solidFill>
              </a:endParaRPr>
            </a:p>
          </p:txBody>
        </p:sp>
        <p:sp>
          <p:nvSpPr>
            <p:cNvPr id="9" name="Doughnut 8">
              <a:extLst>
                <a:ext uri="{FF2B5EF4-FFF2-40B4-BE49-F238E27FC236}">
                  <a16:creationId xmlns:a16="http://schemas.microsoft.com/office/drawing/2014/main" id="{22ED63C6-C267-BA42-B093-3697B5BD0E4D}"/>
                </a:ext>
              </a:extLst>
            </p:cNvPr>
            <p:cNvSpPr/>
            <p:nvPr userDrawn="1"/>
          </p:nvSpPr>
          <p:spPr>
            <a:xfrm>
              <a:off x="11499850" y="774156"/>
              <a:ext cx="320675" cy="320675"/>
            </a:xfrm>
            <a:prstGeom prst="donut">
              <a:avLst>
                <a:gd name="adj" fmla="val 20807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noProof="0">
                <a:solidFill>
                  <a:schemeClr val="accent1"/>
                </a:solidFill>
              </a:endParaRPr>
            </a:p>
          </p:txBody>
        </p:sp>
      </p:grpSp>
      <p:sp>
        <p:nvSpPr>
          <p:cNvPr id="3" name="Symbol zastępczy tekstu 11">
            <a:extLst>
              <a:ext uri="{FF2B5EF4-FFF2-40B4-BE49-F238E27FC236}">
                <a16:creationId xmlns:a16="http://schemas.microsoft.com/office/drawing/2014/main" id="{FAE780AD-F953-3210-12BB-11BF6A002926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407988" y="773541"/>
            <a:ext cx="9412712" cy="283574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indent="0">
              <a:lnSpc>
                <a:spcPct val="100000"/>
              </a:lnSpc>
              <a:spcBef>
                <a:spcPts val="0"/>
              </a:spcBef>
              <a:buFontTx/>
              <a:buNone/>
              <a:defRPr sz="1600">
                <a:latin typeface="Maven Pro" panose="00000500000000000000" pitchFamily="2" charset="-18"/>
              </a:defRPr>
            </a:lvl1pPr>
          </a:lstStyle>
          <a:p>
            <a:pPr lvl="0"/>
            <a:r>
              <a:rPr lang="en-US" noProof="0"/>
              <a:t>Subtitle, in 1 line, font: Maven Pro</a:t>
            </a:r>
          </a:p>
        </p:txBody>
      </p:sp>
      <p:sp>
        <p:nvSpPr>
          <p:cNvPr id="10" name="Title 1">
            <a:extLst>
              <a:ext uri="{FF2B5EF4-FFF2-40B4-BE49-F238E27FC236}">
                <a16:creationId xmlns:a16="http://schemas.microsoft.com/office/drawing/2014/main" id="{6F26EA2B-0A10-8216-AF94-F075DB56506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07988" y="361094"/>
            <a:ext cx="9413206" cy="369332"/>
          </a:xfrm>
        </p:spPr>
        <p:txBody>
          <a:bodyPr/>
          <a:lstStyle/>
          <a:p>
            <a:r>
              <a:rPr lang="en-GB"/>
              <a:t>Click to edit Master title style</a:t>
            </a:r>
            <a:endParaRPr lang="en-PL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0E65BF7A-67BD-FBB7-DC1F-798164EB0245}"/>
              </a:ext>
            </a:extLst>
          </p:cNvPr>
          <p:cNvGrpSpPr>
            <a:grpSpLocks noChangeAspect="1"/>
          </p:cNvGrpSpPr>
          <p:nvPr userDrawn="1"/>
        </p:nvGrpSpPr>
        <p:grpSpPr>
          <a:xfrm>
            <a:off x="10109591" y="509019"/>
            <a:ext cx="1143000" cy="440144"/>
            <a:chOff x="2078951" y="1888610"/>
            <a:chExt cx="8030200" cy="3092248"/>
          </a:xfrm>
          <a:solidFill>
            <a:srgbClr val="4F2170"/>
          </a:solidFill>
        </p:grpSpPr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A3105F04-C9D9-7107-2339-FB53D36A4655}"/>
                </a:ext>
              </a:extLst>
            </p:cNvPr>
            <p:cNvSpPr/>
            <p:nvPr/>
          </p:nvSpPr>
          <p:spPr>
            <a:xfrm>
              <a:off x="2078951" y="2872694"/>
              <a:ext cx="951880" cy="652717"/>
            </a:xfrm>
            <a:custGeom>
              <a:avLst/>
              <a:gdLst>
                <a:gd name="connsiteX0" fmla="*/ 903041 w 951880"/>
                <a:gd name="connsiteY0" fmla="*/ 330574 h 652717"/>
                <a:gd name="connsiteX1" fmla="*/ 780656 w 951880"/>
                <a:gd name="connsiteY1" fmla="*/ 379528 h 652717"/>
                <a:gd name="connsiteX2" fmla="*/ 598439 w 951880"/>
                <a:gd name="connsiteY2" fmla="*/ 311537 h 652717"/>
                <a:gd name="connsiteX3" fmla="*/ 505970 w 951880"/>
                <a:gd name="connsiteY3" fmla="*/ 164675 h 652717"/>
                <a:gd name="connsiteX4" fmla="*/ 266640 w 951880"/>
                <a:gd name="connsiteY4" fmla="*/ 61329 h 652717"/>
                <a:gd name="connsiteX5" fmla="*/ 103461 w 951880"/>
                <a:gd name="connsiteY5" fmla="*/ 458398 h 652717"/>
                <a:gd name="connsiteX6" fmla="*/ 756179 w 951880"/>
                <a:gd name="connsiteY6" fmla="*/ 485595 h 652717"/>
                <a:gd name="connsiteX7" fmla="*/ 903041 w 951880"/>
                <a:gd name="connsiteY7" fmla="*/ 330574 h 65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51880" h="652717">
                  <a:moveTo>
                    <a:pt x="903041" y="330574"/>
                  </a:moveTo>
                  <a:cubicBezTo>
                    <a:pt x="867685" y="363210"/>
                    <a:pt x="813292" y="374089"/>
                    <a:pt x="780656" y="379528"/>
                  </a:cubicBezTo>
                  <a:cubicBezTo>
                    <a:pt x="712664" y="387687"/>
                    <a:pt x="641953" y="365930"/>
                    <a:pt x="598439" y="311537"/>
                  </a:cubicBezTo>
                  <a:cubicBezTo>
                    <a:pt x="563083" y="268022"/>
                    <a:pt x="544046" y="210910"/>
                    <a:pt x="505970" y="164675"/>
                  </a:cubicBezTo>
                  <a:cubicBezTo>
                    <a:pt x="448858" y="93964"/>
                    <a:pt x="359109" y="45011"/>
                    <a:pt x="266640" y="61329"/>
                  </a:cubicBezTo>
                  <a:cubicBezTo>
                    <a:pt x="81704" y="93964"/>
                    <a:pt x="114" y="308817"/>
                    <a:pt x="103461" y="458398"/>
                  </a:cubicBezTo>
                  <a:cubicBezTo>
                    <a:pt x="253042" y="670531"/>
                    <a:pt x="584840" y="635176"/>
                    <a:pt x="756179" y="485595"/>
                  </a:cubicBezTo>
                  <a:cubicBezTo>
                    <a:pt x="813292" y="442080"/>
                    <a:pt x="862246" y="390407"/>
                    <a:pt x="903041" y="33057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767B0485-09E1-782C-28DA-4130E274871D}"/>
                </a:ext>
              </a:extLst>
            </p:cNvPr>
            <p:cNvSpPr/>
            <p:nvPr/>
          </p:nvSpPr>
          <p:spPr>
            <a:xfrm>
              <a:off x="9151831" y="2872694"/>
              <a:ext cx="951880" cy="652717"/>
            </a:xfrm>
            <a:custGeom>
              <a:avLst/>
              <a:gdLst>
                <a:gd name="connsiteX0" fmla="*/ 58178 w 951880"/>
                <a:gd name="connsiteY0" fmla="*/ 330574 h 652717"/>
                <a:gd name="connsiteX1" fmla="*/ 180563 w 951880"/>
                <a:gd name="connsiteY1" fmla="*/ 379528 h 652717"/>
                <a:gd name="connsiteX2" fmla="*/ 362780 w 951880"/>
                <a:gd name="connsiteY2" fmla="*/ 311537 h 652717"/>
                <a:gd name="connsiteX3" fmla="*/ 455249 w 951880"/>
                <a:gd name="connsiteY3" fmla="*/ 164675 h 652717"/>
                <a:gd name="connsiteX4" fmla="*/ 694578 w 951880"/>
                <a:gd name="connsiteY4" fmla="*/ 61329 h 652717"/>
                <a:gd name="connsiteX5" fmla="*/ 857758 w 951880"/>
                <a:gd name="connsiteY5" fmla="*/ 458398 h 652717"/>
                <a:gd name="connsiteX6" fmla="*/ 205040 w 951880"/>
                <a:gd name="connsiteY6" fmla="*/ 485595 h 652717"/>
                <a:gd name="connsiteX7" fmla="*/ 58178 w 951880"/>
                <a:gd name="connsiteY7" fmla="*/ 330574 h 65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51880" h="652717">
                  <a:moveTo>
                    <a:pt x="58178" y="330574"/>
                  </a:moveTo>
                  <a:cubicBezTo>
                    <a:pt x="96253" y="363210"/>
                    <a:pt x="147927" y="374089"/>
                    <a:pt x="180563" y="379528"/>
                  </a:cubicBezTo>
                  <a:cubicBezTo>
                    <a:pt x="248554" y="387687"/>
                    <a:pt x="319266" y="365930"/>
                    <a:pt x="362780" y="311537"/>
                  </a:cubicBezTo>
                  <a:cubicBezTo>
                    <a:pt x="398136" y="268022"/>
                    <a:pt x="417174" y="210910"/>
                    <a:pt x="455249" y="164675"/>
                  </a:cubicBezTo>
                  <a:cubicBezTo>
                    <a:pt x="512362" y="93964"/>
                    <a:pt x="602110" y="45011"/>
                    <a:pt x="694578" y="61329"/>
                  </a:cubicBezTo>
                  <a:cubicBezTo>
                    <a:pt x="879515" y="93964"/>
                    <a:pt x="961105" y="308817"/>
                    <a:pt x="857758" y="458398"/>
                  </a:cubicBezTo>
                  <a:cubicBezTo>
                    <a:pt x="708176" y="670531"/>
                    <a:pt x="376379" y="635176"/>
                    <a:pt x="205040" y="485595"/>
                  </a:cubicBezTo>
                  <a:cubicBezTo>
                    <a:pt x="150646" y="442080"/>
                    <a:pt x="101693" y="390407"/>
                    <a:pt x="58178" y="33057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2160A20F-3FE0-A1EE-9981-005A77A79B11}"/>
                </a:ext>
              </a:extLst>
            </p:cNvPr>
            <p:cNvSpPr/>
            <p:nvPr/>
          </p:nvSpPr>
          <p:spPr>
            <a:xfrm>
              <a:off x="8001294" y="2010994"/>
              <a:ext cx="734308" cy="299162"/>
            </a:xfrm>
            <a:custGeom>
              <a:avLst/>
              <a:gdLst>
                <a:gd name="connsiteX0" fmla="*/ 596792 w 734307"/>
                <a:gd name="connsiteY0" fmla="*/ 58178 h 299162"/>
                <a:gd name="connsiteX1" fmla="*/ 148048 w 734307"/>
                <a:gd name="connsiteY1" fmla="*/ 58178 h 299162"/>
                <a:gd name="connsiteX2" fmla="*/ 58299 w 734307"/>
                <a:gd name="connsiteY2" fmla="*/ 150646 h 299162"/>
                <a:gd name="connsiteX3" fmla="*/ 148048 w 734307"/>
                <a:gd name="connsiteY3" fmla="*/ 251274 h 299162"/>
                <a:gd name="connsiteX4" fmla="*/ 596792 w 734307"/>
                <a:gd name="connsiteY4" fmla="*/ 251274 h 299162"/>
                <a:gd name="connsiteX5" fmla="*/ 686541 w 734307"/>
                <a:gd name="connsiteY5" fmla="*/ 158805 h 299162"/>
                <a:gd name="connsiteX6" fmla="*/ 596792 w 734307"/>
                <a:gd name="connsiteY6" fmla="*/ 58178 h 299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4307" h="299162">
                  <a:moveTo>
                    <a:pt x="596792" y="58178"/>
                  </a:moveTo>
                  <a:cubicBezTo>
                    <a:pt x="591353" y="58178"/>
                    <a:pt x="153487" y="58178"/>
                    <a:pt x="148048" y="58178"/>
                  </a:cubicBezTo>
                  <a:cubicBezTo>
                    <a:pt x="99094" y="60898"/>
                    <a:pt x="61019" y="104412"/>
                    <a:pt x="58299" y="150646"/>
                  </a:cubicBezTo>
                  <a:cubicBezTo>
                    <a:pt x="55580" y="199600"/>
                    <a:pt x="99094" y="248554"/>
                    <a:pt x="148048" y="251274"/>
                  </a:cubicBezTo>
                  <a:cubicBezTo>
                    <a:pt x="153487" y="251274"/>
                    <a:pt x="591353" y="251274"/>
                    <a:pt x="596792" y="251274"/>
                  </a:cubicBezTo>
                  <a:cubicBezTo>
                    <a:pt x="645746" y="248554"/>
                    <a:pt x="683821" y="205040"/>
                    <a:pt x="686541" y="158805"/>
                  </a:cubicBezTo>
                  <a:cubicBezTo>
                    <a:pt x="689260" y="109852"/>
                    <a:pt x="648465" y="60898"/>
                    <a:pt x="596792" y="58178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BEFDF963-BFAB-C665-A61D-AE5566448664}"/>
                </a:ext>
              </a:extLst>
            </p:cNvPr>
            <p:cNvSpPr/>
            <p:nvPr/>
          </p:nvSpPr>
          <p:spPr>
            <a:xfrm>
              <a:off x="4920042" y="2277520"/>
              <a:ext cx="1006274" cy="951879"/>
            </a:xfrm>
            <a:custGeom>
              <a:avLst/>
              <a:gdLst>
                <a:gd name="connsiteX0" fmla="*/ 884954 w 1006273"/>
                <a:gd name="connsiteY0" fmla="*/ 746251 h 951879"/>
                <a:gd name="connsiteX1" fmla="*/ 874076 w 1006273"/>
                <a:gd name="connsiteY1" fmla="*/ 670101 h 951879"/>
                <a:gd name="connsiteX2" fmla="*/ 874076 w 1006273"/>
                <a:gd name="connsiteY2" fmla="*/ 536837 h 951879"/>
                <a:gd name="connsiteX3" fmla="*/ 689139 w 1006273"/>
                <a:gd name="connsiteY3" fmla="*/ 88094 h 951879"/>
                <a:gd name="connsiteX4" fmla="*/ 428052 w 1006273"/>
                <a:gd name="connsiteY4" fmla="*/ 253993 h 951879"/>
                <a:gd name="connsiteX5" fmla="*/ 196881 w 1006273"/>
                <a:gd name="connsiteY5" fmla="*/ 58178 h 951879"/>
                <a:gd name="connsiteX6" fmla="*/ 58178 w 1006273"/>
                <a:gd name="connsiteY6" fmla="*/ 128889 h 951879"/>
                <a:gd name="connsiteX7" fmla="*/ 142488 w 1006273"/>
                <a:gd name="connsiteY7" fmla="*/ 273031 h 951879"/>
                <a:gd name="connsiteX8" fmla="*/ 142488 w 1006273"/>
                <a:gd name="connsiteY8" fmla="*/ 757130 h 951879"/>
                <a:gd name="connsiteX9" fmla="*/ 283910 w 1006273"/>
                <a:gd name="connsiteY9" fmla="*/ 895832 h 951879"/>
                <a:gd name="connsiteX10" fmla="*/ 428052 w 1006273"/>
                <a:gd name="connsiteY10" fmla="*/ 757130 h 951879"/>
                <a:gd name="connsiteX11" fmla="*/ 428052 w 1006273"/>
                <a:gd name="connsiteY11" fmla="*/ 400855 h 951879"/>
                <a:gd name="connsiteX12" fmla="*/ 523240 w 1006273"/>
                <a:gd name="connsiteY12" fmla="*/ 283910 h 951879"/>
                <a:gd name="connsiteX13" fmla="*/ 591231 w 1006273"/>
                <a:gd name="connsiteY13" fmla="*/ 354621 h 951879"/>
                <a:gd name="connsiteX14" fmla="*/ 591231 w 1006273"/>
                <a:gd name="connsiteY14" fmla="*/ 697297 h 951879"/>
                <a:gd name="connsiteX15" fmla="*/ 593951 w 1006273"/>
                <a:gd name="connsiteY15" fmla="*/ 729933 h 951879"/>
                <a:gd name="connsiteX16" fmla="*/ 610269 w 1006273"/>
                <a:gd name="connsiteY16" fmla="*/ 778887 h 951879"/>
                <a:gd name="connsiteX17" fmla="*/ 822402 w 1006273"/>
                <a:gd name="connsiteY17" fmla="*/ 893112 h 951879"/>
                <a:gd name="connsiteX18" fmla="*/ 961105 w 1006273"/>
                <a:gd name="connsiteY18" fmla="*/ 822401 h 951879"/>
                <a:gd name="connsiteX19" fmla="*/ 884954 w 1006273"/>
                <a:gd name="connsiteY19" fmla="*/ 746251 h 951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006273" h="951879">
                  <a:moveTo>
                    <a:pt x="884954" y="746251"/>
                  </a:moveTo>
                  <a:cubicBezTo>
                    <a:pt x="879515" y="721774"/>
                    <a:pt x="876795" y="694578"/>
                    <a:pt x="874076" y="670101"/>
                  </a:cubicBezTo>
                  <a:cubicBezTo>
                    <a:pt x="874076" y="634745"/>
                    <a:pt x="874076" y="583072"/>
                    <a:pt x="874076" y="536837"/>
                  </a:cubicBezTo>
                  <a:cubicBezTo>
                    <a:pt x="879515" y="373658"/>
                    <a:pt x="909431" y="88094"/>
                    <a:pt x="689139" y="88094"/>
                  </a:cubicBezTo>
                  <a:cubicBezTo>
                    <a:pt x="539558" y="88094"/>
                    <a:pt x="452529" y="213199"/>
                    <a:pt x="428052" y="253993"/>
                  </a:cubicBezTo>
                  <a:cubicBezTo>
                    <a:pt x="425332" y="139768"/>
                    <a:pt x="335583" y="58178"/>
                    <a:pt x="196881" y="58178"/>
                  </a:cubicBezTo>
                  <a:cubicBezTo>
                    <a:pt x="109852" y="58178"/>
                    <a:pt x="58178" y="128889"/>
                    <a:pt x="58178" y="128889"/>
                  </a:cubicBezTo>
                  <a:cubicBezTo>
                    <a:pt x="58178" y="128889"/>
                    <a:pt x="142488" y="158805"/>
                    <a:pt x="142488" y="273031"/>
                  </a:cubicBezTo>
                  <a:cubicBezTo>
                    <a:pt x="142488" y="354621"/>
                    <a:pt x="142488" y="757130"/>
                    <a:pt x="142488" y="757130"/>
                  </a:cubicBezTo>
                  <a:cubicBezTo>
                    <a:pt x="145207" y="827841"/>
                    <a:pt x="194161" y="895832"/>
                    <a:pt x="283910" y="895832"/>
                  </a:cubicBezTo>
                  <a:cubicBezTo>
                    <a:pt x="373659" y="895832"/>
                    <a:pt x="428052" y="827841"/>
                    <a:pt x="428052" y="757130"/>
                  </a:cubicBezTo>
                  <a:lnTo>
                    <a:pt x="428052" y="400855"/>
                  </a:lnTo>
                  <a:cubicBezTo>
                    <a:pt x="441650" y="343742"/>
                    <a:pt x="474286" y="283910"/>
                    <a:pt x="523240" y="283910"/>
                  </a:cubicBezTo>
                  <a:cubicBezTo>
                    <a:pt x="585792" y="283910"/>
                    <a:pt x="591231" y="354621"/>
                    <a:pt x="591231" y="354621"/>
                  </a:cubicBezTo>
                  <a:lnTo>
                    <a:pt x="591231" y="697297"/>
                  </a:lnTo>
                  <a:cubicBezTo>
                    <a:pt x="591231" y="708176"/>
                    <a:pt x="593951" y="719054"/>
                    <a:pt x="593951" y="729933"/>
                  </a:cubicBezTo>
                  <a:cubicBezTo>
                    <a:pt x="596671" y="748971"/>
                    <a:pt x="602110" y="765289"/>
                    <a:pt x="610269" y="778887"/>
                  </a:cubicBezTo>
                  <a:cubicBezTo>
                    <a:pt x="645624" y="846878"/>
                    <a:pt x="719055" y="893112"/>
                    <a:pt x="822402" y="893112"/>
                  </a:cubicBezTo>
                  <a:cubicBezTo>
                    <a:pt x="909431" y="893112"/>
                    <a:pt x="961105" y="822401"/>
                    <a:pt x="961105" y="822401"/>
                  </a:cubicBezTo>
                  <a:cubicBezTo>
                    <a:pt x="961105" y="822401"/>
                    <a:pt x="909431" y="808803"/>
                    <a:pt x="884954" y="746251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F8AEE898-5982-DD70-68CD-6202B0240B6E}"/>
                </a:ext>
              </a:extLst>
            </p:cNvPr>
            <p:cNvSpPr/>
            <p:nvPr/>
          </p:nvSpPr>
          <p:spPr>
            <a:xfrm>
              <a:off x="7552331" y="1888610"/>
              <a:ext cx="489539" cy="1332631"/>
            </a:xfrm>
            <a:custGeom>
              <a:avLst/>
              <a:gdLst>
                <a:gd name="connsiteX0" fmla="*/ 368560 w 489538"/>
                <a:gd name="connsiteY0" fmla="*/ 1135162 h 1332630"/>
                <a:gd name="connsiteX1" fmla="*/ 357681 w 489538"/>
                <a:gd name="connsiteY1" fmla="*/ 1059011 h 1332630"/>
                <a:gd name="connsiteX2" fmla="*/ 357681 w 489538"/>
                <a:gd name="connsiteY2" fmla="*/ 207759 h 1332630"/>
                <a:gd name="connsiteX3" fmla="*/ 208099 w 489538"/>
                <a:gd name="connsiteY3" fmla="*/ 58178 h 1332630"/>
                <a:gd name="connsiteX4" fmla="*/ 58518 w 489538"/>
                <a:gd name="connsiteY4" fmla="*/ 207759 h 1332630"/>
                <a:gd name="connsiteX5" fmla="*/ 58518 w 489538"/>
                <a:gd name="connsiteY5" fmla="*/ 961104 h 1332630"/>
                <a:gd name="connsiteX6" fmla="*/ 85715 w 489538"/>
                <a:gd name="connsiteY6" fmla="*/ 1159639 h 1332630"/>
                <a:gd name="connsiteX7" fmla="*/ 306007 w 489538"/>
                <a:gd name="connsiteY7" fmla="*/ 1282023 h 1332630"/>
                <a:gd name="connsiteX8" fmla="*/ 444710 w 489538"/>
                <a:gd name="connsiteY8" fmla="*/ 1211312 h 1332630"/>
                <a:gd name="connsiteX9" fmla="*/ 368560 w 489538"/>
                <a:gd name="connsiteY9" fmla="*/ 1135162 h 1332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89538" h="1332630">
                  <a:moveTo>
                    <a:pt x="368560" y="1135162"/>
                  </a:moveTo>
                  <a:cubicBezTo>
                    <a:pt x="363120" y="1110685"/>
                    <a:pt x="357681" y="1083488"/>
                    <a:pt x="357681" y="1059011"/>
                  </a:cubicBezTo>
                  <a:lnTo>
                    <a:pt x="357681" y="207759"/>
                  </a:lnTo>
                  <a:cubicBezTo>
                    <a:pt x="357681" y="126170"/>
                    <a:pt x="289689" y="58178"/>
                    <a:pt x="208099" y="58178"/>
                  </a:cubicBezTo>
                  <a:cubicBezTo>
                    <a:pt x="126510" y="58178"/>
                    <a:pt x="58518" y="126170"/>
                    <a:pt x="58518" y="207759"/>
                  </a:cubicBezTo>
                  <a:lnTo>
                    <a:pt x="58518" y="961104"/>
                  </a:lnTo>
                  <a:cubicBezTo>
                    <a:pt x="58518" y="1029095"/>
                    <a:pt x="53079" y="1097086"/>
                    <a:pt x="85715" y="1159639"/>
                  </a:cubicBezTo>
                  <a:cubicBezTo>
                    <a:pt x="118351" y="1227630"/>
                    <a:pt x="202660" y="1282023"/>
                    <a:pt x="306007" y="1282023"/>
                  </a:cubicBezTo>
                  <a:cubicBezTo>
                    <a:pt x="393036" y="1282023"/>
                    <a:pt x="444710" y="1211312"/>
                    <a:pt x="444710" y="1211312"/>
                  </a:cubicBezTo>
                  <a:cubicBezTo>
                    <a:pt x="444710" y="1211312"/>
                    <a:pt x="393036" y="1197714"/>
                    <a:pt x="368560" y="1135162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BFDBF2C2-4299-0AB4-CD9B-C00AFC93A4DB}"/>
                </a:ext>
              </a:extLst>
            </p:cNvPr>
            <p:cNvSpPr/>
            <p:nvPr/>
          </p:nvSpPr>
          <p:spPr>
            <a:xfrm>
              <a:off x="4162324" y="2357456"/>
              <a:ext cx="815899" cy="815898"/>
            </a:xfrm>
            <a:custGeom>
              <a:avLst/>
              <a:gdLst>
                <a:gd name="connsiteX0" fmla="*/ 407949 w 815899"/>
                <a:gd name="connsiteY0" fmla="*/ 174058 h 815898"/>
                <a:gd name="connsiteX1" fmla="*/ 293723 w 815899"/>
                <a:gd name="connsiteY1" fmla="*/ 407950 h 815898"/>
                <a:gd name="connsiteX2" fmla="*/ 410669 w 815899"/>
                <a:gd name="connsiteY2" fmla="*/ 641840 h 815898"/>
                <a:gd name="connsiteX3" fmla="*/ 522175 w 815899"/>
                <a:gd name="connsiteY3" fmla="*/ 407950 h 815898"/>
                <a:gd name="connsiteX4" fmla="*/ 407949 w 815899"/>
                <a:gd name="connsiteY4" fmla="*/ 174058 h 815898"/>
                <a:gd name="connsiteX5" fmla="*/ 407950 w 815899"/>
                <a:gd name="connsiteY5" fmla="*/ 0 h 815898"/>
                <a:gd name="connsiteX6" fmla="*/ 815899 w 815899"/>
                <a:gd name="connsiteY6" fmla="*/ 407949 h 815898"/>
                <a:gd name="connsiteX7" fmla="*/ 407950 w 815899"/>
                <a:gd name="connsiteY7" fmla="*/ 815898 h 815898"/>
                <a:gd name="connsiteX8" fmla="*/ 0 w 815899"/>
                <a:gd name="connsiteY8" fmla="*/ 407949 h 815898"/>
                <a:gd name="connsiteX9" fmla="*/ 407950 w 815899"/>
                <a:gd name="connsiteY9" fmla="*/ 0 h 815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5899" h="815898">
                  <a:moveTo>
                    <a:pt x="407949" y="174058"/>
                  </a:moveTo>
                  <a:cubicBezTo>
                    <a:pt x="342677" y="174058"/>
                    <a:pt x="293723" y="263807"/>
                    <a:pt x="293723" y="407950"/>
                  </a:cubicBezTo>
                  <a:cubicBezTo>
                    <a:pt x="293723" y="552091"/>
                    <a:pt x="331799" y="639120"/>
                    <a:pt x="410669" y="641840"/>
                  </a:cubicBezTo>
                  <a:cubicBezTo>
                    <a:pt x="489539" y="641840"/>
                    <a:pt x="527614" y="552091"/>
                    <a:pt x="522175" y="407950"/>
                  </a:cubicBezTo>
                  <a:cubicBezTo>
                    <a:pt x="522175" y="263807"/>
                    <a:pt x="473221" y="176778"/>
                    <a:pt x="407949" y="174058"/>
                  </a:cubicBezTo>
                  <a:close/>
                  <a:moveTo>
                    <a:pt x="407950" y="0"/>
                  </a:moveTo>
                  <a:cubicBezTo>
                    <a:pt x="633682" y="0"/>
                    <a:pt x="815899" y="182217"/>
                    <a:pt x="815899" y="407949"/>
                  </a:cubicBezTo>
                  <a:cubicBezTo>
                    <a:pt x="815899" y="633681"/>
                    <a:pt x="633682" y="815898"/>
                    <a:pt x="407950" y="815898"/>
                  </a:cubicBezTo>
                  <a:cubicBezTo>
                    <a:pt x="182218" y="815898"/>
                    <a:pt x="0" y="633681"/>
                    <a:pt x="0" y="407949"/>
                  </a:cubicBezTo>
                  <a:cubicBezTo>
                    <a:pt x="0" y="182217"/>
                    <a:pt x="182218" y="0"/>
                    <a:pt x="407950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ED38DA7D-2EBA-34EC-02B0-6E914C710626}"/>
                </a:ext>
              </a:extLst>
            </p:cNvPr>
            <p:cNvSpPr/>
            <p:nvPr/>
          </p:nvSpPr>
          <p:spPr>
            <a:xfrm>
              <a:off x="5884871" y="1946788"/>
              <a:ext cx="912802" cy="1223846"/>
            </a:xfrm>
            <a:custGeom>
              <a:avLst/>
              <a:gdLst>
                <a:gd name="connsiteX0" fmla="*/ 387907 w 912802"/>
                <a:gd name="connsiteY0" fmla="*/ 620081 h 1223846"/>
                <a:gd name="connsiteX1" fmla="*/ 273681 w 912802"/>
                <a:gd name="connsiteY1" fmla="*/ 824055 h 1223846"/>
                <a:gd name="connsiteX2" fmla="*/ 390627 w 912802"/>
                <a:gd name="connsiteY2" fmla="*/ 1028029 h 1223846"/>
                <a:gd name="connsiteX3" fmla="*/ 502132 w 912802"/>
                <a:gd name="connsiteY3" fmla="*/ 824055 h 1223846"/>
                <a:gd name="connsiteX4" fmla="*/ 387907 w 912802"/>
                <a:gd name="connsiteY4" fmla="*/ 620081 h 1223846"/>
                <a:gd name="connsiteX5" fmla="*/ 676192 w 912802"/>
                <a:gd name="connsiteY5" fmla="*/ 0 h 1223846"/>
                <a:gd name="connsiteX6" fmla="*/ 825773 w 912802"/>
                <a:gd name="connsiteY6" fmla="*/ 149581 h 1223846"/>
                <a:gd name="connsiteX7" fmla="*/ 825773 w 912802"/>
                <a:gd name="connsiteY7" fmla="*/ 1000834 h 1223846"/>
                <a:gd name="connsiteX8" fmla="*/ 836651 w 912802"/>
                <a:gd name="connsiteY8" fmla="*/ 1076985 h 1223846"/>
                <a:gd name="connsiteX9" fmla="*/ 912802 w 912802"/>
                <a:gd name="connsiteY9" fmla="*/ 1150415 h 1223846"/>
                <a:gd name="connsiteX10" fmla="*/ 774099 w 912802"/>
                <a:gd name="connsiteY10" fmla="*/ 1221126 h 1223846"/>
                <a:gd name="connsiteX11" fmla="*/ 553807 w 912802"/>
                <a:gd name="connsiteY11" fmla="*/ 1098742 h 1223846"/>
                <a:gd name="connsiteX12" fmla="*/ 548367 w 912802"/>
                <a:gd name="connsiteY12" fmla="*/ 1085144 h 1223846"/>
                <a:gd name="connsiteX13" fmla="*/ 398786 w 912802"/>
                <a:gd name="connsiteY13" fmla="*/ 1212967 h 1223846"/>
                <a:gd name="connsiteX14" fmla="*/ 156736 w 912802"/>
                <a:gd name="connsiteY14" fmla="*/ 1180332 h 1223846"/>
                <a:gd name="connsiteX15" fmla="*/ 287280 w 912802"/>
                <a:gd name="connsiteY15" fmla="*/ 416107 h 1223846"/>
                <a:gd name="connsiteX16" fmla="*/ 526611 w 912802"/>
                <a:gd name="connsiteY16" fmla="*/ 552091 h 1223846"/>
                <a:gd name="connsiteX17" fmla="*/ 526611 w 912802"/>
                <a:gd name="connsiteY17" fmla="*/ 149581 h 1223846"/>
                <a:gd name="connsiteX18" fmla="*/ 676192 w 912802"/>
                <a:gd name="connsiteY18" fmla="*/ 0 h 1223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12802" h="1223846">
                  <a:moveTo>
                    <a:pt x="387907" y="620081"/>
                  </a:moveTo>
                  <a:cubicBezTo>
                    <a:pt x="322635" y="620081"/>
                    <a:pt x="273681" y="698951"/>
                    <a:pt x="273681" y="824055"/>
                  </a:cubicBezTo>
                  <a:cubicBezTo>
                    <a:pt x="273681" y="949160"/>
                    <a:pt x="311756" y="1028029"/>
                    <a:pt x="390627" y="1028029"/>
                  </a:cubicBezTo>
                  <a:cubicBezTo>
                    <a:pt x="466777" y="1025310"/>
                    <a:pt x="504852" y="949160"/>
                    <a:pt x="502132" y="824055"/>
                  </a:cubicBezTo>
                  <a:cubicBezTo>
                    <a:pt x="502132" y="698951"/>
                    <a:pt x="455898" y="622801"/>
                    <a:pt x="387907" y="620081"/>
                  </a:cubicBezTo>
                  <a:close/>
                  <a:moveTo>
                    <a:pt x="676192" y="0"/>
                  </a:moveTo>
                  <a:cubicBezTo>
                    <a:pt x="757781" y="0"/>
                    <a:pt x="825773" y="67992"/>
                    <a:pt x="825773" y="149581"/>
                  </a:cubicBezTo>
                  <a:lnTo>
                    <a:pt x="825773" y="1000834"/>
                  </a:lnTo>
                  <a:cubicBezTo>
                    <a:pt x="828492" y="1025311"/>
                    <a:pt x="831212" y="1052508"/>
                    <a:pt x="836651" y="1076985"/>
                  </a:cubicBezTo>
                  <a:cubicBezTo>
                    <a:pt x="861128" y="1139537"/>
                    <a:pt x="912802" y="1150415"/>
                    <a:pt x="912802" y="1150415"/>
                  </a:cubicBezTo>
                  <a:cubicBezTo>
                    <a:pt x="912802" y="1150415"/>
                    <a:pt x="861128" y="1221126"/>
                    <a:pt x="774099" y="1221126"/>
                  </a:cubicBezTo>
                  <a:cubicBezTo>
                    <a:pt x="670752" y="1221126"/>
                    <a:pt x="589162" y="1166733"/>
                    <a:pt x="553807" y="1098742"/>
                  </a:cubicBezTo>
                  <a:cubicBezTo>
                    <a:pt x="551087" y="1093303"/>
                    <a:pt x="551087" y="1090583"/>
                    <a:pt x="548367" y="1085144"/>
                  </a:cubicBezTo>
                  <a:cubicBezTo>
                    <a:pt x="534769" y="1147696"/>
                    <a:pt x="450460" y="1199369"/>
                    <a:pt x="398786" y="1212967"/>
                  </a:cubicBezTo>
                  <a:cubicBezTo>
                    <a:pt x="322636" y="1234725"/>
                    <a:pt x="222008" y="1223846"/>
                    <a:pt x="156736" y="1180332"/>
                  </a:cubicBezTo>
                  <a:cubicBezTo>
                    <a:pt x="-79874" y="1028031"/>
                    <a:pt x="-58117" y="416107"/>
                    <a:pt x="287280" y="416107"/>
                  </a:cubicBezTo>
                  <a:cubicBezTo>
                    <a:pt x="412385" y="416107"/>
                    <a:pt x="491255" y="503137"/>
                    <a:pt x="526611" y="552091"/>
                  </a:cubicBezTo>
                  <a:lnTo>
                    <a:pt x="526611" y="149581"/>
                  </a:lnTo>
                  <a:cubicBezTo>
                    <a:pt x="526611" y="67992"/>
                    <a:pt x="594602" y="0"/>
                    <a:pt x="676192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9E49AB43-88B0-AB71-A60C-998CE4B8DB62}"/>
                </a:ext>
              </a:extLst>
            </p:cNvPr>
            <p:cNvSpPr/>
            <p:nvPr/>
          </p:nvSpPr>
          <p:spPr>
            <a:xfrm>
              <a:off x="6789513" y="2362895"/>
              <a:ext cx="747906" cy="810458"/>
            </a:xfrm>
            <a:custGeom>
              <a:avLst/>
              <a:gdLst>
                <a:gd name="connsiteX0" fmla="*/ 394818 w 747906"/>
                <a:gd name="connsiteY0" fmla="*/ 163222 h 810458"/>
                <a:gd name="connsiteX1" fmla="*/ 356275 w 747906"/>
                <a:gd name="connsiteY1" fmla="*/ 174058 h 810458"/>
                <a:gd name="connsiteX2" fmla="*/ 274685 w 747906"/>
                <a:gd name="connsiteY2" fmla="*/ 356275 h 810458"/>
                <a:gd name="connsiteX3" fmla="*/ 375313 w 747906"/>
                <a:gd name="connsiteY3" fmla="*/ 358994 h 810458"/>
                <a:gd name="connsiteX4" fmla="*/ 473220 w 747906"/>
                <a:gd name="connsiteY4" fmla="*/ 239329 h 810458"/>
                <a:gd name="connsiteX5" fmla="*/ 394818 w 747906"/>
                <a:gd name="connsiteY5" fmla="*/ 163222 h 810458"/>
                <a:gd name="connsiteX6" fmla="*/ 386192 w 747906"/>
                <a:gd name="connsiteY6" fmla="*/ 0 h 810458"/>
                <a:gd name="connsiteX7" fmla="*/ 747906 w 747906"/>
                <a:gd name="connsiteY7" fmla="*/ 266526 h 810458"/>
                <a:gd name="connsiteX8" fmla="*/ 291004 w 747906"/>
                <a:gd name="connsiteY8" fmla="*/ 484100 h 810458"/>
                <a:gd name="connsiteX9" fmla="*/ 497698 w 747906"/>
                <a:gd name="connsiteY9" fmla="*/ 617363 h 810458"/>
                <a:gd name="connsiteX10" fmla="*/ 712551 w 747906"/>
                <a:gd name="connsiteY10" fmla="*/ 557530 h 810458"/>
                <a:gd name="connsiteX11" fmla="*/ 388912 w 747906"/>
                <a:gd name="connsiteY11" fmla="*/ 810458 h 810458"/>
                <a:gd name="connsiteX12" fmla="*/ 0 w 747906"/>
                <a:gd name="connsiteY12" fmla="*/ 413389 h 810458"/>
                <a:gd name="connsiteX13" fmla="*/ 386192 w 747906"/>
                <a:gd name="connsiteY13" fmla="*/ 0 h 810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47906" h="810458">
                  <a:moveTo>
                    <a:pt x="394818" y="163222"/>
                  </a:moveTo>
                  <a:cubicBezTo>
                    <a:pt x="381772" y="163179"/>
                    <a:pt x="368514" y="166579"/>
                    <a:pt x="356275" y="174058"/>
                  </a:cubicBezTo>
                  <a:cubicBezTo>
                    <a:pt x="299162" y="212133"/>
                    <a:pt x="282844" y="291003"/>
                    <a:pt x="274685" y="356275"/>
                  </a:cubicBezTo>
                  <a:cubicBezTo>
                    <a:pt x="274685" y="364434"/>
                    <a:pt x="369873" y="358994"/>
                    <a:pt x="375313" y="358994"/>
                  </a:cubicBezTo>
                  <a:cubicBezTo>
                    <a:pt x="432425" y="345396"/>
                    <a:pt x="473220" y="301881"/>
                    <a:pt x="473220" y="239329"/>
                  </a:cubicBezTo>
                  <a:cubicBezTo>
                    <a:pt x="471181" y="194455"/>
                    <a:pt x="433956" y="163349"/>
                    <a:pt x="394818" y="163222"/>
                  </a:cubicBezTo>
                  <a:close/>
                  <a:moveTo>
                    <a:pt x="386192" y="0"/>
                  </a:moveTo>
                  <a:cubicBezTo>
                    <a:pt x="519455" y="0"/>
                    <a:pt x="747906" y="65272"/>
                    <a:pt x="747906" y="266526"/>
                  </a:cubicBezTo>
                  <a:cubicBezTo>
                    <a:pt x="747906" y="467782"/>
                    <a:pt x="538493" y="484100"/>
                    <a:pt x="291004" y="484100"/>
                  </a:cubicBezTo>
                  <a:cubicBezTo>
                    <a:pt x="291004" y="484100"/>
                    <a:pt x="326359" y="617363"/>
                    <a:pt x="497698" y="617363"/>
                  </a:cubicBezTo>
                  <a:cubicBezTo>
                    <a:pt x="669036" y="617363"/>
                    <a:pt x="712551" y="557530"/>
                    <a:pt x="712551" y="557530"/>
                  </a:cubicBezTo>
                  <a:cubicBezTo>
                    <a:pt x="712551" y="557530"/>
                    <a:pt x="696233" y="810458"/>
                    <a:pt x="388912" y="810458"/>
                  </a:cubicBezTo>
                  <a:cubicBezTo>
                    <a:pt x="212134" y="810458"/>
                    <a:pt x="0" y="677195"/>
                    <a:pt x="0" y="413389"/>
                  </a:cubicBezTo>
                  <a:cubicBezTo>
                    <a:pt x="0" y="176778"/>
                    <a:pt x="163180" y="0"/>
                    <a:pt x="386192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33C7D5AC-34F4-7616-3BB8-8509A54077F1}"/>
                </a:ext>
              </a:extLst>
            </p:cNvPr>
            <p:cNvSpPr/>
            <p:nvPr/>
          </p:nvSpPr>
          <p:spPr>
            <a:xfrm>
              <a:off x="7988882" y="2362895"/>
              <a:ext cx="747906" cy="810458"/>
            </a:xfrm>
            <a:custGeom>
              <a:avLst/>
              <a:gdLst>
                <a:gd name="connsiteX0" fmla="*/ 394818 w 747906"/>
                <a:gd name="connsiteY0" fmla="*/ 163222 h 810458"/>
                <a:gd name="connsiteX1" fmla="*/ 356275 w 747906"/>
                <a:gd name="connsiteY1" fmla="*/ 174058 h 810458"/>
                <a:gd name="connsiteX2" fmla="*/ 274685 w 747906"/>
                <a:gd name="connsiteY2" fmla="*/ 356275 h 810458"/>
                <a:gd name="connsiteX3" fmla="*/ 375313 w 747906"/>
                <a:gd name="connsiteY3" fmla="*/ 358994 h 810458"/>
                <a:gd name="connsiteX4" fmla="*/ 473220 w 747906"/>
                <a:gd name="connsiteY4" fmla="*/ 239329 h 810458"/>
                <a:gd name="connsiteX5" fmla="*/ 394818 w 747906"/>
                <a:gd name="connsiteY5" fmla="*/ 163222 h 810458"/>
                <a:gd name="connsiteX6" fmla="*/ 386192 w 747906"/>
                <a:gd name="connsiteY6" fmla="*/ 0 h 810458"/>
                <a:gd name="connsiteX7" fmla="*/ 747906 w 747906"/>
                <a:gd name="connsiteY7" fmla="*/ 266526 h 810458"/>
                <a:gd name="connsiteX8" fmla="*/ 291004 w 747906"/>
                <a:gd name="connsiteY8" fmla="*/ 484100 h 810458"/>
                <a:gd name="connsiteX9" fmla="*/ 497697 w 747906"/>
                <a:gd name="connsiteY9" fmla="*/ 617363 h 810458"/>
                <a:gd name="connsiteX10" fmla="*/ 712551 w 747906"/>
                <a:gd name="connsiteY10" fmla="*/ 557530 h 810458"/>
                <a:gd name="connsiteX11" fmla="*/ 388911 w 747906"/>
                <a:gd name="connsiteY11" fmla="*/ 810458 h 810458"/>
                <a:gd name="connsiteX12" fmla="*/ 0 w 747906"/>
                <a:gd name="connsiteY12" fmla="*/ 413389 h 810458"/>
                <a:gd name="connsiteX13" fmla="*/ 386192 w 747906"/>
                <a:gd name="connsiteY13" fmla="*/ 0 h 810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47906" h="810458">
                  <a:moveTo>
                    <a:pt x="394818" y="163222"/>
                  </a:moveTo>
                  <a:cubicBezTo>
                    <a:pt x="381772" y="163179"/>
                    <a:pt x="368514" y="166579"/>
                    <a:pt x="356275" y="174058"/>
                  </a:cubicBezTo>
                  <a:cubicBezTo>
                    <a:pt x="299162" y="212133"/>
                    <a:pt x="282844" y="291003"/>
                    <a:pt x="274685" y="356275"/>
                  </a:cubicBezTo>
                  <a:cubicBezTo>
                    <a:pt x="274685" y="364434"/>
                    <a:pt x="369873" y="358994"/>
                    <a:pt x="375313" y="358994"/>
                  </a:cubicBezTo>
                  <a:cubicBezTo>
                    <a:pt x="432426" y="345396"/>
                    <a:pt x="473220" y="301881"/>
                    <a:pt x="473220" y="239329"/>
                  </a:cubicBezTo>
                  <a:cubicBezTo>
                    <a:pt x="471181" y="194455"/>
                    <a:pt x="433955" y="163349"/>
                    <a:pt x="394818" y="163222"/>
                  </a:cubicBezTo>
                  <a:close/>
                  <a:moveTo>
                    <a:pt x="386192" y="0"/>
                  </a:moveTo>
                  <a:cubicBezTo>
                    <a:pt x="519455" y="0"/>
                    <a:pt x="747906" y="65272"/>
                    <a:pt x="747906" y="266526"/>
                  </a:cubicBezTo>
                  <a:cubicBezTo>
                    <a:pt x="747906" y="467782"/>
                    <a:pt x="538492" y="484100"/>
                    <a:pt x="291004" y="484100"/>
                  </a:cubicBezTo>
                  <a:cubicBezTo>
                    <a:pt x="291004" y="484100"/>
                    <a:pt x="326359" y="617363"/>
                    <a:pt x="497697" y="617363"/>
                  </a:cubicBezTo>
                  <a:cubicBezTo>
                    <a:pt x="669036" y="617363"/>
                    <a:pt x="712551" y="557530"/>
                    <a:pt x="712551" y="557530"/>
                  </a:cubicBezTo>
                  <a:cubicBezTo>
                    <a:pt x="712551" y="557530"/>
                    <a:pt x="696233" y="810458"/>
                    <a:pt x="388911" y="810458"/>
                  </a:cubicBezTo>
                  <a:cubicBezTo>
                    <a:pt x="212133" y="810458"/>
                    <a:pt x="0" y="677195"/>
                    <a:pt x="0" y="413389"/>
                  </a:cubicBezTo>
                  <a:cubicBezTo>
                    <a:pt x="0" y="176778"/>
                    <a:pt x="163180" y="0"/>
                    <a:pt x="386192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D87416BF-5304-1A16-FC00-D96500D8A230}"/>
                </a:ext>
              </a:extLst>
            </p:cNvPr>
            <p:cNvSpPr/>
            <p:nvPr/>
          </p:nvSpPr>
          <p:spPr>
            <a:xfrm>
              <a:off x="8683414" y="2274801"/>
              <a:ext cx="897487" cy="951879"/>
            </a:xfrm>
            <a:custGeom>
              <a:avLst/>
              <a:gdLst>
                <a:gd name="connsiteX0" fmla="*/ 580988 w 897487"/>
                <a:gd name="connsiteY0" fmla="*/ 667381 h 951879"/>
                <a:gd name="connsiteX1" fmla="*/ 409649 w 897487"/>
                <a:gd name="connsiteY1" fmla="*/ 667381 h 951879"/>
                <a:gd name="connsiteX2" fmla="*/ 591866 w 897487"/>
                <a:gd name="connsiteY2" fmla="*/ 525959 h 951879"/>
                <a:gd name="connsiteX3" fmla="*/ 842075 w 897487"/>
                <a:gd name="connsiteY3" fmla="*/ 123450 h 951879"/>
                <a:gd name="connsiteX4" fmla="*/ 842075 w 897487"/>
                <a:gd name="connsiteY4" fmla="*/ 123450 h 951879"/>
                <a:gd name="connsiteX5" fmla="*/ 798560 w 897487"/>
                <a:gd name="connsiteY5" fmla="*/ 58178 h 951879"/>
                <a:gd name="connsiteX6" fmla="*/ 746887 w 897487"/>
                <a:gd name="connsiteY6" fmla="*/ 107132 h 951879"/>
                <a:gd name="connsiteX7" fmla="*/ 697933 w 897487"/>
                <a:gd name="connsiteY7" fmla="*/ 115291 h 951879"/>
                <a:gd name="connsiteX8" fmla="*/ 219273 w 897487"/>
                <a:gd name="connsiteY8" fmla="*/ 115291 h 951879"/>
                <a:gd name="connsiteX9" fmla="*/ 102328 w 897487"/>
                <a:gd name="connsiteY9" fmla="*/ 224077 h 951879"/>
                <a:gd name="connsiteX10" fmla="*/ 213834 w 897487"/>
                <a:gd name="connsiteY10" fmla="*/ 332863 h 951879"/>
                <a:gd name="connsiteX11" fmla="*/ 485800 w 897487"/>
                <a:gd name="connsiteY11" fmla="*/ 335583 h 951879"/>
                <a:gd name="connsiteX12" fmla="*/ 134964 w 897487"/>
                <a:gd name="connsiteY12" fmla="*/ 615708 h 951879"/>
                <a:gd name="connsiteX13" fmla="*/ 61533 w 897487"/>
                <a:gd name="connsiteY13" fmla="*/ 884953 h 951879"/>
                <a:gd name="connsiteX14" fmla="*/ 398771 w 897487"/>
                <a:gd name="connsiteY14" fmla="*/ 806083 h 951879"/>
                <a:gd name="connsiteX15" fmla="*/ 529314 w 897487"/>
                <a:gd name="connsiteY15" fmla="*/ 863196 h 951879"/>
                <a:gd name="connsiteX16" fmla="*/ 782242 w 897487"/>
                <a:gd name="connsiteY16" fmla="*/ 607549 h 951879"/>
                <a:gd name="connsiteX17" fmla="*/ 580988 w 897487"/>
                <a:gd name="connsiteY17" fmla="*/ 667381 h 951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97487" h="951879">
                  <a:moveTo>
                    <a:pt x="580988" y="667381"/>
                  </a:moveTo>
                  <a:lnTo>
                    <a:pt x="409649" y="667381"/>
                  </a:lnTo>
                  <a:cubicBezTo>
                    <a:pt x="423248" y="667381"/>
                    <a:pt x="548352" y="561314"/>
                    <a:pt x="591866" y="525959"/>
                  </a:cubicBezTo>
                  <a:cubicBezTo>
                    <a:pt x="700653" y="433491"/>
                    <a:pt x="899188" y="297508"/>
                    <a:pt x="842075" y="123450"/>
                  </a:cubicBezTo>
                  <a:lnTo>
                    <a:pt x="842075" y="123450"/>
                  </a:lnTo>
                  <a:cubicBezTo>
                    <a:pt x="831197" y="82655"/>
                    <a:pt x="798560" y="58178"/>
                    <a:pt x="798560" y="58178"/>
                  </a:cubicBezTo>
                  <a:cubicBezTo>
                    <a:pt x="798560" y="58178"/>
                    <a:pt x="787682" y="90814"/>
                    <a:pt x="746887" y="107132"/>
                  </a:cubicBezTo>
                  <a:cubicBezTo>
                    <a:pt x="730569" y="109852"/>
                    <a:pt x="714251" y="115291"/>
                    <a:pt x="697933" y="115291"/>
                  </a:cubicBezTo>
                  <a:cubicBezTo>
                    <a:pt x="684334" y="115291"/>
                    <a:pt x="219273" y="115291"/>
                    <a:pt x="219273" y="115291"/>
                  </a:cubicBezTo>
                  <a:cubicBezTo>
                    <a:pt x="156721" y="115291"/>
                    <a:pt x="105048" y="166964"/>
                    <a:pt x="102328" y="224077"/>
                  </a:cubicBezTo>
                  <a:cubicBezTo>
                    <a:pt x="102328" y="283910"/>
                    <a:pt x="151282" y="332863"/>
                    <a:pt x="213834" y="332863"/>
                  </a:cubicBezTo>
                  <a:lnTo>
                    <a:pt x="485800" y="335583"/>
                  </a:lnTo>
                  <a:cubicBezTo>
                    <a:pt x="360695" y="406294"/>
                    <a:pt x="211114" y="487884"/>
                    <a:pt x="134964" y="615708"/>
                  </a:cubicBezTo>
                  <a:cubicBezTo>
                    <a:pt x="91449" y="689138"/>
                    <a:pt x="45215" y="800644"/>
                    <a:pt x="61533" y="884953"/>
                  </a:cubicBezTo>
                  <a:cubicBezTo>
                    <a:pt x="121366" y="830560"/>
                    <a:pt x="279106" y="778887"/>
                    <a:pt x="398771" y="806083"/>
                  </a:cubicBezTo>
                  <a:cubicBezTo>
                    <a:pt x="445005" y="814242"/>
                    <a:pt x="491239" y="838719"/>
                    <a:pt x="529314" y="863196"/>
                  </a:cubicBezTo>
                  <a:cubicBezTo>
                    <a:pt x="755046" y="1004618"/>
                    <a:pt x="891029" y="727213"/>
                    <a:pt x="782242" y="607549"/>
                  </a:cubicBezTo>
                  <a:cubicBezTo>
                    <a:pt x="784962" y="607549"/>
                    <a:pt x="722410" y="667381"/>
                    <a:pt x="580988" y="667381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8FCA0A6B-6436-38C3-E0CE-08769E96D554}"/>
                </a:ext>
              </a:extLst>
            </p:cNvPr>
            <p:cNvSpPr/>
            <p:nvPr/>
          </p:nvSpPr>
          <p:spPr>
            <a:xfrm>
              <a:off x="2624650" y="1948442"/>
              <a:ext cx="1903761" cy="1577400"/>
            </a:xfrm>
            <a:custGeom>
              <a:avLst/>
              <a:gdLst>
                <a:gd name="connsiteX0" fmla="*/ 1559430 w 1903760"/>
                <a:gd name="connsiteY0" fmla="*/ 1165078 h 1577399"/>
                <a:gd name="connsiteX1" fmla="*/ 1369054 w 1903760"/>
                <a:gd name="connsiteY1" fmla="*/ 593950 h 1577399"/>
                <a:gd name="connsiteX2" fmla="*/ 1483279 w 1903760"/>
                <a:gd name="connsiteY2" fmla="*/ 126170 h 1577399"/>
                <a:gd name="connsiteX3" fmla="*/ 1311941 w 1903760"/>
                <a:gd name="connsiteY3" fmla="*/ 58178 h 1577399"/>
                <a:gd name="connsiteX4" fmla="*/ 1078050 w 1903760"/>
                <a:gd name="connsiteY4" fmla="*/ 205040 h 1577399"/>
                <a:gd name="connsiteX5" fmla="*/ 846879 w 1903760"/>
                <a:gd name="connsiteY5" fmla="*/ 523239 h 1577399"/>
                <a:gd name="connsiteX6" fmla="*/ 645624 w 1903760"/>
                <a:gd name="connsiteY6" fmla="*/ 210479 h 1577399"/>
                <a:gd name="connsiteX7" fmla="*/ 455248 w 1903760"/>
                <a:gd name="connsiteY7" fmla="*/ 63617 h 1577399"/>
                <a:gd name="connsiteX8" fmla="*/ 234956 w 1903760"/>
                <a:gd name="connsiteY8" fmla="*/ 137048 h 1577399"/>
                <a:gd name="connsiteX9" fmla="*/ 316546 w 1903760"/>
                <a:gd name="connsiteY9" fmla="*/ 588511 h 1577399"/>
                <a:gd name="connsiteX10" fmla="*/ 58178 w 1903760"/>
                <a:gd name="connsiteY10" fmla="*/ 1072610 h 1577399"/>
                <a:gd name="connsiteX11" fmla="*/ 474286 w 1903760"/>
                <a:gd name="connsiteY11" fmla="*/ 1020936 h 1577399"/>
                <a:gd name="connsiteX12" fmla="*/ 555876 w 1903760"/>
                <a:gd name="connsiteY12" fmla="*/ 572193 h 1577399"/>
                <a:gd name="connsiteX13" fmla="*/ 830561 w 1903760"/>
                <a:gd name="connsiteY13" fmla="*/ 993740 h 1577399"/>
                <a:gd name="connsiteX14" fmla="*/ 1140602 w 1903760"/>
                <a:gd name="connsiteY14" fmla="*/ 574913 h 1577399"/>
                <a:gd name="connsiteX15" fmla="*/ 1567589 w 1903760"/>
                <a:gd name="connsiteY15" fmla="*/ 1526792 h 1577399"/>
                <a:gd name="connsiteX16" fmla="*/ 1866751 w 1903760"/>
                <a:gd name="connsiteY16" fmla="*/ 1322818 h 1577399"/>
                <a:gd name="connsiteX17" fmla="*/ 1559430 w 1903760"/>
                <a:gd name="connsiteY17" fmla="*/ 1165078 h 1577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903760" h="1577399">
                  <a:moveTo>
                    <a:pt x="1559430" y="1165078"/>
                  </a:moveTo>
                  <a:cubicBezTo>
                    <a:pt x="1420727" y="1012777"/>
                    <a:pt x="1377213" y="762569"/>
                    <a:pt x="1369054" y="593950"/>
                  </a:cubicBezTo>
                  <a:cubicBezTo>
                    <a:pt x="1360895" y="449809"/>
                    <a:pt x="1369054" y="199600"/>
                    <a:pt x="1483279" y="126170"/>
                  </a:cubicBezTo>
                  <a:cubicBezTo>
                    <a:pt x="1445204" y="77216"/>
                    <a:pt x="1369054" y="58178"/>
                    <a:pt x="1311941" y="58178"/>
                  </a:cubicBezTo>
                  <a:cubicBezTo>
                    <a:pt x="1184117" y="58178"/>
                    <a:pt x="1121565" y="142488"/>
                    <a:pt x="1078050" y="205040"/>
                  </a:cubicBezTo>
                  <a:cubicBezTo>
                    <a:pt x="1064452" y="224077"/>
                    <a:pt x="846879" y="523239"/>
                    <a:pt x="846879" y="523239"/>
                  </a:cubicBezTo>
                  <a:cubicBezTo>
                    <a:pt x="846879" y="523239"/>
                    <a:pt x="667382" y="243115"/>
                    <a:pt x="645624" y="210479"/>
                  </a:cubicBezTo>
                  <a:cubicBezTo>
                    <a:pt x="615708" y="164245"/>
                    <a:pt x="555876" y="77216"/>
                    <a:pt x="455248" y="63617"/>
                  </a:cubicBezTo>
                  <a:cubicBezTo>
                    <a:pt x="411734" y="58178"/>
                    <a:pt x="297508" y="52739"/>
                    <a:pt x="234956" y="137048"/>
                  </a:cubicBezTo>
                  <a:cubicBezTo>
                    <a:pt x="341023" y="221357"/>
                    <a:pt x="338303" y="438930"/>
                    <a:pt x="316546" y="588511"/>
                  </a:cubicBezTo>
                  <a:cubicBezTo>
                    <a:pt x="248554" y="1031815"/>
                    <a:pt x="58178" y="1072610"/>
                    <a:pt x="58178" y="1072610"/>
                  </a:cubicBezTo>
                  <a:cubicBezTo>
                    <a:pt x="156086" y="1333696"/>
                    <a:pt x="403575" y="1230350"/>
                    <a:pt x="474286" y="1020936"/>
                  </a:cubicBezTo>
                  <a:cubicBezTo>
                    <a:pt x="520520" y="884953"/>
                    <a:pt x="550436" y="713615"/>
                    <a:pt x="555876" y="572193"/>
                  </a:cubicBezTo>
                  <a:lnTo>
                    <a:pt x="830561" y="993740"/>
                  </a:lnTo>
                  <a:cubicBezTo>
                    <a:pt x="830561" y="993740"/>
                    <a:pt x="1140602" y="574913"/>
                    <a:pt x="1140602" y="574913"/>
                  </a:cubicBezTo>
                  <a:cubicBezTo>
                    <a:pt x="1088929" y="1314659"/>
                    <a:pt x="1344577" y="1526792"/>
                    <a:pt x="1567589" y="1526792"/>
                  </a:cubicBezTo>
                  <a:cubicBezTo>
                    <a:pt x="1790601" y="1526792"/>
                    <a:pt x="1866751" y="1322818"/>
                    <a:pt x="1866751" y="1322818"/>
                  </a:cubicBezTo>
                  <a:cubicBezTo>
                    <a:pt x="1744367" y="1314659"/>
                    <a:pt x="1641019" y="1252107"/>
                    <a:pt x="1559430" y="1165078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D52112BB-7633-F365-9AEB-E49B3D139C85}"/>
                </a:ext>
              </a:extLst>
            </p:cNvPr>
            <p:cNvSpPr/>
            <p:nvPr/>
          </p:nvSpPr>
          <p:spPr>
            <a:xfrm>
              <a:off x="4792218" y="3234839"/>
              <a:ext cx="271966" cy="652717"/>
            </a:xfrm>
            <a:custGeom>
              <a:avLst/>
              <a:gdLst>
                <a:gd name="connsiteX0" fmla="*/ 88095 w 271965"/>
                <a:gd name="connsiteY0" fmla="*/ 120730 h 652717"/>
                <a:gd name="connsiteX1" fmla="*/ 93534 w 271965"/>
                <a:gd name="connsiteY1" fmla="*/ 153366 h 652717"/>
                <a:gd name="connsiteX2" fmla="*/ 93534 w 271965"/>
                <a:gd name="connsiteY2" fmla="*/ 544997 h 652717"/>
                <a:gd name="connsiteX3" fmla="*/ 156086 w 271965"/>
                <a:gd name="connsiteY3" fmla="*/ 604829 h 652717"/>
                <a:gd name="connsiteX4" fmla="*/ 221358 w 271965"/>
                <a:gd name="connsiteY4" fmla="*/ 544997 h 652717"/>
                <a:gd name="connsiteX5" fmla="*/ 221358 w 271965"/>
                <a:gd name="connsiteY5" fmla="*/ 194161 h 652717"/>
                <a:gd name="connsiteX6" fmla="*/ 210479 w 271965"/>
                <a:gd name="connsiteY6" fmla="*/ 109852 h 652717"/>
                <a:gd name="connsiteX7" fmla="*/ 118011 w 271965"/>
                <a:gd name="connsiteY7" fmla="*/ 58178 h 652717"/>
                <a:gd name="connsiteX8" fmla="*/ 58178 w 271965"/>
                <a:gd name="connsiteY8" fmla="*/ 88094 h 652717"/>
                <a:gd name="connsiteX9" fmla="*/ 88095 w 271965"/>
                <a:gd name="connsiteY9" fmla="*/ 120730 h 65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1965" h="652717">
                  <a:moveTo>
                    <a:pt x="88095" y="120730"/>
                  </a:moveTo>
                  <a:cubicBezTo>
                    <a:pt x="90814" y="131609"/>
                    <a:pt x="90814" y="142487"/>
                    <a:pt x="93534" y="153366"/>
                  </a:cubicBezTo>
                  <a:cubicBezTo>
                    <a:pt x="93534" y="156086"/>
                    <a:pt x="93534" y="542277"/>
                    <a:pt x="93534" y="544997"/>
                  </a:cubicBezTo>
                  <a:cubicBezTo>
                    <a:pt x="93534" y="577632"/>
                    <a:pt x="123450" y="604829"/>
                    <a:pt x="156086" y="604829"/>
                  </a:cubicBezTo>
                  <a:cubicBezTo>
                    <a:pt x="188722" y="607548"/>
                    <a:pt x="221358" y="577632"/>
                    <a:pt x="221358" y="544997"/>
                  </a:cubicBezTo>
                  <a:cubicBezTo>
                    <a:pt x="221358" y="539557"/>
                    <a:pt x="221358" y="194161"/>
                    <a:pt x="221358" y="194161"/>
                  </a:cubicBezTo>
                  <a:cubicBezTo>
                    <a:pt x="221358" y="164245"/>
                    <a:pt x="224078" y="134329"/>
                    <a:pt x="210479" y="109852"/>
                  </a:cubicBezTo>
                  <a:cubicBezTo>
                    <a:pt x="196881" y="79935"/>
                    <a:pt x="158806" y="58178"/>
                    <a:pt x="118011" y="58178"/>
                  </a:cubicBezTo>
                  <a:cubicBezTo>
                    <a:pt x="79936" y="58178"/>
                    <a:pt x="58178" y="88094"/>
                    <a:pt x="58178" y="88094"/>
                  </a:cubicBezTo>
                  <a:cubicBezTo>
                    <a:pt x="58178" y="88094"/>
                    <a:pt x="77216" y="93534"/>
                    <a:pt x="88095" y="120730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9F1FD1C7-40AF-0E5F-5E61-AEFC92D86BE5}"/>
                </a:ext>
              </a:extLst>
            </p:cNvPr>
            <p:cNvSpPr/>
            <p:nvPr/>
          </p:nvSpPr>
          <p:spPr>
            <a:xfrm>
              <a:off x="8751819" y="3234667"/>
              <a:ext cx="271966" cy="652717"/>
            </a:xfrm>
            <a:custGeom>
              <a:avLst/>
              <a:gdLst>
                <a:gd name="connsiteX0" fmla="*/ 191663 w 271965"/>
                <a:gd name="connsiteY0" fmla="*/ 542449 h 652717"/>
                <a:gd name="connsiteX1" fmla="*/ 186224 w 271965"/>
                <a:gd name="connsiteY1" fmla="*/ 509813 h 652717"/>
                <a:gd name="connsiteX2" fmla="*/ 186224 w 271965"/>
                <a:gd name="connsiteY2" fmla="*/ 118183 h 652717"/>
                <a:gd name="connsiteX3" fmla="*/ 123672 w 271965"/>
                <a:gd name="connsiteY3" fmla="*/ 58350 h 652717"/>
                <a:gd name="connsiteX4" fmla="*/ 58400 w 271965"/>
                <a:gd name="connsiteY4" fmla="*/ 118183 h 652717"/>
                <a:gd name="connsiteX5" fmla="*/ 58400 w 271965"/>
                <a:gd name="connsiteY5" fmla="*/ 469018 h 652717"/>
                <a:gd name="connsiteX6" fmla="*/ 69279 w 271965"/>
                <a:gd name="connsiteY6" fmla="*/ 553328 h 652717"/>
                <a:gd name="connsiteX7" fmla="*/ 161747 w 271965"/>
                <a:gd name="connsiteY7" fmla="*/ 605001 h 652717"/>
                <a:gd name="connsiteX8" fmla="*/ 221580 w 271965"/>
                <a:gd name="connsiteY8" fmla="*/ 575085 h 652717"/>
                <a:gd name="connsiteX9" fmla="*/ 191663 w 271965"/>
                <a:gd name="connsiteY9" fmla="*/ 542449 h 65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1965" h="652717">
                  <a:moveTo>
                    <a:pt x="191663" y="542449"/>
                  </a:moveTo>
                  <a:cubicBezTo>
                    <a:pt x="188944" y="531570"/>
                    <a:pt x="186224" y="520692"/>
                    <a:pt x="186224" y="509813"/>
                  </a:cubicBezTo>
                  <a:cubicBezTo>
                    <a:pt x="186224" y="507093"/>
                    <a:pt x="186224" y="120902"/>
                    <a:pt x="186224" y="118183"/>
                  </a:cubicBezTo>
                  <a:cubicBezTo>
                    <a:pt x="186224" y="85547"/>
                    <a:pt x="156308" y="58350"/>
                    <a:pt x="123672" y="58350"/>
                  </a:cubicBezTo>
                  <a:cubicBezTo>
                    <a:pt x="91036" y="55631"/>
                    <a:pt x="58400" y="85547"/>
                    <a:pt x="58400" y="118183"/>
                  </a:cubicBezTo>
                  <a:cubicBezTo>
                    <a:pt x="58400" y="123622"/>
                    <a:pt x="58400" y="469018"/>
                    <a:pt x="58400" y="469018"/>
                  </a:cubicBezTo>
                  <a:cubicBezTo>
                    <a:pt x="58400" y="498934"/>
                    <a:pt x="55680" y="528851"/>
                    <a:pt x="69279" y="553328"/>
                  </a:cubicBezTo>
                  <a:cubicBezTo>
                    <a:pt x="82877" y="583244"/>
                    <a:pt x="120953" y="605001"/>
                    <a:pt x="161747" y="605001"/>
                  </a:cubicBezTo>
                  <a:cubicBezTo>
                    <a:pt x="199822" y="605001"/>
                    <a:pt x="221580" y="575085"/>
                    <a:pt x="221580" y="575085"/>
                  </a:cubicBezTo>
                  <a:cubicBezTo>
                    <a:pt x="221580" y="575085"/>
                    <a:pt x="202542" y="566926"/>
                    <a:pt x="191663" y="542449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4A6433D5-5179-D610-9C9E-3C577E88E73E}"/>
                </a:ext>
              </a:extLst>
            </p:cNvPr>
            <p:cNvSpPr/>
            <p:nvPr/>
          </p:nvSpPr>
          <p:spPr>
            <a:xfrm>
              <a:off x="6320666" y="3416868"/>
              <a:ext cx="435145" cy="462341"/>
            </a:xfrm>
            <a:custGeom>
              <a:avLst/>
              <a:gdLst>
                <a:gd name="connsiteX0" fmla="*/ 302948 w 435145"/>
                <a:gd name="connsiteY0" fmla="*/ 74684 h 462341"/>
                <a:gd name="connsiteX1" fmla="*/ 186003 w 435145"/>
                <a:gd name="connsiteY1" fmla="*/ 148115 h 462341"/>
                <a:gd name="connsiteX2" fmla="*/ 186003 w 435145"/>
                <a:gd name="connsiteY2" fmla="*/ 148115 h 462341"/>
                <a:gd name="connsiteX3" fmla="*/ 186003 w 435145"/>
                <a:gd name="connsiteY3" fmla="*/ 115479 h 462341"/>
                <a:gd name="connsiteX4" fmla="*/ 123450 w 435145"/>
                <a:gd name="connsiteY4" fmla="*/ 58366 h 462341"/>
                <a:gd name="connsiteX5" fmla="*/ 58178 w 435145"/>
                <a:gd name="connsiteY5" fmla="*/ 115479 h 462341"/>
                <a:gd name="connsiteX6" fmla="*/ 58178 w 435145"/>
                <a:gd name="connsiteY6" fmla="*/ 362967 h 462341"/>
                <a:gd name="connsiteX7" fmla="*/ 120730 w 435145"/>
                <a:gd name="connsiteY7" fmla="*/ 422800 h 462341"/>
                <a:gd name="connsiteX8" fmla="*/ 186003 w 435145"/>
                <a:gd name="connsiteY8" fmla="*/ 362967 h 462341"/>
                <a:gd name="connsiteX9" fmla="*/ 186003 w 435145"/>
                <a:gd name="connsiteY9" fmla="*/ 213386 h 462341"/>
                <a:gd name="connsiteX10" fmla="*/ 186003 w 435145"/>
                <a:gd name="connsiteY10" fmla="*/ 213386 h 462341"/>
                <a:gd name="connsiteX11" fmla="*/ 229517 w 435145"/>
                <a:gd name="connsiteY11" fmla="*/ 161713 h 462341"/>
                <a:gd name="connsiteX12" fmla="*/ 259433 w 435145"/>
                <a:gd name="connsiteY12" fmla="*/ 194349 h 462341"/>
                <a:gd name="connsiteX13" fmla="*/ 259433 w 435145"/>
                <a:gd name="connsiteY13" fmla="*/ 362967 h 462341"/>
                <a:gd name="connsiteX14" fmla="*/ 321985 w 435145"/>
                <a:gd name="connsiteY14" fmla="*/ 422800 h 462341"/>
                <a:gd name="connsiteX15" fmla="*/ 387257 w 435145"/>
                <a:gd name="connsiteY15" fmla="*/ 362967 h 462341"/>
                <a:gd name="connsiteX16" fmla="*/ 387257 w 435145"/>
                <a:gd name="connsiteY16" fmla="*/ 273219 h 462341"/>
                <a:gd name="connsiteX17" fmla="*/ 302948 w 435145"/>
                <a:gd name="connsiteY17" fmla="*/ 74684 h 46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5145" h="462341">
                  <a:moveTo>
                    <a:pt x="302948" y="74684"/>
                  </a:moveTo>
                  <a:cubicBezTo>
                    <a:pt x="234956" y="74684"/>
                    <a:pt x="196881" y="131797"/>
                    <a:pt x="186003" y="148115"/>
                  </a:cubicBezTo>
                  <a:lnTo>
                    <a:pt x="186003" y="148115"/>
                  </a:lnTo>
                  <a:cubicBezTo>
                    <a:pt x="186003" y="129077"/>
                    <a:pt x="186003" y="115479"/>
                    <a:pt x="186003" y="115479"/>
                  </a:cubicBezTo>
                  <a:cubicBezTo>
                    <a:pt x="186003" y="82843"/>
                    <a:pt x="156086" y="58366"/>
                    <a:pt x="123450" y="58366"/>
                  </a:cubicBezTo>
                  <a:cubicBezTo>
                    <a:pt x="90814" y="55646"/>
                    <a:pt x="58178" y="82843"/>
                    <a:pt x="58178" y="115479"/>
                  </a:cubicBezTo>
                  <a:cubicBezTo>
                    <a:pt x="58178" y="120918"/>
                    <a:pt x="58178" y="360248"/>
                    <a:pt x="58178" y="362967"/>
                  </a:cubicBezTo>
                  <a:cubicBezTo>
                    <a:pt x="58178" y="395603"/>
                    <a:pt x="88095" y="422800"/>
                    <a:pt x="120730" y="422800"/>
                  </a:cubicBezTo>
                  <a:cubicBezTo>
                    <a:pt x="153366" y="425519"/>
                    <a:pt x="186003" y="395603"/>
                    <a:pt x="186003" y="362967"/>
                  </a:cubicBezTo>
                  <a:cubicBezTo>
                    <a:pt x="186003" y="360248"/>
                    <a:pt x="186003" y="281378"/>
                    <a:pt x="186003" y="213386"/>
                  </a:cubicBezTo>
                  <a:lnTo>
                    <a:pt x="186003" y="213386"/>
                  </a:lnTo>
                  <a:cubicBezTo>
                    <a:pt x="191442" y="186190"/>
                    <a:pt x="205040" y="161713"/>
                    <a:pt x="229517" y="161713"/>
                  </a:cubicBezTo>
                  <a:cubicBezTo>
                    <a:pt x="259433" y="161713"/>
                    <a:pt x="259433" y="194349"/>
                    <a:pt x="259433" y="194349"/>
                  </a:cubicBezTo>
                  <a:lnTo>
                    <a:pt x="259433" y="362967"/>
                  </a:lnTo>
                  <a:cubicBezTo>
                    <a:pt x="259433" y="395603"/>
                    <a:pt x="289349" y="422800"/>
                    <a:pt x="321985" y="422800"/>
                  </a:cubicBezTo>
                  <a:cubicBezTo>
                    <a:pt x="354621" y="425519"/>
                    <a:pt x="387257" y="395603"/>
                    <a:pt x="387257" y="362967"/>
                  </a:cubicBezTo>
                  <a:lnTo>
                    <a:pt x="387257" y="273219"/>
                  </a:lnTo>
                  <a:cubicBezTo>
                    <a:pt x="387257" y="183470"/>
                    <a:pt x="395416" y="71964"/>
                    <a:pt x="302948" y="7468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5B4DC025-531F-35AD-C9A9-83081DF452E0}"/>
                </a:ext>
              </a:extLst>
            </p:cNvPr>
            <p:cNvSpPr/>
            <p:nvPr/>
          </p:nvSpPr>
          <p:spPr>
            <a:xfrm>
              <a:off x="7960620" y="3416868"/>
              <a:ext cx="435145" cy="462341"/>
            </a:xfrm>
            <a:custGeom>
              <a:avLst/>
              <a:gdLst>
                <a:gd name="connsiteX0" fmla="*/ 302948 w 435145"/>
                <a:gd name="connsiteY0" fmla="*/ 74684 h 462341"/>
                <a:gd name="connsiteX1" fmla="*/ 186002 w 435145"/>
                <a:gd name="connsiteY1" fmla="*/ 148115 h 462341"/>
                <a:gd name="connsiteX2" fmla="*/ 186002 w 435145"/>
                <a:gd name="connsiteY2" fmla="*/ 148115 h 462341"/>
                <a:gd name="connsiteX3" fmla="*/ 186002 w 435145"/>
                <a:gd name="connsiteY3" fmla="*/ 115479 h 462341"/>
                <a:gd name="connsiteX4" fmla="*/ 123450 w 435145"/>
                <a:gd name="connsiteY4" fmla="*/ 58366 h 462341"/>
                <a:gd name="connsiteX5" fmla="*/ 58178 w 435145"/>
                <a:gd name="connsiteY5" fmla="*/ 115479 h 462341"/>
                <a:gd name="connsiteX6" fmla="*/ 58178 w 435145"/>
                <a:gd name="connsiteY6" fmla="*/ 362967 h 462341"/>
                <a:gd name="connsiteX7" fmla="*/ 120730 w 435145"/>
                <a:gd name="connsiteY7" fmla="*/ 422800 h 462341"/>
                <a:gd name="connsiteX8" fmla="*/ 186002 w 435145"/>
                <a:gd name="connsiteY8" fmla="*/ 362967 h 462341"/>
                <a:gd name="connsiteX9" fmla="*/ 186002 w 435145"/>
                <a:gd name="connsiteY9" fmla="*/ 213386 h 462341"/>
                <a:gd name="connsiteX10" fmla="*/ 186002 w 435145"/>
                <a:gd name="connsiteY10" fmla="*/ 213386 h 462341"/>
                <a:gd name="connsiteX11" fmla="*/ 229517 w 435145"/>
                <a:gd name="connsiteY11" fmla="*/ 161713 h 462341"/>
                <a:gd name="connsiteX12" fmla="*/ 259433 w 435145"/>
                <a:gd name="connsiteY12" fmla="*/ 194349 h 462341"/>
                <a:gd name="connsiteX13" fmla="*/ 259433 w 435145"/>
                <a:gd name="connsiteY13" fmla="*/ 362967 h 462341"/>
                <a:gd name="connsiteX14" fmla="*/ 321985 w 435145"/>
                <a:gd name="connsiteY14" fmla="*/ 422800 h 462341"/>
                <a:gd name="connsiteX15" fmla="*/ 387257 w 435145"/>
                <a:gd name="connsiteY15" fmla="*/ 362967 h 462341"/>
                <a:gd name="connsiteX16" fmla="*/ 387257 w 435145"/>
                <a:gd name="connsiteY16" fmla="*/ 273219 h 462341"/>
                <a:gd name="connsiteX17" fmla="*/ 302948 w 435145"/>
                <a:gd name="connsiteY17" fmla="*/ 74684 h 46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5145" h="462341">
                  <a:moveTo>
                    <a:pt x="302948" y="74684"/>
                  </a:moveTo>
                  <a:cubicBezTo>
                    <a:pt x="234956" y="74684"/>
                    <a:pt x="196881" y="131797"/>
                    <a:pt x="186002" y="148115"/>
                  </a:cubicBezTo>
                  <a:lnTo>
                    <a:pt x="186002" y="148115"/>
                  </a:lnTo>
                  <a:cubicBezTo>
                    <a:pt x="186002" y="129077"/>
                    <a:pt x="186002" y="115479"/>
                    <a:pt x="186002" y="115479"/>
                  </a:cubicBezTo>
                  <a:cubicBezTo>
                    <a:pt x="186002" y="82843"/>
                    <a:pt x="156086" y="58366"/>
                    <a:pt x="123450" y="58366"/>
                  </a:cubicBezTo>
                  <a:cubicBezTo>
                    <a:pt x="90814" y="55646"/>
                    <a:pt x="58178" y="82843"/>
                    <a:pt x="58178" y="115479"/>
                  </a:cubicBezTo>
                  <a:cubicBezTo>
                    <a:pt x="58178" y="120918"/>
                    <a:pt x="58178" y="360248"/>
                    <a:pt x="58178" y="362967"/>
                  </a:cubicBezTo>
                  <a:cubicBezTo>
                    <a:pt x="58178" y="395603"/>
                    <a:pt x="88095" y="422800"/>
                    <a:pt x="120730" y="422800"/>
                  </a:cubicBezTo>
                  <a:cubicBezTo>
                    <a:pt x="153366" y="425519"/>
                    <a:pt x="186002" y="395603"/>
                    <a:pt x="186002" y="362967"/>
                  </a:cubicBezTo>
                  <a:cubicBezTo>
                    <a:pt x="186002" y="360248"/>
                    <a:pt x="186002" y="281378"/>
                    <a:pt x="186002" y="213386"/>
                  </a:cubicBezTo>
                  <a:lnTo>
                    <a:pt x="186002" y="213386"/>
                  </a:lnTo>
                  <a:cubicBezTo>
                    <a:pt x="191442" y="186190"/>
                    <a:pt x="205040" y="161713"/>
                    <a:pt x="229517" y="161713"/>
                  </a:cubicBezTo>
                  <a:cubicBezTo>
                    <a:pt x="259433" y="161713"/>
                    <a:pt x="259433" y="194349"/>
                    <a:pt x="259433" y="194349"/>
                  </a:cubicBezTo>
                  <a:lnTo>
                    <a:pt x="259433" y="362967"/>
                  </a:lnTo>
                  <a:cubicBezTo>
                    <a:pt x="259433" y="395603"/>
                    <a:pt x="289349" y="422800"/>
                    <a:pt x="321985" y="422800"/>
                  </a:cubicBezTo>
                  <a:cubicBezTo>
                    <a:pt x="354621" y="425519"/>
                    <a:pt x="387257" y="395603"/>
                    <a:pt x="387257" y="362967"/>
                  </a:cubicBezTo>
                  <a:lnTo>
                    <a:pt x="387257" y="273219"/>
                  </a:lnTo>
                  <a:cubicBezTo>
                    <a:pt x="384537" y="183470"/>
                    <a:pt x="395416" y="71964"/>
                    <a:pt x="302948" y="7468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E111A535-C1D0-8136-DBEE-B6ADF6AAB5A5}"/>
                </a:ext>
              </a:extLst>
            </p:cNvPr>
            <p:cNvSpPr/>
            <p:nvPr/>
          </p:nvSpPr>
          <p:spPr>
            <a:xfrm>
              <a:off x="5020669" y="3416868"/>
              <a:ext cx="435145" cy="462341"/>
            </a:xfrm>
            <a:custGeom>
              <a:avLst/>
              <a:gdLst>
                <a:gd name="connsiteX0" fmla="*/ 302948 w 435145"/>
                <a:gd name="connsiteY0" fmla="*/ 74684 h 462341"/>
                <a:gd name="connsiteX1" fmla="*/ 186002 w 435145"/>
                <a:gd name="connsiteY1" fmla="*/ 148115 h 462341"/>
                <a:gd name="connsiteX2" fmla="*/ 186002 w 435145"/>
                <a:gd name="connsiteY2" fmla="*/ 148115 h 462341"/>
                <a:gd name="connsiteX3" fmla="*/ 186002 w 435145"/>
                <a:gd name="connsiteY3" fmla="*/ 115479 h 462341"/>
                <a:gd name="connsiteX4" fmla="*/ 123450 w 435145"/>
                <a:gd name="connsiteY4" fmla="*/ 58366 h 462341"/>
                <a:gd name="connsiteX5" fmla="*/ 58178 w 435145"/>
                <a:gd name="connsiteY5" fmla="*/ 115479 h 462341"/>
                <a:gd name="connsiteX6" fmla="*/ 58178 w 435145"/>
                <a:gd name="connsiteY6" fmla="*/ 362967 h 462341"/>
                <a:gd name="connsiteX7" fmla="*/ 120730 w 435145"/>
                <a:gd name="connsiteY7" fmla="*/ 422800 h 462341"/>
                <a:gd name="connsiteX8" fmla="*/ 186002 w 435145"/>
                <a:gd name="connsiteY8" fmla="*/ 362967 h 462341"/>
                <a:gd name="connsiteX9" fmla="*/ 186002 w 435145"/>
                <a:gd name="connsiteY9" fmla="*/ 213386 h 462341"/>
                <a:gd name="connsiteX10" fmla="*/ 186002 w 435145"/>
                <a:gd name="connsiteY10" fmla="*/ 213386 h 462341"/>
                <a:gd name="connsiteX11" fmla="*/ 229517 w 435145"/>
                <a:gd name="connsiteY11" fmla="*/ 161713 h 462341"/>
                <a:gd name="connsiteX12" fmla="*/ 259433 w 435145"/>
                <a:gd name="connsiteY12" fmla="*/ 194349 h 462341"/>
                <a:gd name="connsiteX13" fmla="*/ 259433 w 435145"/>
                <a:gd name="connsiteY13" fmla="*/ 362967 h 462341"/>
                <a:gd name="connsiteX14" fmla="*/ 321985 w 435145"/>
                <a:gd name="connsiteY14" fmla="*/ 422800 h 462341"/>
                <a:gd name="connsiteX15" fmla="*/ 387257 w 435145"/>
                <a:gd name="connsiteY15" fmla="*/ 362967 h 462341"/>
                <a:gd name="connsiteX16" fmla="*/ 387257 w 435145"/>
                <a:gd name="connsiteY16" fmla="*/ 273219 h 462341"/>
                <a:gd name="connsiteX17" fmla="*/ 302948 w 435145"/>
                <a:gd name="connsiteY17" fmla="*/ 74684 h 46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5145" h="462341">
                  <a:moveTo>
                    <a:pt x="302948" y="74684"/>
                  </a:moveTo>
                  <a:cubicBezTo>
                    <a:pt x="234956" y="74684"/>
                    <a:pt x="196881" y="131797"/>
                    <a:pt x="186002" y="148115"/>
                  </a:cubicBezTo>
                  <a:lnTo>
                    <a:pt x="186002" y="148115"/>
                  </a:lnTo>
                  <a:cubicBezTo>
                    <a:pt x="186002" y="129077"/>
                    <a:pt x="186002" y="115479"/>
                    <a:pt x="186002" y="115479"/>
                  </a:cubicBezTo>
                  <a:cubicBezTo>
                    <a:pt x="186002" y="82843"/>
                    <a:pt x="156086" y="58366"/>
                    <a:pt x="123450" y="58366"/>
                  </a:cubicBezTo>
                  <a:cubicBezTo>
                    <a:pt x="90814" y="55646"/>
                    <a:pt x="58178" y="82843"/>
                    <a:pt x="58178" y="115479"/>
                  </a:cubicBezTo>
                  <a:cubicBezTo>
                    <a:pt x="58178" y="120918"/>
                    <a:pt x="58178" y="360248"/>
                    <a:pt x="58178" y="362967"/>
                  </a:cubicBezTo>
                  <a:cubicBezTo>
                    <a:pt x="58178" y="395603"/>
                    <a:pt x="88094" y="422800"/>
                    <a:pt x="120730" y="422800"/>
                  </a:cubicBezTo>
                  <a:cubicBezTo>
                    <a:pt x="153366" y="425519"/>
                    <a:pt x="186002" y="395603"/>
                    <a:pt x="186002" y="362967"/>
                  </a:cubicBezTo>
                  <a:cubicBezTo>
                    <a:pt x="186002" y="360248"/>
                    <a:pt x="186002" y="281378"/>
                    <a:pt x="186002" y="213386"/>
                  </a:cubicBezTo>
                  <a:lnTo>
                    <a:pt x="186002" y="213386"/>
                  </a:lnTo>
                  <a:cubicBezTo>
                    <a:pt x="191442" y="186190"/>
                    <a:pt x="205040" y="161713"/>
                    <a:pt x="229517" y="161713"/>
                  </a:cubicBezTo>
                  <a:cubicBezTo>
                    <a:pt x="259433" y="161713"/>
                    <a:pt x="259433" y="194349"/>
                    <a:pt x="259433" y="194349"/>
                  </a:cubicBezTo>
                  <a:lnTo>
                    <a:pt x="259433" y="362967"/>
                  </a:lnTo>
                  <a:cubicBezTo>
                    <a:pt x="259433" y="395603"/>
                    <a:pt x="289349" y="422800"/>
                    <a:pt x="321985" y="422800"/>
                  </a:cubicBezTo>
                  <a:cubicBezTo>
                    <a:pt x="354621" y="425519"/>
                    <a:pt x="387257" y="395603"/>
                    <a:pt x="387257" y="362967"/>
                  </a:cubicBezTo>
                  <a:lnTo>
                    <a:pt x="387257" y="273219"/>
                  </a:lnTo>
                  <a:cubicBezTo>
                    <a:pt x="384537" y="183470"/>
                    <a:pt x="395416" y="71964"/>
                    <a:pt x="302948" y="7468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7E627E22-144F-38A5-CBE3-EA2FFA28366D}"/>
                </a:ext>
              </a:extLst>
            </p:cNvPr>
            <p:cNvSpPr/>
            <p:nvPr/>
          </p:nvSpPr>
          <p:spPr>
            <a:xfrm>
              <a:off x="7616289" y="3475234"/>
              <a:ext cx="364436" cy="364434"/>
            </a:xfrm>
            <a:custGeom>
              <a:avLst/>
              <a:gdLst>
                <a:gd name="connsiteX0" fmla="*/ 182218 w 364436"/>
                <a:gd name="connsiteY0" fmla="*/ 73431 h 364434"/>
                <a:gd name="connsiteX1" fmla="*/ 130544 w 364436"/>
                <a:gd name="connsiteY1" fmla="*/ 179499 h 364434"/>
                <a:gd name="connsiteX2" fmla="*/ 182218 w 364436"/>
                <a:gd name="connsiteY2" fmla="*/ 285565 h 364434"/>
                <a:gd name="connsiteX3" fmla="*/ 233891 w 364436"/>
                <a:gd name="connsiteY3" fmla="*/ 179499 h 364434"/>
                <a:gd name="connsiteX4" fmla="*/ 182218 w 364436"/>
                <a:gd name="connsiteY4" fmla="*/ 73431 h 364434"/>
                <a:gd name="connsiteX5" fmla="*/ 182219 w 364436"/>
                <a:gd name="connsiteY5" fmla="*/ 0 h 364434"/>
                <a:gd name="connsiteX6" fmla="*/ 364436 w 364436"/>
                <a:gd name="connsiteY6" fmla="*/ 182217 h 364434"/>
                <a:gd name="connsiteX7" fmla="*/ 182219 w 364436"/>
                <a:gd name="connsiteY7" fmla="*/ 364434 h 364434"/>
                <a:gd name="connsiteX8" fmla="*/ 0 w 364436"/>
                <a:gd name="connsiteY8" fmla="*/ 182217 h 364434"/>
                <a:gd name="connsiteX9" fmla="*/ 182219 w 364436"/>
                <a:gd name="connsiteY9" fmla="*/ 0 h 364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64436" h="364434">
                  <a:moveTo>
                    <a:pt x="182218" y="73431"/>
                  </a:moveTo>
                  <a:cubicBezTo>
                    <a:pt x="152302" y="76151"/>
                    <a:pt x="130544" y="114226"/>
                    <a:pt x="130544" y="179499"/>
                  </a:cubicBezTo>
                  <a:cubicBezTo>
                    <a:pt x="130544" y="244770"/>
                    <a:pt x="146862" y="285565"/>
                    <a:pt x="182218" y="285565"/>
                  </a:cubicBezTo>
                  <a:cubicBezTo>
                    <a:pt x="217573" y="285565"/>
                    <a:pt x="233891" y="247490"/>
                    <a:pt x="233891" y="179499"/>
                  </a:cubicBezTo>
                  <a:cubicBezTo>
                    <a:pt x="233891" y="114226"/>
                    <a:pt x="212134" y="73431"/>
                    <a:pt x="182218" y="73431"/>
                  </a:cubicBezTo>
                  <a:close/>
                  <a:moveTo>
                    <a:pt x="182219" y="0"/>
                  </a:moveTo>
                  <a:cubicBezTo>
                    <a:pt x="282846" y="0"/>
                    <a:pt x="364436" y="81590"/>
                    <a:pt x="364436" y="182217"/>
                  </a:cubicBezTo>
                  <a:cubicBezTo>
                    <a:pt x="364436" y="282844"/>
                    <a:pt x="282846" y="364434"/>
                    <a:pt x="182219" y="364434"/>
                  </a:cubicBezTo>
                  <a:cubicBezTo>
                    <a:pt x="81591" y="364434"/>
                    <a:pt x="0" y="282844"/>
                    <a:pt x="0" y="182217"/>
                  </a:cubicBezTo>
                  <a:cubicBezTo>
                    <a:pt x="0" y="81590"/>
                    <a:pt x="81591" y="0"/>
                    <a:pt x="182219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FEEA038C-B1B1-67E4-AD0B-53B0BDEBDAB4}"/>
                </a:ext>
              </a:extLst>
            </p:cNvPr>
            <p:cNvSpPr/>
            <p:nvPr/>
          </p:nvSpPr>
          <p:spPr>
            <a:xfrm>
              <a:off x="6743101" y="3464184"/>
              <a:ext cx="372773" cy="375657"/>
            </a:xfrm>
            <a:custGeom>
              <a:avLst/>
              <a:gdLst>
                <a:gd name="connsiteX0" fmla="*/ 176958 w 372773"/>
                <a:gd name="connsiteY0" fmla="*/ 98080 h 375657"/>
                <a:gd name="connsiteX1" fmla="*/ 125284 w 372773"/>
                <a:gd name="connsiteY1" fmla="*/ 190548 h 375657"/>
                <a:gd name="connsiteX2" fmla="*/ 176958 w 372773"/>
                <a:gd name="connsiteY2" fmla="*/ 283017 h 375657"/>
                <a:gd name="connsiteX3" fmla="*/ 228631 w 372773"/>
                <a:gd name="connsiteY3" fmla="*/ 190548 h 375657"/>
                <a:gd name="connsiteX4" fmla="*/ 176958 w 372773"/>
                <a:gd name="connsiteY4" fmla="*/ 98080 h 375657"/>
                <a:gd name="connsiteX5" fmla="*/ 307501 w 372773"/>
                <a:gd name="connsiteY5" fmla="*/ 172 h 375657"/>
                <a:gd name="connsiteX6" fmla="*/ 372773 w 372773"/>
                <a:gd name="connsiteY6" fmla="*/ 62724 h 375657"/>
                <a:gd name="connsiteX7" fmla="*/ 372773 w 372773"/>
                <a:gd name="connsiteY7" fmla="*/ 312934 h 375657"/>
                <a:gd name="connsiteX8" fmla="*/ 302061 w 372773"/>
                <a:gd name="connsiteY8" fmla="*/ 375486 h 375657"/>
                <a:gd name="connsiteX9" fmla="*/ 239509 w 372773"/>
                <a:gd name="connsiteY9" fmla="*/ 326532 h 375657"/>
                <a:gd name="connsiteX10" fmla="*/ 179677 w 372773"/>
                <a:gd name="connsiteY10" fmla="*/ 370046 h 375657"/>
                <a:gd name="connsiteX11" fmla="*/ 70890 w 372773"/>
                <a:gd name="connsiteY11" fmla="*/ 353728 h 375657"/>
                <a:gd name="connsiteX12" fmla="*/ 128003 w 372773"/>
                <a:gd name="connsiteY12" fmla="*/ 11051 h 375657"/>
                <a:gd name="connsiteX13" fmla="*/ 236790 w 372773"/>
                <a:gd name="connsiteY13" fmla="*/ 70883 h 375657"/>
                <a:gd name="connsiteX14" fmla="*/ 236790 w 372773"/>
                <a:gd name="connsiteY14" fmla="*/ 62724 h 375657"/>
                <a:gd name="connsiteX15" fmla="*/ 307501 w 372773"/>
                <a:gd name="connsiteY15" fmla="*/ 172 h 375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2773" h="375657">
                  <a:moveTo>
                    <a:pt x="176958" y="98080"/>
                  </a:moveTo>
                  <a:cubicBezTo>
                    <a:pt x="147042" y="100800"/>
                    <a:pt x="125284" y="133436"/>
                    <a:pt x="125284" y="190548"/>
                  </a:cubicBezTo>
                  <a:cubicBezTo>
                    <a:pt x="125284" y="247661"/>
                    <a:pt x="141602" y="283017"/>
                    <a:pt x="176958" y="283017"/>
                  </a:cubicBezTo>
                  <a:cubicBezTo>
                    <a:pt x="212314" y="283017"/>
                    <a:pt x="228631" y="247661"/>
                    <a:pt x="228631" y="190548"/>
                  </a:cubicBezTo>
                  <a:cubicBezTo>
                    <a:pt x="228631" y="133436"/>
                    <a:pt x="206874" y="98080"/>
                    <a:pt x="176958" y="98080"/>
                  </a:cubicBezTo>
                  <a:close/>
                  <a:moveTo>
                    <a:pt x="307501" y="172"/>
                  </a:moveTo>
                  <a:cubicBezTo>
                    <a:pt x="340137" y="172"/>
                    <a:pt x="372773" y="30088"/>
                    <a:pt x="372773" y="62724"/>
                  </a:cubicBezTo>
                  <a:cubicBezTo>
                    <a:pt x="372773" y="65444"/>
                    <a:pt x="372773" y="307494"/>
                    <a:pt x="372773" y="312934"/>
                  </a:cubicBezTo>
                  <a:cubicBezTo>
                    <a:pt x="370053" y="348289"/>
                    <a:pt x="337417" y="378205"/>
                    <a:pt x="302061" y="375486"/>
                  </a:cubicBezTo>
                  <a:cubicBezTo>
                    <a:pt x="274865" y="372766"/>
                    <a:pt x="247668" y="353728"/>
                    <a:pt x="239509" y="326532"/>
                  </a:cubicBezTo>
                  <a:cubicBezTo>
                    <a:pt x="225911" y="348289"/>
                    <a:pt x="198715" y="364607"/>
                    <a:pt x="179677" y="370046"/>
                  </a:cubicBezTo>
                  <a:cubicBezTo>
                    <a:pt x="147041" y="378205"/>
                    <a:pt x="100807" y="372766"/>
                    <a:pt x="70890" y="353728"/>
                  </a:cubicBezTo>
                  <a:cubicBezTo>
                    <a:pt x="-35177" y="285737"/>
                    <a:pt x="-27018" y="11051"/>
                    <a:pt x="128003" y="11051"/>
                  </a:cubicBezTo>
                  <a:cubicBezTo>
                    <a:pt x="185116" y="11051"/>
                    <a:pt x="220471" y="49126"/>
                    <a:pt x="236790" y="70883"/>
                  </a:cubicBezTo>
                  <a:cubicBezTo>
                    <a:pt x="236790" y="70883"/>
                    <a:pt x="236790" y="65444"/>
                    <a:pt x="236790" y="62724"/>
                  </a:cubicBezTo>
                  <a:cubicBezTo>
                    <a:pt x="239509" y="27369"/>
                    <a:pt x="272145" y="-2547"/>
                    <a:pt x="307501" y="172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A6A127B6-B1C5-0075-DED6-8C2F2698D6A2}"/>
                </a:ext>
              </a:extLst>
            </p:cNvPr>
            <p:cNvSpPr/>
            <p:nvPr/>
          </p:nvSpPr>
          <p:spPr>
            <a:xfrm>
              <a:off x="8380335" y="3464184"/>
              <a:ext cx="372772" cy="375657"/>
            </a:xfrm>
            <a:custGeom>
              <a:avLst/>
              <a:gdLst>
                <a:gd name="connsiteX0" fmla="*/ 176957 w 372772"/>
                <a:gd name="connsiteY0" fmla="*/ 98080 h 375657"/>
                <a:gd name="connsiteX1" fmla="*/ 125282 w 372772"/>
                <a:gd name="connsiteY1" fmla="*/ 190548 h 375657"/>
                <a:gd name="connsiteX2" fmla="*/ 176957 w 372772"/>
                <a:gd name="connsiteY2" fmla="*/ 283017 h 375657"/>
                <a:gd name="connsiteX3" fmla="*/ 228630 w 372772"/>
                <a:gd name="connsiteY3" fmla="*/ 190548 h 375657"/>
                <a:gd name="connsiteX4" fmla="*/ 176957 w 372772"/>
                <a:gd name="connsiteY4" fmla="*/ 98080 h 375657"/>
                <a:gd name="connsiteX5" fmla="*/ 307501 w 372772"/>
                <a:gd name="connsiteY5" fmla="*/ 172 h 375657"/>
                <a:gd name="connsiteX6" fmla="*/ 372772 w 372772"/>
                <a:gd name="connsiteY6" fmla="*/ 62724 h 375657"/>
                <a:gd name="connsiteX7" fmla="*/ 372772 w 372772"/>
                <a:gd name="connsiteY7" fmla="*/ 312934 h 375657"/>
                <a:gd name="connsiteX8" fmla="*/ 302062 w 372772"/>
                <a:gd name="connsiteY8" fmla="*/ 375486 h 375657"/>
                <a:gd name="connsiteX9" fmla="*/ 239509 w 372772"/>
                <a:gd name="connsiteY9" fmla="*/ 326532 h 375657"/>
                <a:gd name="connsiteX10" fmla="*/ 179677 w 372772"/>
                <a:gd name="connsiteY10" fmla="*/ 370046 h 375657"/>
                <a:gd name="connsiteX11" fmla="*/ 70890 w 372772"/>
                <a:gd name="connsiteY11" fmla="*/ 353728 h 375657"/>
                <a:gd name="connsiteX12" fmla="*/ 128002 w 372772"/>
                <a:gd name="connsiteY12" fmla="*/ 11051 h 375657"/>
                <a:gd name="connsiteX13" fmla="*/ 236790 w 372772"/>
                <a:gd name="connsiteY13" fmla="*/ 70883 h 375657"/>
                <a:gd name="connsiteX14" fmla="*/ 236790 w 372772"/>
                <a:gd name="connsiteY14" fmla="*/ 62724 h 375657"/>
                <a:gd name="connsiteX15" fmla="*/ 307501 w 372772"/>
                <a:gd name="connsiteY15" fmla="*/ 172 h 375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2772" h="375657">
                  <a:moveTo>
                    <a:pt x="176957" y="98080"/>
                  </a:moveTo>
                  <a:cubicBezTo>
                    <a:pt x="147039" y="100800"/>
                    <a:pt x="125282" y="133436"/>
                    <a:pt x="125282" y="190548"/>
                  </a:cubicBezTo>
                  <a:cubicBezTo>
                    <a:pt x="125282" y="247661"/>
                    <a:pt x="141600" y="283017"/>
                    <a:pt x="176957" y="283017"/>
                  </a:cubicBezTo>
                  <a:cubicBezTo>
                    <a:pt x="212312" y="283017"/>
                    <a:pt x="228630" y="247661"/>
                    <a:pt x="228630" y="190548"/>
                  </a:cubicBezTo>
                  <a:cubicBezTo>
                    <a:pt x="228630" y="133436"/>
                    <a:pt x="206873" y="98080"/>
                    <a:pt x="176957" y="98080"/>
                  </a:cubicBezTo>
                  <a:close/>
                  <a:moveTo>
                    <a:pt x="307501" y="172"/>
                  </a:moveTo>
                  <a:cubicBezTo>
                    <a:pt x="340137" y="172"/>
                    <a:pt x="372772" y="30088"/>
                    <a:pt x="372772" y="62724"/>
                  </a:cubicBezTo>
                  <a:cubicBezTo>
                    <a:pt x="372772" y="65444"/>
                    <a:pt x="372772" y="307494"/>
                    <a:pt x="372772" y="312934"/>
                  </a:cubicBezTo>
                  <a:cubicBezTo>
                    <a:pt x="370053" y="348289"/>
                    <a:pt x="337417" y="378205"/>
                    <a:pt x="302062" y="375486"/>
                  </a:cubicBezTo>
                  <a:cubicBezTo>
                    <a:pt x="274865" y="372766"/>
                    <a:pt x="247668" y="353728"/>
                    <a:pt x="239509" y="326532"/>
                  </a:cubicBezTo>
                  <a:cubicBezTo>
                    <a:pt x="228630" y="348289"/>
                    <a:pt x="198714" y="364607"/>
                    <a:pt x="179677" y="370046"/>
                  </a:cubicBezTo>
                  <a:cubicBezTo>
                    <a:pt x="147040" y="378205"/>
                    <a:pt x="100806" y="372766"/>
                    <a:pt x="70890" y="353728"/>
                  </a:cubicBezTo>
                  <a:cubicBezTo>
                    <a:pt x="-35177" y="285737"/>
                    <a:pt x="-27018" y="11051"/>
                    <a:pt x="128002" y="11051"/>
                  </a:cubicBezTo>
                  <a:cubicBezTo>
                    <a:pt x="185116" y="11051"/>
                    <a:pt x="220472" y="49126"/>
                    <a:pt x="236790" y="70883"/>
                  </a:cubicBezTo>
                  <a:cubicBezTo>
                    <a:pt x="236790" y="70883"/>
                    <a:pt x="236790" y="65444"/>
                    <a:pt x="236790" y="62724"/>
                  </a:cubicBezTo>
                  <a:cubicBezTo>
                    <a:pt x="239509" y="27369"/>
                    <a:pt x="272145" y="-2547"/>
                    <a:pt x="307501" y="172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AC1AC4A9-3A27-FCEF-9C52-352F1030EDBD}"/>
                </a:ext>
              </a:extLst>
            </p:cNvPr>
            <p:cNvSpPr/>
            <p:nvPr/>
          </p:nvSpPr>
          <p:spPr>
            <a:xfrm>
              <a:off x="7389492" y="3444253"/>
              <a:ext cx="217573" cy="435145"/>
            </a:xfrm>
            <a:custGeom>
              <a:avLst/>
              <a:gdLst>
                <a:gd name="connsiteX0" fmla="*/ 186002 w 217572"/>
                <a:gd name="connsiteY0" fmla="*/ 118011 h 435144"/>
                <a:gd name="connsiteX1" fmla="*/ 128890 w 217572"/>
                <a:gd name="connsiteY1" fmla="*/ 58178 h 435144"/>
                <a:gd name="connsiteX2" fmla="*/ 123450 w 217572"/>
                <a:gd name="connsiteY2" fmla="*/ 58178 h 435144"/>
                <a:gd name="connsiteX3" fmla="*/ 58178 w 217572"/>
                <a:gd name="connsiteY3" fmla="*/ 115291 h 435144"/>
                <a:gd name="connsiteX4" fmla="*/ 58178 w 217572"/>
                <a:gd name="connsiteY4" fmla="*/ 232236 h 435144"/>
                <a:gd name="connsiteX5" fmla="*/ 58178 w 217572"/>
                <a:gd name="connsiteY5" fmla="*/ 232236 h 435144"/>
                <a:gd name="connsiteX6" fmla="*/ 58178 w 217572"/>
                <a:gd name="connsiteY6" fmla="*/ 335583 h 435144"/>
                <a:gd name="connsiteX7" fmla="*/ 115291 w 217572"/>
                <a:gd name="connsiteY7" fmla="*/ 395415 h 435144"/>
                <a:gd name="connsiteX8" fmla="*/ 120730 w 217572"/>
                <a:gd name="connsiteY8" fmla="*/ 395415 h 435144"/>
                <a:gd name="connsiteX9" fmla="*/ 186002 w 217572"/>
                <a:gd name="connsiteY9" fmla="*/ 338303 h 435144"/>
                <a:gd name="connsiteX10" fmla="*/ 186002 w 217572"/>
                <a:gd name="connsiteY10" fmla="*/ 240395 h 435144"/>
                <a:gd name="connsiteX11" fmla="*/ 186002 w 217572"/>
                <a:gd name="connsiteY11" fmla="*/ 240395 h 435144"/>
                <a:gd name="connsiteX12" fmla="*/ 186002 w 217572"/>
                <a:gd name="connsiteY12" fmla="*/ 118011 h 435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7572" h="435144">
                  <a:moveTo>
                    <a:pt x="186002" y="118011"/>
                  </a:moveTo>
                  <a:cubicBezTo>
                    <a:pt x="183283" y="85375"/>
                    <a:pt x="158806" y="60898"/>
                    <a:pt x="128890" y="58178"/>
                  </a:cubicBezTo>
                  <a:cubicBezTo>
                    <a:pt x="126170" y="58178"/>
                    <a:pt x="126170" y="58178"/>
                    <a:pt x="123450" y="58178"/>
                  </a:cubicBezTo>
                  <a:cubicBezTo>
                    <a:pt x="96254" y="58178"/>
                    <a:pt x="58178" y="82655"/>
                    <a:pt x="58178" y="115291"/>
                  </a:cubicBezTo>
                  <a:lnTo>
                    <a:pt x="58178" y="232236"/>
                  </a:lnTo>
                  <a:lnTo>
                    <a:pt x="58178" y="232236"/>
                  </a:lnTo>
                  <a:cubicBezTo>
                    <a:pt x="58178" y="270311"/>
                    <a:pt x="58178" y="335583"/>
                    <a:pt x="58178" y="335583"/>
                  </a:cubicBezTo>
                  <a:cubicBezTo>
                    <a:pt x="60898" y="368219"/>
                    <a:pt x="85375" y="392696"/>
                    <a:pt x="115291" y="395415"/>
                  </a:cubicBezTo>
                  <a:cubicBezTo>
                    <a:pt x="118011" y="395415"/>
                    <a:pt x="118011" y="395415"/>
                    <a:pt x="120730" y="395415"/>
                  </a:cubicBezTo>
                  <a:cubicBezTo>
                    <a:pt x="147927" y="395415"/>
                    <a:pt x="186002" y="370938"/>
                    <a:pt x="186002" y="338303"/>
                  </a:cubicBezTo>
                  <a:lnTo>
                    <a:pt x="186002" y="240395"/>
                  </a:lnTo>
                  <a:lnTo>
                    <a:pt x="186002" y="240395"/>
                  </a:lnTo>
                  <a:cubicBezTo>
                    <a:pt x="186002" y="202320"/>
                    <a:pt x="186002" y="118011"/>
                    <a:pt x="186002" y="118011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9F43C6F1-E13C-58C3-4D2A-27C88CA2DBD5}"/>
                </a:ext>
              </a:extLst>
            </p:cNvPr>
            <p:cNvSpPr/>
            <p:nvPr/>
          </p:nvSpPr>
          <p:spPr>
            <a:xfrm>
              <a:off x="7392212" y="3280901"/>
              <a:ext cx="217573" cy="217572"/>
            </a:xfrm>
            <a:custGeom>
              <a:avLst/>
              <a:gdLst>
                <a:gd name="connsiteX0" fmla="*/ 183282 w 217572"/>
                <a:gd name="connsiteY0" fmla="*/ 120902 h 217572"/>
                <a:gd name="connsiteX1" fmla="*/ 120730 w 217572"/>
                <a:gd name="connsiteY1" fmla="*/ 183454 h 217572"/>
                <a:gd name="connsiteX2" fmla="*/ 58178 w 217572"/>
                <a:gd name="connsiteY2" fmla="*/ 120902 h 217572"/>
                <a:gd name="connsiteX3" fmla="*/ 120730 w 217572"/>
                <a:gd name="connsiteY3" fmla="*/ 58350 h 217572"/>
                <a:gd name="connsiteX4" fmla="*/ 183282 w 217572"/>
                <a:gd name="connsiteY4" fmla="*/ 120902 h 217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7572" h="217572">
                  <a:moveTo>
                    <a:pt x="183282" y="120902"/>
                  </a:moveTo>
                  <a:cubicBezTo>
                    <a:pt x="183282" y="156258"/>
                    <a:pt x="156086" y="183454"/>
                    <a:pt x="120730" y="183454"/>
                  </a:cubicBezTo>
                  <a:cubicBezTo>
                    <a:pt x="85375" y="183454"/>
                    <a:pt x="58178" y="156258"/>
                    <a:pt x="58178" y="120902"/>
                  </a:cubicBezTo>
                  <a:cubicBezTo>
                    <a:pt x="58178" y="85547"/>
                    <a:pt x="85375" y="58350"/>
                    <a:pt x="120730" y="58350"/>
                  </a:cubicBezTo>
                  <a:cubicBezTo>
                    <a:pt x="153366" y="55630"/>
                    <a:pt x="183282" y="85547"/>
                    <a:pt x="183282" y="120902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AAF97F8C-A755-81D7-A5BC-F552AF3AAB74}"/>
                </a:ext>
              </a:extLst>
            </p:cNvPr>
            <p:cNvSpPr/>
            <p:nvPr/>
          </p:nvSpPr>
          <p:spPr>
            <a:xfrm>
              <a:off x="6005186" y="3416884"/>
              <a:ext cx="380752" cy="462341"/>
            </a:xfrm>
            <a:custGeom>
              <a:avLst/>
              <a:gdLst>
                <a:gd name="connsiteX0" fmla="*/ 270312 w 380752"/>
                <a:gd name="connsiteY0" fmla="*/ 69229 h 462341"/>
                <a:gd name="connsiteX1" fmla="*/ 188722 w 380752"/>
                <a:gd name="connsiteY1" fmla="*/ 134501 h 462341"/>
                <a:gd name="connsiteX2" fmla="*/ 188722 w 380752"/>
                <a:gd name="connsiteY2" fmla="*/ 118183 h 462341"/>
                <a:gd name="connsiteX3" fmla="*/ 126170 w 380752"/>
                <a:gd name="connsiteY3" fmla="*/ 58350 h 462341"/>
                <a:gd name="connsiteX4" fmla="*/ 58178 w 380752"/>
                <a:gd name="connsiteY4" fmla="*/ 118183 h 462341"/>
                <a:gd name="connsiteX5" fmla="*/ 58178 w 380752"/>
                <a:gd name="connsiteY5" fmla="*/ 210651 h 462341"/>
                <a:gd name="connsiteX6" fmla="*/ 58178 w 380752"/>
                <a:gd name="connsiteY6" fmla="*/ 365671 h 462341"/>
                <a:gd name="connsiteX7" fmla="*/ 58178 w 380752"/>
                <a:gd name="connsiteY7" fmla="*/ 365671 h 462341"/>
                <a:gd name="connsiteX8" fmla="*/ 120730 w 380752"/>
                <a:gd name="connsiteY8" fmla="*/ 425504 h 462341"/>
                <a:gd name="connsiteX9" fmla="*/ 186002 w 380752"/>
                <a:gd name="connsiteY9" fmla="*/ 365671 h 462341"/>
                <a:gd name="connsiteX10" fmla="*/ 186002 w 380752"/>
                <a:gd name="connsiteY10" fmla="*/ 365671 h 462341"/>
                <a:gd name="connsiteX11" fmla="*/ 186002 w 380752"/>
                <a:gd name="connsiteY11" fmla="*/ 210651 h 462341"/>
                <a:gd name="connsiteX12" fmla="*/ 215919 w 380752"/>
                <a:gd name="connsiteY12" fmla="*/ 158978 h 462341"/>
                <a:gd name="connsiteX13" fmla="*/ 275751 w 380752"/>
                <a:gd name="connsiteY13" fmla="*/ 221530 h 462341"/>
                <a:gd name="connsiteX14" fmla="*/ 270312 w 380752"/>
                <a:gd name="connsiteY14" fmla="*/ 69229 h 46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0752" h="462341">
                  <a:moveTo>
                    <a:pt x="270312" y="69229"/>
                  </a:moveTo>
                  <a:cubicBezTo>
                    <a:pt x="232236" y="71949"/>
                    <a:pt x="213199" y="99145"/>
                    <a:pt x="188722" y="134501"/>
                  </a:cubicBezTo>
                  <a:cubicBezTo>
                    <a:pt x="188722" y="134501"/>
                    <a:pt x="188722" y="118183"/>
                    <a:pt x="188722" y="118183"/>
                  </a:cubicBezTo>
                  <a:cubicBezTo>
                    <a:pt x="188722" y="85547"/>
                    <a:pt x="158806" y="58350"/>
                    <a:pt x="126170" y="58350"/>
                  </a:cubicBezTo>
                  <a:cubicBezTo>
                    <a:pt x="93534" y="55631"/>
                    <a:pt x="60898" y="85547"/>
                    <a:pt x="58178" y="118183"/>
                  </a:cubicBezTo>
                  <a:lnTo>
                    <a:pt x="58178" y="210651"/>
                  </a:lnTo>
                  <a:lnTo>
                    <a:pt x="58178" y="365671"/>
                  </a:lnTo>
                  <a:lnTo>
                    <a:pt x="58178" y="365671"/>
                  </a:lnTo>
                  <a:cubicBezTo>
                    <a:pt x="58178" y="398307"/>
                    <a:pt x="88094" y="425504"/>
                    <a:pt x="120730" y="425504"/>
                  </a:cubicBezTo>
                  <a:cubicBezTo>
                    <a:pt x="153366" y="428224"/>
                    <a:pt x="186002" y="398307"/>
                    <a:pt x="186002" y="365671"/>
                  </a:cubicBezTo>
                  <a:lnTo>
                    <a:pt x="186002" y="365671"/>
                  </a:lnTo>
                  <a:lnTo>
                    <a:pt x="186002" y="210651"/>
                  </a:lnTo>
                  <a:cubicBezTo>
                    <a:pt x="188722" y="188894"/>
                    <a:pt x="196881" y="158978"/>
                    <a:pt x="215919" y="158978"/>
                  </a:cubicBezTo>
                  <a:cubicBezTo>
                    <a:pt x="243115" y="158978"/>
                    <a:pt x="215919" y="221530"/>
                    <a:pt x="275751" y="221530"/>
                  </a:cubicBezTo>
                  <a:cubicBezTo>
                    <a:pt x="362780" y="221530"/>
                    <a:pt x="373658" y="63790"/>
                    <a:pt x="270312" y="69229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CB10FD8E-B857-4716-DE9B-2FF1F22B2D20}"/>
                </a:ext>
              </a:extLst>
            </p:cNvPr>
            <p:cNvSpPr/>
            <p:nvPr/>
          </p:nvSpPr>
          <p:spPr>
            <a:xfrm>
              <a:off x="5693490" y="3475234"/>
              <a:ext cx="337238" cy="364434"/>
            </a:xfrm>
            <a:custGeom>
              <a:avLst/>
              <a:gdLst>
                <a:gd name="connsiteX0" fmla="*/ 180433 w 337238"/>
                <a:gd name="connsiteY0" fmla="*/ 73984 h 364434"/>
                <a:gd name="connsiteX1" fmla="*/ 163180 w 337238"/>
                <a:gd name="connsiteY1" fmla="*/ 78870 h 364434"/>
                <a:gd name="connsiteX2" fmla="*/ 125105 w 337238"/>
                <a:gd name="connsiteY2" fmla="*/ 160461 h 364434"/>
                <a:gd name="connsiteX3" fmla="*/ 171339 w 337238"/>
                <a:gd name="connsiteY3" fmla="*/ 163180 h 364434"/>
                <a:gd name="connsiteX4" fmla="*/ 214854 w 337238"/>
                <a:gd name="connsiteY4" fmla="*/ 108787 h 364434"/>
                <a:gd name="connsiteX5" fmla="*/ 180433 w 337238"/>
                <a:gd name="connsiteY5" fmla="*/ 73984 h 364434"/>
                <a:gd name="connsiteX6" fmla="*/ 174059 w 337238"/>
                <a:gd name="connsiteY6" fmla="*/ 0 h 364434"/>
                <a:gd name="connsiteX7" fmla="*/ 337238 w 337238"/>
                <a:gd name="connsiteY7" fmla="*/ 119665 h 364434"/>
                <a:gd name="connsiteX8" fmla="*/ 133264 w 337238"/>
                <a:gd name="connsiteY8" fmla="*/ 217573 h 364434"/>
                <a:gd name="connsiteX9" fmla="*/ 225732 w 337238"/>
                <a:gd name="connsiteY9" fmla="*/ 277405 h 364434"/>
                <a:gd name="connsiteX10" fmla="*/ 320920 w 337238"/>
                <a:gd name="connsiteY10" fmla="*/ 250208 h 364434"/>
                <a:gd name="connsiteX11" fmla="*/ 174059 w 337238"/>
                <a:gd name="connsiteY11" fmla="*/ 364434 h 364434"/>
                <a:gd name="connsiteX12" fmla="*/ 0 w 337238"/>
                <a:gd name="connsiteY12" fmla="*/ 184937 h 364434"/>
                <a:gd name="connsiteX13" fmla="*/ 174059 w 337238"/>
                <a:gd name="connsiteY13" fmla="*/ 0 h 364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37238" h="364434">
                  <a:moveTo>
                    <a:pt x="180433" y="73984"/>
                  </a:moveTo>
                  <a:cubicBezTo>
                    <a:pt x="174569" y="73941"/>
                    <a:pt x="168620" y="75471"/>
                    <a:pt x="163180" y="78870"/>
                  </a:cubicBezTo>
                  <a:cubicBezTo>
                    <a:pt x="135984" y="95189"/>
                    <a:pt x="127825" y="130544"/>
                    <a:pt x="125105" y="160461"/>
                  </a:cubicBezTo>
                  <a:cubicBezTo>
                    <a:pt x="125105" y="163180"/>
                    <a:pt x="168620" y="160461"/>
                    <a:pt x="171339" y="163180"/>
                  </a:cubicBezTo>
                  <a:cubicBezTo>
                    <a:pt x="195816" y="157741"/>
                    <a:pt x="214854" y="135984"/>
                    <a:pt x="214854" y="108787"/>
                  </a:cubicBezTo>
                  <a:cubicBezTo>
                    <a:pt x="214854" y="88389"/>
                    <a:pt x="198026" y="74111"/>
                    <a:pt x="180433" y="73984"/>
                  </a:cubicBezTo>
                  <a:close/>
                  <a:moveTo>
                    <a:pt x="174059" y="0"/>
                  </a:moveTo>
                  <a:cubicBezTo>
                    <a:pt x="233891" y="0"/>
                    <a:pt x="337238" y="29916"/>
                    <a:pt x="337238" y="119665"/>
                  </a:cubicBezTo>
                  <a:cubicBezTo>
                    <a:pt x="337238" y="209414"/>
                    <a:pt x="244770" y="217573"/>
                    <a:pt x="133264" y="217573"/>
                  </a:cubicBezTo>
                  <a:cubicBezTo>
                    <a:pt x="133264" y="217573"/>
                    <a:pt x="149581" y="277405"/>
                    <a:pt x="225732" y="277405"/>
                  </a:cubicBezTo>
                  <a:cubicBezTo>
                    <a:pt x="301883" y="277405"/>
                    <a:pt x="320920" y="250208"/>
                    <a:pt x="320920" y="250208"/>
                  </a:cubicBezTo>
                  <a:cubicBezTo>
                    <a:pt x="320920" y="250208"/>
                    <a:pt x="315481" y="364434"/>
                    <a:pt x="174059" y="364434"/>
                  </a:cubicBezTo>
                  <a:cubicBezTo>
                    <a:pt x="95188" y="364434"/>
                    <a:pt x="0" y="304602"/>
                    <a:pt x="0" y="184937"/>
                  </a:cubicBezTo>
                  <a:cubicBezTo>
                    <a:pt x="0" y="78870"/>
                    <a:pt x="73431" y="0"/>
                    <a:pt x="174059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C9AA3F76-6061-BD63-9172-B3B225378337}"/>
                </a:ext>
              </a:extLst>
            </p:cNvPr>
            <p:cNvSpPr/>
            <p:nvPr/>
          </p:nvSpPr>
          <p:spPr>
            <a:xfrm>
              <a:off x="5376945" y="3338014"/>
              <a:ext cx="353556" cy="543931"/>
            </a:xfrm>
            <a:custGeom>
              <a:avLst/>
              <a:gdLst>
                <a:gd name="connsiteX0" fmla="*/ 311107 w 353555"/>
                <a:gd name="connsiteY0" fmla="*/ 433663 h 543931"/>
                <a:gd name="connsiteX1" fmla="*/ 215919 w 353555"/>
                <a:gd name="connsiteY1" fmla="*/ 501654 h 543931"/>
                <a:gd name="connsiteX2" fmla="*/ 98973 w 353555"/>
                <a:gd name="connsiteY2" fmla="*/ 392868 h 543931"/>
                <a:gd name="connsiteX3" fmla="*/ 98973 w 353555"/>
                <a:gd name="connsiteY3" fmla="*/ 221530 h 543931"/>
                <a:gd name="connsiteX4" fmla="*/ 82655 w 353555"/>
                <a:gd name="connsiteY4" fmla="*/ 221530 h 543931"/>
                <a:gd name="connsiteX5" fmla="*/ 58178 w 353555"/>
                <a:gd name="connsiteY5" fmla="*/ 191614 h 543931"/>
                <a:gd name="connsiteX6" fmla="*/ 85375 w 353555"/>
                <a:gd name="connsiteY6" fmla="*/ 164417 h 543931"/>
                <a:gd name="connsiteX7" fmla="*/ 101693 w 353555"/>
                <a:gd name="connsiteY7" fmla="*/ 164417 h 543931"/>
                <a:gd name="connsiteX8" fmla="*/ 101693 w 353555"/>
                <a:gd name="connsiteY8" fmla="*/ 118183 h 543931"/>
                <a:gd name="connsiteX9" fmla="*/ 166965 w 353555"/>
                <a:gd name="connsiteY9" fmla="*/ 58350 h 543931"/>
                <a:gd name="connsiteX10" fmla="*/ 229517 w 353555"/>
                <a:gd name="connsiteY10" fmla="*/ 118183 h 543931"/>
                <a:gd name="connsiteX11" fmla="*/ 229517 w 353555"/>
                <a:gd name="connsiteY11" fmla="*/ 118183 h 543931"/>
                <a:gd name="connsiteX12" fmla="*/ 229517 w 353555"/>
                <a:gd name="connsiteY12" fmla="*/ 164417 h 543931"/>
                <a:gd name="connsiteX13" fmla="*/ 283910 w 353555"/>
                <a:gd name="connsiteY13" fmla="*/ 164417 h 543931"/>
                <a:gd name="connsiteX14" fmla="*/ 308387 w 353555"/>
                <a:gd name="connsiteY14" fmla="*/ 194333 h 543931"/>
                <a:gd name="connsiteX15" fmla="*/ 281190 w 353555"/>
                <a:gd name="connsiteY15" fmla="*/ 221530 h 543931"/>
                <a:gd name="connsiteX16" fmla="*/ 229517 w 353555"/>
                <a:gd name="connsiteY16" fmla="*/ 221530 h 543931"/>
                <a:gd name="connsiteX17" fmla="*/ 229517 w 353555"/>
                <a:gd name="connsiteY17" fmla="*/ 365671 h 543931"/>
                <a:gd name="connsiteX18" fmla="*/ 311107 w 353555"/>
                <a:gd name="connsiteY18" fmla="*/ 433663 h 543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53555" h="543931">
                  <a:moveTo>
                    <a:pt x="311107" y="433663"/>
                  </a:moveTo>
                  <a:cubicBezTo>
                    <a:pt x="311107" y="433663"/>
                    <a:pt x="278471" y="501654"/>
                    <a:pt x="215919" y="501654"/>
                  </a:cubicBezTo>
                  <a:cubicBezTo>
                    <a:pt x="164245" y="501654"/>
                    <a:pt x="101693" y="458140"/>
                    <a:pt x="98973" y="392868"/>
                  </a:cubicBezTo>
                  <a:cubicBezTo>
                    <a:pt x="98973" y="392868"/>
                    <a:pt x="98973" y="297680"/>
                    <a:pt x="98973" y="221530"/>
                  </a:cubicBezTo>
                  <a:lnTo>
                    <a:pt x="82655" y="221530"/>
                  </a:lnTo>
                  <a:cubicBezTo>
                    <a:pt x="74496" y="221530"/>
                    <a:pt x="58178" y="216090"/>
                    <a:pt x="58178" y="191614"/>
                  </a:cubicBezTo>
                  <a:cubicBezTo>
                    <a:pt x="58178" y="167137"/>
                    <a:pt x="77216" y="164417"/>
                    <a:pt x="85375" y="164417"/>
                  </a:cubicBezTo>
                  <a:lnTo>
                    <a:pt x="101693" y="164417"/>
                  </a:lnTo>
                  <a:cubicBezTo>
                    <a:pt x="101693" y="137220"/>
                    <a:pt x="101693" y="118183"/>
                    <a:pt x="101693" y="118183"/>
                  </a:cubicBezTo>
                  <a:cubicBezTo>
                    <a:pt x="104413" y="85547"/>
                    <a:pt x="134329" y="55631"/>
                    <a:pt x="166965" y="58350"/>
                  </a:cubicBezTo>
                  <a:cubicBezTo>
                    <a:pt x="196881" y="61070"/>
                    <a:pt x="229517" y="85547"/>
                    <a:pt x="229517" y="118183"/>
                  </a:cubicBezTo>
                  <a:lnTo>
                    <a:pt x="229517" y="118183"/>
                  </a:lnTo>
                  <a:lnTo>
                    <a:pt x="229517" y="164417"/>
                  </a:lnTo>
                  <a:lnTo>
                    <a:pt x="283910" y="164417"/>
                  </a:lnTo>
                  <a:cubicBezTo>
                    <a:pt x="292069" y="164417"/>
                    <a:pt x="308387" y="169856"/>
                    <a:pt x="308387" y="194333"/>
                  </a:cubicBezTo>
                  <a:cubicBezTo>
                    <a:pt x="308387" y="218810"/>
                    <a:pt x="292069" y="221530"/>
                    <a:pt x="281190" y="221530"/>
                  </a:cubicBezTo>
                  <a:lnTo>
                    <a:pt x="229517" y="221530"/>
                  </a:lnTo>
                  <a:lnTo>
                    <a:pt x="229517" y="365671"/>
                  </a:lnTo>
                  <a:cubicBezTo>
                    <a:pt x="226797" y="409186"/>
                    <a:pt x="267592" y="433663"/>
                    <a:pt x="311107" y="433663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80F35251-94E1-D377-41B0-AC1D65D20681}"/>
                </a:ext>
              </a:extLst>
            </p:cNvPr>
            <p:cNvSpPr/>
            <p:nvPr/>
          </p:nvSpPr>
          <p:spPr>
            <a:xfrm>
              <a:off x="7090329" y="3338014"/>
              <a:ext cx="353556" cy="543931"/>
            </a:xfrm>
            <a:custGeom>
              <a:avLst/>
              <a:gdLst>
                <a:gd name="connsiteX0" fmla="*/ 311107 w 353555"/>
                <a:gd name="connsiteY0" fmla="*/ 433663 h 543931"/>
                <a:gd name="connsiteX1" fmla="*/ 215919 w 353555"/>
                <a:gd name="connsiteY1" fmla="*/ 501654 h 543931"/>
                <a:gd name="connsiteX2" fmla="*/ 98973 w 353555"/>
                <a:gd name="connsiteY2" fmla="*/ 392868 h 543931"/>
                <a:gd name="connsiteX3" fmla="*/ 98973 w 353555"/>
                <a:gd name="connsiteY3" fmla="*/ 221530 h 543931"/>
                <a:gd name="connsiteX4" fmla="*/ 82655 w 353555"/>
                <a:gd name="connsiteY4" fmla="*/ 221530 h 543931"/>
                <a:gd name="connsiteX5" fmla="*/ 58178 w 353555"/>
                <a:gd name="connsiteY5" fmla="*/ 191614 h 543931"/>
                <a:gd name="connsiteX6" fmla="*/ 85375 w 353555"/>
                <a:gd name="connsiteY6" fmla="*/ 164417 h 543931"/>
                <a:gd name="connsiteX7" fmla="*/ 101693 w 353555"/>
                <a:gd name="connsiteY7" fmla="*/ 164417 h 543931"/>
                <a:gd name="connsiteX8" fmla="*/ 101693 w 353555"/>
                <a:gd name="connsiteY8" fmla="*/ 118183 h 543931"/>
                <a:gd name="connsiteX9" fmla="*/ 166965 w 353555"/>
                <a:gd name="connsiteY9" fmla="*/ 58350 h 543931"/>
                <a:gd name="connsiteX10" fmla="*/ 229517 w 353555"/>
                <a:gd name="connsiteY10" fmla="*/ 118183 h 543931"/>
                <a:gd name="connsiteX11" fmla="*/ 229517 w 353555"/>
                <a:gd name="connsiteY11" fmla="*/ 118183 h 543931"/>
                <a:gd name="connsiteX12" fmla="*/ 229517 w 353555"/>
                <a:gd name="connsiteY12" fmla="*/ 164417 h 543931"/>
                <a:gd name="connsiteX13" fmla="*/ 283910 w 353555"/>
                <a:gd name="connsiteY13" fmla="*/ 164417 h 543931"/>
                <a:gd name="connsiteX14" fmla="*/ 308387 w 353555"/>
                <a:gd name="connsiteY14" fmla="*/ 194333 h 543931"/>
                <a:gd name="connsiteX15" fmla="*/ 281190 w 353555"/>
                <a:gd name="connsiteY15" fmla="*/ 221530 h 543931"/>
                <a:gd name="connsiteX16" fmla="*/ 229517 w 353555"/>
                <a:gd name="connsiteY16" fmla="*/ 221530 h 543931"/>
                <a:gd name="connsiteX17" fmla="*/ 229517 w 353555"/>
                <a:gd name="connsiteY17" fmla="*/ 365671 h 543931"/>
                <a:gd name="connsiteX18" fmla="*/ 311107 w 353555"/>
                <a:gd name="connsiteY18" fmla="*/ 433663 h 543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53555" h="543931">
                  <a:moveTo>
                    <a:pt x="311107" y="433663"/>
                  </a:moveTo>
                  <a:cubicBezTo>
                    <a:pt x="311107" y="433663"/>
                    <a:pt x="278471" y="501654"/>
                    <a:pt x="215919" y="501654"/>
                  </a:cubicBezTo>
                  <a:cubicBezTo>
                    <a:pt x="164245" y="501654"/>
                    <a:pt x="101693" y="458140"/>
                    <a:pt x="98973" y="392868"/>
                  </a:cubicBezTo>
                  <a:cubicBezTo>
                    <a:pt x="98973" y="392868"/>
                    <a:pt x="98973" y="297680"/>
                    <a:pt x="98973" y="221530"/>
                  </a:cubicBezTo>
                  <a:lnTo>
                    <a:pt x="82655" y="221530"/>
                  </a:lnTo>
                  <a:cubicBezTo>
                    <a:pt x="74496" y="221530"/>
                    <a:pt x="58178" y="216090"/>
                    <a:pt x="58178" y="191614"/>
                  </a:cubicBezTo>
                  <a:cubicBezTo>
                    <a:pt x="58178" y="167137"/>
                    <a:pt x="77216" y="164417"/>
                    <a:pt x="85375" y="164417"/>
                  </a:cubicBezTo>
                  <a:lnTo>
                    <a:pt x="101693" y="164417"/>
                  </a:lnTo>
                  <a:cubicBezTo>
                    <a:pt x="101693" y="137220"/>
                    <a:pt x="101693" y="118183"/>
                    <a:pt x="101693" y="118183"/>
                  </a:cubicBezTo>
                  <a:cubicBezTo>
                    <a:pt x="104412" y="85547"/>
                    <a:pt x="134329" y="55631"/>
                    <a:pt x="166965" y="58350"/>
                  </a:cubicBezTo>
                  <a:cubicBezTo>
                    <a:pt x="196881" y="61070"/>
                    <a:pt x="229517" y="85547"/>
                    <a:pt x="229517" y="118183"/>
                  </a:cubicBezTo>
                  <a:lnTo>
                    <a:pt x="229517" y="118183"/>
                  </a:lnTo>
                  <a:lnTo>
                    <a:pt x="229517" y="164417"/>
                  </a:lnTo>
                  <a:lnTo>
                    <a:pt x="283910" y="164417"/>
                  </a:lnTo>
                  <a:cubicBezTo>
                    <a:pt x="292069" y="164417"/>
                    <a:pt x="308387" y="169856"/>
                    <a:pt x="308387" y="194333"/>
                  </a:cubicBezTo>
                  <a:cubicBezTo>
                    <a:pt x="308387" y="218810"/>
                    <a:pt x="292069" y="221530"/>
                    <a:pt x="281190" y="221530"/>
                  </a:cubicBezTo>
                  <a:lnTo>
                    <a:pt x="229517" y="221530"/>
                  </a:lnTo>
                  <a:lnTo>
                    <a:pt x="229517" y="365671"/>
                  </a:lnTo>
                  <a:cubicBezTo>
                    <a:pt x="229517" y="409186"/>
                    <a:pt x="270312" y="433663"/>
                    <a:pt x="311107" y="433663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358DB332-E6FE-9739-4BB6-4EE42257EFAA}"/>
                </a:ext>
              </a:extLst>
            </p:cNvPr>
            <p:cNvSpPr/>
            <p:nvPr/>
          </p:nvSpPr>
          <p:spPr>
            <a:xfrm>
              <a:off x="2080719" y="4178559"/>
              <a:ext cx="462342" cy="788700"/>
            </a:xfrm>
            <a:custGeom>
              <a:avLst/>
              <a:gdLst>
                <a:gd name="connsiteX0" fmla="*/ 403575 w 462341"/>
                <a:gd name="connsiteY0" fmla="*/ 583072 h 788699"/>
                <a:gd name="connsiteX1" fmla="*/ 406295 w 462341"/>
                <a:gd name="connsiteY1" fmla="*/ 596670 h 788699"/>
                <a:gd name="connsiteX2" fmla="*/ 400855 w 462341"/>
                <a:gd name="connsiteY2" fmla="*/ 610268 h 788699"/>
                <a:gd name="connsiteX3" fmla="*/ 389977 w 462341"/>
                <a:gd name="connsiteY3" fmla="*/ 626586 h 788699"/>
                <a:gd name="connsiteX4" fmla="*/ 354621 w 462341"/>
                <a:gd name="connsiteY4" fmla="*/ 675540 h 788699"/>
                <a:gd name="connsiteX5" fmla="*/ 327424 w 462341"/>
                <a:gd name="connsiteY5" fmla="*/ 691858 h 788699"/>
                <a:gd name="connsiteX6" fmla="*/ 292069 w 462341"/>
                <a:gd name="connsiteY6" fmla="*/ 713615 h 788699"/>
                <a:gd name="connsiteX7" fmla="*/ 251274 w 462341"/>
                <a:gd name="connsiteY7" fmla="*/ 724494 h 788699"/>
                <a:gd name="connsiteX8" fmla="*/ 221358 w 462341"/>
                <a:gd name="connsiteY8" fmla="*/ 721774 h 788699"/>
                <a:gd name="connsiteX9" fmla="*/ 191442 w 462341"/>
                <a:gd name="connsiteY9" fmla="*/ 721774 h 788699"/>
                <a:gd name="connsiteX10" fmla="*/ 153366 w 462341"/>
                <a:gd name="connsiteY10" fmla="*/ 713615 h 788699"/>
                <a:gd name="connsiteX11" fmla="*/ 104412 w 462341"/>
                <a:gd name="connsiteY11" fmla="*/ 675540 h 788699"/>
                <a:gd name="connsiteX12" fmla="*/ 104412 w 462341"/>
                <a:gd name="connsiteY12" fmla="*/ 689138 h 788699"/>
                <a:gd name="connsiteX13" fmla="*/ 101693 w 462341"/>
                <a:gd name="connsiteY13" fmla="*/ 710895 h 788699"/>
                <a:gd name="connsiteX14" fmla="*/ 85375 w 462341"/>
                <a:gd name="connsiteY14" fmla="*/ 732653 h 788699"/>
                <a:gd name="connsiteX15" fmla="*/ 69057 w 462341"/>
                <a:gd name="connsiteY15" fmla="*/ 727214 h 788699"/>
                <a:gd name="connsiteX16" fmla="*/ 60898 w 462341"/>
                <a:gd name="connsiteY16" fmla="*/ 710895 h 788699"/>
                <a:gd name="connsiteX17" fmla="*/ 58178 w 462341"/>
                <a:gd name="connsiteY17" fmla="*/ 691858 h 788699"/>
                <a:gd name="connsiteX18" fmla="*/ 60898 w 462341"/>
                <a:gd name="connsiteY18" fmla="*/ 664661 h 788699"/>
                <a:gd name="connsiteX19" fmla="*/ 60898 w 462341"/>
                <a:gd name="connsiteY19" fmla="*/ 607549 h 788699"/>
                <a:gd name="connsiteX20" fmla="*/ 63618 w 462341"/>
                <a:gd name="connsiteY20" fmla="*/ 528679 h 788699"/>
                <a:gd name="connsiteX21" fmla="*/ 69057 w 462341"/>
                <a:gd name="connsiteY21" fmla="*/ 504202 h 788699"/>
                <a:gd name="connsiteX22" fmla="*/ 74496 w 462341"/>
                <a:gd name="connsiteY22" fmla="*/ 493323 h 788699"/>
                <a:gd name="connsiteX23" fmla="*/ 82655 w 462341"/>
                <a:gd name="connsiteY23" fmla="*/ 487884 h 788699"/>
                <a:gd name="connsiteX24" fmla="*/ 90814 w 462341"/>
                <a:gd name="connsiteY24" fmla="*/ 493323 h 788699"/>
                <a:gd name="connsiteX25" fmla="*/ 98973 w 462341"/>
                <a:gd name="connsiteY25" fmla="*/ 512361 h 788699"/>
                <a:gd name="connsiteX26" fmla="*/ 101693 w 462341"/>
                <a:gd name="connsiteY26" fmla="*/ 555875 h 788699"/>
                <a:gd name="connsiteX27" fmla="*/ 101693 w 462341"/>
                <a:gd name="connsiteY27" fmla="*/ 596670 h 788699"/>
                <a:gd name="connsiteX28" fmla="*/ 109852 w 462341"/>
                <a:gd name="connsiteY28" fmla="*/ 626586 h 788699"/>
                <a:gd name="connsiteX29" fmla="*/ 128889 w 462341"/>
                <a:gd name="connsiteY29" fmla="*/ 651063 h 788699"/>
                <a:gd name="connsiteX30" fmla="*/ 153366 w 462341"/>
                <a:gd name="connsiteY30" fmla="*/ 670101 h 788699"/>
                <a:gd name="connsiteX31" fmla="*/ 196881 w 462341"/>
                <a:gd name="connsiteY31" fmla="*/ 678260 h 788699"/>
                <a:gd name="connsiteX32" fmla="*/ 221358 w 462341"/>
                <a:gd name="connsiteY32" fmla="*/ 667381 h 788699"/>
                <a:gd name="connsiteX33" fmla="*/ 253994 w 462341"/>
                <a:gd name="connsiteY33" fmla="*/ 659222 h 788699"/>
                <a:gd name="connsiteX34" fmla="*/ 275751 w 462341"/>
                <a:gd name="connsiteY34" fmla="*/ 637465 h 788699"/>
                <a:gd name="connsiteX35" fmla="*/ 281190 w 462341"/>
                <a:gd name="connsiteY35" fmla="*/ 615708 h 788699"/>
                <a:gd name="connsiteX36" fmla="*/ 278471 w 462341"/>
                <a:gd name="connsiteY36" fmla="*/ 602109 h 788699"/>
                <a:gd name="connsiteX37" fmla="*/ 262153 w 462341"/>
                <a:gd name="connsiteY37" fmla="*/ 572193 h 788699"/>
                <a:gd name="connsiteX38" fmla="*/ 245835 w 462341"/>
                <a:gd name="connsiteY38" fmla="*/ 536838 h 788699"/>
                <a:gd name="connsiteX39" fmla="*/ 196881 w 462341"/>
                <a:gd name="connsiteY39" fmla="*/ 477005 h 788699"/>
                <a:gd name="connsiteX40" fmla="*/ 145207 w 462341"/>
                <a:gd name="connsiteY40" fmla="*/ 419892 h 788699"/>
                <a:gd name="connsiteX41" fmla="*/ 93534 w 462341"/>
                <a:gd name="connsiteY41" fmla="*/ 357340 h 788699"/>
                <a:gd name="connsiteX42" fmla="*/ 66337 w 462341"/>
                <a:gd name="connsiteY42" fmla="*/ 283910 h 788699"/>
                <a:gd name="connsiteX43" fmla="*/ 58178 w 462341"/>
                <a:gd name="connsiteY43" fmla="*/ 224077 h 788699"/>
                <a:gd name="connsiteX44" fmla="*/ 82655 w 462341"/>
                <a:gd name="connsiteY44" fmla="*/ 150647 h 788699"/>
                <a:gd name="connsiteX45" fmla="*/ 137048 w 462341"/>
                <a:gd name="connsiteY45" fmla="*/ 96253 h 788699"/>
                <a:gd name="connsiteX46" fmla="*/ 196881 w 462341"/>
                <a:gd name="connsiteY46" fmla="*/ 77216 h 788699"/>
                <a:gd name="connsiteX47" fmla="*/ 232236 w 462341"/>
                <a:gd name="connsiteY47" fmla="*/ 69057 h 788699"/>
                <a:gd name="connsiteX48" fmla="*/ 262153 w 462341"/>
                <a:gd name="connsiteY48" fmla="*/ 74496 h 788699"/>
                <a:gd name="connsiteX49" fmla="*/ 294789 w 462341"/>
                <a:gd name="connsiteY49" fmla="*/ 85375 h 788699"/>
                <a:gd name="connsiteX50" fmla="*/ 327424 w 462341"/>
                <a:gd name="connsiteY50" fmla="*/ 104412 h 788699"/>
                <a:gd name="connsiteX51" fmla="*/ 332864 w 462341"/>
                <a:gd name="connsiteY51" fmla="*/ 74496 h 788699"/>
                <a:gd name="connsiteX52" fmla="*/ 338303 w 462341"/>
                <a:gd name="connsiteY52" fmla="*/ 63618 h 788699"/>
                <a:gd name="connsiteX53" fmla="*/ 349182 w 462341"/>
                <a:gd name="connsiteY53" fmla="*/ 58178 h 788699"/>
                <a:gd name="connsiteX54" fmla="*/ 357341 w 462341"/>
                <a:gd name="connsiteY54" fmla="*/ 63618 h 788699"/>
                <a:gd name="connsiteX55" fmla="*/ 365500 w 462341"/>
                <a:gd name="connsiteY55" fmla="*/ 82655 h 788699"/>
                <a:gd name="connsiteX56" fmla="*/ 368219 w 462341"/>
                <a:gd name="connsiteY56" fmla="*/ 142488 h 788699"/>
                <a:gd name="connsiteX57" fmla="*/ 368219 w 462341"/>
                <a:gd name="connsiteY57" fmla="*/ 188722 h 788699"/>
                <a:gd name="connsiteX58" fmla="*/ 370939 w 462341"/>
                <a:gd name="connsiteY58" fmla="*/ 245834 h 788699"/>
                <a:gd name="connsiteX59" fmla="*/ 354621 w 462341"/>
                <a:gd name="connsiteY59" fmla="*/ 286629 h 788699"/>
                <a:gd name="connsiteX60" fmla="*/ 338303 w 462341"/>
                <a:gd name="connsiteY60" fmla="*/ 281190 h 788699"/>
                <a:gd name="connsiteX61" fmla="*/ 330144 w 462341"/>
                <a:gd name="connsiteY61" fmla="*/ 264872 h 788699"/>
                <a:gd name="connsiteX62" fmla="*/ 327424 w 462341"/>
                <a:gd name="connsiteY62" fmla="*/ 248554 h 788699"/>
                <a:gd name="connsiteX63" fmla="*/ 330144 w 462341"/>
                <a:gd name="connsiteY63" fmla="*/ 221357 h 788699"/>
                <a:gd name="connsiteX64" fmla="*/ 330144 w 462341"/>
                <a:gd name="connsiteY64" fmla="*/ 188722 h 788699"/>
                <a:gd name="connsiteX65" fmla="*/ 327424 w 462341"/>
                <a:gd name="connsiteY65" fmla="*/ 164245 h 788699"/>
                <a:gd name="connsiteX66" fmla="*/ 311107 w 462341"/>
                <a:gd name="connsiteY66" fmla="*/ 134329 h 788699"/>
                <a:gd name="connsiteX67" fmla="*/ 283910 w 462341"/>
                <a:gd name="connsiteY67" fmla="*/ 118011 h 788699"/>
                <a:gd name="connsiteX68" fmla="*/ 251274 w 462341"/>
                <a:gd name="connsiteY68" fmla="*/ 112571 h 788699"/>
                <a:gd name="connsiteX69" fmla="*/ 215918 w 462341"/>
                <a:gd name="connsiteY69" fmla="*/ 123450 h 788699"/>
                <a:gd name="connsiteX70" fmla="*/ 202320 w 462341"/>
                <a:gd name="connsiteY70" fmla="*/ 147927 h 788699"/>
                <a:gd name="connsiteX71" fmla="*/ 188722 w 462341"/>
                <a:gd name="connsiteY71" fmla="*/ 180563 h 788699"/>
                <a:gd name="connsiteX72" fmla="*/ 183283 w 462341"/>
                <a:gd name="connsiteY72" fmla="*/ 210479 h 788699"/>
                <a:gd name="connsiteX73" fmla="*/ 188722 w 462341"/>
                <a:gd name="connsiteY73" fmla="*/ 226797 h 788699"/>
                <a:gd name="connsiteX74" fmla="*/ 188722 w 462341"/>
                <a:gd name="connsiteY74" fmla="*/ 248554 h 788699"/>
                <a:gd name="connsiteX75" fmla="*/ 210479 w 462341"/>
                <a:gd name="connsiteY75" fmla="*/ 273031 h 788699"/>
                <a:gd name="connsiteX76" fmla="*/ 226797 w 462341"/>
                <a:gd name="connsiteY76" fmla="*/ 300228 h 788699"/>
                <a:gd name="connsiteX77" fmla="*/ 256713 w 462341"/>
                <a:gd name="connsiteY77" fmla="*/ 332864 h 788699"/>
                <a:gd name="connsiteX78" fmla="*/ 275751 w 462341"/>
                <a:gd name="connsiteY78" fmla="*/ 351901 h 788699"/>
                <a:gd name="connsiteX79" fmla="*/ 324705 w 462341"/>
                <a:gd name="connsiteY79" fmla="*/ 400855 h 788699"/>
                <a:gd name="connsiteX80" fmla="*/ 343742 w 462341"/>
                <a:gd name="connsiteY80" fmla="*/ 428051 h 788699"/>
                <a:gd name="connsiteX81" fmla="*/ 351901 w 462341"/>
                <a:gd name="connsiteY81" fmla="*/ 433491 h 788699"/>
                <a:gd name="connsiteX82" fmla="*/ 360060 w 462341"/>
                <a:gd name="connsiteY82" fmla="*/ 447089 h 788699"/>
                <a:gd name="connsiteX83" fmla="*/ 384537 w 462341"/>
                <a:gd name="connsiteY83" fmla="*/ 474286 h 788699"/>
                <a:gd name="connsiteX84" fmla="*/ 395416 w 462341"/>
                <a:gd name="connsiteY84" fmla="*/ 506921 h 788699"/>
                <a:gd name="connsiteX85" fmla="*/ 406295 w 462341"/>
                <a:gd name="connsiteY85" fmla="*/ 536838 h 788699"/>
                <a:gd name="connsiteX86" fmla="*/ 409014 w 462341"/>
                <a:gd name="connsiteY86" fmla="*/ 547716 h 788699"/>
                <a:gd name="connsiteX87" fmla="*/ 406295 w 462341"/>
                <a:gd name="connsiteY87" fmla="*/ 569473 h 788699"/>
                <a:gd name="connsiteX88" fmla="*/ 403575 w 462341"/>
                <a:gd name="connsiteY88" fmla="*/ 583072 h 788699"/>
                <a:gd name="connsiteX89" fmla="*/ 403575 w 462341"/>
                <a:gd name="connsiteY89" fmla="*/ 583072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462341" h="788699">
                  <a:moveTo>
                    <a:pt x="403575" y="583072"/>
                  </a:moveTo>
                  <a:cubicBezTo>
                    <a:pt x="403575" y="588511"/>
                    <a:pt x="406295" y="591231"/>
                    <a:pt x="406295" y="596670"/>
                  </a:cubicBezTo>
                  <a:cubicBezTo>
                    <a:pt x="406295" y="602109"/>
                    <a:pt x="403575" y="604829"/>
                    <a:pt x="400855" y="610268"/>
                  </a:cubicBezTo>
                  <a:cubicBezTo>
                    <a:pt x="398136" y="615708"/>
                    <a:pt x="392696" y="621147"/>
                    <a:pt x="389977" y="626586"/>
                  </a:cubicBezTo>
                  <a:cubicBezTo>
                    <a:pt x="381818" y="645624"/>
                    <a:pt x="368219" y="661942"/>
                    <a:pt x="354621" y="675540"/>
                  </a:cubicBezTo>
                  <a:cubicBezTo>
                    <a:pt x="346462" y="683699"/>
                    <a:pt x="338303" y="686419"/>
                    <a:pt x="327424" y="691858"/>
                  </a:cubicBezTo>
                  <a:cubicBezTo>
                    <a:pt x="316546" y="700017"/>
                    <a:pt x="302948" y="708176"/>
                    <a:pt x="292069" y="713615"/>
                  </a:cubicBezTo>
                  <a:cubicBezTo>
                    <a:pt x="281190" y="719054"/>
                    <a:pt x="264872" y="724494"/>
                    <a:pt x="251274" y="724494"/>
                  </a:cubicBezTo>
                  <a:cubicBezTo>
                    <a:pt x="240395" y="724494"/>
                    <a:pt x="229517" y="721774"/>
                    <a:pt x="221358" y="721774"/>
                  </a:cubicBezTo>
                  <a:cubicBezTo>
                    <a:pt x="213199" y="721774"/>
                    <a:pt x="202320" y="721774"/>
                    <a:pt x="191442" y="721774"/>
                  </a:cubicBezTo>
                  <a:cubicBezTo>
                    <a:pt x="172404" y="721774"/>
                    <a:pt x="172404" y="721774"/>
                    <a:pt x="153366" y="713615"/>
                  </a:cubicBezTo>
                  <a:cubicBezTo>
                    <a:pt x="134329" y="708176"/>
                    <a:pt x="118011" y="691858"/>
                    <a:pt x="104412" y="675540"/>
                  </a:cubicBezTo>
                  <a:cubicBezTo>
                    <a:pt x="104412" y="678260"/>
                    <a:pt x="104412" y="680979"/>
                    <a:pt x="104412" y="689138"/>
                  </a:cubicBezTo>
                  <a:cubicBezTo>
                    <a:pt x="104412" y="694578"/>
                    <a:pt x="104412" y="702737"/>
                    <a:pt x="101693" y="710895"/>
                  </a:cubicBezTo>
                  <a:cubicBezTo>
                    <a:pt x="101693" y="721774"/>
                    <a:pt x="96253" y="732653"/>
                    <a:pt x="85375" y="732653"/>
                  </a:cubicBezTo>
                  <a:cubicBezTo>
                    <a:pt x="77216" y="732653"/>
                    <a:pt x="74496" y="729933"/>
                    <a:pt x="69057" y="727214"/>
                  </a:cubicBezTo>
                  <a:cubicBezTo>
                    <a:pt x="63618" y="724494"/>
                    <a:pt x="60898" y="716335"/>
                    <a:pt x="60898" y="710895"/>
                  </a:cubicBezTo>
                  <a:cubicBezTo>
                    <a:pt x="58178" y="702737"/>
                    <a:pt x="58178" y="697297"/>
                    <a:pt x="58178" y="691858"/>
                  </a:cubicBezTo>
                  <a:cubicBezTo>
                    <a:pt x="58178" y="683699"/>
                    <a:pt x="60898" y="678260"/>
                    <a:pt x="60898" y="664661"/>
                  </a:cubicBezTo>
                  <a:cubicBezTo>
                    <a:pt x="60898" y="656502"/>
                    <a:pt x="60898" y="632026"/>
                    <a:pt x="60898" y="607549"/>
                  </a:cubicBezTo>
                  <a:cubicBezTo>
                    <a:pt x="60898" y="574913"/>
                    <a:pt x="60898" y="542277"/>
                    <a:pt x="63618" y="528679"/>
                  </a:cubicBezTo>
                  <a:cubicBezTo>
                    <a:pt x="63618" y="520520"/>
                    <a:pt x="63618" y="509641"/>
                    <a:pt x="69057" y="504202"/>
                  </a:cubicBezTo>
                  <a:cubicBezTo>
                    <a:pt x="71777" y="501482"/>
                    <a:pt x="71777" y="498762"/>
                    <a:pt x="74496" y="493323"/>
                  </a:cubicBezTo>
                  <a:cubicBezTo>
                    <a:pt x="77216" y="490603"/>
                    <a:pt x="79936" y="487884"/>
                    <a:pt x="82655" y="487884"/>
                  </a:cubicBezTo>
                  <a:cubicBezTo>
                    <a:pt x="85375" y="487884"/>
                    <a:pt x="90814" y="490603"/>
                    <a:pt x="90814" y="493323"/>
                  </a:cubicBezTo>
                  <a:cubicBezTo>
                    <a:pt x="93534" y="498762"/>
                    <a:pt x="98973" y="506921"/>
                    <a:pt x="98973" y="512361"/>
                  </a:cubicBezTo>
                  <a:cubicBezTo>
                    <a:pt x="98973" y="520520"/>
                    <a:pt x="101693" y="536838"/>
                    <a:pt x="101693" y="555875"/>
                  </a:cubicBezTo>
                  <a:cubicBezTo>
                    <a:pt x="101693" y="569473"/>
                    <a:pt x="101693" y="583072"/>
                    <a:pt x="101693" y="596670"/>
                  </a:cubicBezTo>
                  <a:cubicBezTo>
                    <a:pt x="101693" y="607549"/>
                    <a:pt x="104412" y="618427"/>
                    <a:pt x="109852" y="626586"/>
                  </a:cubicBezTo>
                  <a:cubicBezTo>
                    <a:pt x="115291" y="637465"/>
                    <a:pt x="123450" y="642904"/>
                    <a:pt x="128889" y="651063"/>
                  </a:cubicBezTo>
                  <a:cubicBezTo>
                    <a:pt x="137048" y="661942"/>
                    <a:pt x="139768" y="667381"/>
                    <a:pt x="153366" y="670101"/>
                  </a:cubicBezTo>
                  <a:cubicBezTo>
                    <a:pt x="161525" y="670101"/>
                    <a:pt x="183283" y="678260"/>
                    <a:pt x="196881" y="678260"/>
                  </a:cubicBezTo>
                  <a:cubicBezTo>
                    <a:pt x="207759" y="678260"/>
                    <a:pt x="210479" y="672820"/>
                    <a:pt x="221358" y="667381"/>
                  </a:cubicBezTo>
                  <a:cubicBezTo>
                    <a:pt x="232236" y="661942"/>
                    <a:pt x="245835" y="664661"/>
                    <a:pt x="253994" y="659222"/>
                  </a:cubicBezTo>
                  <a:cubicBezTo>
                    <a:pt x="262153" y="653783"/>
                    <a:pt x="273031" y="645624"/>
                    <a:pt x="275751" y="637465"/>
                  </a:cubicBezTo>
                  <a:cubicBezTo>
                    <a:pt x="281190" y="629306"/>
                    <a:pt x="281190" y="621147"/>
                    <a:pt x="281190" y="615708"/>
                  </a:cubicBezTo>
                  <a:cubicBezTo>
                    <a:pt x="281190" y="610268"/>
                    <a:pt x="281190" y="607549"/>
                    <a:pt x="278471" y="602109"/>
                  </a:cubicBezTo>
                  <a:cubicBezTo>
                    <a:pt x="275751" y="591231"/>
                    <a:pt x="267592" y="583072"/>
                    <a:pt x="262153" y="572193"/>
                  </a:cubicBezTo>
                  <a:cubicBezTo>
                    <a:pt x="256713" y="561314"/>
                    <a:pt x="253994" y="547716"/>
                    <a:pt x="245835" y="536838"/>
                  </a:cubicBezTo>
                  <a:cubicBezTo>
                    <a:pt x="232236" y="515080"/>
                    <a:pt x="213199" y="498762"/>
                    <a:pt x="196881" y="477005"/>
                  </a:cubicBezTo>
                  <a:cubicBezTo>
                    <a:pt x="180563" y="457968"/>
                    <a:pt x="164245" y="438930"/>
                    <a:pt x="145207" y="419892"/>
                  </a:cubicBezTo>
                  <a:cubicBezTo>
                    <a:pt x="126170" y="400855"/>
                    <a:pt x="109852" y="379098"/>
                    <a:pt x="93534" y="357340"/>
                  </a:cubicBezTo>
                  <a:cubicBezTo>
                    <a:pt x="77216" y="335583"/>
                    <a:pt x="71777" y="308387"/>
                    <a:pt x="66337" y="283910"/>
                  </a:cubicBezTo>
                  <a:cubicBezTo>
                    <a:pt x="63618" y="267592"/>
                    <a:pt x="58178" y="245834"/>
                    <a:pt x="58178" y="224077"/>
                  </a:cubicBezTo>
                  <a:cubicBezTo>
                    <a:pt x="58178" y="194161"/>
                    <a:pt x="69057" y="175123"/>
                    <a:pt x="82655" y="150647"/>
                  </a:cubicBezTo>
                  <a:cubicBezTo>
                    <a:pt x="96253" y="128889"/>
                    <a:pt x="115291" y="109852"/>
                    <a:pt x="137048" y="96253"/>
                  </a:cubicBezTo>
                  <a:cubicBezTo>
                    <a:pt x="158806" y="82655"/>
                    <a:pt x="172404" y="79936"/>
                    <a:pt x="196881" y="77216"/>
                  </a:cubicBezTo>
                  <a:cubicBezTo>
                    <a:pt x="210479" y="77216"/>
                    <a:pt x="215918" y="69057"/>
                    <a:pt x="232236" y="69057"/>
                  </a:cubicBezTo>
                  <a:cubicBezTo>
                    <a:pt x="243115" y="69057"/>
                    <a:pt x="251274" y="71776"/>
                    <a:pt x="262153" y="74496"/>
                  </a:cubicBezTo>
                  <a:cubicBezTo>
                    <a:pt x="273031" y="77216"/>
                    <a:pt x="283910" y="82655"/>
                    <a:pt x="294789" y="85375"/>
                  </a:cubicBezTo>
                  <a:cubicBezTo>
                    <a:pt x="308387" y="90814"/>
                    <a:pt x="319265" y="96253"/>
                    <a:pt x="327424" y="104412"/>
                  </a:cubicBezTo>
                  <a:cubicBezTo>
                    <a:pt x="327424" y="90814"/>
                    <a:pt x="327424" y="79936"/>
                    <a:pt x="332864" y="74496"/>
                  </a:cubicBezTo>
                  <a:cubicBezTo>
                    <a:pt x="335583" y="71776"/>
                    <a:pt x="335583" y="69057"/>
                    <a:pt x="338303" y="63618"/>
                  </a:cubicBezTo>
                  <a:cubicBezTo>
                    <a:pt x="341023" y="60898"/>
                    <a:pt x="346462" y="58178"/>
                    <a:pt x="349182" y="58178"/>
                  </a:cubicBezTo>
                  <a:cubicBezTo>
                    <a:pt x="351901" y="58178"/>
                    <a:pt x="357341" y="60898"/>
                    <a:pt x="357341" y="63618"/>
                  </a:cubicBezTo>
                  <a:cubicBezTo>
                    <a:pt x="360060" y="69057"/>
                    <a:pt x="365500" y="77216"/>
                    <a:pt x="365500" y="82655"/>
                  </a:cubicBezTo>
                  <a:cubicBezTo>
                    <a:pt x="365500" y="90814"/>
                    <a:pt x="368219" y="123450"/>
                    <a:pt x="368219" y="142488"/>
                  </a:cubicBezTo>
                  <a:cubicBezTo>
                    <a:pt x="368219" y="158806"/>
                    <a:pt x="368219" y="177843"/>
                    <a:pt x="368219" y="188722"/>
                  </a:cubicBezTo>
                  <a:cubicBezTo>
                    <a:pt x="368219" y="213199"/>
                    <a:pt x="370939" y="224077"/>
                    <a:pt x="370939" y="245834"/>
                  </a:cubicBezTo>
                  <a:cubicBezTo>
                    <a:pt x="370939" y="256713"/>
                    <a:pt x="370939" y="286629"/>
                    <a:pt x="354621" y="286629"/>
                  </a:cubicBezTo>
                  <a:cubicBezTo>
                    <a:pt x="346462" y="286629"/>
                    <a:pt x="343742" y="283910"/>
                    <a:pt x="338303" y="281190"/>
                  </a:cubicBezTo>
                  <a:cubicBezTo>
                    <a:pt x="332864" y="278470"/>
                    <a:pt x="330144" y="270311"/>
                    <a:pt x="330144" y="264872"/>
                  </a:cubicBezTo>
                  <a:cubicBezTo>
                    <a:pt x="327424" y="256713"/>
                    <a:pt x="327424" y="251274"/>
                    <a:pt x="327424" y="248554"/>
                  </a:cubicBezTo>
                  <a:cubicBezTo>
                    <a:pt x="327424" y="240395"/>
                    <a:pt x="330144" y="234956"/>
                    <a:pt x="330144" y="221357"/>
                  </a:cubicBezTo>
                  <a:cubicBezTo>
                    <a:pt x="330144" y="213199"/>
                    <a:pt x="330144" y="202320"/>
                    <a:pt x="330144" y="188722"/>
                  </a:cubicBezTo>
                  <a:cubicBezTo>
                    <a:pt x="330144" y="180563"/>
                    <a:pt x="327424" y="172404"/>
                    <a:pt x="327424" y="164245"/>
                  </a:cubicBezTo>
                  <a:cubicBezTo>
                    <a:pt x="324705" y="153366"/>
                    <a:pt x="319265" y="142488"/>
                    <a:pt x="311107" y="134329"/>
                  </a:cubicBezTo>
                  <a:cubicBezTo>
                    <a:pt x="302948" y="126170"/>
                    <a:pt x="294789" y="120730"/>
                    <a:pt x="283910" y="118011"/>
                  </a:cubicBezTo>
                  <a:cubicBezTo>
                    <a:pt x="275751" y="115291"/>
                    <a:pt x="262153" y="112571"/>
                    <a:pt x="251274" y="112571"/>
                  </a:cubicBezTo>
                  <a:cubicBezTo>
                    <a:pt x="237676" y="112571"/>
                    <a:pt x="224077" y="115291"/>
                    <a:pt x="215918" y="123450"/>
                  </a:cubicBezTo>
                  <a:cubicBezTo>
                    <a:pt x="207759" y="128889"/>
                    <a:pt x="205040" y="139768"/>
                    <a:pt x="202320" y="147927"/>
                  </a:cubicBezTo>
                  <a:cubicBezTo>
                    <a:pt x="196881" y="158806"/>
                    <a:pt x="191442" y="166964"/>
                    <a:pt x="188722" y="180563"/>
                  </a:cubicBezTo>
                  <a:cubicBezTo>
                    <a:pt x="186002" y="191441"/>
                    <a:pt x="183283" y="199600"/>
                    <a:pt x="183283" y="210479"/>
                  </a:cubicBezTo>
                  <a:cubicBezTo>
                    <a:pt x="183283" y="215918"/>
                    <a:pt x="186002" y="221357"/>
                    <a:pt x="188722" y="226797"/>
                  </a:cubicBezTo>
                  <a:cubicBezTo>
                    <a:pt x="191442" y="234956"/>
                    <a:pt x="188722" y="243115"/>
                    <a:pt x="188722" y="248554"/>
                  </a:cubicBezTo>
                  <a:cubicBezTo>
                    <a:pt x="191442" y="259433"/>
                    <a:pt x="202320" y="264872"/>
                    <a:pt x="210479" y="273031"/>
                  </a:cubicBezTo>
                  <a:cubicBezTo>
                    <a:pt x="218638" y="281190"/>
                    <a:pt x="221358" y="292069"/>
                    <a:pt x="226797" y="300228"/>
                  </a:cubicBezTo>
                  <a:cubicBezTo>
                    <a:pt x="234956" y="311106"/>
                    <a:pt x="245835" y="321985"/>
                    <a:pt x="256713" y="332864"/>
                  </a:cubicBezTo>
                  <a:cubicBezTo>
                    <a:pt x="259433" y="338303"/>
                    <a:pt x="267592" y="343742"/>
                    <a:pt x="275751" y="351901"/>
                  </a:cubicBezTo>
                  <a:cubicBezTo>
                    <a:pt x="292069" y="368219"/>
                    <a:pt x="311107" y="384537"/>
                    <a:pt x="324705" y="400855"/>
                  </a:cubicBezTo>
                  <a:cubicBezTo>
                    <a:pt x="332864" y="409014"/>
                    <a:pt x="335583" y="419892"/>
                    <a:pt x="343742" y="428051"/>
                  </a:cubicBezTo>
                  <a:cubicBezTo>
                    <a:pt x="346462" y="430771"/>
                    <a:pt x="349182" y="430771"/>
                    <a:pt x="351901" y="433491"/>
                  </a:cubicBezTo>
                  <a:cubicBezTo>
                    <a:pt x="354621" y="436210"/>
                    <a:pt x="357341" y="441650"/>
                    <a:pt x="360060" y="447089"/>
                  </a:cubicBezTo>
                  <a:cubicBezTo>
                    <a:pt x="368219" y="455248"/>
                    <a:pt x="376378" y="463407"/>
                    <a:pt x="384537" y="474286"/>
                  </a:cubicBezTo>
                  <a:cubicBezTo>
                    <a:pt x="389977" y="482445"/>
                    <a:pt x="392696" y="496043"/>
                    <a:pt x="395416" y="506921"/>
                  </a:cubicBezTo>
                  <a:cubicBezTo>
                    <a:pt x="400855" y="517800"/>
                    <a:pt x="400855" y="528679"/>
                    <a:pt x="406295" y="536838"/>
                  </a:cubicBezTo>
                  <a:cubicBezTo>
                    <a:pt x="409014" y="539557"/>
                    <a:pt x="409014" y="544997"/>
                    <a:pt x="409014" y="547716"/>
                  </a:cubicBezTo>
                  <a:cubicBezTo>
                    <a:pt x="409014" y="555875"/>
                    <a:pt x="406295" y="561314"/>
                    <a:pt x="406295" y="569473"/>
                  </a:cubicBezTo>
                  <a:cubicBezTo>
                    <a:pt x="406295" y="574913"/>
                    <a:pt x="403575" y="577632"/>
                    <a:pt x="403575" y="583072"/>
                  </a:cubicBezTo>
                  <a:lnTo>
                    <a:pt x="403575" y="583072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CBF0EF0C-24AA-A78A-C65F-D892972B7CEF}"/>
                </a:ext>
              </a:extLst>
            </p:cNvPr>
            <p:cNvSpPr/>
            <p:nvPr/>
          </p:nvSpPr>
          <p:spPr>
            <a:xfrm>
              <a:off x="2456032" y="4192158"/>
              <a:ext cx="571128" cy="761503"/>
            </a:xfrm>
            <a:custGeom>
              <a:avLst/>
              <a:gdLst>
                <a:gd name="connsiteX0" fmla="*/ 512361 w 571128"/>
                <a:gd name="connsiteY0" fmla="*/ 79936 h 761503"/>
                <a:gd name="connsiteX1" fmla="*/ 539558 w 571128"/>
                <a:gd name="connsiteY1" fmla="*/ 96253 h 761503"/>
                <a:gd name="connsiteX2" fmla="*/ 534118 w 571128"/>
                <a:gd name="connsiteY2" fmla="*/ 112571 h 761503"/>
                <a:gd name="connsiteX3" fmla="*/ 523240 w 571128"/>
                <a:gd name="connsiteY3" fmla="*/ 120730 h 761503"/>
                <a:gd name="connsiteX4" fmla="*/ 506922 w 571128"/>
                <a:gd name="connsiteY4" fmla="*/ 123450 h 761503"/>
                <a:gd name="connsiteX5" fmla="*/ 477006 w 571128"/>
                <a:gd name="connsiteY5" fmla="*/ 123450 h 761503"/>
                <a:gd name="connsiteX6" fmla="*/ 479725 w 571128"/>
                <a:gd name="connsiteY6" fmla="*/ 145207 h 761503"/>
                <a:gd name="connsiteX7" fmla="*/ 477006 w 571128"/>
                <a:gd name="connsiteY7" fmla="*/ 180563 h 761503"/>
                <a:gd name="connsiteX8" fmla="*/ 482445 w 571128"/>
                <a:gd name="connsiteY8" fmla="*/ 232236 h 761503"/>
                <a:gd name="connsiteX9" fmla="*/ 485165 w 571128"/>
                <a:gd name="connsiteY9" fmla="*/ 283910 h 761503"/>
                <a:gd name="connsiteX10" fmla="*/ 485165 w 571128"/>
                <a:gd name="connsiteY10" fmla="*/ 327424 h 761503"/>
                <a:gd name="connsiteX11" fmla="*/ 487884 w 571128"/>
                <a:gd name="connsiteY11" fmla="*/ 373658 h 761503"/>
                <a:gd name="connsiteX12" fmla="*/ 485165 w 571128"/>
                <a:gd name="connsiteY12" fmla="*/ 419892 h 761503"/>
                <a:gd name="connsiteX13" fmla="*/ 485165 w 571128"/>
                <a:gd name="connsiteY13" fmla="*/ 463407 h 761503"/>
                <a:gd name="connsiteX14" fmla="*/ 482445 w 571128"/>
                <a:gd name="connsiteY14" fmla="*/ 515080 h 761503"/>
                <a:gd name="connsiteX15" fmla="*/ 482445 w 571128"/>
                <a:gd name="connsiteY15" fmla="*/ 558595 h 761503"/>
                <a:gd name="connsiteX16" fmla="*/ 479725 w 571128"/>
                <a:gd name="connsiteY16" fmla="*/ 602109 h 761503"/>
                <a:gd name="connsiteX17" fmla="*/ 485165 w 571128"/>
                <a:gd name="connsiteY17" fmla="*/ 648343 h 761503"/>
                <a:gd name="connsiteX18" fmla="*/ 474286 w 571128"/>
                <a:gd name="connsiteY18" fmla="*/ 675540 h 761503"/>
                <a:gd name="connsiteX19" fmla="*/ 428052 w 571128"/>
                <a:gd name="connsiteY19" fmla="*/ 691858 h 761503"/>
                <a:gd name="connsiteX20" fmla="*/ 387257 w 571128"/>
                <a:gd name="connsiteY20" fmla="*/ 683699 h 761503"/>
                <a:gd name="connsiteX21" fmla="*/ 351901 w 571128"/>
                <a:gd name="connsiteY21" fmla="*/ 664661 h 761503"/>
                <a:gd name="connsiteX22" fmla="*/ 305667 w 571128"/>
                <a:gd name="connsiteY22" fmla="*/ 596670 h 761503"/>
                <a:gd name="connsiteX23" fmla="*/ 270312 w 571128"/>
                <a:gd name="connsiteY23" fmla="*/ 509641 h 761503"/>
                <a:gd name="connsiteX24" fmla="*/ 251274 w 571128"/>
                <a:gd name="connsiteY24" fmla="*/ 460687 h 761503"/>
                <a:gd name="connsiteX25" fmla="*/ 224077 w 571128"/>
                <a:gd name="connsiteY25" fmla="*/ 381817 h 761503"/>
                <a:gd name="connsiteX26" fmla="*/ 207759 w 571128"/>
                <a:gd name="connsiteY26" fmla="*/ 330144 h 761503"/>
                <a:gd name="connsiteX27" fmla="*/ 191442 w 571128"/>
                <a:gd name="connsiteY27" fmla="*/ 286629 h 761503"/>
                <a:gd name="connsiteX28" fmla="*/ 183283 w 571128"/>
                <a:gd name="connsiteY28" fmla="*/ 278470 h 761503"/>
                <a:gd name="connsiteX29" fmla="*/ 180563 w 571128"/>
                <a:gd name="connsiteY29" fmla="*/ 292069 h 761503"/>
                <a:gd name="connsiteX30" fmla="*/ 180563 w 571128"/>
                <a:gd name="connsiteY30" fmla="*/ 305667 h 761503"/>
                <a:gd name="connsiteX31" fmla="*/ 183283 w 571128"/>
                <a:gd name="connsiteY31" fmla="*/ 354621 h 761503"/>
                <a:gd name="connsiteX32" fmla="*/ 188722 w 571128"/>
                <a:gd name="connsiteY32" fmla="*/ 449809 h 761503"/>
                <a:gd name="connsiteX33" fmla="*/ 188722 w 571128"/>
                <a:gd name="connsiteY33" fmla="*/ 479725 h 761503"/>
                <a:gd name="connsiteX34" fmla="*/ 188722 w 571128"/>
                <a:gd name="connsiteY34" fmla="*/ 542277 h 761503"/>
                <a:gd name="connsiteX35" fmla="*/ 186002 w 571128"/>
                <a:gd name="connsiteY35" fmla="*/ 615708 h 761503"/>
                <a:gd name="connsiteX36" fmla="*/ 186002 w 571128"/>
                <a:gd name="connsiteY36" fmla="*/ 637465 h 761503"/>
                <a:gd name="connsiteX37" fmla="*/ 183283 w 571128"/>
                <a:gd name="connsiteY37" fmla="*/ 664661 h 761503"/>
                <a:gd name="connsiteX38" fmla="*/ 226797 w 571128"/>
                <a:gd name="connsiteY38" fmla="*/ 664661 h 761503"/>
                <a:gd name="connsiteX39" fmla="*/ 253994 w 571128"/>
                <a:gd name="connsiteY39" fmla="*/ 680979 h 761503"/>
                <a:gd name="connsiteX40" fmla="*/ 248554 w 571128"/>
                <a:gd name="connsiteY40" fmla="*/ 697297 h 761503"/>
                <a:gd name="connsiteX41" fmla="*/ 234956 w 571128"/>
                <a:gd name="connsiteY41" fmla="*/ 705456 h 761503"/>
                <a:gd name="connsiteX42" fmla="*/ 218638 w 571128"/>
                <a:gd name="connsiteY42" fmla="*/ 708176 h 761503"/>
                <a:gd name="connsiteX43" fmla="*/ 183283 w 571128"/>
                <a:gd name="connsiteY43" fmla="*/ 708176 h 761503"/>
                <a:gd name="connsiteX44" fmla="*/ 150647 w 571128"/>
                <a:gd name="connsiteY44" fmla="*/ 708176 h 761503"/>
                <a:gd name="connsiteX45" fmla="*/ 107132 w 571128"/>
                <a:gd name="connsiteY45" fmla="*/ 708176 h 761503"/>
                <a:gd name="connsiteX46" fmla="*/ 88094 w 571128"/>
                <a:gd name="connsiteY46" fmla="*/ 708176 h 761503"/>
                <a:gd name="connsiteX47" fmla="*/ 69057 w 571128"/>
                <a:gd name="connsiteY47" fmla="*/ 702737 h 761503"/>
                <a:gd name="connsiteX48" fmla="*/ 58178 w 571128"/>
                <a:gd name="connsiteY48" fmla="*/ 686419 h 761503"/>
                <a:gd name="connsiteX49" fmla="*/ 60898 w 571128"/>
                <a:gd name="connsiteY49" fmla="*/ 678260 h 761503"/>
                <a:gd name="connsiteX50" fmla="*/ 77216 w 571128"/>
                <a:gd name="connsiteY50" fmla="*/ 670101 h 761503"/>
                <a:gd name="connsiteX51" fmla="*/ 120730 w 571128"/>
                <a:gd name="connsiteY51" fmla="*/ 664661 h 761503"/>
                <a:gd name="connsiteX52" fmla="*/ 131609 w 571128"/>
                <a:gd name="connsiteY52" fmla="*/ 664661 h 761503"/>
                <a:gd name="connsiteX53" fmla="*/ 134329 w 571128"/>
                <a:gd name="connsiteY53" fmla="*/ 539557 h 761503"/>
                <a:gd name="connsiteX54" fmla="*/ 134329 w 571128"/>
                <a:gd name="connsiteY54" fmla="*/ 504202 h 761503"/>
                <a:gd name="connsiteX55" fmla="*/ 131609 w 571128"/>
                <a:gd name="connsiteY55" fmla="*/ 376378 h 761503"/>
                <a:gd name="connsiteX56" fmla="*/ 131609 w 571128"/>
                <a:gd name="connsiteY56" fmla="*/ 302947 h 761503"/>
                <a:gd name="connsiteX57" fmla="*/ 134329 w 571128"/>
                <a:gd name="connsiteY57" fmla="*/ 221357 h 761503"/>
                <a:gd name="connsiteX58" fmla="*/ 137048 w 571128"/>
                <a:gd name="connsiteY58" fmla="*/ 123450 h 761503"/>
                <a:gd name="connsiteX59" fmla="*/ 107132 w 571128"/>
                <a:gd name="connsiteY59" fmla="*/ 123450 h 761503"/>
                <a:gd name="connsiteX60" fmla="*/ 88094 w 571128"/>
                <a:gd name="connsiteY60" fmla="*/ 123450 h 761503"/>
                <a:gd name="connsiteX61" fmla="*/ 69057 w 571128"/>
                <a:gd name="connsiteY61" fmla="*/ 118011 h 761503"/>
                <a:gd name="connsiteX62" fmla="*/ 58178 w 571128"/>
                <a:gd name="connsiteY62" fmla="*/ 101693 h 761503"/>
                <a:gd name="connsiteX63" fmla="*/ 60898 w 571128"/>
                <a:gd name="connsiteY63" fmla="*/ 93534 h 761503"/>
                <a:gd name="connsiteX64" fmla="*/ 77216 w 571128"/>
                <a:gd name="connsiteY64" fmla="*/ 85375 h 761503"/>
                <a:gd name="connsiteX65" fmla="*/ 131609 w 571128"/>
                <a:gd name="connsiteY65" fmla="*/ 79936 h 761503"/>
                <a:gd name="connsiteX66" fmla="*/ 161525 w 571128"/>
                <a:gd name="connsiteY66" fmla="*/ 79936 h 761503"/>
                <a:gd name="connsiteX67" fmla="*/ 177843 w 571128"/>
                <a:gd name="connsiteY67" fmla="*/ 66337 h 761503"/>
                <a:gd name="connsiteX68" fmla="*/ 202320 w 571128"/>
                <a:gd name="connsiteY68" fmla="*/ 58178 h 761503"/>
                <a:gd name="connsiteX69" fmla="*/ 234956 w 571128"/>
                <a:gd name="connsiteY69" fmla="*/ 77216 h 761503"/>
                <a:gd name="connsiteX70" fmla="*/ 251274 w 571128"/>
                <a:gd name="connsiteY70" fmla="*/ 107132 h 761503"/>
                <a:gd name="connsiteX71" fmla="*/ 267592 w 571128"/>
                <a:gd name="connsiteY71" fmla="*/ 147927 h 761503"/>
                <a:gd name="connsiteX72" fmla="*/ 281190 w 571128"/>
                <a:gd name="connsiteY72" fmla="*/ 183282 h 761503"/>
                <a:gd name="connsiteX73" fmla="*/ 297508 w 571128"/>
                <a:gd name="connsiteY73" fmla="*/ 224077 h 761503"/>
                <a:gd name="connsiteX74" fmla="*/ 308387 w 571128"/>
                <a:gd name="connsiteY74" fmla="*/ 264872 h 761503"/>
                <a:gd name="connsiteX75" fmla="*/ 319265 w 571128"/>
                <a:gd name="connsiteY75" fmla="*/ 300228 h 761503"/>
                <a:gd name="connsiteX76" fmla="*/ 351901 w 571128"/>
                <a:gd name="connsiteY76" fmla="*/ 379098 h 761503"/>
                <a:gd name="connsiteX77" fmla="*/ 365500 w 571128"/>
                <a:gd name="connsiteY77" fmla="*/ 417173 h 761503"/>
                <a:gd name="connsiteX78" fmla="*/ 379098 w 571128"/>
                <a:gd name="connsiteY78" fmla="*/ 457968 h 761503"/>
                <a:gd name="connsiteX79" fmla="*/ 395416 w 571128"/>
                <a:gd name="connsiteY79" fmla="*/ 496043 h 761503"/>
                <a:gd name="connsiteX80" fmla="*/ 406295 w 571128"/>
                <a:gd name="connsiteY80" fmla="*/ 512361 h 761503"/>
                <a:gd name="connsiteX81" fmla="*/ 411734 w 571128"/>
                <a:gd name="connsiteY81" fmla="*/ 531398 h 761503"/>
                <a:gd name="connsiteX82" fmla="*/ 419893 w 571128"/>
                <a:gd name="connsiteY82" fmla="*/ 558595 h 761503"/>
                <a:gd name="connsiteX83" fmla="*/ 425332 w 571128"/>
                <a:gd name="connsiteY83" fmla="*/ 564034 h 761503"/>
                <a:gd name="connsiteX84" fmla="*/ 430771 w 571128"/>
                <a:gd name="connsiteY84" fmla="*/ 558595 h 761503"/>
                <a:gd name="connsiteX85" fmla="*/ 430771 w 571128"/>
                <a:gd name="connsiteY85" fmla="*/ 550436 h 761503"/>
                <a:gd name="connsiteX86" fmla="*/ 430771 w 571128"/>
                <a:gd name="connsiteY86" fmla="*/ 501482 h 761503"/>
                <a:gd name="connsiteX87" fmla="*/ 430771 w 571128"/>
                <a:gd name="connsiteY87" fmla="*/ 403575 h 761503"/>
                <a:gd name="connsiteX88" fmla="*/ 425332 w 571128"/>
                <a:gd name="connsiteY88" fmla="*/ 313826 h 761503"/>
                <a:gd name="connsiteX89" fmla="*/ 425332 w 571128"/>
                <a:gd name="connsiteY89" fmla="*/ 248554 h 761503"/>
                <a:gd name="connsiteX90" fmla="*/ 425332 w 571128"/>
                <a:gd name="connsiteY90" fmla="*/ 210479 h 761503"/>
                <a:gd name="connsiteX91" fmla="*/ 422613 w 571128"/>
                <a:gd name="connsiteY91" fmla="*/ 153366 h 761503"/>
                <a:gd name="connsiteX92" fmla="*/ 425332 w 571128"/>
                <a:gd name="connsiteY92" fmla="*/ 123450 h 761503"/>
                <a:gd name="connsiteX93" fmla="*/ 398136 w 571128"/>
                <a:gd name="connsiteY93" fmla="*/ 123450 h 761503"/>
                <a:gd name="connsiteX94" fmla="*/ 379098 w 571128"/>
                <a:gd name="connsiteY94" fmla="*/ 123450 h 761503"/>
                <a:gd name="connsiteX95" fmla="*/ 360060 w 571128"/>
                <a:gd name="connsiteY95" fmla="*/ 118011 h 761503"/>
                <a:gd name="connsiteX96" fmla="*/ 349182 w 571128"/>
                <a:gd name="connsiteY96" fmla="*/ 101693 h 761503"/>
                <a:gd name="connsiteX97" fmla="*/ 351901 w 571128"/>
                <a:gd name="connsiteY97" fmla="*/ 93534 h 761503"/>
                <a:gd name="connsiteX98" fmla="*/ 368219 w 571128"/>
                <a:gd name="connsiteY98" fmla="*/ 85375 h 761503"/>
                <a:gd name="connsiteX99" fmla="*/ 422613 w 571128"/>
                <a:gd name="connsiteY99" fmla="*/ 79936 h 761503"/>
                <a:gd name="connsiteX100" fmla="*/ 444370 w 571128"/>
                <a:gd name="connsiteY100" fmla="*/ 79936 h 761503"/>
                <a:gd name="connsiteX101" fmla="*/ 463407 w 571128"/>
                <a:gd name="connsiteY101" fmla="*/ 71776 h 761503"/>
                <a:gd name="connsiteX102" fmla="*/ 477006 w 571128"/>
                <a:gd name="connsiteY102" fmla="*/ 79936 h 761503"/>
                <a:gd name="connsiteX103" fmla="*/ 512361 w 571128"/>
                <a:gd name="connsiteY103" fmla="*/ 79936 h 761503"/>
                <a:gd name="connsiteX104" fmla="*/ 512361 w 571128"/>
                <a:gd name="connsiteY104" fmla="*/ 79936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571128" h="761503">
                  <a:moveTo>
                    <a:pt x="512361" y="79936"/>
                  </a:moveTo>
                  <a:cubicBezTo>
                    <a:pt x="520520" y="79936"/>
                    <a:pt x="539558" y="79936"/>
                    <a:pt x="539558" y="96253"/>
                  </a:cubicBezTo>
                  <a:cubicBezTo>
                    <a:pt x="539558" y="104412"/>
                    <a:pt x="539558" y="107132"/>
                    <a:pt x="534118" y="112571"/>
                  </a:cubicBezTo>
                  <a:cubicBezTo>
                    <a:pt x="531399" y="118011"/>
                    <a:pt x="525960" y="120730"/>
                    <a:pt x="523240" y="120730"/>
                  </a:cubicBezTo>
                  <a:cubicBezTo>
                    <a:pt x="515081" y="123450"/>
                    <a:pt x="512361" y="123450"/>
                    <a:pt x="506922" y="123450"/>
                  </a:cubicBezTo>
                  <a:cubicBezTo>
                    <a:pt x="504202" y="123450"/>
                    <a:pt x="490604" y="123450"/>
                    <a:pt x="477006" y="123450"/>
                  </a:cubicBezTo>
                  <a:cubicBezTo>
                    <a:pt x="477006" y="131609"/>
                    <a:pt x="479725" y="137048"/>
                    <a:pt x="479725" y="145207"/>
                  </a:cubicBezTo>
                  <a:cubicBezTo>
                    <a:pt x="479725" y="156086"/>
                    <a:pt x="477006" y="166964"/>
                    <a:pt x="477006" y="180563"/>
                  </a:cubicBezTo>
                  <a:cubicBezTo>
                    <a:pt x="477006" y="196881"/>
                    <a:pt x="479725" y="215918"/>
                    <a:pt x="482445" y="232236"/>
                  </a:cubicBezTo>
                  <a:cubicBezTo>
                    <a:pt x="485165" y="248554"/>
                    <a:pt x="485165" y="267592"/>
                    <a:pt x="485165" y="283910"/>
                  </a:cubicBezTo>
                  <a:cubicBezTo>
                    <a:pt x="485165" y="297508"/>
                    <a:pt x="485165" y="313826"/>
                    <a:pt x="485165" y="327424"/>
                  </a:cubicBezTo>
                  <a:cubicBezTo>
                    <a:pt x="485165" y="343742"/>
                    <a:pt x="487884" y="357340"/>
                    <a:pt x="487884" y="373658"/>
                  </a:cubicBezTo>
                  <a:cubicBezTo>
                    <a:pt x="487884" y="389976"/>
                    <a:pt x="485165" y="403575"/>
                    <a:pt x="485165" y="419892"/>
                  </a:cubicBezTo>
                  <a:cubicBezTo>
                    <a:pt x="485165" y="436210"/>
                    <a:pt x="485165" y="449809"/>
                    <a:pt x="485165" y="463407"/>
                  </a:cubicBezTo>
                  <a:cubicBezTo>
                    <a:pt x="485165" y="479725"/>
                    <a:pt x="485165" y="498762"/>
                    <a:pt x="482445" y="515080"/>
                  </a:cubicBezTo>
                  <a:cubicBezTo>
                    <a:pt x="482445" y="528679"/>
                    <a:pt x="482445" y="542277"/>
                    <a:pt x="482445" y="558595"/>
                  </a:cubicBezTo>
                  <a:cubicBezTo>
                    <a:pt x="482445" y="572193"/>
                    <a:pt x="479725" y="588511"/>
                    <a:pt x="479725" y="602109"/>
                  </a:cubicBezTo>
                  <a:cubicBezTo>
                    <a:pt x="479725" y="615708"/>
                    <a:pt x="485165" y="632026"/>
                    <a:pt x="485165" y="648343"/>
                  </a:cubicBezTo>
                  <a:cubicBezTo>
                    <a:pt x="485165" y="659222"/>
                    <a:pt x="482445" y="670101"/>
                    <a:pt x="474286" y="675540"/>
                  </a:cubicBezTo>
                  <a:cubicBezTo>
                    <a:pt x="460688" y="686419"/>
                    <a:pt x="444370" y="691858"/>
                    <a:pt x="428052" y="691858"/>
                  </a:cubicBezTo>
                  <a:cubicBezTo>
                    <a:pt x="414454" y="691858"/>
                    <a:pt x="400855" y="689138"/>
                    <a:pt x="387257" y="683699"/>
                  </a:cubicBezTo>
                  <a:cubicBezTo>
                    <a:pt x="373659" y="678260"/>
                    <a:pt x="360060" y="672820"/>
                    <a:pt x="351901" y="664661"/>
                  </a:cubicBezTo>
                  <a:cubicBezTo>
                    <a:pt x="330144" y="645624"/>
                    <a:pt x="316546" y="621147"/>
                    <a:pt x="305667" y="596670"/>
                  </a:cubicBezTo>
                  <a:cubicBezTo>
                    <a:pt x="292069" y="569473"/>
                    <a:pt x="281190" y="539557"/>
                    <a:pt x="270312" y="509641"/>
                  </a:cubicBezTo>
                  <a:cubicBezTo>
                    <a:pt x="264872" y="493323"/>
                    <a:pt x="256713" y="477005"/>
                    <a:pt x="251274" y="460687"/>
                  </a:cubicBezTo>
                  <a:cubicBezTo>
                    <a:pt x="240395" y="433491"/>
                    <a:pt x="232236" y="409014"/>
                    <a:pt x="224077" y="381817"/>
                  </a:cubicBezTo>
                  <a:cubicBezTo>
                    <a:pt x="218638" y="365499"/>
                    <a:pt x="213199" y="346462"/>
                    <a:pt x="207759" y="330144"/>
                  </a:cubicBezTo>
                  <a:cubicBezTo>
                    <a:pt x="202320" y="316545"/>
                    <a:pt x="196881" y="300228"/>
                    <a:pt x="191442" y="286629"/>
                  </a:cubicBezTo>
                  <a:cubicBezTo>
                    <a:pt x="188722" y="281190"/>
                    <a:pt x="186002" y="278470"/>
                    <a:pt x="183283" y="278470"/>
                  </a:cubicBezTo>
                  <a:cubicBezTo>
                    <a:pt x="180563" y="278470"/>
                    <a:pt x="180563" y="286629"/>
                    <a:pt x="180563" y="292069"/>
                  </a:cubicBezTo>
                  <a:cubicBezTo>
                    <a:pt x="180563" y="297508"/>
                    <a:pt x="180563" y="302947"/>
                    <a:pt x="180563" y="305667"/>
                  </a:cubicBezTo>
                  <a:cubicBezTo>
                    <a:pt x="180563" y="321985"/>
                    <a:pt x="183283" y="338303"/>
                    <a:pt x="183283" y="354621"/>
                  </a:cubicBezTo>
                  <a:cubicBezTo>
                    <a:pt x="183283" y="387257"/>
                    <a:pt x="186002" y="417173"/>
                    <a:pt x="188722" y="449809"/>
                  </a:cubicBezTo>
                  <a:cubicBezTo>
                    <a:pt x="188722" y="460687"/>
                    <a:pt x="188722" y="468846"/>
                    <a:pt x="188722" y="479725"/>
                  </a:cubicBezTo>
                  <a:cubicBezTo>
                    <a:pt x="188722" y="501482"/>
                    <a:pt x="188722" y="523239"/>
                    <a:pt x="188722" y="542277"/>
                  </a:cubicBezTo>
                  <a:cubicBezTo>
                    <a:pt x="188722" y="566754"/>
                    <a:pt x="186002" y="591231"/>
                    <a:pt x="186002" y="615708"/>
                  </a:cubicBezTo>
                  <a:cubicBezTo>
                    <a:pt x="186002" y="623867"/>
                    <a:pt x="186002" y="632026"/>
                    <a:pt x="186002" y="637465"/>
                  </a:cubicBezTo>
                  <a:cubicBezTo>
                    <a:pt x="186002" y="645624"/>
                    <a:pt x="183283" y="656502"/>
                    <a:pt x="183283" y="664661"/>
                  </a:cubicBezTo>
                  <a:cubicBezTo>
                    <a:pt x="202320" y="664661"/>
                    <a:pt x="218638" y="664661"/>
                    <a:pt x="226797" y="664661"/>
                  </a:cubicBezTo>
                  <a:cubicBezTo>
                    <a:pt x="234956" y="664661"/>
                    <a:pt x="253994" y="664661"/>
                    <a:pt x="253994" y="680979"/>
                  </a:cubicBezTo>
                  <a:cubicBezTo>
                    <a:pt x="253994" y="689138"/>
                    <a:pt x="253994" y="691858"/>
                    <a:pt x="248554" y="697297"/>
                  </a:cubicBezTo>
                  <a:cubicBezTo>
                    <a:pt x="245835" y="702737"/>
                    <a:pt x="240395" y="705456"/>
                    <a:pt x="234956" y="705456"/>
                  </a:cubicBezTo>
                  <a:cubicBezTo>
                    <a:pt x="226797" y="708176"/>
                    <a:pt x="224077" y="708176"/>
                    <a:pt x="218638" y="708176"/>
                  </a:cubicBezTo>
                  <a:cubicBezTo>
                    <a:pt x="215918" y="708176"/>
                    <a:pt x="199600" y="708176"/>
                    <a:pt x="183283" y="708176"/>
                  </a:cubicBezTo>
                  <a:cubicBezTo>
                    <a:pt x="166965" y="708176"/>
                    <a:pt x="153366" y="708176"/>
                    <a:pt x="150647" y="708176"/>
                  </a:cubicBezTo>
                  <a:cubicBezTo>
                    <a:pt x="139768" y="708176"/>
                    <a:pt x="120730" y="708176"/>
                    <a:pt x="107132" y="708176"/>
                  </a:cubicBezTo>
                  <a:cubicBezTo>
                    <a:pt x="101693" y="708176"/>
                    <a:pt x="96253" y="708176"/>
                    <a:pt x="88094" y="708176"/>
                  </a:cubicBezTo>
                  <a:cubicBezTo>
                    <a:pt x="82655" y="708176"/>
                    <a:pt x="74496" y="708176"/>
                    <a:pt x="69057" y="702737"/>
                  </a:cubicBezTo>
                  <a:cubicBezTo>
                    <a:pt x="63618" y="700017"/>
                    <a:pt x="58178" y="691858"/>
                    <a:pt x="58178" y="686419"/>
                  </a:cubicBezTo>
                  <a:cubicBezTo>
                    <a:pt x="58178" y="683699"/>
                    <a:pt x="58178" y="680979"/>
                    <a:pt x="60898" y="678260"/>
                  </a:cubicBezTo>
                  <a:cubicBezTo>
                    <a:pt x="63618" y="675540"/>
                    <a:pt x="71777" y="672820"/>
                    <a:pt x="77216" y="670101"/>
                  </a:cubicBezTo>
                  <a:cubicBezTo>
                    <a:pt x="90814" y="667381"/>
                    <a:pt x="115291" y="664661"/>
                    <a:pt x="120730" y="664661"/>
                  </a:cubicBezTo>
                  <a:cubicBezTo>
                    <a:pt x="123450" y="664661"/>
                    <a:pt x="126170" y="664661"/>
                    <a:pt x="131609" y="664661"/>
                  </a:cubicBezTo>
                  <a:cubicBezTo>
                    <a:pt x="131609" y="623867"/>
                    <a:pt x="134329" y="583072"/>
                    <a:pt x="134329" y="539557"/>
                  </a:cubicBezTo>
                  <a:cubicBezTo>
                    <a:pt x="134329" y="528679"/>
                    <a:pt x="134329" y="515080"/>
                    <a:pt x="134329" y="504202"/>
                  </a:cubicBezTo>
                  <a:cubicBezTo>
                    <a:pt x="131609" y="460687"/>
                    <a:pt x="131609" y="417173"/>
                    <a:pt x="131609" y="376378"/>
                  </a:cubicBezTo>
                  <a:cubicBezTo>
                    <a:pt x="131609" y="351901"/>
                    <a:pt x="131609" y="327424"/>
                    <a:pt x="131609" y="302947"/>
                  </a:cubicBezTo>
                  <a:cubicBezTo>
                    <a:pt x="131609" y="275751"/>
                    <a:pt x="131609" y="248554"/>
                    <a:pt x="134329" y="221357"/>
                  </a:cubicBezTo>
                  <a:cubicBezTo>
                    <a:pt x="134329" y="188722"/>
                    <a:pt x="137048" y="156086"/>
                    <a:pt x="137048" y="123450"/>
                  </a:cubicBezTo>
                  <a:cubicBezTo>
                    <a:pt x="126170" y="123450"/>
                    <a:pt x="115291" y="123450"/>
                    <a:pt x="107132" y="123450"/>
                  </a:cubicBezTo>
                  <a:cubicBezTo>
                    <a:pt x="101693" y="123450"/>
                    <a:pt x="96253" y="123450"/>
                    <a:pt x="88094" y="123450"/>
                  </a:cubicBezTo>
                  <a:cubicBezTo>
                    <a:pt x="82655" y="123450"/>
                    <a:pt x="74496" y="120730"/>
                    <a:pt x="69057" y="118011"/>
                  </a:cubicBezTo>
                  <a:cubicBezTo>
                    <a:pt x="63618" y="115291"/>
                    <a:pt x="58178" y="107132"/>
                    <a:pt x="58178" y="101693"/>
                  </a:cubicBezTo>
                  <a:cubicBezTo>
                    <a:pt x="58178" y="98973"/>
                    <a:pt x="58178" y="96253"/>
                    <a:pt x="60898" y="93534"/>
                  </a:cubicBezTo>
                  <a:cubicBezTo>
                    <a:pt x="63618" y="90814"/>
                    <a:pt x="71777" y="88095"/>
                    <a:pt x="77216" y="85375"/>
                  </a:cubicBezTo>
                  <a:cubicBezTo>
                    <a:pt x="90814" y="82655"/>
                    <a:pt x="126170" y="79936"/>
                    <a:pt x="131609" y="79936"/>
                  </a:cubicBezTo>
                  <a:cubicBezTo>
                    <a:pt x="137048" y="79936"/>
                    <a:pt x="147927" y="79936"/>
                    <a:pt x="161525" y="79936"/>
                  </a:cubicBezTo>
                  <a:cubicBezTo>
                    <a:pt x="166965" y="74496"/>
                    <a:pt x="172404" y="71776"/>
                    <a:pt x="177843" y="66337"/>
                  </a:cubicBezTo>
                  <a:cubicBezTo>
                    <a:pt x="186002" y="60898"/>
                    <a:pt x="194161" y="58178"/>
                    <a:pt x="202320" y="58178"/>
                  </a:cubicBezTo>
                  <a:cubicBezTo>
                    <a:pt x="215918" y="58178"/>
                    <a:pt x="226797" y="63618"/>
                    <a:pt x="234956" y="77216"/>
                  </a:cubicBezTo>
                  <a:cubicBezTo>
                    <a:pt x="240395" y="88095"/>
                    <a:pt x="248554" y="96253"/>
                    <a:pt x="251274" y="107132"/>
                  </a:cubicBezTo>
                  <a:cubicBezTo>
                    <a:pt x="256713" y="120730"/>
                    <a:pt x="259433" y="134329"/>
                    <a:pt x="267592" y="147927"/>
                  </a:cubicBezTo>
                  <a:cubicBezTo>
                    <a:pt x="273031" y="158806"/>
                    <a:pt x="275751" y="172404"/>
                    <a:pt x="281190" y="183282"/>
                  </a:cubicBezTo>
                  <a:cubicBezTo>
                    <a:pt x="286630" y="196881"/>
                    <a:pt x="292069" y="210479"/>
                    <a:pt x="297508" y="224077"/>
                  </a:cubicBezTo>
                  <a:cubicBezTo>
                    <a:pt x="300228" y="237676"/>
                    <a:pt x="305667" y="251274"/>
                    <a:pt x="308387" y="264872"/>
                  </a:cubicBezTo>
                  <a:cubicBezTo>
                    <a:pt x="311107" y="278470"/>
                    <a:pt x="311107" y="289349"/>
                    <a:pt x="319265" y="300228"/>
                  </a:cubicBezTo>
                  <a:cubicBezTo>
                    <a:pt x="332864" y="324704"/>
                    <a:pt x="346462" y="351901"/>
                    <a:pt x="351901" y="379098"/>
                  </a:cubicBezTo>
                  <a:cubicBezTo>
                    <a:pt x="354621" y="392696"/>
                    <a:pt x="360060" y="403575"/>
                    <a:pt x="365500" y="417173"/>
                  </a:cubicBezTo>
                  <a:cubicBezTo>
                    <a:pt x="373659" y="430771"/>
                    <a:pt x="373659" y="444369"/>
                    <a:pt x="379098" y="457968"/>
                  </a:cubicBezTo>
                  <a:cubicBezTo>
                    <a:pt x="381818" y="471566"/>
                    <a:pt x="387257" y="482445"/>
                    <a:pt x="395416" y="496043"/>
                  </a:cubicBezTo>
                  <a:cubicBezTo>
                    <a:pt x="398136" y="501482"/>
                    <a:pt x="403575" y="506921"/>
                    <a:pt x="406295" y="512361"/>
                  </a:cubicBezTo>
                  <a:cubicBezTo>
                    <a:pt x="409014" y="517800"/>
                    <a:pt x="409014" y="525959"/>
                    <a:pt x="411734" y="531398"/>
                  </a:cubicBezTo>
                  <a:cubicBezTo>
                    <a:pt x="414454" y="539557"/>
                    <a:pt x="417173" y="550436"/>
                    <a:pt x="419893" y="558595"/>
                  </a:cubicBezTo>
                  <a:cubicBezTo>
                    <a:pt x="422613" y="561314"/>
                    <a:pt x="422613" y="564034"/>
                    <a:pt x="425332" y="564034"/>
                  </a:cubicBezTo>
                  <a:cubicBezTo>
                    <a:pt x="428052" y="564034"/>
                    <a:pt x="428052" y="561314"/>
                    <a:pt x="430771" y="558595"/>
                  </a:cubicBezTo>
                  <a:cubicBezTo>
                    <a:pt x="430771" y="555875"/>
                    <a:pt x="430771" y="553156"/>
                    <a:pt x="430771" y="550436"/>
                  </a:cubicBezTo>
                  <a:cubicBezTo>
                    <a:pt x="430771" y="534118"/>
                    <a:pt x="430771" y="517800"/>
                    <a:pt x="430771" y="501482"/>
                  </a:cubicBezTo>
                  <a:cubicBezTo>
                    <a:pt x="430771" y="468846"/>
                    <a:pt x="433491" y="436210"/>
                    <a:pt x="430771" y="403575"/>
                  </a:cubicBezTo>
                  <a:cubicBezTo>
                    <a:pt x="430771" y="373658"/>
                    <a:pt x="425332" y="343742"/>
                    <a:pt x="425332" y="313826"/>
                  </a:cubicBezTo>
                  <a:cubicBezTo>
                    <a:pt x="425332" y="292069"/>
                    <a:pt x="425332" y="270311"/>
                    <a:pt x="425332" y="248554"/>
                  </a:cubicBezTo>
                  <a:cubicBezTo>
                    <a:pt x="425332" y="234956"/>
                    <a:pt x="425332" y="224077"/>
                    <a:pt x="425332" y="210479"/>
                  </a:cubicBezTo>
                  <a:cubicBezTo>
                    <a:pt x="425332" y="191441"/>
                    <a:pt x="422613" y="172404"/>
                    <a:pt x="422613" y="153366"/>
                  </a:cubicBezTo>
                  <a:cubicBezTo>
                    <a:pt x="422613" y="142488"/>
                    <a:pt x="422613" y="134329"/>
                    <a:pt x="425332" y="123450"/>
                  </a:cubicBezTo>
                  <a:cubicBezTo>
                    <a:pt x="417173" y="123450"/>
                    <a:pt x="406295" y="123450"/>
                    <a:pt x="398136" y="123450"/>
                  </a:cubicBezTo>
                  <a:cubicBezTo>
                    <a:pt x="392696" y="123450"/>
                    <a:pt x="387257" y="123450"/>
                    <a:pt x="379098" y="123450"/>
                  </a:cubicBezTo>
                  <a:cubicBezTo>
                    <a:pt x="373659" y="123450"/>
                    <a:pt x="365500" y="120730"/>
                    <a:pt x="360060" y="118011"/>
                  </a:cubicBezTo>
                  <a:cubicBezTo>
                    <a:pt x="354621" y="115291"/>
                    <a:pt x="349182" y="107132"/>
                    <a:pt x="349182" y="101693"/>
                  </a:cubicBezTo>
                  <a:cubicBezTo>
                    <a:pt x="349182" y="98973"/>
                    <a:pt x="349182" y="96253"/>
                    <a:pt x="351901" y="93534"/>
                  </a:cubicBezTo>
                  <a:cubicBezTo>
                    <a:pt x="354621" y="90814"/>
                    <a:pt x="362780" y="88095"/>
                    <a:pt x="368219" y="85375"/>
                  </a:cubicBezTo>
                  <a:cubicBezTo>
                    <a:pt x="381818" y="82655"/>
                    <a:pt x="417173" y="79936"/>
                    <a:pt x="422613" y="79936"/>
                  </a:cubicBezTo>
                  <a:cubicBezTo>
                    <a:pt x="428052" y="79936"/>
                    <a:pt x="433491" y="79936"/>
                    <a:pt x="444370" y="79936"/>
                  </a:cubicBezTo>
                  <a:cubicBezTo>
                    <a:pt x="449809" y="74496"/>
                    <a:pt x="455248" y="71776"/>
                    <a:pt x="463407" y="71776"/>
                  </a:cubicBezTo>
                  <a:cubicBezTo>
                    <a:pt x="471566" y="71776"/>
                    <a:pt x="477006" y="74496"/>
                    <a:pt x="477006" y="79936"/>
                  </a:cubicBezTo>
                  <a:cubicBezTo>
                    <a:pt x="490604" y="82655"/>
                    <a:pt x="504202" y="79936"/>
                    <a:pt x="512361" y="79936"/>
                  </a:cubicBezTo>
                  <a:lnTo>
                    <a:pt x="512361" y="79936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52A33D9B-BABE-827E-4DE6-8C80F3422A8C}"/>
                </a:ext>
              </a:extLst>
            </p:cNvPr>
            <p:cNvSpPr/>
            <p:nvPr/>
          </p:nvSpPr>
          <p:spPr>
            <a:xfrm>
              <a:off x="2987430" y="4242177"/>
              <a:ext cx="494979" cy="674476"/>
            </a:xfrm>
            <a:custGeom>
              <a:avLst/>
              <a:gdLst>
                <a:gd name="connsiteX0" fmla="*/ 228453 w 494979"/>
                <a:gd name="connsiteY0" fmla="*/ 97907 h 674476"/>
                <a:gd name="connsiteX1" fmla="*/ 212135 w 494979"/>
                <a:gd name="connsiteY1" fmla="*/ 119665 h 674476"/>
                <a:gd name="connsiteX2" fmla="*/ 203976 w 494979"/>
                <a:gd name="connsiteY2" fmla="*/ 152300 h 674476"/>
                <a:gd name="connsiteX3" fmla="*/ 201256 w 494979"/>
                <a:gd name="connsiteY3" fmla="*/ 168618 h 674476"/>
                <a:gd name="connsiteX4" fmla="*/ 198537 w 494979"/>
                <a:gd name="connsiteY4" fmla="*/ 184936 h 674476"/>
                <a:gd name="connsiteX5" fmla="*/ 190378 w 494979"/>
                <a:gd name="connsiteY5" fmla="*/ 220292 h 674476"/>
                <a:gd name="connsiteX6" fmla="*/ 171340 w 494979"/>
                <a:gd name="connsiteY6" fmla="*/ 291003 h 674476"/>
                <a:gd name="connsiteX7" fmla="*/ 163180 w 494979"/>
                <a:gd name="connsiteY7" fmla="*/ 323639 h 674476"/>
                <a:gd name="connsiteX8" fmla="*/ 152302 w 494979"/>
                <a:gd name="connsiteY8" fmla="*/ 361714 h 674476"/>
                <a:gd name="connsiteX9" fmla="*/ 146862 w 494979"/>
                <a:gd name="connsiteY9" fmla="*/ 388910 h 674476"/>
                <a:gd name="connsiteX10" fmla="*/ 152302 w 494979"/>
                <a:gd name="connsiteY10" fmla="*/ 391630 h 674476"/>
                <a:gd name="connsiteX11" fmla="*/ 174060 w 494979"/>
                <a:gd name="connsiteY11" fmla="*/ 391630 h 674476"/>
                <a:gd name="connsiteX12" fmla="*/ 195817 w 494979"/>
                <a:gd name="connsiteY12" fmla="*/ 388910 h 674476"/>
                <a:gd name="connsiteX13" fmla="*/ 214855 w 494979"/>
                <a:gd name="connsiteY13" fmla="*/ 388910 h 674476"/>
                <a:gd name="connsiteX14" fmla="*/ 239332 w 494979"/>
                <a:gd name="connsiteY14" fmla="*/ 388910 h 674476"/>
                <a:gd name="connsiteX15" fmla="*/ 252930 w 494979"/>
                <a:gd name="connsiteY15" fmla="*/ 386191 h 674476"/>
                <a:gd name="connsiteX16" fmla="*/ 261089 w 494979"/>
                <a:gd name="connsiteY16" fmla="*/ 386191 h 674476"/>
                <a:gd name="connsiteX17" fmla="*/ 258369 w 494979"/>
                <a:gd name="connsiteY17" fmla="*/ 367153 h 674476"/>
                <a:gd name="connsiteX18" fmla="*/ 252930 w 494979"/>
                <a:gd name="connsiteY18" fmla="*/ 331797 h 674476"/>
                <a:gd name="connsiteX19" fmla="*/ 250210 w 494979"/>
                <a:gd name="connsiteY19" fmla="*/ 244769 h 674476"/>
                <a:gd name="connsiteX20" fmla="*/ 244771 w 494979"/>
                <a:gd name="connsiteY20" fmla="*/ 203974 h 674476"/>
                <a:gd name="connsiteX21" fmla="*/ 239332 w 494979"/>
                <a:gd name="connsiteY21" fmla="*/ 157740 h 674476"/>
                <a:gd name="connsiteX22" fmla="*/ 236612 w 494979"/>
                <a:gd name="connsiteY22" fmla="*/ 119665 h 674476"/>
                <a:gd name="connsiteX23" fmla="*/ 228453 w 494979"/>
                <a:gd name="connsiteY23" fmla="*/ 97907 h 674476"/>
                <a:gd name="connsiteX24" fmla="*/ 274687 w 494979"/>
                <a:gd name="connsiteY24" fmla="*/ 0 h 674476"/>
                <a:gd name="connsiteX25" fmla="*/ 304603 w 494979"/>
                <a:gd name="connsiteY25" fmla="*/ 5439 h 674476"/>
                <a:gd name="connsiteX26" fmla="*/ 320921 w 494979"/>
                <a:gd name="connsiteY26" fmla="*/ 24477 h 674476"/>
                <a:gd name="connsiteX27" fmla="*/ 334519 w 494979"/>
                <a:gd name="connsiteY27" fmla="*/ 43515 h 674476"/>
                <a:gd name="connsiteX28" fmla="*/ 339959 w 494979"/>
                <a:gd name="connsiteY28" fmla="*/ 65272 h 674476"/>
                <a:gd name="connsiteX29" fmla="*/ 348118 w 494979"/>
                <a:gd name="connsiteY29" fmla="*/ 114226 h 674476"/>
                <a:gd name="connsiteX30" fmla="*/ 361716 w 494979"/>
                <a:gd name="connsiteY30" fmla="*/ 163180 h 674476"/>
                <a:gd name="connsiteX31" fmla="*/ 369875 w 494979"/>
                <a:gd name="connsiteY31" fmla="*/ 220293 h 674476"/>
                <a:gd name="connsiteX32" fmla="*/ 378034 w 494979"/>
                <a:gd name="connsiteY32" fmla="*/ 274686 h 674476"/>
                <a:gd name="connsiteX33" fmla="*/ 383473 w 494979"/>
                <a:gd name="connsiteY33" fmla="*/ 301883 h 674476"/>
                <a:gd name="connsiteX34" fmla="*/ 391632 w 494979"/>
                <a:gd name="connsiteY34" fmla="*/ 337238 h 674476"/>
                <a:gd name="connsiteX35" fmla="*/ 397071 w 494979"/>
                <a:gd name="connsiteY35" fmla="*/ 364435 h 674476"/>
                <a:gd name="connsiteX36" fmla="*/ 405230 w 494979"/>
                <a:gd name="connsiteY36" fmla="*/ 383473 h 674476"/>
                <a:gd name="connsiteX37" fmla="*/ 416109 w 494979"/>
                <a:gd name="connsiteY37" fmla="*/ 386192 h 674476"/>
                <a:gd name="connsiteX38" fmla="*/ 426988 w 494979"/>
                <a:gd name="connsiteY38" fmla="*/ 386192 h 674476"/>
                <a:gd name="connsiteX39" fmla="*/ 454184 w 494979"/>
                <a:gd name="connsiteY39" fmla="*/ 397071 h 674476"/>
                <a:gd name="connsiteX40" fmla="*/ 456904 w 494979"/>
                <a:gd name="connsiteY40" fmla="*/ 405230 h 674476"/>
                <a:gd name="connsiteX41" fmla="*/ 451465 w 494979"/>
                <a:gd name="connsiteY41" fmla="*/ 416108 h 674476"/>
                <a:gd name="connsiteX42" fmla="*/ 432427 w 494979"/>
                <a:gd name="connsiteY42" fmla="*/ 429707 h 674476"/>
                <a:gd name="connsiteX43" fmla="*/ 421548 w 494979"/>
                <a:gd name="connsiteY43" fmla="*/ 432426 h 674476"/>
                <a:gd name="connsiteX44" fmla="*/ 413389 w 494979"/>
                <a:gd name="connsiteY44" fmla="*/ 435146 h 674476"/>
                <a:gd name="connsiteX45" fmla="*/ 413389 w 494979"/>
                <a:gd name="connsiteY45" fmla="*/ 440585 h 674476"/>
                <a:gd name="connsiteX46" fmla="*/ 416109 w 494979"/>
                <a:gd name="connsiteY46" fmla="*/ 451464 h 674476"/>
                <a:gd name="connsiteX47" fmla="*/ 418829 w 494979"/>
                <a:gd name="connsiteY47" fmla="*/ 465062 h 674476"/>
                <a:gd name="connsiteX48" fmla="*/ 418829 w 494979"/>
                <a:gd name="connsiteY48" fmla="*/ 475941 h 674476"/>
                <a:gd name="connsiteX49" fmla="*/ 418829 w 494979"/>
                <a:gd name="connsiteY49" fmla="*/ 486820 h 674476"/>
                <a:gd name="connsiteX50" fmla="*/ 426988 w 494979"/>
                <a:gd name="connsiteY50" fmla="*/ 516736 h 674476"/>
                <a:gd name="connsiteX51" fmla="*/ 432427 w 494979"/>
                <a:gd name="connsiteY51" fmla="*/ 543932 h 674476"/>
                <a:gd name="connsiteX52" fmla="*/ 437866 w 494979"/>
                <a:gd name="connsiteY52" fmla="*/ 573848 h 674476"/>
                <a:gd name="connsiteX53" fmla="*/ 443306 w 494979"/>
                <a:gd name="connsiteY53" fmla="*/ 606484 h 674476"/>
                <a:gd name="connsiteX54" fmla="*/ 446025 w 494979"/>
                <a:gd name="connsiteY54" fmla="*/ 617363 h 674476"/>
                <a:gd name="connsiteX55" fmla="*/ 470502 w 494979"/>
                <a:gd name="connsiteY55" fmla="*/ 617363 h 674476"/>
                <a:gd name="connsiteX56" fmla="*/ 494979 w 494979"/>
                <a:gd name="connsiteY56" fmla="*/ 641840 h 674476"/>
                <a:gd name="connsiteX57" fmla="*/ 486820 w 494979"/>
                <a:gd name="connsiteY57" fmla="*/ 655438 h 674476"/>
                <a:gd name="connsiteX58" fmla="*/ 470502 w 494979"/>
                <a:gd name="connsiteY58" fmla="*/ 663597 h 674476"/>
                <a:gd name="connsiteX59" fmla="*/ 446025 w 494979"/>
                <a:gd name="connsiteY59" fmla="*/ 666317 h 674476"/>
                <a:gd name="connsiteX60" fmla="*/ 424268 w 494979"/>
                <a:gd name="connsiteY60" fmla="*/ 666317 h 674476"/>
                <a:gd name="connsiteX61" fmla="*/ 416109 w 494979"/>
                <a:gd name="connsiteY61" fmla="*/ 666317 h 674476"/>
                <a:gd name="connsiteX62" fmla="*/ 402511 w 494979"/>
                <a:gd name="connsiteY62" fmla="*/ 671756 h 674476"/>
                <a:gd name="connsiteX63" fmla="*/ 386193 w 494979"/>
                <a:gd name="connsiteY63" fmla="*/ 674476 h 674476"/>
                <a:gd name="connsiteX64" fmla="*/ 350837 w 494979"/>
                <a:gd name="connsiteY64" fmla="*/ 669036 h 674476"/>
                <a:gd name="connsiteX65" fmla="*/ 329080 w 494979"/>
                <a:gd name="connsiteY65" fmla="*/ 669036 h 674476"/>
                <a:gd name="connsiteX66" fmla="*/ 280126 w 494979"/>
                <a:gd name="connsiteY66" fmla="*/ 669036 h 674476"/>
                <a:gd name="connsiteX67" fmla="*/ 255649 w 494979"/>
                <a:gd name="connsiteY67" fmla="*/ 663597 h 674476"/>
                <a:gd name="connsiteX68" fmla="*/ 239331 w 494979"/>
                <a:gd name="connsiteY68" fmla="*/ 647279 h 674476"/>
                <a:gd name="connsiteX69" fmla="*/ 263808 w 494979"/>
                <a:gd name="connsiteY69" fmla="*/ 630961 h 674476"/>
                <a:gd name="connsiteX70" fmla="*/ 291005 w 494979"/>
                <a:gd name="connsiteY70" fmla="*/ 628241 h 674476"/>
                <a:gd name="connsiteX71" fmla="*/ 288285 w 494979"/>
                <a:gd name="connsiteY71" fmla="*/ 609204 h 674476"/>
                <a:gd name="connsiteX72" fmla="*/ 285565 w 494979"/>
                <a:gd name="connsiteY72" fmla="*/ 582007 h 674476"/>
                <a:gd name="connsiteX73" fmla="*/ 282846 w 494979"/>
                <a:gd name="connsiteY73" fmla="*/ 568409 h 674476"/>
                <a:gd name="connsiteX74" fmla="*/ 285565 w 494979"/>
                <a:gd name="connsiteY74" fmla="*/ 554811 h 674476"/>
                <a:gd name="connsiteX75" fmla="*/ 280126 w 494979"/>
                <a:gd name="connsiteY75" fmla="*/ 538493 h 674476"/>
                <a:gd name="connsiteX76" fmla="*/ 274687 w 494979"/>
                <a:gd name="connsiteY76" fmla="*/ 505857 h 674476"/>
                <a:gd name="connsiteX77" fmla="*/ 271967 w 494979"/>
                <a:gd name="connsiteY77" fmla="*/ 478660 h 674476"/>
                <a:gd name="connsiteX78" fmla="*/ 269247 w 494979"/>
                <a:gd name="connsiteY78" fmla="*/ 446025 h 674476"/>
                <a:gd name="connsiteX79" fmla="*/ 263808 w 494979"/>
                <a:gd name="connsiteY79" fmla="*/ 437866 h 674476"/>
                <a:gd name="connsiteX80" fmla="*/ 252929 w 494979"/>
                <a:gd name="connsiteY80" fmla="*/ 437866 h 674476"/>
                <a:gd name="connsiteX81" fmla="*/ 223013 w 494979"/>
                <a:gd name="connsiteY81" fmla="*/ 440585 h 674476"/>
                <a:gd name="connsiteX82" fmla="*/ 193097 w 494979"/>
                <a:gd name="connsiteY82" fmla="*/ 443305 h 674476"/>
                <a:gd name="connsiteX83" fmla="*/ 168620 w 494979"/>
                <a:gd name="connsiteY83" fmla="*/ 443305 h 674476"/>
                <a:gd name="connsiteX84" fmla="*/ 146862 w 494979"/>
                <a:gd name="connsiteY84" fmla="*/ 440585 h 674476"/>
                <a:gd name="connsiteX85" fmla="*/ 138703 w 494979"/>
                <a:gd name="connsiteY85" fmla="*/ 454184 h 674476"/>
                <a:gd name="connsiteX86" fmla="*/ 133263 w 494979"/>
                <a:gd name="connsiteY86" fmla="*/ 486820 h 674476"/>
                <a:gd name="connsiteX87" fmla="*/ 122385 w 494979"/>
                <a:gd name="connsiteY87" fmla="*/ 541213 h 674476"/>
                <a:gd name="connsiteX88" fmla="*/ 106067 w 494979"/>
                <a:gd name="connsiteY88" fmla="*/ 614643 h 674476"/>
                <a:gd name="connsiteX89" fmla="*/ 135983 w 494979"/>
                <a:gd name="connsiteY89" fmla="*/ 614643 h 674476"/>
                <a:gd name="connsiteX90" fmla="*/ 171340 w 494979"/>
                <a:gd name="connsiteY90" fmla="*/ 630961 h 674476"/>
                <a:gd name="connsiteX91" fmla="*/ 165900 w 494979"/>
                <a:gd name="connsiteY91" fmla="*/ 647279 h 674476"/>
                <a:gd name="connsiteX92" fmla="*/ 149581 w 494979"/>
                <a:gd name="connsiteY92" fmla="*/ 655438 h 674476"/>
                <a:gd name="connsiteX93" fmla="*/ 127824 w 494979"/>
                <a:gd name="connsiteY93" fmla="*/ 658158 h 674476"/>
                <a:gd name="connsiteX94" fmla="*/ 106067 w 494979"/>
                <a:gd name="connsiteY94" fmla="*/ 658158 h 674476"/>
                <a:gd name="connsiteX95" fmla="*/ 62552 w 494979"/>
                <a:gd name="connsiteY95" fmla="*/ 658158 h 674476"/>
                <a:gd name="connsiteX96" fmla="*/ 40795 w 494979"/>
                <a:gd name="connsiteY96" fmla="*/ 658158 h 674476"/>
                <a:gd name="connsiteX97" fmla="*/ 16318 w 494979"/>
                <a:gd name="connsiteY97" fmla="*/ 652718 h 674476"/>
                <a:gd name="connsiteX98" fmla="*/ 0 w 494979"/>
                <a:gd name="connsiteY98" fmla="*/ 636401 h 674476"/>
                <a:gd name="connsiteX99" fmla="*/ 2720 w 494979"/>
                <a:gd name="connsiteY99" fmla="*/ 628241 h 674476"/>
                <a:gd name="connsiteX100" fmla="*/ 24477 w 494979"/>
                <a:gd name="connsiteY100" fmla="*/ 620082 h 674476"/>
                <a:gd name="connsiteX101" fmla="*/ 62552 w 494979"/>
                <a:gd name="connsiteY101" fmla="*/ 617363 h 674476"/>
                <a:gd name="connsiteX102" fmla="*/ 62552 w 494979"/>
                <a:gd name="connsiteY102" fmla="*/ 614643 h 674476"/>
                <a:gd name="connsiteX103" fmla="*/ 65272 w 494979"/>
                <a:gd name="connsiteY103" fmla="*/ 587447 h 674476"/>
                <a:gd name="connsiteX104" fmla="*/ 76151 w 494979"/>
                <a:gd name="connsiteY104" fmla="*/ 522175 h 674476"/>
                <a:gd name="connsiteX105" fmla="*/ 87029 w 494979"/>
                <a:gd name="connsiteY105" fmla="*/ 470501 h 674476"/>
                <a:gd name="connsiteX106" fmla="*/ 92469 w 494979"/>
                <a:gd name="connsiteY106" fmla="*/ 446025 h 674476"/>
                <a:gd name="connsiteX107" fmla="*/ 65272 w 494979"/>
                <a:gd name="connsiteY107" fmla="*/ 432426 h 674476"/>
                <a:gd name="connsiteX108" fmla="*/ 54393 w 494979"/>
                <a:gd name="connsiteY108" fmla="*/ 421548 h 674476"/>
                <a:gd name="connsiteX109" fmla="*/ 73431 w 494979"/>
                <a:gd name="connsiteY109" fmla="*/ 407949 h 674476"/>
                <a:gd name="connsiteX110" fmla="*/ 100628 w 494979"/>
                <a:gd name="connsiteY110" fmla="*/ 399790 h 674476"/>
                <a:gd name="connsiteX111" fmla="*/ 108787 w 494979"/>
                <a:gd name="connsiteY111" fmla="*/ 369874 h 674476"/>
                <a:gd name="connsiteX112" fmla="*/ 125105 w 494979"/>
                <a:gd name="connsiteY112" fmla="*/ 307322 h 674476"/>
                <a:gd name="connsiteX113" fmla="*/ 141423 w 494979"/>
                <a:gd name="connsiteY113" fmla="*/ 242051 h 674476"/>
                <a:gd name="connsiteX114" fmla="*/ 155021 w 494979"/>
                <a:gd name="connsiteY114" fmla="*/ 179498 h 674476"/>
                <a:gd name="connsiteX115" fmla="*/ 168620 w 494979"/>
                <a:gd name="connsiteY115" fmla="*/ 119665 h 674476"/>
                <a:gd name="connsiteX116" fmla="*/ 193097 w 494979"/>
                <a:gd name="connsiteY116" fmla="*/ 57113 h 674476"/>
                <a:gd name="connsiteX117" fmla="*/ 201256 w 494979"/>
                <a:gd name="connsiteY117" fmla="*/ 38075 h 674476"/>
                <a:gd name="connsiteX118" fmla="*/ 217574 w 494979"/>
                <a:gd name="connsiteY118" fmla="*/ 13598 h 674476"/>
                <a:gd name="connsiteX119" fmla="*/ 274687 w 494979"/>
                <a:gd name="connsiteY119" fmla="*/ 0 h 674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</a:cxnLst>
              <a:rect l="l" t="t" r="r" b="b"/>
              <a:pathLst>
                <a:path w="494979" h="674476">
                  <a:moveTo>
                    <a:pt x="228453" y="97907"/>
                  </a:moveTo>
                  <a:cubicBezTo>
                    <a:pt x="220294" y="97907"/>
                    <a:pt x="212135" y="114225"/>
                    <a:pt x="212135" y="119665"/>
                  </a:cubicBezTo>
                  <a:cubicBezTo>
                    <a:pt x="209415" y="130543"/>
                    <a:pt x="206696" y="144141"/>
                    <a:pt x="203976" y="152300"/>
                  </a:cubicBezTo>
                  <a:cubicBezTo>
                    <a:pt x="201256" y="157740"/>
                    <a:pt x="201256" y="163179"/>
                    <a:pt x="201256" y="168618"/>
                  </a:cubicBezTo>
                  <a:cubicBezTo>
                    <a:pt x="201256" y="174058"/>
                    <a:pt x="198537" y="179497"/>
                    <a:pt x="198537" y="184936"/>
                  </a:cubicBezTo>
                  <a:cubicBezTo>
                    <a:pt x="195817" y="195815"/>
                    <a:pt x="193097" y="209413"/>
                    <a:pt x="190378" y="220292"/>
                  </a:cubicBezTo>
                  <a:cubicBezTo>
                    <a:pt x="187658" y="244769"/>
                    <a:pt x="179499" y="269246"/>
                    <a:pt x="171340" y="291003"/>
                  </a:cubicBezTo>
                  <a:cubicBezTo>
                    <a:pt x="168620" y="301881"/>
                    <a:pt x="165900" y="312760"/>
                    <a:pt x="163180" y="323639"/>
                  </a:cubicBezTo>
                  <a:cubicBezTo>
                    <a:pt x="160461" y="337237"/>
                    <a:pt x="157741" y="348115"/>
                    <a:pt x="152302" y="361714"/>
                  </a:cubicBezTo>
                  <a:cubicBezTo>
                    <a:pt x="149582" y="367153"/>
                    <a:pt x="146862" y="383471"/>
                    <a:pt x="146862" y="388910"/>
                  </a:cubicBezTo>
                  <a:cubicBezTo>
                    <a:pt x="146862" y="391630"/>
                    <a:pt x="149582" y="391630"/>
                    <a:pt x="152302" y="391630"/>
                  </a:cubicBezTo>
                  <a:cubicBezTo>
                    <a:pt x="157741" y="391630"/>
                    <a:pt x="171340" y="391630"/>
                    <a:pt x="174060" y="391630"/>
                  </a:cubicBezTo>
                  <a:cubicBezTo>
                    <a:pt x="182219" y="391630"/>
                    <a:pt x="190378" y="391630"/>
                    <a:pt x="195817" y="388910"/>
                  </a:cubicBezTo>
                  <a:cubicBezTo>
                    <a:pt x="201256" y="388910"/>
                    <a:pt x="206696" y="388910"/>
                    <a:pt x="214855" y="388910"/>
                  </a:cubicBezTo>
                  <a:cubicBezTo>
                    <a:pt x="220294" y="388910"/>
                    <a:pt x="228453" y="388910"/>
                    <a:pt x="239332" y="388910"/>
                  </a:cubicBezTo>
                  <a:cubicBezTo>
                    <a:pt x="244771" y="388910"/>
                    <a:pt x="250210" y="388910"/>
                    <a:pt x="252930" y="386191"/>
                  </a:cubicBezTo>
                  <a:cubicBezTo>
                    <a:pt x="258369" y="391630"/>
                    <a:pt x="261089" y="388910"/>
                    <a:pt x="261089" y="386191"/>
                  </a:cubicBezTo>
                  <a:cubicBezTo>
                    <a:pt x="261089" y="380751"/>
                    <a:pt x="258369" y="372592"/>
                    <a:pt x="258369" y="367153"/>
                  </a:cubicBezTo>
                  <a:cubicBezTo>
                    <a:pt x="255650" y="353555"/>
                    <a:pt x="252930" y="342676"/>
                    <a:pt x="252930" y="331797"/>
                  </a:cubicBezTo>
                  <a:cubicBezTo>
                    <a:pt x="252930" y="301881"/>
                    <a:pt x="252930" y="274685"/>
                    <a:pt x="250210" y="244769"/>
                  </a:cubicBezTo>
                  <a:cubicBezTo>
                    <a:pt x="250210" y="231170"/>
                    <a:pt x="247491" y="217572"/>
                    <a:pt x="244771" y="203974"/>
                  </a:cubicBezTo>
                  <a:cubicBezTo>
                    <a:pt x="242051" y="187656"/>
                    <a:pt x="239332" y="174058"/>
                    <a:pt x="239332" y="157740"/>
                  </a:cubicBezTo>
                  <a:cubicBezTo>
                    <a:pt x="239332" y="152300"/>
                    <a:pt x="239332" y="133263"/>
                    <a:pt x="236612" y="119665"/>
                  </a:cubicBezTo>
                  <a:cubicBezTo>
                    <a:pt x="236612" y="106066"/>
                    <a:pt x="233892" y="97907"/>
                    <a:pt x="228453" y="97907"/>
                  </a:cubicBezTo>
                  <a:close/>
                  <a:moveTo>
                    <a:pt x="274687" y="0"/>
                  </a:moveTo>
                  <a:cubicBezTo>
                    <a:pt x="288285" y="0"/>
                    <a:pt x="293724" y="2720"/>
                    <a:pt x="304603" y="5439"/>
                  </a:cubicBezTo>
                  <a:cubicBezTo>
                    <a:pt x="315482" y="10879"/>
                    <a:pt x="315482" y="16318"/>
                    <a:pt x="320921" y="24477"/>
                  </a:cubicBezTo>
                  <a:cubicBezTo>
                    <a:pt x="326360" y="29916"/>
                    <a:pt x="331800" y="35356"/>
                    <a:pt x="334519" y="43515"/>
                  </a:cubicBezTo>
                  <a:cubicBezTo>
                    <a:pt x="337239" y="51674"/>
                    <a:pt x="337239" y="57113"/>
                    <a:pt x="339959" y="65272"/>
                  </a:cubicBezTo>
                  <a:cubicBezTo>
                    <a:pt x="345398" y="78870"/>
                    <a:pt x="342678" y="97908"/>
                    <a:pt x="348118" y="114226"/>
                  </a:cubicBezTo>
                  <a:cubicBezTo>
                    <a:pt x="350837" y="130544"/>
                    <a:pt x="358996" y="146863"/>
                    <a:pt x="361716" y="163180"/>
                  </a:cubicBezTo>
                  <a:cubicBezTo>
                    <a:pt x="364435" y="182218"/>
                    <a:pt x="364435" y="201256"/>
                    <a:pt x="369875" y="220293"/>
                  </a:cubicBezTo>
                  <a:cubicBezTo>
                    <a:pt x="375314" y="239331"/>
                    <a:pt x="378034" y="255649"/>
                    <a:pt x="378034" y="274686"/>
                  </a:cubicBezTo>
                  <a:cubicBezTo>
                    <a:pt x="378034" y="282845"/>
                    <a:pt x="380753" y="293724"/>
                    <a:pt x="383473" y="301883"/>
                  </a:cubicBezTo>
                  <a:cubicBezTo>
                    <a:pt x="386193" y="312762"/>
                    <a:pt x="388912" y="326360"/>
                    <a:pt x="391632" y="337238"/>
                  </a:cubicBezTo>
                  <a:cubicBezTo>
                    <a:pt x="391632" y="342678"/>
                    <a:pt x="394352" y="353556"/>
                    <a:pt x="397071" y="364435"/>
                  </a:cubicBezTo>
                  <a:cubicBezTo>
                    <a:pt x="399791" y="372594"/>
                    <a:pt x="402511" y="380753"/>
                    <a:pt x="405230" y="383473"/>
                  </a:cubicBezTo>
                  <a:cubicBezTo>
                    <a:pt x="407950" y="386192"/>
                    <a:pt x="413389" y="386192"/>
                    <a:pt x="416109" y="386192"/>
                  </a:cubicBezTo>
                  <a:cubicBezTo>
                    <a:pt x="418829" y="386192"/>
                    <a:pt x="424268" y="386192"/>
                    <a:pt x="426988" y="386192"/>
                  </a:cubicBezTo>
                  <a:cubicBezTo>
                    <a:pt x="437866" y="386192"/>
                    <a:pt x="448745" y="388912"/>
                    <a:pt x="454184" y="397071"/>
                  </a:cubicBezTo>
                  <a:cubicBezTo>
                    <a:pt x="456904" y="399790"/>
                    <a:pt x="456904" y="402510"/>
                    <a:pt x="456904" y="405230"/>
                  </a:cubicBezTo>
                  <a:cubicBezTo>
                    <a:pt x="456904" y="407949"/>
                    <a:pt x="454184" y="410669"/>
                    <a:pt x="451465" y="416108"/>
                  </a:cubicBezTo>
                  <a:cubicBezTo>
                    <a:pt x="446025" y="421548"/>
                    <a:pt x="440586" y="426987"/>
                    <a:pt x="432427" y="429707"/>
                  </a:cubicBezTo>
                  <a:cubicBezTo>
                    <a:pt x="429707" y="429707"/>
                    <a:pt x="426988" y="432426"/>
                    <a:pt x="421548" y="432426"/>
                  </a:cubicBezTo>
                  <a:cubicBezTo>
                    <a:pt x="418829" y="432426"/>
                    <a:pt x="416109" y="432426"/>
                    <a:pt x="413389" y="435146"/>
                  </a:cubicBezTo>
                  <a:cubicBezTo>
                    <a:pt x="413389" y="435146"/>
                    <a:pt x="413389" y="437866"/>
                    <a:pt x="413389" y="440585"/>
                  </a:cubicBezTo>
                  <a:cubicBezTo>
                    <a:pt x="413389" y="443305"/>
                    <a:pt x="413389" y="448744"/>
                    <a:pt x="416109" y="451464"/>
                  </a:cubicBezTo>
                  <a:cubicBezTo>
                    <a:pt x="416109" y="456903"/>
                    <a:pt x="418829" y="462343"/>
                    <a:pt x="418829" y="465062"/>
                  </a:cubicBezTo>
                  <a:lnTo>
                    <a:pt x="418829" y="475941"/>
                  </a:lnTo>
                  <a:cubicBezTo>
                    <a:pt x="418829" y="481380"/>
                    <a:pt x="418829" y="484100"/>
                    <a:pt x="418829" y="486820"/>
                  </a:cubicBezTo>
                  <a:cubicBezTo>
                    <a:pt x="421548" y="497698"/>
                    <a:pt x="424268" y="505857"/>
                    <a:pt x="426988" y="516736"/>
                  </a:cubicBezTo>
                  <a:cubicBezTo>
                    <a:pt x="426988" y="524895"/>
                    <a:pt x="429707" y="535773"/>
                    <a:pt x="432427" y="543932"/>
                  </a:cubicBezTo>
                  <a:cubicBezTo>
                    <a:pt x="435147" y="554811"/>
                    <a:pt x="437866" y="562970"/>
                    <a:pt x="437866" y="573848"/>
                  </a:cubicBezTo>
                  <a:cubicBezTo>
                    <a:pt x="437866" y="587447"/>
                    <a:pt x="440586" y="595606"/>
                    <a:pt x="443306" y="606484"/>
                  </a:cubicBezTo>
                  <a:cubicBezTo>
                    <a:pt x="443306" y="609204"/>
                    <a:pt x="446025" y="614643"/>
                    <a:pt x="446025" y="617363"/>
                  </a:cubicBezTo>
                  <a:cubicBezTo>
                    <a:pt x="454184" y="617363"/>
                    <a:pt x="462343" y="617363"/>
                    <a:pt x="470502" y="617363"/>
                  </a:cubicBezTo>
                  <a:cubicBezTo>
                    <a:pt x="478661" y="625522"/>
                    <a:pt x="492259" y="630961"/>
                    <a:pt x="494979" y="641840"/>
                  </a:cubicBezTo>
                  <a:cubicBezTo>
                    <a:pt x="494979" y="647279"/>
                    <a:pt x="489540" y="649999"/>
                    <a:pt x="486820" y="655438"/>
                  </a:cubicBezTo>
                  <a:cubicBezTo>
                    <a:pt x="484100" y="660877"/>
                    <a:pt x="475942" y="663597"/>
                    <a:pt x="470502" y="663597"/>
                  </a:cubicBezTo>
                  <a:cubicBezTo>
                    <a:pt x="459623" y="666317"/>
                    <a:pt x="454184" y="666317"/>
                    <a:pt x="446025" y="666317"/>
                  </a:cubicBezTo>
                  <a:cubicBezTo>
                    <a:pt x="440586" y="666317"/>
                    <a:pt x="432427" y="666317"/>
                    <a:pt x="424268" y="666317"/>
                  </a:cubicBezTo>
                  <a:cubicBezTo>
                    <a:pt x="421548" y="666317"/>
                    <a:pt x="418829" y="666317"/>
                    <a:pt x="416109" y="666317"/>
                  </a:cubicBezTo>
                  <a:cubicBezTo>
                    <a:pt x="410670" y="669036"/>
                    <a:pt x="407950" y="669036"/>
                    <a:pt x="402511" y="671756"/>
                  </a:cubicBezTo>
                  <a:cubicBezTo>
                    <a:pt x="397071" y="671756"/>
                    <a:pt x="391632" y="674476"/>
                    <a:pt x="386193" y="674476"/>
                  </a:cubicBezTo>
                  <a:cubicBezTo>
                    <a:pt x="375314" y="674476"/>
                    <a:pt x="361716" y="671756"/>
                    <a:pt x="350837" y="669036"/>
                  </a:cubicBezTo>
                  <a:cubicBezTo>
                    <a:pt x="342678" y="669036"/>
                    <a:pt x="334519" y="669036"/>
                    <a:pt x="329080" y="669036"/>
                  </a:cubicBezTo>
                  <a:cubicBezTo>
                    <a:pt x="307323" y="669036"/>
                    <a:pt x="288285" y="669036"/>
                    <a:pt x="280126" y="669036"/>
                  </a:cubicBezTo>
                  <a:cubicBezTo>
                    <a:pt x="271967" y="669036"/>
                    <a:pt x="261088" y="669036"/>
                    <a:pt x="255649" y="663597"/>
                  </a:cubicBezTo>
                  <a:cubicBezTo>
                    <a:pt x="250210" y="660877"/>
                    <a:pt x="239331" y="655438"/>
                    <a:pt x="239331" y="647279"/>
                  </a:cubicBezTo>
                  <a:cubicBezTo>
                    <a:pt x="239331" y="636401"/>
                    <a:pt x="255649" y="633681"/>
                    <a:pt x="263808" y="630961"/>
                  </a:cubicBezTo>
                  <a:cubicBezTo>
                    <a:pt x="269247" y="630961"/>
                    <a:pt x="277406" y="630961"/>
                    <a:pt x="291005" y="628241"/>
                  </a:cubicBezTo>
                  <a:cubicBezTo>
                    <a:pt x="291005" y="620082"/>
                    <a:pt x="291005" y="614643"/>
                    <a:pt x="288285" y="609204"/>
                  </a:cubicBezTo>
                  <a:cubicBezTo>
                    <a:pt x="288285" y="601045"/>
                    <a:pt x="285565" y="590166"/>
                    <a:pt x="285565" y="582007"/>
                  </a:cubicBezTo>
                  <a:cubicBezTo>
                    <a:pt x="285565" y="576568"/>
                    <a:pt x="282846" y="573848"/>
                    <a:pt x="282846" y="568409"/>
                  </a:cubicBezTo>
                  <a:cubicBezTo>
                    <a:pt x="282846" y="562970"/>
                    <a:pt x="285565" y="557531"/>
                    <a:pt x="285565" y="554811"/>
                  </a:cubicBezTo>
                  <a:cubicBezTo>
                    <a:pt x="285565" y="549371"/>
                    <a:pt x="282846" y="546652"/>
                    <a:pt x="280126" y="538493"/>
                  </a:cubicBezTo>
                  <a:cubicBezTo>
                    <a:pt x="280126" y="527614"/>
                    <a:pt x="274687" y="516736"/>
                    <a:pt x="274687" y="505857"/>
                  </a:cubicBezTo>
                  <a:cubicBezTo>
                    <a:pt x="274687" y="494978"/>
                    <a:pt x="274687" y="486820"/>
                    <a:pt x="271967" y="478660"/>
                  </a:cubicBezTo>
                  <a:cubicBezTo>
                    <a:pt x="269247" y="467782"/>
                    <a:pt x="269247" y="456903"/>
                    <a:pt x="269247" y="446025"/>
                  </a:cubicBezTo>
                  <a:cubicBezTo>
                    <a:pt x="269247" y="440585"/>
                    <a:pt x="266528" y="437866"/>
                    <a:pt x="263808" y="437866"/>
                  </a:cubicBezTo>
                  <a:cubicBezTo>
                    <a:pt x="261088" y="437866"/>
                    <a:pt x="258369" y="437866"/>
                    <a:pt x="252929" y="437866"/>
                  </a:cubicBezTo>
                  <a:cubicBezTo>
                    <a:pt x="242051" y="437866"/>
                    <a:pt x="231172" y="437866"/>
                    <a:pt x="223013" y="440585"/>
                  </a:cubicBezTo>
                  <a:cubicBezTo>
                    <a:pt x="212135" y="440585"/>
                    <a:pt x="203976" y="443305"/>
                    <a:pt x="193097" y="443305"/>
                  </a:cubicBezTo>
                  <a:cubicBezTo>
                    <a:pt x="184938" y="443305"/>
                    <a:pt x="176779" y="443305"/>
                    <a:pt x="168620" y="443305"/>
                  </a:cubicBezTo>
                  <a:cubicBezTo>
                    <a:pt x="165900" y="443305"/>
                    <a:pt x="155021" y="440585"/>
                    <a:pt x="146862" y="440585"/>
                  </a:cubicBezTo>
                  <a:cubicBezTo>
                    <a:pt x="138703" y="440585"/>
                    <a:pt x="138703" y="448744"/>
                    <a:pt x="138703" y="454184"/>
                  </a:cubicBezTo>
                  <a:cubicBezTo>
                    <a:pt x="138703" y="465062"/>
                    <a:pt x="135983" y="475941"/>
                    <a:pt x="133263" y="486820"/>
                  </a:cubicBezTo>
                  <a:cubicBezTo>
                    <a:pt x="130544" y="505857"/>
                    <a:pt x="125105" y="522175"/>
                    <a:pt x="122385" y="541213"/>
                  </a:cubicBezTo>
                  <a:cubicBezTo>
                    <a:pt x="119665" y="560250"/>
                    <a:pt x="111506" y="595606"/>
                    <a:pt x="106067" y="614643"/>
                  </a:cubicBezTo>
                  <a:cubicBezTo>
                    <a:pt x="114226" y="614643"/>
                    <a:pt x="125105" y="614643"/>
                    <a:pt x="135983" y="614643"/>
                  </a:cubicBezTo>
                  <a:cubicBezTo>
                    <a:pt x="149581" y="614643"/>
                    <a:pt x="171340" y="614643"/>
                    <a:pt x="171340" y="630961"/>
                  </a:cubicBezTo>
                  <a:cubicBezTo>
                    <a:pt x="171340" y="639120"/>
                    <a:pt x="168620" y="639120"/>
                    <a:pt x="165900" y="647279"/>
                  </a:cubicBezTo>
                  <a:cubicBezTo>
                    <a:pt x="163181" y="652718"/>
                    <a:pt x="155021" y="655438"/>
                    <a:pt x="149581" y="655438"/>
                  </a:cubicBezTo>
                  <a:cubicBezTo>
                    <a:pt x="141423" y="658158"/>
                    <a:pt x="135983" y="658158"/>
                    <a:pt x="127824" y="658158"/>
                  </a:cubicBezTo>
                  <a:cubicBezTo>
                    <a:pt x="122385" y="658158"/>
                    <a:pt x="116946" y="658158"/>
                    <a:pt x="106067" y="658158"/>
                  </a:cubicBezTo>
                  <a:cubicBezTo>
                    <a:pt x="92469" y="658158"/>
                    <a:pt x="78870" y="658158"/>
                    <a:pt x="62552" y="658158"/>
                  </a:cubicBezTo>
                  <a:cubicBezTo>
                    <a:pt x="54393" y="658158"/>
                    <a:pt x="46234" y="658158"/>
                    <a:pt x="40795" y="658158"/>
                  </a:cubicBezTo>
                  <a:cubicBezTo>
                    <a:pt x="32636" y="658158"/>
                    <a:pt x="21758" y="658158"/>
                    <a:pt x="16318" y="652718"/>
                  </a:cubicBezTo>
                  <a:cubicBezTo>
                    <a:pt x="8159" y="649999"/>
                    <a:pt x="0" y="641840"/>
                    <a:pt x="0" y="636401"/>
                  </a:cubicBezTo>
                  <a:cubicBezTo>
                    <a:pt x="0" y="633681"/>
                    <a:pt x="0" y="630961"/>
                    <a:pt x="2720" y="628241"/>
                  </a:cubicBezTo>
                  <a:cubicBezTo>
                    <a:pt x="8159" y="625522"/>
                    <a:pt x="16318" y="622802"/>
                    <a:pt x="24477" y="620082"/>
                  </a:cubicBezTo>
                  <a:cubicBezTo>
                    <a:pt x="38075" y="617363"/>
                    <a:pt x="48954" y="617363"/>
                    <a:pt x="62552" y="617363"/>
                  </a:cubicBezTo>
                  <a:cubicBezTo>
                    <a:pt x="62552" y="617363"/>
                    <a:pt x="62552" y="614643"/>
                    <a:pt x="62552" y="614643"/>
                  </a:cubicBezTo>
                  <a:cubicBezTo>
                    <a:pt x="62552" y="603765"/>
                    <a:pt x="65272" y="590166"/>
                    <a:pt x="65272" y="587447"/>
                  </a:cubicBezTo>
                  <a:cubicBezTo>
                    <a:pt x="67992" y="565689"/>
                    <a:pt x="73431" y="543932"/>
                    <a:pt x="76151" y="522175"/>
                  </a:cubicBezTo>
                  <a:cubicBezTo>
                    <a:pt x="78870" y="505857"/>
                    <a:pt x="81590" y="486820"/>
                    <a:pt x="87029" y="470501"/>
                  </a:cubicBezTo>
                  <a:cubicBezTo>
                    <a:pt x="87029" y="465062"/>
                    <a:pt x="92469" y="451464"/>
                    <a:pt x="92469" y="446025"/>
                  </a:cubicBezTo>
                  <a:cubicBezTo>
                    <a:pt x="92469" y="437866"/>
                    <a:pt x="73431" y="437866"/>
                    <a:pt x="65272" y="432426"/>
                  </a:cubicBezTo>
                  <a:cubicBezTo>
                    <a:pt x="59833" y="429707"/>
                    <a:pt x="54393" y="426987"/>
                    <a:pt x="54393" y="421548"/>
                  </a:cubicBezTo>
                  <a:cubicBezTo>
                    <a:pt x="54393" y="413389"/>
                    <a:pt x="62552" y="410669"/>
                    <a:pt x="73431" y="407949"/>
                  </a:cubicBezTo>
                  <a:cubicBezTo>
                    <a:pt x="78870" y="407949"/>
                    <a:pt x="92469" y="405230"/>
                    <a:pt x="100628" y="399790"/>
                  </a:cubicBezTo>
                  <a:cubicBezTo>
                    <a:pt x="106067" y="394351"/>
                    <a:pt x="106067" y="378033"/>
                    <a:pt x="108787" y="369874"/>
                  </a:cubicBezTo>
                  <a:cubicBezTo>
                    <a:pt x="114226" y="348117"/>
                    <a:pt x="119665" y="326360"/>
                    <a:pt x="125105" y="307322"/>
                  </a:cubicBezTo>
                  <a:cubicBezTo>
                    <a:pt x="130544" y="285565"/>
                    <a:pt x="135983" y="263808"/>
                    <a:pt x="141423" y="242051"/>
                  </a:cubicBezTo>
                  <a:cubicBezTo>
                    <a:pt x="146862" y="220293"/>
                    <a:pt x="152301" y="198536"/>
                    <a:pt x="155021" y="179498"/>
                  </a:cubicBezTo>
                  <a:cubicBezTo>
                    <a:pt x="157740" y="160461"/>
                    <a:pt x="163181" y="138703"/>
                    <a:pt x="168620" y="119665"/>
                  </a:cubicBezTo>
                  <a:cubicBezTo>
                    <a:pt x="176779" y="100627"/>
                    <a:pt x="182218" y="76150"/>
                    <a:pt x="193097" y="57113"/>
                  </a:cubicBezTo>
                  <a:lnTo>
                    <a:pt x="201256" y="38075"/>
                  </a:lnTo>
                  <a:cubicBezTo>
                    <a:pt x="206695" y="29916"/>
                    <a:pt x="209415" y="19038"/>
                    <a:pt x="217574" y="13598"/>
                  </a:cubicBezTo>
                  <a:cubicBezTo>
                    <a:pt x="231172" y="2720"/>
                    <a:pt x="255649" y="0"/>
                    <a:pt x="274687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3B63D1C3-2271-6E5B-413B-F458A1292648}"/>
                </a:ext>
              </a:extLst>
            </p:cNvPr>
            <p:cNvSpPr/>
            <p:nvPr/>
          </p:nvSpPr>
          <p:spPr>
            <a:xfrm>
              <a:off x="3443268" y="4186718"/>
              <a:ext cx="435145" cy="761503"/>
            </a:xfrm>
            <a:custGeom>
              <a:avLst/>
              <a:gdLst>
                <a:gd name="connsiteX0" fmla="*/ 400855 w 435145"/>
                <a:gd name="connsiteY0" fmla="*/ 678260 h 761503"/>
                <a:gd name="connsiteX1" fmla="*/ 384537 w 435145"/>
                <a:gd name="connsiteY1" fmla="*/ 719054 h 761503"/>
                <a:gd name="connsiteX2" fmla="*/ 368219 w 435145"/>
                <a:gd name="connsiteY2" fmla="*/ 713615 h 761503"/>
                <a:gd name="connsiteX3" fmla="*/ 360060 w 435145"/>
                <a:gd name="connsiteY3" fmla="*/ 697297 h 761503"/>
                <a:gd name="connsiteX4" fmla="*/ 360060 w 435145"/>
                <a:gd name="connsiteY4" fmla="*/ 651063 h 761503"/>
                <a:gd name="connsiteX5" fmla="*/ 332864 w 435145"/>
                <a:gd name="connsiteY5" fmla="*/ 686418 h 761503"/>
                <a:gd name="connsiteX6" fmla="*/ 251274 w 435145"/>
                <a:gd name="connsiteY6" fmla="*/ 721774 h 761503"/>
                <a:gd name="connsiteX7" fmla="*/ 229517 w 435145"/>
                <a:gd name="connsiteY7" fmla="*/ 719054 h 761503"/>
                <a:gd name="connsiteX8" fmla="*/ 158806 w 435145"/>
                <a:gd name="connsiteY8" fmla="*/ 694578 h 761503"/>
                <a:gd name="connsiteX9" fmla="*/ 112571 w 435145"/>
                <a:gd name="connsiteY9" fmla="*/ 659222 h 761503"/>
                <a:gd name="connsiteX10" fmla="*/ 79936 w 435145"/>
                <a:gd name="connsiteY10" fmla="*/ 607548 h 761503"/>
                <a:gd name="connsiteX11" fmla="*/ 63618 w 435145"/>
                <a:gd name="connsiteY11" fmla="*/ 542277 h 761503"/>
                <a:gd name="connsiteX12" fmla="*/ 58178 w 435145"/>
                <a:gd name="connsiteY12" fmla="*/ 471566 h 761503"/>
                <a:gd name="connsiteX13" fmla="*/ 60898 w 435145"/>
                <a:gd name="connsiteY13" fmla="*/ 400855 h 761503"/>
                <a:gd name="connsiteX14" fmla="*/ 66337 w 435145"/>
                <a:gd name="connsiteY14" fmla="*/ 335583 h 761503"/>
                <a:gd name="connsiteX15" fmla="*/ 85375 w 435145"/>
                <a:gd name="connsiteY15" fmla="*/ 267592 h 761503"/>
                <a:gd name="connsiteX16" fmla="*/ 109852 w 435145"/>
                <a:gd name="connsiteY16" fmla="*/ 199600 h 761503"/>
                <a:gd name="connsiteX17" fmla="*/ 145207 w 435145"/>
                <a:gd name="connsiteY17" fmla="*/ 145207 h 761503"/>
                <a:gd name="connsiteX18" fmla="*/ 188722 w 435145"/>
                <a:gd name="connsiteY18" fmla="*/ 96253 h 761503"/>
                <a:gd name="connsiteX19" fmla="*/ 243115 w 435145"/>
                <a:gd name="connsiteY19" fmla="*/ 71776 h 761503"/>
                <a:gd name="connsiteX20" fmla="*/ 286630 w 435145"/>
                <a:gd name="connsiteY20" fmla="*/ 63617 h 761503"/>
                <a:gd name="connsiteX21" fmla="*/ 305667 w 435145"/>
                <a:gd name="connsiteY21" fmla="*/ 66337 h 761503"/>
                <a:gd name="connsiteX22" fmla="*/ 324705 w 435145"/>
                <a:gd name="connsiteY22" fmla="*/ 79936 h 761503"/>
                <a:gd name="connsiteX23" fmla="*/ 341023 w 435145"/>
                <a:gd name="connsiteY23" fmla="*/ 101693 h 761503"/>
                <a:gd name="connsiteX24" fmla="*/ 354621 w 435145"/>
                <a:gd name="connsiteY24" fmla="*/ 123450 h 761503"/>
                <a:gd name="connsiteX25" fmla="*/ 354621 w 435145"/>
                <a:gd name="connsiteY25" fmla="*/ 98973 h 761503"/>
                <a:gd name="connsiteX26" fmla="*/ 360060 w 435145"/>
                <a:gd name="connsiteY26" fmla="*/ 74496 h 761503"/>
                <a:gd name="connsiteX27" fmla="*/ 365500 w 435145"/>
                <a:gd name="connsiteY27" fmla="*/ 63617 h 761503"/>
                <a:gd name="connsiteX28" fmla="*/ 373659 w 435145"/>
                <a:gd name="connsiteY28" fmla="*/ 58178 h 761503"/>
                <a:gd name="connsiteX29" fmla="*/ 381818 w 435145"/>
                <a:gd name="connsiteY29" fmla="*/ 63617 h 761503"/>
                <a:gd name="connsiteX30" fmla="*/ 389977 w 435145"/>
                <a:gd name="connsiteY30" fmla="*/ 82655 h 761503"/>
                <a:gd name="connsiteX31" fmla="*/ 392696 w 435145"/>
                <a:gd name="connsiteY31" fmla="*/ 126170 h 761503"/>
                <a:gd name="connsiteX32" fmla="*/ 395416 w 435145"/>
                <a:gd name="connsiteY32" fmla="*/ 186002 h 761503"/>
                <a:gd name="connsiteX33" fmla="*/ 398136 w 435145"/>
                <a:gd name="connsiteY33" fmla="*/ 237675 h 761503"/>
                <a:gd name="connsiteX34" fmla="*/ 398136 w 435145"/>
                <a:gd name="connsiteY34" fmla="*/ 243115 h 761503"/>
                <a:gd name="connsiteX35" fmla="*/ 395416 w 435145"/>
                <a:gd name="connsiteY35" fmla="*/ 256713 h 761503"/>
                <a:gd name="connsiteX36" fmla="*/ 379098 w 435145"/>
                <a:gd name="connsiteY36" fmla="*/ 278470 h 761503"/>
                <a:gd name="connsiteX37" fmla="*/ 362780 w 435145"/>
                <a:gd name="connsiteY37" fmla="*/ 273031 h 761503"/>
                <a:gd name="connsiteX38" fmla="*/ 354621 w 435145"/>
                <a:gd name="connsiteY38" fmla="*/ 256713 h 761503"/>
                <a:gd name="connsiteX39" fmla="*/ 354621 w 435145"/>
                <a:gd name="connsiteY39" fmla="*/ 213198 h 761503"/>
                <a:gd name="connsiteX40" fmla="*/ 354621 w 435145"/>
                <a:gd name="connsiteY40" fmla="*/ 205040 h 761503"/>
                <a:gd name="connsiteX41" fmla="*/ 338303 w 435145"/>
                <a:gd name="connsiteY41" fmla="*/ 147927 h 761503"/>
                <a:gd name="connsiteX42" fmla="*/ 292069 w 435145"/>
                <a:gd name="connsiteY42" fmla="*/ 107132 h 761503"/>
                <a:gd name="connsiteX43" fmla="*/ 262153 w 435145"/>
                <a:gd name="connsiteY43" fmla="*/ 120730 h 761503"/>
                <a:gd name="connsiteX44" fmla="*/ 251274 w 435145"/>
                <a:gd name="connsiteY44" fmla="*/ 131609 h 761503"/>
                <a:gd name="connsiteX45" fmla="*/ 240395 w 435145"/>
                <a:gd name="connsiteY45" fmla="*/ 139768 h 761503"/>
                <a:gd name="connsiteX46" fmla="*/ 237676 w 435145"/>
                <a:gd name="connsiteY46" fmla="*/ 164245 h 761503"/>
                <a:gd name="connsiteX47" fmla="*/ 226797 w 435145"/>
                <a:gd name="connsiteY47" fmla="*/ 196881 h 761503"/>
                <a:gd name="connsiteX48" fmla="*/ 213199 w 435145"/>
                <a:gd name="connsiteY48" fmla="*/ 259433 h 761503"/>
                <a:gd name="connsiteX49" fmla="*/ 207759 w 435145"/>
                <a:gd name="connsiteY49" fmla="*/ 324704 h 761503"/>
                <a:gd name="connsiteX50" fmla="*/ 207759 w 435145"/>
                <a:gd name="connsiteY50" fmla="*/ 335583 h 761503"/>
                <a:gd name="connsiteX51" fmla="*/ 205040 w 435145"/>
                <a:gd name="connsiteY51" fmla="*/ 349181 h 761503"/>
                <a:gd name="connsiteX52" fmla="*/ 207759 w 435145"/>
                <a:gd name="connsiteY52" fmla="*/ 368219 h 761503"/>
                <a:gd name="connsiteX53" fmla="*/ 207759 w 435145"/>
                <a:gd name="connsiteY53" fmla="*/ 376378 h 761503"/>
                <a:gd name="connsiteX54" fmla="*/ 205040 w 435145"/>
                <a:gd name="connsiteY54" fmla="*/ 387256 h 761503"/>
                <a:gd name="connsiteX55" fmla="*/ 205040 w 435145"/>
                <a:gd name="connsiteY55" fmla="*/ 395415 h 761503"/>
                <a:gd name="connsiteX56" fmla="*/ 205040 w 435145"/>
                <a:gd name="connsiteY56" fmla="*/ 406294 h 761503"/>
                <a:gd name="connsiteX57" fmla="*/ 205040 w 435145"/>
                <a:gd name="connsiteY57" fmla="*/ 425332 h 761503"/>
                <a:gd name="connsiteX58" fmla="*/ 213199 w 435145"/>
                <a:gd name="connsiteY58" fmla="*/ 493323 h 761503"/>
                <a:gd name="connsiteX59" fmla="*/ 221358 w 435145"/>
                <a:gd name="connsiteY59" fmla="*/ 561314 h 761503"/>
                <a:gd name="connsiteX60" fmla="*/ 226797 w 435145"/>
                <a:gd name="connsiteY60" fmla="*/ 591231 h 761503"/>
                <a:gd name="connsiteX61" fmla="*/ 240395 w 435145"/>
                <a:gd name="connsiteY61" fmla="*/ 618427 h 761503"/>
                <a:gd name="connsiteX62" fmla="*/ 283910 w 435145"/>
                <a:gd name="connsiteY62" fmla="*/ 651063 h 761503"/>
                <a:gd name="connsiteX63" fmla="*/ 338303 w 435145"/>
                <a:gd name="connsiteY63" fmla="*/ 612988 h 761503"/>
                <a:gd name="connsiteX64" fmla="*/ 354621 w 435145"/>
                <a:gd name="connsiteY64" fmla="*/ 577632 h 761503"/>
                <a:gd name="connsiteX65" fmla="*/ 357341 w 435145"/>
                <a:gd name="connsiteY65" fmla="*/ 509641 h 761503"/>
                <a:gd name="connsiteX66" fmla="*/ 362780 w 435145"/>
                <a:gd name="connsiteY66" fmla="*/ 485164 h 761503"/>
                <a:gd name="connsiteX67" fmla="*/ 368219 w 435145"/>
                <a:gd name="connsiteY67" fmla="*/ 474286 h 761503"/>
                <a:gd name="connsiteX68" fmla="*/ 376378 w 435145"/>
                <a:gd name="connsiteY68" fmla="*/ 468846 h 761503"/>
                <a:gd name="connsiteX69" fmla="*/ 384537 w 435145"/>
                <a:gd name="connsiteY69" fmla="*/ 474286 h 761503"/>
                <a:gd name="connsiteX70" fmla="*/ 392696 w 435145"/>
                <a:gd name="connsiteY70" fmla="*/ 493323 h 761503"/>
                <a:gd name="connsiteX71" fmla="*/ 395416 w 435145"/>
                <a:gd name="connsiteY71" fmla="*/ 558595 h 761503"/>
                <a:gd name="connsiteX72" fmla="*/ 398136 w 435145"/>
                <a:gd name="connsiteY72" fmla="*/ 618427 h 761503"/>
                <a:gd name="connsiteX73" fmla="*/ 400855 w 435145"/>
                <a:gd name="connsiteY73" fmla="*/ 678260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435145" h="761503">
                  <a:moveTo>
                    <a:pt x="400855" y="678260"/>
                  </a:moveTo>
                  <a:cubicBezTo>
                    <a:pt x="400855" y="689138"/>
                    <a:pt x="400855" y="719054"/>
                    <a:pt x="384537" y="719054"/>
                  </a:cubicBezTo>
                  <a:cubicBezTo>
                    <a:pt x="376378" y="719054"/>
                    <a:pt x="373659" y="716335"/>
                    <a:pt x="368219" y="713615"/>
                  </a:cubicBezTo>
                  <a:cubicBezTo>
                    <a:pt x="362780" y="710895"/>
                    <a:pt x="360060" y="702736"/>
                    <a:pt x="360060" y="697297"/>
                  </a:cubicBezTo>
                  <a:cubicBezTo>
                    <a:pt x="357341" y="680979"/>
                    <a:pt x="357341" y="664661"/>
                    <a:pt x="360060" y="651063"/>
                  </a:cubicBezTo>
                  <a:cubicBezTo>
                    <a:pt x="354621" y="659222"/>
                    <a:pt x="341023" y="678260"/>
                    <a:pt x="332864" y="686418"/>
                  </a:cubicBezTo>
                  <a:cubicBezTo>
                    <a:pt x="311107" y="708176"/>
                    <a:pt x="283910" y="721774"/>
                    <a:pt x="251274" y="721774"/>
                  </a:cubicBezTo>
                  <a:cubicBezTo>
                    <a:pt x="243115" y="721774"/>
                    <a:pt x="237676" y="721774"/>
                    <a:pt x="229517" y="719054"/>
                  </a:cubicBezTo>
                  <a:cubicBezTo>
                    <a:pt x="207759" y="716335"/>
                    <a:pt x="183283" y="708176"/>
                    <a:pt x="158806" y="694578"/>
                  </a:cubicBezTo>
                  <a:cubicBezTo>
                    <a:pt x="142488" y="686418"/>
                    <a:pt x="126170" y="672820"/>
                    <a:pt x="112571" y="659222"/>
                  </a:cubicBezTo>
                  <a:cubicBezTo>
                    <a:pt x="98973" y="642904"/>
                    <a:pt x="88095" y="626586"/>
                    <a:pt x="79936" y="607548"/>
                  </a:cubicBezTo>
                  <a:cubicBezTo>
                    <a:pt x="71777" y="585791"/>
                    <a:pt x="66337" y="566754"/>
                    <a:pt x="63618" y="542277"/>
                  </a:cubicBezTo>
                  <a:cubicBezTo>
                    <a:pt x="60898" y="517800"/>
                    <a:pt x="58178" y="493323"/>
                    <a:pt x="58178" y="471566"/>
                  </a:cubicBezTo>
                  <a:cubicBezTo>
                    <a:pt x="58178" y="447089"/>
                    <a:pt x="58178" y="425332"/>
                    <a:pt x="60898" y="400855"/>
                  </a:cubicBezTo>
                  <a:cubicBezTo>
                    <a:pt x="63618" y="379098"/>
                    <a:pt x="60898" y="357340"/>
                    <a:pt x="66337" y="335583"/>
                  </a:cubicBezTo>
                  <a:cubicBezTo>
                    <a:pt x="69057" y="313826"/>
                    <a:pt x="77216" y="289349"/>
                    <a:pt x="85375" y="267592"/>
                  </a:cubicBezTo>
                  <a:cubicBezTo>
                    <a:pt x="93534" y="243115"/>
                    <a:pt x="98973" y="221357"/>
                    <a:pt x="109852" y="199600"/>
                  </a:cubicBezTo>
                  <a:cubicBezTo>
                    <a:pt x="118011" y="177843"/>
                    <a:pt x="131609" y="161525"/>
                    <a:pt x="145207" y="145207"/>
                  </a:cubicBezTo>
                  <a:cubicBezTo>
                    <a:pt x="158806" y="128889"/>
                    <a:pt x="172404" y="109852"/>
                    <a:pt x="188722" y="96253"/>
                  </a:cubicBezTo>
                  <a:cubicBezTo>
                    <a:pt x="205040" y="82655"/>
                    <a:pt x="224077" y="77216"/>
                    <a:pt x="243115" y="71776"/>
                  </a:cubicBezTo>
                  <a:cubicBezTo>
                    <a:pt x="256713" y="69057"/>
                    <a:pt x="273031" y="63617"/>
                    <a:pt x="286630" y="63617"/>
                  </a:cubicBezTo>
                  <a:cubicBezTo>
                    <a:pt x="292069" y="63617"/>
                    <a:pt x="297508" y="63617"/>
                    <a:pt x="305667" y="66337"/>
                  </a:cubicBezTo>
                  <a:cubicBezTo>
                    <a:pt x="313826" y="69057"/>
                    <a:pt x="319266" y="74496"/>
                    <a:pt x="324705" y="79936"/>
                  </a:cubicBezTo>
                  <a:cubicBezTo>
                    <a:pt x="332864" y="85375"/>
                    <a:pt x="332864" y="93534"/>
                    <a:pt x="341023" y="101693"/>
                  </a:cubicBezTo>
                  <a:cubicBezTo>
                    <a:pt x="346462" y="107132"/>
                    <a:pt x="349182" y="118011"/>
                    <a:pt x="354621" y="123450"/>
                  </a:cubicBezTo>
                  <a:cubicBezTo>
                    <a:pt x="354621" y="115291"/>
                    <a:pt x="354621" y="101693"/>
                    <a:pt x="354621" y="98973"/>
                  </a:cubicBezTo>
                  <a:cubicBezTo>
                    <a:pt x="354621" y="90814"/>
                    <a:pt x="354621" y="79936"/>
                    <a:pt x="360060" y="74496"/>
                  </a:cubicBezTo>
                  <a:cubicBezTo>
                    <a:pt x="362780" y="71776"/>
                    <a:pt x="362780" y="69057"/>
                    <a:pt x="365500" y="63617"/>
                  </a:cubicBezTo>
                  <a:cubicBezTo>
                    <a:pt x="368219" y="60898"/>
                    <a:pt x="370939" y="58178"/>
                    <a:pt x="373659" y="58178"/>
                  </a:cubicBezTo>
                  <a:cubicBezTo>
                    <a:pt x="376378" y="58178"/>
                    <a:pt x="379098" y="60898"/>
                    <a:pt x="381818" y="63617"/>
                  </a:cubicBezTo>
                  <a:cubicBezTo>
                    <a:pt x="384537" y="69057"/>
                    <a:pt x="387257" y="77216"/>
                    <a:pt x="389977" y="82655"/>
                  </a:cubicBezTo>
                  <a:cubicBezTo>
                    <a:pt x="389977" y="90814"/>
                    <a:pt x="392696" y="107132"/>
                    <a:pt x="392696" y="126170"/>
                  </a:cubicBezTo>
                  <a:cubicBezTo>
                    <a:pt x="392696" y="150647"/>
                    <a:pt x="392696" y="177843"/>
                    <a:pt x="395416" y="186002"/>
                  </a:cubicBezTo>
                  <a:cubicBezTo>
                    <a:pt x="398136" y="205040"/>
                    <a:pt x="398136" y="215918"/>
                    <a:pt x="398136" y="237675"/>
                  </a:cubicBezTo>
                  <a:cubicBezTo>
                    <a:pt x="398136" y="240395"/>
                    <a:pt x="398136" y="243115"/>
                    <a:pt x="398136" y="243115"/>
                  </a:cubicBezTo>
                  <a:cubicBezTo>
                    <a:pt x="398136" y="248554"/>
                    <a:pt x="398136" y="251274"/>
                    <a:pt x="395416" y="256713"/>
                  </a:cubicBezTo>
                  <a:cubicBezTo>
                    <a:pt x="392696" y="267592"/>
                    <a:pt x="389977" y="278470"/>
                    <a:pt x="379098" y="278470"/>
                  </a:cubicBezTo>
                  <a:cubicBezTo>
                    <a:pt x="370939" y="278470"/>
                    <a:pt x="368219" y="275751"/>
                    <a:pt x="362780" y="273031"/>
                  </a:cubicBezTo>
                  <a:cubicBezTo>
                    <a:pt x="357341" y="270311"/>
                    <a:pt x="354621" y="262152"/>
                    <a:pt x="354621" y="256713"/>
                  </a:cubicBezTo>
                  <a:cubicBezTo>
                    <a:pt x="349182" y="237675"/>
                    <a:pt x="354621" y="232236"/>
                    <a:pt x="354621" y="213198"/>
                  </a:cubicBezTo>
                  <a:cubicBezTo>
                    <a:pt x="354621" y="210479"/>
                    <a:pt x="354621" y="207759"/>
                    <a:pt x="354621" y="205040"/>
                  </a:cubicBezTo>
                  <a:cubicBezTo>
                    <a:pt x="349182" y="186002"/>
                    <a:pt x="343742" y="169684"/>
                    <a:pt x="338303" y="147927"/>
                  </a:cubicBezTo>
                  <a:cubicBezTo>
                    <a:pt x="332864" y="131609"/>
                    <a:pt x="311107" y="107132"/>
                    <a:pt x="292069" y="107132"/>
                  </a:cubicBezTo>
                  <a:cubicBezTo>
                    <a:pt x="281190" y="107132"/>
                    <a:pt x="270312" y="115291"/>
                    <a:pt x="262153" y="120730"/>
                  </a:cubicBezTo>
                  <a:cubicBezTo>
                    <a:pt x="259433" y="123450"/>
                    <a:pt x="256713" y="126170"/>
                    <a:pt x="251274" y="131609"/>
                  </a:cubicBezTo>
                  <a:cubicBezTo>
                    <a:pt x="248554" y="134329"/>
                    <a:pt x="243115" y="137048"/>
                    <a:pt x="240395" y="139768"/>
                  </a:cubicBezTo>
                  <a:cubicBezTo>
                    <a:pt x="237676" y="145207"/>
                    <a:pt x="240395" y="156086"/>
                    <a:pt x="237676" y="164245"/>
                  </a:cubicBezTo>
                  <a:cubicBezTo>
                    <a:pt x="232236" y="175123"/>
                    <a:pt x="229517" y="186002"/>
                    <a:pt x="226797" y="196881"/>
                  </a:cubicBezTo>
                  <a:cubicBezTo>
                    <a:pt x="221358" y="218638"/>
                    <a:pt x="218638" y="237675"/>
                    <a:pt x="213199" y="259433"/>
                  </a:cubicBezTo>
                  <a:cubicBezTo>
                    <a:pt x="210479" y="281190"/>
                    <a:pt x="207759" y="302947"/>
                    <a:pt x="207759" y="324704"/>
                  </a:cubicBezTo>
                  <a:cubicBezTo>
                    <a:pt x="207759" y="327424"/>
                    <a:pt x="207759" y="332863"/>
                    <a:pt x="207759" y="335583"/>
                  </a:cubicBezTo>
                  <a:cubicBezTo>
                    <a:pt x="207759" y="341022"/>
                    <a:pt x="205040" y="343742"/>
                    <a:pt x="205040" y="349181"/>
                  </a:cubicBezTo>
                  <a:cubicBezTo>
                    <a:pt x="205040" y="354621"/>
                    <a:pt x="207759" y="362779"/>
                    <a:pt x="207759" y="368219"/>
                  </a:cubicBezTo>
                  <a:cubicBezTo>
                    <a:pt x="207759" y="370939"/>
                    <a:pt x="207759" y="373658"/>
                    <a:pt x="207759" y="376378"/>
                  </a:cubicBezTo>
                  <a:cubicBezTo>
                    <a:pt x="205040" y="381817"/>
                    <a:pt x="205040" y="384537"/>
                    <a:pt x="205040" y="387256"/>
                  </a:cubicBezTo>
                  <a:cubicBezTo>
                    <a:pt x="205040" y="389976"/>
                    <a:pt x="205040" y="392696"/>
                    <a:pt x="205040" y="395415"/>
                  </a:cubicBezTo>
                  <a:cubicBezTo>
                    <a:pt x="205040" y="398135"/>
                    <a:pt x="205040" y="403574"/>
                    <a:pt x="205040" y="406294"/>
                  </a:cubicBezTo>
                  <a:cubicBezTo>
                    <a:pt x="205040" y="411733"/>
                    <a:pt x="205040" y="417173"/>
                    <a:pt x="205040" y="425332"/>
                  </a:cubicBezTo>
                  <a:cubicBezTo>
                    <a:pt x="205040" y="449809"/>
                    <a:pt x="213199" y="471566"/>
                    <a:pt x="213199" y="493323"/>
                  </a:cubicBezTo>
                  <a:cubicBezTo>
                    <a:pt x="213199" y="517800"/>
                    <a:pt x="215919" y="539557"/>
                    <a:pt x="221358" y="561314"/>
                  </a:cubicBezTo>
                  <a:cubicBezTo>
                    <a:pt x="224077" y="572193"/>
                    <a:pt x="224077" y="580352"/>
                    <a:pt x="226797" y="591231"/>
                  </a:cubicBezTo>
                  <a:cubicBezTo>
                    <a:pt x="229517" y="599390"/>
                    <a:pt x="237676" y="607548"/>
                    <a:pt x="240395" y="618427"/>
                  </a:cubicBezTo>
                  <a:cubicBezTo>
                    <a:pt x="248554" y="637465"/>
                    <a:pt x="262153" y="651063"/>
                    <a:pt x="283910" y="651063"/>
                  </a:cubicBezTo>
                  <a:cubicBezTo>
                    <a:pt x="302948" y="651063"/>
                    <a:pt x="330144" y="629306"/>
                    <a:pt x="338303" y="612988"/>
                  </a:cubicBezTo>
                  <a:cubicBezTo>
                    <a:pt x="346462" y="599390"/>
                    <a:pt x="351901" y="591231"/>
                    <a:pt x="354621" y="577632"/>
                  </a:cubicBezTo>
                  <a:cubicBezTo>
                    <a:pt x="354621" y="550436"/>
                    <a:pt x="354621" y="517800"/>
                    <a:pt x="357341" y="509641"/>
                  </a:cubicBezTo>
                  <a:cubicBezTo>
                    <a:pt x="357341" y="501482"/>
                    <a:pt x="357341" y="490603"/>
                    <a:pt x="362780" y="485164"/>
                  </a:cubicBezTo>
                  <a:cubicBezTo>
                    <a:pt x="365500" y="482444"/>
                    <a:pt x="365500" y="479725"/>
                    <a:pt x="368219" y="474286"/>
                  </a:cubicBezTo>
                  <a:cubicBezTo>
                    <a:pt x="370939" y="471566"/>
                    <a:pt x="373659" y="468846"/>
                    <a:pt x="376378" y="468846"/>
                  </a:cubicBezTo>
                  <a:cubicBezTo>
                    <a:pt x="379098" y="468846"/>
                    <a:pt x="381818" y="471566"/>
                    <a:pt x="384537" y="474286"/>
                  </a:cubicBezTo>
                  <a:cubicBezTo>
                    <a:pt x="387257" y="479725"/>
                    <a:pt x="389977" y="487884"/>
                    <a:pt x="392696" y="493323"/>
                  </a:cubicBezTo>
                  <a:cubicBezTo>
                    <a:pt x="392696" y="501482"/>
                    <a:pt x="395416" y="539557"/>
                    <a:pt x="395416" y="558595"/>
                  </a:cubicBezTo>
                  <a:cubicBezTo>
                    <a:pt x="395416" y="583072"/>
                    <a:pt x="395416" y="610268"/>
                    <a:pt x="398136" y="618427"/>
                  </a:cubicBezTo>
                  <a:cubicBezTo>
                    <a:pt x="398136" y="648343"/>
                    <a:pt x="400855" y="659222"/>
                    <a:pt x="400855" y="678260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1D06F6A8-1158-1439-BC2E-EC689D5F1BCE}"/>
                </a:ext>
              </a:extLst>
            </p:cNvPr>
            <p:cNvSpPr/>
            <p:nvPr/>
          </p:nvSpPr>
          <p:spPr>
            <a:xfrm>
              <a:off x="3829459" y="4200317"/>
              <a:ext cx="598325" cy="761503"/>
            </a:xfrm>
            <a:custGeom>
              <a:avLst/>
              <a:gdLst>
                <a:gd name="connsiteX0" fmla="*/ 360060 w 598324"/>
                <a:gd name="connsiteY0" fmla="*/ 332863 h 761503"/>
                <a:gd name="connsiteX1" fmla="*/ 341023 w 598324"/>
                <a:gd name="connsiteY1" fmla="*/ 370939 h 761503"/>
                <a:gd name="connsiteX2" fmla="*/ 376378 w 598324"/>
                <a:gd name="connsiteY2" fmla="*/ 389976 h 761503"/>
                <a:gd name="connsiteX3" fmla="*/ 425332 w 598324"/>
                <a:gd name="connsiteY3" fmla="*/ 433491 h 761503"/>
                <a:gd name="connsiteX4" fmla="*/ 438930 w 598324"/>
                <a:gd name="connsiteY4" fmla="*/ 463407 h 761503"/>
                <a:gd name="connsiteX5" fmla="*/ 449809 w 598324"/>
                <a:gd name="connsiteY5" fmla="*/ 498762 h 761503"/>
                <a:gd name="connsiteX6" fmla="*/ 457968 w 598324"/>
                <a:gd name="connsiteY6" fmla="*/ 528679 h 761503"/>
                <a:gd name="connsiteX7" fmla="*/ 466127 w 598324"/>
                <a:gd name="connsiteY7" fmla="*/ 564034 h 761503"/>
                <a:gd name="connsiteX8" fmla="*/ 471566 w 598324"/>
                <a:gd name="connsiteY8" fmla="*/ 593950 h 761503"/>
                <a:gd name="connsiteX9" fmla="*/ 479725 w 598324"/>
                <a:gd name="connsiteY9" fmla="*/ 607548 h 761503"/>
                <a:gd name="connsiteX10" fmla="*/ 487884 w 598324"/>
                <a:gd name="connsiteY10" fmla="*/ 623867 h 761503"/>
                <a:gd name="connsiteX11" fmla="*/ 501482 w 598324"/>
                <a:gd name="connsiteY11" fmla="*/ 651063 h 761503"/>
                <a:gd name="connsiteX12" fmla="*/ 523240 w 598324"/>
                <a:gd name="connsiteY12" fmla="*/ 670101 h 761503"/>
                <a:gd name="connsiteX13" fmla="*/ 534119 w 598324"/>
                <a:gd name="connsiteY13" fmla="*/ 686418 h 761503"/>
                <a:gd name="connsiteX14" fmla="*/ 531399 w 598324"/>
                <a:gd name="connsiteY14" fmla="*/ 694578 h 761503"/>
                <a:gd name="connsiteX15" fmla="*/ 498763 w 598324"/>
                <a:gd name="connsiteY15" fmla="*/ 708176 h 761503"/>
                <a:gd name="connsiteX16" fmla="*/ 449809 w 598324"/>
                <a:gd name="connsiteY16" fmla="*/ 700017 h 761503"/>
                <a:gd name="connsiteX17" fmla="*/ 400855 w 598324"/>
                <a:gd name="connsiteY17" fmla="*/ 667381 h 761503"/>
                <a:gd name="connsiteX18" fmla="*/ 381817 w 598324"/>
                <a:gd name="connsiteY18" fmla="*/ 642904 h 761503"/>
                <a:gd name="connsiteX19" fmla="*/ 368219 w 598324"/>
                <a:gd name="connsiteY19" fmla="*/ 610268 h 761503"/>
                <a:gd name="connsiteX20" fmla="*/ 349182 w 598324"/>
                <a:gd name="connsiteY20" fmla="*/ 550436 h 761503"/>
                <a:gd name="connsiteX21" fmla="*/ 338303 w 598324"/>
                <a:gd name="connsiteY21" fmla="*/ 504202 h 761503"/>
                <a:gd name="connsiteX22" fmla="*/ 330144 w 598324"/>
                <a:gd name="connsiteY22" fmla="*/ 477005 h 761503"/>
                <a:gd name="connsiteX23" fmla="*/ 321985 w 598324"/>
                <a:gd name="connsiteY23" fmla="*/ 455248 h 761503"/>
                <a:gd name="connsiteX24" fmla="*/ 305667 w 598324"/>
                <a:gd name="connsiteY24" fmla="*/ 436210 h 761503"/>
                <a:gd name="connsiteX25" fmla="*/ 294788 w 598324"/>
                <a:gd name="connsiteY25" fmla="*/ 441650 h 761503"/>
                <a:gd name="connsiteX26" fmla="*/ 278471 w 598324"/>
                <a:gd name="connsiteY26" fmla="*/ 463407 h 761503"/>
                <a:gd name="connsiteX27" fmla="*/ 264872 w 598324"/>
                <a:gd name="connsiteY27" fmla="*/ 496043 h 761503"/>
                <a:gd name="connsiteX28" fmla="*/ 262153 w 598324"/>
                <a:gd name="connsiteY28" fmla="*/ 517800 h 761503"/>
                <a:gd name="connsiteX29" fmla="*/ 262153 w 598324"/>
                <a:gd name="connsiteY29" fmla="*/ 523239 h 761503"/>
                <a:gd name="connsiteX30" fmla="*/ 262153 w 598324"/>
                <a:gd name="connsiteY30" fmla="*/ 553155 h 761503"/>
                <a:gd name="connsiteX31" fmla="*/ 262153 w 598324"/>
                <a:gd name="connsiteY31" fmla="*/ 629306 h 761503"/>
                <a:gd name="connsiteX32" fmla="*/ 259433 w 598324"/>
                <a:gd name="connsiteY32" fmla="*/ 659222 h 761503"/>
                <a:gd name="connsiteX33" fmla="*/ 283910 w 598324"/>
                <a:gd name="connsiteY33" fmla="*/ 659222 h 761503"/>
                <a:gd name="connsiteX34" fmla="*/ 321985 w 598324"/>
                <a:gd name="connsiteY34" fmla="*/ 675540 h 761503"/>
                <a:gd name="connsiteX35" fmla="*/ 316546 w 598324"/>
                <a:gd name="connsiteY35" fmla="*/ 691858 h 761503"/>
                <a:gd name="connsiteX36" fmla="*/ 300228 w 598324"/>
                <a:gd name="connsiteY36" fmla="*/ 700017 h 761503"/>
                <a:gd name="connsiteX37" fmla="*/ 278471 w 598324"/>
                <a:gd name="connsiteY37" fmla="*/ 702736 h 761503"/>
                <a:gd name="connsiteX38" fmla="*/ 243115 w 598324"/>
                <a:gd name="connsiteY38" fmla="*/ 702736 h 761503"/>
                <a:gd name="connsiteX39" fmla="*/ 221358 w 598324"/>
                <a:gd name="connsiteY39" fmla="*/ 710895 h 761503"/>
                <a:gd name="connsiteX40" fmla="*/ 194161 w 598324"/>
                <a:gd name="connsiteY40" fmla="*/ 702736 h 761503"/>
                <a:gd name="connsiteX41" fmla="*/ 177843 w 598324"/>
                <a:gd name="connsiteY41" fmla="*/ 702736 h 761503"/>
                <a:gd name="connsiteX42" fmla="*/ 126170 w 598324"/>
                <a:gd name="connsiteY42" fmla="*/ 702736 h 761503"/>
                <a:gd name="connsiteX43" fmla="*/ 101693 w 598324"/>
                <a:gd name="connsiteY43" fmla="*/ 702736 h 761503"/>
                <a:gd name="connsiteX44" fmla="*/ 74496 w 598324"/>
                <a:gd name="connsiteY44" fmla="*/ 697297 h 761503"/>
                <a:gd name="connsiteX45" fmla="*/ 58178 w 598324"/>
                <a:gd name="connsiteY45" fmla="*/ 680979 h 761503"/>
                <a:gd name="connsiteX46" fmla="*/ 63617 w 598324"/>
                <a:gd name="connsiteY46" fmla="*/ 672820 h 761503"/>
                <a:gd name="connsiteX47" fmla="*/ 85375 w 598324"/>
                <a:gd name="connsiteY47" fmla="*/ 664661 h 761503"/>
                <a:gd name="connsiteX48" fmla="*/ 128889 w 598324"/>
                <a:gd name="connsiteY48" fmla="*/ 659222 h 761503"/>
                <a:gd name="connsiteX49" fmla="*/ 147927 w 598324"/>
                <a:gd name="connsiteY49" fmla="*/ 659222 h 761503"/>
                <a:gd name="connsiteX50" fmla="*/ 145207 w 598324"/>
                <a:gd name="connsiteY50" fmla="*/ 653783 h 761503"/>
                <a:gd name="connsiteX51" fmla="*/ 131609 w 598324"/>
                <a:gd name="connsiteY51" fmla="*/ 585791 h 761503"/>
                <a:gd name="connsiteX52" fmla="*/ 134329 w 598324"/>
                <a:gd name="connsiteY52" fmla="*/ 498762 h 761503"/>
                <a:gd name="connsiteX53" fmla="*/ 137048 w 598324"/>
                <a:gd name="connsiteY53" fmla="*/ 406294 h 761503"/>
                <a:gd name="connsiteX54" fmla="*/ 134329 w 598324"/>
                <a:gd name="connsiteY54" fmla="*/ 327424 h 761503"/>
                <a:gd name="connsiteX55" fmla="*/ 137048 w 598324"/>
                <a:gd name="connsiteY55" fmla="*/ 253993 h 761503"/>
                <a:gd name="connsiteX56" fmla="*/ 139768 w 598324"/>
                <a:gd name="connsiteY56" fmla="*/ 207759 h 761503"/>
                <a:gd name="connsiteX57" fmla="*/ 137048 w 598324"/>
                <a:gd name="connsiteY57" fmla="*/ 172404 h 761503"/>
                <a:gd name="connsiteX58" fmla="*/ 137048 w 598324"/>
                <a:gd name="connsiteY58" fmla="*/ 112571 h 761503"/>
                <a:gd name="connsiteX59" fmla="*/ 126170 w 598324"/>
                <a:gd name="connsiteY59" fmla="*/ 112571 h 761503"/>
                <a:gd name="connsiteX60" fmla="*/ 101693 w 598324"/>
                <a:gd name="connsiteY60" fmla="*/ 112571 h 761503"/>
                <a:gd name="connsiteX61" fmla="*/ 74496 w 598324"/>
                <a:gd name="connsiteY61" fmla="*/ 107132 h 761503"/>
                <a:gd name="connsiteX62" fmla="*/ 58178 w 598324"/>
                <a:gd name="connsiteY62" fmla="*/ 90814 h 761503"/>
                <a:gd name="connsiteX63" fmla="*/ 63617 w 598324"/>
                <a:gd name="connsiteY63" fmla="*/ 82655 h 761503"/>
                <a:gd name="connsiteX64" fmla="*/ 85375 w 598324"/>
                <a:gd name="connsiteY64" fmla="*/ 74496 h 761503"/>
                <a:gd name="connsiteX65" fmla="*/ 137048 w 598324"/>
                <a:gd name="connsiteY65" fmla="*/ 69057 h 761503"/>
                <a:gd name="connsiteX66" fmla="*/ 145207 w 598324"/>
                <a:gd name="connsiteY66" fmla="*/ 69057 h 761503"/>
                <a:gd name="connsiteX67" fmla="*/ 169684 w 598324"/>
                <a:gd name="connsiteY67" fmla="*/ 58178 h 761503"/>
                <a:gd name="connsiteX68" fmla="*/ 177843 w 598324"/>
                <a:gd name="connsiteY68" fmla="*/ 58178 h 761503"/>
                <a:gd name="connsiteX69" fmla="*/ 205040 w 598324"/>
                <a:gd name="connsiteY69" fmla="*/ 66337 h 761503"/>
                <a:gd name="connsiteX70" fmla="*/ 286629 w 598324"/>
                <a:gd name="connsiteY70" fmla="*/ 63617 h 761503"/>
                <a:gd name="connsiteX71" fmla="*/ 324705 w 598324"/>
                <a:gd name="connsiteY71" fmla="*/ 79936 h 761503"/>
                <a:gd name="connsiteX72" fmla="*/ 319265 w 598324"/>
                <a:gd name="connsiteY72" fmla="*/ 96253 h 761503"/>
                <a:gd name="connsiteX73" fmla="*/ 302948 w 598324"/>
                <a:gd name="connsiteY73" fmla="*/ 104412 h 761503"/>
                <a:gd name="connsiteX74" fmla="*/ 278471 w 598324"/>
                <a:gd name="connsiteY74" fmla="*/ 112571 h 761503"/>
                <a:gd name="connsiteX75" fmla="*/ 232236 w 598324"/>
                <a:gd name="connsiteY75" fmla="*/ 112571 h 761503"/>
                <a:gd name="connsiteX76" fmla="*/ 240395 w 598324"/>
                <a:gd name="connsiteY76" fmla="*/ 137048 h 761503"/>
                <a:gd name="connsiteX77" fmla="*/ 240395 w 598324"/>
                <a:gd name="connsiteY77" fmla="*/ 150647 h 761503"/>
                <a:gd name="connsiteX78" fmla="*/ 243115 w 598324"/>
                <a:gd name="connsiteY78" fmla="*/ 158805 h 761503"/>
                <a:gd name="connsiteX79" fmla="*/ 248554 w 598324"/>
                <a:gd name="connsiteY79" fmla="*/ 188722 h 761503"/>
                <a:gd name="connsiteX80" fmla="*/ 248554 w 598324"/>
                <a:gd name="connsiteY80" fmla="*/ 199600 h 761503"/>
                <a:gd name="connsiteX81" fmla="*/ 248554 w 598324"/>
                <a:gd name="connsiteY81" fmla="*/ 221357 h 761503"/>
                <a:gd name="connsiteX82" fmla="*/ 253994 w 598324"/>
                <a:gd name="connsiteY82" fmla="*/ 264872 h 761503"/>
                <a:gd name="connsiteX83" fmla="*/ 262153 w 598324"/>
                <a:gd name="connsiteY83" fmla="*/ 297508 h 761503"/>
                <a:gd name="connsiteX84" fmla="*/ 264872 w 598324"/>
                <a:gd name="connsiteY84" fmla="*/ 324704 h 761503"/>
                <a:gd name="connsiteX85" fmla="*/ 264872 w 598324"/>
                <a:gd name="connsiteY85" fmla="*/ 332863 h 761503"/>
                <a:gd name="connsiteX86" fmla="*/ 264872 w 598324"/>
                <a:gd name="connsiteY86" fmla="*/ 351901 h 761503"/>
                <a:gd name="connsiteX87" fmla="*/ 262153 w 598324"/>
                <a:gd name="connsiteY87" fmla="*/ 370939 h 761503"/>
                <a:gd name="connsiteX88" fmla="*/ 267592 w 598324"/>
                <a:gd name="connsiteY88" fmla="*/ 384537 h 761503"/>
                <a:gd name="connsiteX89" fmla="*/ 278471 w 598324"/>
                <a:gd name="connsiteY89" fmla="*/ 370939 h 761503"/>
                <a:gd name="connsiteX90" fmla="*/ 297508 w 598324"/>
                <a:gd name="connsiteY90" fmla="*/ 332863 h 761503"/>
                <a:gd name="connsiteX91" fmla="*/ 311106 w 598324"/>
                <a:gd name="connsiteY91" fmla="*/ 305667 h 761503"/>
                <a:gd name="connsiteX92" fmla="*/ 335583 w 598324"/>
                <a:gd name="connsiteY92" fmla="*/ 259433 h 761503"/>
                <a:gd name="connsiteX93" fmla="*/ 354621 w 598324"/>
                <a:gd name="connsiteY93" fmla="*/ 224077 h 761503"/>
                <a:gd name="connsiteX94" fmla="*/ 381817 w 598324"/>
                <a:gd name="connsiteY94" fmla="*/ 172404 h 761503"/>
                <a:gd name="connsiteX95" fmla="*/ 409014 w 598324"/>
                <a:gd name="connsiteY95" fmla="*/ 118011 h 761503"/>
                <a:gd name="connsiteX96" fmla="*/ 411734 w 598324"/>
                <a:gd name="connsiteY96" fmla="*/ 115291 h 761503"/>
                <a:gd name="connsiteX97" fmla="*/ 398136 w 598324"/>
                <a:gd name="connsiteY97" fmla="*/ 115291 h 761503"/>
                <a:gd name="connsiteX98" fmla="*/ 379098 w 598324"/>
                <a:gd name="connsiteY98" fmla="*/ 109852 h 761503"/>
                <a:gd name="connsiteX99" fmla="*/ 368219 w 598324"/>
                <a:gd name="connsiteY99" fmla="*/ 93534 h 761503"/>
                <a:gd name="connsiteX100" fmla="*/ 370939 w 598324"/>
                <a:gd name="connsiteY100" fmla="*/ 85375 h 761503"/>
                <a:gd name="connsiteX101" fmla="*/ 387257 w 598324"/>
                <a:gd name="connsiteY101" fmla="*/ 77216 h 761503"/>
                <a:gd name="connsiteX102" fmla="*/ 422612 w 598324"/>
                <a:gd name="connsiteY102" fmla="*/ 71776 h 761503"/>
                <a:gd name="connsiteX103" fmla="*/ 436211 w 598324"/>
                <a:gd name="connsiteY103" fmla="*/ 71776 h 761503"/>
                <a:gd name="connsiteX104" fmla="*/ 438930 w 598324"/>
                <a:gd name="connsiteY104" fmla="*/ 69057 h 761503"/>
                <a:gd name="connsiteX105" fmla="*/ 452529 w 598324"/>
                <a:gd name="connsiteY105" fmla="*/ 66337 h 761503"/>
                <a:gd name="connsiteX106" fmla="*/ 466127 w 598324"/>
                <a:gd name="connsiteY106" fmla="*/ 69057 h 761503"/>
                <a:gd name="connsiteX107" fmla="*/ 471566 w 598324"/>
                <a:gd name="connsiteY107" fmla="*/ 71776 h 761503"/>
                <a:gd name="connsiteX108" fmla="*/ 515081 w 598324"/>
                <a:gd name="connsiteY108" fmla="*/ 71776 h 761503"/>
                <a:gd name="connsiteX109" fmla="*/ 542277 w 598324"/>
                <a:gd name="connsiteY109" fmla="*/ 88094 h 761503"/>
                <a:gd name="connsiteX110" fmla="*/ 536838 w 598324"/>
                <a:gd name="connsiteY110" fmla="*/ 104412 h 761503"/>
                <a:gd name="connsiteX111" fmla="*/ 525959 w 598324"/>
                <a:gd name="connsiteY111" fmla="*/ 112571 h 761503"/>
                <a:gd name="connsiteX112" fmla="*/ 509642 w 598324"/>
                <a:gd name="connsiteY112" fmla="*/ 115291 h 761503"/>
                <a:gd name="connsiteX113" fmla="*/ 468847 w 598324"/>
                <a:gd name="connsiteY113" fmla="*/ 115291 h 761503"/>
                <a:gd name="connsiteX114" fmla="*/ 457968 w 598324"/>
                <a:gd name="connsiteY114" fmla="*/ 137048 h 761503"/>
                <a:gd name="connsiteX115" fmla="*/ 430771 w 598324"/>
                <a:gd name="connsiteY115" fmla="*/ 194161 h 761503"/>
                <a:gd name="connsiteX116" fmla="*/ 400855 w 598324"/>
                <a:gd name="connsiteY116" fmla="*/ 262152 h 761503"/>
                <a:gd name="connsiteX117" fmla="*/ 360060 w 598324"/>
                <a:gd name="connsiteY117" fmla="*/ 332863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</a:cxnLst>
              <a:rect l="l" t="t" r="r" b="b"/>
              <a:pathLst>
                <a:path w="598324" h="761503">
                  <a:moveTo>
                    <a:pt x="360060" y="332863"/>
                  </a:moveTo>
                  <a:cubicBezTo>
                    <a:pt x="351901" y="343742"/>
                    <a:pt x="341023" y="357340"/>
                    <a:pt x="341023" y="370939"/>
                  </a:cubicBezTo>
                  <a:cubicBezTo>
                    <a:pt x="341023" y="379098"/>
                    <a:pt x="357341" y="381817"/>
                    <a:pt x="376378" y="389976"/>
                  </a:cubicBezTo>
                  <a:cubicBezTo>
                    <a:pt x="395416" y="398135"/>
                    <a:pt x="417173" y="417173"/>
                    <a:pt x="425332" y="433491"/>
                  </a:cubicBezTo>
                  <a:cubicBezTo>
                    <a:pt x="430771" y="444369"/>
                    <a:pt x="436211" y="452528"/>
                    <a:pt x="438930" y="463407"/>
                  </a:cubicBezTo>
                  <a:cubicBezTo>
                    <a:pt x="444370" y="474286"/>
                    <a:pt x="447089" y="487884"/>
                    <a:pt x="449809" y="498762"/>
                  </a:cubicBezTo>
                  <a:cubicBezTo>
                    <a:pt x="452529" y="512361"/>
                    <a:pt x="452529" y="517800"/>
                    <a:pt x="457968" y="528679"/>
                  </a:cubicBezTo>
                  <a:cubicBezTo>
                    <a:pt x="463407" y="539557"/>
                    <a:pt x="463407" y="553155"/>
                    <a:pt x="466127" y="564034"/>
                  </a:cubicBezTo>
                  <a:cubicBezTo>
                    <a:pt x="468847" y="572193"/>
                    <a:pt x="468847" y="585791"/>
                    <a:pt x="471566" y="593950"/>
                  </a:cubicBezTo>
                  <a:cubicBezTo>
                    <a:pt x="474286" y="599390"/>
                    <a:pt x="477006" y="602109"/>
                    <a:pt x="479725" y="607548"/>
                  </a:cubicBezTo>
                  <a:cubicBezTo>
                    <a:pt x="482445" y="612988"/>
                    <a:pt x="487884" y="618427"/>
                    <a:pt x="487884" y="623867"/>
                  </a:cubicBezTo>
                  <a:cubicBezTo>
                    <a:pt x="490604" y="634745"/>
                    <a:pt x="496043" y="642904"/>
                    <a:pt x="501482" y="651063"/>
                  </a:cubicBezTo>
                  <a:cubicBezTo>
                    <a:pt x="506922" y="661942"/>
                    <a:pt x="512361" y="664661"/>
                    <a:pt x="523240" y="670101"/>
                  </a:cubicBezTo>
                  <a:cubicBezTo>
                    <a:pt x="528679" y="672820"/>
                    <a:pt x="534119" y="680979"/>
                    <a:pt x="534119" y="686418"/>
                  </a:cubicBezTo>
                  <a:cubicBezTo>
                    <a:pt x="534119" y="689138"/>
                    <a:pt x="534119" y="691858"/>
                    <a:pt x="531399" y="694578"/>
                  </a:cubicBezTo>
                  <a:cubicBezTo>
                    <a:pt x="525959" y="702736"/>
                    <a:pt x="512361" y="708176"/>
                    <a:pt x="498763" y="708176"/>
                  </a:cubicBezTo>
                  <a:cubicBezTo>
                    <a:pt x="485165" y="708176"/>
                    <a:pt x="466127" y="705456"/>
                    <a:pt x="449809" y="700017"/>
                  </a:cubicBezTo>
                  <a:cubicBezTo>
                    <a:pt x="430771" y="694578"/>
                    <a:pt x="409014" y="675540"/>
                    <a:pt x="400855" y="667381"/>
                  </a:cubicBezTo>
                  <a:cubicBezTo>
                    <a:pt x="392696" y="659222"/>
                    <a:pt x="387257" y="651063"/>
                    <a:pt x="381817" y="642904"/>
                  </a:cubicBezTo>
                  <a:cubicBezTo>
                    <a:pt x="376378" y="632025"/>
                    <a:pt x="370939" y="623867"/>
                    <a:pt x="368219" y="610268"/>
                  </a:cubicBezTo>
                  <a:cubicBezTo>
                    <a:pt x="360060" y="588511"/>
                    <a:pt x="357341" y="574913"/>
                    <a:pt x="349182" y="550436"/>
                  </a:cubicBezTo>
                  <a:cubicBezTo>
                    <a:pt x="343742" y="534118"/>
                    <a:pt x="341023" y="520520"/>
                    <a:pt x="338303" y="504202"/>
                  </a:cubicBezTo>
                  <a:cubicBezTo>
                    <a:pt x="335583" y="493323"/>
                    <a:pt x="332864" y="485164"/>
                    <a:pt x="330144" y="477005"/>
                  </a:cubicBezTo>
                  <a:cubicBezTo>
                    <a:pt x="327424" y="471566"/>
                    <a:pt x="324705" y="463407"/>
                    <a:pt x="321985" y="455248"/>
                  </a:cubicBezTo>
                  <a:cubicBezTo>
                    <a:pt x="316546" y="444369"/>
                    <a:pt x="311106" y="436210"/>
                    <a:pt x="305667" y="436210"/>
                  </a:cubicBezTo>
                  <a:cubicBezTo>
                    <a:pt x="302948" y="436210"/>
                    <a:pt x="300228" y="438930"/>
                    <a:pt x="294788" y="441650"/>
                  </a:cubicBezTo>
                  <a:cubicBezTo>
                    <a:pt x="289349" y="447089"/>
                    <a:pt x="283910" y="455248"/>
                    <a:pt x="278471" y="463407"/>
                  </a:cubicBezTo>
                  <a:cubicBezTo>
                    <a:pt x="270312" y="474286"/>
                    <a:pt x="267592" y="485164"/>
                    <a:pt x="264872" y="496043"/>
                  </a:cubicBezTo>
                  <a:cubicBezTo>
                    <a:pt x="264872" y="504202"/>
                    <a:pt x="262153" y="512361"/>
                    <a:pt x="262153" y="517800"/>
                  </a:cubicBezTo>
                  <a:cubicBezTo>
                    <a:pt x="262153" y="520520"/>
                    <a:pt x="262153" y="520520"/>
                    <a:pt x="262153" y="523239"/>
                  </a:cubicBezTo>
                  <a:cubicBezTo>
                    <a:pt x="262153" y="528679"/>
                    <a:pt x="262153" y="544997"/>
                    <a:pt x="262153" y="553155"/>
                  </a:cubicBezTo>
                  <a:cubicBezTo>
                    <a:pt x="262153" y="583072"/>
                    <a:pt x="264872" y="599390"/>
                    <a:pt x="262153" y="629306"/>
                  </a:cubicBezTo>
                  <a:cubicBezTo>
                    <a:pt x="262153" y="640184"/>
                    <a:pt x="262153" y="648343"/>
                    <a:pt x="259433" y="659222"/>
                  </a:cubicBezTo>
                  <a:cubicBezTo>
                    <a:pt x="270312" y="659222"/>
                    <a:pt x="278471" y="659222"/>
                    <a:pt x="283910" y="659222"/>
                  </a:cubicBezTo>
                  <a:cubicBezTo>
                    <a:pt x="297508" y="659222"/>
                    <a:pt x="321985" y="659222"/>
                    <a:pt x="321985" y="675540"/>
                  </a:cubicBezTo>
                  <a:cubicBezTo>
                    <a:pt x="321985" y="683699"/>
                    <a:pt x="319265" y="686418"/>
                    <a:pt x="316546" y="691858"/>
                  </a:cubicBezTo>
                  <a:cubicBezTo>
                    <a:pt x="311106" y="697297"/>
                    <a:pt x="305667" y="700017"/>
                    <a:pt x="300228" y="700017"/>
                  </a:cubicBezTo>
                  <a:cubicBezTo>
                    <a:pt x="292069" y="702736"/>
                    <a:pt x="283910" y="702736"/>
                    <a:pt x="278471" y="702736"/>
                  </a:cubicBezTo>
                  <a:cubicBezTo>
                    <a:pt x="275751" y="702736"/>
                    <a:pt x="259433" y="702736"/>
                    <a:pt x="243115" y="702736"/>
                  </a:cubicBezTo>
                  <a:cubicBezTo>
                    <a:pt x="237676" y="708176"/>
                    <a:pt x="229517" y="710895"/>
                    <a:pt x="221358" y="710895"/>
                  </a:cubicBezTo>
                  <a:cubicBezTo>
                    <a:pt x="213199" y="710895"/>
                    <a:pt x="202320" y="708176"/>
                    <a:pt x="194161" y="702736"/>
                  </a:cubicBezTo>
                  <a:cubicBezTo>
                    <a:pt x="186002" y="702736"/>
                    <a:pt x="180563" y="702736"/>
                    <a:pt x="177843" y="702736"/>
                  </a:cubicBezTo>
                  <a:cubicBezTo>
                    <a:pt x="164245" y="702736"/>
                    <a:pt x="139768" y="702736"/>
                    <a:pt x="126170" y="702736"/>
                  </a:cubicBezTo>
                  <a:cubicBezTo>
                    <a:pt x="118011" y="702736"/>
                    <a:pt x="109852" y="702736"/>
                    <a:pt x="101693" y="702736"/>
                  </a:cubicBezTo>
                  <a:cubicBezTo>
                    <a:pt x="93534" y="702736"/>
                    <a:pt x="82655" y="702736"/>
                    <a:pt x="74496" y="697297"/>
                  </a:cubicBezTo>
                  <a:cubicBezTo>
                    <a:pt x="66337" y="694578"/>
                    <a:pt x="58178" y="686418"/>
                    <a:pt x="58178" y="680979"/>
                  </a:cubicBezTo>
                  <a:cubicBezTo>
                    <a:pt x="58178" y="678260"/>
                    <a:pt x="58178" y="675540"/>
                    <a:pt x="63617" y="672820"/>
                  </a:cubicBezTo>
                  <a:cubicBezTo>
                    <a:pt x="69057" y="670101"/>
                    <a:pt x="79935" y="667381"/>
                    <a:pt x="85375" y="664661"/>
                  </a:cubicBezTo>
                  <a:cubicBezTo>
                    <a:pt x="104412" y="661942"/>
                    <a:pt x="123450" y="659222"/>
                    <a:pt x="128889" y="659222"/>
                  </a:cubicBezTo>
                  <a:cubicBezTo>
                    <a:pt x="134329" y="659222"/>
                    <a:pt x="139768" y="659222"/>
                    <a:pt x="147927" y="659222"/>
                  </a:cubicBezTo>
                  <a:cubicBezTo>
                    <a:pt x="147927" y="656502"/>
                    <a:pt x="145207" y="653783"/>
                    <a:pt x="145207" y="653783"/>
                  </a:cubicBezTo>
                  <a:cubicBezTo>
                    <a:pt x="131609" y="632025"/>
                    <a:pt x="131609" y="610268"/>
                    <a:pt x="131609" y="585791"/>
                  </a:cubicBezTo>
                  <a:cubicBezTo>
                    <a:pt x="131609" y="555875"/>
                    <a:pt x="131609" y="528679"/>
                    <a:pt x="134329" y="498762"/>
                  </a:cubicBezTo>
                  <a:cubicBezTo>
                    <a:pt x="134329" y="468846"/>
                    <a:pt x="137048" y="436210"/>
                    <a:pt x="137048" y="406294"/>
                  </a:cubicBezTo>
                  <a:cubicBezTo>
                    <a:pt x="137048" y="379098"/>
                    <a:pt x="134329" y="354621"/>
                    <a:pt x="134329" y="327424"/>
                  </a:cubicBezTo>
                  <a:cubicBezTo>
                    <a:pt x="134329" y="302947"/>
                    <a:pt x="137048" y="278470"/>
                    <a:pt x="137048" y="253993"/>
                  </a:cubicBezTo>
                  <a:cubicBezTo>
                    <a:pt x="137048" y="237675"/>
                    <a:pt x="139768" y="224077"/>
                    <a:pt x="139768" y="207759"/>
                  </a:cubicBezTo>
                  <a:cubicBezTo>
                    <a:pt x="139768" y="196881"/>
                    <a:pt x="137048" y="183282"/>
                    <a:pt x="137048" y="172404"/>
                  </a:cubicBezTo>
                  <a:cubicBezTo>
                    <a:pt x="137048" y="150647"/>
                    <a:pt x="137048" y="131609"/>
                    <a:pt x="137048" y="112571"/>
                  </a:cubicBezTo>
                  <a:cubicBezTo>
                    <a:pt x="134329" y="112571"/>
                    <a:pt x="137048" y="112571"/>
                    <a:pt x="126170" y="112571"/>
                  </a:cubicBezTo>
                  <a:cubicBezTo>
                    <a:pt x="118011" y="112571"/>
                    <a:pt x="109852" y="112571"/>
                    <a:pt x="101693" y="112571"/>
                  </a:cubicBezTo>
                  <a:cubicBezTo>
                    <a:pt x="93534" y="112571"/>
                    <a:pt x="82655" y="109852"/>
                    <a:pt x="74496" y="107132"/>
                  </a:cubicBezTo>
                  <a:cubicBezTo>
                    <a:pt x="66337" y="104412"/>
                    <a:pt x="58178" y="96253"/>
                    <a:pt x="58178" y="90814"/>
                  </a:cubicBezTo>
                  <a:cubicBezTo>
                    <a:pt x="58178" y="88094"/>
                    <a:pt x="58178" y="85375"/>
                    <a:pt x="63617" y="82655"/>
                  </a:cubicBezTo>
                  <a:cubicBezTo>
                    <a:pt x="69057" y="79936"/>
                    <a:pt x="79935" y="77216"/>
                    <a:pt x="85375" y="74496"/>
                  </a:cubicBezTo>
                  <a:cubicBezTo>
                    <a:pt x="104412" y="71776"/>
                    <a:pt x="128889" y="69057"/>
                    <a:pt x="137048" y="69057"/>
                  </a:cubicBezTo>
                  <a:cubicBezTo>
                    <a:pt x="137048" y="69057"/>
                    <a:pt x="139768" y="69057"/>
                    <a:pt x="145207" y="69057"/>
                  </a:cubicBezTo>
                  <a:cubicBezTo>
                    <a:pt x="150646" y="60898"/>
                    <a:pt x="158806" y="58178"/>
                    <a:pt x="169684" y="58178"/>
                  </a:cubicBezTo>
                  <a:cubicBezTo>
                    <a:pt x="172404" y="58178"/>
                    <a:pt x="175123" y="58178"/>
                    <a:pt x="177843" y="58178"/>
                  </a:cubicBezTo>
                  <a:cubicBezTo>
                    <a:pt x="186002" y="58178"/>
                    <a:pt x="196881" y="63617"/>
                    <a:pt x="205040" y="66337"/>
                  </a:cubicBezTo>
                  <a:cubicBezTo>
                    <a:pt x="237676" y="66337"/>
                    <a:pt x="273031" y="63617"/>
                    <a:pt x="286629" y="63617"/>
                  </a:cubicBezTo>
                  <a:cubicBezTo>
                    <a:pt x="300228" y="63617"/>
                    <a:pt x="324705" y="63617"/>
                    <a:pt x="324705" y="79936"/>
                  </a:cubicBezTo>
                  <a:cubicBezTo>
                    <a:pt x="324705" y="88094"/>
                    <a:pt x="321985" y="90814"/>
                    <a:pt x="319265" y="96253"/>
                  </a:cubicBezTo>
                  <a:cubicBezTo>
                    <a:pt x="313826" y="101693"/>
                    <a:pt x="308387" y="104412"/>
                    <a:pt x="302948" y="104412"/>
                  </a:cubicBezTo>
                  <a:cubicBezTo>
                    <a:pt x="289349" y="112571"/>
                    <a:pt x="283910" y="112571"/>
                    <a:pt x="278471" y="112571"/>
                  </a:cubicBezTo>
                  <a:cubicBezTo>
                    <a:pt x="273031" y="112571"/>
                    <a:pt x="253994" y="112571"/>
                    <a:pt x="232236" y="112571"/>
                  </a:cubicBezTo>
                  <a:cubicBezTo>
                    <a:pt x="237676" y="120730"/>
                    <a:pt x="240395" y="128889"/>
                    <a:pt x="240395" y="137048"/>
                  </a:cubicBezTo>
                  <a:cubicBezTo>
                    <a:pt x="240395" y="142487"/>
                    <a:pt x="240395" y="145207"/>
                    <a:pt x="240395" y="150647"/>
                  </a:cubicBezTo>
                  <a:cubicBezTo>
                    <a:pt x="240395" y="153366"/>
                    <a:pt x="240395" y="156086"/>
                    <a:pt x="243115" y="158805"/>
                  </a:cubicBezTo>
                  <a:cubicBezTo>
                    <a:pt x="245835" y="169684"/>
                    <a:pt x="245835" y="180563"/>
                    <a:pt x="248554" y="188722"/>
                  </a:cubicBezTo>
                  <a:cubicBezTo>
                    <a:pt x="248554" y="191441"/>
                    <a:pt x="248554" y="194161"/>
                    <a:pt x="248554" y="199600"/>
                  </a:cubicBezTo>
                  <a:cubicBezTo>
                    <a:pt x="248554" y="207759"/>
                    <a:pt x="248554" y="213198"/>
                    <a:pt x="248554" y="221357"/>
                  </a:cubicBezTo>
                  <a:cubicBezTo>
                    <a:pt x="248554" y="234956"/>
                    <a:pt x="251274" y="248554"/>
                    <a:pt x="253994" y="264872"/>
                  </a:cubicBezTo>
                  <a:cubicBezTo>
                    <a:pt x="256713" y="275751"/>
                    <a:pt x="259433" y="286629"/>
                    <a:pt x="262153" y="297508"/>
                  </a:cubicBezTo>
                  <a:cubicBezTo>
                    <a:pt x="264872" y="305667"/>
                    <a:pt x="264872" y="313826"/>
                    <a:pt x="264872" y="324704"/>
                  </a:cubicBezTo>
                  <a:cubicBezTo>
                    <a:pt x="264872" y="327424"/>
                    <a:pt x="264872" y="330144"/>
                    <a:pt x="264872" y="332863"/>
                  </a:cubicBezTo>
                  <a:cubicBezTo>
                    <a:pt x="264872" y="338303"/>
                    <a:pt x="264872" y="346462"/>
                    <a:pt x="264872" y="351901"/>
                  </a:cubicBezTo>
                  <a:cubicBezTo>
                    <a:pt x="264872" y="357340"/>
                    <a:pt x="262153" y="365499"/>
                    <a:pt x="262153" y="370939"/>
                  </a:cubicBezTo>
                  <a:cubicBezTo>
                    <a:pt x="262153" y="376378"/>
                    <a:pt x="264872" y="384537"/>
                    <a:pt x="267592" y="384537"/>
                  </a:cubicBezTo>
                  <a:cubicBezTo>
                    <a:pt x="273031" y="384537"/>
                    <a:pt x="275751" y="376378"/>
                    <a:pt x="278471" y="370939"/>
                  </a:cubicBezTo>
                  <a:cubicBezTo>
                    <a:pt x="283910" y="360060"/>
                    <a:pt x="289349" y="346462"/>
                    <a:pt x="297508" y="332863"/>
                  </a:cubicBezTo>
                  <a:cubicBezTo>
                    <a:pt x="302948" y="324704"/>
                    <a:pt x="305667" y="313826"/>
                    <a:pt x="311106" y="305667"/>
                  </a:cubicBezTo>
                  <a:cubicBezTo>
                    <a:pt x="319265" y="289349"/>
                    <a:pt x="327424" y="275751"/>
                    <a:pt x="335583" y="259433"/>
                  </a:cubicBezTo>
                  <a:cubicBezTo>
                    <a:pt x="341023" y="248554"/>
                    <a:pt x="349182" y="234956"/>
                    <a:pt x="354621" y="224077"/>
                  </a:cubicBezTo>
                  <a:cubicBezTo>
                    <a:pt x="362780" y="207759"/>
                    <a:pt x="370939" y="191441"/>
                    <a:pt x="381817" y="172404"/>
                  </a:cubicBezTo>
                  <a:cubicBezTo>
                    <a:pt x="389977" y="153366"/>
                    <a:pt x="400855" y="134329"/>
                    <a:pt x="409014" y="118011"/>
                  </a:cubicBezTo>
                  <a:cubicBezTo>
                    <a:pt x="409014" y="115291"/>
                    <a:pt x="409014" y="115291"/>
                    <a:pt x="411734" y="115291"/>
                  </a:cubicBezTo>
                  <a:cubicBezTo>
                    <a:pt x="406294" y="115291"/>
                    <a:pt x="400855" y="115291"/>
                    <a:pt x="398136" y="115291"/>
                  </a:cubicBezTo>
                  <a:cubicBezTo>
                    <a:pt x="392696" y="115291"/>
                    <a:pt x="384537" y="115291"/>
                    <a:pt x="379098" y="109852"/>
                  </a:cubicBezTo>
                  <a:cubicBezTo>
                    <a:pt x="373659" y="107132"/>
                    <a:pt x="368219" y="98973"/>
                    <a:pt x="368219" y="93534"/>
                  </a:cubicBezTo>
                  <a:cubicBezTo>
                    <a:pt x="368219" y="90814"/>
                    <a:pt x="368219" y="88094"/>
                    <a:pt x="370939" y="85375"/>
                  </a:cubicBezTo>
                  <a:cubicBezTo>
                    <a:pt x="373659" y="82655"/>
                    <a:pt x="381817" y="79936"/>
                    <a:pt x="387257" y="77216"/>
                  </a:cubicBezTo>
                  <a:cubicBezTo>
                    <a:pt x="400855" y="74496"/>
                    <a:pt x="414453" y="71776"/>
                    <a:pt x="422612" y="71776"/>
                  </a:cubicBezTo>
                  <a:cubicBezTo>
                    <a:pt x="425332" y="71776"/>
                    <a:pt x="430771" y="71776"/>
                    <a:pt x="436211" y="71776"/>
                  </a:cubicBezTo>
                  <a:cubicBezTo>
                    <a:pt x="436211" y="71776"/>
                    <a:pt x="438930" y="69057"/>
                    <a:pt x="438930" y="69057"/>
                  </a:cubicBezTo>
                  <a:cubicBezTo>
                    <a:pt x="444370" y="66337"/>
                    <a:pt x="447089" y="66337"/>
                    <a:pt x="452529" y="66337"/>
                  </a:cubicBezTo>
                  <a:cubicBezTo>
                    <a:pt x="457968" y="66337"/>
                    <a:pt x="460688" y="66337"/>
                    <a:pt x="466127" y="69057"/>
                  </a:cubicBezTo>
                  <a:cubicBezTo>
                    <a:pt x="468847" y="69057"/>
                    <a:pt x="471566" y="71776"/>
                    <a:pt x="471566" y="71776"/>
                  </a:cubicBezTo>
                  <a:cubicBezTo>
                    <a:pt x="490604" y="71776"/>
                    <a:pt x="506922" y="71776"/>
                    <a:pt x="515081" y="71776"/>
                  </a:cubicBezTo>
                  <a:cubicBezTo>
                    <a:pt x="523240" y="71776"/>
                    <a:pt x="542277" y="71776"/>
                    <a:pt x="542277" y="88094"/>
                  </a:cubicBezTo>
                  <a:cubicBezTo>
                    <a:pt x="542277" y="96253"/>
                    <a:pt x="542277" y="98973"/>
                    <a:pt x="536838" y="104412"/>
                  </a:cubicBezTo>
                  <a:cubicBezTo>
                    <a:pt x="534119" y="109852"/>
                    <a:pt x="528679" y="112571"/>
                    <a:pt x="525959" y="112571"/>
                  </a:cubicBezTo>
                  <a:cubicBezTo>
                    <a:pt x="520520" y="115291"/>
                    <a:pt x="515081" y="115291"/>
                    <a:pt x="509642" y="115291"/>
                  </a:cubicBezTo>
                  <a:cubicBezTo>
                    <a:pt x="506922" y="115291"/>
                    <a:pt x="487884" y="115291"/>
                    <a:pt x="468847" y="115291"/>
                  </a:cubicBezTo>
                  <a:cubicBezTo>
                    <a:pt x="466127" y="123450"/>
                    <a:pt x="460688" y="128889"/>
                    <a:pt x="457968" y="137048"/>
                  </a:cubicBezTo>
                  <a:cubicBezTo>
                    <a:pt x="447089" y="156086"/>
                    <a:pt x="438930" y="175123"/>
                    <a:pt x="430771" y="194161"/>
                  </a:cubicBezTo>
                  <a:cubicBezTo>
                    <a:pt x="419893" y="215918"/>
                    <a:pt x="411734" y="240395"/>
                    <a:pt x="400855" y="262152"/>
                  </a:cubicBezTo>
                  <a:cubicBezTo>
                    <a:pt x="387257" y="289349"/>
                    <a:pt x="373659" y="311106"/>
                    <a:pt x="360060" y="332863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FCCD0C21-8E36-0943-BDB8-38990B93CA1E}"/>
                </a:ext>
              </a:extLst>
            </p:cNvPr>
            <p:cNvSpPr/>
            <p:nvPr/>
          </p:nvSpPr>
          <p:spPr>
            <a:xfrm>
              <a:off x="4335316" y="4186718"/>
              <a:ext cx="353556" cy="761503"/>
            </a:xfrm>
            <a:custGeom>
              <a:avLst/>
              <a:gdLst>
                <a:gd name="connsiteX0" fmla="*/ 283910 w 353555"/>
                <a:gd name="connsiteY0" fmla="*/ 672820 h 761503"/>
                <a:gd name="connsiteX1" fmla="*/ 321985 w 353555"/>
                <a:gd name="connsiteY1" fmla="*/ 689138 h 761503"/>
                <a:gd name="connsiteX2" fmla="*/ 316546 w 353555"/>
                <a:gd name="connsiteY2" fmla="*/ 705456 h 761503"/>
                <a:gd name="connsiteX3" fmla="*/ 300228 w 353555"/>
                <a:gd name="connsiteY3" fmla="*/ 713615 h 761503"/>
                <a:gd name="connsiteX4" fmla="*/ 278471 w 353555"/>
                <a:gd name="connsiteY4" fmla="*/ 716335 h 761503"/>
                <a:gd name="connsiteX5" fmla="*/ 237676 w 353555"/>
                <a:gd name="connsiteY5" fmla="*/ 716335 h 761503"/>
                <a:gd name="connsiteX6" fmla="*/ 180563 w 353555"/>
                <a:gd name="connsiteY6" fmla="*/ 719054 h 761503"/>
                <a:gd name="connsiteX7" fmla="*/ 126170 w 353555"/>
                <a:gd name="connsiteY7" fmla="*/ 719054 h 761503"/>
                <a:gd name="connsiteX8" fmla="*/ 101693 w 353555"/>
                <a:gd name="connsiteY8" fmla="*/ 719054 h 761503"/>
                <a:gd name="connsiteX9" fmla="*/ 74496 w 353555"/>
                <a:gd name="connsiteY9" fmla="*/ 713615 h 761503"/>
                <a:gd name="connsiteX10" fmla="*/ 58178 w 353555"/>
                <a:gd name="connsiteY10" fmla="*/ 697297 h 761503"/>
                <a:gd name="connsiteX11" fmla="*/ 63617 w 353555"/>
                <a:gd name="connsiteY11" fmla="*/ 689138 h 761503"/>
                <a:gd name="connsiteX12" fmla="*/ 85375 w 353555"/>
                <a:gd name="connsiteY12" fmla="*/ 680979 h 761503"/>
                <a:gd name="connsiteX13" fmla="*/ 131609 w 353555"/>
                <a:gd name="connsiteY13" fmla="*/ 675540 h 761503"/>
                <a:gd name="connsiteX14" fmla="*/ 142488 w 353555"/>
                <a:gd name="connsiteY14" fmla="*/ 675540 h 761503"/>
                <a:gd name="connsiteX15" fmla="*/ 131609 w 353555"/>
                <a:gd name="connsiteY15" fmla="*/ 653783 h 761503"/>
                <a:gd name="connsiteX16" fmla="*/ 128889 w 353555"/>
                <a:gd name="connsiteY16" fmla="*/ 640184 h 761503"/>
                <a:gd name="connsiteX17" fmla="*/ 128889 w 353555"/>
                <a:gd name="connsiteY17" fmla="*/ 629306 h 761503"/>
                <a:gd name="connsiteX18" fmla="*/ 128889 w 353555"/>
                <a:gd name="connsiteY18" fmla="*/ 621147 h 761503"/>
                <a:gd name="connsiteX19" fmla="*/ 128889 w 353555"/>
                <a:gd name="connsiteY19" fmla="*/ 593950 h 761503"/>
                <a:gd name="connsiteX20" fmla="*/ 128889 w 353555"/>
                <a:gd name="connsiteY20" fmla="*/ 583072 h 761503"/>
                <a:gd name="connsiteX21" fmla="*/ 128889 w 353555"/>
                <a:gd name="connsiteY21" fmla="*/ 436210 h 761503"/>
                <a:gd name="connsiteX22" fmla="*/ 128889 w 353555"/>
                <a:gd name="connsiteY22" fmla="*/ 357340 h 761503"/>
                <a:gd name="connsiteX23" fmla="*/ 131609 w 353555"/>
                <a:gd name="connsiteY23" fmla="*/ 289349 h 761503"/>
                <a:gd name="connsiteX24" fmla="*/ 131609 w 353555"/>
                <a:gd name="connsiteY24" fmla="*/ 251274 h 761503"/>
                <a:gd name="connsiteX25" fmla="*/ 131609 w 353555"/>
                <a:gd name="connsiteY25" fmla="*/ 205040 h 761503"/>
                <a:gd name="connsiteX26" fmla="*/ 131609 w 353555"/>
                <a:gd name="connsiteY26" fmla="*/ 139768 h 761503"/>
                <a:gd name="connsiteX27" fmla="*/ 131609 w 353555"/>
                <a:gd name="connsiteY27" fmla="*/ 128889 h 761503"/>
                <a:gd name="connsiteX28" fmla="*/ 126170 w 353555"/>
                <a:gd name="connsiteY28" fmla="*/ 128889 h 761503"/>
                <a:gd name="connsiteX29" fmla="*/ 101693 w 353555"/>
                <a:gd name="connsiteY29" fmla="*/ 128889 h 761503"/>
                <a:gd name="connsiteX30" fmla="*/ 74496 w 353555"/>
                <a:gd name="connsiteY30" fmla="*/ 123450 h 761503"/>
                <a:gd name="connsiteX31" fmla="*/ 58178 w 353555"/>
                <a:gd name="connsiteY31" fmla="*/ 107132 h 761503"/>
                <a:gd name="connsiteX32" fmla="*/ 60898 w 353555"/>
                <a:gd name="connsiteY32" fmla="*/ 98973 h 761503"/>
                <a:gd name="connsiteX33" fmla="*/ 82655 w 353555"/>
                <a:gd name="connsiteY33" fmla="*/ 93534 h 761503"/>
                <a:gd name="connsiteX34" fmla="*/ 131609 w 353555"/>
                <a:gd name="connsiteY34" fmla="*/ 88094 h 761503"/>
                <a:gd name="connsiteX35" fmla="*/ 131609 w 353555"/>
                <a:gd name="connsiteY35" fmla="*/ 82655 h 761503"/>
                <a:gd name="connsiteX36" fmla="*/ 134329 w 353555"/>
                <a:gd name="connsiteY36" fmla="*/ 71776 h 761503"/>
                <a:gd name="connsiteX37" fmla="*/ 147927 w 353555"/>
                <a:gd name="connsiteY37" fmla="*/ 63617 h 761503"/>
                <a:gd name="connsiteX38" fmla="*/ 164245 w 353555"/>
                <a:gd name="connsiteY38" fmla="*/ 58178 h 761503"/>
                <a:gd name="connsiteX39" fmla="*/ 177843 w 353555"/>
                <a:gd name="connsiteY39" fmla="*/ 58178 h 761503"/>
                <a:gd name="connsiteX40" fmla="*/ 196881 w 353555"/>
                <a:gd name="connsiteY40" fmla="*/ 60898 h 761503"/>
                <a:gd name="connsiteX41" fmla="*/ 232236 w 353555"/>
                <a:gd name="connsiteY41" fmla="*/ 88094 h 761503"/>
                <a:gd name="connsiteX42" fmla="*/ 278471 w 353555"/>
                <a:gd name="connsiteY42" fmla="*/ 88094 h 761503"/>
                <a:gd name="connsiteX43" fmla="*/ 316546 w 353555"/>
                <a:gd name="connsiteY43" fmla="*/ 104412 h 761503"/>
                <a:gd name="connsiteX44" fmla="*/ 311106 w 353555"/>
                <a:gd name="connsiteY44" fmla="*/ 120730 h 761503"/>
                <a:gd name="connsiteX45" fmla="*/ 294788 w 353555"/>
                <a:gd name="connsiteY45" fmla="*/ 128889 h 761503"/>
                <a:gd name="connsiteX46" fmla="*/ 273031 w 353555"/>
                <a:gd name="connsiteY46" fmla="*/ 131609 h 761503"/>
                <a:gd name="connsiteX47" fmla="*/ 243115 w 353555"/>
                <a:gd name="connsiteY47" fmla="*/ 131609 h 761503"/>
                <a:gd name="connsiteX48" fmla="*/ 243115 w 353555"/>
                <a:gd name="connsiteY48" fmla="*/ 134329 h 761503"/>
                <a:gd name="connsiteX49" fmla="*/ 248554 w 353555"/>
                <a:gd name="connsiteY49" fmla="*/ 169684 h 761503"/>
                <a:gd name="connsiteX50" fmla="*/ 251274 w 353555"/>
                <a:gd name="connsiteY50" fmla="*/ 205040 h 761503"/>
                <a:gd name="connsiteX51" fmla="*/ 251274 w 353555"/>
                <a:gd name="connsiteY51" fmla="*/ 240395 h 761503"/>
                <a:gd name="connsiteX52" fmla="*/ 251274 w 353555"/>
                <a:gd name="connsiteY52" fmla="*/ 256713 h 761503"/>
                <a:gd name="connsiteX53" fmla="*/ 253994 w 353555"/>
                <a:gd name="connsiteY53" fmla="*/ 270311 h 761503"/>
                <a:gd name="connsiteX54" fmla="*/ 259433 w 353555"/>
                <a:gd name="connsiteY54" fmla="*/ 343742 h 761503"/>
                <a:gd name="connsiteX55" fmla="*/ 262153 w 353555"/>
                <a:gd name="connsiteY55" fmla="*/ 425332 h 761503"/>
                <a:gd name="connsiteX56" fmla="*/ 264872 w 353555"/>
                <a:gd name="connsiteY56" fmla="*/ 490603 h 761503"/>
                <a:gd name="connsiteX57" fmla="*/ 270312 w 353555"/>
                <a:gd name="connsiteY57" fmla="*/ 564034 h 761503"/>
                <a:gd name="connsiteX58" fmla="*/ 270312 w 353555"/>
                <a:gd name="connsiteY58" fmla="*/ 599390 h 761503"/>
                <a:gd name="connsiteX59" fmla="*/ 270312 w 353555"/>
                <a:gd name="connsiteY59" fmla="*/ 637465 h 761503"/>
                <a:gd name="connsiteX60" fmla="*/ 264872 w 353555"/>
                <a:gd name="connsiteY60" fmla="*/ 670101 h 761503"/>
                <a:gd name="connsiteX61" fmla="*/ 283910 w 353555"/>
                <a:gd name="connsiteY61" fmla="*/ 672820 h 761503"/>
                <a:gd name="connsiteX62" fmla="*/ 283910 w 353555"/>
                <a:gd name="connsiteY62" fmla="*/ 672820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353555" h="761503">
                  <a:moveTo>
                    <a:pt x="283910" y="672820"/>
                  </a:moveTo>
                  <a:cubicBezTo>
                    <a:pt x="297508" y="672820"/>
                    <a:pt x="321985" y="672820"/>
                    <a:pt x="321985" y="689138"/>
                  </a:cubicBezTo>
                  <a:cubicBezTo>
                    <a:pt x="321985" y="697297"/>
                    <a:pt x="319265" y="697297"/>
                    <a:pt x="316546" y="705456"/>
                  </a:cubicBezTo>
                  <a:cubicBezTo>
                    <a:pt x="311106" y="710895"/>
                    <a:pt x="305667" y="713615"/>
                    <a:pt x="300228" y="713615"/>
                  </a:cubicBezTo>
                  <a:cubicBezTo>
                    <a:pt x="292069" y="716335"/>
                    <a:pt x="283910" y="716335"/>
                    <a:pt x="278471" y="716335"/>
                  </a:cubicBezTo>
                  <a:cubicBezTo>
                    <a:pt x="275751" y="716335"/>
                    <a:pt x="256713" y="716335"/>
                    <a:pt x="237676" y="716335"/>
                  </a:cubicBezTo>
                  <a:cubicBezTo>
                    <a:pt x="213199" y="716335"/>
                    <a:pt x="186002" y="719054"/>
                    <a:pt x="180563" y="719054"/>
                  </a:cubicBezTo>
                  <a:cubicBezTo>
                    <a:pt x="166965" y="719054"/>
                    <a:pt x="142488" y="719054"/>
                    <a:pt x="126170" y="719054"/>
                  </a:cubicBezTo>
                  <a:cubicBezTo>
                    <a:pt x="118011" y="719054"/>
                    <a:pt x="109852" y="719054"/>
                    <a:pt x="101693" y="719054"/>
                  </a:cubicBezTo>
                  <a:cubicBezTo>
                    <a:pt x="93534" y="719054"/>
                    <a:pt x="82655" y="719054"/>
                    <a:pt x="74496" y="713615"/>
                  </a:cubicBezTo>
                  <a:cubicBezTo>
                    <a:pt x="66337" y="710895"/>
                    <a:pt x="58178" y="702736"/>
                    <a:pt x="58178" y="697297"/>
                  </a:cubicBezTo>
                  <a:cubicBezTo>
                    <a:pt x="58178" y="694578"/>
                    <a:pt x="58178" y="691858"/>
                    <a:pt x="63617" y="689138"/>
                  </a:cubicBezTo>
                  <a:cubicBezTo>
                    <a:pt x="69057" y="686418"/>
                    <a:pt x="79935" y="683699"/>
                    <a:pt x="85375" y="680979"/>
                  </a:cubicBezTo>
                  <a:cubicBezTo>
                    <a:pt x="104412" y="678260"/>
                    <a:pt x="123450" y="675540"/>
                    <a:pt x="131609" y="675540"/>
                  </a:cubicBezTo>
                  <a:cubicBezTo>
                    <a:pt x="134329" y="675540"/>
                    <a:pt x="137048" y="675540"/>
                    <a:pt x="142488" y="675540"/>
                  </a:cubicBezTo>
                  <a:cubicBezTo>
                    <a:pt x="134329" y="670101"/>
                    <a:pt x="131609" y="661942"/>
                    <a:pt x="131609" y="653783"/>
                  </a:cubicBezTo>
                  <a:cubicBezTo>
                    <a:pt x="131609" y="648343"/>
                    <a:pt x="131609" y="642904"/>
                    <a:pt x="128889" y="640184"/>
                  </a:cubicBezTo>
                  <a:cubicBezTo>
                    <a:pt x="128889" y="637465"/>
                    <a:pt x="128889" y="634745"/>
                    <a:pt x="128889" y="629306"/>
                  </a:cubicBezTo>
                  <a:cubicBezTo>
                    <a:pt x="128889" y="626586"/>
                    <a:pt x="128889" y="623867"/>
                    <a:pt x="128889" y="621147"/>
                  </a:cubicBezTo>
                  <a:cubicBezTo>
                    <a:pt x="128889" y="612988"/>
                    <a:pt x="128889" y="604829"/>
                    <a:pt x="128889" y="593950"/>
                  </a:cubicBezTo>
                  <a:cubicBezTo>
                    <a:pt x="128889" y="591231"/>
                    <a:pt x="128889" y="585791"/>
                    <a:pt x="128889" y="583072"/>
                  </a:cubicBezTo>
                  <a:cubicBezTo>
                    <a:pt x="128889" y="534118"/>
                    <a:pt x="131609" y="485164"/>
                    <a:pt x="128889" y="436210"/>
                  </a:cubicBezTo>
                  <a:cubicBezTo>
                    <a:pt x="128889" y="409014"/>
                    <a:pt x="128889" y="384537"/>
                    <a:pt x="128889" y="357340"/>
                  </a:cubicBezTo>
                  <a:cubicBezTo>
                    <a:pt x="128889" y="335583"/>
                    <a:pt x="131609" y="313826"/>
                    <a:pt x="131609" y="289349"/>
                  </a:cubicBezTo>
                  <a:cubicBezTo>
                    <a:pt x="131609" y="275751"/>
                    <a:pt x="131609" y="264872"/>
                    <a:pt x="131609" y="251274"/>
                  </a:cubicBezTo>
                  <a:cubicBezTo>
                    <a:pt x="131609" y="234956"/>
                    <a:pt x="131609" y="221357"/>
                    <a:pt x="131609" y="205040"/>
                  </a:cubicBezTo>
                  <a:cubicBezTo>
                    <a:pt x="131609" y="183282"/>
                    <a:pt x="131609" y="161525"/>
                    <a:pt x="131609" y="139768"/>
                  </a:cubicBezTo>
                  <a:cubicBezTo>
                    <a:pt x="131609" y="137048"/>
                    <a:pt x="131609" y="134329"/>
                    <a:pt x="131609" y="128889"/>
                  </a:cubicBezTo>
                  <a:cubicBezTo>
                    <a:pt x="128889" y="128889"/>
                    <a:pt x="126170" y="128889"/>
                    <a:pt x="126170" y="128889"/>
                  </a:cubicBezTo>
                  <a:cubicBezTo>
                    <a:pt x="118011" y="128889"/>
                    <a:pt x="109852" y="128889"/>
                    <a:pt x="101693" y="128889"/>
                  </a:cubicBezTo>
                  <a:cubicBezTo>
                    <a:pt x="93534" y="128889"/>
                    <a:pt x="82655" y="128889"/>
                    <a:pt x="74496" y="123450"/>
                  </a:cubicBezTo>
                  <a:cubicBezTo>
                    <a:pt x="66337" y="120730"/>
                    <a:pt x="58178" y="112571"/>
                    <a:pt x="58178" y="107132"/>
                  </a:cubicBezTo>
                  <a:cubicBezTo>
                    <a:pt x="58178" y="104412"/>
                    <a:pt x="58178" y="101693"/>
                    <a:pt x="60898" y="98973"/>
                  </a:cubicBezTo>
                  <a:cubicBezTo>
                    <a:pt x="63617" y="96253"/>
                    <a:pt x="77216" y="93534"/>
                    <a:pt x="82655" y="93534"/>
                  </a:cubicBezTo>
                  <a:cubicBezTo>
                    <a:pt x="98973" y="90814"/>
                    <a:pt x="123450" y="88094"/>
                    <a:pt x="131609" y="88094"/>
                  </a:cubicBezTo>
                  <a:cubicBezTo>
                    <a:pt x="131609" y="85375"/>
                    <a:pt x="131609" y="85375"/>
                    <a:pt x="131609" y="82655"/>
                  </a:cubicBezTo>
                  <a:cubicBezTo>
                    <a:pt x="131609" y="77216"/>
                    <a:pt x="131609" y="74496"/>
                    <a:pt x="134329" y="71776"/>
                  </a:cubicBezTo>
                  <a:cubicBezTo>
                    <a:pt x="137048" y="69057"/>
                    <a:pt x="145207" y="66337"/>
                    <a:pt x="147927" y="63617"/>
                  </a:cubicBezTo>
                  <a:cubicBezTo>
                    <a:pt x="153366" y="60898"/>
                    <a:pt x="158806" y="58178"/>
                    <a:pt x="164245" y="58178"/>
                  </a:cubicBezTo>
                  <a:cubicBezTo>
                    <a:pt x="169684" y="58178"/>
                    <a:pt x="175123" y="58178"/>
                    <a:pt x="177843" y="58178"/>
                  </a:cubicBezTo>
                  <a:cubicBezTo>
                    <a:pt x="183283" y="58178"/>
                    <a:pt x="191442" y="58178"/>
                    <a:pt x="196881" y="60898"/>
                  </a:cubicBezTo>
                  <a:cubicBezTo>
                    <a:pt x="213199" y="63617"/>
                    <a:pt x="224077" y="74496"/>
                    <a:pt x="232236" y="88094"/>
                  </a:cubicBezTo>
                  <a:cubicBezTo>
                    <a:pt x="253994" y="88094"/>
                    <a:pt x="270312" y="88094"/>
                    <a:pt x="278471" y="88094"/>
                  </a:cubicBezTo>
                  <a:cubicBezTo>
                    <a:pt x="292069" y="88094"/>
                    <a:pt x="316546" y="88094"/>
                    <a:pt x="316546" y="104412"/>
                  </a:cubicBezTo>
                  <a:cubicBezTo>
                    <a:pt x="316546" y="112571"/>
                    <a:pt x="313826" y="112571"/>
                    <a:pt x="311106" y="120730"/>
                  </a:cubicBezTo>
                  <a:cubicBezTo>
                    <a:pt x="305667" y="126170"/>
                    <a:pt x="300228" y="128889"/>
                    <a:pt x="294788" y="128889"/>
                  </a:cubicBezTo>
                  <a:cubicBezTo>
                    <a:pt x="286630" y="131609"/>
                    <a:pt x="278471" y="131609"/>
                    <a:pt x="273031" y="131609"/>
                  </a:cubicBezTo>
                  <a:cubicBezTo>
                    <a:pt x="270312" y="131609"/>
                    <a:pt x="259433" y="131609"/>
                    <a:pt x="243115" y="131609"/>
                  </a:cubicBezTo>
                  <a:lnTo>
                    <a:pt x="243115" y="134329"/>
                  </a:lnTo>
                  <a:cubicBezTo>
                    <a:pt x="245835" y="145207"/>
                    <a:pt x="245835" y="158805"/>
                    <a:pt x="248554" y="169684"/>
                  </a:cubicBezTo>
                  <a:cubicBezTo>
                    <a:pt x="251274" y="180563"/>
                    <a:pt x="251274" y="194161"/>
                    <a:pt x="251274" y="205040"/>
                  </a:cubicBezTo>
                  <a:cubicBezTo>
                    <a:pt x="251274" y="215918"/>
                    <a:pt x="251274" y="226797"/>
                    <a:pt x="251274" y="240395"/>
                  </a:cubicBezTo>
                  <a:cubicBezTo>
                    <a:pt x="251274" y="245834"/>
                    <a:pt x="251274" y="251274"/>
                    <a:pt x="251274" y="256713"/>
                  </a:cubicBezTo>
                  <a:cubicBezTo>
                    <a:pt x="251274" y="262152"/>
                    <a:pt x="251274" y="267592"/>
                    <a:pt x="253994" y="270311"/>
                  </a:cubicBezTo>
                  <a:cubicBezTo>
                    <a:pt x="256713" y="294788"/>
                    <a:pt x="256713" y="319265"/>
                    <a:pt x="259433" y="343742"/>
                  </a:cubicBezTo>
                  <a:cubicBezTo>
                    <a:pt x="259433" y="370939"/>
                    <a:pt x="262153" y="398135"/>
                    <a:pt x="262153" y="425332"/>
                  </a:cubicBezTo>
                  <a:cubicBezTo>
                    <a:pt x="262153" y="447089"/>
                    <a:pt x="262153" y="468846"/>
                    <a:pt x="264872" y="490603"/>
                  </a:cubicBezTo>
                  <a:cubicBezTo>
                    <a:pt x="264872" y="515080"/>
                    <a:pt x="270312" y="539557"/>
                    <a:pt x="270312" y="564034"/>
                  </a:cubicBezTo>
                  <a:cubicBezTo>
                    <a:pt x="270312" y="574913"/>
                    <a:pt x="270312" y="588511"/>
                    <a:pt x="270312" y="599390"/>
                  </a:cubicBezTo>
                  <a:cubicBezTo>
                    <a:pt x="270312" y="612988"/>
                    <a:pt x="270312" y="623867"/>
                    <a:pt x="270312" y="637465"/>
                  </a:cubicBezTo>
                  <a:cubicBezTo>
                    <a:pt x="270312" y="648343"/>
                    <a:pt x="270312" y="661942"/>
                    <a:pt x="264872" y="670101"/>
                  </a:cubicBezTo>
                  <a:cubicBezTo>
                    <a:pt x="273031" y="672820"/>
                    <a:pt x="278471" y="672820"/>
                    <a:pt x="283910" y="672820"/>
                  </a:cubicBezTo>
                  <a:lnTo>
                    <a:pt x="283910" y="672820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89FC6DE5-86F1-D4B2-42B9-1FA8E0EA25F2}"/>
                </a:ext>
              </a:extLst>
            </p:cNvPr>
            <p:cNvSpPr/>
            <p:nvPr/>
          </p:nvSpPr>
          <p:spPr>
            <a:xfrm>
              <a:off x="4620880" y="4194877"/>
              <a:ext cx="598325" cy="761503"/>
            </a:xfrm>
            <a:custGeom>
              <a:avLst/>
              <a:gdLst>
                <a:gd name="connsiteX0" fmla="*/ 515081 w 598324"/>
                <a:gd name="connsiteY0" fmla="*/ 79935 h 761503"/>
                <a:gd name="connsiteX1" fmla="*/ 542277 w 598324"/>
                <a:gd name="connsiteY1" fmla="*/ 96253 h 761503"/>
                <a:gd name="connsiteX2" fmla="*/ 536838 w 598324"/>
                <a:gd name="connsiteY2" fmla="*/ 112571 h 761503"/>
                <a:gd name="connsiteX3" fmla="*/ 523240 w 598324"/>
                <a:gd name="connsiteY3" fmla="*/ 120730 h 761503"/>
                <a:gd name="connsiteX4" fmla="*/ 506922 w 598324"/>
                <a:gd name="connsiteY4" fmla="*/ 123450 h 761503"/>
                <a:gd name="connsiteX5" fmla="*/ 477006 w 598324"/>
                <a:gd name="connsiteY5" fmla="*/ 123450 h 761503"/>
                <a:gd name="connsiteX6" fmla="*/ 479725 w 598324"/>
                <a:gd name="connsiteY6" fmla="*/ 145207 h 761503"/>
                <a:gd name="connsiteX7" fmla="*/ 477006 w 598324"/>
                <a:gd name="connsiteY7" fmla="*/ 180563 h 761503"/>
                <a:gd name="connsiteX8" fmla="*/ 482445 w 598324"/>
                <a:gd name="connsiteY8" fmla="*/ 232236 h 761503"/>
                <a:gd name="connsiteX9" fmla="*/ 485165 w 598324"/>
                <a:gd name="connsiteY9" fmla="*/ 283909 h 761503"/>
                <a:gd name="connsiteX10" fmla="*/ 485165 w 598324"/>
                <a:gd name="connsiteY10" fmla="*/ 327424 h 761503"/>
                <a:gd name="connsiteX11" fmla="*/ 487884 w 598324"/>
                <a:gd name="connsiteY11" fmla="*/ 373658 h 761503"/>
                <a:gd name="connsiteX12" fmla="*/ 485165 w 598324"/>
                <a:gd name="connsiteY12" fmla="*/ 419892 h 761503"/>
                <a:gd name="connsiteX13" fmla="*/ 485165 w 598324"/>
                <a:gd name="connsiteY13" fmla="*/ 463407 h 761503"/>
                <a:gd name="connsiteX14" fmla="*/ 482445 w 598324"/>
                <a:gd name="connsiteY14" fmla="*/ 515080 h 761503"/>
                <a:gd name="connsiteX15" fmla="*/ 482445 w 598324"/>
                <a:gd name="connsiteY15" fmla="*/ 558595 h 761503"/>
                <a:gd name="connsiteX16" fmla="*/ 479725 w 598324"/>
                <a:gd name="connsiteY16" fmla="*/ 602109 h 761503"/>
                <a:gd name="connsiteX17" fmla="*/ 485165 w 598324"/>
                <a:gd name="connsiteY17" fmla="*/ 648343 h 761503"/>
                <a:gd name="connsiteX18" fmla="*/ 474286 w 598324"/>
                <a:gd name="connsiteY18" fmla="*/ 675540 h 761503"/>
                <a:gd name="connsiteX19" fmla="*/ 428052 w 598324"/>
                <a:gd name="connsiteY19" fmla="*/ 691858 h 761503"/>
                <a:gd name="connsiteX20" fmla="*/ 387257 w 598324"/>
                <a:gd name="connsiteY20" fmla="*/ 683699 h 761503"/>
                <a:gd name="connsiteX21" fmla="*/ 351901 w 598324"/>
                <a:gd name="connsiteY21" fmla="*/ 664661 h 761503"/>
                <a:gd name="connsiteX22" fmla="*/ 305667 w 598324"/>
                <a:gd name="connsiteY22" fmla="*/ 596670 h 761503"/>
                <a:gd name="connsiteX23" fmla="*/ 270312 w 598324"/>
                <a:gd name="connsiteY23" fmla="*/ 509641 h 761503"/>
                <a:gd name="connsiteX24" fmla="*/ 251274 w 598324"/>
                <a:gd name="connsiteY24" fmla="*/ 460687 h 761503"/>
                <a:gd name="connsiteX25" fmla="*/ 224077 w 598324"/>
                <a:gd name="connsiteY25" fmla="*/ 381817 h 761503"/>
                <a:gd name="connsiteX26" fmla="*/ 207759 w 598324"/>
                <a:gd name="connsiteY26" fmla="*/ 330144 h 761503"/>
                <a:gd name="connsiteX27" fmla="*/ 191442 w 598324"/>
                <a:gd name="connsiteY27" fmla="*/ 286629 h 761503"/>
                <a:gd name="connsiteX28" fmla="*/ 183283 w 598324"/>
                <a:gd name="connsiteY28" fmla="*/ 278470 h 761503"/>
                <a:gd name="connsiteX29" fmla="*/ 180563 w 598324"/>
                <a:gd name="connsiteY29" fmla="*/ 292068 h 761503"/>
                <a:gd name="connsiteX30" fmla="*/ 180563 w 598324"/>
                <a:gd name="connsiteY30" fmla="*/ 305667 h 761503"/>
                <a:gd name="connsiteX31" fmla="*/ 183283 w 598324"/>
                <a:gd name="connsiteY31" fmla="*/ 354620 h 761503"/>
                <a:gd name="connsiteX32" fmla="*/ 188722 w 598324"/>
                <a:gd name="connsiteY32" fmla="*/ 449808 h 761503"/>
                <a:gd name="connsiteX33" fmla="*/ 188722 w 598324"/>
                <a:gd name="connsiteY33" fmla="*/ 479725 h 761503"/>
                <a:gd name="connsiteX34" fmla="*/ 188722 w 598324"/>
                <a:gd name="connsiteY34" fmla="*/ 542277 h 761503"/>
                <a:gd name="connsiteX35" fmla="*/ 186002 w 598324"/>
                <a:gd name="connsiteY35" fmla="*/ 615708 h 761503"/>
                <a:gd name="connsiteX36" fmla="*/ 186002 w 598324"/>
                <a:gd name="connsiteY36" fmla="*/ 637465 h 761503"/>
                <a:gd name="connsiteX37" fmla="*/ 183283 w 598324"/>
                <a:gd name="connsiteY37" fmla="*/ 664661 h 761503"/>
                <a:gd name="connsiteX38" fmla="*/ 226797 w 598324"/>
                <a:gd name="connsiteY38" fmla="*/ 664661 h 761503"/>
                <a:gd name="connsiteX39" fmla="*/ 253994 w 598324"/>
                <a:gd name="connsiteY39" fmla="*/ 680979 h 761503"/>
                <a:gd name="connsiteX40" fmla="*/ 248554 w 598324"/>
                <a:gd name="connsiteY40" fmla="*/ 697297 h 761503"/>
                <a:gd name="connsiteX41" fmla="*/ 234956 w 598324"/>
                <a:gd name="connsiteY41" fmla="*/ 705456 h 761503"/>
                <a:gd name="connsiteX42" fmla="*/ 218638 w 598324"/>
                <a:gd name="connsiteY42" fmla="*/ 708176 h 761503"/>
                <a:gd name="connsiteX43" fmla="*/ 183283 w 598324"/>
                <a:gd name="connsiteY43" fmla="*/ 708176 h 761503"/>
                <a:gd name="connsiteX44" fmla="*/ 150647 w 598324"/>
                <a:gd name="connsiteY44" fmla="*/ 708176 h 761503"/>
                <a:gd name="connsiteX45" fmla="*/ 107132 w 598324"/>
                <a:gd name="connsiteY45" fmla="*/ 708176 h 761503"/>
                <a:gd name="connsiteX46" fmla="*/ 88094 w 598324"/>
                <a:gd name="connsiteY46" fmla="*/ 708176 h 761503"/>
                <a:gd name="connsiteX47" fmla="*/ 69057 w 598324"/>
                <a:gd name="connsiteY47" fmla="*/ 702736 h 761503"/>
                <a:gd name="connsiteX48" fmla="*/ 58178 w 598324"/>
                <a:gd name="connsiteY48" fmla="*/ 686418 h 761503"/>
                <a:gd name="connsiteX49" fmla="*/ 60898 w 598324"/>
                <a:gd name="connsiteY49" fmla="*/ 678259 h 761503"/>
                <a:gd name="connsiteX50" fmla="*/ 77216 w 598324"/>
                <a:gd name="connsiteY50" fmla="*/ 670101 h 761503"/>
                <a:gd name="connsiteX51" fmla="*/ 120730 w 598324"/>
                <a:gd name="connsiteY51" fmla="*/ 664661 h 761503"/>
                <a:gd name="connsiteX52" fmla="*/ 131609 w 598324"/>
                <a:gd name="connsiteY52" fmla="*/ 664661 h 761503"/>
                <a:gd name="connsiteX53" fmla="*/ 134329 w 598324"/>
                <a:gd name="connsiteY53" fmla="*/ 539557 h 761503"/>
                <a:gd name="connsiteX54" fmla="*/ 134329 w 598324"/>
                <a:gd name="connsiteY54" fmla="*/ 504201 h 761503"/>
                <a:gd name="connsiteX55" fmla="*/ 131609 w 598324"/>
                <a:gd name="connsiteY55" fmla="*/ 376378 h 761503"/>
                <a:gd name="connsiteX56" fmla="*/ 131609 w 598324"/>
                <a:gd name="connsiteY56" fmla="*/ 302947 h 761503"/>
                <a:gd name="connsiteX57" fmla="*/ 134329 w 598324"/>
                <a:gd name="connsiteY57" fmla="*/ 221357 h 761503"/>
                <a:gd name="connsiteX58" fmla="*/ 137048 w 598324"/>
                <a:gd name="connsiteY58" fmla="*/ 123450 h 761503"/>
                <a:gd name="connsiteX59" fmla="*/ 107132 w 598324"/>
                <a:gd name="connsiteY59" fmla="*/ 123450 h 761503"/>
                <a:gd name="connsiteX60" fmla="*/ 88094 w 598324"/>
                <a:gd name="connsiteY60" fmla="*/ 123450 h 761503"/>
                <a:gd name="connsiteX61" fmla="*/ 69057 w 598324"/>
                <a:gd name="connsiteY61" fmla="*/ 118011 h 761503"/>
                <a:gd name="connsiteX62" fmla="*/ 58178 w 598324"/>
                <a:gd name="connsiteY62" fmla="*/ 101693 h 761503"/>
                <a:gd name="connsiteX63" fmla="*/ 60898 w 598324"/>
                <a:gd name="connsiteY63" fmla="*/ 93534 h 761503"/>
                <a:gd name="connsiteX64" fmla="*/ 77216 w 598324"/>
                <a:gd name="connsiteY64" fmla="*/ 85375 h 761503"/>
                <a:gd name="connsiteX65" fmla="*/ 131609 w 598324"/>
                <a:gd name="connsiteY65" fmla="*/ 79935 h 761503"/>
                <a:gd name="connsiteX66" fmla="*/ 161525 w 598324"/>
                <a:gd name="connsiteY66" fmla="*/ 79935 h 761503"/>
                <a:gd name="connsiteX67" fmla="*/ 177843 w 598324"/>
                <a:gd name="connsiteY67" fmla="*/ 66337 h 761503"/>
                <a:gd name="connsiteX68" fmla="*/ 202320 w 598324"/>
                <a:gd name="connsiteY68" fmla="*/ 58178 h 761503"/>
                <a:gd name="connsiteX69" fmla="*/ 234956 w 598324"/>
                <a:gd name="connsiteY69" fmla="*/ 77216 h 761503"/>
                <a:gd name="connsiteX70" fmla="*/ 251274 w 598324"/>
                <a:gd name="connsiteY70" fmla="*/ 107132 h 761503"/>
                <a:gd name="connsiteX71" fmla="*/ 267592 w 598324"/>
                <a:gd name="connsiteY71" fmla="*/ 147927 h 761503"/>
                <a:gd name="connsiteX72" fmla="*/ 281190 w 598324"/>
                <a:gd name="connsiteY72" fmla="*/ 183282 h 761503"/>
                <a:gd name="connsiteX73" fmla="*/ 297508 w 598324"/>
                <a:gd name="connsiteY73" fmla="*/ 224077 h 761503"/>
                <a:gd name="connsiteX74" fmla="*/ 308387 w 598324"/>
                <a:gd name="connsiteY74" fmla="*/ 264872 h 761503"/>
                <a:gd name="connsiteX75" fmla="*/ 319265 w 598324"/>
                <a:gd name="connsiteY75" fmla="*/ 300227 h 761503"/>
                <a:gd name="connsiteX76" fmla="*/ 351901 w 598324"/>
                <a:gd name="connsiteY76" fmla="*/ 379097 h 761503"/>
                <a:gd name="connsiteX77" fmla="*/ 365500 w 598324"/>
                <a:gd name="connsiteY77" fmla="*/ 417173 h 761503"/>
                <a:gd name="connsiteX78" fmla="*/ 379098 w 598324"/>
                <a:gd name="connsiteY78" fmla="*/ 457967 h 761503"/>
                <a:gd name="connsiteX79" fmla="*/ 395416 w 598324"/>
                <a:gd name="connsiteY79" fmla="*/ 496043 h 761503"/>
                <a:gd name="connsiteX80" fmla="*/ 406294 w 598324"/>
                <a:gd name="connsiteY80" fmla="*/ 512361 h 761503"/>
                <a:gd name="connsiteX81" fmla="*/ 411734 w 598324"/>
                <a:gd name="connsiteY81" fmla="*/ 531398 h 761503"/>
                <a:gd name="connsiteX82" fmla="*/ 419893 w 598324"/>
                <a:gd name="connsiteY82" fmla="*/ 558595 h 761503"/>
                <a:gd name="connsiteX83" fmla="*/ 425332 w 598324"/>
                <a:gd name="connsiteY83" fmla="*/ 564034 h 761503"/>
                <a:gd name="connsiteX84" fmla="*/ 430771 w 598324"/>
                <a:gd name="connsiteY84" fmla="*/ 558595 h 761503"/>
                <a:gd name="connsiteX85" fmla="*/ 430771 w 598324"/>
                <a:gd name="connsiteY85" fmla="*/ 550436 h 761503"/>
                <a:gd name="connsiteX86" fmla="*/ 430771 w 598324"/>
                <a:gd name="connsiteY86" fmla="*/ 501482 h 761503"/>
                <a:gd name="connsiteX87" fmla="*/ 430771 w 598324"/>
                <a:gd name="connsiteY87" fmla="*/ 403574 h 761503"/>
                <a:gd name="connsiteX88" fmla="*/ 425332 w 598324"/>
                <a:gd name="connsiteY88" fmla="*/ 313826 h 761503"/>
                <a:gd name="connsiteX89" fmla="*/ 425332 w 598324"/>
                <a:gd name="connsiteY89" fmla="*/ 248554 h 761503"/>
                <a:gd name="connsiteX90" fmla="*/ 425332 w 598324"/>
                <a:gd name="connsiteY90" fmla="*/ 210479 h 761503"/>
                <a:gd name="connsiteX91" fmla="*/ 422613 w 598324"/>
                <a:gd name="connsiteY91" fmla="*/ 153366 h 761503"/>
                <a:gd name="connsiteX92" fmla="*/ 425332 w 598324"/>
                <a:gd name="connsiteY92" fmla="*/ 123450 h 761503"/>
                <a:gd name="connsiteX93" fmla="*/ 398136 w 598324"/>
                <a:gd name="connsiteY93" fmla="*/ 123450 h 761503"/>
                <a:gd name="connsiteX94" fmla="*/ 379098 w 598324"/>
                <a:gd name="connsiteY94" fmla="*/ 123450 h 761503"/>
                <a:gd name="connsiteX95" fmla="*/ 360060 w 598324"/>
                <a:gd name="connsiteY95" fmla="*/ 118011 h 761503"/>
                <a:gd name="connsiteX96" fmla="*/ 349182 w 598324"/>
                <a:gd name="connsiteY96" fmla="*/ 101693 h 761503"/>
                <a:gd name="connsiteX97" fmla="*/ 351901 w 598324"/>
                <a:gd name="connsiteY97" fmla="*/ 93534 h 761503"/>
                <a:gd name="connsiteX98" fmla="*/ 368219 w 598324"/>
                <a:gd name="connsiteY98" fmla="*/ 85375 h 761503"/>
                <a:gd name="connsiteX99" fmla="*/ 422613 w 598324"/>
                <a:gd name="connsiteY99" fmla="*/ 79935 h 761503"/>
                <a:gd name="connsiteX100" fmla="*/ 444370 w 598324"/>
                <a:gd name="connsiteY100" fmla="*/ 79935 h 761503"/>
                <a:gd name="connsiteX101" fmla="*/ 463407 w 598324"/>
                <a:gd name="connsiteY101" fmla="*/ 71776 h 761503"/>
                <a:gd name="connsiteX102" fmla="*/ 477006 w 598324"/>
                <a:gd name="connsiteY102" fmla="*/ 79935 h 761503"/>
                <a:gd name="connsiteX103" fmla="*/ 515081 w 598324"/>
                <a:gd name="connsiteY103" fmla="*/ 79935 h 761503"/>
                <a:gd name="connsiteX104" fmla="*/ 515081 w 598324"/>
                <a:gd name="connsiteY104" fmla="*/ 79935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598324" h="761503">
                  <a:moveTo>
                    <a:pt x="515081" y="79935"/>
                  </a:moveTo>
                  <a:cubicBezTo>
                    <a:pt x="523240" y="79935"/>
                    <a:pt x="542277" y="79935"/>
                    <a:pt x="542277" y="96253"/>
                  </a:cubicBezTo>
                  <a:cubicBezTo>
                    <a:pt x="542277" y="104412"/>
                    <a:pt x="542277" y="107132"/>
                    <a:pt x="536838" y="112571"/>
                  </a:cubicBezTo>
                  <a:cubicBezTo>
                    <a:pt x="534119" y="118011"/>
                    <a:pt x="528679" y="120730"/>
                    <a:pt x="523240" y="120730"/>
                  </a:cubicBezTo>
                  <a:cubicBezTo>
                    <a:pt x="515081" y="123450"/>
                    <a:pt x="512361" y="123450"/>
                    <a:pt x="506922" y="123450"/>
                  </a:cubicBezTo>
                  <a:cubicBezTo>
                    <a:pt x="504202" y="123450"/>
                    <a:pt x="490604" y="123450"/>
                    <a:pt x="477006" y="123450"/>
                  </a:cubicBezTo>
                  <a:cubicBezTo>
                    <a:pt x="477006" y="131609"/>
                    <a:pt x="479725" y="137048"/>
                    <a:pt x="479725" y="145207"/>
                  </a:cubicBezTo>
                  <a:cubicBezTo>
                    <a:pt x="479725" y="156086"/>
                    <a:pt x="477006" y="166964"/>
                    <a:pt x="477006" y="180563"/>
                  </a:cubicBezTo>
                  <a:cubicBezTo>
                    <a:pt x="477006" y="196881"/>
                    <a:pt x="479725" y="215918"/>
                    <a:pt x="482445" y="232236"/>
                  </a:cubicBezTo>
                  <a:cubicBezTo>
                    <a:pt x="485165" y="248554"/>
                    <a:pt x="485165" y="267592"/>
                    <a:pt x="485165" y="283909"/>
                  </a:cubicBezTo>
                  <a:cubicBezTo>
                    <a:pt x="485165" y="297508"/>
                    <a:pt x="485165" y="313826"/>
                    <a:pt x="485165" y="327424"/>
                  </a:cubicBezTo>
                  <a:cubicBezTo>
                    <a:pt x="485165" y="343742"/>
                    <a:pt x="487884" y="357340"/>
                    <a:pt x="487884" y="373658"/>
                  </a:cubicBezTo>
                  <a:cubicBezTo>
                    <a:pt x="487884" y="389976"/>
                    <a:pt x="485165" y="403574"/>
                    <a:pt x="485165" y="419892"/>
                  </a:cubicBezTo>
                  <a:cubicBezTo>
                    <a:pt x="485165" y="436210"/>
                    <a:pt x="485165" y="449808"/>
                    <a:pt x="485165" y="463407"/>
                  </a:cubicBezTo>
                  <a:cubicBezTo>
                    <a:pt x="485165" y="479725"/>
                    <a:pt x="485165" y="498762"/>
                    <a:pt x="482445" y="515080"/>
                  </a:cubicBezTo>
                  <a:cubicBezTo>
                    <a:pt x="482445" y="528678"/>
                    <a:pt x="482445" y="542277"/>
                    <a:pt x="482445" y="558595"/>
                  </a:cubicBezTo>
                  <a:cubicBezTo>
                    <a:pt x="482445" y="572193"/>
                    <a:pt x="479725" y="588511"/>
                    <a:pt x="479725" y="602109"/>
                  </a:cubicBezTo>
                  <a:cubicBezTo>
                    <a:pt x="479725" y="615708"/>
                    <a:pt x="485165" y="632025"/>
                    <a:pt x="485165" y="648343"/>
                  </a:cubicBezTo>
                  <a:cubicBezTo>
                    <a:pt x="485165" y="659222"/>
                    <a:pt x="482445" y="670101"/>
                    <a:pt x="474286" y="675540"/>
                  </a:cubicBezTo>
                  <a:cubicBezTo>
                    <a:pt x="460688" y="686418"/>
                    <a:pt x="444370" y="691858"/>
                    <a:pt x="428052" y="691858"/>
                  </a:cubicBezTo>
                  <a:cubicBezTo>
                    <a:pt x="414453" y="691858"/>
                    <a:pt x="400855" y="689138"/>
                    <a:pt x="387257" y="683699"/>
                  </a:cubicBezTo>
                  <a:cubicBezTo>
                    <a:pt x="373659" y="678259"/>
                    <a:pt x="360060" y="672820"/>
                    <a:pt x="351901" y="664661"/>
                  </a:cubicBezTo>
                  <a:cubicBezTo>
                    <a:pt x="330144" y="645624"/>
                    <a:pt x="316546" y="621147"/>
                    <a:pt x="305667" y="596670"/>
                  </a:cubicBezTo>
                  <a:cubicBezTo>
                    <a:pt x="292069" y="569473"/>
                    <a:pt x="281190" y="539557"/>
                    <a:pt x="270312" y="509641"/>
                  </a:cubicBezTo>
                  <a:cubicBezTo>
                    <a:pt x="264872" y="493323"/>
                    <a:pt x="256713" y="477005"/>
                    <a:pt x="251274" y="460687"/>
                  </a:cubicBezTo>
                  <a:cubicBezTo>
                    <a:pt x="240395" y="433490"/>
                    <a:pt x="232236" y="409014"/>
                    <a:pt x="224077" y="381817"/>
                  </a:cubicBezTo>
                  <a:cubicBezTo>
                    <a:pt x="218638" y="365499"/>
                    <a:pt x="213199" y="346462"/>
                    <a:pt x="207759" y="330144"/>
                  </a:cubicBezTo>
                  <a:cubicBezTo>
                    <a:pt x="202320" y="316545"/>
                    <a:pt x="196881" y="300227"/>
                    <a:pt x="191442" y="286629"/>
                  </a:cubicBezTo>
                  <a:cubicBezTo>
                    <a:pt x="188722" y="281190"/>
                    <a:pt x="186002" y="278470"/>
                    <a:pt x="183283" y="278470"/>
                  </a:cubicBezTo>
                  <a:cubicBezTo>
                    <a:pt x="180563" y="278470"/>
                    <a:pt x="180563" y="286629"/>
                    <a:pt x="180563" y="292068"/>
                  </a:cubicBezTo>
                  <a:cubicBezTo>
                    <a:pt x="180563" y="297508"/>
                    <a:pt x="180563" y="302947"/>
                    <a:pt x="180563" y="305667"/>
                  </a:cubicBezTo>
                  <a:cubicBezTo>
                    <a:pt x="180563" y="321985"/>
                    <a:pt x="183283" y="338303"/>
                    <a:pt x="183283" y="354620"/>
                  </a:cubicBezTo>
                  <a:cubicBezTo>
                    <a:pt x="183283" y="387256"/>
                    <a:pt x="186002" y="417173"/>
                    <a:pt x="188722" y="449808"/>
                  </a:cubicBezTo>
                  <a:cubicBezTo>
                    <a:pt x="188722" y="460687"/>
                    <a:pt x="188722" y="468846"/>
                    <a:pt x="188722" y="479725"/>
                  </a:cubicBezTo>
                  <a:cubicBezTo>
                    <a:pt x="188722" y="501482"/>
                    <a:pt x="188722" y="523239"/>
                    <a:pt x="188722" y="542277"/>
                  </a:cubicBezTo>
                  <a:cubicBezTo>
                    <a:pt x="188722" y="566754"/>
                    <a:pt x="186002" y="591231"/>
                    <a:pt x="186002" y="615708"/>
                  </a:cubicBezTo>
                  <a:cubicBezTo>
                    <a:pt x="186002" y="623866"/>
                    <a:pt x="186002" y="632025"/>
                    <a:pt x="186002" y="637465"/>
                  </a:cubicBezTo>
                  <a:cubicBezTo>
                    <a:pt x="186002" y="645624"/>
                    <a:pt x="183283" y="656502"/>
                    <a:pt x="183283" y="664661"/>
                  </a:cubicBezTo>
                  <a:cubicBezTo>
                    <a:pt x="202320" y="664661"/>
                    <a:pt x="218638" y="664661"/>
                    <a:pt x="226797" y="664661"/>
                  </a:cubicBezTo>
                  <a:cubicBezTo>
                    <a:pt x="234956" y="664661"/>
                    <a:pt x="253994" y="664661"/>
                    <a:pt x="253994" y="680979"/>
                  </a:cubicBezTo>
                  <a:cubicBezTo>
                    <a:pt x="253994" y="689138"/>
                    <a:pt x="253994" y="691858"/>
                    <a:pt x="248554" y="697297"/>
                  </a:cubicBezTo>
                  <a:cubicBezTo>
                    <a:pt x="245835" y="702736"/>
                    <a:pt x="240395" y="705456"/>
                    <a:pt x="234956" y="705456"/>
                  </a:cubicBezTo>
                  <a:cubicBezTo>
                    <a:pt x="226797" y="708176"/>
                    <a:pt x="224077" y="708176"/>
                    <a:pt x="218638" y="708176"/>
                  </a:cubicBezTo>
                  <a:cubicBezTo>
                    <a:pt x="215918" y="708176"/>
                    <a:pt x="199600" y="708176"/>
                    <a:pt x="183283" y="708176"/>
                  </a:cubicBezTo>
                  <a:cubicBezTo>
                    <a:pt x="166965" y="708176"/>
                    <a:pt x="153366" y="708176"/>
                    <a:pt x="150647" y="708176"/>
                  </a:cubicBezTo>
                  <a:cubicBezTo>
                    <a:pt x="139768" y="708176"/>
                    <a:pt x="120730" y="708176"/>
                    <a:pt x="107132" y="708176"/>
                  </a:cubicBezTo>
                  <a:cubicBezTo>
                    <a:pt x="101693" y="708176"/>
                    <a:pt x="96254" y="708176"/>
                    <a:pt x="88094" y="708176"/>
                  </a:cubicBezTo>
                  <a:cubicBezTo>
                    <a:pt x="82655" y="708176"/>
                    <a:pt x="74496" y="708176"/>
                    <a:pt x="69057" y="702736"/>
                  </a:cubicBezTo>
                  <a:cubicBezTo>
                    <a:pt x="63617" y="700017"/>
                    <a:pt x="58178" y="691858"/>
                    <a:pt x="58178" y="686418"/>
                  </a:cubicBezTo>
                  <a:cubicBezTo>
                    <a:pt x="58178" y="683699"/>
                    <a:pt x="58178" y="680979"/>
                    <a:pt x="60898" y="678259"/>
                  </a:cubicBezTo>
                  <a:cubicBezTo>
                    <a:pt x="63617" y="675540"/>
                    <a:pt x="71777" y="672820"/>
                    <a:pt x="77216" y="670101"/>
                  </a:cubicBezTo>
                  <a:cubicBezTo>
                    <a:pt x="90814" y="667381"/>
                    <a:pt x="115291" y="664661"/>
                    <a:pt x="120730" y="664661"/>
                  </a:cubicBezTo>
                  <a:cubicBezTo>
                    <a:pt x="123450" y="664661"/>
                    <a:pt x="126170" y="664661"/>
                    <a:pt x="131609" y="664661"/>
                  </a:cubicBezTo>
                  <a:cubicBezTo>
                    <a:pt x="131609" y="623866"/>
                    <a:pt x="134329" y="583072"/>
                    <a:pt x="134329" y="539557"/>
                  </a:cubicBezTo>
                  <a:cubicBezTo>
                    <a:pt x="134329" y="528678"/>
                    <a:pt x="134329" y="515080"/>
                    <a:pt x="134329" y="504201"/>
                  </a:cubicBezTo>
                  <a:cubicBezTo>
                    <a:pt x="131609" y="460687"/>
                    <a:pt x="131609" y="417173"/>
                    <a:pt x="131609" y="376378"/>
                  </a:cubicBezTo>
                  <a:cubicBezTo>
                    <a:pt x="131609" y="351901"/>
                    <a:pt x="131609" y="327424"/>
                    <a:pt x="131609" y="302947"/>
                  </a:cubicBezTo>
                  <a:cubicBezTo>
                    <a:pt x="131609" y="275751"/>
                    <a:pt x="131609" y="248554"/>
                    <a:pt x="134329" y="221357"/>
                  </a:cubicBezTo>
                  <a:cubicBezTo>
                    <a:pt x="134329" y="188722"/>
                    <a:pt x="137048" y="156086"/>
                    <a:pt x="137048" y="123450"/>
                  </a:cubicBezTo>
                  <a:cubicBezTo>
                    <a:pt x="126170" y="123450"/>
                    <a:pt x="115291" y="123450"/>
                    <a:pt x="107132" y="123450"/>
                  </a:cubicBezTo>
                  <a:cubicBezTo>
                    <a:pt x="101693" y="123450"/>
                    <a:pt x="96254" y="123450"/>
                    <a:pt x="88094" y="123450"/>
                  </a:cubicBezTo>
                  <a:cubicBezTo>
                    <a:pt x="82655" y="123450"/>
                    <a:pt x="74496" y="120730"/>
                    <a:pt x="69057" y="118011"/>
                  </a:cubicBezTo>
                  <a:cubicBezTo>
                    <a:pt x="63617" y="115291"/>
                    <a:pt x="58178" y="107132"/>
                    <a:pt x="58178" y="101693"/>
                  </a:cubicBezTo>
                  <a:cubicBezTo>
                    <a:pt x="58178" y="98973"/>
                    <a:pt x="58178" y="96253"/>
                    <a:pt x="60898" y="93534"/>
                  </a:cubicBezTo>
                  <a:cubicBezTo>
                    <a:pt x="63617" y="90814"/>
                    <a:pt x="71777" y="88094"/>
                    <a:pt x="77216" y="85375"/>
                  </a:cubicBezTo>
                  <a:cubicBezTo>
                    <a:pt x="90814" y="82655"/>
                    <a:pt x="126170" y="79935"/>
                    <a:pt x="131609" y="79935"/>
                  </a:cubicBezTo>
                  <a:cubicBezTo>
                    <a:pt x="137048" y="79935"/>
                    <a:pt x="147927" y="79935"/>
                    <a:pt x="161525" y="79935"/>
                  </a:cubicBezTo>
                  <a:cubicBezTo>
                    <a:pt x="166965" y="74496"/>
                    <a:pt x="172404" y="71776"/>
                    <a:pt x="177843" y="66337"/>
                  </a:cubicBezTo>
                  <a:cubicBezTo>
                    <a:pt x="186002" y="60898"/>
                    <a:pt x="194161" y="58178"/>
                    <a:pt x="202320" y="58178"/>
                  </a:cubicBezTo>
                  <a:cubicBezTo>
                    <a:pt x="215918" y="58178"/>
                    <a:pt x="226797" y="63617"/>
                    <a:pt x="234956" y="77216"/>
                  </a:cubicBezTo>
                  <a:cubicBezTo>
                    <a:pt x="240395" y="88094"/>
                    <a:pt x="248554" y="96253"/>
                    <a:pt x="251274" y="107132"/>
                  </a:cubicBezTo>
                  <a:cubicBezTo>
                    <a:pt x="256713" y="120730"/>
                    <a:pt x="259433" y="134328"/>
                    <a:pt x="267592" y="147927"/>
                  </a:cubicBezTo>
                  <a:cubicBezTo>
                    <a:pt x="273031" y="158805"/>
                    <a:pt x="275751" y="172404"/>
                    <a:pt x="281190" y="183282"/>
                  </a:cubicBezTo>
                  <a:cubicBezTo>
                    <a:pt x="286630" y="196881"/>
                    <a:pt x="292069" y="210479"/>
                    <a:pt x="297508" y="224077"/>
                  </a:cubicBezTo>
                  <a:cubicBezTo>
                    <a:pt x="300228" y="237675"/>
                    <a:pt x="305667" y="251274"/>
                    <a:pt x="308387" y="264872"/>
                  </a:cubicBezTo>
                  <a:cubicBezTo>
                    <a:pt x="311106" y="278470"/>
                    <a:pt x="311106" y="289349"/>
                    <a:pt x="319265" y="300227"/>
                  </a:cubicBezTo>
                  <a:cubicBezTo>
                    <a:pt x="332864" y="324704"/>
                    <a:pt x="346462" y="351901"/>
                    <a:pt x="351901" y="379097"/>
                  </a:cubicBezTo>
                  <a:cubicBezTo>
                    <a:pt x="354621" y="392696"/>
                    <a:pt x="360060" y="403574"/>
                    <a:pt x="365500" y="417173"/>
                  </a:cubicBezTo>
                  <a:cubicBezTo>
                    <a:pt x="373659" y="430771"/>
                    <a:pt x="373659" y="444369"/>
                    <a:pt x="379098" y="457967"/>
                  </a:cubicBezTo>
                  <a:cubicBezTo>
                    <a:pt x="381818" y="471566"/>
                    <a:pt x="387257" y="482444"/>
                    <a:pt x="395416" y="496043"/>
                  </a:cubicBezTo>
                  <a:cubicBezTo>
                    <a:pt x="398136" y="501482"/>
                    <a:pt x="403575" y="506921"/>
                    <a:pt x="406294" y="512361"/>
                  </a:cubicBezTo>
                  <a:cubicBezTo>
                    <a:pt x="409014" y="517800"/>
                    <a:pt x="409014" y="525959"/>
                    <a:pt x="411734" y="531398"/>
                  </a:cubicBezTo>
                  <a:cubicBezTo>
                    <a:pt x="414453" y="539557"/>
                    <a:pt x="417173" y="550436"/>
                    <a:pt x="419893" y="558595"/>
                  </a:cubicBezTo>
                  <a:cubicBezTo>
                    <a:pt x="422613" y="561314"/>
                    <a:pt x="422613" y="564034"/>
                    <a:pt x="425332" y="564034"/>
                  </a:cubicBezTo>
                  <a:cubicBezTo>
                    <a:pt x="428052" y="564034"/>
                    <a:pt x="428052" y="561314"/>
                    <a:pt x="430771" y="558595"/>
                  </a:cubicBezTo>
                  <a:cubicBezTo>
                    <a:pt x="430771" y="555875"/>
                    <a:pt x="430771" y="553155"/>
                    <a:pt x="430771" y="550436"/>
                  </a:cubicBezTo>
                  <a:cubicBezTo>
                    <a:pt x="430771" y="534118"/>
                    <a:pt x="430771" y="517800"/>
                    <a:pt x="430771" y="501482"/>
                  </a:cubicBezTo>
                  <a:cubicBezTo>
                    <a:pt x="430771" y="468846"/>
                    <a:pt x="433491" y="436210"/>
                    <a:pt x="430771" y="403574"/>
                  </a:cubicBezTo>
                  <a:cubicBezTo>
                    <a:pt x="430771" y="373658"/>
                    <a:pt x="425332" y="343742"/>
                    <a:pt x="425332" y="313826"/>
                  </a:cubicBezTo>
                  <a:cubicBezTo>
                    <a:pt x="425332" y="292068"/>
                    <a:pt x="425332" y="270311"/>
                    <a:pt x="425332" y="248554"/>
                  </a:cubicBezTo>
                  <a:cubicBezTo>
                    <a:pt x="425332" y="234956"/>
                    <a:pt x="425332" y="224077"/>
                    <a:pt x="425332" y="210479"/>
                  </a:cubicBezTo>
                  <a:cubicBezTo>
                    <a:pt x="425332" y="191441"/>
                    <a:pt x="422613" y="172404"/>
                    <a:pt x="422613" y="153366"/>
                  </a:cubicBezTo>
                  <a:cubicBezTo>
                    <a:pt x="422613" y="142487"/>
                    <a:pt x="422613" y="134328"/>
                    <a:pt x="425332" y="123450"/>
                  </a:cubicBezTo>
                  <a:cubicBezTo>
                    <a:pt x="417173" y="123450"/>
                    <a:pt x="406294" y="123450"/>
                    <a:pt x="398136" y="123450"/>
                  </a:cubicBezTo>
                  <a:cubicBezTo>
                    <a:pt x="392696" y="123450"/>
                    <a:pt x="387257" y="123450"/>
                    <a:pt x="379098" y="123450"/>
                  </a:cubicBezTo>
                  <a:cubicBezTo>
                    <a:pt x="373659" y="123450"/>
                    <a:pt x="365500" y="120730"/>
                    <a:pt x="360060" y="118011"/>
                  </a:cubicBezTo>
                  <a:cubicBezTo>
                    <a:pt x="354621" y="115291"/>
                    <a:pt x="349182" y="107132"/>
                    <a:pt x="349182" y="101693"/>
                  </a:cubicBezTo>
                  <a:cubicBezTo>
                    <a:pt x="349182" y="98973"/>
                    <a:pt x="349182" y="96253"/>
                    <a:pt x="351901" y="93534"/>
                  </a:cubicBezTo>
                  <a:cubicBezTo>
                    <a:pt x="354621" y="90814"/>
                    <a:pt x="362780" y="88094"/>
                    <a:pt x="368219" y="85375"/>
                  </a:cubicBezTo>
                  <a:cubicBezTo>
                    <a:pt x="381818" y="82655"/>
                    <a:pt x="417173" y="79935"/>
                    <a:pt x="422613" y="79935"/>
                  </a:cubicBezTo>
                  <a:cubicBezTo>
                    <a:pt x="428052" y="79935"/>
                    <a:pt x="433491" y="79935"/>
                    <a:pt x="444370" y="79935"/>
                  </a:cubicBezTo>
                  <a:cubicBezTo>
                    <a:pt x="449809" y="74496"/>
                    <a:pt x="455248" y="71776"/>
                    <a:pt x="463407" y="71776"/>
                  </a:cubicBezTo>
                  <a:cubicBezTo>
                    <a:pt x="471566" y="71776"/>
                    <a:pt x="477006" y="74496"/>
                    <a:pt x="477006" y="79935"/>
                  </a:cubicBezTo>
                  <a:cubicBezTo>
                    <a:pt x="493324" y="79935"/>
                    <a:pt x="506922" y="79935"/>
                    <a:pt x="515081" y="79935"/>
                  </a:cubicBezTo>
                  <a:lnTo>
                    <a:pt x="515081" y="79935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2FB93447-7F08-8764-217F-53A69D92B609}"/>
                </a:ext>
              </a:extLst>
            </p:cNvPr>
            <p:cNvSpPr/>
            <p:nvPr/>
          </p:nvSpPr>
          <p:spPr>
            <a:xfrm>
              <a:off x="5139126" y="4192158"/>
              <a:ext cx="516735" cy="788700"/>
            </a:xfrm>
            <a:custGeom>
              <a:avLst/>
              <a:gdLst>
                <a:gd name="connsiteX0" fmla="*/ 464616 w 516735"/>
                <a:gd name="connsiteY0" fmla="*/ 436210 h 788699"/>
                <a:gd name="connsiteX1" fmla="*/ 445578 w 516735"/>
                <a:gd name="connsiteY1" fmla="*/ 455248 h 788699"/>
                <a:gd name="connsiteX2" fmla="*/ 404784 w 516735"/>
                <a:gd name="connsiteY2" fmla="*/ 466126 h 788699"/>
                <a:gd name="connsiteX3" fmla="*/ 385746 w 516735"/>
                <a:gd name="connsiteY3" fmla="*/ 479725 h 788699"/>
                <a:gd name="connsiteX4" fmla="*/ 388466 w 516735"/>
                <a:gd name="connsiteY4" fmla="*/ 512361 h 788699"/>
                <a:gd name="connsiteX5" fmla="*/ 388466 w 516735"/>
                <a:gd name="connsiteY5" fmla="*/ 544997 h 788699"/>
                <a:gd name="connsiteX6" fmla="*/ 388466 w 516735"/>
                <a:gd name="connsiteY6" fmla="*/ 566754 h 788699"/>
                <a:gd name="connsiteX7" fmla="*/ 391185 w 516735"/>
                <a:gd name="connsiteY7" fmla="*/ 632026 h 788699"/>
                <a:gd name="connsiteX8" fmla="*/ 393905 w 516735"/>
                <a:gd name="connsiteY8" fmla="*/ 683699 h 788699"/>
                <a:gd name="connsiteX9" fmla="*/ 377587 w 516735"/>
                <a:gd name="connsiteY9" fmla="*/ 724494 h 788699"/>
                <a:gd name="connsiteX10" fmla="*/ 361269 w 516735"/>
                <a:gd name="connsiteY10" fmla="*/ 719054 h 788699"/>
                <a:gd name="connsiteX11" fmla="*/ 353110 w 516735"/>
                <a:gd name="connsiteY11" fmla="*/ 702737 h 788699"/>
                <a:gd name="connsiteX12" fmla="*/ 350390 w 516735"/>
                <a:gd name="connsiteY12" fmla="*/ 686419 h 788699"/>
                <a:gd name="connsiteX13" fmla="*/ 353110 w 516735"/>
                <a:gd name="connsiteY13" fmla="*/ 659222 h 788699"/>
                <a:gd name="connsiteX14" fmla="*/ 353110 w 516735"/>
                <a:gd name="connsiteY14" fmla="*/ 656502 h 788699"/>
                <a:gd name="connsiteX15" fmla="*/ 317755 w 516735"/>
                <a:gd name="connsiteY15" fmla="*/ 708176 h 788699"/>
                <a:gd name="connsiteX16" fmla="*/ 241604 w 516735"/>
                <a:gd name="connsiteY16" fmla="*/ 735372 h 788699"/>
                <a:gd name="connsiteX17" fmla="*/ 187211 w 516735"/>
                <a:gd name="connsiteY17" fmla="*/ 727214 h 788699"/>
                <a:gd name="connsiteX18" fmla="*/ 135538 w 516735"/>
                <a:gd name="connsiteY18" fmla="*/ 694578 h 788699"/>
                <a:gd name="connsiteX19" fmla="*/ 86584 w 516735"/>
                <a:gd name="connsiteY19" fmla="*/ 621147 h 788699"/>
                <a:gd name="connsiteX20" fmla="*/ 67546 w 516735"/>
                <a:gd name="connsiteY20" fmla="*/ 555875 h 788699"/>
                <a:gd name="connsiteX21" fmla="*/ 59387 w 516735"/>
                <a:gd name="connsiteY21" fmla="*/ 509641 h 788699"/>
                <a:gd name="connsiteX22" fmla="*/ 59387 w 516735"/>
                <a:gd name="connsiteY22" fmla="*/ 468846 h 788699"/>
                <a:gd name="connsiteX23" fmla="*/ 86584 w 516735"/>
                <a:gd name="connsiteY23" fmla="*/ 302947 h 788699"/>
                <a:gd name="connsiteX24" fmla="*/ 108341 w 516735"/>
                <a:gd name="connsiteY24" fmla="*/ 224077 h 788699"/>
                <a:gd name="connsiteX25" fmla="*/ 146416 w 516735"/>
                <a:gd name="connsiteY25" fmla="*/ 145207 h 788699"/>
                <a:gd name="connsiteX26" fmla="*/ 198090 w 516735"/>
                <a:gd name="connsiteY26" fmla="*/ 85375 h 788699"/>
                <a:gd name="connsiteX27" fmla="*/ 228006 w 516735"/>
                <a:gd name="connsiteY27" fmla="*/ 69057 h 788699"/>
                <a:gd name="connsiteX28" fmla="*/ 268801 w 516735"/>
                <a:gd name="connsiteY28" fmla="*/ 58178 h 788699"/>
                <a:gd name="connsiteX29" fmla="*/ 274240 w 516735"/>
                <a:gd name="connsiteY29" fmla="*/ 58178 h 788699"/>
                <a:gd name="connsiteX30" fmla="*/ 295997 w 516735"/>
                <a:gd name="connsiteY30" fmla="*/ 60898 h 788699"/>
                <a:gd name="connsiteX31" fmla="*/ 331353 w 516735"/>
                <a:gd name="connsiteY31" fmla="*/ 71776 h 788699"/>
                <a:gd name="connsiteX32" fmla="*/ 350390 w 516735"/>
                <a:gd name="connsiteY32" fmla="*/ 93534 h 788699"/>
                <a:gd name="connsiteX33" fmla="*/ 353110 w 516735"/>
                <a:gd name="connsiteY33" fmla="*/ 74496 h 788699"/>
                <a:gd name="connsiteX34" fmla="*/ 358549 w 516735"/>
                <a:gd name="connsiteY34" fmla="*/ 63618 h 788699"/>
                <a:gd name="connsiteX35" fmla="*/ 366708 w 516735"/>
                <a:gd name="connsiteY35" fmla="*/ 58178 h 788699"/>
                <a:gd name="connsiteX36" fmla="*/ 374867 w 516735"/>
                <a:gd name="connsiteY36" fmla="*/ 63618 h 788699"/>
                <a:gd name="connsiteX37" fmla="*/ 383026 w 516735"/>
                <a:gd name="connsiteY37" fmla="*/ 82655 h 788699"/>
                <a:gd name="connsiteX38" fmla="*/ 385746 w 516735"/>
                <a:gd name="connsiteY38" fmla="*/ 126170 h 788699"/>
                <a:gd name="connsiteX39" fmla="*/ 388466 w 516735"/>
                <a:gd name="connsiteY39" fmla="*/ 186002 h 788699"/>
                <a:gd name="connsiteX40" fmla="*/ 391185 w 516735"/>
                <a:gd name="connsiteY40" fmla="*/ 237676 h 788699"/>
                <a:gd name="connsiteX41" fmla="*/ 374867 w 516735"/>
                <a:gd name="connsiteY41" fmla="*/ 278470 h 788699"/>
                <a:gd name="connsiteX42" fmla="*/ 358549 w 516735"/>
                <a:gd name="connsiteY42" fmla="*/ 273031 h 788699"/>
                <a:gd name="connsiteX43" fmla="*/ 350390 w 516735"/>
                <a:gd name="connsiteY43" fmla="*/ 256713 h 788699"/>
                <a:gd name="connsiteX44" fmla="*/ 347671 w 516735"/>
                <a:gd name="connsiteY44" fmla="*/ 240395 h 788699"/>
                <a:gd name="connsiteX45" fmla="*/ 347671 w 516735"/>
                <a:gd name="connsiteY45" fmla="*/ 213199 h 788699"/>
                <a:gd name="connsiteX46" fmla="*/ 344951 w 516735"/>
                <a:gd name="connsiteY46" fmla="*/ 194161 h 788699"/>
                <a:gd name="connsiteX47" fmla="*/ 339512 w 516735"/>
                <a:gd name="connsiteY47" fmla="*/ 150647 h 788699"/>
                <a:gd name="connsiteX48" fmla="*/ 323194 w 516735"/>
                <a:gd name="connsiteY48" fmla="*/ 112571 h 788699"/>
                <a:gd name="connsiteX49" fmla="*/ 293278 w 516735"/>
                <a:gd name="connsiteY49" fmla="*/ 101693 h 788699"/>
                <a:gd name="connsiteX50" fmla="*/ 263361 w 516735"/>
                <a:gd name="connsiteY50" fmla="*/ 120730 h 788699"/>
                <a:gd name="connsiteX51" fmla="*/ 241604 w 516735"/>
                <a:gd name="connsiteY51" fmla="*/ 153366 h 788699"/>
                <a:gd name="connsiteX52" fmla="*/ 233445 w 516735"/>
                <a:gd name="connsiteY52" fmla="*/ 194161 h 788699"/>
                <a:gd name="connsiteX53" fmla="*/ 225286 w 516735"/>
                <a:gd name="connsiteY53" fmla="*/ 232236 h 788699"/>
                <a:gd name="connsiteX54" fmla="*/ 217127 w 516735"/>
                <a:gd name="connsiteY54" fmla="*/ 275751 h 788699"/>
                <a:gd name="connsiteX55" fmla="*/ 211688 w 516735"/>
                <a:gd name="connsiteY55" fmla="*/ 316545 h 788699"/>
                <a:gd name="connsiteX56" fmla="*/ 206249 w 516735"/>
                <a:gd name="connsiteY56" fmla="*/ 354621 h 788699"/>
                <a:gd name="connsiteX57" fmla="*/ 200809 w 516735"/>
                <a:gd name="connsiteY57" fmla="*/ 398135 h 788699"/>
                <a:gd name="connsiteX58" fmla="*/ 195370 w 516735"/>
                <a:gd name="connsiteY58" fmla="*/ 438930 h 788699"/>
                <a:gd name="connsiteX59" fmla="*/ 192650 w 516735"/>
                <a:gd name="connsiteY59" fmla="*/ 474286 h 788699"/>
                <a:gd name="connsiteX60" fmla="*/ 195370 w 516735"/>
                <a:gd name="connsiteY60" fmla="*/ 525959 h 788699"/>
                <a:gd name="connsiteX61" fmla="*/ 208968 w 516735"/>
                <a:gd name="connsiteY61" fmla="*/ 596670 h 788699"/>
                <a:gd name="connsiteX62" fmla="*/ 214407 w 516735"/>
                <a:gd name="connsiteY62" fmla="*/ 623867 h 788699"/>
                <a:gd name="connsiteX63" fmla="*/ 228006 w 516735"/>
                <a:gd name="connsiteY63" fmla="*/ 656502 h 788699"/>
                <a:gd name="connsiteX64" fmla="*/ 271520 w 516735"/>
                <a:gd name="connsiteY64" fmla="*/ 689138 h 788699"/>
                <a:gd name="connsiteX65" fmla="*/ 306876 w 516735"/>
                <a:gd name="connsiteY65" fmla="*/ 664661 h 788699"/>
                <a:gd name="connsiteX66" fmla="*/ 331353 w 516735"/>
                <a:gd name="connsiteY66" fmla="*/ 602109 h 788699"/>
                <a:gd name="connsiteX67" fmla="*/ 336792 w 516735"/>
                <a:gd name="connsiteY67" fmla="*/ 544997 h 788699"/>
                <a:gd name="connsiteX68" fmla="*/ 336792 w 516735"/>
                <a:gd name="connsiteY68" fmla="*/ 498762 h 788699"/>
                <a:gd name="connsiteX69" fmla="*/ 336792 w 516735"/>
                <a:gd name="connsiteY69" fmla="*/ 490603 h 788699"/>
                <a:gd name="connsiteX70" fmla="*/ 320474 w 516735"/>
                <a:gd name="connsiteY70" fmla="*/ 477005 h 788699"/>
                <a:gd name="connsiteX71" fmla="*/ 282399 w 516735"/>
                <a:gd name="connsiteY71" fmla="*/ 479725 h 788699"/>
                <a:gd name="connsiteX72" fmla="*/ 252483 w 516735"/>
                <a:gd name="connsiteY72" fmla="*/ 474286 h 788699"/>
                <a:gd name="connsiteX73" fmla="*/ 247043 w 516735"/>
                <a:gd name="connsiteY73" fmla="*/ 466126 h 788699"/>
                <a:gd name="connsiteX74" fmla="*/ 249763 w 516735"/>
                <a:gd name="connsiteY74" fmla="*/ 457968 h 788699"/>
                <a:gd name="connsiteX75" fmla="*/ 268801 w 516735"/>
                <a:gd name="connsiteY75" fmla="*/ 447089 h 788699"/>
                <a:gd name="connsiteX76" fmla="*/ 312315 w 516735"/>
                <a:gd name="connsiteY76" fmla="*/ 436210 h 788699"/>
                <a:gd name="connsiteX77" fmla="*/ 353110 w 516735"/>
                <a:gd name="connsiteY77" fmla="*/ 430771 h 788699"/>
                <a:gd name="connsiteX78" fmla="*/ 385746 w 516735"/>
                <a:gd name="connsiteY78" fmla="*/ 430771 h 788699"/>
                <a:gd name="connsiteX79" fmla="*/ 437420 w 516735"/>
                <a:gd name="connsiteY79" fmla="*/ 428051 h 788699"/>
                <a:gd name="connsiteX80" fmla="*/ 464616 w 516735"/>
                <a:gd name="connsiteY80" fmla="*/ 436210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516735" h="788699">
                  <a:moveTo>
                    <a:pt x="464616" y="436210"/>
                  </a:moveTo>
                  <a:cubicBezTo>
                    <a:pt x="464616" y="447089"/>
                    <a:pt x="453737" y="452528"/>
                    <a:pt x="445578" y="455248"/>
                  </a:cubicBezTo>
                  <a:cubicBezTo>
                    <a:pt x="434700" y="460687"/>
                    <a:pt x="415662" y="463407"/>
                    <a:pt x="404784" y="466126"/>
                  </a:cubicBezTo>
                  <a:cubicBezTo>
                    <a:pt x="393905" y="466126"/>
                    <a:pt x="385746" y="468846"/>
                    <a:pt x="385746" y="479725"/>
                  </a:cubicBezTo>
                  <a:cubicBezTo>
                    <a:pt x="385746" y="487884"/>
                    <a:pt x="388466" y="506921"/>
                    <a:pt x="388466" y="512361"/>
                  </a:cubicBezTo>
                  <a:cubicBezTo>
                    <a:pt x="388466" y="515080"/>
                    <a:pt x="388466" y="539557"/>
                    <a:pt x="388466" y="544997"/>
                  </a:cubicBezTo>
                  <a:cubicBezTo>
                    <a:pt x="388466" y="550436"/>
                    <a:pt x="388466" y="558595"/>
                    <a:pt x="388466" y="566754"/>
                  </a:cubicBezTo>
                  <a:cubicBezTo>
                    <a:pt x="388466" y="591231"/>
                    <a:pt x="388466" y="621147"/>
                    <a:pt x="391185" y="632026"/>
                  </a:cubicBezTo>
                  <a:cubicBezTo>
                    <a:pt x="393905" y="653783"/>
                    <a:pt x="393905" y="661942"/>
                    <a:pt x="393905" y="683699"/>
                  </a:cubicBezTo>
                  <a:cubicBezTo>
                    <a:pt x="393905" y="694578"/>
                    <a:pt x="393905" y="724494"/>
                    <a:pt x="377587" y="724494"/>
                  </a:cubicBezTo>
                  <a:cubicBezTo>
                    <a:pt x="369428" y="724494"/>
                    <a:pt x="366708" y="721774"/>
                    <a:pt x="361269" y="719054"/>
                  </a:cubicBezTo>
                  <a:cubicBezTo>
                    <a:pt x="355830" y="716335"/>
                    <a:pt x="353110" y="708176"/>
                    <a:pt x="353110" y="702737"/>
                  </a:cubicBezTo>
                  <a:cubicBezTo>
                    <a:pt x="350390" y="694578"/>
                    <a:pt x="350390" y="689138"/>
                    <a:pt x="350390" y="686419"/>
                  </a:cubicBezTo>
                  <a:cubicBezTo>
                    <a:pt x="350390" y="678260"/>
                    <a:pt x="353110" y="672820"/>
                    <a:pt x="353110" y="659222"/>
                  </a:cubicBezTo>
                  <a:lnTo>
                    <a:pt x="353110" y="656502"/>
                  </a:lnTo>
                  <a:cubicBezTo>
                    <a:pt x="347671" y="675540"/>
                    <a:pt x="334072" y="694578"/>
                    <a:pt x="317755" y="708176"/>
                  </a:cubicBezTo>
                  <a:cubicBezTo>
                    <a:pt x="293278" y="727214"/>
                    <a:pt x="274240" y="735372"/>
                    <a:pt x="241604" y="735372"/>
                  </a:cubicBezTo>
                  <a:cubicBezTo>
                    <a:pt x="222566" y="735372"/>
                    <a:pt x="203529" y="732653"/>
                    <a:pt x="187211" y="727214"/>
                  </a:cubicBezTo>
                  <a:cubicBezTo>
                    <a:pt x="165454" y="719054"/>
                    <a:pt x="149136" y="708176"/>
                    <a:pt x="135538" y="694578"/>
                  </a:cubicBezTo>
                  <a:cubicBezTo>
                    <a:pt x="113780" y="672820"/>
                    <a:pt x="100182" y="648343"/>
                    <a:pt x="86584" y="621147"/>
                  </a:cubicBezTo>
                  <a:cubicBezTo>
                    <a:pt x="75705" y="599390"/>
                    <a:pt x="70266" y="580352"/>
                    <a:pt x="67546" y="555875"/>
                  </a:cubicBezTo>
                  <a:cubicBezTo>
                    <a:pt x="64826" y="539557"/>
                    <a:pt x="62107" y="525959"/>
                    <a:pt x="59387" y="509641"/>
                  </a:cubicBezTo>
                  <a:cubicBezTo>
                    <a:pt x="56667" y="493323"/>
                    <a:pt x="59387" y="485164"/>
                    <a:pt x="59387" y="468846"/>
                  </a:cubicBezTo>
                  <a:cubicBezTo>
                    <a:pt x="59387" y="414453"/>
                    <a:pt x="72985" y="362780"/>
                    <a:pt x="86584" y="302947"/>
                  </a:cubicBezTo>
                  <a:cubicBezTo>
                    <a:pt x="92023" y="275751"/>
                    <a:pt x="100182" y="248554"/>
                    <a:pt x="108341" y="224077"/>
                  </a:cubicBezTo>
                  <a:cubicBezTo>
                    <a:pt x="116500" y="196881"/>
                    <a:pt x="130098" y="169684"/>
                    <a:pt x="146416" y="145207"/>
                  </a:cubicBezTo>
                  <a:cubicBezTo>
                    <a:pt x="160014" y="123450"/>
                    <a:pt x="176332" y="101693"/>
                    <a:pt x="198090" y="85375"/>
                  </a:cubicBezTo>
                  <a:cubicBezTo>
                    <a:pt x="206249" y="77216"/>
                    <a:pt x="217127" y="71776"/>
                    <a:pt x="228006" y="69057"/>
                  </a:cubicBezTo>
                  <a:cubicBezTo>
                    <a:pt x="241604" y="63618"/>
                    <a:pt x="255202" y="58178"/>
                    <a:pt x="268801" y="58178"/>
                  </a:cubicBezTo>
                  <a:cubicBezTo>
                    <a:pt x="271520" y="58178"/>
                    <a:pt x="274240" y="58178"/>
                    <a:pt x="274240" y="58178"/>
                  </a:cubicBezTo>
                  <a:cubicBezTo>
                    <a:pt x="279679" y="58178"/>
                    <a:pt x="285119" y="58178"/>
                    <a:pt x="295997" y="60898"/>
                  </a:cubicBezTo>
                  <a:cubicBezTo>
                    <a:pt x="309595" y="63618"/>
                    <a:pt x="320474" y="66337"/>
                    <a:pt x="331353" y="71776"/>
                  </a:cubicBezTo>
                  <a:cubicBezTo>
                    <a:pt x="339512" y="77216"/>
                    <a:pt x="347671" y="85375"/>
                    <a:pt x="350390" y="93534"/>
                  </a:cubicBezTo>
                  <a:cubicBezTo>
                    <a:pt x="350390" y="88095"/>
                    <a:pt x="353110" y="79936"/>
                    <a:pt x="353110" y="74496"/>
                  </a:cubicBezTo>
                  <a:cubicBezTo>
                    <a:pt x="355830" y="71776"/>
                    <a:pt x="355830" y="69057"/>
                    <a:pt x="358549" y="63618"/>
                  </a:cubicBezTo>
                  <a:cubicBezTo>
                    <a:pt x="361269" y="60898"/>
                    <a:pt x="363989" y="58178"/>
                    <a:pt x="366708" y="58178"/>
                  </a:cubicBezTo>
                  <a:cubicBezTo>
                    <a:pt x="369428" y="58178"/>
                    <a:pt x="372148" y="60898"/>
                    <a:pt x="374867" y="63618"/>
                  </a:cubicBezTo>
                  <a:cubicBezTo>
                    <a:pt x="377587" y="69057"/>
                    <a:pt x="380307" y="77216"/>
                    <a:pt x="383026" y="82655"/>
                  </a:cubicBezTo>
                  <a:cubicBezTo>
                    <a:pt x="383026" y="90814"/>
                    <a:pt x="385746" y="107132"/>
                    <a:pt x="385746" y="126170"/>
                  </a:cubicBezTo>
                  <a:cubicBezTo>
                    <a:pt x="385746" y="150647"/>
                    <a:pt x="385746" y="177843"/>
                    <a:pt x="388466" y="186002"/>
                  </a:cubicBezTo>
                  <a:cubicBezTo>
                    <a:pt x="391185" y="207759"/>
                    <a:pt x="391185" y="215918"/>
                    <a:pt x="391185" y="237676"/>
                  </a:cubicBezTo>
                  <a:cubicBezTo>
                    <a:pt x="391185" y="248554"/>
                    <a:pt x="391185" y="278470"/>
                    <a:pt x="374867" y="278470"/>
                  </a:cubicBezTo>
                  <a:cubicBezTo>
                    <a:pt x="366708" y="278470"/>
                    <a:pt x="363989" y="275751"/>
                    <a:pt x="358549" y="273031"/>
                  </a:cubicBezTo>
                  <a:cubicBezTo>
                    <a:pt x="353110" y="270311"/>
                    <a:pt x="350390" y="262152"/>
                    <a:pt x="350390" y="256713"/>
                  </a:cubicBezTo>
                  <a:cubicBezTo>
                    <a:pt x="350390" y="251274"/>
                    <a:pt x="347671" y="245834"/>
                    <a:pt x="347671" y="240395"/>
                  </a:cubicBezTo>
                  <a:cubicBezTo>
                    <a:pt x="347671" y="232236"/>
                    <a:pt x="347671" y="224077"/>
                    <a:pt x="347671" y="213199"/>
                  </a:cubicBezTo>
                  <a:cubicBezTo>
                    <a:pt x="347671" y="207759"/>
                    <a:pt x="347671" y="199600"/>
                    <a:pt x="344951" y="194161"/>
                  </a:cubicBezTo>
                  <a:cubicBezTo>
                    <a:pt x="342232" y="180563"/>
                    <a:pt x="342232" y="164245"/>
                    <a:pt x="339512" y="150647"/>
                  </a:cubicBezTo>
                  <a:cubicBezTo>
                    <a:pt x="336792" y="137048"/>
                    <a:pt x="331353" y="123450"/>
                    <a:pt x="323194" y="112571"/>
                  </a:cubicBezTo>
                  <a:cubicBezTo>
                    <a:pt x="317755" y="104412"/>
                    <a:pt x="304156" y="101693"/>
                    <a:pt x="293278" y="101693"/>
                  </a:cubicBezTo>
                  <a:cubicBezTo>
                    <a:pt x="279679" y="101693"/>
                    <a:pt x="271520" y="109852"/>
                    <a:pt x="263361" y="120730"/>
                  </a:cubicBezTo>
                  <a:cubicBezTo>
                    <a:pt x="257922" y="131609"/>
                    <a:pt x="247043" y="139768"/>
                    <a:pt x="241604" y="153366"/>
                  </a:cubicBezTo>
                  <a:cubicBezTo>
                    <a:pt x="236165" y="166964"/>
                    <a:pt x="233445" y="180563"/>
                    <a:pt x="233445" y="194161"/>
                  </a:cubicBezTo>
                  <a:cubicBezTo>
                    <a:pt x="233445" y="207759"/>
                    <a:pt x="230726" y="218638"/>
                    <a:pt x="225286" y="232236"/>
                  </a:cubicBezTo>
                  <a:cubicBezTo>
                    <a:pt x="219847" y="245834"/>
                    <a:pt x="219847" y="262152"/>
                    <a:pt x="217127" y="275751"/>
                  </a:cubicBezTo>
                  <a:cubicBezTo>
                    <a:pt x="214407" y="289349"/>
                    <a:pt x="214407" y="302947"/>
                    <a:pt x="211688" y="316545"/>
                  </a:cubicBezTo>
                  <a:cubicBezTo>
                    <a:pt x="211688" y="330144"/>
                    <a:pt x="206249" y="341022"/>
                    <a:pt x="206249" y="354621"/>
                  </a:cubicBezTo>
                  <a:cubicBezTo>
                    <a:pt x="203529" y="368219"/>
                    <a:pt x="203529" y="381817"/>
                    <a:pt x="200809" y="398135"/>
                  </a:cubicBezTo>
                  <a:cubicBezTo>
                    <a:pt x="198090" y="411733"/>
                    <a:pt x="198090" y="425332"/>
                    <a:pt x="195370" y="438930"/>
                  </a:cubicBezTo>
                  <a:cubicBezTo>
                    <a:pt x="195370" y="449809"/>
                    <a:pt x="192650" y="463407"/>
                    <a:pt x="192650" y="474286"/>
                  </a:cubicBezTo>
                  <a:cubicBezTo>
                    <a:pt x="192650" y="490603"/>
                    <a:pt x="195370" y="509641"/>
                    <a:pt x="195370" y="525959"/>
                  </a:cubicBezTo>
                  <a:cubicBezTo>
                    <a:pt x="195370" y="550436"/>
                    <a:pt x="203529" y="572193"/>
                    <a:pt x="208968" y="596670"/>
                  </a:cubicBezTo>
                  <a:cubicBezTo>
                    <a:pt x="211688" y="604829"/>
                    <a:pt x="211688" y="615708"/>
                    <a:pt x="214407" y="623867"/>
                  </a:cubicBezTo>
                  <a:cubicBezTo>
                    <a:pt x="217127" y="634745"/>
                    <a:pt x="222566" y="645624"/>
                    <a:pt x="228006" y="656502"/>
                  </a:cubicBezTo>
                  <a:cubicBezTo>
                    <a:pt x="236165" y="670101"/>
                    <a:pt x="252483" y="689138"/>
                    <a:pt x="271520" y="689138"/>
                  </a:cubicBezTo>
                  <a:cubicBezTo>
                    <a:pt x="287838" y="689138"/>
                    <a:pt x="298717" y="675540"/>
                    <a:pt x="306876" y="664661"/>
                  </a:cubicBezTo>
                  <a:cubicBezTo>
                    <a:pt x="320474" y="645624"/>
                    <a:pt x="325914" y="623867"/>
                    <a:pt x="331353" y="602109"/>
                  </a:cubicBezTo>
                  <a:cubicBezTo>
                    <a:pt x="334072" y="583072"/>
                    <a:pt x="336792" y="564034"/>
                    <a:pt x="336792" y="544997"/>
                  </a:cubicBezTo>
                  <a:cubicBezTo>
                    <a:pt x="336792" y="531398"/>
                    <a:pt x="336792" y="512361"/>
                    <a:pt x="336792" y="498762"/>
                  </a:cubicBezTo>
                  <a:cubicBezTo>
                    <a:pt x="336792" y="496043"/>
                    <a:pt x="336792" y="493323"/>
                    <a:pt x="336792" y="490603"/>
                  </a:cubicBezTo>
                  <a:cubicBezTo>
                    <a:pt x="336792" y="479725"/>
                    <a:pt x="336792" y="477005"/>
                    <a:pt x="320474" y="477005"/>
                  </a:cubicBezTo>
                  <a:cubicBezTo>
                    <a:pt x="309595" y="477005"/>
                    <a:pt x="295997" y="479725"/>
                    <a:pt x="282399" y="479725"/>
                  </a:cubicBezTo>
                  <a:cubicBezTo>
                    <a:pt x="271520" y="479725"/>
                    <a:pt x="260642" y="479725"/>
                    <a:pt x="252483" y="474286"/>
                  </a:cubicBezTo>
                  <a:cubicBezTo>
                    <a:pt x="249763" y="471566"/>
                    <a:pt x="247043" y="468846"/>
                    <a:pt x="247043" y="466126"/>
                  </a:cubicBezTo>
                  <a:cubicBezTo>
                    <a:pt x="247043" y="463407"/>
                    <a:pt x="247043" y="460687"/>
                    <a:pt x="249763" y="457968"/>
                  </a:cubicBezTo>
                  <a:cubicBezTo>
                    <a:pt x="255202" y="452528"/>
                    <a:pt x="260642" y="449809"/>
                    <a:pt x="268801" y="447089"/>
                  </a:cubicBezTo>
                  <a:cubicBezTo>
                    <a:pt x="282399" y="441650"/>
                    <a:pt x="295997" y="438930"/>
                    <a:pt x="312315" y="436210"/>
                  </a:cubicBezTo>
                  <a:cubicBezTo>
                    <a:pt x="325914" y="433491"/>
                    <a:pt x="339512" y="433491"/>
                    <a:pt x="353110" y="430771"/>
                  </a:cubicBezTo>
                  <a:cubicBezTo>
                    <a:pt x="363989" y="430771"/>
                    <a:pt x="374867" y="430771"/>
                    <a:pt x="385746" y="430771"/>
                  </a:cubicBezTo>
                  <a:cubicBezTo>
                    <a:pt x="402064" y="430771"/>
                    <a:pt x="426541" y="428051"/>
                    <a:pt x="437420" y="428051"/>
                  </a:cubicBezTo>
                  <a:cubicBezTo>
                    <a:pt x="451018" y="419892"/>
                    <a:pt x="464616" y="425332"/>
                    <a:pt x="464616" y="436210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F84A589E-7A6F-7404-B9CB-36808CBBD913}"/>
                </a:ext>
              </a:extLst>
            </p:cNvPr>
            <p:cNvSpPr/>
            <p:nvPr/>
          </p:nvSpPr>
          <p:spPr>
            <a:xfrm>
              <a:off x="5651630" y="4181279"/>
              <a:ext cx="734308" cy="788700"/>
            </a:xfrm>
            <a:custGeom>
              <a:avLst/>
              <a:gdLst>
                <a:gd name="connsiteX0" fmla="*/ 653783 w 734307"/>
                <a:gd name="connsiteY0" fmla="*/ 678259 h 788699"/>
                <a:gd name="connsiteX1" fmla="*/ 691859 w 734307"/>
                <a:gd name="connsiteY1" fmla="*/ 694577 h 788699"/>
                <a:gd name="connsiteX2" fmla="*/ 686419 w 734307"/>
                <a:gd name="connsiteY2" fmla="*/ 710895 h 788699"/>
                <a:gd name="connsiteX3" fmla="*/ 670101 w 734307"/>
                <a:gd name="connsiteY3" fmla="*/ 719054 h 788699"/>
                <a:gd name="connsiteX4" fmla="*/ 648344 w 734307"/>
                <a:gd name="connsiteY4" fmla="*/ 721774 h 788699"/>
                <a:gd name="connsiteX5" fmla="*/ 618428 w 734307"/>
                <a:gd name="connsiteY5" fmla="*/ 721774 h 788699"/>
                <a:gd name="connsiteX6" fmla="*/ 572194 w 734307"/>
                <a:gd name="connsiteY6" fmla="*/ 735372 h 788699"/>
                <a:gd name="connsiteX7" fmla="*/ 544997 w 734307"/>
                <a:gd name="connsiteY7" fmla="*/ 729933 h 788699"/>
                <a:gd name="connsiteX8" fmla="*/ 534119 w 734307"/>
                <a:gd name="connsiteY8" fmla="*/ 721774 h 788699"/>
                <a:gd name="connsiteX9" fmla="*/ 496043 w 734307"/>
                <a:gd name="connsiteY9" fmla="*/ 721774 h 788699"/>
                <a:gd name="connsiteX10" fmla="*/ 471566 w 734307"/>
                <a:gd name="connsiteY10" fmla="*/ 721774 h 788699"/>
                <a:gd name="connsiteX11" fmla="*/ 444370 w 734307"/>
                <a:gd name="connsiteY11" fmla="*/ 716335 h 788699"/>
                <a:gd name="connsiteX12" fmla="*/ 428052 w 734307"/>
                <a:gd name="connsiteY12" fmla="*/ 700017 h 788699"/>
                <a:gd name="connsiteX13" fmla="*/ 433491 w 734307"/>
                <a:gd name="connsiteY13" fmla="*/ 691858 h 788699"/>
                <a:gd name="connsiteX14" fmla="*/ 455248 w 734307"/>
                <a:gd name="connsiteY14" fmla="*/ 683699 h 788699"/>
                <a:gd name="connsiteX15" fmla="*/ 506922 w 734307"/>
                <a:gd name="connsiteY15" fmla="*/ 678259 h 788699"/>
                <a:gd name="connsiteX16" fmla="*/ 509641 w 734307"/>
                <a:gd name="connsiteY16" fmla="*/ 678259 h 788699"/>
                <a:gd name="connsiteX17" fmla="*/ 506922 w 734307"/>
                <a:gd name="connsiteY17" fmla="*/ 664661 h 788699"/>
                <a:gd name="connsiteX18" fmla="*/ 498763 w 734307"/>
                <a:gd name="connsiteY18" fmla="*/ 580352 h 788699"/>
                <a:gd name="connsiteX19" fmla="*/ 496043 w 734307"/>
                <a:gd name="connsiteY19" fmla="*/ 479725 h 788699"/>
                <a:gd name="connsiteX20" fmla="*/ 493324 w 734307"/>
                <a:gd name="connsiteY20" fmla="*/ 389976 h 788699"/>
                <a:gd name="connsiteX21" fmla="*/ 490604 w 734307"/>
                <a:gd name="connsiteY21" fmla="*/ 302947 h 788699"/>
                <a:gd name="connsiteX22" fmla="*/ 487884 w 734307"/>
                <a:gd name="connsiteY22" fmla="*/ 229516 h 788699"/>
                <a:gd name="connsiteX23" fmla="*/ 485165 w 734307"/>
                <a:gd name="connsiteY23" fmla="*/ 221357 h 788699"/>
                <a:gd name="connsiteX24" fmla="*/ 482445 w 734307"/>
                <a:gd name="connsiteY24" fmla="*/ 226797 h 788699"/>
                <a:gd name="connsiteX25" fmla="*/ 477006 w 734307"/>
                <a:gd name="connsiteY25" fmla="*/ 262152 h 788699"/>
                <a:gd name="connsiteX26" fmla="*/ 460688 w 734307"/>
                <a:gd name="connsiteY26" fmla="*/ 341022 h 788699"/>
                <a:gd name="connsiteX27" fmla="*/ 444370 w 734307"/>
                <a:gd name="connsiteY27" fmla="*/ 417173 h 788699"/>
                <a:gd name="connsiteX28" fmla="*/ 436211 w 734307"/>
                <a:gd name="connsiteY28" fmla="*/ 455248 h 788699"/>
                <a:gd name="connsiteX29" fmla="*/ 425332 w 734307"/>
                <a:gd name="connsiteY29" fmla="*/ 493323 h 788699"/>
                <a:gd name="connsiteX30" fmla="*/ 411734 w 734307"/>
                <a:gd name="connsiteY30" fmla="*/ 531398 h 788699"/>
                <a:gd name="connsiteX31" fmla="*/ 376378 w 734307"/>
                <a:gd name="connsiteY31" fmla="*/ 547716 h 788699"/>
                <a:gd name="connsiteX32" fmla="*/ 319265 w 734307"/>
                <a:gd name="connsiteY32" fmla="*/ 525959 h 788699"/>
                <a:gd name="connsiteX33" fmla="*/ 289349 w 734307"/>
                <a:gd name="connsiteY33" fmla="*/ 455248 h 788699"/>
                <a:gd name="connsiteX34" fmla="*/ 273031 w 734307"/>
                <a:gd name="connsiteY34" fmla="*/ 373658 h 788699"/>
                <a:gd name="connsiteX35" fmla="*/ 262153 w 734307"/>
                <a:gd name="connsiteY35" fmla="*/ 316545 h 788699"/>
                <a:gd name="connsiteX36" fmla="*/ 245835 w 734307"/>
                <a:gd name="connsiteY36" fmla="*/ 237675 h 788699"/>
                <a:gd name="connsiteX37" fmla="*/ 234956 w 734307"/>
                <a:gd name="connsiteY37" fmla="*/ 196881 h 788699"/>
                <a:gd name="connsiteX38" fmla="*/ 232236 w 734307"/>
                <a:gd name="connsiteY38" fmla="*/ 191441 h 788699"/>
                <a:gd name="connsiteX39" fmla="*/ 226797 w 734307"/>
                <a:gd name="connsiteY39" fmla="*/ 207759 h 788699"/>
                <a:gd name="connsiteX40" fmla="*/ 226797 w 734307"/>
                <a:gd name="connsiteY40" fmla="*/ 232236 h 788699"/>
                <a:gd name="connsiteX41" fmla="*/ 224077 w 734307"/>
                <a:gd name="connsiteY41" fmla="*/ 267592 h 788699"/>
                <a:gd name="connsiteX42" fmla="*/ 221358 w 734307"/>
                <a:gd name="connsiteY42" fmla="*/ 311106 h 788699"/>
                <a:gd name="connsiteX43" fmla="*/ 218638 w 734307"/>
                <a:gd name="connsiteY43" fmla="*/ 360060 h 788699"/>
                <a:gd name="connsiteX44" fmla="*/ 215919 w 734307"/>
                <a:gd name="connsiteY44" fmla="*/ 398135 h 788699"/>
                <a:gd name="connsiteX45" fmla="*/ 213199 w 734307"/>
                <a:gd name="connsiteY45" fmla="*/ 430771 h 788699"/>
                <a:gd name="connsiteX46" fmla="*/ 213199 w 734307"/>
                <a:gd name="connsiteY46" fmla="*/ 455248 h 788699"/>
                <a:gd name="connsiteX47" fmla="*/ 213199 w 734307"/>
                <a:gd name="connsiteY47" fmla="*/ 477005 h 788699"/>
                <a:gd name="connsiteX48" fmla="*/ 207759 w 734307"/>
                <a:gd name="connsiteY48" fmla="*/ 520520 h 788699"/>
                <a:gd name="connsiteX49" fmla="*/ 196881 w 734307"/>
                <a:gd name="connsiteY49" fmla="*/ 610268 h 788699"/>
                <a:gd name="connsiteX50" fmla="*/ 194161 w 734307"/>
                <a:gd name="connsiteY50" fmla="*/ 653783 h 788699"/>
                <a:gd name="connsiteX51" fmla="*/ 191441 w 734307"/>
                <a:gd name="connsiteY51" fmla="*/ 667381 h 788699"/>
                <a:gd name="connsiteX52" fmla="*/ 243115 w 734307"/>
                <a:gd name="connsiteY52" fmla="*/ 667381 h 788699"/>
                <a:gd name="connsiteX53" fmla="*/ 273031 w 734307"/>
                <a:gd name="connsiteY53" fmla="*/ 683699 h 788699"/>
                <a:gd name="connsiteX54" fmla="*/ 262153 w 734307"/>
                <a:gd name="connsiteY54" fmla="*/ 697297 h 788699"/>
                <a:gd name="connsiteX55" fmla="*/ 248554 w 734307"/>
                <a:gd name="connsiteY55" fmla="*/ 705456 h 788699"/>
                <a:gd name="connsiteX56" fmla="*/ 232236 w 734307"/>
                <a:gd name="connsiteY56" fmla="*/ 708176 h 788699"/>
                <a:gd name="connsiteX57" fmla="*/ 166965 w 734307"/>
                <a:gd name="connsiteY57" fmla="*/ 708176 h 788699"/>
                <a:gd name="connsiteX58" fmla="*/ 109852 w 734307"/>
                <a:gd name="connsiteY58" fmla="*/ 708176 h 788699"/>
                <a:gd name="connsiteX59" fmla="*/ 90814 w 734307"/>
                <a:gd name="connsiteY59" fmla="*/ 708176 h 788699"/>
                <a:gd name="connsiteX60" fmla="*/ 69057 w 734307"/>
                <a:gd name="connsiteY60" fmla="*/ 702736 h 788699"/>
                <a:gd name="connsiteX61" fmla="*/ 58178 w 734307"/>
                <a:gd name="connsiteY61" fmla="*/ 686418 h 788699"/>
                <a:gd name="connsiteX62" fmla="*/ 60898 w 734307"/>
                <a:gd name="connsiteY62" fmla="*/ 678259 h 788699"/>
                <a:gd name="connsiteX63" fmla="*/ 77216 w 734307"/>
                <a:gd name="connsiteY63" fmla="*/ 670101 h 788699"/>
                <a:gd name="connsiteX64" fmla="*/ 126170 w 734307"/>
                <a:gd name="connsiteY64" fmla="*/ 664661 h 788699"/>
                <a:gd name="connsiteX65" fmla="*/ 142487 w 734307"/>
                <a:gd name="connsiteY65" fmla="*/ 664661 h 788699"/>
                <a:gd name="connsiteX66" fmla="*/ 147927 w 734307"/>
                <a:gd name="connsiteY66" fmla="*/ 588511 h 788699"/>
                <a:gd name="connsiteX67" fmla="*/ 153366 w 734307"/>
                <a:gd name="connsiteY67" fmla="*/ 493323 h 788699"/>
                <a:gd name="connsiteX68" fmla="*/ 156086 w 734307"/>
                <a:gd name="connsiteY68" fmla="*/ 411733 h 788699"/>
                <a:gd name="connsiteX69" fmla="*/ 161525 w 734307"/>
                <a:gd name="connsiteY69" fmla="*/ 297508 h 788699"/>
                <a:gd name="connsiteX70" fmla="*/ 166965 w 734307"/>
                <a:gd name="connsiteY70" fmla="*/ 240395 h 788699"/>
                <a:gd name="connsiteX71" fmla="*/ 177843 w 734307"/>
                <a:gd name="connsiteY71" fmla="*/ 161525 h 788699"/>
                <a:gd name="connsiteX72" fmla="*/ 183282 w 734307"/>
                <a:gd name="connsiteY72" fmla="*/ 118011 h 788699"/>
                <a:gd name="connsiteX73" fmla="*/ 183282 w 734307"/>
                <a:gd name="connsiteY73" fmla="*/ 115291 h 788699"/>
                <a:gd name="connsiteX74" fmla="*/ 161525 w 734307"/>
                <a:gd name="connsiteY74" fmla="*/ 115291 h 788699"/>
                <a:gd name="connsiteX75" fmla="*/ 137048 w 734307"/>
                <a:gd name="connsiteY75" fmla="*/ 115291 h 788699"/>
                <a:gd name="connsiteX76" fmla="*/ 109852 w 734307"/>
                <a:gd name="connsiteY76" fmla="*/ 109851 h 788699"/>
                <a:gd name="connsiteX77" fmla="*/ 93534 w 734307"/>
                <a:gd name="connsiteY77" fmla="*/ 93534 h 788699"/>
                <a:gd name="connsiteX78" fmla="*/ 98973 w 734307"/>
                <a:gd name="connsiteY78" fmla="*/ 85375 h 788699"/>
                <a:gd name="connsiteX79" fmla="*/ 120730 w 734307"/>
                <a:gd name="connsiteY79" fmla="*/ 77216 h 788699"/>
                <a:gd name="connsiteX80" fmla="*/ 172404 w 734307"/>
                <a:gd name="connsiteY80" fmla="*/ 71776 h 788699"/>
                <a:gd name="connsiteX81" fmla="*/ 234956 w 734307"/>
                <a:gd name="connsiteY81" fmla="*/ 69057 h 788699"/>
                <a:gd name="connsiteX82" fmla="*/ 243115 w 734307"/>
                <a:gd name="connsiteY82" fmla="*/ 69057 h 788699"/>
                <a:gd name="connsiteX83" fmla="*/ 270312 w 734307"/>
                <a:gd name="connsiteY83" fmla="*/ 74496 h 788699"/>
                <a:gd name="connsiteX84" fmla="*/ 308387 w 734307"/>
                <a:gd name="connsiteY84" fmla="*/ 123450 h 788699"/>
                <a:gd name="connsiteX85" fmla="*/ 332864 w 734307"/>
                <a:gd name="connsiteY85" fmla="*/ 202320 h 788699"/>
                <a:gd name="connsiteX86" fmla="*/ 338303 w 734307"/>
                <a:gd name="connsiteY86" fmla="*/ 237675 h 788699"/>
                <a:gd name="connsiteX87" fmla="*/ 349182 w 734307"/>
                <a:gd name="connsiteY87" fmla="*/ 281190 h 788699"/>
                <a:gd name="connsiteX88" fmla="*/ 357341 w 734307"/>
                <a:gd name="connsiteY88" fmla="*/ 316545 h 788699"/>
                <a:gd name="connsiteX89" fmla="*/ 365500 w 734307"/>
                <a:gd name="connsiteY89" fmla="*/ 351901 h 788699"/>
                <a:gd name="connsiteX90" fmla="*/ 376378 w 734307"/>
                <a:gd name="connsiteY90" fmla="*/ 389976 h 788699"/>
                <a:gd name="connsiteX91" fmla="*/ 387257 w 734307"/>
                <a:gd name="connsiteY91" fmla="*/ 414453 h 788699"/>
                <a:gd name="connsiteX92" fmla="*/ 398136 w 734307"/>
                <a:gd name="connsiteY92" fmla="*/ 376378 h 788699"/>
                <a:gd name="connsiteX93" fmla="*/ 406295 w 734307"/>
                <a:gd name="connsiteY93" fmla="*/ 332863 h 788699"/>
                <a:gd name="connsiteX94" fmla="*/ 425332 w 734307"/>
                <a:gd name="connsiteY94" fmla="*/ 243115 h 788699"/>
                <a:gd name="connsiteX95" fmla="*/ 444370 w 734307"/>
                <a:gd name="connsiteY95" fmla="*/ 150646 h 788699"/>
                <a:gd name="connsiteX96" fmla="*/ 477006 w 734307"/>
                <a:gd name="connsiteY96" fmla="*/ 79935 h 788699"/>
                <a:gd name="connsiteX97" fmla="*/ 523240 w 734307"/>
                <a:gd name="connsiteY97" fmla="*/ 58178 h 788699"/>
                <a:gd name="connsiteX98" fmla="*/ 544997 w 734307"/>
                <a:gd name="connsiteY98" fmla="*/ 63617 h 788699"/>
                <a:gd name="connsiteX99" fmla="*/ 612988 w 734307"/>
                <a:gd name="connsiteY99" fmla="*/ 63617 h 788699"/>
                <a:gd name="connsiteX100" fmla="*/ 651064 w 734307"/>
                <a:gd name="connsiteY100" fmla="*/ 79935 h 788699"/>
                <a:gd name="connsiteX101" fmla="*/ 645624 w 734307"/>
                <a:gd name="connsiteY101" fmla="*/ 96253 h 788699"/>
                <a:gd name="connsiteX102" fmla="*/ 629307 w 734307"/>
                <a:gd name="connsiteY102" fmla="*/ 104412 h 788699"/>
                <a:gd name="connsiteX103" fmla="*/ 607549 w 734307"/>
                <a:gd name="connsiteY103" fmla="*/ 107132 h 788699"/>
                <a:gd name="connsiteX104" fmla="*/ 580353 w 734307"/>
                <a:gd name="connsiteY104" fmla="*/ 107132 h 788699"/>
                <a:gd name="connsiteX105" fmla="*/ 583072 w 734307"/>
                <a:gd name="connsiteY105" fmla="*/ 115291 h 788699"/>
                <a:gd name="connsiteX106" fmla="*/ 588512 w 734307"/>
                <a:gd name="connsiteY106" fmla="*/ 156086 h 788699"/>
                <a:gd name="connsiteX107" fmla="*/ 593951 w 734307"/>
                <a:gd name="connsiteY107" fmla="*/ 196881 h 788699"/>
                <a:gd name="connsiteX108" fmla="*/ 599390 w 734307"/>
                <a:gd name="connsiteY108" fmla="*/ 226797 h 788699"/>
                <a:gd name="connsiteX109" fmla="*/ 599390 w 734307"/>
                <a:gd name="connsiteY109" fmla="*/ 232236 h 788699"/>
                <a:gd name="connsiteX110" fmla="*/ 599390 w 734307"/>
                <a:gd name="connsiteY110" fmla="*/ 240395 h 788699"/>
                <a:gd name="connsiteX111" fmla="*/ 602110 w 734307"/>
                <a:gd name="connsiteY111" fmla="*/ 270311 h 788699"/>
                <a:gd name="connsiteX112" fmla="*/ 607549 w 734307"/>
                <a:gd name="connsiteY112" fmla="*/ 308386 h 788699"/>
                <a:gd name="connsiteX113" fmla="*/ 607549 w 734307"/>
                <a:gd name="connsiteY113" fmla="*/ 319265 h 788699"/>
                <a:gd name="connsiteX114" fmla="*/ 612988 w 734307"/>
                <a:gd name="connsiteY114" fmla="*/ 335583 h 788699"/>
                <a:gd name="connsiteX115" fmla="*/ 612988 w 734307"/>
                <a:gd name="connsiteY115" fmla="*/ 346462 h 788699"/>
                <a:gd name="connsiteX116" fmla="*/ 612988 w 734307"/>
                <a:gd name="connsiteY116" fmla="*/ 370939 h 788699"/>
                <a:gd name="connsiteX117" fmla="*/ 612988 w 734307"/>
                <a:gd name="connsiteY117" fmla="*/ 395415 h 788699"/>
                <a:gd name="connsiteX118" fmla="*/ 615708 w 734307"/>
                <a:gd name="connsiteY118" fmla="*/ 422612 h 788699"/>
                <a:gd name="connsiteX119" fmla="*/ 618428 w 734307"/>
                <a:gd name="connsiteY119" fmla="*/ 441650 h 788699"/>
                <a:gd name="connsiteX120" fmla="*/ 618428 w 734307"/>
                <a:gd name="connsiteY120" fmla="*/ 455248 h 788699"/>
                <a:gd name="connsiteX121" fmla="*/ 621147 w 734307"/>
                <a:gd name="connsiteY121" fmla="*/ 463407 h 788699"/>
                <a:gd name="connsiteX122" fmla="*/ 626587 w 734307"/>
                <a:gd name="connsiteY122" fmla="*/ 482444 h 788699"/>
                <a:gd name="connsiteX123" fmla="*/ 629307 w 734307"/>
                <a:gd name="connsiteY123" fmla="*/ 517800 h 788699"/>
                <a:gd name="connsiteX124" fmla="*/ 634746 w 734307"/>
                <a:gd name="connsiteY124" fmla="*/ 561314 h 788699"/>
                <a:gd name="connsiteX125" fmla="*/ 634746 w 734307"/>
                <a:gd name="connsiteY125" fmla="*/ 566754 h 788699"/>
                <a:gd name="connsiteX126" fmla="*/ 634746 w 734307"/>
                <a:gd name="connsiteY126" fmla="*/ 583072 h 788699"/>
                <a:gd name="connsiteX127" fmla="*/ 637466 w 734307"/>
                <a:gd name="connsiteY127" fmla="*/ 607548 h 788699"/>
                <a:gd name="connsiteX128" fmla="*/ 640185 w 734307"/>
                <a:gd name="connsiteY128" fmla="*/ 618427 h 788699"/>
                <a:gd name="connsiteX129" fmla="*/ 640185 w 734307"/>
                <a:gd name="connsiteY129" fmla="*/ 632025 h 788699"/>
                <a:gd name="connsiteX130" fmla="*/ 640185 w 734307"/>
                <a:gd name="connsiteY130" fmla="*/ 640184 h 788699"/>
                <a:gd name="connsiteX131" fmla="*/ 642905 w 734307"/>
                <a:gd name="connsiteY131" fmla="*/ 659222 h 788699"/>
                <a:gd name="connsiteX132" fmla="*/ 642905 w 734307"/>
                <a:gd name="connsiteY132" fmla="*/ 664661 h 788699"/>
                <a:gd name="connsiteX133" fmla="*/ 653783 w 734307"/>
                <a:gd name="connsiteY133" fmla="*/ 678259 h 788699"/>
                <a:gd name="connsiteX134" fmla="*/ 653783 w 734307"/>
                <a:gd name="connsiteY134" fmla="*/ 678259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</a:cxnLst>
              <a:rect l="l" t="t" r="r" b="b"/>
              <a:pathLst>
                <a:path w="734307" h="788699">
                  <a:moveTo>
                    <a:pt x="653783" y="678259"/>
                  </a:moveTo>
                  <a:cubicBezTo>
                    <a:pt x="667382" y="678259"/>
                    <a:pt x="691859" y="678259"/>
                    <a:pt x="691859" y="694577"/>
                  </a:cubicBezTo>
                  <a:cubicBezTo>
                    <a:pt x="691859" y="702736"/>
                    <a:pt x="689139" y="705456"/>
                    <a:pt x="686419" y="710895"/>
                  </a:cubicBezTo>
                  <a:cubicBezTo>
                    <a:pt x="683700" y="716335"/>
                    <a:pt x="675541" y="719054"/>
                    <a:pt x="670101" y="719054"/>
                  </a:cubicBezTo>
                  <a:cubicBezTo>
                    <a:pt x="661942" y="721774"/>
                    <a:pt x="653783" y="721774"/>
                    <a:pt x="648344" y="721774"/>
                  </a:cubicBezTo>
                  <a:cubicBezTo>
                    <a:pt x="645624" y="721774"/>
                    <a:pt x="634746" y="721774"/>
                    <a:pt x="618428" y="721774"/>
                  </a:cubicBezTo>
                  <a:cubicBezTo>
                    <a:pt x="604829" y="729933"/>
                    <a:pt x="588512" y="735372"/>
                    <a:pt x="572194" y="735372"/>
                  </a:cubicBezTo>
                  <a:cubicBezTo>
                    <a:pt x="564035" y="735372"/>
                    <a:pt x="553156" y="732653"/>
                    <a:pt x="544997" y="729933"/>
                  </a:cubicBezTo>
                  <a:cubicBezTo>
                    <a:pt x="539558" y="727213"/>
                    <a:pt x="536838" y="724494"/>
                    <a:pt x="534119" y="721774"/>
                  </a:cubicBezTo>
                  <a:cubicBezTo>
                    <a:pt x="520520" y="721774"/>
                    <a:pt x="509641" y="721774"/>
                    <a:pt x="496043" y="721774"/>
                  </a:cubicBezTo>
                  <a:cubicBezTo>
                    <a:pt x="487884" y="721774"/>
                    <a:pt x="479725" y="721774"/>
                    <a:pt x="471566" y="721774"/>
                  </a:cubicBezTo>
                  <a:cubicBezTo>
                    <a:pt x="463407" y="721774"/>
                    <a:pt x="452529" y="721774"/>
                    <a:pt x="444370" y="716335"/>
                  </a:cubicBezTo>
                  <a:cubicBezTo>
                    <a:pt x="436211" y="713615"/>
                    <a:pt x="428052" y="705456"/>
                    <a:pt x="428052" y="700017"/>
                  </a:cubicBezTo>
                  <a:cubicBezTo>
                    <a:pt x="428052" y="697297"/>
                    <a:pt x="428052" y="694577"/>
                    <a:pt x="433491" y="691858"/>
                  </a:cubicBezTo>
                  <a:cubicBezTo>
                    <a:pt x="438930" y="689138"/>
                    <a:pt x="449809" y="686418"/>
                    <a:pt x="455248" y="683699"/>
                  </a:cubicBezTo>
                  <a:cubicBezTo>
                    <a:pt x="474286" y="680979"/>
                    <a:pt x="498763" y="678259"/>
                    <a:pt x="506922" y="678259"/>
                  </a:cubicBezTo>
                  <a:cubicBezTo>
                    <a:pt x="506922" y="678259"/>
                    <a:pt x="509641" y="678259"/>
                    <a:pt x="509641" y="678259"/>
                  </a:cubicBezTo>
                  <a:cubicBezTo>
                    <a:pt x="509641" y="672820"/>
                    <a:pt x="506922" y="670101"/>
                    <a:pt x="506922" y="664661"/>
                  </a:cubicBezTo>
                  <a:cubicBezTo>
                    <a:pt x="501483" y="640184"/>
                    <a:pt x="501483" y="612988"/>
                    <a:pt x="498763" y="580352"/>
                  </a:cubicBezTo>
                  <a:cubicBezTo>
                    <a:pt x="496043" y="547716"/>
                    <a:pt x="498763" y="512361"/>
                    <a:pt x="496043" y="479725"/>
                  </a:cubicBezTo>
                  <a:cubicBezTo>
                    <a:pt x="493324" y="449808"/>
                    <a:pt x="493324" y="419892"/>
                    <a:pt x="493324" y="389976"/>
                  </a:cubicBezTo>
                  <a:cubicBezTo>
                    <a:pt x="493324" y="360060"/>
                    <a:pt x="490604" y="332863"/>
                    <a:pt x="490604" y="302947"/>
                  </a:cubicBezTo>
                  <a:cubicBezTo>
                    <a:pt x="487884" y="275751"/>
                    <a:pt x="487884" y="240395"/>
                    <a:pt x="487884" y="229516"/>
                  </a:cubicBezTo>
                  <a:cubicBezTo>
                    <a:pt x="487884" y="224077"/>
                    <a:pt x="487884" y="221357"/>
                    <a:pt x="485165" y="221357"/>
                  </a:cubicBezTo>
                  <a:cubicBezTo>
                    <a:pt x="485165" y="221357"/>
                    <a:pt x="482445" y="224077"/>
                    <a:pt x="482445" y="226797"/>
                  </a:cubicBezTo>
                  <a:cubicBezTo>
                    <a:pt x="479725" y="237675"/>
                    <a:pt x="479725" y="251274"/>
                    <a:pt x="477006" y="262152"/>
                  </a:cubicBezTo>
                  <a:cubicBezTo>
                    <a:pt x="471566" y="289349"/>
                    <a:pt x="466127" y="316545"/>
                    <a:pt x="460688" y="341022"/>
                  </a:cubicBezTo>
                  <a:cubicBezTo>
                    <a:pt x="455248" y="365499"/>
                    <a:pt x="447090" y="392696"/>
                    <a:pt x="444370" y="417173"/>
                  </a:cubicBezTo>
                  <a:cubicBezTo>
                    <a:pt x="441650" y="430771"/>
                    <a:pt x="438930" y="441650"/>
                    <a:pt x="436211" y="455248"/>
                  </a:cubicBezTo>
                  <a:cubicBezTo>
                    <a:pt x="433491" y="468846"/>
                    <a:pt x="428052" y="479725"/>
                    <a:pt x="425332" y="493323"/>
                  </a:cubicBezTo>
                  <a:cubicBezTo>
                    <a:pt x="422612" y="506921"/>
                    <a:pt x="419893" y="520520"/>
                    <a:pt x="411734" y="531398"/>
                  </a:cubicBezTo>
                  <a:cubicBezTo>
                    <a:pt x="406295" y="539557"/>
                    <a:pt x="395416" y="547716"/>
                    <a:pt x="376378" y="547716"/>
                  </a:cubicBezTo>
                  <a:cubicBezTo>
                    <a:pt x="357341" y="547716"/>
                    <a:pt x="335583" y="539557"/>
                    <a:pt x="319265" y="525959"/>
                  </a:cubicBezTo>
                  <a:cubicBezTo>
                    <a:pt x="300228" y="506921"/>
                    <a:pt x="294788" y="479725"/>
                    <a:pt x="289349" y="455248"/>
                  </a:cubicBezTo>
                  <a:cubicBezTo>
                    <a:pt x="283910" y="428051"/>
                    <a:pt x="278470" y="400855"/>
                    <a:pt x="273031" y="373658"/>
                  </a:cubicBezTo>
                  <a:cubicBezTo>
                    <a:pt x="273031" y="368219"/>
                    <a:pt x="267592" y="346462"/>
                    <a:pt x="262153" y="316545"/>
                  </a:cubicBezTo>
                  <a:cubicBezTo>
                    <a:pt x="256713" y="292068"/>
                    <a:pt x="251274" y="262152"/>
                    <a:pt x="245835" y="237675"/>
                  </a:cubicBezTo>
                  <a:cubicBezTo>
                    <a:pt x="240395" y="218638"/>
                    <a:pt x="237675" y="205039"/>
                    <a:pt x="234956" y="196881"/>
                  </a:cubicBezTo>
                  <a:cubicBezTo>
                    <a:pt x="232236" y="191441"/>
                    <a:pt x="232236" y="191441"/>
                    <a:pt x="232236" y="191441"/>
                  </a:cubicBezTo>
                  <a:cubicBezTo>
                    <a:pt x="229517" y="191441"/>
                    <a:pt x="229517" y="196881"/>
                    <a:pt x="226797" y="207759"/>
                  </a:cubicBezTo>
                  <a:cubicBezTo>
                    <a:pt x="226797" y="215918"/>
                    <a:pt x="226797" y="229516"/>
                    <a:pt x="226797" y="232236"/>
                  </a:cubicBezTo>
                  <a:cubicBezTo>
                    <a:pt x="226797" y="243115"/>
                    <a:pt x="224077" y="256713"/>
                    <a:pt x="224077" y="267592"/>
                  </a:cubicBezTo>
                  <a:cubicBezTo>
                    <a:pt x="224077" y="278470"/>
                    <a:pt x="224077" y="294788"/>
                    <a:pt x="221358" y="311106"/>
                  </a:cubicBezTo>
                  <a:cubicBezTo>
                    <a:pt x="221358" y="327424"/>
                    <a:pt x="218638" y="343742"/>
                    <a:pt x="218638" y="360060"/>
                  </a:cubicBezTo>
                  <a:cubicBezTo>
                    <a:pt x="218638" y="373658"/>
                    <a:pt x="215919" y="384537"/>
                    <a:pt x="215919" y="398135"/>
                  </a:cubicBezTo>
                  <a:cubicBezTo>
                    <a:pt x="215919" y="409014"/>
                    <a:pt x="213199" y="419892"/>
                    <a:pt x="213199" y="430771"/>
                  </a:cubicBezTo>
                  <a:cubicBezTo>
                    <a:pt x="213199" y="438930"/>
                    <a:pt x="213199" y="447089"/>
                    <a:pt x="213199" y="455248"/>
                  </a:cubicBezTo>
                  <a:cubicBezTo>
                    <a:pt x="213199" y="463407"/>
                    <a:pt x="213199" y="471566"/>
                    <a:pt x="213199" y="477005"/>
                  </a:cubicBezTo>
                  <a:cubicBezTo>
                    <a:pt x="210479" y="490603"/>
                    <a:pt x="207759" y="506921"/>
                    <a:pt x="207759" y="520520"/>
                  </a:cubicBezTo>
                  <a:cubicBezTo>
                    <a:pt x="202320" y="550436"/>
                    <a:pt x="199600" y="580352"/>
                    <a:pt x="196881" y="610268"/>
                  </a:cubicBezTo>
                  <a:cubicBezTo>
                    <a:pt x="196881" y="623866"/>
                    <a:pt x="196881" y="640184"/>
                    <a:pt x="194161" y="653783"/>
                  </a:cubicBezTo>
                  <a:cubicBezTo>
                    <a:pt x="194161" y="659222"/>
                    <a:pt x="194161" y="661942"/>
                    <a:pt x="191441" y="667381"/>
                  </a:cubicBezTo>
                  <a:cubicBezTo>
                    <a:pt x="213199" y="667381"/>
                    <a:pt x="232236" y="667381"/>
                    <a:pt x="243115" y="667381"/>
                  </a:cubicBezTo>
                  <a:cubicBezTo>
                    <a:pt x="253994" y="667381"/>
                    <a:pt x="273031" y="670101"/>
                    <a:pt x="273031" y="683699"/>
                  </a:cubicBezTo>
                  <a:cubicBezTo>
                    <a:pt x="273031" y="691858"/>
                    <a:pt x="267592" y="691858"/>
                    <a:pt x="262153" y="697297"/>
                  </a:cubicBezTo>
                  <a:cubicBezTo>
                    <a:pt x="259433" y="702736"/>
                    <a:pt x="253994" y="705456"/>
                    <a:pt x="248554" y="705456"/>
                  </a:cubicBezTo>
                  <a:cubicBezTo>
                    <a:pt x="240395" y="708176"/>
                    <a:pt x="234956" y="708176"/>
                    <a:pt x="232236" y="708176"/>
                  </a:cubicBezTo>
                  <a:cubicBezTo>
                    <a:pt x="226797" y="708176"/>
                    <a:pt x="175124" y="708176"/>
                    <a:pt x="166965" y="708176"/>
                  </a:cubicBezTo>
                  <a:cubicBezTo>
                    <a:pt x="156086" y="708176"/>
                    <a:pt x="120730" y="708176"/>
                    <a:pt x="109852" y="708176"/>
                  </a:cubicBezTo>
                  <a:cubicBezTo>
                    <a:pt x="104412" y="708176"/>
                    <a:pt x="96253" y="708176"/>
                    <a:pt x="90814" y="708176"/>
                  </a:cubicBezTo>
                  <a:cubicBezTo>
                    <a:pt x="85375" y="708176"/>
                    <a:pt x="77216" y="705456"/>
                    <a:pt x="69057" y="702736"/>
                  </a:cubicBezTo>
                  <a:cubicBezTo>
                    <a:pt x="63617" y="700017"/>
                    <a:pt x="58178" y="691858"/>
                    <a:pt x="58178" y="686418"/>
                  </a:cubicBezTo>
                  <a:cubicBezTo>
                    <a:pt x="58178" y="683699"/>
                    <a:pt x="58178" y="680979"/>
                    <a:pt x="60898" y="678259"/>
                  </a:cubicBezTo>
                  <a:cubicBezTo>
                    <a:pt x="63617" y="675540"/>
                    <a:pt x="71777" y="672820"/>
                    <a:pt x="77216" y="670101"/>
                  </a:cubicBezTo>
                  <a:cubicBezTo>
                    <a:pt x="90814" y="667381"/>
                    <a:pt x="120730" y="664661"/>
                    <a:pt x="126170" y="664661"/>
                  </a:cubicBezTo>
                  <a:cubicBezTo>
                    <a:pt x="128889" y="664661"/>
                    <a:pt x="134329" y="664661"/>
                    <a:pt x="142487" y="664661"/>
                  </a:cubicBezTo>
                  <a:cubicBezTo>
                    <a:pt x="142487" y="640184"/>
                    <a:pt x="147927" y="612988"/>
                    <a:pt x="147927" y="588511"/>
                  </a:cubicBezTo>
                  <a:cubicBezTo>
                    <a:pt x="150646" y="555875"/>
                    <a:pt x="153366" y="523239"/>
                    <a:pt x="153366" y="493323"/>
                  </a:cubicBezTo>
                  <a:cubicBezTo>
                    <a:pt x="153366" y="466126"/>
                    <a:pt x="156086" y="438930"/>
                    <a:pt x="156086" y="411733"/>
                  </a:cubicBezTo>
                  <a:cubicBezTo>
                    <a:pt x="158806" y="373658"/>
                    <a:pt x="158806" y="335583"/>
                    <a:pt x="161525" y="297508"/>
                  </a:cubicBezTo>
                  <a:cubicBezTo>
                    <a:pt x="161525" y="278470"/>
                    <a:pt x="164245" y="259433"/>
                    <a:pt x="166965" y="240395"/>
                  </a:cubicBezTo>
                  <a:cubicBezTo>
                    <a:pt x="169684" y="210479"/>
                    <a:pt x="172404" y="191441"/>
                    <a:pt x="177843" y="161525"/>
                  </a:cubicBezTo>
                  <a:cubicBezTo>
                    <a:pt x="180563" y="147927"/>
                    <a:pt x="180563" y="131609"/>
                    <a:pt x="183282" y="118011"/>
                  </a:cubicBezTo>
                  <a:cubicBezTo>
                    <a:pt x="183282" y="118011"/>
                    <a:pt x="183282" y="115291"/>
                    <a:pt x="183282" y="115291"/>
                  </a:cubicBezTo>
                  <a:cubicBezTo>
                    <a:pt x="177843" y="115291"/>
                    <a:pt x="172404" y="115291"/>
                    <a:pt x="161525" y="115291"/>
                  </a:cubicBezTo>
                  <a:cubicBezTo>
                    <a:pt x="153366" y="115291"/>
                    <a:pt x="145207" y="115291"/>
                    <a:pt x="137048" y="115291"/>
                  </a:cubicBezTo>
                  <a:cubicBezTo>
                    <a:pt x="128889" y="115291"/>
                    <a:pt x="118011" y="115291"/>
                    <a:pt x="109852" y="109851"/>
                  </a:cubicBezTo>
                  <a:cubicBezTo>
                    <a:pt x="101693" y="107132"/>
                    <a:pt x="93534" y="98973"/>
                    <a:pt x="93534" y="93534"/>
                  </a:cubicBezTo>
                  <a:cubicBezTo>
                    <a:pt x="93534" y="90814"/>
                    <a:pt x="93534" y="88094"/>
                    <a:pt x="98973" y="85375"/>
                  </a:cubicBezTo>
                  <a:cubicBezTo>
                    <a:pt x="104412" y="82655"/>
                    <a:pt x="115291" y="79935"/>
                    <a:pt x="120730" y="77216"/>
                  </a:cubicBezTo>
                  <a:cubicBezTo>
                    <a:pt x="139768" y="74496"/>
                    <a:pt x="164245" y="71776"/>
                    <a:pt x="172404" y="71776"/>
                  </a:cubicBezTo>
                  <a:cubicBezTo>
                    <a:pt x="194161" y="71776"/>
                    <a:pt x="210479" y="69057"/>
                    <a:pt x="234956" y="69057"/>
                  </a:cubicBezTo>
                  <a:cubicBezTo>
                    <a:pt x="237675" y="69057"/>
                    <a:pt x="240395" y="69057"/>
                    <a:pt x="243115" y="69057"/>
                  </a:cubicBezTo>
                  <a:cubicBezTo>
                    <a:pt x="251274" y="69057"/>
                    <a:pt x="262153" y="69057"/>
                    <a:pt x="270312" y="74496"/>
                  </a:cubicBezTo>
                  <a:cubicBezTo>
                    <a:pt x="283910" y="82655"/>
                    <a:pt x="300228" y="96253"/>
                    <a:pt x="308387" y="123450"/>
                  </a:cubicBezTo>
                  <a:cubicBezTo>
                    <a:pt x="316546" y="147927"/>
                    <a:pt x="327424" y="175123"/>
                    <a:pt x="332864" y="202320"/>
                  </a:cubicBezTo>
                  <a:cubicBezTo>
                    <a:pt x="335583" y="213198"/>
                    <a:pt x="335583" y="226797"/>
                    <a:pt x="338303" y="237675"/>
                  </a:cubicBezTo>
                  <a:cubicBezTo>
                    <a:pt x="343742" y="251274"/>
                    <a:pt x="346462" y="264872"/>
                    <a:pt x="349182" y="281190"/>
                  </a:cubicBezTo>
                  <a:cubicBezTo>
                    <a:pt x="351901" y="292068"/>
                    <a:pt x="351901" y="305667"/>
                    <a:pt x="357341" y="316545"/>
                  </a:cubicBezTo>
                  <a:cubicBezTo>
                    <a:pt x="362780" y="327424"/>
                    <a:pt x="362780" y="338303"/>
                    <a:pt x="365500" y="351901"/>
                  </a:cubicBezTo>
                  <a:cubicBezTo>
                    <a:pt x="365500" y="357340"/>
                    <a:pt x="373658" y="373658"/>
                    <a:pt x="376378" y="389976"/>
                  </a:cubicBezTo>
                  <a:cubicBezTo>
                    <a:pt x="381817" y="403574"/>
                    <a:pt x="384537" y="414453"/>
                    <a:pt x="387257" y="414453"/>
                  </a:cubicBezTo>
                  <a:cubicBezTo>
                    <a:pt x="392696" y="414453"/>
                    <a:pt x="395416" y="381817"/>
                    <a:pt x="398136" y="376378"/>
                  </a:cubicBezTo>
                  <a:cubicBezTo>
                    <a:pt x="400855" y="362779"/>
                    <a:pt x="403575" y="346462"/>
                    <a:pt x="406295" y="332863"/>
                  </a:cubicBezTo>
                  <a:cubicBezTo>
                    <a:pt x="411734" y="302947"/>
                    <a:pt x="417173" y="273031"/>
                    <a:pt x="425332" y="243115"/>
                  </a:cubicBezTo>
                  <a:cubicBezTo>
                    <a:pt x="430771" y="213198"/>
                    <a:pt x="436211" y="180563"/>
                    <a:pt x="444370" y="150646"/>
                  </a:cubicBezTo>
                  <a:cubicBezTo>
                    <a:pt x="449809" y="126170"/>
                    <a:pt x="460688" y="98973"/>
                    <a:pt x="477006" y="79935"/>
                  </a:cubicBezTo>
                  <a:cubicBezTo>
                    <a:pt x="487884" y="66337"/>
                    <a:pt x="506922" y="58178"/>
                    <a:pt x="523240" y="58178"/>
                  </a:cubicBezTo>
                  <a:cubicBezTo>
                    <a:pt x="528679" y="58178"/>
                    <a:pt x="539558" y="58178"/>
                    <a:pt x="544997" y="63617"/>
                  </a:cubicBezTo>
                  <a:lnTo>
                    <a:pt x="612988" y="63617"/>
                  </a:lnTo>
                  <a:cubicBezTo>
                    <a:pt x="626587" y="63617"/>
                    <a:pt x="651064" y="63617"/>
                    <a:pt x="651064" y="79935"/>
                  </a:cubicBezTo>
                  <a:cubicBezTo>
                    <a:pt x="651064" y="88094"/>
                    <a:pt x="648344" y="88094"/>
                    <a:pt x="645624" y="96253"/>
                  </a:cubicBezTo>
                  <a:cubicBezTo>
                    <a:pt x="640185" y="101693"/>
                    <a:pt x="634746" y="104412"/>
                    <a:pt x="629307" y="104412"/>
                  </a:cubicBezTo>
                  <a:cubicBezTo>
                    <a:pt x="621147" y="107132"/>
                    <a:pt x="612988" y="107132"/>
                    <a:pt x="607549" y="107132"/>
                  </a:cubicBezTo>
                  <a:cubicBezTo>
                    <a:pt x="604829" y="107132"/>
                    <a:pt x="591231" y="107132"/>
                    <a:pt x="580353" y="107132"/>
                  </a:cubicBezTo>
                  <a:cubicBezTo>
                    <a:pt x="580353" y="109851"/>
                    <a:pt x="583072" y="112571"/>
                    <a:pt x="583072" y="115291"/>
                  </a:cubicBezTo>
                  <a:cubicBezTo>
                    <a:pt x="585792" y="128889"/>
                    <a:pt x="585792" y="142487"/>
                    <a:pt x="588512" y="156086"/>
                  </a:cubicBezTo>
                  <a:cubicBezTo>
                    <a:pt x="591231" y="169684"/>
                    <a:pt x="591231" y="183282"/>
                    <a:pt x="593951" y="196881"/>
                  </a:cubicBezTo>
                  <a:cubicBezTo>
                    <a:pt x="593951" y="207759"/>
                    <a:pt x="599390" y="215918"/>
                    <a:pt x="599390" y="226797"/>
                  </a:cubicBezTo>
                  <a:cubicBezTo>
                    <a:pt x="599390" y="229516"/>
                    <a:pt x="599390" y="229516"/>
                    <a:pt x="599390" y="232236"/>
                  </a:cubicBezTo>
                  <a:cubicBezTo>
                    <a:pt x="599390" y="234956"/>
                    <a:pt x="599390" y="237675"/>
                    <a:pt x="599390" y="240395"/>
                  </a:cubicBezTo>
                  <a:cubicBezTo>
                    <a:pt x="599390" y="251274"/>
                    <a:pt x="599390" y="259433"/>
                    <a:pt x="602110" y="270311"/>
                  </a:cubicBezTo>
                  <a:cubicBezTo>
                    <a:pt x="604829" y="283909"/>
                    <a:pt x="607549" y="294788"/>
                    <a:pt x="607549" y="308386"/>
                  </a:cubicBezTo>
                  <a:cubicBezTo>
                    <a:pt x="607549" y="311106"/>
                    <a:pt x="607549" y="316545"/>
                    <a:pt x="607549" y="319265"/>
                  </a:cubicBezTo>
                  <a:cubicBezTo>
                    <a:pt x="607549" y="324704"/>
                    <a:pt x="610269" y="330144"/>
                    <a:pt x="612988" y="335583"/>
                  </a:cubicBezTo>
                  <a:cubicBezTo>
                    <a:pt x="612988" y="338303"/>
                    <a:pt x="612988" y="343742"/>
                    <a:pt x="612988" y="346462"/>
                  </a:cubicBezTo>
                  <a:cubicBezTo>
                    <a:pt x="612988" y="354620"/>
                    <a:pt x="612988" y="362779"/>
                    <a:pt x="612988" y="370939"/>
                  </a:cubicBezTo>
                  <a:cubicBezTo>
                    <a:pt x="612988" y="379097"/>
                    <a:pt x="612988" y="387256"/>
                    <a:pt x="612988" y="395415"/>
                  </a:cubicBezTo>
                  <a:cubicBezTo>
                    <a:pt x="612988" y="403574"/>
                    <a:pt x="615708" y="414453"/>
                    <a:pt x="615708" y="422612"/>
                  </a:cubicBezTo>
                  <a:cubicBezTo>
                    <a:pt x="618428" y="430771"/>
                    <a:pt x="618428" y="436210"/>
                    <a:pt x="618428" y="441650"/>
                  </a:cubicBezTo>
                  <a:cubicBezTo>
                    <a:pt x="618428" y="444369"/>
                    <a:pt x="618428" y="449808"/>
                    <a:pt x="618428" y="455248"/>
                  </a:cubicBezTo>
                  <a:cubicBezTo>
                    <a:pt x="618428" y="460687"/>
                    <a:pt x="618428" y="460687"/>
                    <a:pt x="621147" y="463407"/>
                  </a:cubicBezTo>
                  <a:cubicBezTo>
                    <a:pt x="623867" y="471566"/>
                    <a:pt x="623867" y="477005"/>
                    <a:pt x="626587" y="482444"/>
                  </a:cubicBezTo>
                  <a:cubicBezTo>
                    <a:pt x="629307" y="493323"/>
                    <a:pt x="629307" y="506921"/>
                    <a:pt x="629307" y="517800"/>
                  </a:cubicBezTo>
                  <a:cubicBezTo>
                    <a:pt x="632026" y="534118"/>
                    <a:pt x="632026" y="547716"/>
                    <a:pt x="634746" y="561314"/>
                  </a:cubicBezTo>
                  <a:cubicBezTo>
                    <a:pt x="634746" y="564034"/>
                    <a:pt x="634746" y="564034"/>
                    <a:pt x="634746" y="566754"/>
                  </a:cubicBezTo>
                  <a:cubicBezTo>
                    <a:pt x="634746" y="572193"/>
                    <a:pt x="634746" y="577632"/>
                    <a:pt x="634746" y="583072"/>
                  </a:cubicBezTo>
                  <a:cubicBezTo>
                    <a:pt x="634746" y="596670"/>
                    <a:pt x="637466" y="602109"/>
                    <a:pt x="637466" y="607548"/>
                  </a:cubicBezTo>
                  <a:cubicBezTo>
                    <a:pt x="637466" y="610268"/>
                    <a:pt x="640185" y="615708"/>
                    <a:pt x="640185" y="618427"/>
                  </a:cubicBezTo>
                  <a:cubicBezTo>
                    <a:pt x="640185" y="623866"/>
                    <a:pt x="640185" y="629306"/>
                    <a:pt x="640185" y="632025"/>
                  </a:cubicBezTo>
                  <a:cubicBezTo>
                    <a:pt x="640185" y="634745"/>
                    <a:pt x="640185" y="637465"/>
                    <a:pt x="640185" y="640184"/>
                  </a:cubicBezTo>
                  <a:cubicBezTo>
                    <a:pt x="640185" y="645624"/>
                    <a:pt x="642905" y="653783"/>
                    <a:pt x="642905" y="659222"/>
                  </a:cubicBezTo>
                  <a:cubicBezTo>
                    <a:pt x="642905" y="661942"/>
                    <a:pt x="642905" y="661942"/>
                    <a:pt x="642905" y="664661"/>
                  </a:cubicBezTo>
                  <a:cubicBezTo>
                    <a:pt x="645624" y="678259"/>
                    <a:pt x="651064" y="678259"/>
                    <a:pt x="653783" y="678259"/>
                  </a:cubicBezTo>
                  <a:lnTo>
                    <a:pt x="653783" y="678259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F0AB490B-1218-92E4-AD81-5B52AA147A09}"/>
                </a:ext>
              </a:extLst>
            </p:cNvPr>
            <p:cNvSpPr/>
            <p:nvPr/>
          </p:nvSpPr>
          <p:spPr>
            <a:xfrm>
              <a:off x="6362526" y="4242177"/>
              <a:ext cx="492259" cy="674476"/>
            </a:xfrm>
            <a:custGeom>
              <a:avLst/>
              <a:gdLst>
                <a:gd name="connsiteX0" fmla="*/ 225733 w 492259"/>
                <a:gd name="connsiteY0" fmla="*/ 97907 h 674476"/>
                <a:gd name="connsiteX1" fmla="*/ 209415 w 492259"/>
                <a:gd name="connsiteY1" fmla="*/ 119665 h 674476"/>
                <a:gd name="connsiteX2" fmla="*/ 201256 w 492259"/>
                <a:gd name="connsiteY2" fmla="*/ 152300 h 674476"/>
                <a:gd name="connsiteX3" fmla="*/ 198536 w 492259"/>
                <a:gd name="connsiteY3" fmla="*/ 168618 h 674476"/>
                <a:gd name="connsiteX4" fmla="*/ 195817 w 492259"/>
                <a:gd name="connsiteY4" fmla="*/ 184936 h 674476"/>
                <a:gd name="connsiteX5" fmla="*/ 187658 w 492259"/>
                <a:gd name="connsiteY5" fmla="*/ 220292 h 674476"/>
                <a:gd name="connsiteX6" fmla="*/ 168620 w 492259"/>
                <a:gd name="connsiteY6" fmla="*/ 291003 h 674476"/>
                <a:gd name="connsiteX7" fmla="*/ 160461 w 492259"/>
                <a:gd name="connsiteY7" fmla="*/ 323639 h 674476"/>
                <a:gd name="connsiteX8" fmla="*/ 149582 w 492259"/>
                <a:gd name="connsiteY8" fmla="*/ 361714 h 674476"/>
                <a:gd name="connsiteX9" fmla="*/ 144143 w 492259"/>
                <a:gd name="connsiteY9" fmla="*/ 388910 h 674476"/>
                <a:gd name="connsiteX10" fmla="*/ 149582 w 492259"/>
                <a:gd name="connsiteY10" fmla="*/ 391630 h 674476"/>
                <a:gd name="connsiteX11" fmla="*/ 171340 w 492259"/>
                <a:gd name="connsiteY11" fmla="*/ 391630 h 674476"/>
                <a:gd name="connsiteX12" fmla="*/ 193097 w 492259"/>
                <a:gd name="connsiteY12" fmla="*/ 388910 h 674476"/>
                <a:gd name="connsiteX13" fmla="*/ 212135 w 492259"/>
                <a:gd name="connsiteY13" fmla="*/ 388910 h 674476"/>
                <a:gd name="connsiteX14" fmla="*/ 236611 w 492259"/>
                <a:gd name="connsiteY14" fmla="*/ 388910 h 674476"/>
                <a:gd name="connsiteX15" fmla="*/ 250210 w 492259"/>
                <a:gd name="connsiteY15" fmla="*/ 386191 h 674476"/>
                <a:gd name="connsiteX16" fmla="*/ 258369 w 492259"/>
                <a:gd name="connsiteY16" fmla="*/ 386191 h 674476"/>
                <a:gd name="connsiteX17" fmla="*/ 255649 w 492259"/>
                <a:gd name="connsiteY17" fmla="*/ 367153 h 674476"/>
                <a:gd name="connsiteX18" fmla="*/ 250210 w 492259"/>
                <a:gd name="connsiteY18" fmla="*/ 331797 h 674476"/>
                <a:gd name="connsiteX19" fmla="*/ 247490 w 492259"/>
                <a:gd name="connsiteY19" fmla="*/ 244769 h 674476"/>
                <a:gd name="connsiteX20" fmla="*/ 242051 w 492259"/>
                <a:gd name="connsiteY20" fmla="*/ 203974 h 674476"/>
                <a:gd name="connsiteX21" fmla="*/ 236611 w 492259"/>
                <a:gd name="connsiteY21" fmla="*/ 157740 h 674476"/>
                <a:gd name="connsiteX22" fmla="*/ 233892 w 492259"/>
                <a:gd name="connsiteY22" fmla="*/ 119665 h 674476"/>
                <a:gd name="connsiteX23" fmla="*/ 225733 w 492259"/>
                <a:gd name="connsiteY23" fmla="*/ 97907 h 674476"/>
                <a:gd name="connsiteX24" fmla="*/ 274687 w 492259"/>
                <a:gd name="connsiteY24" fmla="*/ 0 h 674476"/>
                <a:gd name="connsiteX25" fmla="*/ 304603 w 492259"/>
                <a:gd name="connsiteY25" fmla="*/ 5439 h 674476"/>
                <a:gd name="connsiteX26" fmla="*/ 320921 w 492259"/>
                <a:gd name="connsiteY26" fmla="*/ 24477 h 674476"/>
                <a:gd name="connsiteX27" fmla="*/ 334519 w 492259"/>
                <a:gd name="connsiteY27" fmla="*/ 43515 h 674476"/>
                <a:gd name="connsiteX28" fmla="*/ 339959 w 492259"/>
                <a:gd name="connsiteY28" fmla="*/ 65272 h 674476"/>
                <a:gd name="connsiteX29" fmla="*/ 348118 w 492259"/>
                <a:gd name="connsiteY29" fmla="*/ 114226 h 674476"/>
                <a:gd name="connsiteX30" fmla="*/ 361716 w 492259"/>
                <a:gd name="connsiteY30" fmla="*/ 163180 h 674476"/>
                <a:gd name="connsiteX31" fmla="*/ 369875 w 492259"/>
                <a:gd name="connsiteY31" fmla="*/ 220293 h 674476"/>
                <a:gd name="connsiteX32" fmla="*/ 378034 w 492259"/>
                <a:gd name="connsiteY32" fmla="*/ 274686 h 674476"/>
                <a:gd name="connsiteX33" fmla="*/ 383473 w 492259"/>
                <a:gd name="connsiteY33" fmla="*/ 301883 h 674476"/>
                <a:gd name="connsiteX34" fmla="*/ 391632 w 492259"/>
                <a:gd name="connsiteY34" fmla="*/ 337238 h 674476"/>
                <a:gd name="connsiteX35" fmla="*/ 397071 w 492259"/>
                <a:gd name="connsiteY35" fmla="*/ 364435 h 674476"/>
                <a:gd name="connsiteX36" fmla="*/ 405230 w 492259"/>
                <a:gd name="connsiteY36" fmla="*/ 383473 h 674476"/>
                <a:gd name="connsiteX37" fmla="*/ 416109 w 492259"/>
                <a:gd name="connsiteY37" fmla="*/ 386192 h 674476"/>
                <a:gd name="connsiteX38" fmla="*/ 426988 w 492259"/>
                <a:gd name="connsiteY38" fmla="*/ 386192 h 674476"/>
                <a:gd name="connsiteX39" fmla="*/ 454184 w 492259"/>
                <a:gd name="connsiteY39" fmla="*/ 397071 h 674476"/>
                <a:gd name="connsiteX40" fmla="*/ 456904 w 492259"/>
                <a:gd name="connsiteY40" fmla="*/ 405230 h 674476"/>
                <a:gd name="connsiteX41" fmla="*/ 451464 w 492259"/>
                <a:gd name="connsiteY41" fmla="*/ 416108 h 674476"/>
                <a:gd name="connsiteX42" fmla="*/ 432427 w 492259"/>
                <a:gd name="connsiteY42" fmla="*/ 429707 h 674476"/>
                <a:gd name="connsiteX43" fmla="*/ 421548 w 492259"/>
                <a:gd name="connsiteY43" fmla="*/ 432426 h 674476"/>
                <a:gd name="connsiteX44" fmla="*/ 413389 w 492259"/>
                <a:gd name="connsiteY44" fmla="*/ 435146 h 674476"/>
                <a:gd name="connsiteX45" fmla="*/ 413389 w 492259"/>
                <a:gd name="connsiteY45" fmla="*/ 440585 h 674476"/>
                <a:gd name="connsiteX46" fmla="*/ 416109 w 492259"/>
                <a:gd name="connsiteY46" fmla="*/ 451464 h 674476"/>
                <a:gd name="connsiteX47" fmla="*/ 418829 w 492259"/>
                <a:gd name="connsiteY47" fmla="*/ 465062 h 674476"/>
                <a:gd name="connsiteX48" fmla="*/ 418829 w 492259"/>
                <a:gd name="connsiteY48" fmla="*/ 475941 h 674476"/>
                <a:gd name="connsiteX49" fmla="*/ 418829 w 492259"/>
                <a:gd name="connsiteY49" fmla="*/ 486820 h 674476"/>
                <a:gd name="connsiteX50" fmla="*/ 426988 w 492259"/>
                <a:gd name="connsiteY50" fmla="*/ 516736 h 674476"/>
                <a:gd name="connsiteX51" fmla="*/ 432427 w 492259"/>
                <a:gd name="connsiteY51" fmla="*/ 543932 h 674476"/>
                <a:gd name="connsiteX52" fmla="*/ 437866 w 492259"/>
                <a:gd name="connsiteY52" fmla="*/ 573848 h 674476"/>
                <a:gd name="connsiteX53" fmla="*/ 443306 w 492259"/>
                <a:gd name="connsiteY53" fmla="*/ 606484 h 674476"/>
                <a:gd name="connsiteX54" fmla="*/ 446025 w 492259"/>
                <a:gd name="connsiteY54" fmla="*/ 617363 h 674476"/>
                <a:gd name="connsiteX55" fmla="*/ 470502 w 492259"/>
                <a:gd name="connsiteY55" fmla="*/ 617363 h 674476"/>
                <a:gd name="connsiteX56" fmla="*/ 492259 w 492259"/>
                <a:gd name="connsiteY56" fmla="*/ 641840 h 674476"/>
                <a:gd name="connsiteX57" fmla="*/ 484101 w 492259"/>
                <a:gd name="connsiteY57" fmla="*/ 655438 h 674476"/>
                <a:gd name="connsiteX58" fmla="*/ 467782 w 492259"/>
                <a:gd name="connsiteY58" fmla="*/ 663597 h 674476"/>
                <a:gd name="connsiteX59" fmla="*/ 443306 w 492259"/>
                <a:gd name="connsiteY59" fmla="*/ 666317 h 674476"/>
                <a:gd name="connsiteX60" fmla="*/ 421548 w 492259"/>
                <a:gd name="connsiteY60" fmla="*/ 666317 h 674476"/>
                <a:gd name="connsiteX61" fmla="*/ 413389 w 492259"/>
                <a:gd name="connsiteY61" fmla="*/ 666317 h 674476"/>
                <a:gd name="connsiteX62" fmla="*/ 399791 w 492259"/>
                <a:gd name="connsiteY62" fmla="*/ 671756 h 674476"/>
                <a:gd name="connsiteX63" fmla="*/ 383473 w 492259"/>
                <a:gd name="connsiteY63" fmla="*/ 674476 h 674476"/>
                <a:gd name="connsiteX64" fmla="*/ 348118 w 492259"/>
                <a:gd name="connsiteY64" fmla="*/ 669036 h 674476"/>
                <a:gd name="connsiteX65" fmla="*/ 326360 w 492259"/>
                <a:gd name="connsiteY65" fmla="*/ 669036 h 674476"/>
                <a:gd name="connsiteX66" fmla="*/ 277406 w 492259"/>
                <a:gd name="connsiteY66" fmla="*/ 669036 h 674476"/>
                <a:gd name="connsiteX67" fmla="*/ 252930 w 492259"/>
                <a:gd name="connsiteY67" fmla="*/ 663597 h 674476"/>
                <a:gd name="connsiteX68" fmla="*/ 236611 w 492259"/>
                <a:gd name="connsiteY68" fmla="*/ 647279 h 674476"/>
                <a:gd name="connsiteX69" fmla="*/ 261088 w 492259"/>
                <a:gd name="connsiteY69" fmla="*/ 630961 h 674476"/>
                <a:gd name="connsiteX70" fmla="*/ 288285 w 492259"/>
                <a:gd name="connsiteY70" fmla="*/ 628241 h 674476"/>
                <a:gd name="connsiteX71" fmla="*/ 285565 w 492259"/>
                <a:gd name="connsiteY71" fmla="*/ 609204 h 674476"/>
                <a:gd name="connsiteX72" fmla="*/ 282846 w 492259"/>
                <a:gd name="connsiteY72" fmla="*/ 582007 h 674476"/>
                <a:gd name="connsiteX73" fmla="*/ 280126 w 492259"/>
                <a:gd name="connsiteY73" fmla="*/ 568409 h 674476"/>
                <a:gd name="connsiteX74" fmla="*/ 282846 w 492259"/>
                <a:gd name="connsiteY74" fmla="*/ 554811 h 674476"/>
                <a:gd name="connsiteX75" fmla="*/ 277406 w 492259"/>
                <a:gd name="connsiteY75" fmla="*/ 538493 h 674476"/>
                <a:gd name="connsiteX76" fmla="*/ 271967 w 492259"/>
                <a:gd name="connsiteY76" fmla="*/ 505857 h 674476"/>
                <a:gd name="connsiteX77" fmla="*/ 269247 w 492259"/>
                <a:gd name="connsiteY77" fmla="*/ 478660 h 674476"/>
                <a:gd name="connsiteX78" fmla="*/ 266528 w 492259"/>
                <a:gd name="connsiteY78" fmla="*/ 446025 h 674476"/>
                <a:gd name="connsiteX79" fmla="*/ 261088 w 492259"/>
                <a:gd name="connsiteY79" fmla="*/ 437866 h 674476"/>
                <a:gd name="connsiteX80" fmla="*/ 250210 w 492259"/>
                <a:gd name="connsiteY80" fmla="*/ 437866 h 674476"/>
                <a:gd name="connsiteX81" fmla="*/ 220293 w 492259"/>
                <a:gd name="connsiteY81" fmla="*/ 440585 h 674476"/>
                <a:gd name="connsiteX82" fmla="*/ 190377 w 492259"/>
                <a:gd name="connsiteY82" fmla="*/ 443305 h 674476"/>
                <a:gd name="connsiteX83" fmla="*/ 165900 w 492259"/>
                <a:gd name="connsiteY83" fmla="*/ 443305 h 674476"/>
                <a:gd name="connsiteX84" fmla="*/ 144143 w 492259"/>
                <a:gd name="connsiteY84" fmla="*/ 440585 h 674476"/>
                <a:gd name="connsiteX85" fmla="*/ 135984 w 492259"/>
                <a:gd name="connsiteY85" fmla="*/ 454184 h 674476"/>
                <a:gd name="connsiteX86" fmla="*/ 130545 w 492259"/>
                <a:gd name="connsiteY86" fmla="*/ 486820 h 674476"/>
                <a:gd name="connsiteX87" fmla="*/ 119666 w 492259"/>
                <a:gd name="connsiteY87" fmla="*/ 541213 h 674476"/>
                <a:gd name="connsiteX88" fmla="*/ 103348 w 492259"/>
                <a:gd name="connsiteY88" fmla="*/ 614643 h 674476"/>
                <a:gd name="connsiteX89" fmla="*/ 133264 w 492259"/>
                <a:gd name="connsiteY89" fmla="*/ 614643 h 674476"/>
                <a:gd name="connsiteX90" fmla="*/ 168620 w 492259"/>
                <a:gd name="connsiteY90" fmla="*/ 630961 h 674476"/>
                <a:gd name="connsiteX91" fmla="*/ 163181 w 492259"/>
                <a:gd name="connsiteY91" fmla="*/ 647279 h 674476"/>
                <a:gd name="connsiteX92" fmla="*/ 146863 w 492259"/>
                <a:gd name="connsiteY92" fmla="*/ 655438 h 674476"/>
                <a:gd name="connsiteX93" fmla="*/ 127825 w 492259"/>
                <a:gd name="connsiteY93" fmla="*/ 658158 h 674476"/>
                <a:gd name="connsiteX94" fmla="*/ 106068 w 492259"/>
                <a:gd name="connsiteY94" fmla="*/ 658158 h 674476"/>
                <a:gd name="connsiteX95" fmla="*/ 62552 w 492259"/>
                <a:gd name="connsiteY95" fmla="*/ 658158 h 674476"/>
                <a:gd name="connsiteX96" fmla="*/ 40795 w 492259"/>
                <a:gd name="connsiteY96" fmla="*/ 658158 h 674476"/>
                <a:gd name="connsiteX97" fmla="*/ 16318 w 492259"/>
                <a:gd name="connsiteY97" fmla="*/ 652718 h 674476"/>
                <a:gd name="connsiteX98" fmla="*/ 0 w 492259"/>
                <a:gd name="connsiteY98" fmla="*/ 636401 h 674476"/>
                <a:gd name="connsiteX99" fmla="*/ 2720 w 492259"/>
                <a:gd name="connsiteY99" fmla="*/ 628241 h 674476"/>
                <a:gd name="connsiteX100" fmla="*/ 24477 w 492259"/>
                <a:gd name="connsiteY100" fmla="*/ 620082 h 674476"/>
                <a:gd name="connsiteX101" fmla="*/ 62552 w 492259"/>
                <a:gd name="connsiteY101" fmla="*/ 617363 h 674476"/>
                <a:gd name="connsiteX102" fmla="*/ 62552 w 492259"/>
                <a:gd name="connsiteY102" fmla="*/ 614643 h 674476"/>
                <a:gd name="connsiteX103" fmla="*/ 65272 w 492259"/>
                <a:gd name="connsiteY103" fmla="*/ 587447 h 674476"/>
                <a:gd name="connsiteX104" fmla="*/ 76151 w 492259"/>
                <a:gd name="connsiteY104" fmla="*/ 522175 h 674476"/>
                <a:gd name="connsiteX105" fmla="*/ 87029 w 492259"/>
                <a:gd name="connsiteY105" fmla="*/ 470501 h 674476"/>
                <a:gd name="connsiteX106" fmla="*/ 92468 w 492259"/>
                <a:gd name="connsiteY106" fmla="*/ 446025 h 674476"/>
                <a:gd name="connsiteX107" fmla="*/ 65272 w 492259"/>
                <a:gd name="connsiteY107" fmla="*/ 432426 h 674476"/>
                <a:gd name="connsiteX108" fmla="*/ 54393 w 492259"/>
                <a:gd name="connsiteY108" fmla="*/ 421548 h 674476"/>
                <a:gd name="connsiteX109" fmla="*/ 73431 w 492259"/>
                <a:gd name="connsiteY109" fmla="*/ 407949 h 674476"/>
                <a:gd name="connsiteX110" fmla="*/ 100629 w 492259"/>
                <a:gd name="connsiteY110" fmla="*/ 399790 h 674476"/>
                <a:gd name="connsiteX111" fmla="*/ 108788 w 492259"/>
                <a:gd name="connsiteY111" fmla="*/ 369874 h 674476"/>
                <a:gd name="connsiteX112" fmla="*/ 125105 w 492259"/>
                <a:gd name="connsiteY112" fmla="*/ 307322 h 674476"/>
                <a:gd name="connsiteX113" fmla="*/ 141423 w 492259"/>
                <a:gd name="connsiteY113" fmla="*/ 242051 h 674476"/>
                <a:gd name="connsiteX114" fmla="*/ 155022 w 492259"/>
                <a:gd name="connsiteY114" fmla="*/ 179498 h 674476"/>
                <a:gd name="connsiteX115" fmla="*/ 168620 w 492259"/>
                <a:gd name="connsiteY115" fmla="*/ 119665 h 674476"/>
                <a:gd name="connsiteX116" fmla="*/ 193097 w 492259"/>
                <a:gd name="connsiteY116" fmla="*/ 57113 h 674476"/>
                <a:gd name="connsiteX117" fmla="*/ 201256 w 492259"/>
                <a:gd name="connsiteY117" fmla="*/ 38075 h 674476"/>
                <a:gd name="connsiteX118" fmla="*/ 217574 w 492259"/>
                <a:gd name="connsiteY118" fmla="*/ 13598 h 674476"/>
                <a:gd name="connsiteX119" fmla="*/ 274687 w 492259"/>
                <a:gd name="connsiteY119" fmla="*/ 0 h 674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</a:cxnLst>
              <a:rect l="l" t="t" r="r" b="b"/>
              <a:pathLst>
                <a:path w="492259" h="674476">
                  <a:moveTo>
                    <a:pt x="225733" y="97907"/>
                  </a:moveTo>
                  <a:cubicBezTo>
                    <a:pt x="217574" y="97907"/>
                    <a:pt x="209415" y="114225"/>
                    <a:pt x="209415" y="119665"/>
                  </a:cubicBezTo>
                  <a:cubicBezTo>
                    <a:pt x="206695" y="130543"/>
                    <a:pt x="203976" y="144141"/>
                    <a:pt x="201256" y="152300"/>
                  </a:cubicBezTo>
                  <a:cubicBezTo>
                    <a:pt x="198536" y="157740"/>
                    <a:pt x="198536" y="163179"/>
                    <a:pt x="198536" y="168618"/>
                  </a:cubicBezTo>
                  <a:cubicBezTo>
                    <a:pt x="198536" y="174058"/>
                    <a:pt x="195817" y="179497"/>
                    <a:pt x="195817" y="184936"/>
                  </a:cubicBezTo>
                  <a:cubicBezTo>
                    <a:pt x="193097" y="195815"/>
                    <a:pt x="190377" y="209413"/>
                    <a:pt x="187658" y="220292"/>
                  </a:cubicBezTo>
                  <a:cubicBezTo>
                    <a:pt x="184938" y="244769"/>
                    <a:pt x="176779" y="269246"/>
                    <a:pt x="168620" y="291003"/>
                  </a:cubicBezTo>
                  <a:cubicBezTo>
                    <a:pt x="165900" y="301881"/>
                    <a:pt x="163181" y="312760"/>
                    <a:pt x="160461" y="323639"/>
                  </a:cubicBezTo>
                  <a:cubicBezTo>
                    <a:pt x="157742" y="337237"/>
                    <a:pt x="155022" y="348115"/>
                    <a:pt x="149582" y="361714"/>
                  </a:cubicBezTo>
                  <a:cubicBezTo>
                    <a:pt x="146863" y="367153"/>
                    <a:pt x="144143" y="383471"/>
                    <a:pt x="144143" y="388910"/>
                  </a:cubicBezTo>
                  <a:cubicBezTo>
                    <a:pt x="144143" y="391630"/>
                    <a:pt x="146863" y="391630"/>
                    <a:pt x="149582" y="391630"/>
                  </a:cubicBezTo>
                  <a:cubicBezTo>
                    <a:pt x="155022" y="391630"/>
                    <a:pt x="168620" y="391630"/>
                    <a:pt x="171340" y="391630"/>
                  </a:cubicBezTo>
                  <a:cubicBezTo>
                    <a:pt x="179498" y="391630"/>
                    <a:pt x="187658" y="391630"/>
                    <a:pt x="193097" y="388910"/>
                  </a:cubicBezTo>
                  <a:cubicBezTo>
                    <a:pt x="198536" y="388910"/>
                    <a:pt x="203976" y="388910"/>
                    <a:pt x="212135" y="388910"/>
                  </a:cubicBezTo>
                  <a:cubicBezTo>
                    <a:pt x="217574" y="388910"/>
                    <a:pt x="225733" y="388910"/>
                    <a:pt x="236611" y="388910"/>
                  </a:cubicBezTo>
                  <a:cubicBezTo>
                    <a:pt x="242051" y="388910"/>
                    <a:pt x="247490" y="388910"/>
                    <a:pt x="250210" y="386191"/>
                  </a:cubicBezTo>
                  <a:cubicBezTo>
                    <a:pt x="255649" y="391630"/>
                    <a:pt x="258369" y="388910"/>
                    <a:pt x="258369" y="386191"/>
                  </a:cubicBezTo>
                  <a:cubicBezTo>
                    <a:pt x="258369" y="380751"/>
                    <a:pt x="255649" y="372592"/>
                    <a:pt x="255649" y="367153"/>
                  </a:cubicBezTo>
                  <a:cubicBezTo>
                    <a:pt x="252930" y="353555"/>
                    <a:pt x="250210" y="342676"/>
                    <a:pt x="250210" y="331797"/>
                  </a:cubicBezTo>
                  <a:cubicBezTo>
                    <a:pt x="250210" y="301881"/>
                    <a:pt x="250210" y="274685"/>
                    <a:pt x="247490" y="244769"/>
                  </a:cubicBezTo>
                  <a:cubicBezTo>
                    <a:pt x="247490" y="231170"/>
                    <a:pt x="244771" y="217572"/>
                    <a:pt x="242051" y="203974"/>
                  </a:cubicBezTo>
                  <a:cubicBezTo>
                    <a:pt x="239331" y="187656"/>
                    <a:pt x="236611" y="174058"/>
                    <a:pt x="236611" y="157740"/>
                  </a:cubicBezTo>
                  <a:cubicBezTo>
                    <a:pt x="236611" y="152300"/>
                    <a:pt x="236611" y="133263"/>
                    <a:pt x="233892" y="119665"/>
                  </a:cubicBezTo>
                  <a:cubicBezTo>
                    <a:pt x="233892" y="106066"/>
                    <a:pt x="231172" y="97907"/>
                    <a:pt x="225733" y="97907"/>
                  </a:cubicBezTo>
                  <a:close/>
                  <a:moveTo>
                    <a:pt x="274687" y="0"/>
                  </a:moveTo>
                  <a:cubicBezTo>
                    <a:pt x="288285" y="0"/>
                    <a:pt x="293724" y="2720"/>
                    <a:pt x="304603" y="5439"/>
                  </a:cubicBezTo>
                  <a:cubicBezTo>
                    <a:pt x="315481" y="10879"/>
                    <a:pt x="315481" y="16318"/>
                    <a:pt x="320921" y="24477"/>
                  </a:cubicBezTo>
                  <a:cubicBezTo>
                    <a:pt x="326360" y="29916"/>
                    <a:pt x="331800" y="35356"/>
                    <a:pt x="334519" y="43515"/>
                  </a:cubicBezTo>
                  <a:cubicBezTo>
                    <a:pt x="337239" y="51674"/>
                    <a:pt x="337239" y="57113"/>
                    <a:pt x="339959" y="65272"/>
                  </a:cubicBezTo>
                  <a:cubicBezTo>
                    <a:pt x="345398" y="78870"/>
                    <a:pt x="342678" y="97908"/>
                    <a:pt x="348118" y="114226"/>
                  </a:cubicBezTo>
                  <a:cubicBezTo>
                    <a:pt x="350837" y="130544"/>
                    <a:pt x="358996" y="146863"/>
                    <a:pt x="361716" y="163180"/>
                  </a:cubicBezTo>
                  <a:cubicBezTo>
                    <a:pt x="364435" y="182218"/>
                    <a:pt x="364435" y="201256"/>
                    <a:pt x="369875" y="220293"/>
                  </a:cubicBezTo>
                  <a:cubicBezTo>
                    <a:pt x="375314" y="239331"/>
                    <a:pt x="378034" y="255649"/>
                    <a:pt x="378034" y="274686"/>
                  </a:cubicBezTo>
                  <a:cubicBezTo>
                    <a:pt x="378034" y="282845"/>
                    <a:pt x="380753" y="293724"/>
                    <a:pt x="383473" y="301883"/>
                  </a:cubicBezTo>
                  <a:cubicBezTo>
                    <a:pt x="386193" y="312762"/>
                    <a:pt x="388913" y="326360"/>
                    <a:pt x="391632" y="337238"/>
                  </a:cubicBezTo>
                  <a:cubicBezTo>
                    <a:pt x="391632" y="342678"/>
                    <a:pt x="394352" y="353556"/>
                    <a:pt x="397071" y="364435"/>
                  </a:cubicBezTo>
                  <a:cubicBezTo>
                    <a:pt x="399791" y="372594"/>
                    <a:pt x="402511" y="380753"/>
                    <a:pt x="405230" y="383473"/>
                  </a:cubicBezTo>
                  <a:cubicBezTo>
                    <a:pt x="407950" y="386192"/>
                    <a:pt x="413389" y="386192"/>
                    <a:pt x="416109" y="386192"/>
                  </a:cubicBezTo>
                  <a:cubicBezTo>
                    <a:pt x="418829" y="386192"/>
                    <a:pt x="424268" y="386192"/>
                    <a:pt x="426988" y="386192"/>
                  </a:cubicBezTo>
                  <a:cubicBezTo>
                    <a:pt x="437866" y="386192"/>
                    <a:pt x="448745" y="388912"/>
                    <a:pt x="454184" y="397071"/>
                  </a:cubicBezTo>
                  <a:cubicBezTo>
                    <a:pt x="456904" y="399790"/>
                    <a:pt x="456904" y="402510"/>
                    <a:pt x="456904" y="405230"/>
                  </a:cubicBezTo>
                  <a:cubicBezTo>
                    <a:pt x="456904" y="407949"/>
                    <a:pt x="454184" y="410669"/>
                    <a:pt x="451464" y="416108"/>
                  </a:cubicBezTo>
                  <a:cubicBezTo>
                    <a:pt x="446025" y="421548"/>
                    <a:pt x="440586" y="426987"/>
                    <a:pt x="432427" y="429707"/>
                  </a:cubicBezTo>
                  <a:cubicBezTo>
                    <a:pt x="429707" y="429707"/>
                    <a:pt x="426988" y="432426"/>
                    <a:pt x="421548" y="432426"/>
                  </a:cubicBezTo>
                  <a:cubicBezTo>
                    <a:pt x="418829" y="432426"/>
                    <a:pt x="416109" y="432426"/>
                    <a:pt x="413389" y="435146"/>
                  </a:cubicBezTo>
                  <a:cubicBezTo>
                    <a:pt x="413389" y="435146"/>
                    <a:pt x="413389" y="437866"/>
                    <a:pt x="413389" y="440585"/>
                  </a:cubicBezTo>
                  <a:cubicBezTo>
                    <a:pt x="413389" y="443305"/>
                    <a:pt x="413389" y="448744"/>
                    <a:pt x="416109" y="451464"/>
                  </a:cubicBezTo>
                  <a:cubicBezTo>
                    <a:pt x="416109" y="456903"/>
                    <a:pt x="418829" y="462343"/>
                    <a:pt x="418829" y="465062"/>
                  </a:cubicBezTo>
                  <a:lnTo>
                    <a:pt x="418829" y="475941"/>
                  </a:lnTo>
                  <a:cubicBezTo>
                    <a:pt x="418829" y="481380"/>
                    <a:pt x="418829" y="484100"/>
                    <a:pt x="418829" y="486820"/>
                  </a:cubicBezTo>
                  <a:cubicBezTo>
                    <a:pt x="421548" y="497698"/>
                    <a:pt x="424268" y="505857"/>
                    <a:pt x="426988" y="516736"/>
                  </a:cubicBezTo>
                  <a:cubicBezTo>
                    <a:pt x="426988" y="524895"/>
                    <a:pt x="429707" y="535773"/>
                    <a:pt x="432427" y="543932"/>
                  </a:cubicBezTo>
                  <a:cubicBezTo>
                    <a:pt x="435147" y="554811"/>
                    <a:pt x="437866" y="562970"/>
                    <a:pt x="437866" y="573848"/>
                  </a:cubicBezTo>
                  <a:cubicBezTo>
                    <a:pt x="437866" y="587447"/>
                    <a:pt x="440586" y="595606"/>
                    <a:pt x="443306" y="606484"/>
                  </a:cubicBezTo>
                  <a:cubicBezTo>
                    <a:pt x="443306" y="609204"/>
                    <a:pt x="446025" y="614643"/>
                    <a:pt x="446025" y="617363"/>
                  </a:cubicBezTo>
                  <a:cubicBezTo>
                    <a:pt x="454184" y="617363"/>
                    <a:pt x="462343" y="617363"/>
                    <a:pt x="470502" y="617363"/>
                  </a:cubicBezTo>
                  <a:cubicBezTo>
                    <a:pt x="475942" y="625522"/>
                    <a:pt x="492259" y="630961"/>
                    <a:pt x="492259" y="641840"/>
                  </a:cubicBezTo>
                  <a:cubicBezTo>
                    <a:pt x="492259" y="647279"/>
                    <a:pt x="486820" y="649999"/>
                    <a:pt x="484101" y="655438"/>
                  </a:cubicBezTo>
                  <a:cubicBezTo>
                    <a:pt x="481381" y="660877"/>
                    <a:pt x="473222" y="663597"/>
                    <a:pt x="467782" y="663597"/>
                  </a:cubicBezTo>
                  <a:cubicBezTo>
                    <a:pt x="456904" y="666317"/>
                    <a:pt x="451464" y="666317"/>
                    <a:pt x="443306" y="666317"/>
                  </a:cubicBezTo>
                  <a:cubicBezTo>
                    <a:pt x="437866" y="666317"/>
                    <a:pt x="429707" y="666317"/>
                    <a:pt x="421548" y="666317"/>
                  </a:cubicBezTo>
                  <a:cubicBezTo>
                    <a:pt x="418829" y="666317"/>
                    <a:pt x="416109" y="666317"/>
                    <a:pt x="413389" y="666317"/>
                  </a:cubicBezTo>
                  <a:cubicBezTo>
                    <a:pt x="407950" y="669036"/>
                    <a:pt x="405230" y="669036"/>
                    <a:pt x="399791" y="671756"/>
                  </a:cubicBezTo>
                  <a:cubicBezTo>
                    <a:pt x="394352" y="671756"/>
                    <a:pt x="388913" y="674476"/>
                    <a:pt x="383473" y="674476"/>
                  </a:cubicBezTo>
                  <a:cubicBezTo>
                    <a:pt x="372594" y="674476"/>
                    <a:pt x="358996" y="671756"/>
                    <a:pt x="348118" y="669036"/>
                  </a:cubicBezTo>
                  <a:cubicBezTo>
                    <a:pt x="339959" y="669036"/>
                    <a:pt x="331800" y="669036"/>
                    <a:pt x="326360" y="669036"/>
                  </a:cubicBezTo>
                  <a:cubicBezTo>
                    <a:pt x="304603" y="669036"/>
                    <a:pt x="285565" y="669036"/>
                    <a:pt x="277406" y="669036"/>
                  </a:cubicBezTo>
                  <a:cubicBezTo>
                    <a:pt x="269247" y="669036"/>
                    <a:pt x="258369" y="669036"/>
                    <a:pt x="252930" y="663597"/>
                  </a:cubicBezTo>
                  <a:cubicBezTo>
                    <a:pt x="247490" y="660877"/>
                    <a:pt x="236611" y="655438"/>
                    <a:pt x="236611" y="647279"/>
                  </a:cubicBezTo>
                  <a:cubicBezTo>
                    <a:pt x="236611" y="636401"/>
                    <a:pt x="252930" y="633681"/>
                    <a:pt x="261088" y="630961"/>
                  </a:cubicBezTo>
                  <a:cubicBezTo>
                    <a:pt x="266528" y="630961"/>
                    <a:pt x="274687" y="630961"/>
                    <a:pt x="288285" y="628241"/>
                  </a:cubicBezTo>
                  <a:cubicBezTo>
                    <a:pt x="288285" y="620082"/>
                    <a:pt x="288285" y="614643"/>
                    <a:pt x="285565" y="609204"/>
                  </a:cubicBezTo>
                  <a:cubicBezTo>
                    <a:pt x="285565" y="601045"/>
                    <a:pt x="282846" y="590166"/>
                    <a:pt x="282846" y="582007"/>
                  </a:cubicBezTo>
                  <a:cubicBezTo>
                    <a:pt x="282846" y="576568"/>
                    <a:pt x="280126" y="573848"/>
                    <a:pt x="280126" y="568409"/>
                  </a:cubicBezTo>
                  <a:cubicBezTo>
                    <a:pt x="280126" y="562970"/>
                    <a:pt x="282846" y="557531"/>
                    <a:pt x="282846" y="554811"/>
                  </a:cubicBezTo>
                  <a:cubicBezTo>
                    <a:pt x="282846" y="549371"/>
                    <a:pt x="280126" y="546652"/>
                    <a:pt x="277406" y="538493"/>
                  </a:cubicBezTo>
                  <a:cubicBezTo>
                    <a:pt x="277406" y="527614"/>
                    <a:pt x="271967" y="516736"/>
                    <a:pt x="271967" y="505857"/>
                  </a:cubicBezTo>
                  <a:cubicBezTo>
                    <a:pt x="271967" y="494978"/>
                    <a:pt x="271967" y="486820"/>
                    <a:pt x="269247" y="478660"/>
                  </a:cubicBezTo>
                  <a:cubicBezTo>
                    <a:pt x="266528" y="467782"/>
                    <a:pt x="266528" y="456903"/>
                    <a:pt x="266528" y="446025"/>
                  </a:cubicBezTo>
                  <a:cubicBezTo>
                    <a:pt x="266528" y="440585"/>
                    <a:pt x="263808" y="437866"/>
                    <a:pt x="261088" y="437866"/>
                  </a:cubicBezTo>
                  <a:cubicBezTo>
                    <a:pt x="258369" y="437866"/>
                    <a:pt x="255649" y="437866"/>
                    <a:pt x="250210" y="437866"/>
                  </a:cubicBezTo>
                  <a:cubicBezTo>
                    <a:pt x="239331" y="437866"/>
                    <a:pt x="228452" y="437866"/>
                    <a:pt x="220293" y="440585"/>
                  </a:cubicBezTo>
                  <a:cubicBezTo>
                    <a:pt x="209415" y="440585"/>
                    <a:pt x="201256" y="443305"/>
                    <a:pt x="190377" y="443305"/>
                  </a:cubicBezTo>
                  <a:cubicBezTo>
                    <a:pt x="182218" y="443305"/>
                    <a:pt x="174059" y="443305"/>
                    <a:pt x="165900" y="443305"/>
                  </a:cubicBezTo>
                  <a:cubicBezTo>
                    <a:pt x="163181" y="443305"/>
                    <a:pt x="152302" y="440585"/>
                    <a:pt x="144143" y="440585"/>
                  </a:cubicBezTo>
                  <a:cubicBezTo>
                    <a:pt x="135984" y="440585"/>
                    <a:pt x="135984" y="448744"/>
                    <a:pt x="135984" y="454184"/>
                  </a:cubicBezTo>
                  <a:cubicBezTo>
                    <a:pt x="135984" y="465062"/>
                    <a:pt x="133264" y="475941"/>
                    <a:pt x="130545" y="486820"/>
                  </a:cubicBezTo>
                  <a:cubicBezTo>
                    <a:pt x="127825" y="505857"/>
                    <a:pt x="122386" y="522175"/>
                    <a:pt x="119666" y="541213"/>
                  </a:cubicBezTo>
                  <a:cubicBezTo>
                    <a:pt x="116947" y="560250"/>
                    <a:pt x="108788" y="595606"/>
                    <a:pt x="103348" y="614643"/>
                  </a:cubicBezTo>
                  <a:cubicBezTo>
                    <a:pt x="111507" y="614643"/>
                    <a:pt x="122386" y="614643"/>
                    <a:pt x="133264" y="614643"/>
                  </a:cubicBezTo>
                  <a:cubicBezTo>
                    <a:pt x="146863" y="614643"/>
                    <a:pt x="168620" y="614643"/>
                    <a:pt x="168620" y="630961"/>
                  </a:cubicBezTo>
                  <a:cubicBezTo>
                    <a:pt x="168620" y="639120"/>
                    <a:pt x="165900" y="639120"/>
                    <a:pt x="163181" y="647279"/>
                  </a:cubicBezTo>
                  <a:cubicBezTo>
                    <a:pt x="160461" y="652718"/>
                    <a:pt x="152302" y="655438"/>
                    <a:pt x="146863" y="655438"/>
                  </a:cubicBezTo>
                  <a:cubicBezTo>
                    <a:pt x="138704" y="658158"/>
                    <a:pt x="133264" y="658158"/>
                    <a:pt x="127825" y="658158"/>
                  </a:cubicBezTo>
                  <a:cubicBezTo>
                    <a:pt x="122386" y="658158"/>
                    <a:pt x="116947" y="658158"/>
                    <a:pt x="106068" y="658158"/>
                  </a:cubicBezTo>
                  <a:cubicBezTo>
                    <a:pt x="92468" y="658158"/>
                    <a:pt x="78870" y="658158"/>
                    <a:pt x="62552" y="658158"/>
                  </a:cubicBezTo>
                  <a:cubicBezTo>
                    <a:pt x="54393" y="658158"/>
                    <a:pt x="46234" y="658158"/>
                    <a:pt x="40795" y="658158"/>
                  </a:cubicBezTo>
                  <a:cubicBezTo>
                    <a:pt x="32636" y="658158"/>
                    <a:pt x="21758" y="658158"/>
                    <a:pt x="16318" y="652718"/>
                  </a:cubicBezTo>
                  <a:cubicBezTo>
                    <a:pt x="8159" y="649999"/>
                    <a:pt x="0" y="641840"/>
                    <a:pt x="0" y="636401"/>
                  </a:cubicBezTo>
                  <a:cubicBezTo>
                    <a:pt x="0" y="633681"/>
                    <a:pt x="0" y="630961"/>
                    <a:pt x="2720" y="628241"/>
                  </a:cubicBezTo>
                  <a:cubicBezTo>
                    <a:pt x="8159" y="625522"/>
                    <a:pt x="16318" y="622802"/>
                    <a:pt x="24477" y="620082"/>
                  </a:cubicBezTo>
                  <a:cubicBezTo>
                    <a:pt x="38075" y="617363"/>
                    <a:pt x="48954" y="617363"/>
                    <a:pt x="62552" y="617363"/>
                  </a:cubicBezTo>
                  <a:cubicBezTo>
                    <a:pt x="62552" y="617363"/>
                    <a:pt x="62552" y="614643"/>
                    <a:pt x="62552" y="614643"/>
                  </a:cubicBezTo>
                  <a:cubicBezTo>
                    <a:pt x="62552" y="603765"/>
                    <a:pt x="65272" y="590166"/>
                    <a:pt x="65272" y="587447"/>
                  </a:cubicBezTo>
                  <a:cubicBezTo>
                    <a:pt x="67992" y="565689"/>
                    <a:pt x="73431" y="543932"/>
                    <a:pt x="76151" y="522175"/>
                  </a:cubicBezTo>
                  <a:cubicBezTo>
                    <a:pt x="78870" y="505857"/>
                    <a:pt x="81590" y="486820"/>
                    <a:pt x="87029" y="470501"/>
                  </a:cubicBezTo>
                  <a:cubicBezTo>
                    <a:pt x="87029" y="465062"/>
                    <a:pt x="92468" y="451464"/>
                    <a:pt x="92468" y="446025"/>
                  </a:cubicBezTo>
                  <a:cubicBezTo>
                    <a:pt x="92468" y="437866"/>
                    <a:pt x="73431" y="437866"/>
                    <a:pt x="65272" y="432426"/>
                  </a:cubicBezTo>
                  <a:cubicBezTo>
                    <a:pt x="59833" y="429707"/>
                    <a:pt x="54393" y="426987"/>
                    <a:pt x="54393" y="421548"/>
                  </a:cubicBezTo>
                  <a:cubicBezTo>
                    <a:pt x="54393" y="413389"/>
                    <a:pt x="62552" y="410669"/>
                    <a:pt x="73431" y="407949"/>
                  </a:cubicBezTo>
                  <a:cubicBezTo>
                    <a:pt x="78870" y="407949"/>
                    <a:pt x="92468" y="405230"/>
                    <a:pt x="100629" y="399790"/>
                  </a:cubicBezTo>
                  <a:cubicBezTo>
                    <a:pt x="106068" y="394351"/>
                    <a:pt x="106068" y="378033"/>
                    <a:pt x="108788" y="369874"/>
                  </a:cubicBezTo>
                  <a:cubicBezTo>
                    <a:pt x="114227" y="348117"/>
                    <a:pt x="119666" y="326360"/>
                    <a:pt x="125105" y="307322"/>
                  </a:cubicBezTo>
                  <a:cubicBezTo>
                    <a:pt x="130545" y="285565"/>
                    <a:pt x="135984" y="263808"/>
                    <a:pt x="141423" y="242051"/>
                  </a:cubicBezTo>
                  <a:cubicBezTo>
                    <a:pt x="146863" y="220293"/>
                    <a:pt x="152302" y="198536"/>
                    <a:pt x="155022" y="179498"/>
                  </a:cubicBezTo>
                  <a:cubicBezTo>
                    <a:pt x="157742" y="160461"/>
                    <a:pt x="163181" y="138703"/>
                    <a:pt x="168620" y="119665"/>
                  </a:cubicBezTo>
                  <a:cubicBezTo>
                    <a:pt x="176779" y="100627"/>
                    <a:pt x="182218" y="76150"/>
                    <a:pt x="193097" y="57113"/>
                  </a:cubicBezTo>
                  <a:lnTo>
                    <a:pt x="201256" y="38075"/>
                  </a:lnTo>
                  <a:cubicBezTo>
                    <a:pt x="206695" y="29916"/>
                    <a:pt x="209415" y="19038"/>
                    <a:pt x="217574" y="13598"/>
                  </a:cubicBezTo>
                  <a:cubicBezTo>
                    <a:pt x="231172" y="2720"/>
                    <a:pt x="255649" y="0"/>
                    <a:pt x="274687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4084DA4C-9FEA-2D38-7F2A-F0F086AA6679}"/>
                </a:ext>
              </a:extLst>
            </p:cNvPr>
            <p:cNvSpPr/>
            <p:nvPr/>
          </p:nvSpPr>
          <p:spPr>
            <a:xfrm>
              <a:off x="6876542" y="4244897"/>
              <a:ext cx="462342" cy="677195"/>
            </a:xfrm>
            <a:custGeom>
              <a:avLst/>
              <a:gdLst>
                <a:gd name="connsiteX0" fmla="*/ 214853 w 462342"/>
                <a:gd name="connsiteY0" fmla="*/ 65272 h 677195"/>
                <a:gd name="connsiteX1" fmla="*/ 195815 w 462342"/>
                <a:gd name="connsiteY1" fmla="*/ 73431 h 677195"/>
                <a:gd name="connsiteX2" fmla="*/ 193096 w 462342"/>
                <a:gd name="connsiteY2" fmla="*/ 125105 h 677195"/>
                <a:gd name="connsiteX3" fmla="*/ 190376 w 462342"/>
                <a:gd name="connsiteY3" fmla="*/ 280125 h 677195"/>
                <a:gd name="connsiteX4" fmla="*/ 190376 w 462342"/>
                <a:gd name="connsiteY4" fmla="*/ 301882 h 677195"/>
                <a:gd name="connsiteX5" fmla="*/ 193096 w 462342"/>
                <a:gd name="connsiteY5" fmla="*/ 342677 h 677195"/>
                <a:gd name="connsiteX6" fmla="*/ 195815 w 462342"/>
                <a:gd name="connsiteY6" fmla="*/ 397070 h 677195"/>
                <a:gd name="connsiteX7" fmla="*/ 195815 w 462342"/>
                <a:gd name="connsiteY7" fmla="*/ 443304 h 677195"/>
                <a:gd name="connsiteX8" fmla="*/ 195815 w 462342"/>
                <a:gd name="connsiteY8" fmla="*/ 530333 h 677195"/>
                <a:gd name="connsiteX9" fmla="*/ 193096 w 462342"/>
                <a:gd name="connsiteY9" fmla="*/ 554810 h 677195"/>
                <a:gd name="connsiteX10" fmla="*/ 190376 w 462342"/>
                <a:gd name="connsiteY10" fmla="*/ 603764 h 677195"/>
                <a:gd name="connsiteX11" fmla="*/ 198535 w 462342"/>
                <a:gd name="connsiteY11" fmla="*/ 611923 h 677195"/>
                <a:gd name="connsiteX12" fmla="*/ 214853 w 462342"/>
                <a:gd name="connsiteY12" fmla="*/ 611923 h 677195"/>
                <a:gd name="connsiteX13" fmla="*/ 236610 w 462342"/>
                <a:gd name="connsiteY13" fmla="*/ 611923 h 677195"/>
                <a:gd name="connsiteX14" fmla="*/ 263807 w 462342"/>
                <a:gd name="connsiteY14" fmla="*/ 598325 h 677195"/>
                <a:gd name="connsiteX15" fmla="*/ 277405 w 462342"/>
                <a:gd name="connsiteY15" fmla="*/ 592885 h 677195"/>
                <a:gd name="connsiteX16" fmla="*/ 291004 w 462342"/>
                <a:gd name="connsiteY16" fmla="*/ 573848 h 677195"/>
                <a:gd name="connsiteX17" fmla="*/ 307322 w 462342"/>
                <a:gd name="connsiteY17" fmla="*/ 543931 h 677195"/>
                <a:gd name="connsiteX18" fmla="*/ 326359 w 462342"/>
                <a:gd name="connsiteY18" fmla="*/ 481379 h 677195"/>
                <a:gd name="connsiteX19" fmla="*/ 337238 w 462342"/>
                <a:gd name="connsiteY19" fmla="*/ 413388 h 677195"/>
                <a:gd name="connsiteX20" fmla="*/ 337238 w 462342"/>
                <a:gd name="connsiteY20" fmla="*/ 350836 h 677195"/>
                <a:gd name="connsiteX21" fmla="*/ 334518 w 462342"/>
                <a:gd name="connsiteY21" fmla="*/ 296443 h 677195"/>
                <a:gd name="connsiteX22" fmla="*/ 329079 w 462342"/>
                <a:gd name="connsiteY22" fmla="*/ 244769 h 677195"/>
                <a:gd name="connsiteX23" fmla="*/ 307322 w 462342"/>
                <a:gd name="connsiteY23" fmla="*/ 135983 h 677195"/>
                <a:gd name="connsiteX24" fmla="*/ 271966 w 462342"/>
                <a:gd name="connsiteY24" fmla="*/ 78870 h 677195"/>
                <a:gd name="connsiteX25" fmla="*/ 214853 w 462342"/>
                <a:gd name="connsiteY25" fmla="*/ 65272 h 677195"/>
                <a:gd name="connsiteX26" fmla="*/ 114226 w 462342"/>
                <a:gd name="connsiteY26" fmla="*/ 0 h 677195"/>
                <a:gd name="connsiteX27" fmla="*/ 127824 w 462342"/>
                <a:gd name="connsiteY27" fmla="*/ 0 h 677195"/>
                <a:gd name="connsiteX28" fmla="*/ 146862 w 462342"/>
                <a:gd name="connsiteY28" fmla="*/ 2720 h 677195"/>
                <a:gd name="connsiteX29" fmla="*/ 174059 w 462342"/>
                <a:gd name="connsiteY29" fmla="*/ 21758 h 677195"/>
                <a:gd name="connsiteX30" fmla="*/ 193096 w 462342"/>
                <a:gd name="connsiteY30" fmla="*/ 21758 h 677195"/>
                <a:gd name="connsiteX31" fmla="*/ 261088 w 462342"/>
                <a:gd name="connsiteY31" fmla="*/ 27197 h 677195"/>
                <a:gd name="connsiteX32" fmla="*/ 310042 w 462342"/>
                <a:gd name="connsiteY32" fmla="*/ 35356 h 677195"/>
                <a:gd name="connsiteX33" fmla="*/ 334518 w 462342"/>
                <a:gd name="connsiteY33" fmla="*/ 40795 h 677195"/>
                <a:gd name="connsiteX34" fmla="*/ 356276 w 462342"/>
                <a:gd name="connsiteY34" fmla="*/ 59833 h 677195"/>
                <a:gd name="connsiteX35" fmla="*/ 372593 w 462342"/>
                <a:gd name="connsiteY35" fmla="*/ 76151 h 677195"/>
                <a:gd name="connsiteX36" fmla="*/ 380752 w 462342"/>
                <a:gd name="connsiteY36" fmla="*/ 95188 h 677195"/>
                <a:gd name="connsiteX37" fmla="*/ 405230 w 462342"/>
                <a:gd name="connsiteY37" fmla="*/ 114226 h 677195"/>
                <a:gd name="connsiteX38" fmla="*/ 416108 w 462342"/>
                <a:gd name="connsiteY38" fmla="*/ 141422 h 677195"/>
                <a:gd name="connsiteX39" fmla="*/ 451464 w 462342"/>
                <a:gd name="connsiteY39" fmla="*/ 201256 h 677195"/>
                <a:gd name="connsiteX40" fmla="*/ 456903 w 462342"/>
                <a:gd name="connsiteY40" fmla="*/ 252929 h 677195"/>
                <a:gd name="connsiteX41" fmla="*/ 456903 w 462342"/>
                <a:gd name="connsiteY41" fmla="*/ 291004 h 677195"/>
                <a:gd name="connsiteX42" fmla="*/ 459623 w 462342"/>
                <a:gd name="connsiteY42" fmla="*/ 318201 h 677195"/>
                <a:gd name="connsiteX43" fmla="*/ 459623 w 462342"/>
                <a:gd name="connsiteY43" fmla="*/ 326360 h 677195"/>
                <a:gd name="connsiteX44" fmla="*/ 459623 w 462342"/>
                <a:gd name="connsiteY44" fmla="*/ 348117 h 677195"/>
                <a:gd name="connsiteX45" fmla="*/ 462342 w 462342"/>
                <a:gd name="connsiteY45" fmla="*/ 367155 h 677195"/>
                <a:gd name="connsiteX46" fmla="*/ 456903 w 462342"/>
                <a:gd name="connsiteY46" fmla="*/ 391632 h 677195"/>
                <a:gd name="connsiteX47" fmla="*/ 456903 w 462342"/>
                <a:gd name="connsiteY47" fmla="*/ 418828 h 677195"/>
                <a:gd name="connsiteX48" fmla="*/ 451464 w 462342"/>
                <a:gd name="connsiteY48" fmla="*/ 437866 h 677195"/>
                <a:gd name="connsiteX49" fmla="*/ 446025 w 462342"/>
                <a:gd name="connsiteY49" fmla="*/ 454184 h 677195"/>
                <a:gd name="connsiteX50" fmla="*/ 440585 w 462342"/>
                <a:gd name="connsiteY50" fmla="*/ 481380 h 677195"/>
                <a:gd name="connsiteX51" fmla="*/ 432426 w 462342"/>
                <a:gd name="connsiteY51" fmla="*/ 508577 h 677195"/>
                <a:gd name="connsiteX52" fmla="*/ 418828 w 462342"/>
                <a:gd name="connsiteY52" fmla="*/ 530334 h 677195"/>
                <a:gd name="connsiteX53" fmla="*/ 410669 w 462342"/>
                <a:gd name="connsiteY53" fmla="*/ 549371 h 677195"/>
                <a:gd name="connsiteX54" fmla="*/ 391631 w 462342"/>
                <a:gd name="connsiteY54" fmla="*/ 579288 h 677195"/>
                <a:gd name="connsiteX55" fmla="*/ 337238 w 462342"/>
                <a:gd name="connsiteY55" fmla="*/ 630961 h 677195"/>
                <a:gd name="connsiteX56" fmla="*/ 301883 w 462342"/>
                <a:gd name="connsiteY56" fmla="*/ 647279 h 677195"/>
                <a:gd name="connsiteX57" fmla="*/ 263807 w 462342"/>
                <a:gd name="connsiteY57" fmla="*/ 652718 h 677195"/>
                <a:gd name="connsiteX58" fmla="*/ 233891 w 462342"/>
                <a:gd name="connsiteY58" fmla="*/ 649999 h 677195"/>
                <a:gd name="connsiteX59" fmla="*/ 187657 w 462342"/>
                <a:gd name="connsiteY59" fmla="*/ 652718 h 677195"/>
                <a:gd name="connsiteX60" fmla="*/ 171339 w 462342"/>
                <a:gd name="connsiteY60" fmla="*/ 669036 h 677195"/>
                <a:gd name="connsiteX61" fmla="*/ 155021 w 462342"/>
                <a:gd name="connsiteY61" fmla="*/ 671756 h 677195"/>
                <a:gd name="connsiteX62" fmla="*/ 138703 w 462342"/>
                <a:gd name="connsiteY62" fmla="*/ 674476 h 677195"/>
                <a:gd name="connsiteX63" fmla="*/ 125105 w 462342"/>
                <a:gd name="connsiteY63" fmla="*/ 677195 h 677195"/>
                <a:gd name="connsiteX64" fmla="*/ 106067 w 462342"/>
                <a:gd name="connsiteY64" fmla="*/ 671756 h 677195"/>
                <a:gd name="connsiteX65" fmla="*/ 87029 w 462342"/>
                <a:gd name="connsiteY65" fmla="*/ 658158 h 677195"/>
                <a:gd name="connsiteX66" fmla="*/ 81590 w 462342"/>
                <a:gd name="connsiteY66" fmla="*/ 652718 h 677195"/>
                <a:gd name="connsiteX67" fmla="*/ 67992 w 462342"/>
                <a:gd name="connsiteY67" fmla="*/ 652718 h 677195"/>
                <a:gd name="connsiteX68" fmla="*/ 43515 w 462342"/>
                <a:gd name="connsiteY68" fmla="*/ 652718 h 677195"/>
                <a:gd name="connsiteX69" fmla="*/ 16318 w 462342"/>
                <a:gd name="connsiteY69" fmla="*/ 647279 h 677195"/>
                <a:gd name="connsiteX70" fmla="*/ 0 w 462342"/>
                <a:gd name="connsiteY70" fmla="*/ 630961 h 677195"/>
                <a:gd name="connsiteX71" fmla="*/ 5439 w 462342"/>
                <a:gd name="connsiteY71" fmla="*/ 620083 h 677195"/>
                <a:gd name="connsiteX72" fmla="*/ 27197 w 462342"/>
                <a:gd name="connsiteY72" fmla="*/ 611924 h 677195"/>
                <a:gd name="connsiteX73" fmla="*/ 65272 w 462342"/>
                <a:gd name="connsiteY73" fmla="*/ 609204 h 677195"/>
                <a:gd name="connsiteX74" fmla="*/ 65272 w 462342"/>
                <a:gd name="connsiteY74" fmla="*/ 584727 h 677195"/>
                <a:gd name="connsiteX75" fmla="*/ 62552 w 462342"/>
                <a:gd name="connsiteY75" fmla="*/ 456903 h 677195"/>
                <a:gd name="connsiteX76" fmla="*/ 65272 w 462342"/>
                <a:gd name="connsiteY76" fmla="*/ 337238 h 677195"/>
                <a:gd name="connsiteX77" fmla="*/ 67992 w 462342"/>
                <a:gd name="connsiteY77" fmla="*/ 203975 h 677195"/>
                <a:gd name="connsiteX78" fmla="*/ 70712 w 462342"/>
                <a:gd name="connsiteY78" fmla="*/ 119665 h 677195"/>
                <a:gd name="connsiteX79" fmla="*/ 73431 w 462342"/>
                <a:gd name="connsiteY79" fmla="*/ 67992 h 677195"/>
                <a:gd name="connsiteX80" fmla="*/ 67992 w 462342"/>
                <a:gd name="connsiteY80" fmla="*/ 67992 h 677195"/>
                <a:gd name="connsiteX81" fmla="*/ 43515 w 462342"/>
                <a:gd name="connsiteY81" fmla="*/ 67992 h 677195"/>
                <a:gd name="connsiteX82" fmla="*/ 16318 w 462342"/>
                <a:gd name="connsiteY82" fmla="*/ 62552 h 677195"/>
                <a:gd name="connsiteX83" fmla="*/ 0 w 462342"/>
                <a:gd name="connsiteY83" fmla="*/ 46234 h 677195"/>
                <a:gd name="connsiteX84" fmla="*/ 5439 w 462342"/>
                <a:gd name="connsiteY84" fmla="*/ 35356 h 677195"/>
                <a:gd name="connsiteX85" fmla="*/ 27197 w 462342"/>
                <a:gd name="connsiteY85" fmla="*/ 27197 h 677195"/>
                <a:gd name="connsiteX86" fmla="*/ 76151 w 462342"/>
                <a:gd name="connsiteY86" fmla="*/ 21758 h 677195"/>
                <a:gd name="connsiteX87" fmla="*/ 81590 w 462342"/>
                <a:gd name="connsiteY87" fmla="*/ 13598 h 677195"/>
                <a:gd name="connsiteX88" fmla="*/ 97908 w 462342"/>
                <a:gd name="connsiteY88" fmla="*/ 5439 h 677195"/>
                <a:gd name="connsiteX89" fmla="*/ 114226 w 462342"/>
                <a:gd name="connsiteY89" fmla="*/ 0 h 677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462342" h="677195">
                  <a:moveTo>
                    <a:pt x="214853" y="65272"/>
                  </a:moveTo>
                  <a:cubicBezTo>
                    <a:pt x="203975" y="65272"/>
                    <a:pt x="195815" y="67992"/>
                    <a:pt x="195815" y="73431"/>
                  </a:cubicBezTo>
                  <a:cubicBezTo>
                    <a:pt x="193096" y="78870"/>
                    <a:pt x="193096" y="100628"/>
                    <a:pt x="193096" y="125105"/>
                  </a:cubicBezTo>
                  <a:cubicBezTo>
                    <a:pt x="193096" y="182217"/>
                    <a:pt x="193096" y="266527"/>
                    <a:pt x="190376" y="280125"/>
                  </a:cubicBezTo>
                  <a:cubicBezTo>
                    <a:pt x="190376" y="288284"/>
                    <a:pt x="190376" y="293723"/>
                    <a:pt x="190376" y="301882"/>
                  </a:cubicBezTo>
                  <a:cubicBezTo>
                    <a:pt x="190376" y="315480"/>
                    <a:pt x="190376" y="329079"/>
                    <a:pt x="193096" y="342677"/>
                  </a:cubicBezTo>
                  <a:cubicBezTo>
                    <a:pt x="193096" y="361715"/>
                    <a:pt x="193096" y="378033"/>
                    <a:pt x="195815" y="397070"/>
                  </a:cubicBezTo>
                  <a:cubicBezTo>
                    <a:pt x="195815" y="413388"/>
                    <a:pt x="195815" y="426986"/>
                    <a:pt x="195815" y="443304"/>
                  </a:cubicBezTo>
                  <a:cubicBezTo>
                    <a:pt x="195815" y="465061"/>
                    <a:pt x="198535" y="508576"/>
                    <a:pt x="195815" y="530333"/>
                  </a:cubicBezTo>
                  <a:cubicBezTo>
                    <a:pt x="195815" y="538492"/>
                    <a:pt x="193096" y="546651"/>
                    <a:pt x="193096" y="554810"/>
                  </a:cubicBezTo>
                  <a:cubicBezTo>
                    <a:pt x="193096" y="560249"/>
                    <a:pt x="190376" y="590166"/>
                    <a:pt x="190376" y="603764"/>
                  </a:cubicBezTo>
                  <a:cubicBezTo>
                    <a:pt x="190376" y="609203"/>
                    <a:pt x="190376" y="611923"/>
                    <a:pt x="198535" y="611923"/>
                  </a:cubicBezTo>
                  <a:cubicBezTo>
                    <a:pt x="206694" y="611923"/>
                    <a:pt x="209414" y="611923"/>
                    <a:pt x="214853" y="611923"/>
                  </a:cubicBezTo>
                  <a:cubicBezTo>
                    <a:pt x="223012" y="611923"/>
                    <a:pt x="220293" y="611923"/>
                    <a:pt x="236610" y="611923"/>
                  </a:cubicBezTo>
                  <a:cubicBezTo>
                    <a:pt x="242050" y="611923"/>
                    <a:pt x="258368" y="601044"/>
                    <a:pt x="263807" y="598325"/>
                  </a:cubicBezTo>
                  <a:cubicBezTo>
                    <a:pt x="266527" y="598325"/>
                    <a:pt x="274686" y="592885"/>
                    <a:pt x="277405" y="592885"/>
                  </a:cubicBezTo>
                  <a:cubicBezTo>
                    <a:pt x="285564" y="587446"/>
                    <a:pt x="288284" y="579287"/>
                    <a:pt x="291004" y="573848"/>
                  </a:cubicBezTo>
                  <a:cubicBezTo>
                    <a:pt x="296443" y="562969"/>
                    <a:pt x="301882" y="554810"/>
                    <a:pt x="307322" y="543931"/>
                  </a:cubicBezTo>
                  <a:cubicBezTo>
                    <a:pt x="315481" y="524894"/>
                    <a:pt x="320920" y="524894"/>
                    <a:pt x="326359" y="481379"/>
                  </a:cubicBezTo>
                  <a:cubicBezTo>
                    <a:pt x="329079" y="456903"/>
                    <a:pt x="334518" y="435145"/>
                    <a:pt x="337238" y="413388"/>
                  </a:cubicBezTo>
                  <a:cubicBezTo>
                    <a:pt x="337238" y="391631"/>
                    <a:pt x="337238" y="369873"/>
                    <a:pt x="337238" y="350836"/>
                  </a:cubicBezTo>
                  <a:cubicBezTo>
                    <a:pt x="337238" y="339957"/>
                    <a:pt x="337238" y="320920"/>
                    <a:pt x="334518" y="296443"/>
                  </a:cubicBezTo>
                  <a:cubicBezTo>
                    <a:pt x="331798" y="269246"/>
                    <a:pt x="329079" y="250209"/>
                    <a:pt x="329079" y="244769"/>
                  </a:cubicBezTo>
                  <a:cubicBezTo>
                    <a:pt x="323640" y="206694"/>
                    <a:pt x="318200" y="174058"/>
                    <a:pt x="307322" y="135983"/>
                  </a:cubicBezTo>
                  <a:cubicBezTo>
                    <a:pt x="304602" y="125105"/>
                    <a:pt x="304602" y="108787"/>
                    <a:pt x="271966" y="78870"/>
                  </a:cubicBezTo>
                  <a:cubicBezTo>
                    <a:pt x="263807" y="73431"/>
                    <a:pt x="233891" y="65272"/>
                    <a:pt x="214853" y="65272"/>
                  </a:cubicBezTo>
                  <a:close/>
                  <a:moveTo>
                    <a:pt x="114226" y="0"/>
                  </a:moveTo>
                  <a:cubicBezTo>
                    <a:pt x="119665" y="0"/>
                    <a:pt x="125105" y="0"/>
                    <a:pt x="127824" y="0"/>
                  </a:cubicBezTo>
                  <a:cubicBezTo>
                    <a:pt x="133264" y="0"/>
                    <a:pt x="141422" y="0"/>
                    <a:pt x="146862" y="2720"/>
                  </a:cubicBezTo>
                  <a:cubicBezTo>
                    <a:pt x="157741" y="5439"/>
                    <a:pt x="165900" y="13598"/>
                    <a:pt x="174059" y="21758"/>
                  </a:cubicBezTo>
                  <a:cubicBezTo>
                    <a:pt x="179498" y="21758"/>
                    <a:pt x="187657" y="21758"/>
                    <a:pt x="193096" y="21758"/>
                  </a:cubicBezTo>
                  <a:cubicBezTo>
                    <a:pt x="212134" y="21758"/>
                    <a:pt x="228452" y="27197"/>
                    <a:pt x="261088" y="27197"/>
                  </a:cubicBezTo>
                  <a:cubicBezTo>
                    <a:pt x="277405" y="27197"/>
                    <a:pt x="293723" y="35356"/>
                    <a:pt x="310042" y="35356"/>
                  </a:cubicBezTo>
                  <a:cubicBezTo>
                    <a:pt x="318200" y="35356"/>
                    <a:pt x="329079" y="35356"/>
                    <a:pt x="334518" y="40795"/>
                  </a:cubicBezTo>
                  <a:cubicBezTo>
                    <a:pt x="342677" y="46234"/>
                    <a:pt x="348117" y="54393"/>
                    <a:pt x="356276" y="59833"/>
                  </a:cubicBezTo>
                  <a:cubicBezTo>
                    <a:pt x="361715" y="65272"/>
                    <a:pt x="369874" y="67992"/>
                    <a:pt x="372593" y="76151"/>
                  </a:cubicBezTo>
                  <a:cubicBezTo>
                    <a:pt x="375313" y="81590"/>
                    <a:pt x="378033" y="89749"/>
                    <a:pt x="380752" y="95188"/>
                  </a:cubicBezTo>
                  <a:cubicBezTo>
                    <a:pt x="386192" y="103347"/>
                    <a:pt x="391631" y="106067"/>
                    <a:pt x="405230" y="114226"/>
                  </a:cubicBezTo>
                  <a:cubicBezTo>
                    <a:pt x="413388" y="119665"/>
                    <a:pt x="410669" y="133263"/>
                    <a:pt x="416108" y="141422"/>
                  </a:cubicBezTo>
                  <a:cubicBezTo>
                    <a:pt x="426987" y="160461"/>
                    <a:pt x="446025" y="182218"/>
                    <a:pt x="451464" y="201256"/>
                  </a:cubicBezTo>
                  <a:cubicBezTo>
                    <a:pt x="456903" y="220293"/>
                    <a:pt x="456903" y="236611"/>
                    <a:pt x="456903" y="252929"/>
                  </a:cubicBezTo>
                  <a:cubicBezTo>
                    <a:pt x="456903" y="266527"/>
                    <a:pt x="456903" y="277406"/>
                    <a:pt x="456903" y="291004"/>
                  </a:cubicBezTo>
                  <a:cubicBezTo>
                    <a:pt x="456903" y="299163"/>
                    <a:pt x="456903" y="307322"/>
                    <a:pt x="459623" y="318201"/>
                  </a:cubicBezTo>
                  <a:cubicBezTo>
                    <a:pt x="459623" y="320921"/>
                    <a:pt x="459623" y="323640"/>
                    <a:pt x="459623" y="326360"/>
                  </a:cubicBezTo>
                  <a:cubicBezTo>
                    <a:pt x="462342" y="331799"/>
                    <a:pt x="459623" y="337238"/>
                    <a:pt x="459623" y="348117"/>
                  </a:cubicBezTo>
                  <a:cubicBezTo>
                    <a:pt x="459623" y="350837"/>
                    <a:pt x="462342" y="361715"/>
                    <a:pt x="462342" y="367155"/>
                  </a:cubicBezTo>
                  <a:cubicBezTo>
                    <a:pt x="462342" y="375314"/>
                    <a:pt x="456903" y="383473"/>
                    <a:pt x="456903" y="391632"/>
                  </a:cubicBezTo>
                  <a:cubicBezTo>
                    <a:pt x="456903" y="399790"/>
                    <a:pt x="456903" y="410669"/>
                    <a:pt x="456903" y="418828"/>
                  </a:cubicBezTo>
                  <a:cubicBezTo>
                    <a:pt x="456903" y="421548"/>
                    <a:pt x="454183" y="429707"/>
                    <a:pt x="451464" y="437866"/>
                  </a:cubicBezTo>
                  <a:cubicBezTo>
                    <a:pt x="448744" y="443305"/>
                    <a:pt x="448744" y="451464"/>
                    <a:pt x="446025" y="454184"/>
                  </a:cubicBezTo>
                  <a:cubicBezTo>
                    <a:pt x="443305" y="462343"/>
                    <a:pt x="440585" y="473221"/>
                    <a:pt x="440585" y="481380"/>
                  </a:cubicBezTo>
                  <a:cubicBezTo>
                    <a:pt x="437865" y="489539"/>
                    <a:pt x="437865" y="500418"/>
                    <a:pt x="432426" y="508577"/>
                  </a:cubicBezTo>
                  <a:cubicBezTo>
                    <a:pt x="429706" y="516736"/>
                    <a:pt x="424267" y="522175"/>
                    <a:pt x="418828" y="530334"/>
                  </a:cubicBezTo>
                  <a:cubicBezTo>
                    <a:pt x="416108" y="535773"/>
                    <a:pt x="413388" y="543932"/>
                    <a:pt x="410669" y="549371"/>
                  </a:cubicBezTo>
                  <a:cubicBezTo>
                    <a:pt x="405230" y="557531"/>
                    <a:pt x="397071" y="573848"/>
                    <a:pt x="391631" y="579288"/>
                  </a:cubicBezTo>
                  <a:cubicBezTo>
                    <a:pt x="369874" y="609204"/>
                    <a:pt x="350836" y="620083"/>
                    <a:pt x="337238" y="630961"/>
                  </a:cubicBezTo>
                  <a:cubicBezTo>
                    <a:pt x="326359" y="639120"/>
                    <a:pt x="315481" y="641840"/>
                    <a:pt x="301883" y="647279"/>
                  </a:cubicBezTo>
                  <a:cubicBezTo>
                    <a:pt x="291004" y="649999"/>
                    <a:pt x="277405" y="652718"/>
                    <a:pt x="263807" y="652718"/>
                  </a:cubicBezTo>
                  <a:cubicBezTo>
                    <a:pt x="252929" y="652718"/>
                    <a:pt x="244770" y="649999"/>
                    <a:pt x="233891" y="649999"/>
                  </a:cubicBezTo>
                  <a:cubicBezTo>
                    <a:pt x="206694" y="649999"/>
                    <a:pt x="217573" y="652718"/>
                    <a:pt x="187657" y="652718"/>
                  </a:cubicBezTo>
                  <a:cubicBezTo>
                    <a:pt x="184937" y="660877"/>
                    <a:pt x="179498" y="666317"/>
                    <a:pt x="171339" y="669036"/>
                  </a:cubicBezTo>
                  <a:cubicBezTo>
                    <a:pt x="165900" y="671756"/>
                    <a:pt x="160460" y="671756"/>
                    <a:pt x="155021" y="671756"/>
                  </a:cubicBezTo>
                  <a:cubicBezTo>
                    <a:pt x="149581" y="671756"/>
                    <a:pt x="144142" y="674476"/>
                    <a:pt x="138703" y="674476"/>
                  </a:cubicBezTo>
                  <a:cubicBezTo>
                    <a:pt x="135983" y="674476"/>
                    <a:pt x="127824" y="677195"/>
                    <a:pt x="125105" y="677195"/>
                  </a:cubicBezTo>
                  <a:cubicBezTo>
                    <a:pt x="116946" y="677195"/>
                    <a:pt x="108787" y="671756"/>
                    <a:pt x="106067" y="671756"/>
                  </a:cubicBezTo>
                  <a:cubicBezTo>
                    <a:pt x="100628" y="669036"/>
                    <a:pt x="95188" y="663597"/>
                    <a:pt x="87029" y="658158"/>
                  </a:cubicBezTo>
                  <a:cubicBezTo>
                    <a:pt x="84310" y="655438"/>
                    <a:pt x="81590" y="655438"/>
                    <a:pt x="81590" y="652718"/>
                  </a:cubicBezTo>
                  <a:cubicBezTo>
                    <a:pt x="73431" y="652718"/>
                    <a:pt x="81590" y="652718"/>
                    <a:pt x="67992" y="652718"/>
                  </a:cubicBezTo>
                  <a:cubicBezTo>
                    <a:pt x="59833" y="652718"/>
                    <a:pt x="51674" y="652718"/>
                    <a:pt x="43515" y="652718"/>
                  </a:cubicBezTo>
                  <a:cubicBezTo>
                    <a:pt x="35356" y="652718"/>
                    <a:pt x="24477" y="652718"/>
                    <a:pt x="16318" y="647279"/>
                  </a:cubicBezTo>
                  <a:cubicBezTo>
                    <a:pt x="8159" y="644559"/>
                    <a:pt x="0" y="636401"/>
                    <a:pt x="0" y="630961"/>
                  </a:cubicBezTo>
                  <a:cubicBezTo>
                    <a:pt x="0" y="625522"/>
                    <a:pt x="0" y="622802"/>
                    <a:pt x="5439" y="620083"/>
                  </a:cubicBezTo>
                  <a:cubicBezTo>
                    <a:pt x="10879" y="617363"/>
                    <a:pt x="21758" y="614643"/>
                    <a:pt x="27197" y="611924"/>
                  </a:cubicBezTo>
                  <a:cubicBezTo>
                    <a:pt x="38076" y="609204"/>
                    <a:pt x="54393" y="609204"/>
                    <a:pt x="65272" y="609204"/>
                  </a:cubicBezTo>
                  <a:cubicBezTo>
                    <a:pt x="65272" y="601045"/>
                    <a:pt x="65272" y="592886"/>
                    <a:pt x="65272" y="584727"/>
                  </a:cubicBezTo>
                  <a:cubicBezTo>
                    <a:pt x="65272" y="541213"/>
                    <a:pt x="62552" y="500418"/>
                    <a:pt x="62552" y="456903"/>
                  </a:cubicBezTo>
                  <a:cubicBezTo>
                    <a:pt x="62552" y="440585"/>
                    <a:pt x="65272" y="397071"/>
                    <a:pt x="65272" y="337238"/>
                  </a:cubicBezTo>
                  <a:cubicBezTo>
                    <a:pt x="65272" y="293724"/>
                    <a:pt x="67992" y="247490"/>
                    <a:pt x="67992" y="203975"/>
                  </a:cubicBezTo>
                  <a:cubicBezTo>
                    <a:pt x="67992" y="179498"/>
                    <a:pt x="67992" y="149582"/>
                    <a:pt x="70712" y="119665"/>
                  </a:cubicBezTo>
                  <a:cubicBezTo>
                    <a:pt x="70712" y="103347"/>
                    <a:pt x="73431" y="84309"/>
                    <a:pt x="73431" y="67992"/>
                  </a:cubicBezTo>
                  <a:cubicBezTo>
                    <a:pt x="73431" y="67992"/>
                    <a:pt x="70712" y="67992"/>
                    <a:pt x="67992" y="67992"/>
                  </a:cubicBezTo>
                  <a:cubicBezTo>
                    <a:pt x="59833" y="67992"/>
                    <a:pt x="51674" y="67992"/>
                    <a:pt x="43515" y="67992"/>
                  </a:cubicBezTo>
                  <a:cubicBezTo>
                    <a:pt x="35356" y="67992"/>
                    <a:pt x="24477" y="67992"/>
                    <a:pt x="16318" y="62552"/>
                  </a:cubicBezTo>
                  <a:cubicBezTo>
                    <a:pt x="8159" y="59833"/>
                    <a:pt x="0" y="51674"/>
                    <a:pt x="0" y="46234"/>
                  </a:cubicBezTo>
                  <a:cubicBezTo>
                    <a:pt x="0" y="43515"/>
                    <a:pt x="0" y="38075"/>
                    <a:pt x="5439" y="35356"/>
                  </a:cubicBezTo>
                  <a:cubicBezTo>
                    <a:pt x="10879" y="32636"/>
                    <a:pt x="21758" y="29916"/>
                    <a:pt x="27197" y="27197"/>
                  </a:cubicBezTo>
                  <a:cubicBezTo>
                    <a:pt x="46234" y="24477"/>
                    <a:pt x="65272" y="21758"/>
                    <a:pt x="76151" y="21758"/>
                  </a:cubicBezTo>
                  <a:cubicBezTo>
                    <a:pt x="76151" y="19038"/>
                    <a:pt x="78871" y="16318"/>
                    <a:pt x="81590" y="13598"/>
                  </a:cubicBezTo>
                  <a:cubicBezTo>
                    <a:pt x="84310" y="10879"/>
                    <a:pt x="92469" y="5439"/>
                    <a:pt x="97908" y="5439"/>
                  </a:cubicBezTo>
                  <a:cubicBezTo>
                    <a:pt x="103347" y="2720"/>
                    <a:pt x="108787" y="0"/>
                    <a:pt x="114226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31962D74-2F87-28C7-DF7E-DB9C47E4499A}"/>
                </a:ext>
              </a:extLst>
            </p:cNvPr>
            <p:cNvSpPr/>
            <p:nvPr/>
          </p:nvSpPr>
          <p:spPr>
            <a:xfrm>
              <a:off x="7310622" y="4197597"/>
              <a:ext cx="489539" cy="761503"/>
            </a:xfrm>
            <a:custGeom>
              <a:avLst/>
              <a:gdLst>
                <a:gd name="connsiteX0" fmla="*/ 433491 w 489538"/>
                <a:gd name="connsiteY0" fmla="*/ 651063 h 761503"/>
                <a:gd name="connsiteX1" fmla="*/ 438930 w 489538"/>
                <a:gd name="connsiteY1" fmla="*/ 661942 h 761503"/>
                <a:gd name="connsiteX2" fmla="*/ 425332 w 489538"/>
                <a:gd name="connsiteY2" fmla="*/ 683699 h 761503"/>
                <a:gd name="connsiteX3" fmla="*/ 400855 w 489538"/>
                <a:gd name="connsiteY3" fmla="*/ 691858 h 761503"/>
                <a:gd name="connsiteX4" fmla="*/ 343742 w 489538"/>
                <a:gd name="connsiteY4" fmla="*/ 700017 h 761503"/>
                <a:gd name="connsiteX5" fmla="*/ 316546 w 489538"/>
                <a:gd name="connsiteY5" fmla="*/ 705456 h 761503"/>
                <a:gd name="connsiteX6" fmla="*/ 275751 w 489538"/>
                <a:gd name="connsiteY6" fmla="*/ 705456 h 761503"/>
                <a:gd name="connsiteX7" fmla="*/ 264872 w 489538"/>
                <a:gd name="connsiteY7" fmla="*/ 708176 h 761503"/>
                <a:gd name="connsiteX8" fmla="*/ 253994 w 489538"/>
                <a:gd name="connsiteY8" fmla="*/ 708176 h 761503"/>
                <a:gd name="connsiteX9" fmla="*/ 240395 w 489538"/>
                <a:gd name="connsiteY9" fmla="*/ 719054 h 761503"/>
                <a:gd name="connsiteX10" fmla="*/ 224077 w 489538"/>
                <a:gd name="connsiteY10" fmla="*/ 721774 h 761503"/>
                <a:gd name="connsiteX11" fmla="*/ 205040 w 489538"/>
                <a:gd name="connsiteY11" fmla="*/ 724494 h 761503"/>
                <a:gd name="connsiteX12" fmla="*/ 191441 w 489538"/>
                <a:gd name="connsiteY12" fmla="*/ 727213 h 761503"/>
                <a:gd name="connsiteX13" fmla="*/ 169684 w 489538"/>
                <a:gd name="connsiteY13" fmla="*/ 721774 h 761503"/>
                <a:gd name="connsiteX14" fmla="*/ 150646 w 489538"/>
                <a:gd name="connsiteY14" fmla="*/ 708176 h 761503"/>
                <a:gd name="connsiteX15" fmla="*/ 139768 w 489538"/>
                <a:gd name="connsiteY15" fmla="*/ 708176 h 761503"/>
                <a:gd name="connsiteX16" fmla="*/ 120730 w 489538"/>
                <a:gd name="connsiteY16" fmla="*/ 708176 h 761503"/>
                <a:gd name="connsiteX17" fmla="*/ 98973 w 489538"/>
                <a:gd name="connsiteY17" fmla="*/ 708176 h 761503"/>
                <a:gd name="connsiteX18" fmla="*/ 74496 w 489538"/>
                <a:gd name="connsiteY18" fmla="*/ 702736 h 761503"/>
                <a:gd name="connsiteX19" fmla="*/ 58178 w 489538"/>
                <a:gd name="connsiteY19" fmla="*/ 683699 h 761503"/>
                <a:gd name="connsiteX20" fmla="*/ 63617 w 489538"/>
                <a:gd name="connsiteY20" fmla="*/ 675540 h 761503"/>
                <a:gd name="connsiteX21" fmla="*/ 85375 w 489538"/>
                <a:gd name="connsiteY21" fmla="*/ 667381 h 761503"/>
                <a:gd name="connsiteX22" fmla="*/ 128889 w 489538"/>
                <a:gd name="connsiteY22" fmla="*/ 661942 h 761503"/>
                <a:gd name="connsiteX23" fmla="*/ 128889 w 489538"/>
                <a:gd name="connsiteY23" fmla="*/ 602109 h 761503"/>
                <a:gd name="connsiteX24" fmla="*/ 126170 w 489538"/>
                <a:gd name="connsiteY24" fmla="*/ 523239 h 761503"/>
                <a:gd name="connsiteX25" fmla="*/ 126170 w 489538"/>
                <a:gd name="connsiteY25" fmla="*/ 468846 h 761503"/>
                <a:gd name="connsiteX26" fmla="*/ 123450 w 489538"/>
                <a:gd name="connsiteY26" fmla="*/ 409014 h 761503"/>
                <a:gd name="connsiteX27" fmla="*/ 123450 w 489538"/>
                <a:gd name="connsiteY27" fmla="*/ 384537 h 761503"/>
                <a:gd name="connsiteX28" fmla="*/ 126170 w 489538"/>
                <a:gd name="connsiteY28" fmla="*/ 349181 h 761503"/>
                <a:gd name="connsiteX29" fmla="*/ 126170 w 489538"/>
                <a:gd name="connsiteY29" fmla="*/ 324704 h 761503"/>
                <a:gd name="connsiteX30" fmla="*/ 128889 w 489538"/>
                <a:gd name="connsiteY30" fmla="*/ 292068 h 761503"/>
                <a:gd name="connsiteX31" fmla="*/ 134329 w 489538"/>
                <a:gd name="connsiteY31" fmla="*/ 234956 h 761503"/>
                <a:gd name="connsiteX32" fmla="*/ 134329 w 489538"/>
                <a:gd name="connsiteY32" fmla="*/ 172404 h 761503"/>
                <a:gd name="connsiteX33" fmla="*/ 137048 w 489538"/>
                <a:gd name="connsiteY33" fmla="*/ 123450 h 761503"/>
                <a:gd name="connsiteX34" fmla="*/ 123450 w 489538"/>
                <a:gd name="connsiteY34" fmla="*/ 123450 h 761503"/>
                <a:gd name="connsiteX35" fmla="*/ 101693 w 489538"/>
                <a:gd name="connsiteY35" fmla="*/ 123450 h 761503"/>
                <a:gd name="connsiteX36" fmla="*/ 77216 w 489538"/>
                <a:gd name="connsiteY36" fmla="*/ 118011 h 761503"/>
                <a:gd name="connsiteX37" fmla="*/ 60898 w 489538"/>
                <a:gd name="connsiteY37" fmla="*/ 98973 h 761503"/>
                <a:gd name="connsiteX38" fmla="*/ 66337 w 489538"/>
                <a:gd name="connsiteY38" fmla="*/ 90814 h 761503"/>
                <a:gd name="connsiteX39" fmla="*/ 88094 w 489538"/>
                <a:gd name="connsiteY39" fmla="*/ 82655 h 761503"/>
                <a:gd name="connsiteX40" fmla="*/ 145207 w 489538"/>
                <a:gd name="connsiteY40" fmla="*/ 77216 h 761503"/>
                <a:gd name="connsiteX41" fmla="*/ 145207 w 489538"/>
                <a:gd name="connsiteY41" fmla="*/ 77216 h 761503"/>
                <a:gd name="connsiteX42" fmla="*/ 153366 w 489538"/>
                <a:gd name="connsiteY42" fmla="*/ 69057 h 761503"/>
                <a:gd name="connsiteX43" fmla="*/ 177843 w 489538"/>
                <a:gd name="connsiteY43" fmla="*/ 60898 h 761503"/>
                <a:gd name="connsiteX44" fmla="*/ 196881 w 489538"/>
                <a:gd name="connsiteY44" fmla="*/ 58178 h 761503"/>
                <a:gd name="connsiteX45" fmla="*/ 205040 w 489538"/>
                <a:gd name="connsiteY45" fmla="*/ 58178 h 761503"/>
                <a:gd name="connsiteX46" fmla="*/ 215919 w 489538"/>
                <a:gd name="connsiteY46" fmla="*/ 63617 h 761503"/>
                <a:gd name="connsiteX47" fmla="*/ 229517 w 489538"/>
                <a:gd name="connsiteY47" fmla="*/ 69057 h 761503"/>
                <a:gd name="connsiteX48" fmla="*/ 256713 w 489538"/>
                <a:gd name="connsiteY48" fmla="*/ 77216 h 761503"/>
                <a:gd name="connsiteX49" fmla="*/ 264872 w 489538"/>
                <a:gd name="connsiteY49" fmla="*/ 77216 h 761503"/>
                <a:gd name="connsiteX50" fmla="*/ 281190 w 489538"/>
                <a:gd name="connsiteY50" fmla="*/ 77216 h 761503"/>
                <a:gd name="connsiteX51" fmla="*/ 330144 w 489538"/>
                <a:gd name="connsiteY51" fmla="*/ 77216 h 761503"/>
                <a:gd name="connsiteX52" fmla="*/ 357341 w 489538"/>
                <a:gd name="connsiteY52" fmla="*/ 79935 h 761503"/>
                <a:gd name="connsiteX53" fmla="*/ 387257 w 489538"/>
                <a:gd name="connsiteY53" fmla="*/ 82655 h 761503"/>
                <a:gd name="connsiteX54" fmla="*/ 406295 w 489538"/>
                <a:gd name="connsiteY54" fmla="*/ 85375 h 761503"/>
                <a:gd name="connsiteX55" fmla="*/ 417173 w 489538"/>
                <a:gd name="connsiteY55" fmla="*/ 79935 h 761503"/>
                <a:gd name="connsiteX56" fmla="*/ 425332 w 489538"/>
                <a:gd name="connsiteY56" fmla="*/ 85375 h 761503"/>
                <a:gd name="connsiteX57" fmla="*/ 433491 w 489538"/>
                <a:gd name="connsiteY57" fmla="*/ 104412 h 761503"/>
                <a:gd name="connsiteX58" fmla="*/ 436211 w 489538"/>
                <a:gd name="connsiteY58" fmla="*/ 137048 h 761503"/>
                <a:gd name="connsiteX59" fmla="*/ 438930 w 489538"/>
                <a:gd name="connsiteY59" fmla="*/ 183282 h 761503"/>
                <a:gd name="connsiteX60" fmla="*/ 422612 w 489538"/>
                <a:gd name="connsiteY60" fmla="*/ 218638 h 761503"/>
                <a:gd name="connsiteX61" fmla="*/ 406295 w 489538"/>
                <a:gd name="connsiteY61" fmla="*/ 213198 h 761503"/>
                <a:gd name="connsiteX62" fmla="*/ 398136 w 489538"/>
                <a:gd name="connsiteY62" fmla="*/ 196881 h 761503"/>
                <a:gd name="connsiteX63" fmla="*/ 395416 w 489538"/>
                <a:gd name="connsiteY63" fmla="*/ 175123 h 761503"/>
                <a:gd name="connsiteX64" fmla="*/ 395416 w 489538"/>
                <a:gd name="connsiteY64" fmla="*/ 153366 h 761503"/>
                <a:gd name="connsiteX65" fmla="*/ 395416 w 489538"/>
                <a:gd name="connsiteY65" fmla="*/ 126170 h 761503"/>
                <a:gd name="connsiteX66" fmla="*/ 370939 w 489538"/>
                <a:gd name="connsiteY66" fmla="*/ 128889 h 761503"/>
                <a:gd name="connsiteX67" fmla="*/ 338303 w 489538"/>
                <a:gd name="connsiteY67" fmla="*/ 131609 h 761503"/>
                <a:gd name="connsiteX68" fmla="*/ 286629 w 489538"/>
                <a:gd name="connsiteY68" fmla="*/ 134328 h 761503"/>
                <a:gd name="connsiteX69" fmla="*/ 273031 w 489538"/>
                <a:gd name="connsiteY69" fmla="*/ 137048 h 761503"/>
                <a:gd name="connsiteX70" fmla="*/ 262153 w 489538"/>
                <a:gd name="connsiteY70" fmla="*/ 142487 h 761503"/>
                <a:gd name="connsiteX71" fmla="*/ 259433 w 489538"/>
                <a:gd name="connsiteY71" fmla="*/ 153366 h 761503"/>
                <a:gd name="connsiteX72" fmla="*/ 262153 w 489538"/>
                <a:gd name="connsiteY72" fmla="*/ 166964 h 761503"/>
                <a:gd name="connsiteX73" fmla="*/ 262153 w 489538"/>
                <a:gd name="connsiteY73" fmla="*/ 196881 h 761503"/>
                <a:gd name="connsiteX74" fmla="*/ 262153 w 489538"/>
                <a:gd name="connsiteY74" fmla="*/ 215918 h 761503"/>
                <a:gd name="connsiteX75" fmla="*/ 262153 w 489538"/>
                <a:gd name="connsiteY75" fmla="*/ 251274 h 761503"/>
                <a:gd name="connsiteX76" fmla="*/ 259433 w 489538"/>
                <a:gd name="connsiteY76" fmla="*/ 278470 h 761503"/>
                <a:gd name="connsiteX77" fmla="*/ 259433 w 489538"/>
                <a:gd name="connsiteY77" fmla="*/ 308386 h 761503"/>
                <a:gd name="connsiteX78" fmla="*/ 259433 w 489538"/>
                <a:gd name="connsiteY78" fmla="*/ 321985 h 761503"/>
                <a:gd name="connsiteX79" fmla="*/ 259433 w 489538"/>
                <a:gd name="connsiteY79" fmla="*/ 332863 h 761503"/>
                <a:gd name="connsiteX80" fmla="*/ 267592 w 489538"/>
                <a:gd name="connsiteY80" fmla="*/ 335583 h 761503"/>
                <a:gd name="connsiteX81" fmla="*/ 281190 w 489538"/>
                <a:gd name="connsiteY81" fmla="*/ 335583 h 761503"/>
                <a:gd name="connsiteX82" fmla="*/ 327424 w 489538"/>
                <a:gd name="connsiteY82" fmla="*/ 338303 h 761503"/>
                <a:gd name="connsiteX83" fmla="*/ 351901 w 489538"/>
                <a:gd name="connsiteY83" fmla="*/ 341022 h 761503"/>
                <a:gd name="connsiteX84" fmla="*/ 351901 w 489538"/>
                <a:gd name="connsiteY84" fmla="*/ 335583 h 761503"/>
                <a:gd name="connsiteX85" fmla="*/ 351901 w 489538"/>
                <a:gd name="connsiteY85" fmla="*/ 313826 h 761503"/>
                <a:gd name="connsiteX86" fmla="*/ 357341 w 489538"/>
                <a:gd name="connsiteY86" fmla="*/ 289349 h 761503"/>
                <a:gd name="connsiteX87" fmla="*/ 373658 w 489538"/>
                <a:gd name="connsiteY87" fmla="*/ 273031 h 761503"/>
                <a:gd name="connsiteX88" fmla="*/ 381817 w 489538"/>
                <a:gd name="connsiteY88" fmla="*/ 278470 h 761503"/>
                <a:gd name="connsiteX89" fmla="*/ 389977 w 489538"/>
                <a:gd name="connsiteY89" fmla="*/ 300228 h 761503"/>
                <a:gd name="connsiteX90" fmla="*/ 395416 w 489538"/>
                <a:gd name="connsiteY90" fmla="*/ 351901 h 761503"/>
                <a:gd name="connsiteX91" fmla="*/ 398136 w 489538"/>
                <a:gd name="connsiteY91" fmla="*/ 409014 h 761503"/>
                <a:gd name="connsiteX92" fmla="*/ 381817 w 489538"/>
                <a:gd name="connsiteY92" fmla="*/ 444369 h 761503"/>
                <a:gd name="connsiteX93" fmla="*/ 365500 w 489538"/>
                <a:gd name="connsiteY93" fmla="*/ 438930 h 761503"/>
                <a:gd name="connsiteX94" fmla="*/ 357341 w 489538"/>
                <a:gd name="connsiteY94" fmla="*/ 422612 h 761503"/>
                <a:gd name="connsiteX95" fmla="*/ 354621 w 489538"/>
                <a:gd name="connsiteY95" fmla="*/ 400855 h 761503"/>
                <a:gd name="connsiteX96" fmla="*/ 354621 w 489538"/>
                <a:gd name="connsiteY96" fmla="*/ 381817 h 761503"/>
                <a:gd name="connsiteX97" fmla="*/ 270312 w 489538"/>
                <a:gd name="connsiteY97" fmla="*/ 381817 h 761503"/>
                <a:gd name="connsiteX98" fmla="*/ 256713 w 489538"/>
                <a:gd name="connsiteY98" fmla="*/ 395415 h 761503"/>
                <a:gd name="connsiteX99" fmla="*/ 253994 w 489538"/>
                <a:gd name="connsiteY99" fmla="*/ 422612 h 761503"/>
                <a:gd name="connsiteX100" fmla="*/ 253994 w 489538"/>
                <a:gd name="connsiteY100" fmla="*/ 433490 h 761503"/>
                <a:gd name="connsiteX101" fmla="*/ 253994 w 489538"/>
                <a:gd name="connsiteY101" fmla="*/ 449809 h 761503"/>
                <a:gd name="connsiteX102" fmla="*/ 256713 w 489538"/>
                <a:gd name="connsiteY102" fmla="*/ 474285 h 761503"/>
                <a:gd name="connsiteX103" fmla="*/ 256713 w 489538"/>
                <a:gd name="connsiteY103" fmla="*/ 496043 h 761503"/>
                <a:gd name="connsiteX104" fmla="*/ 259433 w 489538"/>
                <a:gd name="connsiteY104" fmla="*/ 534118 h 761503"/>
                <a:gd name="connsiteX105" fmla="*/ 259433 w 489538"/>
                <a:gd name="connsiteY105" fmla="*/ 591231 h 761503"/>
                <a:gd name="connsiteX106" fmla="*/ 262153 w 489538"/>
                <a:gd name="connsiteY106" fmla="*/ 618427 h 761503"/>
                <a:gd name="connsiteX107" fmla="*/ 267592 w 489538"/>
                <a:gd name="connsiteY107" fmla="*/ 648343 h 761503"/>
                <a:gd name="connsiteX108" fmla="*/ 292069 w 489538"/>
                <a:gd name="connsiteY108" fmla="*/ 651063 h 761503"/>
                <a:gd name="connsiteX109" fmla="*/ 327424 w 489538"/>
                <a:gd name="connsiteY109" fmla="*/ 651063 h 761503"/>
                <a:gd name="connsiteX110" fmla="*/ 362780 w 489538"/>
                <a:gd name="connsiteY110" fmla="*/ 653783 h 761503"/>
                <a:gd name="connsiteX111" fmla="*/ 395416 w 489538"/>
                <a:gd name="connsiteY111" fmla="*/ 648343 h 761503"/>
                <a:gd name="connsiteX112" fmla="*/ 395416 w 489538"/>
                <a:gd name="connsiteY112" fmla="*/ 618427 h 761503"/>
                <a:gd name="connsiteX113" fmla="*/ 395416 w 489538"/>
                <a:gd name="connsiteY113" fmla="*/ 596670 h 761503"/>
                <a:gd name="connsiteX114" fmla="*/ 398136 w 489538"/>
                <a:gd name="connsiteY114" fmla="*/ 574913 h 761503"/>
                <a:gd name="connsiteX115" fmla="*/ 406295 w 489538"/>
                <a:gd name="connsiteY115" fmla="*/ 558595 h 761503"/>
                <a:gd name="connsiteX116" fmla="*/ 422612 w 489538"/>
                <a:gd name="connsiteY116" fmla="*/ 553155 h 761503"/>
                <a:gd name="connsiteX117" fmla="*/ 438930 w 489538"/>
                <a:gd name="connsiteY117" fmla="*/ 588511 h 761503"/>
                <a:gd name="connsiteX118" fmla="*/ 436211 w 489538"/>
                <a:gd name="connsiteY118" fmla="*/ 645624 h 761503"/>
                <a:gd name="connsiteX119" fmla="*/ 433491 w 489538"/>
                <a:gd name="connsiteY119" fmla="*/ 651063 h 761503"/>
                <a:gd name="connsiteX120" fmla="*/ 433491 w 489538"/>
                <a:gd name="connsiteY120" fmla="*/ 651063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</a:cxnLst>
              <a:rect l="l" t="t" r="r" b="b"/>
              <a:pathLst>
                <a:path w="489538" h="761503">
                  <a:moveTo>
                    <a:pt x="433491" y="651063"/>
                  </a:moveTo>
                  <a:cubicBezTo>
                    <a:pt x="436211" y="653783"/>
                    <a:pt x="438930" y="656502"/>
                    <a:pt x="438930" y="661942"/>
                  </a:cubicBezTo>
                  <a:cubicBezTo>
                    <a:pt x="438930" y="670101"/>
                    <a:pt x="433491" y="678259"/>
                    <a:pt x="425332" y="683699"/>
                  </a:cubicBezTo>
                  <a:cubicBezTo>
                    <a:pt x="417173" y="689138"/>
                    <a:pt x="409014" y="689138"/>
                    <a:pt x="400855" y="691858"/>
                  </a:cubicBezTo>
                  <a:cubicBezTo>
                    <a:pt x="381817" y="694578"/>
                    <a:pt x="362780" y="694578"/>
                    <a:pt x="343742" y="700017"/>
                  </a:cubicBezTo>
                  <a:cubicBezTo>
                    <a:pt x="335583" y="702736"/>
                    <a:pt x="324705" y="702736"/>
                    <a:pt x="316546" y="705456"/>
                  </a:cubicBezTo>
                  <a:cubicBezTo>
                    <a:pt x="308387" y="705456"/>
                    <a:pt x="289349" y="705456"/>
                    <a:pt x="275751" y="705456"/>
                  </a:cubicBezTo>
                  <a:cubicBezTo>
                    <a:pt x="270312" y="705456"/>
                    <a:pt x="267592" y="708176"/>
                    <a:pt x="264872" y="708176"/>
                  </a:cubicBezTo>
                  <a:cubicBezTo>
                    <a:pt x="264872" y="708176"/>
                    <a:pt x="259433" y="708176"/>
                    <a:pt x="253994" y="708176"/>
                  </a:cubicBezTo>
                  <a:cubicBezTo>
                    <a:pt x="251274" y="713615"/>
                    <a:pt x="245835" y="716335"/>
                    <a:pt x="240395" y="719054"/>
                  </a:cubicBezTo>
                  <a:cubicBezTo>
                    <a:pt x="234956" y="721774"/>
                    <a:pt x="229517" y="721774"/>
                    <a:pt x="224077" y="721774"/>
                  </a:cubicBezTo>
                  <a:cubicBezTo>
                    <a:pt x="218638" y="721774"/>
                    <a:pt x="213199" y="724494"/>
                    <a:pt x="205040" y="724494"/>
                  </a:cubicBezTo>
                  <a:cubicBezTo>
                    <a:pt x="202320" y="724494"/>
                    <a:pt x="194161" y="727213"/>
                    <a:pt x="191441" y="727213"/>
                  </a:cubicBezTo>
                  <a:cubicBezTo>
                    <a:pt x="183282" y="727213"/>
                    <a:pt x="172404" y="721774"/>
                    <a:pt x="169684" y="721774"/>
                  </a:cubicBezTo>
                  <a:cubicBezTo>
                    <a:pt x="164245" y="719054"/>
                    <a:pt x="156086" y="713615"/>
                    <a:pt x="150646" y="708176"/>
                  </a:cubicBezTo>
                  <a:cubicBezTo>
                    <a:pt x="145207" y="708176"/>
                    <a:pt x="139768" y="708176"/>
                    <a:pt x="139768" y="708176"/>
                  </a:cubicBezTo>
                  <a:cubicBezTo>
                    <a:pt x="126170" y="708176"/>
                    <a:pt x="137048" y="708176"/>
                    <a:pt x="120730" y="708176"/>
                  </a:cubicBezTo>
                  <a:cubicBezTo>
                    <a:pt x="112571" y="708176"/>
                    <a:pt x="104412" y="708176"/>
                    <a:pt x="98973" y="708176"/>
                  </a:cubicBezTo>
                  <a:cubicBezTo>
                    <a:pt x="90814" y="708176"/>
                    <a:pt x="79936" y="708176"/>
                    <a:pt x="74496" y="702736"/>
                  </a:cubicBezTo>
                  <a:cubicBezTo>
                    <a:pt x="66337" y="700017"/>
                    <a:pt x="58178" y="689138"/>
                    <a:pt x="58178" y="683699"/>
                  </a:cubicBezTo>
                  <a:cubicBezTo>
                    <a:pt x="58178" y="680979"/>
                    <a:pt x="58178" y="678259"/>
                    <a:pt x="63617" y="675540"/>
                  </a:cubicBezTo>
                  <a:cubicBezTo>
                    <a:pt x="69057" y="672820"/>
                    <a:pt x="77216" y="670101"/>
                    <a:pt x="85375" y="667381"/>
                  </a:cubicBezTo>
                  <a:cubicBezTo>
                    <a:pt x="98973" y="664661"/>
                    <a:pt x="115291" y="664661"/>
                    <a:pt x="128889" y="661942"/>
                  </a:cubicBezTo>
                  <a:cubicBezTo>
                    <a:pt x="128889" y="645624"/>
                    <a:pt x="128889" y="623866"/>
                    <a:pt x="128889" y="602109"/>
                  </a:cubicBezTo>
                  <a:cubicBezTo>
                    <a:pt x="128889" y="566754"/>
                    <a:pt x="128889" y="531398"/>
                    <a:pt x="126170" y="523239"/>
                  </a:cubicBezTo>
                  <a:cubicBezTo>
                    <a:pt x="126170" y="517800"/>
                    <a:pt x="126170" y="487884"/>
                    <a:pt x="126170" y="468846"/>
                  </a:cubicBezTo>
                  <a:cubicBezTo>
                    <a:pt x="126170" y="449809"/>
                    <a:pt x="123450" y="430771"/>
                    <a:pt x="123450" y="409014"/>
                  </a:cubicBezTo>
                  <a:cubicBezTo>
                    <a:pt x="123450" y="400855"/>
                    <a:pt x="123450" y="392696"/>
                    <a:pt x="123450" y="384537"/>
                  </a:cubicBezTo>
                  <a:cubicBezTo>
                    <a:pt x="123450" y="373658"/>
                    <a:pt x="126170" y="360060"/>
                    <a:pt x="126170" y="349181"/>
                  </a:cubicBezTo>
                  <a:cubicBezTo>
                    <a:pt x="126170" y="341022"/>
                    <a:pt x="126170" y="332863"/>
                    <a:pt x="126170" y="324704"/>
                  </a:cubicBezTo>
                  <a:cubicBezTo>
                    <a:pt x="126170" y="313826"/>
                    <a:pt x="126170" y="302947"/>
                    <a:pt x="128889" y="292068"/>
                  </a:cubicBezTo>
                  <a:cubicBezTo>
                    <a:pt x="131609" y="273031"/>
                    <a:pt x="134329" y="253993"/>
                    <a:pt x="134329" y="234956"/>
                  </a:cubicBezTo>
                  <a:cubicBezTo>
                    <a:pt x="134329" y="213198"/>
                    <a:pt x="134329" y="191441"/>
                    <a:pt x="134329" y="172404"/>
                  </a:cubicBezTo>
                  <a:cubicBezTo>
                    <a:pt x="134329" y="156086"/>
                    <a:pt x="134329" y="139768"/>
                    <a:pt x="137048" y="123450"/>
                  </a:cubicBezTo>
                  <a:cubicBezTo>
                    <a:pt x="131609" y="123450"/>
                    <a:pt x="134329" y="123450"/>
                    <a:pt x="123450" y="123450"/>
                  </a:cubicBezTo>
                  <a:cubicBezTo>
                    <a:pt x="115291" y="123450"/>
                    <a:pt x="107132" y="123450"/>
                    <a:pt x="101693" y="123450"/>
                  </a:cubicBezTo>
                  <a:cubicBezTo>
                    <a:pt x="93534" y="123450"/>
                    <a:pt x="82655" y="123450"/>
                    <a:pt x="77216" y="118011"/>
                  </a:cubicBezTo>
                  <a:cubicBezTo>
                    <a:pt x="69057" y="115291"/>
                    <a:pt x="60898" y="101693"/>
                    <a:pt x="60898" y="98973"/>
                  </a:cubicBezTo>
                  <a:cubicBezTo>
                    <a:pt x="60898" y="96253"/>
                    <a:pt x="60898" y="93534"/>
                    <a:pt x="66337" y="90814"/>
                  </a:cubicBezTo>
                  <a:cubicBezTo>
                    <a:pt x="71777" y="88094"/>
                    <a:pt x="79936" y="85375"/>
                    <a:pt x="88094" y="82655"/>
                  </a:cubicBezTo>
                  <a:cubicBezTo>
                    <a:pt x="104412" y="79935"/>
                    <a:pt x="131609" y="77216"/>
                    <a:pt x="145207" y="77216"/>
                  </a:cubicBezTo>
                  <a:cubicBezTo>
                    <a:pt x="145207" y="77216"/>
                    <a:pt x="145207" y="77216"/>
                    <a:pt x="145207" y="77216"/>
                  </a:cubicBezTo>
                  <a:cubicBezTo>
                    <a:pt x="145207" y="74496"/>
                    <a:pt x="150646" y="71776"/>
                    <a:pt x="153366" y="69057"/>
                  </a:cubicBezTo>
                  <a:cubicBezTo>
                    <a:pt x="161525" y="63617"/>
                    <a:pt x="169684" y="63617"/>
                    <a:pt x="177843" y="60898"/>
                  </a:cubicBezTo>
                  <a:cubicBezTo>
                    <a:pt x="183282" y="58178"/>
                    <a:pt x="191441" y="58178"/>
                    <a:pt x="196881" y="58178"/>
                  </a:cubicBezTo>
                  <a:cubicBezTo>
                    <a:pt x="199600" y="58178"/>
                    <a:pt x="202320" y="58178"/>
                    <a:pt x="205040" y="58178"/>
                  </a:cubicBezTo>
                  <a:cubicBezTo>
                    <a:pt x="207759" y="58178"/>
                    <a:pt x="213199" y="60898"/>
                    <a:pt x="215919" y="63617"/>
                  </a:cubicBezTo>
                  <a:cubicBezTo>
                    <a:pt x="221358" y="66337"/>
                    <a:pt x="224077" y="66337"/>
                    <a:pt x="229517" y="69057"/>
                  </a:cubicBezTo>
                  <a:cubicBezTo>
                    <a:pt x="237675" y="71776"/>
                    <a:pt x="245835" y="77216"/>
                    <a:pt x="256713" y="77216"/>
                  </a:cubicBezTo>
                  <a:cubicBezTo>
                    <a:pt x="259433" y="77216"/>
                    <a:pt x="262153" y="77216"/>
                    <a:pt x="264872" y="77216"/>
                  </a:cubicBezTo>
                  <a:cubicBezTo>
                    <a:pt x="270312" y="77216"/>
                    <a:pt x="275751" y="77216"/>
                    <a:pt x="281190" y="77216"/>
                  </a:cubicBezTo>
                  <a:cubicBezTo>
                    <a:pt x="292069" y="77216"/>
                    <a:pt x="321985" y="77216"/>
                    <a:pt x="330144" y="77216"/>
                  </a:cubicBezTo>
                  <a:cubicBezTo>
                    <a:pt x="338303" y="77216"/>
                    <a:pt x="349182" y="77216"/>
                    <a:pt x="357341" y="79935"/>
                  </a:cubicBezTo>
                  <a:cubicBezTo>
                    <a:pt x="368219" y="79935"/>
                    <a:pt x="379098" y="82655"/>
                    <a:pt x="387257" y="82655"/>
                  </a:cubicBezTo>
                  <a:cubicBezTo>
                    <a:pt x="392696" y="82655"/>
                    <a:pt x="400855" y="85375"/>
                    <a:pt x="406295" y="85375"/>
                  </a:cubicBezTo>
                  <a:cubicBezTo>
                    <a:pt x="409014" y="82655"/>
                    <a:pt x="414453" y="79935"/>
                    <a:pt x="417173" y="79935"/>
                  </a:cubicBezTo>
                  <a:cubicBezTo>
                    <a:pt x="419893" y="79935"/>
                    <a:pt x="422612" y="79935"/>
                    <a:pt x="425332" y="85375"/>
                  </a:cubicBezTo>
                  <a:cubicBezTo>
                    <a:pt x="428052" y="90814"/>
                    <a:pt x="433491" y="98973"/>
                    <a:pt x="433491" y="104412"/>
                  </a:cubicBezTo>
                  <a:cubicBezTo>
                    <a:pt x="436211" y="131609"/>
                    <a:pt x="436211" y="120730"/>
                    <a:pt x="436211" y="137048"/>
                  </a:cubicBezTo>
                  <a:cubicBezTo>
                    <a:pt x="438930" y="158805"/>
                    <a:pt x="438930" y="158805"/>
                    <a:pt x="438930" y="183282"/>
                  </a:cubicBezTo>
                  <a:cubicBezTo>
                    <a:pt x="438930" y="194161"/>
                    <a:pt x="438930" y="218638"/>
                    <a:pt x="422612" y="218638"/>
                  </a:cubicBezTo>
                  <a:cubicBezTo>
                    <a:pt x="414453" y="218638"/>
                    <a:pt x="411734" y="215918"/>
                    <a:pt x="406295" y="213198"/>
                  </a:cubicBezTo>
                  <a:cubicBezTo>
                    <a:pt x="400855" y="210479"/>
                    <a:pt x="398136" y="202320"/>
                    <a:pt x="398136" y="196881"/>
                  </a:cubicBezTo>
                  <a:cubicBezTo>
                    <a:pt x="395416" y="188722"/>
                    <a:pt x="395416" y="183282"/>
                    <a:pt x="395416" y="175123"/>
                  </a:cubicBezTo>
                  <a:cubicBezTo>
                    <a:pt x="395416" y="169684"/>
                    <a:pt x="395416" y="164245"/>
                    <a:pt x="395416" y="153366"/>
                  </a:cubicBezTo>
                  <a:cubicBezTo>
                    <a:pt x="395416" y="145207"/>
                    <a:pt x="395416" y="134328"/>
                    <a:pt x="395416" y="126170"/>
                  </a:cubicBezTo>
                  <a:cubicBezTo>
                    <a:pt x="387257" y="128889"/>
                    <a:pt x="379098" y="128889"/>
                    <a:pt x="370939" y="128889"/>
                  </a:cubicBezTo>
                  <a:cubicBezTo>
                    <a:pt x="360060" y="128889"/>
                    <a:pt x="349182" y="128889"/>
                    <a:pt x="338303" y="131609"/>
                  </a:cubicBezTo>
                  <a:cubicBezTo>
                    <a:pt x="327424" y="131609"/>
                    <a:pt x="319265" y="134328"/>
                    <a:pt x="286629" y="134328"/>
                  </a:cubicBezTo>
                  <a:cubicBezTo>
                    <a:pt x="281190" y="134328"/>
                    <a:pt x="278470" y="134328"/>
                    <a:pt x="273031" y="137048"/>
                  </a:cubicBezTo>
                  <a:cubicBezTo>
                    <a:pt x="270312" y="137048"/>
                    <a:pt x="264872" y="137048"/>
                    <a:pt x="262153" y="142487"/>
                  </a:cubicBezTo>
                  <a:cubicBezTo>
                    <a:pt x="259433" y="145207"/>
                    <a:pt x="259433" y="150647"/>
                    <a:pt x="259433" y="153366"/>
                  </a:cubicBezTo>
                  <a:cubicBezTo>
                    <a:pt x="259433" y="158805"/>
                    <a:pt x="259433" y="164245"/>
                    <a:pt x="262153" y="166964"/>
                  </a:cubicBezTo>
                  <a:cubicBezTo>
                    <a:pt x="262153" y="177843"/>
                    <a:pt x="262153" y="186002"/>
                    <a:pt x="262153" y="196881"/>
                  </a:cubicBezTo>
                  <a:cubicBezTo>
                    <a:pt x="262153" y="202320"/>
                    <a:pt x="262153" y="210479"/>
                    <a:pt x="262153" y="215918"/>
                  </a:cubicBezTo>
                  <a:cubicBezTo>
                    <a:pt x="262153" y="229516"/>
                    <a:pt x="262153" y="240395"/>
                    <a:pt x="262153" y="251274"/>
                  </a:cubicBezTo>
                  <a:cubicBezTo>
                    <a:pt x="262153" y="259433"/>
                    <a:pt x="259433" y="270311"/>
                    <a:pt x="259433" y="278470"/>
                  </a:cubicBezTo>
                  <a:cubicBezTo>
                    <a:pt x="259433" y="289349"/>
                    <a:pt x="259433" y="297508"/>
                    <a:pt x="259433" y="308386"/>
                  </a:cubicBezTo>
                  <a:cubicBezTo>
                    <a:pt x="259433" y="313826"/>
                    <a:pt x="259433" y="319265"/>
                    <a:pt x="259433" y="321985"/>
                  </a:cubicBezTo>
                  <a:cubicBezTo>
                    <a:pt x="259433" y="324704"/>
                    <a:pt x="259433" y="330144"/>
                    <a:pt x="259433" y="332863"/>
                  </a:cubicBezTo>
                  <a:cubicBezTo>
                    <a:pt x="262153" y="335583"/>
                    <a:pt x="264872" y="335583"/>
                    <a:pt x="267592" y="335583"/>
                  </a:cubicBezTo>
                  <a:cubicBezTo>
                    <a:pt x="273031" y="335583"/>
                    <a:pt x="275751" y="335583"/>
                    <a:pt x="281190" y="335583"/>
                  </a:cubicBezTo>
                  <a:cubicBezTo>
                    <a:pt x="311107" y="335583"/>
                    <a:pt x="319265" y="335583"/>
                    <a:pt x="327424" y="338303"/>
                  </a:cubicBezTo>
                  <a:cubicBezTo>
                    <a:pt x="335583" y="341022"/>
                    <a:pt x="343742" y="341022"/>
                    <a:pt x="351901" y="341022"/>
                  </a:cubicBezTo>
                  <a:cubicBezTo>
                    <a:pt x="351901" y="338303"/>
                    <a:pt x="351901" y="338303"/>
                    <a:pt x="351901" y="335583"/>
                  </a:cubicBezTo>
                  <a:cubicBezTo>
                    <a:pt x="351901" y="327424"/>
                    <a:pt x="351901" y="319265"/>
                    <a:pt x="351901" y="313826"/>
                  </a:cubicBezTo>
                  <a:cubicBezTo>
                    <a:pt x="351901" y="305667"/>
                    <a:pt x="351901" y="294788"/>
                    <a:pt x="357341" y="289349"/>
                  </a:cubicBezTo>
                  <a:cubicBezTo>
                    <a:pt x="360060" y="281190"/>
                    <a:pt x="368219" y="273031"/>
                    <a:pt x="373658" y="273031"/>
                  </a:cubicBezTo>
                  <a:cubicBezTo>
                    <a:pt x="376378" y="273031"/>
                    <a:pt x="379098" y="273031"/>
                    <a:pt x="381817" y="278470"/>
                  </a:cubicBezTo>
                  <a:cubicBezTo>
                    <a:pt x="384537" y="283909"/>
                    <a:pt x="387257" y="292068"/>
                    <a:pt x="389977" y="300228"/>
                  </a:cubicBezTo>
                  <a:cubicBezTo>
                    <a:pt x="392696" y="316545"/>
                    <a:pt x="392696" y="335583"/>
                    <a:pt x="395416" y="351901"/>
                  </a:cubicBezTo>
                  <a:cubicBezTo>
                    <a:pt x="398136" y="373658"/>
                    <a:pt x="398136" y="384537"/>
                    <a:pt x="398136" y="409014"/>
                  </a:cubicBezTo>
                  <a:cubicBezTo>
                    <a:pt x="398136" y="422612"/>
                    <a:pt x="398136" y="444369"/>
                    <a:pt x="381817" y="444369"/>
                  </a:cubicBezTo>
                  <a:cubicBezTo>
                    <a:pt x="373658" y="444369"/>
                    <a:pt x="370939" y="441650"/>
                    <a:pt x="365500" y="438930"/>
                  </a:cubicBezTo>
                  <a:cubicBezTo>
                    <a:pt x="360060" y="436210"/>
                    <a:pt x="357341" y="428051"/>
                    <a:pt x="357341" y="422612"/>
                  </a:cubicBezTo>
                  <a:cubicBezTo>
                    <a:pt x="354621" y="414453"/>
                    <a:pt x="354621" y="409014"/>
                    <a:pt x="354621" y="400855"/>
                  </a:cubicBezTo>
                  <a:cubicBezTo>
                    <a:pt x="354621" y="395415"/>
                    <a:pt x="354621" y="389976"/>
                    <a:pt x="354621" y="381817"/>
                  </a:cubicBezTo>
                  <a:cubicBezTo>
                    <a:pt x="335583" y="381817"/>
                    <a:pt x="308387" y="384537"/>
                    <a:pt x="270312" y="381817"/>
                  </a:cubicBezTo>
                  <a:cubicBezTo>
                    <a:pt x="262153" y="381817"/>
                    <a:pt x="256713" y="387256"/>
                    <a:pt x="256713" y="395415"/>
                  </a:cubicBezTo>
                  <a:cubicBezTo>
                    <a:pt x="256713" y="403574"/>
                    <a:pt x="256713" y="414453"/>
                    <a:pt x="253994" y="422612"/>
                  </a:cubicBezTo>
                  <a:cubicBezTo>
                    <a:pt x="253994" y="425332"/>
                    <a:pt x="253994" y="430771"/>
                    <a:pt x="253994" y="433490"/>
                  </a:cubicBezTo>
                  <a:cubicBezTo>
                    <a:pt x="253994" y="438930"/>
                    <a:pt x="253994" y="444369"/>
                    <a:pt x="253994" y="449809"/>
                  </a:cubicBezTo>
                  <a:cubicBezTo>
                    <a:pt x="253994" y="457967"/>
                    <a:pt x="256713" y="466126"/>
                    <a:pt x="256713" y="474285"/>
                  </a:cubicBezTo>
                  <a:cubicBezTo>
                    <a:pt x="256713" y="482444"/>
                    <a:pt x="256713" y="490603"/>
                    <a:pt x="256713" y="496043"/>
                  </a:cubicBezTo>
                  <a:cubicBezTo>
                    <a:pt x="256713" y="509641"/>
                    <a:pt x="259433" y="520520"/>
                    <a:pt x="259433" y="534118"/>
                  </a:cubicBezTo>
                  <a:cubicBezTo>
                    <a:pt x="259433" y="553155"/>
                    <a:pt x="259433" y="572193"/>
                    <a:pt x="259433" y="591231"/>
                  </a:cubicBezTo>
                  <a:cubicBezTo>
                    <a:pt x="259433" y="602109"/>
                    <a:pt x="262153" y="610268"/>
                    <a:pt x="262153" y="618427"/>
                  </a:cubicBezTo>
                  <a:cubicBezTo>
                    <a:pt x="264872" y="626586"/>
                    <a:pt x="262153" y="642904"/>
                    <a:pt x="267592" y="648343"/>
                  </a:cubicBezTo>
                  <a:cubicBezTo>
                    <a:pt x="270312" y="651063"/>
                    <a:pt x="275751" y="651063"/>
                    <a:pt x="292069" y="651063"/>
                  </a:cubicBezTo>
                  <a:cubicBezTo>
                    <a:pt x="305667" y="651063"/>
                    <a:pt x="319265" y="651063"/>
                    <a:pt x="327424" y="651063"/>
                  </a:cubicBezTo>
                  <a:cubicBezTo>
                    <a:pt x="338303" y="651063"/>
                    <a:pt x="351901" y="653783"/>
                    <a:pt x="362780" y="653783"/>
                  </a:cubicBezTo>
                  <a:cubicBezTo>
                    <a:pt x="376378" y="653783"/>
                    <a:pt x="384537" y="651063"/>
                    <a:pt x="395416" y="648343"/>
                  </a:cubicBezTo>
                  <a:cubicBezTo>
                    <a:pt x="395416" y="637465"/>
                    <a:pt x="395416" y="629306"/>
                    <a:pt x="395416" y="618427"/>
                  </a:cubicBezTo>
                  <a:cubicBezTo>
                    <a:pt x="395416" y="610268"/>
                    <a:pt x="395416" y="602109"/>
                    <a:pt x="395416" y="596670"/>
                  </a:cubicBezTo>
                  <a:cubicBezTo>
                    <a:pt x="395416" y="591231"/>
                    <a:pt x="395416" y="585791"/>
                    <a:pt x="398136" y="574913"/>
                  </a:cubicBezTo>
                  <a:cubicBezTo>
                    <a:pt x="400855" y="569473"/>
                    <a:pt x="400855" y="564034"/>
                    <a:pt x="406295" y="558595"/>
                  </a:cubicBezTo>
                  <a:cubicBezTo>
                    <a:pt x="411734" y="553155"/>
                    <a:pt x="414453" y="553155"/>
                    <a:pt x="422612" y="553155"/>
                  </a:cubicBezTo>
                  <a:cubicBezTo>
                    <a:pt x="436211" y="553155"/>
                    <a:pt x="438930" y="577632"/>
                    <a:pt x="438930" y="588511"/>
                  </a:cubicBezTo>
                  <a:cubicBezTo>
                    <a:pt x="438930" y="612988"/>
                    <a:pt x="438930" y="623866"/>
                    <a:pt x="436211" y="645624"/>
                  </a:cubicBezTo>
                  <a:cubicBezTo>
                    <a:pt x="433491" y="648343"/>
                    <a:pt x="433491" y="648343"/>
                    <a:pt x="433491" y="651063"/>
                  </a:cubicBezTo>
                  <a:lnTo>
                    <a:pt x="433491" y="651063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BE877547-39AE-C94D-AECE-B227742121CD}"/>
                </a:ext>
              </a:extLst>
            </p:cNvPr>
            <p:cNvSpPr/>
            <p:nvPr/>
          </p:nvSpPr>
          <p:spPr>
            <a:xfrm>
              <a:off x="7912732" y="4250336"/>
              <a:ext cx="465062" cy="658157"/>
            </a:xfrm>
            <a:custGeom>
              <a:avLst/>
              <a:gdLst>
                <a:gd name="connsiteX0" fmla="*/ 193096 w 465062"/>
                <a:gd name="connsiteY0" fmla="*/ 59832 h 658157"/>
                <a:gd name="connsiteX1" fmla="*/ 193096 w 465062"/>
                <a:gd name="connsiteY1" fmla="*/ 114226 h 658157"/>
                <a:gd name="connsiteX2" fmla="*/ 198536 w 465062"/>
                <a:gd name="connsiteY2" fmla="*/ 209414 h 658157"/>
                <a:gd name="connsiteX3" fmla="*/ 201255 w 465062"/>
                <a:gd name="connsiteY3" fmla="*/ 282845 h 658157"/>
                <a:gd name="connsiteX4" fmla="*/ 203975 w 465062"/>
                <a:gd name="connsiteY4" fmla="*/ 315481 h 658157"/>
                <a:gd name="connsiteX5" fmla="*/ 203975 w 465062"/>
                <a:gd name="connsiteY5" fmla="*/ 320920 h 658157"/>
                <a:gd name="connsiteX6" fmla="*/ 212134 w 465062"/>
                <a:gd name="connsiteY6" fmla="*/ 329079 h 658157"/>
                <a:gd name="connsiteX7" fmla="*/ 223013 w 465062"/>
                <a:gd name="connsiteY7" fmla="*/ 329079 h 658157"/>
                <a:gd name="connsiteX8" fmla="*/ 239331 w 465062"/>
                <a:gd name="connsiteY8" fmla="*/ 329079 h 658157"/>
                <a:gd name="connsiteX9" fmla="*/ 280126 w 465062"/>
                <a:gd name="connsiteY9" fmla="*/ 312761 h 658157"/>
                <a:gd name="connsiteX10" fmla="*/ 296443 w 465062"/>
                <a:gd name="connsiteY10" fmla="*/ 288284 h 658157"/>
                <a:gd name="connsiteX11" fmla="*/ 304602 w 465062"/>
                <a:gd name="connsiteY11" fmla="*/ 258368 h 658157"/>
                <a:gd name="connsiteX12" fmla="*/ 312761 w 465062"/>
                <a:gd name="connsiteY12" fmla="*/ 225732 h 658157"/>
                <a:gd name="connsiteX13" fmla="*/ 315481 w 465062"/>
                <a:gd name="connsiteY13" fmla="*/ 195816 h 658157"/>
                <a:gd name="connsiteX14" fmla="*/ 318201 w 465062"/>
                <a:gd name="connsiteY14" fmla="*/ 168619 h 658157"/>
                <a:gd name="connsiteX15" fmla="*/ 312761 w 465062"/>
                <a:gd name="connsiteY15" fmla="*/ 135983 h 658157"/>
                <a:gd name="connsiteX16" fmla="*/ 312761 w 465062"/>
                <a:gd name="connsiteY16" fmla="*/ 122385 h 658157"/>
                <a:gd name="connsiteX17" fmla="*/ 293724 w 465062"/>
                <a:gd name="connsiteY17" fmla="*/ 84309 h 658157"/>
                <a:gd name="connsiteX18" fmla="*/ 280126 w 465062"/>
                <a:gd name="connsiteY18" fmla="*/ 73430 h 658157"/>
                <a:gd name="connsiteX19" fmla="*/ 258368 w 465062"/>
                <a:gd name="connsiteY19" fmla="*/ 62552 h 658157"/>
                <a:gd name="connsiteX20" fmla="*/ 217573 w 465062"/>
                <a:gd name="connsiteY20" fmla="*/ 59832 h 658157"/>
                <a:gd name="connsiteX21" fmla="*/ 111506 w 465062"/>
                <a:gd name="connsiteY21" fmla="*/ 0 h 658157"/>
                <a:gd name="connsiteX22" fmla="*/ 127824 w 465062"/>
                <a:gd name="connsiteY22" fmla="*/ 0 h 658157"/>
                <a:gd name="connsiteX23" fmla="*/ 157741 w 465062"/>
                <a:gd name="connsiteY23" fmla="*/ 5440 h 658157"/>
                <a:gd name="connsiteX24" fmla="*/ 179497 w 465062"/>
                <a:gd name="connsiteY24" fmla="*/ 16318 h 658157"/>
                <a:gd name="connsiteX25" fmla="*/ 209414 w 465062"/>
                <a:gd name="connsiteY25" fmla="*/ 16318 h 658157"/>
                <a:gd name="connsiteX26" fmla="*/ 247489 w 465062"/>
                <a:gd name="connsiteY26" fmla="*/ 16318 h 658157"/>
                <a:gd name="connsiteX27" fmla="*/ 266527 w 465062"/>
                <a:gd name="connsiteY27" fmla="*/ 16318 h 658157"/>
                <a:gd name="connsiteX28" fmla="*/ 312761 w 465062"/>
                <a:gd name="connsiteY28" fmla="*/ 27197 h 658157"/>
                <a:gd name="connsiteX29" fmla="*/ 337238 w 465062"/>
                <a:gd name="connsiteY29" fmla="*/ 38075 h 658157"/>
                <a:gd name="connsiteX30" fmla="*/ 364434 w 465062"/>
                <a:gd name="connsiteY30" fmla="*/ 54393 h 658157"/>
                <a:gd name="connsiteX31" fmla="*/ 386192 w 465062"/>
                <a:gd name="connsiteY31" fmla="*/ 73431 h 658157"/>
                <a:gd name="connsiteX32" fmla="*/ 407949 w 465062"/>
                <a:gd name="connsiteY32" fmla="*/ 103347 h 658157"/>
                <a:gd name="connsiteX33" fmla="*/ 416108 w 465062"/>
                <a:gd name="connsiteY33" fmla="*/ 141422 h 658157"/>
                <a:gd name="connsiteX34" fmla="*/ 418828 w 465062"/>
                <a:gd name="connsiteY34" fmla="*/ 163179 h 658157"/>
                <a:gd name="connsiteX35" fmla="*/ 418828 w 465062"/>
                <a:gd name="connsiteY35" fmla="*/ 171339 h 658157"/>
                <a:gd name="connsiteX36" fmla="*/ 421547 w 465062"/>
                <a:gd name="connsiteY36" fmla="*/ 187656 h 658157"/>
                <a:gd name="connsiteX37" fmla="*/ 418828 w 465062"/>
                <a:gd name="connsiteY37" fmla="*/ 206694 h 658157"/>
                <a:gd name="connsiteX38" fmla="*/ 416108 w 465062"/>
                <a:gd name="connsiteY38" fmla="*/ 233891 h 658157"/>
                <a:gd name="connsiteX39" fmla="*/ 405229 w 465062"/>
                <a:gd name="connsiteY39" fmla="*/ 263807 h 658157"/>
                <a:gd name="connsiteX40" fmla="*/ 394351 w 465062"/>
                <a:gd name="connsiteY40" fmla="*/ 274686 h 658157"/>
                <a:gd name="connsiteX41" fmla="*/ 388912 w 465062"/>
                <a:gd name="connsiteY41" fmla="*/ 285564 h 658157"/>
                <a:gd name="connsiteX42" fmla="*/ 369874 w 465062"/>
                <a:gd name="connsiteY42" fmla="*/ 304602 h 658157"/>
                <a:gd name="connsiteX43" fmla="*/ 358995 w 465062"/>
                <a:gd name="connsiteY43" fmla="*/ 310041 h 658157"/>
                <a:gd name="connsiteX44" fmla="*/ 348117 w 465062"/>
                <a:gd name="connsiteY44" fmla="*/ 320920 h 658157"/>
                <a:gd name="connsiteX45" fmla="*/ 326359 w 465062"/>
                <a:gd name="connsiteY45" fmla="*/ 339957 h 658157"/>
                <a:gd name="connsiteX46" fmla="*/ 312761 w 465062"/>
                <a:gd name="connsiteY46" fmla="*/ 353555 h 658157"/>
                <a:gd name="connsiteX47" fmla="*/ 337238 w 465062"/>
                <a:gd name="connsiteY47" fmla="*/ 380752 h 658157"/>
                <a:gd name="connsiteX48" fmla="*/ 358995 w 465062"/>
                <a:gd name="connsiteY48" fmla="*/ 421547 h 658157"/>
                <a:gd name="connsiteX49" fmla="*/ 372593 w 465062"/>
                <a:gd name="connsiteY49" fmla="*/ 459622 h 658157"/>
                <a:gd name="connsiteX50" fmla="*/ 386192 w 465062"/>
                <a:gd name="connsiteY50" fmla="*/ 514015 h 658157"/>
                <a:gd name="connsiteX51" fmla="*/ 407949 w 465062"/>
                <a:gd name="connsiteY51" fmla="*/ 568408 h 658157"/>
                <a:gd name="connsiteX52" fmla="*/ 421547 w 465062"/>
                <a:gd name="connsiteY52" fmla="*/ 598324 h 658157"/>
                <a:gd name="connsiteX53" fmla="*/ 451463 w 465062"/>
                <a:gd name="connsiteY53" fmla="*/ 628241 h 658157"/>
                <a:gd name="connsiteX54" fmla="*/ 465062 w 465062"/>
                <a:gd name="connsiteY54" fmla="*/ 644559 h 658157"/>
                <a:gd name="connsiteX55" fmla="*/ 462342 w 465062"/>
                <a:gd name="connsiteY55" fmla="*/ 649998 h 658157"/>
                <a:gd name="connsiteX56" fmla="*/ 437865 w 465062"/>
                <a:gd name="connsiteY56" fmla="*/ 658157 h 658157"/>
                <a:gd name="connsiteX57" fmla="*/ 361715 w 465062"/>
                <a:gd name="connsiteY57" fmla="*/ 622801 h 658157"/>
                <a:gd name="connsiteX58" fmla="*/ 320920 w 465062"/>
                <a:gd name="connsiteY58" fmla="*/ 565689 h 658157"/>
                <a:gd name="connsiteX59" fmla="*/ 304602 w 465062"/>
                <a:gd name="connsiteY59" fmla="*/ 530333 h 658157"/>
                <a:gd name="connsiteX60" fmla="*/ 293723 w 465062"/>
                <a:gd name="connsiteY60" fmla="*/ 497697 h 658157"/>
                <a:gd name="connsiteX61" fmla="*/ 282845 w 465062"/>
                <a:gd name="connsiteY61" fmla="*/ 462342 h 658157"/>
                <a:gd name="connsiteX62" fmla="*/ 269246 w 465062"/>
                <a:gd name="connsiteY62" fmla="*/ 424267 h 658157"/>
                <a:gd name="connsiteX63" fmla="*/ 255648 w 465062"/>
                <a:gd name="connsiteY63" fmla="*/ 391631 h 658157"/>
                <a:gd name="connsiteX64" fmla="*/ 236610 w 465062"/>
                <a:gd name="connsiteY64" fmla="*/ 367154 h 658157"/>
                <a:gd name="connsiteX65" fmla="*/ 217573 w 465062"/>
                <a:gd name="connsiteY65" fmla="*/ 361714 h 658157"/>
                <a:gd name="connsiteX66" fmla="*/ 201255 w 465062"/>
                <a:gd name="connsiteY66" fmla="*/ 361714 h 658157"/>
                <a:gd name="connsiteX67" fmla="*/ 198535 w 465062"/>
                <a:gd name="connsiteY67" fmla="*/ 367154 h 658157"/>
                <a:gd name="connsiteX68" fmla="*/ 201255 w 465062"/>
                <a:gd name="connsiteY68" fmla="*/ 388911 h 658157"/>
                <a:gd name="connsiteX69" fmla="*/ 198535 w 465062"/>
                <a:gd name="connsiteY69" fmla="*/ 426986 h 658157"/>
                <a:gd name="connsiteX70" fmla="*/ 203975 w 465062"/>
                <a:gd name="connsiteY70" fmla="*/ 478660 h 658157"/>
                <a:gd name="connsiteX71" fmla="*/ 198535 w 465062"/>
                <a:gd name="connsiteY71" fmla="*/ 552090 h 658157"/>
                <a:gd name="connsiteX72" fmla="*/ 195816 w 465062"/>
                <a:gd name="connsiteY72" fmla="*/ 576567 h 658157"/>
                <a:gd name="connsiteX73" fmla="*/ 198535 w 465062"/>
                <a:gd name="connsiteY73" fmla="*/ 592885 h 658157"/>
                <a:gd name="connsiteX74" fmla="*/ 233891 w 465062"/>
                <a:gd name="connsiteY74" fmla="*/ 592885 h 658157"/>
                <a:gd name="connsiteX75" fmla="*/ 271966 w 465062"/>
                <a:gd name="connsiteY75" fmla="*/ 611923 h 658157"/>
                <a:gd name="connsiteX76" fmla="*/ 266527 w 465062"/>
                <a:gd name="connsiteY76" fmla="*/ 628241 h 658157"/>
                <a:gd name="connsiteX77" fmla="*/ 250209 w 465062"/>
                <a:gd name="connsiteY77" fmla="*/ 636400 h 658157"/>
                <a:gd name="connsiteX78" fmla="*/ 228451 w 465062"/>
                <a:gd name="connsiteY78" fmla="*/ 639119 h 658157"/>
                <a:gd name="connsiteX79" fmla="*/ 187657 w 465062"/>
                <a:gd name="connsiteY79" fmla="*/ 639119 h 658157"/>
                <a:gd name="connsiteX80" fmla="*/ 152301 w 465062"/>
                <a:gd name="connsiteY80" fmla="*/ 652717 h 658157"/>
                <a:gd name="connsiteX81" fmla="*/ 133263 w 465062"/>
                <a:gd name="connsiteY81" fmla="*/ 655437 h 658157"/>
                <a:gd name="connsiteX82" fmla="*/ 122385 w 465062"/>
                <a:gd name="connsiteY82" fmla="*/ 652717 h 658157"/>
                <a:gd name="connsiteX83" fmla="*/ 97908 w 465062"/>
                <a:gd name="connsiteY83" fmla="*/ 639119 h 658157"/>
                <a:gd name="connsiteX84" fmla="*/ 70711 w 465062"/>
                <a:gd name="connsiteY84" fmla="*/ 639119 h 658157"/>
                <a:gd name="connsiteX85" fmla="*/ 46234 w 465062"/>
                <a:gd name="connsiteY85" fmla="*/ 639119 h 658157"/>
                <a:gd name="connsiteX86" fmla="*/ 19038 w 465062"/>
                <a:gd name="connsiteY86" fmla="*/ 630960 h 658157"/>
                <a:gd name="connsiteX87" fmla="*/ 2720 w 465062"/>
                <a:gd name="connsiteY87" fmla="*/ 614642 h 658157"/>
                <a:gd name="connsiteX88" fmla="*/ 8159 w 465062"/>
                <a:gd name="connsiteY88" fmla="*/ 606483 h 658157"/>
                <a:gd name="connsiteX89" fmla="*/ 29916 w 465062"/>
                <a:gd name="connsiteY89" fmla="*/ 598324 h 658157"/>
                <a:gd name="connsiteX90" fmla="*/ 76151 w 465062"/>
                <a:gd name="connsiteY90" fmla="*/ 592885 h 658157"/>
                <a:gd name="connsiteX91" fmla="*/ 73431 w 465062"/>
                <a:gd name="connsiteY91" fmla="*/ 573848 h 658157"/>
                <a:gd name="connsiteX92" fmla="*/ 70711 w 465062"/>
                <a:gd name="connsiteY92" fmla="*/ 500417 h 658157"/>
                <a:gd name="connsiteX93" fmla="*/ 73431 w 465062"/>
                <a:gd name="connsiteY93" fmla="*/ 437865 h 658157"/>
                <a:gd name="connsiteX94" fmla="*/ 70711 w 465062"/>
                <a:gd name="connsiteY94" fmla="*/ 369873 h 658157"/>
                <a:gd name="connsiteX95" fmla="*/ 70711 w 465062"/>
                <a:gd name="connsiteY95" fmla="*/ 293723 h 658157"/>
                <a:gd name="connsiteX96" fmla="*/ 73431 w 465062"/>
                <a:gd name="connsiteY96" fmla="*/ 212133 h 658157"/>
                <a:gd name="connsiteX97" fmla="*/ 76151 w 465062"/>
                <a:gd name="connsiteY97" fmla="*/ 155021 h 658157"/>
                <a:gd name="connsiteX98" fmla="*/ 76151 w 465062"/>
                <a:gd name="connsiteY98" fmla="*/ 119665 h 658157"/>
                <a:gd name="connsiteX99" fmla="*/ 78870 w 465062"/>
                <a:gd name="connsiteY99" fmla="*/ 84310 h 658157"/>
                <a:gd name="connsiteX100" fmla="*/ 76151 w 465062"/>
                <a:gd name="connsiteY100" fmla="*/ 62552 h 658157"/>
                <a:gd name="connsiteX101" fmla="*/ 67992 w 465062"/>
                <a:gd name="connsiteY101" fmla="*/ 62552 h 658157"/>
                <a:gd name="connsiteX102" fmla="*/ 43515 w 465062"/>
                <a:gd name="connsiteY102" fmla="*/ 62552 h 658157"/>
                <a:gd name="connsiteX103" fmla="*/ 16318 w 465062"/>
                <a:gd name="connsiteY103" fmla="*/ 57113 h 658157"/>
                <a:gd name="connsiteX104" fmla="*/ 0 w 465062"/>
                <a:gd name="connsiteY104" fmla="*/ 40795 h 658157"/>
                <a:gd name="connsiteX105" fmla="*/ 5439 w 465062"/>
                <a:gd name="connsiteY105" fmla="*/ 32636 h 658157"/>
                <a:gd name="connsiteX106" fmla="*/ 27197 w 465062"/>
                <a:gd name="connsiteY106" fmla="*/ 24477 h 658157"/>
                <a:gd name="connsiteX107" fmla="*/ 76151 w 465062"/>
                <a:gd name="connsiteY107" fmla="*/ 19038 h 658157"/>
                <a:gd name="connsiteX108" fmla="*/ 78870 w 465062"/>
                <a:gd name="connsiteY108" fmla="*/ 13598 h 658157"/>
                <a:gd name="connsiteX109" fmla="*/ 95188 w 465062"/>
                <a:gd name="connsiteY109" fmla="*/ 5440 h 658157"/>
                <a:gd name="connsiteX110" fmla="*/ 111506 w 465062"/>
                <a:gd name="connsiteY110" fmla="*/ 0 h 658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</a:cxnLst>
              <a:rect l="l" t="t" r="r" b="b"/>
              <a:pathLst>
                <a:path w="465062" h="658157">
                  <a:moveTo>
                    <a:pt x="193096" y="59832"/>
                  </a:moveTo>
                  <a:cubicBezTo>
                    <a:pt x="193096" y="73430"/>
                    <a:pt x="193096" y="89748"/>
                    <a:pt x="193096" y="114226"/>
                  </a:cubicBezTo>
                  <a:cubicBezTo>
                    <a:pt x="193096" y="144142"/>
                    <a:pt x="195816" y="176778"/>
                    <a:pt x="198536" y="209414"/>
                  </a:cubicBezTo>
                  <a:cubicBezTo>
                    <a:pt x="198536" y="247489"/>
                    <a:pt x="201255" y="277406"/>
                    <a:pt x="201255" y="282845"/>
                  </a:cubicBezTo>
                  <a:cubicBezTo>
                    <a:pt x="201255" y="293723"/>
                    <a:pt x="203975" y="304602"/>
                    <a:pt x="203975" y="315481"/>
                  </a:cubicBezTo>
                  <a:cubicBezTo>
                    <a:pt x="203975" y="318200"/>
                    <a:pt x="203975" y="318200"/>
                    <a:pt x="203975" y="320920"/>
                  </a:cubicBezTo>
                  <a:cubicBezTo>
                    <a:pt x="203975" y="326359"/>
                    <a:pt x="206695" y="329079"/>
                    <a:pt x="212134" y="329079"/>
                  </a:cubicBezTo>
                  <a:cubicBezTo>
                    <a:pt x="214854" y="329079"/>
                    <a:pt x="220293" y="329079"/>
                    <a:pt x="223013" y="329079"/>
                  </a:cubicBezTo>
                  <a:cubicBezTo>
                    <a:pt x="228452" y="329079"/>
                    <a:pt x="233891" y="329079"/>
                    <a:pt x="239331" y="329079"/>
                  </a:cubicBezTo>
                  <a:cubicBezTo>
                    <a:pt x="252929" y="329079"/>
                    <a:pt x="271967" y="323640"/>
                    <a:pt x="280126" y="312761"/>
                  </a:cubicBezTo>
                  <a:cubicBezTo>
                    <a:pt x="288284" y="304602"/>
                    <a:pt x="291004" y="299163"/>
                    <a:pt x="296443" y="288284"/>
                  </a:cubicBezTo>
                  <a:cubicBezTo>
                    <a:pt x="299163" y="277406"/>
                    <a:pt x="301883" y="269247"/>
                    <a:pt x="304602" y="258368"/>
                  </a:cubicBezTo>
                  <a:cubicBezTo>
                    <a:pt x="307322" y="244770"/>
                    <a:pt x="310042" y="239330"/>
                    <a:pt x="312761" y="225732"/>
                  </a:cubicBezTo>
                  <a:cubicBezTo>
                    <a:pt x="315481" y="212134"/>
                    <a:pt x="315481" y="209414"/>
                    <a:pt x="315481" y="195816"/>
                  </a:cubicBezTo>
                  <a:cubicBezTo>
                    <a:pt x="315481" y="179498"/>
                    <a:pt x="315481" y="184937"/>
                    <a:pt x="318201" y="168619"/>
                  </a:cubicBezTo>
                  <a:cubicBezTo>
                    <a:pt x="312761" y="152302"/>
                    <a:pt x="312761" y="149582"/>
                    <a:pt x="312761" y="135983"/>
                  </a:cubicBezTo>
                  <a:cubicBezTo>
                    <a:pt x="312761" y="133264"/>
                    <a:pt x="312761" y="127825"/>
                    <a:pt x="312761" y="122385"/>
                  </a:cubicBezTo>
                  <a:cubicBezTo>
                    <a:pt x="312761" y="111507"/>
                    <a:pt x="301883" y="95188"/>
                    <a:pt x="293724" y="84309"/>
                  </a:cubicBezTo>
                  <a:cubicBezTo>
                    <a:pt x="288284" y="78870"/>
                    <a:pt x="285565" y="76150"/>
                    <a:pt x="280126" y="73430"/>
                  </a:cubicBezTo>
                  <a:cubicBezTo>
                    <a:pt x="271967" y="67991"/>
                    <a:pt x="266527" y="65271"/>
                    <a:pt x="258368" y="62552"/>
                  </a:cubicBezTo>
                  <a:cubicBezTo>
                    <a:pt x="244770" y="59832"/>
                    <a:pt x="228452" y="59832"/>
                    <a:pt x="217573" y="59832"/>
                  </a:cubicBezTo>
                  <a:close/>
                  <a:moveTo>
                    <a:pt x="111506" y="0"/>
                  </a:moveTo>
                  <a:cubicBezTo>
                    <a:pt x="114226" y="0"/>
                    <a:pt x="122385" y="0"/>
                    <a:pt x="127824" y="0"/>
                  </a:cubicBezTo>
                  <a:cubicBezTo>
                    <a:pt x="135983" y="0"/>
                    <a:pt x="146862" y="2720"/>
                    <a:pt x="157741" y="5440"/>
                  </a:cubicBezTo>
                  <a:cubicBezTo>
                    <a:pt x="168619" y="8159"/>
                    <a:pt x="176778" y="10879"/>
                    <a:pt x="179497" y="16318"/>
                  </a:cubicBezTo>
                  <a:cubicBezTo>
                    <a:pt x="193096" y="16318"/>
                    <a:pt x="201255" y="16318"/>
                    <a:pt x="209414" y="16318"/>
                  </a:cubicBezTo>
                  <a:cubicBezTo>
                    <a:pt x="220292" y="16318"/>
                    <a:pt x="231171" y="16318"/>
                    <a:pt x="247489" y="16318"/>
                  </a:cubicBezTo>
                  <a:cubicBezTo>
                    <a:pt x="250209" y="16318"/>
                    <a:pt x="258368" y="16318"/>
                    <a:pt x="266527" y="16318"/>
                  </a:cubicBezTo>
                  <a:cubicBezTo>
                    <a:pt x="277405" y="16318"/>
                    <a:pt x="291004" y="21758"/>
                    <a:pt x="312761" y="27197"/>
                  </a:cubicBezTo>
                  <a:cubicBezTo>
                    <a:pt x="320920" y="29917"/>
                    <a:pt x="329079" y="35356"/>
                    <a:pt x="337238" y="38075"/>
                  </a:cubicBezTo>
                  <a:cubicBezTo>
                    <a:pt x="342677" y="40795"/>
                    <a:pt x="353556" y="48954"/>
                    <a:pt x="364434" y="54393"/>
                  </a:cubicBezTo>
                  <a:cubicBezTo>
                    <a:pt x="375313" y="62552"/>
                    <a:pt x="386192" y="67992"/>
                    <a:pt x="386192" y="73431"/>
                  </a:cubicBezTo>
                  <a:cubicBezTo>
                    <a:pt x="391631" y="84310"/>
                    <a:pt x="402510" y="92469"/>
                    <a:pt x="407949" y="103347"/>
                  </a:cubicBezTo>
                  <a:cubicBezTo>
                    <a:pt x="413388" y="116945"/>
                    <a:pt x="416108" y="130544"/>
                    <a:pt x="416108" y="141422"/>
                  </a:cubicBezTo>
                  <a:cubicBezTo>
                    <a:pt x="416108" y="152301"/>
                    <a:pt x="418828" y="157740"/>
                    <a:pt x="418828" y="163179"/>
                  </a:cubicBezTo>
                  <a:cubicBezTo>
                    <a:pt x="418828" y="165899"/>
                    <a:pt x="418828" y="168619"/>
                    <a:pt x="418828" y="171339"/>
                  </a:cubicBezTo>
                  <a:cubicBezTo>
                    <a:pt x="418828" y="174058"/>
                    <a:pt x="421547" y="182217"/>
                    <a:pt x="421547" y="187656"/>
                  </a:cubicBezTo>
                  <a:cubicBezTo>
                    <a:pt x="421547" y="193096"/>
                    <a:pt x="418828" y="201255"/>
                    <a:pt x="418828" y="206694"/>
                  </a:cubicBezTo>
                  <a:cubicBezTo>
                    <a:pt x="418828" y="217573"/>
                    <a:pt x="418828" y="223012"/>
                    <a:pt x="416108" y="233891"/>
                  </a:cubicBezTo>
                  <a:cubicBezTo>
                    <a:pt x="413388" y="244769"/>
                    <a:pt x="410668" y="255648"/>
                    <a:pt x="405229" y="263807"/>
                  </a:cubicBezTo>
                  <a:cubicBezTo>
                    <a:pt x="402510" y="269246"/>
                    <a:pt x="397070" y="269246"/>
                    <a:pt x="394351" y="274686"/>
                  </a:cubicBezTo>
                  <a:cubicBezTo>
                    <a:pt x="391631" y="277405"/>
                    <a:pt x="391631" y="282844"/>
                    <a:pt x="388912" y="285564"/>
                  </a:cubicBezTo>
                  <a:cubicBezTo>
                    <a:pt x="383472" y="291003"/>
                    <a:pt x="375313" y="301882"/>
                    <a:pt x="369874" y="304602"/>
                  </a:cubicBezTo>
                  <a:cubicBezTo>
                    <a:pt x="367154" y="307321"/>
                    <a:pt x="361715" y="307321"/>
                    <a:pt x="358995" y="310041"/>
                  </a:cubicBezTo>
                  <a:cubicBezTo>
                    <a:pt x="356275" y="312761"/>
                    <a:pt x="350836" y="318200"/>
                    <a:pt x="348117" y="320920"/>
                  </a:cubicBezTo>
                  <a:cubicBezTo>
                    <a:pt x="339958" y="326359"/>
                    <a:pt x="334518" y="334518"/>
                    <a:pt x="326359" y="339957"/>
                  </a:cubicBezTo>
                  <a:cubicBezTo>
                    <a:pt x="320920" y="342677"/>
                    <a:pt x="312761" y="342677"/>
                    <a:pt x="312761" y="353555"/>
                  </a:cubicBezTo>
                  <a:cubicBezTo>
                    <a:pt x="312761" y="361714"/>
                    <a:pt x="334518" y="372593"/>
                    <a:pt x="337238" y="380752"/>
                  </a:cubicBezTo>
                  <a:cubicBezTo>
                    <a:pt x="345397" y="394350"/>
                    <a:pt x="353556" y="407948"/>
                    <a:pt x="358995" y="421547"/>
                  </a:cubicBezTo>
                  <a:cubicBezTo>
                    <a:pt x="364434" y="435145"/>
                    <a:pt x="367154" y="446024"/>
                    <a:pt x="372593" y="459622"/>
                  </a:cubicBezTo>
                  <a:cubicBezTo>
                    <a:pt x="378033" y="478660"/>
                    <a:pt x="383472" y="494978"/>
                    <a:pt x="386192" y="514015"/>
                  </a:cubicBezTo>
                  <a:cubicBezTo>
                    <a:pt x="391631" y="533053"/>
                    <a:pt x="402510" y="549371"/>
                    <a:pt x="407949" y="568408"/>
                  </a:cubicBezTo>
                  <a:cubicBezTo>
                    <a:pt x="410668" y="579287"/>
                    <a:pt x="416108" y="590165"/>
                    <a:pt x="421547" y="598324"/>
                  </a:cubicBezTo>
                  <a:cubicBezTo>
                    <a:pt x="435146" y="614642"/>
                    <a:pt x="443305" y="622801"/>
                    <a:pt x="451463" y="628241"/>
                  </a:cubicBezTo>
                  <a:cubicBezTo>
                    <a:pt x="456903" y="630960"/>
                    <a:pt x="465062" y="636400"/>
                    <a:pt x="465062" y="644559"/>
                  </a:cubicBezTo>
                  <a:cubicBezTo>
                    <a:pt x="465062" y="647278"/>
                    <a:pt x="465062" y="647278"/>
                    <a:pt x="462342" y="649998"/>
                  </a:cubicBezTo>
                  <a:cubicBezTo>
                    <a:pt x="456903" y="655437"/>
                    <a:pt x="446024" y="658157"/>
                    <a:pt x="437865" y="658157"/>
                  </a:cubicBezTo>
                  <a:cubicBezTo>
                    <a:pt x="413388" y="658157"/>
                    <a:pt x="378033" y="641839"/>
                    <a:pt x="361715" y="622801"/>
                  </a:cubicBezTo>
                  <a:cubicBezTo>
                    <a:pt x="345397" y="606483"/>
                    <a:pt x="334518" y="584726"/>
                    <a:pt x="320920" y="565689"/>
                  </a:cubicBezTo>
                  <a:cubicBezTo>
                    <a:pt x="315480" y="554810"/>
                    <a:pt x="310041" y="543931"/>
                    <a:pt x="304602" y="530333"/>
                  </a:cubicBezTo>
                  <a:cubicBezTo>
                    <a:pt x="299163" y="519454"/>
                    <a:pt x="296443" y="508576"/>
                    <a:pt x="293723" y="497697"/>
                  </a:cubicBezTo>
                  <a:cubicBezTo>
                    <a:pt x="291004" y="486819"/>
                    <a:pt x="288284" y="473220"/>
                    <a:pt x="282845" y="462342"/>
                  </a:cubicBezTo>
                  <a:cubicBezTo>
                    <a:pt x="280125" y="448743"/>
                    <a:pt x="274686" y="437865"/>
                    <a:pt x="269246" y="424267"/>
                  </a:cubicBezTo>
                  <a:cubicBezTo>
                    <a:pt x="266527" y="416108"/>
                    <a:pt x="261087" y="402509"/>
                    <a:pt x="255648" y="391631"/>
                  </a:cubicBezTo>
                  <a:cubicBezTo>
                    <a:pt x="250209" y="380752"/>
                    <a:pt x="244770" y="375313"/>
                    <a:pt x="236610" y="367154"/>
                  </a:cubicBezTo>
                  <a:cubicBezTo>
                    <a:pt x="231171" y="361714"/>
                    <a:pt x="223012" y="361714"/>
                    <a:pt x="217573" y="361714"/>
                  </a:cubicBezTo>
                  <a:cubicBezTo>
                    <a:pt x="212134" y="361714"/>
                    <a:pt x="206694" y="361714"/>
                    <a:pt x="201255" y="361714"/>
                  </a:cubicBezTo>
                  <a:cubicBezTo>
                    <a:pt x="198535" y="361714"/>
                    <a:pt x="198535" y="364434"/>
                    <a:pt x="198535" y="367154"/>
                  </a:cubicBezTo>
                  <a:cubicBezTo>
                    <a:pt x="198535" y="375313"/>
                    <a:pt x="201255" y="386191"/>
                    <a:pt x="201255" y="388911"/>
                  </a:cubicBezTo>
                  <a:cubicBezTo>
                    <a:pt x="201255" y="402509"/>
                    <a:pt x="198535" y="413388"/>
                    <a:pt x="198535" y="426986"/>
                  </a:cubicBezTo>
                  <a:cubicBezTo>
                    <a:pt x="198535" y="446024"/>
                    <a:pt x="203975" y="456902"/>
                    <a:pt x="203975" y="478660"/>
                  </a:cubicBezTo>
                  <a:cubicBezTo>
                    <a:pt x="203975" y="503136"/>
                    <a:pt x="201255" y="527613"/>
                    <a:pt x="198535" y="552090"/>
                  </a:cubicBezTo>
                  <a:cubicBezTo>
                    <a:pt x="198535" y="560249"/>
                    <a:pt x="195816" y="568408"/>
                    <a:pt x="195816" y="576567"/>
                  </a:cubicBezTo>
                  <a:cubicBezTo>
                    <a:pt x="195816" y="582006"/>
                    <a:pt x="195816" y="587446"/>
                    <a:pt x="198535" y="592885"/>
                  </a:cubicBezTo>
                  <a:cubicBezTo>
                    <a:pt x="212134" y="592885"/>
                    <a:pt x="225732" y="592885"/>
                    <a:pt x="233891" y="592885"/>
                  </a:cubicBezTo>
                  <a:cubicBezTo>
                    <a:pt x="247489" y="592885"/>
                    <a:pt x="271966" y="592885"/>
                    <a:pt x="271966" y="611923"/>
                  </a:cubicBezTo>
                  <a:cubicBezTo>
                    <a:pt x="271966" y="620082"/>
                    <a:pt x="269246" y="622801"/>
                    <a:pt x="266527" y="628241"/>
                  </a:cubicBezTo>
                  <a:cubicBezTo>
                    <a:pt x="261087" y="633680"/>
                    <a:pt x="255648" y="636400"/>
                    <a:pt x="250209" y="636400"/>
                  </a:cubicBezTo>
                  <a:cubicBezTo>
                    <a:pt x="239330" y="639119"/>
                    <a:pt x="233891" y="639119"/>
                    <a:pt x="228451" y="639119"/>
                  </a:cubicBezTo>
                  <a:cubicBezTo>
                    <a:pt x="223012" y="639119"/>
                    <a:pt x="206694" y="639119"/>
                    <a:pt x="187657" y="639119"/>
                  </a:cubicBezTo>
                  <a:cubicBezTo>
                    <a:pt x="176778" y="647278"/>
                    <a:pt x="163180" y="649998"/>
                    <a:pt x="152301" y="652717"/>
                  </a:cubicBezTo>
                  <a:cubicBezTo>
                    <a:pt x="146862" y="652717"/>
                    <a:pt x="138703" y="655437"/>
                    <a:pt x="133263" y="655437"/>
                  </a:cubicBezTo>
                  <a:cubicBezTo>
                    <a:pt x="130544" y="655437"/>
                    <a:pt x="125104" y="655437"/>
                    <a:pt x="122385" y="652717"/>
                  </a:cubicBezTo>
                  <a:cubicBezTo>
                    <a:pt x="114226" y="649998"/>
                    <a:pt x="103347" y="644559"/>
                    <a:pt x="97908" y="639119"/>
                  </a:cubicBezTo>
                  <a:cubicBezTo>
                    <a:pt x="87029" y="639119"/>
                    <a:pt x="78870" y="639119"/>
                    <a:pt x="70711" y="639119"/>
                  </a:cubicBezTo>
                  <a:cubicBezTo>
                    <a:pt x="62552" y="639119"/>
                    <a:pt x="54393" y="639119"/>
                    <a:pt x="46234" y="639119"/>
                  </a:cubicBezTo>
                  <a:cubicBezTo>
                    <a:pt x="38075" y="639119"/>
                    <a:pt x="27197" y="633680"/>
                    <a:pt x="19038" y="630960"/>
                  </a:cubicBezTo>
                  <a:cubicBezTo>
                    <a:pt x="10879" y="628241"/>
                    <a:pt x="2720" y="620082"/>
                    <a:pt x="2720" y="614642"/>
                  </a:cubicBezTo>
                  <a:cubicBezTo>
                    <a:pt x="2720" y="611923"/>
                    <a:pt x="2720" y="609203"/>
                    <a:pt x="8159" y="606483"/>
                  </a:cubicBezTo>
                  <a:cubicBezTo>
                    <a:pt x="13599" y="603764"/>
                    <a:pt x="24477" y="601044"/>
                    <a:pt x="29916" y="598324"/>
                  </a:cubicBezTo>
                  <a:cubicBezTo>
                    <a:pt x="43515" y="595605"/>
                    <a:pt x="62552" y="595605"/>
                    <a:pt x="76151" y="592885"/>
                  </a:cubicBezTo>
                  <a:cubicBezTo>
                    <a:pt x="76151" y="587446"/>
                    <a:pt x="73431" y="582006"/>
                    <a:pt x="73431" y="573848"/>
                  </a:cubicBezTo>
                  <a:cubicBezTo>
                    <a:pt x="73431" y="565689"/>
                    <a:pt x="70711" y="516735"/>
                    <a:pt x="70711" y="500417"/>
                  </a:cubicBezTo>
                  <a:cubicBezTo>
                    <a:pt x="70711" y="481379"/>
                    <a:pt x="73431" y="456902"/>
                    <a:pt x="73431" y="437865"/>
                  </a:cubicBezTo>
                  <a:cubicBezTo>
                    <a:pt x="73431" y="416108"/>
                    <a:pt x="70711" y="391631"/>
                    <a:pt x="70711" y="369873"/>
                  </a:cubicBezTo>
                  <a:cubicBezTo>
                    <a:pt x="70711" y="345397"/>
                    <a:pt x="70711" y="318200"/>
                    <a:pt x="70711" y="293723"/>
                  </a:cubicBezTo>
                  <a:cubicBezTo>
                    <a:pt x="70711" y="266526"/>
                    <a:pt x="73431" y="239330"/>
                    <a:pt x="73431" y="212133"/>
                  </a:cubicBezTo>
                  <a:cubicBezTo>
                    <a:pt x="73431" y="187656"/>
                    <a:pt x="76151" y="179498"/>
                    <a:pt x="76151" y="155021"/>
                  </a:cubicBezTo>
                  <a:cubicBezTo>
                    <a:pt x="76151" y="144142"/>
                    <a:pt x="76151" y="130544"/>
                    <a:pt x="76151" y="119665"/>
                  </a:cubicBezTo>
                  <a:cubicBezTo>
                    <a:pt x="76151" y="106067"/>
                    <a:pt x="78870" y="95188"/>
                    <a:pt x="78870" y="84310"/>
                  </a:cubicBezTo>
                  <a:cubicBezTo>
                    <a:pt x="78870" y="78870"/>
                    <a:pt x="78870" y="70711"/>
                    <a:pt x="76151" y="62552"/>
                  </a:cubicBezTo>
                  <a:cubicBezTo>
                    <a:pt x="76151" y="62552"/>
                    <a:pt x="73431" y="62552"/>
                    <a:pt x="67992" y="62552"/>
                  </a:cubicBezTo>
                  <a:cubicBezTo>
                    <a:pt x="59833" y="62552"/>
                    <a:pt x="51674" y="62552"/>
                    <a:pt x="43515" y="62552"/>
                  </a:cubicBezTo>
                  <a:cubicBezTo>
                    <a:pt x="35356" y="62552"/>
                    <a:pt x="24477" y="59833"/>
                    <a:pt x="16318" y="57113"/>
                  </a:cubicBezTo>
                  <a:cubicBezTo>
                    <a:pt x="8159" y="54393"/>
                    <a:pt x="0" y="43515"/>
                    <a:pt x="0" y="40795"/>
                  </a:cubicBezTo>
                  <a:cubicBezTo>
                    <a:pt x="0" y="38075"/>
                    <a:pt x="0" y="35356"/>
                    <a:pt x="5439" y="32636"/>
                  </a:cubicBezTo>
                  <a:cubicBezTo>
                    <a:pt x="10879" y="29917"/>
                    <a:pt x="21758" y="27197"/>
                    <a:pt x="27197" y="24477"/>
                  </a:cubicBezTo>
                  <a:cubicBezTo>
                    <a:pt x="46234" y="21758"/>
                    <a:pt x="62552" y="19038"/>
                    <a:pt x="76151" y="19038"/>
                  </a:cubicBezTo>
                  <a:cubicBezTo>
                    <a:pt x="76151" y="16318"/>
                    <a:pt x="78870" y="16318"/>
                    <a:pt x="78870" y="13598"/>
                  </a:cubicBezTo>
                  <a:cubicBezTo>
                    <a:pt x="84309" y="10879"/>
                    <a:pt x="89749" y="8159"/>
                    <a:pt x="95188" y="5440"/>
                  </a:cubicBezTo>
                  <a:cubicBezTo>
                    <a:pt x="100628" y="2720"/>
                    <a:pt x="106067" y="0"/>
                    <a:pt x="111506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229F3544-9238-4897-CECA-057A8CE4A2A7}"/>
                </a:ext>
              </a:extLst>
            </p:cNvPr>
            <p:cNvSpPr/>
            <p:nvPr/>
          </p:nvSpPr>
          <p:spPr>
            <a:xfrm>
              <a:off x="8346812" y="4186718"/>
              <a:ext cx="353556" cy="761503"/>
            </a:xfrm>
            <a:custGeom>
              <a:avLst/>
              <a:gdLst>
                <a:gd name="connsiteX0" fmla="*/ 283910 w 353555"/>
                <a:gd name="connsiteY0" fmla="*/ 672820 h 761503"/>
                <a:gd name="connsiteX1" fmla="*/ 321985 w 353555"/>
                <a:gd name="connsiteY1" fmla="*/ 689138 h 761503"/>
                <a:gd name="connsiteX2" fmla="*/ 316546 w 353555"/>
                <a:gd name="connsiteY2" fmla="*/ 705456 h 761503"/>
                <a:gd name="connsiteX3" fmla="*/ 300228 w 353555"/>
                <a:gd name="connsiteY3" fmla="*/ 713615 h 761503"/>
                <a:gd name="connsiteX4" fmla="*/ 278471 w 353555"/>
                <a:gd name="connsiteY4" fmla="*/ 716335 h 761503"/>
                <a:gd name="connsiteX5" fmla="*/ 237676 w 353555"/>
                <a:gd name="connsiteY5" fmla="*/ 716335 h 761503"/>
                <a:gd name="connsiteX6" fmla="*/ 180563 w 353555"/>
                <a:gd name="connsiteY6" fmla="*/ 719054 h 761503"/>
                <a:gd name="connsiteX7" fmla="*/ 126170 w 353555"/>
                <a:gd name="connsiteY7" fmla="*/ 719054 h 761503"/>
                <a:gd name="connsiteX8" fmla="*/ 101693 w 353555"/>
                <a:gd name="connsiteY8" fmla="*/ 719054 h 761503"/>
                <a:gd name="connsiteX9" fmla="*/ 74496 w 353555"/>
                <a:gd name="connsiteY9" fmla="*/ 713615 h 761503"/>
                <a:gd name="connsiteX10" fmla="*/ 58178 w 353555"/>
                <a:gd name="connsiteY10" fmla="*/ 697297 h 761503"/>
                <a:gd name="connsiteX11" fmla="*/ 63618 w 353555"/>
                <a:gd name="connsiteY11" fmla="*/ 689138 h 761503"/>
                <a:gd name="connsiteX12" fmla="*/ 85375 w 353555"/>
                <a:gd name="connsiteY12" fmla="*/ 680979 h 761503"/>
                <a:gd name="connsiteX13" fmla="*/ 131609 w 353555"/>
                <a:gd name="connsiteY13" fmla="*/ 675540 h 761503"/>
                <a:gd name="connsiteX14" fmla="*/ 142488 w 353555"/>
                <a:gd name="connsiteY14" fmla="*/ 675540 h 761503"/>
                <a:gd name="connsiteX15" fmla="*/ 131609 w 353555"/>
                <a:gd name="connsiteY15" fmla="*/ 653783 h 761503"/>
                <a:gd name="connsiteX16" fmla="*/ 128890 w 353555"/>
                <a:gd name="connsiteY16" fmla="*/ 640184 h 761503"/>
                <a:gd name="connsiteX17" fmla="*/ 128890 w 353555"/>
                <a:gd name="connsiteY17" fmla="*/ 629306 h 761503"/>
                <a:gd name="connsiteX18" fmla="*/ 128890 w 353555"/>
                <a:gd name="connsiteY18" fmla="*/ 621147 h 761503"/>
                <a:gd name="connsiteX19" fmla="*/ 128890 w 353555"/>
                <a:gd name="connsiteY19" fmla="*/ 593950 h 761503"/>
                <a:gd name="connsiteX20" fmla="*/ 128890 w 353555"/>
                <a:gd name="connsiteY20" fmla="*/ 583072 h 761503"/>
                <a:gd name="connsiteX21" fmla="*/ 128890 w 353555"/>
                <a:gd name="connsiteY21" fmla="*/ 436210 h 761503"/>
                <a:gd name="connsiteX22" fmla="*/ 128890 w 353555"/>
                <a:gd name="connsiteY22" fmla="*/ 357340 h 761503"/>
                <a:gd name="connsiteX23" fmla="*/ 131609 w 353555"/>
                <a:gd name="connsiteY23" fmla="*/ 289349 h 761503"/>
                <a:gd name="connsiteX24" fmla="*/ 131609 w 353555"/>
                <a:gd name="connsiteY24" fmla="*/ 251274 h 761503"/>
                <a:gd name="connsiteX25" fmla="*/ 131609 w 353555"/>
                <a:gd name="connsiteY25" fmla="*/ 205040 h 761503"/>
                <a:gd name="connsiteX26" fmla="*/ 131609 w 353555"/>
                <a:gd name="connsiteY26" fmla="*/ 139768 h 761503"/>
                <a:gd name="connsiteX27" fmla="*/ 131609 w 353555"/>
                <a:gd name="connsiteY27" fmla="*/ 128889 h 761503"/>
                <a:gd name="connsiteX28" fmla="*/ 126170 w 353555"/>
                <a:gd name="connsiteY28" fmla="*/ 128889 h 761503"/>
                <a:gd name="connsiteX29" fmla="*/ 101693 w 353555"/>
                <a:gd name="connsiteY29" fmla="*/ 128889 h 761503"/>
                <a:gd name="connsiteX30" fmla="*/ 74496 w 353555"/>
                <a:gd name="connsiteY30" fmla="*/ 123450 h 761503"/>
                <a:gd name="connsiteX31" fmla="*/ 58178 w 353555"/>
                <a:gd name="connsiteY31" fmla="*/ 107132 h 761503"/>
                <a:gd name="connsiteX32" fmla="*/ 60898 w 353555"/>
                <a:gd name="connsiteY32" fmla="*/ 98973 h 761503"/>
                <a:gd name="connsiteX33" fmla="*/ 82655 w 353555"/>
                <a:gd name="connsiteY33" fmla="*/ 93534 h 761503"/>
                <a:gd name="connsiteX34" fmla="*/ 131609 w 353555"/>
                <a:gd name="connsiteY34" fmla="*/ 88094 h 761503"/>
                <a:gd name="connsiteX35" fmla="*/ 131609 w 353555"/>
                <a:gd name="connsiteY35" fmla="*/ 82655 h 761503"/>
                <a:gd name="connsiteX36" fmla="*/ 134329 w 353555"/>
                <a:gd name="connsiteY36" fmla="*/ 71776 h 761503"/>
                <a:gd name="connsiteX37" fmla="*/ 147927 w 353555"/>
                <a:gd name="connsiteY37" fmla="*/ 63617 h 761503"/>
                <a:gd name="connsiteX38" fmla="*/ 164245 w 353555"/>
                <a:gd name="connsiteY38" fmla="*/ 58178 h 761503"/>
                <a:gd name="connsiteX39" fmla="*/ 177843 w 353555"/>
                <a:gd name="connsiteY39" fmla="*/ 58178 h 761503"/>
                <a:gd name="connsiteX40" fmla="*/ 196881 w 353555"/>
                <a:gd name="connsiteY40" fmla="*/ 60898 h 761503"/>
                <a:gd name="connsiteX41" fmla="*/ 232237 w 353555"/>
                <a:gd name="connsiteY41" fmla="*/ 88094 h 761503"/>
                <a:gd name="connsiteX42" fmla="*/ 278471 w 353555"/>
                <a:gd name="connsiteY42" fmla="*/ 88094 h 761503"/>
                <a:gd name="connsiteX43" fmla="*/ 316546 w 353555"/>
                <a:gd name="connsiteY43" fmla="*/ 104412 h 761503"/>
                <a:gd name="connsiteX44" fmla="*/ 311107 w 353555"/>
                <a:gd name="connsiteY44" fmla="*/ 120730 h 761503"/>
                <a:gd name="connsiteX45" fmla="*/ 294789 w 353555"/>
                <a:gd name="connsiteY45" fmla="*/ 128889 h 761503"/>
                <a:gd name="connsiteX46" fmla="*/ 273032 w 353555"/>
                <a:gd name="connsiteY46" fmla="*/ 131609 h 761503"/>
                <a:gd name="connsiteX47" fmla="*/ 243115 w 353555"/>
                <a:gd name="connsiteY47" fmla="*/ 131609 h 761503"/>
                <a:gd name="connsiteX48" fmla="*/ 243115 w 353555"/>
                <a:gd name="connsiteY48" fmla="*/ 134329 h 761503"/>
                <a:gd name="connsiteX49" fmla="*/ 248554 w 353555"/>
                <a:gd name="connsiteY49" fmla="*/ 169684 h 761503"/>
                <a:gd name="connsiteX50" fmla="*/ 251274 w 353555"/>
                <a:gd name="connsiteY50" fmla="*/ 205040 h 761503"/>
                <a:gd name="connsiteX51" fmla="*/ 251274 w 353555"/>
                <a:gd name="connsiteY51" fmla="*/ 240395 h 761503"/>
                <a:gd name="connsiteX52" fmla="*/ 251274 w 353555"/>
                <a:gd name="connsiteY52" fmla="*/ 256713 h 761503"/>
                <a:gd name="connsiteX53" fmla="*/ 253994 w 353555"/>
                <a:gd name="connsiteY53" fmla="*/ 270311 h 761503"/>
                <a:gd name="connsiteX54" fmla="*/ 259433 w 353555"/>
                <a:gd name="connsiteY54" fmla="*/ 343742 h 761503"/>
                <a:gd name="connsiteX55" fmla="*/ 262153 w 353555"/>
                <a:gd name="connsiteY55" fmla="*/ 425332 h 761503"/>
                <a:gd name="connsiteX56" fmla="*/ 264872 w 353555"/>
                <a:gd name="connsiteY56" fmla="*/ 490603 h 761503"/>
                <a:gd name="connsiteX57" fmla="*/ 270312 w 353555"/>
                <a:gd name="connsiteY57" fmla="*/ 564034 h 761503"/>
                <a:gd name="connsiteX58" fmla="*/ 270312 w 353555"/>
                <a:gd name="connsiteY58" fmla="*/ 599390 h 761503"/>
                <a:gd name="connsiteX59" fmla="*/ 270312 w 353555"/>
                <a:gd name="connsiteY59" fmla="*/ 637465 h 761503"/>
                <a:gd name="connsiteX60" fmla="*/ 264872 w 353555"/>
                <a:gd name="connsiteY60" fmla="*/ 670101 h 761503"/>
                <a:gd name="connsiteX61" fmla="*/ 283910 w 353555"/>
                <a:gd name="connsiteY61" fmla="*/ 672820 h 761503"/>
                <a:gd name="connsiteX62" fmla="*/ 283910 w 353555"/>
                <a:gd name="connsiteY62" fmla="*/ 672820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353555" h="761503">
                  <a:moveTo>
                    <a:pt x="283910" y="672820"/>
                  </a:moveTo>
                  <a:cubicBezTo>
                    <a:pt x="297508" y="672820"/>
                    <a:pt x="321985" y="672820"/>
                    <a:pt x="321985" y="689138"/>
                  </a:cubicBezTo>
                  <a:cubicBezTo>
                    <a:pt x="321985" y="697297"/>
                    <a:pt x="319266" y="697297"/>
                    <a:pt x="316546" y="705456"/>
                  </a:cubicBezTo>
                  <a:cubicBezTo>
                    <a:pt x="311107" y="710895"/>
                    <a:pt x="305667" y="713615"/>
                    <a:pt x="300228" y="713615"/>
                  </a:cubicBezTo>
                  <a:cubicBezTo>
                    <a:pt x="292069" y="716335"/>
                    <a:pt x="283910" y="716335"/>
                    <a:pt x="278471" y="716335"/>
                  </a:cubicBezTo>
                  <a:cubicBezTo>
                    <a:pt x="275751" y="716335"/>
                    <a:pt x="256713" y="716335"/>
                    <a:pt x="237676" y="716335"/>
                  </a:cubicBezTo>
                  <a:cubicBezTo>
                    <a:pt x="213199" y="716335"/>
                    <a:pt x="186003" y="719054"/>
                    <a:pt x="180563" y="719054"/>
                  </a:cubicBezTo>
                  <a:cubicBezTo>
                    <a:pt x="166965" y="719054"/>
                    <a:pt x="142488" y="719054"/>
                    <a:pt x="126170" y="719054"/>
                  </a:cubicBezTo>
                  <a:cubicBezTo>
                    <a:pt x="118011" y="719054"/>
                    <a:pt x="109852" y="719054"/>
                    <a:pt x="101693" y="719054"/>
                  </a:cubicBezTo>
                  <a:cubicBezTo>
                    <a:pt x="93534" y="719054"/>
                    <a:pt x="82655" y="719054"/>
                    <a:pt x="74496" y="713615"/>
                  </a:cubicBezTo>
                  <a:cubicBezTo>
                    <a:pt x="66337" y="710895"/>
                    <a:pt x="58178" y="702736"/>
                    <a:pt x="58178" y="697297"/>
                  </a:cubicBezTo>
                  <a:cubicBezTo>
                    <a:pt x="58178" y="694578"/>
                    <a:pt x="58178" y="691858"/>
                    <a:pt x="63618" y="689138"/>
                  </a:cubicBezTo>
                  <a:cubicBezTo>
                    <a:pt x="69057" y="686418"/>
                    <a:pt x="79936" y="683699"/>
                    <a:pt x="85375" y="680979"/>
                  </a:cubicBezTo>
                  <a:cubicBezTo>
                    <a:pt x="104413" y="678260"/>
                    <a:pt x="123450" y="675540"/>
                    <a:pt x="131609" y="675540"/>
                  </a:cubicBezTo>
                  <a:cubicBezTo>
                    <a:pt x="134329" y="675540"/>
                    <a:pt x="137049" y="675540"/>
                    <a:pt x="142488" y="675540"/>
                  </a:cubicBezTo>
                  <a:cubicBezTo>
                    <a:pt x="134329" y="670101"/>
                    <a:pt x="131609" y="661942"/>
                    <a:pt x="131609" y="653783"/>
                  </a:cubicBezTo>
                  <a:cubicBezTo>
                    <a:pt x="131609" y="648343"/>
                    <a:pt x="131609" y="642904"/>
                    <a:pt x="128890" y="640184"/>
                  </a:cubicBezTo>
                  <a:cubicBezTo>
                    <a:pt x="128890" y="637465"/>
                    <a:pt x="128890" y="634745"/>
                    <a:pt x="128890" y="629306"/>
                  </a:cubicBezTo>
                  <a:cubicBezTo>
                    <a:pt x="128890" y="626586"/>
                    <a:pt x="128890" y="623867"/>
                    <a:pt x="128890" y="621147"/>
                  </a:cubicBezTo>
                  <a:cubicBezTo>
                    <a:pt x="128890" y="612988"/>
                    <a:pt x="128890" y="604829"/>
                    <a:pt x="128890" y="593950"/>
                  </a:cubicBezTo>
                  <a:cubicBezTo>
                    <a:pt x="128890" y="591231"/>
                    <a:pt x="128890" y="585791"/>
                    <a:pt x="128890" y="583072"/>
                  </a:cubicBezTo>
                  <a:cubicBezTo>
                    <a:pt x="128890" y="534118"/>
                    <a:pt x="131609" y="485164"/>
                    <a:pt x="128890" y="436210"/>
                  </a:cubicBezTo>
                  <a:cubicBezTo>
                    <a:pt x="128890" y="409014"/>
                    <a:pt x="128890" y="384537"/>
                    <a:pt x="128890" y="357340"/>
                  </a:cubicBezTo>
                  <a:cubicBezTo>
                    <a:pt x="128890" y="335583"/>
                    <a:pt x="131609" y="313826"/>
                    <a:pt x="131609" y="289349"/>
                  </a:cubicBezTo>
                  <a:cubicBezTo>
                    <a:pt x="131609" y="275751"/>
                    <a:pt x="131609" y="264872"/>
                    <a:pt x="131609" y="251274"/>
                  </a:cubicBezTo>
                  <a:cubicBezTo>
                    <a:pt x="131609" y="234956"/>
                    <a:pt x="131609" y="221357"/>
                    <a:pt x="131609" y="205040"/>
                  </a:cubicBezTo>
                  <a:cubicBezTo>
                    <a:pt x="131609" y="183282"/>
                    <a:pt x="131609" y="161525"/>
                    <a:pt x="131609" y="139768"/>
                  </a:cubicBezTo>
                  <a:cubicBezTo>
                    <a:pt x="131609" y="137048"/>
                    <a:pt x="131609" y="134329"/>
                    <a:pt x="131609" y="128889"/>
                  </a:cubicBezTo>
                  <a:cubicBezTo>
                    <a:pt x="128890" y="128889"/>
                    <a:pt x="126170" y="128889"/>
                    <a:pt x="126170" y="128889"/>
                  </a:cubicBezTo>
                  <a:cubicBezTo>
                    <a:pt x="118011" y="128889"/>
                    <a:pt x="109852" y="128889"/>
                    <a:pt x="101693" y="128889"/>
                  </a:cubicBezTo>
                  <a:cubicBezTo>
                    <a:pt x="93534" y="128889"/>
                    <a:pt x="82655" y="128889"/>
                    <a:pt x="74496" y="123450"/>
                  </a:cubicBezTo>
                  <a:cubicBezTo>
                    <a:pt x="66337" y="120730"/>
                    <a:pt x="58178" y="112571"/>
                    <a:pt x="58178" y="107132"/>
                  </a:cubicBezTo>
                  <a:cubicBezTo>
                    <a:pt x="58178" y="104412"/>
                    <a:pt x="58178" y="101693"/>
                    <a:pt x="60898" y="98973"/>
                  </a:cubicBezTo>
                  <a:cubicBezTo>
                    <a:pt x="63618" y="96253"/>
                    <a:pt x="77216" y="93534"/>
                    <a:pt x="82655" y="93534"/>
                  </a:cubicBezTo>
                  <a:cubicBezTo>
                    <a:pt x="98973" y="90814"/>
                    <a:pt x="123450" y="88094"/>
                    <a:pt x="131609" y="88094"/>
                  </a:cubicBezTo>
                  <a:cubicBezTo>
                    <a:pt x="131609" y="85375"/>
                    <a:pt x="131609" y="85375"/>
                    <a:pt x="131609" y="82655"/>
                  </a:cubicBezTo>
                  <a:cubicBezTo>
                    <a:pt x="131609" y="77216"/>
                    <a:pt x="131609" y="74496"/>
                    <a:pt x="134329" y="71776"/>
                  </a:cubicBezTo>
                  <a:cubicBezTo>
                    <a:pt x="137049" y="69057"/>
                    <a:pt x="145208" y="66337"/>
                    <a:pt x="147927" y="63617"/>
                  </a:cubicBezTo>
                  <a:cubicBezTo>
                    <a:pt x="153366" y="60898"/>
                    <a:pt x="158806" y="58178"/>
                    <a:pt x="164245" y="58178"/>
                  </a:cubicBezTo>
                  <a:cubicBezTo>
                    <a:pt x="169684" y="58178"/>
                    <a:pt x="175124" y="58178"/>
                    <a:pt x="177843" y="58178"/>
                  </a:cubicBezTo>
                  <a:cubicBezTo>
                    <a:pt x="183283" y="58178"/>
                    <a:pt x="191442" y="58178"/>
                    <a:pt x="196881" y="60898"/>
                  </a:cubicBezTo>
                  <a:cubicBezTo>
                    <a:pt x="213199" y="63617"/>
                    <a:pt x="224078" y="74496"/>
                    <a:pt x="232237" y="88094"/>
                  </a:cubicBezTo>
                  <a:cubicBezTo>
                    <a:pt x="253994" y="88094"/>
                    <a:pt x="270312" y="88094"/>
                    <a:pt x="278471" y="88094"/>
                  </a:cubicBezTo>
                  <a:cubicBezTo>
                    <a:pt x="292069" y="88094"/>
                    <a:pt x="316546" y="88094"/>
                    <a:pt x="316546" y="104412"/>
                  </a:cubicBezTo>
                  <a:cubicBezTo>
                    <a:pt x="316546" y="112571"/>
                    <a:pt x="313826" y="112571"/>
                    <a:pt x="311107" y="120730"/>
                  </a:cubicBezTo>
                  <a:cubicBezTo>
                    <a:pt x="305667" y="126170"/>
                    <a:pt x="300228" y="128889"/>
                    <a:pt x="294789" y="128889"/>
                  </a:cubicBezTo>
                  <a:cubicBezTo>
                    <a:pt x="286630" y="131609"/>
                    <a:pt x="278471" y="131609"/>
                    <a:pt x="273032" y="131609"/>
                  </a:cubicBezTo>
                  <a:cubicBezTo>
                    <a:pt x="270312" y="131609"/>
                    <a:pt x="259433" y="131609"/>
                    <a:pt x="243115" y="131609"/>
                  </a:cubicBezTo>
                  <a:lnTo>
                    <a:pt x="243115" y="134329"/>
                  </a:lnTo>
                  <a:cubicBezTo>
                    <a:pt x="245835" y="145207"/>
                    <a:pt x="245835" y="158805"/>
                    <a:pt x="248554" y="169684"/>
                  </a:cubicBezTo>
                  <a:cubicBezTo>
                    <a:pt x="251274" y="180563"/>
                    <a:pt x="251274" y="194161"/>
                    <a:pt x="251274" y="205040"/>
                  </a:cubicBezTo>
                  <a:cubicBezTo>
                    <a:pt x="251274" y="215918"/>
                    <a:pt x="251274" y="226797"/>
                    <a:pt x="251274" y="240395"/>
                  </a:cubicBezTo>
                  <a:cubicBezTo>
                    <a:pt x="251274" y="245834"/>
                    <a:pt x="251274" y="251274"/>
                    <a:pt x="251274" y="256713"/>
                  </a:cubicBezTo>
                  <a:cubicBezTo>
                    <a:pt x="251274" y="262152"/>
                    <a:pt x="251274" y="267592"/>
                    <a:pt x="253994" y="270311"/>
                  </a:cubicBezTo>
                  <a:cubicBezTo>
                    <a:pt x="256713" y="294788"/>
                    <a:pt x="256713" y="319265"/>
                    <a:pt x="259433" y="343742"/>
                  </a:cubicBezTo>
                  <a:cubicBezTo>
                    <a:pt x="259433" y="370939"/>
                    <a:pt x="262153" y="398135"/>
                    <a:pt x="262153" y="425332"/>
                  </a:cubicBezTo>
                  <a:cubicBezTo>
                    <a:pt x="262153" y="447089"/>
                    <a:pt x="262153" y="468846"/>
                    <a:pt x="264872" y="490603"/>
                  </a:cubicBezTo>
                  <a:cubicBezTo>
                    <a:pt x="264872" y="515080"/>
                    <a:pt x="270312" y="539557"/>
                    <a:pt x="270312" y="564034"/>
                  </a:cubicBezTo>
                  <a:cubicBezTo>
                    <a:pt x="270312" y="574913"/>
                    <a:pt x="270312" y="588511"/>
                    <a:pt x="270312" y="599390"/>
                  </a:cubicBezTo>
                  <a:cubicBezTo>
                    <a:pt x="270312" y="612988"/>
                    <a:pt x="270312" y="623867"/>
                    <a:pt x="270312" y="637465"/>
                  </a:cubicBezTo>
                  <a:cubicBezTo>
                    <a:pt x="270312" y="648343"/>
                    <a:pt x="270312" y="661942"/>
                    <a:pt x="264872" y="670101"/>
                  </a:cubicBezTo>
                  <a:cubicBezTo>
                    <a:pt x="273032" y="672820"/>
                    <a:pt x="278471" y="672820"/>
                    <a:pt x="283910" y="672820"/>
                  </a:cubicBezTo>
                  <a:lnTo>
                    <a:pt x="283910" y="672820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0913C596-4B5F-084A-F9DD-C537E66B6DBA}"/>
                </a:ext>
              </a:extLst>
            </p:cNvPr>
            <p:cNvSpPr/>
            <p:nvPr/>
          </p:nvSpPr>
          <p:spPr>
            <a:xfrm>
              <a:off x="8652924" y="4192158"/>
              <a:ext cx="516735" cy="788700"/>
            </a:xfrm>
            <a:custGeom>
              <a:avLst/>
              <a:gdLst>
                <a:gd name="connsiteX0" fmla="*/ 464616 w 516735"/>
                <a:gd name="connsiteY0" fmla="*/ 436210 h 788699"/>
                <a:gd name="connsiteX1" fmla="*/ 445578 w 516735"/>
                <a:gd name="connsiteY1" fmla="*/ 455248 h 788699"/>
                <a:gd name="connsiteX2" fmla="*/ 404783 w 516735"/>
                <a:gd name="connsiteY2" fmla="*/ 466126 h 788699"/>
                <a:gd name="connsiteX3" fmla="*/ 385746 w 516735"/>
                <a:gd name="connsiteY3" fmla="*/ 479725 h 788699"/>
                <a:gd name="connsiteX4" fmla="*/ 388466 w 516735"/>
                <a:gd name="connsiteY4" fmla="*/ 512361 h 788699"/>
                <a:gd name="connsiteX5" fmla="*/ 388466 w 516735"/>
                <a:gd name="connsiteY5" fmla="*/ 544997 h 788699"/>
                <a:gd name="connsiteX6" fmla="*/ 388466 w 516735"/>
                <a:gd name="connsiteY6" fmla="*/ 566754 h 788699"/>
                <a:gd name="connsiteX7" fmla="*/ 391185 w 516735"/>
                <a:gd name="connsiteY7" fmla="*/ 632026 h 788699"/>
                <a:gd name="connsiteX8" fmla="*/ 393905 w 516735"/>
                <a:gd name="connsiteY8" fmla="*/ 683699 h 788699"/>
                <a:gd name="connsiteX9" fmla="*/ 377587 w 516735"/>
                <a:gd name="connsiteY9" fmla="*/ 724494 h 788699"/>
                <a:gd name="connsiteX10" fmla="*/ 361269 w 516735"/>
                <a:gd name="connsiteY10" fmla="*/ 719054 h 788699"/>
                <a:gd name="connsiteX11" fmla="*/ 353110 w 516735"/>
                <a:gd name="connsiteY11" fmla="*/ 702737 h 788699"/>
                <a:gd name="connsiteX12" fmla="*/ 350390 w 516735"/>
                <a:gd name="connsiteY12" fmla="*/ 686419 h 788699"/>
                <a:gd name="connsiteX13" fmla="*/ 353110 w 516735"/>
                <a:gd name="connsiteY13" fmla="*/ 659222 h 788699"/>
                <a:gd name="connsiteX14" fmla="*/ 353110 w 516735"/>
                <a:gd name="connsiteY14" fmla="*/ 656502 h 788699"/>
                <a:gd name="connsiteX15" fmla="*/ 317754 w 516735"/>
                <a:gd name="connsiteY15" fmla="*/ 708176 h 788699"/>
                <a:gd name="connsiteX16" fmla="*/ 241604 w 516735"/>
                <a:gd name="connsiteY16" fmla="*/ 735372 h 788699"/>
                <a:gd name="connsiteX17" fmla="*/ 187211 w 516735"/>
                <a:gd name="connsiteY17" fmla="*/ 727214 h 788699"/>
                <a:gd name="connsiteX18" fmla="*/ 135537 w 516735"/>
                <a:gd name="connsiteY18" fmla="*/ 694578 h 788699"/>
                <a:gd name="connsiteX19" fmla="*/ 86583 w 516735"/>
                <a:gd name="connsiteY19" fmla="*/ 621147 h 788699"/>
                <a:gd name="connsiteX20" fmla="*/ 67546 w 516735"/>
                <a:gd name="connsiteY20" fmla="*/ 555875 h 788699"/>
                <a:gd name="connsiteX21" fmla="*/ 59387 w 516735"/>
                <a:gd name="connsiteY21" fmla="*/ 509641 h 788699"/>
                <a:gd name="connsiteX22" fmla="*/ 59387 w 516735"/>
                <a:gd name="connsiteY22" fmla="*/ 468846 h 788699"/>
                <a:gd name="connsiteX23" fmla="*/ 86583 w 516735"/>
                <a:gd name="connsiteY23" fmla="*/ 302947 h 788699"/>
                <a:gd name="connsiteX24" fmla="*/ 108341 w 516735"/>
                <a:gd name="connsiteY24" fmla="*/ 224077 h 788699"/>
                <a:gd name="connsiteX25" fmla="*/ 146416 w 516735"/>
                <a:gd name="connsiteY25" fmla="*/ 145207 h 788699"/>
                <a:gd name="connsiteX26" fmla="*/ 198090 w 516735"/>
                <a:gd name="connsiteY26" fmla="*/ 85375 h 788699"/>
                <a:gd name="connsiteX27" fmla="*/ 228006 w 516735"/>
                <a:gd name="connsiteY27" fmla="*/ 69057 h 788699"/>
                <a:gd name="connsiteX28" fmla="*/ 268801 w 516735"/>
                <a:gd name="connsiteY28" fmla="*/ 58178 h 788699"/>
                <a:gd name="connsiteX29" fmla="*/ 274240 w 516735"/>
                <a:gd name="connsiteY29" fmla="*/ 58178 h 788699"/>
                <a:gd name="connsiteX30" fmla="*/ 295997 w 516735"/>
                <a:gd name="connsiteY30" fmla="*/ 60898 h 788699"/>
                <a:gd name="connsiteX31" fmla="*/ 331353 w 516735"/>
                <a:gd name="connsiteY31" fmla="*/ 71776 h 788699"/>
                <a:gd name="connsiteX32" fmla="*/ 350390 w 516735"/>
                <a:gd name="connsiteY32" fmla="*/ 93534 h 788699"/>
                <a:gd name="connsiteX33" fmla="*/ 353110 w 516735"/>
                <a:gd name="connsiteY33" fmla="*/ 74496 h 788699"/>
                <a:gd name="connsiteX34" fmla="*/ 358549 w 516735"/>
                <a:gd name="connsiteY34" fmla="*/ 63618 h 788699"/>
                <a:gd name="connsiteX35" fmla="*/ 366708 w 516735"/>
                <a:gd name="connsiteY35" fmla="*/ 58178 h 788699"/>
                <a:gd name="connsiteX36" fmla="*/ 374867 w 516735"/>
                <a:gd name="connsiteY36" fmla="*/ 63618 h 788699"/>
                <a:gd name="connsiteX37" fmla="*/ 383027 w 516735"/>
                <a:gd name="connsiteY37" fmla="*/ 82655 h 788699"/>
                <a:gd name="connsiteX38" fmla="*/ 385746 w 516735"/>
                <a:gd name="connsiteY38" fmla="*/ 126170 h 788699"/>
                <a:gd name="connsiteX39" fmla="*/ 388466 w 516735"/>
                <a:gd name="connsiteY39" fmla="*/ 186002 h 788699"/>
                <a:gd name="connsiteX40" fmla="*/ 391185 w 516735"/>
                <a:gd name="connsiteY40" fmla="*/ 237676 h 788699"/>
                <a:gd name="connsiteX41" fmla="*/ 374867 w 516735"/>
                <a:gd name="connsiteY41" fmla="*/ 278470 h 788699"/>
                <a:gd name="connsiteX42" fmla="*/ 358549 w 516735"/>
                <a:gd name="connsiteY42" fmla="*/ 273031 h 788699"/>
                <a:gd name="connsiteX43" fmla="*/ 350390 w 516735"/>
                <a:gd name="connsiteY43" fmla="*/ 256713 h 788699"/>
                <a:gd name="connsiteX44" fmla="*/ 347671 w 516735"/>
                <a:gd name="connsiteY44" fmla="*/ 240395 h 788699"/>
                <a:gd name="connsiteX45" fmla="*/ 347671 w 516735"/>
                <a:gd name="connsiteY45" fmla="*/ 213199 h 788699"/>
                <a:gd name="connsiteX46" fmla="*/ 344951 w 516735"/>
                <a:gd name="connsiteY46" fmla="*/ 194161 h 788699"/>
                <a:gd name="connsiteX47" fmla="*/ 339512 w 516735"/>
                <a:gd name="connsiteY47" fmla="*/ 150647 h 788699"/>
                <a:gd name="connsiteX48" fmla="*/ 323194 w 516735"/>
                <a:gd name="connsiteY48" fmla="*/ 112571 h 788699"/>
                <a:gd name="connsiteX49" fmla="*/ 293278 w 516735"/>
                <a:gd name="connsiteY49" fmla="*/ 101693 h 788699"/>
                <a:gd name="connsiteX50" fmla="*/ 263361 w 516735"/>
                <a:gd name="connsiteY50" fmla="*/ 120730 h 788699"/>
                <a:gd name="connsiteX51" fmla="*/ 241604 w 516735"/>
                <a:gd name="connsiteY51" fmla="*/ 153366 h 788699"/>
                <a:gd name="connsiteX52" fmla="*/ 233445 w 516735"/>
                <a:gd name="connsiteY52" fmla="*/ 194161 h 788699"/>
                <a:gd name="connsiteX53" fmla="*/ 225286 w 516735"/>
                <a:gd name="connsiteY53" fmla="*/ 232236 h 788699"/>
                <a:gd name="connsiteX54" fmla="*/ 217127 w 516735"/>
                <a:gd name="connsiteY54" fmla="*/ 275751 h 788699"/>
                <a:gd name="connsiteX55" fmla="*/ 211688 w 516735"/>
                <a:gd name="connsiteY55" fmla="*/ 316545 h 788699"/>
                <a:gd name="connsiteX56" fmla="*/ 206249 w 516735"/>
                <a:gd name="connsiteY56" fmla="*/ 354621 h 788699"/>
                <a:gd name="connsiteX57" fmla="*/ 200809 w 516735"/>
                <a:gd name="connsiteY57" fmla="*/ 398135 h 788699"/>
                <a:gd name="connsiteX58" fmla="*/ 195370 w 516735"/>
                <a:gd name="connsiteY58" fmla="*/ 438930 h 788699"/>
                <a:gd name="connsiteX59" fmla="*/ 192650 w 516735"/>
                <a:gd name="connsiteY59" fmla="*/ 474286 h 788699"/>
                <a:gd name="connsiteX60" fmla="*/ 195370 w 516735"/>
                <a:gd name="connsiteY60" fmla="*/ 525959 h 788699"/>
                <a:gd name="connsiteX61" fmla="*/ 208968 w 516735"/>
                <a:gd name="connsiteY61" fmla="*/ 596670 h 788699"/>
                <a:gd name="connsiteX62" fmla="*/ 214407 w 516735"/>
                <a:gd name="connsiteY62" fmla="*/ 623867 h 788699"/>
                <a:gd name="connsiteX63" fmla="*/ 228006 w 516735"/>
                <a:gd name="connsiteY63" fmla="*/ 656502 h 788699"/>
                <a:gd name="connsiteX64" fmla="*/ 271520 w 516735"/>
                <a:gd name="connsiteY64" fmla="*/ 689138 h 788699"/>
                <a:gd name="connsiteX65" fmla="*/ 306876 w 516735"/>
                <a:gd name="connsiteY65" fmla="*/ 664661 h 788699"/>
                <a:gd name="connsiteX66" fmla="*/ 331353 w 516735"/>
                <a:gd name="connsiteY66" fmla="*/ 602109 h 788699"/>
                <a:gd name="connsiteX67" fmla="*/ 336792 w 516735"/>
                <a:gd name="connsiteY67" fmla="*/ 544997 h 788699"/>
                <a:gd name="connsiteX68" fmla="*/ 336792 w 516735"/>
                <a:gd name="connsiteY68" fmla="*/ 498762 h 788699"/>
                <a:gd name="connsiteX69" fmla="*/ 336792 w 516735"/>
                <a:gd name="connsiteY69" fmla="*/ 490603 h 788699"/>
                <a:gd name="connsiteX70" fmla="*/ 320474 w 516735"/>
                <a:gd name="connsiteY70" fmla="*/ 477005 h 788699"/>
                <a:gd name="connsiteX71" fmla="*/ 282399 w 516735"/>
                <a:gd name="connsiteY71" fmla="*/ 479725 h 788699"/>
                <a:gd name="connsiteX72" fmla="*/ 252483 w 516735"/>
                <a:gd name="connsiteY72" fmla="*/ 474286 h 788699"/>
                <a:gd name="connsiteX73" fmla="*/ 247044 w 516735"/>
                <a:gd name="connsiteY73" fmla="*/ 466126 h 788699"/>
                <a:gd name="connsiteX74" fmla="*/ 249763 w 516735"/>
                <a:gd name="connsiteY74" fmla="*/ 457968 h 788699"/>
                <a:gd name="connsiteX75" fmla="*/ 268801 w 516735"/>
                <a:gd name="connsiteY75" fmla="*/ 447089 h 788699"/>
                <a:gd name="connsiteX76" fmla="*/ 312315 w 516735"/>
                <a:gd name="connsiteY76" fmla="*/ 436210 h 788699"/>
                <a:gd name="connsiteX77" fmla="*/ 353110 w 516735"/>
                <a:gd name="connsiteY77" fmla="*/ 430771 h 788699"/>
                <a:gd name="connsiteX78" fmla="*/ 385746 w 516735"/>
                <a:gd name="connsiteY78" fmla="*/ 430771 h 788699"/>
                <a:gd name="connsiteX79" fmla="*/ 437420 w 516735"/>
                <a:gd name="connsiteY79" fmla="*/ 428051 h 788699"/>
                <a:gd name="connsiteX80" fmla="*/ 464616 w 516735"/>
                <a:gd name="connsiteY80" fmla="*/ 436210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516735" h="788699">
                  <a:moveTo>
                    <a:pt x="464616" y="436210"/>
                  </a:moveTo>
                  <a:cubicBezTo>
                    <a:pt x="464616" y="447089"/>
                    <a:pt x="453738" y="452528"/>
                    <a:pt x="445578" y="455248"/>
                  </a:cubicBezTo>
                  <a:cubicBezTo>
                    <a:pt x="434700" y="460687"/>
                    <a:pt x="415662" y="463407"/>
                    <a:pt x="404783" y="466126"/>
                  </a:cubicBezTo>
                  <a:cubicBezTo>
                    <a:pt x="393905" y="466126"/>
                    <a:pt x="385746" y="468846"/>
                    <a:pt x="385746" y="479725"/>
                  </a:cubicBezTo>
                  <a:cubicBezTo>
                    <a:pt x="385746" y="487884"/>
                    <a:pt x="388466" y="506921"/>
                    <a:pt x="388466" y="512361"/>
                  </a:cubicBezTo>
                  <a:cubicBezTo>
                    <a:pt x="388466" y="515080"/>
                    <a:pt x="388466" y="539557"/>
                    <a:pt x="388466" y="544997"/>
                  </a:cubicBezTo>
                  <a:cubicBezTo>
                    <a:pt x="388466" y="550436"/>
                    <a:pt x="388466" y="558595"/>
                    <a:pt x="388466" y="566754"/>
                  </a:cubicBezTo>
                  <a:cubicBezTo>
                    <a:pt x="388466" y="591231"/>
                    <a:pt x="388466" y="621147"/>
                    <a:pt x="391185" y="632026"/>
                  </a:cubicBezTo>
                  <a:cubicBezTo>
                    <a:pt x="393905" y="653783"/>
                    <a:pt x="393905" y="661942"/>
                    <a:pt x="393905" y="683699"/>
                  </a:cubicBezTo>
                  <a:cubicBezTo>
                    <a:pt x="393905" y="694578"/>
                    <a:pt x="393905" y="724494"/>
                    <a:pt x="377587" y="724494"/>
                  </a:cubicBezTo>
                  <a:cubicBezTo>
                    <a:pt x="369428" y="724494"/>
                    <a:pt x="366708" y="721774"/>
                    <a:pt x="361269" y="719054"/>
                  </a:cubicBezTo>
                  <a:cubicBezTo>
                    <a:pt x="355830" y="716335"/>
                    <a:pt x="353110" y="708176"/>
                    <a:pt x="353110" y="702737"/>
                  </a:cubicBezTo>
                  <a:cubicBezTo>
                    <a:pt x="350390" y="694578"/>
                    <a:pt x="350390" y="689138"/>
                    <a:pt x="350390" y="686419"/>
                  </a:cubicBezTo>
                  <a:cubicBezTo>
                    <a:pt x="350390" y="678260"/>
                    <a:pt x="353110" y="672820"/>
                    <a:pt x="353110" y="659222"/>
                  </a:cubicBezTo>
                  <a:lnTo>
                    <a:pt x="353110" y="656502"/>
                  </a:lnTo>
                  <a:cubicBezTo>
                    <a:pt x="347671" y="675540"/>
                    <a:pt x="334073" y="694578"/>
                    <a:pt x="317754" y="708176"/>
                  </a:cubicBezTo>
                  <a:cubicBezTo>
                    <a:pt x="293278" y="727214"/>
                    <a:pt x="274240" y="735372"/>
                    <a:pt x="241604" y="735372"/>
                  </a:cubicBezTo>
                  <a:cubicBezTo>
                    <a:pt x="222566" y="735372"/>
                    <a:pt x="203529" y="732653"/>
                    <a:pt x="187211" y="727214"/>
                  </a:cubicBezTo>
                  <a:cubicBezTo>
                    <a:pt x="165454" y="719054"/>
                    <a:pt x="149136" y="708176"/>
                    <a:pt x="135537" y="694578"/>
                  </a:cubicBezTo>
                  <a:cubicBezTo>
                    <a:pt x="113780" y="672820"/>
                    <a:pt x="100182" y="648343"/>
                    <a:pt x="86583" y="621147"/>
                  </a:cubicBezTo>
                  <a:cubicBezTo>
                    <a:pt x="75705" y="599390"/>
                    <a:pt x="70266" y="580352"/>
                    <a:pt x="67546" y="555875"/>
                  </a:cubicBezTo>
                  <a:cubicBezTo>
                    <a:pt x="64826" y="539557"/>
                    <a:pt x="62107" y="525959"/>
                    <a:pt x="59387" y="509641"/>
                  </a:cubicBezTo>
                  <a:cubicBezTo>
                    <a:pt x="56667" y="493323"/>
                    <a:pt x="59387" y="485164"/>
                    <a:pt x="59387" y="468846"/>
                  </a:cubicBezTo>
                  <a:cubicBezTo>
                    <a:pt x="59387" y="414453"/>
                    <a:pt x="72985" y="362780"/>
                    <a:pt x="86583" y="302947"/>
                  </a:cubicBezTo>
                  <a:cubicBezTo>
                    <a:pt x="92023" y="275751"/>
                    <a:pt x="100182" y="248554"/>
                    <a:pt x="108341" y="224077"/>
                  </a:cubicBezTo>
                  <a:cubicBezTo>
                    <a:pt x="116500" y="196881"/>
                    <a:pt x="130098" y="169684"/>
                    <a:pt x="146416" y="145207"/>
                  </a:cubicBezTo>
                  <a:cubicBezTo>
                    <a:pt x="160014" y="123450"/>
                    <a:pt x="176332" y="101693"/>
                    <a:pt x="198090" y="85375"/>
                  </a:cubicBezTo>
                  <a:cubicBezTo>
                    <a:pt x="206249" y="77216"/>
                    <a:pt x="217127" y="71776"/>
                    <a:pt x="228006" y="69057"/>
                  </a:cubicBezTo>
                  <a:cubicBezTo>
                    <a:pt x="241604" y="63618"/>
                    <a:pt x="255202" y="58178"/>
                    <a:pt x="268801" y="58178"/>
                  </a:cubicBezTo>
                  <a:cubicBezTo>
                    <a:pt x="271520" y="58178"/>
                    <a:pt x="274240" y="58178"/>
                    <a:pt x="274240" y="58178"/>
                  </a:cubicBezTo>
                  <a:cubicBezTo>
                    <a:pt x="279679" y="58178"/>
                    <a:pt x="285119" y="58178"/>
                    <a:pt x="295997" y="60898"/>
                  </a:cubicBezTo>
                  <a:cubicBezTo>
                    <a:pt x="309595" y="63618"/>
                    <a:pt x="320474" y="66337"/>
                    <a:pt x="331353" y="71776"/>
                  </a:cubicBezTo>
                  <a:cubicBezTo>
                    <a:pt x="339512" y="77216"/>
                    <a:pt x="347671" y="85375"/>
                    <a:pt x="350390" y="93534"/>
                  </a:cubicBezTo>
                  <a:cubicBezTo>
                    <a:pt x="350390" y="88095"/>
                    <a:pt x="353110" y="79936"/>
                    <a:pt x="353110" y="74496"/>
                  </a:cubicBezTo>
                  <a:cubicBezTo>
                    <a:pt x="355830" y="71776"/>
                    <a:pt x="355830" y="69057"/>
                    <a:pt x="358549" y="63618"/>
                  </a:cubicBezTo>
                  <a:cubicBezTo>
                    <a:pt x="361269" y="60898"/>
                    <a:pt x="363989" y="58178"/>
                    <a:pt x="366708" y="58178"/>
                  </a:cubicBezTo>
                  <a:cubicBezTo>
                    <a:pt x="369428" y="58178"/>
                    <a:pt x="372148" y="60898"/>
                    <a:pt x="374867" y="63618"/>
                  </a:cubicBezTo>
                  <a:cubicBezTo>
                    <a:pt x="377587" y="69057"/>
                    <a:pt x="380307" y="77216"/>
                    <a:pt x="383027" y="82655"/>
                  </a:cubicBezTo>
                  <a:cubicBezTo>
                    <a:pt x="383027" y="90814"/>
                    <a:pt x="385746" y="107132"/>
                    <a:pt x="385746" y="126170"/>
                  </a:cubicBezTo>
                  <a:cubicBezTo>
                    <a:pt x="385746" y="150647"/>
                    <a:pt x="385746" y="177843"/>
                    <a:pt x="388466" y="186002"/>
                  </a:cubicBezTo>
                  <a:cubicBezTo>
                    <a:pt x="391185" y="207759"/>
                    <a:pt x="391185" y="215918"/>
                    <a:pt x="391185" y="237676"/>
                  </a:cubicBezTo>
                  <a:cubicBezTo>
                    <a:pt x="391185" y="248554"/>
                    <a:pt x="391185" y="278470"/>
                    <a:pt x="374867" y="278470"/>
                  </a:cubicBezTo>
                  <a:cubicBezTo>
                    <a:pt x="366708" y="278470"/>
                    <a:pt x="363989" y="275751"/>
                    <a:pt x="358549" y="273031"/>
                  </a:cubicBezTo>
                  <a:cubicBezTo>
                    <a:pt x="353110" y="270311"/>
                    <a:pt x="350390" y="262152"/>
                    <a:pt x="350390" y="256713"/>
                  </a:cubicBezTo>
                  <a:cubicBezTo>
                    <a:pt x="350390" y="251274"/>
                    <a:pt x="347671" y="245834"/>
                    <a:pt x="347671" y="240395"/>
                  </a:cubicBezTo>
                  <a:cubicBezTo>
                    <a:pt x="347671" y="232236"/>
                    <a:pt x="347671" y="224077"/>
                    <a:pt x="347671" y="213199"/>
                  </a:cubicBezTo>
                  <a:cubicBezTo>
                    <a:pt x="347671" y="207759"/>
                    <a:pt x="347671" y="199600"/>
                    <a:pt x="344951" y="194161"/>
                  </a:cubicBezTo>
                  <a:cubicBezTo>
                    <a:pt x="342232" y="180563"/>
                    <a:pt x="342232" y="164245"/>
                    <a:pt x="339512" y="150647"/>
                  </a:cubicBezTo>
                  <a:cubicBezTo>
                    <a:pt x="336792" y="137048"/>
                    <a:pt x="331353" y="123450"/>
                    <a:pt x="323194" y="112571"/>
                  </a:cubicBezTo>
                  <a:cubicBezTo>
                    <a:pt x="317754" y="104412"/>
                    <a:pt x="304156" y="101693"/>
                    <a:pt x="293278" y="101693"/>
                  </a:cubicBezTo>
                  <a:cubicBezTo>
                    <a:pt x="279679" y="101693"/>
                    <a:pt x="271520" y="109852"/>
                    <a:pt x="263361" y="120730"/>
                  </a:cubicBezTo>
                  <a:cubicBezTo>
                    <a:pt x="257922" y="131609"/>
                    <a:pt x="247044" y="139768"/>
                    <a:pt x="241604" y="153366"/>
                  </a:cubicBezTo>
                  <a:cubicBezTo>
                    <a:pt x="236165" y="166964"/>
                    <a:pt x="233445" y="180563"/>
                    <a:pt x="233445" y="194161"/>
                  </a:cubicBezTo>
                  <a:cubicBezTo>
                    <a:pt x="233445" y="207759"/>
                    <a:pt x="230725" y="218638"/>
                    <a:pt x="225286" y="232236"/>
                  </a:cubicBezTo>
                  <a:cubicBezTo>
                    <a:pt x="219847" y="245834"/>
                    <a:pt x="219847" y="262152"/>
                    <a:pt x="217127" y="275751"/>
                  </a:cubicBezTo>
                  <a:cubicBezTo>
                    <a:pt x="214407" y="289349"/>
                    <a:pt x="214407" y="302947"/>
                    <a:pt x="211688" y="316545"/>
                  </a:cubicBezTo>
                  <a:cubicBezTo>
                    <a:pt x="211688" y="330144"/>
                    <a:pt x="206249" y="341022"/>
                    <a:pt x="206249" y="354621"/>
                  </a:cubicBezTo>
                  <a:cubicBezTo>
                    <a:pt x="203529" y="368219"/>
                    <a:pt x="203529" y="381817"/>
                    <a:pt x="200809" y="398135"/>
                  </a:cubicBezTo>
                  <a:cubicBezTo>
                    <a:pt x="198090" y="411733"/>
                    <a:pt x="198090" y="425332"/>
                    <a:pt x="195370" y="438930"/>
                  </a:cubicBezTo>
                  <a:cubicBezTo>
                    <a:pt x="195370" y="449809"/>
                    <a:pt x="192650" y="463407"/>
                    <a:pt x="192650" y="474286"/>
                  </a:cubicBezTo>
                  <a:cubicBezTo>
                    <a:pt x="192650" y="490603"/>
                    <a:pt x="195370" y="509641"/>
                    <a:pt x="195370" y="525959"/>
                  </a:cubicBezTo>
                  <a:cubicBezTo>
                    <a:pt x="195370" y="550436"/>
                    <a:pt x="203529" y="572193"/>
                    <a:pt x="208968" y="596670"/>
                  </a:cubicBezTo>
                  <a:cubicBezTo>
                    <a:pt x="211688" y="604829"/>
                    <a:pt x="211688" y="615708"/>
                    <a:pt x="214407" y="623867"/>
                  </a:cubicBezTo>
                  <a:cubicBezTo>
                    <a:pt x="217127" y="634745"/>
                    <a:pt x="222566" y="645624"/>
                    <a:pt x="228006" y="656502"/>
                  </a:cubicBezTo>
                  <a:cubicBezTo>
                    <a:pt x="236165" y="670101"/>
                    <a:pt x="252483" y="689138"/>
                    <a:pt x="271520" y="689138"/>
                  </a:cubicBezTo>
                  <a:cubicBezTo>
                    <a:pt x="287838" y="689138"/>
                    <a:pt x="298717" y="675540"/>
                    <a:pt x="306876" y="664661"/>
                  </a:cubicBezTo>
                  <a:cubicBezTo>
                    <a:pt x="320474" y="645624"/>
                    <a:pt x="325914" y="623867"/>
                    <a:pt x="331353" y="602109"/>
                  </a:cubicBezTo>
                  <a:cubicBezTo>
                    <a:pt x="334073" y="583072"/>
                    <a:pt x="336792" y="564034"/>
                    <a:pt x="336792" y="544997"/>
                  </a:cubicBezTo>
                  <a:cubicBezTo>
                    <a:pt x="336792" y="531398"/>
                    <a:pt x="336792" y="512361"/>
                    <a:pt x="336792" y="498762"/>
                  </a:cubicBezTo>
                  <a:cubicBezTo>
                    <a:pt x="336792" y="496043"/>
                    <a:pt x="336792" y="493323"/>
                    <a:pt x="336792" y="490603"/>
                  </a:cubicBezTo>
                  <a:cubicBezTo>
                    <a:pt x="336792" y="479725"/>
                    <a:pt x="336792" y="477005"/>
                    <a:pt x="320474" y="477005"/>
                  </a:cubicBezTo>
                  <a:cubicBezTo>
                    <a:pt x="309595" y="477005"/>
                    <a:pt x="295997" y="479725"/>
                    <a:pt x="282399" y="479725"/>
                  </a:cubicBezTo>
                  <a:cubicBezTo>
                    <a:pt x="271520" y="479725"/>
                    <a:pt x="260642" y="479725"/>
                    <a:pt x="252483" y="474286"/>
                  </a:cubicBezTo>
                  <a:cubicBezTo>
                    <a:pt x="249763" y="471566"/>
                    <a:pt x="247044" y="468846"/>
                    <a:pt x="247044" y="466126"/>
                  </a:cubicBezTo>
                  <a:cubicBezTo>
                    <a:pt x="247044" y="463407"/>
                    <a:pt x="247044" y="460687"/>
                    <a:pt x="249763" y="457968"/>
                  </a:cubicBezTo>
                  <a:cubicBezTo>
                    <a:pt x="255202" y="452528"/>
                    <a:pt x="260642" y="449809"/>
                    <a:pt x="268801" y="447089"/>
                  </a:cubicBezTo>
                  <a:cubicBezTo>
                    <a:pt x="282399" y="441650"/>
                    <a:pt x="295997" y="438930"/>
                    <a:pt x="312315" y="436210"/>
                  </a:cubicBezTo>
                  <a:cubicBezTo>
                    <a:pt x="325914" y="433491"/>
                    <a:pt x="339512" y="433491"/>
                    <a:pt x="353110" y="430771"/>
                  </a:cubicBezTo>
                  <a:cubicBezTo>
                    <a:pt x="363989" y="430771"/>
                    <a:pt x="374867" y="430771"/>
                    <a:pt x="385746" y="430771"/>
                  </a:cubicBezTo>
                  <a:cubicBezTo>
                    <a:pt x="402064" y="430771"/>
                    <a:pt x="426541" y="428051"/>
                    <a:pt x="437420" y="428051"/>
                  </a:cubicBezTo>
                  <a:cubicBezTo>
                    <a:pt x="451018" y="422612"/>
                    <a:pt x="464616" y="425332"/>
                    <a:pt x="464616" y="436210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EF1538DB-83E2-2F45-15E9-002990646635}"/>
                </a:ext>
              </a:extLst>
            </p:cNvPr>
            <p:cNvSpPr/>
            <p:nvPr/>
          </p:nvSpPr>
          <p:spPr>
            <a:xfrm>
              <a:off x="9053923" y="4178559"/>
              <a:ext cx="625521" cy="788700"/>
            </a:xfrm>
            <a:custGeom>
              <a:avLst/>
              <a:gdLst>
                <a:gd name="connsiteX0" fmla="*/ 536838 w 625521"/>
                <a:gd name="connsiteY0" fmla="*/ 680979 h 788699"/>
                <a:gd name="connsiteX1" fmla="*/ 574913 w 625521"/>
                <a:gd name="connsiteY1" fmla="*/ 697297 h 788699"/>
                <a:gd name="connsiteX2" fmla="*/ 566755 w 625521"/>
                <a:gd name="connsiteY2" fmla="*/ 713615 h 788699"/>
                <a:gd name="connsiteX3" fmla="*/ 550437 w 625521"/>
                <a:gd name="connsiteY3" fmla="*/ 721774 h 788699"/>
                <a:gd name="connsiteX4" fmla="*/ 528680 w 625521"/>
                <a:gd name="connsiteY4" fmla="*/ 724494 h 788699"/>
                <a:gd name="connsiteX5" fmla="*/ 417174 w 625521"/>
                <a:gd name="connsiteY5" fmla="*/ 724494 h 788699"/>
                <a:gd name="connsiteX6" fmla="*/ 398136 w 625521"/>
                <a:gd name="connsiteY6" fmla="*/ 724494 h 788699"/>
                <a:gd name="connsiteX7" fmla="*/ 373659 w 625521"/>
                <a:gd name="connsiteY7" fmla="*/ 724494 h 788699"/>
                <a:gd name="connsiteX8" fmla="*/ 346462 w 625521"/>
                <a:gd name="connsiteY8" fmla="*/ 719054 h 788699"/>
                <a:gd name="connsiteX9" fmla="*/ 330144 w 625521"/>
                <a:gd name="connsiteY9" fmla="*/ 702737 h 788699"/>
                <a:gd name="connsiteX10" fmla="*/ 335584 w 625521"/>
                <a:gd name="connsiteY10" fmla="*/ 694578 h 788699"/>
                <a:gd name="connsiteX11" fmla="*/ 357341 w 625521"/>
                <a:gd name="connsiteY11" fmla="*/ 686419 h 788699"/>
                <a:gd name="connsiteX12" fmla="*/ 395416 w 625521"/>
                <a:gd name="connsiteY12" fmla="*/ 680979 h 788699"/>
                <a:gd name="connsiteX13" fmla="*/ 381817 w 625521"/>
                <a:gd name="connsiteY13" fmla="*/ 656502 h 788699"/>
                <a:gd name="connsiteX14" fmla="*/ 379098 w 625521"/>
                <a:gd name="connsiteY14" fmla="*/ 585791 h 788699"/>
                <a:gd name="connsiteX15" fmla="*/ 379098 w 625521"/>
                <a:gd name="connsiteY15" fmla="*/ 517800 h 788699"/>
                <a:gd name="connsiteX16" fmla="*/ 379098 w 625521"/>
                <a:gd name="connsiteY16" fmla="*/ 474286 h 788699"/>
                <a:gd name="connsiteX17" fmla="*/ 379098 w 625521"/>
                <a:gd name="connsiteY17" fmla="*/ 430771 h 788699"/>
                <a:gd name="connsiteX18" fmla="*/ 381817 w 625521"/>
                <a:gd name="connsiteY18" fmla="*/ 411733 h 788699"/>
                <a:gd name="connsiteX19" fmla="*/ 379098 w 625521"/>
                <a:gd name="connsiteY19" fmla="*/ 400855 h 788699"/>
                <a:gd name="connsiteX20" fmla="*/ 370939 w 625521"/>
                <a:gd name="connsiteY20" fmla="*/ 398135 h 788699"/>
                <a:gd name="connsiteX21" fmla="*/ 338304 w 625521"/>
                <a:gd name="connsiteY21" fmla="*/ 400855 h 788699"/>
                <a:gd name="connsiteX22" fmla="*/ 289349 w 625521"/>
                <a:gd name="connsiteY22" fmla="*/ 403575 h 788699"/>
                <a:gd name="connsiteX23" fmla="*/ 264872 w 625521"/>
                <a:gd name="connsiteY23" fmla="*/ 400855 h 788699"/>
                <a:gd name="connsiteX24" fmla="*/ 259433 w 625521"/>
                <a:gd name="connsiteY24" fmla="*/ 406294 h 788699"/>
                <a:gd name="connsiteX25" fmla="*/ 259433 w 625521"/>
                <a:gd name="connsiteY25" fmla="*/ 425332 h 788699"/>
                <a:gd name="connsiteX26" fmla="*/ 259433 w 625521"/>
                <a:gd name="connsiteY26" fmla="*/ 449809 h 788699"/>
                <a:gd name="connsiteX27" fmla="*/ 259433 w 625521"/>
                <a:gd name="connsiteY27" fmla="*/ 471566 h 788699"/>
                <a:gd name="connsiteX28" fmla="*/ 259433 w 625521"/>
                <a:gd name="connsiteY28" fmla="*/ 504202 h 788699"/>
                <a:gd name="connsiteX29" fmla="*/ 259433 w 625521"/>
                <a:gd name="connsiteY29" fmla="*/ 509641 h 788699"/>
                <a:gd name="connsiteX30" fmla="*/ 256714 w 625521"/>
                <a:gd name="connsiteY30" fmla="*/ 542277 h 788699"/>
                <a:gd name="connsiteX31" fmla="*/ 256714 w 625521"/>
                <a:gd name="connsiteY31" fmla="*/ 577632 h 788699"/>
                <a:gd name="connsiteX32" fmla="*/ 256714 w 625521"/>
                <a:gd name="connsiteY32" fmla="*/ 612988 h 788699"/>
                <a:gd name="connsiteX33" fmla="*/ 253994 w 625521"/>
                <a:gd name="connsiteY33" fmla="*/ 656502 h 788699"/>
                <a:gd name="connsiteX34" fmla="*/ 256714 w 625521"/>
                <a:gd name="connsiteY34" fmla="*/ 678260 h 788699"/>
                <a:gd name="connsiteX35" fmla="*/ 286629 w 625521"/>
                <a:gd name="connsiteY35" fmla="*/ 694578 h 788699"/>
                <a:gd name="connsiteX36" fmla="*/ 281191 w 625521"/>
                <a:gd name="connsiteY36" fmla="*/ 710895 h 788699"/>
                <a:gd name="connsiteX37" fmla="*/ 264872 w 625521"/>
                <a:gd name="connsiteY37" fmla="*/ 719054 h 788699"/>
                <a:gd name="connsiteX38" fmla="*/ 243116 w 625521"/>
                <a:gd name="connsiteY38" fmla="*/ 721774 h 788699"/>
                <a:gd name="connsiteX39" fmla="*/ 243116 w 625521"/>
                <a:gd name="connsiteY39" fmla="*/ 721774 h 788699"/>
                <a:gd name="connsiteX40" fmla="*/ 232236 w 625521"/>
                <a:gd name="connsiteY40" fmla="*/ 727214 h 788699"/>
                <a:gd name="connsiteX41" fmla="*/ 224078 w 625521"/>
                <a:gd name="connsiteY41" fmla="*/ 735372 h 788699"/>
                <a:gd name="connsiteX42" fmla="*/ 213199 w 625521"/>
                <a:gd name="connsiteY42" fmla="*/ 738092 h 788699"/>
                <a:gd name="connsiteX43" fmla="*/ 183283 w 625521"/>
                <a:gd name="connsiteY43" fmla="*/ 727214 h 788699"/>
                <a:gd name="connsiteX44" fmla="*/ 175124 w 625521"/>
                <a:gd name="connsiteY44" fmla="*/ 719054 h 788699"/>
                <a:gd name="connsiteX45" fmla="*/ 145208 w 625521"/>
                <a:gd name="connsiteY45" fmla="*/ 719054 h 788699"/>
                <a:gd name="connsiteX46" fmla="*/ 126170 w 625521"/>
                <a:gd name="connsiteY46" fmla="*/ 719054 h 788699"/>
                <a:gd name="connsiteX47" fmla="*/ 101693 w 625521"/>
                <a:gd name="connsiteY47" fmla="*/ 719054 h 788699"/>
                <a:gd name="connsiteX48" fmla="*/ 74496 w 625521"/>
                <a:gd name="connsiteY48" fmla="*/ 713615 h 788699"/>
                <a:gd name="connsiteX49" fmla="*/ 58178 w 625521"/>
                <a:gd name="connsiteY49" fmla="*/ 697297 h 788699"/>
                <a:gd name="connsiteX50" fmla="*/ 63618 w 625521"/>
                <a:gd name="connsiteY50" fmla="*/ 689138 h 788699"/>
                <a:gd name="connsiteX51" fmla="*/ 85375 w 625521"/>
                <a:gd name="connsiteY51" fmla="*/ 680979 h 788699"/>
                <a:gd name="connsiteX52" fmla="*/ 131609 w 625521"/>
                <a:gd name="connsiteY52" fmla="*/ 675540 h 788699"/>
                <a:gd name="connsiteX53" fmla="*/ 131609 w 625521"/>
                <a:gd name="connsiteY53" fmla="*/ 667381 h 788699"/>
                <a:gd name="connsiteX54" fmla="*/ 131609 w 625521"/>
                <a:gd name="connsiteY54" fmla="*/ 651063 h 788699"/>
                <a:gd name="connsiteX55" fmla="*/ 131609 w 625521"/>
                <a:gd name="connsiteY55" fmla="*/ 618427 h 788699"/>
                <a:gd name="connsiteX56" fmla="*/ 131609 w 625521"/>
                <a:gd name="connsiteY56" fmla="*/ 580352 h 788699"/>
                <a:gd name="connsiteX57" fmla="*/ 131609 w 625521"/>
                <a:gd name="connsiteY57" fmla="*/ 531398 h 788699"/>
                <a:gd name="connsiteX58" fmla="*/ 131609 w 625521"/>
                <a:gd name="connsiteY58" fmla="*/ 466126 h 788699"/>
                <a:gd name="connsiteX59" fmla="*/ 131609 w 625521"/>
                <a:gd name="connsiteY59" fmla="*/ 422612 h 788699"/>
                <a:gd name="connsiteX60" fmla="*/ 131609 w 625521"/>
                <a:gd name="connsiteY60" fmla="*/ 411733 h 788699"/>
                <a:gd name="connsiteX61" fmla="*/ 131609 w 625521"/>
                <a:gd name="connsiteY61" fmla="*/ 398135 h 788699"/>
                <a:gd name="connsiteX62" fmla="*/ 126170 w 625521"/>
                <a:gd name="connsiteY62" fmla="*/ 389976 h 788699"/>
                <a:gd name="connsiteX63" fmla="*/ 101693 w 625521"/>
                <a:gd name="connsiteY63" fmla="*/ 387257 h 788699"/>
                <a:gd name="connsiteX64" fmla="*/ 77216 w 625521"/>
                <a:gd name="connsiteY64" fmla="*/ 376378 h 788699"/>
                <a:gd name="connsiteX65" fmla="*/ 82655 w 625521"/>
                <a:gd name="connsiteY65" fmla="*/ 368219 h 788699"/>
                <a:gd name="connsiteX66" fmla="*/ 98973 w 625521"/>
                <a:gd name="connsiteY66" fmla="*/ 360060 h 788699"/>
                <a:gd name="connsiteX67" fmla="*/ 118011 w 625521"/>
                <a:gd name="connsiteY67" fmla="*/ 357340 h 788699"/>
                <a:gd name="connsiteX68" fmla="*/ 131609 w 625521"/>
                <a:gd name="connsiteY68" fmla="*/ 351901 h 788699"/>
                <a:gd name="connsiteX69" fmla="*/ 131609 w 625521"/>
                <a:gd name="connsiteY69" fmla="*/ 343742 h 788699"/>
                <a:gd name="connsiteX70" fmla="*/ 131609 w 625521"/>
                <a:gd name="connsiteY70" fmla="*/ 270311 h 788699"/>
                <a:gd name="connsiteX71" fmla="*/ 137048 w 625521"/>
                <a:gd name="connsiteY71" fmla="*/ 145207 h 788699"/>
                <a:gd name="connsiteX72" fmla="*/ 139768 w 625521"/>
                <a:gd name="connsiteY72" fmla="*/ 123450 h 788699"/>
                <a:gd name="connsiteX73" fmla="*/ 123450 w 625521"/>
                <a:gd name="connsiteY73" fmla="*/ 123450 h 788699"/>
                <a:gd name="connsiteX74" fmla="*/ 118011 w 625521"/>
                <a:gd name="connsiteY74" fmla="*/ 123450 h 788699"/>
                <a:gd name="connsiteX75" fmla="*/ 101693 w 625521"/>
                <a:gd name="connsiteY75" fmla="*/ 123450 h 788699"/>
                <a:gd name="connsiteX76" fmla="*/ 74496 w 625521"/>
                <a:gd name="connsiteY76" fmla="*/ 118011 h 788699"/>
                <a:gd name="connsiteX77" fmla="*/ 58178 w 625521"/>
                <a:gd name="connsiteY77" fmla="*/ 101693 h 788699"/>
                <a:gd name="connsiteX78" fmla="*/ 63618 w 625521"/>
                <a:gd name="connsiteY78" fmla="*/ 93534 h 788699"/>
                <a:gd name="connsiteX79" fmla="*/ 85375 w 625521"/>
                <a:gd name="connsiteY79" fmla="*/ 85375 h 788699"/>
                <a:gd name="connsiteX80" fmla="*/ 137048 w 625521"/>
                <a:gd name="connsiteY80" fmla="*/ 82655 h 788699"/>
                <a:gd name="connsiteX81" fmla="*/ 147927 w 625521"/>
                <a:gd name="connsiteY81" fmla="*/ 82655 h 788699"/>
                <a:gd name="connsiteX82" fmla="*/ 186003 w 625521"/>
                <a:gd name="connsiteY82" fmla="*/ 58178 h 788699"/>
                <a:gd name="connsiteX83" fmla="*/ 226797 w 625521"/>
                <a:gd name="connsiteY83" fmla="*/ 79936 h 788699"/>
                <a:gd name="connsiteX84" fmla="*/ 253994 w 625521"/>
                <a:gd name="connsiteY84" fmla="*/ 79936 h 788699"/>
                <a:gd name="connsiteX85" fmla="*/ 294789 w 625521"/>
                <a:gd name="connsiteY85" fmla="*/ 96253 h 788699"/>
                <a:gd name="connsiteX86" fmla="*/ 283910 w 625521"/>
                <a:gd name="connsiteY86" fmla="*/ 112571 h 788699"/>
                <a:gd name="connsiteX87" fmla="*/ 267592 w 625521"/>
                <a:gd name="connsiteY87" fmla="*/ 120730 h 788699"/>
                <a:gd name="connsiteX88" fmla="*/ 245835 w 625521"/>
                <a:gd name="connsiteY88" fmla="*/ 123450 h 788699"/>
                <a:gd name="connsiteX89" fmla="*/ 237676 w 625521"/>
                <a:gd name="connsiteY89" fmla="*/ 123450 h 788699"/>
                <a:gd name="connsiteX90" fmla="*/ 240396 w 625521"/>
                <a:gd name="connsiteY90" fmla="*/ 128889 h 788699"/>
                <a:gd name="connsiteX91" fmla="*/ 251274 w 625521"/>
                <a:gd name="connsiteY91" fmla="*/ 177843 h 788699"/>
                <a:gd name="connsiteX92" fmla="*/ 256714 w 625521"/>
                <a:gd name="connsiteY92" fmla="*/ 226797 h 788699"/>
                <a:gd name="connsiteX93" fmla="*/ 262153 w 625521"/>
                <a:gd name="connsiteY93" fmla="*/ 273031 h 788699"/>
                <a:gd name="connsiteX94" fmla="*/ 262153 w 625521"/>
                <a:gd name="connsiteY94" fmla="*/ 289349 h 788699"/>
                <a:gd name="connsiteX95" fmla="*/ 262153 w 625521"/>
                <a:gd name="connsiteY95" fmla="*/ 297508 h 788699"/>
                <a:gd name="connsiteX96" fmla="*/ 264872 w 625521"/>
                <a:gd name="connsiteY96" fmla="*/ 321985 h 788699"/>
                <a:gd name="connsiteX97" fmla="*/ 270312 w 625521"/>
                <a:gd name="connsiteY97" fmla="*/ 335583 h 788699"/>
                <a:gd name="connsiteX98" fmla="*/ 270312 w 625521"/>
                <a:gd name="connsiteY98" fmla="*/ 338303 h 788699"/>
                <a:gd name="connsiteX99" fmla="*/ 270312 w 625521"/>
                <a:gd name="connsiteY99" fmla="*/ 346462 h 788699"/>
                <a:gd name="connsiteX100" fmla="*/ 278471 w 625521"/>
                <a:gd name="connsiteY100" fmla="*/ 354621 h 788699"/>
                <a:gd name="connsiteX101" fmla="*/ 338304 w 625521"/>
                <a:gd name="connsiteY101" fmla="*/ 349181 h 788699"/>
                <a:gd name="connsiteX102" fmla="*/ 365500 w 625521"/>
                <a:gd name="connsiteY102" fmla="*/ 349181 h 788699"/>
                <a:gd name="connsiteX103" fmla="*/ 381817 w 625521"/>
                <a:gd name="connsiteY103" fmla="*/ 349181 h 788699"/>
                <a:gd name="connsiteX104" fmla="*/ 392697 w 625521"/>
                <a:gd name="connsiteY104" fmla="*/ 338303 h 788699"/>
                <a:gd name="connsiteX105" fmla="*/ 389977 w 625521"/>
                <a:gd name="connsiteY105" fmla="*/ 313826 h 788699"/>
                <a:gd name="connsiteX106" fmla="*/ 392697 w 625521"/>
                <a:gd name="connsiteY106" fmla="*/ 262152 h 788699"/>
                <a:gd name="connsiteX107" fmla="*/ 395416 w 625521"/>
                <a:gd name="connsiteY107" fmla="*/ 224077 h 788699"/>
                <a:gd name="connsiteX108" fmla="*/ 398136 w 625521"/>
                <a:gd name="connsiteY108" fmla="*/ 177843 h 788699"/>
                <a:gd name="connsiteX109" fmla="*/ 395416 w 625521"/>
                <a:gd name="connsiteY109" fmla="*/ 153366 h 788699"/>
                <a:gd name="connsiteX110" fmla="*/ 395416 w 625521"/>
                <a:gd name="connsiteY110" fmla="*/ 137048 h 788699"/>
                <a:gd name="connsiteX111" fmla="*/ 379098 w 625521"/>
                <a:gd name="connsiteY111" fmla="*/ 137048 h 788699"/>
                <a:gd name="connsiteX112" fmla="*/ 351902 w 625521"/>
                <a:gd name="connsiteY112" fmla="*/ 131609 h 788699"/>
                <a:gd name="connsiteX113" fmla="*/ 338304 w 625521"/>
                <a:gd name="connsiteY113" fmla="*/ 115291 h 788699"/>
                <a:gd name="connsiteX114" fmla="*/ 343742 w 625521"/>
                <a:gd name="connsiteY114" fmla="*/ 107132 h 788699"/>
                <a:gd name="connsiteX115" fmla="*/ 362780 w 625521"/>
                <a:gd name="connsiteY115" fmla="*/ 98973 h 788699"/>
                <a:gd name="connsiteX116" fmla="*/ 395416 w 625521"/>
                <a:gd name="connsiteY116" fmla="*/ 96253 h 788699"/>
                <a:gd name="connsiteX117" fmla="*/ 403575 w 625521"/>
                <a:gd name="connsiteY117" fmla="*/ 90814 h 788699"/>
                <a:gd name="connsiteX118" fmla="*/ 422612 w 625521"/>
                <a:gd name="connsiteY118" fmla="*/ 88095 h 788699"/>
                <a:gd name="connsiteX119" fmla="*/ 428052 w 625521"/>
                <a:gd name="connsiteY119" fmla="*/ 88095 h 788699"/>
                <a:gd name="connsiteX120" fmla="*/ 447090 w 625521"/>
                <a:gd name="connsiteY120" fmla="*/ 90814 h 788699"/>
                <a:gd name="connsiteX121" fmla="*/ 455249 w 625521"/>
                <a:gd name="connsiteY121" fmla="*/ 96253 h 788699"/>
                <a:gd name="connsiteX122" fmla="*/ 525960 w 625521"/>
                <a:gd name="connsiteY122" fmla="*/ 93534 h 788699"/>
                <a:gd name="connsiteX123" fmla="*/ 561315 w 625521"/>
                <a:gd name="connsiteY123" fmla="*/ 109852 h 788699"/>
                <a:gd name="connsiteX124" fmla="*/ 555876 w 625521"/>
                <a:gd name="connsiteY124" fmla="*/ 126170 h 788699"/>
                <a:gd name="connsiteX125" fmla="*/ 539558 w 625521"/>
                <a:gd name="connsiteY125" fmla="*/ 134329 h 788699"/>
                <a:gd name="connsiteX126" fmla="*/ 517800 w 625521"/>
                <a:gd name="connsiteY126" fmla="*/ 137048 h 788699"/>
                <a:gd name="connsiteX127" fmla="*/ 477006 w 625521"/>
                <a:gd name="connsiteY127" fmla="*/ 137048 h 788699"/>
                <a:gd name="connsiteX128" fmla="*/ 485165 w 625521"/>
                <a:gd name="connsiteY128" fmla="*/ 161525 h 788699"/>
                <a:gd name="connsiteX129" fmla="*/ 496043 w 625521"/>
                <a:gd name="connsiteY129" fmla="*/ 210479 h 788699"/>
                <a:gd name="connsiteX130" fmla="*/ 501483 w 625521"/>
                <a:gd name="connsiteY130" fmla="*/ 251274 h 788699"/>
                <a:gd name="connsiteX131" fmla="*/ 506922 w 625521"/>
                <a:gd name="connsiteY131" fmla="*/ 292069 h 788699"/>
                <a:gd name="connsiteX132" fmla="*/ 506922 w 625521"/>
                <a:gd name="connsiteY132" fmla="*/ 321985 h 788699"/>
                <a:gd name="connsiteX133" fmla="*/ 509642 w 625521"/>
                <a:gd name="connsiteY133" fmla="*/ 341022 h 788699"/>
                <a:gd name="connsiteX134" fmla="*/ 509642 w 625521"/>
                <a:gd name="connsiteY134" fmla="*/ 343742 h 788699"/>
                <a:gd name="connsiteX135" fmla="*/ 517800 w 625521"/>
                <a:gd name="connsiteY135" fmla="*/ 349181 h 788699"/>
                <a:gd name="connsiteX136" fmla="*/ 528680 w 625521"/>
                <a:gd name="connsiteY136" fmla="*/ 349181 h 788699"/>
                <a:gd name="connsiteX137" fmla="*/ 550437 w 625521"/>
                <a:gd name="connsiteY137" fmla="*/ 357340 h 788699"/>
                <a:gd name="connsiteX138" fmla="*/ 550437 w 625521"/>
                <a:gd name="connsiteY138" fmla="*/ 362780 h 788699"/>
                <a:gd name="connsiteX139" fmla="*/ 534119 w 625521"/>
                <a:gd name="connsiteY139" fmla="*/ 384537 h 788699"/>
                <a:gd name="connsiteX140" fmla="*/ 520520 w 625521"/>
                <a:gd name="connsiteY140" fmla="*/ 389976 h 788699"/>
                <a:gd name="connsiteX141" fmla="*/ 512362 w 625521"/>
                <a:gd name="connsiteY141" fmla="*/ 395415 h 788699"/>
                <a:gd name="connsiteX142" fmla="*/ 512362 w 625521"/>
                <a:gd name="connsiteY142" fmla="*/ 398135 h 788699"/>
                <a:gd name="connsiteX143" fmla="*/ 512362 w 625521"/>
                <a:gd name="connsiteY143" fmla="*/ 409014 h 788699"/>
                <a:gd name="connsiteX144" fmla="*/ 512362 w 625521"/>
                <a:gd name="connsiteY144" fmla="*/ 414453 h 788699"/>
                <a:gd name="connsiteX145" fmla="*/ 512362 w 625521"/>
                <a:gd name="connsiteY145" fmla="*/ 438930 h 788699"/>
                <a:gd name="connsiteX146" fmla="*/ 515081 w 625521"/>
                <a:gd name="connsiteY146" fmla="*/ 504202 h 788699"/>
                <a:gd name="connsiteX147" fmla="*/ 520520 w 625521"/>
                <a:gd name="connsiteY147" fmla="*/ 572193 h 788699"/>
                <a:gd name="connsiteX148" fmla="*/ 517800 w 625521"/>
                <a:gd name="connsiteY148" fmla="*/ 604829 h 788699"/>
                <a:gd name="connsiteX149" fmla="*/ 512362 w 625521"/>
                <a:gd name="connsiteY149" fmla="*/ 661942 h 788699"/>
                <a:gd name="connsiteX150" fmla="*/ 509642 w 625521"/>
                <a:gd name="connsiteY150" fmla="*/ 670101 h 788699"/>
                <a:gd name="connsiteX151" fmla="*/ 512362 w 625521"/>
                <a:gd name="connsiteY151" fmla="*/ 680979 h 788699"/>
                <a:gd name="connsiteX152" fmla="*/ 512362 w 625521"/>
                <a:gd name="connsiteY152" fmla="*/ 686419 h 788699"/>
                <a:gd name="connsiteX153" fmla="*/ 536838 w 625521"/>
                <a:gd name="connsiteY153" fmla="*/ 680979 h 788699"/>
                <a:gd name="connsiteX154" fmla="*/ 536838 w 625521"/>
                <a:gd name="connsiteY154" fmla="*/ 680979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</a:cxnLst>
              <a:rect l="l" t="t" r="r" b="b"/>
              <a:pathLst>
                <a:path w="625521" h="788699">
                  <a:moveTo>
                    <a:pt x="536838" y="680979"/>
                  </a:moveTo>
                  <a:cubicBezTo>
                    <a:pt x="550437" y="680979"/>
                    <a:pt x="574913" y="680979"/>
                    <a:pt x="574913" y="697297"/>
                  </a:cubicBezTo>
                  <a:cubicBezTo>
                    <a:pt x="574913" y="705456"/>
                    <a:pt x="572194" y="708176"/>
                    <a:pt x="566755" y="713615"/>
                  </a:cubicBezTo>
                  <a:cubicBezTo>
                    <a:pt x="561315" y="719054"/>
                    <a:pt x="555876" y="721774"/>
                    <a:pt x="550437" y="721774"/>
                  </a:cubicBezTo>
                  <a:cubicBezTo>
                    <a:pt x="539558" y="724494"/>
                    <a:pt x="534119" y="724494"/>
                    <a:pt x="528680" y="724494"/>
                  </a:cubicBezTo>
                  <a:cubicBezTo>
                    <a:pt x="517800" y="724494"/>
                    <a:pt x="428052" y="724494"/>
                    <a:pt x="417174" y="724494"/>
                  </a:cubicBezTo>
                  <a:cubicBezTo>
                    <a:pt x="403575" y="724494"/>
                    <a:pt x="414454" y="724494"/>
                    <a:pt x="398136" y="724494"/>
                  </a:cubicBezTo>
                  <a:cubicBezTo>
                    <a:pt x="389977" y="724494"/>
                    <a:pt x="381817" y="724494"/>
                    <a:pt x="373659" y="724494"/>
                  </a:cubicBezTo>
                  <a:cubicBezTo>
                    <a:pt x="365500" y="724494"/>
                    <a:pt x="354621" y="721774"/>
                    <a:pt x="346462" y="719054"/>
                  </a:cubicBezTo>
                  <a:cubicBezTo>
                    <a:pt x="338304" y="716335"/>
                    <a:pt x="330144" y="708176"/>
                    <a:pt x="330144" y="702737"/>
                  </a:cubicBezTo>
                  <a:cubicBezTo>
                    <a:pt x="330144" y="700017"/>
                    <a:pt x="330144" y="697297"/>
                    <a:pt x="335584" y="694578"/>
                  </a:cubicBezTo>
                  <a:cubicBezTo>
                    <a:pt x="341023" y="691858"/>
                    <a:pt x="351902" y="689138"/>
                    <a:pt x="357341" y="686419"/>
                  </a:cubicBezTo>
                  <a:cubicBezTo>
                    <a:pt x="373659" y="683699"/>
                    <a:pt x="387257" y="680979"/>
                    <a:pt x="395416" y="680979"/>
                  </a:cubicBezTo>
                  <a:cubicBezTo>
                    <a:pt x="387257" y="675540"/>
                    <a:pt x="384537" y="670101"/>
                    <a:pt x="381817" y="656502"/>
                  </a:cubicBezTo>
                  <a:cubicBezTo>
                    <a:pt x="379098" y="632026"/>
                    <a:pt x="379098" y="610268"/>
                    <a:pt x="379098" y="585791"/>
                  </a:cubicBezTo>
                  <a:cubicBezTo>
                    <a:pt x="379098" y="564034"/>
                    <a:pt x="379098" y="542277"/>
                    <a:pt x="379098" y="517800"/>
                  </a:cubicBezTo>
                  <a:cubicBezTo>
                    <a:pt x="379098" y="504202"/>
                    <a:pt x="379098" y="487884"/>
                    <a:pt x="379098" y="474286"/>
                  </a:cubicBezTo>
                  <a:cubicBezTo>
                    <a:pt x="379098" y="457968"/>
                    <a:pt x="376379" y="444369"/>
                    <a:pt x="379098" y="430771"/>
                  </a:cubicBezTo>
                  <a:cubicBezTo>
                    <a:pt x="379098" y="425332"/>
                    <a:pt x="381817" y="417173"/>
                    <a:pt x="381817" y="411733"/>
                  </a:cubicBezTo>
                  <a:cubicBezTo>
                    <a:pt x="381817" y="406294"/>
                    <a:pt x="381817" y="403575"/>
                    <a:pt x="379098" y="400855"/>
                  </a:cubicBezTo>
                  <a:cubicBezTo>
                    <a:pt x="376379" y="400855"/>
                    <a:pt x="373659" y="398135"/>
                    <a:pt x="370939" y="398135"/>
                  </a:cubicBezTo>
                  <a:cubicBezTo>
                    <a:pt x="360061" y="398135"/>
                    <a:pt x="343742" y="400855"/>
                    <a:pt x="338304" y="400855"/>
                  </a:cubicBezTo>
                  <a:cubicBezTo>
                    <a:pt x="330144" y="400855"/>
                    <a:pt x="319266" y="403575"/>
                    <a:pt x="289349" y="403575"/>
                  </a:cubicBezTo>
                  <a:cubicBezTo>
                    <a:pt x="275751" y="403575"/>
                    <a:pt x="267592" y="400855"/>
                    <a:pt x="264872" y="400855"/>
                  </a:cubicBezTo>
                  <a:cubicBezTo>
                    <a:pt x="262153" y="400855"/>
                    <a:pt x="259433" y="400855"/>
                    <a:pt x="259433" y="406294"/>
                  </a:cubicBezTo>
                  <a:cubicBezTo>
                    <a:pt x="259433" y="414453"/>
                    <a:pt x="259433" y="419892"/>
                    <a:pt x="259433" y="425332"/>
                  </a:cubicBezTo>
                  <a:cubicBezTo>
                    <a:pt x="259433" y="433491"/>
                    <a:pt x="259433" y="441650"/>
                    <a:pt x="259433" y="449809"/>
                  </a:cubicBezTo>
                  <a:cubicBezTo>
                    <a:pt x="259433" y="457968"/>
                    <a:pt x="259433" y="463407"/>
                    <a:pt x="259433" y="471566"/>
                  </a:cubicBezTo>
                  <a:cubicBezTo>
                    <a:pt x="259433" y="482445"/>
                    <a:pt x="259433" y="493323"/>
                    <a:pt x="259433" y="504202"/>
                  </a:cubicBezTo>
                  <a:cubicBezTo>
                    <a:pt x="259433" y="506921"/>
                    <a:pt x="259433" y="506921"/>
                    <a:pt x="259433" y="509641"/>
                  </a:cubicBezTo>
                  <a:cubicBezTo>
                    <a:pt x="259433" y="520520"/>
                    <a:pt x="256714" y="531398"/>
                    <a:pt x="256714" y="542277"/>
                  </a:cubicBezTo>
                  <a:cubicBezTo>
                    <a:pt x="256714" y="553156"/>
                    <a:pt x="256714" y="566754"/>
                    <a:pt x="256714" y="577632"/>
                  </a:cubicBezTo>
                  <a:cubicBezTo>
                    <a:pt x="256714" y="588511"/>
                    <a:pt x="256714" y="599390"/>
                    <a:pt x="256714" y="612988"/>
                  </a:cubicBezTo>
                  <a:cubicBezTo>
                    <a:pt x="256714" y="629306"/>
                    <a:pt x="253994" y="642904"/>
                    <a:pt x="253994" y="656502"/>
                  </a:cubicBezTo>
                  <a:cubicBezTo>
                    <a:pt x="253994" y="664661"/>
                    <a:pt x="256714" y="672820"/>
                    <a:pt x="256714" y="678260"/>
                  </a:cubicBezTo>
                  <a:cubicBezTo>
                    <a:pt x="270312" y="678260"/>
                    <a:pt x="286629" y="680979"/>
                    <a:pt x="286629" y="694578"/>
                  </a:cubicBezTo>
                  <a:cubicBezTo>
                    <a:pt x="286629" y="702737"/>
                    <a:pt x="283910" y="705456"/>
                    <a:pt x="281191" y="710895"/>
                  </a:cubicBezTo>
                  <a:cubicBezTo>
                    <a:pt x="275751" y="716335"/>
                    <a:pt x="270312" y="719054"/>
                    <a:pt x="264872" y="719054"/>
                  </a:cubicBezTo>
                  <a:cubicBezTo>
                    <a:pt x="256714" y="721774"/>
                    <a:pt x="248554" y="721774"/>
                    <a:pt x="243116" y="721774"/>
                  </a:cubicBezTo>
                  <a:cubicBezTo>
                    <a:pt x="243116" y="721774"/>
                    <a:pt x="243116" y="721774"/>
                    <a:pt x="243116" y="721774"/>
                  </a:cubicBezTo>
                  <a:cubicBezTo>
                    <a:pt x="237676" y="724494"/>
                    <a:pt x="237676" y="724494"/>
                    <a:pt x="232236" y="727214"/>
                  </a:cubicBezTo>
                  <a:cubicBezTo>
                    <a:pt x="229517" y="729933"/>
                    <a:pt x="229517" y="732653"/>
                    <a:pt x="224078" y="735372"/>
                  </a:cubicBezTo>
                  <a:cubicBezTo>
                    <a:pt x="221358" y="738092"/>
                    <a:pt x="215919" y="738092"/>
                    <a:pt x="213199" y="738092"/>
                  </a:cubicBezTo>
                  <a:cubicBezTo>
                    <a:pt x="199601" y="738092"/>
                    <a:pt x="188722" y="735372"/>
                    <a:pt x="183283" y="727214"/>
                  </a:cubicBezTo>
                  <a:cubicBezTo>
                    <a:pt x="180563" y="724494"/>
                    <a:pt x="177843" y="721774"/>
                    <a:pt x="175124" y="719054"/>
                  </a:cubicBezTo>
                  <a:cubicBezTo>
                    <a:pt x="161526" y="719054"/>
                    <a:pt x="150646" y="719054"/>
                    <a:pt x="145208" y="719054"/>
                  </a:cubicBezTo>
                  <a:cubicBezTo>
                    <a:pt x="131609" y="719054"/>
                    <a:pt x="142488" y="719054"/>
                    <a:pt x="126170" y="719054"/>
                  </a:cubicBezTo>
                  <a:cubicBezTo>
                    <a:pt x="118011" y="719054"/>
                    <a:pt x="109852" y="719054"/>
                    <a:pt x="101693" y="719054"/>
                  </a:cubicBezTo>
                  <a:cubicBezTo>
                    <a:pt x="93534" y="719054"/>
                    <a:pt x="82655" y="719054"/>
                    <a:pt x="74496" y="713615"/>
                  </a:cubicBezTo>
                  <a:cubicBezTo>
                    <a:pt x="66338" y="710895"/>
                    <a:pt x="58178" y="702737"/>
                    <a:pt x="58178" y="697297"/>
                  </a:cubicBezTo>
                  <a:cubicBezTo>
                    <a:pt x="58178" y="694578"/>
                    <a:pt x="58178" y="691858"/>
                    <a:pt x="63618" y="689138"/>
                  </a:cubicBezTo>
                  <a:cubicBezTo>
                    <a:pt x="69057" y="686419"/>
                    <a:pt x="79936" y="683699"/>
                    <a:pt x="85375" y="680979"/>
                  </a:cubicBezTo>
                  <a:cubicBezTo>
                    <a:pt x="98973" y="678260"/>
                    <a:pt x="118011" y="678260"/>
                    <a:pt x="131609" y="675540"/>
                  </a:cubicBezTo>
                  <a:cubicBezTo>
                    <a:pt x="131609" y="672820"/>
                    <a:pt x="131609" y="670101"/>
                    <a:pt x="131609" y="667381"/>
                  </a:cubicBezTo>
                  <a:cubicBezTo>
                    <a:pt x="131609" y="661942"/>
                    <a:pt x="131609" y="656502"/>
                    <a:pt x="131609" y="651063"/>
                  </a:cubicBezTo>
                  <a:cubicBezTo>
                    <a:pt x="131609" y="640184"/>
                    <a:pt x="131609" y="629306"/>
                    <a:pt x="131609" y="618427"/>
                  </a:cubicBezTo>
                  <a:cubicBezTo>
                    <a:pt x="131609" y="604829"/>
                    <a:pt x="131609" y="593950"/>
                    <a:pt x="131609" y="580352"/>
                  </a:cubicBezTo>
                  <a:cubicBezTo>
                    <a:pt x="131609" y="564034"/>
                    <a:pt x="131609" y="547716"/>
                    <a:pt x="131609" y="531398"/>
                  </a:cubicBezTo>
                  <a:cubicBezTo>
                    <a:pt x="131609" y="509641"/>
                    <a:pt x="131609" y="487884"/>
                    <a:pt x="131609" y="466126"/>
                  </a:cubicBezTo>
                  <a:cubicBezTo>
                    <a:pt x="131609" y="452528"/>
                    <a:pt x="131609" y="436210"/>
                    <a:pt x="131609" y="422612"/>
                  </a:cubicBezTo>
                  <a:cubicBezTo>
                    <a:pt x="131609" y="419892"/>
                    <a:pt x="131609" y="414453"/>
                    <a:pt x="131609" y="411733"/>
                  </a:cubicBezTo>
                  <a:cubicBezTo>
                    <a:pt x="131609" y="409014"/>
                    <a:pt x="131609" y="400855"/>
                    <a:pt x="131609" y="398135"/>
                  </a:cubicBezTo>
                  <a:cubicBezTo>
                    <a:pt x="131609" y="392696"/>
                    <a:pt x="131609" y="392696"/>
                    <a:pt x="126170" y="389976"/>
                  </a:cubicBezTo>
                  <a:cubicBezTo>
                    <a:pt x="123450" y="389976"/>
                    <a:pt x="109852" y="387257"/>
                    <a:pt x="101693" y="387257"/>
                  </a:cubicBezTo>
                  <a:cubicBezTo>
                    <a:pt x="90814" y="384537"/>
                    <a:pt x="77216" y="381817"/>
                    <a:pt x="77216" y="376378"/>
                  </a:cubicBezTo>
                  <a:cubicBezTo>
                    <a:pt x="77216" y="373658"/>
                    <a:pt x="79936" y="370939"/>
                    <a:pt x="82655" y="368219"/>
                  </a:cubicBezTo>
                  <a:cubicBezTo>
                    <a:pt x="88095" y="365499"/>
                    <a:pt x="93534" y="362780"/>
                    <a:pt x="98973" y="360060"/>
                  </a:cubicBezTo>
                  <a:cubicBezTo>
                    <a:pt x="104413" y="360060"/>
                    <a:pt x="112571" y="357340"/>
                    <a:pt x="118011" y="357340"/>
                  </a:cubicBezTo>
                  <a:cubicBezTo>
                    <a:pt x="126170" y="354621"/>
                    <a:pt x="128890" y="357340"/>
                    <a:pt x="131609" y="351901"/>
                  </a:cubicBezTo>
                  <a:cubicBezTo>
                    <a:pt x="131609" y="349181"/>
                    <a:pt x="131609" y="346462"/>
                    <a:pt x="131609" y="343742"/>
                  </a:cubicBezTo>
                  <a:cubicBezTo>
                    <a:pt x="131609" y="319265"/>
                    <a:pt x="131609" y="294788"/>
                    <a:pt x="131609" y="270311"/>
                  </a:cubicBezTo>
                  <a:cubicBezTo>
                    <a:pt x="131609" y="226797"/>
                    <a:pt x="131609" y="186002"/>
                    <a:pt x="137048" y="145207"/>
                  </a:cubicBezTo>
                  <a:cubicBezTo>
                    <a:pt x="137048" y="139768"/>
                    <a:pt x="137048" y="131609"/>
                    <a:pt x="139768" y="123450"/>
                  </a:cubicBezTo>
                  <a:cubicBezTo>
                    <a:pt x="134329" y="123450"/>
                    <a:pt x="137048" y="123450"/>
                    <a:pt x="123450" y="123450"/>
                  </a:cubicBezTo>
                  <a:cubicBezTo>
                    <a:pt x="120731" y="123450"/>
                    <a:pt x="120731" y="123450"/>
                    <a:pt x="118011" y="123450"/>
                  </a:cubicBezTo>
                  <a:cubicBezTo>
                    <a:pt x="112571" y="123450"/>
                    <a:pt x="107133" y="123450"/>
                    <a:pt x="101693" y="123450"/>
                  </a:cubicBezTo>
                  <a:cubicBezTo>
                    <a:pt x="93534" y="123450"/>
                    <a:pt x="82655" y="120730"/>
                    <a:pt x="74496" y="118011"/>
                  </a:cubicBezTo>
                  <a:cubicBezTo>
                    <a:pt x="66338" y="115291"/>
                    <a:pt x="58178" y="107132"/>
                    <a:pt x="58178" y="101693"/>
                  </a:cubicBezTo>
                  <a:cubicBezTo>
                    <a:pt x="58178" y="98973"/>
                    <a:pt x="58178" y="96253"/>
                    <a:pt x="63618" y="93534"/>
                  </a:cubicBezTo>
                  <a:cubicBezTo>
                    <a:pt x="66338" y="90814"/>
                    <a:pt x="77216" y="88095"/>
                    <a:pt x="85375" y="85375"/>
                  </a:cubicBezTo>
                  <a:cubicBezTo>
                    <a:pt x="104413" y="82655"/>
                    <a:pt x="128890" y="82655"/>
                    <a:pt x="137048" y="82655"/>
                  </a:cubicBezTo>
                  <a:cubicBezTo>
                    <a:pt x="139768" y="82655"/>
                    <a:pt x="142488" y="82655"/>
                    <a:pt x="147927" y="82655"/>
                  </a:cubicBezTo>
                  <a:cubicBezTo>
                    <a:pt x="153366" y="69057"/>
                    <a:pt x="164245" y="58178"/>
                    <a:pt x="186003" y="58178"/>
                  </a:cubicBezTo>
                  <a:cubicBezTo>
                    <a:pt x="202321" y="58178"/>
                    <a:pt x="215919" y="66337"/>
                    <a:pt x="226797" y="79936"/>
                  </a:cubicBezTo>
                  <a:cubicBezTo>
                    <a:pt x="237676" y="79936"/>
                    <a:pt x="248554" y="79936"/>
                    <a:pt x="253994" y="79936"/>
                  </a:cubicBezTo>
                  <a:cubicBezTo>
                    <a:pt x="267592" y="79936"/>
                    <a:pt x="294789" y="79936"/>
                    <a:pt x="294789" y="96253"/>
                  </a:cubicBezTo>
                  <a:cubicBezTo>
                    <a:pt x="294789" y="104412"/>
                    <a:pt x="289349" y="107132"/>
                    <a:pt x="283910" y="112571"/>
                  </a:cubicBezTo>
                  <a:cubicBezTo>
                    <a:pt x="278471" y="118011"/>
                    <a:pt x="273031" y="120730"/>
                    <a:pt x="267592" y="120730"/>
                  </a:cubicBezTo>
                  <a:cubicBezTo>
                    <a:pt x="259433" y="123450"/>
                    <a:pt x="251274" y="123450"/>
                    <a:pt x="245835" y="123450"/>
                  </a:cubicBezTo>
                  <a:cubicBezTo>
                    <a:pt x="245835" y="123450"/>
                    <a:pt x="243116" y="123450"/>
                    <a:pt x="237676" y="123450"/>
                  </a:cubicBezTo>
                  <a:cubicBezTo>
                    <a:pt x="237676" y="126170"/>
                    <a:pt x="237676" y="126170"/>
                    <a:pt x="240396" y="128889"/>
                  </a:cubicBezTo>
                  <a:cubicBezTo>
                    <a:pt x="245835" y="145207"/>
                    <a:pt x="248554" y="161525"/>
                    <a:pt x="251274" y="177843"/>
                  </a:cubicBezTo>
                  <a:cubicBezTo>
                    <a:pt x="253994" y="194161"/>
                    <a:pt x="253994" y="210479"/>
                    <a:pt x="256714" y="226797"/>
                  </a:cubicBezTo>
                  <a:cubicBezTo>
                    <a:pt x="259433" y="243115"/>
                    <a:pt x="262153" y="256713"/>
                    <a:pt x="262153" y="273031"/>
                  </a:cubicBezTo>
                  <a:cubicBezTo>
                    <a:pt x="262153" y="278470"/>
                    <a:pt x="262153" y="283910"/>
                    <a:pt x="262153" y="289349"/>
                  </a:cubicBezTo>
                  <a:lnTo>
                    <a:pt x="262153" y="297508"/>
                  </a:lnTo>
                  <a:cubicBezTo>
                    <a:pt x="262153" y="305667"/>
                    <a:pt x="262153" y="313826"/>
                    <a:pt x="264872" y="321985"/>
                  </a:cubicBezTo>
                  <a:cubicBezTo>
                    <a:pt x="264872" y="327424"/>
                    <a:pt x="270312" y="330144"/>
                    <a:pt x="270312" y="335583"/>
                  </a:cubicBezTo>
                  <a:cubicBezTo>
                    <a:pt x="270312" y="335583"/>
                    <a:pt x="270312" y="338303"/>
                    <a:pt x="270312" y="338303"/>
                  </a:cubicBezTo>
                  <a:cubicBezTo>
                    <a:pt x="270312" y="341022"/>
                    <a:pt x="270312" y="343742"/>
                    <a:pt x="270312" y="346462"/>
                  </a:cubicBezTo>
                  <a:cubicBezTo>
                    <a:pt x="270312" y="351901"/>
                    <a:pt x="273031" y="354621"/>
                    <a:pt x="278471" y="354621"/>
                  </a:cubicBezTo>
                  <a:cubicBezTo>
                    <a:pt x="289349" y="354621"/>
                    <a:pt x="335584" y="351901"/>
                    <a:pt x="338304" y="349181"/>
                  </a:cubicBezTo>
                  <a:cubicBezTo>
                    <a:pt x="346462" y="349181"/>
                    <a:pt x="357341" y="349181"/>
                    <a:pt x="365500" y="349181"/>
                  </a:cubicBezTo>
                  <a:cubicBezTo>
                    <a:pt x="370939" y="349181"/>
                    <a:pt x="376379" y="349181"/>
                    <a:pt x="381817" y="349181"/>
                  </a:cubicBezTo>
                  <a:cubicBezTo>
                    <a:pt x="387257" y="349181"/>
                    <a:pt x="392697" y="346462"/>
                    <a:pt x="392697" y="338303"/>
                  </a:cubicBezTo>
                  <a:cubicBezTo>
                    <a:pt x="392697" y="330144"/>
                    <a:pt x="389977" y="316545"/>
                    <a:pt x="389977" y="313826"/>
                  </a:cubicBezTo>
                  <a:cubicBezTo>
                    <a:pt x="389977" y="294788"/>
                    <a:pt x="389977" y="278470"/>
                    <a:pt x="392697" y="262152"/>
                  </a:cubicBezTo>
                  <a:cubicBezTo>
                    <a:pt x="392697" y="259433"/>
                    <a:pt x="395416" y="243115"/>
                    <a:pt x="395416" y="224077"/>
                  </a:cubicBezTo>
                  <a:cubicBezTo>
                    <a:pt x="395416" y="207759"/>
                    <a:pt x="398136" y="188722"/>
                    <a:pt x="398136" y="177843"/>
                  </a:cubicBezTo>
                  <a:cubicBezTo>
                    <a:pt x="398136" y="169684"/>
                    <a:pt x="395416" y="158806"/>
                    <a:pt x="395416" y="153366"/>
                  </a:cubicBezTo>
                  <a:cubicBezTo>
                    <a:pt x="395416" y="145207"/>
                    <a:pt x="395416" y="142488"/>
                    <a:pt x="395416" y="137048"/>
                  </a:cubicBezTo>
                  <a:cubicBezTo>
                    <a:pt x="389977" y="137048"/>
                    <a:pt x="384537" y="137048"/>
                    <a:pt x="379098" y="137048"/>
                  </a:cubicBezTo>
                  <a:cubicBezTo>
                    <a:pt x="370939" y="137048"/>
                    <a:pt x="360061" y="134329"/>
                    <a:pt x="351902" y="131609"/>
                  </a:cubicBezTo>
                  <a:cubicBezTo>
                    <a:pt x="343742" y="128889"/>
                    <a:pt x="338304" y="120730"/>
                    <a:pt x="338304" y="115291"/>
                  </a:cubicBezTo>
                  <a:cubicBezTo>
                    <a:pt x="338304" y="112571"/>
                    <a:pt x="338304" y="109852"/>
                    <a:pt x="343742" y="107132"/>
                  </a:cubicBezTo>
                  <a:cubicBezTo>
                    <a:pt x="349182" y="104412"/>
                    <a:pt x="357341" y="101693"/>
                    <a:pt x="362780" y="98973"/>
                  </a:cubicBezTo>
                  <a:cubicBezTo>
                    <a:pt x="373659" y="96253"/>
                    <a:pt x="387257" y="96253"/>
                    <a:pt x="395416" y="96253"/>
                  </a:cubicBezTo>
                  <a:cubicBezTo>
                    <a:pt x="398136" y="93534"/>
                    <a:pt x="400855" y="90814"/>
                    <a:pt x="403575" y="90814"/>
                  </a:cubicBezTo>
                  <a:cubicBezTo>
                    <a:pt x="411734" y="90814"/>
                    <a:pt x="419893" y="88095"/>
                    <a:pt x="422612" y="88095"/>
                  </a:cubicBezTo>
                  <a:cubicBezTo>
                    <a:pt x="425332" y="88095"/>
                    <a:pt x="425332" y="88095"/>
                    <a:pt x="428052" y="88095"/>
                  </a:cubicBezTo>
                  <a:cubicBezTo>
                    <a:pt x="433492" y="88095"/>
                    <a:pt x="441650" y="88095"/>
                    <a:pt x="447090" y="90814"/>
                  </a:cubicBezTo>
                  <a:cubicBezTo>
                    <a:pt x="449809" y="90814"/>
                    <a:pt x="452529" y="93534"/>
                    <a:pt x="455249" y="96253"/>
                  </a:cubicBezTo>
                  <a:cubicBezTo>
                    <a:pt x="482445" y="96253"/>
                    <a:pt x="509642" y="93534"/>
                    <a:pt x="525960" y="93534"/>
                  </a:cubicBezTo>
                  <a:cubicBezTo>
                    <a:pt x="539558" y="93534"/>
                    <a:pt x="561315" y="93534"/>
                    <a:pt x="561315" y="109852"/>
                  </a:cubicBezTo>
                  <a:cubicBezTo>
                    <a:pt x="561315" y="118011"/>
                    <a:pt x="561315" y="120730"/>
                    <a:pt x="555876" y="126170"/>
                  </a:cubicBezTo>
                  <a:cubicBezTo>
                    <a:pt x="550437" y="131609"/>
                    <a:pt x="544997" y="134329"/>
                    <a:pt x="539558" y="134329"/>
                  </a:cubicBezTo>
                  <a:cubicBezTo>
                    <a:pt x="531399" y="137048"/>
                    <a:pt x="523240" y="137048"/>
                    <a:pt x="517800" y="137048"/>
                  </a:cubicBezTo>
                  <a:cubicBezTo>
                    <a:pt x="515081" y="137048"/>
                    <a:pt x="498763" y="137048"/>
                    <a:pt x="477006" y="137048"/>
                  </a:cubicBezTo>
                  <a:cubicBezTo>
                    <a:pt x="479725" y="145207"/>
                    <a:pt x="485165" y="153366"/>
                    <a:pt x="485165" y="161525"/>
                  </a:cubicBezTo>
                  <a:cubicBezTo>
                    <a:pt x="487885" y="177843"/>
                    <a:pt x="493324" y="194161"/>
                    <a:pt x="496043" y="210479"/>
                  </a:cubicBezTo>
                  <a:cubicBezTo>
                    <a:pt x="498763" y="224077"/>
                    <a:pt x="498763" y="237676"/>
                    <a:pt x="501483" y="251274"/>
                  </a:cubicBezTo>
                  <a:cubicBezTo>
                    <a:pt x="504202" y="264872"/>
                    <a:pt x="506922" y="275751"/>
                    <a:pt x="506922" y="292069"/>
                  </a:cubicBezTo>
                  <a:cubicBezTo>
                    <a:pt x="506922" y="302947"/>
                    <a:pt x="506922" y="311106"/>
                    <a:pt x="506922" y="321985"/>
                  </a:cubicBezTo>
                  <a:cubicBezTo>
                    <a:pt x="506922" y="327424"/>
                    <a:pt x="509642" y="335583"/>
                    <a:pt x="509642" y="341022"/>
                  </a:cubicBezTo>
                  <a:cubicBezTo>
                    <a:pt x="509642" y="343742"/>
                    <a:pt x="509642" y="343742"/>
                    <a:pt x="509642" y="343742"/>
                  </a:cubicBezTo>
                  <a:cubicBezTo>
                    <a:pt x="509642" y="349181"/>
                    <a:pt x="515081" y="349181"/>
                    <a:pt x="517800" y="349181"/>
                  </a:cubicBezTo>
                  <a:cubicBezTo>
                    <a:pt x="520520" y="349181"/>
                    <a:pt x="523240" y="349181"/>
                    <a:pt x="528680" y="349181"/>
                  </a:cubicBezTo>
                  <a:cubicBezTo>
                    <a:pt x="536838" y="349181"/>
                    <a:pt x="547717" y="349181"/>
                    <a:pt x="550437" y="357340"/>
                  </a:cubicBezTo>
                  <a:cubicBezTo>
                    <a:pt x="550437" y="360060"/>
                    <a:pt x="550437" y="360060"/>
                    <a:pt x="550437" y="362780"/>
                  </a:cubicBezTo>
                  <a:cubicBezTo>
                    <a:pt x="550437" y="370939"/>
                    <a:pt x="539558" y="381817"/>
                    <a:pt x="534119" y="384537"/>
                  </a:cubicBezTo>
                  <a:cubicBezTo>
                    <a:pt x="531399" y="387257"/>
                    <a:pt x="523240" y="387257"/>
                    <a:pt x="520520" y="389976"/>
                  </a:cubicBezTo>
                  <a:cubicBezTo>
                    <a:pt x="515081" y="389976"/>
                    <a:pt x="512362" y="392696"/>
                    <a:pt x="512362" y="395415"/>
                  </a:cubicBezTo>
                  <a:cubicBezTo>
                    <a:pt x="512362" y="395415"/>
                    <a:pt x="512362" y="398135"/>
                    <a:pt x="512362" y="398135"/>
                  </a:cubicBezTo>
                  <a:cubicBezTo>
                    <a:pt x="512362" y="400855"/>
                    <a:pt x="512362" y="406294"/>
                    <a:pt x="512362" y="409014"/>
                  </a:cubicBezTo>
                  <a:cubicBezTo>
                    <a:pt x="512362" y="411733"/>
                    <a:pt x="512362" y="411733"/>
                    <a:pt x="512362" y="414453"/>
                  </a:cubicBezTo>
                  <a:cubicBezTo>
                    <a:pt x="512362" y="422612"/>
                    <a:pt x="512362" y="430771"/>
                    <a:pt x="512362" y="438930"/>
                  </a:cubicBezTo>
                  <a:cubicBezTo>
                    <a:pt x="512362" y="460687"/>
                    <a:pt x="512362" y="482445"/>
                    <a:pt x="515081" y="504202"/>
                  </a:cubicBezTo>
                  <a:cubicBezTo>
                    <a:pt x="517800" y="525959"/>
                    <a:pt x="520520" y="550436"/>
                    <a:pt x="520520" y="572193"/>
                  </a:cubicBezTo>
                  <a:cubicBezTo>
                    <a:pt x="520520" y="583072"/>
                    <a:pt x="520520" y="593950"/>
                    <a:pt x="517800" y="604829"/>
                  </a:cubicBezTo>
                  <a:cubicBezTo>
                    <a:pt x="515081" y="623867"/>
                    <a:pt x="515081" y="642904"/>
                    <a:pt x="512362" y="661942"/>
                  </a:cubicBezTo>
                  <a:cubicBezTo>
                    <a:pt x="512362" y="664661"/>
                    <a:pt x="509642" y="667381"/>
                    <a:pt x="509642" y="670101"/>
                  </a:cubicBezTo>
                  <a:cubicBezTo>
                    <a:pt x="509642" y="672820"/>
                    <a:pt x="512362" y="678260"/>
                    <a:pt x="512362" y="680979"/>
                  </a:cubicBezTo>
                  <a:cubicBezTo>
                    <a:pt x="512362" y="683699"/>
                    <a:pt x="512362" y="686419"/>
                    <a:pt x="512362" y="686419"/>
                  </a:cubicBezTo>
                  <a:cubicBezTo>
                    <a:pt x="517800" y="680979"/>
                    <a:pt x="528680" y="680979"/>
                    <a:pt x="536838" y="680979"/>
                  </a:cubicBezTo>
                  <a:lnTo>
                    <a:pt x="536838" y="680979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FBF68111-B822-8402-B5B9-583611E7D697}"/>
                </a:ext>
              </a:extLst>
            </p:cNvPr>
            <p:cNvSpPr/>
            <p:nvPr/>
          </p:nvSpPr>
          <p:spPr>
            <a:xfrm>
              <a:off x="9592416" y="4192158"/>
              <a:ext cx="516735" cy="761503"/>
            </a:xfrm>
            <a:custGeom>
              <a:avLst/>
              <a:gdLst>
                <a:gd name="connsiteX0" fmla="*/ 463407 w 516735"/>
                <a:gd name="connsiteY0" fmla="*/ 194161 h 761503"/>
                <a:gd name="connsiteX1" fmla="*/ 447089 w 516735"/>
                <a:gd name="connsiteY1" fmla="*/ 226797 h 761503"/>
                <a:gd name="connsiteX2" fmla="*/ 430771 w 516735"/>
                <a:gd name="connsiteY2" fmla="*/ 221357 h 761503"/>
                <a:gd name="connsiteX3" fmla="*/ 422612 w 516735"/>
                <a:gd name="connsiteY3" fmla="*/ 207759 h 761503"/>
                <a:gd name="connsiteX4" fmla="*/ 419893 w 516735"/>
                <a:gd name="connsiteY4" fmla="*/ 188722 h 761503"/>
                <a:gd name="connsiteX5" fmla="*/ 419893 w 516735"/>
                <a:gd name="connsiteY5" fmla="*/ 139768 h 761503"/>
                <a:gd name="connsiteX6" fmla="*/ 419893 w 516735"/>
                <a:gd name="connsiteY6" fmla="*/ 120730 h 761503"/>
                <a:gd name="connsiteX7" fmla="*/ 395416 w 516735"/>
                <a:gd name="connsiteY7" fmla="*/ 120730 h 761503"/>
                <a:gd name="connsiteX8" fmla="*/ 370939 w 516735"/>
                <a:gd name="connsiteY8" fmla="*/ 120730 h 761503"/>
                <a:gd name="connsiteX9" fmla="*/ 346461 w 516735"/>
                <a:gd name="connsiteY9" fmla="*/ 123450 h 761503"/>
                <a:gd name="connsiteX10" fmla="*/ 335583 w 516735"/>
                <a:gd name="connsiteY10" fmla="*/ 123450 h 761503"/>
                <a:gd name="connsiteX11" fmla="*/ 335583 w 516735"/>
                <a:gd name="connsiteY11" fmla="*/ 123450 h 761503"/>
                <a:gd name="connsiteX12" fmla="*/ 324704 w 516735"/>
                <a:gd name="connsiteY12" fmla="*/ 128889 h 761503"/>
                <a:gd name="connsiteX13" fmla="*/ 327424 w 516735"/>
                <a:gd name="connsiteY13" fmla="*/ 139768 h 761503"/>
                <a:gd name="connsiteX14" fmla="*/ 330144 w 516735"/>
                <a:gd name="connsiteY14" fmla="*/ 175123 h 761503"/>
                <a:gd name="connsiteX15" fmla="*/ 330144 w 516735"/>
                <a:gd name="connsiteY15" fmla="*/ 199600 h 761503"/>
                <a:gd name="connsiteX16" fmla="*/ 327424 w 516735"/>
                <a:gd name="connsiteY16" fmla="*/ 224077 h 761503"/>
                <a:gd name="connsiteX17" fmla="*/ 330144 w 516735"/>
                <a:gd name="connsiteY17" fmla="*/ 251274 h 761503"/>
                <a:gd name="connsiteX18" fmla="*/ 327424 w 516735"/>
                <a:gd name="connsiteY18" fmla="*/ 278470 h 761503"/>
                <a:gd name="connsiteX19" fmla="*/ 327424 w 516735"/>
                <a:gd name="connsiteY19" fmla="*/ 332864 h 761503"/>
                <a:gd name="connsiteX20" fmla="*/ 330144 w 516735"/>
                <a:gd name="connsiteY20" fmla="*/ 357340 h 761503"/>
                <a:gd name="connsiteX21" fmla="*/ 330144 w 516735"/>
                <a:gd name="connsiteY21" fmla="*/ 368219 h 761503"/>
                <a:gd name="connsiteX22" fmla="*/ 332863 w 516735"/>
                <a:gd name="connsiteY22" fmla="*/ 387257 h 761503"/>
                <a:gd name="connsiteX23" fmla="*/ 332863 w 516735"/>
                <a:gd name="connsiteY23" fmla="*/ 433491 h 761503"/>
                <a:gd name="connsiteX24" fmla="*/ 332863 w 516735"/>
                <a:gd name="connsiteY24" fmla="*/ 487884 h 761503"/>
                <a:gd name="connsiteX25" fmla="*/ 330144 w 516735"/>
                <a:gd name="connsiteY25" fmla="*/ 512361 h 761503"/>
                <a:gd name="connsiteX26" fmla="*/ 330144 w 516735"/>
                <a:gd name="connsiteY26" fmla="*/ 539557 h 761503"/>
                <a:gd name="connsiteX27" fmla="*/ 332863 w 516735"/>
                <a:gd name="connsiteY27" fmla="*/ 593950 h 761503"/>
                <a:gd name="connsiteX28" fmla="*/ 332863 w 516735"/>
                <a:gd name="connsiteY28" fmla="*/ 648343 h 761503"/>
                <a:gd name="connsiteX29" fmla="*/ 332863 w 516735"/>
                <a:gd name="connsiteY29" fmla="*/ 656502 h 761503"/>
                <a:gd name="connsiteX30" fmla="*/ 357341 w 516735"/>
                <a:gd name="connsiteY30" fmla="*/ 656502 h 761503"/>
                <a:gd name="connsiteX31" fmla="*/ 395416 w 516735"/>
                <a:gd name="connsiteY31" fmla="*/ 675540 h 761503"/>
                <a:gd name="connsiteX32" fmla="*/ 389976 w 516735"/>
                <a:gd name="connsiteY32" fmla="*/ 691858 h 761503"/>
                <a:gd name="connsiteX33" fmla="*/ 373658 w 516735"/>
                <a:gd name="connsiteY33" fmla="*/ 700017 h 761503"/>
                <a:gd name="connsiteX34" fmla="*/ 351901 w 516735"/>
                <a:gd name="connsiteY34" fmla="*/ 702737 h 761503"/>
                <a:gd name="connsiteX35" fmla="*/ 319265 w 516735"/>
                <a:gd name="connsiteY35" fmla="*/ 702737 h 761503"/>
                <a:gd name="connsiteX36" fmla="*/ 311106 w 516735"/>
                <a:gd name="connsiteY36" fmla="*/ 708176 h 761503"/>
                <a:gd name="connsiteX37" fmla="*/ 289349 w 516735"/>
                <a:gd name="connsiteY37" fmla="*/ 713615 h 761503"/>
                <a:gd name="connsiteX38" fmla="*/ 270311 w 516735"/>
                <a:gd name="connsiteY38" fmla="*/ 713615 h 761503"/>
                <a:gd name="connsiteX39" fmla="*/ 243115 w 516735"/>
                <a:gd name="connsiteY39" fmla="*/ 705456 h 761503"/>
                <a:gd name="connsiteX40" fmla="*/ 237675 w 516735"/>
                <a:gd name="connsiteY40" fmla="*/ 702737 h 761503"/>
                <a:gd name="connsiteX41" fmla="*/ 199600 w 516735"/>
                <a:gd name="connsiteY41" fmla="*/ 702737 h 761503"/>
                <a:gd name="connsiteX42" fmla="*/ 175123 w 516735"/>
                <a:gd name="connsiteY42" fmla="*/ 702737 h 761503"/>
                <a:gd name="connsiteX43" fmla="*/ 147927 w 516735"/>
                <a:gd name="connsiteY43" fmla="*/ 697297 h 761503"/>
                <a:gd name="connsiteX44" fmla="*/ 131609 w 516735"/>
                <a:gd name="connsiteY44" fmla="*/ 678260 h 761503"/>
                <a:gd name="connsiteX45" fmla="*/ 137048 w 516735"/>
                <a:gd name="connsiteY45" fmla="*/ 670101 h 761503"/>
                <a:gd name="connsiteX46" fmla="*/ 158805 w 516735"/>
                <a:gd name="connsiteY46" fmla="*/ 661942 h 761503"/>
                <a:gd name="connsiteX47" fmla="*/ 199600 w 516735"/>
                <a:gd name="connsiteY47" fmla="*/ 659222 h 761503"/>
                <a:gd name="connsiteX48" fmla="*/ 199600 w 516735"/>
                <a:gd name="connsiteY48" fmla="*/ 659222 h 761503"/>
                <a:gd name="connsiteX49" fmla="*/ 196880 w 516735"/>
                <a:gd name="connsiteY49" fmla="*/ 629306 h 761503"/>
                <a:gd name="connsiteX50" fmla="*/ 199600 w 516735"/>
                <a:gd name="connsiteY50" fmla="*/ 574913 h 761503"/>
                <a:gd name="connsiteX51" fmla="*/ 202320 w 516735"/>
                <a:gd name="connsiteY51" fmla="*/ 523239 h 761503"/>
                <a:gd name="connsiteX52" fmla="*/ 205040 w 516735"/>
                <a:gd name="connsiteY52" fmla="*/ 460687 h 761503"/>
                <a:gd name="connsiteX53" fmla="*/ 205040 w 516735"/>
                <a:gd name="connsiteY53" fmla="*/ 417173 h 761503"/>
                <a:gd name="connsiteX54" fmla="*/ 207759 w 516735"/>
                <a:gd name="connsiteY54" fmla="*/ 392696 h 761503"/>
                <a:gd name="connsiteX55" fmla="*/ 210478 w 516735"/>
                <a:gd name="connsiteY55" fmla="*/ 368219 h 761503"/>
                <a:gd name="connsiteX56" fmla="*/ 210478 w 516735"/>
                <a:gd name="connsiteY56" fmla="*/ 313826 h 761503"/>
                <a:gd name="connsiteX57" fmla="*/ 210478 w 516735"/>
                <a:gd name="connsiteY57" fmla="*/ 259433 h 761503"/>
                <a:gd name="connsiteX58" fmla="*/ 210478 w 516735"/>
                <a:gd name="connsiteY58" fmla="*/ 213199 h 761503"/>
                <a:gd name="connsiteX59" fmla="*/ 210478 w 516735"/>
                <a:gd name="connsiteY59" fmla="*/ 145207 h 761503"/>
                <a:gd name="connsiteX60" fmla="*/ 213198 w 516735"/>
                <a:gd name="connsiteY60" fmla="*/ 131609 h 761503"/>
                <a:gd name="connsiteX61" fmla="*/ 205040 w 516735"/>
                <a:gd name="connsiteY61" fmla="*/ 123450 h 761503"/>
                <a:gd name="connsiteX62" fmla="*/ 161525 w 516735"/>
                <a:gd name="connsiteY62" fmla="*/ 123450 h 761503"/>
                <a:gd name="connsiteX63" fmla="*/ 112571 w 516735"/>
                <a:gd name="connsiteY63" fmla="*/ 120730 h 761503"/>
                <a:gd name="connsiteX64" fmla="*/ 104412 w 516735"/>
                <a:gd name="connsiteY64" fmla="*/ 118011 h 761503"/>
                <a:gd name="connsiteX65" fmla="*/ 107132 w 516735"/>
                <a:gd name="connsiteY65" fmla="*/ 191441 h 761503"/>
                <a:gd name="connsiteX66" fmla="*/ 90814 w 516735"/>
                <a:gd name="connsiteY66" fmla="*/ 224077 h 761503"/>
                <a:gd name="connsiteX67" fmla="*/ 74496 w 516735"/>
                <a:gd name="connsiteY67" fmla="*/ 218638 h 761503"/>
                <a:gd name="connsiteX68" fmla="*/ 66337 w 516735"/>
                <a:gd name="connsiteY68" fmla="*/ 205040 h 761503"/>
                <a:gd name="connsiteX69" fmla="*/ 63617 w 516735"/>
                <a:gd name="connsiteY69" fmla="*/ 186002 h 761503"/>
                <a:gd name="connsiteX70" fmla="*/ 63617 w 516735"/>
                <a:gd name="connsiteY70" fmla="*/ 145207 h 761503"/>
                <a:gd name="connsiteX71" fmla="*/ 63617 w 516735"/>
                <a:gd name="connsiteY71" fmla="*/ 109852 h 761503"/>
                <a:gd name="connsiteX72" fmla="*/ 58178 w 516735"/>
                <a:gd name="connsiteY72" fmla="*/ 96253 h 761503"/>
                <a:gd name="connsiteX73" fmla="*/ 66337 w 516735"/>
                <a:gd name="connsiteY73" fmla="*/ 85375 h 761503"/>
                <a:gd name="connsiteX74" fmla="*/ 93533 w 516735"/>
                <a:gd name="connsiteY74" fmla="*/ 77216 h 761503"/>
                <a:gd name="connsiteX75" fmla="*/ 115290 w 516735"/>
                <a:gd name="connsiteY75" fmla="*/ 77216 h 761503"/>
                <a:gd name="connsiteX76" fmla="*/ 169684 w 516735"/>
                <a:gd name="connsiteY76" fmla="*/ 74496 h 761503"/>
                <a:gd name="connsiteX77" fmla="*/ 194161 w 516735"/>
                <a:gd name="connsiteY77" fmla="*/ 71776 h 761503"/>
                <a:gd name="connsiteX78" fmla="*/ 196880 w 516735"/>
                <a:gd name="connsiteY78" fmla="*/ 71776 h 761503"/>
                <a:gd name="connsiteX79" fmla="*/ 210478 w 516735"/>
                <a:gd name="connsiteY79" fmla="*/ 71776 h 761503"/>
                <a:gd name="connsiteX80" fmla="*/ 218638 w 516735"/>
                <a:gd name="connsiteY80" fmla="*/ 71776 h 761503"/>
                <a:gd name="connsiteX81" fmla="*/ 237675 w 516735"/>
                <a:gd name="connsiteY81" fmla="*/ 60898 h 761503"/>
                <a:gd name="connsiteX82" fmla="*/ 253993 w 516735"/>
                <a:gd name="connsiteY82" fmla="*/ 58178 h 761503"/>
                <a:gd name="connsiteX83" fmla="*/ 283910 w 516735"/>
                <a:gd name="connsiteY83" fmla="*/ 60898 h 761503"/>
                <a:gd name="connsiteX84" fmla="*/ 294788 w 516735"/>
                <a:gd name="connsiteY84" fmla="*/ 66337 h 761503"/>
                <a:gd name="connsiteX85" fmla="*/ 305667 w 516735"/>
                <a:gd name="connsiteY85" fmla="*/ 74496 h 761503"/>
                <a:gd name="connsiteX86" fmla="*/ 313826 w 516735"/>
                <a:gd name="connsiteY86" fmla="*/ 74496 h 761503"/>
                <a:gd name="connsiteX87" fmla="*/ 327424 w 516735"/>
                <a:gd name="connsiteY87" fmla="*/ 74496 h 761503"/>
                <a:gd name="connsiteX88" fmla="*/ 354621 w 516735"/>
                <a:gd name="connsiteY88" fmla="*/ 74496 h 761503"/>
                <a:gd name="connsiteX89" fmla="*/ 422612 w 516735"/>
                <a:gd name="connsiteY89" fmla="*/ 74496 h 761503"/>
                <a:gd name="connsiteX90" fmla="*/ 455248 w 516735"/>
                <a:gd name="connsiteY90" fmla="*/ 79936 h 761503"/>
                <a:gd name="connsiteX91" fmla="*/ 466127 w 516735"/>
                <a:gd name="connsiteY91" fmla="*/ 98973 h 761503"/>
                <a:gd name="connsiteX92" fmla="*/ 463407 w 516735"/>
                <a:gd name="connsiteY92" fmla="*/ 109852 h 761503"/>
                <a:gd name="connsiteX93" fmla="*/ 463407 w 516735"/>
                <a:gd name="connsiteY93" fmla="*/ 120730 h 761503"/>
                <a:gd name="connsiteX94" fmla="*/ 463407 w 516735"/>
                <a:gd name="connsiteY94" fmla="*/ 194161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</a:cxnLst>
              <a:rect l="l" t="t" r="r" b="b"/>
              <a:pathLst>
                <a:path w="516735" h="761503">
                  <a:moveTo>
                    <a:pt x="463407" y="194161"/>
                  </a:moveTo>
                  <a:cubicBezTo>
                    <a:pt x="463407" y="205040"/>
                    <a:pt x="463407" y="226797"/>
                    <a:pt x="447089" y="226797"/>
                  </a:cubicBezTo>
                  <a:cubicBezTo>
                    <a:pt x="438930" y="226797"/>
                    <a:pt x="436211" y="226797"/>
                    <a:pt x="430771" y="221357"/>
                  </a:cubicBezTo>
                  <a:cubicBezTo>
                    <a:pt x="425332" y="218638"/>
                    <a:pt x="422612" y="210479"/>
                    <a:pt x="422612" y="207759"/>
                  </a:cubicBezTo>
                  <a:cubicBezTo>
                    <a:pt x="419893" y="199600"/>
                    <a:pt x="419893" y="194161"/>
                    <a:pt x="419893" y="188722"/>
                  </a:cubicBezTo>
                  <a:cubicBezTo>
                    <a:pt x="419893" y="183282"/>
                    <a:pt x="419893" y="147927"/>
                    <a:pt x="419893" y="139768"/>
                  </a:cubicBezTo>
                  <a:cubicBezTo>
                    <a:pt x="419893" y="134329"/>
                    <a:pt x="419893" y="128889"/>
                    <a:pt x="419893" y="120730"/>
                  </a:cubicBezTo>
                  <a:cubicBezTo>
                    <a:pt x="411734" y="120730"/>
                    <a:pt x="403574" y="120730"/>
                    <a:pt x="395416" y="120730"/>
                  </a:cubicBezTo>
                  <a:cubicBezTo>
                    <a:pt x="387256" y="120730"/>
                    <a:pt x="379098" y="120730"/>
                    <a:pt x="370939" y="120730"/>
                  </a:cubicBezTo>
                  <a:cubicBezTo>
                    <a:pt x="362780" y="120730"/>
                    <a:pt x="354621" y="123450"/>
                    <a:pt x="346461" y="123450"/>
                  </a:cubicBezTo>
                  <a:cubicBezTo>
                    <a:pt x="343742" y="123450"/>
                    <a:pt x="341023" y="123450"/>
                    <a:pt x="335583" y="123450"/>
                  </a:cubicBezTo>
                  <a:cubicBezTo>
                    <a:pt x="335583" y="123450"/>
                    <a:pt x="335583" y="123450"/>
                    <a:pt x="335583" y="123450"/>
                  </a:cubicBezTo>
                  <a:cubicBezTo>
                    <a:pt x="327424" y="123450"/>
                    <a:pt x="324704" y="126170"/>
                    <a:pt x="324704" y="128889"/>
                  </a:cubicBezTo>
                  <a:cubicBezTo>
                    <a:pt x="324704" y="131609"/>
                    <a:pt x="324704" y="137048"/>
                    <a:pt x="327424" y="139768"/>
                  </a:cubicBezTo>
                  <a:cubicBezTo>
                    <a:pt x="330144" y="147927"/>
                    <a:pt x="330144" y="166964"/>
                    <a:pt x="330144" y="175123"/>
                  </a:cubicBezTo>
                  <a:cubicBezTo>
                    <a:pt x="330144" y="183282"/>
                    <a:pt x="330144" y="191441"/>
                    <a:pt x="330144" y="199600"/>
                  </a:cubicBezTo>
                  <a:cubicBezTo>
                    <a:pt x="330144" y="207759"/>
                    <a:pt x="327424" y="215918"/>
                    <a:pt x="327424" y="224077"/>
                  </a:cubicBezTo>
                  <a:cubicBezTo>
                    <a:pt x="327424" y="232236"/>
                    <a:pt x="330144" y="243115"/>
                    <a:pt x="330144" y="251274"/>
                  </a:cubicBezTo>
                  <a:cubicBezTo>
                    <a:pt x="330144" y="259433"/>
                    <a:pt x="330144" y="267592"/>
                    <a:pt x="327424" y="278470"/>
                  </a:cubicBezTo>
                  <a:cubicBezTo>
                    <a:pt x="327424" y="294788"/>
                    <a:pt x="327424" y="313826"/>
                    <a:pt x="327424" y="332864"/>
                  </a:cubicBezTo>
                  <a:cubicBezTo>
                    <a:pt x="327424" y="341022"/>
                    <a:pt x="327424" y="349181"/>
                    <a:pt x="330144" y="357340"/>
                  </a:cubicBezTo>
                  <a:cubicBezTo>
                    <a:pt x="330144" y="360060"/>
                    <a:pt x="330144" y="365499"/>
                    <a:pt x="330144" y="368219"/>
                  </a:cubicBezTo>
                  <a:cubicBezTo>
                    <a:pt x="330144" y="373658"/>
                    <a:pt x="332863" y="384537"/>
                    <a:pt x="332863" y="387257"/>
                  </a:cubicBezTo>
                  <a:cubicBezTo>
                    <a:pt x="332863" y="406294"/>
                    <a:pt x="332863" y="414453"/>
                    <a:pt x="332863" y="433491"/>
                  </a:cubicBezTo>
                  <a:cubicBezTo>
                    <a:pt x="332863" y="452528"/>
                    <a:pt x="335583" y="468846"/>
                    <a:pt x="332863" y="487884"/>
                  </a:cubicBezTo>
                  <a:cubicBezTo>
                    <a:pt x="332863" y="496043"/>
                    <a:pt x="330144" y="504202"/>
                    <a:pt x="330144" y="512361"/>
                  </a:cubicBezTo>
                  <a:cubicBezTo>
                    <a:pt x="330144" y="520520"/>
                    <a:pt x="330144" y="531398"/>
                    <a:pt x="330144" y="539557"/>
                  </a:cubicBezTo>
                  <a:cubicBezTo>
                    <a:pt x="330144" y="558595"/>
                    <a:pt x="330144" y="574913"/>
                    <a:pt x="332863" y="593950"/>
                  </a:cubicBezTo>
                  <a:cubicBezTo>
                    <a:pt x="332863" y="610268"/>
                    <a:pt x="332863" y="632026"/>
                    <a:pt x="332863" y="648343"/>
                  </a:cubicBezTo>
                  <a:cubicBezTo>
                    <a:pt x="332863" y="651063"/>
                    <a:pt x="332863" y="653783"/>
                    <a:pt x="332863" y="656502"/>
                  </a:cubicBezTo>
                  <a:cubicBezTo>
                    <a:pt x="343742" y="656502"/>
                    <a:pt x="351901" y="656502"/>
                    <a:pt x="357341" y="656502"/>
                  </a:cubicBezTo>
                  <a:cubicBezTo>
                    <a:pt x="370939" y="656502"/>
                    <a:pt x="395416" y="659222"/>
                    <a:pt x="395416" y="675540"/>
                  </a:cubicBezTo>
                  <a:cubicBezTo>
                    <a:pt x="395416" y="683699"/>
                    <a:pt x="392696" y="686419"/>
                    <a:pt x="389976" y="691858"/>
                  </a:cubicBezTo>
                  <a:cubicBezTo>
                    <a:pt x="384537" y="697297"/>
                    <a:pt x="379098" y="700017"/>
                    <a:pt x="373658" y="700017"/>
                  </a:cubicBezTo>
                  <a:cubicBezTo>
                    <a:pt x="365499" y="702737"/>
                    <a:pt x="357341" y="702737"/>
                    <a:pt x="351901" y="702737"/>
                  </a:cubicBezTo>
                  <a:cubicBezTo>
                    <a:pt x="349181" y="702737"/>
                    <a:pt x="335583" y="702737"/>
                    <a:pt x="319265" y="702737"/>
                  </a:cubicBezTo>
                  <a:cubicBezTo>
                    <a:pt x="316546" y="705456"/>
                    <a:pt x="313826" y="705456"/>
                    <a:pt x="311106" y="708176"/>
                  </a:cubicBezTo>
                  <a:cubicBezTo>
                    <a:pt x="302948" y="713615"/>
                    <a:pt x="297508" y="713615"/>
                    <a:pt x="289349" y="713615"/>
                  </a:cubicBezTo>
                  <a:cubicBezTo>
                    <a:pt x="283910" y="713615"/>
                    <a:pt x="278470" y="713615"/>
                    <a:pt x="270311" y="713615"/>
                  </a:cubicBezTo>
                  <a:cubicBezTo>
                    <a:pt x="259433" y="713615"/>
                    <a:pt x="251273" y="710895"/>
                    <a:pt x="243115" y="705456"/>
                  </a:cubicBezTo>
                  <a:cubicBezTo>
                    <a:pt x="240395" y="705456"/>
                    <a:pt x="237675" y="702737"/>
                    <a:pt x="237675" y="702737"/>
                  </a:cubicBezTo>
                  <a:cubicBezTo>
                    <a:pt x="224077" y="702737"/>
                    <a:pt x="213198" y="702737"/>
                    <a:pt x="199600" y="702737"/>
                  </a:cubicBezTo>
                  <a:cubicBezTo>
                    <a:pt x="191441" y="702737"/>
                    <a:pt x="183282" y="702737"/>
                    <a:pt x="175123" y="702737"/>
                  </a:cubicBezTo>
                  <a:cubicBezTo>
                    <a:pt x="166965" y="702737"/>
                    <a:pt x="156085" y="702737"/>
                    <a:pt x="147927" y="697297"/>
                  </a:cubicBezTo>
                  <a:cubicBezTo>
                    <a:pt x="139768" y="694578"/>
                    <a:pt x="131609" y="680979"/>
                    <a:pt x="131609" y="678260"/>
                  </a:cubicBezTo>
                  <a:cubicBezTo>
                    <a:pt x="131609" y="675540"/>
                    <a:pt x="131609" y="672820"/>
                    <a:pt x="137048" y="670101"/>
                  </a:cubicBezTo>
                  <a:cubicBezTo>
                    <a:pt x="142487" y="667381"/>
                    <a:pt x="153366" y="664661"/>
                    <a:pt x="158805" y="661942"/>
                  </a:cubicBezTo>
                  <a:cubicBezTo>
                    <a:pt x="175123" y="659222"/>
                    <a:pt x="191441" y="659222"/>
                    <a:pt x="199600" y="659222"/>
                  </a:cubicBezTo>
                  <a:lnTo>
                    <a:pt x="199600" y="659222"/>
                  </a:lnTo>
                  <a:cubicBezTo>
                    <a:pt x="199600" y="648343"/>
                    <a:pt x="196880" y="640184"/>
                    <a:pt x="196880" y="629306"/>
                  </a:cubicBezTo>
                  <a:cubicBezTo>
                    <a:pt x="196880" y="612988"/>
                    <a:pt x="196880" y="591231"/>
                    <a:pt x="199600" y="574913"/>
                  </a:cubicBezTo>
                  <a:cubicBezTo>
                    <a:pt x="199600" y="558595"/>
                    <a:pt x="199600" y="539557"/>
                    <a:pt x="202320" y="523239"/>
                  </a:cubicBezTo>
                  <a:cubicBezTo>
                    <a:pt x="202320" y="501482"/>
                    <a:pt x="205040" y="482445"/>
                    <a:pt x="205040" y="460687"/>
                  </a:cubicBezTo>
                  <a:cubicBezTo>
                    <a:pt x="205040" y="447089"/>
                    <a:pt x="205040" y="430771"/>
                    <a:pt x="205040" y="417173"/>
                  </a:cubicBezTo>
                  <a:cubicBezTo>
                    <a:pt x="205040" y="409014"/>
                    <a:pt x="207759" y="400855"/>
                    <a:pt x="207759" y="392696"/>
                  </a:cubicBezTo>
                  <a:cubicBezTo>
                    <a:pt x="207759" y="384537"/>
                    <a:pt x="210478" y="376378"/>
                    <a:pt x="210478" y="368219"/>
                  </a:cubicBezTo>
                  <a:cubicBezTo>
                    <a:pt x="210478" y="351901"/>
                    <a:pt x="210478" y="332864"/>
                    <a:pt x="210478" y="313826"/>
                  </a:cubicBezTo>
                  <a:cubicBezTo>
                    <a:pt x="210478" y="294788"/>
                    <a:pt x="210478" y="275751"/>
                    <a:pt x="210478" y="259433"/>
                  </a:cubicBezTo>
                  <a:cubicBezTo>
                    <a:pt x="210478" y="243115"/>
                    <a:pt x="210478" y="226797"/>
                    <a:pt x="210478" y="213199"/>
                  </a:cubicBezTo>
                  <a:cubicBezTo>
                    <a:pt x="210478" y="194161"/>
                    <a:pt x="210478" y="164245"/>
                    <a:pt x="210478" y="145207"/>
                  </a:cubicBezTo>
                  <a:cubicBezTo>
                    <a:pt x="210478" y="139768"/>
                    <a:pt x="213198" y="134329"/>
                    <a:pt x="213198" y="131609"/>
                  </a:cubicBezTo>
                  <a:cubicBezTo>
                    <a:pt x="213198" y="126170"/>
                    <a:pt x="207759" y="123450"/>
                    <a:pt x="205040" y="123450"/>
                  </a:cubicBezTo>
                  <a:cubicBezTo>
                    <a:pt x="199600" y="123450"/>
                    <a:pt x="166965" y="123450"/>
                    <a:pt x="161525" y="123450"/>
                  </a:cubicBezTo>
                  <a:cubicBezTo>
                    <a:pt x="145207" y="123450"/>
                    <a:pt x="128889" y="123450"/>
                    <a:pt x="112571" y="120730"/>
                  </a:cubicBezTo>
                  <a:cubicBezTo>
                    <a:pt x="109852" y="120730"/>
                    <a:pt x="107132" y="120730"/>
                    <a:pt x="104412" y="118011"/>
                  </a:cubicBezTo>
                  <a:cubicBezTo>
                    <a:pt x="107132" y="137048"/>
                    <a:pt x="107132" y="172404"/>
                    <a:pt x="107132" y="191441"/>
                  </a:cubicBezTo>
                  <a:cubicBezTo>
                    <a:pt x="107132" y="202320"/>
                    <a:pt x="107132" y="224077"/>
                    <a:pt x="90814" y="224077"/>
                  </a:cubicBezTo>
                  <a:cubicBezTo>
                    <a:pt x="82655" y="224077"/>
                    <a:pt x="79935" y="221357"/>
                    <a:pt x="74496" y="218638"/>
                  </a:cubicBezTo>
                  <a:cubicBezTo>
                    <a:pt x="69057" y="215918"/>
                    <a:pt x="66337" y="210479"/>
                    <a:pt x="66337" y="205040"/>
                  </a:cubicBezTo>
                  <a:cubicBezTo>
                    <a:pt x="63617" y="196881"/>
                    <a:pt x="63617" y="191441"/>
                    <a:pt x="63617" y="186002"/>
                  </a:cubicBezTo>
                  <a:cubicBezTo>
                    <a:pt x="63617" y="180563"/>
                    <a:pt x="63617" y="153366"/>
                    <a:pt x="63617" y="145207"/>
                  </a:cubicBezTo>
                  <a:cubicBezTo>
                    <a:pt x="63617" y="134329"/>
                    <a:pt x="63617" y="120730"/>
                    <a:pt x="63617" y="109852"/>
                  </a:cubicBezTo>
                  <a:cubicBezTo>
                    <a:pt x="60897" y="104412"/>
                    <a:pt x="58178" y="101693"/>
                    <a:pt x="58178" y="96253"/>
                  </a:cubicBezTo>
                  <a:cubicBezTo>
                    <a:pt x="58178" y="93534"/>
                    <a:pt x="60897" y="88095"/>
                    <a:pt x="66337" y="85375"/>
                  </a:cubicBezTo>
                  <a:cubicBezTo>
                    <a:pt x="74496" y="79936"/>
                    <a:pt x="77215" y="77216"/>
                    <a:pt x="93533" y="77216"/>
                  </a:cubicBezTo>
                  <a:cubicBezTo>
                    <a:pt x="101692" y="77216"/>
                    <a:pt x="109852" y="77216"/>
                    <a:pt x="115290" y="77216"/>
                  </a:cubicBezTo>
                  <a:cubicBezTo>
                    <a:pt x="134328" y="77216"/>
                    <a:pt x="150646" y="77216"/>
                    <a:pt x="169684" y="74496"/>
                  </a:cubicBezTo>
                  <a:cubicBezTo>
                    <a:pt x="177843" y="74496"/>
                    <a:pt x="186002" y="71776"/>
                    <a:pt x="194161" y="71776"/>
                  </a:cubicBezTo>
                  <a:cubicBezTo>
                    <a:pt x="194161" y="71776"/>
                    <a:pt x="196880" y="71776"/>
                    <a:pt x="196880" y="71776"/>
                  </a:cubicBezTo>
                  <a:cubicBezTo>
                    <a:pt x="199600" y="71776"/>
                    <a:pt x="205040" y="71776"/>
                    <a:pt x="210478" y="71776"/>
                  </a:cubicBezTo>
                  <a:cubicBezTo>
                    <a:pt x="213198" y="71776"/>
                    <a:pt x="215918" y="71776"/>
                    <a:pt x="218638" y="71776"/>
                  </a:cubicBezTo>
                  <a:cubicBezTo>
                    <a:pt x="224077" y="69057"/>
                    <a:pt x="229516" y="63618"/>
                    <a:pt x="237675" y="60898"/>
                  </a:cubicBezTo>
                  <a:cubicBezTo>
                    <a:pt x="243115" y="58178"/>
                    <a:pt x="248554" y="58178"/>
                    <a:pt x="253993" y="58178"/>
                  </a:cubicBezTo>
                  <a:cubicBezTo>
                    <a:pt x="264872" y="58178"/>
                    <a:pt x="273031" y="58178"/>
                    <a:pt x="283910" y="60898"/>
                  </a:cubicBezTo>
                  <a:cubicBezTo>
                    <a:pt x="286629" y="60898"/>
                    <a:pt x="292068" y="63618"/>
                    <a:pt x="294788" y="66337"/>
                  </a:cubicBezTo>
                  <a:cubicBezTo>
                    <a:pt x="297508" y="69057"/>
                    <a:pt x="302948" y="71776"/>
                    <a:pt x="305667" y="74496"/>
                  </a:cubicBezTo>
                  <a:cubicBezTo>
                    <a:pt x="308386" y="74496"/>
                    <a:pt x="311106" y="74496"/>
                    <a:pt x="313826" y="74496"/>
                  </a:cubicBezTo>
                  <a:cubicBezTo>
                    <a:pt x="319265" y="74496"/>
                    <a:pt x="321985" y="74496"/>
                    <a:pt x="327424" y="74496"/>
                  </a:cubicBezTo>
                  <a:cubicBezTo>
                    <a:pt x="335583" y="74496"/>
                    <a:pt x="346461" y="74496"/>
                    <a:pt x="354621" y="74496"/>
                  </a:cubicBezTo>
                  <a:cubicBezTo>
                    <a:pt x="376378" y="74496"/>
                    <a:pt x="400855" y="74496"/>
                    <a:pt x="422612" y="74496"/>
                  </a:cubicBezTo>
                  <a:cubicBezTo>
                    <a:pt x="433491" y="74496"/>
                    <a:pt x="447089" y="74496"/>
                    <a:pt x="455248" y="79936"/>
                  </a:cubicBezTo>
                  <a:cubicBezTo>
                    <a:pt x="460687" y="82655"/>
                    <a:pt x="466127" y="90814"/>
                    <a:pt x="466127" y="98973"/>
                  </a:cubicBezTo>
                  <a:cubicBezTo>
                    <a:pt x="466127" y="101693"/>
                    <a:pt x="466127" y="107132"/>
                    <a:pt x="463407" y="109852"/>
                  </a:cubicBezTo>
                  <a:cubicBezTo>
                    <a:pt x="463407" y="112571"/>
                    <a:pt x="463407" y="112571"/>
                    <a:pt x="463407" y="120730"/>
                  </a:cubicBezTo>
                  <a:cubicBezTo>
                    <a:pt x="463407" y="142488"/>
                    <a:pt x="463407" y="172404"/>
                    <a:pt x="463407" y="194161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89909220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4" pos="257">
          <p15:clr>
            <a:srgbClr val="FBAE40"/>
          </p15:clr>
        </p15:guide>
      </p15:sldGuideLst>
    </p:ext>
  </p:extLst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3" name="Picture 52" descr="Close up of a plant&#10;&#10;Description automatically generated">
            <a:extLst>
              <a:ext uri="{FF2B5EF4-FFF2-40B4-BE49-F238E27FC236}">
                <a16:creationId xmlns:a16="http://schemas.microsoft.com/office/drawing/2014/main" id="{EC0CE349-CAE1-0370-7A41-B9468339692D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grayscl/>
            <a:alphaModFix amt="6000"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12188389" cy="6858000"/>
          </a:xfrm>
          <a:prstGeom prst="rect">
            <a:avLst/>
          </a:prstGeom>
          <a:solidFill>
            <a:srgbClr val="F4F5F9"/>
          </a:solidFill>
        </p:spPr>
      </p:pic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C8624BD1-914F-CF43-92F6-F0ED2122BD3D}"/>
              </a:ext>
            </a:extLst>
          </p:cNvPr>
          <p:cNvSpPr>
            <a:spLocks noGrp="1"/>
          </p:cNvSpPr>
          <p:nvPr>
            <p:ph type="dt" sz="half" idx="18"/>
          </p:nvPr>
        </p:nvSpPr>
        <p:spPr/>
        <p:txBody>
          <a:bodyPr/>
          <a:lstStyle/>
          <a:p>
            <a:fld id="{053ABE18-35EA-6641-A300-6EB93A5AF190}" type="datetime1">
              <a:rPr lang="pl-PL" smtClean="0"/>
              <a:t>30.10.2026</a:t>
            </a:fld>
            <a:endParaRPr lang="en-PL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C48BC73-C701-7743-994C-059E1C191B39}"/>
              </a:ext>
            </a:extLst>
          </p:cNvPr>
          <p:cNvSpPr>
            <a:spLocks noGrp="1"/>
          </p:cNvSpPr>
          <p:nvPr>
            <p:ph type="ftr" sz="quarter" idx="19"/>
          </p:nvPr>
        </p:nvSpPr>
        <p:spPr/>
        <p:txBody>
          <a:bodyPr/>
          <a:lstStyle/>
          <a:p>
            <a:r>
              <a:rPr lang="en-GB"/>
              <a:t>©Lingaro Group 2025</a:t>
            </a:r>
            <a:endParaRPr lang="en-PL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B6F10BC-57A7-2D49-AF5C-F8F1631C57C1}"/>
              </a:ext>
            </a:extLst>
          </p:cNvPr>
          <p:cNvSpPr>
            <a:spLocks noGrp="1"/>
          </p:cNvSpPr>
          <p:nvPr>
            <p:ph type="sldNum" sz="quarter" idx="20"/>
          </p:nvPr>
        </p:nvSpPr>
        <p:spPr/>
        <p:txBody>
          <a:bodyPr/>
          <a:lstStyle/>
          <a:p>
            <a:fld id="{05CD89BD-8A8D-1F43-BC43-3DCA15ED54E5}" type="slidenum">
              <a:rPr lang="en-PL" smtClean="0"/>
              <a:pPr/>
              <a:t>‹#›</a:t>
            </a:fld>
            <a:endParaRPr lang="en-PL"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4AC555D8-34E8-A144-9030-152179FDA2F0}"/>
              </a:ext>
            </a:extLst>
          </p:cNvPr>
          <p:cNvGrpSpPr/>
          <p:nvPr userDrawn="1"/>
        </p:nvGrpSpPr>
        <p:grpSpPr>
          <a:xfrm>
            <a:off x="11470652" y="408416"/>
            <a:ext cx="320675" cy="685800"/>
            <a:chOff x="11499850" y="409031"/>
            <a:chExt cx="320675" cy="685800"/>
          </a:xfrm>
          <a:solidFill>
            <a:schemeClr val="accent1"/>
          </a:solidFill>
        </p:grpSpPr>
        <p:sp>
          <p:nvSpPr>
            <p:cNvPr id="8" name="Doughnut 7">
              <a:extLst>
                <a:ext uri="{FF2B5EF4-FFF2-40B4-BE49-F238E27FC236}">
                  <a16:creationId xmlns:a16="http://schemas.microsoft.com/office/drawing/2014/main" id="{AFEB5E68-73AC-B547-9F78-EBB5716FE847}"/>
                </a:ext>
              </a:extLst>
            </p:cNvPr>
            <p:cNvSpPr/>
            <p:nvPr userDrawn="1"/>
          </p:nvSpPr>
          <p:spPr>
            <a:xfrm>
              <a:off x="11499850" y="409031"/>
              <a:ext cx="320675" cy="320675"/>
            </a:xfrm>
            <a:prstGeom prst="donut">
              <a:avLst>
                <a:gd name="adj" fmla="val 20807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noProof="0">
                <a:solidFill>
                  <a:schemeClr val="accent1"/>
                </a:solidFill>
              </a:endParaRPr>
            </a:p>
          </p:txBody>
        </p:sp>
        <p:sp>
          <p:nvSpPr>
            <p:cNvPr id="9" name="Doughnut 8">
              <a:extLst>
                <a:ext uri="{FF2B5EF4-FFF2-40B4-BE49-F238E27FC236}">
                  <a16:creationId xmlns:a16="http://schemas.microsoft.com/office/drawing/2014/main" id="{22ED63C6-C267-BA42-B093-3697B5BD0E4D}"/>
                </a:ext>
              </a:extLst>
            </p:cNvPr>
            <p:cNvSpPr/>
            <p:nvPr userDrawn="1"/>
          </p:nvSpPr>
          <p:spPr>
            <a:xfrm>
              <a:off x="11499850" y="774156"/>
              <a:ext cx="320675" cy="320675"/>
            </a:xfrm>
            <a:prstGeom prst="donut">
              <a:avLst>
                <a:gd name="adj" fmla="val 20807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noProof="0">
                <a:solidFill>
                  <a:schemeClr val="accent1"/>
                </a:solidFill>
              </a:endParaRPr>
            </a:p>
          </p:txBody>
        </p:sp>
      </p:grpSp>
      <p:sp>
        <p:nvSpPr>
          <p:cNvPr id="3" name="Symbol zastępczy tekstu 11">
            <a:extLst>
              <a:ext uri="{FF2B5EF4-FFF2-40B4-BE49-F238E27FC236}">
                <a16:creationId xmlns:a16="http://schemas.microsoft.com/office/drawing/2014/main" id="{FAE780AD-F953-3210-12BB-11BF6A002926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407988" y="773541"/>
            <a:ext cx="9412712" cy="283574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indent="0">
              <a:lnSpc>
                <a:spcPct val="100000"/>
              </a:lnSpc>
              <a:spcBef>
                <a:spcPts val="0"/>
              </a:spcBef>
              <a:buFontTx/>
              <a:buNone/>
              <a:defRPr sz="1600">
                <a:latin typeface="Maven Pro" panose="00000500000000000000" pitchFamily="2" charset="-18"/>
              </a:defRPr>
            </a:lvl1pPr>
          </a:lstStyle>
          <a:p>
            <a:pPr lvl="0"/>
            <a:r>
              <a:rPr lang="en-US" noProof="0"/>
              <a:t>Subtitle, in 1 line, font: Maven Pro</a:t>
            </a:r>
          </a:p>
        </p:txBody>
      </p:sp>
      <p:sp>
        <p:nvSpPr>
          <p:cNvPr id="10" name="Title 1">
            <a:extLst>
              <a:ext uri="{FF2B5EF4-FFF2-40B4-BE49-F238E27FC236}">
                <a16:creationId xmlns:a16="http://schemas.microsoft.com/office/drawing/2014/main" id="{6F26EA2B-0A10-8216-AF94-F075DB56506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07988" y="361094"/>
            <a:ext cx="9413206" cy="369332"/>
          </a:xfrm>
        </p:spPr>
        <p:txBody>
          <a:bodyPr/>
          <a:lstStyle/>
          <a:p>
            <a:r>
              <a:rPr lang="en-GB"/>
              <a:t>Click to edit Master title style</a:t>
            </a:r>
            <a:endParaRPr lang="en-PL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0E65BF7A-67BD-FBB7-DC1F-798164EB0245}"/>
              </a:ext>
            </a:extLst>
          </p:cNvPr>
          <p:cNvGrpSpPr>
            <a:grpSpLocks noChangeAspect="1"/>
          </p:cNvGrpSpPr>
          <p:nvPr userDrawn="1"/>
        </p:nvGrpSpPr>
        <p:grpSpPr>
          <a:xfrm>
            <a:off x="10109591" y="509019"/>
            <a:ext cx="1143000" cy="440144"/>
            <a:chOff x="2078951" y="1888610"/>
            <a:chExt cx="8030200" cy="3092248"/>
          </a:xfrm>
          <a:solidFill>
            <a:srgbClr val="4F2170"/>
          </a:solidFill>
        </p:grpSpPr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A3105F04-C9D9-7107-2339-FB53D36A4655}"/>
                </a:ext>
              </a:extLst>
            </p:cNvPr>
            <p:cNvSpPr/>
            <p:nvPr/>
          </p:nvSpPr>
          <p:spPr>
            <a:xfrm>
              <a:off x="2078951" y="2872694"/>
              <a:ext cx="951880" cy="652717"/>
            </a:xfrm>
            <a:custGeom>
              <a:avLst/>
              <a:gdLst>
                <a:gd name="connsiteX0" fmla="*/ 903041 w 951880"/>
                <a:gd name="connsiteY0" fmla="*/ 330574 h 652717"/>
                <a:gd name="connsiteX1" fmla="*/ 780656 w 951880"/>
                <a:gd name="connsiteY1" fmla="*/ 379528 h 652717"/>
                <a:gd name="connsiteX2" fmla="*/ 598439 w 951880"/>
                <a:gd name="connsiteY2" fmla="*/ 311537 h 652717"/>
                <a:gd name="connsiteX3" fmla="*/ 505970 w 951880"/>
                <a:gd name="connsiteY3" fmla="*/ 164675 h 652717"/>
                <a:gd name="connsiteX4" fmla="*/ 266640 w 951880"/>
                <a:gd name="connsiteY4" fmla="*/ 61329 h 652717"/>
                <a:gd name="connsiteX5" fmla="*/ 103461 w 951880"/>
                <a:gd name="connsiteY5" fmla="*/ 458398 h 652717"/>
                <a:gd name="connsiteX6" fmla="*/ 756179 w 951880"/>
                <a:gd name="connsiteY6" fmla="*/ 485595 h 652717"/>
                <a:gd name="connsiteX7" fmla="*/ 903041 w 951880"/>
                <a:gd name="connsiteY7" fmla="*/ 330574 h 65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51880" h="652717">
                  <a:moveTo>
                    <a:pt x="903041" y="330574"/>
                  </a:moveTo>
                  <a:cubicBezTo>
                    <a:pt x="867685" y="363210"/>
                    <a:pt x="813292" y="374089"/>
                    <a:pt x="780656" y="379528"/>
                  </a:cubicBezTo>
                  <a:cubicBezTo>
                    <a:pt x="712664" y="387687"/>
                    <a:pt x="641953" y="365930"/>
                    <a:pt x="598439" y="311537"/>
                  </a:cubicBezTo>
                  <a:cubicBezTo>
                    <a:pt x="563083" y="268022"/>
                    <a:pt x="544046" y="210910"/>
                    <a:pt x="505970" y="164675"/>
                  </a:cubicBezTo>
                  <a:cubicBezTo>
                    <a:pt x="448858" y="93964"/>
                    <a:pt x="359109" y="45011"/>
                    <a:pt x="266640" y="61329"/>
                  </a:cubicBezTo>
                  <a:cubicBezTo>
                    <a:pt x="81704" y="93964"/>
                    <a:pt x="114" y="308817"/>
                    <a:pt x="103461" y="458398"/>
                  </a:cubicBezTo>
                  <a:cubicBezTo>
                    <a:pt x="253042" y="670531"/>
                    <a:pt x="584840" y="635176"/>
                    <a:pt x="756179" y="485595"/>
                  </a:cubicBezTo>
                  <a:cubicBezTo>
                    <a:pt x="813292" y="442080"/>
                    <a:pt x="862246" y="390407"/>
                    <a:pt x="903041" y="33057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767B0485-09E1-782C-28DA-4130E274871D}"/>
                </a:ext>
              </a:extLst>
            </p:cNvPr>
            <p:cNvSpPr/>
            <p:nvPr/>
          </p:nvSpPr>
          <p:spPr>
            <a:xfrm>
              <a:off x="9151831" y="2872694"/>
              <a:ext cx="951880" cy="652717"/>
            </a:xfrm>
            <a:custGeom>
              <a:avLst/>
              <a:gdLst>
                <a:gd name="connsiteX0" fmla="*/ 58178 w 951880"/>
                <a:gd name="connsiteY0" fmla="*/ 330574 h 652717"/>
                <a:gd name="connsiteX1" fmla="*/ 180563 w 951880"/>
                <a:gd name="connsiteY1" fmla="*/ 379528 h 652717"/>
                <a:gd name="connsiteX2" fmla="*/ 362780 w 951880"/>
                <a:gd name="connsiteY2" fmla="*/ 311537 h 652717"/>
                <a:gd name="connsiteX3" fmla="*/ 455249 w 951880"/>
                <a:gd name="connsiteY3" fmla="*/ 164675 h 652717"/>
                <a:gd name="connsiteX4" fmla="*/ 694578 w 951880"/>
                <a:gd name="connsiteY4" fmla="*/ 61329 h 652717"/>
                <a:gd name="connsiteX5" fmla="*/ 857758 w 951880"/>
                <a:gd name="connsiteY5" fmla="*/ 458398 h 652717"/>
                <a:gd name="connsiteX6" fmla="*/ 205040 w 951880"/>
                <a:gd name="connsiteY6" fmla="*/ 485595 h 652717"/>
                <a:gd name="connsiteX7" fmla="*/ 58178 w 951880"/>
                <a:gd name="connsiteY7" fmla="*/ 330574 h 65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51880" h="652717">
                  <a:moveTo>
                    <a:pt x="58178" y="330574"/>
                  </a:moveTo>
                  <a:cubicBezTo>
                    <a:pt x="96253" y="363210"/>
                    <a:pt x="147927" y="374089"/>
                    <a:pt x="180563" y="379528"/>
                  </a:cubicBezTo>
                  <a:cubicBezTo>
                    <a:pt x="248554" y="387687"/>
                    <a:pt x="319266" y="365930"/>
                    <a:pt x="362780" y="311537"/>
                  </a:cubicBezTo>
                  <a:cubicBezTo>
                    <a:pt x="398136" y="268022"/>
                    <a:pt x="417174" y="210910"/>
                    <a:pt x="455249" y="164675"/>
                  </a:cubicBezTo>
                  <a:cubicBezTo>
                    <a:pt x="512362" y="93964"/>
                    <a:pt x="602110" y="45011"/>
                    <a:pt x="694578" y="61329"/>
                  </a:cubicBezTo>
                  <a:cubicBezTo>
                    <a:pt x="879515" y="93964"/>
                    <a:pt x="961105" y="308817"/>
                    <a:pt x="857758" y="458398"/>
                  </a:cubicBezTo>
                  <a:cubicBezTo>
                    <a:pt x="708176" y="670531"/>
                    <a:pt x="376379" y="635176"/>
                    <a:pt x="205040" y="485595"/>
                  </a:cubicBezTo>
                  <a:cubicBezTo>
                    <a:pt x="150646" y="442080"/>
                    <a:pt x="101693" y="390407"/>
                    <a:pt x="58178" y="33057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2160A20F-3FE0-A1EE-9981-005A77A79B11}"/>
                </a:ext>
              </a:extLst>
            </p:cNvPr>
            <p:cNvSpPr/>
            <p:nvPr/>
          </p:nvSpPr>
          <p:spPr>
            <a:xfrm>
              <a:off x="8001294" y="2010994"/>
              <a:ext cx="734308" cy="299162"/>
            </a:xfrm>
            <a:custGeom>
              <a:avLst/>
              <a:gdLst>
                <a:gd name="connsiteX0" fmla="*/ 596792 w 734307"/>
                <a:gd name="connsiteY0" fmla="*/ 58178 h 299162"/>
                <a:gd name="connsiteX1" fmla="*/ 148048 w 734307"/>
                <a:gd name="connsiteY1" fmla="*/ 58178 h 299162"/>
                <a:gd name="connsiteX2" fmla="*/ 58299 w 734307"/>
                <a:gd name="connsiteY2" fmla="*/ 150646 h 299162"/>
                <a:gd name="connsiteX3" fmla="*/ 148048 w 734307"/>
                <a:gd name="connsiteY3" fmla="*/ 251274 h 299162"/>
                <a:gd name="connsiteX4" fmla="*/ 596792 w 734307"/>
                <a:gd name="connsiteY4" fmla="*/ 251274 h 299162"/>
                <a:gd name="connsiteX5" fmla="*/ 686541 w 734307"/>
                <a:gd name="connsiteY5" fmla="*/ 158805 h 299162"/>
                <a:gd name="connsiteX6" fmla="*/ 596792 w 734307"/>
                <a:gd name="connsiteY6" fmla="*/ 58178 h 299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4307" h="299162">
                  <a:moveTo>
                    <a:pt x="596792" y="58178"/>
                  </a:moveTo>
                  <a:cubicBezTo>
                    <a:pt x="591353" y="58178"/>
                    <a:pt x="153487" y="58178"/>
                    <a:pt x="148048" y="58178"/>
                  </a:cubicBezTo>
                  <a:cubicBezTo>
                    <a:pt x="99094" y="60898"/>
                    <a:pt x="61019" y="104412"/>
                    <a:pt x="58299" y="150646"/>
                  </a:cubicBezTo>
                  <a:cubicBezTo>
                    <a:pt x="55580" y="199600"/>
                    <a:pt x="99094" y="248554"/>
                    <a:pt x="148048" y="251274"/>
                  </a:cubicBezTo>
                  <a:cubicBezTo>
                    <a:pt x="153487" y="251274"/>
                    <a:pt x="591353" y="251274"/>
                    <a:pt x="596792" y="251274"/>
                  </a:cubicBezTo>
                  <a:cubicBezTo>
                    <a:pt x="645746" y="248554"/>
                    <a:pt x="683821" y="205040"/>
                    <a:pt x="686541" y="158805"/>
                  </a:cubicBezTo>
                  <a:cubicBezTo>
                    <a:pt x="689260" y="109852"/>
                    <a:pt x="648465" y="60898"/>
                    <a:pt x="596792" y="58178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BEFDF963-BFAB-C665-A61D-AE5566448664}"/>
                </a:ext>
              </a:extLst>
            </p:cNvPr>
            <p:cNvSpPr/>
            <p:nvPr/>
          </p:nvSpPr>
          <p:spPr>
            <a:xfrm>
              <a:off x="4920042" y="2277520"/>
              <a:ext cx="1006274" cy="951879"/>
            </a:xfrm>
            <a:custGeom>
              <a:avLst/>
              <a:gdLst>
                <a:gd name="connsiteX0" fmla="*/ 884954 w 1006273"/>
                <a:gd name="connsiteY0" fmla="*/ 746251 h 951879"/>
                <a:gd name="connsiteX1" fmla="*/ 874076 w 1006273"/>
                <a:gd name="connsiteY1" fmla="*/ 670101 h 951879"/>
                <a:gd name="connsiteX2" fmla="*/ 874076 w 1006273"/>
                <a:gd name="connsiteY2" fmla="*/ 536837 h 951879"/>
                <a:gd name="connsiteX3" fmla="*/ 689139 w 1006273"/>
                <a:gd name="connsiteY3" fmla="*/ 88094 h 951879"/>
                <a:gd name="connsiteX4" fmla="*/ 428052 w 1006273"/>
                <a:gd name="connsiteY4" fmla="*/ 253993 h 951879"/>
                <a:gd name="connsiteX5" fmla="*/ 196881 w 1006273"/>
                <a:gd name="connsiteY5" fmla="*/ 58178 h 951879"/>
                <a:gd name="connsiteX6" fmla="*/ 58178 w 1006273"/>
                <a:gd name="connsiteY6" fmla="*/ 128889 h 951879"/>
                <a:gd name="connsiteX7" fmla="*/ 142488 w 1006273"/>
                <a:gd name="connsiteY7" fmla="*/ 273031 h 951879"/>
                <a:gd name="connsiteX8" fmla="*/ 142488 w 1006273"/>
                <a:gd name="connsiteY8" fmla="*/ 757130 h 951879"/>
                <a:gd name="connsiteX9" fmla="*/ 283910 w 1006273"/>
                <a:gd name="connsiteY9" fmla="*/ 895832 h 951879"/>
                <a:gd name="connsiteX10" fmla="*/ 428052 w 1006273"/>
                <a:gd name="connsiteY10" fmla="*/ 757130 h 951879"/>
                <a:gd name="connsiteX11" fmla="*/ 428052 w 1006273"/>
                <a:gd name="connsiteY11" fmla="*/ 400855 h 951879"/>
                <a:gd name="connsiteX12" fmla="*/ 523240 w 1006273"/>
                <a:gd name="connsiteY12" fmla="*/ 283910 h 951879"/>
                <a:gd name="connsiteX13" fmla="*/ 591231 w 1006273"/>
                <a:gd name="connsiteY13" fmla="*/ 354621 h 951879"/>
                <a:gd name="connsiteX14" fmla="*/ 591231 w 1006273"/>
                <a:gd name="connsiteY14" fmla="*/ 697297 h 951879"/>
                <a:gd name="connsiteX15" fmla="*/ 593951 w 1006273"/>
                <a:gd name="connsiteY15" fmla="*/ 729933 h 951879"/>
                <a:gd name="connsiteX16" fmla="*/ 610269 w 1006273"/>
                <a:gd name="connsiteY16" fmla="*/ 778887 h 951879"/>
                <a:gd name="connsiteX17" fmla="*/ 822402 w 1006273"/>
                <a:gd name="connsiteY17" fmla="*/ 893112 h 951879"/>
                <a:gd name="connsiteX18" fmla="*/ 961105 w 1006273"/>
                <a:gd name="connsiteY18" fmla="*/ 822401 h 951879"/>
                <a:gd name="connsiteX19" fmla="*/ 884954 w 1006273"/>
                <a:gd name="connsiteY19" fmla="*/ 746251 h 951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006273" h="951879">
                  <a:moveTo>
                    <a:pt x="884954" y="746251"/>
                  </a:moveTo>
                  <a:cubicBezTo>
                    <a:pt x="879515" y="721774"/>
                    <a:pt x="876795" y="694578"/>
                    <a:pt x="874076" y="670101"/>
                  </a:cubicBezTo>
                  <a:cubicBezTo>
                    <a:pt x="874076" y="634745"/>
                    <a:pt x="874076" y="583072"/>
                    <a:pt x="874076" y="536837"/>
                  </a:cubicBezTo>
                  <a:cubicBezTo>
                    <a:pt x="879515" y="373658"/>
                    <a:pt x="909431" y="88094"/>
                    <a:pt x="689139" y="88094"/>
                  </a:cubicBezTo>
                  <a:cubicBezTo>
                    <a:pt x="539558" y="88094"/>
                    <a:pt x="452529" y="213199"/>
                    <a:pt x="428052" y="253993"/>
                  </a:cubicBezTo>
                  <a:cubicBezTo>
                    <a:pt x="425332" y="139768"/>
                    <a:pt x="335583" y="58178"/>
                    <a:pt x="196881" y="58178"/>
                  </a:cubicBezTo>
                  <a:cubicBezTo>
                    <a:pt x="109852" y="58178"/>
                    <a:pt x="58178" y="128889"/>
                    <a:pt x="58178" y="128889"/>
                  </a:cubicBezTo>
                  <a:cubicBezTo>
                    <a:pt x="58178" y="128889"/>
                    <a:pt x="142488" y="158805"/>
                    <a:pt x="142488" y="273031"/>
                  </a:cubicBezTo>
                  <a:cubicBezTo>
                    <a:pt x="142488" y="354621"/>
                    <a:pt x="142488" y="757130"/>
                    <a:pt x="142488" y="757130"/>
                  </a:cubicBezTo>
                  <a:cubicBezTo>
                    <a:pt x="145207" y="827841"/>
                    <a:pt x="194161" y="895832"/>
                    <a:pt x="283910" y="895832"/>
                  </a:cubicBezTo>
                  <a:cubicBezTo>
                    <a:pt x="373659" y="895832"/>
                    <a:pt x="428052" y="827841"/>
                    <a:pt x="428052" y="757130"/>
                  </a:cubicBezTo>
                  <a:lnTo>
                    <a:pt x="428052" y="400855"/>
                  </a:lnTo>
                  <a:cubicBezTo>
                    <a:pt x="441650" y="343742"/>
                    <a:pt x="474286" y="283910"/>
                    <a:pt x="523240" y="283910"/>
                  </a:cubicBezTo>
                  <a:cubicBezTo>
                    <a:pt x="585792" y="283910"/>
                    <a:pt x="591231" y="354621"/>
                    <a:pt x="591231" y="354621"/>
                  </a:cubicBezTo>
                  <a:lnTo>
                    <a:pt x="591231" y="697297"/>
                  </a:lnTo>
                  <a:cubicBezTo>
                    <a:pt x="591231" y="708176"/>
                    <a:pt x="593951" y="719054"/>
                    <a:pt x="593951" y="729933"/>
                  </a:cubicBezTo>
                  <a:cubicBezTo>
                    <a:pt x="596671" y="748971"/>
                    <a:pt x="602110" y="765289"/>
                    <a:pt x="610269" y="778887"/>
                  </a:cubicBezTo>
                  <a:cubicBezTo>
                    <a:pt x="645624" y="846878"/>
                    <a:pt x="719055" y="893112"/>
                    <a:pt x="822402" y="893112"/>
                  </a:cubicBezTo>
                  <a:cubicBezTo>
                    <a:pt x="909431" y="893112"/>
                    <a:pt x="961105" y="822401"/>
                    <a:pt x="961105" y="822401"/>
                  </a:cubicBezTo>
                  <a:cubicBezTo>
                    <a:pt x="961105" y="822401"/>
                    <a:pt x="909431" y="808803"/>
                    <a:pt x="884954" y="746251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F8AEE898-5982-DD70-68CD-6202B0240B6E}"/>
                </a:ext>
              </a:extLst>
            </p:cNvPr>
            <p:cNvSpPr/>
            <p:nvPr/>
          </p:nvSpPr>
          <p:spPr>
            <a:xfrm>
              <a:off x="7552331" y="1888610"/>
              <a:ext cx="489539" cy="1332631"/>
            </a:xfrm>
            <a:custGeom>
              <a:avLst/>
              <a:gdLst>
                <a:gd name="connsiteX0" fmla="*/ 368560 w 489538"/>
                <a:gd name="connsiteY0" fmla="*/ 1135162 h 1332630"/>
                <a:gd name="connsiteX1" fmla="*/ 357681 w 489538"/>
                <a:gd name="connsiteY1" fmla="*/ 1059011 h 1332630"/>
                <a:gd name="connsiteX2" fmla="*/ 357681 w 489538"/>
                <a:gd name="connsiteY2" fmla="*/ 207759 h 1332630"/>
                <a:gd name="connsiteX3" fmla="*/ 208099 w 489538"/>
                <a:gd name="connsiteY3" fmla="*/ 58178 h 1332630"/>
                <a:gd name="connsiteX4" fmla="*/ 58518 w 489538"/>
                <a:gd name="connsiteY4" fmla="*/ 207759 h 1332630"/>
                <a:gd name="connsiteX5" fmla="*/ 58518 w 489538"/>
                <a:gd name="connsiteY5" fmla="*/ 961104 h 1332630"/>
                <a:gd name="connsiteX6" fmla="*/ 85715 w 489538"/>
                <a:gd name="connsiteY6" fmla="*/ 1159639 h 1332630"/>
                <a:gd name="connsiteX7" fmla="*/ 306007 w 489538"/>
                <a:gd name="connsiteY7" fmla="*/ 1282023 h 1332630"/>
                <a:gd name="connsiteX8" fmla="*/ 444710 w 489538"/>
                <a:gd name="connsiteY8" fmla="*/ 1211312 h 1332630"/>
                <a:gd name="connsiteX9" fmla="*/ 368560 w 489538"/>
                <a:gd name="connsiteY9" fmla="*/ 1135162 h 1332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89538" h="1332630">
                  <a:moveTo>
                    <a:pt x="368560" y="1135162"/>
                  </a:moveTo>
                  <a:cubicBezTo>
                    <a:pt x="363120" y="1110685"/>
                    <a:pt x="357681" y="1083488"/>
                    <a:pt x="357681" y="1059011"/>
                  </a:cubicBezTo>
                  <a:lnTo>
                    <a:pt x="357681" y="207759"/>
                  </a:lnTo>
                  <a:cubicBezTo>
                    <a:pt x="357681" y="126170"/>
                    <a:pt x="289689" y="58178"/>
                    <a:pt x="208099" y="58178"/>
                  </a:cubicBezTo>
                  <a:cubicBezTo>
                    <a:pt x="126510" y="58178"/>
                    <a:pt x="58518" y="126170"/>
                    <a:pt x="58518" y="207759"/>
                  </a:cubicBezTo>
                  <a:lnTo>
                    <a:pt x="58518" y="961104"/>
                  </a:lnTo>
                  <a:cubicBezTo>
                    <a:pt x="58518" y="1029095"/>
                    <a:pt x="53079" y="1097086"/>
                    <a:pt x="85715" y="1159639"/>
                  </a:cubicBezTo>
                  <a:cubicBezTo>
                    <a:pt x="118351" y="1227630"/>
                    <a:pt x="202660" y="1282023"/>
                    <a:pt x="306007" y="1282023"/>
                  </a:cubicBezTo>
                  <a:cubicBezTo>
                    <a:pt x="393036" y="1282023"/>
                    <a:pt x="444710" y="1211312"/>
                    <a:pt x="444710" y="1211312"/>
                  </a:cubicBezTo>
                  <a:cubicBezTo>
                    <a:pt x="444710" y="1211312"/>
                    <a:pt x="393036" y="1197714"/>
                    <a:pt x="368560" y="1135162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BFDBF2C2-4299-0AB4-CD9B-C00AFC93A4DB}"/>
                </a:ext>
              </a:extLst>
            </p:cNvPr>
            <p:cNvSpPr/>
            <p:nvPr/>
          </p:nvSpPr>
          <p:spPr>
            <a:xfrm>
              <a:off x="4162324" y="2357456"/>
              <a:ext cx="815899" cy="815898"/>
            </a:xfrm>
            <a:custGeom>
              <a:avLst/>
              <a:gdLst>
                <a:gd name="connsiteX0" fmla="*/ 407949 w 815899"/>
                <a:gd name="connsiteY0" fmla="*/ 174058 h 815898"/>
                <a:gd name="connsiteX1" fmla="*/ 293723 w 815899"/>
                <a:gd name="connsiteY1" fmla="*/ 407950 h 815898"/>
                <a:gd name="connsiteX2" fmla="*/ 410669 w 815899"/>
                <a:gd name="connsiteY2" fmla="*/ 641840 h 815898"/>
                <a:gd name="connsiteX3" fmla="*/ 522175 w 815899"/>
                <a:gd name="connsiteY3" fmla="*/ 407950 h 815898"/>
                <a:gd name="connsiteX4" fmla="*/ 407949 w 815899"/>
                <a:gd name="connsiteY4" fmla="*/ 174058 h 815898"/>
                <a:gd name="connsiteX5" fmla="*/ 407950 w 815899"/>
                <a:gd name="connsiteY5" fmla="*/ 0 h 815898"/>
                <a:gd name="connsiteX6" fmla="*/ 815899 w 815899"/>
                <a:gd name="connsiteY6" fmla="*/ 407949 h 815898"/>
                <a:gd name="connsiteX7" fmla="*/ 407950 w 815899"/>
                <a:gd name="connsiteY7" fmla="*/ 815898 h 815898"/>
                <a:gd name="connsiteX8" fmla="*/ 0 w 815899"/>
                <a:gd name="connsiteY8" fmla="*/ 407949 h 815898"/>
                <a:gd name="connsiteX9" fmla="*/ 407950 w 815899"/>
                <a:gd name="connsiteY9" fmla="*/ 0 h 815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5899" h="815898">
                  <a:moveTo>
                    <a:pt x="407949" y="174058"/>
                  </a:moveTo>
                  <a:cubicBezTo>
                    <a:pt x="342677" y="174058"/>
                    <a:pt x="293723" y="263807"/>
                    <a:pt x="293723" y="407950"/>
                  </a:cubicBezTo>
                  <a:cubicBezTo>
                    <a:pt x="293723" y="552091"/>
                    <a:pt x="331799" y="639120"/>
                    <a:pt x="410669" y="641840"/>
                  </a:cubicBezTo>
                  <a:cubicBezTo>
                    <a:pt x="489539" y="641840"/>
                    <a:pt x="527614" y="552091"/>
                    <a:pt x="522175" y="407950"/>
                  </a:cubicBezTo>
                  <a:cubicBezTo>
                    <a:pt x="522175" y="263807"/>
                    <a:pt x="473221" y="176778"/>
                    <a:pt x="407949" y="174058"/>
                  </a:cubicBezTo>
                  <a:close/>
                  <a:moveTo>
                    <a:pt x="407950" y="0"/>
                  </a:moveTo>
                  <a:cubicBezTo>
                    <a:pt x="633682" y="0"/>
                    <a:pt x="815899" y="182217"/>
                    <a:pt x="815899" y="407949"/>
                  </a:cubicBezTo>
                  <a:cubicBezTo>
                    <a:pt x="815899" y="633681"/>
                    <a:pt x="633682" y="815898"/>
                    <a:pt x="407950" y="815898"/>
                  </a:cubicBezTo>
                  <a:cubicBezTo>
                    <a:pt x="182218" y="815898"/>
                    <a:pt x="0" y="633681"/>
                    <a:pt x="0" y="407949"/>
                  </a:cubicBezTo>
                  <a:cubicBezTo>
                    <a:pt x="0" y="182217"/>
                    <a:pt x="182218" y="0"/>
                    <a:pt x="407950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ED38DA7D-2EBA-34EC-02B0-6E914C710626}"/>
                </a:ext>
              </a:extLst>
            </p:cNvPr>
            <p:cNvSpPr/>
            <p:nvPr/>
          </p:nvSpPr>
          <p:spPr>
            <a:xfrm>
              <a:off x="5884871" y="1946788"/>
              <a:ext cx="912802" cy="1223846"/>
            </a:xfrm>
            <a:custGeom>
              <a:avLst/>
              <a:gdLst>
                <a:gd name="connsiteX0" fmla="*/ 387907 w 912802"/>
                <a:gd name="connsiteY0" fmla="*/ 620081 h 1223846"/>
                <a:gd name="connsiteX1" fmla="*/ 273681 w 912802"/>
                <a:gd name="connsiteY1" fmla="*/ 824055 h 1223846"/>
                <a:gd name="connsiteX2" fmla="*/ 390627 w 912802"/>
                <a:gd name="connsiteY2" fmla="*/ 1028029 h 1223846"/>
                <a:gd name="connsiteX3" fmla="*/ 502132 w 912802"/>
                <a:gd name="connsiteY3" fmla="*/ 824055 h 1223846"/>
                <a:gd name="connsiteX4" fmla="*/ 387907 w 912802"/>
                <a:gd name="connsiteY4" fmla="*/ 620081 h 1223846"/>
                <a:gd name="connsiteX5" fmla="*/ 676192 w 912802"/>
                <a:gd name="connsiteY5" fmla="*/ 0 h 1223846"/>
                <a:gd name="connsiteX6" fmla="*/ 825773 w 912802"/>
                <a:gd name="connsiteY6" fmla="*/ 149581 h 1223846"/>
                <a:gd name="connsiteX7" fmla="*/ 825773 w 912802"/>
                <a:gd name="connsiteY7" fmla="*/ 1000834 h 1223846"/>
                <a:gd name="connsiteX8" fmla="*/ 836651 w 912802"/>
                <a:gd name="connsiteY8" fmla="*/ 1076985 h 1223846"/>
                <a:gd name="connsiteX9" fmla="*/ 912802 w 912802"/>
                <a:gd name="connsiteY9" fmla="*/ 1150415 h 1223846"/>
                <a:gd name="connsiteX10" fmla="*/ 774099 w 912802"/>
                <a:gd name="connsiteY10" fmla="*/ 1221126 h 1223846"/>
                <a:gd name="connsiteX11" fmla="*/ 553807 w 912802"/>
                <a:gd name="connsiteY11" fmla="*/ 1098742 h 1223846"/>
                <a:gd name="connsiteX12" fmla="*/ 548367 w 912802"/>
                <a:gd name="connsiteY12" fmla="*/ 1085144 h 1223846"/>
                <a:gd name="connsiteX13" fmla="*/ 398786 w 912802"/>
                <a:gd name="connsiteY13" fmla="*/ 1212967 h 1223846"/>
                <a:gd name="connsiteX14" fmla="*/ 156736 w 912802"/>
                <a:gd name="connsiteY14" fmla="*/ 1180332 h 1223846"/>
                <a:gd name="connsiteX15" fmla="*/ 287280 w 912802"/>
                <a:gd name="connsiteY15" fmla="*/ 416107 h 1223846"/>
                <a:gd name="connsiteX16" fmla="*/ 526611 w 912802"/>
                <a:gd name="connsiteY16" fmla="*/ 552091 h 1223846"/>
                <a:gd name="connsiteX17" fmla="*/ 526611 w 912802"/>
                <a:gd name="connsiteY17" fmla="*/ 149581 h 1223846"/>
                <a:gd name="connsiteX18" fmla="*/ 676192 w 912802"/>
                <a:gd name="connsiteY18" fmla="*/ 0 h 1223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12802" h="1223846">
                  <a:moveTo>
                    <a:pt x="387907" y="620081"/>
                  </a:moveTo>
                  <a:cubicBezTo>
                    <a:pt x="322635" y="620081"/>
                    <a:pt x="273681" y="698951"/>
                    <a:pt x="273681" y="824055"/>
                  </a:cubicBezTo>
                  <a:cubicBezTo>
                    <a:pt x="273681" y="949160"/>
                    <a:pt x="311756" y="1028029"/>
                    <a:pt x="390627" y="1028029"/>
                  </a:cubicBezTo>
                  <a:cubicBezTo>
                    <a:pt x="466777" y="1025310"/>
                    <a:pt x="504852" y="949160"/>
                    <a:pt x="502132" y="824055"/>
                  </a:cubicBezTo>
                  <a:cubicBezTo>
                    <a:pt x="502132" y="698951"/>
                    <a:pt x="455898" y="622801"/>
                    <a:pt x="387907" y="620081"/>
                  </a:cubicBezTo>
                  <a:close/>
                  <a:moveTo>
                    <a:pt x="676192" y="0"/>
                  </a:moveTo>
                  <a:cubicBezTo>
                    <a:pt x="757781" y="0"/>
                    <a:pt x="825773" y="67992"/>
                    <a:pt x="825773" y="149581"/>
                  </a:cubicBezTo>
                  <a:lnTo>
                    <a:pt x="825773" y="1000834"/>
                  </a:lnTo>
                  <a:cubicBezTo>
                    <a:pt x="828492" y="1025311"/>
                    <a:pt x="831212" y="1052508"/>
                    <a:pt x="836651" y="1076985"/>
                  </a:cubicBezTo>
                  <a:cubicBezTo>
                    <a:pt x="861128" y="1139537"/>
                    <a:pt x="912802" y="1150415"/>
                    <a:pt x="912802" y="1150415"/>
                  </a:cubicBezTo>
                  <a:cubicBezTo>
                    <a:pt x="912802" y="1150415"/>
                    <a:pt x="861128" y="1221126"/>
                    <a:pt x="774099" y="1221126"/>
                  </a:cubicBezTo>
                  <a:cubicBezTo>
                    <a:pt x="670752" y="1221126"/>
                    <a:pt x="589162" y="1166733"/>
                    <a:pt x="553807" y="1098742"/>
                  </a:cubicBezTo>
                  <a:cubicBezTo>
                    <a:pt x="551087" y="1093303"/>
                    <a:pt x="551087" y="1090583"/>
                    <a:pt x="548367" y="1085144"/>
                  </a:cubicBezTo>
                  <a:cubicBezTo>
                    <a:pt x="534769" y="1147696"/>
                    <a:pt x="450460" y="1199369"/>
                    <a:pt x="398786" y="1212967"/>
                  </a:cubicBezTo>
                  <a:cubicBezTo>
                    <a:pt x="322636" y="1234725"/>
                    <a:pt x="222008" y="1223846"/>
                    <a:pt x="156736" y="1180332"/>
                  </a:cubicBezTo>
                  <a:cubicBezTo>
                    <a:pt x="-79874" y="1028031"/>
                    <a:pt x="-58117" y="416107"/>
                    <a:pt x="287280" y="416107"/>
                  </a:cubicBezTo>
                  <a:cubicBezTo>
                    <a:pt x="412385" y="416107"/>
                    <a:pt x="491255" y="503137"/>
                    <a:pt x="526611" y="552091"/>
                  </a:cubicBezTo>
                  <a:lnTo>
                    <a:pt x="526611" y="149581"/>
                  </a:lnTo>
                  <a:cubicBezTo>
                    <a:pt x="526611" y="67992"/>
                    <a:pt x="594602" y="0"/>
                    <a:pt x="676192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9E49AB43-88B0-AB71-A60C-998CE4B8DB62}"/>
                </a:ext>
              </a:extLst>
            </p:cNvPr>
            <p:cNvSpPr/>
            <p:nvPr/>
          </p:nvSpPr>
          <p:spPr>
            <a:xfrm>
              <a:off x="6789513" y="2362895"/>
              <a:ext cx="747906" cy="810458"/>
            </a:xfrm>
            <a:custGeom>
              <a:avLst/>
              <a:gdLst>
                <a:gd name="connsiteX0" fmla="*/ 394818 w 747906"/>
                <a:gd name="connsiteY0" fmla="*/ 163222 h 810458"/>
                <a:gd name="connsiteX1" fmla="*/ 356275 w 747906"/>
                <a:gd name="connsiteY1" fmla="*/ 174058 h 810458"/>
                <a:gd name="connsiteX2" fmla="*/ 274685 w 747906"/>
                <a:gd name="connsiteY2" fmla="*/ 356275 h 810458"/>
                <a:gd name="connsiteX3" fmla="*/ 375313 w 747906"/>
                <a:gd name="connsiteY3" fmla="*/ 358994 h 810458"/>
                <a:gd name="connsiteX4" fmla="*/ 473220 w 747906"/>
                <a:gd name="connsiteY4" fmla="*/ 239329 h 810458"/>
                <a:gd name="connsiteX5" fmla="*/ 394818 w 747906"/>
                <a:gd name="connsiteY5" fmla="*/ 163222 h 810458"/>
                <a:gd name="connsiteX6" fmla="*/ 386192 w 747906"/>
                <a:gd name="connsiteY6" fmla="*/ 0 h 810458"/>
                <a:gd name="connsiteX7" fmla="*/ 747906 w 747906"/>
                <a:gd name="connsiteY7" fmla="*/ 266526 h 810458"/>
                <a:gd name="connsiteX8" fmla="*/ 291004 w 747906"/>
                <a:gd name="connsiteY8" fmla="*/ 484100 h 810458"/>
                <a:gd name="connsiteX9" fmla="*/ 497698 w 747906"/>
                <a:gd name="connsiteY9" fmla="*/ 617363 h 810458"/>
                <a:gd name="connsiteX10" fmla="*/ 712551 w 747906"/>
                <a:gd name="connsiteY10" fmla="*/ 557530 h 810458"/>
                <a:gd name="connsiteX11" fmla="*/ 388912 w 747906"/>
                <a:gd name="connsiteY11" fmla="*/ 810458 h 810458"/>
                <a:gd name="connsiteX12" fmla="*/ 0 w 747906"/>
                <a:gd name="connsiteY12" fmla="*/ 413389 h 810458"/>
                <a:gd name="connsiteX13" fmla="*/ 386192 w 747906"/>
                <a:gd name="connsiteY13" fmla="*/ 0 h 810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47906" h="810458">
                  <a:moveTo>
                    <a:pt x="394818" y="163222"/>
                  </a:moveTo>
                  <a:cubicBezTo>
                    <a:pt x="381772" y="163179"/>
                    <a:pt x="368514" y="166579"/>
                    <a:pt x="356275" y="174058"/>
                  </a:cubicBezTo>
                  <a:cubicBezTo>
                    <a:pt x="299162" y="212133"/>
                    <a:pt x="282844" y="291003"/>
                    <a:pt x="274685" y="356275"/>
                  </a:cubicBezTo>
                  <a:cubicBezTo>
                    <a:pt x="274685" y="364434"/>
                    <a:pt x="369873" y="358994"/>
                    <a:pt x="375313" y="358994"/>
                  </a:cubicBezTo>
                  <a:cubicBezTo>
                    <a:pt x="432425" y="345396"/>
                    <a:pt x="473220" y="301881"/>
                    <a:pt x="473220" y="239329"/>
                  </a:cubicBezTo>
                  <a:cubicBezTo>
                    <a:pt x="471181" y="194455"/>
                    <a:pt x="433956" y="163349"/>
                    <a:pt x="394818" y="163222"/>
                  </a:cubicBezTo>
                  <a:close/>
                  <a:moveTo>
                    <a:pt x="386192" y="0"/>
                  </a:moveTo>
                  <a:cubicBezTo>
                    <a:pt x="519455" y="0"/>
                    <a:pt x="747906" y="65272"/>
                    <a:pt x="747906" y="266526"/>
                  </a:cubicBezTo>
                  <a:cubicBezTo>
                    <a:pt x="747906" y="467782"/>
                    <a:pt x="538493" y="484100"/>
                    <a:pt x="291004" y="484100"/>
                  </a:cubicBezTo>
                  <a:cubicBezTo>
                    <a:pt x="291004" y="484100"/>
                    <a:pt x="326359" y="617363"/>
                    <a:pt x="497698" y="617363"/>
                  </a:cubicBezTo>
                  <a:cubicBezTo>
                    <a:pt x="669036" y="617363"/>
                    <a:pt x="712551" y="557530"/>
                    <a:pt x="712551" y="557530"/>
                  </a:cubicBezTo>
                  <a:cubicBezTo>
                    <a:pt x="712551" y="557530"/>
                    <a:pt x="696233" y="810458"/>
                    <a:pt x="388912" y="810458"/>
                  </a:cubicBezTo>
                  <a:cubicBezTo>
                    <a:pt x="212134" y="810458"/>
                    <a:pt x="0" y="677195"/>
                    <a:pt x="0" y="413389"/>
                  </a:cubicBezTo>
                  <a:cubicBezTo>
                    <a:pt x="0" y="176778"/>
                    <a:pt x="163180" y="0"/>
                    <a:pt x="386192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33C7D5AC-34F4-7616-3BB8-8509A54077F1}"/>
                </a:ext>
              </a:extLst>
            </p:cNvPr>
            <p:cNvSpPr/>
            <p:nvPr/>
          </p:nvSpPr>
          <p:spPr>
            <a:xfrm>
              <a:off x="7988882" y="2362895"/>
              <a:ext cx="747906" cy="810458"/>
            </a:xfrm>
            <a:custGeom>
              <a:avLst/>
              <a:gdLst>
                <a:gd name="connsiteX0" fmla="*/ 394818 w 747906"/>
                <a:gd name="connsiteY0" fmla="*/ 163222 h 810458"/>
                <a:gd name="connsiteX1" fmla="*/ 356275 w 747906"/>
                <a:gd name="connsiteY1" fmla="*/ 174058 h 810458"/>
                <a:gd name="connsiteX2" fmla="*/ 274685 w 747906"/>
                <a:gd name="connsiteY2" fmla="*/ 356275 h 810458"/>
                <a:gd name="connsiteX3" fmla="*/ 375313 w 747906"/>
                <a:gd name="connsiteY3" fmla="*/ 358994 h 810458"/>
                <a:gd name="connsiteX4" fmla="*/ 473220 w 747906"/>
                <a:gd name="connsiteY4" fmla="*/ 239329 h 810458"/>
                <a:gd name="connsiteX5" fmla="*/ 394818 w 747906"/>
                <a:gd name="connsiteY5" fmla="*/ 163222 h 810458"/>
                <a:gd name="connsiteX6" fmla="*/ 386192 w 747906"/>
                <a:gd name="connsiteY6" fmla="*/ 0 h 810458"/>
                <a:gd name="connsiteX7" fmla="*/ 747906 w 747906"/>
                <a:gd name="connsiteY7" fmla="*/ 266526 h 810458"/>
                <a:gd name="connsiteX8" fmla="*/ 291004 w 747906"/>
                <a:gd name="connsiteY8" fmla="*/ 484100 h 810458"/>
                <a:gd name="connsiteX9" fmla="*/ 497697 w 747906"/>
                <a:gd name="connsiteY9" fmla="*/ 617363 h 810458"/>
                <a:gd name="connsiteX10" fmla="*/ 712551 w 747906"/>
                <a:gd name="connsiteY10" fmla="*/ 557530 h 810458"/>
                <a:gd name="connsiteX11" fmla="*/ 388911 w 747906"/>
                <a:gd name="connsiteY11" fmla="*/ 810458 h 810458"/>
                <a:gd name="connsiteX12" fmla="*/ 0 w 747906"/>
                <a:gd name="connsiteY12" fmla="*/ 413389 h 810458"/>
                <a:gd name="connsiteX13" fmla="*/ 386192 w 747906"/>
                <a:gd name="connsiteY13" fmla="*/ 0 h 810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47906" h="810458">
                  <a:moveTo>
                    <a:pt x="394818" y="163222"/>
                  </a:moveTo>
                  <a:cubicBezTo>
                    <a:pt x="381772" y="163179"/>
                    <a:pt x="368514" y="166579"/>
                    <a:pt x="356275" y="174058"/>
                  </a:cubicBezTo>
                  <a:cubicBezTo>
                    <a:pt x="299162" y="212133"/>
                    <a:pt x="282844" y="291003"/>
                    <a:pt x="274685" y="356275"/>
                  </a:cubicBezTo>
                  <a:cubicBezTo>
                    <a:pt x="274685" y="364434"/>
                    <a:pt x="369873" y="358994"/>
                    <a:pt x="375313" y="358994"/>
                  </a:cubicBezTo>
                  <a:cubicBezTo>
                    <a:pt x="432426" y="345396"/>
                    <a:pt x="473220" y="301881"/>
                    <a:pt x="473220" y="239329"/>
                  </a:cubicBezTo>
                  <a:cubicBezTo>
                    <a:pt x="471181" y="194455"/>
                    <a:pt x="433955" y="163349"/>
                    <a:pt x="394818" y="163222"/>
                  </a:cubicBezTo>
                  <a:close/>
                  <a:moveTo>
                    <a:pt x="386192" y="0"/>
                  </a:moveTo>
                  <a:cubicBezTo>
                    <a:pt x="519455" y="0"/>
                    <a:pt x="747906" y="65272"/>
                    <a:pt x="747906" y="266526"/>
                  </a:cubicBezTo>
                  <a:cubicBezTo>
                    <a:pt x="747906" y="467782"/>
                    <a:pt x="538492" y="484100"/>
                    <a:pt x="291004" y="484100"/>
                  </a:cubicBezTo>
                  <a:cubicBezTo>
                    <a:pt x="291004" y="484100"/>
                    <a:pt x="326359" y="617363"/>
                    <a:pt x="497697" y="617363"/>
                  </a:cubicBezTo>
                  <a:cubicBezTo>
                    <a:pt x="669036" y="617363"/>
                    <a:pt x="712551" y="557530"/>
                    <a:pt x="712551" y="557530"/>
                  </a:cubicBezTo>
                  <a:cubicBezTo>
                    <a:pt x="712551" y="557530"/>
                    <a:pt x="696233" y="810458"/>
                    <a:pt x="388911" y="810458"/>
                  </a:cubicBezTo>
                  <a:cubicBezTo>
                    <a:pt x="212133" y="810458"/>
                    <a:pt x="0" y="677195"/>
                    <a:pt x="0" y="413389"/>
                  </a:cubicBezTo>
                  <a:cubicBezTo>
                    <a:pt x="0" y="176778"/>
                    <a:pt x="163180" y="0"/>
                    <a:pt x="386192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D87416BF-5304-1A16-FC00-D96500D8A230}"/>
                </a:ext>
              </a:extLst>
            </p:cNvPr>
            <p:cNvSpPr/>
            <p:nvPr/>
          </p:nvSpPr>
          <p:spPr>
            <a:xfrm>
              <a:off x="8683414" y="2274801"/>
              <a:ext cx="897487" cy="951879"/>
            </a:xfrm>
            <a:custGeom>
              <a:avLst/>
              <a:gdLst>
                <a:gd name="connsiteX0" fmla="*/ 580988 w 897487"/>
                <a:gd name="connsiteY0" fmla="*/ 667381 h 951879"/>
                <a:gd name="connsiteX1" fmla="*/ 409649 w 897487"/>
                <a:gd name="connsiteY1" fmla="*/ 667381 h 951879"/>
                <a:gd name="connsiteX2" fmla="*/ 591866 w 897487"/>
                <a:gd name="connsiteY2" fmla="*/ 525959 h 951879"/>
                <a:gd name="connsiteX3" fmla="*/ 842075 w 897487"/>
                <a:gd name="connsiteY3" fmla="*/ 123450 h 951879"/>
                <a:gd name="connsiteX4" fmla="*/ 842075 w 897487"/>
                <a:gd name="connsiteY4" fmla="*/ 123450 h 951879"/>
                <a:gd name="connsiteX5" fmla="*/ 798560 w 897487"/>
                <a:gd name="connsiteY5" fmla="*/ 58178 h 951879"/>
                <a:gd name="connsiteX6" fmla="*/ 746887 w 897487"/>
                <a:gd name="connsiteY6" fmla="*/ 107132 h 951879"/>
                <a:gd name="connsiteX7" fmla="*/ 697933 w 897487"/>
                <a:gd name="connsiteY7" fmla="*/ 115291 h 951879"/>
                <a:gd name="connsiteX8" fmla="*/ 219273 w 897487"/>
                <a:gd name="connsiteY8" fmla="*/ 115291 h 951879"/>
                <a:gd name="connsiteX9" fmla="*/ 102328 w 897487"/>
                <a:gd name="connsiteY9" fmla="*/ 224077 h 951879"/>
                <a:gd name="connsiteX10" fmla="*/ 213834 w 897487"/>
                <a:gd name="connsiteY10" fmla="*/ 332863 h 951879"/>
                <a:gd name="connsiteX11" fmla="*/ 485800 w 897487"/>
                <a:gd name="connsiteY11" fmla="*/ 335583 h 951879"/>
                <a:gd name="connsiteX12" fmla="*/ 134964 w 897487"/>
                <a:gd name="connsiteY12" fmla="*/ 615708 h 951879"/>
                <a:gd name="connsiteX13" fmla="*/ 61533 w 897487"/>
                <a:gd name="connsiteY13" fmla="*/ 884953 h 951879"/>
                <a:gd name="connsiteX14" fmla="*/ 398771 w 897487"/>
                <a:gd name="connsiteY14" fmla="*/ 806083 h 951879"/>
                <a:gd name="connsiteX15" fmla="*/ 529314 w 897487"/>
                <a:gd name="connsiteY15" fmla="*/ 863196 h 951879"/>
                <a:gd name="connsiteX16" fmla="*/ 782242 w 897487"/>
                <a:gd name="connsiteY16" fmla="*/ 607549 h 951879"/>
                <a:gd name="connsiteX17" fmla="*/ 580988 w 897487"/>
                <a:gd name="connsiteY17" fmla="*/ 667381 h 951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97487" h="951879">
                  <a:moveTo>
                    <a:pt x="580988" y="667381"/>
                  </a:moveTo>
                  <a:lnTo>
                    <a:pt x="409649" y="667381"/>
                  </a:lnTo>
                  <a:cubicBezTo>
                    <a:pt x="423248" y="667381"/>
                    <a:pt x="548352" y="561314"/>
                    <a:pt x="591866" y="525959"/>
                  </a:cubicBezTo>
                  <a:cubicBezTo>
                    <a:pt x="700653" y="433491"/>
                    <a:pt x="899188" y="297508"/>
                    <a:pt x="842075" y="123450"/>
                  </a:cubicBezTo>
                  <a:lnTo>
                    <a:pt x="842075" y="123450"/>
                  </a:lnTo>
                  <a:cubicBezTo>
                    <a:pt x="831197" y="82655"/>
                    <a:pt x="798560" y="58178"/>
                    <a:pt x="798560" y="58178"/>
                  </a:cubicBezTo>
                  <a:cubicBezTo>
                    <a:pt x="798560" y="58178"/>
                    <a:pt x="787682" y="90814"/>
                    <a:pt x="746887" y="107132"/>
                  </a:cubicBezTo>
                  <a:cubicBezTo>
                    <a:pt x="730569" y="109852"/>
                    <a:pt x="714251" y="115291"/>
                    <a:pt x="697933" y="115291"/>
                  </a:cubicBezTo>
                  <a:cubicBezTo>
                    <a:pt x="684334" y="115291"/>
                    <a:pt x="219273" y="115291"/>
                    <a:pt x="219273" y="115291"/>
                  </a:cubicBezTo>
                  <a:cubicBezTo>
                    <a:pt x="156721" y="115291"/>
                    <a:pt x="105048" y="166964"/>
                    <a:pt x="102328" y="224077"/>
                  </a:cubicBezTo>
                  <a:cubicBezTo>
                    <a:pt x="102328" y="283910"/>
                    <a:pt x="151282" y="332863"/>
                    <a:pt x="213834" y="332863"/>
                  </a:cubicBezTo>
                  <a:lnTo>
                    <a:pt x="485800" y="335583"/>
                  </a:lnTo>
                  <a:cubicBezTo>
                    <a:pt x="360695" y="406294"/>
                    <a:pt x="211114" y="487884"/>
                    <a:pt x="134964" y="615708"/>
                  </a:cubicBezTo>
                  <a:cubicBezTo>
                    <a:pt x="91449" y="689138"/>
                    <a:pt x="45215" y="800644"/>
                    <a:pt x="61533" y="884953"/>
                  </a:cubicBezTo>
                  <a:cubicBezTo>
                    <a:pt x="121366" y="830560"/>
                    <a:pt x="279106" y="778887"/>
                    <a:pt x="398771" y="806083"/>
                  </a:cubicBezTo>
                  <a:cubicBezTo>
                    <a:pt x="445005" y="814242"/>
                    <a:pt x="491239" y="838719"/>
                    <a:pt x="529314" y="863196"/>
                  </a:cubicBezTo>
                  <a:cubicBezTo>
                    <a:pt x="755046" y="1004618"/>
                    <a:pt x="891029" y="727213"/>
                    <a:pt x="782242" y="607549"/>
                  </a:cubicBezTo>
                  <a:cubicBezTo>
                    <a:pt x="784962" y="607549"/>
                    <a:pt x="722410" y="667381"/>
                    <a:pt x="580988" y="667381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8FCA0A6B-6436-38C3-E0CE-08769E96D554}"/>
                </a:ext>
              </a:extLst>
            </p:cNvPr>
            <p:cNvSpPr/>
            <p:nvPr/>
          </p:nvSpPr>
          <p:spPr>
            <a:xfrm>
              <a:off x="2624650" y="1948442"/>
              <a:ext cx="1903761" cy="1577400"/>
            </a:xfrm>
            <a:custGeom>
              <a:avLst/>
              <a:gdLst>
                <a:gd name="connsiteX0" fmla="*/ 1559430 w 1903760"/>
                <a:gd name="connsiteY0" fmla="*/ 1165078 h 1577399"/>
                <a:gd name="connsiteX1" fmla="*/ 1369054 w 1903760"/>
                <a:gd name="connsiteY1" fmla="*/ 593950 h 1577399"/>
                <a:gd name="connsiteX2" fmla="*/ 1483279 w 1903760"/>
                <a:gd name="connsiteY2" fmla="*/ 126170 h 1577399"/>
                <a:gd name="connsiteX3" fmla="*/ 1311941 w 1903760"/>
                <a:gd name="connsiteY3" fmla="*/ 58178 h 1577399"/>
                <a:gd name="connsiteX4" fmla="*/ 1078050 w 1903760"/>
                <a:gd name="connsiteY4" fmla="*/ 205040 h 1577399"/>
                <a:gd name="connsiteX5" fmla="*/ 846879 w 1903760"/>
                <a:gd name="connsiteY5" fmla="*/ 523239 h 1577399"/>
                <a:gd name="connsiteX6" fmla="*/ 645624 w 1903760"/>
                <a:gd name="connsiteY6" fmla="*/ 210479 h 1577399"/>
                <a:gd name="connsiteX7" fmla="*/ 455248 w 1903760"/>
                <a:gd name="connsiteY7" fmla="*/ 63617 h 1577399"/>
                <a:gd name="connsiteX8" fmla="*/ 234956 w 1903760"/>
                <a:gd name="connsiteY8" fmla="*/ 137048 h 1577399"/>
                <a:gd name="connsiteX9" fmla="*/ 316546 w 1903760"/>
                <a:gd name="connsiteY9" fmla="*/ 588511 h 1577399"/>
                <a:gd name="connsiteX10" fmla="*/ 58178 w 1903760"/>
                <a:gd name="connsiteY10" fmla="*/ 1072610 h 1577399"/>
                <a:gd name="connsiteX11" fmla="*/ 474286 w 1903760"/>
                <a:gd name="connsiteY11" fmla="*/ 1020936 h 1577399"/>
                <a:gd name="connsiteX12" fmla="*/ 555876 w 1903760"/>
                <a:gd name="connsiteY12" fmla="*/ 572193 h 1577399"/>
                <a:gd name="connsiteX13" fmla="*/ 830561 w 1903760"/>
                <a:gd name="connsiteY13" fmla="*/ 993740 h 1577399"/>
                <a:gd name="connsiteX14" fmla="*/ 1140602 w 1903760"/>
                <a:gd name="connsiteY14" fmla="*/ 574913 h 1577399"/>
                <a:gd name="connsiteX15" fmla="*/ 1567589 w 1903760"/>
                <a:gd name="connsiteY15" fmla="*/ 1526792 h 1577399"/>
                <a:gd name="connsiteX16" fmla="*/ 1866751 w 1903760"/>
                <a:gd name="connsiteY16" fmla="*/ 1322818 h 1577399"/>
                <a:gd name="connsiteX17" fmla="*/ 1559430 w 1903760"/>
                <a:gd name="connsiteY17" fmla="*/ 1165078 h 1577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903760" h="1577399">
                  <a:moveTo>
                    <a:pt x="1559430" y="1165078"/>
                  </a:moveTo>
                  <a:cubicBezTo>
                    <a:pt x="1420727" y="1012777"/>
                    <a:pt x="1377213" y="762569"/>
                    <a:pt x="1369054" y="593950"/>
                  </a:cubicBezTo>
                  <a:cubicBezTo>
                    <a:pt x="1360895" y="449809"/>
                    <a:pt x="1369054" y="199600"/>
                    <a:pt x="1483279" y="126170"/>
                  </a:cubicBezTo>
                  <a:cubicBezTo>
                    <a:pt x="1445204" y="77216"/>
                    <a:pt x="1369054" y="58178"/>
                    <a:pt x="1311941" y="58178"/>
                  </a:cubicBezTo>
                  <a:cubicBezTo>
                    <a:pt x="1184117" y="58178"/>
                    <a:pt x="1121565" y="142488"/>
                    <a:pt x="1078050" y="205040"/>
                  </a:cubicBezTo>
                  <a:cubicBezTo>
                    <a:pt x="1064452" y="224077"/>
                    <a:pt x="846879" y="523239"/>
                    <a:pt x="846879" y="523239"/>
                  </a:cubicBezTo>
                  <a:cubicBezTo>
                    <a:pt x="846879" y="523239"/>
                    <a:pt x="667382" y="243115"/>
                    <a:pt x="645624" y="210479"/>
                  </a:cubicBezTo>
                  <a:cubicBezTo>
                    <a:pt x="615708" y="164245"/>
                    <a:pt x="555876" y="77216"/>
                    <a:pt x="455248" y="63617"/>
                  </a:cubicBezTo>
                  <a:cubicBezTo>
                    <a:pt x="411734" y="58178"/>
                    <a:pt x="297508" y="52739"/>
                    <a:pt x="234956" y="137048"/>
                  </a:cubicBezTo>
                  <a:cubicBezTo>
                    <a:pt x="341023" y="221357"/>
                    <a:pt x="338303" y="438930"/>
                    <a:pt x="316546" y="588511"/>
                  </a:cubicBezTo>
                  <a:cubicBezTo>
                    <a:pt x="248554" y="1031815"/>
                    <a:pt x="58178" y="1072610"/>
                    <a:pt x="58178" y="1072610"/>
                  </a:cubicBezTo>
                  <a:cubicBezTo>
                    <a:pt x="156086" y="1333696"/>
                    <a:pt x="403575" y="1230350"/>
                    <a:pt x="474286" y="1020936"/>
                  </a:cubicBezTo>
                  <a:cubicBezTo>
                    <a:pt x="520520" y="884953"/>
                    <a:pt x="550436" y="713615"/>
                    <a:pt x="555876" y="572193"/>
                  </a:cubicBezTo>
                  <a:lnTo>
                    <a:pt x="830561" y="993740"/>
                  </a:lnTo>
                  <a:cubicBezTo>
                    <a:pt x="830561" y="993740"/>
                    <a:pt x="1140602" y="574913"/>
                    <a:pt x="1140602" y="574913"/>
                  </a:cubicBezTo>
                  <a:cubicBezTo>
                    <a:pt x="1088929" y="1314659"/>
                    <a:pt x="1344577" y="1526792"/>
                    <a:pt x="1567589" y="1526792"/>
                  </a:cubicBezTo>
                  <a:cubicBezTo>
                    <a:pt x="1790601" y="1526792"/>
                    <a:pt x="1866751" y="1322818"/>
                    <a:pt x="1866751" y="1322818"/>
                  </a:cubicBezTo>
                  <a:cubicBezTo>
                    <a:pt x="1744367" y="1314659"/>
                    <a:pt x="1641019" y="1252107"/>
                    <a:pt x="1559430" y="1165078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D52112BB-7633-F365-9AEB-E49B3D139C85}"/>
                </a:ext>
              </a:extLst>
            </p:cNvPr>
            <p:cNvSpPr/>
            <p:nvPr/>
          </p:nvSpPr>
          <p:spPr>
            <a:xfrm>
              <a:off x="4792218" y="3234839"/>
              <a:ext cx="271966" cy="652717"/>
            </a:xfrm>
            <a:custGeom>
              <a:avLst/>
              <a:gdLst>
                <a:gd name="connsiteX0" fmla="*/ 88095 w 271965"/>
                <a:gd name="connsiteY0" fmla="*/ 120730 h 652717"/>
                <a:gd name="connsiteX1" fmla="*/ 93534 w 271965"/>
                <a:gd name="connsiteY1" fmla="*/ 153366 h 652717"/>
                <a:gd name="connsiteX2" fmla="*/ 93534 w 271965"/>
                <a:gd name="connsiteY2" fmla="*/ 544997 h 652717"/>
                <a:gd name="connsiteX3" fmla="*/ 156086 w 271965"/>
                <a:gd name="connsiteY3" fmla="*/ 604829 h 652717"/>
                <a:gd name="connsiteX4" fmla="*/ 221358 w 271965"/>
                <a:gd name="connsiteY4" fmla="*/ 544997 h 652717"/>
                <a:gd name="connsiteX5" fmla="*/ 221358 w 271965"/>
                <a:gd name="connsiteY5" fmla="*/ 194161 h 652717"/>
                <a:gd name="connsiteX6" fmla="*/ 210479 w 271965"/>
                <a:gd name="connsiteY6" fmla="*/ 109852 h 652717"/>
                <a:gd name="connsiteX7" fmla="*/ 118011 w 271965"/>
                <a:gd name="connsiteY7" fmla="*/ 58178 h 652717"/>
                <a:gd name="connsiteX8" fmla="*/ 58178 w 271965"/>
                <a:gd name="connsiteY8" fmla="*/ 88094 h 652717"/>
                <a:gd name="connsiteX9" fmla="*/ 88095 w 271965"/>
                <a:gd name="connsiteY9" fmla="*/ 120730 h 65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1965" h="652717">
                  <a:moveTo>
                    <a:pt x="88095" y="120730"/>
                  </a:moveTo>
                  <a:cubicBezTo>
                    <a:pt x="90814" y="131609"/>
                    <a:pt x="90814" y="142487"/>
                    <a:pt x="93534" y="153366"/>
                  </a:cubicBezTo>
                  <a:cubicBezTo>
                    <a:pt x="93534" y="156086"/>
                    <a:pt x="93534" y="542277"/>
                    <a:pt x="93534" y="544997"/>
                  </a:cubicBezTo>
                  <a:cubicBezTo>
                    <a:pt x="93534" y="577632"/>
                    <a:pt x="123450" y="604829"/>
                    <a:pt x="156086" y="604829"/>
                  </a:cubicBezTo>
                  <a:cubicBezTo>
                    <a:pt x="188722" y="607548"/>
                    <a:pt x="221358" y="577632"/>
                    <a:pt x="221358" y="544997"/>
                  </a:cubicBezTo>
                  <a:cubicBezTo>
                    <a:pt x="221358" y="539557"/>
                    <a:pt x="221358" y="194161"/>
                    <a:pt x="221358" y="194161"/>
                  </a:cubicBezTo>
                  <a:cubicBezTo>
                    <a:pt x="221358" y="164245"/>
                    <a:pt x="224078" y="134329"/>
                    <a:pt x="210479" y="109852"/>
                  </a:cubicBezTo>
                  <a:cubicBezTo>
                    <a:pt x="196881" y="79935"/>
                    <a:pt x="158806" y="58178"/>
                    <a:pt x="118011" y="58178"/>
                  </a:cubicBezTo>
                  <a:cubicBezTo>
                    <a:pt x="79936" y="58178"/>
                    <a:pt x="58178" y="88094"/>
                    <a:pt x="58178" y="88094"/>
                  </a:cubicBezTo>
                  <a:cubicBezTo>
                    <a:pt x="58178" y="88094"/>
                    <a:pt x="77216" y="93534"/>
                    <a:pt x="88095" y="120730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9F1FD1C7-40AF-0E5F-5E61-AEFC92D86BE5}"/>
                </a:ext>
              </a:extLst>
            </p:cNvPr>
            <p:cNvSpPr/>
            <p:nvPr/>
          </p:nvSpPr>
          <p:spPr>
            <a:xfrm>
              <a:off x="8751819" y="3234667"/>
              <a:ext cx="271966" cy="652717"/>
            </a:xfrm>
            <a:custGeom>
              <a:avLst/>
              <a:gdLst>
                <a:gd name="connsiteX0" fmla="*/ 191663 w 271965"/>
                <a:gd name="connsiteY0" fmla="*/ 542449 h 652717"/>
                <a:gd name="connsiteX1" fmla="*/ 186224 w 271965"/>
                <a:gd name="connsiteY1" fmla="*/ 509813 h 652717"/>
                <a:gd name="connsiteX2" fmla="*/ 186224 w 271965"/>
                <a:gd name="connsiteY2" fmla="*/ 118183 h 652717"/>
                <a:gd name="connsiteX3" fmla="*/ 123672 w 271965"/>
                <a:gd name="connsiteY3" fmla="*/ 58350 h 652717"/>
                <a:gd name="connsiteX4" fmla="*/ 58400 w 271965"/>
                <a:gd name="connsiteY4" fmla="*/ 118183 h 652717"/>
                <a:gd name="connsiteX5" fmla="*/ 58400 w 271965"/>
                <a:gd name="connsiteY5" fmla="*/ 469018 h 652717"/>
                <a:gd name="connsiteX6" fmla="*/ 69279 w 271965"/>
                <a:gd name="connsiteY6" fmla="*/ 553328 h 652717"/>
                <a:gd name="connsiteX7" fmla="*/ 161747 w 271965"/>
                <a:gd name="connsiteY7" fmla="*/ 605001 h 652717"/>
                <a:gd name="connsiteX8" fmla="*/ 221580 w 271965"/>
                <a:gd name="connsiteY8" fmla="*/ 575085 h 652717"/>
                <a:gd name="connsiteX9" fmla="*/ 191663 w 271965"/>
                <a:gd name="connsiteY9" fmla="*/ 542449 h 65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1965" h="652717">
                  <a:moveTo>
                    <a:pt x="191663" y="542449"/>
                  </a:moveTo>
                  <a:cubicBezTo>
                    <a:pt x="188944" y="531570"/>
                    <a:pt x="186224" y="520692"/>
                    <a:pt x="186224" y="509813"/>
                  </a:cubicBezTo>
                  <a:cubicBezTo>
                    <a:pt x="186224" y="507093"/>
                    <a:pt x="186224" y="120902"/>
                    <a:pt x="186224" y="118183"/>
                  </a:cubicBezTo>
                  <a:cubicBezTo>
                    <a:pt x="186224" y="85547"/>
                    <a:pt x="156308" y="58350"/>
                    <a:pt x="123672" y="58350"/>
                  </a:cubicBezTo>
                  <a:cubicBezTo>
                    <a:pt x="91036" y="55631"/>
                    <a:pt x="58400" y="85547"/>
                    <a:pt x="58400" y="118183"/>
                  </a:cubicBezTo>
                  <a:cubicBezTo>
                    <a:pt x="58400" y="123622"/>
                    <a:pt x="58400" y="469018"/>
                    <a:pt x="58400" y="469018"/>
                  </a:cubicBezTo>
                  <a:cubicBezTo>
                    <a:pt x="58400" y="498934"/>
                    <a:pt x="55680" y="528851"/>
                    <a:pt x="69279" y="553328"/>
                  </a:cubicBezTo>
                  <a:cubicBezTo>
                    <a:pt x="82877" y="583244"/>
                    <a:pt x="120953" y="605001"/>
                    <a:pt x="161747" y="605001"/>
                  </a:cubicBezTo>
                  <a:cubicBezTo>
                    <a:pt x="199822" y="605001"/>
                    <a:pt x="221580" y="575085"/>
                    <a:pt x="221580" y="575085"/>
                  </a:cubicBezTo>
                  <a:cubicBezTo>
                    <a:pt x="221580" y="575085"/>
                    <a:pt x="202542" y="566926"/>
                    <a:pt x="191663" y="542449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4A6433D5-5179-D610-9C9E-3C577E88E73E}"/>
                </a:ext>
              </a:extLst>
            </p:cNvPr>
            <p:cNvSpPr/>
            <p:nvPr/>
          </p:nvSpPr>
          <p:spPr>
            <a:xfrm>
              <a:off x="6320666" y="3416868"/>
              <a:ext cx="435145" cy="462341"/>
            </a:xfrm>
            <a:custGeom>
              <a:avLst/>
              <a:gdLst>
                <a:gd name="connsiteX0" fmla="*/ 302948 w 435145"/>
                <a:gd name="connsiteY0" fmla="*/ 74684 h 462341"/>
                <a:gd name="connsiteX1" fmla="*/ 186003 w 435145"/>
                <a:gd name="connsiteY1" fmla="*/ 148115 h 462341"/>
                <a:gd name="connsiteX2" fmla="*/ 186003 w 435145"/>
                <a:gd name="connsiteY2" fmla="*/ 148115 h 462341"/>
                <a:gd name="connsiteX3" fmla="*/ 186003 w 435145"/>
                <a:gd name="connsiteY3" fmla="*/ 115479 h 462341"/>
                <a:gd name="connsiteX4" fmla="*/ 123450 w 435145"/>
                <a:gd name="connsiteY4" fmla="*/ 58366 h 462341"/>
                <a:gd name="connsiteX5" fmla="*/ 58178 w 435145"/>
                <a:gd name="connsiteY5" fmla="*/ 115479 h 462341"/>
                <a:gd name="connsiteX6" fmla="*/ 58178 w 435145"/>
                <a:gd name="connsiteY6" fmla="*/ 362967 h 462341"/>
                <a:gd name="connsiteX7" fmla="*/ 120730 w 435145"/>
                <a:gd name="connsiteY7" fmla="*/ 422800 h 462341"/>
                <a:gd name="connsiteX8" fmla="*/ 186003 w 435145"/>
                <a:gd name="connsiteY8" fmla="*/ 362967 h 462341"/>
                <a:gd name="connsiteX9" fmla="*/ 186003 w 435145"/>
                <a:gd name="connsiteY9" fmla="*/ 213386 h 462341"/>
                <a:gd name="connsiteX10" fmla="*/ 186003 w 435145"/>
                <a:gd name="connsiteY10" fmla="*/ 213386 h 462341"/>
                <a:gd name="connsiteX11" fmla="*/ 229517 w 435145"/>
                <a:gd name="connsiteY11" fmla="*/ 161713 h 462341"/>
                <a:gd name="connsiteX12" fmla="*/ 259433 w 435145"/>
                <a:gd name="connsiteY12" fmla="*/ 194349 h 462341"/>
                <a:gd name="connsiteX13" fmla="*/ 259433 w 435145"/>
                <a:gd name="connsiteY13" fmla="*/ 362967 h 462341"/>
                <a:gd name="connsiteX14" fmla="*/ 321985 w 435145"/>
                <a:gd name="connsiteY14" fmla="*/ 422800 h 462341"/>
                <a:gd name="connsiteX15" fmla="*/ 387257 w 435145"/>
                <a:gd name="connsiteY15" fmla="*/ 362967 h 462341"/>
                <a:gd name="connsiteX16" fmla="*/ 387257 w 435145"/>
                <a:gd name="connsiteY16" fmla="*/ 273219 h 462341"/>
                <a:gd name="connsiteX17" fmla="*/ 302948 w 435145"/>
                <a:gd name="connsiteY17" fmla="*/ 74684 h 46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5145" h="462341">
                  <a:moveTo>
                    <a:pt x="302948" y="74684"/>
                  </a:moveTo>
                  <a:cubicBezTo>
                    <a:pt x="234956" y="74684"/>
                    <a:pt x="196881" y="131797"/>
                    <a:pt x="186003" y="148115"/>
                  </a:cubicBezTo>
                  <a:lnTo>
                    <a:pt x="186003" y="148115"/>
                  </a:lnTo>
                  <a:cubicBezTo>
                    <a:pt x="186003" y="129077"/>
                    <a:pt x="186003" y="115479"/>
                    <a:pt x="186003" y="115479"/>
                  </a:cubicBezTo>
                  <a:cubicBezTo>
                    <a:pt x="186003" y="82843"/>
                    <a:pt x="156086" y="58366"/>
                    <a:pt x="123450" y="58366"/>
                  </a:cubicBezTo>
                  <a:cubicBezTo>
                    <a:pt x="90814" y="55646"/>
                    <a:pt x="58178" y="82843"/>
                    <a:pt x="58178" y="115479"/>
                  </a:cubicBezTo>
                  <a:cubicBezTo>
                    <a:pt x="58178" y="120918"/>
                    <a:pt x="58178" y="360248"/>
                    <a:pt x="58178" y="362967"/>
                  </a:cubicBezTo>
                  <a:cubicBezTo>
                    <a:pt x="58178" y="395603"/>
                    <a:pt x="88095" y="422800"/>
                    <a:pt x="120730" y="422800"/>
                  </a:cubicBezTo>
                  <a:cubicBezTo>
                    <a:pt x="153366" y="425519"/>
                    <a:pt x="186003" y="395603"/>
                    <a:pt x="186003" y="362967"/>
                  </a:cubicBezTo>
                  <a:cubicBezTo>
                    <a:pt x="186003" y="360248"/>
                    <a:pt x="186003" y="281378"/>
                    <a:pt x="186003" y="213386"/>
                  </a:cubicBezTo>
                  <a:lnTo>
                    <a:pt x="186003" y="213386"/>
                  </a:lnTo>
                  <a:cubicBezTo>
                    <a:pt x="191442" y="186190"/>
                    <a:pt x="205040" y="161713"/>
                    <a:pt x="229517" y="161713"/>
                  </a:cubicBezTo>
                  <a:cubicBezTo>
                    <a:pt x="259433" y="161713"/>
                    <a:pt x="259433" y="194349"/>
                    <a:pt x="259433" y="194349"/>
                  </a:cubicBezTo>
                  <a:lnTo>
                    <a:pt x="259433" y="362967"/>
                  </a:lnTo>
                  <a:cubicBezTo>
                    <a:pt x="259433" y="395603"/>
                    <a:pt x="289349" y="422800"/>
                    <a:pt x="321985" y="422800"/>
                  </a:cubicBezTo>
                  <a:cubicBezTo>
                    <a:pt x="354621" y="425519"/>
                    <a:pt x="387257" y="395603"/>
                    <a:pt x="387257" y="362967"/>
                  </a:cubicBezTo>
                  <a:lnTo>
                    <a:pt x="387257" y="273219"/>
                  </a:lnTo>
                  <a:cubicBezTo>
                    <a:pt x="387257" y="183470"/>
                    <a:pt x="395416" y="71964"/>
                    <a:pt x="302948" y="7468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5B4DC025-531F-35AD-C9A9-83081DF452E0}"/>
                </a:ext>
              </a:extLst>
            </p:cNvPr>
            <p:cNvSpPr/>
            <p:nvPr/>
          </p:nvSpPr>
          <p:spPr>
            <a:xfrm>
              <a:off x="7960620" y="3416868"/>
              <a:ext cx="435145" cy="462341"/>
            </a:xfrm>
            <a:custGeom>
              <a:avLst/>
              <a:gdLst>
                <a:gd name="connsiteX0" fmla="*/ 302948 w 435145"/>
                <a:gd name="connsiteY0" fmla="*/ 74684 h 462341"/>
                <a:gd name="connsiteX1" fmla="*/ 186002 w 435145"/>
                <a:gd name="connsiteY1" fmla="*/ 148115 h 462341"/>
                <a:gd name="connsiteX2" fmla="*/ 186002 w 435145"/>
                <a:gd name="connsiteY2" fmla="*/ 148115 h 462341"/>
                <a:gd name="connsiteX3" fmla="*/ 186002 w 435145"/>
                <a:gd name="connsiteY3" fmla="*/ 115479 h 462341"/>
                <a:gd name="connsiteX4" fmla="*/ 123450 w 435145"/>
                <a:gd name="connsiteY4" fmla="*/ 58366 h 462341"/>
                <a:gd name="connsiteX5" fmla="*/ 58178 w 435145"/>
                <a:gd name="connsiteY5" fmla="*/ 115479 h 462341"/>
                <a:gd name="connsiteX6" fmla="*/ 58178 w 435145"/>
                <a:gd name="connsiteY6" fmla="*/ 362967 h 462341"/>
                <a:gd name="connsiteX7" fmla="*/ 120730 w 435145"/>
                <a:gd name="connsiteY7" fmla="*/ 422800 h 462341"/>
                <a:gd name="connsiteX8" fmla="*/ 186002 w 435145"/>
                <a:gd name="connsiteY8" fmla="*/ 362967 h 462341"/>
                <a:gd name="connsiteX9" fmla="*/ 186002 w 435145"/>
                <a:gd name="connsiteY9" fmla="*/ 213386 h 462341"/>
                <a:gd name="connsiteX10" fmla="*/ 186002 w 435145"/>
                <a:gd name="connsiteY10" fmla="*/ 213386 h 462341"/>
                <a:gd name="connsiteX11" fmla="*/ 229517 w 435145"/>
                <a:gd name="connsiteY11" fmla="*/ 161713 h 462341"/>
                <a:gd name="connsiteX12" fmla="*/ 259433 w 435145"/>
                <a:gd name="connsiteY12" fmla="*/ 194349 h 462341"/>
                <a:gd name="connsiteX13" fmla="*/ 259433 w 435145"/>
                <a:gd name="connsiteY13" fmla="*/ 362967 h 462341"/>
                <a:gd name="connsiteX14" fmla="*/ 321985 w 435145"/>
                <a:gd name="connsiteY14" fmla="*/ 422800 h 462341"/>
                <a:gd name="connsiteX15" fmla="*/ 387257 w 435145"/>
                <a:gd name="connsiteY15" fmla="*/ 362967 h 462341"/>
                <a:gd name="connsiteX16" fmla="*/ 387257 w 435145"/>
                <a:gd name="connsiteY16" fmla="*/ 273219 h 462341"/>
                <a:gd name="connsiteX17" fmla="*/ 302948 w 435145"/>
                <a:gd name="connsiteY17" fmla="*/ 74684 h 46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5145" h="462341">
                  <a:moveTo>
                    <a:pt x="302948" y="74684"/>
                  </a:moveTo>
                  <a:cubicBezTo>
                    <a:pt x="234956" y="74684"/>
                    <a:pt x="196881" y="131797"/>
                    <a:pt x="186002" y="148115"/>
                  </a:cubicBezTo>
                  <a:lnTo>
                    <a:pt x="186002" y="148115"/>
                  </a:lnTo>
                  <a:cubicBezTo>
                    <a:pt x="186002" y="129077"/>
                    <a:pt x="186002" y="115479"/>
                    <a:pt x="186002" y="115479"/>
                  </a:cubicBezTo>
                  <a:cubicBezTo>
                    <a:pt x="186002" y="82843"/>
                    <a:pt x="156086" y="58366"/>
                    <a:pt x="123450" y="58366"/>
                  </a:cubicBezTo>
                  <a:cubicBezTo>
                    <a:pt x="90814" y="55646"/>
                    <a:pt x="58178" y="82843"/>
                    <a:pt x="58178" y="115479"/>
                  </a:cubicBezTo>
                  <a:cubicBezTo>
                    <a:pt x="58178" y="120918"/>
                    <a:pt x="58178" y="360248"/>
                    <a:pt x="58178" y="362967"/>
                  </a:cubicBezTo>
                  <a:cubicBezTo>
                    <a:pt x="58178" y="395603"/>
                    <a:pt x="88095" y="422800"/>
                    <a:pt x="120730" y="422800"/>
                  </a:cubicBezTo>
                  <a:cubicBezTo>
                    <a:pt x="153366" y="425519"/>
                    <a:pt x="186002" y="395603"/>
                    <a:pt x="186002" y="362967"/>
                  </a:cubicBezTo>
                  <a:cubicBezTo>
                    <a:pt x="186002" y="360248"/>
                    <a:pt x="186002" y="281378"/>
                    <a:pt x="186002" y="213386"/>
                  </a:cubicBezTo>
                  <a:lnTo>
                    <a:pt x="186002" y="213386"/>
                  </a:lnTo>
                  <a:cubicBezTo>
                    <a:pt x="191442" y="186190"/>
                    <a:pt x="205040" y="161713"/>
                    <a:pt x="229517" y="161713"/>
                  </a:cubicBezTo>
                  <a:cubicBezTo>
                    <a:pt x="259433" y="161713"/>
                    <a:pt x="259433" y="194349"/>
                    <a:pt x="259433" y="194349"/>
                  </a:cubicBezTo>
                  <a:lnTo>
                    <a:pt x="259433" y="362967"/>
                  </a:lnTo>
                  <a:cubicBezTo>
                    <a:pt x="259433" y="395603"/>
                    <a:pt x="289349" y="422800"/>
                    <a:pt x="321985" y="422800"/>
                  </a:cubicBezTo>
                  <a:cubicBezTo>
                    <a:pt x="354621" y="425519"/>
                    <a:pt x="387257" y="395603"/>
                    <a:pt x="387257" y="362967"/>
                  </a:cubicBezTo>
                  <a:lnTo>
                    <a:pt x="387257" y="273219"/>
                  </a:lnTo>
                  <a:cubicBezTo>
                    <a:pt x="384537" y="183470"/>
                    <a:pt x="395416" y="71964"/>
                    <a:pt x="302948" y="7468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E111A535-C1D0-8136-DBEE-B6ADF6AAB5A5}"/>
                </a:ext>
              </a:extLst>
            </p:cNvPr>
            <p:cNvSpPr/>
            <p:nvPr/>
          </p:nvSpPr>
          <p:spPr>
            <a:xfrm>
              <a:off x="5020669" y="3416868"/>
              <a:ext cx="435145" cy="462341"/>
            </a:xfrm>
            <a:custGeom>
              <a:avLst/>
              <a:gdLst>
                <a:gd name="connsiteX0" fmla="*/ 302948 w 435145"/>
                <a:gd name="connsiteY0" fmla="*/ 74684 h 462341"/>
                <a:gd name="connsiteX1" fmla="*/ 186002 w 435145"/>
                <a:gd name="connsiteY1" fmla="*/ 148115 h 462341"/>
                <a:gd name="connsiteX2" fmla="*/ 186002 w 435145"/>
                <a:gd name="connsiteY2" fmla="*/ 148115 h 462341"/>
                <a:gd name="connsiteX3" fmla="*/ 186002 w 435145"/>
                <a:gd name="connsiteY3" fmla="*/ 115479 h 462341"/>
                <a:gd name="connsiteX4" fmla="*/ 123450 w 435145"/>
                <a:gd name="connsiteY4" fmla="*/ 58366 h 462341"/>
                <a:gd name="connsiteX5" fmla="*/ 58178 w 435145"/>
                <a:gd name="connsiteY5" fmla="*/ 115479 h 462341"/>
                <a:gd name="connsiteX6" fmla="*/ 58178 w 435145"/>
                <a:gd name="connsiteY6" fmla="*/ 362967 h 462341"/>
                <a:gd name="connsiteX7" fmla="*/ 120730 w 435145"/>
                <a:gd name="connsiteY7" fmla="*/ 422800 h 462341"/>
                <a:gd name="connsiteX8" fmla="*/ 186002 w 435145"/>
                <a:gd name="connsiteY8" fmla="*/ 362967 h 462341"/>
                <a:gd name="connsiteX9" fmla="*/ 186002 w 435145"/>
                <a:gd name="connsiteY9" fmla="*/ 213386 h 462341"/>
                <a:gd name="connsiteX10" fmla="*/ 186002 w 435145"/>
                <a:gd name="connsiteY10" fmla="*/ 213386 h 462341"/>
                <a:gd name="connsiteX11" fmla="*/ 229517 w 435145"/>
                <a:gd name="connsiteY11" fmla="*/ 161713 h 462341"/>
                <a:gd name="connsiteX12" fmla="*/ 259433 w 435145"/>
                <a:gd name="connsiteY12" fmla="*/ 194349 h 462341"/>
                <a:gd name="connsiteX13" fmla="*/ 259433 w 435145"/>
                <a:gd name="connsiteY13" fmla="*/ 362967 h 462341"/>
                <a:gd name="connsiteX14" fmla="*/ 321985 w 435145"/>
                <a:gd name="connsiteY14" fmla="*/ 422800 h 462341"/>
                <a:gd name="connsiteX15" fmla="*/ 387257 w 435145"/>
                <a:gd name="connsiteY15" fmla="*/ 362967 h 462341"/>
                <a:gd name="connsiteX16" fmla="*/ 387257 w 435145"/>
                <a:gd name="connsiteY16" fmla="*/ 273219 h 462341"/>
                <a:gd name="connsiteX17" fmla="*/ 302948 w 435145"/>
                <a:gd name="connsiteY17" fmla="*/ 74684 h 46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5145" h="462341">
                  <a:moveTo>
                    <a:pt x="302948" y="74684"/>
                  </a:moveTo>
                  <a:cubicBezTo>
                    <a:pt x="234956" y="74684"/>
                    <a:pt x="196881" y="131797"/>
                    <a:pt x="186002" y="148115"/>
                  </a:cubicBezTo>
                  <a:lnTo>
                    <a:pt x="186002" y="148115"/>
                  </a:lnTo>
                  <a:cubicBezTo>
                    <a:pt x="186002" y="129077"/>
                    <a:pt x="186002" y="115479"/>
                    <a:pt x="186002" y="115479"/>
                  </a:cubicBezTo>
                  <a:cubicBezTo>
                    <a:pt x="186002" y="82843"/>
                    <a:pt x="156086" y="58366"/>
                    <a:pt x="123450" y="58366"/>
                  </a:cubicBezTo>
                  <a:cubicBezTo>
                    <a:pt x="90814" y="55646"/>
                    <a:pt x="58178" y="82843"/>
                    <a:pt x="58178" y="115479"/>
                  </a:cubicBezTo>
                  <a:cubicBezTo>
                    <a:pt x="58178" y="120918"/>
                    <a:pt x="58178" y="360248"/>
                    <a:pt x="58178" y="362967"/>
                  </a:cubicBezTo>
                  <a:cubicBezTo>
                    <a:pt x="58178" y="395603"/>
                    <a:pt x="88094" y="422800"/>
                    <a:pt x="120730" y="422800"/>
                  </a:cubicBezTo>
                  <a:cubicBezTo>
                    <a:pt x="153366" y="425519"/>
                    <a:pt x="186002" y="395603"/>
                    <a:pt x="186002" y="362967"/>
                  </a:cubicBezTo>
                  <a:cubicBezTo>
                    <a:pt x="186002" y="360248"/>
                    <a:pt x="186002" y="281378"/>
                    <a:pt x="186002" y="213386"/>
                  </a:cubicBezTo>
                  <a:lnTo>
                    <a:pt x="186002" y="213386"/>
                  </a:lnTo>
                  <a:cubicBezTo>
                    <a:pt x="191442" y="186190"/>
                    <a:pt x="205040" y="161713"/>
                    <a:pt x="229517" y="161713"/>
                  </a:cubicBezTo>
                  <a:cubicBezTo>
                    <a:pt x="259433" y="161713"/>
                    <a:pt x="259433" y="194349"/>
                    <a:pt x="259433" y="194349"/>
                  </a:cubicBezTo>
                  <a:lnTo>
                    <a:pt x="259433" y="362967"/>
                  </a:lnTo>
                  <a:cubicBezTo>
                    <a:pt x="259433" y="395603"/>
                    <a:pt x="289349" y="422800"/>
                    <a:pt x="321985" y="422800"/>
                  </a:cubicBezTo>
                  <a:cubicBezTo>
                    <a:pt x="354621" y="425519"/>
                    <a:pt x="387257" y="395603"/>
                    <a:pt x="387257" y="362967"/>
                  </a:cubicBezTo>
                  <a:lnTo>
                    <a:pt x="387257" y="273219"/>
                  </a:lnTo>
                  <a:cubicBezTo>
                    <a:pt x="384537" y="183470"/>
                    <a:pt x="395416" y="71964"/>
                    <a:pt x="302948" y="7468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7E627E22-144F-38A5-CBE3-EA2FFA28366D}"/>
                </a:ext>
              </a:extLst>
            </p:cNvPr>
            <p:cNvSpPr/>
            <p:nvPr/>
          </p:nvSpPr>
          <p:spPr>
            <a:xfrm>
              <a:off x="7616289" y="3475234"/>
              <a:ext cx="364436" cy="364434"/>
            </a:xfrm>
            <a:custGeom>
              <a:avLst/>
              <a:gdLst>
                <a:gd name="connsiteX0" fmla="*/ 182218 w 364436"/>
                <a:gd name="connsiteY0" fmla="*/ 73431 h 364434"/>
                <a:gd name="connsiteX1" fmla="*/ 130544 w 364436"/>
                <a:gd name="connsiteY1" fmla="*/ 179499 h 364434"/>
                <a:gd name="connsiteX2" fmla="*/ 182218 w 364436"/>
                <a:gd name="connsiteY2" fmla="*/ 285565 h 364434"/>
                <a:gd name="connsiteX3" fmla="*/ 233891 w 364436"/>
                <a:gd name="connsiteY3" fmla="*/ 179499 h 364434"/>
                <a:gd name="connsiteX4" fmla="*/ 182218 w 364436"/>
                <a:gd name="connsiteY4" fmla="*/ 73431 h 364434"/>
                <a:gd name="connsiteX5" fmla="*/ 182219 w 364436"/>
                <a:gd name="connsiteY5" fmla="*/ 0 h 364434"/>
                <a:gd name="connsiteX6" fmla="*/ 364436 w 364436"/>
                <a:gd name="connsiteY6" fmla="*/ 182217 h 364434"/>
                <a:gd name="connsiteX7" fmla="*/ 182219 w 364436"/>
                <a:gd name="connsiteY7" fmla="*/ 364434 h 364434"/>
                <a:gd name="connsiteX8" fmla="*/ 0 w 364436"/>
                <a:gd name="connsiteY8" fmla="*/ 182217 h 364434"/>
                <a:gd name="connsiteX9" fmla="*/ 182219 w 364436"/>
                <a:gd name="connsiteY9" fmla="*/ 0 h 364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64436" h="364434">
                  <a:moveTo>
                    <a:pt x="182218" y="73431"/>
                  </a:moveTo>
                  <a:cubicBezTo>
                    <a:pt x="152302" y="76151"/>
                    <a:pt x="130544" y="114226"/>
                    <a:pt x="130544" y="179499"/>
                  </a:cubicBezTo>
                  <a:cubicBezTo>
                    <a:pt x="130544" y="244770"/>
                    <a:pt x="146862" y="285565"/>
                    <a:pt x="182218" y="285565"/>
                  </a:cubicBezTo>
                  <a:cubicBezTo>
                    <a:pt x="217573" y="285565"/>
                    <a:pt x="233891" y="247490"/>
                    <a:pt x="233891" y="179499"/>
                  </a:cubicBezTo>
                  <a:cubicBezTo>
                    <a:pt x="233891" y="114226"/>
                    <a:pt x="212134" y="73431"/>
                    <a:pt x="182218" y="73431"/>
                  </a:cubicBezTo>
                  <a:close/>
                  <a:moveTo>
                    <a:pt x="182219" y="0"/>
                  </a:moveTo>
                  <a:cubicBezTo>
                    <a:pt x="282846" y="0"/>
                    <a:pt x="364436" y="81590"/>
                    <a:pt x="364436" y="182217"/>
                  </a:cubicBezTo>
                  <a:cubicBezTo>
                    <a:pt x="364436" y="282844"/>
                    <a:pt x="282846" y="364434"/>
                    <a:pt x="182219" y="364434"/>
                  </a:cubicBezTo>
                  <a:cubicBezTo>
                    <a:pt x="81591" y="364434"/>
                    <a:pt x="0" y="282844"/>
                    <a:pt x="0" y="182217"/>
                  </a:cubicBezTo>
                  <a:cubicBezTo>
                    <a:pt x="0" y="81590"/>
                    <a:pt x="81591" y="0"/>
                    <a:pt x="182219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FEEA038C-B1B1-67E4-AD0B-53B0BDEBDAB4}"/>
                </a:ext>
              </a:extLst>
            </p:cNvPr>
            <p:cNvSpPr/>
            <p:nvPr/>
          </p:nvSpPr>
          <p:spPr>
            <a:xfrm>
              <a:off x="6743101" y="3464184"/>
              <a:ext cx="372773" cy="375657"/>
            </a:xfrm>
            <a:custGeom>
              <a:avLst/>
              <a:gdLst>
                <a:gd name="connsiteX0" fmla="*/ 176958 w 372773"/>
                <a:gd name="connsiteY0" fmla="*/ 98080 h 375657"/>
                <a:gd name="connsiteX1" fmla="*/ 125284 w 372773"/>
                <a:gd name="connsiteY1" fmla="*/ 190548 h 375657"/>
                <a:gd name="connsiteX2" fmla="*/ 176958 w 372773"/>
                <a:gd name="connsiteY2" fmla="*/ 283017 h 375657"/>
                <a:gd name="connsiteX3" fmla="*/ 228631 w 372773"/>
                <a:gd name="connsiteY3" fmla="*/ 190548 h 375657"/>
                <a:gd name="connsiteX4" fmla="*/ 176958 w 372773"/>
                <a:gd name="connsiteY4" fmla="*/ 98080 h 375657"/>
                <a:gd name="connsiteX5" fmla="*/ 307501 w 372773"/>
                <a:gd name="connsiteY5" fmla="*/ 172 h 375657"/>
                <a:gd name="connsiteX6" fmla="*/ 372773 w 372773"/>
                <a:gd name="connsiteY6" fmla="*/ 62724 h 375657"/>
                <a:gd name="connsiteX7" fmla="*/ 372773 w 372773"/>
                <a:gd name="connsiteY7" fmla="*/ 312934 h 375657"/>
                <a:gd name="connsiteX8" fmla="*/ 302061 w 372773"/>
                <a:gd name="connsiteY8" fmla="*/ 375486 h 375657"/>
                <a:gd name="connsiteX9" fmla="*/ 239509 w 372773"/>
                <a:gd name="connsiteY9" fmla="*/ 326532 h 375657"/>
                <a:gd name="connsiteX10" fmla="*/ 179677 w 372773"/>
                <a:gd name="connsiteY10" fmla="*/ 370046 h 375657"/>
                <a:gd name="connsiteX11" fmla="*/ 70890 w 372773"/>
                <a:gd name="connsiteY11" fmla="*/ 353728 h 375657"/>
                <a:gd name="connsiteX12" fmla="*/ 128003 w 372773"/>
                <a:gd name="connsiteY12" fmla="*/ 11051 h 375657"/>
                <a:gd name="connsiteX13" fmla="*/ 236790 w 372773"/>
                <a:gd name="connsiteY13" fmla="*/ 70883 h 375657"/>
                <a:gd name="connsiteX14" fmla="*/ 236790 w 372773"/>
                <a:gd name="connsiteY14" fmla="*/ 62724 h 375657"/>
                <a:gd name="connsiteX15" fmla="*/ 307501 w 372773"/>
                <a:gd name="connsiteY15" fmla="*/ 172 h 375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2773" h="375657">
                  <a:moveTo>
                    <a:pt x="176958" y="98080"/>
                  </a:moveTo>
                  <a:cubicBezTo>
                    <a:pt x="147042" y="100800"/>
                    <a:pt x="125284" y="133436"/>
                    <a:pt x="125284" y="190548"/>
                  </a:cubicBezTo>
                  <a:cubicBezTo>
                    <a:pt x="125284" y="247661"/>
                    <a:pt x="141602" y="283017"/>
                    <a:pt x="176958" y="283017"/>
                  </a:cubicBezTo>
                  <a:cubicBezTo>
                    <a:pt x="212314" y="283017"/>
                    <a:pt x="228631" y="247661"/>
                    <a:pt x="228631" y="190548"/>
                  </a:cubicBezTo>
                  <a:cubicBezTo>
                    <a:pt x="228631" y="133436"/>
                    <a:pt x="206874" y="98080"/>
                    <a:pt x="176958" y="98080"/>
                  </a:cubicBezTo>
                  <a:close/>
                  <a:moveTo>
                    <a:pt x="307501" y="172"/>
                  </a:moveTo>
                  <a:cubicBezTo>
                    <a:pt x="340137" y="172"/>
                    <a:pt x="372773" y="30088"/>
                    <a:pt x="372773" y="62724"/>
                  </a:cubicBezTo>
                  <a:cubicBezTo>
                    <a:pt x="372773" y="65444"/>
                    <a:pt x="372773" y="307494"/>
                    <a:pt x="372773" y="312934"/>
                  </a:cubicBezTo>
                  <a:cubicBezTo>
                    <a:pt x="370053" y="348289"/>
                    <a:pt x="337417" y="378205"/>
                    <a:pt x="302061" y="375486"/>
                  </a:cubicBezTo>
                  <a:cubicBezTo>
                    <a:pt x="274865" y="372766"/>
                    <a:pt x="247668" y="353728"/>
                    <a:pt x="239509" y="326532"/>
                  </a:cubicBezTo>
                  <a:cubicBezTo>
                    <a:pt x="225911" y="348289"/>
                    <a:pt x="198715" y="364607"/>
                    <a:pt x="179677" y="370046"/>
                  </a:cubicBezTo>
                  <a:cubicBezTo>
                    <a:pt x="147041" y="378205"/>
                    <a:pt x="100807" y="372766"/>
                    <a:pt x="70890" y="353728"/>
                  </a:cubicBezTo>
                  <a:cubicBezTo>
                    <a:pt x="-35177" y="285737"/>
                    <a:pt x="-27018" y="11051"/>
                    <a:pt x="128003" y="11051"/>
                  </a:cubicBezTo>
                  <a:cubicBezTo>
                    <a:pt x="185116" y="11051"/>
                    <a:pt x="220471" y="49126"/>
                    <a:pt x="236790" y="70883"/>
                  </a:cubicBezTo>
                  <a:cubicBezTo>
                    <a:pt x="236790" y="70883"/>
                    <a:pt x="236790" y="65444"/>
                    <a:pt x="236790" y="62724"/>
                  </a:cubicBezTo>
                  <a:cubicBezTo>
                    <a:pt x="239509" y="27369"/>
                    <a:pt x="272145" y="-2547"/>
                    <a:pt x="307501" y="172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A6A127B6-B1C5-0075-DED6-8C2F2698D6A2}"/>
                </a:ext>
              </a:extLst>
            </p:cNvPr>
            <p:cNvSpPr/>
            <p:nvPr/>
          </p:nvSpPr>
          <p:spPr>
            <a:xfrm>
              <a:off x="8380335" y="3464184"/>
              <a:ext cx="372772" cy="375657"/>
            </a:xfrm>
            <a:custGeom>
              <a:avLst/>
              <a:gdLst>
                <a:gd name="connsiteX0" fmla="*/ 176957 w 372772"/>
                <a:gd name="connsiteY0" fmla="*/ 98080 h 375657"/>
                <a:gd name="connsiteX1" fmla="*/ 125282 w 372772"/>
                <a:gd name="connsiteY1" fmla="*/ 190548 h 375657"/>
                <a:gd name="connsiteX2" fmla="*/ 176957 w 372772"/>
                <a:gd name="connsiteY2" fmla="*/ 283017 h 375657"/>
                <a:gd name="connsiteX3" fmla="*/ 228630 w 372772"/>
                <a:gd name="connsiteY3" fmla="*/ 190548 h 375657"/>
                <a:gd name="connsiteX4" fmla="*/ 176957 w 372772"/>
                <a:gd name="connsiteY4" fmla="*/ 98080 h 375657"/>
                <a:gd name="connsiteX5" fmla="*/ 307501 w 372772"/>
                <a:gd name="connsiteY5" fmla="*/ 172 h 375657"/>
                <a:gd name="connsiteX6" fmla="*/ 372772 w 372772"/>
                <a:gd name="connsiteY6" fmla="*/ 62724 h 375657"/>
                <a:gd name="connsiteX7" fmla="*/ 372772 w 372772"/>
                <a:gd name="connsiteY7" fmla="*/ 312934 h 375657"/>
                <a:gd name="connsiteX8" fmla="*/ 302062 w 372772"/>
                <a:gd name="connsiteY8" fmla="*/ 375486 h 375657"/>
                <a:gd name="connsiteX9" fmla="*/ 239509 w 372772"/>
                <a:gd name="connsiteY9" fmla="*/ 326532 h 375657"/>
                <a:gd name="connsiteX10" fmla="*/ 179677 w 372772"/>
                <a:gd name="connsiteY10" fmla="*/ 370046 h 375657"/>
                <a:gd name="connsiteX11" fmla="*/ 70890 w 372772"/>
                <a:gd name="connsiteY11" fmla="*/ 353728 h 375657"/>
                <a:gd name="connsiteX12" fmla="*/ 128002 w 372772"/>
                <a:gd name="connsiteY12" fmla="*/ 11051 h 375657"/>
                <a:gd name="connsiteX13" fmla="*/ 236790 w 372772"/>
                <a:gd name="connsiteY13" fmla="*/ 70883 h 375657"/>
                <a:gd name="connsiteX14" fmla="*/ 236790 w 372772"/>
                <a:gd name="connsiteY14" fmla="*/ 62724 h 375657"/>
                <a:gd name="connsiteX15" fmla="*/ 307501 w 372772"/>
                <a:gd name="connsiteY15" fmla="*/ 172 h 375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2772" h="375657">
                  <a:moveTo>
                    <a:pt x="176957" y="98080"/>
                  </a:moveTo>
                  <a:cubicBezTo>
                    <a:pt x="147039" y="100800"/>
                    <a:pt x="125282" y="133436"/>
                    <a:pt x="125282" y="190548"/>
                  </a:cubicBezTo>
                  <a:cubicBezTo>
                    <a:pt x="125282" y="247661"/>
                    <a:pt x="141600" y="283017"/>
                    <a:pt x="176957" y="283017"/>
                  </a:cubicBezTo>
                  <a:cubicBezTo>
                    <a:pt x="212312" y="283017"/>
                    <a:pt x="228630" y="247661"/>
                    <a:pt x="228630" y="190548"/>
                  </a:cubicBezTo>
                  <a:cubicBezTo>
                    <a:pt x="228630" y="133436"/>
                    <a:pt x="206873" y="98080"/>
                    <a:pt x="176957" y="98080"/>
                  </a:cubicBezTo>
                  <a:close/>
                  <a:moveTo>
                    <a:pt x="307501" y="172"/>
                  </a:moveTo>
                  <a:cubicBezTo>
                    <a:pt x="340137" y="172"/>
                    <a:pt x="372772" y="30088"/>
                    <a:pt x="372772" y="62724"/>
                  </a:cubicBezTo>
                  <a:cubicBezTo>
                    <a:pt x="372772" y="65444"/>
                    <a:pt x="372772" y="307494"/>
                    <a:pt x="372772" y="312934"/>
                  </a:cubicBezTo>
                  <a:cubicBezTo>
                    <a:pt x="370053" y="348289"/>
                    <a:pt x="337417" y="378205"/>
                    <a:pt x="302062" y="375486"/>
                  </a:cubicBezTo>
                  <a:cubicBezTo>
                    <a:pt x="274865" y="372766"/>
                    <a:pt x="247668" y="353728"/>
                    <a:pt x="239509" y="326532"/>
                  </a:cubicBezTo>
                  <a:cubicBezTo>
                    <a:pt x="228630" y="348289"/>
                    <a:pt x="198714" y="364607"/>
                    <a:pt x="179677" y="370046"/>
                  </a:cubicBezTo>
                  <a:cubicBezTo>
                    <a:pt x="147040" y="378205"/>
                    <a:pt x="100806" y="372766"/>
                    <a:pt x="70890" y="353728"/>
                  </a:cubicBezTo>
                  <a:cubicBezTo>
                    <a:pt x="-35177" y="285737"/>
                    <a:pt x="-27018" y="11051"/>
                    <a:pt x="128002" y="11051"/>
                  </a:cubicBezTo>
                  <a:cubicBezTo>
                    <a:pt x="185116" y="11051"/>
                    <a:pt x="220472" y="49126"/>
                    <a:pt x="236790" y="70883"/>
                  </a:cubicBezTo>
                  <a:cubicBezTo>
                    <a:pt x="236790" y="70883"/>
                    <a:pt x="236790" y="65444"/>
                    <a:pt x="236790" y="62724"/>
                  </a:cubicBezTo>
                  <a:cubicBezTo>
                    <a:pt x="239509" y="27369"/>
                    <a:pt x="272145" y="-2547"/>
                    <a:pt x="307501" y="172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AC1AC4A9-3A27-FCEF-9C52-352F1030EDBD}"/>
                </a:ext>
              </a:extLst>
            </p:cNvPr>
            <p:cNvSpPr/>
            <p:nvPr/>
          </p:nvSpPr>
          <p:spPr>
            <a:xfrm>
              <a:off x="7389492" y="3444253"/>
              <a:ext cx="217573" cy="435145"/>
            </a:xfrm>
            <a:custGeom>
              <a:avLst/>
              <a:gdLst>
                <a:gd name="connsiteX0" fmla="*/ 186002 w 217572"/>
                <a:gd name="connsiteY0" fmla="*/ 118011 h 435144"/>
                <a:gd name="connsiteX1" fmla="*/ 128890 w 217572"/>
                <a:gd name="connsiteY1" fmla="*/ 58178 h 435144"/>
                <a:gd name="connsiteX2" fmla="*/ 123450 w 217572"/>
                <a:gd name="connsiteY2" fmla="*/ 58178 h 435144"/>
                <a:gd name="connsiteX3" fmla="*/ 58178 w 217572"/>
                <a:gd name="connsiteY3" fmla="*/ 115291 h 435144"/>
                <a:gd name="connsiteX4" fmla="*/ 58178 w 217572"/>
                <a:gd name="connsiteY4" fmla="*/ 232236 h 435144"/>
                <a:gd name="connsiteX5" fmla="*/ 58178 w 217572"/>
                <a:gd name="connsiteY5" fmla="*/ 232236 h 435144"/>
                <a:gd name="connsiteX6" fmla="*/ 58178 w 217572"/>
                <a:gd name="connsiteY6" fmla="*/ 335583 h 435144"/>
                <a:gd name="connsiteX7" fmla="*/ 115291 w 217572"/>
                <a:gd name="connsiteY7" fmla="*/ 395415 h 435144"/>
                <a:gd name="connsiteX8" fmla="*/ 120730 w 217572"/>
                <a:gd name="connsiteY8" fmla="*/ 395415 h 435144"/>
                <a:gd name="connsiteX9" fmla="*/ 186002 w 217572"/>
                <a:gd name="connsiteY9" fmla="*/ 338303 h 435144"/>
                <a:gd name="connsiteX10" fmla="*/ 186002 w 217572"/>
                <a:gd name="connsiteY10" fmla="*/ 240395 h 435144"/>
                <a:gd name="connsiteX11" fmla="*/ 186002 w 217572"/>
                <a:gd name="connsiteY11" fmla="*/ 240395 h 435144"/>
                <a:gd name="connsiteX12" fmla="*/ 186002 w 217572"/>
                <a:gd name="connsiteY12" fmla="*/ 118011 h 435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7572" h="435144">
                  <a:moveTo>
                    <a:pt x="186002" y="118011"/>
                  </a:moveTo>
                  <a:cubicBezTo>
                    <a:pt x="183283" y="85375"/>
                    <a:pt x="158806" y="60898"/>
                    <a:pt x="128890" y="58178"/>
                  </a:cubicBezTo>
                  <a:cubicBezTo>
                    <a:pt x="126170" y="58178"/>
                    <a:pt x="126170" y="58178"/>
                    <a:pt x="123450" y="58178"/>
                  </a:cubicBezTo>
                  <a:cubicBezTo>
                    <a:pt x="96254" y="58178"/>
                    <a:pt x="58178" y="82655"/>
                    <a:pt x="58178" y="115291"/>
                  </a:cubicBezTo>
                  <a:lnTo>
                    <a:pt x="58178" y="232236"/>
                  </a:lnTo>
                  <a:lnTo>
                    <a:pt x="58178" y="232236"/>
                  </a:lnTo>
                  <a:cubicBezTo>
                    <a:pt x="58178" y="270311"/>
                    <a:pt x="58178" y="335583"/>
                    <a:pt x="58178" y="335583"/>
                  </a:cubicBezTo>
                  <a:cubicBezTo>
                    <a:pt x="60898" y="368219"/>
                    <a:pt x="85375" y="392696"/>
                    <a:pt x="115291" y="395415"/>
                  </a:cubicBezTo>
                  <a:cubicBezTo>
                    <a:pt x="118011" y="395415"/>
                    <a:pt x="118011" y="395415"/>
                    <a:pt x="120730" y="395415"/>
                  </a:cubicBezTo>
                  <a:cubicBezTo>
                    <a:pt x="147927" y="395415"/>
                    <a:pt x="186002" y="370938"/>
                    <a:pt x="186002" y="338303"/>
                  </a:cubicBezTo>
                  <a:lnTo>
                    <a:pt x="186002" y="240395"/>
                  </a:lnTo>
                  <a:lnTo>
                    <a:pt x="186002" y="240395"/>
                  </a:lnTo>
                  <a:cubicBezTo>
                    <a:pt x="186002" y="202320"/>
                    <a:pt x="186002" y="118011"/>
                    <a:pt x="186002" y="118011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9F43C6F1-E13C-58C3-4D2A-27C88CA2DBD5}"/>
                </a:ext>
              </a:extLst>
            </p:cNvPr>
            <p:cNvSpPr/>
            <p:nvPr/>
          </p:nvSpPr>
          <p:spPr>
            <a:xfrm>
              <a:off x="7392212" y="3280901"/>
              <a:ext cx="217573" cy="217572"/>
            </a:xfrm>
            <a:custGeom>
              <a:avLst/>
              <a:gdLst>
                <a:gd name="connsiteX0" fmla="*/ 183282 w 217572"/>
                <a:gd name="connsiteY0" fmla="*/ 120902 h 217572"/>
                <a:gd name="connsiteX1" fmla="*/ 120730 w 217572"/>
                <a:gd name="connsiteY1" fmla="*/ 183454 h 217572"/>
                <a:gd name="connsiteX2" fmla="*/ 58178 w 217572"/>
                <a:gd name="connsiteY2" fmla="*/ 120902 h 217572"/>
                <a:gd name="connsiteX3" fmla="*/ 120730 w 217572"/>
                <a:gd name="connsiteY3" fmla="*/ 58350 h 217572"/>
                <a:gd name="connsiteX4" fmla="*/ 183282 w 217572"/>
                <a:gd name="connsiteY4" fmla="*/ 120902 h 217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7572" h="217572">
                  <a:moveTo>
                    <a:pt x="183282" y="120902"/>
                  </a:moveTo>
                  <a:cubicBezTo>
                    <a:pt x="183282" y="156258"/>
                    <a:pt x="156086" y="183454"/>
                    <a:pt x="120730" y="183454"/>
                  </a:cubicBezTo>
                  <a:cubicBezTo>
                    <a:pt x="85375" y="183454"/>
                    <a:pt x="58178" y="156258"/>
                    <a:pt x="58178" y="120902"/>
                  </a:cubicBezTo>
                  <a:cubicBezTo>
                    <a:pt x="58178" y="85547"/>
                    <a:pt x="85375" y="58350"/>
                    <a:pt x="120730" y="58350"/>
                  </a:cubicBezTo>
                  <a:cubicBezTo>
                    <a:pt x="153366" y="55630"/>
                    <a:pt x="183282" y="85547"/>
                    <a:pt x="183282" y="120902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AAF97F8C-A755-81D7-A5BC-F552AF3AAB74}"/>
                </a:ext>
              </a:extLst>
            </p:cNvPr>
            <p:cNvSpPr/>
            <p:nvPr/>
          </p:nvSpPr>
          <p:spPr>
            <a:xfrm>
              <a:off x="6005186" y="3416884"/>
              <a:ext cx="380752" cy="462341"/>
            </a:xfrm>
            <a:custGeom>
              <a:avLst/>
              <a:gdLst>
                <a:gd name="connsiteX0" fmla="*/ 270312 w 380752"/>
                <a:gd name="connsiteY0" fmla="*/ 69229 h 462341"/>
                <a:gd name="connsiteX1" fmla="*/ 188722 w 380752"/>
                <a:gd name="connsiteY1" fmla="*/ 134501 h 462341"/>
                <a:gd name="connsiteX2" fmla="*/ 188722 w 380752"/>
                <a:gd name="connsiteY2" fmla="*/ 118183 h 462341"/>
                <a:gd name="connsiteX3" fmla="*/ 126170 w 380752"/>
                <a:gd name="connsiteY3" fmla="*/ 58350 h 462341"/>
                <a:gd name="connsiteX4" fmla="*/ 58178 w 380752"/>
                <a:gd name="connsiteY4" fmla="*/ 118183 h 462341"/>
                <a:gd name="connsiteX5" fmla="*/ 58178 w 380752"/>
                <a:gd name="connsiteY5" fmla="*/ 210651 h 462341"/>
                <a:gd name="connsiteX6" fmla="*/ 58178 w 380752"/>
                <a:gd name="connsiteY6" fmla="*/ 365671 h 462341"/>
                <a:gd name="connsiteX7" fmla="*/ 58178 w 380752"/>
                <a:gd name="connsiteY7" fmla="*/ 365671 h 462341"/>
                <a:gd name="connsiteX8" fmla="*/ 120730 w 380752"/>
                <a:gd name="connsiteY8" fmla="*/ 425504 h 462341"/>
                <a:gd name="connsiteX9" fmla="*/ 186002 w 380752"/>
                <a:gd name="connsiteY9" fmla="*/ 365671 h 462341"/>
                <a:gd name="connsiteX10" fmla="*/ 186002 w 380752"/>
                <a:gd name="connsiteY10" fmla="*/ 365671 h 462341"/>
                <a:gd name="connsiteX11" fmla="*/ 186002 w 380752"/>
                <a:gd name="connsiteY11" fmla="*/ 210651 h 462341"/>
                <a:gd name="connsiteX12" fmla="*/ 215919 w 380752"/>
                <a:gd name="connsiteY12" fmla="*/ 158978 h 462341"/>
                <a:gd name="connsiteX13" fmla="*/ 275751 w 380752"/>
                <a:gd name="connsiteY13" fmla="*/ 221530 h 462341"/>
                <a:gd name="connsiteX14" fmla="*/ 270312 w 380752"/>
                <a:gd name="connsiteY14" fmla="*/ 69229 h 46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0752" h="462341">
                  <a:moveTo>
                    <a:pt x="270312" y="69229"/>
                  </a:moveTo>
                  <a:cubicBezTo>
                    <a:pt x="232236" y="71949"/>
                    <a:pt x="213199" y="99145"/>
                    <a:pt x="188722" y="134501"/>
                  </a:cubicBezTo>
                  <a:cubicBezTo>
                    <a:pt x="188722" y="134501"/>
                    <a:pt x="188722" y="118183"/>
                    <a:pt x="188722" y="118183"/>
                  </a:cubicBezTo>
                  <a:cubicBezTo>
                    <a:pt x="188722" y="85547"/>
                    <a:pt x="158806" y="58350"/>
                    <a:pt x="126170" y="58350"/>
                  </a:cubicBezTo>
                  <a:cubicBezTo>
                    <a:pt x="93534" y="55631"/>
                    <a:pt x="60898" y="85547"/>
                    <a:pt x="58178" y="118183"/>
                  </a:cubicBezTo>
                  <a:lnTo>
                    <a:pt x="58178" y="210651"/>
                  </a:lnTo>
                  <a:lnTo>
                    <a:pt x="58178" y="365671"/>
                  </a:lnTo>
                  <a:lnTo>
                    <a:pt x="58178" y="365671"/>
                  </a:lnTo>
                  <a:cubicBezTo>
                    <a:pt x="58178" y="398307"/>
                    <a:pt x="88094" y="425504"/>
                    <a:pt x="120730" y="425504"/>
                  </a:cubicBezTo>
                  <a:cubicBezTo>
                    <a:pt x="153366" y="428224"/>
                    <a:pt x="186002" y="398307"/>
                    <a:pt x="186002" y="365671"/>
                  </a:cubicBezTo>
                  <a:lnTo>
                    <a:pt x="186002" y="365671"/>
                  </a:lnTo>
                  <a:lnTo>
                    <a:pt x="186002" y="210651"/>
                  </a:lnTo>
                  <a:cubicBezTo>
                    <a:pt x="188722" y="188894"/>
                    <a:pt x="196881" y="158978"/>
                    <a:pt x="215919" y="158978"/>
                  </a:cubicBezTo>
                  <a:cubicBezTo>
                    <a:pt x="243115" y="158978"/>
                    <a:pt x="215919" y="221530"/>
                    <a:pt x="275751" y="221530"/>
                  </a:cubicBezTo>
                  <a:cubicBezTo>
                    <a:pt x="362780" y="221530"/>
                    <a:pt x="373658" y="63790"/>
                    <a:pt x="270312" y="69229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CB10FD8E-B857-4716-DE9B-2FF1F22B2D20}"/>
                </a:ext>
              </a:extLst>
            </p:cNvPr>
            <p:cNvSpPr/>
            <p:nvPr/>
          </p:nvSpPr>
          <p:spPr>
            <a:xfrm>
              <a:off x="5693490" y="3475234"/>
              <a:ext cx="337238" cy="364434"/>
            </a:xfrm>
            <a:custGeom>
              <a:avLst/>
              <a:gdLst>
                <a:gd name="connsiteX0" fmla="*/ 180433 w 337238"/>
                <a:gd name="connsiteY0" fmla="*/ 73984 h 364434"/>
                <a:gd name="connsiteX1" fmla="*/ 163180 w 337238"/>
                <a:gd name="connsiteY1" fmla="*/ 78870 h 364434"/>
                <a:gd name="connsiteX2" fmla="*/ 125105 w 337238"/>
                <a:gd name="connsiteY2" fmla="*/ 160461 h 364434"/>
                <a:gd name="connsiteX3" fmla="*/ 171339 w 337238"/>
                <a:gd name="connsiteY3" fmla="*/ 163180 h 364434"/>
                <a:gd name="connsiteX4" fmla="*/ 214854 w 337238"/>
                <a:gd name="connsiteY4" fmla="*/ 108787 h 364434"/>
                <a:gd name="connsiteX5" fmla="*/ 180433 w 337238"/>
                <a:gd name="connsiteY5" fmla="*/ 73984 h 364434"/>
                <a:gd name="connsiteX6" fmla="*/ 174059 w 337238"/>
                <a:gd name="connsiteY6" fmla="*/ 0 h 364434"/>
                <a:gd name="connsiteX7" fmla="*/ 337238 w 337238"/>
                <a:gd name="connsiteY7" fmla="*/ 119665 h 364434"/>
                <a:gd name="connsiteX8" fmla="*/ 133264 w 337238"/>
                <a:gd name="connsiteY8" fmla="*/ 217573 h 364434"/>
                <a:gd name="connsiteX9" fmla="*/ 225732 w 337238"/>
                <a:gd name="connsiteY9" fmla="*/ 277405 h 364434"/>
                <a:gd name="connsiteX10" fmla="*/ 320920 w 337238"/>
                <a:gd name="connsiteY10" fmla="*/ 250208 h 364434"/>
                <a:gd name="connsiteX11" fmla="*/ 174059 w 337238"/>
                <a:gd name="connsiteY11" fmla="*/ 364434 h 364434"/>
                <a:gd name="connsiteX12" fmla="*/ 0 w 337238"/>
                <a:gd name="connsiteY12" fmla="*/ 184937 h 364434"/>
                <a:gd name="connsiteX13" fmla="*/ 174059 w 337238"/>
                <a:gd name="connsiteY13" fmla="*/ 0 h 364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37238" h="364434">
                  <a:moveTo>
                    <a:pt x="180433" y="73984"/>
                  </a:moveTo>
                  <a:cubicBezTo>
                    <a:pt x="174569" y="73941"/>
                    <a:pt x="168620" y="75471"/>
                    <a:pt x="163180" y="78870"/>
                  </a:cubicBezTo>
                  <a:cubicBezTo>
                    <a:pt x="135984" y="95189"/>
                    <a:pt x="127825" y="130544"/>
                    <a:pt x="125105" y="160461"/>
                  </a:cubicBezTo>
                  <a:cubicBezTo>
                    <a:pt x="125105" y="163180"/>
                    <a:pt x="168620" y="160461"/>
                    <a:pt x="171339" y="163180"/>
                  </a:cubicBezTo>
                  <a:cubicBezTo>
                    <a:pt x="195816" y="157741"/>
                    <a:pt x="214854" y="135984"/>
                    <a:pt x="214854" y="108787"/>
                  </a:cubicBezTo>
                  <a:cubicBezTo>
                    <a:pt x="214854" y="88389"/>
                    <a:pt x="198026" y="74111"/>
                    <a:pt x="180433" y="73984"/>
                  </a:cubicBezTo>
                  <a:close/>
                  <a:moveTo>
                    <a:pt x="174059" y="0"/>
                  </a:moveTo>
                  <a:cubicBezTo>
                    <a:pt x="233891" y="0"/>
                    <a:pt x="337238" y="29916"/>
                    <a:pt x="337238" y="119665"/>
                  </a:cubicBezTo>
                  <a:cubicBezTo>
                    <a:pt x="337238" y="209414"/>
                    <a:pt x="244770" y="217573"/>
                    <a:pt x="133264" y="217573"/>
                  </a:cubicBezTo>
                  <a:cubicBezTo>
                    <a:pt x="133264" y="217573"/>
                    <a:pt x="149581" y="277405"/>
                    <a:pt x="225732" y="277405"/>
                  </a:cubicBezTo>
                  <a:cubicBezTo>
                    <a:pt x="301883" y="277405"/>
                    <a:pt x="320920" y="250208"/>
                    <a:pt x="320920" y="250208"/>
                  </a:cubicBezTo>
                  <a:cubicBezTo>
                    <a:pt x="320920" y="250208"/>
                    <a:pt x="315481" y="364434"/>
                    <a:pt x="174059" y="364434"/>
                  </a:cubicBezTo>
                  <a:cubicBezTo>
                    <a:pt x="95188" y="364434"/>
                    <a:pt x="0" y="304602"/>
                    <a:pt x="0" y="184937"/>
                  </a:cubicBezTo>
                  <a:cubicBezTo>
                    <a:pt x="0" y="78870"/>
                    <a:pt x="73431" y="0"/>
                    <a:pt x="174059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C9AA3F76-6061-BD63-9172-B3B225378337}"/>
                </a:ext>
              </a:extLst>
            </p:cNvPr>
            <p:cNvSpPr/>
            <p:nvPr/>
          </p:nvSpPr>
          <p:spPr>
            <a:xfrm>
              <a:off x="5376945" y="3338014"/>
              <a:ext cx="353556" cy="543931"/>
            </a:xfrm>
            <a:custGeom>
              <a:avLst/>
              <a:gdLst>
                <a:gd name="connsiteX0" fmla="*/ 311107 w 353555"/>
                <a:gd name="connsiteY0" fmla="*/ 433663 h 543931"/>
                <a:gd name="connsiteX1" fmla="*/ 215919 w 353555"/>
                <a:gd name="connsiteY1" fmla="*/ 501654 h 543931"/>
                <a:gd name="connsiteX2" fmla="*/ 98973 w 353555"/>
                <a:gd name="connsiteY2" fmla="*/ 392868 h 543931"/>
                <a:gd name="connsiteX3" fmla="*/ 98973 w 353555"/>
                <a:gd name="connsiteY3" fmla="*/ 221530 h 543931"/>
                <a:gd name="connsiteX4" fmla="*/ 82655 w 353555"/>
                <a:gd name="connsiteY4" fmla="*/ 221530 h 543931"/>
                <a:gd name="connsiteX5" fmla="*/ 58178 w 353555"/>
                <a:gd name="connsiteY5" fmla="*/ 191614 h 543931"/>
                <a:gd name="connsiteX6" fmla="*/ 85375 w 353555"/>
                <a:gd name="connsiteY6" fmla="*/ 164417 h 543931"/>
                <a:gd name="connsiteX7" fmla="*/ 101693 w 353555"/>
                <a:gd name="connsiteY7" fmla="*/ 164417 h 543931"/>
                <a:gd name="connsiteX8" fmla="*/ 101693 w 353555"/>
                <a:gd name="connsiteY8" fmla="*/ 118183 h 543931"/>
                <a:gd name="connsiteX9" fmla="*/ 166965 w 353555"/>
                <a:gd name="connsiteY9" fmla="*/ 58350 h 543931"/>
                <a:gd name="connsiteX10" fmla="*/ 229517 w 353555"/>
                <a:gd name="connsiteY10" fmla="*/ 118183 h 543931"/>
                <a:gd name="connsiteX11" fmla="*/ 229517 w 353555"/>
                <a:gd name="connsiteY11" fmla="*/ 118183 h 543931"/>
                <a:gd name="connsiteX12" fmla="*/ 229517 w 353555"/>
                <a:gd name="connsiteY12" fmla="*/ 164417 h 543931"/>
                <a:gd name="connsiteX13" fmla="*/ 283910 w 353555"/>
                <a:gd name="connsiteY13" fmla="*/ 164417 h 543931"/>
                <a:gd name="connsiteX14" fmla="*/ 308387 w 353555"/>
                <a:gd name="connsiteY14" fmla="*/ 194333 h 543931"/>
                <a:gd name="connsiteX15" fmla="*/ 281190 w 353555"/>
                <a:gd name="connsiteY15" fmla="*/ 221530 h 543931"/>
                <a:gd name="connsiteX16" fmla="*/ 229517 w 353555"/>
                <a:gd name="connsiteY16" fmla="*/ 221530 h 543931"/>
                <a:gd name="connsiteX17" fmla="*/ 229517 w 353555"/>
                <a:gd name="connsiteY17" fmla="*/ 365671 h 543931"/>
                <a:gd name="connsiteX18" fmla="*/ 311107 w 353555"/>
                <a:gd name="connsiteY18" fmla="*/ 433663 h 543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53555" h="543931">
                  <a:moveTo>
                    <a:pt x="311107" y="433663"/>
                  </a:moveTo>
                  <a:cubicBezTo>
                    <a:pt x="311107" y="433663"/>
                    <a:pt x="278471" y="501654"/>
                    <a:pt x="215919" y="501654"/>
                  </a:cubicBezTo>
                  <a:cubicBezTo>
                    <a:pt x="164245" y="501654"/>
                    <a:pt x="101693" y="458140"/>
                    <a:pt x="98973" y="392868"/>
                  </a:cubicBezTo>
                  <a:cubicBezTo>
                    <a:pt x="98973" y="392868"/>
                    <a:pt x="98973" y="297680"/>
                    <a:pt x="98973" y="221530"/>
                  </a:cubicBezTo>
                  <a:lnTo>
                    <a:pt x="82655" y="221530"/>
                  </a:lnTo>
                  <a:cubicBezTo>
                    <a:pt x="74496" y="221530"/>
                    <a:pt x="58178" y="216090"/>
                    <a:pt x="58178" y="191614"/>
                  </a:cubicBezTo>
                  <a:cubicBezTo>
                    <a:pt x="58178" y="167137"/>
                    <a:pt x="77216" y="164417"/>
                    <a:pt x="85375" y="164417"/>
                  </a:cubicBezTo>
                  <a:lnTo>
                    <a:pt x="101693" y="164417"/>
                  </a:lnTo>
                  <a:cubicBezTo>
                    <a:pt x="101693" y="137220"/>
                    <a:pt x="101693" y="118183"/>
                    <a:pt x="101693" y="118183"/>
                  </a:cubicBezTo>
                  <a:cubicBezTo>
                    <a:pt x="104413" y="85547"/>
                    <a:pt x="134329" y="55631"/>
                    <a:pt x="166965" y="58350"/>
                  </a:cubicBezTo>
                  <a:cubicBezTo>
                    <a:pt x="196881" y="61070"/>
                    <a:pt x="229517" y="85547"/>
                    <a:pt x="229517" y="118183"/>
                  </a:cubicBezTo>
                  <a:lnTo>
                    <a:pt x="229517" y="118183"/>
                  </a:lnTo>
                  <a:lnTo>
                    <a:pt x="229517" y="164417"/>
                  </a:lnTo>
                  <a:lnTo>
                    <a:pt x="283910" y="164417"/>
                  </a:lnTo>
                  <a:cubicBezTo>
                    <a:pt x="292069" y="164417"/>
                    <a:pt x="308387" y="169856"/>
                    <a:pt x="308387" y="194333"/>
                  </a:cubicBezTo>
                  <a:cubicBezTo>
                    <a:pt x="308387" y="218810"/>
                    <a:pt x="292069" y="221530"/>
                    <a:pt x="281190" y="221530"/>
                  </a:cubicBezTo>
                  <a:lnTo>
                    <a:pt x="229517" y="221530"/>
                  </a:lnTo>
                  <a:lnTo>
                    <a:pt x="229517" y="365671"/>
                  </a:lnTo>
                  <a:cubicBezTo>
                    <a:pt x="226797" y="409186"/>
                    <a:pt x="267592" y="433663"/>
                    <a:pt x="311107" y="433663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80F35251-94E1-D377-41B0-AC1D65D20681}"/>
                </a:ext>
              </a:extLst>
            </p:cNvPr>
            <p:cNvSpPr/>
            <p:nvPr/>
          </p:nvSpPr>
          <p:spPr>
            <a:xfrm>
              <a:off x="7090329" y="3338014"/>
              <a:ext cx="353556" cy="543931"/>
            </a:xfrm>
            <a:custGeom>
              <a:avLst/>
              <a:gdLst>
                <a:gd name="connsiteX0" fmla="*/ 311107 w 353555"/>
                <a:gd name="connsiteY0" fmla="*/ 433663 h 543931"/>
                <a:gd name="connsiteX1" fmla="*/ 215919 w 353555"/>
                <a:gd name="connsiteY1" fmla="*/ 501654 h 543931"/>
                <a:gd name="connsiteX2" fmla="*/ 98973 w 353555"/>
                <a:gd name="connsiteY2" fmla="*/ 392868 h 543931"/>
                <a:gd name="connsiteX3" fmla="*/ 98973 w 353555"/>
                <a:gd name="connsiteY3" fmla="*/ 221530 h 543931"/>
                <a:gd name="connsiteX4" fmla="*/ 82655 w 353555"/>
                <a:gd name="connsiteY4" fmla="*/ 221530 h 543931"/>
                <a:gd name="connsiteX5" fmla="*/ 58178 w 353555"/>
                <a:gd name="connsiteY5" fmla="*/ 191614 h 543931"/>
                <a:gd name="connsiteX6" fmla="*/ 85375 w 353555"/>
                <a:gd name="connsiteY6" fmla="*/ 164417 h 543931"/>
                <a:gd name="connsiteX7" fmla="*/ 101693 w 353555"/>
                <a:gd name="connsiteY7" fmla="*/ 164417 h 543931"/>
                <a:gd name="connsiteX8" fmla="*/ 101693 w 353555"/>
                <a:gd name="connsiteY8" fmla="*/ 118183 h 543931"/>
                <a:gd name="connsiteX9" fmla="*/ 166965 w 353555"/>
                <a:gd name="connsiteY9" fmla="*/ 58350 h 543931"/>
                <a:gd name="connsiteX10" fmla="*/ 229517 w 353555"/>
                <a:gd name="connsiteY10" fmla="*/ 118183 h 543931"/>
                <a:gd name="connsiteX11" fmla="*/ 229517 w 353555"/>
                <a:gd name="connsiteY11" fmla="*/ 118183 h 543931"/>
                <a:gd name="connsiteX12" fmla="*/ 229517 w 353555"/>
                <a:gd name="connsiteY12" fmla="*/ 164417 h 543931"/>
                <a:gd name="connsiteX13" fmla="*/ 283910 w 353555"/>
                <a:gd name="connsiteY13" fmla="*/ 164417 h 543931"/>
                <a:gd name="connsiteX14" fmla="*/ 308387 w 353555"/>
                <a:gd name="connsiteY14" fmla="*/ 194333 h 543931"/>
                <a:gd name="connsiteX15" fmla="*/ 281190 w 353555"/>
                <a:gd name="connsiteY15" fmla="*/ 221530 h 543931"/>
                <a:gd name="connsiteX16" fmla="*/ 229517 w 353555"/>
                <a:gd name="connsiteY16" fmla="*/ 221530 h 543931"/>
                <a:gd name="connsiteX17" fmla="*/ 229517 w 353555"/>
                <a:gd name="connsiteY17" fmla="*/ 365671 h 543931"/>
                <a:gd name="connsiteX18" fmla="*/ 311107 w 353555"/>
                <a:gd name="connsiteY18" fmla="*/ 433663 h 543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53555" h="543931">
                  <a:moveTo>
                    <a:pt x="311107" y="433663"/>
                  </a:moveTo>
                  <a:cubicBezTo>
                    <a:pt x="311107" y="433663"/>
                    <a:pt x="278471" y="501654"/>
                    <a:pt x="215919" y="501654"/>
                  </a:cubicBezTo>
                  <a:cubicBezTo>
                    <a:pt x="164245" y="501654"/>
                    <a:pt x="101693" y="458140"/>
                    <a:pt x="98973" y="392868"/>
                  </a:cubicBezTo>
                  <a:cubicBezTo>
                    <a:pt x="98973" y="392868"/>
                    <a:pt x="98973" y="297680"/>
                    <a:pt x="98973" y="221530"/>
                  </a:cubicBezTo>
                  <a:lnTo>
                    <a:pt x="82655" y="221530"/>
                  </a:lnTo>
                  <a:cubicBezTo>
                    <a:pt x="74496" y="221530"/>
                    <a:pt x="58178" y="216090"/>
                    <a:pt x="58178" y="191614"/>
                  </a:cubicBezTo>
                  <a:cubicBezTo>
                    <a:pt x="58178" y="167137"/>
                    <a:pt x="77216" y="164417"/>
                    <a:pt x="85375" y="164417"/>
                  </a:cubicBezTo>
                  <a:lnTo>
                    <a:pt x="101693" y="164417"/>
                  </a:lnTo>
                  <a:cubicBezTo>
                    <a:pt x="101693" y="137220"/>
                    <a:pt x="101693" y="118183"/>
                    <a:pt x="101693" y="118183"/>
                  </a:cubicBezTo>
                  <a:cubicBezTo>
                    <a:pt x="104412" y="85547"/>
                    <a:pt x="134329" y="55631"/>
                    <a:pt x="166965" y="58350"/>
                  </a:cubicBezTo>
                  <a:cubicBezTo>
                    <a:pt x="196881" y="61070"/>
                    <a:pt x="229517" y="85547"/>
                    <a:pt x="229517" y="118183"/>
                  </a:cubicBezTo>
                  <a:lnTo>
                    <a:pt x="229517" y="118183"/>
                  </a:lnTo>
                  <a:lnTo>
                    <a:pt x="229517" y="164417"/>
                  </a:lnTo>
                  <a:lnTo>
                    <a:pt x="283910" y="164417"/>
                  </a:lnTo>
                  <a:cubicBezTo>
                    <a:pt x="292069" y="164417"/>
                    <a:pt x="308387" y="169856"/>
                    <a:pt x="308387" y="194333"/>
                  </a:cubicBezTo>
                  <a:cubicBezTo>
                    <a:pt x="308387" y="218810"/>
                    <a:pt x="292069" y="221530"/>
                    <a:pt x="281190" y="221530"/>
                  </a:cubicBezTo>
                  <a:lnTo>
                    <a:pt x="229517" y="221530"/>
                  </a:lnTo>
                  <a:lnTo>
                    <a:pt x="229517" y="365671"/>
                  </a:lnTo>
                  <a:cubicBezTo>
                    <a:pt x="229517" y="409186"/>
                    <a:pt x="270312" y="433663"/>
                    <a:pt x="311107" y="433663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358DB332-E6FE-9739-4BB6-4EE42257EFAA}"/>
                </a:ext>
              </a:extLst>
            </p:cNvPr>
            <p:cNvSpPr/>
            <p:nvPr/>
          </p:nvSpPr>
          <p:spPr>
            <a:xfrm>
              <a:off x="2080719" y="4178559"/>
              <a:ext cx="462342" cy="788700"/>
            </a:xfrm>
            <a:custGeom>
              <a:avLst/>
              <a:gdLst>
                <a:gd name="connsiteX0" fmla="*/ 403575 w 462341"/>
                <a:gd name="connsiteY0" fmla="*/ 583072 h 788699"/>
                <a:gd name="connsiteX1" fmla="*/ 406295 w 462341"/>
                <a:gd name="connsiteY1" fmla="*/ 596670 h 788699"/>
                <a:gd name="connsiteX2" fmla="*/ 400855 w 462341"/>
                <a:gd name="connsiteY2" fmla="*/ 610268 h 788699"/>
                <a:gd name="connsiteX3" fmla="*/ 389977 w 462341"/>
                <a:gd name="connsiteY3" fmla="*/ 626586 h 788699"/>
                <a:gd name="connsiteX4" fmla="*/ 354621 w 462341"/>
                <a:gd name="connsiteY4" fmla="*/ 675540 h 788699"/>
                <a:gd name="connsiteX5" fmla="*/ 327424 w 462341"/>
                <a:gd name="connsiteY5" fmla="*/ 691858 h 788699"/>
                <a:gd name="connsiteX6" fmla="*/ 292069 w 462341"/>
                <a:gd name="connsiteY6" fmla="*/ 713615 h 788699"/>
                <a:gd name="connsiteX7" fmla="*/ 251274 w 462341"/>
                <a:gd name="connsiteY7" fmla="*/ 724494 h 788699"/>
                <a:gd name="connsiteX8" fmla="*/ 221358 w 462341"/>
                <a:gd name="connsiteY8" fmla="*/ 721774 h 788699"/>
                <a:gd name="connsiteX9" fmla="*/ 191442 w 462341"/>
                <a:gd name="connsiteY9" fmla="*/ 721774 h 788699"/>
                <a:gd name="connsiteX10" fmla="*/ 153366 w 462341"/>
                <a:gd name="connsiteY10" fmla="*/ 713615 h 788699"/>
                <a:gd name="connsiteX11" fmla="*/ 104412 w 462341"/>
                <a:gd name="connsiteY11" fmla="*/ 675540 h 788699"/>
                <a:gd name="connsiteX12" fmla="*/ 104412 w 462341"/>
                <a:gd name="connsiteY12" fmla="*/ 689138 h 788699"/>
                <a:gd name="connsiteX13" fmla="*/ 101693 w 462341"/>
                <a:gd name="connsiteY13" fmla="*/ 710895 h 788699"/>
                <a:gd name="connsiteX14" fmla="*/ 85375 w 462341"/>
                <a:gd name="connsiteY14" fmla="*/ 732653 h 788699"/>
                <a:gd name="connsiteX15" fmla="*/ 69057 w 462341"/>
                <a:gd name="connsiteY15" fmla="*/ 727214 h 788699"/>
                <a:gd name="connsiteX16" fmla="*/ 60898 w 462341"/>
                <a:gd name="connsiteY16" fmla="*/ 710895 h 788699"/>
                <a:gd name="connsiteX17" fmla="*/ 58178 w 462341"/>
                <a:gd name="connsiteY17" fmla="*/ 691858 h 788699"/>
                <a:gd name="connsiteX18" fmla="*/ 60898 w 462341"/>
                <a:gd name="connsiteY18" fmla="*/ 664661 h 788699"/>
                <a:gd name="connsiteX19" fmla="*/ 60898 w 462341"/>
                <a:gd name="connsiteY19" fmla="*/ 607549 h 788699"/>
                <a:gd name="connsiteX20" fmla="*/ 63618 w 462341"/>
                <a:gd name="connsiteY20" fmla="*/ 528679 h 788699"/>
                <a:gd name="connsiteX21" fmla="*/ 69057 w 462341"/>
                <a:gd name="connsiteY21" fmla="*/ 504202 h 788699"/>
                <a:gd name="connsiteX22" fmla="*/ 74496 w 462341"/>
                <a:gd name="connsiteY22" fmla="*/ 493323 h 788699"/>
                <a:gd name="connsiteX23" fmla="*/ 82655 w 462341"/>
                <a:gd name="connsiteY23" fmla="*/ 487884 h 788699"/>
                <a:gd name="connsiteX24" fmla="*/ 90814 w 462341"/>
                <a:gd name="connsiteY24" fmla="*/ 493323 h 788699"/>
                <a:gd name="connsiteX25" fmla="*/ 98973 w 462341"/>
                <a:gd name="connsiteY25" fmla="*/ 512361 h 788699"/>
                <a:gd name="connsiteX26" fmla="*/ 101693 w 462341"/>
                <a:gd name="connsiteY26" fmla="*/ 555875 h 788699"/>
                <a:gd name="connsiteX27" fmla="*/ 101693 w 462341"/>
                <a:gd name="connsiteY27" fmla="*/ 596670 h 788699"/>
                <a:gd name="connsiteX28" fmla="*/ 109852 w 462341"/>
                <a:gd name="connsiteY28" fmla="*/ 626586 h 788699"/>
                <a:gd name="connsiteX29" fmla="*/ 128889 w 462341"/>
                <a:gd name="connsiteY29" fmla="*/ 651063 h 788699"/>
                <a:gd name="connsiteX30" fmla="*/ 153366 w 462341"/>
                <a:gd name="connsiteY30" fmla="*/ 670101 h 788699"/>
                <a:gd name="connsiteX31" fmla="*/ 196881 w 462341"/>
                <a:gd name="connsiteY31" fmla="*/ 678260 h 788699"/>
                <a:gd name="connsiteX32" fmla="*/ 221358 w 462341"/>
                <a:gd name="connsiteY32" fmla="*/ 667381 h 788699"/>
                <a:gd name="connsiteX33" fmla="*/ 253994 w 462341"/>
                <a:gd name="connsiteY33" fmla="*/ 659222 h 788699"/>
                <a:gd name="connsiteX34" fmla="*/ 275751 w 462341"/>
                <a:gd name="connsiteY34" fmla="*/ 637465 h 788699"/>
                <a:gd name="connsiteX35" fmla="*/ 281190 w 462341"/>
                <a:gd name="connsiteY35" fmla="*/ 615708 h 788699"/>
                <a:gd name="connsiteX36" fmla="*/ 278471 w 462341"/>
                <a:gd name="connsiteY36" fmla="*/ 602109 h 788699"/>
                <a:gd name="connsiteX37" fmla="*/ 262153 w 462341"/>
                <a:gd name="connsiteY37" fmla="*/ 572193 h 788699"/>
                <a:gd name="connsiteX38" fmla="*/ 245835 w 462341"/>
                <a:gd name="connsiteY38" fmla="*/ 536838 h 788699"/>
                <a:gd name="connsiteX39" fmla="*/ 196881 w 462341"/>
                <a:gd name="connsiteY39" fmla="*/ 477005 h 788699"/>
                <a:gd name="connsiteX40" fmla="*/ 145207 w 462341"/>
                <a:gd name="connsiteY40" fmla="*/ 419892 h 788699"/>
                <a:gd name="connsiteX41" fmla="*/ 93534 w 462341"/>
                <a:gd name="connsiteY41" fmla="*/ 357340 h 788699"/>
                <a:gd name="connsiteX42" fmla="*/ 66337 w 462341"/>
                <a:gd name="connsiteY42" fmla="*/ 283910 h 788699"/>
                <a:gd name="connsiteX43" fmla="*/ 58178 w 462341"/>
                <a:gd name="connsiteY43" fmla="*/ 224077 h 788699"/>
                <a:gd name="connsiteX44" fmla="*/ 82655 w 462341"/>
                <a:gd name="connsiteY44" fmla="*/ 150647 h 788699"/>
                <a:gd name="connsiteX45" fmla="*/ 137048 w 462341"/>
                <a:gd name="connsiteY45" fmla="*/ 96253 h 788699"/>
                <a:gd name="connsiteX46" fmla="*/ 196881 w 462341"/>
                <a:gd name="connsiteY46" fmla="*/ 77216 h 788699"/>
                <a:gd name="connsiteX47" fmla="*/ 232236 w 462341"/>
                <a:gd name="connsiteY47" fmla="*/ 69057 h 788699"/>
                <a:gd name="connsiteX48" fmla="*/ 262153 w 462341"/>
                <a:gd name="connsiteY48" fmla="*/ 74496 h 788699"/>
                <a:gd name="connsiteX49" fmla="*/ 294789 w 462341"/>
                <a:gd name="connsiteY49" fmla="*/ 85375 h 788699"/>
                <a:gd name="connsiteX50" fmla="*/ 327424 w 462341"/>
                <a:gd name="connsiteY50" fmla="*/ 104412 h 788699"/>
                <a:gd name="connsiteX51" fmla="*/ 332864 w 462341"/>
                <a:gd name="connsiteY51" fmla="*/ 74496 h 788699"/>
                <a:gd name="connsiteX52" fmla="*/ 338303 w 462341"/>
                <a:gd name="connsiteY52" fmla="*/ 63618 h 788699"/>
                <a:gd name="connsiteX53" fmla="*/ 349182 w 462341"/>
                <a:gd name="connsiteY53" fmla="*/ 58178 h 788699"/>
                <a:gd name="connsiteX54" fmla="*/ 357341 w 462341"/>
                <a:gd name="connsiteY54" fmla="*/ 63618 h 788699"/>
                <a:gd name="connsiteX55" fmla="*/ 365500 w 462341"/>
                <a:gd name="connsiteY55" fmla="*/ 82655 h 788699"/>
                <a:gd name="connsiteX56" fmla="*/ 368219 w 462341"/>
                <a:gd name="connsiteY56" fmla="*/ 142488 h 788699"/>
                <a:gd name="connsiteX57" fmla="*/ 368219 w 462341"/>
                <a:gd name="connsiteY57" fmla="*/ 188722 h 788699"/>
                <a:gd name="connsiteX58" fmla="*/ 370939 w 462341"/>
                <a:gd name="connsiteY58" fmla="*/ 245834 h 788699"/>
                <a:gd name="connsiteX59" fmla="*/ 354621 w 462341"/>
                <a:gd name="connsiteY59" fmla="*/ 286629 h 788699"/>
                <a:gd name="connsiteX60" fmla="*/ 338303 w 462341"/>
                <a:gd name="connsiteY60" fmla="*/ 281190 h 788699"/>
                <a:gd name="connsiteX61" fmla="*/ 330144 w 462341"/>
                <a:gd name="connsiteY61" fmla="*/ 264872 h 788699"/>
                <a:gd name="connsiteX62" fmla="*/ 327424 w 462341"/>
                <a:gd name="connsiteY62" fmla="*/ 248554 h 788699"/>
                <a:gd name="connsiteX63" fmla="*/ 330144 w 462341"/>
                <a:gd name="connsiteY63" fmla="*/ 221357 h 788699"/>
                <a:gd name="connsiteX64" fmla="*/ 330144 w 462341"/>
                <a:gd name="connsiteY64" fmla="*/ 188722 h 788699"/>
                <a:gd name="connsiteX65" fmla="*/ 327424 w 462341"/>
                <a:gd name="connsiteY65" fmla="*/ 164245 h 788699"/>
                <a:gd name="connsiteX66" fmla="*/ 311107 w 462341"/>
                <a:gd name="connsiteY66" fmla="*/ 134329 h 788699"/>
                <a:gd name="connsiteX67" fmla="*/ 283910 w 462341"/>
                <a:gd name="connsiteY67" fmla="*/ 118011 h 788699"/>
                <a:gd name="connsiteX68" fmla="*/ 251274 w 462341"/>
                <a:gd name="connsiteY68" fmla="*/ 112571 h 788699"/>
                <a:gd name="connsiteX69" fmla="*/ 215918 w 462341"/>
                <a:gd name="connsiteY69" fmla="*/ 123450 h 788699"/>
                <a:gd name="connsiteX70" fmla="*/ 202320 w 462341"/>
                <a:gd name="connsiteY70" fmla="*/ 147927 h 788699"/>
                <a:gd name="connsiteX71" fmla="*/ 188722 w 462341"/>
                <a:gd name="connsiteY71" fmla="*/ 180563 h 788699"/>
                <a:gd name="connsiteX72" fmla="*/ 183283 w 462341"/>
                <a:gd name="connsiteY72" fmla="*/ 210479 h 788699"/>
                <a:gd name="connsiteX73" fmla="*/ 188722 w 462341"/>
                <a:gd name="connsiteY73" fmla="*/ 226797 h 788699"/>
                <a:gd name="connsiteX74" fmla="*/ 188722 w 462341"/>
                <a:gd name="connsiteY74" fmla="*/ 248554 h 788699"/>
                <a:gd name="connsiteX75" fmla="*/ 210479 w 462341"/>
                <a:gd name="connsiteY75" fmla="*/ 273031 h 788699"/>
                <a:gd name="connsiteX76" fmla="*/ 226797 w 462341"/>
                <a:gd name="connsiteY76" fmla="*/ 300228 h 788699"/>
                <a:gd name="connsiteX77" fmla="*/ 256713 w 462341"/>
                <a:gd name="connsiteY77" fmla="*/ 332864 h 788699"/>
                <a:gd name="connsiteX78" fmla="*/ 275751 w 462341"/>
                <a:gd name="connsiteY78" fmla="*/ 351901 h 788699"/>
                <a:gd name="connsiteX79" fmla="*/ 324705 w 462341"/>
                <a:gd name="connsiteY79" fmla="*/ 400855 h 788699"/>
                <a:gd name="connsiteX80" fmla="*/ 343742 w 462341"/>
                <a:gd name="connsiteY80" fmla="*/ 428051 h 788699"/>
                <a:gd name="connsiteX81" fmla="*/ 351901 w 462341"/>
                <a:gd name="connsiteY81" fmla="*/ 433491 h 788699"/>
                <a:gd name="connsiteX82" fmla="*/ 360060 w 462341"/>
                <a:gd name="connsiteY82" fmla="*/ 447089 h 788699"/>
                <a:gd name="connsiteX83" fmla="*/ 384537 w 462341"/>
                <a:gd name="connsiteY83" fmla="*/ 474286 h 788699"/>
                <a:gd name="connsiteX84" fmla="*/ 395416 w 462341"/>
                <a:gd name="connsiteY84" fmla="*/ 506921 h 788699"/>
                <a:gd name="connsiteX85" fmla="*/ 406295 w 462341"/>
                <a:gd name="connsiteY85" fmla="*/ 536838 h 788699"/>
                <a:gd name="connsiteX86" fmla="*/ 409014 w 462341"/>
                <a:gd name="connsiteY86" fmla="*/ 547716 h 788699"/>
                <a:gd name="connsiteX87" fmla="*/ 406295 w 462341"/>
                <a:gd name="connsiteY87" fmla="*/ 569473 h 788699"/>
                <a:gd name="connsiteX88" fmla="*/ 403575 w 462341"/>
                <a:gd name="connsiteY88" fmla="*/ 583072 h 788699"/>
                <a:gd name="connsiteX89" fmla="*/ 403575 w 462341"/>
                <a:gd name="connsiteY89" fmla="*/ 583072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462341" h="788699">
                  <a:moveTo>
                    <a:pt x="403575" y="583072"/>
                  </a:moveTo>
                  <a:cubicBezTo>
                    <a:pt x="403575" y="588511"/>
                    <a:pt x="406295" y="591231"/>
                    <a:pt x="406295" y="596670"/>
                  </a:cubicBezTo>
                  <a:cubicBezTo>
                    <a:pt x="406295" y="602109"/>
                    <a:pt x="403575" y="604829"/>
                    <a:pt x="400855" y="610268"/>
                  </a:cubicBezTo>
                  <a:cubicBezTo>
                    <a:pt x="398136" y="615708"/>
                    <a:pt x="392696" y="621147"/>
                    <a:pt x="389977" y="626586"/>
                  </a:cubicBezTo>
                  <a:cubicBezTo>
                    <a:pt x="381818" y="645624"/>
                    <a:pt x="368219" y="661942"/>
                    <a:pt x="354621" y="675540"/>
                  </a:cubicBezTo>
                  <a:cubicBezTo>
                    <a:pt x="346462" y="683699"/>
                    <a:pt x="338303" y="686419"/>
                    <a:pt x="327424" y="691858"/>
                  </a:cubicBezTo>
                  <a:cubicBezTo>
                    <a:pt x="316546" y="700017"/>
                    <a:pt x="302948" y="708176"/>
                    <a:pt x="292069" y="713615"/>
                  </a:cubicBezTo>
                  <a:cubicBezTo>
                    <a:pt x="281190" y="719054"/>
                    <a:pt x="264872" y="724494"/>
                    <a:pt x="251274" y="724494"/>
                  </a:cubicBezTo>
                  <a:cubicBezTo>
                    <a:pt x="240395" y="724494"/>
                    <a:pt x="229517" y="721774"/>
                    <a:pt x="221358" y="721774"/>
                  </a:cubicBezTo>
                  <a:cubicBezTo>
                    <a:pt x="213199" y="721774"/>
                    <a:pt x="202320" y="721774"/>
                    <a:pt x="191442" y="721774"/>
                  </a:cubicBezTo>
                  <a:cubicBezTo>
                    <a:pt x="172404" y="721774"/>
                    <a:pt x="172404" y="721774"/>
                    <a:pt x="153366" y="713615"/>
                  </a:cubicBezTo>
                  <a:cubicBezTo>
                    <a:pt x="134329" y="708176"/>
                    <a:pt x="118011" y="691858"/>
                    <a:pt x="104412" y="675540"/>
                  </a:cubicBezTo>
                  <a:cubicBezTo>
                    <a:pt x="104412" y="678260"/>
                    <a:pt x="104412" y="680979"/>
                    <a:pt x="104412" y="689138"/>
                  </a:cubicBezTo>
                  <a:cubicBezTo>
                    <a:pt x="104412" y="694578"/>
                    <a:pt x="104412" y="702737"/>
                    <a:pt x="101693" y="710895"/>
                  </a:cubicBezTo>
                  <a:cubicBezTo>
                    <a:pt x="101693" y="721774"/>
                    <a:pt x="96253" y="732653"/>
                    <a:pt x="85375" y="732653"/>
                  </a:cubicBezTo>
                  <a:cubicBezTo>
                    <a:pt x="77216" y="732653"/>
                    <a:pt x="74496" y="729933"/>
                    <a:pt x="69057" y="727214"/>
                  </a:cubicBezTo>
                  <a:cubicBezTo>
                    <a:pt x="63618" y="724494"/>
                    <a:pt x="60898" y="716335"/>
                    <a:pt x="60898" y="710895"/>
                  </a:cubicBezTo>
                  <a:cubicBezTo>
                    <a:pt x="58178" y="702737"/>
                    <a:pt x="58178" y="697297"/>
                    <a:pt x="58178" y="691858"/>
                  </a:cubicBezTo>
                  <a:cubicBezTo>
                    <a:pt x="58178" y="683699"/>
                    <a:pt x="60898" y="678260"/>
                    <a:pt x="60898" y="664661"/>
                  </a:cubicBezTo>
                  <a:cubicBezTo>
                    <a:pt x="60898" y="656502"/>
                    <a:pt x="60898" y="632026"/>
                    <a:pt x="60898" y="607549"/>
                  </a:cubicBezTo>
                  <a:cubicBezTo>
                    <a:pt x="60898" y="574913"/>
                    <a:pt x="60898" y="542277"/>
                    <a:pt x="63618" y="528679"/>
                  </a:cubicBezTo>
                  <a:cubicBezTo>
                    <a:pt x="63618" y="520520"/>
                    <a:pt x="63618" y="509641"/>
                    <a:pt x="69057" y="504202"/>
                  </a:cubicBezTo>
                  <a:cubicBezTo>
                    <a:pt x="71777" y="501482"/>
                    <a:pt x="71777" y="498762"/>
                    <a:pt x="74496" y="493323"/>
                  </a:cubicBezTo>
                  <a:cubicBezTo>
                    <a:pt x="77216" y="490603"/>
                    <a:pt x="79936" y="487884"/>
                    <a:pt x="82655" y="487884"/>
                  </a:cubicBezTo>
                  <a:cubicBezTo>
                    <a:pt x="85375" y="487884"/>
                    <a:pt x="90814" y="490603"/>
                    <a:pt x="90814" y="493323"/>
                  </a:cubicBezTo>
                  <a:cubicBezTo>
                    <a:pt x="93534" y="498762"/>
                    <a:pt x="98973" y="506921"/>
                    <a:pt x="98973" y="512361"/>
                  </a:cubicBezTo>
                  <a:cubicBezTo>
                    <a:pt x="98973" y="520520"/>
                    <a:pt x="101693" y="536838"/>
                    <a:pt x="101693" y="555875"/>
                  </a:cubicBezTo>
                  <a:cubicBezTo>
                    <a:pt x="101693" y="569473"/>
                    <a:pt x="101693" y="583072"/>
                    <a:pt x="101693" y="596670"/>
                  </a:cubicBezTo>
                  <a:cubicBezTo>
                    <a:pt x="101693" y="607549"/>
                    <a:pt x="104412" y="618427"/>
                    <a:pt x="109852" y="626586"/>
                  </a:cubicBezTo>
                  <a:cubicBezTo>
                    <a:pt x="115291" y="637465"/>
                    <a:pt x="123450" y="642904"/>
                    <a:pt x="128889" y="651063"/>
                  </a:cubicBezTo>
                  <a:cubicBezTo>
                    <a:pt x="137048" y="661942"/>
                    <a:pt x="139768" y="667381"/>
                    <a:pt x="153366" y="670101"/>
                  </a:cubicBezTo>
                  <a:cubicBezTo>
                    <a:pt x="161525" y="670101"/>
                    <a:pt x="183283" y="678260"/>
                    <a:pt x="196881" y="678260"/>
                  </a:cubicBezTo>
                  <a:cubicBezTo>
                    <a:pt x="207759" y="678260"/>
                    <a:pt x="210479" y="672820"/>
                    <a:pt x="221358" y="667381"/>
                  </a:cubicBezTo>
                  <a:cubicBezTo>
                    <a:pt x="232236" y="661942"/>
                    <a:pt x="245835" y="664661"/>
                    <a:pt x="253994" y="659222"/>
                  </a:cubicBezTo>
                  <a:cubicBezTo>
                    <a:pt x="262153" y="653783"/>
                    <a:pt x="273031" y="645624"/>
                    <a:pt x="275751" y="637465"/>
                  </a:cubicBezTo>
                  <a:cubicBezTo>
                    <a:pt x="281190" y="629306"/>
                    <a:pt x="281190" y="621147"/>
                    <a:pt x="281190" y="615708"/>
                  </a:cubicBezTo>
                  <a:cubicBezTo>
                    <a:pt x="281190" y="610268"/>
                    <a:pt x="281190" y="607549"/>
                    <a:pt x="278471" y="602109"/>
                  </a:cubicBezTo>
                  <a:cubicBezTo>
                    <a:pt x="275751" y="591231"/>
                    <a:pt x="267592" y="583072"/>
                    <a:pt x="262153" y="572193"/>
                  </a:cubicBezTo>
                  <a:cubicBezTo>
                    <a:pt x="256713" y="561314"/>
                    <a:pt x="253994" y="547716"/>
                    <a:pt x="245835" y="536838"/>
                  </a:cubicBezTo>
                  <a:cubicBezTo>
                    <a:pt x="232236" y="515080"/>
                    <a:pt x="213199" y="498762"/>
                    <a:pt x="196881" y="477005"/>
                  </a:cubicBezTo>
                  <a:cubicBezTo>
                    <a:pt x="180563" y="457968"/>
                    <a:pt x="164245" y="438930"/>
                    <a:pt x="145207" y="419892"/>
                  </a:cubicBezTo>
                  <a:cubicBezTo>
                    <a:pt x="126170" y="400855"/>
                    <a:pt x="109852" y="379098"/>
                    <a:pt x="93534" y="357340"/>
                  </a:cubicBezTo>
                  <a:cubicBezTo>
                    <a:pt x="77216" y="335583"/>
                    <a:pt x="71777" y="308387"/>
                    <a:pt x="66337" y="283910"/>
                  </a:cubicBezTo>
                  <a:cubicBezTo>
                    <a:pt x="63618" y="267592"/>
                    <a:pt x="58178" y="245834"/>
                    <a:pt x="58178" y="224077"/>
                  </a:cubicBezTo>
                  <a:cubicBezTo>
                    <a:pt x="58178" y="194161"/>
                    <a:pt x="69057" y="175123"/>
                    <a:pt x="82655" y="150647"/>
                  </a:cubicBezTo>
                  <a:cubicBezTo>
                    <a:pt x="96253" y="128889"/>
                    <a:pt x="115291" y="109852"/>
                    <a:pt x="137048" y="96253"/>
                  </a:cubicBezTo>
                  <a:cubicBezTo>
                    <a:pt x="158806" y="82655"/>
                    <a:pt x="172404" y="79936"/>
                    <a:pt x="196881" y="77216"/>
                  </a:cubicBezTo>
                  <a:cubicBezTo>
                    <a:pt x="210479" y="77216"/>
                    <a:pt x="215918" y="69057"/>
                    <a:pt x="232236" y="69057"/>
                  </a:cubicBezTo>
                  <a:cubicBezTo>
                    <a:pt x="243115" y="69057"/>
                    <a:pt x="251274" y="71776"/>
                    <a:pt x="262153" y="74496"/>
                  </a:cubicBezTo>
                  <a:cubicBezTo>
                    <a:pt x="273031" y="77216"/>
                    <a:pt x="283910" y="82655"/>
                    <a:pt x="294789" y="85375"/>
                  </a:cubicBezTo>
                  <a:cubicBezTo>
                    <a:pt x="308387" y="90814"/>
                    <a:pt x="319265" y="96253"/>
                    <a:pt x="327424" y="104412"/>
                  </a:cubicBezTo>
                  <a:cubicBezTo>
                    <a:pt x="327424" y="90814"/>
                    <a:pt x="327424" y="79936"/>
                    <a:pt x="332864" y="74496"/>
                  </a:cubicBezTo>
                  <a:cubicBezTo>
                    <a:pt x="335583" y="71776"/>
                    <a:pt x="335583" y="69057"/>
                    <a:pt x="338303" y="63618"/>
                  </a:cubicBezTo>
                  <a:cubicBezTo>
                    <a:pt x="341023" y="60898"/>
                    <a:pt x="346462" y="58178"/>
                    <a:pt x="349182" y="58178"/>
                  </a:cubicBezTo>
                  <a:cubicBezTo>
                    <a:pt x="351901" y="58178"/>
                    <a:pt x="357341" y="60898"/>
                    <a:pt x="357341" y="63618"/>
                  </a:cubicBezTo>
                  <a:cubicBezTo>
                    <a:pt x="360060" y="69057"/>
                    <a:pt x="365500" y="77216"/>
                    <a:pt x="365500" y="82655"/>
                  </a:cubicBezTo>
                  <a:cubicBezTo>
                    <a:pt x="365500" y="90814"/>
                    <a:pt x="368219" y="123450"/>
                    <a:pt x="368219" y="142488"/>
                  </a:cubicBezTo>
                  <a:cubicBezTo>
                    <a:pt x="368219" y="158806"/>
                    <a:pt x="368219" y="177843"/>
                    <a:pt x="368219" y="188722"/>
                  </a:cubicBezTo>
                  <a:cubicBezTo>
                    <a:pt x="368219" y="213199"/>
                    <a:pt x="370939" y="224077"/>
                    <a:pt x="370939" y="245834"/>
                  </a:cubicBezTo>
                  <a:cubicBezTo>
                    <a:pt x="370939" y="256713"/>
                    <a:pt x="370939" y="286629"/>
                    <a:pt x="354621" y="286629"/>
                  </a:cubicBezTo>
                  <a:cubicBezTo>
                    <a:pt x="346462" y="286629"/>
                    <a:pt x="343742" y="283910"/>
                    <a:pt x="338303" y="281190"/>
                  </a:cubicBezTo>
                  <a:cubicBezTo>
                    <a:pt x="332864" y="278470"/>
                    <a:pt x="330144" y="270311"/>
                    <a:pt x="330144" y="264872"/>
                  </a:cubicBezTo>
                  <a:cubicBezTo>
                    <a:pt x="327424" y="256713"/>
                    <a:pt x="327424" y="251274"/>
                    <a:pt x="327424" y="248554"/>
                  </a:cubicBezTo>
                  <a:cubicBezTo>
                    <a:pt x="327424" y="240395"/>
                    <a:pt x="330144" y="234956"/>
                    <a:pt x="330144" y="221357"/>
                  </a:cubicBezTo>
                  <a:cubicBezTo>
                    <a:pt x="330144" y="213199"/>
                    <a:pt x="330144" y="202320"/>
                    <a:pt x="330144" y="188722"/>
                  </a:cubicBezTo>
                  <a:cubicBezTo>
                    <a:pt x="330144" y="180563"/>
                    <a:pt x="327424" y="172404"/>
                    <a:pt x="327424" y="164245"/>
                  </a:cubicBezTo>
                  <a:cubicBezTo>
                    <a:pt x="324705" y="153366"/>
                    <a:pt x="319265" y="142488"/>
                    <a:pt x="311107" y="134329"/>
                  </a:cubicBezTo>
                  <a:cubicBezTo>
                    <a:pt x="302948" y="126170"/>
                    <a:pt x="294789" y="120730"/>
                    <a:pt x="283910" y="118011"/>
                  </a:cubicBezTo>
                  <a:cubicBezTo>
                    <a:pt x="275751" y="115291"/>
                    <a:pt x="262153" y="112571"/>
                    <a:pt x="251274" y="112571"/>
                  </a:cubicBezTo>
                  <a:cubicBezTo>
                    <a:pt x="237676" y="112571"/>
                    <a:pt x="224077" y="115291"/>
                    <a:pt x="215918" y="123450"/>
                  </a:cubicBezTo>
                  <a:cubicBezTo>
                    <a:pt x="207759" y="128889"/>
                    <a:pt x="205040" y="139768"/>
                    <a:pt x="202320" y="147927"/>
                  </a:cubicBezTo>
                  <a:cubicBezTo>
                    <a:pt x="196881" y="158806"/>
                    <a:pt x="191442" y="166964"/>
                    <a:pt x="188722" y="180563"/>
                  </a:cubicBezTo>
                  <a:cubicBezTo>
                    <a:pt x="186002" y="191441"/>
                    <a:pt x="183283" y="199600"/>
                    <a:pt x="183283" y="210479"/>
                  </a:cubicBezTo>
                  <a:cubicBezTo>
                    <a:pt x="183283" y="215918"/>
                    <a:pt x="186002" y="221357"/>
                    <a:pt x="188722" y="226797"/>
                  </a:cubicBezTo>
                  <a:cubicBezTo>
                    <a:pt x="191442" y="234956"/>
                    <a:pt x="188722" y="243115"/>
                    <a:pt x="188722" y="248554"/>
                  </a:cubicBezTo>
                  <a:cubicBezTo>
                    <a:pt x="191442" y="259433"/>
                    <a:pt x="202320" y="264872"/>
                    <a:pt x="210479" y="273031"/>
                  </a:cubicBezTo>
                  <a:cubicBezTo>
                    <a:pt x="218638" y="281190"/>
                    <a:pt x="221358" y="292069"/>
                    <a:pt x="226797" y="300228"/>
                  </a:cubicBezTo>
                  <a:cubicBezTo>
                    <a:pt x="234956" y="311106"/>
                    <a:pt x="245835" y="321985"/>
                    <a:pt x="256713" y="332864"/>
                  </a:cubicBezTo>
                  <a:cubicBezTo>
                    <a:pt x="259433" y="338303"/>
                    <a:pt x="267592" y="343742"/>
                    <a:pt x="275751" y="351901"/>
                  </a:cubicBezTo>
                  <a:cubicBezTo>
                    <a:pt x="292069" y="368219"/>
                    <a:pt x="311107" y="384537"/>
                    <a:pt x="324705" y="400855"/>
                  </a:cubicBezTo>
                  <a:cubicBezTo>
                    <a:pt x="332864" y="409014"/>
                    <a:pt x="335583" y="419892"/>
                    <a:pt x="343742" y="428051"/>
                  </a:cubicBezTo>
                  <a:cubicBezTo>
                    <a:pt x="346462" y="430771"/>
                    <a:pt x="349182" y="430771"/>
                    <a:pt x="351901" y="433491"/>
                  </a:cubicBezTo>
                  <a:cubicBezTo>
                    <a:pt x="354621" y="436210"/>
                    <a:pt x="357341" y="441650"/>
                    <a:pt x="360060" y="447089"/>
                  </a:cubicBezTo>
                  <a:cubicBezTo>
                    <a:pt x="368219" y="455248"/>
                    <a:pt x="376378" y="463407"/>
                    <a:pt x="384537" y="474286"/>
                  </a:cubicBezTo>
                  <a:cubicBezTo>
                    <a:pt x="389977" y="482445"/>
                    <a:pt x="392696" y="496043"/>
                    <a:pt x="395416" y="506921"/>
                  </a:cubicBezTo>
                  <a:cubicBezTo>
                    <a:pt x="400855" y="517800"/>
                    <a:pt x="400855" y="528679"/>
                    <a:pt x="406295" y="536838"/>
                  </a:cubicBezTo>
                  <a:cubicBezTo>
                    <a:pt x="409014" y="539557"/>
                    <a:pt x="409014" y="544997"/>
                    <a:pt x="409014" y="547716"/>
                  </a:cubicBezTo>
                  <a:cubicBezTo>
                    <a:pt x="409014" y="555875"/>
                    <a:pt x="406295" y="561314"/>
                    <a:pt x="406295" y="569473"/>
                  </a:cubicBezTo>
                  <a:cubicBezTo>
                    <a:pt x="406295" y="574913"/>
                    <a:pt x="403575" y="577632"/>
                    <a:pt x="403575" y="583072"/>
                  </a:cubicBezTo>
                  <a:lnTo>
                    <a:pt x="403575" y="583072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CBF0EF0C-24AA-A78A-C65F-D892972B7CEF}"/>
                </a:ext>
              </a:extLst>
            </p:cNvPr>
            <p:cNvSpPr/>
            <p:nvPr/>
          </p:nvSpPr>
          <p:spPr>
            <a:xfrm>
              <a:off x="2456032" y="4192158"/>
              <a:ext cx="571128" cy="761503"/>
            </a:xfrm>
            <a:custGeom>
              <a:avLst/>
              <a:gdLst>
                <a:gd name="connsiteX0" fmla="*/ 512361 w 571128"/>
                <a:gd name="connsiteY0" fmla="*/ 79936 h 761503"/>
                <a:gd name="connsiteX1" fmla="*/ 539558 w 571128"/>
                <a:gd name="connsiteY1" fmla="*/ 96253 h 761503"/>
                <a:gd name="connsiteX2" fmla="*/ 534118 w 571128"/>
                <a:gd name="connsiteY2" fmla="*/ 112571 h 761503"/>
                <a:gd name="connsiteX3" fmla="*/ 523240 w 571128"/>
                <a:gd name="connsiteY3" fmla="*/ 120730 h 761503"/>
                <a:gd name="connsiteX4" fmla="*/ 506922 w 571128"/>
                <a:gd name="connsiteY4" fmla="*/ 123450 h 761503"/>
                <a:gd name="connsiteX5" fmla="*/ 477006 w 571128"/>
                <a:gd name="connsiteY5" fmla="*/ 123450 h 761503"/>
                <a:gd name="connsiteX6" fmla="*/ 479725 w 571128"/>
                <a:gd name="connsiteY6" fmla="*/ 145207 h 761503"/>
                <a:gd name="connsiteX7" fmla="*/ 477006 w 571128"/>
                <a:gd name="connsiteY7" fmla="*/ 180563 h 761503"/>
                <a:gd name="connsiteX8" fmla="*/ 482445 w 571128"/>
                <a:gd name="connsiteY8" fmla="*/ 232236 h 761503"/>
                <a:gd name="connsiteX9" fmla="*/ 485165 w 571128"/>
                <a:gd name="connsiteY9" fmla="*/ 283910 h 761503"/>
                <a:gd name="connsiteX10" fmla="*/ 485165 w 571128"/>
                <a:gd name="connsiteY10" fmla="*/ 327424 h 761503"/>
                <a:gd name="connsiteX11" fmla="*/ 487884 w 571128"/>
                <a:gd name="connsiteY11" fmla="*/ 373658 h 761503"/>
                <a:gd name="connsiteX12" fmla="*/ 485165 w 571128"/>
                <a:gd name="connsiteY12" fmla="*/ 419892 h 761503"/>
                <a:gd name="connsiteX13" fmla="*/ 485165 w 571128"/>
                <a:gd name="connsiteY13" fmla="*/ 463407 h 761503"/>
                <a:gd name="connsiteX14" fmla="*/ 482445 w 571128"/>
                <a:gd name="connsiteY14" fmla="*/ 515080 h 761503"/>
                <a:gd name="connsiteX15" fmla="*/ 482445 w 571128"/>
                <a:gd name="connsiteY15" fmla="*/ 558595 h 761503"/>
                <a:gd name="connsiteX16" fmla="*/ 479725 w 571128"/>
                <a:gd name="connsiteY16" fmla="*/ 602109 h 761503"/>
                <a:gd name="connsiteX17" fmla="*/ 485165 w 571128"/>
                <a:gd name="connsiteY17" fmla="*/ 648343 h 761503"/>
                <a:gd name="connsiteX18" fmla="*/ 474286 w 571128"/>
                <a:gd name="connsiteY18" fmla="*/ 675540 h 761503"/>
                <a:gd name="connsiteX19" fmla="*/ 428052 w 571128"/>
                <a:gd name="connsiteY19" fmla="*/ 691858 h 761503"/>
                <a:gd name="connsiteX20" fmla="*/ 387257 w 571128"/>
                <a:gd name="connsiteY20" fmla="*/ 683699 h 761503"/>
                <a:gd name="connsiteX21" fmla="*/ 351901 w 571128"/>
                <a:gd name="connsiteY21" fmla="*/ 664661 h 761503"/>
                <a:gd name="connsiteX22" fmla="*/ 305667 w 571128"/>
                <a:gd name="connsiteY22" fmla="*/ 596670 h 761503"/>
                <a:gd name="connsiteX23" fmla="*/ 270312 w 571128"/>
                <a:gd name="connsiteY23" fmla="*/ 509641 h 761503"/>
                <a:gd name="connsiteX24" fmla="*/ 251274 w 571128"/>
                <a:gd name="connsiteY24" fmla="*/ 460687 h 761503"/>
                <a:gd name="connsiteX25" fmla="*/ 224077 w 571128"/>
                <a:gd name="connsiteY25" fmla="*/ 381817 h 761503"/>
                <a:gd name="connsiteX26" fmla="*/ 207759 w 571128"/>
                <a:gd name="connsiteY26" fmla="*/ 330144 h 761503"/>
                <a:gd name="connsiteX27" fmla="*/ 191442 w 571128"/>
                <a:gd name="connsiteY27" fmla="*/ 286629 h 761503"/>
                <a:gd name="connsiteX28" fmla="*/ 183283 w 571128"/>
                <a:gd name="connsiteY28" fmla="*/ 278470 h 761503"/>
                <a:gd name="connsiteX29" fmla="*/ 180563 w 571128"/>
                <a:gd name="connsiteY29" fmla="*/ 292069 h 761503"/>
                <a:gd name="connsiteX30" fmla="*/ 180563 w 571128"/>
                <a:gd name="connsiteY30" fmla="*/ 305667 h 761503"/>
                <a:gd name="connsiteX31" fmla="*/ 183283 w 571128"/>
                <a:gd name="connsiteY31" fmla="*/ 354621 h 761503"/>
                <a:gd name="connsiteX32" fmla="*/ 188722 w 571128"/>
                <a:gd name="connsiteY32" fmla="*/ 449809 h 761503"/>
                <a:gd name="connsiteX33" fmla="*/ 188722 w 571128"/>
                <a:gd name="connsiteY33" fmla="*/ 479725 h 761503"/>
                <a:gd name="connsiteX34" fmla="*/ 188722 w 571128"/>
                <a:gd name="connsiteY34" fmla="*/ 542277 h 761503"/>
                <a:gd name="connsiteX35" fmla="*/ 186002 w 571128"/>
                <a:gd name="connsiteY35" fmla="*/ 615708 h 761503"/>
                <a:gd name="connsiteX36" fmla="*/ 186002 w 571128"/>
                <a:gd name="connsiteY36" fmla="*/ 637465 h 761503"/>
                <a:gd name="connsiteX37" fmla="*/ 183283 w 571128"/>
                <a:gd name="connsiteY37" fmla="*/ 664661 h 761503"/>
                <a:gd name="connsiteX38" fmla="*/ 226797 w 571128"/>
                <a:gd name="connsiteY38" fmla="*/ 664661 h 761503"/>
                <a:gd name="connsiteX39" fmla="*/ 253994 w 571128"/>
                <a:gd name="connsiteY39" fmla="*/ 680979 h 761503"/>
                <a:gd name="connsiteX40" fmla="*/ 248554 w 571128"/>
                <a:gd name="connsiteY40" fmla="*/ 697297 h 761503"/>
                <a:gd name="connsiteX41" fmla="*/ 234956 w 571128"/>
                <a:gd name="connsiteY41" fmla="*/ 705456 h 761503"/>
                <a:gd name="connsiteX42" fmla="*/ 218638 w 571128"/>
                <a:gd name="connsiteY42" fmla="*/ 708176 h 761503"/>
                <a:gd name="connsiteX43" fmla="*/ 183283 w 571128"/>
                <a:gd name="connsiteY43" fmla="*/ 708176 h 761503"/>
                <a:gd name="connsiteX44" fmla="*/ 150647 w 571128"/>
                <a:gd name="connsiteY44" fmla="*/ 708176 h 761503"/>
                <a:gd name="connsiteX45" fmla="*/ 107132 w 571128"/>
                <a:gd name="connsiteY45" fmla="*/ 708176 h 761503"/>
                <a:gd name="connsiteX46" fmla="*/ 88094 w 571128"/>
                <a:gd name="connsiteY46" fmla="*/ 708176 h 761503"/>
                <a:gd name="connsiteX47" fmla="*/ 69057 w 571128"/>
                <a:gd name="connsiteY47" fmla="*/ 702737 h 761503"/>
                <a:gd name="connsiteX48" fmla="*/ 58178 w 571128"/>
                <a:gd name="connsiteY48" fmla="*/ 686419 h 761503"/>
                <a:gd name="connsiteX49" fmla="*/ 60898 w 571128"/>
                <a:gd name="connsiteY49" fmla="*/ 678260 h 761503"/>
                <a:gd name="connsiteX50" fmla="*/ 77216 w 571128"/>
                <a:gd name="connsiteY50" fmla="*/ 670101 h 761503"/>
                <a:gd name="connsiteX51" fmla="*/ 120730 w 571128"/>
                <a:gd name="connsiteY51" fmla="*/ 664661 h 761503"/>
                <a:gd name="connsiteX52" fmla="*/ 131609 w 571128"/>
                <a:gd name="connsiteY52" fmla="*/ 664661 h 761503"/>
                <a:gd name="connsiteX53" fmla="*/ 134329 w 571128"/>
                <a:gd name="connsiteY53" fmla="*/ 539557 h 761503"/>
                <a:gd name="connsiteX54" fmla="*/ 134329 w 571128"/>
                <a:gd name="connsiteY54" fmla="*/ 504202 h 761503"/>
                <a:gd name="connsiteX55" fmla="*/ 131609 w 571128"/>
                <a:gd name="connsiteY55" fmla="*/ 376378 h 761503"/>
                <a:gd name="connsiteX56" fmla="*/ 131609 w 571128"/>
                <a:gd name="connsiteY56" fmla="*/ 302947 h 761503"/>
                <a:gd name="connsiteX57" fmla="*/ 134329 w 571128"/>
                <a:gd name="connsiteY57" fmla="*/ 221357 h 761503"/>
                <a:gd name="connsiteX58" fmla="*/ 137048 w 571128"/>
                <a:gd name="connsiteY58" fmla="*/ 123450 h 761503"/>
                <a:gd name="connsiteX59" fmla="*/ 107132 w 571128"/>
                <a:gd name="connsiteY59" fmla="*/ 123450 h 761503"/>
                <a:gd name="connsiteX60" fmla="*/ 88094 w 571128"/>
                <a:gd name="connsiteY60" fmla="*/ 123450 h 761503"/>
                <a:gd name="connsiteX61" fmla="*/ 69057 w 571128"/>
                <a:gd name="connsiteY61" fmla="*/ 118011 h 761503"/>
                <a:gd name="connsiteX62" fmla="*/ 58178 w 571128"/>
                <a:gd name="connsiteY62" fmla="*/ 101693 h 761503"/>
                <a:gd name="connsiteX63" fmla="*/ 60898 w 571128"/>
                <a:gd name="connsiteY63" fmla="*/ 93534 h 761503"/>
                <a:gd name="connsiteX64" fmla="*/ 77216 w 571128"/>
                <a:gd name="connsiteY64" fmla="*/ 85375 h 761503"/>
                <a:gd name="connsiteX65" fmla="*/ 131609 w 571128"/>
                <a:gd name="connsiteY65" fmla="*/ 79936 h 761503"/>
                <a:gd name="connsiteX66" fmla="*/ 161525 w 571128"/>
                <a:gd name="connsiteY66" fmla="*/ 79936 h 761503"/>
                <a:gd name="connsiteX67" fmla="*/ 177843 w 571128"/>
                <a:gd name="connsiteY67" fmla="*/ 66337 h 761503"/>
                <a:gd name="connsiteX68" fmla="*/ 202320 w 571128"/>
                <a:gd name="connsiteY68" fmla="*/ 58178 h 761503"/>
                <a:gd name="connsiteX69" fmla="*/ 234956 w 571128"/>
                <a:gd name="connsiteY69" fmla="*/ 77216 h 761503"/>
                <a:gd name="connsiteX70" fmla="*/ 251274 w 571128"/>
                <a:gd name="connsiteY70" fmla="*/ 107132 h 761503"/>
                <a:gd name="connsiteX71" fmla="*/ 267592 w 571128"/>
                <a:gd name="connsiteY71" fmla="*/ 147927 h 761503"/>
                <a:gd name="connsiteX72" fmla="*/ 281190 w 571128"/>
                <a:gd name="connsiteY72" fmla="*/ 183282 h 761503"/>
                <a:gd name="connsiteX73" fmla="*/ 297508 w 571128"/>
                <a:gd name="connsiteY73" fmla="*/ 224077 h 761503"/>
                <a:gd name="connsiteX74" fmla="*/ 308387 w 571128"/>
                <a:gd name="connsiteY74" fmla="*/ 264872 h 761503"/>
                <a:gd name="connsiteX75" fmla="*/ 319265 w 571128"/>
                <a:gd name="connsiteY75" fmla="*/ 300228 h 761503"/>
                <a:gd name="connsiteX76" fmla="*/ 351901 w 571128"/>
                <a:gd name="connsiteY76" fmla="*/ 379098 h 761503"/>
                <a:gd name="connsiteX77" fmla="*/ 365500 w 571128"/>
                <a:gd name="connsiteY77" fmla="*/ 417173 h 761503"/>
                <a:gd name="connsiteX78" fmla="*/ 379098 w 571128"/>
                <a:gd name="connsiteY78" fmla="*/ 457968 h 761503"/>
                <a:gd name="connsiteX79" fmla="*/ 395416 w 571128"/>
                <a:gd name="connsiteY79" fmla="*/ 496043 h 761503"/>
                <a:gd name="connsiteX80" fmla="*/ 406295 w 571128"/>
                <a:gd name="connsiteY80" fmla="*/ 512361 h 761503"/>
                <a:gd name="connsiteX81" fmla="*/ 411734 w 571128"/>
                <a:gd name="connsiteY81" fmla="*/ 531398 h 761503"/>
                <a:gd name="connsiteX82" fmla="*/ 419893 w 571128"/>
                <a:gd name="connsiteY82" fmla="*/ 558595 h 761503"/>
                <a:gd name="connsiteX83" fmla="*/ 425332 w 571128"/>
                <a:gd name="connsiteY83" fmla="*/ 564034 h 761503"/>
                <a:gd name="connsiteX84" fmla="*/ 430771 w 571128"/>
                <a:gd name="connsiteY84" fmla="*/ 558595 h 761503"/>
                <a:gd name="connsiteX85" fmla="*/ 430771 w 571128"/>
                <a:gd name="connsiteY85" fmla="*/ 550436 h 761503"/>
                <a:gd name="connsiteX86" fmla="*/ 430771 w 571128"/>
                <a:gd name="connsiteY86" fmla="*/ 501482 h 761503"/>
                <a:gd name="connsiteX87" fmla="*/ 430771 w 571128"/>
                <a:gd name="connsiteY87" fmla="*/ 403575 h 761503"/>
                <a:gd name="connsiteX88" fmla="*/ 425332 w 571128"/>
                <a:gd name="connsiteY88" fmla="*/ 313826 h 761503"/>
                <a:gd name="connsiteX89" fmla="*/ 425332 w 571128"/>
                <a:gd name="connsiteY89" fmla="*/ 248554 h 761503"/>
                <a:gd name="connsiteX90" fmla="*/ 425332 w 571128"/>
                <a:gd name="connsiteY90" fmla="*/ 210479 h 761503"/>
                <a:gd name="connsiteX91" fmla="*/ 422613 w 571128"/>
                <a:gd name="connsiteY91" fmla="*/ 153366 h 761503"/>
                <a:gd name="connsiteX92" fmla="*/ 425332 w 571128"/>
                <a:gd name="connsiteY92" fmla="*/ 123450 h 761503"/>
                <a:gd name="connsiteX93" fmla="*/ 398136 w 571128"/>
                <a:gd name="connsiteY93" fmla="*/ 123450 h 761503"/>
                <a:gd name="connsiteX94" fmla="*/ 379098 w 571128"/>
                <a:gd name="connsiteY94" fmla="*/ 123450 h 761503"/>
                <a:gd name="connsiteX95" fmla="*/ 360060 w 571128"/>
                <a:gd name="connsiteY95" fmla="*/ 118011 h 761503"/>
                <a:gd name="connsiteX96" fmla="*/ 349182 w 571128"/>
                <a:gd name="connsiteY96" fmla="*/ 101693 h 761503"/>
                <a:gd name="connsiteX97" fmla="*/ 351901 w 571128"/>
                <a:gd name="connsiteY97" fmla="*/ 93534 h 761503"/>
                <a:gd name="connsiteX98" fmla="*/ 368219 w 571128"/>
                <a:gd name="connsiteY98" fmla="*/ 85375 h 761503"/>
                <a:gd name="connsiteX99" fmla="*/ 422613 w 571128"/>
                <a:gd name="connsiteY99" fmla="*/ 79936 h 761503"/>
                <a:gd name="connsiteX100" fmla="*/ 444370 w 571128"/>
                <a:gd name="connsiteY100" fmla="*/ 79936 h 761503"/>
                <a:gd name="connsiteX101" fmla="*/ 463407 w 571128"/>
                <a:gd name="connsiteY101" fmla="*/ 71776 h 761503"/>
                <a:gd name="connsiteX102" fmla="*/ 477006 w 571128"/>
                <a:gd name="connsiteY102" fmla="*/ 79936 h 761503"/>
                <a:gd name="connsiteX103" fmla="*/ 512361 w 571128"/>
                <a:gd name="connsiteY103" fmla="*/ 79936 h 761503"/>
                <a:gd name="connsiteX104" fmla="*/ 512361 w 571128"/>
                <a:gd name="connsiteY104" fmla="*/ 79936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571128" h="761503">
                  <a:moveTo>
                    <a:pt x="512361" y="79936"/>
                  </a:moveTo>
                  <a:cubicBezTo>
                    <a:pt x="520520" y="79936"/>
                    <a:pt x="539558" y="79936"/>
                    <a:pt x="539558" y="96253"/>
                  </a:cubicBezTo>
                  <a:cubicBezTo>
                    <a:pt x="539558" y="104412"/>
                    <a:pt x="539558" y="107132"/>
                    <a:pt x="534118" y="112571"/>
                  </a:cubicBezTo>
                  <a:cubicBezTo>
                    <a:pt x="531399" y="118011"/>
                    <a:pt x="525960" y="120730"/>
                    <a:pt x="523240" y="120730"/>
                  </a:cubicBezTo>
                  <a:cubicBezTo>
                    <a:pt x="515081" y="123450"/>
                    <a:pt x="512361" y="123450"/>
                    <a:pt x="506922" y="123450"/>
                  </a:cubicBezTo>
                  <a:cubicBezTo>
                    <a:pt x="504202" y="123450"/>
                    <a:pt x="490604" y="123450"/>
                    <a:pt x="477006" y="123450"/>
                  </a:cubicBezTo>
                  <a:cubicBezTo>
                    <a:pt x="477006" y="131609"/>
                    <a:pt x="479725" y="137048"/>
                    <a:pt x="479725" y="145207"/>
                  </a:cubicBezTo>
                  <a:cubicBezTo>
                    <a:pt x="479725" y="156086"/>
                    <a:pt x="477006" y="166964"/>
                    <a:pt x="477006" y="180563"/>
                  </a:cubicBezTo>
                  <a:cubicBezTo>
                    <a:pt x="477006" y="196881"/>
                    <a:pt x="479725" y="215918"/>
                    <a:pt x="482445" y="232236"/>
                  </a:cubicBezTo>
                  <a:cubicBezTo>
                    <a:pt x="485165" y="248554"/>
                    <a:pt x="485165" y="267592"/>
                    <a:pt x="485165" y="283910"/>
                  </a:cubicBezTo>
                  <a:cubicBezTo>
                    <a:pt x="485165" y="297508"/>
                    <a:pt x="485165" y="313826"/>
                    <a:pt x="485165" y="327424"/>
                  </a:cubicBezTo>
                  <a:cubicBezTo>
                    <a:pt x="485165" y="343742"/>
                    <a:pt x="487884" y="357340"/>
                    <a:pt x="487884" y="373658"/>
                  </a:cubicBezTo>
                  <a:cubicBezTo>
                    <a:pt x="487884" y="389976"/>
                    <a:pt x="485165" y="403575"/>
                    <a:pt x="485165" y="419892"/>
                  </a:cubicBezTo>
                  <a:cubicBezTo>
                    <a:pt x="485165" y="436210"/>
                    <a:pt x="485165" y="449809"/>
                    <a:pt x="485165" y="463407"/>
                  </a:cubicBezTo>
                  <a:cubicBezTo>
                    <a:pt x="485165" y="479725"/>
                    <a:pt x="485165" y="498762"/>
                    <a:pt x="482445" y="515080"/>
                  </a:cubicBezTo>
                  <a:cubicBezTo>
                    <a:pt x="482445" y="528679"/>
                    <a:pt x="482445" y="542277"/>
                    <a:pt x="482445" y="558595"/>
                  </a:cubicBezTo>
                  <a:cubicBezTo>
                    <a:pt x="482445" y="572193"/>
                    <a:pt x="479725" y="588511"/>
                    <a:pt x="479725" y="602109"/>
                  </a:cubicBezTo>
                  <a:cubicBezTo>
                    <a:pt x="479725" y="615708"/>
                    <a:pt x="485165" y="632026"/>
                    <a:pt x="485165" y="648343"/>
                  </a:cubicBezTo>
                  <a:cubicBezTo>
                    <a:pt x="485165" y="659222"/>
                    <a:pt x="482445" y="670101"/>
                    <a:pt x="474286" y="675540"/>
                  </a:cubicBezTo>
                  <a:cubicBezTo>
                    <a:pt x="460688" y="686419"/>
                    <a:pt x="444370" y="691858"/>
                    <a:pt x="428052" y="691858"/>
                  </a:cubicBezTo>
                  <a:cubicBezTo>
                    <a:pt x="414454" y="691858"/>
                    <a:pt x="400855" y="689138"/>
                    <a:pt x="387257" y="683699"/>
                  </a:cubicBezTo>
                  <a:cubicBezTo>
                    <a:pt x="373659" y="678260"/>
                    <a:pt x="360060" y="672820"/>
                    <a:pt x="351901" y="664661"/>
                  </a:cubicBezTo>
                  <a:cubicBezTo>
                    <a:pt x="330144" y="645624"/>
                    <a:pt x="316546" y="621147"/>
                    <a:pt x="305667" y="596670"/>
                  </a:cubicBezTo>
                  <a:cubicBezTo>
                    <a:pt x="292069" y="569473"/>
                    <a:pt x="281190" y="539557"/>
                    <a:pt x="270312" y="509641"/>
                  </a:cubicBezTo>
                  <a:cubicBezTo>
                    <a:pt x="264872" y="493323"/>
                    <a:pt x="256713" y="477005"/>
                    <a:pt x="251274" y="460687"/>
                  </a:cubicBezTo>
                  <a:cubicBezTo>
                    <a:pt x="240395" y="433491"/>
                    <a:pt x="232236" y="409014"/>
                    <a:pt x="224077" y="381817"/>
                  </a:cubicBezTo>
                  <a:cubicBezTo>
                    <a:pt x="218638" y="365499"/>
                    <a:pt x="213199" y="346462"/>
                    <a:pt x="207759" y="330144"/>
                  </a:cubicBezTo>
                  <a:cubicBezTo>
                    <a:pt x="202320" y="316545"/>
                    <a:pt x="196881" y="300228"/>
                    <a:pt x="191442" y="286629"/>
                  </a:cubicBezTo>
                  <a:cubicBezTo>
                    <a:pt x="188722" y="281190"/>
                    <a:pt x="186002" y="278470"/>
                    <a:pt x="183283" y="278470"/>
                  </a:cubicBezTo>
                  <a:cubicBezTo>
                    <a:pt x="180563" y="278470"/>
                    <a:pt x="180563" y="286629"/>
                    <a:pt x="180563" y="292069"/>
                  </a:cubicBezTo>
                  <a:cubicBezTo>
                    <a:pt x="180563" y="297508"/>
                    <a:pt x="180563" y="302947"/>
                    <a:pt x="180563" y="305667"/>
                  </a:cubicBezTo>
                  <a:cubicBezTo>
                    <a:pt x="180563" y="321985"/>
                    <a:pt x="183283" y="338303"/>
                    <a:pt x="183283" y="354621"/>
                  </a:cubicBezTo>
                  <a:cubicBezTo>
                    <a:pt x="183283" y="387257"/>
                    <a:pt x="186002" y="417173"/>
                    <a:pt x="188722" y="449809"/>
                  </a:cubicBezTo>
                  <a:cubicBezTo>
                    <a:pt x="188722" y="460687"/>
                    <a:pt x="188722" y="468846"/>
                    <a:pt x="188722" y="479725"/>
                  </a:cubicBezTo>
                  <a:cubicBezTo>
                    <a:pt x="188722" y="501482"/>
                    <a:pt x="188722" y="523239"/>
                    <a:pt x="188722" y="542277"/>
                  </a:cubicBezTo>
                  <a:cubicBezTo>
                    <a:pt x="188722" y="566754"/>
                    <a:pt x="186002" y="591231"/>
                    <a:pt x="186002" y="615708"/>
                  </a:cubicBezTo>
                  <a:cubicBezTo>
                    <a:pt x="186002" y="623867"/>
                    <a:pt x="186002" y="632026"/>
                    <a:pt x="186002" y="637465"/>
                  </a:cubicBezTo>
                  <a:cubicBezTo>
                    <a:pt x="186002" y="645624"/>
                    <a:pt x="183283" y="656502"/>
                    <a:pt x="183283" y="664661"/>
                  </a:cubicBezTo>
                  <a:cubicBezTo>
                    <a:pt x="202320" y="664661"/>
                    <a:pt x="218638" y="664661"/>
                    <a:pt x="226797" y="664661"/>
                  </a:cubicBezTo>
                  <a:cubicBezTo>
                    <a:pt x="234956" y="664661"/>
                    <a:pt x="253994" y="664661"/>
                    <a:pt x="253994" y="680979"/>
                  </a:cubicBezTo>
                  <a:cubicBezTo>
                    <a:pt x="253994" y="689138"/>
                    <a:pt x="253994" y="691858"/>
                    <a:pt x="248554" y="697297"/>
                  </a:cubicBezTo>
                  <a:cubicBezTo>
                    <a:pt x="245835" y="702737"/>
                    <a:pt x="240395" y="705456"/>
                    <a:pt x="234956" y="705456"/>
                  </a:cubicBezTo>
                  <a:cubicBezTo>
                    <a:pt x="226797" y="708176"/>
                    <a:pt x="224077" y="708176"/>
                    <a:pt x="218638" y="708176"/>
                  </a:cubicBezTo>
                  <a:cubicBezTo>
                    <a:pt x="215918" y="708176"/>
                    <a:pt x="199600" y="708176"/>
                    <a:pt x="183283" y="708176"/>
                  </a:cubicBezTo>
                  <a:cubicBezTo>
                    <a:pt x="166965" y="708176"/>
                    <a:pt x="153366" y="708176"/>
                    <a:pt x="150647" y="708176"/>
                  </a:cubicBezTo>
                  <a:cubicBezTo>
                    <a:pt x="139768" y="708176"/>
                    <a:pt x="120730" y="708176"/>
                    <a:pt x="107132" y="708176"/>
                  </a:cubicBezTo>
                  <a:cubicBezTo>
                    <a:pt x="101693" y="708176"/>
                    <a:pt x="96253" y="708176"/>
                    <a:pt x="88094" y="708176"/>
                  </a:cubicBezTo>
                  <a:cubicBezTo>
                    <a:pt x="82655" y="708176"/>
                    <a:pt x="74496" y="708176"/>
                    <a:pt x="69057" y="702737"/>
                  </a:cubicBezTo>
                  <a:cubicBezTo>
                    <a:pt x="63618" y="700017"/>
                    <a:pt x="58178" y="691858"/>
                    <a:pt x="58178" y="686419"/>
                  </a:cubicBezTo>
                  <a:cubicBezTo>
                    <a:pt x="58178" y="683699"/>
                    <a:pt x="58178" y="680979"/>
                    <a:pt x="60898" y="678260"/>
                  </a:cubicBezTo>
                  <a:cubicBezTo>
                    <a:pt x="63618" y="675540"/>
                    <a:pt x="71777" y="672820"/>
                    <a:pt x="77216" y="670101"/>
                  </a:cubicBezTo>
                  <a:cubicBezTo>
                    <a:pt x="90814" y="667381"/>
                    <a:pt x="115291" y="664661"/>
                    <a:pt x="120730" y="664661"/>
                  </a:cubicBezTo>
                  <a:cubicBezTo>
                    <a:pt x="123450" y="664661"/>
                    <a:pt x="126170" y="664661"/>
                    <a:pt x="131609" y="664661"/>
                  </a:cubicBezTo>
                  <a:cubicBezTo>
                    <a:pt x="131609" y="623867"/>
                    <a:pt x="134329" y="583072"/>
                    <a:pt x="134329" y="539557"/>
                  </a:cubicBezTo>
                  <a:cubicBezTo>
                    <a:pt x="134329" y="528679"/>
                    <a:pt x="134329" y="515080"/>
                    <a:pt x="134329" y="504202"/>
                  </a:cubicBezTo>
                  <a:cubicBezTo>
                    <a:pt x="131609" y="460687"/>
                    <a:pt x="131609" y="417173"/>
                    <a:pt x="131609" y="376378"/>
                  </a:cubicBezTo>
                  <a:cubicBezTo>
                    <a:pt x="131609" y="351901"/>
                    <a:pt x="131609" y="327424"/>
                    <a:pt x="131609" y="302947"/>
                  </a:cubicBezTo>
                  <a:cubicBezTo>
                    <a:pt x="131609" y="275751"/>
                    <a:pt x="131609" y="248554"/>
                    <a:pt x="134329" y="221357"/>
                  </a:cubicBezTo>
                  <a:cubicBezTo>
                    <a:pt x="134329" y="188722"/>
                    <a:pt x="137048" y="156086"/>
                    <a:pt x="137048" y="123450"/>
                  </a:cubicBezTo>
                  <a:cubicBezTo>
                    <a:pt x="126170" y="123450"/>
                    <a:pt x="115291" y="123450"/>
                    <a:pt x="107132" y="123450"/>
                  </a:cubicBezTo>
                  <a:cubicBezTo>
                    <a:pt x="101693" y="123450"/>
                    <a:pt x="96253" y="123450"/>
                    <a:pt x="88094" y="123450"/>
                  </a:cubicBezTo>
                  <a:cubicBezTo>
                    <a:pt x="82655" y="123450"/>
                    <a:pt x="74496" y="120730"/>
                    <a:pt x="69057" y="118011"/>
                  </a:cubicBezTo>
                  <a:cubicBezTo>
                    <a:pt x="63618" y="115291"/>
                    <a:pt x="58178" y="107132"/>
                    <a:pt x="58178" y="101693"/>
                  </a:cubicBezTo>
                  <a:cubicBezTo>
                    <a:pt x="58178" y="98973"/>
                    <a:pt x="58178" y="96253"/>
                    <a:pt x="60898" y="93534"/>
                  </a:cubicBezTo>
                  <a:cubicBezTo>
                    <a:pt x="63618" y="90814"/>
                    <a:pt x="71777" y="88095"/>
                    <a:pt x="77216" y="85375"/>
                  </a:cubicBezTo>
                  <a:cubicBezTo>
                    <a:pt x="90814" y="82655"/>
                    <a:pt x="126170" y="79936"/>
                    <a:pt x="131609" y="79936"/>
                  </a:cubicBezTo>
                  <a:cubicBezTo>
                    <a:pt x="137048" y="79936"/>
                    <a:pt x="147927" y="79936"/>
                    <a:pt x="161525" y="79936"/>
                  </a:cubicBezTo>
                  <a:cubicBezTo>
                    <a:pt x="166965" y="74496"/>
                    <a:pt x="172404" y="71776"/>
                    <a:pt x="177843" y="66337"/>
                  </a:cubicBezTo>
                  <a:cubicBezTo>
                    <a:pt x="186002" y="60898"/>
                    <a:pt x="194161" y="58178"/>
                    <a:pt x="202320" y="58178"/>
                  </a:cubicBezTo>
                  <a:cubicBezTo>
                    <a:pt x="215918" y="58178"/>
                    <a:pt x="226797" y="63618"/>
                    <a:pt x="234956" y="77216"/>
                  </a:cubicBezTo>
                  <a:cubicBezTo>
                    <a:pt x="240395" y="88095"/>
                    <a:pt x="248554" y="96253"/>
                    <a:pt x="251274" y="107132"/>
                  </a:cubicBezTo>
                  <a:cubicBezTo>
                    <a:pt x="256713" y="120730"/>
                    <a:pt x="259433" y="134329"/>
                    <a:pt x="267592" y="147927"/>
                  </a:cubicBezTo>
                  <a:cubicBezTo>
                    <a:pt x="273031" y="158806"/>
                    <a:pt x="275751" y="172404"/>
                    <a:pt x="281190" y="183282"/>
                  </a:cubicBezTo>
                  <a:cubicBezTo>
                    <a:pt x="286630" y="196881"/>
                    <a:pt x="292069" y="210479"/>
                    <a:pt x="297508" y="224077"/>
                  </a:cubicBezTo>
                  <a:cubicBezTo>
                    <a:pt x="300228" y="237676"/>
                    <a:pt x="305667" y="251274"/>
                    <a:pt x="308387" y="264872"/>
                  </a:cubicBezTo>
                  <a:cubicBezTo>
                    <a:pt x="311107" y="278470"/>
                    <a:pt x="311107" y="289349"/>
                    <a:pt x="319265" y="300228"/>
                  </a:cubicBezTo>
                  <a:cubicBezTo>
                    <a:pt x="332864" y="324704"/>
                    <a:pt x="346462" y="351901"/>
                    <a:pt x="351901" y="379098"/>
                  </a:cubicBezTo>
                  <a:cubicBezTo>
                    <a:pt x="354621" y="392696"/>
                    <a:pt x="360060" y="403575"/>
                    <a:pt x="365500" y="417173"/>
                  </a:cubicBezTo>
                  <a:cubicBezTo>
                    <a:pt x="373659" y="430771"/>
                    <a:pt x="373659" y="444369"/>
                    <a:pt x="379098" y="457968"/>
                  </a:cubicBezTo>
                  <a:cubicBezTo>
                    <a:pt x="381818" y="471566"/>
                    <a:pt x="387257" y="482445"/>
                    <a:pt x="395416" y="496043"/>
                  </a:cubicBezTo>
                  <a:cubicBezTo>
                    <a:pt x="398136" y="501482"/>
                    <a:pt x="403575" y="506921"/>
                    <a:pt x="406295" y="512361"/>
                  </a:cubicBezTo>
                  <a:cubicBezTo>
                    <a:pt x="409014" y="517800"/>
                    <a:pt x="409014" y="525959"/>
                    <a:pt x="411734" y="531398"/>
                  </a:cubicBezTo>
                  <a:cubicBezTo>
                    <a:pt x="414454" y="539557"/>
                    <a:pt x="417173" y="550436"/>
                    <a:pt x="419893" y="558595"/>
                  </a:cubicBezTo>
                  <a:cubicBezTo>
                    <a:pt x="422613" y="561314"/>
                    <a:pt x="422613" y="564034"/>
                    <a:pt x="425332" y="564034"/>
                  </a:cubicBezTo>
                  <a:cubicBezTo>
                    <a:pt x="428052" y="564034"/>
                    <a:pt x="428052" y="561314"/>
                    <a:pt x="430771" y="558595"/>
                  </a:cubicBezTo>
                  <a:cubicBezTo>
                    <a:pt x="430771" y="555875"/>
                    <a:pt x="430771" y="553156"/>
                    <a:pt x="430771" y="550436"/>
                  </a:cubicBezTo>
                  <a:cubicBezTo>
                    <a:pt x="430771" y="534118"/>
                    <a:pt x="430771" y="517800"/>
                    <a:pt x="430771" y="501482"/>
                  </a:cubicBezTo>
                  <a:cubicBezTo>
                    <a:pt x="430771" y="468846"/>
                    <a:pt x="433491" y="436210"/>
                    <a:pt x="430771" y="403575"/>
                  </a:cubicBezTo>
                  <a:cubicBezTo>
                    <a:pt x="430771" y="373658"/>
                    <a:pt x="425332" y="343742"/>
                    <a:pt x="425332" y="313826"/>
                  </a:cubicBezTo>
                  <a:cubicBezTo>
                    <a:pt x="425332" y="292069"/>
                    <a:pt x="425332" y="270311"/>
                    <a:pt x="425332" y="248554"/>
                  </a:cubicBezTo>
                  <a:cubicBezTo>
                    <a:pt x="425332" y="234956"/>
                    <a:pt x="425332" y="224077"/>
                    <a:pt x="425332" y="210479"/>
                  </a:cubicBezTo>
                  <a:cubicBezTo>
                    <a:pt x="425332" y="191441"/>
                    <a:pt x="422613" y="172404"/>
                    <a:pt x="422613" y="153366"/>
                  </a:cubicBezTo>
                  <a:cubicBezTo>
                    <a:pt x="422613" y="142488"/>
                    <a:pt x="422613" y="134329"/>
                    <a:pt x="425332" y="123450"/>
                  </a:cubicBezTo>
                  <a:cubicBezTo>
                    <a:pt x="417173" y="123450"/>
                    <a:pt x="406295" y="123450"/>
                    <a:pt x="398136" y="123450"/>
                  </a:cubicBezTo>
                  <a:cubicBezTo>
                    <a:pt x="392696" y="123450"/>
                    <a:pt x="387257" y="123450"/>
                    <a:pt x="379098" y="123450"/>
                  </a:cubicBezTo>
                  <a:cubicBezTo>
                    <a:pt x="373659" y="123450"/>
                    <a:pt x="365500" y="120730"/>
                    <a:pt x="360060" y="118011"/>
                  </a:cubicBezTo>
                  <a:cubicBezTo>
                    <a:pt x="354621" y="115291"/>
                    <a:pt x="349182" y="107132"/>
                    <a:pt x="349182" y="101693"/>
                  </a:cubicBezTo>
                  <a:cubicBezTo>
                    <a:pt x="349182" y="98973"/>
                    <a:pt x="349182" y="96253"/>
                    <a:pt x="351901" y="93534"/>
                  </a:cubicBezTo>
                  <a:cubicBezTo>
                    <a:pt x="354621" y="90814"/>
                    <a:pt x="362780" y="88095"/>
                    <a:pt x="368219" y="85375"/>
                  </a:cubicBezTo>
                  <a:cubicBezTo>
                    <a:pt x="381818" y="82655"/>
                    <a:pt x="417173" y="79936"/>
                    <a:pt x="422613" y="79936"/>
                  </a:cubicBezTo>
                  <a:cubicBezTo>
                    <a:pt x="428052" y="79936"/>
                    <a:pt x="433491" y="79936"/>
                    <a:pt x="444370" y="79936"/>
                  </a:cubicBezTo>
                  <a:cubicBezTo>
                    <a:pt x="449809" y="74496"/>
                    <a:pt x="455248" y="71776"/>
                    <a:pt x="463407" y="71776"/>
                  </a:cubicBezTo>
                  <a:cubicBezTo>
                    <a:pt x="471566" y="71776"/>
                    <a:pt x="477006" y="74496"/>
                    <a:pt x="477006" y="79936"/>
                  </a:cubicBezTo>
                  <a:cubicBezTo>
                    <a:pt x="490604" y="82655"/>
                    <a:pt x="504202" y="79936"/>
                    <a:pt x="512361" y="79936"/>
                  </a:cubicBezTo>
                  <a:lnTo>
                    <a:pt x="512361" y="79936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52A33D9B-BABE-827E-4DE6-8C80F3422A8C}"/>
                </a:ext>
              </a:extLst>
            </p:cNvPr>
            <p:cNvSpPr/>
            <p:nvPr/>
          </p:nvSpPr>
          <p:spPr>
            <a:xfrm>
              <a:off x="2987430" y="4242177"/>
              <a:ext cx="494979" cy="674476"/>
            </a:xfrm>
            <a:custGeom>
              <a:avLst/>
              <a:gdLst>
                <a:gd name="connsiteX0" fmla="*/ 228453 w 494979"/>
                <a:gd name="connsiteY0" fmla="*/ 97907 h 674476"/>
                <a:gd name="connsiteX1" fmla="*/ 212135 w 494979"/>
                <a:gd name="connsiteY1" fmla="*/ 119665 h 674476"/>
                <a:gd name="connsiteX2" fmla="*/ 203976 w 494979"/>
                <a:gd name="connsiteY2" fmla="*/ 152300 h 674476"/>
                <a:gd name="connsiteX3" fmla="*/ 201256 w 494979"/>
                <a:gd name="connsiteY3" fmla="*/ 168618 h 674476"/>
                <a:gd name="connsiteX4" fmla="*/ 198537 w 494979"/>
                <a:gd name="connsiteY4" fmla="*/ 184936 h 674476"/>
                <a:gd name="connsiteX5" fmla="*/ 190378 w 494979"/>
                <a:gd name="connsiteY5" fmla="*/ 220292 h 674476"/>
                <a:gd name="connsiteX6" fmla="*/ 171340 w 494979"/>
                <a:gd name="connsiteY6" fmla="*/ 291003 h 674476"/>
                <a:gd name="connsiteX7" fmla="*/ 163180 w 494979"/>
                <a:gd name="connsiteY7" fmla="*/ 323639 h 674476"/>
                <a:gd name="connsiteX8" fmla="*/ 152302 w 494979"/>
                <a:gd name="connsiteY8" fmla="*/ 361714 h 674476"/>
                <a:gd name="connsiteX9" fmla="*/ 146862 w 494979"/>
                <a:gd name="connsiteY9" fmla="*/ 388910 h 674476"/>
                <a:gd name="connsiteX10" fmla="*/ 152302 w 494979"/>
                <a:gd name="connsiteY10" fmla="*/ 391630 h 674476"/>
                <a:gd name="connsiteX11" fmla="*/ 174060 w 494979"/>
                <a:gd name="connsiteY11" fmla="*/ 391630 h 674476"/>
                <a:gd name="connsiteX12" fmla="*/ 195817 w 494979"/>
                <a:gd name="connsiteY12" fmla="*/ 388910 h 674476"/>
                <a:gd name="connsiteX13" fmla="*/ 214855 w 494979"/>
                <a:gd name="connsiteY13" fmla="*/ 388910 h 674476"/>
                <a:gd name="connsiteX14" fmla="*/ 239332 w 494979"/>
                <a:gd name="connsiteY14" fmla="*/ 388910 h 674476"/>
                <a:gd name="connsiteX15" fmla="*/ 252930 w 494979"/>
                <a:gd name="connsiteY15" fmla="*/ 386191 h 674476"/>
                <a:gd name="connsiteX16" fmla="*/ 261089 w 494979"/>
                <a:gd name="connsiteY16" fmla="*/ 386191 h 674476"/>
                <a:gd name="connsiteX17" fmla="*/ 258369 w 494979"/>
                <a:gd name="connsiteY17" fmla="*/ 367153 h 674476"/>
                <a:gd name="connsiteX18" fmla="*/ 252930 w 494979"/>
                <a:gd name="connsiteY18" fmla="*/ 331797 h 674476"/>
                <a:gd name="connsiteX19" fmla="*/ 250210 w 494979"/>
                <a:gd name="connsiteY19" fmla="*/ 244769 h 674476"/>
                <a:gd name="connsiteX20" fmla="*/ 244771 w 494979"/>
                <a:gd name="connsiteY20" fmla="*/ 203974 h 674476"/>
                <a:gd name="connsiteX21" fmla="*/ 239332 w 494979"/>
                <a:gd name="connsiteY21" fmla="*/ 157740 h 674476"/>
                <a:gd name="connsiteX22" fmla="*/ 236612 w 494979"/>
                <a:gd name="connsiteY22" fmla="*/ 119665 h 674476"/>
                <a:gd name="connsiteX23" fmla="*/ 228453 w 494979"/>
                <a:gd name="connsiteY23" fmla="*/ 97907 h 674476"/>
                <a:gd name="connsiteX24" fmla="*/ 274687 w 494979"/>
                <a:gd name="connsiteY24" fmla="*/ 0 h 674476"/>
                <a:gd name="connsiteX25" fmla="*/ 304603 w 494979"/>
                <a:gd name="connsiteY25" fmla="*/ 5439 h 674476"/>
                <a:gd name="connsiteX26" fmla="*/ 320921 w 494979"/>
                <a:gd name="connsiteY26" fmla="*/ 24477 h 674476"/>
                <a:gd name="connsiteX27" fmla="*/ 334519 w 494979"/>
                <a:gd name="connsiteY27" fmla="*/ 43515 h 674476"/>
                <a:gd name="connsiteX28" fmla="*/ 339959 w 494979"/>
                <a:gd name="connsiteY28" fmla="*/ 65272 h 674476"/>
                <a:gd name="connsiteX29" fmla="*/ 348118 w 494979"/>
                <a:gd name="connsiteY29" fmla="*/ 114226 h 674476"/>
                <a:gd name="connsiteX30" fmla="*/ 361716 w 494979"/>
                <a:gd name="connsiteY30" fmla="*/ 163180 h 674476"/>
                <a:gd name="connsiteX31" fmla="*/ 369875 w 494979"/>
                <a:gd name="connsiteY31" fmla="*/ 220293 h 674476"/>
                <a:gd name="connsiteX32" fmla="*/ 378034 w 494979"/>
                <a:gd name="connsiteY32" fmla="*/ 274686 h 674476"/>
                <a:gd name="connsiteX33" fmla="*/ 383473 w 494979"/>
                <a:gd name="connsiteY33" fmla="*/ 301883 h 674476"/>
                <a:gd name="connsiteX34" fmla="*/ 391632 w 494979"/>
                <a:gd name="connsiteY34" fmla="*/ 337238 h 674476"/>
                <a:gd name="connsiteX35" fmla="*/ 397071 w 494979"/>
                <a:gd name="connsiteY35" fmla="*/ 364435 h 674476"/>
                <a:gd name="connsiteX36" fmla="*/ 405230 w 494979"/>
                <a:gd name="connsiteY36" fmla="*/ 383473 h 674476"/>
                <a:gd name="connsiteX37" fmla="*/ 416109 w 494979"/>
                <a:gd name="connsiteY37" fmla="*/ 386192 h 674476"/>
                <a:gd name="connsiteX38" fmla="*/ 426988 w 494979"/>
                <a:gd name="connsiteY38" fmla="*/ 386192 h 674476"/>
                <a:gd name="connsiteX39" fmla="*/ 454184 w 494979"/>
                <a:gd name="connsiteY39" fmla="*/ 397071 h 674476"/>
                <a:gd name="connsiteX40" fmla="*/ 456904 w 494979"/>
                <a:gd name="connsiteY40" fmla="*/ 405230 h 674476"/>
                <a:gd name="connsiteX41" fmla="*/ 451465 w 494979"/>
                <a:gd name="connsiteY41" fmla="*/ 416108 h 674476"/>
                <a:gd name="connsiteX42" fmla="*/ 432427 w 494979"/>
                <a:gd name="connsiteY42" fmla="*/ 429707 h 674476"/>
                <a:gd name="connsiteX43" fmla="*/ 421548 w 494979"/>
                <a:gd name="connsiteY43" fmla="*/ 432426 h 674476"/>
                <a:gd name="connsiteX44" fmla="*/ 413389 w 494979"/>
                <a:gd name="connsiteY44" fmla="*/ 435146 h 674476"/>
                <a:gd name="connsiteX45" fmla="*/ 413389 w 494979"/>
                <a:gd name="connsiteY45" fmla="*/ 440585 h 674476"/>
                <a:gd name="connsiteX46" fmla="*/ 416109 w 494979"/>
                <a:gd name="connsiteY46" fmla="*/ 451464 h 674476"/>
                <a:gd name="connsiteX47" fmla="*/ 418829 w 494979"/>
                <a:gd name="connsiteY47" fmla="*/ 465062 h 674476"/>
                <a:gd name="connsiteX48" fmla="*/ 418829 w 494979"/>
                <a:gd name="connsiteY48" fmla="*/ 475941 h 674476"/>
                <a:gd name="connsiteX49" fmla="*/ 418829 w 494979"/>
                <a:gd name="connsiteY49" fmla="*/ 486820 h 674476"/>
                <a:gd name="connsiteX50" fmla="*/ 426988 w 494979"/>
                <a:gd name="connsiteY50" fmla="*/ 516736 h 674476"/>
                <a:gd name="connsiteX51" fmla="*/ 432427 w 494979"/>
                <a:gd name="connsiteY51" fmla="*/ 543932 h 674476"/>
                <a:gd name="connsiteX52" fmla="*/ 437866 w 494979"/>
                <a:gd name="connsiteY52" fmla="*/ 573848 h 674476"/>
                <a:gd name="connsiteX53" fmla="*/ 443306 w 494979"/>
                <a:gd name="connsiteY53" fmla="*/ 606484 h 674476"/>
                <a:gd name="connsiteX54" fmla="*/ 446025 w 494979"/>
                <a:gd name="connsiteY54" fmla="*/ 617363 h 674476"/>
                <a:gd name="connsiteX55" fmla="*/ 470502 w 494979"/>
                <a:gd name="connsiteY55" fmla="*/ 617363 h 674476"/>
                <a:gd name="connsiteX56" fmla="*/ 494979 w 494979"/>
                <a:gd name="connsiteY56" fmla="*/ 641840 h 674476"/>
                <a:gd name="connsiteX57" fmla="*/ 486820 w 494979"/>
                <a:gd name="connsiteY57" fmla="*/ 655438 h 674476"/>
                <a:gd name="connsiteX58" fmla="*/ 470502 w 494979"/>
                <a:gd name="connsiteY58" fmla="*/ 663597 h 674476"/>
                <a:gd name="connsiteX59" fmla="*/ 446025 w 494979"/>
                <a:gd name="connsiteY59" fmla="*/ 666317 h 674476"/>
                <a:gd name="connsiteX60" fmla="*/ 424268 w 494979"/>
                <a:gd name="connsiteY60" fmla="*/ 666317 h 674476"/>
                <a:gd name="connsiteX61" fmla="*/ 416109 w 494979"/>
                <a:gd name="connsiteY61" fmla="*/ 666317 h 674476"/>
                <a:gd name="connsiteX62" fmla="*/ 402511 w 494979"/>
                <a:gd name="connsiteY62" fmla="*/ 671756 h 674476"/>
                <a:gd name="connsiteX63" fmla="*/ 386193 w 494979"/>
                <a:gd name="connsiteY63" fmla="*/ 674476 h 674476"/>
                <a:gd name="connsiteX64" fmla="*/ 350837 w 494979"/>
                <a:gd name="connsiteY64" fmla="*/ 669036 h 674476"/>
                <a:gd name="connsiteX65" fmla="*/ 329080 w 494979"/>
                <a:gd name="connsiteY65" fmla="*/ 669036 h 674476"/>
                <a:gd name="connsiteX66" fmla="*/ 280126 w 494979"/>
                <a:gd name="connsiteY66" fmla="*/ 669036 h 674476"/>
                <a:gd name="connsiteX67" fmla="*/ 255649 w 494979"/>
                <a:gd name="connsiteY67" fmla="*/ 663597 h 674476"/>
                <a:gd name="connsiteX68" fmla="*/ 239331 w 494979"/>
                <a:gd name="connsiteY68" fmla="*/ 647279 h 674476"/>
                <a:gd name="connsiteX69" fmla="*/ 263808 w 494979"/>
                <a:gd name="connsiteY69" fmla="*/ 630961 h 674476"/>
                <a:gd name="connsiteX70" fmla="*/ 291005 w 494979"/>
                <a:gd name="connsiteY70" fmla="*/ 628241 h 674476"/>
                <a:gd name="connsiteX71" fmla="*/ 288285 w 494979"/>
                <a:gd name="connsiteY71" fmla="*/ 609204 h 674476"/>
                <a:gd name="connsiteX72" fmla="*/ 285565 w 494979"/>
                <a:gd name="connsiteY72" fmla="*/ 582007 h 674476"/>
                <a:gd name="connsiteX73" fmla="*/ 282846 w 494979"/>
                <a:gd name="connsiteY73" fmla="*/ 568409 h 674476"/>
                <a:gd name="connsiteX74" fmla="*/ 285565 w 494979"/>
                <a:gd name="connsiteY74" fmla="*/ 554811 h 674476"/>
                <a:gd name="connsiteX75" fmla="*/ 280126 w 494979"/>
                <a:gd name="connsiteY75" fmla="*/ 538493 h 674476"/>
                <a:gd name="connsiteX76" fmla="*/ 274687 w 494979"/>
                <a:gd name="connsiteY76" fmla="*/ 505857 h 674476"/>
                <a:gd name="connsiteX77" fmla="*/ 271967 w 494979"/>
                <a:gd name="connsiteY77" fmla="*/ 478660 h 674476"/>
                <a:gd name="connsiteX78" fmla="*/ 269247 w 494979"/>
                <a:gd name="connsiteY78" fmla="*/ 446025 h 674476"/>
                <a:gd name="connsiteX79" fmla="*/ 263808 w 494979"/>
                <a:gd name="connsiteY79" fmla="*/ 437866 h 674476"/>
                <a:gd name="connsiteX80" fmla="*/ 252929 w 494979"/>
                <a:gd name="connsiteY80" fmla="*/ 437866 h 674476"/>
                <a:gd name="connsiteX81" fmla="*/ 223013 w 494979"/>
                <a:gd name="connsiteY81" fmla="*/ 440585 h 674476"/>
                <a:gd name="connsiteX82" fmla="*/ 193097 w 494979"/>
                <a:gd name="connsiteY82" fmla="*/ 443305 h 674476"/>
                <a:gd name="connsiteX83" fmla="*/ 168620 w 494979"/>
                <a:gd name="connsiteY83" fmla="*/ 443305 h 674476"/>
                <a:gd name="connsiteX84" fmla="*/ 146862 w 494979"/>
                <a:gd name="connsiteY84" fmla="*/ 440585 h 674476"/>
                <a:gd name="connsiteX85" fmla="*/ 138703 w 494979"/>
                <a:gd name="connsiteY85" fmla="*/ 454184 h 674476"/>
                <a:gd name="connsiteX86" fmla="*/ 133263 w 494979"/>
                <a:gd name="connsiteY86" fmla="*/ 486820 h 674476"/>
                <a:gd name="connsiteX87" fmla="*/ 122385 w 494979"/>
                <a:gd name="connsiteY87" fmla="*/ 541213 h 674476"/>
                <a:gd name="connsiteX88" fmla="*/ 106067 w 494979"/>
                <a:gd name="connsiteY88" fmla="*/ 614643 h 674476"/>
                <a:gd name="connsiteX89" fmla="*/ 135983 w 494979"/>
                <a:gd name="connsiteY89" fmla="*/ 614643 h 674476"/>
                <a:gd name="connsiteX90" fmla="*/ 171340 w 494979"/>
                <a:gd name="connsiteY90" fmla="*/ 630961 h 674476"/>
                <a:gd name="connsiteX91" fmla="*/ 165900 w 494979"/>
                <a:gd name="connsiteY91" fmla="*/ 647279 h 674476"/>
                <a:gd name="connsiteX92" fmla="*/ 149581 w 494979"/>
                <a:gd name="connsiteY92" fmla="*/ 655438 h 674476"/>
                <a:gd name="connsiteX93" fmla="*/ 127824 w 494979"/>
                <a:gd name="connsiteY93" fmla="*/ 658158 h 674476"/>
                <a:gd name="connsiteX94" fmla="*/ 106067 w 494979"/>
                <a:gd name="connsiteY94" fmla="*/ 658158 h 674476"/>
                <a:gd name="connsiteX95" fmla="*/ 62552 w 494979"/>
                <a:gd name="connsiteY95" fmla="*/ 658158 h 674476"/>
                <a:gd name="connsiteX96" fmla="*/ 40795 w 494979"/>
                <a:gd name="connsiteY96" fmla="*/ 658158 h 674476"/>
                <a:gd name="connsiteX97" fmla="*/ 16318 w 494979"/>
                <a:gd name="connsiteY97" fmla="*/ 652718 h 674476"/>
                <a:gd name="connsiteX98" fmla="*/ 0 w 494979"/>
                <a:gd name="connsiteY98" fmla="*/ 636401 h 674476"/>
                <a:gd name="connsiteX99" fmla="*/ 2720 w 494979"/>
                <a:gd name="connsiteY99" fmla="*/ 628241 h 674476"/>
                <a:gd name="connsiteX100" fmla="*/ 24477 w 494979"/>
                <a:gd name="connsiteY100" fmla="*/ 620082 h 674476"/>
                <a:gd name="connsiteX101" fmla="*/ 62552 w 494979"/>
                <a:gd name="connsiteY101" fmla="*/ 617363 h 674476"/>
                <a:gd name="connsiteX102" fmla="*/ 62552 w 494979"/>
                <a:gd name="connsiteY102" fmla="*/ 614643 h 674476"/>
                <a:gd name="connsiteX103" fmla="*/ 65272 w 494979"/>
                <a:gd name="connsiteY103" fmla="*/ 587447 h 674476"/>
                <a:gd name="connsiteX104" fmla="*/ 76151 w 494979"/>
                <a:gd name="connsiteY104" fmla="*/ 522175 h 674476"/>
                <a:gd name="connsiteX105" fmla="*/ 87029 w 494979"/>
                <a:gd name="connsiteY105" fmla="*/ 470501 h 674476"/>
                <a:gd name="connsiteX106" fmla="*/ 92469 w 494979"/>
                <a:gd name="connsiteY106" fmla="*/ 446025 h 674476"/>
                <a:gd name="connsiteX107" fmla="*/ 65272 w 494979"/>
                <a:gd name="connsiteY107" fmla="*/ 432426 h 674476"/>
                <a:gd name="connsiteX108" fmla="*/ 54393 w 494979"/>
                <a:gd name="connsiteY108" fmla="*/ 421548 h 674476"/>
                <a:gd name="connsiteX109" fmla="*/ 73431 w 494979"/>
                <a:gd name="connsiteY109" fmla="*/ 407949 h 674476"/>
                <a:gd name="connsiteX110" fmla="*/ 100628 w 494979"/>
                <a:gd name="connsiteY110" fmla="*/ 399790 h 674476"/>
                <a:gd name="connsiteX111" fmla="*/ 108787 w 494979"/>
                <a:gd name="connsiteY111" fmla="*/ 369874 h 674476"/>
                <a:gd name="connsiteX112" fmla="*/ 125105 w 494979"/>
                <a:gd name="connsiteY112" fmla="*/ 307322 h 674476"/>
                <a:gd name="connsiteX113" fmla="*/ 141423 w 494979"/>
                <a:gd name="connsiteY113" fmla="*/ 242051 h 674476"/>
                <a:gd name="connsiteX114" fmla="*/ 155021 w 494979"/>
                <a:gd name="connsiteY114" fmla="*/ 179498 h 674476"/>
                <a:gd name="connsiteX115" fmla="*/ 168620 w 494979"/>
                <a:gd name="connsiteY115" fmla="*/ 119665 h 674476"/>
                <a:gd name="connsiteX116" fmla="*/ 193097 w 494979"/>
                <a:gd name="connsiteY116" fmla="*/ 57113 h 674476"/>
                <a:gd name="connsiteX117" fmla="*/ 201256 w 494979"/>
                <a:gd name="connsiteY117" fmla="*/ 38075 h 674476"/>
                <a:gd name="connsiteX118" fmla="*/ 217574 w 494979"/>
                <a:gd name="connsiteY118" fmla="*/ 13598 h 674476"/>
                <a:gd name="connsiteX119" fmla="*/ 274687 w 494979"/>
                <a:gd name="connsiteY119" fmla="*/ 0 h 674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</a:cxnLst>
              <a:rect l="l" t="t" r="r" b="b"/>
              <a:pathLst>
                <a:path w="494979" h="674476">
                  <a:moveTo>
                    <a:pt x="228453" y="97907"/>
                  </a:moveTo>
                  <a:cubicBezTo>
                    <a:pt x="220294" y="97907"/>
                    <a:pt x="212135" y="114225"/>
                    <a:pt x="212135" y="119665"/>
                  </a:cubicBezTo>
                  <a:cubicBezTo>
                    <a:pt x="209415" y="130543"/>
                    <a:pt x="206696" y="144141"/>
                    <a:pt x="203976" y="152300"/>
                  </a:cubicBezTo>
                  <a:cubicBezTo>
                    <a:pt x="201256" y="157740"/>
                    <a:pt x="201256" y="163179"/>
                    <a:pt x="201256" y="168618"/>
                  </a:cubicBezTo>
                  <a:cubicBezTo>
                    <a:pt x="201256" y="174058"/>
                    <a:pt x="198537" y="179497"/>
                    <a:pt x="198537" y="184936"/>
                  </a:cubicBezTo>
                  <a:cubicBezTo>
                    <a:pt x="195817" y="195815"/>
                    <a:pt x="193097" y="209413"/>
                    <a:pt x="190378" y="220292"/>
                  </a:cubicBezTo>
                  <a:cubicBezTo>
                    <a:pt x="187658" y="244769"/>
                    <a:pt x="179499" y="269246"/>
                    <a:pt x="171340" y="291003"/>
                  </a:cubicBezTo>
                  <a:cubicBezTo>
                    <a:pt x="168620" y="301881"/>
                    <a:pt x="165900" y="312760"/>
                    <a:pt x="163180" y="323639"/>
                  </a:cubicBezTo>
                  <a:cubicBezTo>
                    <a:pt x="160461" y="337237"/>
                    <a:pt x="157741" y="348115"/>
                    <a:pt x="152302" y="361714"/>
                  </a:cubicBezTo>
                  <a:cubicBezTo>
                    <a:pt x="149582" y="367153"/>
                    <a:pt x="146862" y="383471"/>
                    <a:pt x="146862" y="388910"/>
                  </a:cubicBezTo>
                  <a:cubicBezTo>
                    <a:pt x="146862" y="391630"/>
                    <a:pt x="149582" y="391630"/>
                    <a:pt x="152302" y="391630"/>
                  </a:cubicBezTo>
                  <a:cubicBezTo>
                    <a:pt x="157741" y="391630"/>
                    <a:pt x="171340" y="391630"/>
                    <a:pt x="174060" y="391630"/>
                  </a:cubicBezTo>
                  <a:cubicBezTo>
                    <a:pt x="182219" y="391630"/>
                    <a:pt x="190378" y="391630"/>
                    <a:pt x="195817" y="388910"/>
                  </a:cubicBezTo>
                  <a:cubicBezTo>
                    <a:pt x="201256" y="388910"/>
                    <a:pt x="206696" y="388910"/>
                    <a:pt x="214855" y="388910"/>
                  </a:cubicBezTo>
                  <a:cubicBezTo>
                    <a:pt x="220294" y="388910"/>
                    <a:pt x="228453" y="388910"/>
                    <a:pt x="239332" y="388910"/>
                  </a:cubicBezTo>
                  <a:cubicBezTo>
                    <a:pt x="244771" y="388910"/>
                    <a:pt x="250210" y="388910"/>
                    <a:pt x="252930" y="386191"/>
                  </a:cubicBezTo>
                  <a:cubicBezTo>
                    <a:pt x="258369" y="391630"/>
                    <a:pt x="261089" y="388910"/>
                    <a:pt x="261089" y="386191"/>
                  </a:cubicBezTo>
                  <a:cubicBezTo>
                    <a:pt x="261089" y="380751"/>
                    <a:pt x="258369" y="372592"/>
                    <a:pt x="258369" y="367153"/>
                  </a:cubicBezTo>
                  <a:cubicBezTo>
                    <a:pt x="255650" y="353555"/>
                    <a:pt x="252930" y="342676"/>
                    <a:pt x="252930" y="331797"/>
                  </a:cubicBezTo>
                  <a:cubicBezTo>
                    <a:pt x="252930" y="301881"/>
                    <a:pt x="252930" y="274685"/>
                    <a:pt x="250210" y="244769"/>
                  </a:cubicBezTo>
                  <a:cubicBezTo>
                    <a:pt x="250210" y="231170"/>
                    <a:pt x="247491" y="217572"/>
                    <a:pt x="244771" y="203974"/>
                  </a:cubicBezTo>
                  <a:cubicBezTo>
                    <a:pt x="242051" y="187656"/>
                    <a:pt x="239332" y="174058"/>
                    <a:pt x="239332" y="157740"/>
                  </a:cubicBezTo>
                  <a:cubicBezTo>
                    <a:pt x="239332" y="152300"/>
                    <a:pt x="239332" y="133263"/>
                    <a:pt x="236612" y="119665"/>
                  </a:cubicBezTo>
                  <a:cubicBezTo>
                    <a:pt x="236612" y="106066"/>
                    <a:pt x="233892" y="97907"/>
                    <a:pt x="228453" y="97907"/>
                  </a:cubicBezTo>
                  <a:close/>
                  <a:moveTo>
                    <a:pt x="274687" y="0"/>
                  </a:moveTo>
                  <a:cubicBezTo>
                    <a:pt x="288285" y="0"/>
                    <a:pt x="293724" y="2720"/>
                    <a:pt x="304603" y="5439"/>
                  </a:cubicBezTo>
                  <a:cubicBezTo>
                    <a:pt x="315482" y="10879"/>
                    <a:pt x="315482" y="16318"/>
                    <a:pt x="320921" y="24477"/>
                  </a:cubicBezTo>
                  <a:cubicBezTo>
                    <a:pt x="326360" y="29916"/>
                    <a:pt x="331800" y="35356"/>
                    <a:pt x="334519" y="43515"/>
                  </a:cubicBezTo>
                  <a:cubicBezTo>
                    <a:pt x="337239" y="51674"/>
                    <a:pt x="337239" y="57113"/>
                    <a:pt x="339959" y="65272"/>
                  </a:cubicBezTo>
                  <a:cubicBezTo>
                    <a:pt x="345398" y="78870"/>
                    <a:pt x="342678" y="97908"/>
                    <a:pt x="348118" y="114226"/>
                  </a:cubicBezTo>
                  <a:cubicBezTo>
                    <a:pt x="350837" y="130544"/>
                    <a:pt x="358996" y="146863"/>
                    <a:pt x="361716" y="163180"/>
                  </a:cubicBezTo>
                  <a:cubicBezTo>
                    <a:pt x="364435" y="182218"/>
                    <a:pt x="364435" y="201256"/>
                    <a:pt x="369875" y="220293"/>
                  </a:cubicBezTo>
                  <a:cubicBezTo>
                    <a:pt x="375314" y="239331"/>
                    <a:pt x="378034" y="255649"/>
                    <a:pt x="378034" y="274686"/>
                  </a:cubicBezTo>
                  <a:cubicBezTo>
                    <a:pt x="378034" y="282845"/>
                    <a:pt x="380753" y="293724"/>
                    <a:pt x="383473" y="301883"/>
                  </a:cubicBezTo>
                  <a:cubicBezTo>
                    <a:pt x="386193" y="312762"/>
                    <a:pt x="388912" y="326360"/>
                    <a:pt x="391632" y="337238"/>
                  </a:cubicBezTo>
                  <a:cubicBezTo>
                    <a:pt x="391632" y="342678"/>
                    <a:pt x="394352" y="353556"/>
                    <a:pt x="397071" y="364435"/>
                  </a:cubicBezTo>
                  <a:cubicBezTo>
                    <a:pt x="399791" y="372594"/>
                    <a:pt x="402511" y="380753"/>
                    <a:pt x="405230" y="383473"/>
                  </a:cubicBezTo>
                  <a:cubicBezTo>
                    <a:pt x="407950" y="386192"/>
                    <a:pt x="413389" y="386192"/>
                    <a:pt x="416109" y="386192"/>
                  </a:cubicBezTo>
                  <a:cubicBezTo>
                    <a:pt x="418829" y="386192"/>
                    <a:pt x="424268" y="386192"/>
                    <a:pt x="426988" y="386192"/>
                  </a:cubicBezTo>
                  <a:cubicBezTo>
                    <a:pt x="437866" y="386192"/>
                    <a:pt x="448745" y="388912"/>
                    <a:pt x="454184" y="397071"/>
                  </a:cubicBezTo>
                  <a:cubicBezTo>
                    <a:pt x="456904" y="399790"/>
                    <a:pt x="456904" y="402510"/>
                    <a:pt x="456904" y="405230"/>
                  </a:cubicBezTo>
                  <a:cubicBezTo>
                    <a:pt x="456904" y="407949"/>
                    <a:pt x="454184" y="410669"/>
                    <a:pt x="451465" y="416108"/>
                  </a:cubicBezTo>
                  <a:cubicBezTo>
                    <a:pt x="446025" y="421548"/>
                    <a:pt x="440586" y="426987"/>
                    <a:pt x="432427" y="429707"/>
                  </a:cubicBezTo>
                  <a:cubicBezTo>
                    <a:pt x="429707" y="429707"/>
                    <a:pt x="426988" y="432426"/>
                    <a:pt x="421548" y="432426"/>
                  </a:cubicBezTo>
                  <a:cubicBezTo>
                    <a:pt x="418829" y="432426"/>
                    <a:pt x="416109" y="432426"/>
                    <a:pt x="413389" y="435146"/>
                  </a:cubicBezTo>
                  <a:cubicBezTo>
                    <a:pt x="413389" y="435146"/>
                    <a:pt x="413389" y="437866"/>
                    <a:pt x="413389" y="440585"/>
                  </a:cubicBezTo>
                  <a:cubicBezTo>
                    <a:pt x="413389" y="443305"/>
                    <a:pt x="413389" y="448744"/>
                    <a:pt x="416109" y="451464"/>
                  </a:cubicBezTo>
                  <a:cubicBezTo>
                    <a:pt x="416109" y="456903"/>
                    <a:pt x="418829" y="462343"/>
                    <a:pt x="418829" y="465062"/>
                  </a:cubicBezTo>
                  <a:lnTo>
                    <a:pt x="418829" y="475941"/>
                  </a:lnTo>
                  <a:cubicBezTo>
                    <a:pt x="418829" y="481380"/>
                    <a:pt x="418829" y="484100"/>
                    <a:pt x="418829" y="486820"/>
                  </a:cubicBezTo>
                  <a:cubicBezTo>
                    <a:pt x="421548" y="497698"/>
                    <a:pt x="424268" y="505857"/>
                    <a:pt x="426988" y="516736"/>
                  </a:cubicBezTo>
                  <a:cubicBezTo>
                    <a:pt x="426988" y="524895"/>
                    <a:pt x="429707" y="535773"/>
                    <a:pt x="432427" y="543932"/>
                  </a:cubicBezTo>
                  <a:cubicBezTo>
                    <a:pt x="435147" y="554811"/>
                    <a:pt x="437866" y="562970"/>
                    <a:pt x="437866" y="573848"/>
                  </a:cubicBezTo>
                  <a:cubicBezTo>
                    <a:pt x="437866" y="587447"/>
                    <a:pt x="440586" y="595606"/>
                    <a:pt x="443306" y="606484"/>
                  </a:cubicBezTo>
                  <a:cubicBezTo>
                    <a:pt x="443306" y="609204"/>
                    <a:pt x="446025" y="614643"/>
                    <a:pt x="446025" y="617363"/>
                  </a:cubicBezTo>
                  <a:cubicBezTo>
                    <a:pt x="454184" y="617363"/>
                    <a:pt x="462343" y="617363"/>
                    <a:pt x="470502" y="617363"/>
                  </a:cubicBezTo>
                  <a:cubicBezTo>
                    <a:pt x="478661" y="625522"/>
                    <a:pt x="492259" y="630961"/>
                    <a:pt x="494979" y="641840"/>
                  </a:cubicBezTo>
                  <a:cubicBezTo>
                    <a:pt x="494979" y="647279"/>
                    <a:pt x="489540" y="649999"/>
                    <a:pt x="486820" y="655438"/>
                  </a:cubicBezTo>
                  <a:cubicBezTo>
                    <a:pt x="484100" y="660877"/>
                    <a:pt x="475942" y="663597"/>
                    <a:pt x="470502" y="663597"/>
                  </a:cubicBezTo>
                  <a:cubicBezTo>
                    <a:pt x="459623" y="666317"/>
                    <a:pt x="454184" y="666317"/>
                    <a:pt x="446025" y="666317"/>
                  </a:cubicBezTo>
                  <a:cubicBezTo>
                    <a:pt x="440586" y="666317"/>
                    <a:pt x="432427" y="666317"/>
                    <a:pt x="424268" y="666317"/>
                  </a:cubicBezTo>
                  <a:cubicBezTo>
                    <a:pt x="421548" y="666317"/>
                    <a:pt x="418829" y="666317"/>
                    <a:pt x="416109" y="666317"/>
                  </a:cubicBezTo>
                  <a:cubicBezTo>
                    <a:pt x="410670" y="669036"/>
                    <a:pt x="407950" y="669036"/>
                    <a:pt x="402511" y="671756"/>
                  </a:cubicBezTo>
                  <a:cubicBezTo>
                    <a:pt x="397071" y="671756"/>
                    <a:pt x="391632" y="674476"/>
                    <a:pt x="386193" y="674476"/>
                  </a:cubicBezTo>
                  <a:cubicBezTo>
                    <a:pt x="375314" y="674476"/>
                    <a:pt x="361716" y="671756"/>
                    <a:pt x="350837" y="669036"/>
                  </a:cubicBezTo>
                  <a:cubicBezTo>
                    <a:pt x="342678" y="669036"/>
                    <a:pt x="334519" y="669036"/>
                    <a:pt x="329080" y="669036"/>
                  </a:cubicBezTo>
                  <a:cubicBezTo>
                    <a:pt x="307323" y="669036"/>
                    <a:pt x="288285" y="669036"/>
                    <a:pt x="280126" y="669036"/>
                  </a:cubicBezTo>
                  <a:cubicBezTo>
                    <a:pt x="271967" y="669036"/>
                    <a:pt x="261088" y="669036"/>
                    <a:pt x="255649" y="663597"/>
                  </a:cubicBezTo>
                  <a:cubicBezTo>
                    <a:pt x="250210" y="660877"/>
                    <a:pt x="239331" y="655438"/>
                    <a:pt x="239331" y="647279"/>
                  </a:cubicBezTo>
                  <a:cubicBezTo>
                    <a:pt x="239331" y="636401"/>
                    <a:pt x="255649" y="633681"/>
                    <a:pt x="263808" y="630961"/>
                  </a:cubicBezTo>
                  <a:cubicBezTo>
                    <a:pt x="269247" y="630961"/>
                    <a:pt x="277406" y="630961"/>
                    <a:pt x="291005" y="628241"/>
                  </a:cubicBezTo>
                  <a:cubicBezTo>
                    <a:pt x="291005" y="620082"/>
                    <a:pt x="291005" y="614643"/>
                    <a:pt x="288285" y="609204"/>
                  </a:cubicBezTo>
                  <a:cubicBezTo>
                    <a:pt x="288285" y="601045"/>
                    <a:pt x="285565" y="590166"/>
                    <a:pt x="285565" y="582007"/>
                  </a:cubicBezTo>
                  <a:cubicBezTo>
                    <a:pt x="285565" y="576568"/>
                    <a:pt x="282846" y="573848"/>
                    <a:pt x="282846" y="568409"/>
                  </a:cubicBezTo>
                  <a:cubicBezTo>
                    <a:pt x="282846" y="562970"/>
                    <a:pt x="285565" y="557531"/>
                    <a:pt x="285565" y="554811"/>
                  </a:cubicBezTo>
                  <a:cubicBezTo>
                    <a:pt x="285565" y="549371"/>
                    <a:pt x="282846" y="546652"/>
                    <a:pt x="280126" y="538493"/>
                  </a:cubicBezTo>
                  <a:cubicBezTo>
                    <a:pt x="280126" y="527614"/>
                    <a:pt x="274687" y="516736"/>
                    <a:pt x="274687" y="505857"/>
                  </a:cubicBezTo>
                  <a:cubicBezTo>
                    <a:pt x="274687" y="494978"/>
                    <a:pt x="274687" y="486820"/>
                    <a:pt x="271967" y="478660"/>
                  </a:cubicBezTo>
                  <a:cubicBezTo>
                    <a:pt x="269247" y="467782"/>
                    <a:pt x="269247" y="456903"/>
                    <a:pt x="269247" y="446025"/>
                  </a:cubicBezTo>
                  <a:cubicBezTo>
                    <a:pt x="269247" y="440585"/>
                    <a:pt x="266528" y="437866"/>
                    <a:pt x="263808" y="437866"/>
                  </a:cubicBezTo>
                  <a:cubicBezTo>
                    <a:pt x="261088" y="437866"/>
                    <a:pt x="258369" y="437866"/>
                    <a:pt x="252929" y="437866"/>
                  </a:cubicBezTo>
                  <a:cubicBezTo>
                    <a:pt x="242051" y="437866"/>
                    <a:pt x="231172" y="437866"/>
                    <a:pt x="223013" y="440585"/>
                  </a:cubicBezTo>
                  <a:cubicBezTo>
                    <a:pt x="212135" y="440585"/>
                    <a:pt x="203976" y="443305"/>
                    <a:pt x="193097" y="443305"/>
                  </a:cubicBezTo>
                  <a:cubicBezTo>
                    <a:pt x="184938" y="443305"/>
                    <a:pt x="176779" y="443305"/>
                    <a:pt x="168620" y="443305"/>
                  </a:cubicBezTo>
                  <a:cubicBezTo>
                    <a:pt x="165900" y="443305"/>
                    <a:pt x="155021" y="440585"/>
                    <a:pt x="146862" y="440585"/>
                  </a:cubicBezTo>
                  <a:cubicBezTo>
                    <a:pt x="138703" y="440585"/>
                    <a:pt x="138703" y="448744"/>
                    <a:pt x="138703" y="454184"/>
                  </a:cubicBezTo>
                  <a:cubicBezTo>
                    <a:pt x="138703" y="465062"/>
                    <a:pt x="135983" y="475941"/>
                    <a:pt x="133263" y="486820"/>
                  </a:cubicBezTo>
                  <a:cubicBezTo>
                    <a:pt x="130544" y="505857"/>
                    <a:pt x="125105" y="522175"/>
                    <a:pt x="122385" y="541213"/>
                  </a:cubicBezTo>
                  <a:cubicBezTo>
                    <a:pt x="119665" y="560250"/>
                    <a:pt x="111506" y="595606"/>
                    <a:pt x="106067" y="614643"/>
                  </a:cubicBezTo>
                  <a:cubicBezTo>
                    <a:pt x="114226" y="614643"/>
                    <a:pt x="125105" y="614643"/>
                    <a:pt x="135983" y="614643"/>
                  </a:cubicBezTo>
                  <a:cubicBezTo>
                    <a:pt x="149581" y="614643"/>
                    <a:pt x="171340" y="614643"/>
                    <a:pt x="171340" y="630961"/>
                  </a:cubicBezTo>
                  <a:cubicBezTo>
                    <a:pt x="171340" y="639120"/>
                    <a:pt x="168620" y="639120"/>
                    <a:pt x="165900" y="647279"/>
                  </a:cubicBezTo>
                  <a:cubicBezTo>
                    <a:pt x="163181" y="652718"/>
                    <a:pt x="155021" y="655438"/>
                    <a:pt x="149581" y="655438"/>
                  </a:cubicBezTo>
                  <a:cubicBezTo>
                    <a:pt x="141423" y="658158"/>
                    <a:pt x="135983" y="658158"/>
                    <a:pt x="127824" y="658158"/>
                  </a:cubicBezTo>
                  <a:cubicBezTo>
                    <a:pt x="122385" y="658158"/>
                    <a:pt x="116946" y="658158"/>
                    <a:pt x="106067" y="658158"/>
                  </a:cubicBezTo>
                  <a:cubicBezTo>
                    <a:pt x="92469" y="658158"/>
                    <a:pt x="78870" y="658158"/>
                    <a:pt x="62552" y="658158"/>
                  </a:cubicBezTo>
                  <a:cubicBezTo>
                    <a:pt x="54393" y="658158"/>
                    <a:pt x="46234" y="658158"/>
                    <a:pt x="40795" y="658158"/>
                  </a:cubicBezTo>
                  <a:cubicBezTo>
                    <a:pt x="32636" y="658158"/>
                    <a:pt x="21758" y="658158"/>
                    <a:pt x="16318" y="652718"/>
                  </a:cubicBezTo>
                  <a:cubicBezTo>
                    <a:pt x="8159" y="649999"/>
                    <a:pt x="0" y="641840"/>
                    <a:pt x="0" y="636401"/>
                  </a:cubicBezTo>
                  <a:cubicBezTo>
                    <a:pt x="0" y="633681"/>
                    <a:pt x="0" y="630961"/>
                    <a:pt x="2720" y="628241"/>
                  </a:cubicBezTo>
                  <a:cubicBezTo>
                    <a:pt x="8159" y="625522"/>
                    <a:pt x="16318" y="622802"/>
                    <a:pt x="24477" y="620082"/>
                  </a:cubicBezTo>
                  <a:cubicBezTo>
                    <a:pt x="38075" y="617363"/>
                    <a:pt x="48954" y="617363"/>
                    <a:pt x="62552" y="617363"/>
                  </a:cubicBezTo>
                  <a:cubicBezTo>
                    <a:pt x="62552" y="617363"/>
                    <a:pt x="62552" y="614643"/>
                    <a:pt x="62552" y="614643"/>
                  </a:cubicBezTo>
                  <a:cubicBezTo>
                    <a:pt x="62552" y="603765"/>
                    <a:pt x="65272" y="590166"/>
                    <a:pt x="65272" y="587447"/>
                  </a:cubicBezTo>
                  <a:cubicBezTo>
                    <a:pt x="67992" y="565689"/>
                    <a:pt x="73431" y="543932"/>
                    <a:pt x="76151" y="522175"/>
                  </a:cubicBezTo>
                  <a:cubicBezTo>
                    <a:pt x="78870" y="505857"/>
                    <a:pt x="81590" y="486820"/>
                    <a:pt x="87029" y="470501"/>
                  </a:cubicBezTo>
                  <a:cubicBezTo>
                    <a:pt x="87029" y="465062"/>
                    <a:pt x="92469" y="451464"/>
                    <a:pt x="92469" y="446025"/>
                  </a:cubicBezTo>
                  <a:cubicBezTo>
                    <a:pt x="92469" y="437866"/>
                    <a:pt x="73431" y="437866"/>
                    <a:pt x="65272" y="432426"/>
                  </a:cubicBezTo>
                  <a:cubicBezTo>
                    <a:pt x="59833" y="429707"/>
                    <a:pt x="54393" y="426987"/>
                    <a:pt x="54393" y="421548"/>
                  </a:cubicBezTo>
                  <a:cubicBezTo>
                    <a:pt x="54393" y="413389"/>
                    <a:pt x="62552" y="410669"/>
                    <a:pt x="73431" y="407949"/>
                  </a:cubicBezTo>
                  <a:cubicBezTo>
                    <a:pt x="78870" y="407949"/>
                    <a:pt x="92469" y="405230"/>
                    <a:pt x="100628" y="399790"/>
                  </a:cubicBezTo>
                  <a:cubicBezTo>
                    <a:pt x="106067" y="394351"/>
                    <a:pt x="106067" y="378033"/>
                    <a:pt x="108787" y="369874"/>
                  </a:cubicBezTo>
                  <a:cubicBezTo>
                    <a:pt x="114226" y="348117"/>
                    <a:pt x="119665" y="326360"/>
                    <a:pt x="125105" y="307322"/>
                  </a:cubicBezTo>
                  <a:cubicBezTo>
                    <a:pt x="130544" y="285565"/>
                    <a:pt x="135983" y="263808"/>
                    <a:pt x="141423" y="242051"/>
                  </a:cubicBezTo>
                  <a:cubicBezTo>
                    <a:pt x="146862" y="220293"/>
                    <a:pt x="152301" y="198536"/>
                    <a:pt x="155021" y="179498"/>
                  </a:cubicBezTo>
                  <a:cubicBezTo>
                    <a:pt x="157740" y="160461"/>
                    <a:pt x="163181" y="138703"/>
                    <a:pt x="168620" y="119665"/>
                  </a:cubicBezTo>
                  <a:cubicBezTo>
                    <a:pt x="176779" y="100627"/>
                    <a:pt x="182218" y="76150"/>
                    <a:pt x="193097" y="57113"/>
                  </a:cubicBezTo>
                  <a:lnTo>
                    <a:pt x="201256" y="38075"/>
                  </a:lnTo>
                  <a:cubicBezTo>
                    <a:pt x="206695" y="29916"/>
                    <a:pt x="209415" y="19038"/>
                    <a:pt x="217574" y="13598"/>
                  </a:cubicBezTo>
                  <a:cubicBezTo>
                    <a:pt x="231172" y="2720"/>
                    <a:pt x="255649" y="0"/>
                    <a:pt x="274687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3B63D1C3-2271-6E5B-413B-F458A1292648}"/>
                </a:ext>
              </a:extLst>
            </p:cNvPr>
            <p:cNvSpPr/>
            <p:nvPr/>
          </p:nvSpPr>
          <p:spPr>
            <a:xfrm>
              <a:off x="3443268" y="4186718"/>
              <a:ext cx="435145" cy="761503"/>
            </a:xfrm>
            <a:custGeom>
              <a:avLst/>
              <a:gdLst>
                <a:gd name="connsiteX0" fmla="*/ 400855 w 435145"/>
                <a:gd name="connsiteY0" fmla="*/ 678260 h 761503"/>
                <a:gd name="connsiteX1" fmla="*/ 384537 w 435145"/>
                <a:gd name="connsiteY1" fmla="*/ 719054 h 761503"/>
                <a:gd name="connsiteX2" fmla="*/ 368219 w 435145"/>
                <a:gd name="connsiteY2" fmla="*/ 713615 h 761503"/>
                <a:gd name="connsiteX3" fmla="*/ 360060 w 435145"/>
                <a:gd name="connsiteY3" fmla="*/ 697297 h 761503"/>
                <a:gd name="connsiteX4" fmla="*/ 360060 w 435145"/>
                <a:gd name="connsiteY4" fmla="*/ 651063 h 761503"/>
                <a:gd name="connsiteX5" fmla="*/ 332864 w 435145"/>
                <a:gd name="connsiteY5" fmla="*/ 686418 h 761503"/>
                <a:gd name="connsiteX6" fmla="*/ 251274 w 435145"/>
                <a:gd name="connsiteY6" fmla="*/ 721774 h 761503"/>
                <a:gd name="connsiteX7" fmla="*/ 229517 w 435145"/>
                <a:gd name="connsiteY7" fmla="*/ 719054 h 761503"/>
                <a:gd name="connsiteX8" fmla="*/ 158806 w 435145"/>
                <a:gd name="connsiteY8" fmla="*/ 694578 h 761503"/>
                <a:gd name="connsiteX9" fmla="*/ 112571 w 435145"/>
                <a:gd name="connsiteY9" fmla="*/ 659222 h 761503"/>
                <a:gd name="connsiteX10" fmla="*/ 79936 w 435145"/>
                <a:gd name="connsiteY10" fmla="*/ 607548 h 761503"/>
                <a:gd name="connsiteX11" fmla="*/ 63618 w 435145"/>
                <a:gd name="connsiteY11" fmla="*/ 542277 h 761503"/>
                <a:gd name="connsiteX12" fmla="*/ 58178 w 435145"/>
                <a:gd name="connsiteY12" fmla="*/ 471566 h 761503"/>
                <a:gd name="connsiteX13" fmla="*/ 60898 w 435145"/>
                <a:gd name="connsiteY13" fmla="*/ 400855 h 761503"/>
                <a:gd name="connsiteX14" fmla="*/ 66337 w 435145"/>
                <a:gd name="connsiteY14" fmla="*/ 335583 h 761503"/>
                <a:gd name="connsiteX15" fmla="*/ 85375 w 435145"/>
                <a:gd name="connsiteY15" fmla="*/ 267592 h 761503"/>
                <a:gd name="connsiteX16" fmla="*/ 109852 w 435145"/>
                <a:gd name="connsiteY16" fmla="*/ 199600 h 761503"/>
                <a:gd name="connsiteX17" fmla="*/ 145207 w 435145"/>
                <a:gd name="connsiteY17" fmla="*/ 145207 h 761503"/>
                <a:gd name="connsiteX18" fmla="*/ 188722 w 435145"/>
                <a:gd name="connsiteY18" fmla="*/ 96253 h 761503"/>
                <a:gd name="connsiteX19" fmla="*/ 243115 w 435145"/>
                <a:gd name="connsiteY19" fmla="*/ 71776 h 761503"/>
                <a:gd name="connsiteX20" fmla="*/ 286630 w 435145"/>
                <a:gd name="connsiteY20" fmla="*/ 63617 h 761503"/>
                <a:gd name="connsiteX21" fmla="*/ 305667 w 435145"/>
                <a:gd name="connsiteY21" fmla="*/ 66337 h 761503"/>
                <a:gd name="connsiteX22" fmla="*/ 324705 w 435145"/>
                <a:gd name="connsiteY22" fmla="*/ 79936 h 761503"/>
                <a:gd name="connsiteX23" fmla="*/ 341023 w 435145"/>
                <a:gd name="connsiteY23" fmla="*/ 101693 h 761503"/>
                <a:gd name="connsiteX24" fmla="*/ 354621 w 435145"/>
                <a:gd name="connsiteY24" fmla="*/ 123450 h 761503"/>
                <a:gd name="connsiteX25" fmla="*/ 354621 w 435145"/>
                <a:gd name="connsiteY25" fmla="*/ 98973 h 761503"/>
                <a:gd name="connsiteX26" fmla="*/ 360060 w 435145"/>
                <a:gd name="connsiteY26" fmla="*/ 74496 h 761503"/>
                <a:gd name="connsiteX27" fmla="*/ 365500 w 435145"/>
                <a:gd name="connsiteY27" fmla="*/ 63617 h 761503"/>
                <a:gd name="connsiteX28" fmla="*/ 373659 w 435145"/>
                <a:gd name="connsiteY28" fmla="*/ 58178 h 761503"/>
                <a:gd name="connsiteX29" fmla="*/ 381818 w 435145"/>
                <a:gd name="connsiteY29" fmla="*/ 63617 h 761503"/>
                <a:gd name="connsiteX30" fmla="*/ 389977 w 435145"/>
                <a:gd name="connsiteY30" fmla="*/ 82655 h 761503"/>
                <a:gd name="connsiteX31" fmla="*/ 392696 w 435145"/>
                <a:gd name="connsiteY31" fmla="*/ 126170 h 761503"/>
                <a:gd name="connsiteX32" fmla="*/ 395416 w 435145"/>
                <a:gd name="connsiteY32" fmla="*/ 186002 h 761503"/>
                <a:gd name="connsiteX33" fmla="*/ 398136 w 435145"/>
                <a:gd name="connsiteY33" fmla="*/ 237675 h 761503"/>
                <a:gd name="connsiteX34" fmla="*/ 398136 w 435145"/>
                <a:gd name="connsiteY34" fmla="*/ 243115 h 761503"/>
                <a:gd name="connsiteX35" fmla="*/ 395416 w 435145"/>
                <a:gd name="connsiteY35" fmla="*/ 256713 h 761503"/>
                <a:gd name="connsiteX36" fmla="*/ 379098 w 435145"/>
                <a:gd name="connsiteY36" fmla="*/ 278470 h 761503"/>
                <a:gd name="connsiteX37" fmla="*/ 362780 w 435145"/>
                <a:gd name="connsiteY37" fmla="*/ 273031 h 761503"/>
                <a:gd name="connsiteX38" fmla="*/ 354621 w 435145"/>
                <a:gd name="connsiteY38" fmla="*/ 256713 h 761503"/>
                <a:gd name="connsiteX39" fmla="*/ 354621 w 435145"/>
                <a:gd name="connsiteY39" fmla="*/ 213198 h 761503"/>
                <a:gd name="connsiteX40" fmla="*/ 354621 w 435145"/>
                <a:gd name="connsiteY40" fmla="*/ 205040 h 761503"/>
                <a:gd name="connsiteX41" fmla="*/ 338303 w 435145"/>
                <a:gd name="connsiteY41" fmla="*/ 147927 h 761503"/>
                <a:gd name="connsiteX42" fmla="*/ 292069 w 435145"/>
                <a:gd name="connsiteY42" fmla="*/ 107132 h 761503"/>
                <a:gd name="connsiteX43" fmla="*/ 262153 w 435145"/>
                <a:gd name="connsiteY43" fmla="*/ 120730 h 761503"/>
                <a:gd name="connsiteX44" fmla="*/ 251274 w 435145"/>
                <a:gd name="connsiteY44" fmla="*/ 131609 h 761503"/>
                <a:gd name="connsiteX45" fmla="*/ 240395 w 435145"/>
                <a:gd name="connsiteY45" fmla="*/ 139768 h 761503"/>
                <a:gd name="connsiteX46" fmla="*/ 237676 w 435145"/>
                <a:gd name="connsiteY46" fmla="*/ 164245 h 761503"/>
                <a:gd name="connsiteX47" fmla="*/ 226797 w 435145"/>
                <a:gd name="connsiteY47" fmla="*/ 196881 h 761503"/>
                <a:gd name="connsiteX48" fmla="*/ 213199 w 435145"/>
                <a:gd name="connsiteY48" fmla="*/ 259433 h 761503"/>
                <a:gd name="connsiteX49" fmla="*/ 207759 w 435145"/>
                <a:gd name="connsiteY49" fmla="*/ 324704 h 761503"/>
                <a:gd name="connsiteX50" fmla="*/ 207759 w 435145"/>
                <a:gd name="connsiteY50" fmla="*/ 335583 h 761503"/>
                <a:gd name="connsiteX51" fmla="*/ 205040 w 435145"/>
                <a:gd name="connsiteY51" fmla="*/ 349181 h 761503"/>
                <a:gd name="connsiteX52" fmla="*/ 207759 w 435145"/>
                <a:gd name="connsiteY52" fmla="*/ 368219 h 761503"/>
                <a:gd name="connsiteX53" fmla="*/ 207759 w 435145"/>
                <a:gd name="connsiteY53" fmla="*/ 376378 h 761503"/>
                <a:gd name="connsiteX54" fmla="*/ 205040 w 435145"/>
                <a:gd name="connsiteY54" fmla="*/ 387256 h 761503"/>
                <a:gd name="connsiteX55" fmla="*/ 205040 w 435145"/>
                <a:gd name="connsiteY55" fmla="*/ 395415 h 761503"/>
                <a:gd name="connsiteX56" fmla="*/ 205040 w 435145"/>
                <a:gd name="connsiteY56" fmla="*/ 406294 h 761503"/>
                <a:gd name="connsiteX57" fmla="*/ 205040 w 435145"/>
                <a:gd name="connsiteY57" fmla="*/ 425332 h 761503"/>
                <a:gd name="connsiteX58" fmla="*/ 213199 w 435145"/>
                <a:gd name="connsiteY58" fmla="*/ 493323 h 761503"/>
                <a:gd name="connsiteX59" fmla="*/ 221358 w 435145"/>
                <a:gd name="connsiteY59" fmla="*/ 561314 h 761503"/>
                <a:gd name="connsiteX60" fmla="*/ 226797 w 435145"/>
                <a:gd name="connsiteY60" fmla="*/ 591231 h 761503"/>
                <a:gd name="connsiteX61" fmla="*/ 240395 w 435145"/>
                <a:gd name="connsiteY61" fmla="*/ 618427 h 761503"/>
                <a:gd name="connsiteX62" fmla="*/ 283910 w 435145"/>
                <a:gd name="connsiteY62" fmla="*/ 651063 h 761503"/>
                <a:gd name="connsiteX63" fmla="*/ 338303 w 435145"/>
                <a:gd name="connsiteY63" fmla="*/ 612988 h 761503"/>
                <a:gd name="connsiteX64" fmla="*/ 354621 w 435145"/>
                <a:gd name="connsiteY64" fmla="*/ 577632 h 761503"/>
                <a:gd name="connsiteX65" fmla="*/ 357341 w 435145"/>
                <a:gd name="connsiteY65" fmla="*/ 509641 h 761503"/>
                <a:gd name="connsiteX66" fmla="*/ 362780 w 435145"/>
                <a:gd name="connsiteY66" fmla="*/ 485164 h 761503"/>
                <a:gd name="connsiteX67" fmla="*/ 368219 w 435145"/>
                <a:gd name="connsiteY67" fmla="*/ 474286 h 761503"/>
                <a:gd name="connsiteX68" fmla="*/ 376378 w 435145"/>
                <a:gd name="connsiteY68" fmla="*/ 468846 h 761503"/>
                <a:gd name="connsiteX69" fmla="*/ 384537 w 435145"/>
                <a:gd name="connsiteY69" fmla="*/ 474286 h 761503"/>
                <a:gd name="connsiteX70" fmla="*/ 392696 w 435145"/>
                <a:gd name="connsiteY70" fmla="*/ 493323 h 761503"/>
                <a:gd name="connsiteX71" fmla="*/ 395416 w 435145"/>
                <a:gd name="connsiteY71" fmla="*/ 558595 h 761503"/>
                <a:gd name="connsiteX72" fmla="*/ 398136 w 435145"/>
                <a:gd name="connsiteY72" fmla="*/ 618427 h 761503"/>
                <a:gd name="connsiteX73" fmla="*/ 400855 w 435145"/>
                <a:gd name="connsiteY73" fmla="*/ 678260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435145" h="761503">
                  <a:moveTo>
                    <a:pt x="400855" y="678260"/>
                  </a:moveTo>
                  <a:cubicBezTo>
                    <a:pt x="400855" y="689138"/>
                    <a:pt x="400855" y="719054"/>
                    <a:pt x="384537" y="719054"/>
                  </a:cubicBezTo>
                  <a:cubicBezTo>
                    <a:pt x="376378" y="719054"/>
                    <a:pt x="373659" y="716335"/>
                    <a:pt x="368219" y="713615"/>
                  </a:cubicBezTo>
                  <a:cubicBezTo>
                    <a:pt x="362780" y="710895"/>
                    <a:pt x="360060" y="702736"/>
                    <a:pt x="360060" y="697297"/>
                  </a:cubicBezTo>
                  <a:cubicBezTo>
                    <a:pt x="357341" y="680979"/>
                    <a:pt x="357341" y="664661"/>
                    <a:pt x="360060" y="651063"/>
                  </a:cubicBezTo>
                  <a:cubicBezTo>
                    <a:pt x="354621" y="659222"/>
                    <a:pt x="341023" y="678260"/>
                    <a:pt x="332864" y="686418"/>
                  </a:cubicBezTo>
                  <a:cubicBezTo>
                    <a:pt x="311107" y="708176"/>
                    <a:pt x="283910" y="721774"/>
                    <a:pt x="251274" y="721774"/>
                  </a:cubicBezTo>
                  <a:cubicBezTo>
                    <a:pt x="243115" y="721774"/>
                    <a:pt x="237676" y="721774"/>
                    <a:pt x="229517" y="719054"/>
                  </a:cubicBezTo>
                  <a:cubicBezTo>
                    <a:pt x="207759" y="716335"/>
                    <a:pt x="183283" y="708176"/>
                    <a:pt x="158806" y="694578"/>
                  </a:cubicBezTo>
                  <a:cubicBezTo>
                    <a:pt x="142488" y="686418"/>
                    <a:pt x="126170" y="672820"/>
                    <a:pt x="112571" y="659222"/>
                  </a:cubicBezTo>
                  <a:cubicBezTo>
                    <a:pt x="98973" y="642904"/>
                    <a:pt x="88095" y="626586"/>
                    <a:pt x="79936" y="607548"/>
                  </a:cubicBezTo>
                  <a:cubicBezTo>
                    <a:pt x="71777" y="585791"/>
                    <a:pt x="66337" y="566754"/>
                    <a:pt x="63618" y="542277"/>
                  </a:cubicBezTo>
                  <a:cubicBezTo>
                    <a:pt x="60898" y="517800"/>
                    <a:pt x="58178" y="493323"/>
                    <a:pt x="58178" y="471566"/>
                  </a:cubicBezTo>
                  <a:cubicBezTo>
                    <a:pt x="58178" y="447089"/>
                    <a:pt x="58178" y="425332"/>
                    <a:pt x="60898" y="400855"/>
                  </a:cubicBezTo>
                  <a:cubicBezTo>
                    <a:pt x="63618" y="379098"/>
                    <a:pt x="60898" y="357340"/>
                    <a:pt x="66337" y="335583"/>
                  </a:cubicBezTo>
                  <a:cubicBezTo>
                    <a:pt x="69057" y="313826"/>
                    <a:pt x="77216" y="289349"/>
                    <a:pt x="85375" y="267592"/>
                  </a:cubicBezTo>
                  <a:cubicBezTo>
                    <a:pt x="93534" y="243115"/>
                    <a:pt x="98973" y="221357"/>
                    <a:pt x="109852" y="199600"/>
                  </a:cubicBezTo>
                  <a:cubicBezTo>
                    <a:pt x="118011" y="177843"/>
                    <a:pt x="131609" y="161525"/>
                    <a:pt x="145207" y="145207"/>
                  </a:cubicBezTo>
                  <a:cubicBezTo>
                    <a:pt x="158806" y="128889"/>
                    <a:pt x="172404" y="109852"/>
                    <a:pt x="188722" y="96253"/>
                  </a:cubicBezTo>
                  <a:cubicBezTo>
                    <a:pt x="205040" y="82655"/>
                    <a:pt x="224077" y="77216"/>
                    <a:pt x="243115" y="71776"/>
                  </a:cubicBezTo>
                  <a:cubicBezTo>
                    <a:pt x="256713" y="69057"/>
                    <a:pt x="273031" y="63617"/>
                    <a:pt x="286630" y="63617"/>
                  </a:cubicBezTo>
                  <a:cubicBezTo>
                    <a:pt x="292069" y="63617"/>
                    <a:pt x="297508" y="63617"/>
                    <a:pt x="305667" y="66337"/>
                  </a:cubicBezTo>
                  <a:cubicBezTo>
                    <a:pt x="313826" y="69057"/>
                    <a:pt x="319266" y="74496"/>
                    <a:pt x="324705" y="79936"/>
                  </a:cubicBezTo>
                  <a:cubicBezTo>
                    <a:pt x="332864" y="85375"/>
                    <a:pt x="332864" y="93534"/>
                    <a:pt x="341023" y="101693"/>
                  </a:cubicBezTo>
                  <a:cubicBezTo>
                    <a:pt x="346462" y="107132"/>
                    <a:pt x="349182" y="118011"/>
                    <a:pt x="354621" y="123450"/>
                  </a:cubicBezTo>
                  <a:cubicBezTo>
                    <a:pt x="354621" y="115291"/>
                    <a:pt x="354621" y="101693"/>
                    <a:pt x="354621" y="98973"/>
                  </a:cubicBezTo>
                  <a:cubicBezTo>
                    <a:pt x="354621" y="90814"/>
                    <a:pt x="354621" y="79936"/>
                    <a:pt x="360060" y="74496"/>
                  </a:cubicBezTo>
                  <a:cubicBezTo>
                    <a:pt x="362780" y="71776"/>
                    <a:pt x="362780" y="69057"/>
                    <a:pt x="365500" y="63617"/>
                  </a:cubicBezTo>
                  <a:cubicBezTo>
                    <a:pt x="368219" y="60898"/>
                    <a:pt x="370939" y="58178"/>
                    <a:pt x="373659" y="58178"/>
                  </a:cubicBezTo>
                  <a:cubicBezTo>
                    <a:pt x="376378" y="58178"/>
                    <a:pt x="379098" y="60898"/>
                    <a:pt x="381818" y="63617"/>
                  </a:cubicBezTo>
                  <a:cubicBezTo>
                    <a:pt x="384537" y="69057"/>
                    <a:pt x="387257" y="77216"/>
                    <a:pt x="389977" y="82655"/>
                  </a:cubicBezTo>
                  <a:cubicBezTo>
                    <a:pt x="389977" y="90814"/>
                    <a:pt x="392696" y="107132"/>
                    <a:pt x="392696" y="126170"/>
                  </a:cubicBezTo>
                  <a:cubicBezTo>
                    <a:pt x="392696" y="150647"/>
                    <a:pt x="392696" y="177843"/>
                    <a:pt x="395416" y="186002"/>
                  </a:cubicBezTo>
                  <a:cubicBezTo>
                    <a:pt x="398136" y="205040"/>
                    <a:pt x="398136" y="215918"/>
                    <a:pt x="398136" y="237675"/>
                  </a:cubicBezTo>
                  <a:cubicBezTo>
                    <a:pt x="398136" y="240395"/>
                    <a:pt x="398136" y="243115"/>
                    <a:pt x="398136" y="243115"/>
                  </a:cubicBezTo>
                  <a:cubicBezTo>
                    <a:pt x="398136" y="248554"/>
                    <a:pt x="398136" y="251274"/>
                    <a:pt x="395416" y="256713"/>
                  </a:cubicBezTo>
                  <a:cubicBezTo>
                    <a:pt x="392696" y="267592"/>
                    <a:pt x="389977" y="278470"/>
                    <a:pt x="379098" y="278470"/>
                  </a:cubicBezTo>
                  <a:cubicBezTo>
                    <a:pt x="370939" y="278470"/>
                    <a:pt x="368219" y="275751"/>
                    <a:pt x="362780" y="273031"/>
                  </a:cubicBezTo>
                  <a:cubicBezTo>
                    <a:pt x="357341" y="270311"/>
                    <a:pt x="354621" y="262152"/>
                    <a:pt x="354621" y="256713"/>
                  </a:cubicBezTo>
                  <a:cubicBezTo>
                    <a:pt x="349182" y="237675"/>
                    <a:pt x="354621" y="232236"/>
                    <a:pt x="354621" y="213198"/>
                  </a:cubicBezTo>
                  <a:cubicBezTo>
                    <a:pt x="354621" y="210479"/>
                    <a:pt x="354621" y="207759"/>
                    <a:pt x="354621" y="205040"/>
                  </a:cubicBezTo>
                  <a:cubicBezTo>
                    <a:pt x="349182" y="186002"/>
                    <a:pt x="343742" y="169684"/>
                    <a:pt x="338303" y="147927"/>
                  </a:cubicBezTo>
                  <a:cubicBezTo>
                    <a:pt x="332864" y="131609"/>
                    <a:pt x="311107" y="107132"/>
                    <a:pt x="292069" y="107132"/>
                  </a:cubicBezTo>
                  <a:cubicBezTo>
                    <a:pt x="281190" y="107132"/>
                    <a:pt x="270312" y="115291"/>
                    <a:pt x="262153" y="120730"/>
                  </a:cubicBezTo>
                  <a:cubicBezTo>
                    <a:pt x="259433" y="123450"/>
                    <a:pt x="256713" y="126170"/>
                    <a:pt x="251274" y="131609"/>
                  </a:cubicBezTo>
                  <a:cubicBezTo>
                    <a:pt x="248554" y="134329"/>
                    <a:pt x="243115" y="137048"/>
                    <a:pt x="240395" y="139768"/>
                  </a:cubicBezTo>
                  <a:cubicBezTo>
                    <a:pt x="237676" y="145207"/>
                    <a:pt x="240395" y="156086"/>
                    <a:pt x="237676" y="164245"/>
                  </a:cubicBezTo>
                  <a:cubicBezTo>
                    <a:pt x="232236" y="175123"/>
                    <a:pt x="229517" y="186002"/>
                    <a:pt x="226797" y="196881"/>
                  </a:cubicBezTo>
                  <a:cubicBezTo>
                    <a:pt x="221358" y="218638"/>
                    <a:pt x="218638" y="237675"/>
                    <a:pt x="213199" y="259433"/>
                  </a:cubicBezTo>
                  <a:cubicBezTo>
                    <a:pt x="210479" y="281190"/>
                    <a:pt x="207759" y="302947"/>
                    <a:pt x="207759" y="324704"/>
                  </a:cubicBezTo>
                  <a:cubicBezTo>
                    <a:pt x="207759" y="327424"/>
                    <a:pt x="207759" y="332863"/>
                    <a:pt x="207759" y="335583"/>
                  </a:cubicBezTo>
                  <a:cubicBezTo>
                    <a:pt x="207759" y="341022"/>
                    <a:pt x="205040" y="343742"/>
                    <a:pt x="205040" y="349181"/>
                  </a:cubicBezTo>
                  <a:cubicBezTo>
                    <a:pt x="205040" y="354621"/>
                    <a:pt x="207759" y="362779"/>
                    <a:pt x="207759" y="368219"/>
                  </a:cubicBezTo>
                  <a:cubicBezTo>
                    <a:pt x="207759" y="370939"/>
                    <a:pt x="207759" y="373658"/>
                    <a:pt x="207759" y="376378"/>
                  </a:cubicBezTo>
                  <a:cubicBezTo>
                    <a:pt x="205040" y="381817"/>
                    <a:pt x="205040" y="384537"/>
                    <a:pt x="205040" y="387256"/>
                  </a:cubicBezTo>
                  <a:cubicBezTo>
                    <a:pt x="205040" y="389976"/>
                    <a:pt x="205040" y="392696"/>
                    <a:pt x="205040" y="395415"/>
                  </a:cubicBezTo>
                  <a:cubicBezTo>
                    <a:pt x="205040" y="398135"/>
                    <a:pt x="205040" y="403574"/>
                    <a:pt x="205040" y="406294"/>
                  </a:cubicBezTo>
                  <a:cubicBezTo>
                    <a:pt x="205040" y="411733"/>
                    <a:pt x="205040" y="417173"/>
                    <a:pt x="205040" y="425332"/>
                  </a:cubicBezTo>
                  <a:cubicBezTo>
                    <a:pt x="205040" y="449809"/>
                    <a:pt x="213199" y="471566"/>
                    <a:pt x="213199" y="493323"/>
                  </a:cubicBezTo>
                  <a:cubicBezTo>
                    <a:pt x="213199" y="517800"/>
                    <a:pt x="215919" y="539557"/>
                    <a:pt x="221358" y="561314"/>
                  </a:cubicBezTo>
                  <a:cubicBezTo>
                    <a:pt x="224077" y="572193"/>
                    <a:pt x="224077" y="580352"/>
                    <a:pt x="226797" y="591231"/>
                  </a:cubicBezTo>
                  <a:cubicBezTo>
                    <a:pt x="229517" y="599390"/>
                    <a:pt x="237676" y="607548"/>
                    <a:pt x="240395" y="618427"/>
                  </a:cubicBezTo>
                  <a:cubicBezTo>
                    <a:pt x="248554" y="637465"/>
                    <a:pt x="262153" y="651063"/>
                    <a:pt x="283910" y="651063"/>
                  </a:cubicBezTo>
                  <a:cubicBezTo>
                    <a:pt x="302948" y="651063"/>
                    <a:pt x="330144" y="629306"/>
                    <a:pt x="338303" y="612988"/>
                  </a:cubicBezTo>
                  <a:cubicBezTo>
                    <a:pt x="346462" y="599390"/>
                    <a:pt x="351901" y="591231"/>
                    <a:pt x="354621" y="577632"/>
                  </a:cubicBezTo>
                  <a:cubicBezTo>
                    <a:pt x="354621" y="550436"/>
                    <a:pt x="354621" y="517800"/>
                    <a:pt x="357341" y="509641"/>
                  </a:cubicBezTo>
                  <a:cubicBezTo>
                    <a:pt x="357341" y="501482"/>
                    <a:pt x="357341" y="490603"/>
                    <a:pt x="362780" y="485164"/>
                  </a:cubicBezTo>
                  <a:cubicBezTo>
                    <a:pt x="365500" y="482444"/>
                    <a:pt x="365500" y="479725"/>
                    <a:pt x="368219" y="474286"/>
                  </a:cubicBezTo>
                  <a:cubicBezTo>
                    <a:pt x="370939" y="471566"/>
                    <a:pt x="373659" y="468846"/>
                    <a:pt x="376378" y="468846"/>
                  </a:cubicBezTo>
                  <a:cubicBezTo>
                    <a:pt x="379098" y="468846"/>
                    <a:pt x="381818" y="471566"/>
                    <a:pt x="384537" y="474286"/>
                  </a:cubicBezTo>
                  <a:cubicBezTo>
                    <a:pt x="387257" y="479725"/>
                    <a:pt x="389977" y="487884"/>
                    <a:pt x="392696" y="493323"/>
                  </a:cubicBezTo>
                  <a:cubicBezTo>
                    <a:pt x="392696" y="501482"/>
                    <a:pt x="395416" y="539557"/>
                    <a:pt x="395416" y="558595"/>
                  </a:cubicBezTo>
                  <a:cubicBezTo>
                    <a:pt x="395416" y="583072"/>
                    <a:pt x="395416" y="610268"/>
                    <a:pt x="398136" y="618427"/>
                  </a:cubicBezTo>
                  <a:cubicBezTo>
                    <a:pt x="398136" y="648343"/>
                    <a:pt x="400855" y="659222"/>
                    <a:pt x="400855" y="678260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1D06F6A8-1158-1439-BC2E-EC689D5F1BCE}"/>
                </a:ext>
              </a:extLst>
            </p:cNvPr>
            <p:cNvSpPr/>
            <p:nvPr/>
          </p:nvSpPr>
          <p:spPr>
            <a:xfrm>
              <a:off x="3829459" y="4200317"/>
              <a:ext cx="598325" cy="761503"/>
            </a:xfrm>
            <a:custGeom>
              <a:avLst/>
              <a:gdLst>
                <a:gd name="connsiteX0" fmla="*/ 360060 w 598324"/>
                <a:gd name="connsiteY0" fmla="*/ 332863 h 761503"/>
                <a:gd name="connsiteX1" fmla="*/ 341023 w 598324"/>
                <a:gd name="connsiteY1" fmla="*/ 370939 h 761503"/>
                <a:gd name="connsiteX2" fmla="*/ 376378 w 598324"/>
                <a:gd name="connsiteY2" fmla="*/ 389976 h 761503"/>
                <a:gd name="connsiteX3" fmla="*/ 425332 w 598324"/>
                <a:gd name="connsiteY3" fmla="*/ 433491 h 761503"/>
                <a:gd name="connsiteX4" fmla="*/ 438930 w 598324"/>
                <a:gd name="connsiteY4" fmla="*/ 463407 h 761503"/>
                <a:gd name="connsiteX5" fmla="*/ 449809 w 598324"/>
                <a:gd name="connsiteY5" fmla="*/ 498762 h 761503"/>
                <a:gd name="connsiteX6" fmla="*/ 457968 w 598324"/>
                <a:gd name="connsiteY6" fmla="*/ 528679 h 761503"/>
                <a:gd name="connsiteX7" fmla="*/ 466127 w 598324"/>
                <a:gd name="connsiteY7" fmla="*/ 564034 h 761503"/>
                <a:gd name="connsiteX8" fmla="*/ 471566 w 598324"/>
                <a:gd name="connsiteY8" fmla="*/ 593950 h 761503"/>
                <a:gd name="connsiteX9" fmla="*/ 479725 w 598324"/>
                <a:gd name="connsiteY9" fmla="*/ 607548 h 761503"/>
                <a:gd name="connsiteX10" fmla="*/ 487884 w 598324"/>
                <a:gd name="connsiteY10" fmla="*/ 623867 h 761503"/>
                <a:gd name="connsiteX11" fmla="*/ 501482 w 598324"/>
                <a:gd name="connsiteY11" fmla="*/ 651063 h 761503"/>
                <a:gd name="connsiteX12" fmla="*/ 523240 w 598324"/>
                <a:gd name="connsiteY12" fmla="*/ 670101 h 761503"/>
                <a:gd name="connsiteX13" fmla="*/ 534119 w 598324"/>
                <a:gd name="connsiteY13" fmla="*/ 686418 h 761503"/>
                <a:gd name="connsiteX14" fmla="*/ 531399 w 598324"/>
                <a:gd name="connsiteY14" fmla="*/ 694578 h 761503"/>
                <a:gd name="connsiteX15" fmla="*/ 498763 w 598324"/>
                <a:gd name="connsiteY15" fmla="*/ 708176 h 761503"/>
                <a:gd name="connsiteX16" fmla="*/ 449809 w 598324"/>
                <a:gd name="connsiteY16" fmla="*/ 700017 h 761503"/>
                <a:gd name="connsiteX17" fmla="*/ 400855 w 598324"/>
                <a:gd name="connsiteY17" fmla="*/ 667381 h 761503"/>
                <a:gd name="connsiteX18" fmla="*/ 381817 w 598324"/>
                <a:gd name="connsiteY18" fmla="*/ 642904 h 761503"/>
                <a:gd name="connsiteX19" fmla="*/ 368219 w 598324"/>
                <a:gd name="connsiteY19" fmla="*/ 610268 h 761503"/>
                <a:gd name="connsiteX20" fmla="*/ 349182 w 598324"/>
                <a:gd name="connsiteY20" fmla="*/ 550436 h 761503"/>
                <a:gd name="connsiteX21" fmla="*/ 338303 w 598324"/>
                <a:gd name="connsiteY21" fmla="*/ 504202 h 761503"/>
                <a:gd name="connsiteX22" fmla="*/ 330144 w 598324"/>
                <a:gd name="connsiteY22" fmla="*/ 477005 h 761503"/>
                <a:gd name="connsiteX23" fmla="*/ 321985 w 598324"/>
                <a:gd name="connsiteY23" fmla="*/ 455248 h 761503"/>
                <a:gd name="connsiteX24" fmla="*/ 305667 w 598324"/>
                <a:gd name="connsiteY24" fmla="*/ 436210 h 761503"/>
                <a:gd name="connsiteX25" fmla="*/ 294788 w 598324"/>
                <a:gd name="connsiteY25" fmla="*/ 441650 h 761503"/>
                <a:gd name="connsiteX26" fmla="*/ 278471 w 598324"/>
                <a:gd name="connsiteY26" fmla="*/ 463407 h 761503"/>
                <a:gd name="connsiteX27" fmla="*/ 264872 w 598324"/>
                <a:gd name="connsiteY27" fmla="*/ 496043 h 761503"/>
                <a:gd name="connsiteX28" fmla="*/ 262153 w 598324"/>
                <a:gd name="connsiteY28" fmla="*/ 517800 h 761503"/>
                <a:gd name="connsiteX29" fmla="*/ 262153 w 598324"/>
                <a:gd name="connsiteY29" fmla="*/ 523239 h 761503"/>
                <a:gd name="connsiteX30" fmla="*/ 262153 w 598324"/>
                <a:gd name="connsiteY30" fmla="*/ 553155 h 761503"/>
                <a:gd name="connsiteX31" fmla="*/ 262153 w 598324"/>
                <a:gd name="connsiteY31" fmla="*/ 629306 h 761503"/>
                <a:gd name="connsiteX32" fmla="*/ 259433 w 598324"/>
                <a:gd name="connsiteY32" fmla="*/ 659222 h 761503"/>
                <a:gd name="connsiteX33" fmla="*/ 283910 w 598324"/>
                <a:gd name="connsiteY33" fmla="*/ 659222 h 761503"/>
                <a:gd name="connsiteX34" fmla="*/ 321985 w 598324"/>
                <a:gd name="connsiteY34" fmla="*/ 675540 h 761503"/>
                <a:gd name="connsiteX35" fmla="*/ 316546 w 598324"/>
                <a:gd name="connsiteY35" fmla="*/ 691858 h 761503"/>
                <a:gd name="connsiteX36" fmla="*/ 300228 w 598324"/>
                <a:gd name="connsiteY36" fmla="*/ 700017 h 761503"/>
                <a:gd name="connsiteX37" fmla="*/ 278471 w 598324"/>
                <a:gd name="connsiteY37" fmla="*/ 702736 h 761503"/>
                <a:gd name="connsiteX38" fmla="*/ 243115 w 598324"/>
                <a:gd name="connsiteY38" fmla="*/ 702736 h 761503"/>
                <a:gd name="connsiteX39" fmla="*/ 221358 w 598324"/>
                <a:gd name="connsiteY39" fmla="*/ 710895 h 761503"/>
                <a:gd name="connsiteX40" fmla="*/ 194161 w 598324"/>
                <a:gd name="connsiteY40" fmla="*/ 702736 h 761503"/>
                <a:gd name="connsiteX41" fmla="*/ 177843 w 598324"/>
                <a:gd name="connsiteY41" fmla="*/ 702736 h 761503"/>
                <a:gd name="connsiteX42" fmla="*/ 126170 w 598324"/>
                <a:gd name="connsiteY42" fmla="*/ 702736 h 761503"/>
                <a:gd name="connsiteX43" fmla="*/ 101693 w 598324"/>
                <a:gd name="connsiteY43" fmla="*/ 702736 h 761503"/>
                <a:gd name="connsiteX44" fmla="*/ 74496 w 598324"/>
                <a:gd name="connsiteY44" fmla="*/ 697297 h 761503"/>
                <a:gd name="connsiteX45" fmla="*/ 58178 w 598324"/>
                <a:gd name="connsiteY45" fmla="*/ 680979 h 761503"/>
                <a:gd name="connsiteX46" fmla="*/ 63617 w 598324"/>
                <a:gd name="connsiteY46" fmla="*/ 672820 h 761503"/>
                <a:gd name="connsiteX47" fmla="*/ 85375 w 598324"/>
                <a:gd name="connsiteY47" fmla="*/ 664661 h 761503"/>
                <a:gd name="connsiteX48" fmla="*/ 128889 w 598324"/>
                <a:gd name="connsiteY48" fmla="*/ 659222 h 761503"/>
                <a:gd name="connsiteX49" fmla="*/ 147927 w 598324"/>
                <a:gd name="connsiteY49" fmla="*/ 659222 h 761503"/>
                <a:gd name="connsiteX50" fmla="*/ 145207 w 598324"/>
                <a:gd name="connsiteY50" fmla="*/ 653783 h 761503"/>
                <a:gd name="connsiteX51" fmla="*/ 131609 w 598324"/>
                <a:gd name="connsiteY51" fmla="*/ 585791 h 761503"/>
                <a:gd name="connsiteX52" fmla="*/ 134329 w 598324"/>
                <a:gd name="connsiteY52" fmla="*/ 498762 h 761503"/>
                <a:gd name="connsiteX53" fmla="*/ 137048 w 598324"/>
                <a:gd name="connsiteY53" fmla="*/ 406294 h 761503"/>
                <a:gd name="connsiteX54" fmla="*/ 134329 w 598324"/>
                <a:gd name="connsiteY54" fmla="*/ 327424 h 761503"/>
                <a:gd name="connsiteX55" fmla="*/ 137048 w 598324"/>
                <a:gd name="connsiteY55" fmla="*/ 253993 h 761503"/>
                <a:gd name="connsiteX56" fmla="*/ 139768 w 598324"/>
                <a:gd name="connsiteY56" fmla="*/ 207759 h 761503"/>
                <a:gd name="connsiteX57" fmla="*/ 137048 w 598324"/>
                <a:gd name="connsiteY57" fmla="*/ 172404 h 761503"/>
                <a:gd name="connsiteX58" fmla="*/ 137048 w 598324"/>
                <a:gd name="connsiteY58" fmla="*/ 112571 h 761503"/>
                <a:gd name="connsiteX59" fmla="*/ 126170 w 598324"/>
                <a:gd name="connsiteY59" fmla="*/ 112571 h 761503"/>
                <a:gd name="connsiteX60" fmla="*/ 101693 w 598324"/>
                <a:gd name="connsiteY60" fmla="*/ 112571 h 761503"/>
                <a:gd name="connsiteX61" fmla="*/ 74496 w 598324"/>
                <a:gd name="connsiteY61" fmla="*/ 107132 h 761503"/>
                <a:gd name="connsiteX62" fmla="*/ 58178 w 598324"/>
                <a:gd name="connsiteY62" fmla="*/ 90814 h 761503"/>
                <a:gd name="connsiteX63" fmla="*/ 63617 w 598324"/>
                <a:gd name="connsiteY63" fmla="*/ 82655 h 761503"/>
                <a:gd name="connsiteX64" fmla="*/ 85375 w 598324"/>
                <a:gd name="connsiteY64" fmla="*/ 74496 h 761503"/>
                <a:gd name="connsiteX65" fmla="*/ 137048 w 598324"/>
                <a:gd name="connsiteY65" fmla="*/ 69057 h 761503"/>
                <a:gd name="connsiteX66" fmla="*/ 145207 w 598324"/>
                <a:gd name="connsiteY66" fmla="*/ 69057 h 761503"/>
                <a:gd name="connsiteX67" fmla="*/ 169684 w 598324"/>
                <a:gd name="connsiteY67" fmla="*/ 58178 h 761503"/>
                <a:gd name="connsiteX68" fmla="*/ 177843 w 598324"/>
                <a:gd name="connsiteY68" fmla="*/ 58178 h 761503"/>
                <a:gd name="connsiteX69" fmla="*/ 205040 w 598324"/>
                <a:gd name="connsiteY69" fmla="*/ 66337 h 761503"/>
                <a:gd name="connsiteX70" fmla="*/ 286629 w 598324"/>
                <a:gd name="connsiteY70" fmla="*/ 63617 h 761503"/>
                <a:gd name="connsiteX71" fmla="*/ 324705 w 598324"/>
                <a:gd name="connsiteY71" fmla="*/ 79936 h 761503"/>
                <a:gd name="connsiteX72" fmla="*/ 319265 w 598324"/>
                <a:gd name="connsiteY72" fmla="*/ 96253 h 761503"/>
                <a:gd name="connsiteX73" fmla="*/ 302948 w 598324"/>
                <a:gd name="connsiteY73" fmla="*/ 104412 h 761503"/>
                <a:gd name="connsiteX74" fmla="*/ 278471 w 598324"/>
                <a:gd name="connsiteY74" fmla="*/ 112571 h 761503"/>
                <a:gd name="connsiteX75" fmla="*/ 232236 w 598324"/>
                <a:gd name="connsiteY75" fmla="*/ 112571 h 761503"/>
                <a:gd name="connsiteX76" fmla="*/ 240395 w 598324"/>
                <a:gd name="connsiteY76" fmla="*/ 137048 h 761503"/>
                <a:gd name="connsiteX77" fmla="*/ 240395 w 598324"/>
                <a:gd name="connsiteY77" fmla="*/ 150647 h 761503"/>
                <a:gd name="connsiteX78" fmla="*/ 243115 w 598324"/>
                <a:gd name="connsiteY78" fmla="*/ 158805 h 761503"/>
                <a:gd name="connsiteX79" fmla="*/ 248554 w 598324"/>
                <a:gd name="connsiteY79" fmla="*/ 188722 h 761503"/>
                <a:gd name="connsiteX80" fmla="*/ 248554 w 598324"/>
                <a:gd name="connsiteY80" fmla="*/ 199600 h 761503"/>
                <a:gd name="connsiteX81" fmla="*/ 248554 w 598324"/>
                <a:gd name="connsiteY81" fmla="*/ 221357 h 761503"/>
                <a:gd name="connsiteX82" fmla="*/ 253994 w 598324"/>
                <a:gd name="connsiteY82" fmla="*/ 264872 h 761503"/>
                <a:gd name="connsiteX83" fmla="*/ 262153 w 598324"/>
                <a:gd name="connsiteY83" fmla="*/ 297508 h 761503"/>
                <a:gd name="connsiteX84" fmla="*/ 264872 w 598324"/>
                <a:gd name="connsiteY84" fmla="*/ 324704 h 761503"/>
                <a:gd name="connsiteX85" fmla="*/ 264872 w 598324"/>
                <a:gd name="connsiteY85" fmla="*/ 332863 h 761503"/>
                <a:gd name="connsiteX86" fmla="*/ 264872 w 598324"/>
                <a:gd name="connsiteY86" fmla="*/ 351901 h 761503"/>
                <a:gd name="connsiteX87" fmla="*/ 262153 w 598324"/>
                <a:gd name="connsiteY87" fmla="*/ 370939 h 761503"/>
                <a:gd name="connsiteX88" fmla="*/ 267592 w 598324"/>
                <a:gd name="connsiteY88" fmla="*/ 384537 h 761503"/>
                <a:gd name="connsiteX89" fmla="*/ 278471 w 598324"/>
                <a:gd name="connsiteY89" fmla="*/ 370939 h 761503"/>
                <a:gd name="connsiteX90" fmla="*/ 297508 w 598324"/>
                <a:gd name="connsiteY90" fmla="*/ 332863 h 761503"/>
                <a:gd name="connsiteX91" fmla="*/ 311106 w 598324"/>
                <a:gd name="connsiteY91" fmla="*/ 305667 h 761503"/>
                <a:gd name="connsiteX92" fmla="*/ 335583 w 598324"/>
                <a:gd name="connsiteY92" fmla="*/ 259433 h 761503"/>
                <a:gd name="connsiteX93" fmla="*/ 354621 w 598324"/>
                <a:gd name="connsiteY93" fmla="*/ 224077 h 761503"/>
                <a:gd name="connsiteX94" fmla="*/ 381817 w 598324"/>
                <a:gd name="connsiteY94" fmla="*/ 172404 h 761503"/>
                <a:gd name="connsiteX95" fmla="*/ 409014 w 598324"/>
                <a:gd name="connsiteY95" fmla="*/ 118011 h 761503"/>
                <a:gd name="connsiteX96" fmla="*/ 411734 w 598324"/>
                <a:gd name="connsiteY96" fmla="*/ 115291 h 761503"/>
                <a:gd name="connsiteX97" fmla="*/ 398136 w 598324"/>
                <a:gd name="connsiteY97" fmla="*/ 115291 h 761503"/>
                <a:gd name="connsiteX98" fmla="*/ 379098 w 598324"/>
                <a:gd name="connsiteY98" fmla="*/ 109852 h 761503"/>
                <a:gd name="connsiteX99" fmla="*/ 368219 w 598324"/>
                <a:gd name="connsiteY99" fmla="*/ 93534 h 761503"/>
                <a:gd name="connsiteX100" fmla="*/ 370939 w 598324"/>
                <a:gd name="connsiteY100" fmla="*/ 85375 h 761503"/>
                <a:gd name="connsiteX101" fmla="*/ 387257 w 598324"/>
                <a:gd name="connsiteY101" fmla="*/ 77216 h 761503"/>
                <a:gd name="connsiteX102" fmla="*/ 422612 w 598324"/>
                <a:gd name="connsiteY102" fmla="*/ 71776 h 761503"/>
                <a:gd name="connsiteX103" fmla="*/ 436211 w 598324"/>
                <a:gd name="connsiteY103" fmla="*/ 71776 h 761503"/>
                <a:gd name="connsiteX104" fmla="*/ 438930 w 598324"/>
                <a:gd name="connsiteY104" fmla="*/ 69057 h 761503"/>
                <a:gd name="connsiteX105" fmla="*/ 452529 w 598324"/>
                <a:gd name="connsiteY105" fmla="*/ 66337 h 761503"/>
                <a:gd name="connsiteX106" fmla="*/ 466127 w 598324"/>
                <a:gd name="connsiteY106" fmla="*/ 69057 h 761503"/>
                <a:gd name="connsiteX107" fmla="*/ 471566 w 598324"/>
                <a:gd name="connsiteY107" fmla="*/ 71776 h 761503"/>
                <a:gd name="connsiteX108" fmla="*/ 515081 w 598324"/>
                <a:gd name="connsiteY108" fmla="*/ 71776 h 761503"/>
                <a:gd name="connsiteX109" fmla="*/ 542277 w 598324"/>
                <a:gd name="connsiteY109" fmla="*/ 88094 h 761503"/>
                <a:gd name="connsiteX110" fmla="*/ 536838 w 598324"/>
                <a:gd name="connsiteY110" fmla="*/ 104412 h 761503"/>
                <a:gd name="connsiteX111" fmla="*/ 525959 w 598324"/>
                <a:gd name="connsiteY111" fmla="*/ 112571 h 761503"/>
                <a:gd name="connsiteX112" fmla="*/ 509642 w 598324"/>
                <a:gd name="connsiteY112" fmla="*/ 115291 h 761503"/>
                <a:gd name="connsiteX113" fmla="*/ 468847 w 598324"/>
                <a:gd name="connsiteY113" fmla="*/ 115291 h 761503"/>
                <a:gd name="connsiteX114" fmla="*/ 457968 w 598324"/>
                <a:gd name="connsiteY114" fmla="*/ 137048 h 761503"/>
                <a:gd name="connsiteX115" fmla="*/ 430771 w 598324"/>
                <a:gd name="connsiteY115" fmla="*/ 194161 h 761503"/>
                <a:gd name="connsiteX116" fmla="*/ 400855 w 598324"/>
                <a:gd name="connsiteY116" fmla="*/ 262152 h 761503"/>
                <a:gd name="connsiteX117" fmla="*/ 360060 w 598324"/>
                <a:gd name="connsiteY117" fmla="*/ 332863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</a:cxnLst>
              <a:rect l="l" t="t" r="r" b="b"/>
              <a:pathLst>
                <a:path w="598324" h="761503">
                  <a:moveTo>
                    <a:pt x="360060" y="332863"/>
                  </a:moveTo>
                  <a:cubicBezTo>
                    <a:pt x="351901" y="343742"/>
                    <a:pt x="341023" y="357340"/>
                    <a:pt x="341023" y="370939"/>
                  </a:cubicBezTo>
                  <a:cubicBezTo>
                    <a:pt x="341023" y="379098"/>
                    <a:pt x="357341" y="381817"/>
                    <a:pt x="376378" y="389976"/>
                  </a:cubicBezTo>
                  <a:cubicBezTo>
                    <a:pt x="395416" y="398135"/>
                    <a:pt x="417173" y="417173"/>
                    <a:pt x="425332" y="433491"/>
                  </a:cubicBezTo>
                  <a:cubicBezTo>
                    <a:pt x="430771" y="444369"/>
                    <a:pt x="436211" y="452528"/>
                    <a:pt x="438930" y="463407"/>
                  </a:cubicBezTo>
                  <a:cubicBezTo>
                    <a:pt x="444370" y="474286"/>
                    <a:pt x="447089" y="487884"/>
                    <a:pt x="449809" y="498762"/>
                  </a:cubicBezTo>
                  <a:cubicBezTo>
                    <a:pt x="452529" y="512361"/>
                    <a:pt x="452529" y="517800"/>
                    <a:pt x="457968" y="528679"/>
                  </a:cubicBezTo>
                  <a:cubicBezTo>
                    <a:pt x="463407" y="539557"/>
                    <a:pt x="463407" y="553155"/>
                    <a:pt x="466127" y="564034"/>
                  </a:cubicBezTo>
                  <a:cubicBezTo>
                    <a:pt x="468847" y="572193"/>
                    <a:pt x="468847" y="585791"/>
                    <a:pt x="471566" y="593950"/>
                  </a:cubicBezTo>
                  <a:cubicBezTo>
                    <a:pt x="474286" y="599390"/>
                    <a:pt x="477006" y="602109"/>
                    <a:pt x="479725" y="607548"/>
                  </a:cubicBezTo>
                  <a:cubicBezTo>
                    <a:pt x="482445" y="612988"/>
                    <a:pt x="487884" y="618427"/>
                    <a:pt x="487884" y="623867"/>
                  </a:cubicBezTo>
                  <a:cubicBezTo>
                    <a:pt x="490604" y="634745"/>
                    <a:pt x="496043" y="642904"/>
                    <a:pt x="501482" y="651063"/>
                  </a:cubicBezTo>
                  <a:cubicBezTo>
                    <a:pt x="506922" y="661942"/>
                    <a:pt x="512361" y="664661"/>
                    <a:pt x="523240" y="670101"/>
                  </a:cubicBezTo>
                  <a:cubicBezTo>
                    <a:pt x="528679" y="672820"/>
                    <a:pt x="534119" y="680979"/>
                    <a:pt x="534119" y="686418"/>
                  </a:cubicBezTo>
                  <a:cubicBezTo>
                    <a:pt x="534119" y="689138"/>
                    <a:pt x="534119" y="691858"/>
                    <a:pt x="531399" y="694578"/>
                  </a:cubicBezTo>
                  <a:cubicBezTo>
                    <a:pt x="525959" y="702736"/>
                    <a:pt x="512361" y="708176"/>
                    <a:pt x="498763" y="708176"/>
                  </a:cubicBezTo>
                  <a:cubicBezTo>
                    <a:pt x="485165" y="708176"/>
                    <a:pt x="466127" y="705456"/>
                    <a:pt x="449809" y="700017"/>
                  </a:cubicBezTo>
                  <a:cubicBezTo>
                    <a:pt x="430771" y="694578"/>
                    <a:pt x="409014" y="675540"/>
                    <a:pt x="400855" y="667381"/>
                  </a:cubicBezTo>
                  <a:cubicBezTo>
                    <a:pt x="392696" y="659222"/>
                    <a:pt x="387257" y="651063"/>
                    <a:pt x="381817" y="642904"/>
                  </a:cubicBezTo>
                  <a:cubicBezTo>
                    <a:pt x="376378" y="632025"/>
                    <a:pt x="370939" y="623867"/>
                    <a:pt x="368219" y="610268"/>
                  </a:cubicBezTo>
                  <a:cubicBezTo>
                    <a:pt x="360060" y="588511"/>
                    <a:pt x="357341" y="574913"/>
                    <a:pt x="349182" y="550436"/>
                  </a:cubicBezTo>
                  <a:cubicBezTo>
                    <a:pt x="343742" y="534118"/>
                    <a:pt x="341023" y="520520"/>
                    <a:pt x="338303" y="504202"/>
                  </a:cubicBezTo>
                  <a:cubicBezTo>
                    <a:pt x="335583" y="493323"/>
                    <a:pt x="332864" y="485164"/>
                    <a:pt x="330144" y="477005"/>
                  </a:cubicBezTo>
                  <a:cubicBezTo>
                    <a:pt x="327424" y="471566"/>
                    <a:pt x="324705" y="463407"/>
                    <a:pt x="321985" y="455248"/>
                  </a:cubicBezTo>
                  <a:cubicBezTo>
                    <a:pt x="316546" y="444369"/>
                    <a:pt x="311106" y="436210"/>
                    <a:pt x="305667" y="436210"/>
                  </a:cubicBezTo>
                  <a:cubicBezTo>
                    <a:pt x="302948" y="436210"/>
                    <a:pt x="300228" y="438930"/>
                    <a:pt x="294788" y="441650"/>
                  </a:cubicBezTo>
                  <a:cubicBezTo>
                    <a:pt x="289349" y="447089"/>
                    <a:pt x="283910" y="455248"/>
                    <a:pt x="278471" y="463407"/>
                  </a:cubicBezTo>
                  <a:cubicBezTo>
                    <a:pt x="270312" y="474286"/>
                    <a:pt x="267592" y="485164"/>
                    <a:pt x="264872" y="496043"/>
                  </a:cubicBezTo>
                  <a:cubicBezTo>
                    <a:pt x="264872" y="504202"/>
                    <a:pt x="262153" y="512361"/>
                    <a:pt x="262153" y="517800"/>
                  </a:cubicBezTo>
                  <a:cubicBezTo>
                    <a:pt x="262153" y="520520"/>
                    <a:pt x="262153" y="520520"/>
                    <a:pt x="262153" y="523239"/>
                  </a:cubicBezTo>
                  <a:cubicBezTo>
                    <a:pt x="262153" y="528679"/>
                    <a:pt x="262153" y="544997"/>
                    <a:pt x="262153" y="553155"/>
                  </a:cubicBezTo>
                  <a:cubicBezTo>
                    <a:pt x="262153" y="583072"/>
                    <a:pt x="264872" y="599390"/>
                    <a:pt x="262153" y="629306"/>
                  </a:cubicBezTo>
                  <a:cubicBezTo>
                    <a:pt x="262153" y="640184"/>
                    <a:pt x="262153" y="648343"/>
                    <a:pt x="259433" y="659222"/>
                  </a:cubicBezTo>
                  <a:cubicBezTo>
                    <a:pt x="270312" y="659222"/>
                    <a:pt x="278471" y="659222"/>
                    <a:pt x="283910" y="659222"/>
                  </a:cubicBezTo>
                  <a:cubicBezTo>
                    <a:pt x="297508" y="659222"/>
                    <a:pt x="321985" y="659222"/>
                    <a:pt x="321985" y="675540"/>
                  </a:cubicBezTo>
                  <a:cubicBezTo>
                    <a:pt x="321985" y="683699"/>
                    <a:pt x="319265" y="686418"/>
                    <a:pt x="316546" y="691858"/>
                  </a:cubicBezTo>
                  <a:cubicBezTo>
                    <a:pt x="311106" y="697297"/>
                    <a:pt x="305667" y="700017"/>
                    <a:pt x="300228" y="700017"/>
                  </a:cubicBezTo>
                  <a:cubicBezTo>
                    <a:pt x="292069" y="702736"/>
                    <a:pt x="283910" y="702736"/>
                    <a:pt x="278471" y="702736"/>
                  </a:cubicBezTo>
                  <a:cubicBezTo>
                    <a:pt x="275751" y="702736"/>
                    <a:pt x="259433" y="702736"/>
                    <a:pt x="243115" y="702736"/>
                  </a:cubicBezTo>
                  <a:cubicBezTo>
                    <a:pt x="237676" y="708176"/>
                    <a:pt x="229517" y="710895"/>
                    <a:pt x="221358" y="710895"/>
                  </a:cubicBezTo>
                  <a:cubicBezTo>
                    <a:pt x="213199" y="710895"/>
                    <a:pt x="202320" y="708176"/>
                    <a:pt x="194161" y="702736"/>
                  </a:cubicBezTo>
                  <a:cubicBezTo>
                    <a:pt x="186002" y="702736"/>
                    <a:pt x="180563" y="702736"/>
                    <a:pt x="177843" y="702736"/>
                  </a:cubicBezTo>
                  <a:cubicBezTo>
                    <a:pt x="164245" y="702736"/>
                    <a:pt x="139768" y="702736"/>
                    <a:pt x="126170" y="702736"/>
                  </a:cubicBezTo>
                  <a:cubicBezTo>
                    <a:pt x="118011" y="702736"/>
                    <a:pt x="109852" y="702736"/>
                    <a:pt x="101693" y="702736"/>
                  </a:cubicBezTo>
                  <a:cubicBezTo>
                    <a:pt x="93534" y="702736"/>
                    <a:pt x="82655" y="702736"/>
                    <a:pt x="74496" y="697297"/>
                  </a:cubicBezTo>
                  <a:cubicBezTo>
                    <a:pt x="66337" y="694578"/>
                    <a:pt x="58178" y="686418"/>
                    <a:pt x="58178" y="680979"/>
                  </a:cubicBezTo>
                  <a:cubicBezTo>
                    <a:pt x="58178" y="678260"/>
                    <a:pt x="58178" y="675540"/>
                    <a:pt x="63617" y="672820"/>
                  </a:cubicBezTo>
                  <a:cubicBezTo>
                    <a:pt x="69057" y="670101"/>
                    <a:pt x="79935" y="667381"/>
                    <a:pt x="85375" y="664661"/>
                  </a:cubicBezTo>
                  <a:cubicBezTo>
                    <a:pt x="104412" y="661942"/>
                    <a:pt x="123450" y="659222"/>
                    <a:pt x="128889" y="659222"/>
                  </a:cubicBezTo>
                  <a:cubicBezTo>
                    <a:pt x="134329" y="659222"/>
                    <a:pt x="139768" y="659222"/>
                    <a:pt x="147927" y="659222"/>
                  </a:cubicBezTo>
                  <a:cubicBezTo>
                    <a:pt x="147927" y="656502"/>
                    <a:pt x="145207" y="653783"/>
                    <a:pt x="145207" y="653783"/>
                  </a:cubicBezTo>
                  <a:cubicBezTo>
                    <a:pt x="131609" y="632025"/>
                    <a:pt x="131609" y="610268"/>
                    <a:pt x="131609" y="585791"/>
                  </a:cubicBezTo>
                  <a:cubicBezTo>
                    <a:pt x="131609" y="555875"/>
                    <a:pt x="131609" y="528679"/>
                    <a:pt x="134329" y="498762"/>
                  </a:cubicBezTo>
                  <a:cubicBezTo>
                    <a:pt x="134329" y="468846"/>
                    <a:pt x="137048" y="436210"/>
                    <a:pt x="137048" y="406294"/>
                  </a:cubicBezTo>
                  <a:cubicBezTo>
                    <a:pt x="137048" y="379098"/>
                    <a:pt x="134329" y="354621"/>
                    <a:pt x="134329" y="327424"/>
                  </a:cubicBezTo>
                  <a:cubicBezTo>
                    <a:pt x="134329" y="302947"/>
                    <a:pt x="137048" y="278470"/>
                    <a:pt x="137048" y="253993"/>
                  </a:cubicBezTo>
                  <a:cubicBezTo>
                    <a:pt x="137048" y="237675"/>
                    <a:pt x="139768" y="224077"/>
                    <a:pt x="139768" y="207759"/>
                  </a:cubicBezTo>
                  <a:cubicBezTo>
                    <a:pt x="139768" y="196881"/>
                    <a:pt x="137048" y="183282"/>
                    <a:pt x="137048" y="172404"/>
                  </a:cubicBezTo>
                  <a:cubicBezTo>
                    <a:pt x="137048" y="150647"/>
                    <a:pt x="137048" y="131609"/>
                    <a:pt x="137048" y="112571"/>
                  </a:cubicBezTo>
                  <a:cubicBezTo>
                    <a:pt x="134329" y="112571"/>
                    <a:pt x="137048" y="112571"/>
                    <a:pt x="126170" y="112571"/>
                  </a:cubicBezTo>
                  <a:cubicBezTo>
                    <a:pt x="118011" y="112571"/>
                    <a:pt x="109852" y="112571"/>
                    <a:pt x="101693" y="112571"/>
                  </a:cubicBezTo>
                  <a:cubicBezTo>
                    <a:pt x="93534" y="112571"/>
                    <a:pt x="82655" y="109852"/>
                    <a:pt x="74496" y="107132"/>
                  </a:cubicBezTo>
                  <a:cubicBezTo>
                    <a:pt x="66337" y="104412"/>
                    <a:pt x="58178" y="96253"/>
                    <a:pt x="58178" y="90814"/>
                  </a:cubicBezTo>
                  <a:cubicBezTo>
                    <a:pt x="58178" y="88094"/>
                    <a:pt x="58178" y="85375"/>
                    <a:pt x="63617" y="82655"/>
                  </a:cubicBezTo>
                  <a:cubicBezTo>
                    <a:pt x="69057" y="79936"/>
                    <a:pt x="79935" y="77216"/>
                    <a:pt x="85375" y="74496"/>
                  </a:cubicBezTo>
                  <a:cubicBezTo>
                    <a:pt x="104412" y="71776"/>
                    <a:pt x="128889" y="69057"/>
                    <a:pt x="137048" y="69057"/>
                  </a:cubicBezTo>
                  <a:cubicBezTo>
                    <a:pt x="137048" y="69057"/>
                    <a:pt x="139768" y="69057"/>
                    <a:pt x="145207" y="69057"/>
                  </a:cubicBezTo>
                  <a:cubicBezTo>
                    <a:pt x="150646" y="60898"/>
                    <a:pt x="158806" y="58178"/>
                    <a:pt x="169684" y="58178"/>
                  </a:cubicBezTo>
                  <a:cubicBezTo>
                    <a:pt x="172404" y="58178"/>
                    <a:pt x="175123" y="58178"/>
                    <a:pt x="177843" y="58178"/>
                  </a:cubicBezTo>
                  <a:cubicBezTo>
                    <a:pt x="186002" y="58178"/>
                    <a:pt x="196881" y="63617"/>
                    <a:pt x="205040" y="66337"/>
                  </a:cubicBezTo>
                  <a:cubicBezTo>
                    <a:pt x="237676" y="66337"/>
                    <a:pt x="273031" y="63617"/>
                    <a:pt x="286629" y="63617"/>
                  </a:cubicBezTo>
                  <a:cubicBezTo>
                    <a:pt x="300228" y="63617"/>
                    <a:pt x="324705" y="63617"/>
                    <a:pt x="324705" y="79936"/>
                  </a:cubicBezTo>
                  <a:cubicBezTo>
                    <a:pt x="324705" y="88094"/>
                    <a:pt x="321985" y="90814"/>
                    <a:pt x="319265" y="96253"/>
                  </a:cubicBezTo>
                  <a:cubicBezTo>
                    <a:pt x="313826" y="101693"/>
                    <a:pt x="308387" y="104412"/>
                    <a:pt x="302948" y="104412"/>
                  </a:cubicBezTo>
                  <a:cubicBezTo>
                    <a:pt x="289349" y="112571"/>
                    <a:pt x="283910" y="112571"/>
                    <a:pt x="278471" y="112571"/>
                  </a:cubicBezTo>
                  <a:cubicBezTo>
                    <a:pt x="273031" y="112571"/>
                    <a:pt x="253994" y="112571"/>
                    <a:pt x="232236" y="112571"/>
                  </a:cubicBezTo>
                  <a:cubicBezTo>
                    <a:pt x="237676" y="120730"/>
                    <a:pt x="240395" y="128889"/>
                    <a:pt x="240395" y="137048"/>
                  </a:cubicBezTo>
                  <a:cubicBezTo>
                    <a:pt x="240395" y="142487"/>
                    <a:pt x="240395" y="145207"/>
                    <a:pt x="240395" y="150647"/>
                  </a:cubicBezTo>
                  <a:cubicBezTo>
                    <a:pt x="240395" y="153366"/>
                    <a:pt x="240395" y="156086"/>
                    <a:pt x="243115" y="158805"/>
                  </a:cubicBezTo>
                  <a:cubicBezTo>
                    <a:pt x="245835" y="169684"/>
                    <a:pt x="245835" y="180563"/>
                    <a:pt x="248554" y="188722"/>
                  </a:cubicBezTo>
                  <a:cubicBezTo>
                    <a:pt x="248554" y="191441"/>
                    <a:pt x="248554" y="194161"/>
                    <a:pt x="248554" y="199600"/>
                  </a:cubicBezTo>
                  <a:cubicBezTo>
                    <a:pt x="248554" y="207759"/>
                    <a:pt x="248554" y="213198"/>
                    <a:pt x="248554" y="221357"/>
                  </a:cubicBezTo>
                  <a:cubicBezTo>
                    <a:pt x="248554" y="234956"/>
                    <a:pt x="251274" y="248554"/>
                    <a:pt x="253994" y="264872"/>
                  </a:cubicBezTo>
                  <a:cubicBezTo>
                    <a:pt x="256713" y="275751"/>
                    <a:pt x="259433" y="286629"/>
                    <a:pt x="262153" y="297508"/>
                  </a:cubicBezTo>
                  <a:cubicBezTo>
                    <a:pt x="264872" y="305667"/>
                    <a:pt x="264872" y="313826"/>
                    <a:pt x="264872" y="324704"/>
                  </a:cubicBezTo>
                  <a:cubicBezTo>
                    <a:pt x="264872" y="327424"/>
                    <a:pt x="264872" y="330144"/>
                    <a:pt x="264872" y="332863"/>
                  </a:cubicBezTo>
                  <a:cubicBezTo>
                    <a:pt x="264872" y="338303"/>
                    <a:pt x="264872" y="346462"/>
                    <a:pt x="264872" y="351901"/>
                  </a:cubicBezTo>
                  <a:cubicBezTo>
                    <a:pt x="264872" y="357340"/>
                    <a:pt x="262153" y="365499"/>
                    <a:pt x="262153" y="370939"/>
                  </a:cubicBezTo>
                  <a:cubicBezTo>
                    <a:pt x="262153" y="376378"/>
                    <a:pt x="264872" y="384537"/>
                    <a:pt x="267592" y="384537"/>
                  </a:cubicBezTo>
                  <a:cubicBezTo>
                    <a:pt x="273031" y="384537"/>
                    <a:pt x="275751" y="376378"/>
                    <a:pt x="278471" y="370939"/>
                  </a:cubicBezTo>
                  <a:cubicBezTo>
                    <a:pt x="283910" y="360060"/>
                    <a:pt x="289349" y="346462"/>
                    <a:pt x="297508" y="332863"/>
                  </a:cubicBezTo>
                  <a:cubicBezTo>
                    <a:pt x="302948" y="324704"/>
                    <a:pt x="305667" y="313826"/>
                    <a:pt x="311106" y="305667"/>
                  </a:cubicBezTo>
                  <a:cubicBezTo>
                    <a:pt x="319265" y="289349"/>
                    <a:pt x="327424" y="275751"/>
                    <a:pt x="335583" y="259433"/>
                  </a:cubicBezTo>
                  <a:cubicBezTo>
                    <a:pt x="341023" y="248554"/>
                    <a:pt x="349182" y="234956"/>
                    <a:pt x="354621" y="224077"/>
                  </a:cubicBezTo>
                  <a:cubicBezTo>
                    <a:pt x="362780" y="207759"/>
                    <a:pt x="370939" y="191441"/>
                    <a:pt x="381817" y="172404"/>
                  </a:cubicBezTo>
                  <a:cubicBezTo>
                    <a:pt x="389977" y="153366"/>
                    <a:pt x="400855" y="134329"/>
                    <a:pt x="409014" y="118011"/>
                  </a:cubicBezTo>
                  <a:cubicBezTo>
                    <a:pt x="409014" y="115291"/>
                    <a:pt x="409014" y="115291"/>
                    <a:pt x="411734" y="115291"/>
                  </a:cubicBezTo>
                  <a:cubicBezTo>
                    <a:pt x="406294" y="115291"/>
                    <a:pt x="400855" y="115291"/>
                    <a:pt x="398136" y="115291"/>
                  </a:cubicBezTo>
                  <a:cubicBezTo>
                    <a:pt x="392696" y="115291"/>
                    <a:pt x="384537" y="115291"/>
                    <a:pt x="379098" y="109852"/>
                  </a:cubicBezTo>
                  <a:cubicBezTo>
                    <a:pt x="373659" y="107132"/>
                    <a:pt x="368219" y="98973"/>
                    <a:pt x="368219" y="93534"/>
                  </a:cubicBezTo>
                  <a:cubicBezTo>
                    <a:pt x="368219" y="90814"/>
                    <a:pt x="368219" y="88094"/>
                    <a:pt x="370939" y="85375"/>
                  </a:cubicBezTo>
                  <a:cubicBezTo>
                    <a:pt x="373659" y="82655"/>
                    <a:pt x="381817" y="79936"/>
                    <a:pt x="387257" y="77216"/>
                  </a:cubicBezTo>
                  <a:cubicBezTo>
                    <a:pt x="400855" y="74496"/>
                    <a:pt x="414453" y="71776"/>
                    <a:pt x="422612" y="71776"/>
                  </a:cubicBezTo>
                  <a:cubicBezTo>
                    <a:pt x="425332" y="71776"/>
                    <a:pt x="430771" y="71776"/>
                    <a:pt x="436211" y="71776"/>
                  </a:cubicBezTo>
                  <a:cubicBezTo>
                    <a:pt x="436211" y="71776"/>
                    <a:pt x="438930" y="69057"/>
                    <a:pt x="438930" y="69057"/>
                  </a:cubicBezTo>
                  <a:cubicBezTo>
                    <a:pt x="444370" y="66337"/>
                    <a:pt x="447089" y="66337"/>
                    <a:pt x="452529" y="66337"/>
                  </a:cubicBezTo>
                  <a:cubicBezTo>
                    <a:pt x="457968" y="66337"/>
                    <a:pt x="460688" y="66337"/>
                    <a:pt x="466127" y="69057"/>
                  </a:cubicBezTo>
                  <a:cubicBezTo>
                    <a:pt x="468847" y="69057"/>
                    <a:pt x="471566" y="71776"/>
                    <a:pt x="471566" y="71776"/>
                  </a:cubicBezTo>
                  <a:cubicBezTo>
                    <a:pt x="490604" y="71776"/>
                    <a:pt x="506922" y="71776"/>
                    <a:pt x="515081" y="71776"/>
                  </a:cubicBezTo>
                  <a:cubicBezTo>
                    <a:pt x="523240" y="71776"/>
                    <a:pt x="542277" y="71776"/>
                    <a:pt x="542277" y="88094"/>
                  </a:cubicBezTo>
                  <a:cubicBezTo>
                    <a:pt x="542277" y="96253"/>
                    <a:pt x="542277" y="98973"/>
                    <a:pt x="536838" y="104412"/>
                  </a:cubicBezTo>
                  <a:cubicBezTo>
                    <a:pt x="534119" y="109852"/>
                    <a:pt x="528679" y="112571"/>
                    <a:pt x="525959" y="112571"/>
                  </a:cubicBezTo>
                  <a:cubicBezTo>
                    <a:pt x="520520" y="115291"/>
                    <a:pt x="515081" y="115291"/>
                    <a:pt x="509642" y="115291"/>
                  </a:cubicBezTo>
                  <a:cubicBezTo>
                    <a:pt x="506922" y="115291"/>
                    <a:pt x="487884" y="115291"/>
                    <a:pt x="468847" y="115291"/>
                  </a:cubicBezTo>
                  <a:cubicBezTo>
                    <a:pt x="466127" y="123450"/>
                    <a:pt x="460688" y="128889"/>
                    <a:pt x="457968" y="137048"/>
                  </a:cubicBezTo>
                  <a:cubicBezTo>
                    <a:pt x="447089" y="156086"/>
                    <a:pt x="438930" y="175123"/>
                    <a:pt x="430771" y="194161"/>
                  </a:cubicBezTo>
                  <a:cubicBezTo>
                    <a:pt x="419893" y="215918"/>
                    <a:pt x="411734" y="240395"/>
                    <a:pt x="400855" y="262152"/>
                  </a:cubicBezTo>
                  <a:cubicBezTo>
                    <a:pt x="387257" y="289349"/>
                    <a:pt x="373659" y="311106"/>
                    <a:pt x="360060" y="332863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FCCD0C21-8E36-0943-BDB8-38990B93CA1E}"/>
                </a:ext>
              </a:extLst>
            </p:cNvPr>
            <p:cNvSpPr/>
            <p:nvPr/>
          </p:nvSpPr>
          <p:spPr>
            <a:xfrm>
              <a:off x="4335316" y="4186718"/>
              <a:ext cx="353556" cy="761503"/>
            </a:xfrm>
            <a:custGeom>
              <a:avLst/>
              <a:gdLst>
                <a:gd name="connsiteX0" fmla="*/ 283910 w 353555"/>
                <a:gd name="connsiteY0" fmla="*/ 672820 h 761503"/>
                <a:gd name="connsiteX1" fmla="*/ 321985 w 353555"/>
                <a:gd name="connsiteY1" fmla="*/ 689138 h 761503"/>
                <a:gd name="connsiteX2" fmla="*/ 316546 w 353555"/>
                <a:gd name="connsiteY2" fmla="*/ 705456 h 761503"/>
                <a:gd name="connsiteX3" fmla="*/ 300228 w 353555"/>
                <a:gd name="connsiteY3" fmla="*/ 713615 h 761503"/>
                <a:gd name="connsiteX4" fmla="*/ 278471 w 353555"/>
                <a:gd name="connsiteY4" fmla="*/ 716335 h 761503"/>
                <a:gd name="connsiteX5" fmla="*/ 237676 w 353555"/>
                <a:gd name="connsiteY5" fmla="*/ 716335 h 761503"/>
                <a:gd name="connsiteX6" fmla="*/ 180563 w 353555"/>
                <a:gd name="connsiteY6" fmla="*/ 719054 h 761503"/>
                <a:gd name="connsiteX7" fmla="*/ 126170 w 353555"/>
                <a:gd name="connsiteY7" fmla="*/ 719054 h 761503"/>
                <a:gd name="connsiteX8" fmla="*/ 101693 w 353555"/>
                <a:gd name="connsiteY8" fmla="*/ 719054 h 761503"/>
                <a:gd name="connsiteX9" fmla="*/ 74496 w 353555"/>
                <a:gd name="connsiteY9" fmla="*/ 713615 h 761503"/>
                <a:gd name="connsiteX10" fmla="*/ 58178 w 353555"/>
                <a:gd name="connsiteY10" fmla="*/ 697297 h 761503"/>
                <a:gd name="connsiteX11" fmla="*/ 63617 w 353555"/>
                <a:gd name="connsiteY11" fmla="*/ 689138 h 761503"/>
                <a:gd name="connsiteX12" fmla="*/ 85375 w 353555"/>
                <a:gd name="connsiteY12" fmla="*/ 680979 h 761503"/>
                <a:gd name="connsiteX13" fmla="*/ 131609 w 353555"/>
                <a:gd name="connsiteY13" fmla="*/ 675540 h 761503"/>
                <a:gd name="connsiteX14" fmla="*/ 142488 w 353555"/>
                <a:gd name="connsiteY14" fmla="*/ 675540 h 761503"/>
                <a:gd name="connsiteX15" fmla="*/ 131609 w 353555"/>
                <a:gd name="connsiteY15" fmla="*/ 653783 h 761503"/>
                <a:gd name="connsiteX16" fmla="*/ 128889 w 353555"/>
                <a:gd name="connsiteY16" fmla="*/ 640184 h 761503"/>
                <a:gd name="connsiteX17" fmla="*/ 128889 w 353555"/>
                <a:gd name="connsiteY17" fmla="*/ 629306 h 761503"/>
                <a:gd name="connsiteX18" fmla="*/ 128889 w 353555"/>
                <a:gd name="connsiteY18" fmla="*/ 621147 h 761503"/>
                <a:gd name="connsiteX19" fmla="*/ 128889 w 353555"/>
                <a:gd name="connsiteY19" fmla="*/ 593950 h 761503"/>
                <a:gd name="connsiteX20" fmla="*/ 128889 w 353555"/>
                <a:gd name="connsiteY20" fmla="*/ 583072 h 761503"/>
                <a:gd name="connsiteX21" fmla="*/ 128889 w 353555"/>
                <a:gd name="connsiteY21" fmla="*/ 436210 h 761503"/>
                <a:gd name="connsiteX22" fmla="*/ 128889 w 353555"/>
                <a:gd name="connsiteY22" fmla="*/ 357340 h 761503"/>
                <a:gd name="connsiteX23" fmla="*/ 131609 w 353555"/>
                <a:gd name="connsiteY23" fmla="*/ 289349 h 761503"/>
                <a:gd name="connsiteX24" fmla="*/ 131609 w 353555"/>
                <a:gd name="connsiteY24" fmla="*/ 251274 h 761503"/>
                <a:gd name="connsiteX25" fmla="*/ 131609 w 353555"/>
                <a:gd name="connsiteY25" fmla="*/ 205040 h 761503"/>
                <a:gd name="connsiteX26" fmla="*/ 131609 w 353555"/>
                <a:gd name="connsiteY26" fmla="*/ 139768 h 761503"/>
                <a:gd name="connsiteX27" fmla="*/ 131609 w 353555"/>
                <a:gd name="connsiteY27" fmla="*/ 128889 h 761503"/>
                <a:gd name="connsiteX28" fmla="*/ 126170 w 353555"/>
                <a:gd name="connsiteY28" fmla="*/ 128889 h 761503"/>
                <a:gd name="connsiteX29" fmla="*/ 101693 w 353555"/>
                <a:gd name="connsiteY29" fmla="*/ 128889 h 761503"/>
                <a:gd name="connsiteX30" fmla="*/ 74496 w 353555"/>
                <a:gd name="connsiteY30" fmla="*/ 123450 h 761503"/>
                <a:gd name="connsiteX31" fmla="*/ 58178 w 353555"/>
                <a:gd name="connsiteY31" fmla="*/ 107132 h 761503"/>
                <a:gd name="connsiteX32" fmla="*/ 60898 w 353555"/>
                <a:gd name="connsiteY32" fmla="*/ 98973 h 761503"/>
                <a:gd name="connsiteX33" fmla="*/ 82655 w 353555"/>
                <a:gd name="connsiteY33" fmla="*/ 93534 h 761503"/>
                <a:gd name="connsiteX34" fmla="*/ 131609 w 353555"/>
                <a:gd name="connsiteY34" fmla="*/ 88094 h 761503"/>
                <a:gd name="connsiteX35" fmla="*/ 131609 w 353555"/>
                <a:gd name="connsiteY35" fmla="*/ 82655 h 761503"/>
                <a:gd name="connsiteX36" fmla="*/ 134329 w 353555"/>
                <a:gd name="connsiteY36" fmla="*/ 71776 h 761503"/>
                <a:gd name="connsiteX37" fmla="*/ 147927 w 353555"/>
                <a:gd name="connsiteY37" fmla="*/ 63617 h 761503"/>
                <a:gd name="connsiteX38" fmla="*/ 164245 w 353555"/>
                <a:gd name="connsiteY38" fmla="*/ 58178 h 761503"/>
                <a:gd name="connsiteX39" fmla="*/ 177843 w 353555"/>
                <a:gd name="connsiteY39" fmla="*/ 58178 h 761503"/>
                <a:gd name="connsiteX40" fmla="*/ 196881 w 353555"/>
                <a:gd name="connsiteY40" fmla="*/ 60898 h 761503"/>
                <a:gd name="connsiteX41" fmla="*/ 232236 w 353555"/>
                <a:gd name="connsiteY41" fmla="*/ 88094 h 761503"/>
                <a:gd name="connsiteX42" fmla="*/ 278471 w 353555"/>
                <a:gd name="connsiteY42" fmla="*/ 88094 h 761503"/>
                <a:gd name="connsiteX43" fmla="*/ 316546 w 353555"/>
                <a:gd name="connsiteY43" fmla="*/ 104412 h 761503"/>
                <a:gd name="connsiteX44" fmla="*/ 311106 w 353555"/>
                <a:gd name="connsiteY44" fmla="*/ 120730 h 761503"/>
                <a:gd name="connsiteX45" fmla="*/ 294788 w 353555"/>
                <a:gd name="connsiteY45" fmla="*/ 128889 h 761503"/>
                <a:gd name="connsiteX46" fmla="*/ 273031 w 353555"/>
                <a:gd name="connsiteY46" fmla="*/ 131609 h 761503"/>
                <a:gd name="connsiteX47" fmla="*/ 243115 w 353555"/>
                <a:gd name="connsiteY47" fmla="*/ 131609 h 761503"/>
                <a:gd name="connsiteX48" fmla="*/ 243115 w 353555"/>
                <a:gd name="connsiteY48" fmla="*/ 134329 h 761503"/>
                <a:gd name="connsiteX49" fmla="*/ 248554 w 353555"/>
                <a:gd name="connsiteY49" fmla="*/ 169684 h 761503"/>
                <a:gd name="connsiteX50" fmla="*/ 251274 w 353555"/>
                <a:gd name="connsiteY50" fmla="*/ 205040 h 761503"/>
                <a:gd name="connsiteX51" fmla="*/ 251274 w 353555"/>
                <a:gd name="connsiteY51" fmla="*/ 240395 h 761503"/>
                <a:gd name="connsiteX52" fmla="*/ 251274 w 353555"/>
                <a:gd name="connsiteY52" fmla="*/ 256713 h 761503"/>
                <a:gd name="connsiteX53" fmla="*/ 253994 w 353555"/>
                <a:gd name="connsiteY53" fmla="*/ 270311 h 761503"/>
                <a:gd name="connsiteX54" fmla="*/ 259433 w 353555"/>
                <a:gd name="connsiteY54" fmla="*/ 343742 h 761503"/>
                <a:gd name="connsiteX55" fmla="*/ 262153 w 353555"/>
                <a:gd name="connsiteY55" fmla="*/ 425332 h 761503"/>
                <a:gd name="connsiteX56" fmla="*/ 264872 w 353555"/>
                <a:gd name="connsiteY56" fmla="*/ 490603 h 761503"/>
                <a:gd name="connsiteX57" fmla="*/ 270312 w 353555"/>
                <a:gd name="connsiteY57" fmla="*/ 564034 h 761503"/>
                <a:gd name="connsiteX58" fmla="*/ 270312 w 353555"/>
                <a:gd name="connsiteY58" fmla="*/ 599390 h 761503"/>
                <a:gd name="connsiteX59" fmla="*/ 270312 w 353555"/>
                <a:gd name="connsiteY59" fmla="*/ 637465 h 761503"/>
                <a:gd name="connsiteX60" fmla="*/ 264872 w 353555"/>
                <a:gd name="connsiteY60" fmla="*/ 670101 h 761503"/>
                <a:gd name="connsiteX61" fmla="*/ 283910 w 353555"/>
                <a:gd name="connsiteY61" fmla="*/ 672820 h 761503"/>
                <a:gd name="connsiteX62" fmla="*/ 283910 w 353555"/>
                <a:gd name="connsiteY62" fmla="*/ 672820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353555" h="761503">
                  <a:moveTo>
                    <a:pt x="283910" y="672820"/>
                  </a:moveTo>
                  <a:cubicBezTo>
                    <a:pt x="297508" y="672820"/>
                    <a:pt x="321985" y="672820"/>
                    <a:pt x="321985" y="689138"/>
                  </a:cubicBezTo>
                  <a:cubicBezTo>
                    <a:pt x="321985" y="697297"/>
                    <a:pt x="319265" y="697297"/>
                    <a:pt x="316546" y="705456"/>
                  </a:cubicBezTo>
                  <a:cubicBezTo>
                    <a:pt x="311106" y="710895"/>
                    <a:pt x="305667" y="713615"/>
                    <a:pt x="300228" y="713615"/>
                  </a:cubicBezTo>
                  <a:cubicBezTo>
                    <a:pt x="292069" y="716335"/>
                    <a:pt x="283910" y="716335"/>
                    <a:pt x="278471" y="716335"/>
                  </a:cubicBezTo>
                  <a:cubicBezTo>
                    <a:pt x="275751" y="716335"/>
                    <a:pt x="256713" y="716335"/>
                    <a:pt x="237676" y="716335"/>
                  </a:cubicBezTo>
                  <a:cubicBezTo>
                    <a:pt x="213199" y="716335"/>
                    <a:pt x="186002" y="719054"/>
                    <a:pt x="180563" y="719054"/>
                  </a:cubicBezTo>
                  <a:cubicBezTo>
                    <a:pt x="166965" y="719054"/>
                    <a:pt x="142488" y="719054"/>
                    <a:pt x="126170" y="719054"/>
                  </a:cubicBezTo>
                  <a:cubicBezTo>
                    <a:pt x="118011" y="719054"/>
                    <a:pt x="109852" y="719054"/>
                    <a:pt x="101693" y="719054"/>
                  </a:cubicBezTo>
                  <a:cubicBezTo>
                    <a:pt x="93534" y="719054"/>
                    <a:pt x="82655" y="719054"/>
                    <a:pt x="74496" y="713615"/>
                  </a:cubicBezTo>
                  <a:cubicBezTo>
                    <a:pt x="66337" y="710895"/>
                    <a:pt x="58178" y="702736"/>
                    <a:pt x="58178" y="697297"/>
                  </a:cubicBezTo>
                  <a:cubicBezTo>
                    <a:pt x="58178" y="694578"/>
                    <a:pt x="58178" y="691858"/>
                    <a:pt x="63617" y="689138"/>
                  </a:cubicBezTo>
                  <a:cubicBezTo>
                    <a:pt x="69057" y="686418"/>
                    <a:pt x="79935" y="683699"/>
                    <a:pt x="85375" y="680979"/>
                  </a:cubicBezTo>
                  <a:cubicBezTo>
                    <a:pt x="104412" y="678260"/>
                    <a:pt x="123450" y="675540"/>
                    <a:pt x="131609" y="675540"/>
                  </a:cubicBezTo>
                  <a:cubicBezTo>
                    <a:pt x="134329" y="675540"/>
                    <a:pt x="137048" y="675540"/>
                    <a:pt x="142488" y="675540"/>
                  </a:cubicBezTo>
                  <a:cubicBezTo>
                    <a:pt x="134329" y="670101"/>
                    <a:pt x="131609" y="661942"/>
                    <a:pt x="131609" y="653783"/>
                  </a:cubicBezTo>
                  <a:cubicBezTo>
                    <a:pt x="131609" y="648343"/>
                    <a:pt x="131609" y="642904"/>
                    <a:pt x="128889" y="640184"/>
                  </a:cubicBezTo>
                  <a:cubicBezTo>
                    <a:pt x="128889" y="637465"/>
                    <a:pt x="128889" y="634745"/>
                    <a:pt x="128889" y="629306"/>
                  </a:cubicBezTo>
                  <a:cubicBezTo>
                    <a:pt x="128889" y="626586"/>
                    <a:pt x="128889" y="623867"/>
                    <a:pt x="128889" y="621147"/>
                  </a:cubicBezTo>
                  <a:cubicBezTo>
                    <a:pt x="128889" y="612988"/>
                    <a:pt x="128889" y="604829"/>
                    <a:pt x="128889" y="593950"/>
                  </a:cubicBezTo>
                  <a:cubicBezTo>
                    <a:pt x="128889" y="591231"/>
                    <a:pt x="128889" y="585791"/>
                    <a:pt x="128889" y="583072"/>
                  </a:cubicBezTo>
                  <a:cubicBezTo>
                    <a:pt x="128889" y="534118"/>
                    <a:pt x="131609" y="485164"/>
                    <a:pt x="128889" y="436210"/>
                  </a:cubicBezTo>
                  <a:cubicBezTo>
                    <a:pt x="128889" y="409014"/>
                    <a:pt x="128889" y="384537"/>
                    <a:pt x="128889" y="357340"/>
                  </a:cubicBezTo>
                  <a:cubicBezTo>
                    <a:pt x="128889" y="335583"/>
                    <a:pt x="131609" y="313826"/>
                    <a:pt x="131609" y="289349"/>
                  </a:cubicBezTo>
                  <a:cubicBezTo>
                    <a:pt x="131609" y="275751"/>
                    <a:pt x="131609" y="264872"/>
                    <a:pt x="131609" y="251274"/>
                  </a:cubicBezTo>
                  <a:cubicBezTo>
                    <a:pt x="131609" y="234956"/>
                    <a:pt x="131609" y="221357"/>
                    <a:pt x="131609" y="205040"/>
                  </a:cubicBezTo>
                  <a:cubicBezTo>
                    <a:pt x="131609" y="183282"/>
                    <a:pt x="131609" y="161525"/>
                    <a:pt x="131609" y="139768"/>
                  </a:cubicBezTo>
                  <a:cubicBezTo>
                    <a:pt x="131609" y="137048"/>
                    <a:pt x="131609" y="134329"/>
                    <a:pt x="131609" y="128889"/>
                  </a:cubicBezTo>
                  <a:cubicBezTo>
                    <a:pt x="128889" y="128889"/>
                    <a:pt x="126170" y="128889"/>
                    <a:pt x="126170" y="128889"/>
                  </a:cubicBezTo>
                  <a:cubicBezTo>
                    <a:pt x="118011" y="128889"/>
                    <a:pt x="109852" y="128889"/>
                    <a:pt x="101693" y="128889"/>
                  </a:cubicBezTo>
                  <a:cubicBezTo>
                    <a:pt x="93534" y="128889"/>
                    <a:pt x="82655" y="128889"/>
                    <a:pt x="74496" y="123450"/>
                  </a:cubicBezTo>
                  <a:cubicBezTo>
                    <a:pt x="66337" y="120730"/>
                    <a:pt x="58178" y="112571"/>
                    <a:pt x="58178" y="107132"/>
                  </a:cubicBezTo>
                  <a:cubicBezTo>
                    <a:pt x="58178" y="104412"/>
                    <a:pt x="58178" y="101693"/>
                    <a:pt x="60898" y="98973"/>
                  </a:cubicBezTo>
                  <a:cubicBezTo>
                    <a:pt x="63617" y="96253"/>
                    <a:pt x="77216" y="93534"/>
                    <a:pt x="82655" y="93534"/>
                  </a:cubicBezTo>
                  <a:cubicBezTo>
                    <a:pt x="98973" y="90814"/>
                    <a:pt x="123450" y="88094"/>
                    <a:pt x="131609" y="88094"/>
                  </a:cubicBezTo>
                  <a:cubicBezTo>
                    <a:pt x="131609" y="85375"/>
                    <a:pt x="131609" y="85375"/>
                    <a:pt x="131609" y="82655"/>
                  </a:cubicBezTo>
                  <a:cubicBezTo>
                    <a:pt x="131609" y="77216"/>
                    <a:pt x="131609" y="74496"/>
                    <a:pt x="134329" y="71776"/>
                  </a:cubicBezTo>
                  <a:cubicBezTo>
                    <a:pt x="137048" y="69057"/>
                    <a:pt x="145207" y="66337"/>
                    <a:pt x="147927" y="63617"/>
                  </a:cubicBezTo>
                  <a:cubicBezTo>
                    <a:pt x="153366" y="60898"/>
                    <a:pt x="158806" y="58178"/>
                    <a:pt x="164245" y="58178"/>
                  </a:cubicBezTo>
                  <a:cubicBezTo>
                    <a:pt x="169684" y="58178"/>
                    <a:pt x="175123" y="58178"/>
                    <a:pt x="177843" y="58178"/>
                  </a:cubicBezTo>
                  <a:cubicBezTo>
                    <a:pt x="183283" y="58178"/>
                    <a:pt x="191442" y="58178"/>
                    <a:pt x="196881" y="60898"/>
                  </a:cubicBezTo>
                  <a:cubicBezTo>
                    <a:pt x="213199" y="63617"/>
                    <a:pt x="224077" y="74496"/>
                    <a:pt x="232236" y="88094"/>
                  </a:cubicBezTo>
                  <a:cubicBezTo>
                    <a:pt x="253994" y="88094"/>
                    <a:pt x="270312" y="88094"/>
                    <a:pt x="278471" y="88094"/>
                  </a:cubicBezTo>
                  <a:cubicBezTo>
                    <a:pt x="292069" y="88094"/>
                    <a:pt x="316546" y="88094"/>
                    <a:pt x="316546" y="104412"/>
                  </a:cubicBezTo>
                  <a:cubicBezTo>
                    <a:pt x="316546" y="112571"/>
                    <a:pt x="313826" y="112571"/>
                    <a:pt x="311106" y="120730"/>
                  </a:cubicBezTo>
                  <a:cubicBezTo>
                    <a:pt x="305667" y="126170"/>
                    <a:pt x="300228" y="128889"/>
                    <a:pt x="294788" y="128889"/>
                  </a:cubicBezTo>
                  <a:cubicBezTo>
                    <a:pt x="286630" y="131609"/>
                    <a:pt x="278471" y="131609"/>
                    <a:pt x="273031" y="131609"/>
                  </a:cubicBezTo>
                  <a:cubicBezTo>
                    <a:pt x="270312" y="131609"/>
                    <a:pt x="259433" y="131609"/>
                    <a:pt x="243115" y="131609"/>
                  </a:cubicBezTo>
                  <a:lnTo>
                    <a:pt x="243115" y="134329"/>
                  </a:lnTo>
                  <a:cubicBezTo>
                    <a:pt x="245835" y="145207"/>
                    <a:pt x="245835" y="158805"/>
                    <a:pt x="248554" y="169684"/>
                  </a:cubicBezTo>
                  <a:cubicBezTo>
                    <a:pt x="251274" y="180563"/>
                    <a:pt x="251274" y="194161"/>
                    <a:pt x="251274" y="205040"/>
                  </a:cubicBezTo>
                  <a:cubicBezTo>
                    <a:pt x="251274" y="215918"/>
                    <a:pt x="251274" y="226797"/>
                    <a:pt x="251274" y="240395"/>
                  </a:cubicBezTo>
                  <a:cubicBezTo>
                    <a:pt x="251274" y="245834"/>
                    <a:pt x="251274" y="251274"/>
                    <a:pt x="251274" y="256713"/>
                  </a:cubicBezTo>
                  <a:cubicBezTo>
                    <a:pt x="251274" y="262152"/>
                    <a:pt x="251274" y="267592"/>
                    <a:pt x="253994" y="270311"/>
                  </a:cubicBezTo>
                  <a:cubicBezTo>
                    <a:pt x="256713" y="294788"/>
                    <a:pt x="256713" y="319265"/>
                    <a:pt x="259433" y="343742"/>
                  </a:cubicBezTo>
                  <a:cubicBezTo>
                    <a:pt x="259433" y="370939"/>
                    <a:pt x="262153" y="398135"/>
                    <a:pt x="262153" y="425332"/>
                  </a:cubicBezTo>
                  <a:cubicBezTo>
                    <a:pt x="262153" y="447089"/>
                    <a:pt x="262153" y="468846"/>
                    <a:pt x="264872" y="490603"/>
                  </a:cubicBezTo>
                  <a:cubicBezTo>
                    <a:pt x="264872" y="515080"/>
                    <a:pt x="270312" y="539557"/>
                    <a:pt x="270312" y="564034"/>
                  </a:cubicBezTo>
                  <a:cubicBezTo>
                    <a:pt x="270312" y="574913"/>
                    <a:pt x="270312" y="588511"/>
                    <a:pt x="270312" y="599390"/>
                  </a:cubicBezTo>
                  <a:cubicBezTo>
                    <a:pt x="270312" y="612988"/>
                    <a:pt x="270312" y="623867"/>
                    <a:pt x="270312" y="637465"/>
                  </a:cubicBezTo>
                  <a:cubicBezTo>
                    <a:pt x="270312" y="648343"/>
                    <a:pt x="270312" y="661942"/>
                    <a:pt x="264872" y="670101"/>
                  </a:cubicBezTo>
                  <a:cubicBezTo>
                    <a:pt x="273031" y="672820"/>
                    <a:pt x="278471" y="672820"/>
                    <a:pt x="283910" y="672820"/>
                  </a:cubicBezTo>
                  <a:lnTo>
                    <a:pt x="283910" y="672820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89FC6DE5-86F1-D4B2-42B9-1FA8E0EA25F2}"/>
                </a:ext>
              </a:extLst>
            </p:cNvPr>
            <p:cNvSpPr/>
            <p:nvPr/>
          </p:nvSpPr>
          <p:spPr>
            <a:xfrm>
              <a:off x="4620880" y="4194877"/>
              <a:ext cx="598325" cy="761503"/>
            </a:xfrm>
            <a:custGeom>
              <a:avLst/>
              <a:gdLst>
                <a:gd name="connsiteX0" fmla="*/ 515081 w 598324"/>
                <a:gd name="connsiteY0" fmla="*/ 79935 h 761503"/>
                <a:gd name="connsiteX1" fmla="*/ 542277 w 598324"/>
                <a:gd name="connsiteY1" fmla="*/ 96253 h 761503"/>
                <a:gd name="connsiteX2" fmla="*/ 536838 w 598324"/>
                <a:gd name="connsiteY2" fmla="*/ 112571 h 761503"/>
                <a:gd name="connsiteX3" fmla="*/ 523240 w 598324"/>
                <a:gd name="connsiteY3" fmla="*/ 120730 h 761503"/>
                <a:gd name="connsiteX4" fmla="*/ 506922 w 598324"/>
                <a:gd name="connsiteY4" fmla="*/ 123450 h 761503"/>
                <a:gd name="connsiteX5" fmla="*/ 477006 w 598324"/>
                <a:gd name="connsiteY5" fmla="*/ 123450 h 761503"/>
                <a:gd name="connsiteX6" fmla="*/ 479725 w 598324"/>
                <a:gd name="connsiteY6" fmla="*/ 145207 h 761503"/>
                <a:gd name="connsiteX7" fmla="*/ 477006 w 598324"/>
                <a:gd name="connsiteY7" fmla="*/ 180563 h 761503"/>
                <a:gd name="connsiteX8" fmla="*/ 482445 w 598324"/>
                <a:gd name="connsiteY8" fmla="*/ 232236 h 761503"/>
                <a:gd name="connsiteX9" fmla="*/ 485165 w 598324"/>
                <a:gd name="connsiteY9" fmla="*/ 283909 h 761503"/>
                <a:gd name="connsiteX10" fmla="*/ 485165 w 598324"/>
                <a:gd name="connsiteY10" fmla="*/ 327424 h 761503"/>
                <a:gd name="connsiteX11" fmla="*/ 487884 w 598324"/>
                <a:gd name="connsiteY11" fmla="*/ 373658 h 761503"/>
                <a:gd name="connsiteX12" fmla="*/ 485165 w 598324"/>
                <a:gd name="connsiteY12" fmla="*/ 419892 h 761503"/>
                <a:gd name="connsiteX13" fmla="*/ 485165 w 598324"/>
                <a:gd name="connsiteY13" fmla="*/ 463407 h 761503"/>
                <a:gd name="connsiteX14" fmla="*/ 482445 w 598324"/>
                <a:gd name="connsiteY14" fmla="*/ 515080 h 761503"/>
                <a:gd name="connsiteX15" fmla="*/ 482445 w 598324"/>
                <a:gd name="connsiteY15" fmla="*/ 558595 h 761503"/>
                <a:gd name="connsiteX16" fmla="*/ 479725 w 598324"/>
                <a:gd name="connsiteY16" fmla="*/ 602109 h 761503"/>
                <a:gd name="connsiteX17" fmla="*/ 485165 w 598324"/>
                <a:gd name="connsiteY17" fmla="*/ 648343 h 761503"/>
                <a:gd name="connsiteX18" fmla="*/ 474286 w 598324"/>
                <a:gd name="connsiteY18" fmla="*/ 675540 h 761503"/>
                <a:gd name="connsiteX19" fmla="*/ 428052 w 598324"/>
                <a:gd name="connsiteY19" fmla="*/ 691858 h 761503"/>
                <a:gd name="connsiteX20" fmla="*/ 387257 w 598324"/>
                <a:gd name="connsiteY20" fmla="*/ 683699 h 761503"/>
                <a:gd name="connsiteX21" fmla="*/ 351901 w 598324"/>
                <a:gd name="connsiteY21" fmla="*/ 664661 h 761503"/>
                <a:gd name="connsiteX22" fmla="*/ 305667 w 598324"/>
                <a:gd name="connsiteY22" fmla="*/ 596670 h 761503"/>
                <a:gd name="connsiteX23" fmla="*/ 270312 w 598324"/>
                <a:gd name="connsiteY23" fmla="*/ 509641 h 761503"/>
                <a:gd name="connsiteX24" fmla="*/ 251274 w 598324"/>
                <a:gd name="connsiteY24" fmla="*/ 460687 h 761503"/>
                <a:gd name="connsiteX25" fmla="*/ 224077 w 598324"/>
                <a:gd name="connsiteY25" fmla="*/ 381817 h 761503"/>
                <a:gd name="connsiteX26" fmla="*/ 207759 w 598324"/>
                <a:gd name="connsiteY26" fmla="*/ 330144 h 761503"/>
                <a:gd name="connsiteX27" fmla="*/ 191442 w 598324"/>
                <a:gd name="connsiteY27" fmla="*/ 286629 h 761503"/>
                <a:gd name="connsiteX28" fmla="*/ 183283 w 598324"/>
                <a:gd name="connsiteY28" fmla="*/ 278470 h 761503"/>
                <a:gd name="connsiteX29" fmla="*/ 180563 w 598324"/>
                <a:gd name="connsiteY29" fmla="*/ 292068 h 761503"/>
                <a:gd name="connsiteX30" fmla="*/ 180563 w 598324"/>
                <a:gd name="connsiteY30" fmla="*/ 305667 h 761503"/>
                <a:gd name="connsiteX31" fmla="*/ 183283 w 598324"/>
                <a:gd name="connsiteY31" fmla="*/ 354620 h 761503"/>
                <a:gd name="connsiteX32" fmla="*/ 188722 w 598324"/>
                <a:gd name="connsiteY32" fmla="*/ 449808 h 761503"/>
                <a:gd name="connsiteX33" fmla="*/ 188722 w 598324"/>
                <a:gd name="connsiteY33" fmla="*/ 479725 h 761503"/>
                <a:gd name="connsiteX34" fmla="*/ 188722 w 598324"/>
                <a:gd name="connsiteY34" fmla="*/ 542277 h 761503"/>
                <a:gd name="connsiteX35" fmla="*/ 186002 w 598324"/>
                <a:gd name="connsiteY35" fmla="*/ 615708 h 761503"/>
                <a:gd name="connsiteX36" fmla="*/ 186002 w 598324"/>
                <a:gd name="connsiteY36" fmla="*/ 637465 h 761503"/>
                <a:gd name="connsiteX37" fmla="*/ 183283 w 598324"/>
                <a:gd name="connsiteY37" fmla="*/ 664661 h 761503"/>
                <a:gd name="connsiteX38" fmla="*/ 226797 w 598324"/>
                <a:gd name="connsiteY38" fmla="*/ 664661 h 761503"/>
                <a:gd name="connsiteX39" fmla="*/ 253994 w 598324"/>
                <a:gd name="connsiteY39" fmla="*/ 680979 h 761503"/>
                <a:gd name="connsiteX40" fmla="*/ 248554 w 598324"/>
                <a:gd name="connsiteY40" fmla="*/ 697297 h 761503"/>
                <a:gd name="connsiteX41" fmla="*/ 234956 w 598324"/>
                <a:gd name="connsiteY41" fmla="*/ 705456 h 761503"/>
                <a:gd name="connsiteX42" fmla="*/ 218638 w 598324"/>
                <a:gd name="connsiteY42" fmla="*/ 708176 h 761503"/>
                <a:gd name="connsiteX43" fmla="*/ 183283 w 598324"/>
                <a:gd name="connsiteY43" fmla="*/ 708176 h 761503"/>
                <a:gd name="connsiteX44" fmla="*/ 150647 w 598324"/>
                <a:gd name="connsiteY44" fmla="*/ 708176 h 761503"/>
                <a:gd name="connsiteX45" fmla="*/ 107132 w 598324"/>
                <a:gd name="connsiteY45" fmla="*/ 708176 h 761503"/>
                <a:gd name="connsiteX46" fmla="*/ 88094 w 598324"/>
                <a:gd name="connsiteY46" fmla="*/ 708176 h 761503"/>
                <a:gd name="connsiteX47" fmla="*/ 69057 w 598324"/>
                <a:gd name="connsiteY47" fmla="*/ 702736 h 761503"/>
                <a:gd name="connsiteX48" fmla="*/ 58178 w 598324"/>
                <a:gd name="connsiteY48" fmla="*/ 686418 h 761503"/>
                <a:gd name="connsiteX49" fmla="*/ 60898 w 598324"/>
                <a:gd name="connsiteY49" fmla="*/ 678259 h 761503"/>
                <a:gd name="connsiteX50" fmla="*/ 77216 w 598324"/>
                <a:gd name="connsiteY50" fmla="*/ 670101 h 761503"/>
                <a:gd name="connsiteX51" fmla="*/ 120730 w 598324"/>
                <a:gd name="connsiteY51" fmla="*/ 664661 h 761503"/>
                <a:gd name="connsiteX52" fmla="*/ 131609 w 598324"/>
                <a:gd name="connsiteY52" fmla="*/ 664661 h 761503"/>
                <a:gd name="connsiteX53" fmla="*/ 134329 w 598324"/>
                <a:gd name="connsiteY53" fmla="*/ 539557 h 761503"/>
                <a:gd name="connsiteX54" fmla="*/ 134329 w 598324"/>
                <a:gd name="connsiteY54" fmla="*/ 504201 h 761503"/>
                <a:gd name="connsiteX55" fmla="*/ 131609 w 598324"/>
                <a:gd name="connsiteY55" fmla="*/ 376378 h 761503"/>
                <a:gd name="connsiteX56" fmla="*/ 131609 w 598324"/>
                <a:gd name="connsiteY56" fmla="*/ 302947 h 761503"/>
                <a:gd name="connsiteX57" fmla="*/ 134329 w 598324"/>
                <a:gd name="connsiteY57" fmla="*/ 221357 h 761503"/>
                <a:gd name="connsiteX58" fmla="*/ 137048 w 598324"/>
                <a:gd name="connsiteY58" fmla="*/ 123450 h 761503"/>
                <a:gd name="connsiteX59" fmla="*/ 107132 w 598324"/>
                <a:gd name="connsiteY59" fmla="*/ 123450 h 761503"/>
                <a:gd name="connsiteX60" fmla="*/ 88094 w 598324"/>
                <a:gd name="connsiteY60" fmla="*/ 123450 h 761503"/>
                <a:gd name="connsiteX61" fmla="*/ 69057 w 598324"/>
                <a:gd name="connsiteY61" fmla="*/ 118011 h 761503"/>
                <a:gd name="connsiteX62" fmla="*/ 58178 w 598324"/>
                <a:gd name="connsiteY62" fmla="*/ 101693 h 761503"/>
                <a:gd name="connsiteX63" fmla="*/ 60898 w 598324"/>
                <a:gd name="connsiteY63" fmla="*/ 93534 h 761503"/>
                <a:gd name="connsiteX64" fmla="*/ 77216 w 598324"/>
                <a:gd name="connsiteY64" fmla="*/ 85375 h 761503"/>
                <a:gd name="connsiteX65" fmla="*/ 131609 w 598324"/>
                <a:gd name="connsiteY65" fmla="*/ 79935 h 761503"/>
                <a:gd name="connsiteX66" fmla="*/ 161525 w 598324"/>
                <a:gd name="connsiteY66" fmla="*/ 79935 h 761503"/>
                <a:gd name="connsiteX67" fmla="*/ 177843 w 598324"/>
                <a:gd name="connsiteY67" fmla="*/ 66337 h 761503"/>
                <a:gd name="connsiteX68" fmla="*/ 202320 w 598324"/>
                <a:gd name="connsiteY68" fmla="*/ 58178 h 761503"/>
                <a:gd name="connsiteX69" fmla="*/ 234956 w 598324"/>
                <a:gd name="connsiteY69" fmla="*/ 77216 h 761503"/>
                <a:gd name="connsiteX70" fmla="*/ 251274 w 598324"/>
                <a:gd name="connsiteY70" fmla="*/ 107132 h 761503"/>
                <a:gd name="connsiteX71" fmla="*/ 267592 w 598324"/>
                <a:gd name="connsiteY71" fmla="*/ 147927 h 761503"/>
                <a:gd name="connsiteX72" fmla="*/ 281190 w 598324"/>
                <a:gd name="connsiteY72" fmla="*/ 183282 h 761503"/>
                <a:gd name="connsiteX73" fmla="*/ 297508 w 598324"/>
                <a:gd name="connsiteY73" fmla="*/ 224077 h 761503"/>
                <a:gd name="connsiteX74" fmla="*/ 308387 w 598324"/>
                <a:gd name="connsiteY74" fmla="*/ 264872 h 761503"/>
                <a:gd name="connsiteX75" fmla="*/ 319265 w 598324"/>
                <a:gd name="connsiteY75" fmla="*/ 300227 h 761503"/>
                <a:gd name="connsiteX76" fmla="*/ 351901 w 598324"/>
                <a:gd name="connsiteY76" fmla="*/ 379097 h 761503"/>
                <a:gd name="connsiteX77" fmla="*/ 365500 w 598324"/>
                <a:gd name="connsiteY77" fmla="*/ 417173 h 761503"/>
                <a:gd name="connsiteX78" fmla="*/ 379098 w 598324"/>
                <a:gd name="connsiteY78" fmla="*/ 457967 h 761503"/>
                <a:gd name="connsiteX79" fmla="*/ 395416 w 598324"/>
                <a:gd name="connsiteY79" fmla="*/ 496043 h 761503"/>
                <a:gd name="connsiteX80" fmla="*/ 406294 w 598324"/>
                <a:gd name="connsiteY80" fmla="*/ 512361 h 761503"/>
                <a:gd name="connsiteX81" fmla="*/ 411734 w 598324"/>
                <a:gd name="connsiteY81" fmla="*/ 531398 h 761503"/>
                <a:gd name="connsiteX82" fmla="*/ 419893 w 598324"/>
                <a:gd name="connsiteY82" fmla="*/ 558595 h 761503"/>
                <a:gd name="connsiteX83" fmla="*/ 425332 w 598324"/>
                <a:gd name="connsiteY83" fmla="*/ 564034 h 761503"/>
                <a:gd name="connsiteX84" fmla="*/ 430771 w 598324"/>
                <a:gd name="connsiteY84" fmla="*/ 558595 h 761503"/>
                <a:gd name="connsiteX85" fmla="*/ 430771 w 598324"/>
                <a:gd name="connsiteY85" fmla="*/ 550436 h 761503"/>
                <a:gd name="connsiteX86" fmla="*/ 430771 w 598324"/>
                <a:gd name="connsiteY86" fmla="*/ 501482 h 761503"/>
                <a:gd name="connsiteX87" fmla="*/ 430771 w 598324"/>
                <a:gd name="connsiteY87" fmla="*/ 403574 h 761503"/>
                <a:gd name="connsiteX88" fmla="*/ 425332 w 598324"/>
                <a:gd name="connsiteY88" fmla="*/ 313826 h 761503"/>
                <a:gd name="connsiteX89" fmla="*/ 425332 w 598324"/>
                <a:gd name="connsiteY89" fmla="*/ 248554 h 761503"/>
                <a:gd name="connsiteX90" fmla="*/ 425332 w 598324"/>
                <a:gd name="connsiteY90" fmla="*/ 210479 h 761503"/>
                <a:gd name="connsiteX91" fmla="*/ 422613 w 598324"/>
                <a:gd name="connsiteY91" fmla="*/ 153366 h 761503"/>
                <a:gd name="connsiteX92" fmla="*/ 425332 w 598324"/>
                <a:gd name="connsiteY92" fmla="*/ 123450 h 761503"/>
                <a:gd name="connsiteX93" fmla="*/ 398136 w 598324"/>
                <a:gd name="connsiteY93" fmla="*/ 123450 h 761503"/>
                <a:gd name="connsiteX94" fmla="*/ 379098 w 598324"/>
                <a:gd name="connsiteY94" fmla="*/ 123450 h 761503"/>
                <a:gd name="connsiteX95" fmla="*/ 360060 w 598324"/>
                <a:gd name="connsiteY95" fmla="*/ 118011 h 761503"/>
                <a:gd name="connsiteX96" fmla="*/ 349182 w 598324"/>
                <a:gd name="connsiteY96" fmla="*/ 101693 h 761503"/>
                <a:gd name="connsiteX97" fmla="*/ 351901 w 598324"/>
                <a:gd name="connsiteY97" fmla="*/ 93534 h 761503"/>
                <a:gd name="connsiteX98" fmla="*/ 368219 w 598324"/>
                <a:gd name="connsiteY98" fmla="*/ 85375 h 761503"/>
                <a:gd name="connsiteX99" fmla="*/ 422613 w 598324"/>
                <a:gd name="connsiteY99" fmla="*/ 79935 h 761503"/>
                <a:gd name="connsiteX100" fmla="*/ 444370 w 598324"/>
                <a:gd name="connsiteY100" fmla="*/ 79935 h 761503"/>
                <a:gd name="connsiteX101" fmla="*/ 463407 w 598324"/>
                <a:gd name="connsiteY101" fmla="*/ 71776 h 761503"/>
                <a:gd name="connsiteX102" fmla="*/ 477006 w 598324"/>
                <a:gd name="connsiteY102" fmla="*/ 79935 h 761503"/>
                <a:gd name="connsiteX103" fmla="*/ 515081 w 598324"/>
                <a:gd name="connsiteY103" fmla="*/ 79935 h 761503"/>
                <a:gd name="connsiteX104" fmla="*/ 515081 w 598324"/>
                <a:gd name="connsiteY104" fmla="*/ 79935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598324" h="761503">
                  <a:moveTo>
                    <a:pt x="515081" y="79935"/>
                  </a:moveTo>
                  <a:cubicBezTo>
                    <a:pt x="523240" y="79935"/>
                    <a:pt x="542277" y="79935"/>
                    <a:pt x="542277" y="96253"/>
                  </a:cubicBezTo>
                  <a:cubicBezTo>
                    <a:pt x="542277" y="104412"/>
                    <a:pt x="542277" y="107132"/>
                    <a:pt x="536838" y="112571"/>
                  </a:cubicBezTo>
                  <a:cubicBezTo>
                    <a:pt x="534119" y="118011"/>
                    <a:pt x="528679" y="120730"/>
                    <a:pt x="523240" y="120730"/>
                  </a:cubicBezTo>
                  <a:cubicBezTo>
                    <a:pt x="515081" y="123450"/>
                    <a:pt x="512361" y="123450"/>
                    <a:pt x="506922" y="123450"/>
                  </a:cubicBezTo>
                  <a:cubicBezTo>
                    <a:pt x="504202" y="123450"/>
                    <a:pt x="490604" y="123450"/>
                    <a:pt x="477006" y="123450"/>
                  </a:cubicBezTo>
                  <a:cubicBezTo>
                    <a:pt x="477006" y="131609"/>
                    <a:pt x="479725" y="137048"/>
                    <a:pt x="479725" y="145207"/>
                  </a:cubicBezTo>
                  <a:cubicBezTo>
                    <a:pt x="479725" y="156086"/>
                    <a:pt x="477006" y="166964"/>
                    <a:pt x="477006" y="180563"/>
                  </a:cubicBezTo>
                  <a:cubicBezTo>
                    <a:pt x="477006" y="196881"/>
                    <a:pt x="479725" y="215918"/>
                    <a:pt x="482445" y="232236"/>
                  </a:cubicBezTo>
                  <a:cubicBezTo>
                    <a:pt x="485165" y="248554"/>
                    <a:pt x="485165" y="267592"/>
                    <a:pt x="485165" y="283909"/>
                  </a:cubicBezTo>
                  <a:cubicBezTo>
                    <a:pt x="485165" y="297508"/>
                    <a:pt x="485165" y="313826"/>
                    <a:pt x="485165" y="327424"/>
                  </a:cubicBezTo>
                  <a:cubicBezTo>
                    <a:pt x="485165" y="343742"/>
                    <a:pt x="487884" y="357340"/>
                    <a:pt x="487884" y="373658"/>
                  </a:cubicBezTo>
                  <a:cubicBezTo>
                    <a:pt x="487884" y="389976"/>
                    <a:pt x="485165" y="403574"/>
                    <a:pt x="485165" y="419892"/>
                  </a:cubicBezTo>
                  <a:cubicBezTo>
                    <a:pt x="485165" y="436210"/>
                    <a:pt x="485165" y="449808"/>
                    <a:pt x="485165" y="463407"/>
                  </a:cubicBezTo>
                  <a:cubicBezTo>
                    <a:pt x="485165" y="479725"/>
                    <a:pt x="485165" y="498762"/>
                    <a:pt x="482445" y="515080"/>
                  </a:cubicBezTo>
                  <a:cubicBezTo>
                    <a:pt x="482445" y="528678"/>
                    <a:pt x="482445" y="542277"/>
                    <a:pt x="482445" y="558595"/>
                  </a:cubicBezTo>
                  <a:cubicBezTo>
                    <a:pt x="482445" y="572193"/>
                    <a:pt x="479725" y="588511"/>
                    <a:pt x="479725" y="602109"/>
                  </a:cubicBezTo>
                  <a:cubicBezTo>
                    <a:pt x="479725" y="615708"/>
                    <a:pt x="485165" y="632025"/>
                    <a:pt x="485165" y="648343"/>
                  </a:cubicBezTo>
                  <a:cubicBezTo>
                    <a:pt x="485165" y="659222"/>
                    <a:pt x="482445" y="670101"/>
                    <a:pt x="474286" y="675540"/>
                  </a:cubicBezTo>
                  <a:cubicBezTo>
                    <a:pt x="460688" y="686418"/>
                    <a:pt x="444370" y="691858"/>
                    <a:pt x="428052" y="691858"/>
                  </a:cubicBezTo>
                  <a:cubicBezTo>
                    <a:pt x="414453" y="691858"/>
                    <a:pt x="400855" y="689138"/>
                    <a:pt x="387257" y="683699"/>
                  </a:cubicBezTo>
                  <a:cubicBezTo>
                    <a:pt x="373659" y="678259"/>
                    <a:pt x="360060" y="672820"/>
                    <a:pt x="351901" y="664661"/>
                  </a:cubicBezTo>
                  <a:cubicBezTo>
                    <a:pt x="330144" y="645624"/>
                    <a:pt x="316546" y="621147"/>
                    <a:pt x="305667" y="596670"/>
                  </a:cubicBezTo>
                  <a:cubicBezTo>
                    <a:pt x="292069" y="569473"/>
                    <a:pt x="281190" y="539557"/>
                    <a:pt x="270312" y="509641"/>
                  </a:cubicBezTo>
                  <a:cubicBezTo>
                    <a:pt x="264872" y="493323"/>
                    <a:pt x="256713" y="477005"/>
                    <a:pt x="251274" y="460687"/>
                  </a:cubicBezTo>
                  <a:cubicBezTo>
                    <a:pt x="240395" y="433490"/>
                    <a:pt x="232236" y="409014"/>
                    <a:pt x="224077" y="381817"/>
                  </a:cubicBezTo>
                  <a:cubicBezTo>
                    <a:pt x="218638" y="365499"/>
                    <a:pt x="213199" y="346462"/>
                    <a:pt x="207759" y="330144"/>
                  </a:cubicBezTo>
                  <a:cubicBezTo>
                    <a:pt x="202320" y="316545"/>
                    <a:pt x="196881" y="300227"/>
                    <a:pt x="191442" y="286629"/>
                  </a:cubicBezTo>
                  <a:cubicBezTo>
                    <a:pt x="188722" y="281190"/>
                    <a:pt x="186002" y="278470"/>
                    <a:pt x="183283" y="278470"/>
                  </a:cubicBezTo>
                  <a:cubicBezTo>
                    <a:pt x="180563" y="278470"/>
                    <a:pt x="180563" y="286629"/>
                    <a:pt x="180563" y="292068"/>
                  </a:cubicBezTo>
                  <a:cubicBezTo>
                    <a:pt x="180563" y="297508"/>
                    <a:pt x="180563" y="302947"/>
                    <a:pt x="180563" y="305667"/>
                  </a:cubicBezTo>
                  <a:cubicBezTo>
                    <a:pt x="180563" y="321985"/>
                    <a:pt x="183283" y="338303"/>
                    <a:pt x="183283" y="354620"/>
                  </a:cubicBezTo>
                  <a:cubicBezTo>
                    <a:pt x="183283" y="387256"/>
                    <a:pt x="186002" y="417173"/>
                    <a:pt x="188722" y="449808"/>
                  </a:cubicBezTo>
                  <a:cubicBezTo>
                    <a:pt x="188722" y="460687"/>
                    <a:pt x="188722" y="468846"/>
                    <a:pt x="188722" y="479725"/>
                  </a:cubicBezTo>
                  <a:cubicBezTo>
                    <a:pt x="188722" y="501482"/>
                    <a:pt x="188722" y="523239"/>
                    <a:pt x="188722" y="542277"/>
                  </a:cubicBezTo>
                  <a:cubicBezTo>
                    <a:pt x="188722" y="566754"/>
                    <a:pt x="186002" y="591231"/>
                    <a:pt x="186002" y="615708"/>
                  </a:cubicBezTo>
                  <a:cubicBezTo>
                    <a:pt x="186002" y="623866"/>
                    <a:pt x="186002" y="632025"/>
                    <a:pt x="186002" y="637465"/>
                  </a:cubicBezTo>
                  <a:cubicBezTo>
                    <a:pt x="186002" y="645624"/>
                    <a:pt x="183283" y="656502"/>
                    <a:pt x="183283" y="664661"/>
                  </a:cubicBezTo>
                  <a:cubicBezTo>
                    <a:pt x="202320" y="664661"/>
                    <a:pt x="218638" y="664661"/>
                    <a:pt x="226797" y="664661"/>
                  </a:cubicBezTo>
                  <a:cubicBezTo>
                    <a:pt x="234956" y="664661"/>
                    <a:pt x="253994" y="664661"/>
                    <a:pt x="253994" y="680979"/>
                  </a:cubicBezTo>
                  <a:cubicBezTo>
                    <a:pt x="253994" y="689138"/>
                    <a:pt x="253994" y="691858"/>
                    <a:pt x="248554" y="697297"/>
                  </a:cubicBezTo>
                  <a:cubicBezTo>
                    <a:pt x="245835" y="702736"/>
                    <a:pt x="240395" y="705456"/>
                    <a:pt x="234956" y="705456"/>
                  </a:cubicBezTo>
                  <a:cubicBezTo>
                    <a:pt x="226797" y="708176"/>
                    <a:pt x="224077" y="708176"/>
                    <a:pt x="218638" y="708176"/>
                  </a:cubicBezTo>
                  <a:cubicBezTo>
                    <a:pt x="215918" y="708176"/>
                    <a:pt x="199600" y="708176"/>
                    <a:pt x="183283" y="708176"/>
                  </a:cubicBezTo>
                  <a:cubicBezTo>
                    <a:pt x="166965" y="708176"/>
                    <a:pt x="153366" y="708176"/>
                    <a:pt x="150647" y="708176"/>
                  </a:cubicBezTo>
                  <a:cubicBezTo>
                    <a:pt x="139768" y="708176"/>
                    <a:pt x="120730" y="708176"/>
                    <a:pt x="107132" y="708176"/>
                  </a:cubicBezTo>
                  <a:cubicBezTo>
                    <a:pt x="101693" y="708176"/>
                    <a:pt x="96254" y="708176"/>
                    <a:pt x="88094" y="708176"/>
                  </a:cubicBezTo>
                  <a:cubicBezTo>
                    <a:pt x="82655" y="708176"/>
                    <a:pt x="74496" y="708176"/>
                    <a:pt x="69057" y="702736"/>
                  </a:cubicBezTo>
                  <a:cubicBezTo>
                    <a:pt x="63617" y="700017"/>
                    <a:pt x="58178" y="691858"/>
                    <a:pt x="58178" y="686418"/>
                  </a:cubicBezTo>
                  <a:cubicBezTo>
                    <a:pt x="58178" y="683699"/>
                    <a:pt x="58178" y="680979"/>
                    <a:pt x="60898" y="678259"/>
                  </a:cubicBezTo>
                  <a:cubicBezTo>
                    <a:pt x="63617" y="675540"/>
                    <a:pt x="71777" y="672820"/>
                    <a:pt x="77216" y="670101"/>
                  </a:cubicBezTo>
                  <a:cubicBezTo>
                    <a:pt x="90814" y="667381"/>
                    <a:pt x="115291" y="664661"/>
                    <a:pt x="120730" y="664661"/>
                  </a:cubicBezTo>
                  <a:cubicBezTo>
                    <a:pt x="123450" y="664661"/>
                    <a:pt x="126170" y="664661"/>
                    <a:pt x="131609" y="664661"/>
                  </a:cubicBezTo>
                  <a:cubicBezTo>
                    <a:pt x="131609" y="623866"/>
                    <a:pt x="134329" y="583072"/>
                    <a:pt x="134329" y="539557"/>
                  </a:cubicBezTo>
                  <a:cubicBezTo>
                    <a:pt x="134329" y="528678"/>
                    <a:pt x="134329" y="515080"/>
                    <a:pt x="134329" y="504201"/>
                  </a:cubicBezTo>
                  <a:cubicBezTo>
                    <a:pt x="131609" y="460687"/>
                    <a:pt x="131609" y="417173"/>
                    <a:pt x="131609" y="376378"/>
                  </a:cubicBezTo>
                  <a:cubicBezTo>
                    <a:pt x="131609" y="351901"/>
                    <a:pt x="131609" y="327424"/>
                    <a:pt x="131609" y="302947"/>
                  </a:cubicBezTo>
                  <a:cubicBezTo>
                    <a:pt x="131609" y="275751"/>
                    <a:pt x="131609" y="248554"/>
                    <a:pt x="134329" y="221357"/>
                  </a:cubicBezTo>
                  <a:cubicBezTo>
                    <a:pt x="134329" y="188722"/>
                    <a:pt x="137048" y="156086"/>
                    <a:pt x="137048" y="123450"/>
                  </a:cubicBezTo>
                  <a:cubicBezTo>
                    <a:pt x="126170" y="123450"/>
                    <a:pt x="115291" y="123450"/>
                    <a:pt x="107132" y="123450"/>
                  </a:cubicBezTo>
                  <a:cubicBezTo>
                    <a:pt x="101693" y="123450"/>
                    <a:pt x="96254" y="123450"/>
                    <a:pt x="88094" y="123450"/>
                  </a:cubicBezTo>
                  <a:cubicBezTo>
                    <a:pt x="82655" y="123450"/>
                    <a:pt x="74496" y="120730"/>
                    <a:pt x="69057" y="118011"/>
                  </a:cubicBezTo>
                  <a:cubicBezTo>
                    <a:pt x="63617" y="115291"/>
                    <a:pt x="58178" y="107132"/>
                    <a:pt x="58178" y="101693"/>
                  </a:cubicBezTo>
                  <a:cubicBezTo>
                    <a:pt x="58178" y="98973"/>
                    <a:pt x="58178" y="96253"/>
                    <a:pt x="60898" y="93534"/>
                  </a:cubicBezTo>
                  <a:cubicBezTo>
                    <a:pt x="63617" y="90814"/>
                    <a:pt x="71777" y="88094"/>
                    <a:pt x="77216" y="85375"/>
                  </a:cubicBezTo>
                  <a:cubicBezTo>
                    <a:pt x="90814" y="82655"/>
                    <a:pt x="126170" y="79935"/>
                    <a:pt x="131609" y="79935"/>
                  </a:cubicBezTo>
                  <a:cubicBezTo>
                    <a:pt x="137048" y="79935"/>
                    <a:pt x="147927" y="79935"/>
                    <a:pt x="161525" y="79935"/>
                  </a:cubicBezTo>
                  <a:cubicBezTo>
                    <a:pt x="166965" y="74496"/>
                    <a:pt x="172404" y="71776"/>
                    <a:pt x="177843" y="66337"/>
                  </a:cubicBezTo>
                  <a:cubicBezTo>
                    <a:pt x="186002" y="60898"/>
                    <a:pt x="194161" y="58178"/>
                    <a:pt x="202320" y="58178"/>
                  </a:cubicBezTo>
                  <a:cubicBezTo>
                    <a:pt x="215918" y="58178"/>
                    <a:pt x="226797" y="63617"/>
                    <a:pt x="234956" y="77216"/>
                  </a:cubicBezTo>
                  <a:cubicBezTo>
                    <a:pt x="240395" y="88094"/>
                    <a:pt x="248554" y="96253"/>
                    <a:pt x="251274" y="107132"/>
                  </a:cubicBezTo>
                  <a:cubicBezTo>
                    <a:pt x="256713" y="120730"/>
                    <a:pt x="259433" y="134328"/>
                    <a:pt x="267592" y="147927"/>
                  </a:cubicBezTo>
                  <a:cubicBezTo>
                    <a:pt x="273031" y="158805"/>
                    <a:pt x="275751" y="172404"/>
                    <a:pt x="281190" y="183282"/>
                  </a:cubicBezTo>
                  <a:cubicBezTo>
                    <a:pt x="286630" y="196881"/>
                    <a:pt x="292069" y="210479"/>
                    <a:pt x="297508" y="224077"/>
                  </a:cubicBezTo>
                  <a:cubicBezTo>
                    <a:pt x="300228" y="237675"/>
                    <a:pt x="305667" y="251274"/>
                    <a:pt x="308387" y="264872"/>
                  </a:cubicBezTo>
                  <a:cubicBezTo>
                    <a:pt x="311106" y="278470"/>
                    <a:pt x="311106" y="289349"/>
                    <a:pt x="319265" y="300227"/>
                  </a:cubicBezTo>
                  <a:cubicBezTo>
                    <a:pt x="332864" y="324704"/>
                    <a:pt x="346462" y="351901"/>
                    <a:pt x="351901" y="379097"/>
                  </a:cubicBezTo>
                  <a:cubicBezTo>
                    <a:pt x="354621" y="392696"/>
                    <a:pt x="360060" y="403574"/>
                    <a:pt x="365500" y="417173"/>
                  </a:cubicBezTo>
                  <a:cubicBezTo>
                    <a:pt x="373659" y="430771"/>
                    <a:pt x="373659" y="444369"/>
                    <a:pt x="379098" y="457967"/>
                  </a:cubicBezTo>
                  <a:cubicBezTo>
                    <a:pt x="381818" y="471566"/>
                    <a:pt x="387257" y="482444"/>
                    <a:pt x="395416" y="496043"/>
                  </a:cubicBezTo>
                  <a:cubicBezTo>
                    <a:pt x="398136" y="501482"/>
                    <a:pt x="403575" y="506921"/>
                    <a:pt x="406294" y="512361"/>
                  </a:cubicBezTo>
                  <a:cubicBezTo>
                    <a:pt x="409014" y="517800"/>
                    <a:pt x="409014" y="525959"/>
                    <a:pt x="411734" y="531398"/>
                  </a:cubicBezTo>
                  <a:cubicBezTo>
                    <a:pt x="414453" y="539557"/>
                    <a:pt x="417173" y="550436"/>
                    <a:pt x="419893" y="558595"/>
                  </a:cubicBezTo>
                  <a:cubicBezTo>
                    <a:pt x="422613" y="561314"/>
                    <a:pt x="422613" y="564034"/>
                    <a:pt x="425332" y="564034"/>
                  </a:cubicBezTo>
                  <a:cubicBezTo>
                    <a:pt x="428052" y="564034"/>
                    <a:pt x="428052" y="561314"/>
                    <a:pt x="430771" y="558595"/>
                  </a:cubicBezTo>
                  <a:cubicBezTo>
                    <a:pt x="430771" y="555875"/>
                    <a:pt x="430771" y="553155"/>
                    <a:pt x="430771" y="550436"/>
                  </a:cubicBezTo>
                  <a:cubicBezTo>
                    <a:pt x="430771" y="534118"/>
                    <a:pt x="430771" y="517800"/>
                    <a:pt x="430771" y="501482"/>
                  </a:cubicBezTo>
                  <a:cubicBezTo>
                    <a:pt x="430771" y="468846"/>
                    <a:pt x="433491" y="436210"/>
                    <a:pt x="430771" y="403574"/>
                  </a:cubicBezTo>
                  <a:cubicBezTo>
                    <a:pt x="430771" y="373658"/>
                    <a:pt x="425332" y="343742"/>
                    <a:pt x="425332" y="313826"/>
                  </a:cubicBezTo>
                  <a:cubicBezTo>
                    <a:pt x="425332" y="292068"/>
                    <a:pt x="425332" y="270311"/>
                    <a:pt x="425332" y="248554"/>
                  </a:cubicBezTo>
                  <a:cubicBezTo>
                    <a:pt x="425332" y="234956"/>
                    <a:pt x="425332" y="224077"/>
                    <a:pt x="425332" y="210479"/>
                  </a:cubicBezTo>
                  <a:cubicBezTo>
                    <a:pt x="425332" y="191441"/>
                    <a:pt x="422613" y="172404"/>
                    <a:pt x="422613" y="153366"/>
                  </a:cubicBezTo>
                  <a:cubicBezTo>
                    <a:pt x="422613" y="142487"/>
                    <a:pt x="422613" y="134328"/>
                    <a:pt x="425332" y="123450"/>
                  </a:cubicBezTo>
                  <a:cubicBezTo>
                    <a:pt x="417173" y="123450"/>
                    <a:pt x="406294" y="123450"/>
                    <a:pt x="398136" y="123450"/>
                  </a:cubicBezTo>
                  <a:cubicBezTo>
                    <a:pt x="392696" y="123450"/>
                    <a:pt x="387257" y="123450"/>
                    <a:pt x="379098" y="123450"/>
                  </a:cubicBezTo>
                  <a:cubicBezTo>
                    <a:pt x="373659" y="123450"/>
                    <a:pt x="365500" y="120730"/>
                    <a:pt x="360060" y="118011"/>
                  </a:cubicBezTo>
                  <a:cubicBezTo>
                    <a:pt x="354621" y="115291"/>
                    <a:pt x="349182" y="107132"/>
                    <a:pt x="349182" y="101693"/>
                  </a:cubicBezTo>
                  <a:cubicBezTo>
                    <a:pt x="349182" y="98973"/>
                    <a:pt x="349182" y="96253"/>
                    <a:pt x="351901" y="93534"/>
                  </a:cubicBezTo>
                  <a:cubicBezTo>
                    <a:pt x="354621" y="90814"/>
                    <a:pt x="362780" y="88094"/>
                    <a:pt x="368219" y="85375"/>
                  </a:cubicBezTo>
                  <a:cubicBezTo>
                    <a:pt x="381818" y="82655"/>
                    <a:pt x="417173" y="79935"/>
                    <a:pt x="422613" y="79935"/>
                  </a:cubicBezTo>
                  <a:cubicBezTo>
                    <a:pt x="428052" y="79935"/>
                    <a:pt x="433491" y="79935"/>
                    <a:pt x="444370" y="79935"/>
                  </a:cubicBezTo>
                  <a:cubicBezTo>
                    <a:pt x="449809" y="74496"/>
                    <a:pt x="455248" y="71776"/>
                    <a:pt x="463407" y="71776"/>
                  </a:cubicBezTo>
                  <a:cubicBezTo>
                    <a:pt x="471566" y="71776"/>
                    <a:pt x="477006" y="74496"/>
                    <a:pt x="477006" y="79935"/>
                  </a:cubicBezTo>
                  <a:cubicBezTo>
                    <a:pt x="493324" y="79935"/>
                    <a:pt x="506922" y="79935"/>
                    <a:pt x="515081" y="79935"/>
                  </a:cubicBezTo>
                  <a:lnTo>
                    <a:pt x="515081" y="79935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2FB93447-7F08-8764-217F-53A69D92B609}"/>
                </a:ext>
              </a:extLst>
            </p:cNvPr>
            <p:cNvSpPr/>
            <p:nvPr/>
          </p:nvSpPr>
          <p:spPr>
            <a:xfrm>
              <a:off x="5139126" y="4192158"/>
              <a:ext cx="516735" cy="788700"/>
            </a:xfrm>
            <a:custGeom>
              <a:avLst/>
              <a:gdLst>
                <a:gd name="connsiteX0" fmla="*/ 464616 w 516735"/>
                <a:gd name="connsiteY0" fmla="*/ 436210 h 788699"/>
                <a:gd name="connsiteX1" fmla="*/ 445578 w 516735"/>
                <a:gd name="connsiteY1" fmla="*/ 455248 h 788699"/>
                <a:gd name="connsiteX2" fmla="*/ 404784 w 516735"/>
                <a:gd name="connsiteY2" fmla="*/ 466126 h 788699"/>
                <a:gd name="connsiteX3" fmla="*/ 385746 w 516735"/>
                <a:gd name="connsiteY3" fmla="*/ 479725 h 788699"/>
                <a:gd name="connsiteX4" fmla="*/ 388466 w 516735"/>
                <a:gd name="connsiteY4" fmla="*/ 512361 h 788699"/>
                <a:gd name="connsiteX5" fmla="*/ 388466 w 516735"/>
                <a:gd name="connsiteY5" fmla="*/ 544997 h 788699"/>
                <a:gd name="connsiteX6" fmla="*/ 388466 w 516735"/>
                <a:gd name="connsiteY6" fmla="*/ 566754 h 788699"/>
                <a:gd name="connsiteX7" fmla="*/ 391185 w 516735"/>
                <a:gd name="connsiteY7" fmla="*/ 632026 h 788699"/>
                <a:gd name="connsiteX8" fmla="*/ 393905 w 516735"/>
                <a:gd name="connsiteY8" fmla="*/ 683699 h 788699"/>
                <a:gd name="connsiteX9" fmla="*/ 377587 w 516735"/>
                <a:gd name="connsiteY9" fmla="*/ 724494 h 788699"/>
                <a:gd name="connsiteX10" fmla="*/ 361269 w 516735"/>
                <a:gd name="connsiteY10" fmla="*/ 719054 h 788699"/>
                <a:gd name="connsiteX11" fmla="*/ 353110 w 516735"/>
                <a:gd name="connsiteY11" fmla="*/ 702737 h 788699"/>
                <a:gd name="connsiteX12" fmla="*/ 350390 w 516735"/>
                <a:gd name="connsiteY12" fmla="*/ 686419 h 788699"/>
                <a:gd name="connsiteX13" fmla="*/ 353110 w 516735"/>
                <a:gd name="connsiteY13" fmla="*/ 659222 h 788699"/>
                <a:gd name="connsiteX14" fmla="*/ 353110 w 516735"/>
                <a:gd name="connsiteY14" fmla="*/ 656502 h 788699"/>
                <a:gd name="connsiteX15" fmla="*/ 317755 w 516735"/>
                <a:gd name="connsiteY15" fmla="*/ 708176 h 788699"/>
                <a:gd name="connsiteX16" fmla="*/ 241604 w 516735"/>
                <a:gd name="connsiteY16" fmla="*/ 735372 h 788699"/>
                <a:gd name="connsiteX17" fmla="*/ 187211 w 516735"/>
                <a:gd name="connsiteY17" fmla="*/ 727214 h 788699"/>
                <a:gd name="connsiteX18" fmla="*/ 135538 w 516735"/>
                <a:gd name="connsiteY18" fmla="*/ 694578 h 788699"/>
                <a:gd name="connsiteX19" fmla="*/ 86584 w 516735"/>
                <a:gd name="connsiteY19" fmla="*/ 621147 h 788699"/>
                <a:gd name="connsiteX20" fmla="*/ 67546 w 516735"/>
                <a:gd name="connsiteY20" fmla="*/ 555875 h 788699"/>
                <a:gd name="connsiteX21" fmla="*/ 59387 w 516735"/>
                <a:gd name="connsiteY21" fmla="*/ 509641 h 788699"/>
                <a:gd name="connsiteX22" fmla="*/ 59387 w 516735"/>
                <a:gd name="connsiteY22" fmla="*/ 468846 h 788699"/>
                <a:gd name="connsiteX23" fmla="*/ 86584 w 516735"/>
                <a:gd name="connsiteY23" fmla="*/ 302947 h 788699"/>
                <a:gd name="connsiteX24" fmla="*/ 108341 w 516735"/>
                <a:gd name="connsiteY24" fmla="*/ 224077 h 788699"/>
                <a:gd name="connsiteX25" fmla="*/ 146416 w 516735"/>
                <a:gd name="connsiteY25" fmla="*/ 145207 h 788699"/>
                <a:gd name="connsiteX26" fmla="*/ 198090 w 516735"/>
                <a:gd name="connsiteY26" fmla="*/ 85375 h 788699"/>
                <a:gd name="connsiteX27" fmla="*/ 228006 w 516735"/>
                <a:gd name="connsiteY27" fmla="*/ 69057 h 788699"/>
                <a:gd name="connsiteX28" fmla="*/ 268801 w 516735"/>
                <a:gd name="connsiteY28" fmla="*/ 58178 h 788699"/>
                <a:gd name="connsiteX29" fmla="*/ 274240 w 516735"/>
                <a:gd name="connsiteY29" fmla="*/ 58178 h 788699"/>
                <a:gd name="connsiteX30" fmla="*/ 295997 w 516735"/>
                <a:gd name="connsiteY30" fmla="*/ 60898 h 788699"/>
                <a:gd name="connsiteX31" fmla="*/ 331353 w 516735"/>
                <a:gd name="connsiteY31" fmla="*/ 71776 h 788699"/>
                <a:gd name="connsiteX32" fmla="*/ 350390 w 516735"/>
                <a:gd name="connsiteY32" fmla="*/ 93534 h 788699"/>
                <a:gd name="connsiteX33" fmla="*/ 353110 w 516735"/>
                <a:gd name="connsiteY33" fmla="*/ 74496 h 788699"/>
                <a:gd name="connsiteX34" fmla="*/ 358549 w 516735"/>
                <a:gd name="connsiteY34" fmla="*/ 63618 h 788699"/>
                <a:gd name="connsiteX35" fmla="*/ 366708 w 516735"/>
                <a:gd name="connsiteY35" fmla="*/ 58178 h 788699"/>
                <a:gd name="connsiteX36" fmla="*/ 374867 w 516735"/>
                <a:gd name="connsiteY36" fmla="*/ 63618 h 788699"/>
                <a:gd name="connsiteX37" fmla="*/ 383026 w 516735"/>
                <a:gd name="connsiteY37" fmla="*/ 82655 h 788699"/>
                <a:gd name="connsiteX38" fmla="*/ 385746 w 516735"/>
                <a:gd name="connsiteY38" fmla="*/ 126170 h 788699"/>
                <a:gd name="connsiteX39" fmla="*/ 388466 w 516735"/>
                <a:gd name="connsiteY39" fmla="*/ 186002 h 788699"/>
                <a:gd name="connsiteX40" fmla="*/ 391185 w 516735"/>
                <a:gd name="connsiteY40" fmla="*/ 237676 h 788699"/>
                <a:gd name="connsiteX41" fmla="*/ 374867 w 516735"/>
                <a:gd name="connsiteY41" fmla="*/ 278470 h 788699"/>
                <a:gd name="connsiteX42" fmla="*/ 358549 w 516735"/>
                <a:gd name="connsiteY42" fmla="*/ 273031 h 788699"/>
                <a:gd name="connsiteX43" fmla="*/ 350390 w 516735"/>
                <a:gd name="connsiteY43" fmla="*/ 256713 h 788699"/>
                <a:gd name="connsiteX44" fmla="*/ 347671 w 516735"/>
                <a:gd name="connsiteY44" fmla="*/ 240395 h 788699"/>
                <a:gd name="connsiteX45" fmla="*/ 347671 w 516735"/>
                <a:gd name="connsiteY45" fmla="*/ 213199 h 788699"/>
                <a:gd name="connsiteX46" fmla="*/ 344951 w 516735"/>
                <a:gd name="connsiteY46" fmla="*/ 194161 h 788699"/>
                <a:gd name="connsiteX47" fmla="*/ 339512 w 516735"/>
                <a:gd name="connsiteY47" fmla="*/ 150647 h 788699"/>
                <a:gd name="connsiteX48" fmla="*/ 323194 w 516735"/>
                <a:gd name="connsiteY48" fmla="*/ 112571 h 788699"/>
                <a:gd name="connsiteX49" fmla="*/ 293278 w 516735"/>
                <a:gd name="connsiteY49" fmla="*/ 101693 h 788699"/>
                <a:gd name="connsiteX50" fmla="*/ 263361 w 516735"/>
                <a:gd name="connsiteY50" fmla="*/ 120730 h 788699"/>
                <a:gd name="connsiteX51" fmla="*/ 241604 w 516735"/>
                <a:gd name="connsiteY51" fmla="*/ 153366 h 788699"/>
                <a:gd name="connsiteX52" fmla="*/ 233445 w 516735"/>
                <a:gd name="connsiteY52" fmla="*/ 194161 h 788699"/>
                <a:gd name="connsiteX53" fmla="*/ 225286 w 516735"/>
                <a:gd name="connsiteY53" fmla="*/ 232236 h 788699"/>
                <a:gd name="connsiteX54" fmla="*/ 217127 w 516735"/>
                <a:gd name="connsiteY54" fmla="*/ 275751 h 788699"/>
                <a:gd name="connsiteX55" fmla="*/ 211688 w 516735"/>
                <a:gd name="connsiteY55" fmla="*/ 316545 h 788699"/>
                <a:gd name="connsiteX56" fmla="*/ 206249 w 516735"/>
                <a:gd name="connsiteY56" fmla="*/ 354621 h 788699"/>
                <a:gd name="connsiteX57" fmla="*/ 200809 w 516735"/>
                <a:gd name="connsiteY57" fmla="*/ 398135 h 788699"/>
                <a:gd name="connsiteX58" fmla="*/ 195370 w 516735"/>
                <a:gd name="connsiteY58" fmla="*/ 438930 h 788699"/>
                <a:gd name="connsiteX59" fmla="*/ 192650 w 516735"/>
                <a:gd name="connsiteY59" fmla="*/ 474286 h 788699"/>
                <a:gd name="connsiteX60" fmla="*/ 195370 w 516735"/>
                <a:gd name="connsiteY60" fmla="*/ 525959 h 788699"/>
                <a:gd name="connsiteX61" fmla="*/ 208968 w 516735"/>
                <a:gd name="connsiteY61" fmla="*/ 596670 h 788699"/>
                <a:gd name="connsiteX62" fmla="*/ 214407 w 516735"/>
                <a:gd name="connsiteY62" fmla="*/ 623867 h 788699"/>
                <a:gd name="connsiteX63" fmla="*/ 228006 w 516735"/>
                <a:gd name="connsiteY63" fmla="*/ 656502 h 788699"/>
                <a:gd name="connsiteX64" fmla="*/ 271520 w 516735"/>
                <a:gd name="connsiteY64" fmla="*/ 689138 h 788699"/>
                <a:gd name="connsiteX65" fmla="*/ 306876 w 516735"/>
                <a:gd name="connsiteY65" fmla="*/ 664661 h 788699"/>
                <a:gd name="connsiteX66" fmla="*/ 331353 w 516735"/>
                <a:gd name="connsiteY66" fmla="*/ 602109 h 788699"/>
                <a:gd name="connsiteX67" fmla="*/ 336792 w 516735"/>
                <a:gd name="connsiteY67" fmla="*/ 544997 h 788699"/>
                <a:gd name="connsiteX68" fmla="*/ 336792 w 516735"/>
                <a:gd name="connsiteY68" fmla="*/ 498762 h 788699"/>
                <a:gd name="connsiteX69" fmla="*/ 336792 w 516735"/>
                <a:gd name="connsiteY69" fmla="*/ 490603 h 788699"/>
                <a:gd name="connsiteX70" fmla="*/ 320474 w 516735"/>
                <a:gd name="connsiteY70" fmla="*/ 477005 h 788699"/>
                <a:gd name="connsiteX71" fmla="*/ 282399 w 516735"/>
                <a:gd name="connsiteY71" fmla="*/ 479725 h 788699"/>
                <a:gd name="connsiteX72" fmla="*/ 252483 w 516735"/>
                <a:gd name="connsiteY72" fmla="*/ 474286 h 788699"/>
                <a:gd name="connsiteX73" fmla="*/ 247043 w 516735"/>
                <a:gd name="connsiteY73" fmla="*/ 466126 h 788699"/>
                <a:gd name="connsiteX74" fmla="*/ 249763 w 516735"/>
                <a:gd name="connsiteY74" fmla="*/ 457968 h 788699"/>
                <a:gd name="connsiteX75" fmla="*/ 268801 w 516735"/>
                <a:gd name="connsiteY75" fmla="*/ 447089 h 788699"/>
                <a:gd name="connsiteX76" fmla="*/ 312315 w 516735"/>
                <a:gd name="connsiteY76" fmla="*/ 436210 h 788699"/>
                <a:gd name="connsiteX77" fmla="*/ 353110 w 516735"/>
                <a:gd name="connsiteY77" fmla="*/ 430771 h 788699"/>
                <a:gd name="connsiteX78" fmla="*/ 385746 w 516735"/>
                <a:gd name="connsiteY78" fmla="*/ 430771 h 788699"/>
                <a:gd name="connsiteX79" fmla="*/ 437420 w 516735"/>
                <a:gd name="connsiteY79" fmla="*/ 428051 h 788699"/>
                <a:gd name="connsiteX80" fmla="*/ 464616 w 516735"/>
                <a:gd name="connsiteY80" fmla="*/ 436210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516735" h="788699">
                  <a:moveTo>
                    <a:pt x="464616" y="436210"/>
                  </a:moveTo>
                  <a:cubicBezTo>
                    <a:pt x="464616" y="447089"/>
                    <a:pt x="453737" y="452528"/>
                    <a:pt x="445578" y="455248"/>
                  </a:cubicBezTo>
                  <a:cubicBezTo>
                    <a:pt x="434700" y="460687"/>
                    <a:pt x="415662" y="463407"/>
                    <a:pt x="404784" y="466126"/>
                  </a:cubicBezTo>
                  <a:cubicBezTo>
                    <a:pt x="393905" y="466126"/>
                    <a:pt x="385746" y="468846"/>
                    <a:pt x="385746" y="479725"/>
                  </a:cubicBezTo>
                  <a:cubicBezTo>
                    <a:pt x="385746" y="487884"/>
                    <a:pt x="388466" y="506921"/>
                    <a:pt x="388466" y="512361"/>
                  </a:cubicBezTo>
                  <a:cubicBezTo>
                    <a:pt x="388466" y="515080"/>
                    <a:pt x="388466" y="539557"/>
                    <a:pt x="388466" y="544997"/>
                  </a:cubicBezTo>
                  <a:cubicBezTo>
                    <a:pt x="388466" y="550436"/>
                    <a:pt x="388466" y="558595"/>
                    <a:pt x="388466" y="566754"/>
                  </a:cubicBezTo>
                  <a:cubicBezTo>
                    <a:pt x="388466" y="591231"/>
                    <a:pt x="388466" y="621147"/>
                    <a:pt x="391185" y="632026"/>
                  </a:cubicBezTo>
                  <a:cubicBezTo>
                    <a:pt x="393905" y="653783"/>
                    <a:pt x="393905" y="661942"/>
                    <a:pt x="393905" y="683699"/>
                  </a:cubicBezTo>
                  <a:cubicBezTo>
                    <a:pt x="393905" y="694578"/>
                    <a:pt x="393905" y="724494"/>
                    <a:pt x="377587" y="724494"/>
                  </a:cubicBezTo>
                  <a:cubicBezTo>
                    <a:pt x="369428" y="724494"/>
                    <a:pt x="366708" y="721774"/>
                    <a:pt x="361269" y="719054"/>
                  </a:cubicBezTo>
                  <a:cubicBezTo>
                    <a:pt x="355830" y="716335"/>
                    <a:pt x="353110" y="708176"/>
                    <a:pt x="353110" y="702737"/>
                  </a:cubicBezTo>
                  <a:cubicBezTo>
                    <a:pt x="350390" y="694578"/>
                    <a:pt x="350390" y="689138"/>
                    <a:pt x="350390" y="686419"/>
                  </a:cubicBezTo>
                  <a:cubicBezTo>
                    <a:pt x="350390" y="678260"/>
                    <a:pt x="353110" y="672820"/>
                    <a:pt x="353110" y="659222"/>
                  </a:cubicBezTo>
                  <a:lnTo>
                    <a:pt x="353110" y="656502"/>
                  </a:lnTo>
                  <a:cubicBezTo>
                    <a:pt x="347671" y="675540"/>
                    <a:pt x="334072" y="694578"/>
                    <a:pt x="317755" y="708176"/>
                  </a:cubicBezTo>
                  <a:cubicBezTo>
                    <a:pt x="293278" y="727214"/>
                    <a:pt x="274240" y="735372"/>
                    <a:pt x="241604" y="735372"/>
                  </a:cubicBezTo>
                  <a:cubicBezTo>
                    <a:pt x="222566" y="735372"/>
                    <a:pt x="203529" y="732653"/>
                    <a:pt x="187211" y="727214"/>
                  </a:cubicBezTo>
                  <a:cubicBezTo>
                    <a:pt x="165454" y="719054"/>
                    <a:pt x="149136" y="708176"/>
                    <a:pt x="135538" y="694578"/>
                  </a:cubicBezTo>
                  <a:cubicBezTo>
                    <a:pt x="113780" y="672820"/>
                    <a:pt x="100182" y="648343"/>
                    <a:pt x="86584" y="621147"/>
                  </a:cubicBezTo>
                  <a:cubicBezTo>
                    <a:pt x="75705" y="599390"/>
                    <a:pt x="70266" y="580352"/>
                    <a:pt x="67546" y="555875"/>
                  </a:cubicBezTo>
                  <a:cubicBezTo>
                    <a:pt x="64826" y="539557"/>
                    <a:pt x="62107" y="525959"/>
                    <a:pt x="59387" y="509641"/>
                  </a:cubicBezTo>
                  <a:cubicBezTo>
                    <a:pt x="56667" y="493323"/>
                    <a:pt x="59387" y="485164"/>
                    <a:pt x="59387" y="468846"/>
                  </a:cubicBezTo>
                  <a:cubicBezTo>
                    <a:pt x="59387" y="414453"/>
                    <a:pt x="72985" y="362780"/>
                    <a:pt x="86584" y="302947"/>
                  </a:cubicBezTo>
                  <a:cubicBezTo>
                    <a:pt x="92023" y="275751"/>
                    <a:pt x="100182" y="248554"/>
                    <a:pt x="108341" y="224077"/>
                  </a:cubicBezTo>
                  <a:cubicBezTo>
                    <a:pt x="116500" y="196881"/>
                    <a:pt x="130098" y="169684"/>
                    <a:pt x="146416" y="145207"/>
                  </a:cubicBezTo>
                  <a:cubicBezTo>
                    <a:pt x="160014" y="123450"/>
                    <a:pt x="176332" y="101693"/>
                    <a:pt x="198090" y="85375"/>
                  </a:cubicBezTo>
                  <a:cubicBezTo>
                    <a:pt x="206249" y="77216"/>
                    <a:pt x="217127" y="71776"/>
                    <a:pt x="228006" y="69057"/>
                  </a:cubicBezTo>
                  <a:cubicBezTo>
                    <a:pt x="241604" y="63618"/>
                    <a:pt x="255202" y="58178"/>
                    <a:pt x="268801" y="58178"/>
                  </a:cubicBezTo>
                  <a:cubicBezTo>
                    <a:pt x="271520" y="58178"/>
                    <a:pt x="274240" y="58178"/>
                    <a:pt x="274240" y="58178"/>
                  </a:cubicBezTo>
                  <a:cubicBezTo>
                    <a:pt x="279679" y="58178"/>
                    <a:pt x="285119" y="58178"/>
                    <a:pt x="295997" y="60898"/>
                  </a:cubicBezTo>
                  <a:cubicBezTo>
                    <a:pt x="309595" y="63618"/>
                    <a:pt x="320474" y="66337"/>
                    <a:pt x="331353" y="71776"/>
                  </a:cubicBezTo>
                  <a:cubicBezTo>
                    <a:pt x="339512" y="77216"/>
                    <a:pt x="347671" y="85375"/>
                    <a:pt x="350390" y="93534"/>
                  </a:cubicBezTo>
                  <a:cubicBezTo>
                    <a:pt x="350390" y="88095"/>
                    <a:pt x="353110" y="79936"/>
                    <a:pt x="353110" y="74496"/>
                  </a:cubicBezTo>
                  <a:cubicBezTo>
                    <a:pt x="355830" y="71776"/>
                    <a:pt x="355830" y="69057"/>
                    <a:pt x="358549" y="63618"/>
                  </a:cubicBezTo>
                  <a:cubicBezTo>
                    <a:pt x="361269" y="60898"/>
                    <a:pt x="363989" y="58178"/>
                    <a:pt x="366708" y="58178"/>
                  </a:cubicBezTo>
                  <a:cubicBezTo>
                    <a:pt x="369428" y="58178"/>
                    <a:pt x="372148" y="60898"/>
                    <a:pt x="374867" y="63618"/>
                  </a:cubicBezTo>
                  <a:cubicBezTo>
                    <a:pt x="377587" y="69057"/>
                    <a:pt x="380307" y="77216"/>
                    <a:pt x="383026" y="82655"/>
                  </a:cubicBezTo>
                  <a:cubicBezTo>
                    <a:pt x="383026" y="90814"/>
                    <a:pt x="385746" y="107132"/>
                    <a:pt x="385746" y="126170"/>
                  </a:cubicBezTo>
                  <a:cubicBezTo>
                    <a:pt x="385746" y="150647"/>
                    <a:pt x="385746" y="177843"/>
                    <a:pt x="388466" y="186002"/>
                  </a:cubicBezTo>
                  <a:cubicBezTo>
                    <a:pt x="391185" y="207759"/>
                    <a:pt x="391185" y="215918"/>
                    <a:pt x="391185" y="237676"/>
                  </a:cubicBezTo>
                  <a:cubicBezTo>
                    <a:pt x="391185" y="248554"/>
                    <a:pt x="391185" y="278470"/>
                    <a:pt x="374867" y="278470"/>
                  </a:cubicBezTo>
                  <a:cubicBezTo>
                    <a:pt x="366708" y="278470"/>
                    <a:pt x="363989" y="275751"/>
                    <a:pt x="358549" y="273031"/>
                  </a:cubicBezTo>
                  <a:cubicBezTo>
                    <a:pt x="353110" y="270311"/>
                    <a:pt x="350390" y="262152"/>
                    <a:pt x="350390" y="256713"/>
                  </a:cubicBezTo>
                  <a:cubicBezTo>
                    <a:pt x="350390" y="251274"/>
                    <a:pt x="347671" y="245834"/>
                    <a:pt x="347671" y="240395"/>
                  </a:cubicBezTo>
                  <a:cubicBezTo>
                    <a:pt x="347671" y="232236"/>
                    <a:pt x="347671" y="224077"/>
                    <a:pt x="347671" y="213199"/>
                  </a:cubicBezTo>
                  <a:cubicBezTo>
                    <a:pt x="347671" y="207759"/>
                    <a:pt x="347671" y="199600"/>
                    <a:pt x="344951" y="194161"/>
                  </a:cubicBezTo>
                  <a:cubicBezTo>
                    <a:pt x="342232" y="180563"/>
                    <a:pt x="342232" y="164245"/>
                    <a:pt x="339512" y="150647"/>
                  </a:cubicBezTo>
                  <a:cubicBezTo>
                    <a:pt x="336792" y="137048"/>
                    <a:pt x="331353" y="123450"/>
                    <a:pt x="323194" y="112571"/>
                  </a:cubicBezTo>
                  <a:cubicBezTo>
                    <a:pt x="317755" y="104412"/>
                    <a:pt x="304156" y="101693"/>
                    <a:pt x="293278" y="101693"/>
                  </a:cubicBezTo>
                  <a:cubicBezTo>
                    <a:pt x="279679" y="101693"/>
                    <a:pt x="271520" y="109852"/>
                    <a:pt x="263361" y="120730"/>
                  </a:cubicBezTo>
                  <a:cubicBezTo>
                    <a:pt x="257922" y="131609"/>
                    <a:pt x="247043" y="139768"/>
                    <a:pt x="241604" y="153366"/>
                  </a:cubicBezTo>
                  <a:cubicBezTo>
                    <a:pt x="236165" y="166964"/>
                    <a:pt x="233445" y="180563"/>
                    <a:pt x="233445" y="194161"/>
                  </a:cubicBezTo>
                  <a:cubicBezTo>
                    <a:pt x="233445" y="207759"/>
                    <a:pt x="230726" y="218638"/>
                    <a:pt x="225286" y="232236"/>
                  </a:cubicBezTo>
                  <a:cubicBezTo>
                    <a:pt x="219847" y="245834"/>
                    <a:pt x="219847" y="262152"/>
                    <a:pt x="217127" y="275751"/>
                  </a:cubicBezTo>
                  <a:cubicBezTo>
                    <a:pt x="214407" y="289349"/>
                    <a:pt x="214407" y="302947"/>
                    <a:pt x="211688" y="316545"/>
                  </a:cubicBezTo>
                  <a:cubicBezTo>
                    <a:pt x="211688" y="330144"/>
                    <a:pt x="206249" y="341022"/>
                    <a:pt x="206249" y="354621"/>
                  </a:cubicBezTo>
                  <a:cubicBezTo>
                    <a:pt x="203529" y="368219"/>
                    <a:pt x="203529" y="381817"/>
                    <a:pt x="200809" y="398135"/>
                  </a:cubicBezTo>
                  <a:cubicBezTo>
                    <a:pt x="198090" y="411733"/>
                    <a:pt x="198090" y="425332"/>
                    <a:pt x="195370" y="438930"/>
                  </a:cubicBezTo>
                  <a:cubicBezTo>
                    <a:pt x="195370" y="449809"/>
                    <a:pt x="192650" y="463407"/>
                    <a:pt x="192650" y="474286"/>
                  </a:cubicBezTo>
                  <a:cubicBezTo>
                    <a:pt x="192650" y="490603"/>
                    <a:pt x="195370" y="509641"/>
                    <a:pt x="195370" y="525959"/>
                  </a:cubicBezTo>
                  <a:cubicBezTo>
                    <a:pt x="195370" y="550436"/>
                    <a:pt x="203529" y="572193"/>
                    <a:pt x="208968" y="596670"/>
                  </a:cubicBezTo>
                  <a:cubicBezTo>
                    <a:pt x="211688" y="604829"/>
                    <a:pt x="211688" y="615708"/>
                    <a:pt x="214407" y="623867"/>
                  </a:cubicBezTo>
                  <a:cubicBezTo>
                    <a:pt x="217127" y="634745"/>
                    <a:pt x="222566" y="645624"/>
                    <a:pt x="228006" y="656502"/>
                  </a:cubicBezTo>
                  <a:cubicBezTo>
                    <a:pt x="236165" y="670101"/>
                    <a:pt x="252483" y="689138"/>
                    <a:pt x="271520" y="689138"/>
                  </a:cubicBezTo>
                  <a:cubicBezTo>
                    <a:pt x="287838" y="689138"/>
                    <a:pt x="298717" y="675540"/>
                    <a:pt x="306876" y="664661"/>
                  </a:cubicBezTo>
                  <a:cubicBezTo>
                    <a:pt x="320474" y="645624"/>
                    <a:pt x="325914" y="623867"/>
                    <a:pt x="331353" y="602109"/>
                  </a:cubicBezTo>
                  <a:cubicBezTo>
                    <a:pt x="334072" y="583072"/>
                    <a:pt x="336792" y="564034"/>
                    <a:pt x="336792" y="544997"/>
                  </a:cubicBezTo>
                  <a:cubicBezTo>
                    <a:pt x="336792" y="531398"/>
                    <a:pt x="336792" y="512361"/>
                    <a:pt x="336792" y="498762"/>
                  </a:cubicBezTo>
                  <a:cubicBezTo>
                    <a:pt x="336792" y="496043"/>
                    <a:pt x="336792" y="493323"/>
                    <a:pt x="336792" y="490603"/>
                  </a:cubicBezTo>
                  <a:cubicBezTo>
                    <a:pt x="336792" y="479725"/>
                    <a:pt x="336792" y="477005"/>
                    <a:pt x="320474" y="477005"/>
                  </a:cubicBezTo>
                  <a:cubicBezTo>
                    <a:pt x="309595" y="477005"/>
                    <a:pt x="295997" y="479725"/>
                    <a:pt x="282399" y="479725"/>
                  </a:cubicBezTo>
                  <a:cubicBezTo>
                    <a:pt x="271520" y="479725"/>
                    <a:pt x="260642" y="479725"/>
                    <a:pt x="252483" y="474286"/>
                  </a:cubicBezTo>
                  <a:cubicBezTo>
                    <a:pt x="249763" y="471566"/>
                    <a:pt x="247043" y="468846"/>
                    <a:pt x="247043" y="466126"/>
                  </a:cubicBezTo>
                  <a:cubicBezTo>
                    <a:pt x="247043" y="463407"/>
                    <a:pt x="247043" y="460687"/>
                    <a:pt x="249763" y="457968"/>
                  </a:cubicBezTo>
                  <a:cubicBezTo>
                    <a:pt x="255202" y="452528"/>
                    <a:pt x="260642" y="449809"/>
                    <a:pt x="268801" y="447089"/>
                  </a:cubicBezTo>
                  <a:cubicBezTo>
                    <a:pt x="282399" y="441650"/>
                    <a:pt x="295997" y="438930"/>
                    <a:pt x="312315" y="436210"/>
                  </a:cubicBezTo>
                  <a:cubicBezTo>
                    <a:pt x="325914" y="433491"/>
                    <a:pt x="339512" y="433491"/>
                    <a:pt x="353110" y="430771"/>
                  </a:cubicBezTo>
                  <a:cubicBezTo>
                    <a:pt x="363989" y="430771"/>
                    <a:pt x="374867" y="430771"/>
                    <a:pt x="385746" y="430771"/>
                  </a:cubicBezTo>
                  <a:cubicBezTo>
                    <a:pt x="402064" y="430771"/>
                    <a:pt x="426541" y="428051"/>
                    <a:pt x="437420" y="428051"/>
                  </a:cubicBezTo>
                  <a:cubicBezTo>
                    <a:pt x="451018" y="419892"/>
                    <a:pt x="464616" y="425332"/>
                    <a:pt x="464616" y="436210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F84A589E-7A6F-7404-B9CB-36808CBBD913}"/>
                </a:ext>
              </a:extLst>
            </p:cNvPr>
            <p:cNvSpPr/>
            <p:nvPr/>
          </p:nvSpPr>
          <p:spPr>
            <a:xfrm>
              <a:off x="5651630" y="4181279"/>
              <a:ext cx="734308" cy="788700"/>
            </a:xfrm>
            <a:custGeom>
              <a:avLst/>
              <a:gdLst>
                <a:gd name="connsiteX0" fmla="*/ 653783 w 734307"/>
                <a:gd name="connsiteY0" fmla="*/ 678259 h 788699"/>
                <a:gd name="connsiteX1" fmla="*/ 691859 w 734307"/>
                <a:gd name="connsiteY1" fmla="*/ 694577 h 788699"/>
                <a:gd name="connsiteX2" fmla="*/ 686419 w 734307"/>
                <a:gd name="connsiteY2" fmla="*/ 710895 h 788699"/>
                <a:gd name="connsiteX3" fmla="*/ 670101 w 734307"/>
                <a:gd name="connsiteY3" fmla="*/ 719054 h 788699"/>
                <a:gd name="connsiteX4" fmla="*/ 648344 w 734307"/>
                <a:gd name="connsiteY4" fmla="*/ 721774 h 788699"/>
                <a:gd name="connsiteX5" fmla="*/ 618428 w 734307"/>
                <a:gd name="connsiteY5" fmla="*/ 721774 h 788699"/>
                <a:gd name="connsiteX6" fmla="*/ 572194 w 734307"/>
                <a:gd name="connsiteY6" fmla="*/ 735372 h 788699"/>
                <a:gd name="connsiteX7" fmla="*/ 544997 w 734307"/>
                <a:gd name="connsiteY7" fmla="*/ 729933 h 788699"/>
                <a:gd name="connsiteX8" fmla="*/ 534119 w 734307"/>
                <a:gd name="connsiteY8" fmla="*/ 721774 h 788699"/>
                <a:gd name="connsiteX9" fmla="*/ 496043 w 734307"/>
                <a:gd name="connsiteY9" fmla="*/ 721774 h 788699"/>
                <a:gd name="connsiteX10" fmla="*/ 471566 w 734307"/>
                <a:gd name="connsiteY10" fmla="*/ 721774 h 788699"/>
                <a:gd name="connsiteX11" fmla="*/ 444370 w 734307"/>
                <a:gd name="connsiteY11" fmla="*/ 716335 h 788699"/>
                <a:gd name="connsiteX12" fmla="*/ 428052 w 734307"/>
                <a:gd name="connsiteY12" fmla="*/ 700017 h 788699"/>
                <a:gd name="connsiteX13" fmla="*/ 433491 w 734307"/>
                <a:gd name="connsiteY13" fmla="*/ 691858 h 788699"/>
                <a:gd name="connsiteX14" fmla="*/ 455248 w 734307"/>
                <a:gd name="connsiteY14" fmla="*/ 683699 h 788699"/>
                <a:gd name="connsiteX15" fmla="*/ 506922 w 734307"/>
                <a:gd name="connsiteY15" fmla="*/ 678259 h 788699"/>
                <a:gd name="connsiteX16" fmla="*/ 509641 w 734307"/>
                <a:gd name="connsiteY16" fmla="*/ 678259 h 788699"/>
                <a:gd name="connsiteX17" fmla="*/ 506922 w 734307"/>
                <a:gd name="connsiteY17" fmla="*/ 664661 h 788699"/>
                <a:gd name="connsiteX18" fmla="*/ 498763 w 734307"/>
                <a:gd name="connsiteY18" fmla="*/ 580352 h 788699"/>
                <a:gd name="connsiteX19" fmla="*/ 496043 w 734307"/>
                <a:gd name="connsiteY19" fmla="*/ 479725 h 788699"/>
                <a:gd name="connsiteX20" fmla="*/ 493324 w 734307"/>
                <a:gd name="connsiteY20" fmla="*/ 389976 h 788699"/>
                <a:gd name="connsiteX21" fmla="*/ 490604 w 734307"/>
                <a:gd name="connsiteY21" fmla="*/ 302947 h 788699"/>
                <a:gd name="connsiteX22" fmla="*/ 487884 w 734307"/>
                <a:gd name="connsiteY22" fmla="*/ 229516 h 788699"/>
                <a:gd name="connsiteX23" fmla="*/ 485165 w 734307"/>
                <a:gd name="connsiteY23" fmla="*/ 221357 h 788699"/>
                <a:gd name="connsiteX24" fmla="*/ 482445 w 734307"/>
                <a:gd name="connsiteY24" fmla="*/ 226797 h 788699"/>
                <a:gd name="connsiteX25" fmla="*/ 477006 w 734307"/>
                <a:gd name="connsiteY25" fmla="*/ 262152 h 788699"/>
                <a:gd name="connsiteX26" fmla="*/ 460688 w 734307"/>
                <a:gd name="connsiteY26" fmla="*/ 341022 h 788699"/>
                <a:gd name="connsiteX27" fmla="*/ 444370 w 734307"/>
                <a:gd name="connsiteY27" fmla="*/ 417173 h 788699"/>
                <a:gd name="connsiteX28" fmla="*/ 436211 w 734307"/>
                <a:gd name="connsiteY28" fmla="*/ 455248 h 788699"/>
                <a:gd name="connsiteX29" fmla="*/ 425332 w 734307"/>
                <a:gd name="connsiteY29" fmla="*/ 493323 h 788699"/>
                <a:gd name="connsiteX30" fmla="*/ 411734 w 734307"/>
                <a:gd name="connsiteY30" fmla="*/ 531398 h 788699"/>
                <a:gd name="connsiteX31" fmla="*/ 376378 w 734307"/>
                <a:gd name="connsiteY31" fmla="*/ 547716 h 788699"/>
                <a:gd name="connsiteX32" fmla="*/ 319265 w 734307"/>
                <a:gd name="connsiteY32" fmla="*/ 525959 h 788699"/>
                <a:gd name="connsiteX33" fmla="*/ 289349 w 734307"/>
                <a:gd name="connsiteY33" fmla="*/ 455248 h 788699"/>
                <a:gd name="connsiteX34" fmla="*/ 273031 w 734307"/>
                <a:gd name="connsiteY34" fmla="*/ 373658 h 788699"/>
                <a:gd name="connsiteX35" fmla="*/ 262153 w 734307"/>
                <a:gd name="connsiteY35" fmla="*/ 316545 h 788699"/>
                <a:gd name="connsiteX36" fmla="*/ 245835 w 734307"/>
                <a:gd name="connsiteY36" fmla="*/ 237675 h 788699"/>
                <a:gd name="connsiteX37" fmla="*/ 234956 w 734307"/>
                <a:gd name="connsiteY37" fmla="*/ 196881 h 788699"/>
                <a:gd name="connsiteX38" fmla="*/ 232236 w 734307"/>
                <a:gd name="connsiteY38" fmla="*/ 191441 h 788699"/>
                <a:gd name="connsiteX39" fmla="*/ 226797 w 734307"/>
                <a:gd name="connsiteY39" fmla="*/ 207759 h 788699"/>
                <a:gd name="connsiteX40" fmla="*/ 226797 w 734307"/>
                <a:gd name="connsiteY40" fmla="*/ 232236 h 788699"/>
                <a:gd name="connsiteX41" fmla="*/ 224077 w 734307"/>
                <a:gd name="connsiteY41" fmla="*/ 267592 h 788699"/>
                <a:gd name="connsiteX42" fmla="*/ 221358 w 734307"/>
                <a:gd name="connsiteY42" fmla="*/ 311106 h 788699"/>
                <a:gd name="connsiteX43" fmla="*/ 218638 w 734307"/>
                <a:gd name="connsiteY43" fmla="*/ 360060 h 788699"/>
                <a:gd name="connsiteX44" fmla="*/ 215919 w 734307"/>
                <a:gd name="connsiteY44" fmla="*/ 398135 h 788699"/>
                <a:gd name="connsiteX45" fmla="*/ 213199 w 734307"/>
                <a:gd name="connsiteY45" fmla="*/ 430771 h 788699"/>
                <a:gd name="connsiteX46" fmla="*/ 213199 w 734307"/>
                <a:gd name="connsiteY46" fmla="*/ 455248 h 788699"/>
                <a:gd name="connsiteX47" fmla="*/ 213199 w 734307"/>
                <a:gd name="connsiteY47" fmla="*/ 477005 h 788699"/>
                <a:gd name="connsiteX48" fmla="*/ 207759 w 734307"/>
                <a:gd name="connsiteY48" fmla="*/ 520520 h 788699"/>
                <a:gd name="connsiteX49" fmla="*/ 196881 w 734307"/>
                <a:gd name="connsiteY49" fmla="*/ 610268 h 788699"/>
                <a:gd name="connsiteX50" fmla="*/ 194161 w 734307"/>
                <a:gd name="connsiteY50" fmla="*/ 653783 h 788699"/>
                <a:gd name="connsiteX51" fmla="*/ 191441 w 734307"/>
                <a:gd name="connsiteY51" fmla="*/ 667381 h 788699"/>
                <a:gd name="connsiteX52" fmla="*/ 243115 w 734307"/>
                <a:gd name="connsiteY52" fmla="*/ 667381 h 788699"/>
                <a:gd name="connsiteX53" fmla="*/ 273031 w 734307"/>
                <a:gd name="connsiteY53" fmla="*/ 683699 h 788699"/>
                <a:gd name="connsiteX54" fmla="*/ 262153 w 734307"/>
                <a:gd name="connsiteY54" fmla="*/ 697297 h 788699"/>
                <a:gd name="connsiteX55" fmla="*/ 248554 w 734307"/>
                <a:gd name="connsiteY55" fmla="*/ 705456 h 788699"/>
                <a:gd name="connsiteX56" fmla="*/ 232236 w 734307"/>
                <a:gd name="connsiteY56" fmla="*/ 708176 h 788699"/>
                <a:gd name="connsiteX57" fmla="*/ 166965 w 734307"/>
                <a:gd name="connsiteY57" fmla="*/ 708176 h 788699"/>
                <a:gd name="connsiteX58" fmla="*/ 109852 w 734307"/>
                <a:gd name="connsiteY58" fmla="*/ 708176 h 788699"/>
                <a:gd name="connsiteX59" fmla="*/ 90814 w 734307"/>
                <a:gd name="connsiteY59" fmla="*/ 708176 h 788699"/>
                <a:gd name="connsiteX60" fmla="*/ 69057 w 734307"/>
                <a:gd name="connsiteY60" fmla="*/ 702736 h 788699"/>
                <a:gd name="connsiteX61" fmla="*/ 58178 w 734307"/>
                <a:gd name="connsiteY61" fmla="*/ 686418 h 788699"/>
                <a:gd name="connsiteX62" fmla="*/ 60898 w 734307"/>
                <a:gd name="connsiteY62" fmla="*/ 678259 h 788699"/>
                <a:gd name="connsiteX63" fmla="*/ 77216 w 734307"/>
                <a:gd name="connsiteY63" fmla="*/ 670101 h 788699"/>
                <a:gd name="connsiteX64" fmla="*/ 126170 w 734307"/>
                <a:gd name="connsiteY64" fmla="*/ 664661 h 788699"/>
                <a:gd name="connsiteX65" fmla="*/ 142487 w 734307"/>
                <a:gd name="connsiteY65" fmla="*/ 664661 h 788699"/>
                <a:gd name="connsiteX66" fmla="*/ 147927 w 734307"/>
                <a:gd name="connsiteY66" fmla="*/ 588511 h 788699"/>
                <a:gd name="connsiteX67" fmla="*/ 153366 w 734307"/>
                <a:gd name="connsiteY67" fmla="*/ 493323 h 788699"/>
                <a:gd name="connsiteX68" fmla="*/ 156086 w 734307"/>
                <a:gd name="connsiteY68" fmla="*/ 411733 h 788699"/>
                <a:gd name="connsiteX69" fmla="*/ 161525 w 734307"/>
                <a:gd name="connsiteY69" fmla="*/ 297508 h 788699"/>
                <a:gd name="connsiteX70" fmla="*/ 166965 w 734307"/>
                <a:gd name="connsiteY70" fmla="*/ 240395 h 788699"/>
                <a:gd name="connsiteX71" fmla="*/ 177843 w 734307"/>
                <a:gd name="connsiteY71" fmla="*/ 161525 h 788699"/>
                <a:gd name="connsiteX72" fmla="*/ 183282 w 734307"/>
                <a:gd name="connsiteY72" fmla="*/ 118011 h 788699"/>
                <a:gd name="connsiteX73" fmla="*/ 183282 w 734307"/>
                <a:gd name="connsiteY73" fmla="*/ 115291 h 788699"/>
                <a:gd name="connsiteX74" fmla="*/ 161525 w 734307"/>
                <a:gd name="connsiteY74" fmla="*/ 115291 h 788699"/>
                <a:gd name="connsiteX75" fmla="*/ 137048 w 734307"/>
                <a:gd name="connsiteY75" fmla="*/ 115291 h 788699"/>
                <a:gd name="connsiteX76" fmla="*/ 109852 w 734307"/>
                <a:gd name="connsiteY76" fmla="*/ 109851 h 788699"/>
                <a:gd name="connsiteX77" fmla="*/ 93534 w 734307"/>
                <a:gd name="connsiteY77" fmla="*/ 93534 h 788699"/>
                <a:gd name="connsiteX78" fmla="*/ 98973 w 734307"/>
                <a:gd name="connsiteY78" fmla="*/ 85375 h 788699"/>
                <a:gd name="connsiteX79" fmla="*/ 120730 w 734307"/>
                <a:gd name="connsiteY79" fmla="*/ 77216 h 788699"/>
                <a:gd name="connsiteX80" fmla="*/ 172404 w 734307"/>
                <a:gd name="connsiteY80" fmla="*/ 71776 h 788699"/>
                <a:gd name="connsiteX81" fmla="*/ 234956 w 734307"/>
                <a:gd name="connsiteY81" fmla="*/ 69057 h 788699"/>
                <a:gd name="connsiteX82" fmla="*/ 243115 w 734307"/>
                <a:gd name="connsiteY82" fmla="*/ 69057 h 788699"/>
                <a:gd name="connsiteX83" fmla="*/ 270312 w 734307"/>
                <a:gd name="connsiteY83" fmla="*/ 74496 h 788699"/>
                <a:gd name="connsiteX84" fmla="*/ 308387 w 734307"/>
                <a:gd name="connsiteY84" fmla="*/ 123450 h 788699"/>
                <a:gd name="connsiteX85" fmla="*/ 332864 w 734307"/>
                <a:gd name="connsiteY85" fmla="*/ 202320 h 788699"/>
                <a:gd name="connsiteX86" fmla="*/ 338303 w 734307"/>
                <a:gd name="connsiteY86" fmla="*/ 237675 h 788699"/>
                <a:gd name="connsiteX87" fmla="*/ 349182 w 734307"/>
                <a:gd name="connsiteY87" fmla="*/ 281190 h 788699"/>
                <a:gd name="connsiteX88" fmla="*/ 357341 w 734307"/>
                <a:gd name="connsiteY88" fmla="*/ 316545 h 788699"/>
                <a:gd name="connsiteX89" fmla="*/ 365500 w 734307"/>
                <a:gd name="connsiteY89" fmla="*/ 351901 h 788699"/>
                <a:gd name="connsiteX90" fmla="*/ 376378 w 734307"/>
                <a:gd name="connsiteY90" fmla="*/ 389976 h 788699"/>
                <a:gd name="connsiteX91" fmla="*/ 387257 w 734307"/>
                <a:gd name="connsiteY91" fmla="*/ 414453 h 788699"/>
                <a:gd name="connsiteX92" fmla="*/ 398136 w 734307"/>
                <a:gd name="connsiteY92" fmla="*/ 376378 h 788699"/>
                <a:gd name="connsiteX93" fmla="*/ 406295 w 734307"/>
                <a:gd name="connsiteY93" fmla="*/ 332863 h 788699"/>
                <a:gd name="connsiteX94" fmla="*/ 425332 w 734307"/>
                <a:gd name="connsiteY94" fmla="*/ 243115 h 788699"/>
                <a:gd name="connsiteX95" fmla="*/ 444370 w 734307"/>
                <a:gd name="connsiteY95" fmla="*/ 150646 h 788699"/>
                <a:gd name="connsiteX96" fmla="*/ 477006 w 734307"/>
                <a:gd name="connsiteY96" fmla="*/ 79935 h 788699"/>
                <a:gd name="connsiteX97" fmla="*/ 523240 w 734307"/>
                <a:gd name="connsiteY97" fmla="*/ 58178 h 788699"/>
                <a:gd name="connsiteX98" fmla="*/ 544997 w 734307"/>
                <a:gd name="connsiteY98" fmla="*/ 63617 h 788699"/>
                <a:gd name="connsiteX99" fmla="*/ 612988 w 734307"/>
                <a:gd name="connsiteY99" fmla="*/ 63617 h 788699"/>
                <a:gd name="connsiteX100" fmla="*/ 651064 w 734307"/>
                <a:gd name="connsiteY100" fmla="*/ 79935 h 788699"/>
                <a:gd name="connsiteX101" fmla="*/ 645624 w 734307"/>
                <a:gd name="connsiteY101" fmla="*/ 96253 h 788699"/>
                <a:gd name="connsiteX102" fmla="*/ 629307 w 734307"/>
                <a:gd name="connsiteY102" fmla="*/ 104412 h 788699"/>
                <a:gd name="connsiteX103" fmla="*/ 607549 w 734307"/>
                <a:gd name="connsiteY103" fmla="*/ 107132 h 788699"/>
                <a:gd name="connsiteX104" fmla="*/ 580353 w 734307"/>
                <a:gd name="connsiteY104" fmla="*/ 107132 h 788699"/>
                <a:gd name="connsiteX105" fmla="*/ 583072 w 734307"/>
                <a:gd name="connsiteY105" fmla="*/ 115291 h 788699"/>
                <a:gd name="connsiteX106" fmla="*/ 588512 w 734307"/>
                <a:gd name="connsiteY106" fmla="*/ 156086 h 788699"/>
                <a:gd name="connsiteX107" fmla="*/ 593951 w 734307"/>
                <a:gd name="connsiteY107" fmla="*/ 196881 h 788699"/>
                <a:gd name="connsiteX108" fmla="*/ 599390 w 734307"/>
                <a:gd name="connsiteY108" fmla="*/ 226797 h 788699"/>
                <a:gd name="connsiteX109" fmla="*/ 599390 w 734307"/>
                <a:gd name="connsiteY109" fmla="*/ 232236 h 788699"/>
                <a:gd name="connsiteX110" fmla="*/ 599390 w 734307"/>
                <a:gd name="connsiteY110" fmla="*/ 240395 h 788699"/>
                <a:gd name="connsiteX111" fmla="*/ 602110 w 734307"/>
                <a:gd name="connsiteY111" fmla="*/ 270311 h 788699"/>
                <a:gd name="connsiteX112" fmla="*/ 607549 w 734307"/>
                <a:gd name="connsiteY112" fmla="*/ 308386 h 788699"/>
                <a:gd name="connsiteX113" fmla="*/ 607549 w 734307"/>
                <a:gd name="connsiteY113" fmla="*/ 319265 h 788699"/>
                <a:gd name="connsiteX114" fmla="*/ 612988 w 734307"/>
                <a:gd name="connsiteY114" fmla="*/ 335583 h 788699"/>
                <a:gd name="connsiteX115" fmla="*/ 612988 w 734307"/>
                <a:gd name="connsiteY115" fmla="*/ 346462 h 788699"/>
                <a:gd name="connsiteX116" fmla="*/ 612988 w 734307"/>
                <a:gd name="connsiteY116" fmla="*/ 370939 h 788699"/>
                <a:gd name="connsiteX117" fmla="*/ 612988 w 734307"/>
                <a:gd name="connsiteY117" fmla="*/ 395415 h 788699"/>
                <a:gd name="connsiteX118" fmla="*/ 615708 w 734307"/>
                <a:gd name="connsiteY118" fmla="*/ 422612 h 788699"/>
                <a:gd name="connsiteX119" fmla="*/ 618428 w 734307"/>
                <a:gd name="connsiteY119" fmla="*/ 441650 h 788699"/>
                <a:gd name="connsiteX120" fmla="*/ 618428 w 734307"/>
                <a:gd name="connsiteY120" fmla="*/ 455248 h 788699"/>
                <a:gd name="connsiteX121" fmla="*/ 621147 w 734307"/>
                <a:gd name="connsiteY121" fmla="*/ 463407 h 788699"/>
                <a:gd name="connsiteX122" fmla="*/ 626587 w 734307"/>
                <a:gd name="connsiteY122" fmla="*/ 482444 h 788699"/>
                <a:gd name="connsiteX123" fmla="*/ 629307 w 734307"/>
                <a:gd name="connsiteY123" fmla="*/ 517800 h 788699"/>
                <a:gd name="connsiteX124" fmla="*/ 634746 w 734307"/>
                <a:gd name="connsiteY124" fmla="*/ 561314 h 788699"/>
                <a:gd name="connsiteX125" fmla="*/ 634746 w 734307"/>
                <a:gd name="connsiteY125" fmla="*/ 566754 h 788699"/>
                <a:gd name="connsiteX126" fmla="*/ 634746 w 734307"/>
                <a:gd name="connsiteY126" fmla="*/ 583072 h 788699"/>
                <a:gd name="connsiteX127" fmla="*/ 637466 w 734307"/>
                <a:gd name="connsiteY127" fmla="*/ 607548 h 788699"/>
                <a:gd name="connsiteX128" fmla="*/ 640185 w 734307"/>
                <a:gd name="connsiteY128" fmla="*/ 618427 h 788699"/>
                <a:gd name="connsiteX129" fmla="*/ 640185 w 734307"/>
                <a:gd name="connsiteY129" fmla="*/ 632025 h 788699"/>
                <a:gd name="connsiteX130" fmla="*/ 640185 w 734307"/>
                <a:gd name="connsiteY130" fmla="*/ 640184 h 788699"/>
                <a:gd name="connsiteX131" fmla="*/ 642905 w 734307"/>
                <a:gd name="connsiteY131" fmla="*/ 659222 h 788699"/>
                <a:gd name="connsiteX132" fmla="*/ 642905 w 734307"/>
                <a:gd name="connsiteY132" fmla="*/ 664661 h 788699"/>
                <a:gd name="connsiteX133" fmla="*/ 653783 w 734307"/>
                <a:gd name="connsiteY133" fmla="*/ 678259 h 788699"/>
                <a:gd name="connsiteX134" fmla="*/ 653783 w 734307"/>
                <a:gd name="connsiteY134" fmla="*/ 678259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</a:cxnLst>
              <a:rect l="l" t="t" r="r" b="b"/>
              <a:pathLst>
                <a:path w="734307" h="788699">
                  <a:moveTo>
                    <a:pt x="653783" y="678259"/>
                  </a:moveTo>
                  <a:cubicBezTo>
                    <a:pt x="667382" y="678259"/>
                    <a:pt x="691859" y="678259"/>
                    <a:pt x="691859" y="694577"/>
                  </a:cubicBezTo>
                  <a:cubicBezTo>
                    <a:pt x="691859" y="702736"/>
                    <a:pt x="689139" y="705456"/>
                    <a:pt x="686419" y="710895"/>
                  </a:cubicBezTo>
                  <a:cubicBezTo>
                    <a:pt x="683700" y="716335"/>
                    <a:pt x="675541" y="719054"/>
                    <a:pt x="670101" y="719054"/>
                  </a:cubicBezTo>
                  <a:cubicBezTo>
                    <a:pt x="661942" y="721774"/>
                    <a:pt x="653783" y="721774"/>
                    <a:pt x="648344" y="721774"/>
                  </a:cubicBezTo>
                  <a:cubicBezTo>
                    <a:pt x="645624" y="721774"/>
                    <a:pt x="634746" y="721774"/>
                    <a:pt x="618428" y="721774"/>
                  </a:cubicBezTo>
                  <a:cubicBezTo>
                    <a:pt x="604829" y="729933"/>
                    <a:pt x="588512" y="735372"/>
                    <a:pt x="572194" y="735372"/>
                  </a:cubicBezTo>
                  <a:cubicBezTo>
                    <a:pt x="564035" y="735372"/>
                    <a:pt x="553156" y="732653"/>
                    <a:pt x="544997" y="729933"/>
                  </a:cubicBezTo>
                  <a:cubicBezTo>
                    <a:pt x="539558" y="727213"/>
                    <a:pt x="536838" y="724494"/>
                    <a:pt x="534119" y="721774"/>
                  </a:cubicBezTo>
                  <a:cubicBezTo>
                    <a:pt x="520520" y="721774"/>
                    <a:pt x="509641" y="721774"/>
                    <a:pt x="496043" y="721774"/>
                  </a:cubicBezTo>
                  <a:cubicBezTo>
                    <a:pt x="487884" y="721774"/>
                    <a:pt x="479725" y="721774"/>
                    <a:pt x="471566" y="721774"/>
                  </a:cubicBezTo>
                  <a:cubicBezTo>
                    <a:pt x="463407" y="721774"/>
                    <a:pt x="452529" y="721774"/>
                    <a:pt x="444370" y="716335"/>
                  </a:cubicBezTo>
                  <a:cubicBezTo>
                    <a:pt x="436211" y="713615"/>
                    <a:pt x="428052" y="705456"/>
                    <a:pt x="428052" y="700017"/>
                  </a:cubicBezTo>
                  <a:cubicBezTo>
                    <a:pt x="428052" y="697297"/>
                    <a:pt x="428052" y="694577"/>
                    <a:pt x="433491" y="691858"/>
                  </a:cubicBezTo>
                  <a:cubicBezTo>
                    <a:pt x="438930" y="689138"/>
                    <a:pt x="449809" y="686418"/>
                    <a:pt x="455248" y="683699"/>
                  </a:cubicBezTo>
                  <a:cubicBezTo>
                    <a:pt x="474286" y="680979"/>
                    <a:pt x="498763" y="678259"/>
                    <a:pt x="506922" y="678259"/>
                  </a:cubicBezTo>
                  <a:cubicBezTo>
                    <a:pt x="506922" y="678259"/>
                    <a:pt x="509641" y="678259"/>
                    <a:pt x="509641" y="678259"/>
                  </a:cubicBezTo>
                  <a:cubicBezTo>
                    <a:pt x="509641" y="672820"/>
                    <a:pt x="506922" y="670101"/>
                    <a:pt x="506922" y="664661"/>
                  </a:cubicBezTo>
                  <a:cubicBezTo>
                    <a:pt x="501483" y="640184"/>
                    <a:pt x="501483" y="612988"/>
                    <a:pt x="498763" y="580352"/>
                  </a:cubicBezTo>
                  <a:cubicBezTo>
                    <a:pt x="496043" y="547716"/>
                    <a:pt x="498763" y="512361"/>
                    <a:pt x="496043" y="479725"/>
                  </a:cubicBezTo>
                  <a:cubicBezTo>
                    <a:pt x="493324" y="449808"/>
                    <a:pt x="493324" y="419892"/>
                    <a:pt x="493324" y="389976"/>
                  </a:cubicBezTo>
                  <a:cubicBezTo>
                    <a:pt x="493324" y="360060"/>
                    <a:pt x="490604" y="332863"/>
                    <a:pt x="490604" y="302947"/>
                  </a:cubicBezTo>
                  <a:cubicBezTo>
                    <a:pt x="487884" y="275751"/>
                    <a:pt x="487884" y="240395"/>
                    <a:pt x="487884" y="229516"/>
                  </a:cubicBezTo>
                  <a:cubicBezTo>
                    <a:pt x="487884" y="224077"/>
                    <a:pt x="487884" y="221357"/>
                    <a:pt x="485165" y="221357"/>
                  </a:cubicBezTo>
                  <a:cubicBezTo>
                    <a:pt x="485165" y="221357"/>
                    <a:pt x="482445" y="224077"/>
                    <a:pt x="482445" y="226797"/>
                  </a:cubicBezTo>
                  <a:cubicBezTo>
                    <a:pt x="479725" y="237675"/>
                    <a:pt x="479725" y="251274"/>
                    <a:pt x="477006" y="262152"/>
                  </a:cubicBezTo>
                  <a:cubicBezTo>
                    <a:pt x="471566" y="289349"/>
                    <a:pt x="466127" y="316545"/>
                    <a:pt x="460688" y="341022"/>
                  </a:cubicBezTo>
                  <a:cubicBezTo>
                    <a:pt x="455248" y="365499"/>
                    <a:pt x="447090" y="392696"/>
                    <a:pt x="444370" y="417173"/>
                  </a:cubicBezTo>
                  <a:cubicBezTo>
                    <a:pt x="441650" y="430771"/>
                    <a:pt x="438930" y="441650"/>
                    <a:pt x="436211" y="455248"/>
                  </a:cubicBezTo>
                  <a:cubicBezTo>
                    <a:pt x="433491" y="468846"/>
                    <a:pt x="428052" y="479725"/>
                    <a:pt x="425332" y="493323"/>
                  </a:cubicBezTo>
                  <a:cubicBezTo>
                    <a:pt x="422612" y="506921"/>
                    <a:pt x="419893" y="520520"/>
                    <a:pt x="411734" y="531398"/>
                  </a:cubicBezTo>
                  <a:cubicBezTo>
                    <a:pt x="406295" y="539557"/>
                    <a:pt x="395416" y="547716"/>
                    <a:pt x="376378" y="547716"/>
                  </a:cubicBezTo>
                  <a:cubicBezTo>
                    <a:pt x="357341" y="547716"/>
                    <a:pt x="335583" y="539557"/>
                    <a:pt x="319265" y="525959"/>
                  </a:cubicBezTo>
                  <a:cubicBezTo>
                    <a:pt x="300228" y="506921"/>
                    <a:pt x="294788" y="479725"/>
                    <a:pt x="289349" y="455248"/>
                  </a:cubicBezTo>
                  <a:cubicBezTo>
                    <a:pt x="283910" y="428051"/>
                    <a:pt x="278470" y="400855"/>
                    <a:pt x="273031" y="373658"/>
                  </a:cubicBezTo>
                  <a:cubicBezTo>
                    <a:pt x="273031" y="368219"/>
                    <a:pt x="267592" y="346462"/>
                    <a:pt x="262153" y="316545"/>
                  </a:cubicBezTo>
                  <a:cubicBezTo>
                    <a:pt x="256713" y="292068"/>
                    <a:pt x="251274" y="262152"/>
                    <a:pt x="245835" y="237675"/>
                  </a:cubicBezTo>
                  <a:cubicBezTo>
                    <a:pt x="240395" y="218638"/>
                    <a:pt x="237675" y="205039"/>
                    <a:pt x="234956" y="196881"/>
                  </a:cubicBezTo>
                  <a:cubicBezTo>
                    <a:pt x="232236" y="191441"/>
                    <a:pt x="232236" y="191441"/>
                    <a:pt x="232236" y="191441"/>
                  </a:cubicBezTo>
                  <a:cubicBezTo>
                    <a:pt x="229517" y="191441"/>
                    <a:pt x="229517" y="196881"/>
                    <a:pt x="226797" y="207759"/>
                  </a:cubicBezTo>
                  <a:cubicBezTo>
                    <a:pt x="226797" y="215918"/>
                    <a:pt x="226797" y="229516"/>
                    <a:pt x="226797" y="232236"/>
                  </a:cubicBezTo>
                  <a:cubicBezTo>
                    <a:pt x="226797" y="243115"/>
                    <a:pt x="224077" y="256713"/>
                    <a:pt x="224077" y="267592"/>
                  </a:cubicBezTo>
                  <a:cubicBezTo>
                    <a:pt x="224077" y="278470"/>
                    <a:pt x="224077" y="294788"/>
                    <a:pt x="221358" y="311106"/>
                  </a:cubicBezTo>
                  <a:cubicBezTo>
                    <a:pt x="221358" y="327424"/>
                    <a:pt x="218638" y="343742"/>
                    <a:pt x="218638" y="360060"/>
                  </a:cubicBezTo>
                  <a:cubicBezTo>
                    <a:pt x="218638" y="373658"/>
                    <a:pt x="215919" y="384537"/>
                    <a:pt x="215919" y="398135"/>
                  </a:cubicBezTo>
                  <a:cubicBezTo>
                    <a:pt x="215919" y="409014"/>
                    <a:pt x="213199" y="419892"/>
                    <a:pt x="213199" y="430771"/>
                  </a:cubicBezTo>
                  <a:cubicBezTo>
                    <a:pt x="213199" y="438930"/>
                    <a:pt x="213199" y="447089"/>
                    <a:pt x="213199" y="455248"/>
                  </a:cubicBezTo>
                  <a:cubicBezTo>
                    <a:pt x="213199" y="463407"/>
                    <a:pt x="213199" y="471566"/>
                    <a:pt x="213199" y="477005"/>
                  </a:cubicBezTo>
                  <a:cubicBezTo>
                    <a:pt x="210479" y="490603"/>
                    <a:pt x="207759" y="506921"/>
                    <a:pt x="207759" y="520520"/>
                  </a:cubicBezTo>
                  <a:cubicBezTo>
                    <a:pt x="202320" y="550436"/>
                    <a:pt x="199600" y="580352"/>
                    <a:pt x="196881" y="610268"/>
                  </a:cubicBezTo>
                  <a:cubicBezTo>
                    <a:pt x="196881" y="623866"/>
                    <a:pt x="196881" y="640184"/>
                    <a:pt x="194161" y="653783"/>
                  </a:cubicBezTo>
                  <a:cubicBezTo>
                    <a:pt x="194161" y="659222"/>
                    <a:pt x="194161" y="661942"/>
                    <a:pt x="191441" y="667381"/>
                  </a:cubicBezTo>
                  <a:cubicBezTo>
                    <a:pt x="213199" y="667381"/>
                    <a:pt x="232236" y="667381"/>
                    <a:pt x="243115" y="667381"/>
                  </a:cubicBezTo>
                  <a:cubicBezTo>
                    <a:pt x="253994" y="667381"/>
                    <a:pt x="273031" y="670101"/>
                    <a:pt x="273031" y="683699"/>
                  </a:cubicBezTo>
                  <a:cubicBezTo>
                    <a:pt x="273031" y="691858"/>
                    <a:pt x="267592" y="691858"/>
                    <a:pt x="262153" y="697297"/>
                  </a:cubicBezTo>
                  <a:cubicBezTo>
                    <a:pt x="259433" y="702736"/>
                    <a:pt x="253994" y="705456"/>
                    <a:pt x="248554" y="705456"/>
                  </a:cubicBezTo>
                  <a:cubicBezTo>
                    <a:pt x="240395" y="708176"/>
                    <a:pt x="234956" y="708176"/>
                    <a:pt x="232236" y="708176"/>
                  </a:cubicBezTo>
                  <a:cubicBezTo>
                    <a:pt x="226797" y="708176"/>
                    <a:pt x="175124" y="708176"/>
                    <a:pt x="166965" y="708176"/>
                  </a:cubicBezTo>
                  <a:cubicBezTo>
                    <a:pt x="156086" y="708176"/>
                    <a:pt x="120730" y="708176"/>
                    <a:pt x="109852" y="708176"/>
                  </a:cubicBezTo>
                  <a:cubicBezTo>
                    <a:pt x="104412" y="708176"/>
                    <a:pt x="96253" y="708176"/>
                    <a:pt x="90814" y="708176"/>
                  </a:cubicBezTo>
                  <a:cubicBezTo>
                    <a:pt x="85375" y="708176"/>
                    <a:pt x="77216" y="705456"/>
                    <a:pt x="69057" y="702736"/>
                  </a:cubicBezTo>
                  <a:cubicBezTo>
                    <a:pt x="63617" y="700017"/>
                    <a:pt x="58178" y="691858"/>
                    <a:pt x="58178" y="686418"/>
                  </a:cubicBezTo>
                  <a:cubicBezTo>
                    <a:pt x="58178" y="683699"/>
                    <a:pt x="58178" y="680979"/>
                    <a:pt x="60898" y="678259"/>
                  </a:cubicBezTo>
                  <a:cubicBezTo>
                    <a:pt x="63617" y="675540"/>
                    <a:pt x="71777" y="672820"/>
                    <a:pt x="77216" y="670101"/>
                  </a:cubicBezTo>
                  <a:cubicBezTo>
                    <a:pt x="90814" y="667381"/>
                    <a:pt x="120730" y="664661"/>
                    <a:pt x="126170" y="664661"/>
                  </a:cubicBezTo>
                  <a:cubicBezTo>
                    <a:pt x="128889" y="664661"/>
                    <a:pt x="134329" y="664661"/>
                    <a:pt x="142487" y="664661"/>
                  </a:cubicBezTo>
                  <a:cubicBezTo>
                    <a:pt x="142487" y="640184"/>
                    <a:pt x="147927" y="612988"/>
                    <a:pt x="147927" y="588511"/>
                  </a:cubicBezTo>
                  <a:cubicBezTo>
                    <a:pt x="150646" y="555875"/>
                    <a:pt x="153366" y="523239"/>
                    <a:pt x="153366" y="493323"/>
                  </a:cubicBezTo>
                  <a:cubicBezTo>
                    <a:pt x="153366" y="466126"/>
                    <a:pt x="156086" y="438930"/>
                    <a:pt x="156086" y="411733"/>
                  </a:cubicBezTo>
                  <a:cubicBezTo>
                    <a:pt x="158806" y="373658"/>
                    <a:pt x="158806" y="335583"/>
                    <a:pt x="161525" y="297508"/>
                  </a:cubicBezTo>
                  <a:cubicBezTo>
                    <a:pt x="161525" y="278470"/>
                    <a:pt x="164245" y="259433"/>
                    <a:pt x="166965" y="240395"/>
                  </a:cubicBezTo>
                  <a:cubicBezTo>
                    <a:pt x="169684" y="210479"/>
                    <a:pt x="172404" y="191441"/>
                    <a:pt x="177843" y="161525"/>
                  </a:cubicBezTo>
                  <a:cubicBezTo>
                    <a:pt x="180563" y="147927"/>
                    <a:pt x="180563" y="131609"/>
                    <a:pt x="183282" y="118011"/>
                  </a:cubicBezTo>
                  <a:cubicBezTo>
                    <a:pt x="183282" y="118011"/>
                    <a:pt x="183282" y="115291"/>
                    <a:pt x="183282" y="115291"/>
                  </a:cubicBezTo>
                  <a:cubicBezTo>
                    <a:pt x="177843" y="115291"/>
                    <a:pt x="172404" y="115291"/>
                    <a:pt x="161525" y="115291"/>
                  </a:cubicBezTo>
                  <a:cubicBezTo>
                    <a:pt x="153366" y="115291"/>
                    <a:pt x="145207" y="115291"/>
                    <a:pt x="137048" y="115291"/>
                  </a:cubicBezTo>
                  <a:cubicBezTo>
                    <a:pt x="128889" y="115291"/>
                    <a:pt x="118011" y="115291"/>
                    <a:pt x="109852" y="109851"/>
                  </a:cubicBezTo>
                  <a:cubicBezTo>
                    <a:pt x="101693" y="107132"/>
                    <a:pt x="93534" y="98973"/>
                    <a:pt x="93534" y="93534"/>
                  </a:cubicBezTo>
                  <a:cubicBezTo>
                    <a:pt x="93534" y="90814"/>
                    <a:pt x="93534" y="88094"/>
                    <a:pt x="98973" y="85375"/>
                  </a:cubicBezTo>
                  <a:cubicBezTo>
                    <a:pt x="104412" y="82655"/>
                    <a:pt x="115291" y="79935"/>
                    <a:pt x="120730" y="77216"/>
                  </a:cubicBezTo>
                  <a:cubicBezTo>
                    <a:pt x="139768" y="74496"/>
                    <a:pt x="164245" y="71776"/>
                    <a:pt x="172404" y="71776"/>
                  </a:cubicBezTo>
                  <a:cubicBezTo>
                    <a:pt x="194161" y="71776"/>
                    <a:pt x="210479" y="69057"/>
                    <a:pt x="234956" y="69057"/>
                  </a:cubicBezTo>
                  <a:cubicBezTo>
                    <a:pt x="237675" y="69057"/>
                    <a:pt x="240395" y="69057"/>
                    <a:pt x="243115" y="69057"/>
                  </a:cubicBezTo>
                  <a:cubicBezTo>
                    <a:pt x="251274" y="69057"/>
                    <a:pt x="262153" y="69057"/>
                    <a:pt x="270312" y="74496"/>
                  </a:cubicBezTo>
                  <a:cubicBezTo>
                    <a:pt x="283910" y="82655"/>
                    <a:pt x="300228" y="96253"/>
                    <a:pt x="308387" y="123450"/>
                  </a:cubicBezTo>
                  <a:cubicBezTo>
                    <a:pt x="316546" y="147927"/>
                    <a:pt x="327424" y="175123"/>
                    <a:pt x="332864" y="202320"/>
                  </a:cubicBezTo>
                  <a:cubicBezTo>
                    <a:pt x="335583" y="213198"/>
                    <a:pt x="335583" y="226797"/>
                    <a:pt x="338303" y="237675"/>
                  </a:cubicBezTo>
                  <a:cubicBezTo>
                    <a:pt x="343742" y="251274"/>
                    <a:pt x="346462" y="264872"/>
                    <a:pt x="349182" y="281190"/>
                  </a:cubicBezTo>
                  <a:cubicBezTo>
                    <a:pt x="351901" y="292068"/>
                    <a:pt x="351901" y="305667"/>
                    <a:pt x="357341" y="316545"/>
                  </a:cubicBezTo>
                  <a:cubicBezTo>
                    <a:pt x="362780" y="327424"/>
                    <a:pt x="362780" y="338303"/>
                    <a:pt x="365500" y="351901"/>
                  </a:cubicBezTo>
                  <a:cubicBezTo>
                    <a:pt x="365500" y="357340"/>
                    <a:pt x="373658" y="373658"/>
                    <a:pt x="376378" y="389976"/>
                  </a:cubicBezTo>
                  <a:cubicBezTo>
                    <a:pt x="381817" y="403574"/>
                    <a:pt x="384537" y="414453"/>
                    <a:pt x="387257" y="414453"/>
                  </a:cubicBezTo>
                  <a:cubicBezTo>
                    <a:pt x="392696" y="414453"/>
                    <a:pt x="395416" y="381817"/>
                    <a:pt x="398136" y="376378"/>
                  </a:cubicBezTo>
                  <a:cubicBezTo>
                    <a:pt x="400855" y="362779"/>
                    <a:pt x="403575" y="346462"/>
                    <a:pt x="406295" y="332863"/>
                  </a:cubicBezTo>
                  <a:cubicBezTo>
                    <a:pt x="411734" y="302947"/>
                    <a:pt x="417173" y="273031"/>
                    <a:pt x="425332" y="243115"/>
                  </a:cubicBezTo>
                  <a:cubicBezTo>
                    <a:pt x="430771" y="213198"/>
                    <a:pt x="436211" y="180563"/>
                    <a:pt x="444370" y="150646"/>
                  </a:cubicBezTo>
                  <a:cubicBezTo>
                    <a:pt x="449809" y="126170"/>
                    <a:pt x="460688" y="98973"/>
                    <a:pt x="477006" y="79935"/>
                  </a:cubicBezTo>
                  <a:cubicBezTo>
                    <a:pt x="487884" y="66337"/>
                    <a:pt x="506922" y="58178"/>
                    <a:pt x="523240" y="58178"/>
                  </a:cubicBezTo>
                  <a:cubicBezTo>
                    <a:pt x="528679" y="58178"/>
                    <a:pt x="539558" y="58178"/>
                    <a:pt x="544997" y="63617"/>
                  </a:cubicBezTo>
                  <a:lnTo>
                    <a:pt x="612988" y="63617"/>
                  </a:lnTo>
                  <a:cubicBezTo>
                    <a:pt x="626587" y="63617"/>
                    <a:pt x="651064" y="63617"/>
                    <a:pt x="651064" y="79935"/>
                  </a:cubicBezTo>
                  <a:cubicBezTo>
                    <a:pt x="651064" y="88094"/>
                    <a:pt x="648344" y="88094"/>
                    <a:pt x="645624" y="96253"/>
                  </a:cubicBezTo>
                  <a:cubicBezTo>
                    <a:pt x="640185" y="101693"/>
                    <a:pt x="634746" y="104412"/>
                    <a:pt x="629307" y="104412"/>
                  </a:cubicBezTo>
                  <a:cubicBezTo>
                    <a:pt x="621147" y="107132"/>
                    <a:pt x="612988" y="107132"/>
                    <a:pt x="607549" y="107132"/>
                  </a:cubicBezTo>
                  <a:cubicBezTo>
                    <a:pt x="604829" y="107132"/>
                    <a:pt x="591231" y="107132"/>
                    <a:pt x="580353" y="107132"/>
                  </a:cubicBezTo>
                  <a:cubicBezTo>
                    <a:pt x="580353" y="109851"/>
                    <a:pt x="583072" y="112571"/>
                    <a:pt x="583072" y="115291"/>
                  </a:cubicBezTo>
                  <a:cubicBezTo>
                    <a:pt x="585792" y="128889"/>
                    <a:pt x="585792" y="142487"/>
                    <a:pt x="588512" y="156086"/>
                  </a:cubicBezTo>
                  <a:cubicBezTo>
                    <a:pt x="591231" y="169684"/>
                    <a:pt x="591231" y="183282"/>
                    <a:pt x="593951" y="196881"/>
                  </a:cubicBezTo>
                  <a:cubicBezTo>
                    <a:pt x="593951" y="207759"/>
                    <a:pt x="599390" y="215918"/>
                    <a:pt x="599390" y="226797"/>
                  </a:cubicBezTo>
                  <a:cubicBezTo>
                    <a:pt x="599390" y="229516"/>
                    <a:pt x="599390" y="229516"/>
                    <a:pt x="599390" y="232236"/>
                  </a:cubicBezTo>
                  <a:cubicBezTo>
                    <a:pt x="599390" y="234956"/>
                    <a:pt x="599390" y="237675"/>
                    <a:pt x="599390" y="240395"/>
                  </a:cubicBezTo>
                  <a:cubicBezTo>
                    <a:pt x="599390" y="251274"/>
                    <a:pt x="599390" y="259433"/>
                    <a:pt x="602110" y="270311"/>
                  </a:cubicBezTo>
                  <a:cubicBezTo>
                    <a:pt x="604829" y="283909"/>
                    <a:pt x="607549" y="294788"/>
                    <a:pt x="607549" y="308386"/>
                  </a:cubicBezTo>
                  <a:cubicBezTo>
                    <a:pt x="607549" y="311106"/>
                    <a:pt x="607549" y="316545"/>
                    <a:pt x="607549" y="319265"/>
                  </a:cubicBezTo>
                  <a:cubicBezTo>
                    <a:pt x="607549" y="324704"/>
                    <a:pt x="610269" y="330144"/>
                    <a:pt x="612988" y="335583"/>
                  </a:cubicBezTo>
                  <a:cubicBezTo>
                    <a:pt x="612988" y="338303"/>
                    <a:pt x="612988" y="343742"/>
                    <a:pt x="612988" y="346462"/>
                  </a:cubicBezTo>
                  <a:cubicBezTo>
                    <a:pt x="612988" y="354620"/>
                    <a:pt x="612988" y="362779"/>
                    <a:pt x="612988" y="370939"/>
                  </a:cubicBezTo>
                  <a:cubicBezTo>
                    <a:pt x="612988" y="379097"/>
                    <a:pt x="612988" y="387256"/>
                    <a:pt x="612988" y="395415"/>
                  </a:cubicBezTo>
                  <a:cubicBezTo>
                    <a:pt x="612988" y="403574"/>
                    <a:pt x="615708" y="414453"/>
                    <a:pt x="615708" y="422612"/>
                  </a:cubicBezTo>
                  <a:cubicBezTo>
                    <a:pt x="618428" y="430771"/>
                    <a:pt x="618428" y="436210"/>
                    <a:pt x="618428" y="441650"/>
                  </a:cubicBezTo>
                  <a:cubicBezTo>
                    <a:pt x="618428" y="444369"/>
                    <a:pt x="618428" y="449808"/>
                    <a:pt x="618428" y="455248"/>
                  </a:cubicBezTo>
                  <a:cubicBezTo>
                    <a:pt x="618428" y="460687"/>
                    <a:pt x="618428" y="460687"/>
                    <a:pt x="621147" y="463407"/>
                  </a:cubicBezTo>
                  <a:cubicBezTo>
                    <a:pt x="623867" y="471566"/>
                    <a:pt x="623867" y="477005"/>
                    <a:pt x="626587" y="482444"/>
                  </a:cubicBezTo>
                  <a:cubicBezTo>
                    <a:pt x="629307" y="493323"/>
                    <a:pt x="629307" y="506921"/>
                    <a:pt x="629307" y="517800"/>
                  </a:cubicBezTo>
                  <a:cubicBezTo>
                    <a:pt x="632026" y="534118"/>
                    <a:pt x="632026" y="547716"/>
                    <a:pt x="634746" y="561314"/>
                  </a:cubicBezTo>
                  <a:cubicBezTo>
                    <a:pt x="634746" y="564034"/>
                    <a:pt x="634746" y="564034"/>
                    <a:pt x="634746" y="566754"/>
                  </a:cubicBezTo>
                  <a:cubicBezTo>
                    <a:pt x="634746" y="572193"/>
                    <a:pt x="634746" y="577632"/>
                    <a:pt x="634746" y="583072"/>
                  </a:cubicBezTo>
                  <a:cubicBezTo>
                    <a:pt x="634746" y="596670"/>
                    <a:pt x="637466" y="602109"/>
                    <a:pt x="637466" y="607548"/>
                  </a:cubicBezTo>
                  <a:cubicBezTo>
                    <a:pt x="637466" y="610268"/>
                    <a:pt x="640185" y="615708"/>
                    <a:pt x="640185" y="618427"/>
                  </a:cubicBezTo>
                  <a:cubicBezTo>
                    <a:pt x="640185" y="623866"/>
                    <a:pt x="640185" y="629306"/>
                    <a:pt x="640185" y="632025"/>
                  </a:cubicBezTo>
                  <a:cubicBezTo>
                    <a:pt x="640185" y="634745"/>
                    <a:pt x="640185" y="637465"/>
                    <a:pt x="640185" y="640184"/>
                  </a:cubicBezTo>
                  <a:cubicBezTo>
                    <a:pt x="640185" y="645624"/>
                    <a:pt x="642905" y="653783"/>
                    <a:pt x="642905" y="659222"/>
                  </a:cubicBezTo>
                  <a:cubicBezTo>
                    <a:pt x="642905" y="661942"/>
                    <a:pt x="642905" y="661942"/>
                    <a:pt x="642905" y="664661"/>
                  </a:cubicBezTo>
                  <a:cubicBezTo>
                    <a:pt x="645624" y="678259"/>
                    <a:pt x="651064" y="678259"/>
                    <a:pt x="653783" y="678259"/>
                  </a:cubicBezTo>
                  <a:lnTo>
                    <a:pt x="653783" y="678259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F0AB490B-1218-92E4-AD81-5B52AA147A09}"/>
                </a:ext>
              </a:extLst>
            </p:cNvPr>
            <p:cNvSpPr/>
            <p:nvPr/>
          </p:nvSpPr>
          <p:spPr>
            <a:xfrm>
              <a:off x="6362526" y="4242177"/>
              <a:ext cx="492259" cy="674476"/>
            </a:xfrm>
            <a:custGeom>
              <a:avLst/>
              <a:gdLst>
                <a:gd name="connsiteX0" fmla="*/ 225733 w 492259"/>
                <a:gd name="connsiteY0" fmla="*/ 97907 h 674476"/>
                <a:gd name="connsiteX1" fmla="*/ 209415 w 492259"/>
                <a:gd name="connsiteY1" fmla="*/ 119665 h 674476"/>
                <a:gd name="connsiteX2" fmla="*/ 201256 w 492259"/>
                <a:gd name="connsiteY2" fmla="*/ 152300 h 674476"/>
                <a:gd name="connsiteX3" fmla="*/ 198536 w 492259"/>
                <a:gd name="connsiteY3" fmla="*/ 168618 h 674476"/>
                <a:gd name="connsiteX4" fmla="*/ 195817 w 492259"/>
                <a:gd name="connsiteY4" fmla="*/ 184936 h 674476"/>
                <a:gd name="connsiteX5" fmla="*/ 187658 w 492259"/>
                <a:gd name="connsiteY5" fmla="*/ 220292 h 674476"/>
                <a:gd name="connsiteX6" fmla="*/ 168620 w 492259"/>
                <a:gd name="connsiteY6" fmla="*/ 291003 h 674476"/>
                <a:gd name="connsiteX7" fmla="*/ 160461 w 492259"/>
                <a:gd name="connsiteY7" fmla="*/ 323639 h 674476"/>
                <a:gd name="connsiteX8" fmla="*/ 149582 w 492259"/>
                <a:gd name="connsiteY8" fmla="*/ 361714 h 674476"/>
                <a:gd name="connsiteX9" fmla="*/ 144143 w 492259"/>
                <a:gd name="connsiteY9" fmla="*/ 388910 h 674476"/>
                <a:gd name="connsiteX10" fmla="*/ 149582 w 492259"/>
                <a:gd name="connsiteY10" fmla="*/ 391630 h 674476"/>
                <a:gd name="connsiteX11" fmla="*/ 171340 w 492259"/>
                <a:gd name="connsiteY11" fmla="*/ 391630 h 674476"/>
                <a:gd name="connsiteX12" fmla="*/ 193097 w 492259"/>
                <a:gd name="connsiteY12" fmla="*/ 388910 h 674476"/>
                <a:gd name="connsiteX13" fmla="*/ 212135 w 492259"/>
                <a:gd name="connsiteY13" fmla="*/ 388910 h 674476"/>
                <a:gd name="connsiteX14" fmla="*/ 236611 w 492259"/>
                <a:gd name="connsiteY14" fmla="*/ 388910 h 674476"/>
                <a:gd name="connsiteX15" fmla="*/ 250210 w 492259"/>
                <a:gd name="connsiteY15" fmla="*/ 386191 h 674476"/>
                <a:gd name="connsiteX16" fmla="*/ 258369 w 492259"/>
                <a:gd name="connsiteY16" fmla="*/ 386191 h 674476"/>
                <a:gd name="connsiteX17" fmla="*/ 255649 w 492259"/>
                <a:gd name="connsiteY17" fmla="*/ 367153 h 674476"/>
                <a:gd name="connsiteX18" fmla="*/ 250210 w 492259"/>
                <a:gd name="connsiteY18" fmla="*/ 331797 h 674476"/>
                <a:gd name="connsiteX19" fmla="*/ 247490 w 492259"/>
                <a:gd name="connsiteY19" fmla="*/ 244769 h 674476"/>
                <a:gd name="connsiteX20" fmla="*/ 242051 w 492259"/>
                <a:gd name="connsiteY20" fmla="*/ 203974 h 674476"/>
                <a:gd name="connsiteX21" fmla="*/ 236611 w 492259"/>
                <a:gd name="connsiteY21" fmla="*/ 157740 h 674476"/>
                <a:gd name="connsiteX22" fmla="*/ 233892 w 492259"/>
                <a:gd name="connsiteY22" fmla="*/ 119665 h 674476"/>
                <a:gd name="connsiteX23" fmla="*/ 225733 w 492259"/>
                <a:gd name="connsiteY23" fmla="*/ 97907 h 674476"/>
                <a:gd name="connsiteX24" fmla="*/ 274687 w 492259"/>
                <a:gd name="connsiteY24" fmla="*/ 0 h 674476"/>
                <a:gd name="connsiteX25" fmla="*/ 304603 w 492259"/>
                <a:gd name="connsiteY25" fmla="*/ 5439 h 674476"/>
                <a:gd name="connsiteX26" fmla="*/ 320921 w 492259"/>
                <a:gd name="connsiteY26" fmla="*/ 24477 h 674476"/>
                <a:gd name="connsiteX27" fmla="*/ 334519 w 492259"/>
                <a:gd name="connsiteY27" fmla="*/ 43515 h 674476"/>
                <a:gd name="connsiteX28" fmla="*/ 339959 w 492259"/>
                <a:gd name="connsiteY28" fmla="*/ 65272 h 674476"/>
                <a:gd name="connsiteX29" fmla="*/ 348118 w 492259"/>
                <a:gd name="connsiteY29" fmla="*/ 114226 h 674476"/>
                <a:gd name="connsiteX30" fmla="*/ 361716 w 492259"/>
                <a:gd name="connsiteY30" fmla="*/ 163180 h 674476"/>
                <a:gd name="connsiteX31" fmla="*/ 369875 w 492259"/>
                <a:gd name="connsiteY31" fmla="*/ 220293 h 674476"/>
                <a:gd name="connsiteX32" fmla="*/ 378034 w 492259"/>
                <a:gd name="connsiteY32" fmla="*/ 274686 h 674476"/>
                <a:gd name="connsiteX33" fmla="*/ 383473 w 492259"/>
                <a:gd name="connsiteY33" fmla="*/ 301883 h 674476"/>
                <a:gd name="connsiteX34" fmla="*/ 391632 w 492259"/>
                <a:gd name="connsiteY34" fmla="*/ 337238 h 674476"/>
                <a:gd name="connsiteX35" fmla="*/ 397071 w 492259"/>
                <a:gd name="connsiteY35" fmla="*/ 364435 h 674476"/>
                <a:gd name="connsiteX36" fmla="*/ 405230 w 492259"/>
                <a:gd name="connsiteY36" fmla="*/ 383473 h 674476"/>
                <a:gd name="connsiteX37" fmla="*/ 416109 w 492259"/>
                <a:gd name="connsiteY37" fmla="*/ 386192 h 674476"/>
                <a:gd name="connsiteX38" fmla="*/ 426988 w 492259"/>
                <a:gd name="connsiteY38" fmla="*/ 386192 h 674476"/>
                <a:gd name="connsiteX39" fmla="*/ 454184 w 492259"/>
                <a:gd name="connsiteY39" fmla="*/ 397071 h 674476"/>
                <a:gd name="connsiteX40" fmla="*/ 456904 w 492259"/>
                <a:gd name="connsiteY40" fmla="*/ 405230 h 674476"/>
                <a:gd name="connsiteX41" fmla="*/ 451464 w 492259"/>
                <a:gd name="connsiteY41" fmla="*/ 416108 h 674476"/>
                <a:gd name="connsiteX42" fmla="*/ 432427 w 492259"/>
                <a:gd name="connsiteY42" fmla="*/ 429707 h 674476"/>
                <a:gd name="connsiteX43" fmla="*/ 421548 w 492259"/>
                <a:gd name="connsiteY43" fmla="*/ 432426 h 674476"/>
                <a:gd name="connsiteX44" fmla="*/ 413389 w 492259"/>
                <a:gd name="connsiteY44" fmla="*/ 435146 h 674476"/>
                <a:gd name="connsiteX45" fmla="*/ 413389 w 492259"/>
                <a:gd name="connsiteY45" fmla="*/ 440585 h 674476"/>
                <a:gd name="connsiteX46" fmla="*/ 416109 w 492259"/>
                <a:gd name="connsiteY46" fmla="*/ 451464 h 674476"/>
                <a:gd name="connsiteX47" fmla="*/ 418829 w 492259"/>
                <a:gd name="connsiteY47" fmla="*/ 465062 h 674476"/>
                <a:gd name="connsiteX48" fmla="*/ 418829 w 492259"/>
                <a:gd name="connsiteY48" fmla="*/ 475941 h 674476"/>
                <a:gd name="connsiteX49" fmla="*/ 418829 w 492259"/>
                <a:gd name="connsiteY49" fmla="*/ 486820 h 674476"/>
                <a:gd name="connsiteX50" fmla="*/ 426988 w 492259"/>
                <a:gd name="connsiteY50" fmla="*/ 516736 h 674476"/>
                <a:gd name="connsiteX51" fmla="*/ 432427 w 492259"/>
                <a:gd name="connsiteY51" fmla="*/ 543932 h 674476"/>
                <a:gd name="connsiteX52" fmla="*/ 437866 w 492259"/>
                <a:gd name="connsiteY52" fmla="*/ 573848 h 674476"/>
                <a:gd name="connsiteX53" fmla="*/ 443306 w 492259"/>
                <a:gd name="connsiteY53" fmla="*/ 606484 h 674476"/>
                <a:gd name="connsiteX54" fmla="*/ 446025 w 492259"/>
                <a:gd name="connsiteY54" fmla="*/ 617363 h 674476"/>
                <a:gd name="connsiteX55" fmla="*/ 470502 w 492259"/>
                <a:gd name="connsiteY55" fmla="*/ 617363 h 674476"/>
                <a:gd name="connsiteX56" fmla="*/ 492259 w 492259"/>
                <a:gd name="connsiteY56" fmla="*/ 641840 h 674476"/>
                <a:gd name="connsiteX57" fmla="*/ 484101 w 492259"/>
                <a:gd name="connsiteY57" fmla="*/ 655438 h 674476"/>
                <a:gd name="connsiteX58" fmla="*/ 467782 w 492259"/>
                <a:gd name="connsiteY58" fmla="*/ 663597 h 674476"/>
                <a:gd name="connsiteX59" fmla="*/ 443306 w 492259"/>
                <a:gd name="connsiteY59" fmla="*/ 666317 h 674476"/>
                <a:gd name="connsiteX60" fmla="*/ 421548 w 492259"/>
                <a:gd name="connsiteY60" fmla="*/ 666317 h 674476"/>
                <a:gd name="connsiteX61" fmla="*/ 413389 w 492259"/>
                <a:gd name="connsiteY61" fmla="*/ 666317 h 674476"/>
                <a:gd name="connsiteX62" fmla="*/ 399791 w 492259"/>
                <a:gd name="connsiteY62" fmla="*/ 671756 h 674476"/>
                <a:gd name="connsiteX63" fmla="*/ 383473 w 492259"/>
                <a:gd name="connsiteY63" fmla="*/ 674476 h 674476"/>
                <a:gd name="connsiteX64" fmla="*/ 348118 w 492259"/>
                <a:gd name="connsiteY64" fmla="*/ 669036 h 674476"/>
                <a:gd name="connsiteX65" fmla="*/ 326360 w 492259"/>
                <a:gd name="connsiteY65" fmla="*/ 669036 h 674476"/>
                <a:gd name="connsiteX66" fmla="*/ 277406 w 492259"/>
                <a:gd name="connsiteY66" fmla="*/ 669036 h 674476"/>
                <a:gd name="connsiteX67" fmla="*/ 252930 w 492259"/>
                <a:gd name="connsiteY67" fmla="*/ 663597 h 674476"/>
                <a:gd name="connsiteX68" fmla="*/ 236611 w 492259"/>
                <a:gd name="connsiteY68" fmla="*/ 647279 h 674476"/>
                <a:gd name="connsiteX69" fmla="*/ 261088 w 492259"/>
                <a:gd name="connsiteY69" fmla="*/ 630961 h 674476"/>
                <a:gd name="connsiteX70" fmla="*/ 288285 w 492259"/>
                <a:gd name="connsiteY70" fmla="*/ 628241 h 674476"/>
                <a:gd name="connsiteX71" fmla="*/ 285565 w 492259"/>
                <a:gd name="connsiteY71" fmla="*/ 609204 h 674476"/>
                <a:gd name="connsiteX72" fmla="*/ 282846 w 492259"/>
                <a:gd name="connsiteY72" fmla="*/ 582007 h 674476"/>
                <a:gd name="connsiteX73" fmla="*/ 280126 w 492259"/>
                <a:gd name="connsiteY73" fmla="*/ 568409 h 674476"/>
                <a:gd name="connsiteX74" fmla="*/ 282846 w 492259"/>
                <a:gd name="connsiteY74" fmla="*/ 554811 h 674476"/>
                <a:gd name="connsiteX75" fmla="*/ 277406 w 492259"/>
                <a:gd name="connsiteY75" fmla="*/ 538493 h 674476"/>
                <a:gd name="connsiteX76" fmla="*/ 271967 w 492259"/>
                <a:gd name="connsiteY76" fmla="*/ 505857 h 674476"/>
                <a:gd name="connsiteX77" fmla="*/ 269247 w 492259"/>
                <a:gd name="connsiteY77" fmla="*/ 478660 h 674476"/>
                <a:gd name="connsiteX78" fmla="*/ 266528 w 492259"/>
                <a:gd name="connsiteY78" fmla="*/ 446025 h 674476"/>
                <a:gd name="connsiteX79" fmla="*/ 261088 w 492259"/>
                <a:gd name="connsiteY79" fmla="*/ 437866 h 674476"/>
                <a:gd name="connsiteX80" fmla="*/ 250210 w 492259"/>
                <a:gd name="connsiteY80" fmla="*/ 437866 h 674476"/>
                <a:gd name="connsiteX81" fmla="*/ 220293 w 492259"/>
                <a:gd name="connsiteY81" fmla="*/ 440585 h 674476"/>
                <a:gd name="connsiteX82" fmla="*/ 190377 w 492259"/>
                <a:gd name="connsiteY82" fmla="*/ 443305 h 674476"/>
                <a:gd name="connsiteX83" fmla="*/ 165900 w 492259"/>
                <a:gd name="connsiteY83" fmla="*/ 443305 h 674476"/>
                <a:gd name="connsiteX84" fmla="*/ 144143 w 492259"/>
                <a:gd name="connsiteY84" fmla="*/ 440585 h 674476"/>
                <a:gd name="connsiteX85" fmla="*/ 135984 w 492259"/>
                <a:gd name="connsiteY85" fmla="*/ 454184 h 674476"/>
                <a:gd name="connsiteX86" fmla="*/ 130545 w 492259"/>
                <a:gd name="connsiteY86" fmla="*/ 486820 h 674476"/>
                <a:gd name="connsiteX87" fmla="*/ 119666 w 492259"/>
                <a:gd name="connsiteY87" fmla="*/ 541213 h 674476"/>
                <a:gd name="connsiteX88" fmla="*/ 103348 w 492259"/>
                <a:gd name="connsiteY88" fmla="*/ 614643 h 674476"/>
                <a:gd name="connsiteX89" fmla="*/ 133264 w 492259"/>
                <a:gd name="connsiteY89" fmla="*/ 614643 h 674476"/>
                <a:gd name="connsiteX90" fmla="*/ 168620 w 492259"/>
                <a:gd name="connsiteY90" fmla="*/ 630961 h 674476"/>
                <a:gd name="connsiteX91" fmla="*/ 163181 w 492259"/>
                <a:gd name="connsiteY91" fmla="*/ 647279 h 674476"/>
                <a:gd name="connsiteX92" fmla="*/ 146863 w 492259"/>
                <a:gd name="connsiteY92" fmla="*/ 655438 h 674476"/>
                <a:gd name="connsiteX93" fmla="*/ 127825 w 492259"/>
                <a:gd name="connsiteY93" fmla="*/ 658158 h 674476"/>
                <a:gd name="connsiteX94" fmla="*/ 106068 w 492259"/>
                <a:gd name="connsiteY94" fmla="*/ 658158 h 674476"/>
                <a:gd name="connsiteX95" fmla="*/ 62552 w 492259"/>
                <a:gd name="connsiteY95" fmla="*/ 658158 h 674476"/>
                <a:gd name="connsiteX96" fmla="*/ 40795 w 492259"/>
                <a:gd name="connsiteY96" fmla="*/ 658158 h 674476"/>
                <a:gd name="connsiteX97" fmla="*/ 16318 w 492259"/>
                <a:gd name="connsiteY97" fmla="*/ 652718 h 674476"/>
                <a:gd name="connsiteX98" fmla="*/ 0 w 492259"/>
                <a:gd name="connsiteY98" fmla="*/ 636401 h 674476"/>
                <a:gd name="connsiteX99" fmla="*/ 2720 w 492259"/>
                <a:gd name="connsiteY99" fmla="*/ 628241 h 674476"/>
                <a:gd name="connsiteX100" fmla="*/ 24477 w 492259"/>
                <a:gd name="connsiteY100" fmla="*/ 620082 h 674476"/>
                <a:gd name="connsiteX101" fmla="*/ 62552 w 492259"/>
                <a:gd name="connsiteY101" fmla="*/ 617363 h 674476"/>
                <a:gd name="connsiteX102" fmla="*/ 62552 w 492259"/>
                <a:gd name="connsiteY102" fmla="*/ 614643 h 674476"/>
                <a:gd name="connsiteX103" fmla="*/ 65272 w 492259"/>
                <a:gd name="connsiteY103" fmla="*/ 587447 h 674476"/>
                <a:gd name="connsiteX104" fmla="*/ 76151 w 492259"/>
                <a:gd name="connsiteY104" fmla="*/ 522175 h 674476"/>
                <a:gd name="connsiteX105" fmla="*/ 87029 w 492259"/>
                <a:gd name="connsiteY105" fmla="*/ 470501 h 674476"/>
                <a:gd name="connsiteX106" fmla="*/ 92468 w 492259"/>
                <a:gd name="connsiteY106" fmla="*/ 446025 h 674476"/>
                <a:gd name="connsiteX107" fmla="*/ 65272 w 492259"/>
                <a:gd name="connsiteY107" fmla="*/ 432426 h 674476"/>
                <a:gd name="connsiteX108" fmla="*/ 54393 w 492259"/>
                <a:gd name="connsiteY108" fmla="*/ 421548 h 674476"/>
                <a:gd name="connsiteX109" fmla="*/ 73431 w 492259"/>
                <a:gd name="connsiteY109" fmla="*/ 407949 h 674476"/>
                <a:gd name="connsiteX110" fmla="*/ 100629 w 492259"/>
                <a:gd name="connsiteY110" fmla="*/ 399790 h 674476"/>
                <a:gd name="connsiteX111" fmla="*/ 108788 w 492259"/>
                <a:gd name="connsiteY111" fmla="*/ 369874 h 674476"/>
                <a:gd name="connsiteX112" fmla="*/ 125105 w 492259"/>
                <a:gd name="connsiteY112" fmla="*/ 307322 h 674476"/>
                <a:gd name="connsiteX113" fmla="*/ 141423 w 492259"/>
                <a:gd name="connsiteY113" fmla="*/ 242051 h 674476"/>
                <a:gd name="connsiteX114" fmla="*/ 155022 w 492259"/>
                <a:gd name="connsiteY114" fmla="*/ 179498 h 674476"/>
                <a:gd name="connsiteX115" fmla="*/ 168620 w 492259"/>
                <a:gd name="connsiteY115" fmla="*/ 119665 h 674476"/>
                <a:gd name="connsiteX116" fmla="*/ 193097 w 492259"/>
                <a:gd name="connsiteY116" fmla="*/ 57113 h 674476"/>
                <a:gd name="connsiteX117" fmla="*/ 201256 w 492259"/>
                <a:gd name="connsiteY117" fmla="*/ 38075 h 674476"/>
                <a:gd name="connsiteX118" fmla="*/ 217574 w 492259"/>
                <a:gd name="connsiteY118" fmla="*/ 13598 h 674476"/>
                <a:gd name="connsiteX119" fmla="*/ 274687 w 492259"/>
                <a:gd name="connsiteY119" fmla="*/ 0 h 674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</a:cxnLst>
              <a:rect l="l" t="t" r="r" b="b"/>
              <a:pathLst>
                <a:path w="492259" h="674476">
                  <a:moveTo>
                    <a:pt x="225733" y="97907"/>
                  </a:moveTo>
                  <a:cubicBezTo>
                    <a:pt x="217574" y="97907"/>
                    <a:pt x="209415" y="114225"/>
                    <a:pt x="209415" y="119665"/>
                  </a:cubicBezTo>
                  <a:cubicBezTo>
                    <a:pt x="206695" y="130543"/>
                    <a:pt x="203976" y="144141"/>
                    <a:pt x="201256" y="152300"/>
                  </a:cubicBezTo>
                  <a:cubicBezTo>
                    <a:pt x="198536" y="157740"/>
                    <a:pt x="198536" y="163179"/>
                    <a:pt x="198536" y="168618"/>
                  </a:cubicBezTo>
                  <a:cubicBezTo>
                    <a:pt x="198536" y="174058"/>
                    <a:pt x="195817" y="179497"/>
                    <a:pt x="195817" y="184936"/>
                  </a:cubicBezTo>
                  <a:cubicBezTo>
                    <a:pt x="193097" y="195815"/>
                    <a:pt x="190377" y="209413"/>
                    <a:pt x="187658" y="220292"/>
                  </a:cubicBezTo>
                  <a:cubicBezTo>
                    <a:pt x="184938" y="244769"/>
                    <a:pt x="176779" y="269246"/>
                    <a:pt x="168620" y="291003"/>
                  </a:cubicBezTo>
                  <a:cubicBezTo>
                    <a:pt x="165900" y="301881"/>
                    <a:pt x="163181" y="312760"/>
                    <a:pt x="160461" y="323639"/>
                  </a:cubicBezTo>
                  <a:cubicBezTo>
                    <a:pt x="157742" y="337237"/>
                    <a:pt x="155022" y="348115"/>
                    <a:pt x="149582" y="361714"/>
                  </a:cubicBezTo>
                  <a:cubicBezTo>
                    <a:pt x="146863" y="367153"/>
                    <a:pt x="144143" y="383471"/>
                    <a:pt x="144143" y="388910"/>
                  </a:cubicBezTo>
                  <a:cubicBezTo>
                    <a:pt x="144143" y="391630"/>
                    <a:pt x="146863" y="391630"/>
                    <a:pt x="149582" y="391630"/>
                  </a:cubicBezTo>
                  <a:cubicBezTo>
                    <a:pt x="155022" y="391630"/>
                    <a:pt x="168620" y="391630"/>
                    <a:pt x="171340" y="391630"/>
                  </a:cubicBezTo>
                  <a:cubicBezTo>
                    <a:pt x="179498" y="391630"/>
                    <a:pt x="187658" y="391630"/>
                    <a:pt x="193097" y="388910"/>
                  </a:cubicBezTo>
                  <a:cubicBezTo>
                    <a:pt x="198536" y="388910"/>
                    <a:pt x="203976" y="388910"/>
                    <a:pt x="212135" y="388910"/>
                  </a:cubicBezTo>
                  <a:cubicBezTo>
                    <a:pt x="217574" y="388910"/>
                    <a:pt x="225733" y="388910"/>
                    <a:pt x="236611" y="388910"/>
                  </a:cubicBezTo>
                  <a:cubicBezTo>
                    <a:pt x="242051" y="388910"/>
                    <a:pt x="247490" y="388910"/>
                    <a:pt x="250210" y="386191"/>
                  </a:cubicBezTo>
                  <a:cubicBezTo>
                    <a:pt x="255649" y="391630"/>
                    <a:pt x="258369" y="388910"/>
                    <a:pt x="258369" y="386191"/>
                  </a:cubicBezTo>
                  <a:cubicBezTo>
                    <a:pt x="258369" y="380751"/>
                    <a:pt x="255649" y="372592"/>
                    <a:pt x="255649" y="367153"/>
                  </a:cubicBezTo>
                  <a:cubicBezTo>
                    <a:pt x="252930" y="353555"/>
                    <a:pt x="250210" y="342676"/>
                    <a:pt x="250210" y="331797"/>
                  </a:cubicBezTo>
                  <a:cubicBezTo>
                    <a:pt x="250210" y="301881"/>
                    <a:pt x="250210" y="274685"/>
                    <a:pt x="247490" y="244769"/>
                  </a:cubicBezTo>
                  <a:cubicBezTo>
                    <a:pt x="247490" y="231170"/>
                    <a:pt x="244771" y="217572"/>
                    <a:pt x="242051" y="203974"/>
                  </a:cubicBezTo>
                  <a:cubicBezTo>
                    <a:pt x="239331" y="187656"/>
                    <a:pt x="236611" y="174058"/>
                    <a:pt x="236611" y="157740"/>
                  </a:cubicBezTo>
                  <a:cubicBezTo>
                    <a:pt x="236611" y="152300"/>
                    <a:pt x="236611" y="133263"/>
                    <a:pt x="233892" y="119665"/>
                  </a:cubicBezTo>
                  <a:cubicBezTo>
                    <a:pt x="233892" y="106066"/>
                    <a:pt x="231172" y="97907"/>
                    <a:pt x="225733" y="97907"/>
                  </a:cubicBezTo>
                  <a:close/>
                  <a:moveTo>
                    <a:pt x="274687" y="0"/>
                  </a:moveTo>
                  <a:cubicBezTo>
                    <a:pt x="288285" y="0"/>
                    <a:pt x="293724" y="2720"/>
                    <a:pt x="304603" y="5439"/>
                  </a:cubicBezTo>
                  <a:cubicBezTo>
                    <a:pt x="315481" y="10879"/>
                    <a:pt x="315481" y="16318"/>
                    <a:pt x="320921" y="24477"/>
                  </a:cubicBezTo>
                  <a:cubicBezTo>
                    <a:pt x="326360" y="29916"/>
                    <a:pt x="331800" y="35356"/>
                    <a:pt x="334519" y="43515"/>
                  </a:cubicBezTo>
                  <a:cubicBezTo>
                    <a:pt x="337239" y="51674"/>
                    <a:pt x="337239" y="57113"/>
                    <a:pt x="339959" y="65272"/>
                  </a:cubicBezTo>
                  <a:cubicBezTo>
                    <a:pt x="345398" y="78870"/>
                    <a:pt x="342678" y="97908"/>
                    <a:pt x="348118" y="114226"/>
                  </a:cubicBezTo>
                  <a:cubicBezTo>
                    <a:pt x="350837" y="130544"/>
                    <a:pt x="358996" y="146863"/>
                    <a:pt x="361716" y="163180"/>
                  </a:cubicBezTo>
                  <a:cubicBezTo>
                    <a:pt x="364435" y="182218"/>
                    <a:pt x="364435" y="201256"/>
                    <a:pt x="369875" y="220293"/>
                  </a:cubicBezTo>
                  <a:cubicBezTo>
                    <a:pt x="375314" y="239331"/>
                    <a:pt x="378034" y="255649"/>
                    <a:pt x="378034" y="274686"/>
                  </a:cubicBezTo>
                  <a:cubicBezTo>
                    <a:pt x="378034" y="282845"/>
                    <a:pt x="380753" y="293724"/>
                    <a:pt x="383473" y="301883"/>
                  </a:cubicBezTo>
                  <a:cubicBezTo>
                    <a:pt x="386193" y="312762"/>
                    <a:pt x="388913" y="326360"/>
                    <a:pt x="391632" y="337238"/>
                  </a:cubicBezTo>
                  <a:cubicBezTo>
                    <a:pt x="391632" y="342678"/>
                    <a:pt x="394352" y="353556"/>
                    <a:pt x="397071" y="364435"/>
                  </a:cubicBezTo>
                  <a:cubicBezTo>
                    <a:pt x="399791" y="372594"/>
                    <a:pt x="402511" y="380753"/>
                    <a:pt x="405230" y="383473"/>
                  </a:cubicBezTo>
                  <a:cubicBezTo>
                    <a:pt x="407950" y="386192"/>
                    <a:pt x="413389" y="386192"/>
                    <a:pt x="416109" y="386192"/>
                  </a:cubicBezTo>
                  <a:cubicBezTo>
                    <a:pt x="418829" y="386192"/>
                    <a:pt x="424268" y="386192"/>
                    <a:pt x="426988" y="386192"/>
                  </a:cubicBezTo>
                  <a:cubicBezTo>
                    <a:pt x="437866" y="386192"/>
                    <a:pt x="448745" y="388912"/>
                    <a:pt x="454184" y="397071"/>
                  </a:cubicBezTo>
                  <a:cubicBezTo>
                    <a:pt x="456904" y="399790"/>
                    <a:pt x="456904" y="402510"/>
                    <a:pt x="456904" y="405230"/>
                  </a:cubicBezTo>
                  <a:cubicBezTo>
                    <a:pt x="456904" y="407949"/>
                    <a:pt x="454184" y="410669"/>
                    <a:pt x="451464" y="416108"/>
                  </a:cubicBezTo>
                  <a:cubicBezTo>
                    <a:pt x="446025" y="421548"/>
                    <a:pt x="440586" y="426987"/>
                    <a:pt x="432427" y="429707"/>
                  </a:cubicBezTo>
                  <a:cubicBezTo>
                    <a:pt x="429707" y="429707"/>
                    <a:pt x="426988" y="432426"/>
                    <a:pt x="421548" y="432426"/>
                  </a:cubicBezTo>
                  <a:cubicBezTo>
                    <a:pt x="418829" y="432426"/>
                    <a:pt x="416109" y="432426"/>
                    <a:pt x="413389" y="435146"/>
                  </a:cubicBezTo>
                  <a:cubicBezTo>
                    <a:pt x="413389" y="435146"/>
                    <a:pt x="413389" y="437866"/>
                    <a:pt x="413389" y="440585"/>
                  </a:cubicBezTo>
                  <a:cubicBezTo>
                    <a:pt x="413389" y="443305"/>
                    <a:pt x="413389" y="448744"/>
                    <a:pt x="416109" y="451464"/>
                  </a:cubicBezTo>
                  <a:cubicBezTo>
                    <a:pt x="416109" y="456903"/>
                    <a:pt x="418829" y="462343"/>
                    <a:pt x="418829" y="465062"/>
                  </a:cubicBezTo>
                  <a:lnTo>
                    <a:pt x="418829" y="475941"/>
                  </a:lnTo>
                  <a:cubicBezTo>
                    <a:pt x="418829" y="481380"/>
                    <a:pt x="418829" y="484100"/>
                    <a:pt x="418829" y="486820"/>
                  </a:cubicBezTo>
                  <a:cubicBezTo>
                    <a:pt x="421548" y="497698"/>
                    <a:pt x="424268" y="505857"/>
                    <a:pt x="426988" y="516736"/>
                  </a:cubicBezTo>
                  <a:cubicBezTo>
                    <a:pt x="426988" y="524895"/>
                    <a:pt x="429707" y="535773"/>
                    <a:pt x="432427" y="543932"/>
                  </a:cubicBezTo>
                  <a:cubicBezTo>
                    <a:pt x="435147" y="554811"/>
                    <a:pt x="437866" y="562970"/>
                    <a:pt x="437866" y="573848"/>
                  </a:cubicBezTo>
                  <a:cubicBezTo>
                    <a:pt x="437866" y="587447"/>
                    <a:pt x="440586" y="595606"/>
                    <a:pt x="443306" y="606484"/>
                  </a:cubicBezTo>
                  <a:cubicBezTo>
                    <a:pt x="443306" y="609204"/>
                    <a:pt x="446025" y="614643"/>
                    <a:pt x="446025" y="617363"/>
                  </a:cubicBezTo>
                  <a:cubicBezTo>
                    <a:pt x="454184" y="617363"/>
                    <a:pt x="462343" y="617363"/>
                    <a:pt x="470502" y="617363"/>
                  </a:cubicBezTo>
                  <a:cubicBezTo>
                    <a:pt x="475942" y="625522"/>
                    <a:pt x="492259" y="630961"/>
                    <a:pt x="492259" y="641840"/>
                  </a:cubicBezTo>
                  <a:cubicBezTo>
                    <a:pt x="492259" y="647279"/>
                    <a:pt x="486820" y="649999"/>
                    <a:pt x="484101" y="655438"/>
                  </a:cubicBezTo>
                  <a:cubicBezTo>
                    <a:pt x="481381" y="660877"/>
                    <a:pt x="473222" y="663597"/>
                    <a:pt x="467782" y="663597"/>
                  </a:cubicBezTo>
                  <a:cubicBezTo>
                    <a:pt x="456904" y="666317"/>
                    <a:pt x="451464" y="666317"/>
                    <a:pt x="443306" y="666317"/>
                  </a:cubicBezTo>
                  <a:cubicBezTo>
                    <a:pt x="437866" y="666317"/>
                    <a:pt x="429707" y="666317"/>
                    <a:pt x="421548" y="666317"/>
                  </a:cubicBezTo>
                  <a:cubicBezTo>
                    <a:pt x="418829" y="666317"/>
                    <a:pt x="416109" y="666317"/>
                    <a:pt x="413389" y="666317"/>
                  </a:cubicBezTo>
                  <a:cubicBezTo>
                    <a:pt x="407950" y="669036"/>
                    <a:pt x="405230" y="669036"/>
                    <a:pt x="399791" y="671756"/>
                  </a:cubicBezTo>
                  <a:cubicBezTo>
                    <a:pt x="394352" y="671756"/>
                    <a:pt x="388913" y="674476"/>
                    <a:pt x="383473" y="674476"/>
                  </a:cubicBezTo>
                  <a:cubicBezTo>
                    <a:pt x="372594" y="674476"/>
                    <a:pt x="358996" y="671756"/>
                    <a:pt x="348118" y="669036"/>
                  </a:cubicBezTo>
                  <a:cubicBezTo>
                    <a:pt x="339959" y="669036"/>
                    <a:pt x="331800" y="669036"/>
                    <a:pt x="326360" y="669036"/>
                  </a:cubicBezTo>
                  <a:cubicBezTo>
                    <a:pt x="304603" y="669036"/>
                    <a:pt x="285565" y="669036"/>
                    <a:pt x="277406" y="669036"/>
                  </a:cubicBezTo>
                  <a:cubicBezTo>
                    <a:pt x="269247" y="669036"/>
                    <a:pt x="258369" y="669036"/>
                    <a:pt x="252930" y="663597"/>
                  </a:cubicBezTo>
                  <a:cubicBezTo>
                    <a:pt x="247490" y="660877"/>
                    <a:pt x="236611" y="655438"/>
                    <a:pt x="236611" y="647279"/>
                  </a:cubicBezTo>
                  <a:cubicBezTo>
                    <a:pt x="236611" y="636401"/>
                    <a:pt x="252930" y="633681"/>
                    <a:pt x="261088" y="630961"/>
                  </a:cubicBezTo>
                  <a:cubicBezTo>
                    <a:pt x="266528" y="630961"/>
                    <a:pt x="274687" y="630961"/>
                    <a:pt x="288285" y="628241"/>
                  </a:cubicBezTo>
                  <a:cubicBezTo>
                    <a:pt x="288285" y="620082"/>
                    <a:pt x="288285" y="614643"/>
                    <a:pt x="285565" y="609204"/>
                  </a:cubicBezTo>
                  <a:cubicBezTo>
                    <a:pt x="285565" y="601045"/>
                    <a:pt x="282846" y="590166"/>
                    <a:pt x="282846" y="582007"/>
                  </a:cubicBezTo>
                  <a:cubicBezTo>
                    <a:pt x="282846" y="576568"/>
                    <a:pt x="280126" y="573848"/>
                    <a:pt x="280126" y="568409"/>
                  </a:cubicBezTo>
                  <a:cubicBezTo>
                    <a:pt x="280126" y="562970"/>
                    <a:pt x="282846" y="557531"/>
                    <a:pt x="282846" y="554811"/>
                  </a:cubicBezTo>
                  <a:cubicBezTo>
                    <a:pt x="282846" y="549371"/>
                    <a:pt x="280126" y="546652"/>
                    <a:pt x="277406" y="538493"/>
                  </a:cubicBezTo>
                  <a:cubicBezTo>
                    <a:pt x="277406" y="527614"/>
                    <a:pt x="271967" y="516736"/>
                    <a:pt x="271967" y="505857"/>
                  </a:cubicBezTo>
                  <a:cubicBezTo>
                    <a:pt x="271967" y="494978"/>
                    <a:pt x="271967" y="486820"/>
                    <a:pt x="269247" y="478660"/>
                  </a:cubicBezTo>
                  <a:cubicBezTo>
                    <a:pt x="266528" y="467782"/>
                    <a:pt x="266528" y="456903"/>
                    <a:pt x="266528" y="446025"/>
                  </a:cubicBezTo>
                  <a:cubicBezTo>
                    <a:pt x="266528" y="440585"/>
                    <a:pt x="263808" y="437866"/>
                    <a:pt x="261088" y="437866"/>
                  </a:cubicBezTo>
                  <a:cubicBezTo>
                    <a:pt x="258369" y="437866"/>
                    <a:pt x="255649" y="437866"/>
                    <a:pt x="250210" y="437866"/>
                  </a:cubicBezTo>
                  <a:cubicBezTo>
                    <a:pt x="239331" y="437866"/>
                    <a:pt x="228452" y="437866"/>
                    <a:pt x="220293" y="440585"/>
                  </a:cubicBezTo>
                  <a:cubicBezTo>
                    <a:pt x="209415" y="440585"/>
                    <a:pt x="201256" y="443305"/>
                    <a:pt x="190377" y="443305"/>
                  </a:cubicBezTo>
                  <a:cubicBezTo>
                    <a:pt x="182218" y="443305"/>
                    <a:pt x="174059" y="443305"/>
                    <a:pt x="165900" y="443305"/>
                  </a:cubicBezTo>
                  <a:cubicBezTo>
                    <a:pt x="163181" y="443305"/>
                    <a:pt x="152302" y="440585"/>
                    <a:pt x="144143" y="440585"/>
                  </a:cubicBezTo>
                  <a:cubicBezTo>
                    <a:pt x="135984" y="440585"/>
                    <a:pt x="135984" y="448744"/>
                    <a:pt x="135984" y="454184"/>
                  </a:cubicBezTo>
                  <a:cubicBezTo>
                    <a:pt x="135984" y="465062"/>
                    <a:pt x="133264" y="475941"/>
                    <a:pt x="130545" y="486820"/>
                  </a:cubicBezTo>
                  <a:cubicBezTo>
                    <a:pt x="127825" y="505857"/>
                    <a:pt x="122386" y="522175"/>
                    <a:pt x="119666" y="541213"/>
                  </a:cubicBezTo>
                  <a:cubicBezTo>
                    <a:pt x="116947" y="560250"/>
                    <a:pt x="108788" y="595606"/>
                    <a:pt x="103348" y="614643"/>
                  </a:cubicBezTo>
                  <a:cubicBezTo>
                    <a:pt x="111507" y="614643"/>
                    <a:pt x="122386" y="614643"/>
                    <a:pt x="133264" y="614643"/>
                  </a:cubicBezTo>
                  <a:cubicBezTo>
                    <a:pt x="146863" y="614643"/>
                    <a:pt x="168620" y="614643"/>
                    <a:pt x="168620" y="630961"/>
                  </a:cubicBezTo>
                  <a:cubicBezTo>
                    <a:pt x="168620" y="639120"/>
                    <a:pt x="165900" y="639120"/>
                    <a:pt x="163181" y="647279"/>
                  </a:cubicBezTo>
                  <a:cubicBezTo>
                    <a:pt x="160461" y="652718"/>
                    <a:pt x="152302" y="655438"/>
                    <a:pt x="146863" y="655438"/>
                  </a:cubicBezTo>
                  <a:cubicBezTo>
                    <a:pt x="138704" y="658158"/>
                    <a:pt x="133264" y="658158"/>
                    <a:pt x="127825" y="658158"/>
                  </a:cubicBezTo>
                  <a:cubicBezTo>
                    <a:pt x="122386" y="658158"/>
                    <a:pt x="116947" y="658158"/>
                    <a:pt x="106068" y="658158"/>
                  </a:cubicBezTo>
                  <a:cubicBezTo>
                    <a:pt x="92468" y="658158"/>
                    <a:pt x="78870" y="658158"/>
                    <a:pt x="62552" y="658158"/>
                  </a:cubicBezTo>
                  <a:cubicBezTo>
                    <a:pt x="54393" y="658158"/>
                    <a:pt x="46234" y="658158"/>
                    <a:pt x="40795" y="658158"/>
                  </a:cubicBezTo>
                  <a:cubicBezTo>
                    <a:pt x="32636" y="658158"/>
                    <a:pt x="21758" y="658158"/>
                    <a:pt x="16318" y="652718"/>
                  </a:cubicBezTo>
                  <a:cubicBezTo>
                    <a:pt x="8159" y="649999"/>
                    <a:pt x="0" y="641840"/>
                    <a:pt x="0" y="636401"/>
                  </a:cubicBezTo>
                  <a:cubicBezTo>
                    <a:pt x="0" y="633681"/>
                    <a:pt x="0" y="630961"/>
                    <a:pt x="2720" y="628241"/>
                  </a:cubicBezTo>
                  <a:cubicBezTo>
                    <a:pt x="8159" y="625522"/>
                    <a:pt x="16318" y="622802"/>
                    <a:pt x="24477" y="620082"/>
                  </a:cubicBezTo>
                  <a:cubicBezTo>
                    <a:pt x="38075" y="617363"/>
                    <a:pt x="48954" y="617363"/>
                    <a:pt x="62552" y="617363"/>
                  </a:cubicBezTo>
                  <a:cubicBezTo>
                    <a:pt x="62552" y="617363"/>
                    <a:pt x="62552" y="614643"/>
                    <a:pt x="62552" y="614643"/>
                  </a:cubicBezTo>
                  <a:cubicBezTo>
                    <a:pt x="62552" y="603765"/>
                    <a:pt x="65272" y="590166"/>
                    <a:pt x="65272" y="587447"/>
                  </a:cubicBezTo>
                  <a:cubicBezTo>
                    <a:pt x="67992" y="565689"/>
                    <a:pt x="73431" y="543932"/>
                    <a:pt x="76151" y="522175"/>
                  </a:cubicBezTo>
                  <a:cubicBezTo>
                    <a:pt x="78870" y="505857"/>
                    <a:pt x="81590" y="486820"/>
                    <a:pt x="87029" y="470501"/>
                  </a:cubicBezTo>
                  <a:cubicBezTo>
                    <a:pt x="87029" y="465062"/>
                    <a:pt x="92468" y="451464"/>
                    <a:pt x="92468" y="446025"/>
                  </a:cubicBezTo>
                  <a:cubicBezTo>
                    <a:pt x="92468" y="437866"/>
                    <a:pt x="73431" y="437866"/>
                    <a:pt x="65272" y="432426"/>
                  </a:cubicBezTo>
                  <a:cubicBezTo>
                    <a:pt x="59833" y="429707"/>
                    <a:pt x="54393" y="426987"/>
                    <a:pt x="54393" y="421548"/>
                  </a:cubicBezTo>
                  <a:cubicBezTo>
                    <a:pt x="54393" y="413389"/>
                    <a:pt x="62552" y="410669"/>
                    <a:pt x="73431" y="407949"/>
                  </a:cubicBezTo>
                  <a:cubicBezTo>
                    <a:pt x="78870" y="407949"/>
                    <a:pt x="92468" y="405230"/>
                    <a:pt x="100629" y="399790"/>
                  </a:cubicBezTo>
                  <a:cubicBezTo>
                    <a:pt x="106068" y="394351"/>
                    <a:pt x="106068" y="378033"/>
                    <a:pt x="108788" y="369874"/>
                  </a:cubicBezTo>
                  <a:cubicBezTo>
                    <a:pt x="114227" y="348117"/>
                    <a:pt x="119666" y="326360"/>
                    <a:pt x="125105" y="307322"/>
                  </a:cubicBezTo>
                  <a:cubicBezTo>
                    <a:pt x="130545" y="285565"/>
                    <a:pt x="135984" y="263808"/>
                    <a:pt x="141423" y="242051"/>
                  </a:cubicBezTo>
                  <a:cubicBezTo>
                    <a:pt x="146863" y="220293"/>
                    <a:pt x="152302" y="198536"/>
                    <a:pt x="155022" y="179498"/>
                  </a:cubicBezTo>
                  <a:cubicBezTo>
                    <a:pt x="157742" y="160461"/>
                    <a:pt x="163181" y="138703"/>
                    <a:pt x="168620" y="119665"/>
                  </a:cubicBezTo>
                  <a:cubicBezTo>
                    <a:pt x="176779" y="100627"/>
                    <a:pt x="182218" y="76150"/>
                    <a:pt x="193097" y="57113"/>
                  </a:cubicBezTo>
                  <a:lnTo>
                    <a:pt x="201256" y="38075"/>
                  </a:lnTo>
                  <a:cubicBezTo>
                    <a:pt x="206695" y="29916"/>
                    <a:pt x="209415" y="19038"/>
                    <a:pt x="217574" y="13598"/>
                  </a:cubicBezTo>
                  <a:cubicBezTo>
                    <a:pt x="231172" y="2720"/>
                    <a:pt x="255649" y="0"/>
                    <a:pt x="274687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4084DA4C-9FEA-2D38-7F2A-F0F086AA6679}"/>
                </a:ext>
              </a:extLst>
            </p:cNvPr>
            <p:cNvSpPr/>
            <p:nvPr/>
          </p:nvSpPr>
          <p:spPr>
            <a:xfrm>
              <a:off x="6876542" y="4244897"/>
              <a:ext cx="462342" cy="677195"/>
            </a:xfrm>
            <a:custGeom>
              <a:avLst/>
              <a:gdLst>
                <a:gd name="connsiteX0" fmla="*/ 214853 w 462342"/>
                <a:gd name="connsiteY0" fmla="*/ 65272 h 677195"/>
                <a:gd name="connsiteX1" fmla="*/ 195815 w 462342"/>
                <a:gd name="connsiteY1" fmla="*/ 73431 h 677195"/>
                <a:gd name="connsiteX2" fmla="*/ 193096 w 462342"/>
                <a:gd name="connsiteY2" fmla="*/ 125105 h 677195"/>
                <a:gd name="connsiteX3" fmla="*/ 190376 w 462342"/>
                <a:gd name="connsiteY3" fmla="*/ 280125 h 677195"/>
                <a:gd name="connsiteX4" fmla="*/ 190376 w 462342"/>
                <a:gd name="connsiteY4" fmla="*/ 301882 h 677195"/>
                <a:gd name="connsiteX5" fmla="*/ 193096 w 462342"/>
                <a:gd name="connsiteY5" fmla="*/ 342677 h 677195"/>
                <a:gd name="connsiteX6" fmla="*/ 195815 w 462342"/>
                <a:gd name="connsiteY6" fmla="*/ 397070 h 677195"/>
                <a:gd name="connsiteX7" fmla="*/ 195815 w 462342"/>
                <a:gd name="connsiteY7" fmla="*/ 443304 h 677195"/>
                <a:gd name="connsiteX8" fmla="*/ 195815 w 462342"/>
                <a:gd name="connsiteY8" fmla="*/ 530333 h 677195"/>
                <a:gd name="connsiteX9" fmla="*/ 193096 w 462342"/>
                <a:gd name="connsiteY9" fmla="*/ 554810 h 677195"/>
                <a:gd name="connsiteX10" fmla="*/ 190376 w 462342"/>
                <a:gd name="connsiteY10" fmla="*/ 603764 h 677195"/>
                <a:gd name="connsiteX11" fmla="*/ 198535 w 462342"/>
                <a:gd name="connsiteY11" fmla="*/ 611923 h 677195"/>
                <a:gd name="connsiteX12" fmla="*/ 214853 w 462342"/>
                <a:gd name="connsiteY12" fmla="*/ 611923 h 677195"/>
                <a:gd name="connsiteX13" fmla="*/ 236610 w 462342"/>
                <a:gd name="connsiteY13" fmla="*/ 611923 h 677195"/>
                <a:gd name="connsiteX14" fmla="*/ 263807 w 462342"/>
                <a:gd name="connsiteY14" fmla="*/ 598325 h 677195"/>
                <a:gd name="connsiteX15" fmla="*/ 277405 w 462342"/>
                <a:gd name="connsiteY15" fmla="*/ 592885 h 677195"/>
                <a:gd name="connsiteX16" fmla="*/ 291004 w 462342"/>
                <a:gd name="connsiteY16" fmla="*/ 573848 h 677195"/>
                <a:gd name="connsiteX17" fmla="*/ 307322 w 462342"/>
                <a:gd name="connsiteY17" fmla="*/ 543931 h 677195"/>
                <a:gd name="connsiteX18" fmla="*/ 326359 w 462342"/>
                <a:gd name="connsiteY18" fmla="*/ 481379 h 677195"/>
                <a:gd name="connsiteX19" fmla="*/ 337238 w 462342"/>
                <a:gd name="connsiteY19" fmla="*/ 413388 h 677195"/>
                <a:gd name="connsiteX20" fmla="*/ 337238 w 462342"/>
                <a:gd name="connsiteY20" fmla="*/ 350836 h 677195"/>
                <a:gd name="connsiteX21" fmla="*/ 334518 w 462342"/>
                <a:gd name="connsiteY21" fmla="*/ 296443 h 677195"/>
                <a:gd name="connsiteX22" fmla="*/ 329079 w 462342"/>
                <a:gd name="connsiteY22" fmla="*/ 244769 h 677195"/>
                <a:gd name="connsiteX23" fmla="*/ 307322 w 462342"/>
                <a:gd name="connsiteY23" fmla="*/ 135983 h 677195"/>
                <a:gd name="connsiteX24" fmla="*/ 271966 w 462342"/>
                <a:gd name="connsiteY24" fmla="*/ 78870 h 677195"/>
                <a:gd name="connsiteX25" fmla="*/ 214853 w 462342"/>
                <a:gd name="connsiteY25" fmla="*/ 65272 h 677195"/>
                <a:gd name="connsiteX26" fmla="*/ 114226 w 462342"/>
                <a:gd name="connsiteY26" fmla="*/ 0 h 677195"/>
                <a:gd name="connsiteX27" fmla="*/ 127824 w 462342"/>
                <a:gd name="connsiteY27" fmla="*/ 0 h 677195"/>
                <a:gd name="connsiteX28" fmla="*/ 146862 w 462342"/>
                <a:gd name="connsiteY28" fmla="*/ 2720 h 677195"/>
                <a:gd name="connsiteX29" fmla="*/ 174059 w 462342"/>
                <a:gd name="connsiteY29" fmla="*/ 21758 h 677195"/>
                <a:gd name="connsiteX30" fmla="*/ 193096 w 462342"/>
                <a:gd name="connsiteY30" fmla="*/ 21758 h 677195"/>
                <a:gd name="connsiteX31" fmla="*/ 261088 w 462342"/>
                <a:gd name="connsiteY31" fmla="*/ 27197 h 677195"/>
                <a:gd name="connsiteX32" fmla="*/ 310042 w 462342"/>
                <a:gd name="connsiteY32" fmla="*/ 35356 h 677195"/>
                <a:gd name="connsiteX33" fmla="*/ 334518 w 462342"/>
                <a:gd name="connsiteY33" fmla="*/ 40795 h 677195"/>
                <a:gd name="connsiteX34" fmla="*/ 356276 w 462342"/>
                <a:gd name="connsiteY34" fmla="*/ 59833 h 677195"/>
                <a:gd name="connsiteX35" fmla="*/ 372593 w 462342"/>
                <a:gd name="connsiteY35" fmla="*/ 76151 h 677195"/>
                <a:gd name="connsiteX36" fmla="*/ 380752 w 462342"/>
                <a:gd name="connsiteY36" fmla="*/ 95188 h 677195"/>
                <a:gd name="connsiteX37" fmla="*/ 405230 w 462342"/>
                <a:gd name="connsiteY37" fmla="*/ 114226 h 677195"/>
                <a:gd name="connsiteX38" fmla="*/ 416108 w 462342"/>
                <a:gd name="connsiteY38" fmla="*/ 141422 h 677195"/>
                <a:gd name="connsiteX39" fmla="*/ 451464 w 462342"/>
                <a:gd name="connsiteY39" fmla="*/ 201256 h 677195"/>
                <a:gd name="connsiteX40" fmla="*/ 456903 w 462342"/>
                <a:gd name="connsiteY40" fmla="*/ 252929 h 677195"/>
                <a:gd name="connsiteX41" fmla="*/ 456903 w 462342"/>
                <a:gd name="connsiteY41" fmla="*/ 291004 h 677195"/>
                <a:gd name="connsiteX42" fmla="*/ 459623 w 462342"/>
                <a:gd name="connsiteY42" fmla="*/ 318201 h 677195"/>
                <a:gd name="connsiteX43" fmla="*/ 459623 w 462342"/>
                <a:gd name="connsiteY43" fmla="*/ 326360 h 677195"/>
                <a:gd name="connsiteX44" fmla="*/ 459623 w 462342"/>
                <a:gd name="connsiteY44" fmla="*/ 348117 h 677195"/>
                <a:gd name="connsiteX45" fmla="*/ 462342 w 462342"/>
                <a:gd name="connsiteY45" fmla="*/ 367155 h 677195"/>
                <a:gd name="connsiteX46" fmla="*/ 456903 w 462342"/>
                <a:gd name="connsiteY46" fmla="*/ 391632 h 677195"/>
                <a:gd name="connsiteX47" fmla="*/ 456903 w 462342"/>
                <a:gd name="connsiteY47" fmla="*/ 418828 h 677195"/>
                <a:gd name="connsiteX48" fmla="*/ 451464 w 462342"/>
                <a:gd name="connsiteY48" fmla="*/ 437866 h 677195"/>
                <a:gd name="connsiteX49" fmla="*/ 446025 w 462342"/>
                <a:gd name="connsiteY49" fmla="*/ 454184 h 677195"/>
                <a:gd name="connsiteX50" fmla="*/ 440585 w 462342"/>
                <a:gd name="connsiteY50" fmla="*/ 481380 h 677195"/>
                <a:gd name="connsiteX51" fmla="*/ 432426 w 462342"/>
                <a:gd name="connsiteY51" fmla="*/ 508577 h 677195"/>
                <a:gd name="connsiteX52" fmla="*/ 418828 w 462342"/>
                <a:gd name="connsiteY52" fmla="*/ 530334 h 677195"/>
                <a:gd name="connsiteX53" fmla="*/ 410669 w 462342"/>
                <a:gd name="connsiteY53" fmla="*/ 549371 h 677195"/>
                <a:gd name="connsiteX54" fmla="*/ 391631 w 462342"/>
                <a:gd name="connsiteY54" fmla="*/ 579288 h 677195"/>
                <a:gd name="connsiteX55" fmla="*/ 337238 w 462342"/>
                <a:gd name="connsiteY55" fmla="*/ 630961 h 677195"/>
                <a:gd name="connsiteX56" fmla="*/ 301883 w 462342"/>
                <a:gd name="connsiteY56" fmla="*/ 647279 h 677195"/>
                <a:gd name="connsiteX57" fmla="*/ 263807 w 462342"/>
                <a:gd name="connsiteY57" fmla="*/ 652718 h 677195"/>
                <a:gd name="connsiteX58" fmla="*/ 233891 w 462342"/>
                <a:gd name="connsiteY58" fmla="*/ 649999 h 677195"/>
                <a:gd name="connsiteX59" fmla="*/ 187657 w 462342"/>
                <a:gd name="connsiteY59" fmla="*/ 652718 h 677195"/>
                <a:gd name="connsiteX60" fmla="*/ 171339 w 462342"/>
                <a:gd name="connsiteY60" fmla="*/ 669036 h 677195"/>
                <a:gd name="connsiteX61" fmla="*/ 155021 w 462342"/>
                <a:gd name="connsiteY61" fmla="*/ 671756 h 677195"/>
                <a:gd name="connsiteX62" fmla="*/ 138703 w 462342"/>
                <a:gd name="connsiteY62" fmla="*/ 674476 h 677195"/>
                <a:gd name="connsiteX63" fmla="*/ 125105 w 462342"/>
                <a:gd name="connsiteY63" fmla="*/ 677195 h 677195"/>
                <a:gd name="connsiteX64" fmla="*/ 106067 w 462342"/>
                <a:gd name="connsiteY64" fmla="*/ 671756 h 677195"/>
                <a:gd name="connsiteX65" fmla="*/ 87029 w 462342"/>
                <a:gd name="connsiteY65" fmla="*/ 658158 h 677195"/>
                <a:gd name="connsiteX66" fmla="*/ 81590 w 462342"/>
                <a:gd name="connsiteY66" fmla="*/ 652718 h 677195"/>
                <a:gd name="connsiteX67" fmla="*/ 67992 w 462342"/>
                <a:gd name="connsiteY67" fmla="*/ 652718 h 677195"/>
                <a:gd name="connsiteX68" fmla="*/ 43515 w 462342"/>
                <a:gd name="connsiteY68" fmla="*/ 652718 h 677195"/>
                <a:gd name="connsiteX69" fmla="*/ 16318 w 462342"/>
                <a:gd name="connsiteY69" fmla="*/ 647279 h 677195"/>
                <a:gd name="connsiteX70" fmla="*/ 0 w 462342"/>
                <a:gd name="connsiteY70" fmla="*/ 630961 h 677195"/>
                <a:gd name="connsiteX71" fmla="*/ 5439 w 462342"/>
                <a:gd name="connsiteY71" fmla="*/ 620083 h 677195"/>
                <a:gd name="connsiteX72" fmla="*/ 27197 w 462342"/>
                <a:gd name="connsiteY72" fmla="*/ 611924 h 677195"/>
                <a:gd name="connsiteX73" fmla="*/ 65272 w 462342"/>
                <a:gd name="connsiteY73" fmla="*/ 609204 h 677195"/>
                <a:gd name="connsiteX74" fmla="*/ 65272 w 462342"/>
                <a:gd name="connsiteY74" fmla="*/ 584727 h 677195"/>
                <a:gd name="connsiteX75" fmla="*/ 62552 w 462342"/>
                <a:gd name="connsiteY75" fmla="*/ 456903 h 677195"/>
                <a:gd name="connsiteX76" fmla="*/ 65272 w 462342"/>
                <a:gd name="connsiteY76" fmla="*/ 337238 h 677195"/>
                <a:gd name="connsiteX77" fmla="*/ 67992 w 462342"/>
                <a:gd name="connsiteY77" fmla="*/ 203975 h 677195"/>
                <a:gd name="connsiteX78" fmla="*/ 70712 w 462342"/>
                <a:gd name="connsiteY78" fmla="*/ 119665 h 677195"/>
                <a:gd name="connsiteX79" fmla="*/ 73431 w 462342"/>
                <a:gd name="connsiteY79" fmla="*/ 67992 h 677195"/>
                <a:gd name="connsiteX80" fmla="*/ 67992 w 462342"/>
                <a:gd name="connsiteY80" fmla="*/ 67992 h 677195"/>
                <a:gd name="connsiteX81" fmla="*/ 43515 w 462342"/>
                <a:gd name="connsiteY81" fmla="*/ 67992 h 677195"/>
                <a:gd name="connsiteX82" fmla="*/ 16318 w 462342"/>
                <a:gd name="connsiteY82" fmla="*/ 62552 h 677195"/>
                <a:gd name="connsiteX83" fmla="*/ 0 w 462342"/>
                <a:gd name="connsiteY83" fmla="*/ 46234 h 677195"/>
                <a:gd name="connsiteX84" fmla="*/ 5439 w 462342"/>
                <a:gd name="connsiteY84" fmla="*/ 35356 h 677195"/>
                <a:gd name="connsiteX85" fmla="*/ 27197 w 462342"/>
                <a:gd name="connsiteY85" fmla="*/ 27197 h 677195"/>
                <a:gd name="connsiteX86" fmla="*/ 76151 w 462342"/>
                <a:gd name="connsiteY86" fmla="*/ 21758 h 677195"/>
                <a:gd name="connsiteX87" fmla="*/ 81590 w 462342"/>
                <a:gd name="connsiteY87" fmla="*/ 13598 h 677195"/>
                <a:gd name="connsiteX88" fmla="*/ 97908 w 462342"/>
                <a:gd name="connsiteY88" fmla="*/ 5439 h 677195"/>
                <a:gd name="connsiteX89" fmla="*/ 114226 w 462342"/>
                <a:gd name="connsiteY89" fmla="*/ 0 h 677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462342" h="677195">
                  <a:moveTo>
                    <a:pt x="214853" y="65272"/>
                  </a:moveTo>
                  <a:cubicBezTo>
                    <a:pt x="203975" y="65272"/>
                    <a:pt x="195815" y="67992"/>
                    <a:pt x="195815" y="73431"/>
                  </a:cubicBezTo>
                  <a:cubicBezTo>
                    <a:pt x="193096" y="78870"/>
                    <a:pt x="193096" y="100628"/>
                    <a:pt x="193096" y="125105"/>
                  </a:cubicBezTo>
                  <a:cubicBezTo>
                    <a:pt x="193096" y="182217"/>
                    <a:pt x="193096" y="266527"/>
                    <a:pt x="190376" y="280125"/>
                  </a:cubicBezTo>
                  <a:cubicBezTo>
                    <a:pt x="190376" y="288284"/>
                    <a:pt x="190376" y="293723"/>
                    <a:pt x="190376" y="301882"/>
                  </a:cubicBezTo>
                  <a:cubicBezTo>
                    <a:pt x="190376" y="315480"/>
                    <a:pt x="190376" y="329079"/>
                    <a:pt x="193096" y="342677"/>
                  </a:cubicBezTo>
                  <a:cubicBezTo>
                    <a:pt x="193096" y="361715"/>
                    <a:pt x="193096" y="378033"/>
                    <a:pt x="195815" y="397070"/>
                  </a:cubicBezTo>
                  <a:cubicBezTo>
                    <a:pt x="195815" y="413388"/>
                    <a:pt x="195815" y="426986"/>
                    <a:pt x="195815" y="443304"/>
                  </a:cubicBezTo>
                  <a:cubicBezTo>
                    <a:pt x="195815" y="465061"/>
                    <a:pt x="198535" y="508576"/>
                    <a:pt x="195815" y="530333"/>
                  </a:cubicBezTo>
                  <a:cubicBezTo>
                    <a:pt x="195815" y="538492"/>
                    <a:pt x="193096" y="546651"/>
                    <a:pt x="193096" y="554810"/>
                  </a:cubicBezTo>
                  <a:cubicBezTo>
                    <a:pt x="193096" y="560249"/>
                    <a:pt x="190376" y="590166"/>
                    <a:pt x="190376" y="603764"/>
                  </a:cubicBezTo>
                  <a:cubicBezTo>
                    <a:pt x="190376" y="609203"/>
                    <a:pt x="190376" y="611923"/>
                    <a:pt x="198535" y="611923"/>
                  </a:cubicBezTo>
                  <a:cubicBezTo>
                    <a:pt x="206694" y="611923"/>
                    <a:pt x="209414" y="611923"/>
                    <a:pt x="214853" y="611923"/>
                  </a:cubicBezTo>
                  <a:cubicBezTo>
                    <a:pt x="223012" y="611923"/>
                    <a:pt x="220293" y="611923"/>
                    <a:pt x="236610" y="611923"/>
                  </a:cubicBezTo>
                  <a:cubicBezTo>
                    <a:pt x="242050" y="611923"/>
                    <a:pt x="258368" y="601044"/>
                    <a:pt x="263807" y="598325"/>
                  </a:cubicBezTo>
                  <a:cubicBezTo>
                    <a:pt x="266527" y="598325"/>
                    <a:pt x="274686" y="592885"/>
                    <a:pt x="277405" y="592885"/>
                  </a:cubicBezTo>
                  <a:cubicBezTo>
                    <a:pt x="285564" y="587446"/>
                    <a:pt x="288284" y="579287"/>
                    <a:pt x="291004" y="573848"/>
                  </a:cubicBezTo>
                  <a:cubicBezTo>
                    <a:pt x="296443" y="562969"/>
                    <a:pt x="301882" y="554810"/>
                    <a:pt x="307322" y="543931"/>
                  </a:cubicBezTo>
                  <a:cubicBezTo>
                    <a:pt x="315481" y="524894"/>
                    <a:pt x="320920" y="524894"/>
                    <a:pt x="326359" y="481379"/>
                  </a:cubicBezTo>
                  <a:cubicBezTo>
                    <a:pt x="329079" y="456903"/>
                    <a:pt x="334518" y="435145"/>
                    <a:pt x="337238" y="413388"/>
                  </a:cubicBezTo>
                  <a:cubicBezTo>
                    <a:pt x="337238" y="391631"/>
                    <a:pt x="337238" y="369873"/>
                    <a:pt x="337238" y="350836"/>
                  </a:cubicBezTo>
                  <a:cubicBezTo>
                    <a:pt x="337238" y="339957"/>
                    <a:pt x="337238" y="320920"/>
                    <a:pt x="334518" y="296443"/>
                  </a:cubicBezTo>
                  <a:cubicBezTo>
                    <a:pt x="331798" y="269246"/>
                    <a:pt x="329079" y="250209"/>
                    <a:pt x="329079" y="244769"/>
                  </a:cubicBezTo>
                  <a:cubicBezTo>
                    <a:pt x="323640" y="206694"/>
                    <a:pt x="318200" y="174058"/>
                    <a:pt x="307322" y="135983"/>
                  </a:cubicBezTo>
                  <a:cubicBezTo>
                    <a:pt x="304602" y="125105"/>
                    <a:pt x="304602" y="108787"/>
                    <a:pt x="271966" y="78870"/>
                  </a:cubicBezTo>
                  <a:cubicBezTo>
                    <a:pt x="263807" y="73431"/>
                    <a:pt x="233891" y="65272"/>
                    <a:pt x="214853" y="65272"/>
                  </a:cubicBezTo>
                  <a:close/>
                  <a:moveTo>
                    <a:pt x="114226" y="0"/>
                  </a:moveTo>
                  <a:cubicBezTo>
                    <a:pt x="119665" y="0"/>
                    <a:pt x="125105" y="0"/>
                    <a:pt x="127824" y="0"/>
                  </a:cubicBezTo>
                  <a:cubicBezTo>
                    <a:pt x="133264" y="0"/>
                    <a:pt x="141422" y="0"/>
                    <a:pt x="146862" y="2720"/>
                  </a:cubicBezTo>
                  <a:cubicBezTo>
                    <a:pt x="157741" y="5439"/>
                    <a:pt x="165900" y="13598"/>
                    <a:pt x="174059" y="21758"/>
                  </a:cubicBezTo>
                  <a:cubicBezTo>
                    <a:pt x="179498" y="21758"/>
                    <a:pt x="187657" y="21758"/>
                    <a:pt x="193096" y="21758"/>
                  </a:cubicBezTo>
                  <a:cubicBezTo>
                    <a:pt x="212134" y="21758"/>
                    <a:pt x="228452" y="27197"/>
                    <a:pt x="261088" y="27197"/>
                  </a:cubicBezTo>
                  <a:cubicBezTo>
                    <a:pt x="277405" y="27197"/>
                    <a:pt x="293723" y="35356"/>
                    <a:pt x="310042" y="35356"/>
                  </a:cubicBezTo>
                  <a:cubicBezTo>
                    <a:pt x="318200" y="35356"/>
                    <a:pt x="329079" y="35356"/>
                    <a:pt x="334518" y="40795"/>
                  </a:cubicBezTo>
                  <a:cubicBezTo>
                    <a:pt x="342677" y="46234"/>
                    <a:pt x="348117" y="54393"/>
                    <a:pt x="356276" y="59833"/>
                  </a:cubicBezTo>
                  <a:cubicBezTo>
                    <a:pt x="361715" y="65272"/>
                    <a:pt x="369874" y="67992"/>
                    <a:pt x="372593" y="76151"/>
                  </a:cubicBezTo>
                  <a:cubicBezTo>
                    <a:pt x="375313" y="81590"/>
                    <a:pt x="378033" y="89749"/>
                    <a:pt x="380752" y="95188"/>
                  </a:cubicBezTo>
                  <a:cubicBezTo>
                    <a:pt x="386192" y="103347"/>
                    <a:pt x="391631" y="106067"/>
                    <a:pt x="405230" y="114226"/>
                  </a:cubicBezTo>
                  <a:cubicBezTo>
                    <a:pt x="413388" y="119665"/>
                    <a:pt x="410669" y="133263"/>
                    <a:pt x="416108" y="141422"/>
                  </a:cubicBezTo>
                  <a:cubicBezTo>
                    <a:pt x="426987" y="160461"/>
                    <a:pt x="446025" y="182218"/>
                    <a:pt x="451464" y="201256"/>
                  </a:cubicBezTo>
                  <a:cubicBezTo>
                    <a:pt x="456903" y="220293"/>
                    <a:pt x="456903" y="236611"/>
                    <a:pt x="456903" y="252929"/>
                  </a:cubicBezTo>
                  <a:cubicBezTo>
                    <a:pt x="456903" y="266527"/>
                    <a:pt x="456903" y="277406"/>
                    <a:pt x="456903" y="291004"/>
                  </a:cubicBezTo>
                  <a:cubicBezTo>
                    <a:pt x="456903" y="299163"/>
                    <a:pt x="456903" y="307322"/>
                    <a:pt x="459623" y="318201"/>
                  </a:cubicBezTo>
                  <a:cubicBezTo>
                    <a:pt x="459623" y="320921"/>
                    <a:pt x="459623" y="323640"/>
                    <a:pt x="459623" y="326360"/>
                  </a:cubicBezTo>
                  <a:cubicBezTo>
                    <a:pt x="462342" y="331799"/>
                    <a:pt x="459623" y="337238"/>
                    <a:pt x="459623" y="348117"/>
                  </a:cubicBezTo>
                  <a:cubicBezTo>
                    <a:pt x="459623" y="350837"/>
                    <a:pt x="462342" y="361715"/>
                    <a:pt x="462342" y="367155"/>
                  </a:cubicBezTo>
                  <a:cubicBezTo>
                    <a:pt x="462342" y="375314"/>
                    <a:pt x="456903" y="383473"/>
                    <a:pt x="456903" y="391632"/>
                  </a:cubicBezTo>
                  <a:cubicBezTo>
                    <a:pt x="456903" y="399790"/>
                    <a:pt x="456903" y="410669"/>
                    <a:pt x="456903" y="418828"/>
                  </a:cubicBezTo>
                  <a:cubicBezTo>
                    <a:pt x="456903" y="421548"/>
                    <a:pt x="454183" y="429707"/>
                    <a:pt x="451464" y="437866"/>
                  </a:cubicBezTo>
                  <a:cubicBezTo>
                    <a:pt x="448744" y="443305"/>
                    <a:pt x="448744" y="451464"/>
                    <a:pt x="446025" y="454184"/>
                  </a:cubicBezTo>
                  <a:cubicBezTo>
                    <a:pt x="443305" y="462343"/>
                    <a:pt x="440585" y="473221"/>
                    <a:pt x="440585" y="481380"/>
                  </a:cubicBezTo>
                  <a:cubicBezTo>
                    <a:pt x="437865" y="489539"/>
                    <a:pt x="437865" y="500418"/>
                    <a:pt x="432426" y="508577"/>
                  </a:cubicBezTo>
                  <a:cubicBezTo>
                    <a:pt x="429706" y="516736"/>
                    <a:pt x="424267" y="522175"/>
                    <a:pt x="418828" y="530334"/>
                  </a:cubicBezTo>
                  <a:cubicBezTo>
                    <a:pt x="416108" y="535773"/>
                    <a:pt x="413388" y="543932"/>
                    <a:pt x="410669" y="549371"/>
                  </a:cubicBezTo>
                  <a:cubicBezTo>
                    <a:pt x="405230" y="557531"/>
                    <a:pt x="397071" y="573848"/>
                    <a:pt x="391631" y="579288"/>
                  </a:cubicBezTo>
                  <a:cubicBezTo>
                    <a:pt x="369874" y="609204"/>
                    <a:pt x="350836" y="620083"/>
                    <a:pt x="337238" y="630961"/>
                  </a:cubicBezTo>
                  <a:cubicBezTo>
                    <a:pt x="326359" y="639120"/>
                    <a:pt x="315481" y="641840"/>
                    <a:pt x="301883" y="647279"/>
                  </a:cubicBezTo>
                  <a:cubicBezTo>
                    <a:pt x="291004" y="649999"/>
                    <a:pt x="277405" y="652718"/>
                    <a:pt x="263807" y="652718"/>
                  </a:cubicBezTo>
                  <a:cubicBezTo>
                    <a:pt x="252929" y="652718"/>
                    <a:pt x="244770" y="649999"/>
                    <a:pt x="233891" y="649999"/>
                  </a:cubicBezTo>
                  <a:cubicBezTo>
                    <a:pt x="206694" y="649999"/>
                    <a:pt x="217573" y="652718"/>
                    <a:pt x="187657" y="652718"/>
                  </a:cubicBezTo>
                  <a:cubicBezTo>
                    <a:pt x="184937" y="660877"/>
                    <a:pt x="179498" y="666317"/>
                    <a:pt x="171339" y="669036"/>
                  </a:cubicBezTo>
                  <a:cubicBezTo>
                    <a:pt x="165900" y="671756"/>
                    <a:pt x="160460" y="671756"/>
                    <a:pt x="155021" y="671756"/>
                  </a:cubicBezTo>
                  <a:cubicBezTo>
                    <a:pt x="149581" y="671756"/>
                    <a:pt x="144142" y="674476"/>
                    <a:pt x="138703" y="674476"/>
                  </a:cubicBezTo>
                  <a:cubicBezTo>
                    <a:pt x="135983" y="674476"/>
                    <a:pt x="127824" y="677195"/>
                    <a:pt x="125105" y="677195"/>
                  </a:cubicBezTo>
                  <a:cubicBezTo>
                    <a:pt x="116946" y="677195"/>
                    <a:pt x="108787" y="671756"/>
                    <a:pt x="106067" y="671756"/>
                  </a:cubicBezTo>
                  <a:cubicBezTo>
                    <a:pt x="100628" y="669036"/>
                    <a:pt x="95188" y="663597"/>
                    <a:pt x="87029" y="658158"/>
                  </a:cubicBezTo>
                  <a:cubicBezTo>
                    <a:pt x="84310" y="655438"/>
                    <a:pt x="81590" y="655438"/>
                    <a:pt x="81590" y="652718"/>
                  </a:cubicBezTo>
                  <a:cubicBezTo>
                    <a:pt x="73431" y="652718"/>
                    <a:pt x="81590" y="652718"/>
                    <a:pt x="67992" y="652718"/>
                  </a:cubicBezTo>
                  <a:cubicBezTo>
                    <a:pt x="59833" y="652718"/>
                    <a:pt x="51674" y="652718"/>
                    <a:pt x="43515" y="652718"/>
                  </a:cubicBezTo>
                  <a:cubicBezTo>
                    <a:pt x="35356" y="652718"/>
                    <a:pt x="24477" y="652718"/>
                    <a:pt x="16318" y="647279"/>
                  </a:cubicBezTo>
                  <a:cubicBezTo>
                    <a:pt x="8159" y="644559"/>
                    <a:pt x="0" y="636401"/>
                    <a:pt x="0" y="630961"/>
                  </a:cubicBezTo>
                  <a:cubicBezTo>
                    <a:pt x="0" y="625522"/>
                    <a:pt x="0" y="622802"/>
                    <a:pt x="5439" y="620083"/>
                  </a:cubicBezTo>
                  <a:cubicBezTo>
                    <a:pt x="10879" y="617363"/>
                    <a:pt x="21758" y="614643"/>
                    <a:pt x="27197" y="611924"/>
                  </a:cubicBezTo>
                  <a:cubicBezTo>
                    <a:pt x="38076" y="609204"/>
                    <a:pt x="54393" y="609204"/>
                    <a:pt x="65272" y="609204"/>
                  </a:cubicBezTo>
                  <a:cubicBezTo>
                    <a:pt x="65272" y="601045"/>
                    <a:pt x="65272" y="592886"/>
                    <a:pt x="65272" y="584727"/>
                  </a:cubicBezTo>
                  <a:cubicBezTo>
                    <a:pt x="65272" y="541213"/>
                    <a:pt x="62552" y="500418"/>
                    <a:pt x="62552" y="456903"/>
                  </a:cubicBezTo>
                  <a:cubicBezTo>
                    <a:pt x="62552" y="440585"/>
                    <a:pt x="65272" y="397071"/>
                    <a:pt x="65272" y="337238"/>
                  </a:cubicBezTo>
                  <a:cubicBezTo>
                    <a:pt x="65272" y="293724"/>
                    <a:pt x="67992" y="247490"/>
                    <a:pt x="67992" y="203975"/>
                  </a:cubicBezTo>
                  <a:cubicBezTo>
                    <a:pt x="67992" y="179498"/>
                    <a:pt x="67992" y="149582"/>
                    <a:pt x="70712" y="119665"/>
                  </a:cubicBezTo>
                  <a:cubicBezTo>
                    <a:pt x="70712" y="103347"/>
                    <a:pt x="73431" y="84309"/>
                    <a:pt x="73431" y="67992"/>
                  </a:cubicBezTo>
                  <a:cubicBezTo>
                    <a:pt x="73431" y="67992"/>
                    <a:pt x="70712" y="67992"/>
                    <a:pt x="67992" y="67992"/>
                  </a:cubicBezTo>
                  <a:cubicBezTo>
                    <a:pt x="59833" y="67992"/>
                    <a:pt x="51674" y="67992"/>
                    <a:pt x="43515" y="67992"/>
                  </a:cubicBezTo>
                  <a:cubicBezTo>
                    <a:pt x="35356" y="67992"/>
                    <a:pt x="24477" y="67992"/>
                    <a:pt x="16318" y="62552"/>
                  </a:cubicBezTo>
                  <a:cubicBezTo>
                    <a:pt x="8159" y="59833"/>
                    <a:pt x="0" y="51674"/>
                    <a:pt x="0" y="46234"/>
                  </a:cubicBezTo>
                  <a:cubicBezTo>
                    <a:pt x="0" y="43515"/>
                    <a:pt x="0" y="38075"/>
                    <a:pt x="5439" y="35356"/>
                  </a:cubicBezTo>
                  <a:cubicBezTo>
                    <a:pt x="10879" y="32636"/>
                    <a:pt x="21758" y="29916"/>
                    <a:pt x="27197" y="27197"/>
                  </a:cubicBezTo>
                  <a:cubicBezTo>
                    <a:pt x="46234" y="24477"/>
                    <a:pt x="65272" y="21758"/>
                    <a:pt x="76151" y="21758"/>
                  </a:cubicBezTo>
                  <a:cubicBezTo>
                    <a:pt x="76151" y="19038"/>
                    <a:pt x="78871" y="16318"/>
                    <a:pt x="81590" y="13598"/>
                  </a:cubicBezTo>
                  <a:cubicBezTo>
                    <a:pt x="84310" y="10879"/>
                    <a:pt x="92469" y="5439"/>
                    <a:pt x="97908" y="5439"/>
                  </a:cubicBezTo>
                  <a:cubicBezTo>
                    <a:pt x="103347" y="2720"/>
                    <a:pt x="108787" y="0"/>
                    <a:pt x="114226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31962D74-2F87-28C7-DF7E-DB9C47E4499A}"/>
                </a:ext>
              </a:extLst>
            </p:cNvPr>
            <p:cNvSpPr/>
            <p:nvPr/>
          </p:nvSpPr>
          <p:spPr>
            <a:xfrm>
              <a:off x="7310622" y="4197597"/>
              <a:ext cx="489539" cy="761503"/>
            </a:xfrm>
            <a:custGeom>
              <a:avLst/>
              <a:gdLst>
                <a:gd name="connsiteX0" fmla="*/ 433491 w 489538"/>
                <a:gd name="connsiteY0" fmla="*/ 651063 h 761503"/>
                <a:gd name="connsiteX1" fmla="*/ 438930 w 489538"/>
                <a:gd name="connsiteY1" fmla="*/ 661942 h 761503"/>
                <a:gd name="connsiteX2" fmla="*/ 425332 w 489538"/>
                <a:gd name="connsiteY2" fmla="*/ 683699 h 761503"/>
                <a:gd name="connsiteX3" fmla="*/ 400855 w 489538"/>
                <a:gd name="connsiteY3" fmla="*/ 691858 h 761503"/>
                <a:gd name="connsiteX4" fmla="*/ 343742 w 489538"/>
                <a:gd name="connsiteY4" fmla="*/ 700017 h 761503"/>
                <a:gd name="connsiteX5" fmla="*/ 316546 w 489538"/>
                <a:gd name="connsiteY5" fmla="*/ 705456 h 761503"/>
                <a:gd name="connsiteX6" fmla="*/ 275751 w 489538"/>
                <a:gd name="connsiteY6" fmla="*/ 705456 h 761503"/>
                <a:gd name="connsiteX7" fmla="*/ 264872 w 489538"/>
                <a:gd name="connsiteY7" fmla="*/ 708176 h 761503"/>
                <a:gd name="connsiteX8" fmla="*/ 253994 w 489538"/>
                <a:gd name="connsiteY8" fmla="*/ 708176 h 761503"/>
                <a:gd name="connsiteX9" fmla="*/ 240395 w 489538"/>
                <a:gd name="connsiteY9" fmla="*/ 719054 h 761503"/>
                <a:gd name="connsiteX10" fmla="*/ 224077 w 489538"/>
                <a:gd name="connsiteY10" fmla="*/ 721774 h 761503"/>
                <a:gd name="connsiteX11" fmla="*/ 205040 w 489538"/>
                <a:gd name="connsiteY11" fmla="*/ 724494 h 761503"/>
                <a:gd name="connsiteX12" fmla="*/ 191441 w 489538"/>
                <a:gd name="connsiteY12" fmla="*/ 727213 h 761503"/>
                <a:gd name="connsiteX13" fmla="*/ 169684 w 489538"/>
                <a:gd name="connsiteY13" fmla="*/ 721774 h 761503"/>
                <a:gd name="connsiteX14" fmla="*/ 150646 w 489538"/>
                <a:gd name="connsiteY14" fmla="*/ 708176 h 761503"/>
                <a:gd name="connsiteX15" fmla="*/ 139768 w 489538"/>
                <a:gd name="connsiteY15" fmla="*/ 708176 h 761503"/>
                <a:gd name="connsiteX16" fmla="*/ 120730 w 489538"/>
                <a:gd name="connsiteY16" fmla="*/ 708176 h 761503"/>
                <a:gd name="connsiteX17" fmla="*/ 98973 w 489538"/>
                <a:gd name="connsiteY17" fmla="*/ 708176 h 761503"/>
                <a:gd name="connsiteX18" fmla="*/ 74496 w 489538"/>
                <a:gd name="connsiteY18" fmla="*/ 702736 h 761503"/>
                <a:gd name="connsiteX19" fmla="*/ 58178 w 489538"/>
                <a:gd name="connsiteY19" fmla="*/ 683699 h 761503"/>
                <a:gd name="connsiteX20" fmla="*/ 63617 w 489538"/>
                <a:gd name="connsiteY20" fmla="*/ 675540 h 761503"/>
                <a:gd name="connsiteX21" fmla="*/ 85375 w 489538"/>
                <a:gd name="connsiteY21" fmla="*/ 667381 h 761503"/>
                <a:gd name="connsiteX22" fmla="*/ 128889 w 489538"/>
                <a:gd name="connsiteY22" fmla="*/ 661942 h 761503"/>
                <a:gd name="connsiteX23" fmla="*/ 128889 w 489538"/>
                <a:gd name="connsiteY23" fmla="*/ 602109 h 761503"/>
                <a:gd name="connsiteX24" fmla="*/ 126170 w 489538"/>
                <a:gd name="connsiteY24" fmla="*/ 523239 h 761503"/>
                <a:gd name="connsiteX25" fmla="*/ 126170 w 489538"/>
                <a:gd name="connsiteY25" fmla="*/ 468846 h 761503"/>
                <a:gd name="connsiteX26" fmla="*/ 123450 w 489538"/>
                <a:gd name="connsiteY26" fmla="*/ 409014 h 761503"/>
                <a:gd name="connsiteX27" fmla="*/ 123450 w 489538"/>
                <a:gd name="connsiteY27" fmla="*/ 384537 h 761503"/>
                <a:gd name="connsiteX28" fmla="*/ 126170 w 489538"/>
                <a:gd name="connsiteY28" fmla="*/ 349181 h 761503"/>
                <a:gd name="connsiteX29" fmla="*/ 126170 w 489538"/>
                <a:gd name="connsiteY29" fmla="*/ 324704 h 761503"/>
                <a:gd name="connsiteX30" fmla="*/ 128889 w 489538"/>
                <a:gd name="connsiteY30" fmla="*/ 292068 h 761503"/>
                <a:gd name="connsiteX31" fmla="*/ 134329 w 489538"/>
                <a:gd name="connsiteY31" fmla="*/ 234956 h 761503"/>
                <a:gd name="connsiteX32" fmla="*/ 134329 w 489538"/>
                <a:gd name="connsiteY32" fmla="*/ 172404 h 761503"/>
                <a:gd name="connsiteX33" fmla="*/ 137048 w 489538"/>
                <a:gd name="connsiteY33" fmla="*/ 123450 h 761503"/>
                <a:gd name="connsiteX34" fmla="*/ 123450 w 489538"/>
                <a:gd name="connsiteY34" fmla="*/ 123450 h 761503"/>
                <a:gd name="connsiteX35" fmla="*/ 101693 w 489538"/>
                <a:gd name="connsiteY35" fmla="*/ 123450 h 761503"/>
                <a:gd name="connsiteX36" fmla="*/ 77216 w 489538"/>
                <a:gd name="connsiteY36" fmla="*/ 118011 h 761503"/>
                <a:gd name="connsiteX37" fmla="*/ 60898 w 489538"/>
                <a:gd name="connsiteY37" fmla="*/ 98973 h 761503"/>
                <a:gd name="connsiteX38" fmla="*/ 66337 w 489538"/>
                <a:gd name="connsiteY38" fmla="*/ 90814 h 761503"/>
                <a:gd name="connsiteX39" fmla="*/ 88094 w 489538"/>
                <a:gd name="connsiteY39" fmla="*/ 82655 h 761503"/>
                <a:gd name="connsiteX40" fmla="*/ 145207 w 489538"/>
                <a:gd name="connsiteY40" fmla="*/ 77216 h 761503"/>
                <a:gd name="connsiteX41" fmla="*/ 145207 w 489538"/>
                <a:gd name="connsiteY41" fmla="*/ 77216 h 761503"/>
                <a:gd name="connsiteX42" fmla="*/ 153366 w 489538"/>
                <a:gd name="connsiteY42" fmla="*/ 69057 h 761503"/>
                <a:gd name="connsiteX43" fmla="*/ 177843 w 489538"/>
                <a:gd name="connsiteY43" fmla="*/ 60898 h 761503"/>
                <a:gd name="connsiteX44" fmla="*/ 196881 w 489538"/>
                <a:gd name="connsiteY44" fmla="*/ 58178 h 761503"/>
                <a:gd name="connsiteX45" fmla="*/ 205040 w 489538"/>
                <a:gd name="connsiteY45" fmla="*/ 58178 h 761503"/>
                <a:gd name="connsiteX46" fmla="*/ 215919 w 489538"/>
                <a:gd name="connsiteY46" fmla="*/ 63617 h 761503"/>
                <a:gd name="connsiteX47" fmla="*/ 229517 w 489538"/>
                <a:gd name="connsiteY47" fmla="*/ 69057 h 761503"/>
                <a:gd name="connsiteX48" fmla="*/ 256713 w 489538"/>
                <a:gd name="connsiteY48" fmla="*/ 77216 h 761503"/>
                <a:gd name="connsiteX49" fmla="*/ 264872 w 489538"/>
                <a:gd name="connsiteY49" fmla="*/ 77216 h 761503"/>
                <a:gd name="connsiteX50" fmla="*/ 281190 w 489538"/>
                <a:gd name="connsiteY50" fmla="*/ 77216 h 761503"/>
                <a:gd name="connsiteX51" fmla="*/ 330144 w 489538"/>
                <a:gd name="connsiteY51" fmla="*/ 77216 h 761503"/>
                <a:gd name="connsiteX52" fmla="*/ 357341 w 489538"/>
                <a:gd name="connsiteY52" fmla="*/ 79935 h 761503"/>
                <a:gd name="connsiteX53" fmla="*/ 387257 w 489538"/>
                <a:gd name="connsiteY53" fmla="*/ 82655 h 761503"/>
                <a:gd name="connsiteX54" fmla="*/ 406295 w 489538"/>
                <a:gd name="connsiteY54" fmla="*/ 85375 h 761503"/>
                <a:gd name="connsiteX55" fmla="*/ 417173 w 489538"/>
                <a:gd name="connsiteY55" fmla="*/ 79935 h 761503"/>
                <a:gd name="connsiteX56" fmla="*/ 425332 w 489538"/>
                <a:gd name="connsiteY56" fmla="*/ 85375 h 761503"/>
                <a:gd name="connsiteX57" fmla="*/ 433491 w 489538"/>
                <a:gd name="connsiteY57" fmla="*/ 104412 h 761503"/>
                <a:gd name="connsiteX58" fmla="*/ 436211 w 489538"/>
                <a:gd name="connsiteY58" fmla="*/ 137048 h 761503"/>
                <a:gd name="connsiteX59" fmla="*/ 438930 w 489538"/>
                <a:gd name="connsiteY59" fmla="*/ 183282 h 761503"/>
                <a:gd name="connsiteX60" fmla="*/ 422612 w 489538"/>
                <a:gd name="connsiteY60" fmla="*/ 218638 h 761503"/>
                <a:gd name="connsiteX61" fmla="*/ 406295 w 489538"/>
                <a:gd name="connsiteY61" fmla="*/ 213198 h 761503"/>
                <a:gd name="connsiteX62" fmla="*/ 398136 w 489538"/>
                <a:gd name="connsiteY62" fmla="*/ 196881 h 761503"/>
                <a:gd name="connsiteX63" fmla="*/ 395416 w 489538"/>
                <a:gd name="connsiteY63" fmla="*/ 175123 h 761503"/>
                <a:gd name="connsiteX64" fmla="*/ 395416 w 489538"/>
                <a:gd name="connsiteY64" fmla="*/ 153366 h 761503"/>
                <a:gd name="connsiteX65" fmla="*/ 395416 w 489538"/>
                <a:gd name="connsiteY65" fmla="*/ 126170 h 761503"/>
                <a:gd name="connsiteX66" fmla="*/ 370939 w 489538"/>
                <a:gd name="connsiteY66" fmla="*/ 128889 h 761503"/>
                <a:gd name="connsiteX67" fmla="*/ 338303 w 489538"/>
                <a:gd name="connsiteY67" fmla="*/ 131609 h 761503"/>
                <a:gd name="connsiteX68" fmla="*/ 286629 w 489538"/>
                <a:gd name="connsiteY68" fmla="*/ 134328 h 761503"/>
                <a:gd name="connsiteX69" fmla="*/ 273031 w 489538"/>
                <a:gd name="connsiteY69" fmla="*/ 137048 h 761503"/>
                <a:gd name="connsiteX70" fmla="*/ 262153 w 489538"/>
                <a:gd name="connsiteY70" fmla="*/ 142487 h 761503"/>
                <a:gd name="connsiteX71" fmla="*/ 259433 w 489538"/>
                <a:gd name="connsiteY71" fmla="*/ 153366 h 761503"/>
                <a:gd name="connsiteX72" fmla="*/ 262153 w 489538"/>
                <a:gd name="connsiteY72" fmla="*/ 166964 h 761503"/>
                <a:gd name="connsiteX73" fmla="*/ 262153 w 489538"/>
                <a:gd name="connsiteY73" fmla="*/ 196881 h 761503"/>
                <a:gd name="connsiteX74" fmla="*/ 262153 w 489538"/>
                <a:gd name="connsiteY74" fmla="*/ 215918 h 761503"/>
                <a:gd name="connsiteX75" fmla="*/ 262153 w 489538"/>
                <a:gd name="connsiteY75" fmla="*/ 251274 h 761503"/>
                <a:gd name="connsiteX76" fmla="*/ 259433 w 489538"/>
                <a:gd name="connsiteY76" fmla="*/ 278470 h 761503"/>
                <a:gd name="connsiteX77" fmla="*/ 259433 w 489538"/>
                <a:gd name="connsiteY77" fmla="*/ 308386 h 761503"/>
                <a:gd name="connsiteX78" fmla="*/ 259433 w 489538"/>
                <a:gd name="connsiteY78" fmla="*/ 321985 h 761503"/>
                <a:gd name="connsiteX79" fmla="*/ 259433 w 489538"/>
                <a:gd name="connsiteY79" fmla="*/ 332863 h 761503"/>
                <a:gd name="connsiteX80" fmla="*/ 267592 w 489538"/>
                <a:gd name="connsiteY80" fmla="*/ 335583 h 761503"/>
                <a:gd name="connsiteX81" fmla="*/ 281190 w 489538"/>
                <a:gd name="connsiteY81" fmla="*/ 335583 h 761503"/>
                <a:gd name="connsiteX82" fmla="*/ 327424 w 489538"/>
                <a:gd name="connsiteY82" fmla="*/ 338303 h 761503"/>
                <a:gd name="connsiteX83" fmla="*/ 351901 w 489538"/>
                <a:gd name="connsiteY83" fmla="*/ 341022 h 761503"/>
                <a:gd name="connsiteX84" fmla="*/ 351901 w 489538"/>
                <a:gd name="connsiteY84" fmla="*/ 335583 h 761503"/>
                <a:gd name="connsiteX85" fmla="*/ 351901 w 489538"/>
                <a:gd name="connsiteY85" fmla="*/ 313826 h 761503"/>
                <a:gd name="connsiteX86" fmla="*/ 357341 w 489538"/>
                <a:gd name="connsiteY86" fmla="*/ 289349 h 761503"/>
                <a:gd name="connsiteX87" fmla="*/ 373658 w 489538"/>
                <a:gd name="connsiteY87" fmla="*/ 273031 h 761503"/>
                <a:gd name="connsiteX88" fmla="*/ 381817 w 489538"/>
                <a:gd name="connsiteY88" fmla="*/ 278470 h 761503"/>
                <a:gd name="connsiteX89" fmla="*/ 389977 w 489538"/>
                <a:gd name="connsiteY89" fmla="*/ 300228 h 761503"/>
                <a:gd name="connsiteX90" fmla="*/ 395416 w 489538"/>
                <a:gd name="connsiteY90" fmla="*/ 351901 h 761503"/>
                <a:gd name="connsiteX91" fmla="*/ 398136 w 489538"/>
                <a:gd name="connsiteY91" fmla="*/ 409014 h 761503"/>
                <a:gd name="connsiteX92" fmla="*/ 381817 w 489538"/>
                <a:gd name="connsiteY92" fmla="*/ 444369 h 761503"/>
                <a:gd name="connsiteX93" fmla="*/ 365500 w 489538"/>
                <a:gd name="connsiteY93" fmla="*/ 438930 h 761503"/>
                <a:gd name="connsiteX94" fmla="*/ 357341 w 489538"/>
                <a:gd name="connsiteY94" fmla="*/ 422612 h 761503"/>
                <a:gd name="connsiteX95" fmla="*/ 354621 w 489538"/>
                <a:gd name="connsiteY95" fmla="*/ 400855 h 761503"/>
                <a:gd name="connsiteX96" fmla="*/ 354621 w 489538"/>
                <a:gd name="connsiteY96" fmla="*/ 381817 h 761503"/>
                <a:gd name="connsiteX97" fmla="*/ 270312 w 489538"/>
                <a:gd name="connsiteY97" fmla="*/ 381817 h 761503"/>
                <a:gd name="connsiteX98" fmla="*/ 256713 w 489538"/>
                <a:gd name="connsiteY98" fmla="*/ 395415 h 761503"/>
                <a:gd name="connsiteX99" fmla="*/ 253994 w 489538"/>
                <a:gd name="connsiteY99" fmla="*/ 422612 h 761503"/>
                <a:gd name="connsiteX100" fmla="*/ 253994 w 489538"/>
                <a:gd name="connsiteY100" fmla="*/ 433490 h 761503"/>
                <a:gd name="connsiteX101" fmla="*/ 253994 w 489538"/>
                <a:gd name="connsiteY101" fmla="*/ 449809 h 761503"/>
                <a:gd name="connsiteX102" fmla="*/ 256713 w 489538"/>
                <a:gd name="connsiteY102" fmla="*/ 474285 h 761503"/>
                <a:gd name="connsiteX103" fmla="*/ 256713 w 489538"/>
                <a:gd name="connsiteY103" fmla="*/ 496043 h 761503"/>
                <a:gd name="connsiteX104" fmla="*/ 259433 w 489538"/>
                <a:gd name="connsiteY104" fmla="*/ 534118 h 761503"/>
                <a:gd name="connsiteX105" fmla="*/ 259433 w 489538"/>
                <a:gd name="connsiteY105" fmla="*/ 591231 h 761503"/>
                <a:gd name="connsiteX106" fmla="*/ 262153 w 489538"/>
                <a:gd name="connsiteY106" fmla="*/ 618427 h 761503"/>
                <a:gd name="connsiteX107" fmla="*/ 267592 w 489538"/>
                <a:gd name="connsiteY107" fmla="*/ 648343 h 761503"/>
                <a:gd name="connsiteX108" fmla="*/ 292069 w 489538"/>
                <a:gd name="connsiteY108" fmla="*/ 651063 h 761503"/>
                <a:gd name="connsiteX109" fmla="*/ 327424 w 489538"/>
                <a:gd name="connsiteY109" fmla="*/ 651063 h 761503"/>
                <a:gd name="connsiteX110" fmla="*/ 362780 w 489538"/>
                <a:gd name="connsiteY110" fmla="*/ 653783 h 761503"/>
                <a:gd name="connsiteX111" fmla="*/ 395416 w 489538"/>
                <a:gd name="connsiteY111" fmla="*/ 648343 h 761503"/>
                <a:gd name="connsiteX112" fmla="*/ 395416 w 489538"/>
                <a:gd name="connsiteY112" fmla="*/ 618427 h 761503"/>
                <a:gd name="connsiteX113" fmla="*/ 395416 w 489538"/>
                <a:gd name="connsiteY113" fmla="*/ 596670 h 761503"/>
                <a:gd name="connsiteX114" fmla="*/ 398136 w 489538"/>
                <a:gd name="connsiteY114" fmla="*/ 574913 h 761503"/>
                <a:gd name="connsiteX115" fmla="*/ 406295 w 489538"/>
                <a:gd name="connsiteY115" fmla="*/ 558595 h 761503"/>
                <a:gd name="connsiteX116" fmla="*/ 422612 w 489538"/>
                <a:gd name="connsiteY116" fmla="*/ 553155 h 761503"/>
                <a:gd name="connsiteX117" fmla="*/ 438930 w 489538"/>
                <a:gd name="connsiteY117" fmla="*/ 588511 h 761503"/>
                <a:gd name="connsiteX118" fmla="*/ 436211 w 489538"/>
                <a:gd name="connsiteY118" fmla="*/ 645624 h 761503"/>
                <a:gd name="connsiteX119" fmla="*/ 433491 w 489538"/>
                <a:gd name="connsiteY119" fmla="*/ 651063 h 761503"/>
                <a:gd name="connsiteX120" fmla="*/ 433491 w 489538"/>
                <a:gd name="connsiteY120" fmla="*/ 651063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</a:cxnLst>
              <a:rect l="l" t="t" r="r" b="b"/>
              <a:pathLst>
                <a:path w="489538" h="761503">
                  <a:moveTo>
                    <a:pt x="433491" y="651063"/>
                  </a:moveTo>
                  <a:cubicBezTo>
                    <a:pt x="436211" y="653783"/>
                    <a:pt x="438930" y="656502"/>
                    <a:pt x="438930" y="661942"/>
                  </a:cubicBezTo>
                  <a:cubicBezTo>
                    <a:pt x="438930" y="670101"/>
                    <a:pt x="433491" y="678259"/>
                    <a:pt x="425332" y="683699"/>
                  </a:cubicBezTo>
                  <a:cubicBezTo>
                    <a:pt x="417173" y="689138"/>
                    <a:pt x="409014" y="689138"/>
                    <a:pt x="400855" y="691858"/>
                  </a:cubicBezTo>
                  <a:cubicBezTo>
                    <a:pt x="381817" y="694578"/>
                    <a:pt x="362780" y="694578"/>
                    <a:pt x="343742" y="700017"/>
                  </a:cubicBezTo>
                  <a:cubicBezTo>
                    <a:pt x="335583" y="702736"/>
                    <a:pt x="324705" y="702736"/>
                    <a:pt x="316546" y="705456"/>
                  </a:cubicBezTo>
                  <a:cubicBezTo>
                    <a:pt x="308387" y="705456"/>
                    <a:pt x="289349" y="705456"/>
                    <a:pt x="275751" y="705456"/>
                  </a:cubicBezTo>
                  <a:cubicBezTo>
                    <a:pt x="270312" y="705456"/>
                    <a:pt x="267592" y="708176"/>
                    <a:pt x="264872" y="708176"/>
                  </a:cubicBezTo>
                  <a:cubicBezTo>
                    <a:pt x="264872" y="708176"/>
                    <a:pt x="259433" y="708176"/>
                    <a:pt x="253994" y="708176"/>
                  </a:cubicBezTo>
                  <a:cubicBezTo>
                    <a:pt x="251274" y="713615"/>
                    <a:pt x="245835" y="716335"/>
                    <a:pt x="240395" y="719054"/>
                  </a:cubicBezTo>
                  <a:cubicBezTo>
                    <a:pt x="234956" y="721774"/>
                    <a:pt x="229517" y="721774"/>
                    <a:pt x="224077" y="721774"/>
                  </a:cubicBezTo>
                  <a:cubicBezTo>
                    <a:pt x="218638" y="721774"/>
                    <a:pt x="213199" y="724494"/>
                    <a:pt x="205040" y="724494"/>
                  </a:cubicBezTo>
                  <a:cubicBezTo>
                    <a:pt x="202320" y="724494"/>
                    <a:pt x="194161" y="727213"/>
                    <a:pt x="191441" y="727213"/>
                  </a:cubicBezTo>
                  <a:cubicBezTo>
                    <a:pt x="183282" y="727213"/>
                    <a:pt x="172404" y="721774"/>
                    <a:pt x="169684" y="721774"/>
                  </a:cubicBezTo>
                  <a:cubicBezTo>
                    <a:pt x="164245" y="719054"/>
                    <a:pt x="156086" y="713615"/>
                    <a:pt x="150646" y="708176"/>
                  </a:cubicBezTo>
                  <a:cubicBezTo>
                    <a:pt x="145207" y="708176"/>
                    <a:pt x="139768" y="708176"/>
                    <a:pt x="139768" y="708176"/>
                  </a:cubicBezTo>
                  <a:cubicBezTo>
                    <a:pt x="126170" y="708176"/>
                    <a:pt x="137048" y="708176"/>
                    <a:pt x="120730" y="708176"/>
                  </a:cubicBezTo>
                  <a:cubicBezTo>
                    <a:pt x="112571" y="708176"/>
                    <a:pt x="104412" y="708176"/>
                    <a:pt x="98973" y="708176"/>
                  </a:cubicBezTo>
                  <a:cubicBezTo>
                    <a:pt x="90814" y="708176"/>
                    <a:pt x="79936" y="708176"/>
                    <a:pt x="74496" y="702736"/>
                  </a:cubicBezTo>
                  <a:cubicBezTo>
                    <a:pt x="66337" y="700017"/>
                    <a:pt x="58178" y="689138"/>
                    <a:pt x="58178" y="683699"/>
                  </a:cubicBezTo>
                  <a:cubicBezTo>
                    <a:pt x="58178" y="680979"/>
                    <a:pt x="58178" y="678259"/>
                    <a:pt x="63617" y="675540"/>
                  </a:cubicBezTo>
                  <a:cubicBezTo>
                    <a:pt x="69057" y="672820"/>
                    <a:pt x="77216" y="670101"/>
                    <a:pt x="85375" y="667381"/>
                  </a:cubicBezTo>
                  <a:cubicBezTo>
                    <a:pt x="98973" y="664661"/>
                    <a:pt x="115291" y="664661"/>
                    <a:pt x="128889" y="661942"/>
                  </a:cubicBezTo>
                  <a:cubicBezTo>
                    <a:pt x="128889" y="645624"/>
                    <a:pt x="128889" y="623866"/>
                    <a:pt x="128889" y="602109"/>
                  </a:cubicBezTo>
                  <a:cubicBezTo>
                    <a:pt x="128889" y="566754"/>
                    <a:pt x="128889" y="531398"/>
                    <a:pt x="126170" y="523239"/>
                  </a:cubicBezTo>
                  <a:cubicBezTo>
                    <a:pt x="126170" y="517800"/>
                    <a:pt x="126170" y="487884"/>
                    <a:pt x="126170" y="468846"/>
                  </a:cubicBezTo>
                  <a:cubicBezTo>
                    <a:pt x="126170" y="449809"/>
                    <a:pt x="123450" y="430771"/>
                    <a:pt x="123450" y="409014"/>
                  </a:cubicBezTo>
                  <a:cubicBezTo>
                    <a:pt x="123450" y="400855"/>
                    <a:pt x="123450" y="392696"/>
                    <a:pt x="123450" y="384537"/>
                  </a:cubicBezTo>
                  <a:cubicBezTo>
                    <a:pt x="123450" y="373658"/>
                    <a:pt x="126170" y="360060"/>
                    <a:pt x="126170" y="349181"/>
                  </a:cubicBezTo>
                  <a:cubicBezTo>
                    <a:pt x="126170" y="341022"/>
                    <a:pt x="126170" y="332863"/>
                    <a:pt x="126170" y="324704"/>
                  </a:cubicBezTo>
                  <a:cubicBezTo>
                    <a:pt x="126170" y="313826"/>
                    <a:pt x="126170" y="302947"/>
                    <a:pt x="128889" y="292068"/>
                  </a:cubicBezTo>
                  <a:cubicBezTo>
                    <a:pt x="131609" y="273031"/>
                    <a:pt x="134329" y="253993"/>
                    <a:pt x="134329" y="234956"/>
                  </a:cubicBezTo>
                  <a:cubicBezTo>
                    <a:pt x="134329" y="213198"/>
                    <a:pt x="134329" y="191441"/>
                    <a:pt x="134329" y="172404"/>
                  </a:cubicBezTo>
                  <a:cubicBezTo>
                    <a:pt x="134329" y="156086"/>
                    <a:pt x="134329" y="139768"/>
                    <a:pt x="137048" y="123450"/>
                  </a:cubicBezTo>
                  <a:cubicBezTo>
                    <a:pt x="131609" y="123450"/>
                    <a:pt x="134329" y="123450"/>
                    <a:pt x="123450" y="123450"/>
                  </a:cubicBezTo>
                  <a:cubicBezTo>
                    <a:pt x="115291" y="123450"/>
                    <a:pt x="107132" y="123450"/>
                    <a:pt x="101693" y="123450"/>
                  </a:cubicBezTo>
                  <a:cubicBezTo>
                    <a:pt x="93534" y="123450"/>
                    <a:pt x="82655" y="123450"/>
                    <a:pt x="77216" y="118011"/>
                  </a:cubicBezTo>
                  <a:cubicBezTo>
                    <a:pt x="69057" y="115291"/>
                    <a:pt x="60898" y="101693"/>
                    <a:pt x="60898" y="98973"/>
                  </a:cubicBezTo>
                  <a:cubicBezTo>
                    <a:pt x="60898" y="96253"/>
                    <a:pt x="60898" y="93534"/>
                    <a:pt x="66337" y="90814"/>
                  </a:cubicBezTo>
                  <a:cubicBezTo>
                    <a:pt x="71777" y="88094"/>
                    <a:pt x="79936" y="85375"/>
                    <a:pt x="88094" y="82655"/>
                  </a:cubicBezTo>
                  <a:cubicBezTo>
                    <a:pt x="104412" y="79935"/>
                    <a:pt x="131609" y="77216"/>
                    <a:pt x="145207" y="77216"/>
                  </a:cubicBezTo>
                  <a:cubicBezTo>
                    <a:pt x="145207" y="77216"/>
                    <a:pt x="145207" y="77216"/>
                    <a:pt x="145207" y="77216"/>
                  </a:cubicBezTo>
                  <a:cubicBezTo>
                    <a:pt x="145207" y="74496"/>
                    <a:pt x="150646" y="71776"/>
                    <a:pt x="153366" y="69057"/>
                  </a:cubicBezTo>
                  <a:cubicBezTo>
                    <a:pt x="161525" y="63617"/>
                    <a:pt x="169684" y="63617"/>
                    <a:pt x="177843" y="60898"/>
                  </a:cubicBezTo>
                  <a:cubicBezTo>
                    <a:pt x="183282" y="58178"/>
                    <a:pt x="191441" y="58178"/>
                    <a:pt x="196881" y="58178"/>
                  </a:cubicBezTo>
                  <a:cubicBezTo>
                    <a:pt x="199600" y="58178"/>
                    <a:pt x="202320" y="58178"/>
                    <a:pt x="205040" y="58178"/>
                  </a:cubicBezTo>
                  <a:cubicBezTo>
                    <a:pt x="207759" y="58178"/>
                    <a:pt x="213199" y="60898"/>
                    <a:pt x="215919" y="63617"/>
                  </a:cubicBezTo>
                  <a:cubicBezTo>
                    <a:pt x="221358" y="66337"/>
                    <a:pt x="224077" y="66337"/>
                    <a:pt x="229517" y="69057"/>
                  </a:cubicBezTo>
                  <a:cubicBezTo>
                    <a:pt x="237675" y="71776"/>
                    <a:pt x="245835" y="77216"/>
                    <a:pt x="256713" y="77216"/>
                  </a:cubicBezTo>
                  <a:cubicBezTo>
                    <a:pt x="259433" y="77216"/>
                    <a:pt x="262153" y="77216"/>
                    <a:pt x="264872" y="77216"/>
                  </a:cubicBezTo>
                  <a:cubicBezTo>
                    <a:pt x="270312" y="77216"/>
                    <a:pt x="275751" y="77216"/>
                    <a:pt x="281190" y="77216"/>
                  </a:cubicBezTo>
                  <a:cubicBezTo>
                    <a:pt x="292069" y="77216"/>
                    <a:pt x="321985" y="77216"/>
                    <a:pt x="330144" y="77216"/>
                  </a:cubicBezTo>
                  <a:cubicBezTo>
                    <a:pt x="338303" y="77216"/>
                    <a:pt x="349182" y="77216"/>
                    <a:pt x="357341" y="79935"/>
                  </a:cubicBezTo>
                  <a:cubicBezTo>
                    <a:pt x="368219" y="79935"/>
                    <a:pt x="379098" y="82655"/>
                    <a:pt x="387257" y="82655"/>
                  </a:cubicBezTo>
                  <a:cubicBezTo>
                    <a:pt x="392696" y="82655"/>
                    <a:pt x="400855" y="85375"/>
                    <a:pt x="406295" y="85375"/>
                  </a:cubicBezTo>
                  <a:cubicBezTo>
                    <a:pt x="409014" y="82655"/>
                    <a:pt x="414453" y="79935"/>
                    <a:pt x="417173" y="79935"/>
                  </a:cubicBezTo>
                  <a:cubicBezTo>
                    <a:pt x="419893" y="79935"/>
                    <a:pt x="422612" y="79935"/>
                    <a:pt x="425332" y="85375"/>
                  </a:cubicBezTo>
                  <a:cubicBezTo>
                    <a:pt x="428052" y="90814"/>
                    <a:pt x="433491" y="98973"/>
                    <a:pt x="433491" y="104412"/>
                  </a:cubicBezTo>
                  <a:cubicBezTo>
                    <a:pt x="436211" y="131609"/>
                    <a:pt x="436211" y="120730"/>
                    <a:pt x="436211" y="137048"/>
                  </a:cubicBezTo>
                  <a:cubicBezTo>
                    <a:pt x="438930" y="158805"/>
                    <a:pt x="438930" y="158805"/>
                    <a:pt x="438930" y="183282"/>
                  </a:cubicBezTo>
                  <a:cubicBezTo>
                    <a:pt x="438930" y="194161"/>
                    <a:pt x="438930" y="218638"/>
                    <a:pt x="422612" y="218638"/>
                  </a:cubicBezTo>
                  <a:cubicBezTo>
                    <a:pt x="414453" y="218638"/>
                    <a:pt x="411734" y="215918"/>
                    <a:pt x="406295" y="213198"/>
                  </a:cubicBezTo>
                  <a:cubicBezTo>
                    <a:pt x="400855" y="210479"/>
                    <a:pt x="398136" y="202320"/>
                    <a:pt x="398136" y="196881"/>
                  </a:cubicBezTo>
                  <a:cubicBezTo>
                    <a:pt x="395416" y="188722"/>
                    <a:pt x="395416" y="183282"/>
                    <a:pt x="395416" y="175123"/>
                  </a:cubicBezTo>
                  <a:cubicBezTo>
                    <a:pt x="395416" y="169684"/>
                    <a:pt x="395416" y="164245"/>
                    <a:pt x="395416" y="153366"/>
                  </a:cubicBezTo>
                  <a:cubicBezTo>
                    <a:pt x="395416" y="145207"/>
                    <a:pt x="395416" y="134328"/>
                    <a:pt x="395416" y="126170"/>
                  </a:cubicBezTo>
                  <a:cubicBezTo>
                    <a:pt x="387257" y="128889"/>
                    <a:pt x="379098" y="128889"/>
                    <a:pt x="370939" y="128889"/>
                  </a:cubicBezTo>
                  <a:cubicBezTo>
                    <a:pt x="360060" y="128889"/>
                    <a:pt x="349182" y="128889"/>
                    <a:pt x="338303" y="131609"/>
                  </a:cubicBezTo>
                  <a:cubicBezTo>
                    <a:pt x="327424" y="131609"/>
                    <a:pt x="319265" y="134328"/>
                    <a:pt x="286629" y="134328"/>
                  </a:cubicBezTo>
                  <a:cubicBezTo>
                    <a:pt x="281190" y="134328"/>
                    <a:pt x="278470" y="134328"/>
                    <a:pt x="273031" y="137048"/>
                  </a:cubicBezTo>
                  <a:cubicBezTo>
                    <a:pt x="270312" y="137048"/>
                    <a:pt x="264872" y="137048"/>
                    <a:pt x="262153" y="142487"/>
                  </a:cubicBezTo>
                  <a:cubicBezTo>
                    <a:pt x="259433" y="145207"/>
                    <a:pt x="259433" y="150647"/>
                    <a:pt x="259433" y="153366"/>
                  </a:cubicBezTo>
                  <a:cubicBezTo>
                    <a:pt x="259433" y="158805"/>
                    <a:pt x="259433" y="164245"/>
                    <a:pt x="262153" y="166964"/>
                  </a:cubicBezTo>
                  <a:cubicBezTo>
                    <a:pt x="262153" y="177843"/>
                    <a:pt x="262153" y="186002"/>
                    <a:pt x="262153" y="196881"/>
                  </a:cubicBezTo>
                  <a:cubicBezTo>
                    <a:pt x="262153" y="202320"/>
                    <a:pt x="262153" y="210479"/>
                    <a:pt x="262153" y="215918"/>
                  </a:cubicBezTo>
                  <a:cubicBezTo>
                    <a:pt x="262153" y="229516"/>
                    <a:pt x="262153" y="240395"/>
                    <a:pt x="262153" y="251274"/>
                  </a:cubicBezTo>
                  <a:cubicBezTo>
                    <a:pt x="262153" y="259433"/>
                    <a:pt x="259433" y="270311"/>
                    <a:pt x="259433" y="278470"/>
                  </a:cubicBezTo>
                  <a:cubicBezTo>
                    <a:pt x="259433" y="289349"/>
                    <a:pt x="259433" y="297508"/>
                    <a:pt x="259433" y="308386"/>
                  </a:cubicBezTo>
                  <a:cubicBezTo>
                    <a:pt x="259433" y="313826"/>
                    <a:pt x="259433" y="319265"/>
                    <a:pt x="259433" y="321985"/>
                  </a:cubicBezTo>
                  <a:cubicBezTo>
                    <a:pt x="259433" y="324704"/>
                    <a:pt x="259433" y="330144"/>
                    <a:pt x="259433" y="332863"/>
                  </a:cubicBezTo>
                  <a:cubicBezTo>
                    <a:pt x="262153" y="335583"/>
                    <a:pt x="264872" y="335583"/>
                    <a:pt x="267592" y="335583"/>
                  </a:cubicBezTo>
                  <a:cubicBezTo>
                    <a:pt x="273031" y="335583"/>
                    <a:pt x="275751" y="335583"/>
                    <a:pt x="281190" y="335583"/>
                  </a:cubicBezTo>
                  <a:cubicBezTo>
                    <a:pt x="311107" y="335583"/>
                    <a:pt x="319265" y="335583"/>
                    <a:pt x="327424" y="338303"/>
                  </a:cubicBezTo>
                  <a:cubicBezTo>
                    <a:pt x="335583" y="341022"/>
                    <a:pt x="343742" y="341022"/>
                    <a:pt x="351901" y="341022"/>
                  </a:cubicBezTo>
                  <a:cubicBezTo>
                    <a:pt x="351901" y="338303"/>
                    <a:pt x="351901" y="338303"/>
                    <a:pt x="351901" y="335583"/>
                  </a:cubicBezTo>
                  <a:cubicBezTo>
                    <a:pt x="351901" y="327424"/>
                    <a:pt x="351901" y="319265"/>
                    <a:pt x="351901" y="313826"/>
                  </a:cubicBezTo>
                  <a:cubicBezTo>
                    <a:pt x="351901" y="305667"/>
                    <a:pt x="351901" y="294788"/>
                    <a:pt x="357341" y="289349"/>
                  </a:cubicBezTo>
                  <a:cubicBezTo>
                    <a:pt x="360060" y="281190"/>
                    <a:pt x="368219" y="273031"/>
                    <a:pt x="373658" y="273031"/>
                  </a:cubicBezTo>
                  <a:cubicBezTo>
                    <a:pt x="376378" y="273031"/>
                    <a:pt x="379098" y="273031"/>
                    <a:pt x="381817" y="278470"/>
                  </a:cubicBezTo>
                  <a:cubicBezTo>
                    <a:pt x="384537" y="283909"/>
                    <a:pt x="387257" y="292068"/>
                    <a:pt x="389977" y="300228"/>
                  </a:cubicBezTo>
                  <a:cubicBezTo>
                    <a:pt x="392696" y="316545"/>
                    <a:pt x="392696" y="335583"/>
                    <a:pt x="395416" y="351901"/>
                  </a:cubicBezTo>
                  <a:cubicBezTo>
                    <a:pt x="398136" y="373658"/>
                    <a:pt x="398136" y="384537"/>
                    <a:pt x="398136" y="409014"/>
                  </a:cubicBezTo>
                  <a:cubicBezTo>
                    <a:pt x="398136" y="422612"/>
                    <a:pt x="398136" y="444369"/>
                    <a:pt x="381817" y="444369"/>
                  </a:cubicBezTo>
                  <a:cubicBezTo>
                    <a:pt x="373658" y="444369"/>
                    <a:pt x="370939" y="441650"/>
                    <a:pt x="365500" y="438930"/>
                  </a:cubicBezTo>
                  <a:cubicBezTo>
                    <a:pt x="360060" y="436210"/>
                    <a:pt x="357341" y="428051"/>
                    <a:pt x="357341" y="422612"/>
                  </a:cubicBezTo>
                  <a:cubicBezTo>
                    <a:pt x="354621" y="414453"/>
                    <a:pt x="354621" y="409014"/>
                    <a:pt x="354621" y="400855"/>
                  </a:cubicBezTo>
                  <a:cubicBezTo>
                    <a:pt x="354621" y="395415"/>
                    <a:pt x="354621" y="389976"/>
                    <a:pt x="354621" y="381817"/>
                  </a:cubicBezTo>
                  <a:cubicBezTo>
                    <a:pt x="335583" y="381817"/>
                    <a:pt x="308387" y="384537"/>
                    <a:pt x="270312" y="381817"/>
                  </a:cubicBezTo>
                  <a:cubicBezTo>
                    <a:pt x="262153" y="381817"/>
                    <a:pt x="256713" y="387256"/>
                    <a:pt x="256713" y="395415"/>
                  </a:cubicBezTo>
                  <a:cubicBezTo>
                    <a:pt x="256713" y="403574"/>
                    <a:pt x="256713" y="414453"/>
                    <a:pt x="253994" y="422612"/>
                  </a:cubicBezTo>
                  <a:cubicBezTo>
                    <a:pt x="253994" y="425332"/>
                    <a:pt x="253994" y="430771"/>
                    <a:pt x="253994" y="433490"/>
                  </a:cubicBezTo>
                  <a:cubicBezTo>
                    <a:pt x="253994" y="438930"/>
                    <a:pt x="253994" y="444369"/>
                    <a:pt x="253994" y="449809"/>
                  </a:cubicBezTo>
                  <a:cubicBezTo>
                    <a:pt x="253994" y="457967"/>
                    <a:pt x="256713" y="466126"/>
                    <a:pt x="256713" y="474285"/>
                  </a:cubicBezTo>
                  <a:cubicBezTo>
                    <a:pt x="256713" y="482444"/>
                    <a:pt x="256713" y="490603"/>
                    <a:pt x="256713" y="496043"/>
                  </a:cubicBezTo>
                  <a:cubicBezTo>
                    <a:pt x="256713" y="509641"/>
                    <a:pt x="259433" y="520520"/>
                    <a:pt x="259433" y="534118"/>
                  </a:cubicBezTo>
                  <a:cubicBezTo>
                    <a:pt x="259433" y="553155"/>
                    <a:pt x="259433" y="572193"/>
                    <a:pt x="259433" y="591231"/>
                  </a:cubicBezTo>
                  <a:cubicBezTo>
                    <a:pt x="259433" y="602109"/>
                    <a:pt x="262153" y="610268"/>
                    <a:pt x="262153" y="618427"/>
                  </a:cubicBezTo>
                  <a:cubicBezTo>
                    <a:pt x="264872" y="626586"/>
                    <a:pt x="262153" y="642904"/>
                    <a:pt x="267592" y="648343"/>
                  </a:cubicBezTo>
                  <a:cubicBezTo>
                    <a:pt x="270312" y="651063"/>
                    <a:pt x="275751" y="651063"/>
                    <a:pt x="292069" y="651063"/>
                  </a:cubicBezTo>
                  <a:cubicBezTo>
                    <a:pt x="305667" y="651063"/>
                    <a:pt x="319265" y="651063"/>
                    <a:pt x="327424" y="651063"/>
                  </a:cubicBezTo>
                  <a:cubicBezTo>
                    <a:pt x="338303" y="651063"/>
                    <a:pt x="351901" y="653783"/>
                    <a:pt x="362780" y="653783"/>
                  </a:cubicBezTo>
                  <a:cubicBezTo>
                    <a:pt x="376378" y="653783"/>
                    <a:pt x="384537" y="651063"/>
                    <a:pt x="395416" y="648343"/>
                  </a:cubicBezTo>
                  <a:cubicBezTo>
                    <a:pt x="395416" y="637465"/>
                    <a:pt x="395416" y="629306"/>
                    <a:pt x="395416" y="618427"/>
                  </a:cubicBezTo>
                  <a:cubicBezTo>
                    <a:pt x="395416" y="610268"/>
                    <a:pt x="395416" y="602109"/>
                    <a:pt x="395416" y="596670"/>
                  </a:cubicBezTo>
                  <a:cubicBezTo>
                    <a:pt x="395416" y="591231"/>
                    <a:pt x="395416" y="585791"/>
                    <a:pt x="398136" y="574913"/>
                  </a:cubicBezTo>
                  <a:cubicBezTo>
                    <a:pt x="400855" y="569473"/>
                    <a:pt x="400855" y="564034"/>
                    <a:pt x="406295" y="558595"/>
                  </a:cubicBezTo>
                  <a:cubicBezTo>
                    <a:pt x="411734" y="553155"/>
                    <a:pt x="414453" y="553155"/>
                    <a:pt x="422612" y="553155"/>
                  </a:cubicBezTo>
                  <a:cubicBezTo>
                    <a:pt x="436211" y="553155"/>
                    <a:pt x="438930" y="577632"/>
                    <a:pt x="438930" y="588511"/>
                  </a:cubicBezTo>
                  <a:cubicBezTo>
                    <a:pt x="438930" y="612988"/>
                    <a:pt x="438930" y="623866"/>
                    <a:pt x="436211" y="645624"/>
                  </a:cubicBezTo>
                  <a:cubicBezTo>
                    <a:pt x="433491" y="648343"/>
                    <a:pt x="433491" y="648343"/>
                    <a:pt x="433491" y="651063"/>
                  </a:cubicBezTo>
                  <a:lnTo>
                    <a:pt x="433491" y="651063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BE877547-39AE-C94D-AECE-B227742121CD}"/>
                </a:ext>
              </a:extLst>
            </p:cNvPr>
            <p:cNvSpPr/>
            <p:nvPr/>
          </p:nvSpPr>
          <p:spPr>
            <a:xfrm>
              <a:off x="7912732" y="4250336"/>
              <a:ext cx="465062" cy="658157"/>
            </a:xfrm>
            <a:custGeom>
              <a:avLst/>
              <a:gdLst>
                <a:gd name="connsiteX0" fmla="*/ 193096 w 465062"/>
                <a:gd name="connsiteY0" fmla="*/ 59832 h 658157"/>
                <a:gd name="connsiteX1" fmla="*/ 193096 w 465062"/>
                <a:gd name="connsiteY1" fmla="*/ 114226 h 658157"/>
                <a:gd name="connsiteX2" fmla="*/ 198536 w 465062"/>
                <a:gd name="connsiteY2" fmla="*/ 209414 h 658157"/>
                <a:gd name="connsiteX3" fmla="*/ 201255 w 465062"/>
                <a:gd name="connsiteY3" fmla="*/ 282845 h 658157"/>
                <a:gd name="connsiteX4" fmla="*/ 203975 w 465062"/>
                <a:gd name="connsiteY4" fmla="*/ 315481 h 658157"/>
                <a:gd name="connsiteX5" fmla="*/ 203975 w 465062"/>
                <a:gd name="connsiteY5" fmla="*/ 320920 h 658157"/>
                <a:gd name="connsiteX6" fmla="*/ 212134 w 465062"/>
                <a:gd name="connsiteY6" fmla="*/ 329079 h 658157"/>
                <a:gd name="connsiteX7" fmla="*/ 223013 w 465062"/>
                <a:gd name="connsiteY7" fmla="*/ 329079 h 658157"/>
                <a:gd name="connsiteX8" fmla="*/ 239331 w 465062"/>
                <a:gd name="connsiteY8" fmla="*/ 329079 h 658157"/>
                <a:gd name="connsiteX9" fmla="*/ 280126 w 465062"/>
                <a:gd name="connsiteY9" fmla="*/ 312761 h 658157"/>
                <a:gd name="connsiteX10" fmla="*/ 296443 w 465062"/>
                <a:gd name="connsiteY10" fmla="*/ 288284 h 658157"/>
                <a:gd name="connsiteX11" fmla="*/ 304602 w 465062"/>
                <a:gd name="connsiteY11" fmla="*/ 258368 h 658157"/>
                <a:gd name="connsiteX12" fmla="*/ 312761 w 465062"/>
                <a:gd name="connsiteY12" fmla="*/ 225732 h 658157"/>
                <a:gd name="connsiteX13" fmla="*/ 315481 w 465062"/>
                <a:gd name="connsiteY13" fmla="*/ 195816 h 658157"/>
                <a:gd name="connsiteX14" fmla="*/ 318201 w 465062"/>
                <a:gd name="connsiteY14" fmla="*/ 168619 h 658157"/>
                <a:gd name="connsiteX15" fmla="*/ 312761 w 465062"/>
                <a:gd name="connsiteY15" fmla="*/ 135983 h 658157"/>
                <a:gd name="connsiteX16" fmla="*/ 312761 w 465062"/>
                <a:gd name="connsiteY16" fmla="*/ 122385 h 658157"/>
                <a:gd name="connsiteX17" fmla="*/ 293724 w 465062"/>
                <a:gd name="connsiteY17" fmla="*/ 84309 h 658157"/>
                <a:gd name="connsiteX18" fmla="*/ 280126 w 465062"/>
                <a:gd name="connsiteY18" fmla="*/ 73430 h 658157"/>
                <a:gd name="connsiteX19" fmla="*/ 258368 w 465062"/>
                <a:gd name="connsiteY19" fmla="*/ 62552 h 658157"/>
                <a:gd name="connsiteX20" fmla="*/ 217573 w 465062"/>
                <a:gd name="connsiteY20" fmla="*/ 59832 h 658157"/>
                <a:gd name="connsiteX21" fmla="*/ 111506 w 465062"/>
                <a:gd name="connsiteY21" fmla="*/ 0 h 658157"/>
                <a:gd name="connsiteX22" fmla="*/ 127824 w 465062"/>
                <a:gd name="connsiteY22" fmla="*/ 0 h 658157"/>
                <a:gd name="connsiteX23" fmla="*/ 157741 w 465062"/>
                <a:gd name="connsiteY23" fmla="*/ 5440 h 658157"/>
                <a:gd name="connsiteX24" fmla="*/ 179497 w 465062"/>
                <a:gd name="connsiteY24" fmla="*/ 16318 h 658157"/>
                <a:gd name="connsiteX25" fmla="*/ 209414 w 465062"/>
                <a:gd name="connsiteY25" fmla="*/ 16318 h 658157"/>
                <a:gd name="connsiteX26" fmla="*/ 247489 w 465062"/>
                <a:gd name="connsiteY26" fmla="*/ 16318 h 658157"/>
                <a:gd name="connsiteX27" fmla="*/ 266527 w 465062"/>
                <a:gd name="connsiteY27" fmla="*/ 16318 h 658157"/>
                <a:gd name="connsiteX28" fmla="*/ 312761 w 465062"/>
                <a:gd name="connsiteY28" fmla="*/ 27197 h 658157"/>
                <a:gd name="connsiteX29" fmla="*/ 337238 w 465062"/>
                <a:gd name="connsiteY29" fmla="*/ 38075 h 658157"/>
                <a:gd name="connsiteX30" fmla="*/ 364434 w 465062"/>
                <a:gd name="connsiteY30" fmla="*/ 54393 h 658157"/>
                <a:gd name="connsiteX31" fmla="*/ 386192 w 465062"/>
                <a:gd name="connsiteY31" fmla="*/ 73431 h 658157"/>
                <a:gd name="connsiteX32" fmla="*/ 407949 w 465062"/>
                <a:gd name="connsiteY32" fmla="*/ 103347 h 658157"/>
                <a:gd name="connsiteX33" fmla="*/ 416108 w 465062"/>
                <a:gd name="connsiteY33" fmla="*/ 141422 h 658157"/>
                <a:gd name="connsiteX34" fmla="*/ 418828 w 465062"/>
                <a:gd name="connsiteY34" fmla="*/ 163179 h 658157"/>
                <a:gd name="connsiteX35" fmla="*/ 418828 w 465062"/>
                <a:gd name="connsiteY35" fmla="*/ 171339 h 658157"/>
                <a:gd name="connsiteX36" fmla="*/ 421547 w 465062"/>
                <a:gd name="connsiteY36" fmla="*/ 187656 h 658157"/>
                <a:gd name="connsiteX37" fmla="*/ 418828 w 465062"/>
                <a:gd name="connsiteY37" fmla="*/ 206694 h 658157"/>
                <a:gd name="connsiteX38" fmla="*/ 416108 w 465062"/>
                <a:gd name="connsiteY38" fmla="*/ 233891 h 658157"/>
                <a:gd name="connsiteX39" fmla="*/ 405229 w 465062"/>
                <a:gd name="connsiteY39" fmla="*/ 263807 h 658157"/>
                <a:gd name="connsiteX40" fmla="*/ 394351 w 465062"/>
                <a:gd name="connsiteY40" fmla="*/ 274686 h 658157"/>
                <a:gd name="connsiteX41" fmla="*/ 388912 w 465062"/>
                <a:gd name="connsiteY41" fmla="*/ 285564 h 658157"/>
                <a:gd name="connsiteX42" fmla="*/ 369874 w 465062"/>
                <a:gd name="connsiteY42" fmla="*/ 304602 h 658157"/>
                <a:gd name="connsiteX43" fmla="*/ 358995 w 465062"/>
                <a:gd name="connsiteY43" fmla="*/ 310041 h 658157"/>
                <a:gd name="connsiteX44" fmla="*/ 348117 w 465062"/>
                <a:gd name="connsiteY44" fmla="*/ 320920 h 658157"/>
                <a:gd name="connsiteX45" fmla="*/ 326359 w 465062"/>
                <a:gd name="connsiteY45" fmla="*/ 339957 h 658157"/>
                <a:gd name="connsiteX46" fmla="*/ 312761 w 465062"/>
                <a:gd name="connsiteY46" fmla="*/ 353555 h 658157"/>
                <a:gd name="connsiteX47" fmla="*/ 337238 w 465062"/>
                <a:gd name="connsiteY47" fmla="*/ 380752 h 658157"/>
                <a:gd name="connsiteX48" fmla="*/ 358995 w 465062"/>
                <a:gd name="connsiteY48" fmla="*/ 421547 h 658157"/>
                <a:gd name="connsiteX49" fmla="*/ 372593 w 465062"/>
                <a:gd name="connsiteY49" fmla="*/ 459622 h 658157"/>
                <a:gd name="connsiteX50" fmla="*/ 386192 w 465062"/>
                <a:gd name="connsiteY50" fmla="*/ 514015 h 658157"/>
                <a:gd name="connsiteX51" fmla="*/ 407949 w 465062"/>
                <a:gd name="connsiteY51" fmla="*/ 568408 h 658157"/>
                <a:gd name="connsiteX52" fmla="*/ 421547 w 465062"/>
                <a:gd name="connsiteY52" fmla="*/ 598324 h 658157"/>
                <a:gd name="connsiteX53" fmla="*/ 451463 w 465062"/>
                <a:gd name="connsiteY53" fmla="*/ 628241 h 658157"/>
                <a:gd name="connsiteX54" fmla="*/ 465062 w 465062"/>
                <a:gd name="connsiteY54" fmla="*/ 644559 h 658157"/>
                <a:gd name="connsiteX55" fmla="*/ 462342 w 465062"/>
                <a:gd name="connsiteY55" fmla="*/ 649998 h 658157"/>
                <a:gd name="connsiteX56" fmla="*/ 437865 w 465062"/>
                <a:gd name="connsiteY56" fmla="*/ 658157 h 658157"/>
                <a:gd name="connsiteX57" fmla="*/ 361715 w 465062"/>
                <a:gd name="connsiteY57" fmla="*/ 622801 h 658157"/>
                <a:gd name="connsiteX58" fmla="*/ 320920 w 465062"/>
                <a:gd name="connsiteY58" fmla="*/ 565689 h 658157"/>
                <a:gd name="connsiteX59" fmla="*/ 304602 w 465062"/>
                <a:gd name="connsiteY59" fmla="*/ 530333 h 658157"/>
                <a:gd name="connsiteX60" fmla="*/ 293723 w 465062"/>
                <a:gd name="connsiteY60" fmla="*/ 497697 h 658157"/>
                <a:gd name="connsiteX61" fmla="*/ 282845 w 465062"/>
                <a:gd name="connsiteY61" fmla="*/ 462342 h 658157"/>
                <a:gd name="connsiteX62" fmla="*/ 269246 w 465062"/>
                <a:gd name="connsiteY62" fmla="*/ 424267 h 658157"/>
                <a:gd name="connsiteX63" fmla="*/ 255648 w 465062"/>
                <a:gd name="connsiteY63" fmla="*/ 391631 h 658157"/>
                <a:gd name="connsiteX64" fmla="*/ 236610 w 465062"/>
                <a:gd name="connsiteY64" fmla="*/ 367154 h 658157"/>
                <a:gd name="connsiteX65" fmla="*/ 217573 w 465062"/>
                <a:gd name="connsiteY65" fmla="*/ 361714 h 658157"/>
                <a:gd name="connsiteX66" fmla="*/ 201255 w 465062"/>
                <a:gd name="connsiteY66" fmla="*/ 361714 h 658157"/>
                <a:gd name="connsiteX67" fmla="*/ 198535 w 465062"/>
                <a:gd name="connsiteY67" fmla="*/ 367154 h 658157"/>
                <a:gd name="connsiteX68" fmla="*/ 201255 w 465062"/>
                <a:gd name="connsiteY68" fmla="*/ 388911 h 658157"/>
                <a:gd name="connsiteX69" fmla="*/ 198535 w 465062"/>
                <a:gd name="connsiteY69" fmla="*/ 426986 h 658157"/>
                <a:gd name="connsiteX70" fmla="*/ 203975 w 465062"/>
                <a:gd name="connsiteY70" fmla="*/ 478660 h 658157"/>
                <a:gd name="connsiteX71" fmla="*/ 198535 w 465062"/>
                <a:gd name="connsiteY71" fmla="*/ 552090 h 658157"/>
                <a:gd name="connsiteX72" fmla="*/ 195816 w 465062"/>
                <a:gd name="connsiteY72" fmla="*/ 576567 h 658157"/>
                <a:gd name="connsiteX73" fmla="*/ 198535 w 465062"/>
                <a:gd name="connsiteY73" fmla="*/ 592885 h 658157"/>
                <a:gd name="connsiteX74" fmla="*/ 233891 w 465062"/>
                <a:gd name="connsiteY74" fmla="*/ 592885 h 658157"/>
                <a:gd name="connsiteX75" fmla="*/ 271966 w 465062"/>
                <a:gd name="connsiteY75" fmla="*/ 611923 h 658157"/>
                <a:gd name="connsiteX76" fmla="*/ 266527 w 465062"/>
                <a:gd name="connsiteY76" fmla="*/ 628241 h 658157"/>
                <a:gd name="connsiteX77" fmla="*/ 250209 w 465062"/>
                <a:gd name="connsiteY77" fmla="*/ 636400 h 658157"/>
                <a:gd name="connsiteX78" fmla="*/ 228451 w 465062"/>
                <a:gd name="connsiteY78" fmla="*/ 639119 h 658157"/>
                <a:gd name="connsiteX79" fmla="*/ 187657 w 465062"/>
                <a:gd name="connsiteY79" fmla="*/ 639119 h 658157"/>
                <a:gd name="connsiteX80" fmla="*/ 152301 w 465062"/>
                <a:gd name="connsiteY80" fmla="*/ 652717 h 658157"/>
                <a:gd name="connsiteX81" fmla="*/ 133263 w 465062"/>
                <a:gd name="connsiteY81" fmla="*/ 655437 h 658157"/>
                <a:gd name="connsiteX82" fmla="*/ 122385 w 465062"/>
                <a:gd name="connsiteY82" fmla="*/ 652717 h 658157"/>
                <a:gd name="connsiteX83" fmla="*/ 97908 w 465062"/>
                <a:gd name="connsiteY83" fmla="*/ 639119 h 658157"/>
                <a:gd name="connsiteX84" fmla="*/ 70711 w 465062"/>
                <a:gd name="connsiteY84" fmla="*/ 639119 h 658157"/>
                <a:gd name="connsiteX85" fmla="*/ 46234 w 465062"/>
                <a:gd name="connsiteY85" fmla="*/ 639119 h 658157"/>
                <a:gd name="connsiteX86" fmla="*/ 19038 w 465062"/>
                <a:gd name="connsiteY86" fmla="*/ 630960 h 658157"/>
                <a:gd name="connsiteX87" fmla="*/ 2720 w 465062"/>
                <a:gd name="connsiteY87" fmla="*/ 614642 h 658157"/>
                <a:gd name="connsiteX88" fmla="*/ 8159 w 465062"/>
                <a:gd name="connsiteY88" fmla="*/ 606483 h 658157"/>
                <a:gd name="connsiteX89" fmla="*/ 29916 w 465062"/>
                <a:gd name="connsiteY89" fmla="*/ 598324 h 658157"/>
                <a:gd name="connsiteX90" fmla="*/ 76151 w 465062"/>
                <a:gd name="connsiteY90" fmla="*/ 592885 h 658157"/>
                <a:gd name="connsiteX91" fmla="*/ 73431 w 465062"/>
                <a:gd name="connsiteY91" fmla="*/ 573848 h 658157"/>
                <a:gd name="connsiteX92" fmla="*/ 70711 w 465062"/>
                <a:gd name="connsiteY92" fmla="*/ 500417 h 658157"/>
                <a:gd name="connsiteX93" fmla="*/ 73431 w 465062"/>
                <a:gd name="connsiteY93" fmla="*/ 437865 h 658157"/>
                <a:gd name="connsiteX94" fmla="*/ 70711 w 465062"/>
                <a:gd name="connsiteY94" fmla="*/ 369873 h 658157"/>
                <a:gd name="connsiteX95" fmla="*/ 70711 w 465062"/>
                <a:gd name="connsiteY95" fmla="*/ 293723 h 658157"/>
                <a:gd name="connsiteX96" fmla="*/ 73431 w 465062"/>
                <a:gd name="connsiteY96" fmla="*/ 212133 h 658157"/>
                <a:gd name="connsiteX97" fmla="*/ 76151 w 465062"/>
                <a:gd name="connsiteY97" fmla="*/ 155021 h 658157"/>
                <a:gd name="connsiteX98" fmla="*/ 76151 w 465062"/>
                <a:gd name="connsiteY98" fmla="*/ 119665 h 658157"/>
                <a:gd name="connsiteX99" fmla="*/ 78870 w 465062"/>
                <a:gd name="connsiteY99" fmla="*/ 84310 h 658157"/>
                <a:gd name="connsiteX100" fmla="*/ 76151 w 465062"/>
                <a:gd name="connsiteY100" fmla="*/ 62552 h 658157"/>
                <a:gd name="connsiteX101" fmla="*/ 67992 w 465062"/>
                <a:gd name="connsiteY101" fmla="*/ 62552 h 658157"/>
                <a:gd name="connsiteX102" fmla="*/ 43515 w 465062"/>
                <a:gd name="connsiteY102" fmla="*/ 62552 h 658157"/>
                <a:gd name="connsiteX103" fmla="*/ 16318 w 465062"/>
                <a:gd name="connsiteY103" fmla="*/ 57113 h 658157"/>
                <a:gd name="connsiteX104" fmla="*/ 0 w 465062"/>
                <a:gd name="connsiteY104" fmla="*/ 40795 h 658157"/>
                <a:gd name="connsiteX105" fmla="*/ 5439 w 465062"/>
                <a:gd name="connsiteY105" fmla="*/ 32636 h 658157"/>
                <a:gd name="connsiteX106" fmla="*/ 27197 w 465062"/>
                <a:gd name="connsiteY106" fmla="*/ 24477 h 658157"/>
                <a:gd name="connsiteX107" fmla="*/ 76151 w 465062"/>
                <a:gd name="connsiteY107" fmla="*/ 19038 h 658157"/>
                <a:gd name="connsiteX108" fmla="*/ 78870 w 465062"/>
                <a:gd name="connsiteY108" fmla="*/ 13598 h 658157"/>
                <a:gd name="connsiteX109" fmla="*/ 95188 w 465062"/>
                <a:gd name="connsiteY109" fmla="*/ 5440 h 658157"/>
                <a:gd name="connsiteX110" fmla="*/ 111506 w 465062"/>
                <a:gd name="connsiteY110" fmla="*/ 0 h 658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</a:cxnLst>
              <a:rect l="l" t="t" r="r" b="b"/>
              <a:pathLst>
                <a:path w="465062" h="658157">
                  <a:moveTo>
                    <a:pt x="193096" y="59832"/>
                  </a:moveTo>
                  <a:cubicBezTo>
                    <a:pt x="193096" y="73430"/>
                    <a:pt x="193096" y="89748"/>
                    <a:pt x="193096" y="114226"/>
                  </a:cubicBezTo>
                  <a:cubicBezTo>
                    <a:pt x="193096" y="144142"/>
                    <a:pt x="195816" y="176778"/>
                    <a:pt x="198536" y="209414"/>
                  </a:cubicBezTo>
                  <a:cubicBezTo>
                    <a:pt x="198536" y="247489"/>
                    <a:pt x="201255" y="277406"/>
                    <a:pt x="201255" y="282845"/>
                  </a:cubicBezTo>
                  <a:cubicBezTo>
                    <a:pt x="201255" y="293723"/>
                    <a:pt x="203975" y="304602"/>
                    <a:pt x="203975" y="315481"/>
                  </a:cubicBezTo>
                  <a:cubicBezTo>
                    <a:pt x="203975" y="318200"/>
                    <a:pt x="203975" y="318200"/>
                    <a:pt x="203975" y="320920"/>
                  </a:cubicBezTo>
                  <a:cubicBezTo>
                    <a:pt x="203975" y="326359"/>
                    <a:pt x="206695" y="329079"/>
                    <a:pt x="212134" y="329079"/>
                  </a:cubicBezTo>
                  <a:cubicBezTo>
                    <a:pt x="214854" y="329079"/>
                    <a:pt x="220293" y="329079"/>
                    <a:pt x="223013" y="329079"/>
                  </a:cubicBezTo>
                  <a:cubicBezTo>
                    <a:pt x="228452" y="329079"/>
                    <a:pt x="233891" y="329079"/>
                    <a:pt x="239331" y="329079"/>
                  </a:cubicBezTo>
                  <a:cubicBezTo>
                    <a:pt x="252929" y="329079"/>
                    <a:pt x="271967" y="323640"/>
                    <a:pt x="280126" y="312761"/>
                  </a:cubicBezTo>
                  <a:cubicBezTo>
                    <a:pt x="288284" y="304602"/>
                    <a:pt x="291004" y="299163"/>
                    <a:pt x="296443" y="288284"/>
                  </a:cubicBezTo>
                  <a:cubicBezTo>
                    <a:pt x="299163" y="277406"/>
                    <a:pt x="301883" y="269247"/>
                    <a:pt x="304602" y="258368"/>
                  </a:cubicBezTo>
                  <a:cubicBezTo>
                    <a:pt x="307322" y="244770"/>
                    <a:pt x="310042" y="239330"/>
                    <a:pt x="312761" y="225732"/>
                  </a:cubicBezTo>
                  <a:cubicBezTo>
                    <a:pt x="315481" y="212134"/>
                    <a:pt x="315481" y="209414"/>
                    <a:pt x="315481" y="195816"/>
                  </a:cubicBezTo>
                  <a:cubicBezTo>
                    <a:pt x="315481" y="179498"/>
                    <a:pt x="315481" y="184937"/>
                    <a:pt x="318201" y="168619"/>
                  </a:cubicBezTo>
                  <a:cubicBezTo>
                    <a:pt x="312761" y="152302"/>
                    <a:pt x="312761" y="149582"/>
                    <a:pt x="312761" y="135983"/>
                  </a:cubicBezTo>
                  <a:cubicBezTo>
                    <a:pt x="312761" y="133264"/>
                    <a:pt x="312761" y="127825"/>
                    <a:pt x="312761" y="122385"/>
                  </a:cubicBezTo>
                  <a:cubicBezTo>
                    <a:pt x="312761" y="111507"/>
                    <a:pt x="301883" y="95188"/>
                    <a:pt x="293724" y="84309"/>
                  </a:cubicBezTo>
                  <a:cubicBezTo>
                    <a:pt x="288284" y="78870"/>
                    <a:pt x="285565" y="76150"/>
                    <a:pt x="280126" y="73430"/>
                  </a:cubicBezTo>
                  <a:cubicBezTo>
                    <a:pt x="271967" y="67991"/>
                    <a:pt x="266527" y="65271"/>
                    <a:pt x="258368" y="62552"/>
                  </a:cubicBezTo>
                  <a:cubicBezTo>
                    <a:pt x="244770" y="59832"/>
                    <a:pt x="228452" y="59832"/>
                    <a:pt x="217573" y="59832"/>
                  </a:cubicBezTo>
                  <a:close/>
                  <a:moveTo>
                    <a:pt x="111506" y="0"/>
                  </a:moveTo>
                  <a:cubicBezTo>
                    <a:pt x="114226" y="0"/>
                    <a:pt x="122385" y="0"/>
                    <a:pt x="127824" y="0"/>
                  </a:cubicBezTo>
                  <a:cubicBezTo>
                    <a:pt x="135983" y="0"/>
                    <a:pt x="146862" y="2720"/>
                    <a:pt x="157741" y="5440"/>
                  </a:cubicBezTo>
                  <a:cubicBezTo>
                    <a:pt x="168619" y="8159"/>
                    <a:pt x="176778" y="10879"/>
                    <a:pt x="179497" y="16318"/>
                  </a:cubicBezTo>
                  <a:cubicBezTo>
                    <a:pt x="193096" y="16318"/>
                    <a:pt x="201255" y="16318"/>
                    <a:pt x="209414" y="16318"/>
                  </a:cubicBezTo>
                  <a:cubicBezTo>
                    <a:pt x="220292" y="16318"/>
                    <a:pt x="231171" y="16318"/>
                    <a:pt x="247489" y="16318"/>
                  </a:cubicBezTo>
                  <a:cubicBezTo>
                    <a:pt x="250209" y="16318"/>
                    <a:pt x="258368" y="16318"/>
                    <a:pt x="266527" y="16318"/>
                  </a:cubicBezTo>
                  <a:cubicBezTo>
                    <a:pt x="277405" y="16318"/>
                    <a:pt x="291004" y="21758"/>
                    <a:pt x="312761" y="27197"/>
                  </a:cubicBezTo>
                  <a:cubicBezTo>
                    <a:pt x="320920" y="29917"/>
                    <a:pt x="329079" y="35356"/>
                    <a:pt x="337238" y="38075"/>
                  </a:cubicBezTo>
                  <a:cubicBezTo>
                    <a:pt x="342677" y="40795"/>
                    <a:pt x="353556" y="48954"/>
                    <a:pt x="364434" y="54393"/>
                  </a:cubicBezTo>
                  <a:cubicBezTo>
                    <a:pt x="375313" y="62552"/>
                    <a:pt x="386192" y="67992"/>
                    <a:pt x="386192" y="73431"/>
                  </a:cubicBezTo>
                  <a:cubicBezTo>
                    <a:pt x="391631" y="84310"/>
                    <a:pt x="402510" y="92469"/>
                    <a:pt x="407949" y="103347"/>
                  </a:cubicBezTo>
                  <a:cubicBezTo>
                    <a:pt x="413388" y="116945"/>
                    <a:pt x="416108" y="130544"/>
                    <a:pt x="416108" y="141422"/>
                  </a:cubicBezTo>
                  <a:cubicBezTo>
                    <a:pt x="416108" y="152301"/>
                    <a:pt x="418828" y="157740"/>
                    <a:pt x="418828" y="163179"/>
                  </a:cubicBezTo>
                  <a:cubicBezTo>
                    <a:pt x="418828" y="165899"/>
                    <a:pt x="418828" y="168619"/>
                    <a:pt x="418828" y="171339"/>
                  </a:cubicBezTo>
                  <a:cubicBezTo>
                    <a:pt x="418828" y="174058"/>
                    <a:pt x="421547" y="182217"/>
                    <a:pt x="421547" y="187656"/>
                  </a:cubicBezTo>
                  <a:cubicBezTo>
                    <a:pt x="421547" y="193096"/>
                    <a:pt x="418828" y="201255"/>
                    <a:pt x="418828" y="206694"/>
                  </a:cubicBezTo>
                  <a:cubicBezTo>
                    <a:pt x="418828" y="217573"/>
                    <a:pt x="418828" y="223012"/>
                    <a:pt x="416108" y="233891"/>
                  </a:cubicBezTo>
                  <a:cubicBezTo>
                    <a:pt x="413388" y="244769"/>
                    <a:pt x="410668" y="255648"/>
                    <a:pt x="405229" y="263807"/>
                  </a:cubicBezTo>
                  <a:cubicBezTo>
                    <a:pt x="402510" y="269246"/>
                    <a:pt x="397070" y="269246"/>
                    <a:pt x="394351" y="274686"/>
                  </a:cubicBezTo>
                  <a:cubicBezTo>
                    <a:pt x="391631" y="277405"/>
                    <a:pt x="391631" y="282844"/>
                    <a:pt x="388912" y="285564"/>
                  </a:cubicBezTo>
                  <a:cubicBezTo>
                    <a:pt x="383472" y="291003"/>
                    <a:pt x="375313" y="301882"/>
                    <a:pt x="369874" y="304602"/>
                  </a:cubicBezTo>
                  <a:cubicBezTo>
                    <a:pt x="367154" y="307321"/>
                    <a:pt x="361715" y="307321"/>
                    <a:pt x="358995" y="310041"/>
                  </a:cubicBezTo>
                  <a:cubicBezTo>
                    <a:pt x="356275" y="312761"/>
                    <a:pt x="350836" y="318200"/>
                    <a:pt x="348117" y="320920"/>
                  </a:cubicBezTo>
                  <a:cubicBezTo>
                    <a:pt x="339958" y="326359"/>
                    <a:pt x="334518" y="334518"/>
                    <a:pt x="326359" y="339957"/>
                  </a:cubicBezTo>
                  <a:cubicBezTo>
                    <a:pt x="320920" y="342677"/>
                    <a:pt x="312761" y="342677"/>
                    <a:pt x="312761" y="353555"/>
                  </a:cubicBezTo>
                  <a:cubicBezTo>
                    <a:pt x="312761" y="361714"/>
                    <a:pt x="334518" y="372593"/>
                    <a:pt x="337238" y="380752"/>
                  </a:cubicBezTo>
                  <a:cubicBezTo>
                    <a:pt x="345397" y="394350"/>
                    <a:pt x="353556" y="407948"/>
                    <a:pt x="358995" y="421547"/>
                  </a:cubicBezTo>
                  <a:cubicBezTo>
                    <a:pt x="364434" y="435145"/>
                    <a:pt x="367154" y="446024"/>
                    <a:pt x="372593" y="459622"/>
                  </a:cubicBezTo>
                  <a:cubicBezTo>
                    <a:pt x="378033" y="478660"/>
                    <a:pt x="383472" y="494978"/>
                    <a:pt x="386192" y="514015"/>
                  </a:cubicBezTo>
                  <a:cubicBezTo>
                    <a:pt x="391631" y="533053"/>
                    <a:pt x="402510" y="549371"/>
                    <a:pt x="407949" y="568408"/>
                  </a:cubicBezTo>
                  <a:cubicBezTo>
                    <a:pt x="410668" y="579287"/>
                    <a:pt x="416108" y="590165"/>
                    <a:pt x="421547" y="598324"/>
                  </a:cubicBezTo>
                  <a:cubicBezTo>
                    <a:pt x="435146" y="614642"/>
                    <a:pt x="443305" y="622801"/>
                    <a:pt x="451463" y="628241"/>
                  </a:cubicBezTo>
                  <a:cubicBezTo>
                    <a:pt x="456903" y="630960"/>
                    <a:pt x="465062" y="636400"/>
                    <a:pt x="465062" y="644559"/>
                  </a:cubicBezTo>
                  <a:cubicBezTo>
                    <a:pt x="465062" y="647278"/>
                    <a:pt x="465062" y="647278"/>
                    <a:pt x="462342" y="649998"/>
                  </a:cubicBezTo>
                  <a:cubicBezTo>
                    <a:pt x="456903" y="655437"/>
                    <a:pt x="446024" y="658157"/>
                    <a:pt x="437865" y="658157"/>
                  </a:cubicBezTo>
                  <a:cubicBezTo>
                    <a:pt x="413388" y="658157"/>
                    <a:pt x="378033" y="641839"/>
                    <a:pt x="361715" y="622801"/>
                  </a:cubicBezTo>
                  <a:cubicBezTo>
                    <a:pt x="345397" y="606483"/>
                    <a:pt x="334518" y="584726"/>
                    <a:pt x="320920" y="565689"/>
                  </a:cubicBezTo>
                  <a:cubicBezTo>
                    <a:pt x="315480" y="554810"/>
                    <a:pt x="310041" y="543931"/>
                    <a:pt x="304602" y="530333"/>
                  </a:cubicBezTo>
                  <a:cubicBezTo>
                    <a:pt x="299163" y="519454"/>
                    <a:pt x="296443" y="508576"/>
                    <a:pt x="293723" y="497697"/>
                  </a:cubicBezTo>
                  <a:cubicBezTo>
                    <a:pt x="291004" y="486819"/>
                    <a:pt x="288284" y="473220"/>
                    <a:pt x="282845" y="462342"/>
                  </a:cubicBezTo>
                  <a:cubicBezTo>
                    <a:pt x="280125" y="448743"/>
                    <a:pt x="274686" y="437865"/>
                    <a:pt x="269246" y="424267"/>
                  </a:cubicBezTo>
                  <a:cubicBezTo>
                    <a:pt x="266527" y="416108"/>
                    <a:pt x="261087" y="402509"/>
                    <a:pt x="255648" y="391631"/>
                  </a:cubicBezTo>
                  <a:cubicBezTo>
                    <a:pt x="250209" y="380752"/>
                    <a:pt x="244770" y="375313"/>
                    <a:pt x="236610" y="367154"/>
                  </a:cubicBezTo>
                  <a:cubicBezTo>
                    <a:pt x="231171" y="361714"/>
                    <a:pt x="223012" y="361714"/>
                    <a:pt x="217573" y="361714"/>
                  </a:cubicBezTo>
                  <a:cubicBezTo>
                    <a:pt x="212134" y="361714"/>
                    <a:pt x="206694" y="361714"/>
                    <a:pt x="201255" y="361714"/>
                  </a:cubicBezTo>
                  <a:cubicBezTo>
                    <a:pt x="198535" y="361714"/>
                    <a:pt x="198535" y="364434"/>
                    <a:pt x="198535" y="367154"/>
                  </a:cubicBezTo>
                  <a:cubicBezTo>
                    <a:pt x="198535" y="375313"/>
                    <a:pt x="201255" y="386191"/>
                    <a:pt x="201255" y="388911"/>
                  </a:cubicBezTo>
                  <a:cubicBezTo>
                    <a:pt x="201255" y="402509"/>
                    <a:pt x="198535" y="413388"/>
                    <a:pt x="198535" y="426986"/>
                  </a:cubicBezTo>
                  <a:cubicBezTo>
                    <a:pt x="198535" y="446024"/>
                    <a:pt x="203975" y="456902"/>
                    <a:pt x="203975" y="478660"/>
                  </a:cubicBezTo>
                  <a:cubicBezTo>
                    <a:pt x="203975" y="503136"/>
                    <a:pt x="201255" y="527613"/>
                    <a:pt x="198535" y="552090"/>
                  </a:cubicBezTo>
                  <a:cubicBezTo>
                    <a:pt x="198535" y="560249"/>
                    <a:pt x="195816" y="568408"/>
                    <a:pt x="195816" y="576567"/>
                  </a:cubicBezTo>
                  <a:cubicBezTo>
                    <a:pt x="195816" y="582006"/>
                    <a:pt x="195816" y="587446"/>
                    <a:pt x="198535" y="592885"/>
                  </a:cubicBezTo>
                  <a:cubicBezTo>
                    <a:pt x="212134" y="592885"/>
                    <a:pt x="225732" y="592885"/>
                    <a:pt x="233891" y="592885"/>
                  </a:cubicBezTo>
                  <a:cubicBezTo>
                    <a:pt x="247489" y="592885"/>
                    <a:pt x="271966" y="592885"/>
                    <a:pt x="271966" y="611923"/>
                  </a:cubicBezTo>
                  <a:cubicBezTo>
                    <a:pt x="271966" y="620082"/>
                    <a:pt x="269246" y="622801"/>
                    <a:pt x="266527" y="628241"/>
                  </a:cubicBezTo>
                  <a:cubicBezTo>
                    <a:pt x="261087" y="633680"/>
                    <a:pt x="255648" y="636400"/>
                    <a:pt x="250209" y="636400"/>
                  </a:cubicBezTo>
                  <a:cubicBezTo>
                    <a:pt x="239330" y="639119"/>
                    <a:pt x="233891" y="639119"/>
                    <a:pt x="228451" y="639119"/>
                  </a:cubicBezTo>
                  <a:cubicBezTo>
                    <a:pt x="223012" y="639119"/>
                    <a:pt x="206694" y="639119"/>
                    <a:pt x="187657" y="639119"/>
                  </a:cubicBezTo>
                  <a:cubicBezTo>
                    <a:pt x="176778" y="647278"/>
                    <a:pt x="163180" y="649998"/>
                    <a:pt x="152301" y="652717"/>
                  </a:cubicBezTo>
                  <a:cubicBezTo>
                    <a:pt x="146862" y="652717"/>
                    <a:pt x="138703" y="655437"/>
                    <a:pt x="133263" y="655437"/>
                  </a:cubicBezTo>
                  <a:cubicBezTo>
                    <a:pt x="130544" y="655437"/>
                    <a:pt x="125104" y="655437"/>
                    <a:pt x="122385" y="652717"/>
                  </a:cubicBezTo>
                  <a:cubicBezTo>
                    <a:pt x="114226" y="649998"/>
                    <a:pt x="103347" y="644559"/>
                    <a:pt x="97908" y="639119"/>
                  </a:cubicBezTo>
                  <a:cubicBezTo>
                    <a:pt x="87029" y="639119"/>
                    <a:pt x="78870" y="639119"/>
                    <a:pt x="70711" y="639119"/>
                  </a:cubicBezTo>
                  <a:cubicBezTo>
                    <a:pt x="62552" y="639119"/>
                    <a:pt x="54393" y="639119"/>
                    <a:pt x="46234" y="639119"/>
                  </a:cubicBezTo>
                  <a:cubicBezTo>
                    <a:pt x="38075" y="639119"/>
                    <a:pt x="27197" y="633680"/>
                    <a:pt x="19038" y="630960"/>
                  </a:cubicBezTo>
                  <a:cubicBezTo>
                    <a:pt x="10879" y="628241"/>
                    <a:pt x="2720" y="620082"/>
                    <a:pt x="2720" y="614642"/>
                  </a:cubicBezTo>
                  <a:cubicBezTo>
                    <a:pt x="2720" y="611923"/>
                    <a:pt x="2720" y="609203"/>
                    <a:pt x="8159" y="606483"/>
                  </a:cubicBezTo>
                  <a:cubicBezTo>
                    <a:pt x="13599" y="603764"/>
                    <a:pt x="24477" y="601044"/>
                    <a:pt x="29916" y="598324"/>
                  </a:cubicBezTo>
                  <a:cubicBezTo>
                    <a:pt x="43515" y="595605"/>
                    <a:pt x="62552" y="595605"/>
                    <a:pt x="76151" y="592885"/>
                  </a:cubicBezTo>
                  <a:cubicBezTo>
                    <a:pt x="76151" y="587446"/>
                    <a:pt x="73431" y="582006"/>
                    <a:pt x="73431" y="573848"/>
                  </a:cubicBezTo>
                  <a:cubicBezTo>
                    <a:pt x="73431" y="565689"/>
                    <a:pt x="70711" y="516735"/>
                    <a:pt x="70711" y="500417"/>
                  </a:cubicBezTo>
                  <a:cubicBezTo>
                    <a:pt x="70711" y="481379"/>
                    <a:pt x="73431" y="456902"/>
                    <a:pt x="73431" y="437865"/>
                  </a:cubicBezTo>
                  <a:cubicBezTo>
                    <a:pt x="73431" y="416108"/>
                    <a:pt x="70711" y="391631"/>
                    <a:pt x="70711" y="369873"/>
                  </a:cubicBezTo>
                  <a:cubicBezTo>
                    <a:pt x="70711" y="345397"/>
                    <a:pt x="70711" y="318200"/>
                    <a:pt x="70711" y="293723"/>
                  </a:cubicBezTo>
                  <a:cubicBezTo>
                    <a:pt x="70711" y="266526"/>
                    <a:pt x="73431" y="239330"/>
                    <a:pt x="73431" y="212133"/>
                  </a:cubicBezTo>
                  <a:cubicBezTo>
                    <a:pt x="73431" y="187656"/>
                    <a:pt x="76151" y="179498"/>
                    <a:pt x="76151" y="155021"/>
                  </a:cubicBezTo>
                  <a:cubicBezTo>
                    <a:pt x="76151" y="144142"/>
                    <a:pt x="76151" y="130544"/>
                    <a:pt x="76151" y="119665"/>
                  </a:cubicBezTo>
                  <a:cubicBezTo>
                    <a:pt x="76151" y="106067"/>
                    <a:pt x="78870" y="95188"/>
                    <a:pt x="78870" y="84310"/>
                  </a:cubicBezTo>
                  <a:cubicBezTo>
                    <a:pt x="78870" y="78870"/>
                    <a:pt x="78870" y="70711"/>
                    <a:pt x="76151" y="62552"/>
                  </a:cubicBezTo>
                  <a:cubicBezTo>
                    <a:pt x="76151" y="62552"/>
                    <a:pt x="73431" y="62552"/>
                    <a:pt x="67992" y="62552"/>
                  </a:cubicBezTo>
                  <a:cubicBezTo>
                    <a:pt x="59833" y="62552"/>
                    <a:pt x="51674" y="62552"/>
                    <a:pt x="43515" y="62552"/>
                  </a:cubicBezTo>
                  <a:cubicBezTo>
                    <a:pt x="35356" y="62552"/>
                    <a:pt x="24477" y="59833"/>
                    <a:pt x="16318" y="57113"/>
                  </a:cubicBezTo>
                  <a:cubicBezTo>
                    <a:pt x="8159" y="54393"/>
                    <a:pt x="0" y="43515"/>
                    <a:pt x="0" y="40795"/>
                  </a:cubicBezTo>
                  <a:cubicBezTo>
                    <a:pt x="0" y="38075"/>
                    <a:pt x="0" y="35356"/>
                    <a:pt x="5439" y="32636"/>
                  </a:cubicBezTo>
                  <a:cubicBezTo>
                    <a:pt x="10879" y="29917"/>
                    <a:pt x="21758" y="27197"/>
                    <a:pt x="27197" y="24477"/>
                  </a:cubicBezTo>
                  <a:cubicBezTo>
                    <a:pt x="46234" y="21758"/>
                    <a:pt x="62552" y="19038"/>
                    <a:pt x="76151" y="19038"/>
                  </a:cubicBezTo>
                  <a:cubicBezTo>
                    <a:pt x="76151" y="16318"/>
                    <a:pt x="78870" y="16318"/>
                    <a:pt x="78870" y="13598"/>
                  </a:cubicBezTo>
                  <a:cubicBezTo>
                    <a:pt x="84309" y="10879"/>
                    <a:pt x="89749" y="8159"/>
                    <a:pt x="95188" y="5440"/>
                  </a:cubicBezTo>
                  <a:cubicBezTo>
                    <a:pt x="100628" y="2720"/>
                    <a:pt x="106067" y="0"/>
                    <a:pt x="111506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229F3544-9238-4897-CECA-057A8CE4A2A7}"/>
                </a:ext>
              </a:extLst>
            </p:cNvPr>
            <p:cNvSpPr/>
            <p:nvPr/>
          </p:nvSpPr>
          <p:spPr>
            <a:xfrm>
              <a:off x="8346812" y="4186718"/>
              <a:ext cx="353556" cy="761503"/>
            </a:xfrm>
            <a:custGeom>
              <a:avLst/>
              <a:gdLst>
                <a:gd name="connsiteX0" fmla="*/ 283910 w 353555"/>
                <a:gd name="connsiteY0" fmla="*/ 672820 h 761503"/>
                <a:gd name="connsiteX1" fmla="*/ 321985 w 353555"/>
                <a:gd name="connsiteY1" fmla="*/ 689138 h 761503"/>
                <a:gd name="connsiteX2" fmla="*/ 316546 w 353555"/>
                <a:gd name="connsiteY2" fmla="*/ 705456 h 761503"/>
                <a:gd name="connsiteX3" fmla="*/ 300228 w 353555"/>
                <a:gd name="connsiteY3" fmla="*/ 713615 h 761503"/>
                <a:gd name="connsiteX4" fmla="*/ 278471 w 353555"/>
                <a:gd name="connsiteY4" fmla="*/ 716335 h 761503"/>
                <a:gd name="connsiteX5" fmla="*/ 237676 w 353555"/>
                <a:gd name="connsiteY5" fmla="*/ 716335 h 761503"/>
                <a:gd name="connsiteX6" fmla="*/ 180563 w 353555"/>
                <a:gd name="connsiteY6" fmla="*/ 719054 h 761503"/>
                <a:gd name="connsiteX7" fmla="*/ 126170 w 353555"/>
                <a:gd name="connsiteY7" fmla="*/ 719054 h 761503"/>
                <a:gd name="connsiteX8" fmla="*/ 101693 w 353555"/>
                <a:gd name="connsiteY8" fmla="*/ 719054 h 761503"/>
                <a:gd name="connsiteX9" fmla="*/ 74496 w 353555"/>
                <a:gd name="connsiteY9" fmla="*/ 713615 h 761503"/>
                <a:gd name="connsiteX10" fmla="*/ 58178 w 353555"/>
                <a:gd name="connsiteY10" fmla="*/ 697297 h 761503"/>
                <a:gd name="connsiteX11" fmla="*/ 63618 w 353555"/>
                <a:gd name="connsiteY11" fmla="*/ 689138 h 761503"/>
                <a:gd name="connsiteX12" fmla="*/ 85375 w 353555"/>
                <a:gd name="connsiteY12" fmla="*/ 680979 h 761503"/>
                <a:gd name="connsiteX13" fmla="*/ 131609 w 353555"/>
                <a:gd name="connsiteY13" fmla="*/ 675540 h 761503"/>
                <a:gd name="connsiteX14" fmla="*/ 142488 w 353555"/>
                <a:gd name="connsiteY14" fmla="*/ 675540 h 761503"/>
                <a:gd name="connsiteX15" fmla="*/ 131609 w 353555"/>
                <a:gd name="connsiteY15" fmla="*/ 653783 h 761503"/>
                <a:gd name="connsiteX16" fmla="*/ 128890 w 353555"/>
                <a:gd name="connsiteY16" fmla="*/ 640184 h 761503"/>
                <a:gd name="connsiteX17" fmla="*/ 128890 w 353555"/>
                <a:gd name="connsiteY17" fmla="*/ 629306 h 761503"/>
                <a:gd name="connsiteX18" fmla="*/ 128890 w 353555"/>
                <a:gd name="connsiteY18" fmla="*/ 621147 h 761503"/>
                <a:gd name="connsiteX19" fmla="*/ 128890 w 353555"/>
                <a:gd name="connsiteY19" fmla="*/ 593950 h 761503"/>
                <a:gd name="connsiteX20" fmla="*/ 128890 w 353555"/>
                <a:gd name="connsiteY20" fmla="*/ 583072 h 761503"/>
                <a:gd name="connsiteX21" fmla="*/ 128890 w 353555"/>
                <a:gd name="connsiteY21" fmla="*/ 436210 h 761503"/>
                <a:gd name="connsiteX22" fmla="*/ 128890 w 353555"/>
                <a:gd name="connsiteY22" fmla="*/ 357340 h 761503"/>
                <a:gd name="connsiteX23" fmla="*/ 131609 w 353555"/>
                <a:gd name="connsiteY23" fmla="*/ 289349 h 761503"/>
                <a:gd name="connsiteX24" fmla="*/ 131609 w 353555"/>
                <a:gd name="connsiteY24" fmla="*/ 251274 h 761503"/>
                <a:gd name="connsiteX25" fmla="*/ 131609 w 353555"/>
                <a:gd name="connsiteY25" fmla="*/ 205040 h 761503"/>
                <a:gd name="connsiteX26" fmla="*/ 131609 w 353555"/>
                <a:gd name="connsiteY26" fmla="*/ 139768 h 761503"/>
                <a:gd name="connsiteX27" fmla="*/ 131609 w 353555"/>
                <a:gd name="connsiteY27" fmla="*/ 128889 h 761503"/>
                <a:gd name="connsiteX28" fmla="*/ 126170 w 353555"/>
                <a:gd name="connsiteY28" fmla="*/ 128889 h 761503"/>
                <a:gd name="connsiteX29" fmla="*/ 101693 w 353555"/>
                <a:gd name="connsiteY29" fmla="*/ 128889 h 761503"/>
                <a:gd name="connsiteX30" fmla="*/ 74496 w 353555"/>
                <a:gd name="connsiteY30" fmla="*/ 123450 h 761503"/>
                <a:gd name="connsiteX31" fmla="*/ 58178 w 353555"/>
                <a:gd name="connsiteY31" fmla="*/ 107132 h 761503"/>
                <a:gd name="connsiteX32" fmla="*/ 60898 w 353555"/>
                <a:gd name="connsiteY32" fmla="*/ 98973 h 761503"/>
                <a:gd name="connsiteX33" fmla="*/ 82655 w 353555"/>
                <a:gd name="connsiteY33" fmla="*/ 93534 h 761503"/>
                <a:gd name="connsiteX34" fmla="*/ 131609 w 353555"/>
                <a:gd name="connsiteY34" fmla="*/ 88094 h 761503"/>
                <a:gd name="connsiteX35" fmla="*/ 131609 w 353555"/>
                <a:gd name="connsiteY35" fmla="*/ 82655 h 761503"/>
                <a:gd name="connsiteX36" fmla="*/ 134329 w 353555"/>
                <a:gd name="connsiteY36" fmla="*/ 71776 h 761503"/>
                <a:gd name="connsiteX37" fmla="*/ 147927 w 353555"/>
                <a:gd name="connsiteY37" fmla="*/ 63617 h 761503"/>
                <a:gd name="connsiteX38" fmla="*/ 164245 w 353555"/>
                <a:gd name="connsiteY38" fmla="*/ 58178 h 761503"/>
                <a:gd name="connsiteX39" fmla="*/ 177843 w 353555"/>
                <a:gd name="connsiteY39" fmla="*/ 58178 h 761503"/>
                <a:gd name="connsiteX40" fmla="*/ 196881 w 353555"/>
                <a:gd name="connsiteY40" fmla="*/ 60898 h 761503"/>
                <a:gd name="connsiteX41" fmla="*/ 232237 w 353555"/>
                <a:gd name="connsiteY41" fmla="*/ 88094 h 761503"/>
                <a:gd name="connsiteX42" fmla="*/ 278471 w 353555"/>
                <a:gd name="connsiteY42" fmla="*/ 88094 h 761503"/>
                <a:gd name="connsiteX43" fmla="*/ 316546 w 353555"/>
                <a:gd name="connsiteY43" fmla="*/ 104412 h 761503"/>
                <a:gd name="connsiteX44" fmla="*/ 311107 w 353555"/>
                <a:gd name="connsiteY44" fmla="*/ 120730 h 761503"/>
                <a:gd name="connsiteX45" fmla="*/ 294789 w 353555"/>
                <a:gd name="connsiteY45" fmla="*/ 128889 h 761503"/>
                <a:gd name="connsiteX46" fmla="*/ 273032 w 353555"/>
                <a:gd name="connsiteY46" fmla="*/ 131609 h 761503"/>
                <a:gd name="connsiteX47" fmla="*/ 243115 w 353555"/>
                <a:gd name="connsiteY47" fmla="*/ 131609 h 761503"/>
                <a:gd name="connsiteX48" fmla="*/ 243115 w 353555"/>
                <a:gd name="connsiteY48" fmla="*/ 134329 h 761503"/>
                <a:gd name="connsiteX49" fmla="*/ 248554 w 353555"/>
                <a:gd name="connsiteY49" fmla="*/ 169684 h 761503"/>
                <a:gd name="connsiteX50" fmla="*/ 251274 w 353555"/>
                <a:gd name="connsiteY50" fmla="*/ 205040 h 761503"/>
                <a:gd name="connsiteX51" fmla="*/ 251274 w 353555"/>
                <a:gd name="connsiteY51" fmla="*/ 240395 h 761503"/>
                <a:gd name="connsiteX52" fmla="*/ 251274 w 353555"/>
                <a:gd name="connsiteY52" fmla="*/ 256713 h 761503"/>
                <a:gd name="connsiteX53" fmla="*/ 253994 w 353555"/>
                <a:gd name="connsiteY53" fmla="*/ 270311 h 761503"/>
                <a:gd name="connsiteX54" fmla="*/ 259433 w 353555"/>
                <a:gd name="connsiteY54" fmla="*/ 343742 h 761503"/>
                <a:gd name="connsiteX55" fmla="*/ 262153 w 353555"/>
                <a:gd name="connsiteY55" fmla="*/ 425332 h 761503"/>
                <a:gd name="connsiteX56" fmla="*/ 264872 w 353555"/>
                <a:gd name="connsiteY56" fmla="*/ 490603 h 761503"/>
                <a:gd name="connsiteX57" fmla="*/ 270312 w 353555"/>
                <a:gd name="connsiteY57" fmla="*/ 564034 h 761503"/>
                <a:gd name="connsiteX58" fmla="*/ 270312 w 353555"/>
                <a:gd name="connsiteY58" fmla="*/ 599390 h 761503"/>
                <a:gd name="connsiteX59" fmla="*/ 270312 w 353555"/>
                <a:gd name="connsiteY59" fmla="*/ 637465 h 761503"/>
                <a:gd name="connsiteX60" fmla="*/ 264872 w 353555"/>
                <a:gd name="connsiteY60" fmla="*/ 670101 h 761503"/>
                <a:gd name="connsiteX61" fmla="*/ 283910 w 353555"/>
                <a:gd name="connsiteY61" fmla="*/ 672820 h 761503"/>
                <a:gd name="connsiteX62" fmla="*/ 283910 w 353555"/>
                <a:gd name="connsiteY62" fmla="*/ 672820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353555" h="761503">
                  <a:moveTo>
                    <a:pt x="283910" y="672820"/>
                  </a:moveTo>
                  <a:cubicBezTo>
                    <a:pt x="297508" y="672820"/>
                    <a:pt x="321985" y="672820"/>
                    <a:pt x="321985" y="689138"/>
                  </a:cubicBezTo>
                  <a:cubicBezTo>
                    <a:pt x="321985" y="697297"/>
                    <a:pt x="319266" y="697297"/>
                    <a:pt x="316546" y="705456"/>
                  </a:cubicBezTo>
                  <a:cubicBezTo>
                    <a:pt x="311107" y="710895"/>
                    <a:pt x="305667" y="713615"/>
                    <a:pt x="300228" y="713615"/>
                  </a:cubicBezTo>
                  <a:cubicBezTo>
                    <a:pt x="292069" y="716335"/>
                    <a:pt x="283910" y="716335"/>
                    <a:pt x="278471" y="716335"/>
                  </a:cubicBezTo>
                  <a:cubicBezTo>
                    <a:pt x="275751" y="716335"/>
                    <a:pt x="256713" y="716335"/>
                    <a:pt x="237676" y="716335"/>
                  </a:cubicBezTo>
                  <a:cubicBezTo>
                    <a:pt x="213199" y="716335"/>
                    <a:pt x="186003" y="719054"/>
                    <a:pt x="180563" y="719054"/>
                  </a:cubicBezTo>
                  <a:cubicBezTo>
                    <a:pt x="166965" y="719054"/>
                    <a:pt x="142488" y="719054"/>
                    <a:pt x="126170" y="719054"/>
                  </a:cubicBezTo>
                  <a:cubicBezTo>
                    <a:pt x="118011" y="719054"/>
                    <a:pt x="109852" y="719054"/>
                    <a:pt x="101693" y="719054"/>
                  </a:cubicBezTo>
                  <a:cubicBezTo>
                    <a:pt x="93534" y="719054"/>
                    <a:pt x="82655" y="719054"/>
                    <a:pt x="74496" y="713615"/>
                  </a:cubicBezTo>
                  <a:cubicBezTo>
                    <a:pt x="66337" y="710895"/>
                    <a:pt x="58178" y="702736"/>
                    <a:pt x="58178" y="697297"/>
                  </a:cubicBezTo>
                  <a:cubicBezTo>
                    <a:pt x="58178" y="694578"/>
                    <a:pt x="58178" y="691858"/>
                    <a:pt x="63618" y="689138"/>
                  </a:cubicBezTo>
                  <a:cubicBezTo>
                    <a:pt x="69057" y="686418"/>
                    <a:pt x="79936" y="683699"/>
                    <a:pt x="85375" y="680979"/>
                  </a:cubicBezTo>
                  <a:cubicBezTo>
                    <a:pt x="104413" y="678260"/>
                    <a:pt x="123450" y="675540"/>
                    <a:pt x="131609" y="675540"/>
                  </a:cubicBezTo>
                  <a:cubicBezTo>
                    <a:pt x="134329" y="675540"/>
                    <a:pt x="137049" y="675540"/>
                    <a:pt x="142488" y="675540"/>
                  </a:cubicBezTo>
                  <a:cubicBezTo>
                    <a:pt x="134329" y="670101"/>
                    <a:pt x="131609" y="661942"/>
                    <a:pt x="131609" y="653783"/>
                  </a:cubicBezTo>
                  <a:cubicBezTo>
                    <a:pt x="131609" y="648343"/>
                    <a:pt x="131609" y="642904"/>
                    <a:pt x="128890" y="640184"/>
                  </a:cubicBezTo>
                  <a:cubicBezTo>
                    <a:pt x="128890" y="637465"/>
                    <a:pt x="128890" y="634745"/>
                    <a:pt x="128890" y="629306"/>
                  </a:cubicBezTo>
                  <a:cubicBezTo>
                    <a:pt x="128890" y="626586"/>
                    <a:pt x="128890" y="623867"/>
                    <a:pt x="128890" y="621147"/>
                  </a:cubicBezTo>
                  <a:cubicBezTo>
                    <a:pt x="128890" y="612988"/>
                    <a:pt x="128890" y="604829"/>
                    <a:pt x="128890" y="593950"/>
                  </a:cubicBezTo>
                  <a:cubicBezTo>
                    <a:pt x="128890" y="591231"/>
                    <a:pt x="128890" y="585791"/>
                    <a:pt x="128890" y="583072"/>
                  </a:cubicBezTo>
                  <a:cubicBezTo>
                    <a:pt x="128890" y="534118"/>
                    <a:pt x="131609" y="485164"/>
                    <a:pt x="128890" y="436210"/>
                  </a:cubicBezTo>
                  <a:cubicBezTo>
                    <a:pt x="128890" y="409014"/>
                    <a:pt x="128890" y="384537"/>
                    <a:pt x="128890" y="357340"/>
                  </a:cubicBezTo>
                  <a:cubicBezTo>
                    <a:pt x="128890" y="335583"/>
                    <a:pt x="131609" y="313826"/>
                    <a:pt x="131609" y="289349"/>
                  </a:cubicBezTo>
                  <a:cubicBezTo>
                    <a:pt x="131609" y="275751"/>
                    <a:pt x="131609" y="264872"/>
                    <a:pt x="131609" y="251274"/>
                  </a:cubicBezTo>
                  <a:cubicBezTo>
                    <a:pt x="131609" y="234956"/>
                    <a:pt x="131609" y="221357"/>
                    <a:pt x="131609" y="205040"/>
                  </a:cubicBezTo>
                  <a:cubicBezTo>
                    <a:pt x="131609" y="183282"/>
                    <a:pt x="131609" y="161525"/>
                    <a:pt x="131609" y="139768"/>
                  </a:cubicBezTo>
                  <a:cubicBezTo>
                    <a:pt x="131609" y="137048"/>
                    <a:pt x="131609" y="134329"/>
                    <a:pt x="131609" y="128889"/>
                  </a:cubicBezTo>
                  <a:cubicBezTo>
                    <a:pt x="128890" y="128889"/>
                    <a:pt x="126170" y="128889"/>
                    <a:pt x="126170" y="128889"/>
                  </a:cubicBezTo>
                  <a:cubicBezTo>
                    <a:pt x="118011" y="128889"/>
                    <a:pt x="109852" y="128889"/>
                    <a:pt x="101693" y="128889"/>
                  </a:cubicBezTo>
                  <a:cubicBezTo>
                    <a:pt x="93534" y="128889"/>
                    <a:pt x="82655" y="128889"/>
                    <a:pt x="74496" y="123450"/>
                  </a:cubicBezTo>
                  <a:cubicBezTo>
                    <a:pt x="66337" y="120730"/>
                    <a:pt x="58178" y="112571"/>
                    <a:pt x="58178" y="107132"/>
                  </a:cubicBezTo>
                  <a:cubicBezTo>
                    <a:pt x="58178" y="104412"/>
                    <a:pt x="58178" y="101693"/>
                    <a:pt x="60898" y="98973"/>
                  </a:cubicBezTo>
                  <a:cubicBezTo>
                    <a:pt x="63618" y="96253"/>
                    <a:pt x="77216" y="93534"/>
                    <a:pt x="82655" y="93534"/>
                  </a:cubicBezTo>
                  <a:cubicBezTo>
                    <a:pt x="98973" y="90814"/>
                    <a:pt x="123450" y="88094"/>
                    <a:pt x="131609" y="88094"/>
                  </a:cubicBezTo>
                  <a:cubicBezTo>
                    <a:pt x="131609" y="85375"/>
                    <a:pt x="131609" y="85375"/>
                    <a:pt x="131609" y="82655"/>
                  </a:cubicBezTo>
                  <a:cubicBezTo>
                    <a:pt x="131609" y="77216"/>
                    <a:pt x="131609" y="74496"/>
                    <a:pt x="134329" y="71776"/>
                  </a:cubicBezTo>
                  <a:cubicBezTo>
                    <a:pt x="137049" y="69057"/>
                    <a:pt x="145208" y="66337"/>
                    <a:pt x="147927" y="63617"/>
                  </a:cubicBezTo>
                  <a:cubicBezTo>
                    <a:pt x="153366" y="60898"/>
                    <a:pt x="158806" y="58178"/>
                    <a:pt x="164245" y="58178"/>
                  </a:cubicBezTo>
                  <a:cubicBezTo>
                    <a:pt x="169684" y="58178"/>
                    <a:pt x="175124" y="58178"/>
                    <a:pt x="177843" y="58178"/>
                  </a:cubicBezTo>
                  <a:cubicBezTo>
                    <a:pt x="183283" y="58178"/>
                    <a:pt x="191442" y="58178"/>
                    <a:pt x="196881" y="60898"/>
                  </a:cubicBezTo>
                  <a:cubicBezTo>
                    <a:pt x="213199" y="63617"/>
                    <a:pt x="224078" y="74496"/>
                    <a:pt x="232237" y="88094"/>
                  </a:cubicBezTo>
                  <a:cubicBezTo>
                    <a:pt x="253994" y="88094"/>
                    <a:pt x="270312" y="88094"/>
                    <a:pt x="278471" y="88094"/>
                  </a:cubicBezTo>
                  <a:cubicBezTo>
                    <a:pt x="292069" y="88094"/>
                    <a:pt x="316546" y="88094"/>
                    <a:pt x="316546" y="104412"/>
                  </a:cubicBezTo>
                  <a:cubicBezTo>
                    <a:pt x="316546" y="112571"/>
                    <a:pt x="313826" y="112571"/>
                    <a:pt x="311107" y="120730"/>
                  </a:cubicBezTo>
                  <a:cubicBezTo>
                    <a:pt x="305667" y="126170"/>
                    <a:pt x="300228" y="128889"/>
                    <a:pt x="294789" y="128889"/>
                  </a:cubicBezTo>
                  <a:cubicBezTo>
                    <a:pt x="286630" y="131609"/>
                    <a:pt x="278471" y="131609"/>
                    <a:pt x="273032" y="131609"/>
                  </a:cubicBezTo>
                  <a:cubicBezTo>
                    <a:pt x="270312" y="131609"/>
                    <a:pt x="259433" y="131609"/>
                    <a:pt x="243115" y="131609"/>
                  </a:cubicBezTo>
                  <a:lnTo>
                    <a:pt x="243115" y="134329"/>
                  </a:lnTo>
                  <a:cubicBezTo>
                    <a:pt x="245835" y="145207"/>
                    <a:pt x="245835" y="158805"/>
                    <a:pt x="248554" y="169684"/>
                  </a:cubicBezTo>
                  <a:cubicBezTo>
                    <a:pt x="251274" y="180563"/>
                    <a:pt x="251274" y="194161"/>
                    <a:pt x="251274" y="205040"/>
                  </a:cubicBezTo>
                  <a:cubicBezTo>
                    <a:pt x="251274" y="215918"/>
                    <a:pt x="251274" y="226797"/>
                    <a:pt x="251274" y="240395"/>
                  </a:cubicBezTo>
                  <a:cubicBezTo>
                    <a:pt x="251274" y="245834"/>
                    <a:pt x="251274" y="251274"/>
                    <a:pt x="251274" y="256713"/>
                  </a:cubicBezTo>
                  <a:cubicBezTo>
                    <a:pt x="251274" y="262152"/>
                    <a:pt x="251274" y="267592"/>
                    <a:pt x="253994" y="270311"/>
                  </a:cubicBezTo>
                  <a:cubicBezTo>
                    <a:pt x="256713" y="294788"/>
                    <a:pt x="256713" y="319265"/>
                    <a:pt x="259433" y="343742"/>
                  </a:cubicBezTo>
                  <a:cubicBezTo>
                    <a:pt x="259433" y="370939"/>
                    <a:pt x="262153" y="398135"/>
                    <a:pt x="262153" y="425332"/>
                  </a:cubicBezTo>
                  <a:cubicBezTo>
                    <a:pt x="262153" y="447089"/>
                    <a:pt x="262153" y="468846"/>
                    <a:pt x="264872" y="490603"/>
                  </a:cubicBezTo>
                  <a:cubicBezTo>
                    <a:pt x="264872" y="515080"/>
                    <a:pt x="270312" y="539557"/>
                    <a:pt x="270312" y="564034"/>
                  </a:cubicBezTo>
                  <a:cubicBezTo>
                    <a:pt x="270312" y="574913"/>
                    <a:pt x="270312" y="588511"/>
                    <a:pt x="270312" y="599390"/>
                  </a:cubicBezTo>
                  <a:cubicBezTo>
                    <a:pt x="270312" y="612988"/>
                    <a:pt x="270312" y="623867"/>
                    <a:pt x="270312" y="637465"/>
                  </a:cubicBezTo>
                  <a:cubicBezTo>
                    <a:pt x="270312" y="648343"/>
                    <a:pt x="270312" y="661942"/>
                    <a:pt x="264872" y="670101"/>
                  </a:cubicBezTo>
                  <a:cubicBezTo>
                    <a:pt x="273032" y="672820"/>
                    <a:pt x="278471" y="672820"/>
                    <a:pt x="283910" y="672820"/>
                  </a:cubicBezTo>
                  <a:lnTo>
                    <a:pt x="283910" y="672820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0913C596-4B5F-084A-F9DD-C537E66B6DBA}"/>
                </a:ext>
              </a:extLst>
            </p:cNvPr>
            <p:cNvSpPr/>
            <p:nvPr/>
          </p:nvSpPr>
          <p:spPr>
            <a:xfrm>
              <a:off x="8652924" y="4192158"/>
              <a:ext cx="516735" cy="788700"/>
            </a:xfrm>
            <a:custGeom>
              <a:avLst/>
              <a:gdLst>
                <a:gd name="connsiteX0" fmla="*/ 464616 w 516735"/>
                <a:gd name="connsiteY0" fmla="*/ 436210 h 788699"/>
                <a:gd name="connsiteX1" fmla="*/ 445578 w 516735"/>
                <a:gd name="connsiteY1" fmla="*/ 455248 h 788699"/>
                <a:gd name="connsiteX2" fmla="*/ 404783 w 516735"/>
                <a:gd name="connsiteY2" fmla="*/ 466126 h 788699"/>
                <a:gd name="connsiteX3" fmla="*/ 385746 w 516735"/>
                <a:gd name="connsiteY3" fmla="*/ 479725 h 788699"/>
                <a:gd name="connsiteX4" fmla="*/ 388466 w 516735"/>
                <a:gd name="connsiteY4" fmla="*/ 512361 h 788699"/>
                <a:gd name="connsiteX5" fmla="*/ 388466 w 516735"/>
                <a:gd name="connsiteY5" fmla="*/ 544997 h 788699"/>
                <a:gd name="connsiteX6" fmla="*/ 388466 w 516735"/>
                <a:gd name="connsiteY6" fmla="*/ 566754 h 788699"/>
                <a:gd name="connsiteX7" fmla="*/ 391185 w 516735"/>
                <a:gd name="connsiteY7" fmla="*/ 632026 h 788699"/>
                <a:gd name="connsiteX8" fmla="*/ 393905 w 516735"/>
                <a:gd name="connsiteY8" fmla="*/ 683699 h 788699"/>
                <a:gd name="connsiteX9" fmla="*/ 377587 w 516735"/>
                <a:gd name="connsiteY9" fmla="*/ 724494 h 788699"/>
                <a:gd name="connsiteX10" fmla="*/ 361269 w 516735"/>
                <a:gd name="connsiteY10" fmla="*/ 719054 h 788699"/>
                <a:gd name="connsiteX11" fmla="*/ 353110 w 516735"/>
                <a:gd name="connsiteY11" fmla="*/ 702737 h 788699"/>
                <a:gd name="connsiteX12" fmla="*/ 350390 w 516735"/>
                <a:gd name="connsiteY12" fmla="*/ 686419 h 788699"/>
                <a:gd name="connsiteX13" fmla="*/ 353110 w 516735"/>
                <a:gd name="connsiteY13" fmla="*/ 659222 h 788699"/>
                <a:gd name="connsiteX14" fmla="*/ 353110 w 516735"/>
                <a:gd name="connsiteY14" fmla="*/ 656502 h 788699"/>
                <a:gd name="connsiteX15" fmla="*/ 317754 w 516735"/>
                <a:gd name="connsiteY15" fmla="*/ 708176 h 788699"/>
                <a:gd name="connsiteX16" fmla="*/ 241604 w 516735"/>
                <a:gd name="connsiteY16" fmla="*/ 735372 h 788699"/>
                <a:gd name="connsiteX17" fmla="*/ 187211 w 516735"/>
                <a:gd name="connsiteY17" fmla="*/ 727214 h 788699"/>
                <a:gd name="connsiteX18" fmla="*/ 135537 w 516735"/>
                <a:gd name="connsiteY18" fmla="*/ 694578 h 788699"/>
                <a:gd name="connsiteX19" fmla="*/ 86583 w 516735"/>
                <a:gd name="connsiteY19" fmla="*/ 621147 h 788699"/>
                <a:gd name="connsiteX20" fmla="*/ 67546 w 516735"/>
                <a:gd name="connsiteY20" fmla="*/ 555875 h 788699"/>
                <a:gd name="connsiteX21" fmla="*/ 59387 w 516735"/>
                <a:gd name="connsiteY21" fmla="*/ 509641 h 788699"/>
                <a:gd name="connsiteX22" fmla="*/ 59387 w 516735"/>
                <a:gd name="connsiteY22" fmla="*/ 468846 h 788699"/>
                <a:gd name="connsiteX23" fmla="*/ 86583 w 516735"/>
                <a:gd name="connsiteY23" fmla="*/ 302947 h 788699"/>
                <a:gd name="connsiteX24" fmla="*/ 108341 w 516735"/>
                <a:gd name="connsiteY24" fmla="*/ 224077 h 788699"/>
                <a:gd name="connsiteX25" fmla="*/ 146416 w 516735"/>
                <a:gd name="connsiteY25" fmla="*/ 145207 h 788699"/>
                <a:gd name="connsiteX26" fmla="*/ 198090 w 516735"/>
                <a:gd name="connsiteY26" fmla="*/ 85375 h 788699"/>
                <a:gd name="connsiteX27" fmla="*/ 228006 w 516735"/>
                <a:gd name="connsiteY27" fmla="*/ 69057 h 788699"/>
                <a:gd name="connsiteX28" fmla="*/ 268801 w 516735"/>
                <a:gd name="connsiteY28" fmla="*/ 58178 h 788699"/>
                <a:gd name="connsiteX29" fmla="*/ 274240 w 516735"/>
                <a:gd name="connsiteY29" fmla="*/ 58178 h 788699"/>
                <a:gd name="connsiteX30" fmla="*/ 295997 w 516735"/>
                <a:gd name="connsiteY30" fmla="*/ 60898 h 788699"/>
                <a:gd name="connsiteX31" fmla="*/ 331353 w 516735"/>
                <a:gd name="connsiteY31" fmla="*/ 71776 h 788699"/>
                <a:gd name="connsiteX32" fmla="*/ 350390 w 516735"/>
                <a:gd name="connsiteY32" fmla="*/ 93534 h 788699"/>
                <a:gd name="connsiteX33" fmla="*/ 353110 w 516735"/>
                <a:gd name="connsiteY33" fmla="*/ 74496 h 788699"/>
                <a:gd name="connsiteX34" fmla="*/ 358549 w 516735"/>
                <a:gd name="connsiteY34" fmla="*/ 63618 h 788699"/>
                <a:gd name="connsiteX35" fmla="*/ 366708 w 516735"/>
                <a:gd name="connsiteY35" fmla="*/ 58178 h 788699"/>
                <a:gd name="connsiteX36" fmla="*/ 374867 w 516735"/>
                <a:gd name="connsiteY36" fmla="*/ 63618 h 788699"/>
                <a:gd name="connsiteX37" fmla="*/ 383027 w 516735"/>
                <a:gd name="connsiteY37" fmla="*/ 82655 h 788699"/>
                <a:gd name="connsiteX38" fmla="*/ 385746 w 516735"/>
                <a:gd name="connsiteY38" fmla="*/ 126170 h 788699"/>
                <a:gd name="connsiteX39" fmla="*/ 388466 w 516735"/>
                <a:gd name="connsiteY39" fmla="*/ 186002 h 788699"/>
                <a:gd name="connsiteX40" fmla="*/ 391185 w 516735"/>
                <a:gd name="connsiteY40" fmla="*/ 237676 h 788699"/>
                <a:gd name="connsiteX41" fmla="*/ 374867 w 516735"/>
                <a:gd name="connsiteY41" fmla="*/ 278470 h 788699"/>
                <a:gd name="connsiteX42" fmla="*/ 358549 w 516735"/>
                <a:gd name="connsiteY42" fmla="*/ 273031 h 788699"/>
                <a:gd name="connsiteX43" fmla="*/ 350390 w 516735"/>
                <a:gd name="connsiteY43" fmla="*/ 256713 h 788699"/>
                <a:gd name="connsiteX44" fmla="*/ 347671 w 516735"/>
                <a:gd name="connsiteY44" fmla="*/ 240395 h 788699"/>
                <a:gd name="connsiteX45" fmla="*/ 347671 w 516735"/>
                <a:gd name="connsiteY45" fmla="*/ 213199 h 788699"/>
                <a:gd name="connsiteX46" fmla="*/ 344951 w 516735"/>
                <a:gd name="connsiteY46" fmla="*/ 194161 h 788699"/>
                <a:gd name="connsiteX47" fmla="*/ 339512 w 516735"/>
                <a:gd name="connsiteY47" fmla="*/ 150647 h 788699"/>
                <a:gd name="connsiteX48" fmla="*/ 323194 w 516735"/>
                <a:gd name="connsiteY48" fmla="*/ 112571 h 788699"/>
                <a:gd name="connsiteX49" fmla="*/ 293278 w 516735"/>
                <a:gd name="connsiteY49" fmla="*/ 101693 h 788699"/>
                <a:gd name="connsiteX50" fmla="*/ 263361 w 516735"/>
                <a:gd name="connsiteY50" fmla="*/ 120730 h 788699"/>
                <a:gd name="connsiteX51" fmla="*/ 241604 w 516735"/>
                <a:gd name="connsiteY51" fmla="*/ 153366 h 788699"/>
                <a:gd name="connsiteX52" fmla="*/ 233445 w 516735"/>
                <a:gd name="connsiteY52" fmla="*/ 194161 h 788699"/>
                <a:gd name="connsiteX53" fmla="*/ 225286 w 516735"/>
                <a:gd name="connsiteY53" fmla="*/ 232236 h 788699"/>
                <a:gd name="connsiteX54" fmla="*/ 217127 w 516735"/>
                <a:gd name="connsiteY54" fmla="*/ 275751 h 788699"/>
                <a:gd name="connsiteX55" fmla="*/ 211688 w 516735"/>
                <a:gd name="connsiteY55" fmla="*/ 316545 h 788699"/>
                <a:gd name="connsiteX56" fmla="*/ 206249 w 516735"/>
                <a:gd name="connsiteY56" fmla="*/ 354621 h 788699"/>
                <a:gd name="connsiteX57" fmla="*/ 200809 w 516735"/>
                <a:gd name="connsiteY57" fmla="*/ 398135 h 788699"/>
                <a:gd name="connsiteX58" fmla="*/ 195370 w 516735"/>
                <a:gd name="connsiteY58" fmla="*/ 438930 h 788699"/>
                <a:gd name="connsiteX59" fmla="*/ 192650 w 516735"/>
                <a:gd name="connsiteY59" fmla="*/ 474286 h 788699"/>
                <a:gd name="connsiteX60" fmla="*/ 195370 w 516735"/>
                <a:gd name="connsiteY60" fmla="*/ 525959 h 788699"/>
                <a:gd name="connsiteX61" fmla="*/ 208968 w 516735"/>
                <a:gd name="connsiteY61" fmla="*/ 596670 h 788699"/>
                <a:gd name="connsiteX62" fmla="*/ 214407 w 516735"/>
                <a:gd name="connsiteY62" fmla="*/ 623867 h 788699"/>
                <a:gd name="connsiteX63" fmla="*/ 228006 w 516735"/>
                <a:gd name="connsiteY63" fmla="*/ 656502 h 788699"/>
                <a:gd name="connsiteX64" fmla="*/ 271520 w 516735"/>
                <a:gd name="connsiteY64" fmla="*/ 689138 h 788699"/>
                <a:gd name="connsiteX65" fmla="*/ 306876 w 516735"/>
                <a:gd name="connsiteY65" fmla="*/ 664661 h 788699"/>
                <a:gd name="connsiteX66" fmla="*/ 331353 w 516735"/>
                <a:gd name="connsiteY66" fmla="*/ 602109 h 788699"/>
                <a:gd name="connsiteX67" fmla="*/ 336792 w 516735"/>
                <a:gd name="connsiteY67" fmla="*/ 544997 h 788699"/>
                <a:gd name="connsiteX68" fmla="*/ 336792 w 516735"/>
                <a:gd name="connsiteY68" fmla="*/ 498762 h 788699"/>
                <a:gd name="connsiteX69" fmla="*/ 336792 w 516735"/>
                <a:gd name="connsiteY69" fmla="*/ 490603 h 788699"/>
                <a:gd name="connsiteX70" fmla="*/ 320474 w 516735"/>
                <a:gd name="connsiteY70" fmla="*/ 477005 h 788699"/>
                <a:gd name="connsiteX71" fmla="*/ 282399 w 516735"/>
                <a:gd name="connsiteY71" fmla="*/ 479725 h 788699"/>
                <a:gd name="connsiteX72" fmla="*/ 252483 w 516735"/>
                <a:gd name="connsiteY72" fmla="*/ 474286 h 788699"/>
                <a:gd name="connsiteX73" fmla="*/ 247044 w 516735"/>
                <a:gd name="connsiteY73" fmla="*/ 466126 h 788699"/>
                <a:gd name="connsiteX74" fmla="*/ 249763 w 516735"/>
                <a:gd name="connsiteY74" fmla="*/ 457968 h 788699"/>
                <a:gd name="connsiteX75" fmla="*/ 268801 w 516735"/>
                <a:gd name="connsiteY75" fmla="*/ 447089 h 788699"/>
                <a:gd name="connsiteX76" fmla="*/ 312315 w 516735"/>
                <a:gd name="connsiteY76" fmla="*/ 436210 h 788699"/>
                <a:gd name="connsiteX77" fmla="*/ 353110 w 516735"/>
                <a:gd name="connsiteY77" fmla="*/ 430771 h 788699"/>
                <a:gd name="connsiteX78" fmla="*/ 385746 w 516735"/>
                <a:gd name="connsiteY78" fmla="*/ 430771 h 788699"/>
                <a:gd name="connsiteX79" fmla="*/ 437420 w 516735"/>
                <a:gd name="connsiteY79" fmla="*/ 428051 h 788699"/>
                <a:gd name="connsiteX80" fmla="*/ 464616 w 516735"/>
                <a:gd name="connsiteY80" fmla="*/ 436210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516735" h="788699">
                  <a:moveTo>
                    <a:pt x="464616" y="436210"/>
                  </a:moveTo>
                  <a:cubicBezTo>
                    <a:pt x="464616" y="447089"/>
                    <a:pt x="453738" y="452528"/>
                    <a:pt x="445578" y="455248"/>
                  </a:cubicBezTo>
                  <a:cubicBezTo>
                    <a:pt x="434700" y="460687"/>
                    <a:pt x="415662" y="463407"/>
                    <a:pt x="404783" y="466126"/>
                  </a:cubicBezTo>
                  <a:cubicBezTo>
                    <a:pt x="393905" y="466126"/>
                    <a:pt x="385746" y="468846"/>
                    <a:pt x="385746" y="479725"/>
                  </a:cubicBezTo>
                  <a:cubicBezTo>
                    <a:pt x="385746" y="487884"/>
                    <a:pt x="388466" y="506921"/>
                    <a:pt x="388466" y="512361"/>
                  </a:cubicBezTo>
                  <a:cubicBezTo>
                    <a:pt x="388466" y="515080"/>
                    <a:pt x="388466" y="539557"/>
                    <a:pt x="388466" y="544997"/>
                  </a:cubicBezTo>
                  <a:cubicBezTo>
                    <a:pt x="388466" y="550436"/>
                    <a:pt x="388466" y="558595"/>
                    <a:pt x="388466" y="566754"/>
                  </a:cubicBezTo>
                  <a:cubicBezTo>
                    <a:pt x="388466" y="591231"/>
                    <a:pt x="388466" y="621147"/>
                    <a:pt x="391185" y="632026"/>
                  </a:cubicBezTo>
                  <a:cubicBezTo>
                    <a:pt x="393905" y="653783"/>
                    <a:pt x="393905" y="661942"/>
                    <a:pt x="393905" y="683699"/>
                  </a:cubicBezTo>
                  <a:cubicBezTo>
                    <a:pt x="393905" y="694578"/>
                    <a:pt x="393905" y="724494"/>
                    <a:pt x="377587" y="724494"/>
                  </a:cubicBezTo>
                  <a:cubicBezTo>
                    <a:pt x="369428" y="724494"/>
                    <a:pt x="366708" y="721774"/>
                    <a:pt x="361269" y="719054"/>
                  </a:cubicBezTo>
                  <a:cubicBezTo>
                    <a:pt x="355830" y="716335"/>
                    <a:pt x="353110" y="708176"/>
                    <a:pt x="353110" y="702737"/>
                  </a:cubicBezTo>
                  <a:cubicBezTo>
                    <a:pt x="350390" y="694578"/>
                    <a:pt x="350390" y="689138"/>
                    <a:pt x="350390" y="686419"/>
                  </a:cubicBezTo>
                  <a:cubicBezTo>
                    <a:pt x="350390" y="678260"/>
                    <a:pt x="353110" y="672820"/>
                    <a:pt x="353110" y="659222"/>
                  </a:cubicBezTo>
                  <a:lnTo>
                    <a:pt x="353110" y="656502"/>
                  </a:lnTo>
                  <a:cubicBezTo>
                    <a:pt x="347671" y="675540"/>
                    <a:pt x="334073" y="694578"/>
                    <a:pt x="317754" y="708176"/>
                  </a:cubicBezTo>
                  <a:cubicBezTo>
                    <a:pt x="293278" y="727214"/>
                    <a:pt x="274240" y="735372"/>
                    <a:pt x="241604" y="735372"/>
                  </a:cubicBezTo>
                  <a:cubicBezTo>
                    <a:pt x="222566" y="735372"/>
                    <a:pt x="203529" y="732653"/>
                    <a:pt x="187211" y="727214"/>
                  </a:cubicBezTo>
                  <a:cubicBezTo>
                    <a:pt x="165454" y="719054"/>
                    <a:pt x="149136" y="708176"/>
                    <a:pt x="135537" y="694578"/>
                  </a:cubicBezTo>
                  <a:cubicBezTo>
                    <a:pt x="113780" y="672820"/>
                    <a:pt x="100182" y="648343"/>
                    <a:pt x="86583" y="621147"/>
                  </a:cubicBezTo>
                  <a:cubicBezTo>
                    <a:pt x="75705" y="599390"/>
                    <a:pt x="70266" y="580352"/>
                    <a:pt x="67546" y="555875"/>
                  </a:cubicBezTo>
                  <a:cubicBezTo>
                    <a:pt x="64826" y="539557"/>
                    <a:pt x="62107" y="525959"/>
                    <a:pt x="59387" y="509641"/>
                  </a:cubicBezTo>
                  <a:cubicBezTo>
                    <a:pt x="56667" y="493323"/>
                    <a:pt x="59387" y="485164"/>
                    <a:pt x="59387" y="468846"/>
                  </a:cubicBezTo>
                  <a:cubicBezTo>
                    <a:pt x="59387" y="414453"/>
                    <a:pt x="72985" y="362780"/>
                    <a:pt x="86583" y="302947"/>
                  </a:cubicBezTo>
                  <a:cubicBezTo>
                    <a:pt x="92023" y="275751"/>
                    <a:pt x="100182" y="248554"/>
                    <a:pt x="108341" y="224077"/>
                  </a:cubicBezTo>
                  <a:cubicBezTo>
                    <a:pt x="116500" y="196881"/>
                    <a:pt x="130098" y="169684"/>
                    <a:pt x="146416" y="145207"/>
                  </a:cubicBezTo>
                  <a:cubicBezTo>
                    <a:pt x="160014" y="123450"/>
                    <a:pt x="176332" y="101693"/>
                    <a:pt x="198090" y="85375"/>
                  </a:cubicBezTo>
                  <a:cubicBezTo>
                    <a:pt x="206249" y="77216"/>
                    <a:pt x="217127" y="71776"/>
                    <a:pt x="228006" y="69057"/>
                  </a:cubicBezTo>
                  <a:cubicBezTo>
                    <a:pt x="241604" y="63618"/>
                    <a:pt x="255202" y="58178"/>
                    <a:pt x="268801" y="58178"/>
                  </a:cubicBezTo>
                  <a:cubicBezTo>
                    <a:pt x="271520" y="58178"/>
                    <a:pt x="274240" y="58178"/>
                    <a:pt x="274240" y="58178"/>
                  </a:cubicBezTo>
                  <a:cubicBezTo>
                    <a:pt x="279679" y="58178"/>
                    <a:pt x="285119" y="58178"/>
                    <a:pt x="295997" y="60898"/>
                  </a:cubicBezTo>
                  <a:cubicBezTo>
                    <a:pt x="309595" y="63618"/>
                    <a:pt x="320474" y="66337"/>
                    <a:pt x="331353" y="71776"/>
                  </a:cubicBezTo>
                  <a:cubicBezTo>
                    <a:pt x="339512" y="77216"/>
                    <a:pt x="347671" y="85375"/>
                    <a:pt x="350390" y="93534"/>
                  </a:cubicBezTo>
                  <a:cubicBezTo>
                    <a:pt x="350390" y="88095"/>
                    <a:pt x="353110" y="79936"/>
                    <a:pt x="353110" y="74496"/>
                  </a:cubicBezTo>
                  <a:cubicBezTo>
                    <a:pt x="355830" y="71776"/>
                    <a:pt x="355830" y="69057"/>
                    <a:pt x="358549" y="63618"/>
                  </a:cubicBezTo>
                  <a:cubicBezTo>
                    <a:pt x="361269" y="60898"/>
                    <a:pt x="363989" y="58178"/>
                    <a:pt x="366708" y="58178"/>
                  </a:cubicBezTo>
                  <a:cubicBezTo>
                    <a:pt x="369428" y="58178"/>
                    <a:pt x="372148" y="60898"/>
                    <a:pt x="374867" y="63618"/>
                  </a:cubicBezTo>
                  <a:cubicBezTo>
                    <a:pt x="377587" y="69057"/>
                    <a:pt x="380307" y="77216"/>
                    <a:pt x="383027" y="82655"/>
                  </a:cubicBezTo>
                  <a:cubicBezTo>
                    <a:pt x="383027" y="90814"/>
                    <a:pt x="385746" y="107132"/>
                    <a:pt x="385746" y="126170"/>
                  </a:cubicBezTo>
                  <a:cubicBezTo>
                    <a:pt x="385746" y="150647"/>
                    <a:pt x="385746" y="177843"/>
                    <a:pt x="388466" y="186002"/>
                  </a:cubicBezTo>
                  <a:cubicBezTo>
                    <a:pt x="391185" y="207759"/>
                    <a:pt x="391185" y="215918"/>
                    <a:pt x="391185" y="237676"/>
                  </a:cubicBezTo>
                  <a:cubicBezTo>
                    <a:pt x="391185" y="248554"/>
                    <a:pt x="391185" y="278470"/>
                    <a:pt x="374867" y="278470"/>
                  </a:cubicBezTo>
                  <a:cubicBezTo>
                    <a:pt x="366708" y="278470"/>
                    <a:pt x="363989" y="275751"/>
                    <a:pt x="358549" y="273031"/>
                  </a:cubicBezTo>
                  <a:cubicBezTo>
                    <a:pt x="353110" y="270311"/>
                    <a:pt x="350390" y="262152"/>
                    <a:pt x="350390" y="256713"/>
                  </a:cubicBezTo>
                  <a:cubicBezTo>
                    <a:pt x="350390" y="251274"/>
                    <a:pt x="347671" y="245834"/>
                    <a:pt x="347671" y="240395"/>
                  </a:cubicBezTo>
                  <a:cubicBezTo>
                    <a:pt x="347671" y="232236"/>
                    <a:pt x="347671" y="224077"/>
                    <a:pt x="347671" y="213199"/>
                  </a:cubicBezTo>
                  <a:cubicBezTo>
                    <a:pt x="347671" y="207759"/>
                    <a:pt x="347671" y="199600"/>
                    <a:pt x="344951" y="194161"/>
                  </a:cubicBezTo>
                  <a:cubicBezTo>
                    <a:pt x="342232" y="180563"/>
                    <a:pt x="342232" y="164245"/>
                    <a:pt x="339512" y="150647"/>
                  </a:cubicBezTo>
                  <a:cubicBezTo>
                    <a:pt x="336792" y="137048"/>
                    <a:pt x="331353" y="123450"/>
                    <a:pt x="323194" y="112571"/>
                  </a:cubicBezTo>
                  <a:cubicBezTo>
                    <a:pt x="317754" y="104412"/>
                    <a:pt x="304156" y="101693"/>
                    <a:pt x="293278" y="101693"/>
                  </a:cubicBezTo>
                  <a:cubicBezTo>
                    <a:pt x="279679" y="101693"/>
                    <a:pt x="271520" y="109852"/>
                    <a:pt x="263361" y="120730"/>
                  </a:cubicBezTo>
                  <a:cubicBezTo>
                    <a:pt x="257922" y="131609"/>
                    <a:pt x="247044" y="139768"/>
                    <a:pt x="241604" y="153366"/>
                  </a:cubicBezTo>
                  <a:cubicBezTo>
                    <a:pt x="236165" y="166964"/>
                    <a:pt x="233445" y="180563"/>
                    <a:pt x="233445" y="194161"/>
                  </a:cubicBezTo>
                  <a:cubicBezTo>
                    <a:pt x="233445" y="207759"/>
                    <a:pt x="230725" y="218638"/>
                    <a:pt x="225286" y="232236"/>
                  </a:cubicBezTo>
                  <a:cubicBezTo>
                    <a:pt x="219847" y="245834"/>
                    <a:pt x="219847" y="262152"/>
                    <a:pt x="217127" y="275751"/>
                  </a:cubicBezTo>
                  <a:cubicBezTo>
                    <a:pt x="214407" y="289349"/>
                    <a:pt x="214407" y="302947"/>
                    <a:pt x="211688" y="316545"/>
                  </a:cubicBezTo>
                  <a:cubicBezTo>
                    <a:pt x="211688" y="330144"/>
                    <a:pt x="206249" y="341022"/>
                    <a:pt x="206249" y="354621"/>
                  </a:cubicBezTo>
                  <a:cubicBezTo>
                    <a:pt x="203529" y="368219"/>
                    <a:pt x="203529" y="381817"/>
                    <a:pt x="200809" y="398135"/>
                  </a:cubicBezTo>
                  <a:cubicBezTo>
                    <a:pt x="198090" y="411733"/>
                    <a:pt x="198090" y="425332"/>
                    <a:pt x="195370" y="438930"/>
                  </a:cubicBezTo>
                  <a:cubicBezTo>
                    <a:pt x="195370" y="449809"/>
                    <a:pt x="192650" y="463407"/>
                    <a:pt x="192650" y="474286"/>
                  </a:cubicBezTo>
                  <a:cubicBezTo>
                    <a:pt x="192650" y="490603"/>
                    <a:pt x="195370" y="509641"/>
                    <a:pt x="195370" y="525959"/>
                  </a:cubicBezTo>
                  <a:cubicBezTo>
                    <a:pt x="195370" y="550436"/>
                    <a:pt x="203529" y="572193"/>
                    <a:pt x="208968" y="596670"/>
                  </a:cubicBezTo>
                  <a:cubicBezTo>
                    <a:pt x="211688" y="604829"/>
                    <a:pt x="211688" y="615708"/>
                    <a:pt x="214407" y="623867"/>
                  </a:cubicBezTo>
                  <a:cubicBezTo>
                    <a:pt x="217127" y="634745"/>
                    <a:pt x="222566" y="645624"/>
                    <a:pt x="228006" y="656502"/>
                  </a:cubicBezTo>
                  <a:cubicBezTo>
                    <a:pt x="236165" y="670101"/>
                    <a:pt x="252483" y="689138"/>
                    <a:pt x="271520" y="689138"/>
                  </a:cubicBezTo>
                  <a:cubicBezTo>
                    <a:pt x="287838" y="689138"/>
                    <a:pt x="298717" y="675540"/>
                    <a:pt x="306876" y="664661"/>
                  </a:cubicBezTo>
                  <a:cubicBezTo>
                    <a:pt x="320474" y="645624"/>
                    <a:pt x="325914" y="623867"/>
                    <a:pt x="331353" y="602109"/>
                  </a:cubicBezTo>
                  <a:cubicBezTo>
                    <a:pt x="334073" y="583072"/>
                    <a:pt x="336792" y="564034"/>
                    <a:pt x="336792" y="544997"/>
                  </a:cubicBezTo>
                  <a:cubicBezTo>
                    <a:pt x="336792" y="531398"/>
                    <a:pt x="336792" y="512361"/>
                    <a:pt x="336792" y="498762"/>
                  </a:cubicBezTo>
                  <a:cubicBezTo>
                    <a:pt x="336792" y="496043"/>
                    <a:pt x="336792" y="493323"/>
                    <a:pt x="336792" y="490603"/>
                  </a:cubicBezTo>
                  <a:cubicBezTo>
                    <a:pt x="336792" y="479725"/>
                    <a:pt x="336792" y="477005"/>
                    <a:pt x="320474" y="477005"/>
                  </a:cubicBezTo>
                  <a:cubicBezTo>
                    <a:pt x="309595" y="477005"/>
                    <a:pt x="295997" y="479725"/>
                    <a:pt x="282399" y="479725"/>
                  </a:cubicBezTo>
                  <a:cubicBezTo>
                    <a:pt x="271520" y="479725"/>
                    <a:pt x="260642" y="479725"/>
                    <a:pt x="252483" y="474286"/>
                  </a:cubicBezTo>
                  <a:cubicBezTo>
                    <a:pt x="249763" y="471566"/>
                    <a:pt x="247044" y="468846"/>
                    <a:pt x="247044" y="466126"/>
                  </a:cubicBezTo>
                  <a:cubicBezTo>
                    <a:pt x="247044" y="463407"/>
                    <a:pt x="247044" y="460687"/>
                    <a:pt x="249763" y="457968"/>
                  </a:cubicBezTo>
                  <a:cubicBezTo>
                    <a:pt x="255202" y="452528"/>
                    <a:pt x="260642" y="449809"/>
                    <a:pt x="268801" y="447089"/>
                  </a:cubicBezTo>
                  <a:cubicBezTo>
                    <a:pt x="282399" y="441650"/>
                    <a:pt x="295997" y="438930"/>
                    <a:pt x="312315" y="436210"/>
                  </a:cubicBezTo>
                  <a:cubicBezTo>
                    <a:pt x="325914" y="433491"/>
                    <a:pt x="339512" y="433491"/>
                    <a:pt x="353110" y="430771"/>
                  </a:cubicBezTo>
                  <a:cubicBezTo>
                    <a:pt x="363989" y="430771"/>
                    <a:pt x="374867" y="430771"/>
                    <a:pt x="385746" y="430771"/>
                  </a:cubicBezTo>
                  <a:cubicBezTo>
                    <a:pt x="402064" y="430771"/>
                    <a:pt x="426541" y="428051"/>
                    <a:pt x="437420" y="428051"/>
                  </a:cubicBezTo>
                  <a:cubicBezTo>
                    <a:pt x="451018" y="422612"/>
                    <a:pt x="464616" y="425332"/>
                    <a:pt x="464616" y="436210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EF1538DB-83E2-2F45-15E9-002990646635}"/>
                </a:ext>
              </a:extLst>
            </p:cNvPr>
            <p:cNvSpPr/>
            <p:nvPr/>
          </p:nvSpPr>
          <p:spPr>
            <a:xfrm>
              <a:off x="9053923" y="4178559"/>
              <a:ext cx="625521" cy="788700"/>
            </a:xfrm>
            <a:custGeom>
              <a:avLst/>
              <a:gdLst>
                <a:gd name="connsiteX0" fmla="*/ 536838 w 625521"/>
                <a:gd name="connsiteY0" fmla="*/ 680979 h 788699"/>
                <a:gd name="connsiteX1" fmla="*/ 574913 w 625521"/>
                <a:gd name="connsiteY1" fmla="*/ 697297 h 788699"/>
                <a:gd name="connsiteX2" fmla="*/ 566755 w 625521"/>
                <a:gd name="connsiteY2" fmla="*/ 713615 h 788699"/>
                <a:gd name="connsiteX3" fmla="*/ 550437 w 625521"/>
                <a:gd name="connsiteY3" fmla="*/ 721774 h 788699"/>
                <a:gd name="connsiteX4" fmla="*/ 528680 w 625521"/>
                <a:gd name="connsiteY4" fmla="*/ 724494 h 788699"/>
                <a:gd name="connsiteX5" fmla="*/ 417174 w 625521"/>
                <a:gd name="connsiteY5" fmla="*/ 724494 h 788699"/>
                <a:gd name="connsiteX6" fmla="*/ 398136 w 625521"/>
                <a:gd name="connsiteY6" fmla="*/ 724494 h 788699"/>
                <a:gd name="connsiteX7" fmla="*/ 373659 w 625521"/>
                <a:gd name="connsiteY7" fmla="*/ 724494 h 788699"/>
                <a:gd name="connsiteX8" fmla="*/ 346462 w 625521"/>
                <a:gd name="connsiteY8" fmla="*/ 719054 h 788699"/>
                <a:gd name="connsiteX9" fmla="*/ 330144 w 625521"/>
                <a:gd name="connsiteY9" fmla="*/ 702737 h 788699"/>
                <a:gd name="connsiteX10" fmla="*/ 335584 w 625521"/>
                <a:gd name="connsiteY10" fmla="*/ 694578 h 788699"/>
                <a:gd name="connsiteX11" fmla="*/ 357341 w 625521"/>
                <a:gd name="connsiteY11" fmla="*/ 686419 h 788699"/>
                <a:gd name="connsiteX12" fmla="*/ 395416 w 625521"/>
                <a:gd name="connsiteY12" fmla="*/ 680979 h 788699"/>
                <a:gd name="connsiteX13" fmla="*/ 381817 w 625521"/>
                <a:gd name="connsiteY13" fmla="*/ 656502 h 788699"/>
                <a:gd name="connsiteX14" fmla="*/ 379098 w 625521"/>
                <a:gd name="connsiteY14" fmla="*/ 585791 h 788699"/>
                <a:gd name="connsiteX15" fmla="*/ 379098 w 625521"/>
                <a:gd name="connsiteY15" fmla="*/ 517800 h 788699"/>
                <a:gd name="connsiteX16" fmla="*/ 379098 w 625521"/>
                <a:gd name="connsiteY16" fmla="*/ 474286 h 788699"/>
                <a:gd name="connsiteX17" fmla="*/ 379098 w 625521"/>
                <a:gd name="connsiteY17" fmla="*/ 430771 h 788699"/>
                <a:gd name="connsiteX18" fmla="*/ 381817 w 625521"/>
                <a:gd name="connsiteY18" fmla="*/ 411733 h 788699"/>
                <a:gd name="connsiteX19" fmla="*/ 379098 w 625521"/>
                <a:gd name="connsiteY19" fmla="*/ 400855 h 788699"/>
                <a:gd name="connsiteX20" fmla="*/ 370939 w 625521"/>
                <a:gd name="connsiteY20" fmla="*/ 398135 h 788699"/>
                <a:gd name="connsiteX21" fmla="*/ 338304 w 625521"/>
                <a:gd name="connsiteY21" fmla="*/ 400855 h 788699"/>
                <a:gd name="connsiteX22" fmla="*/ 289349 w 625521"/>
                <a:gd name="connsiteY22" fmla="*/ 403575 h 788699"/>
                <a:gd name="connsiteX23" fmla="*/ 264872 w 625521"/>
                <a:gd name="connsiteY23" fmla="*/ 400855 h 788699"/>
                <a:gd name="connsiteX24" fmla="*/ 259433 w 625521"/>
                <a:gd name="connsiteY24" fmla="*/ 406294 h 788699"/>
                <a:gd name="connsiteX25" fmla="*/ 259433 w 625521"/>
                <a:gd name="connsiteY25" fmla="*/ 425332 h 788699"/>
                <a:gd name="connsiteX26" fmla="*/ 259433 w 625521"/>
                <a:gd name="connsiteY26" fmla="*/ 449809 h 788699"/>
                <a:gd name="connsiteX27" fmla="*/ 259433 w 625521"/>
                <a:gd name="connsiteY27" fmla="*/ 471566 h 788699"/>
                <a:gd name="connsiteX28" fmla="*/ 259433 w 625521"/>
                <a:gd name="connsiteY28" fmla="*/ 504202 h 788699"/>
                <a:gd name="connsiteX29" fmla="*/ 259433 w 625521"/>
                <a:gd name="connsiteY29" fmla="*/ 509641 h 788699"/>
                <a:gd name="connsiteX30" fmla="*/ 256714 w 625521"/>
                <a:gd name="connsiteY30" fmla="*/ 542277 h 788699"/>
                <a:gd name="connsiteX31" fmla="*/ 256714 w 625521"/>
                <a:gd name="connsiteY31" fmla="*/ 577632 h 788699"/>
                <a:gd name="connsiteX32" fmla="*/ 256714 w 625521"/>
                <a:gd name="connsiteY32" fmla="*/ 612988 h 788699"/>
                <a:gd name="connsiteX33" fmla="*/ 253994 w 625521"/>
                <a:gd name="connsiteY33" fmla="*/ 656502 h 788699"/>
                <a:gd name="connsiteX34" fmla="*/ 256714 w 625521"/>
                <a:gd name="connsiteY34" fmla="*/ 678260 h 788699"/>
                <a:gd name="connsiteX35" fmla="*/ 286629 w 625521"/>
                <a:gd name="connsiteY35" fmla="*/ 694578 h 788699"/>
                <a:gd name="connsiteX36" fmla="*/ 281191 w 625521"/>
                <a:gd name="connsiteY36" fmla="*/ 710895 h 788699"/>
                <a:gd name="connsiteX37" fmla="*/ 264872 w 625521"/>
                <a:gd name="connsiteY37" fmla="*/ 719054 h 788699"/>
                <a:gd name="connsiteX38" fmla="*/ 243116 w 625521"/>
                <a:gd name="connsiteY38" fmla="*/ 721774 h 788699"/>
                <a:gd name="connsiteX39" fmla="*/ 243116 w 625521"/>
                <a:gd name="connsiteY39" fmla="*/ 721774 h 788699"/>
                <a:gd name="connsiteX40" fmla="*/ 232236 w 625521"/>
                <a:gd name="connsiteY40" fmla="*/ 727214 h 788699"/>
                <a:gd name="connsiteX41" fmla="*/ 224078 w 625521"/>
                <a:gd name="connsiteY41" fmla="*/ 735372 h 788699"/>
                <a:gd name="connsiteX42" fmla="*/ 213199 w 625521"/>
                <a:gd name="connsiteY42" fmla="*/ 738092 h 788699"/>
                <a:gd name="connsiteX43" fmla="*/ 183283 w 625521"/>
                <a:gd name="connsiteY43" fmla="*/ 727214 h 788699"/>
                <a:gd name="connsiteX44" fmla="*/ 175124 w 625521"/>
                <a:gd name="connsiteY44" fmla="*/ 719054 h 788699"/>
                <a:gd name="connsiteX45" fmla="*/ 145208 w 625521"/>
                <a:gd name="connsiteY45" fmla="*/ 719054 h 788699"/>
                <a:gd name="connsiteX46" fmla="*/ 126170 w 625521"/>
                <a:gd name="connsiteY46" fmla="*/ 719054 h 788699"/>
                <a:gd name="connsiteX47" fmla="*/ 101693 w 625521"/>
                <a:gd name="connsiteY47" fmla="*/ 719054 h 788699"/>
                <a:gd name="connsiteX48" fmla="*/ 74496 w 625521"/>
                <a:gd name="connsiteY48" fmla="*/ 713615 h 788699"/>
                <a:gd name="connsiteX49" fmla="*/ 58178 w 625521"/>
                <a:gd name="connsiteY49" fmla="*/ 697297 h 788699"/>
                <a:gd name="connsiteX50" fmla="*/ 63618 w 625521"/>
                <a:gd name="connsiteY50" fmla="*/ 689138 h 788699"/>
                <a:gd name="connsiteX51" fmla="*/ 85375 w 625521"/>
                <a:gd name="connsiteY51" fmla="*/ 680979 h 788699"/>
                <a:gd name="connsiteX52" fmla="*/ 131609 w 625521"/>
                <a:gd name="connsiteY52" fmla="*/ 675540 h 788699"/>
                <a:gd name="connsiteX53" fmla="*/ 131609 w 625521"/>
                <a:gd name="connsiteY53" fmla="*/ 667381 h 788699"/>
                <a:gd name="connsiteX54" fmla="*/ 131609 w 625521"/>
                <a:gd name="connsiteY54" fmla="*/ 651063 h 788699"/>
                <a:gd name="connsiteX55" fmla="*/ 131609 w 625521"/>
                <a:gd name="connsiteY55" fmla="*/ 618427 h 788699"/>
                <a:gd name="connsiteX56" fmla="*/ 131609 w 625521"/>
                <a:gd name="connsiteY56" fmla="*/ 580352 h 788699"/>
                <a:gd name="connsiteX57" fmla="*/ 131609 w 625521"/>
                <a:gd name="connsiteY57" fmla="*/ 531398 h 788699"/>
                <a:gd name="connsiteX58" fmla="*/ 131609 w 625521"/>
                <a:gd name="connsiteY58" fmla="*/ 466126 h 788699"/>
                <a:gd name="connsiteX59" fmla="*/ 131609 w 625521"/>
                <a:gd name="connsiteY59" fmla="*/ 422612 h 788699"/>
                <a:gd name="connsiteX60" fmla="*/ 131609 w 625521"/>
                <a:gd name="connsiteY60" fmla="*/ 411733 h 788699"/>
                <a:gd name="connsiteX61" fmla="*/ 131609 w 625521"/>
                <a:gd name="connsiteY61" fmla="*/ 398135 h 788699"/>
                <a:gd name="connsiteX62" fmla="*/ 126170 w 625521"/>
                <a:gd name="connsiteY62" fmla="*/ 389976 h 788699"/>
                <a:gd name="connsiteX63" fmla="*/ 101693 w 625521"/>
                <a:gd name="connsiteY63" fmla="*/ 387257 h 788699"/>
                <a:gd name="connsiteX64" fmla="*/ 77216 w 625521"/>
                <a:gd name="connsiteY64" fmla="*/ 376378 h 788699"/>
                <a:gd name="connsiteX65" fmla="*/ 82655 w 625521"/>
                <a:gd name="connsiteY65" fmla="*/ 368219 h 788699"/>
                <a:gd name="connsiteX66" fmla="*/ 98973 w 625521"/>
                <a:gd name="connsiteY66" fmla="*/ 360060 h 788699"/>
                <a:gd name="connsiteX67" fmla="*/ 118011 w 625521"/>
                <a:gd name="connsiteY67" fmla="*/ 357340 h 788699"/>
                <a:gd name="connsiteX68" fmla="*/ 131609 w 625521"/>
                <a:gd name="connsiteY68" fmla="*/ 351901 h 788699"/>
                <a:gd name="connsiteX69" fmla="*/ 131609 w 625521"/>
                <a:gd name="connsiteY69" fmla="*/ 343742 h 788699"/>
                <a:gd name="connsiteX70" fmla="*/ 131609 w 625521"/>
                <a:gd name="connsiteY70" fmla="*/ 270311 h 788699"/>
                <a:gd name="connsiteX71" fmla="*/ 137048 w 625521"/>
                <a:gd name="connsiteY71" fmla="*/ 145207 h 788699"/>
                <a:gd name="connsiteX72" fmla="*/ 139768 w 625521"/>
                <a:gd name="connsiteY72" fmla="*/ 123450 h 788699"/>
                <a:gd name="connsiteX73" fmla="*/ 123450 w 625521"/>
                <a:gd name="connsiteY73" fmla="*/ 123450 h 788699"/>
                <a:gd name="connsiteX74" fmla="*/ 118011 w 625521"/>
                <a:gd name="connsiteY74" fmla="*/ 123450 h 788699"/>
                <a:gd name="connsiteX75" fmla="*/ 101693 w 625521"/>
                <a:gd name="connsiteY75" fmla="*/ 123450 h 788699"/>
                <a:gd name="connsiteX76" fmla="*/ 74496 w 625521"/>
                <a:gd name="connsiteY76" fmla="*/ 118011 h 788699"/>
                <a:gd name="connsiteX77" fmla="*/ 58178 w 625521"/>
                <a:gd name="connsiteY77" fmla="*/ 101693 h 788699"/>
                <a:gd name="connsiteX78" fmla="*/ 63618 w 625521"/>
                <a:gd name="connsiteY78" fmla="*/ 93534 h 788699"/>
                <a:gd name="connsiteX79" fmla="*/ 85375 w 625521"/>
                <a:gd name="connsiteY79" fmla="*/ 85375 h 788699"/>
                <a:gd name="connsiteX80" fmla="*/ 137048 w 625521"/>
                <a:gd name="connsiteY80" fmla="*/ 82655 h 788699"/>
                <a:gd name="connsiteX81" fmla="*/ 147927 w 625521"/>
                <a:gd name="connsiteY81" fmla="*/ 82655 h 788699"/>
                <a:gd name="connsiteX82" fmla="*/ 186003 w 625521"/>
                <a:gd name="connsiteY82" fmla="*/ 58178 h 788699"/>
                <a:gd name="connsiteX83" fmla="*/ 226797 w 625521"/>
                <a:gd name="connsiteY83" fmla="*/ 79936 h 788699"/>
                <a:gd name="connsiteX84" fmla="*/ 253994 w 625521"/>
                <a:gd name="connsiteY84" fmla="*/ 79936 h 788699"/>
                <a:gd name="connsiteX85" fmla="*/ 294789 w 625521"/>
                <a:gd name="connsiteY85" fmla="*/ 96253 h 788699"/>
                <a:gd name="connsiteX86" fmla="*/ 283910 w 625521"/>
                <a:gd name="connsiteY86" fmla="*/ 112571 h 788699"/>
                <a:gd name="connsiteX87" fmla="*/ 267592 w 625521"/>
                <a:gd name="connsiteY87" fmla="*/ 120730 h 788699"/>
                <a:gd name="connsiteX88" fmla="*/ 245835 w 625521"/>
                <a:gd name="connsiteY88" fmla="*/ 123450 h 788699"/>
                <a:gd name="connsiteX89" fmla="*/ 237676 w 625521"/>
                <a:gd name="connsiteY89" fmla="*/ 123450 h 788699"/>
                <a:gd name="connsiteX90" fmla="*/ 240396 w 625521"/>
                <a:gd name="connsiteY90" fmla="*/ 128889 h 788699"/>
                <a:gd name="connsiteX91" fmla="*/ 251274 w 625521"/>
                <a:gd name="connsiteY91" fmla="*/ 177843 h 788699"/>
                <a:gd name="connsiteX92" fmla="*/ 256714 w 625521"/>
                <a:gd name="connsiteY92" fmla="*/ 226797 h 788699"/>
                <a:gd name="connsiteX93" fmla="*/ 262153 w 625521"/>
                <a:gd name="connsiteY93" fmla="*/ 273031 h 788699"/>
                <a:gd name="connsiteX94" fmla="*/ 262153 w 625521"/>
                <a:gd name="connsiteY94" fmla="*/ 289349 h 788699"/>
                <a:gd name="connsiteX95" fmla="*/ 262153 w 625521"/>
                <a:gd name="connsiteY95" fmla="*/ 297508 h 788699"/>
                <a:gd name="connsiteX96" fmla="*/ 264872 w 625521"/>
                <a:gd name="connsiteY96" fmla="*/ 321985 h 788699"/>
                <a:gd name="connsiteX97" fmla="*/ 270312 w 625521"/>
                <a:gd name="connsiteY97" fmla="*/ 335583 h 788699"/>
                <a:gd name="connsiteX98" fmla="*/ 270312 w 625521"/>
                <a:gd name="connsiteY98" fmla="*/ 338303 h 788699"/>
                <a:gd name="connsiteX99" fmla="*/ 270312 w 625521"/>
                <a:gd name="connsiteY99" fmla="*/ 346462 h 788699"/>
                <a:gd name="connsiteX100" fmla="*/ 278471 w 625521"/>
                <a:gd name="connsiteY100" fmla="*/ 354621 h 788699"/>
                <a:gd name="connsiteX101" fmla="*/ 338304 w 625521"/>
                <a:gd name="connsiteY101" fmla="*/ 349181 h 788699"/>
                <a:gd name="connsiteX102" fmla="*/ 365500 w 625521"/>
                <a:gd name="connsiteY102" fmla="*/ 349181 h 788699"/>
                <a:gd name="connsiteX103" fmla="*/ 381817 w 625521"/>
                <a:gd name="connsiteY103" fmla="*/ 349181 h 788699"/>
                <a:gd name="connsiteX104" fmla="*/ 392697 w 625521"/>
                <a:gd name="connsiteY104" fmla="*/ 338303 h 788699"/>
                <a:gd name="connsiteX105" fmla="*/ 389977 w 625521"/>
                <a:gd name="connsiteY105" fmla="*/ 313826 h 788699"/>
                <a:gd name="connsiteX106" fmla="*/ 392697 w 625521"/>
                <a:gd name="connsiteY106" fmla="*/ 262152 h 788699"/>
                <a:gd name="connsiteX107" fmla="*/ 395416 w 625521"/>
                <a:gd name="connsiteY107" fmla="*/ 224077 h 788699"/>
                <a:gd name="connsiteX108" fmla="*/ 398136 w 625521"/>
                <a:gd name="connsiteY108" fmla="*/ 177843 h 788699"/>
                <a:gd name="connsiteX109" fmla="*/ 395416 w 625521"/>
                <a:gd name="connsiteY109" fmla="*/ 153366 h 788699"/>
                <a:gd name="connsiteX110" fmla="*/ 395416 w 625521"/>
                <a:gd name="connsiteY110" fmla="*/ 137048 h 788699"/>
                <a:gd name="connsiteX111" fmla="*/ 379098 w 625521"/>
                <a:gd name="connsiteY111" fmla="*/ 137048 h 788699"/>
                <a:gd name="connsiteX112" fmla="*/ 351902 w 625521"/>
                <a:gd name="connsiteY112" fmla="*/ 131609 h 788699"/>
                <a:gd name="connsiteX113" fmla="*/ 338304 w 625521"/>
                <a:gd name="connsiteY113" fmla="*/ 115291 h 788699"/>
                <a:gd name="connsiteX114" fmla="*/ 343742 w 625521"/>
                <a:gd name="connsiteY114" fmla="*/ 107132 h 788699"/>
                <a:gd name="connsiteX115" fmla="*/ 362780 w 625521"/>
                <a:gd name="connsiteY115" fmla="*/ 98973 h 788699"/>
                <a:gd name="connsiteX116" fmla="*/ 395416 w 625521"/>
                <a:gd name="connsiteY116" fmla="*/ 96253 h 788699"/>
                <a:gd name="connsiteX117" fmla="*/ 403575 w 625521"/>
                <a:gd name="connsiteY117" fmla="*/ 90814 h 788699"/>
                <a:gd name="connsiteX118" fmla="*/ 422612 w 625521"/>
                <a:gd name="connsiteY118" fmla="*/ 88095 h 788699"/>
                <a:gd name="connsiteX119" fmla="*/ 428052 w 625521"/>
                <a:gd name="connsiteY119" fmla="*/ 88095 h 788699"/>
                <a:gd name="connsiteX120" fmla="*/ 447090 w 625521"/>
                <a:gd name="connsiteY120" fmla="*/ 90814 h 788699"/>
                <a:gd name="connsiteX121" fmla="*/ 455249 w 625521"/>
                <a:gd name="connsiteY121" fmla="*/ 96253 h 788699"/>
                <a:gd name="connsiteX122" fmla="*/ 525960 w 625521"/>
                <a:gd name="connsiteY122" fmla="*/ 93534 h 788699"/>
                <a:gd name="connsiteX123" fmla="*/ 561315 w 625521"/>
                <a:gd name="connsiteY123" fmla="*/ 109852 h 788699"/>
                <a:gd name="connsiteX124" fmla="*/ 555876 w 625521"/>
                <a:gd name="connsiteY124" fmla="*/ 126170 h 788699"/>
                <a:gd name="connsiteX125" fmla="*/ 539558 w 625521"/>
                <a:gd name="connsiteY125" fmla="*/ 134329 h 788699"/>
                <a:gd name="connsiteX126" fmla="*/ 517800 w 625521"/>
                <a:gd name="connsiteY126" fmla="*/ 137048 h 788699"/>
                <a:gd name="connsiteX127" fmla="*/ 477006 w 625521"/>
                <a:gd name="connsiteY127" fmla="*/ 137048 h 788699"/>
                <a:gd name="connsiteX128" fmla="*/ 485165 w 625521"/>
                <a:gd name="connsiteY128" fmla="*/ 161525 h 788699"/>
                <a:gd name="connsiteX129" fmla="*/ 496043 w 625521"/>
                <a:gd name="connsiteY129" fmla="*/ 210479 h 788699"/>
                <a:gd name="connsiteX130" fmla="*/ 501483 w 625521"/>
                <a:gd name="connsiteY130" fmla="*/ 251274 h 788699"/>
                <a:gd name="connsiteX131" fmla="*/ 506922 w 625521"/>
                <a:gd name="connsiteY131" fmla="*/ 292069 h 788699"/>
                <a:gd name="connsiteX132" fmla="*/ 506922 w 625521"/>
                <a:gd name="connsiteY132" fmla="*/ 321985 h 788699"/>
                <a:gd name="connsiteX133" fmla="*/ 509642 w 625521"/>
                <a:gd name="connsiteY133" fmla="*/ 341022 h 788699"/>
                <a:gd name="connsiteX134" fmla="*/ 509642 w 625521"/>
                <a:gd name="connsiteY134" fmla="*/ 343742 h 788699"/>
                <a:gd name="connsiteX135" fmla="*/ 517800 w 625521"/>
                <a:gd name="connsiteY135" fmla="*/ 349181 h 788699"/>
                <a:gd name="connsiteX136" fmla="*/ 528680 w 625521"/>
                <a:gd name="connsiteY136" fmla="*/ 349181 h 788699"/>
                <a:gd name="connsiteX137" fmla="*/ 550437 w 625521"/>
                <a:gd name="connsiteY137" fmla="*/ 357340 h 788699"/>
                <a:gd name="connsiteX138" fmla="*/ 550437 w 625521"/>
                <a:gd name="connsiteY138" fmla="*/ 362780 h 788699"/>
                <a:gd name="connsiteX139" fmla="*/ 534119 w 625521"/>
                <a:gd name="connsiteY139" fmla="*/ 384537 h 788699"/>
                <a:gd name="connsiteX140" fmla="*/ 520520 w 625521"/>
                <a:gd name="connsiteY140" fmla="*/ 389976 h 788699"/>
                <a:gd name="connsiteX141" fmla="*/ 512362 w 625521"/>
                <a:gd name="connsiteY141" fmla="*/ 395415 h 788699"/>
                <a:gd name="connsiteX142" fmla="*/ 512362 w 625521"/>
                <a:gd name="connsiteY142" fmla="*/ 398135 h 788699"/>
                <a:gd name="connsiteX143" fmla="*/ 512362 w 625521"/>
                <a:gd name="connsiteY143" fmla="*/ 409014 h 788699"/>
                <a:gd name="connsiteX144" fmla="*/ 512362 w 625521"/>
                <a:gd name="connsiteY144" fmla="*/ 414453 h 788699"/>
                <a:gd name="connsiteX145" fmla="*/ 512362 w 625521"/>
                <a:gd name="connsiteY145" fmla="*/ 438930 h 788699"/>
                <a:gd name="connsiteX146" fmla="*/ 515081 w 625521"/>
                <a:gd name="connsiteY146" fmla="*/ 504202 h 788699"/>
                <a:gd name="connsiteX147" fmla="*/ 520520 w 625521"/>
                <a:gd name="connsiteY147" fmla="*/ 572193 h 788699"/>
                <a:gd name="connsiteX148" fmla="*/ 517800 w 625521"/>
                <a:gd name="connsiteY148" fmla="*/ 604829 h 788699"/>
                <a:gd name="connsiteX149" fmla="*/ 512362 w 625521"/>
                <a:gd name="connsiteY149" fmla="*/ 661942 h 788699"/>
                <a:gd name="connsiteX150" fmla="*/ 509642 w 625521"/>
                <a:gd name="connsiteY150" fmla="*/ 670101 h 788699"/>
                <a:gd name="connsiteX151" fmla="*/ 512362 w 625521"/>
                <a:gd name="connsiteY151" fmla="*/ 680979 h 788699"/>
                <a:gd name="connsiteX152" fmla="*/ 512362 w 625521"/>
                <a:gd name="connsiteY152" fmla="*/ 686419 h 788699"/>
                <a:gd name="connsiteX153" fmla="*/ 536838 w 625521"/>
                <a:gd name="connsiteY153" fmla="*/ 680979 h 788699"/>
                <a:gd name="connsiteX154" fmla="*/ 536838 w 625521"/>
                <a:gd name="connsiteY154" fmla="*/ 680979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</a:cxnLst>
              <a:rect l="l" t="t" r="r" b="b"/>
              <a:pathLst>
                <a:path w="625521" h="788699">
                  <a:moveTo>
                    <a:pt x="536838" y="680979"/>
                  </a:moveTo>
                  <a:cubicBezTo>
                    <a:pt x="550437" y="680979"/>
                    <a:pt x="574913" y="680979"/>
                    <a:pt x="574913" y="697297"/>
                  </a:cubicBezTo>
                  <a:cubicBezTo>
                    <a:pt x="574913" y="705456"/>
                    <a:pt x="572194" y="708176"/>
                    <a:pt x="566755" y="713615"/>
                  </a:cubicBezTo>
                  <a:cubicBezTo>
                    <a:pt x="561315" y="719054"/>
                    <a:pt x="555876" y="721774"/>
                    <a:pt x="550437" y="721774"/>
                  </a:cubicBezTo>
                  <a:cubicBezTo>
                    <a:pt x="539558" y="724494"/>
                    <a:pt x="534119" y="724494"/>
                    <a:pt x="528680" y="724494"/>
                  </a:cubicBezTo>
                  <a:cubicBezTo>
                    <a:pt x="517800" y="724494"/>
                    <a:pt x="428052" y="724494"/>
                    <a:pt x="417174" y="724494"/>
                  </a:cubicBezTo>
                  <a:cubicBezTo>
                    <a:pt x="403575" y="724494"/>
                    <a:pt x="414454" y="724494"/>
                    <a:pt x="398136" y="724494"/>
                  </a:cubicBezTo>
                  <a:cubicBezTo>
                    <a:pt x="389977" y="724494"/>
                    <a:pt x="381817" y="724494"/>
                    <a:pt x="373659" y="724494"/>
                  </a:cubicBezTo>
                  <a:cubicBezTo>
                    <a:pt x="365500" y="724494"/>
                    <a:pt x="354621" y="721774"/>
                    <a:pt x="346462" y="719054"/>
                  </a:cubicBezTo>
                  <a:cubicBezTo>
                    <a:pt x="338304" y="716335"/>
                    <a:pt x="330144" y="708176"/>
                    <a:pt x="330144" y="702737"/>
                  </a:cubicBezTo>
                  <a:cubicBezTo>
                    <a:pt x="330144" y="700017"/>
                    <a:pt x="330144" y="697297"/>
                    <a:pt x="335584" y="694578"/>
                  </a:cubicBezTo>
                  <a:cubicBezTo>
                    <a:pt x="341023" y="691858"/>
                    <a:pt x="351902" y="689138"/>
                    <a:pt x="357341" y="686419"/>
                  </a:cubicBezTo>
                  <a:cubicBezTo>
                    <a:pt x="373659" y="683699"/>
                    <a:pt x="387257" y="680979"/>
                    <a:pt x="395416" y="680979"/>
                  </a:cubicBezTo>
                  <a:cubicBezTo>
                    <a:pt x="387257" y="675540"/>
                    <a:pt x="384537" y="670101"/>
                    <a:pt x="381817" y="656502"/>
                  </a:cubicBezTo>
                  <a:cubicBezTo>
                    <a:pt x="379098" y="632026"/>
                    <a:pt x="379098" y="610268"/>
                    <a:pt x="379098" y="585791"/>
                  </a:cubicBezTo>
                  <a:cubicBezTo>
                    <a:pt x="379098" y="564034"/>
                    <a:pt x="379098" y="542277"/>
                    <a:pt x="379098" y="517800"/>
                  </a:cubicBezTo>
                  <a:cubicBezTo>
                    <a:pt x="379098" y="504202"/>
                    <a:pt x="379098" y="487884"/>
                    <a:pt x="379098" y="474286"/>
                  </a:cubicBezTo>
                  <a:cubicBezTo>
                    <a:pt x="379098" y="457968"/>
                    <a:pt x="376379" y="444369"/>
                    <a:pt x="379098" y="430771"/>
                  </a:cubicBezTo>
                  <a:cubicBezTo>
                    <a:pt x="379098" y="425332"/>
                    <a:pt x="381817" y="417173"/>
                    <a:pt x="381817" y="411733"/>
                  </a:cubicBezTo>
                  <a:cubicBezTo>
                    <a:pt x="381817" y="406294"/>
                    <a:pt x="381817" y="403575"/>
                    <a:pt x="379098" y="400855"/>
                  </a:cubicBezTo>
                  <a:cubicBezTo>
                    <a:pt x="376379" y="400855"/>
                    <a:pt x="373659" y="398135"/>
                    <a:pt x="370939" y="398135"/>
                  </a:cubicBezTo>
                  <a:cubicBezTo>
                    <a:pt x="360061" y="398135"/>
                    <a:pt x="343742" y="400855"/>
                    <a:pt x="338304" y="400855"/>
                  </a:cubicBezTo>
                  <a:cubicBezTo>
                    <a:pt x="330144" y="400855"/>
                    <a:pt x="319266" y="403575"/>
                    <a:pt x="289349" y="403575"/>
                  </a:cubicBezTo>
                  <a:cubicBezTo>
                    <a:pt x="275751" y="403575"/>
                    <a:pt x="267592" y="400855"/>
                    <a:pt x="264872" y="400855"/>
                  </a:cubicBezTo>
                  <a:cubicBezTo>
                    <a:pt x="262153" y="400855"/>
                    <a:pt x="259433" y="400855"/>
                    <a:pt x="259433" y="406294"/>
                  </a:cubicBezTo>
                  <a:cubicBezTo>
                    <a:pt x="259433" y="414453"/>
                    <a:pt x="259433" y="419892"/>
                    <a:pt x="259433" y="425332"/>
                  </a:cubicBezTo>
                  <a:cubicBezTo>
                    <a:pt x="259433" y="433491"/>
                    <a:pt x="259433" y="441650"/>
                    <a:pt x="259433" y="449809"/>
                  </a:cubicBezTo>
                  <a:cubicBezTo>
                    <a:pt x="259433" y="457968"/>
                    <a:pt x="259433" y="463407"/>
                    <a:pt x="259433" y="471566"/>
                  </a:cubicBezTo>
                  <a:cubicBezTo>
                    <a:pt x="259433" y="482445"/>
                    <a:pt x="259433" y="493323"/>
                    <a:pt x="259433" y="504202"/>
                  </a:cubicBezTo>
                  <a:cubicBezTo>
                    <a:pt x="259433" y="506921"/>
                    <a:pt x="259433" y="506921"/>
                    <a:pt x="259433" y="509641"/>
                  </a:cubicBezTo>
                  <a:cubicBezTo>
                    <a:pt x="259433" y="520520"/>
                    <a:pt x="256714" y="531398"/>
                    <a:pt x="256714" y="542277"/>
                  </a:cubicBezTo>
                  <a:cubicBezTo>
                    <a:pt x="256714" y="553156"/>
                    <a:pt x="256714" y="566754"/>
                    <a:pt x="256714" y="577632"/>
                  </a:cubicBezTo>
                  <a:cubicBezTo>
                    <a:pt x="256714" y="588511"/>
                    <a:pt x="256714" y="599390"/>
                    <a:pt x="256714" y="612988"/>
                  </a:cubicBezTo>
                  <a:cubicBezTo>
                    <a:pt x="256714" y="629306"/>
                    <a:pt x="253994" y="642904"/>
                    <a:pt x="253994" y="656502"/>
                  </a:cubicBezTo>
                  <a:cubicBezTo>
                    <a:pt x="253994" y="664661"/>
                    <a:pt x="256714" y="672820"/>
                    <a:pt x="256714" y="678260"/>
                  </a:cubicBezTo>
                  <a:cubicBezTo>
                    <a:pt x="270312" y="678260"/>
                    <a:pt x="286629" y="680979"/>
                    <a:pt x="286629" y="694578"/>
                  </a:cubicBezTo>
                  <a:cubicBezTo>
                    <a:pt x="286629" y="702737"/>
                    <a:pt x="283910" y="705456"/>
                    <a:pt x="281191" y="710895"/>
                  </a:cubicBezTo>
                  <a:cubicBezTo>
                    <a:pt x="275751" y="716335"/>
                    <a:pt x="270312" y="719054"/>
                    <a:pt x="264872" y="719054"/>
                  </a:cubicBezTo>
                  <a:cubicBezTo>
                    <a:pt x="256714" y="721774"/>
                    <a:pt x="248554" y="721774"/>
                    <a:pt x="243116" y="721774"/>
                  </a:cubicBezTo>
                  <a:cubicBezTo>
                    <a:pt x="243116" y="721774"/>
                    <a:pt x="243116" y="721774"/>
                    <a:pt x="243116" y="721774"/>
                  </a:cubicBezTo>
                  <a:cubicBezTo>
                    <a:pt x="237676" y="724494"/>
                    <a:pt x="237676" y="724494"/>
                    <a:pt x="232236" y="727214"/>
                  </a:cubicBezTo>
                  <a:cubicBezTo>
                    <a:pt x="229517" y="729933"/>
                    <a:pt x="229517" y="732653"/>
                    <a:pt x="224078" y="735372"/>
                  </a:cubicBezTo>
                  <a:cubicBezTo>
                    <a:pt x="221358" y="738092"/>
                    <a:pt x="215919" y="738092"/>
                    <a:pt x="213199" y="738092"/>
                  </a:cubicBezTo>
                  <a:cubicBezTo>
                    <a:pt x="199601" y="738092"/>
                    <a:pt x="188722" y="735372"/>
                    <a:pt x="183283" y="727214"/>
                  </a:cubicBezTo>
                  <a:cubicBezTo>
                    <a:pt x="180563" y="724494"/>
                    <a:pt x="177843" y="721774"/>
                    <a:pt x="175124" y="719054"/>
                  </a:cubicBezTo>
                  <a:cubicBezTo>
                    <a:pt x="161526" y="719054"/>
                    <a:pt x="150646" y="719054"/>
                    <a:pt x="145208" y="719054"/>
                  </a:cubicBezTo>
                  <a:cubicBezTo>
                    <a:pt x="131609" y="719054"/>
                    <a:pt x="142488" y="719054"/>
                    <a:pt x="126170" y="719054"/>
                  </a:cubicBezTo>
                  <a:cubicBezTo>
                    <a:pt x="118011" y="719054"/>
                    <a:pt x="109852" y="719054"/>
                    <a:pt x="101693" y="719054"/>
                  </a:cubicBezTo>
                  <a:cubicBezTo>
                    <a:pt x="93534" y="719054"/>
                    <a:pt x="82655" y="719054"/>
                    <a:pt x="74496" y="713615"/>
                  </a:cubicBezTo>
                  <a:cubicBezTo>
                    <a:pt x="66338" y="710895"/>
                    <a:pt x="58178" y="702737"/>
                    <a:pt x="58178" y="697297"/>
                  </a:cubicBezTo>
                  <a:cubicBezTo>
                    <a:pt x="58178" y="694578"/>
                    <a:pt x="58178" y="691858"/>
                    <a:pt x="63618" y="689138"/>
                  </a:cubicBezTo>
                  <a:cubicBezTo>
                    <a:pt x="69057" y="686419"/>
                    <a:pt x="79936" y="683699"/>
                    <a:pt x="85375" y="680979"/>
                  </a:cubicBezTo>
                  <a:cubicBezTo>
                    <a:pt x="98973" y="678260"/>
                    <a:pt x="118011" y="678260"/>
                    <a:pt x="131609" y="675540"/>
                  </a:cubicBezTo>
                  <a:cubicBezTo>
                    <a:pt x="131609" y="672820"/>
                    <a:pt x="131609" y="670101"/>
                    <a:pt x="131609" y="667381"/>
                  </a:cubicBezTo>
                  <a:cubicBezTo>
                    <a:pt x="131609" y="661942"/>
                    <a:pt x="131609" y="656502"/>
                    <a:pt x="131609" y="651063"/>
                  </a:cubicBezTo>
                  <a:cubicBezTo>
                    <a:pt x="131609" y="640184"/>
                    <a:pt x="131609" y="629306"/>
                    <a:pt x="131609" y="618427"/>
                  </a:cubicBezTo>
                  <a:cubicBezTo>
                    <a:pt x="131609" y="604829"/>
                    <a:pt x="131609" y="593950"/>
                    <a:pt x="131609" y="580352"/>
                  </a:cubicBezTo>
                  <a:cubicBezTo>
                    <a:pt x="131609" y="564034"/>
                    <a:pt x="131609" y="547716"/>
                    <a:pt x="131609" y="531398"/>
                  </a:cubicBezTo>
                  <a:cubicBezTo>
                    <a:pt x="131609" y="509641"/>
                    <a:pt x="131609" y="487884"/>
                    <a:pt x="131609" y="466126"/>
                  </a:cubicBezTo>
                  <a:cubicBezTo>
                    <a:pt x="131609" y="452528"/>
                    <a:pt x="131609" y="436210"/>
                    <a:pt x="131609" y="422612"/>
                  </a:cubicBezTo>
                  <a:cubicBezTo>
                    <a:pt x="131609" y="419892"/>
                    <a:pt x="131609" y="414453"/>
                    <a:pt x="131609" y="411733"/>
                  </a:cubicBezTo>
                  <a:cubicBezTo>
                    <a:pt x="131609" y="409014"/>
                    <a:pt x="131609" y="400855"/>
                    <a:pt x="131609" y="398135"/>
                  </a:cubicBezTo>
                  <a:cubicBezTo>
                    <a:pt x="131609" y="392696"/>
                    <a:pt x="131609" y="392696"/>
                    <a:pt x="126170" y="389976"/>
                  </a:cubicBezTo>
                  <a:cubicBezTo>
                    <a:pt x="123450" y="389976"/>
                    <a:pt x="109852" y="387257"/>
                    <a:pt x="101693" y="387257"/>
                  </a:cubicBezTo>
                  <a:cubicBezTo>
                    <a:pt x="90814" y="384537"/>
                    <a:pt x="77216" y="381817"/>
                    <a:pt x="77216" y="376378"/>
                  </a:cubicBezTo>
                  <a:cubicBezTo>
                    <a:pt x="77216" y="373658"/>
                    <a:pt x="79936" y="370939"/>
                    <a:pt x="82655" y="368219"/>
                  </a:cubicBezTo>
                  <a:cubicBezTo>
                    <a:pt x="88095" y="365499"/>
                    <a:pt x="93534" y="362780"/>
                    <a:pt x="98973" y="360060"/>
                  </a:cubicBezTo>
                  <a:cubicBezTo>
                    <a:pt x="104413" y="360060"/>
                    <a:pt x="112571" y="357340"/>
                    <a:pt x="118011" y="357340"/>
                  </a:cubicBezTo>
                  <a:cubicBezTo>
                    <a:pt x="126170" y="354621"/>
                    <a:pt x="128890" y="357340"/>
                    <a:pt x="131609" y="351901"/>
                  </a:cubicBezTo>
                  <a:cubicBezTo>
                    <a:pt x="131609" y="349181"/>
                    <a:pt x="131609" y="346462"/>
                    <a:pt x="131609" y="343742"/>
                  </a:cubicBezTo>
                  <a:cubicBezTo>
                    <a:pt x="131609" y="319265"/>
                    <a:pt x="131609" y="294788"/>
                    <a:pt x="131609" y="270311"/>
                  </a:cubicBezTo>
                  <a:cubicBezTo>
                    <a:pt x="131609" y="226797"/>
                    <a:pt x="131609" y="186002"/>
                    <a:pt x="137048" y="145207"/>
                  </a:cubicBezTo>
                  <a:cubicBezTo>
                    <a:pt x="137048" y="139768"/>
                    <a:pt x="137048" y="131609"/>
                    <a:pt x="139768" y="123450"/>
                  </a:cubicBezTo>
                  <a:cubicBezTo>
                    <a:pt x="134329" y="123450"/>
                    <a:pt x="137048" y="123450"/>
                    <a:pt x="123450" y="123450"/>
                  </a:cubicBezTo>
                  <a:cubicBezTo>
                    <a:pt x="120731" y="123450"/>
                    <a:pt x="120731" y="123450"/>
                    <a:pt x="118011" y="123450"/>
                  </a:cubicBezTo>
                  <a:cubicBezTo>
                    <a:pt x="112571" y="123450"/>
                    <a:pt x="107133" y="123450"/>
                    <a:pt x="101693" y="123450"/>
                  </a:cubicBezTo>
                  <a:cubicBezTo>
                    <a:pt x="93534" y="123450"/>
                    <a:pt x="82655" y="120730"/>
                    <a:pt x="74496" y="118011"/>
                  </a:cubicBezTo>
                  <a:cubicBezTo>
                    <a:pt x="66338" y="115291"/>
                    <a:pt x="58178" y="107132"/>
                    <a:pt x="58178" y="101693"/>
                  </a:cubicBezTo>
                  <a:cubicBezTo>
                    <a:pt x="58178" y="98973"/>
                    <a:pt x="58178" y="96253"/>
                    <a:pt x="63618" y="93534"/>
                  </a:cubicBezTo>
                  <a:cubicBezTo>
                    <a:pt x="66338" y="90814"/>
                    <a:pt x="77216" y="88095"/>
                    <a:pt x="85375" y="85375"/>
                  </a:cubicBezTo>
                  <a:cubicBezTo>
                    <a:pt x="104413" y="82655"/>
                    <a:pt x="128890" y="82655"/>
                    <a:pt x="137048" y="82655"/>
                  </a:cubicBezTo>
                  <a:cubicBezTo>
                    <a:pt x="139768" y="82655"/>
                    <a:pt x="142488" y="82655"/>
                    <a:pt x="147927" y="82655"/>
                  </a:cubicBezTo>
                  <a:cubicBezTo>
                    <a:pt x="153366" y="69057"/>
                    <a:pt x="164245" y="58178"/>
                    <a:pt x="186003" y="58178"/>
                  </a:cubicBezTo>
                  <a:cubicBezTo>
                    <a:pt x="202321" y="58178"/>
                    <a:pt x="215919" y="66337"/>
                    <a:pt x="226797" y="79936"/>
                  </a:cubicBezTo>
                  <a:cubicBezTo>
                    <a:pt x="237676" y="79936"/>
                    <a:pt x="248554" y="79936"/>
                    <a:pt x="253994" y="79936"/>
                  </a:cubicBezTo>
                  <a:cubicBezTo>
                    <a:pt x="267592" y="79936"/>
                    <a:pt x="294789" y="79936"/>
                    <a:pt x="294789" y="96253"/>
                  </a:cubicBezTo>
                  <a:cubicBezTo>
                    <a:pt x="294789" y="104412"/>
                    <a:pt x="289349" y="107132"/>
                    <a:pt x="283910" y="112571"/>
                  </a:cubicBezTo>
                  <a:cubicBezTo>
                    <a:pt x="278471" y="118011"/>
                    <a:pt x="273031" y="120730"/>
                    <a:pt x="267592" y="120730"/>
                  </a:cubicBezTo>
                  <a:cubicBezTo>
                    <a:pt x="259433" y="123450"/>
                    <a:pt x="251274" y="123450"/>
                    <a:pt x="245835" y="123450"/>
                  </a:cubicBezTo>
                  <a:cubicBezTo>
                    <a:pt x="245835" y="123450"/>
                    <a:pt x="243116" y="123450"/>
                    <a:pt x="237676" y="123450"/>
                  </a:cubicBezTo>
                  <a:cubicBezTo>
                    <a:pt x="237676" y="126170"/>
                    <a:pt x="237676" y="126170"/>
                    <a:pt x="240396" y="128889"/>
                  </a:cubicBezTo>
                  <a:cubicBezTo>
                    <a:pt x="245835" y="145207"/>
                    <a:pt x="248554" y="161525"/>
                    <a:pt x="251274" y="177843"/>
                  </a:cubicBezTo>
                  <a:cubicBezTo>
                    <a:pt x="253994" y="194161"/>
                    <a:pt x="253994" y="210479"/>
                    <a:pt x="256714" y="226797"/>
                  </a:cubicBezTo>
                  <a:cubicBezTo>
                    <a:pt x="259433" y="243115"/>
                    <a:pt x="262153" y="256713"/>
                    <a:pt x="262153" y="273031"/>
                  </a:cubicBezTo>
                  <a:cubicBezTo>
                    <a:pt x="262153" y="278470"/>
                    <a:pt x="262153" y="283910"/>
                    <a:pt x="262153" y="289349"/>
                  </a:cubicBezTo>
                  <a:lnTo>
                    <a:pt x="262153" y="297508"/>
                  </a:lnTo>
                  <a:cubicBezTo>
                    <a:pt x="262153" y="305667"/>
                    <a:pt x="262153" y="313826"/>
                    <a:pt x="264872" y="321985"/>
                  </a:cubicBezTo>
                  <a:cubicBezTo>
                    <a:pt x="264872" y="327424"/>
                    <a:pt x="270312" y="330144"/>
                    <a:pt x="270312" y="335583"/>
                  </a:cubicBezTo>
                  <a:cubicBezTo>
                    <a:pt x="270312" y="335583"/>
                    <a:pt x="270312" y="338303"/>
                    <a:pt x="270312" y="338303"/>
                  </a:cubicBezTo>
                  <a:cubicBezTo>
                    <a:pt x="270312" y="341022"/>
                    <a:pt x="270312" y="343742"/>
                    <a:pt x="270312" y="346462"/>
                  </a:cubicBezTo>
                  <a:cubicBezTo>
                    <a:pt x="270312" y="351901"/>
                    <a:pt x="273031" y="354621"/>
                    <a:pt x="278471" y="354621"/>
                  </a:cubicBezTo>
                  <a:cubicBezTo>
                    <a:pt x="289349" y="354621"/>
                    <a:pt x="335584" y="351901"/>
                    <a:pt x="338304" y="349181"/>
                  </a:cubicBezTo>
                  <a:cubicBezTo>
                    <a:pt x="346462" y="349181"/>
                    <a:pt x="357341" y="349181"/>
                    <a:pt x="365500" y="349181"/>
                  </a:cubicBezTo>
                  <a:cubicBezTo>
                    <a:pt x="370939" y="349181"/>
                    <a:pt x="376379" y="349181"/>
                    <a:pt x="381817" y="349181"/>
                  </a:cubicBezTo>
                  <a:cubicBezTo>
                    <a:pt x="387257" y="349181"/>
                    <a:pt x="392697" y="346462"/>
                    <a:pt x="392697" y="338303"/>
                  </a:cubicBezTo>
                  <a:cubicBezTo>
                    <a:pt x="392697" y="330144"/>
                    <a:pt x="389977" y="316545"/>
                    <a:pt x="389977" y="313826"/>
                  </a:cubicBezTo>
                  <a:cubicBezTo>
                    <a:pt x="389977" y="294788"/>
                    <a:pt x="389977" y="278470"/>
                    <a:pt x="392697" y="262152"/>
                  </a:cubicBezTo>
                  <a:cubicBezTo>
                    <a:pt x="392697" y="259433"/>
                    <a:pt x="395416" y="243115"/>
                    <a:pt x="395416" y="224077"/>
                  </a:cubicBezTo>
                  <a:cubicBezTo>
                    <a:pt x="395416" y="207759"/>
                    <a:pt x="398136" y="188722"/>
                    <a:pt x="398136" y="177843"/>
                  </a:cubicBezTo>
                  <a:cubicBezTo>
                    <a:pt x="398136" y="169684"/>
                    <a:pt x="395416" y="158806"/>
                    <a:pt x="395416" y="153366"/>
                  </a:cubicBezTo>
                  <a:cubicBezTo>
                    <a:pt x="395416" y="145207"/>
                    <a:pt x="395416" y="142488"/>
                    <a:pt x="395416" y="137048"/>
                  </a:cubicBezTo>
                  <a:cubicBezTo>
                    <a:pt x="389977" y="137048"/>
                    <a:pt x="384537" y="137048"/>
                    <a:pt x="379098" y="137048"/>
                  </a:cubicBezTo>
                  <a:cubicBezTo>
                    <a:pt x="370939" y="137048"/>
                    <a:pt x="360061" y="134329"/>
                    <a:pt x="351902" y="131609"/>
                  </a:cubicBezTo>
                  <a:cubicBezTo>
                    <a:pt x="343742" y="128889"/>
                    <a:pt x="338304" y="120730"/>
                    <a:pt x="338304" y="115291"/>
                  </a:cubicBezTo>
                  <a:cubicBezTo>
                    <a:pt x="338304" y="112571"/>
                    <a:pt x="338304" y="109852"/>
                    <a:pt x="343742" y="107132"/>
                  </a:cubicBezTo>
                  <a:cubicBezTo>
                    <a:pt x="349182" y="104412"/>
                    <a:pt x="357341" y="101693"/>
                    <a:pt x="362780" y="98973"/>
                  </a:cubicBezTo>
                  <a:cubicBezTo>
                    <a:pt x="373659" y="96253"/>
                    <a:pt x="387257" y="96253"/>
                    <a:pt x="395416" y="96253"/>
                  </a:cubicBezTo>
                  <a:cubicBezTo>
                    <a:pt x="398136" y="93534"/>
                    <a:pt x="400855" y="90814"/>
                    <a:pt x="403575" y="90814"/>
                  </a:cubicBezTo>
                  <a:cubicBezTo>
                    <a:pt x="411734" y="90814"/>
                    <a:pt x="419893" y="88095"/>
                    <a:pt x="422612" y="88095"/>
                  </a:cubicBezTo>
                  <a:cubicBezTo>
                    <a:pt x="425332" y="88095"/>
                    <a:pt x="425332" y="88095"/>
                    <a:pt x="428052" y="88095"/>
                  </a:cubicBezTo>
                  <a:cubicBezTo>
                    <a:pt x="433492" y="88095"/>
                    <a:pt x="441650" y="88095"/>
                    <a:pt x="447090" y="90814"/>
                  </a:cubicBezTo>
                  <a:cubicBezTo>
                    <a:pt x="449809" y="90814"/>
                    <a:pt x="452529" y="93534"/>
                    <a:pt x="455249" y="96253"/>
                  </a:cubicBezTo>
                  <a:cubicBezTo>
                    <a:pt x="482445" y="96253"/>
                    <a:pt x="509642" y="93534"/>
                    <a:pt x="525960" y="93534"/>
                  </a:cubicBezTo>
                  <a:cubicBezTo>
                    <a:pt x="539558" y="93534"/>
                    <a:pt x="561315" y="93534"/>
                    <a:pt x="561315" y="109852"/>
                  </a:cubicBezTo>
                  <a:cubicBezTo>
                    <a:pt x="561315" y="118011"/>
                    <a:pt x="561315" y="120730"/>
                    <a:pt x="555876" y="126170"/>
                  </a:cubicBezTo>
                  <a:cubicBezTo>
                    <a:pt x="550437" y="131609"/>
                    <a:pt x="544997" y="134329"/>
                    <a:pt x="539558" y="134329"/>
                  </a:cubicBezTo>
                  <a:cubicBezTo>
                    <a:pt x="531399" y="137048"/>
                    <a:pt x="523240" y="137048"/>
                    <a:pt x="517800" y="137048"/>
                  </a:cubicBezTo>
                  <a:cubicBezTo>
                    <a:pt x="515081" y="137048"/>
                    <a:pt x="498763" y="137048"/>
                    <a:pt x="477006" y="137048"/>
                  </a:cubicBezTo>
                  <a:cubicBezTo>
                    <a:pt x="479725" y="145207"/>
                    <a:pt x="485165" y="153366"/>
                    <a:pt x="485165" y="161525"/>
                  </a:cubicBezTo>
                  <a:cubicBezTo>
                    <a:pt x="487885" y="177843"/>
                    <a:pt x="493324" y="194161"/>
                    <a:pt x="496043" y="210479"/>
                  </a:cubicBezTo>
                  <a:cubicBezTo>
                    <a:pt x="498763" y="224077"/>
                    <a:pt x="498763" y="237676"/>
                    <a:pt x="501483" y="251274"/>
                  </a:cubicBezTo>
                  <a:cubicBezTo>
                    <a:pt x="504202" y="264872"/>
                    <a:pt x="506922" y="275751"/>
                    <a:pt x="506922" y="292069"/>
                  </a:cubicBezTo>
                  <a:cubicBezTo>
                    <a:pt x="506922" y="302947"/>
                    <a:pt x="506922" y="311106"/>
                    <a:pt x="506922" y="321985"/>
                  </a:cubicBezTo>
                  <a:cubicBezTo>
                    <a:pt x="506922" y="327424"/>
                    <a:pt x="509642" y="335583"/>
                    <a:pt x="509642" y="341022"/>
                  </a:cubicBezTo>
                  <a:cubicBezTo>
                    <a:pt x="509642" y="343742"/>
                    <a:pt x="509642" y="343742"/>
                    <a:pt x="509642" y="343742"/>
                  </a:cubicBezTo>
                  <a:cubicBezTo>
                    <a:pt x="509642" y="349181"/>
                    <a:pt x="515081" y="349181"/>
                    <a:pt x="517800" y="349181"/>
                  </a:cubicBezTo>
                  <a:cubicBezTo>
                    <a:pt x="520520" y="349181"/>
                    <a:pt x="523240" y="349181"/>
                    <a:pt x="528680" y="349181"/>
                  </a:cubicBezTo>
                  <a:cubicBezTo>
                    <a:pt x="536838" y="349181"/>
                    <a:pt x="547717" y="349181"/>
                    <a:pt x="550437" y="357340"/>
                  </a:cubicBezTo>
                  <a:cubicBezTo>
                    <a:pt x="550437" y="360060"/>
                    <a:pt x="550437" y="360060"/>
                    <a:pt x="550437" y="362780"/>
                  </a:cubicBezTo>
                  <a:cubicBezTo>
                    <a:pt x="550437" y="370939"/>
                    <a:pt x="539558" y="381817"/>
                    <a:pt x="534119" y="384537"/>
                  </a:cubicBezTo>
                  <a:cubicBezTo>
                    <a:pt x="531399" y="387257"/>
                    <a:pt x="523240" y="387257"/>
                    <a:pt x="520520" y="389976"/>
                  </a:cubicBezTo>
                  <a:cubicBezTo>
                    <a:pt x="515081" y="389976"/>
                    <a:pt x="512362" y="392696"/>
                    <a:pt x="512362" y="395415"/>
                  </a:cubicBezTo>
                  <a:cubicBezTo>
                    <a:pt x="512362" y="395415"/>
                    <a:pt x="512362" y="398135"/>
                    <a:pt x="512362" y="398135"/>
                  </a:cubicBezTo>
                  <a:cubicBezTo>
                    <a:pt x="512362" y="400855"/>
                    <a:pt x="512362" y="406294"/>
                    <a:pt x="512362" y="409014"/>
                  </a:cubicBezTo>
                  <a:cubicBezTo>
                    <a:pt x="512362" y="411733"/>
                    <a:pt x="512362" y="411733"/>
                    <a:pt x="512362" y="414453"/>
                  </a:cubicBezTo>
                  <a:cubicBezTo>
                    <a:pt x="512362" y="422612"/>
                    <a:pt x="512362" y="430771"/>
                    <a:pt x="512362" y="438930"/>
                  </a:cubicBezTo>
                  <a:cubicBezTo>
                    <a:pt x="512362" y="460687"/>
                    <a:pt x="512362" y="482445"/>
                    <a:pt x="515081" y="504202"/>
                  </a:cubicBezTo>
                  <a:cubicBezTo>
                    <a:pt x="517800" y="525959"/>
                    <a:pt x="520520" y="550436"/>
                    <a:pt x="520520" y="572193"/>
                  </a:cubicBezTo>
                  <a:cubicBezTo>
                    <a:pt x="520520" y="583072"/>
                    <a:pt x="520520" y="593950"/>
                    <a:pt x="517800" y="604829"/>
                  </a:cubicBezTo>
                  <a:cubicBezTo>
                    <a:pt x="515081" y="623867"/>
                    <a:pt x="515081" y="642904"/>
                    <a:pt x="512362" y="661942"/>
                  </a:cubicBezTo>
                  <a:cubicBezTo>
                    <a:pt x="512362" y="664661"/>
                    <a:pt x="509642" y="667381"/>
                    <a:pt x="509642" y="670101"/>
                  </a:cubicBezTo>
                  <a:cubicBezTo>
                    <a:pt x="509642" y="672820"/>
                    <a:pt x="512362" y="678260"/>
                    <a:pt x="512362" y="680979"/>
                  </a:cubicBezTo>
                  <a:cubicBezTo>
                    <a:pt x="512362" y="683699"/>
                    <a:pt x="512362" y="686419"/>
                    <a:pt x="512362" y="686419"/>
                  </a:cubicBezTo>
                  <a:cubicBezTo>
                    <a:pt x="517800" y="680979"/>
                    <a:pt x="528680" y="680979"/>
                    <a:pt x="536838" y="680979"/>
                  </a:cubicBezTo>
                  <a:lnTo>
                    <a:pt x="536838" y="680979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FBF68111-B822-8402-B5B9-583611E7D697}"/>
                </a:ext>
              </a:extLst>
            </p:cNvPr>
            <p:cNvSpPr/>
            <p:nvPr/>
          </p:nvSpPr>
          <p:spPr>
            <a:xfrm>
              <a:off x="9592416" y="4192158"/>
              <a:ext cx="516735" cy="761503"/>
            </a:xfrm>
            <a:custGeom>
              <a:avLst/>
              <a:gdLst>
                <a:gd name="connsiteX0" fmla="*/ 463407 w 516735"/>
                <a:gd name="connsiteY0" fmla="*/ 194161 h 761503"/>
                <a:gd name="connsiteX1" fmla="*/ 447089 w 516735"/>
                <a:gd name="connsiteY1" fmla="*/ 226797 h 761503"/>
                <a:gd name="connsiteX2" fmla="*/ 430771 w 516735"/>
                <a:gd name="connsiteY2" fmla="*/ 221357 h 761503"/>
                <a:gd name="connsiteX3" fmla="*/ 422612 w 516735"/>
                <a:gd name="connsiteY3" fmla="*/ 207759 h 761503"/>
                <a:gd name="connsiteX4" fmla="*/ 419893 w 516735"/>
                <a:gd name="connsiteY4" fmla="*/ 188722 h 761503"/>
                <a:gd name="connsiteX5" fmla="*/ 419893 w 516735"/>
                <a:gd name="connsiteY5" fmla="*/ 139768 h 761503"/>
                <a:gd name="connsiteX6" fmla="*/ 419893 w 516735"/>
                <a:gd name="connsiteY6" fmla="*/ 120730 h 761503"/>
                <a:gd name="connsiteX7" fmla="*/ 395416 w 516735"/>
                <a:gd name="connsiteY7" fmla="*/ 120730 h 761503"/>
                <a:gd name="connsiteX8" fmla="*/ 370939 w 516735"/>
                <a:gd name="connsiteY8" fmla="*/ 120730 h 761503"/>
                <a:gd name="connsiteX9" fmla="*/ 346461 w 516735"/>
                <a:gd name="connsiteY9" fmla="*/ 123450 h 761503"/>
                <a:gd name="connsiteX10" fmla="*/ 335583 w 516735"/>
                <a:gd name="connsiteY10" fmla="*/ 123450 h 761503"/>
                <a:gd name="connsiteX11" fmla="*/ 335583 w 516735"/>
                <a:gd name="connsiteY11" fmla="*/ 123450 h 761503"/>
                <a:gd name="connsiteX12" fmla="*/ 324704 w 516735"/>
                <a:gd name="connsiteY12" fmla="*/ 128889 h 761503"/>
                <a:gd name="connsiteX13" fmla="*/ 327424 w 516735"/>
                <a:gd name="connsiteY13" fmla="*/ 139768 h 761503"/>
                <a:gd name="connsiteX14" fmla="*/ 330144 w 516735"/>
                <a:gd name="connsiteY14" fmla="*/ 175123 h 761503"/>
                <a:gd name="connsiteX15" fmla="*/ 330144 w 516735"/>
                <a:gd name="connsiteY15" fmla="*/ 199600 h 761503"/>
                <a:gd name="connsiteX16" fmla="*/ 327424 w 516735"/>
                <a:gd name="connsiteY16" fmla="*/ 224077 h 761503"/>
                <a:gd name="connsiteX17" fmla="*/ 330144 w 516735"/>
                <a:gd name="connsiteY17" fmla="*/ 251274 h 761503"/>
                <a:gd name="connsiteX18" fmla="*/ 327424 w 516735"/>
                <a:gd name="connsiteY18" fmla="*/ 278470 h 761503"/>
                <a:gd name="connsiteX19" fmla="*/ 327424 w 516735"/>
                <a:gd name="connsiteY19" fmla="*/ 332864 h 761503"/>
                <a:gd name="connsiteX20" fmla="*/ 330144 w 516735"/>
                <a:gd name="connsiteY20" fmla="*/ 357340 h 761503"/>
                <a:gd name="connsiteX21" fmla="*/ 330144 w 516735"/>
                <a:gd name="connsiteY21" fmla="*/ 368219 h 761503"/>
                <a:gd name="connsiteX22" fmla="*/ 332863 w 516735"/>
                <a:gd name="connsiteY22" fmla="*/ 387257 h 761503"/>
                <a:gd name="connsiteX23" fmla="*/ 332863 w 516735"/>
                <a:gd name="connsiteY23" fmla="*/ 433491 h 761503"/>
                <a:gd name="connsiteX24" fmla="*/ 332863 w 516735"/>
                <a:gd name="connsiteY24" fmla="*/ 487884 h 761503"/>
                <a:gd name="connsiteX25" fmla="*/ 330144 w 516735"/>
                <a:gd name="connsiteY25" fmla="*/ 512361 h 761503"/>
                <a:gd name="connsiteX26" fmla="*/ 330144 w 516735"/>
                <a:gd name="connsiteY26" fmla="*/ 539557 h 761503"/>
                <a:gd name="connsiteX27" fmla="*/ 332863 w 516735"/>
                <a:gd name="connsiteY27" fmla="*/ 593950 h 761503"/>
                <a:gd name="connsiteX28" fmla="*/ 332863 w 516735"/>
                <a:gd name="connsiteY28" fmla="*/ 648343 h 761503"/>
                <a:gd name="connsiteX29" fmla="*/ 332863 w 516735"/>
                <a:gd name="connsiteY29" fmla="*/ 656502 h 761503"/>
                <a:gd name="connsiteX30" fmla="*/ 357341 w 516735"/>
                <a:gd name="connsiteY30" fmla="*/ 656502 h 761503"/>
                <a:gd name="connsiteX31" fmla="*/ 395416 w 516735"/>
                <a:gd name="connsiteY31" fmla="*/ 675540 h 761503"/>
                <a:gd name="connsiteX32" fmla="*/ 389976 w 516735"/>
                <a:gd name="connsiteY32" fmla="*/ 691858 h 761503"/>
                <a:gd name="connsiteX33" fmla="*/ 373658 w 516735"/>
                <a:gd name="connsiteY33" fmla="*/ 700017 h 761503"/>
                <a:gd name="connsiteX34" fmla="*/ 351901 w 516735"/>
                <a:gd name="connsiteY34" fmla="*/ 702737 h 761503"/>
                <a:gd name="connsiteX35" fmla="*/ 319265 w 516735"/>
                <a:gd name="connsiteY35" fmla="*/ 702737 h 761503"/>
                <a:gd name="connsiteX36" fmla="*/ 311106 w 516735"/>
                <a:gd name="connsiteY36" fmla="*/ 708176 h 761503"/>
                <a:gd name="connsiteX37" fmla="*/ 289349 w 516735"/>
                <a:gd name="connsiteY37" fmla="*/ 713615 h 761503"/>
                <a:gd name="connsiteX38" fmla="*/ 270311 w 516735"/>
                <a:gd name="connsiteY38" fmla="*/ 713615 h 761503"/>
                <a:gd name="connsiteX39" fmla="*/ 243115 w 516735"/>
                <a:gd name="connsiteY39" fmla="*/ 705456 h 761503"/>
                <a:gd name="connsiteX40" fmla="*/ 237675 w 516735"/>
                <a:gd name="connsiteY40" fmla="*/ 702737 h 761503"/>
                <a:gd name="connsiteX41" fmla="*/ 199600 w 516735"/>
                <a:gd name="connsiteY41" fmla="*/ 702737 h 761503"/>
                <a:gd name="connsiteX42" fmla="*/ 175123 w 516735"/>
                <a:gd name="connsiteY42" fmla="*/ 702737 h 761503"/>
                <a:gd name="connsiteX43" fmla="*/ 147927 w 516735"/>
                <a:gd name="connsiteY43" fmla="*/ 697297 h 761503"/>
                <a:gd name="connsiteX44" fmla="*/ 131609 w 516735"/>
                <a:gd name="connsiteY44" fmla="*/ 678260 h 761503"/>
                <a:gd name="connsiteX45" fmla="*/ 137048 w 516735"/>
                <a:gd name="connsiteY45" fmla="*/ 670101 h 761503"/>
                <a:gd name="connsiteX46" fmla="*/ 158805 w 516735"/>
                <a:gd name="connsiteY46" fmla="*/ 661942 h 761503"/>
                <a:gd name="connsiteX47" fmla="*/ 199600 w 516735"/>
                <a:gd name="connsiteY47" fmla="*/ 659222 h 761503"/>
                <a:gd name="connsiteX48" fmla="*/ 199600 w 516735"/>
                <a:gd name="connsiteY48" fmla="*/ 659222 h 761503"/>
                <a:gd name="connsiteX49" fmla="*/ 196880 w 516735"/>
                <a:gd name="connsiteY49" fmla="*/ 629306 h 761503"/>
                <a:gd name="connsiteX50" fmla="*/ 199600 w 516735"/>
                <a:gd name="connsiteY50" fmla="*/ 574913 h 761503"/>
                <a:gd name="connsiteX51" fmla="*/ 202320 w 516735"/>
                <a:gd name="connsiteY51" fmla="*/ 523239 h 761503"/>
                <a:gd name="connsiteX52" fmla="*/ 205040 w 516735"/>
                <a:gd name="connsiteY52" fmla="*/ 460687 h 761503"/>
                <a:gd name="connsiteX53" fmla="*/ 205040 w 516735"/>
                <a:gd name="connsiteY53" fmla="*/ 417173 h 761503"/>
                <a:gd name="connsiteX54" fmla="*/ 207759 w 516735"/>
                <a:gd name="connsiteY54" fmla="*/ 392696 h 761503"/>
                <a:gd name="connsiteX55" fmla="*/ 210478 w 516735"/>
                <a:gd name="connsiteY55" fmla="*/ 368219 h 761503"/>
                <a:gd name="connsiteX56" fmla="*/ 210478 w 516735"/>
                <a:gd name="connsiteY56" fmla="*/ 313826 h 761503"/>
                <a:gd name="connsiteX57" fmla="*/ 210478 w 516735"/>
                <a:gd name="connsiteY57" fmla="*/ 259433 h 761503"/>
                <a:gd name="connsiteX58" fmla="*/ 210478 w 516735"/>
                <a:gd name="connsiteY58" fmla="*/ 213199 h 761503"/>
                <a:gd name="connsiteX59" fmla="*/ 210478 w 516735"/>
                <a:gd name="connsiteY59" fmla="*/ 145207 h 761503"/>
                <a:gd name="connsiteX60" fmla="*/ 213198 w 516735"/>
                <a:gd name="connsiteY60" fmla="*/ 131609 h 761503"/>
                <a:gd name="connsiteX61" fmla="*/ 205040 w 516735"/>
                <a:gd name="connsiteY61" fmla="*/ 123450 h 761503"/>
                <a:gd name="connsiteX62" fmla="*/ 161525 w 516735"/>
                <a:gd name="connsiteY62" fmla="*/ 123450 h 761503"/>
                <a:gd name="connsiteX63" fmla="*/ 112571 w 516735"/>
                <a:gd name="connsiteY63" fmla="*/ 120730 h 761503"/>
                <a:gd name="connsiteX64" fmla="*/ 104412 w 516735"/>
                <a:gd name="connsiteY64" fmla="*/ 118011 h 761503"/>
                <a:gd name="connsiteX65" fmla="*/ 107132 w 516735"/>
                <a:gd name="connsiteY65" fmla="*/ 191441 h 761503"/>
                <a:gd name="connsiteX66" fmla="*/ 90814 w 516735"/>
                <a:gd name="connsiteY66" fmla="*/ 224077 h 761503"/>
                <a:gd name="connsiteX67" fmla="*/ 74496 w 516735"/>
                <a:gd name="connsiteY67" fmla="*/ 218638 h 761503"/>
                <a:gd name="connsiteX68" fmla="*/ 66337 w 516735"/>
                <a:gd name="connsiteY68" fmla="*/ 205040 h 761503"/>
                <a:gd name="connsiteX69" fmla="*/ 63617 w 516735"/>
                <a:gd name="connsiteY69" fmla="*/ 186002 h 761503"/>
                <a:gd name="connsiteX70" fmla="*/ 63617 w 516735"/>
                <a:gd name="connsiteY70" fmla="*/ 145207 h 761503"/>
                <a:gd name="connsiteX71" fmla="*/ 63617 w 516735"/>
                <a:gd name="connsiteY71" fmla="*/ 109852 h 761503"/>
                <a:gd name="connsiteX72" fmla="*/ 58178 w 516735"/>
                <a:gd name="connsiteY72" fmla="*/ 96253 h 761503"/>
                <a:gd name="connsiteX73" fmla="*/ 66337 w 516735"/>
                <a:gd name="connsiteY73" fmla="*/ 85375 h 761503"/>
                <a:gd name="connsiteX74" fmla="*/ 93533 w 516735"/>
                <a:gd name="connsiteY74" fmla="*/ 77216 h 761503"/>
                <a:gd name="connsiteX75" fmla="*/ 115290 w 516735"/>
                <a:gd name="connsiteY75" fmla="*/ 77216 h 761503"/>
                <a:gd name="connsiteX76" fmla="*/ 169684 w 516735"/>
                <a:gd name="connsiteY76" fmla="*/ 74496 h 761503"/>
                <a:gd name="connsiteX77" fmla="*/ 194161 w 516735"/>
                <a:gd name="connsiteY77" fmla="*/ 71776 h 761503"/>
                <a:gd name="connsiteX78" fmla="*/ 196880 w 516735"/>
                <a:gd name="connsiteY78" fmla="*/ 71776 h 761503"/>
                <a:gd name="connsiteX79" fmla="*/ 210478 w 516735"/>
                <a:gd name="connsiteY79" fmla="*/ 71776 h 761503"/>
                <a:gd name="connsiteX80" fmla="*/ 218638 w 516735"/>
                <a:gd name="connsiteY80" fmla="*/ 71776 h 761503"/>
                <a:gd name="connsiteX81" fmla="*/ 237675 w 516735"/>
                <a:gd name="connsiteY81" fmla="*/ 60898 h 761503"/>
                <a:gd name="connsiteX82" fmla="*/ 253993 w 516735"/>
                <a:gd name="connsiteY82" fmla="*/ 58178 h 761503"/>
                <a:gd name="connsiteX83" fmla="*/ 283910 w 516735"/>
                <a:gd name="connsiteY83" fmla="*/ 60898 h 761503"/>
                <a:gd name="connsiteX84" fmla="*/ 294788 w 516735"/>
                <a:gd name="connsiteY84" fmla="*/ 66337 h 761503"/>
                <a:gd name="connsiteX85" fmla="*/ 305667 w 516735"/>
                <a:gd name="connsiteY85" fmla="*/ 74496 h 761503"/>
                <a:gd name="connsiteX86" fmla="*/ 313826 w 516735"/>
                <a:gd name="connsiteY86" fmla="*/ 74496 h 761503"/>
                <a:gd name="connsiteX87" fmla="*/ 327424 w 516735"/>
                <a:gd name="connsiteY87" fmla="*/ 74496 h 761503"/>
                <a:gd name="connsiteX88" fmla="*/ 354621 w 516735"/>
                <a:gd name="connsiteY88" fmla="*/ 74496 h 761503"/>
                <a:gd name="connsiteX89" fmla="*/ 422612 w 516735"/>
                <a:gd name="connsiteY89" fmla="*/ 74496 h 761503"/>
                <a:gd name="connsiteX90" fmla="*/ 455248 w 516735"/>
                <a:gd name="connsiteY90" fmla="*/ 79936 h 761503"/>
                <a:gd name="connsiteX91" fmla="*/ 466127 w 516735"/>
                <a:gd name="connsiteY91" fmla="*/ 98973 h 761503"/>
                <a:gd name="connsiteX92" fmla="*/ 463407 w 516735"/>
                <a:gd name="connsiteY92" fmla="*/ 109852 h 761503"/>
                <a:gd name="connsiteX93" fmla="*/ 463407 w 516735"/>
                <a:gd name="connsiteY93" fmla="*/ 120730 h 761503"/>
                <a:gd name="connsiteX94" fmla="*/ 463407 w 516735"/>
                <a:gd name="connsiteY94" fmla="*/ 194161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</a:cxnLst>
              <a:rect l="l" t="t" r="r" b="b"/>
              <a:pathLst>
                <a:path w="516735" h="761503">
                  <a:moveTo>
                    <a:pt x="463407" y="194161"/>
                  </a:moveTo>
                  <a:cubicBezTo>
                    <a:pt x="463407" y="205040"/>
                    <a:pt x="463407" y="226797"/>
                    <a:pt x="447089" y="226797"/>
                  </a:cubicBezTo>
                  <a:cubicBezTo>
                    <a:pt x="438930" y="226797"/>
                    <a:pt x="436211" y="226797"/>
                    <a:pt x="430771" y="221357"/>
                  </a:cubicBezTo>
                  <a:cubicBezTo>
                    <a:pt x="425332" y="218638"/>
                    <a:pt x="422612" y="210479"/>
                    <a:pt x="422612" y="207759"/>
                  </a:cubicBezTo>
                  <a:cubicBezTo>
                    <a:pt x="419893" y="199600"/>
                    <a:pt x="419893" y="194161"/>
                    <a:pt x="419893" y="188722"/>
                  </a:cubicBezTo>
                  <a:cubicBezTo>
                    <a:pt x="419893" y="183282"/>
                    <a:pt x="419893" y="147927"/>
                    <a:pt x="419893" y="139768"/>
                  </a:cubicBezTo>
                  <a:cubicBezTo>
                    <a:pt x="419893" y="134329"/>
                    <a:pt x="419893" y="128889"/>
                    <a:pt x="419893" y="120730"/>
                  </a:cubicBezTo>
                  <a:cubicBezTo>
                    <a:pt x="411734" y="120730"/>
                    <a:pt x="403574" y="120730"/>
                    <a:pt x="395416" y="120730"/>
                  </a:cubicBezTo>
                  <a:cubicBezTo>
                    <a:pt x="387256" y="120730"/>
                    <a:pt x="379098" y="120730"/>
                    <a:pt x="370939" y="120730"/>
                  </a:cubicBezTo>
                  <a:cubicBezTo>
                    <a:pt x="362780" y="120730"/>
                    <a:pt x="354621" y="123450"/>
                    <a:pt x="346461" y="123450"/>
                  </a:cubicBezTo>
                  <a:cubicBezTo>
                    <a:pt x="343742" y="123450"/>
                    <a:pt x="341023" y="123450"/>
                    <a:pt x="335583" y="123450"/>
                  </a:cubicBezTo>
                  <a:cubicBezTo>
                    <a:pt x="335583" y="123450"/>
                    <a:pt x="335583" y="123450"/>
                    <a:pt x="335583" y="123450"/>
                  </a:cubicBezTo>
                  <a:cubicBezTo>
                    <a:pt x="327424" y="123450"/>
                    <a:pt x="324704" y="126170"/>
                    <a:pt x="324704" y="128889"/>
                  </a:cubicBezTo>
                  <a:cubicBezTo>
                    <a:pt x="324704" y="131609"/>
                    <a:pt x="324704" y="137048"/>
                    <a:pt x="327424" y="139768"/>
                  </a:cubicBezTo>
                  <a:cubicBezTo>
                    <a:pt x="330144" y="147927"/>
                    <a:pt x="330144" y="166964"/>
                    <a:pt x="330144" y="175123"/>
                  </a:cubicBezTo>
                  <a:cubicBezTo>
                    <a:pt x="330144" y="183282"/>
                    <a:pt x="330144" y="191441"/>
                    <a:pt x="330144" y="199600"/>
                  </a:cubicBezTo>
                  <a:cubicBezTo>
                    <a:pt x="330144" y="207759"/>
                    <a:pt x="327424" y="215918"/>
                    <a:pt x="327424" y="224077"/>
                  </a:cubicBezTo>
                  <a:cubicBezTo>
                    <a:pt x="327424" y="232236"/>
                    <a:pt x="330144" y="243115"/>
                    <a:pt x="330144" y="251274"/>
                  </a:cubicBezTo>
                  <a:cubicBezTo>
                    <a:pt x="330144" y="259433"/>
                    <a:pt x="330144" y="267592"/>
                    <a:pt x="327424" y="278470"/>
                  </a:cubicBezTo>
                  <a:cubicBezTo>
                    <a:pt x="327424" y="294788"/>
                    <a:pt x="327424" y="313826"/>
                    <a:pt x="327424" y="332864"/>
                  </a:cubicBezTo>
                  <a:cubicBezTo>
                    <a:pt x="327424" y="341022"/>
                    <a:pt x="327424" y="349181"/>
                    <a:pt x="330144" y="357340"/>
                  </a:cubicBezTo>
                  <a:cubicBezTo>
                    <a:pt x="330144" y="360060"/>
                    <a:pt x="330144" y="365499"/>
                    <a:pt x="330144" y="368219"/>
                  </a:cubicBezTo>
                  <a:cubicBezTo>
                    <a:pt x="330144" y="373658"/>
                    <a:pt x="332863" y="384537"/>
                    <a:pt x="332863" y="387257"/>
                  </a:cubicBezTo>
                  <a:cubicBezTo>
                    <a:pt x="332863" y="406294"/>
                    <a:pt x="332863" y="414453"/>
                    <a:pt x="332863" y="433491"/>
                  </a:cubicBezTo>
                  <a:cubicBezTo>
                    <a:pt x="332863" y="452528"/>
                    <a:pt x="335583" y="468846"/>
                    <a:pt x="332863" y="487884"/>
                  </a:cubicBezTo>
                  <a:cubicBezTo>
                    <a:pt x="332863" y="496043"/>
                    <a:pt x="330144" y="504202"/>
                    <a:pt x="330144" y="512361"/>
                  </a:cubicBezTo>
                  <a:cubicBezTo>
                    <a:pt x="330144" y="520520"/>
                    <a:pt x="330144" y="531398"/>
                    <a:pt x="330144" y="539557"/>
                  </a:cubicBezTo>
                  <a:cubicBezTo>
                    <a:pt x="330144" y="558595"/>
                    <a:pt x="330144" y="574913"/>
                    <a:pt x="332863" y="593950"/>
                  </a:cubicBezTo>
                  <a:cubicBezTo>
                    <a:pt x="332863" y="610268"/>
                    <a:pt x="332863" y="632026"/>
                    <a:pt x="332863" y="648343"/>
                  </a:cubicBezTo>
                  <a:cubicBezTo>
                    <a:pt x="332863" y="651063"/>
                    <a:pt x="332863" y="653783"/>
                    <a:pt x="332863" y="656502"/>
                  </a:cubicBezTo>
                  <a:cubicBezTo>
                    <a:pt x="343742" y="656502"/>
                    <a:pt x="351901" y="656502"/>
                    <a:pt x="357341" y="656502"/>
                  </a:cubicBezTo>
                  <a:cubicBezTo>
                    <a:pt x="370939" y="656502"/>
                    <a:pt x="395416" y="659222"/>
                    <a:pt x="395416" y="675540"/>
                  </a:cubicBezTo>
                  <a:cubicBezTo>
                    <a:pt x="395416" y="683699"/>
                    <a:pt x="392696" y="686419"/>
                    <a:pt x="389976" y="691858"/>
                  </a:cubicBezTo>
                  <a:cubicBezTo>
                    <a:pt x="384537" y="697297"/>
                    <a:pt x="379098" y="700017"/>
                    <a:pt x="373658" y="700017"/>
                  </a:cubicBezTo>
                  <a:cubicBezTo>
                    <a:pt x="365499" y="702737"/>
                    <a:pt x="357341" y="702737"/>
                    <a:pt x="351901" y="702737"/>
                  </a:cubicBezTo>
                  <a:cubicBezTo>
                    <a:pt x="349181" y="702737"/>
                    <a:pt x="335583" y="702737"/>
                    <a:pt x="319265" y="702737"/>
                  </a:cubicBezTo>
                  <a:cubicBezTo>
                    <a:pt x="316546" y="705456"/>
                    <a:pt x="313826" y="705456"/>
                    <a:pt x="311106" y="708176"/>
                  </a:cubicBezTo>
                  <a:cubicBezTo>
                    <a:pt x="302948" y="713615"/>
                    <a:pt x="297508" y="713615"/>
                    <a:pt x="289349" y="713615"/>
                  </a:cubicBezTo>
                  <a:cubicBezTo>
                    <a:pt x="283910" y="713615"/>
                    <a:pt x="278470" y="713615"/>
                    <a:pt x="270311" y="713615"/>
                  </a:cubicBezTo>
                  <a:cubicBezTo>
                    <a:pt x="259433" y="713615"/>
                    <a:pt x="251273" y="710895"/>
                    <a:pt x="243115" y="705456"/>
                  </a:cubicBezTo>
                  <a:cubicBezTo>
                    <a:pt x="240395" y="705456"/>
                    <a:pt x="237675" y="702737"/>
                    <a:pt x="237675" y="702737"/>
                  </a:cubicBezTo>
                  <a:cubicBezTo>
                    <a:pt x="224077" y="702737"/>
                    <a:pt x="213198" y="702737"/>
                    <a:pt x="199600" y="702737"/>
                  </a:cubicBezTo>
                  <a:cubicBezTo>
                    <a:pt x="191441" y="702737"/>
                    <a:pt x="183282" y="702737"/>
                    <a:pt x="175123" y="702737"/>
                  </a:cubicBezTo>
                  <a:cubicBezTo>
                    <a:pt x="166965" y="702737"/>
                    <a:pt x="156085" y="702737"/>
                    <a:pt x="147927" y="697297"/>
                  </a:cubicBezTo>
                  <a:cubicBezTo>
                    <a:pt x="139768" y="694578"/>
                    <a:pt x="131609" y="680979"/>
                    <a:pt x="131609" y="678260"/>
                  </a:cubicBezTo>
                  <a:cubicBezTo>
                    <a:pt x="131609" y="675540"/>
                    <a:pt x="131609" y="672820"/>
                    <a:pt x="137048" y="670101"/>
                  </a:cubicBezTo>
                  <a:cubicBezTo>
                    <a:pt x="142487" y="667381"/>
                    <a:pt x="153366" y="664661"/>
                    <a:pt x="158805" y="661942"/>
                  </a:cubicBezTo>
                  <a:cubicBezTo>
                    <a:pt x="175123" y="659222"/>
                    <a:pt x="191441" y="659222"/>
                    <a:pt x="199600" y="659222"/>
                  </a:cubicBezTo>
                  <a:lnTo>
                    <a:pt x="199600" y="659222"/>
                  </a:lnTo>
                  <a:cubicBezTo>
                    <a:pt x="199600" y="648343"/>
                    <a:pt x="196880" y="640184"/>
                    <a:pt x="196880" y="629306"/>
                  </a:cubicBezTo>
                  <a:cubicBezTo>
                    <a:pt x="196880" y="612988"/>
                    <a:pt x="196880" y="591231"/>
                    <a:pt x="199600" y="574913"/>
                  </a:cubicBezTo>
                  <a:cubicBezTo>
                    <a:pt x="199600" y="558595"/>
                    <a:pt x="199600" y="539557"/>
                    <a:pt x="202320" y="523239"/>
                  </a:cubicBezTo>
                  <a:cubicBezTo>
                    <a:pt x="202320" y="501482"/>
                    <a:pt x="205040" y="482445"/>
                    <a:pt x="205040" y="460687"/>
                  </a:cubicBezTo>
                  <a:cubicBezTo>
                    <a:pt x="205040" y="447089"/>
                    <a:pt x="205040" y="430771"/>
                    <a:pt x="205040" y="417173"/>
                  </a:cubicBezTo>
                  <a:cubicBezTo>
                    <a:pt x="205040" y="409014"/>
                    <a:pt x="207759" y="400855"/>
                    <a:pt x="207759" y="392696"/>
                  </a:cubicBezTo>
                  <a:cubicBezTo>
                    <a:pt x="207759" y="384537"/>
                    <a:pt x="210478" y="376378"/>
                    <a:pt x="210478" y="368219"/>
                  </a:cubicBezTo>
                  <a:cubicBezTo>
                    <a:pt x="210478" y="351901"/>
                    <a:pt x="210478" y="332864"/>
                    <a:pt x="210478" y="313826"/>
                  </a:cubicBezTo>
                  <a:cubicBezTo>
                    <a:pt x="210478" y="294788"/>
                    <a:pt x="210478" y="275751"/>
                    <a:pt x="210478" y="259433"/>
                  </a:cubicBezTo>
                  <a:cubicBezTo>
                    <a:pt x="210478" y="243115"/>
                    <a:pt x="210478" y="226797"/>
                    <a:pt x="210478" y="213199"/>
                  </a:cubicBezTo>
                  <a:cubicBezTo>
                    <a:pt x="210478" y="194161"/>
                    <a:pt x="210478" y="164245"/>
                    <a:pt x="210478" y="145207"/>
                  </a:cubicBezTo>
                  <a:cubicBezTo>
                    <a:pt x="210478" y="139768"/>
                    <a:pt x="213198" y="134329"/>
                    <a:pt x="213198" y="131609"/>
                  </a:cubicBezTo>
                  <a:cubicBezTo>
                    <a:pt x="213198" y="126170"/>
                    <a:pt x="207759" y="123450"/>
                    <a:pt x="205040" y="123450"/>
                  </a:cubicBezTo>
                  <a:cubicBezTo>
                    <a:pt x="199600" y="123450"/>
                    <a:pt x="166965" y="123450"/>
                    <a:pt x="161525" y="123450"/>
                  </a:cubicBezTo>
                  <a:cubicBezTo>
                    <a:pt x="145207" y="123450"/>
                    <a:pt x="128889" y="123450"/>
                    <a:pt x="112571" y="120730"/>
                  </a:cubicBezTo>
                  <a:cubicBezTo>
                    <a:pt x="109852" y="120730"/>
                    <a:pt x="107132" y="120730"/>
                    <a:pt x="104412" y="118011"/>
                  </a:cubicBezTo>
                  <a:cubicBezTo>
                    <a:pt x="107132" y="137048"/>
                    <a:pt x="107132" y="172404"/>
                    <a:pt x="107132" y="191441"/>
                  </a:cubicBezTo>
                  <a:cubicBezTo>
                    <a:pt x="107132" y="202320"/>
                    <a:pt x="107132" y="224077"/>
                    <a:pt x="90814" y="224077"/>
                  </a:cubicBezTo>
                  <a:cubicBezTo>
                    <a:pt x="82655" y="224077"/>
                    <a:pt x="79935" y="221357"/>
                    <a:pt x="74496" y="218638"/>
                  </a:cubicBezTo>
                  <a:cubicBezTo>
                    <a:pt x="69057" y="215918"/>
                    <a:pt x="66337" y="210479"/>
                    <a:pt x="66337" y="205040"/>
                  </a:cubicBezTo>
                  <a:cubicBezTo>
                    <a:pt x="63617" y="196881"/>
                    <a:pt x="63617" y="191441"/>
                    <a:pt x="63617" y="186002"/>
                  </a:cubicBezTo>
                  <a:cubicBezTo>
                    <a:pt x="63617" y="180563"/>
                    <a:pt x="63617" y="153366"/>
                    <a:pt x="63617" y="145207"/>
                  </a:cubicBezTo>
                  <a:cubicBezTo>
                    <a:pt x="63617" y="134329"/>
                    <a:pt x="63617" y="120730"/>
                    <a:pt x="63617" y="109852"/>
                  </a:cubicBezTo>
                  <a:cubicBezTo>
                    <a:pt x="60897" y="104412"/>
                    <a:pt x="58178" y="101693"/>
                    <a:pt x="58178" y="96253"/>
                  </a:cubicBezTo>
                  <a:cubicBezTo>
                    <a:pt x="58178" y="93534"/>
                    <a:pt x="60897" y="88095"/>
                    <a:pt x="66337" y="85375"/>
                  </a:cubicBezTo>
                  <a:cubicBezTo>
                    <a:pt x="74496" y="79936"/>
                    <a:pt x="77215" y="77216"/>
                    <a:pt x="93533" y="77216"/>
                  </a:cubicBezTo>
                  <a:cubicBezTo>
                    <a:pt x="101692" y="77216"/>
                    <a:pt x="109852" y="77216"/>
                    <a:pt x="115290" y="77216"/>
                  </a:cubicBezTo>
                  <a:cubicBezTo>
                    <a:pt x="134328" y="77216"/>
                    <a:pt x="150646" y="77216"/>
                    <a:pt x="169684" y="74496"/>
                  </a:cubicBezTo>
                  <a:cubicBezTo>
                    <a:pt x="177843" y="74496"/>
                    <a:pt x="186002" y="71776"/>
                    <a:pt x="194161" y="71776"/>
                  </a:cubicBezTo>
                  <a:cubicBezTo>
                    <a:pt x="194161" y="71776"/>
                    <a:pt x="196880" y="71776"/>
                    <a:pt x="196880" y="71776"/>
                  </a:cubicBezTo>
                  <a:cubicBezTo>
                    <a:pt x="199600" y="71776"/>
                    <a:pt x="205040" y="71776"/>
                    <a:pt x="210478" y="71776"/>
                  </a:cubicBezTo>
                  <a:cubicBezTo>
                    <a:pt x="213198" y="71776"/>
                    <a:pt x="215918" y="71776"/>
                    <a:pt x="218638" y="71776"/>
                  </a:cubicBezTo>
                  <a:cubicBezTo>
                    <a:pt x="224077" y="69057"/>
                    <a:pt x="229516" y="63618"/>
                    <a:pt x="237675" y="60898"/>
                  </a:cubicBezTo>
                  <a:cubicBezTo>
                    <a:pt x="243115" y="58178"/>
                    <a:pt x="248554" y="58178"/>
                    <a:pt x="253993" y="58178"/>
                  </a:cubicBezTo>
                  <a:cubicBezTo>
                    <a:pt x="264872" y="58178"/>
                    <a:pt x="273031" y="58178"/>
                    <a:pt x="283910" y="60898"/>
                  </a:cubicBezTo>
                  <a:cubicBezTo>
                    <a:pt x="286629" y="60898"/>
                    <a:pt x="292068" y="63618"/>
                    <a:pt x="294788" y="66337"/>
                  </a:cubicBezTo>
                  <a:cubicBezTo>
                    <a:pt x="297508" y="69057"/>
                    <a:pt x="302948" y="71776"/>
                    <a:pt x="305667" y="74496"/>
                  </a:cubicBezTo>
                  <a:cubicBezTo>
                    <a:pt x="308386" y="74496"/>
                    <a:pt x="311106" y="74496"/>
                    <a:pt x="313826" y="74496"/>
                  </a:cubicBezTo>
                  <a:cubicBezTo>
                    <a:pt x="319265" y="74496"/>
                    <a:pt x="321985" y="74496"/>
                    <a:pt x="327424" y="74496"/>
                  </a:cubicBezTo>
                  <a:cubicBezTo>
                    <a:pt x="335583" y="74496"/>
                    <a:pt x="346461" y="74496"/>
                    <a:pt x="354621" y="74496"/>
                  </a:cubicBezTo>
                  <a:cubicBezTo>
                    <a:pt x="376378" y="74496"/>
                    <a:pt x="400855" y="74496"/>
                    <a:pt x="422612" y="74496"/>
                  </a:cubicBezTo>
                  <a:cubicBezTo>
                    <a:pt x="433491" y="74496"/>
                    <a:pt x="447089" y="74496"/>
                    <a:pt x="455248" y="79936"/>
                  </a:cubicBezTo>
                  <a:cubicBezTo>
                    <a:pt x="460687" y="82655"/>
                    <a:pt x="466127" y="90814"/>
                    <a:pt x="466127" y="98973"/>
                  </a:cubicBezTo>
                  <a:cubicBezTo>
                    <a:pt x="466127" y="101693"/>
                    <a:pt x="466127" y="107132"/>
                    <a:pt x="463407" y="109852"/>
                  </a:cubicBezTo>
                  <a:cubicBezTo>
                    <a:pt x="463407" y="112571"/>
                    <a:pt x="463407" y="112571"/>
                    <a:pt x="463407" y="120730"/>
                  </a:cubicBezTo>
                  <a:cubicBezTo>
                    <a:pt x="463407" y="142488"/>
                    <a:pt x="463407" y="172404"/>
                    <a:pt x="463407" y="194161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387802493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4" pos="257">
          <p15:clr>
            <a:srgbClr val="FBAE40"/>
          </p15:clr>
        </p15:guide>
      </p15:sldGuideLst>
    </p:ext>
  </p:extLst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I_Title Slide Circle Picture">
    <p:bg>
      <p:bgPr>
        <a:solidFill>
          <a:srgbClr val="4F217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10">
            <a:extLst>
              <a:ext uri="{FF2B5EF4-FFF2-40B4-BE49-F238E27FC236}">
                <a16:creationId xmlns:a16="http://schemas.microsoft.com/office/drawing/2014/main" id="{655B1FCA-4D49-4122-B6E9-D550AA0C5E76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0" y="2"/>
            <a:ext cx="5266036" cy="6857999"/>
          </a:xfrm>
          <a:custGeom>
            <a:avLst/>
            <a:gdLst>
              <a:gd name="connsiteX0" fmla="*/ 0 w 5266036"/>
              <a:gd name="connsiteY0" fmla="*/ 0 h 6857999"/>
              <a:gd name="connsiteX1" fmla="*/ 3014696 w 5266036"/>
              <a:gd name="connsiteY1" fmla="*/ 0 h 6857999"/>
              <a:gd name="connsiteX2" fmla="*/ 3040982 w 5266036"/>
              <a:gd name="connsiteY2" fmla="*/ 11408 h 6857999"/>
              <a:gd name="connsiteX3" fmla="*/ 5250901 w 5266036"/>
              <a:gd name="connsiteY3" fmla="*/ 4085922 h 6857999"/>
              <a:gd name="connsiteX4" fmla="*/ 3435696 w 5266036"/>
              <a:gd name="connsiteY4" fmla="*/ 6839477 h 6857999"/>
              <a:gd name="connsiteX5" fmla="*/ 3398838 w 5266036"/>
              <a:gd name="connsiteY5" fmla="*/ 6857999 h 6857999"/>
              <a:gd name="connsiteX6" fmla="*/ 0 w 5266036"/>
              <a:gd name="connsiteY6" fmla="*/ 6857999 h 6857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266036" h="6857999">
                <a:moveTo>
                  <a:pt x="0" y="0"/>
                </a:moveTo>
                <a:lnTo>
                  <a:pt x="3014696" y="0"/>
                </a:lnTo>
                <a:lnTo>
                  <a:pt x="3040982" y="11408"/>
                </a:lnTo>
                <a:cubicBezTo>
                  <a:pt x="4562919" y="717837"/>
                  <a:pt x="5390071" y="2397951"/>
                  <a:pt x="5250901" y="4085922"/>
                </a:cubicBezTo>
                <a:cubicBezTo>
                  <a:pt x="5138669" y="5484335"/>
                  <a:pt x="4361602" y="6343612"/>
                  <a:pt x="3435696" y="6839477"/>
                </a:cubicBezTo>
                <a:lnTo>
                  <a:pt x="3398838" y="6857999"/>
                </a:lnTo>
                <a:lnTo>
                  <a:pt x="0" y="6857999"/>
                </a:lnTo>
                <a:close/>
              </a:path>
            </a:pathLst>
          </a:custGeom>
          <a:solidFill>
            <a:srgbClr val="D9D9D9"/>
          </a:solidFill>
        </p:spPr>
        <p:txBody>
          <a:bodyPr wrap="square" tIns="3657600">
            <a:noAutofit/>
          </a:bodyPr>
          <a:lstStyle>
            <a:lvl1pPr marL="0" marR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tx1"/>
              </a:buClr>
              <a:buSzTx/>
              <a:buFont typeface="Arial" panose="020B0604020202020204" pitchFamily="34" charset="0"/>
              <a:buNone/>
              <a:tabLst/>
              <a:defRPr sz="1600">
                <a:solidFill>
                  <a:schemeClr val="bg1"/>
                </a:solidFill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1200"/>
              </a:spcBef>
              <a:spcAft>
                <a:spcPts val="0"/>
              </a:spcAft>
              <a:buClr>
                <a:schemeClr val="tx1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t>Click icon to insert picture</a:t>
            </a:r>
            <a:br>
              <a:rPr/>
            </a:br>
            <a:r>
              <a:t>(minimum recommended size for </a:t>
            </a:r>
            <a:br>
              <a:rPr/>
            </a:br>
            <a:r>
              <a:t>half slide image is 640 x 720 pixels)</a:t>
            </a:r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76608E2E-E744-4878-A234-60F6B6711C89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6096000" y="3306349"/>
            <a:ext cx="5638800" cy="722086"/>
          </a:xfrm>
        </p:spPr>
        <p:txBody>
          <a:bodyPr/>
          <a:lstStyle>
            <a:lvl1pPr marL="0" indent="0">
              <a:spcBef>
                <a:spcPts val="0"/>
              </a:spcBef>
              <a:buFontTx/>
              <a:buNone/>
              <a:defRPr sz="2000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FontTx/>
              <a:buNone/>
              <a:defRPr sz="2000"/>
            </a:lvl2pPr>
            <a:lvl3pPr marL="0" indent="0">
              <a:spcBef>
                <a:spcPts val="0"/>
              </a:spcBef>
              <a:buFontTx/>
              <a:buNone/>
              <a:defRPr sz="2000"/>
            </a:lvl3pPr>
            <a:lvl4pPr marL="0" indent="0">
              <a:spcBef>
                <a:spcPts val="0"/>
              </a:spcBef>
              <a:buFontTx/>
              <a:buNone/>
              <a:defRPr sz="2000"/>
            </a:lvl4pPr>
            <a:lvl5pPr marL="0" indent="0">
              <a:spcBef>
                <a:spcPts val="0"/>
              </a:spcBef>
              <a:buFontTx/>
              <a:buNone/>
              <a:defRPr sz="2000"/>
            </a:lvl5pPr>
            <a:lvl6pPr marL="0" indent="0">
              <a:spcBef>
                <a:spcPts val="0"/>
              </a:spcBef>
              <a:buFontTx/>
              <a:buNone/>
              <a:defRPr sz="2000"/>
            </a:lvl6pPr>
            <a:lvl7pPr marL="0" indent="0">
              <a:spcBef>
                <a:spcPts val="0"/>
              </a:spcBef>
              <a:buFontTx/>
              <a:buNone/>
              <a:defRPr sz="2000"/>
            </a:lvl7pPr>
            <a:lvl8pPr marL="0" indent="0">
              <a:spcBef>
                <a:spcPts val="0"/>
              </a:spcBef>
              <a:buFontTx/>
              <a:buNone/>
              <a:defRPr sz="2000"/>
            </a:lvl8pPr>
            <a:lvl9pPr marL="0" indent="0">
              <a:spcBef>
                <a:spcPts val="0"/>
              </a:spcBef>
              <a:buFontTx/>
              <a:buNone/>
              <a:defRPr sz="2000"/>
            </a:lvl9pPr>
          </a:lstStyle>
          <a:p>
            <a:pPr lvl="0"/>
            <a:r>
              <a:t>Subtitle or Presenter Name</a:t>
            </a:r>
          </a:p>
        </p:txBody>
      </p:sp>
      <p:sp>
        <p:nvSpPr>
          <p:cNvPr id="10" name="Title 9">
            <a:extLst>
              <a:ext uri="{FF2B5EF4-FFF2-40B4-BE49-F238E27FC236}">
                <a16:creationId xmlns:a16="http://schemas.microsoft.com/office/drawing/2014/main" id="{3534CB02-81D9-4803-9899-8E6A2EABA97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0" y="457200"/>
            <a:ext cx="5715000" cy="2565401"/>
          </a:xfrm>
        </p:spPr>
        <p:txBody>
          <a:bodyPr/>
          <a:lstStyle>
            <a:lvl1pPr>
              <a:lnSpc>
                <a:spcPct val="82000"/>
              </a:lnSpc>
              <a:defRPr sz="6600" b="0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/>
          </a:p>
        </p:txBody>
      </p:sp>
      <p:grpSp>
        <p:nvGrpSpPr>
          <p:cNvPr id="52" name="Group 51">
            <a:extLst>
              <a:ext uri="{FF2B5EF4-FFF2-40B4-BE49-F238E27FC236}">
                <a16:creationId xmlns:a16="http://schemas.microsoft.com/office/drawing/2014/main" id="{8C17779D-6C52-4F4D-A902-6B2DE749C411}"/>
              </a:ext>
            </a:extLst>
          </p:cNvPr>
          <p:cNvGrpSpPr>
            <a:grpSpLocks noChangeAspect="1"/>
          </p:cNvGrpSpPr>
          <p:nvPr/>
        </p:nvGrpSpPr>
        <p:grpSpPr>
          <a:xfrm>
            <a:off x="9787545" y="4308631"/>
            <a:ext cx="1770558" cy="681805"/>
            <a:chOff x="2078951" y="1888610"/>
            <a:chExt cx="8030200" cy="3092248"/>
          </a:xfrm>
          <a:solidFill>
            <a:schemeClr val="bg1"/>
          </a:solidFill>
        </p:grpSpPr>
        <p:sp>
          <p:nvSpPr>
            <p:cNvPr id="55" name="Freeform: Shape 11">
              <a:extLst>
                <a:ext uri="{FF2B5EF4-FFF2-40B4-BE49-F238E27FC236}">
                  <a16:creationId xmlns:a16="http://schemas.microsoft.com/office/drawing/2014/main" id="{DD5D5EF0-C0D3-F242-B247-3A8EF6BA1213}"/>
                </a:ext>
              </a:extLst>
            </p:cNvPr>
            <p:cNvSpPr/>
            <p:nvPr/>
          </p:nvSpPr>
          <p:spPr>
            <a:xfrm>
              <a:off x="2078951" y="2872694"/>
              <a:ext cx="951880" cy="652717"/>
            </a:xfrm>
            <a:custGeom>
              <a:avLst/>
              <a:gdLst>
                <a:gd name="connsiteX0" fmla="*/ 903041 w 951880"/>
                <a:gd name="connsiteY0" fmla="*/ 330574 h 652717"/>
                <a:gd name="connsiteX1" fmla="*/ 780656 w 951880"/>
                <a:gd name="connsiteY1" fmla="*/ 379528 h 652717"/>
                <a:gd name="connsiteX2" fmla="*/ 598439 w 951880"/>
                <a:gd name="connsiteY2" fmla="*/ 311537 h 652717"/>
                <a:gd name="connsiteX3" fmla="*/ 505970 w 951880"/>
                <a:gd name="connsiteY3" fmla="*/ 164675 h 652717"/>
                <a:gd name="connsiteX4" fmla="*/ 266640 w 951880"/>
                <a:gd name="connsiteY4" fmla="*/ 61329 h 652717"/>
                <a:gd name="connsiteX5" fmla="*/ 103461 w 951880"/>
                <a:gd name="connsiteY5" fmla="*/ 458398 h 652717"/>
                <a:gd name="connsiteX6" fmla="*/ 756179 w 951880"/>
                <a:gd name="connsiteY6" fmla="*/ 485595 h 652717"/>
                <a:gd name="connsiteX7" fmla="*/ 903041 w 951880"/>
                <a:gd name="connsiteY7" fmla="*/ 330574 h 65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51880" h="652717">
                  <a:moveTo>
                    <a:pt x="903041" y="330574"/>
                  </a:moveTo>
                  <a:cubicBezTo>
                    <a:pt x="867685" y="363210"/>
                    <a:pt x="813292" y="374089"/>
                    <a:pt x="780656" y="379528"/>
                  </a:cubicBezTo>
                  <a:cubicBezTo>
                    <a:pt x="712664" y="387687"/>
                    <a:pt x="641953" y="365930"/>
                    <a:pt x="598439" y="311537"/>
                  </a:cubicBezTo>
                  <a:cubicBezTo>
                    <a:pt x="563083" y="268022"/>
                    <a:pt x="544046" y="210910"/>
                    <a:pt x="505970" y="164675"/>
                  </a:cubicBezTo>
                  <a:cubicBezTo>
                    <a:pt x="448858" y="93964"/>
                    <a:pt x="359109" y="45011"/>
                    <a:pt x="266640" y="61329"/>
                  </a:cubicBezTo>
                  <a:cubicBezTo>
                    <a:pt x="81704" y="93964"/>
                    <a:pt x="114" y="308817"/>
                    <a:pt x="103461" y="458398"/>
                  </a:cubicBezTo>
                  <a:cubicBezTo>
                    <a:pt x="253042" y="670531"/>
                    <a:pt x="584840" y="635176"/>
                    <a:pt x="756179" y="485595"/>
                  </a:cubicBezTo>
                  <a:cubicBezTo>
                    <a:pt x="813292" y="442080"/>
                    <a:pt x="862246" y="390407"/>
                    <a:pt x="903041" y="33057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>
                <a:ln>
                  <a:noFill/>
                </a:ln>
                <a:solidFill>
                  <a:srgbClr val="666666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56" name="Freeform: Shape 12">
              <a:extLst>
                <a:ext uri="{FF2B5EF4-FFF2-40B4-BE49-F238E27FC236}">
                  <a16:creationId xmlns:a16="http://schemas.microsoft.com/office/drawing/2014/main" id="{0862EF4E-AAAE-9E46-892B-0130ABBFA63D}"/>
                </a:ext>
              </a:extLst>
            </p:cNvPr>
            <p:cNvSpPr/>
            <p:nvPr/>
          </p:nvSpPr>
          <p:spPr>
            <a:xfrm>
              <a:off x="9151831" y="2872694"/>
              <a:ext cx="951880" cy="652717"/>
            </a:xfrm>
            <a:custGeom>
              <a:avLst/>
              <a:gdLst>
                <a:gd name="connsiteX0" fmla="*/ 58178 w 951880"/>
                <a:gd name="connsiteY0" fmla="*/ 330574 h 652717"/>
                <a:gd name="connsiteX1" fmla="*/ 180563 w 951880"/>
                <a:gd name="connsiteY1" fmla="*/ 379528 h 652717"/>
                <a:gd name="connsiteX2" fmla="*/ 362780 w 951880"/>
                <a:gd name="connsiteY2" fmla="*/ 311537 h 652717"/>
                <a:gd name="connsiteX3" fmla="*/ 455249 w 951880"/>
                <a:gd name="connsiteY3" fmla="*/ 164675 h 652717"/>
                <a:gd name="connsiteX4" fmla="*/ 694578 w 951880"/>
                <a:gd name="connsiteY4" fmla="*/ 61329 h 652717"/>
                <a:gd name="connsiteX5" fmla="*/ 857758 w 951880"/>
                <a:gd name="connsiteY5" fmla="*/ 458398 h 652717"/>
                <a:gd name="connsiteX6" fmla="*/ 205040 w 951880"/>
                <a:gd name="connsiteY6" fmla="*/ 485595 h 652717"/>
                <a:gd name="connsiteX7" fmla="*/ 58178 w 951880"/>
                <a:gd name="connsiteY7" fmla="*/ 330574 h 65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51880" h="652717">
                  <a:moveTo>
                    <a:pt x="58178" y="330574"/>
                  </a:moveTo>
                  <a:cubicBezTo>
                    <a:pt x="96253" y="363210"/>
                    <a:pt x="147927" y="374089"/>
                    <a:pt x="180563" y="379528"/>
                  </a:cubicBezTo>
                  <a:cubicBezTo>
                    <a:pt x="248554" y="387687"/>
                    <a:pt x="319266" y="365930"/>
                    <a:pt x="362780" y="311537"/>
                  </a:cubicBezTo>
                  <a:cubicBezTo>
                    <a:pt x="398136" y="268022"/>
                    <a:pt x="417174" y="210910"/>
                    <a:pt x="455249" y="164675"/>
                  </a:cubicBezTo>
                  <a:cubicBezTo>
                    <a:pt x="512362" y="93964"/>
                    <a:pt x="602110" y="45011"/>
                    <a:pt x="694578" y="61329"/>
                  </a:cubicBezTo>
                  <a:cubicBezTo>
                    <a:pt x="879515" y="93964"/>
                    <a:pt x="961105" y="308817"/>
                    <a:pt x="857758" y="458398"/>
                  </a:cubicBezTo>
                  <a:cubicBezTo>
                    <a:pt x="708176" y="670531"/>
                    <a:pt x="376379" y="635176"/>
                    <a:pt x="205040" y="485595"/>
                  </a:cubicBezTo>
                  <a:cubicBezTo>
                    <a:pt x="150646" y="442080"/>
                    <a:pt x="101693" y="390407"/>
                    <a:pt x="58178" y="33057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>
                <a:ln>
                  <a:noFill/>
                </a:ln>
                <a:solidFill>
                  <a:srgbClr val="666666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57" name="Freeform: Shape 13">
              <a:extLst>
                <a:ext uri="{FF2B5EF4-FFF2-40B4-BE49-F238E27FC236}">
                  <a16:creationId xmlns:a16="http://schemas.microsoft.com/office/drawing/2014/main" id="{DB650945-ECF3-F144-8228-C50FC68990B7}"/>
                </a:ext>
              </a:extLst>
            </p:cNvPr>
            <p:cNvSpPr/>
            <p:nvPr/>
          </p:nvSpPr>
          <p:spPr>
            <a:xfrm>
              <a:off x="8001294" y="2010994"/>
              <a:ext cx="734308" cy="299162"/>
            </a:xfrm>
            <a:custGeom>
              <a:avLst/>
              <a:gdLst>
                <a:gd name="connsiteX0" fmla="*/ 596792 w 734307"/>
                <a:gd name="connsiteY0" fmla="*/ 58178 h 299162"/>
                <a:gd name="connsiteX1" fmla="*/ 148048 w 734307"/>
                <a:gd name="connsiteY1" fmla="*/ 58178 h 299162"/>
                <a:gd name="connsiteX2" fmla="*/ 58299 w 734307"/>
                <a:gd name="connsiteY2" fmla="*/ 150646 h 299162"/>
                <a:gd name="connsiteX3" fmla="*/ 148048 w 734307"/>
                <a:gd name="connsiteY3" fmla="*/ 251274 h 299162"/>
                <a:gd name="connsiteX4" fmla="*/ 596792 w 734307"/>
                <a:gd name="connsiteY4" fmla="*/ 251274 h 299162"/>
                <a:gd name="connsiteX5" fmla="*/ 686541 w 734307"/>
                <a:gd name="connsiteY5" fmla="*/ 158805 h 299162"/>
                <a:gd name="connsiteX6" fmla="*/ 596792 w 734307"/>
                <a:gd name="connsiteY6" fmla="*/ 58178 h 299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4307" h="299162">
                  <a:moveTo>
                    <a:pt x="596792" y="58178"/>
                  </a:moveTo>
                  <a:cubicBezTo>
                    <a:pt x="591353" y="58178"/>
                    <a:pt x="153487" y="58178"/>
                    <a:pt x="148048" y="58178"/>
                  </a:cubicBezTo>
                  <a:cubicBezTo>
                    <a:pt x="99094" y="60898"/>
                    <a:pt x="61019" y="104412"/>
                    <a:pt x="58299" y="150646"/>
                  </a:cubicBezTo>
                  <a:cubicBezTo>
                    <a:pt x="55580" y="199600"/>
                    <a:pt x="99094" y="248554"/>
                    <a:pt x="148048" y="251274"/>
                  </a:cubicBezTo>
                  <a:cubicBezTo>
                    <a:pt x="153487" y="251274"/>
                    <a:pt x="591353" y="251274"/>
                    <a:pt x="596792" y="251274"/>
                  </a:cubicBezTo>
                  <a:cubicBezTo>
                    <a:pt x="645746" y="248554"/>
                    <a:pt x="683821" y="205040"/>
                    <a:pt x="686541" y="158805"/>
                  </a:cubicBezTo>
                  <a:cubicBezTo>
                    <a:pt x="689260" y="109852"/>
                    <a:pt x="648465" y="60898"/>
                    <a:pt x="596792" y="58178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>
                <a:ln>
                  <a:noFill/>
                </a:ln>
                <a:solidFill>
                  <a:srgbClr val="666666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58" name="Freeform: Shape 14">
              <a:extLst>
                <a:ext uri="{FF2B5EF4-FFF2-40B4-BE49-F238E27FC236}">
                  <a16:creationId xmlns:a16="http://schemas.microsoft.com/office/drawing/2014/main" id="{A2065F47-C74F-134D-88DE-B69F81207776}"/>
                </a:ext>
              </a:extLst>
            </p:cNvPr>
            <p:cNvSpPr/>
            <p:nvPr/>
          </p:nvSpPr>
          <p:spPr>
            <a:xfrm>
              <a:off x="4920042" y="2277520"/>
              <a:ext cx="1006274" cy="951879"/>
            </a:xfrm>
            <a:custGeom>
              <a:avLst/>
              <a:gdLst>
                <a:gd name="connsiteX0" fmla="*/ 884954 w 1006273"/>
                <a:gd name="connsiteY0" fmla="*/ 746251 h 951879"/>
                <a:gd name="connsiteX1" fmla="*/ 874076 w 1006273"/>
                <a:gd name="connsiteY1" fmla="*/ 670101 h 951879"/>
                <a:gd name="connsiteX2" fmla="*/ 874076 w 1006273"/>
                <a:gd name="connsiteY2" fmla="*/ 536837 h 951879"/>
                <a:gd name="connsiteX3" fmla="*/ 689139 w 1006273"/>
                <a:gd name="connsiteY3" fmla="*/ 88094 h 951879"/>
                <a:gd name="connsiteX4" fmla="*/ 428052 w 1006273"/>
                <a:gd name="connsiteY4" fmla="*/ 253993 h 951879"/>
                <a:gd name="connsiteX5" fmla="*/ 196881 w 1006273"/>
                <a:gd name="connsiteY5" fmla="*/ 58178 h 951879"/>
                <a:gd name="connsiteX6" fmla="*/ 58178 w 1006273"/>
                <a:gd name="connsiteY6" fmla="*/ 128889 h 951879"/>
                <a:gd name="connsiteX7" fmla="*/ 142488 w 1006273"/>
                <a:gd name="connsiteY7" fmla="*/ 273031 h 951879"/>
                <a:gd name="connsiteX8" fmla="*/ 142488 w 1006273"/>
                <a:gd name="connsiteY8" fmla="*/ 757130 h 951879"/>
                <a:gd name="connsiteX9" fmla="*/ 283910 w 1006273"/>
                <a:gd name="connsiteY9" fmla="*/ 895832 h 951879"/>
                <a:gd name="connsiteX10" fmla="*/ 428052 w 1006273"/>
                <a:gd name="connsiteY10" fmla="*/ 757130 h 951879"/>
                <a:gd name="connsiteX11" fmla="*/ 428052 w 1006273"/>
                <a:gd name="connsiteY11" fmla="*/ 400855 h 951879"/>
                <a:gd name="connsiteX12" fmla="*/ 523240 w 1006273"/>
                <a:gd name="connsiteY12" fmla="*/ 283910 h 951879"/>
                <a:gd name="connsiteX13" fmla="*/ 591231 w 1006273"/>
                <a:gd name="connsiteY13" fmla="*/ 354621 h 951879"/>
                <a:gd name="connsiteX14" fmla="*/ 591231 w 1006273"/>
                <a:gd name="connsiteY14" fmla="*/ 697297 h 951879"/>
                <a:gd name="connsiteX15" fmla="*/ 593951 w 1006273"/>
                <a:gd name="connsiteY15" fmla="*/ 729933 h 951879"/>
                <a:gd name="connsiteX16" fmla="*/ 610269 w 1006273"/>
                <a:gd name="connsiteY16" fmla="*/ 778887 h 951879"/>
                <a:gd name="connsiteX17" fmla="*/ 822402 w 1006273"/>
                <a:gd name="connsiteY17" fmla="*/ 893112 h 951879"/>
                <a:gd name="connsiteX18" fmla="*/ 961105 w 1006273"/>
                <a:gd name="connsiteY18" fmla="*/ 822401 h 951879"/>
                <a:gd name="connsiteX19" fmla="*/ 884954 w 1006273"/>
                <a:gd name="connsiteY19" fmla="*/ 746251 h 951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006273" h="951879">
                  <a:moveTo>
                    <a:pt x="884954" y="746251"/>
                  </a:moveTo>
                  <a:cubicBezTo>
                    <a:pt x="879515" y="721774"/>
                    <a:pt x="876795" y="694578"/>
                    <a:pt x="874076" y="670101"/>
                  </a:cubicBezTo>
                  <a:cubicBezTo>
                    <a:pt x="874076" y="634745"/>
                    <a:pt x="874076" y="583072"/>
                    <a:pt x="874076" y="536837"/>
                  </a:cubicBezTo>
                  <a:cubicBezTo>
                    <a:pt x="879515" y="373658"/>
                    <a:pt x="909431" y="88094"/>
                    <a:pt x="689139" y="88094"/>
                  </a:cubicBezTo>
                  <a:cubicBezTo>
                    <a:pt x="539558" y="88094"/>
                    <a:pt x="452529" y="213199"/>
                    <a:pt x="428052" y="253993"/>
                  </a:cubicBezTo>
                  <a:cubicBezTo>
                    <a:pt x="425332" y="139768"/>
                    <a:pt x="335583" y="58178"/>
                    <a:pt x="196881" y="58178"/>
                  </a:cubicBezTo>
                  <a:cubicBezTo>
                    <a:pt x="109852" y="58178"/>
                    <a:pt x="58178" y="128889"/>
                    <a:pt x="58178" y="128889"/>
                  </a:cubicBezTo>
                  <a:cubicBezTo>
                    <a:pt x="58178" y="128889"/>
                    <a:pt x="142488" y="158805"/>
                    <a:pt x="142488" y="273031"/>
                  </a:cubicBezTo>
                  <a:cubicBezTo>
                    <a:pt x="142488" y="354621"/>
                    <a:pt x="142488" y="757130"/>
                    <a:pt x="142488" y="757130"/>
                  </a:cubicBezTo>
                  <a:cubicBezTo>
                    <a:pt x="145207" y="827841"/>
                    <a:pt x="194161" y="895832"/>
                    <a:pt x="283910" y="895832"/>
                  </a:cubicBezTo>
                  <a:cubicBezTo>
                    <a:pt x="373659" y="895832"/>
                    <a:pt x="428052" y="827841"/>
                    <a:pt x="428052" y="757130"/>
                  </a:cubicBezTo>
                  <a:lnTo>
                    <a:pt x="428052" y="400855"/>
                  </a:lnTo>
                  <a:cubicBezTo>
                    <a:pt x="441650" y="343742"/>
                    <a:pt x="474286" y="283910"/>
                    <a:pt x="523240" y="283910"/>
                  </a:cubicBezTo>
                  <a:cubicBezTo>
                    <a:pt x="585792" y="283910"/>
                    <a:pt x="591231" y="354621"/>
                    <a:pt x="591231" y="354621"/>
                  </a:cubicBezTo>
                  <a:lnTo>
                    <a:pt x="591231" y="697297"/>
                  </a:lnTo>
                  <a:cubicBezTo>
                    <a:pt x="591231" y="708176"/>
                    <a:pt x="593951" y="719054"/>
                    <a:pt x="593951" y="729933"/>
                  </a:cubicBezTo>
                  <a:cubicBezTo>
                    <a:pt x="596671" y="748971"/>
                    <a:pt x="602110" y="765289"/>
                    <a:pt x="610269" y="778887"/>
                  </a:cubicBezTo>
                  <a:cubicBezTo>
                    <a:pt x="645624" y="846878"/>
                    <a:pt x="719055" y="893112"/>
                    <a:pt x="822402" y="893112"/>
                  </a:cubicBezTo>
                  <a:cubicBezTo>
                    <a:pt x="909431" y="893112"/>
                    <a:pt x="961105" y="822401"/>
                    <a:pt x="961105" y="822401"/>
                  </a:cubicBezTo>
                  <a:cubicBezTo>
                    <a:pt x="961105" y="822401"/>
                    <a:pt x="909431" y="808803"/>
                    <a:pt x="884954" y="746251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>
                <a:ln>
                  <a:noFill/>
                </a:ln>
                <a:solidFill>
                  <a:srgbClr val="666666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59" name="Freeform: Shape 15">
              <a:extLst>
                <a:ext uri="{FF2B5EF4-FFF2-40B4-BE49-F238E27FC236}">
                  <a16:creationId xmlns:a16="http://schemas.microsoft.com/office/drawing/2014/main" id="{C0BB73F3-0417-714C-B47B-1670AE989D83}"/>
                </a:ext>
              </a:extLst>
            </p:cNvPr>
            <p:cNvSpPr/>
            <p:nvPr/>
          </p:nvSpPr>
          <p:spPr>
            <a:xfrm>
              <a:off x="7552331" y="1888610"/>
              <a:ext cx="489539" cy="1332631"/>
            </a:xfrm>
            <a:custGeom>
              <a:avLst/>
              <a:gdLst>
                <a:gd name="connsiteX0" fmla="*/ 368560 w 489538"/>
                <a:gd name="connsiteY0" fmla="*/ 1135162 h 1332630"/>
                <a:gd name="connsiteX1" fmla="*/ 357681 w 489538"/>
                <a:gd name="connsiteY1" fmla="*/ 1059011 h 1332630"/>
                <a:gd name="connsiteX2" fmla="*/ 357681 w 489538"/>
                <a:gd name="connsiteY2" fmla="*/ 207759 h 1332630"/>
                <a:gd name="connsiteX3" fmla="*/ 208099 w 489538"/>
                <a:gd name="connsiteY3" fmla="*/ 58178 h 1332630"/>
                <a:gd name="connsiteX4" fmla="*/ 58518 w 489538"/>
                <a:gd name="connsiteY4" fmla="*/ 207759 h 1332630"/>
                <a:gd name="connsiteX5" fmla="*/ 58518 w 489538"/>
                <a:gd name="connsiteY5" fmla="*/ 961104 h 1332630"/>
                <a:gd name="connsiteX6" fmla="*/ 85715 w 489538"/>
                <a:gd name="connsiteY6" fmla="*/ 1159639 h 1332630"/>
                <a:gd name="connsiteX7" fmla="*/ 306007 w 489538"/>
                <a:gd name="connsiteY7" fmla="*/ 1282023 h 1332630"/>
                <a:gd name="connsiteX8" fmla="*/ 444710 w 489538"/>
                <a:gd name="connsiteY8" fmla="*/ 1211312 h 1332630"/>
                <a:gd name="connsiteX9" fmla="*/ 368560 w 489538"/>
                <a:gd name="connsiteY9" fmla="*/ 1135162 h 1332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89538" h="1332630">
                  <a:moveTo>
                    <a:pt x="368560" y="1135162"/>
                  </a:moveTo>
                  <a:cubicBezTo>
                    <a:pt x="363120" y="1110685"/>
                    <a:pt x="357681" y="1083488"/>
                    <a:pt x="357681" y="1059011"/>
                  </a:cubicBezTo>
                  <a:lnTo>
                    <a:pt x="357681" y="207759"/>
                  </a:lnTo>
                  <a:cubicBezTo>
                    <a:pt x="357681" y="126170"/>
                    <a:pt x="289689" y="58178"/>
                    <a:pt x="208099" y="58178"/>
                  </a:cubicBezTo>
                  <a:cubicBezTo>
                    <a:pt x="126510" y="58178"/>
                    <a:pt x="58518" y="126170"/>
                    <a:pt x="58518" y="207759"/>
                  </a:cubicBezTo>
                  <a:lnTo>
                    <a:pt x="58518" y="961104"/>
                  </a:lnTo>
                  <a:cubicBezTo>
                    <a:pt x="58518" y="1029095"/>
                    <a:pt x="53079" y="1097086"/>
                    <a:pt x="85715" y="1159639"/>
                  </a:cubicBezTo>
                  <a:cubicBezTo>
                    <a:pt x="118351" y="1227630"/>
                    <a:pt x="202660" y="1282023"/>
                    <a:pt x="306007" y="1282023"/>
                  </a:cubicBezTo>
                  <a:cubicBezTo>
                    <a:pt x="393036" y="1282023"/>
                    <a:pt x="444710" y="1211312"/>
                    <a:pt x="444710" y="1211312"/>
                  </a:cubicBezTo>
                  <a:cubicBezTo>
                    <a:pt x="444710" y="1211312"/>
                    <a:pt x="393036" y="1197714"/>
                    <a:pt x="368560" y="1135162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>
                <a:ln>
                  <a:noFill/>
                </a:ln>
                <a:solidFill>
                  <a:srgbClr val="666666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60" name="Freeform: Shape 16">
              <a:extLst>
                <a:ext uri="{FF2B5EF4-FFF2-40B4-BE49-F238E27FC236}">
                  <a16:creationId xmlns:a16="http://schemas.microsoft.com/office/drawing/2014/main" id="{B06F9B69-BF53-E54F-BA16-FCE1CBE92786}"/>
                </a:ext>
              </a:extLst>
            </p:cNvPr>
            <p:cNvSpPr/>
            <p:nvPr/>
          </p:nvSpPr>
          <p:spPr>
            <a:xfrm>
              <a:off x="4162324" y="2357456"/>
              <a:ext cx="815899" cy="815898"/>
            </a:xfrm>
            <a:custGeom>
              <a:avLst/>
              <a:gdLst>
                <a:gd name="connsiteX0" fmla="*/ 407949 w 815899"/>
                <a:gd name="connsiteY0" fmla="*/ 174058 h 815898"/>
                <a:gd name="connsiteX1" fmla="*/ 293723 w 815899"/>
                <a:gd name="connsiteY1" fmla="*/ 407950 h 815898"/>
                <a:gd name="connsiteX2" fmla="*/ 410669 w 815899"/>
                <a:gd name="connsiteY2" fmla="*/ 641840 h 815898"/>
                <a:gd name="connsiteX3" fmla="*/ 522175 w 815899"/>
                <a:gd name="connsiteY3" fmla="*/ 407950 h 815898"/>
                <a:gd name="connsiteX4" fmla="*/ 407949 w 815899"/>
                <a:gd name="connsiteY4" fmla="*/ 174058 h 815898"/>
                <a:gd name="connsiteX5" fmla="*/ 407950 w 815899"/>
                <a:gd name="connsiteY5" fmla="*/ 0 h 815898"/>
                <a:gd name="connsiteX6" fmla="*/ 815899 w 815899"/>
                <a:gd name="connsiteY6" fmla="*/ 407949 h 815898"/>
                <a:gd name="connsiteX7" fmla="*/ 407950 w 815899"/>
                <a:gd name="connsiteY7" fmla="*/ 815898 h 815898"/>
                <a:gd name="connsiteX8" fmla="*/ 0 w 815899"/>
                <a:gd name="connsiteY8" fmla="*/ 407949 h 815898"/>
                <a:gd name="connsiteX9" fmla="*/ 407950 w 815899"/>
                <a:gd name="connsiteY9" fmla="*/ 0 h 815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5899" h="815898">
                  <a:moveTo>
                    <a:pt x="407949" y="174058"/>
                  </a:moveTo>
                  <a:cubicBezTo>
                    <a:pt x="342677" y="174058"/>
                    <a:pt x="293723" y="263807"/>
                    <a:pt x="293723" y="407950"/>
                  </a:cubicBezTo>
                  <a:cubicBezTo>
                    <a:pt x="293723" y="552091"/>
                    <a:pt x="331799" y="639120"/>
                    <a:pt x="410669" y="641840"/>
                  </a:cubicBezTo>
                  <a:cubicBezTo>
                    <a:pt x="489539" y="641840"/>
                    <a:pt x="527614" y="552091"/>
                    <a:pt x="522175" y="407950"/>
                  </a:cubicBezTo>
                  <a:cubicBezTo>
                    <a:pt x="522175" y="263807"/>
                    <a:pt x="473221" y="176778"/>
                    <a:pt x="407949" y="174058"/>
                  </a:cubicBezTo>
                  <a:close/>
                  <a:moveTo>
                    <a:pt x="407950" y="0"/>
                  </a:moveTo>
                  <a:cubicBezTo>
                    <a:pt x="633682" y="0"/>
                    <a:pt x="815899" y="182217"/>
                    <a:pt x="815899" y="407949"/>
                  </a:cubicBezTo>
                  <a:cubicBezTo>
                    <a:pt x="815899" y="633681"/>
                    <a:pt x="633682" y="815898"/>
                    <a:pt x="407950" y="815898"/>
                  </a:cubicBezTo>
                  <a:cubicBezTo>
                    <a:pt x="182218" y="815898"/>
                    <a:pt x="0" y="633681"/>
                    <a:pt x="0" y="407949"/>
                  </a:cubicBezTo>
                  <a:cubicBezTo>
                    <a:pt x="0" y="182217"/>
                    <a:pt x="182218" y="0"/>
                    <a:pt x="407950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>
                <a:ln>
                  <a:noFill/>
                </a:ln>
                <a:solidFill>
                  <a:srgbClr val="666666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61" name="Freeform: Shape 17">
              <a:extLst>
                <a:ext uri="{FF2B5EF4-FFF2-40B4-BE49-F238E27FC236}">
                  <a16:creationId xmlns:a16="http://schemas.microsoft.com/office/drawing/2014/main" id="{1C28C6BA-E14A-6046-B20B-0E16D246A43D}"/>
                </a:ext>
              </a:extLst>
            </p:cNvPr>
            <p:cNvSpPr/>
            <p:nvPr/>
          </p:nvSpPr>
          <p:spPr>
            <a:xfrm>
              <a:off x="5884871" y="1946788"/>
              <a:ext cx="912802" cy="1223846"/>
            </a:xfrm>
            <a:custGeom>
              <a:avLst/>
              <a:gdLst>
                <a:gd name="connsiteX0" fmla="*/ 387907 w 912802"/>
                <a:gd name="connsiteY0" fmla="*/ 620081 h 1223846"/>
                <a:gd name="connsiteX1" fmla="*/ 273681 w 912802"/>
                <a:gd name="connsiteY1" fmla="*/ 824055 h 1223846"/>
                <a:gd name="connsiteX2" fmla="*/ 390627 w 912802"/>
                <a:gd name="connsiteY2" fmla="*/ 1028029 h 1223846"/>
                <a:gd name="connsiteX3" fmla="*/ 502132 w 912802"/>
                <a:gd name="connsiteY3" fmla="*/ 824055 h 1223846"/>
                <a:gd name="connsiteX4" fmla="*/ 387907 w 912802"/>
                <a:gd name="connsiteY4" fmla="*/ 620081 h 1223846"/>
                <a:gd name="connsiteX5" fmla="*/ 676192 w 912802"/>
                <a:gd name="connsiteY5" fmla="*/ 0 h 1223846"/>
                <a:gd name="connsiteX6" fmla="*/ 825773 w 912802"/>
                <a:gd name="connsiteY6" fmla="*/ 149581 h 1223846"/>
                <a:gd name="connsiteX7" fmla="*/ 825773 w 912802"/>
                <a:gd name="connsiteY7" fmla="*/ 1000834 h 1223846"/>
                <a:gd name="connsiteX8" fmla="*/ 836651 w 912802"/>
                <a:gd name="connsiteY8" fmla="*/ 1076985 h 1223846"/>
                <a:gd name="connsiteX9" fmla="*/ 912802 w 912802"/>
                <a:gd name="connsiteY9" fmla="*/ 1150415 h 1223846"/>
                <a:gd name="connsiteX10" fmla="*/ 774099 w 912802"/>
                <a:gd name="connsiteY10" fmla="*/ 1221126 h 1223846"/>
                <a:gd name="connsiteX11" fmla="*/ 553807 w 912802"/>
                <a:gd name="connsiteY11" fmla="*/ 1098742 h 1223846"/>
                <a:gd name="connsiteX12" fmla="*/ 548367 w 912802"/>
                <a:gd name="connsiteY12" fmla="*/ 1085144 h 1223846"/>
                <a:gd name="connsiteX13" fmla="*/ 398786 w 912802"/>
                <a:gd name="connsiteY13" fmla="*/ 1212967 h 1223846"/>
                <a:gd name="connsiteX14" fmla="*/ 156736 w 912802"/>
                <a:gd name="connsiteY14" fmla="*/ 1180332 h 1223846"/>
                <a:gd name="connsiteX15" fmla="*/ 287280 w 912802"/>
                <a:gd name="connsiteY15" fmla="*/ 416107 h 1223846"/>
                <a:gd name="connsiteX16" fmla="*/ 526611 w 912802"/>
                <a:gd name="connsiteY16" fmla="*/ 552091 h 1223846"/>
                <a:gd name="connsiteX17" fmla="*/ 526611 w 912802"/>
                <a:gd name="connsiteY17" fmla="*/ 149581 h 1223846"/>
                <a:gd name="connsiteX18" fmla="*/ 676192 w 912802"/>
                <a:gd name="connsiteY18" fmla="*/ 0 h 1223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12802" h="1223846">
                  <a:moveTo>
                    <a:pt x="387907" y="620081"/>
                  </a:moveTo>
                  <a:cubicBezTo>
                    <a:pt x="322635" y="620081"/>
                    <a:pt x="273681" y="698951"/>
                    <a:pt x="273681" y="824055"/>
                  </a:cubicBezTo>
                  <a:cubicBezTo>
                    <a:pt x="273681" y="949160"/>
                    <a:pt x="311756" y="1028029"/>
                    <a:pt x="390627" y="1028029"/>
                  </a:cubicBezTo>
                  <a:cubicBezTo>
                    <a:pt x="466777" y="1025310"/>
                    <a:pt x="504852" y="949160"/>
                    <a:pt x="502132" y="824055"/>
                  </a:cubicBezTo>
                  <a:cubicBezTo>
                    <a:pt x="502132" y="698951"/>
                    <a:pt x="455898" y="622801"/>
                    <a:pt x="387907" y="620081"/>
                  </a:cubicBezTo>
                  <a:close/>
                  <a:moveTo>
                    <a:pt x="676192" y="0"/>
                  </a:moveTo>
                  <a:cubicBezTo>
                    <a:pt x="757781" y="0"/>
                    <a:pt x="825773" y="67992"/>
                    <a:pt x="825773" y="149581"/>
                  </a:cubicBezTo>
                  <a:lnTo>
                    <a:pt x="825773" y="1000834"/>
                  </a:lnTo>
                  <a:cubicBezTo>
                    <a:pt x="828492" y="1025311"/>
                    <a:pt x="831212" y="1052508"/>
                    <a:pt x="836651" y="1076985"/>
                  </a:cubicBezTo>
                  <a:cubicBezTo>
                    <a:pt x="861128" y="1139537"/>
                    <a:pt x="912802" y="1150415"/>
                    <a:pt x="912802" y="1150415"/>
                  </a:cubicBezTo>
                  <a:cubicBezTo>
                    <a:pt x="912802" y="1150415"/>
                    <a:pt x="861128" y="1221126"/>
                    <a:pt x="774099" y="1221126"/>
                  </a:cubicBezTo>
                  <a:cubicBezTo>
                    <a:pt x="670752" y="1221126"/>
                    <a:pt x="589162" y="1166733"/>
                    <a:pt x="553807" y="1098742"/>
                  </a:cubicBezTo>
                  <a:cubicBezTo>
                    <a:pt x="551087" y="1093303"/>
                    <a:pt x="551087" y="1090583"/>
                    <a:pt x="548367" y="1085144"/>
                  </a:cubicBezTo>
                  <a:cubicBezTo>
                    <a:pt x="534769" y="1147696"/>
                    <a:pt x="450460" y="1199369"/>
                    <a:pt x="398786" y="1212967"/>
                  </a:cubicBezTo>
                  <a:cubicBezTo>
                    <a:pt x="322636" y="1234725"/>
                    <a:pt x="222008" y="1223846"/>
                    <a:pt x="156736" y="1180332"/>
                  </a:cubicBezTo>
                  <a:cubicBezTo>
                    <a:pt x="-79874" y="1028031"/>
                    <a:pt x="-58117" y="416107"/>
                    <a:pt x="287280" y="416107"/>
                  </a:cubicBezTo>
                  <a:cubicBezTo>
                    <a:pt x="412385" y="416107"/>
                    <a:pt x="491255" y="503137"/>
                    <a:pt x="526611" y="552091"/>
                  </a:cubicBezTo>
                  <a:lnTo>
                    <a:pt x="526611" y="149581"/>
                  </a:lnTo>
                  <a:cubicBezTo>
                    <a:pt x="526611" y="67992"/>
                    <a:pt x="594602" y="0"/>
                    <a:pt x="676192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>
                <a:ln>
                  <a:noFill/>
                </a:ln>
                <a:solidFill>
                  <a:srgbClr val="666666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62" name="Freeform: Shape 18">
              <a:extLst>
                <a:ext uri="{FF2B5EF4-FFF2-40B4-BE49-F238E27FC236}">
                  <a16:creationId xmlns:a16="http://schemas.microsoft.com/office/drawing/2014/main" id="{42E78A5D-7348-8746-9262-C508A60B69D7}"/>
                </a:ext>
              </a:extLst>
            </p:cNvPr>
            <p:cNvSpPr/>
            <p:nvPr/>
          </p:nvSpPr>
          <p:spPr>
            <a:xfrm>
              <a:off x="6789513" y="2362895"/>
              <a:ext cx="747906" cy="810458"/>
            </a:xfrm>
            <a:custGeom>
              <a:avLst/>
              <a:gdLst>
                <a:gd name="connsiteX0" fmla="*/ 394818 w 747906"/>
                <a:gd name="connsiteY0" fmla="*/ 163222 h 810458"/>
                <a:gd name="connsiteX1" fmla="*/ 356275 w 747906"/>
                <a:gd name="connsiteY1" fmla="*/ 174058 h 810458"/>
                <a:gd name="connsiteX2" fmla="*/ 274685 w 747906"/>
                <a:gd name="connsiteY2" fmla="*/ 356275 h 810458"/>
                <a:gd name="connsiteX3" fmla="*/ 375313 w 747906"/>
                <a:gd name="connsiteY3" fmla="*/ 358994 h 810458"/>
                <a:gd name="connsiteX4" fmla="*/ 473220 w 747906"/>
                <a:gd name="connsiteY4" fmla="*/ 239329 h 810458"/>
                <a:gd name="connsiteX5" fmla="*/ 394818 w 747906"/>
                <a:gd name="connsiteY5" fmla="*/ 163222 h 810458"/>
                <a:gd name="connsiteX6" fmla="*/ 386192 w 747906"/>
                <a:gd name="connsiteY6" fmla="*/ 0 h 810458"/>
                <a:gd name="connsiteX7" fmla="*/ 747906 w 747906"/>
                <a:gd name="connsiteY7" fmla="*/ 266526 h 810458"/>
                <a:gd name="connsiteX8" fmla="*/ 291004 w 747906"/>
                <a:gd name="connsiteY8" fmla="*/ 484100 h 810458"/>
                <a:gd name="connsiteX9" fmla="*/ 497698 w 747906"/>
                <a:gd name="connsiteY9" fmla="*/ 617363 h 810458"/>
                <a:gd name="connsiteX10" fmla="*/ 712551 w 747906"/>
                <a:gd name="connsiteY10" fmla="*/ 557530 h 810458"/>
                <a:gd name="connsiteX11" fmla="*/ 388912 w 747906"/>
                <a:gd name="connsiteY11" fmla="*/ 810458 h 810458"/>
                <a:gd name="connsiteX12" fmla="*/ 0 w 747906"/>
                <a:gd name="connsiteY12" fmla="*/ 413389 h 810458"/>
                <a:gd name="connsiteX13" fmla="*/ 386192 w 747906"/>
                <a:gd name="connsiteY13" fmla="*/ 0 h 810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47906" h="810458">
                  <a:moveTo>
                    <a:pt x="394818" y="163222"/>
                  </a:moveTo>
                  <a:cubicBezTo>
                    <a:pt x="381772" y="163179"/>
                    <a:pt x="368514" y="166579"/>
                    <a:pt x="356275" y="174058"/>
                  </a:cubicBezTo>
                  <a:cubicBezTo>
                    <a:pt x="299162" y="212133"/>
                    <a:pt x="282844" y="291003"/>
                    <a:pt x="274685" y="356275"/>
                  </a:cubicBezTo>
                  <a:cubicBezTo>
                    <a:pt x="274685" y="364434"/>
                    <a:pt x="369873" y="358994"/>
                    <a:pt x="375313" y="358994"/>
                  </a:cubicBezTo>
                  <a:cubicBezTo>
                    <a:pt x="432425" y="345396"/>
                    <a:pt x="473220" y="301881"/>
                    <a:pt x="473220" y="239329"/>
                  </a:cubicBezTo>
                  <a:cubicBezTo>
                    <a:pt x="471181" y="194455"/>
                    <a:pt x="433956" y="163349"/>
                    <a:pt x="394818" y="163222"/>
                  </a:cubicBezTo>
                  <a:close/>
                  <a:moveTo>
                    <a:pt x="386192" y="0"/>
                  </a:moveTo>
                  <a:cubicBezTo>
                    <a:pt x="519455" y="0"/>
                    <a:pt x="747906" y="65272"/>
                    <a:pt x="747906" y="266526"/>
                  </a:cubicBezTo>
                  <a:cubicBezTo>
                    <a:pt x="747906" y="467782"/>
                    <a:pt x="538493" y="484100"/>
                    <a:pt x="291004" y="484100"/>
                  </a:cubicBezTo>
                  <a:cubicBezTo>
                    <a:pt x="291004" y="484100"/>
                    <a:pt x="326359" y="617363"/>
                    <a:pt x="497698" y="617363"/>
                  </a:cubicBezTo>
                  <a:cubicBezTo>
                    <a:pt x="669036" y="617363"/>
                    <a:pt x="712551" y="557530"/>
                    <a:pt x="712551" y="557530"/>
                  </a:cubicBezTo>
                  <a:cubicBezTo>
                    <a:pt x="712551" y="557530"/>
                    <a:pt x="696233" y="810458"/>
                    <a:pt x="388912" y="810458"/>
                  </a:cubicBezTo>
                  <a:cubicBezTo>
                    <a:pt x="212134" y="810458"/>
                    <a:pt x="0" y="677195"/>
                    <a:pt x="0" y="413389"/>
                  </a:cubicBezTo>
                  <a:cubicBezTo>
                    <a:pt x="0" y="176778"/>
                    <a:pt x="163180" y="0"/>
                    <a:pt x="386192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>
                <a:ln>
                  <a:noFill/>
                </a:ln>
                <a:solidFill>
                  <a:srgbClr val="666666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63" name="Freeform: Shape 19">
              <a:extLst>
                <a:ext uri="{FF2B5EF4-FFF2-40B4-BE49-F238E27FC236}">
                  <a16:creationId xmlns:a16="http://schemas.microsoft.com/office/drawing/2014/main" id="{3D36E4ED-3FF5-8B4C-AA7B-287C888E8F4D}"/>
                </a:ext>
              </a:extLst>
            </p:cNvPr>
            <p:cNvSpPr/>
            <p:nvPr/>
          </p:nvSpPr>
          <p:spPr>
            <a:xfrm>
              <a:off x="7988882" y="2362895"/>
              <a:ext cx="747906" cy="810458"/>
            </a:xfrm>
            <a:custGeom>
              <a:avLst/>
              <a:gdLst>
                <a:gd name="connsiteX0" fmla="*/ 394818 w 747906"/>
                <a:gd name="connsiteY0" fmla="*/ 163222 h 810458"/>
                <a:gd name="connsiteX1" fmla="*/ 356275 w 747906"/>
                <a:gd name="connsiteY1" fmla="*/ 174058 h 810458"/>
                <a:gd name="connsiteX2" fmla="*/ 274685 w 747906"/>
                <a:gd name="connsiteY2" fmla="*/ 356275 h 810458"/>
                <a:gd name="connsiteX3" fmla="*/ 375313 w 747906"/>
                <a:gd name="connsiteY3" fmla="*/ 358994 h 810458"/>
                <a:gd name="connsiteX4" fmla="*/ 473220 w 747906"/>
                <a:gd name="connsiteY4" fmla="*/ 239329 h 810458"/>
                <a:gd name="connsiteX5" fmla="*/ 394818 w 747906"/>
                <a:gd name="connsiteY5" fmla="*/ 163222 h 810458"/>
                <a:gd name="connsiteX6" fmla="*/ 386192 w 747906"/>
                <a:gd name="connsiteY6" fmla="*/ 0 h 810458"/>
                <a:gd name="connsiteX7" fmla="*/ 747906 w 747906"/>
                <a:gd name="connsiteY7" fmla="*/ 266526 h 810458"/>
                <a:gd name="connsiteX8" fmla="*/ 291004 w 747906"/>
                <a:gd name="connsiteY8" fmla="*/ 484100 h 810458"/>
                <a:gd name="connsiteX9" fmla="*/ 497697 w 747906"/>
                <a:gd name="connsiteY9" fmla="*/ 617363 h 810458"/>
                <a:gd name="connsiteX10" fmla="*/ 712551 w 747906"/>
                <a:gd name="connsiteY10" fmla="*/ 557530 h 810458"/>
                <a:gd name="connsiteX11" fmla="*/ 388911 w 747906"/>
                <a:gd name="connsiteY11" fmla="*/ 810458 h 810458"/>
                <a:gd name="connsiteX12" fmla="*/ 0 w 747906"/>
                <a:gd name="connsiteY12" fmla="*/ 413389 h 810458"/>
                <a:gd name="connsiteX13" fmla="*/ 386192 w 747906"/>
                <a:gd name="connsiteY13" fmla="*/ 0 h 810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47906" h="810458">
                  <a:moveTo>
                    <a:pt x="394818" y="163222"/>
                  </a:moveTo>
                  <a:cubicBezTo>
                    <a:pt x="381772" y="163179"/>
                    <a:pt x="368514" y="166579"/>
                    <a:pt x="356275" y="174058"/>
                  </a:cubicBezTo>
                  <a:cubicBezTo>
                    <a:pt x="299162" y="212133"/>
                    <a:pt x="282844" y="291003"/>
                    <a:pt x="274685" y="356275"/>
                  </a:cubicBezTo>
                  <a:cubicBezTo>
                    <a:pt x="274685" y="364434"/>
                    <a:pt x="369873" y="358994"/>
                    <a:pt x="375313" y="358994"/>
                  </a:cubicBezTo>
                  <a:cubicBezTo>
                    <a:pt x="432426" y="345396"/>
                    <a:pt x="473220" y="301881"/>
                    <a:pt x="473220" y="239329"/>
                  </a:cubicBezTo>
                  <a:cubicBezTo>
                    <a:pt x="471181" y="194455"/>
                    <a:pt x="433955" y="163349"/>
                    <a:pt x="394818" y="163222"/>
                  </a:cubicBezTo>
                  <a:close/>
                  <a:moveTo>
                    <a:pt x="386192" y="0"/>
                  </a:moveTo>
                  <a:cubicBezTo>
                    <a:pt x="519455" y="0"/>
                    <a:pt x="747906" y="65272"/>
                    <a:pt x="747906" y="266526"/>
                  </a:cubicBezTo>
                  <a:cubicBezTo>
                    <a:pt x="747906" y="467782"/>
                    <a:pt x="538492" y="484100"/>
                    <a:pt x="291004" y="484100"/>
                  </a:cubicBezTo>
                  <a:cubicBezTo>
                    <a:pt x="291004" y="484100"/>
                    <a:pt x="326359" y="617363"/>
                    <a:pt x="497697" y="617363"/>
                  </a:cubicBezTo>
                  <a:cubicBezTo>
                    <a:pt x="669036" y="617363"/>
                    <a:pt x="712551" y="557530"/>
                    <a:pt x="712551" y="557530"/>
                  </a:cubicBezTo>
                  <a:cubicBezTo>
                    <a:pt x="712551" y="557530"/>
                    <a:pt x="696233" y="810458"/>
                    <a:pt x="388911" y="810458"/>
                  </a:cubicBezTo>
                  <a:cubicBezTo>
                    <a:pt x="212133" y="810458"/>
                    <a:pt x="0" y="677195"/>
                    <a:pt x="0" y="413389"/>
                  </a:cubicBezTo>
                  <a:cubicBezTo>
                    <a:pt x="0" y="176778"/>
                    <a:pt x="163180" y="0"/>
                    <a:pt x="386192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>
                <a:ln>
                  <a:noFill/>
                </a:ln>
                <a:solidFill>
                  <a:srgbClr val="666666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64" name="Freeform: Shape 20">
              <a:extLst>
                <a:ext uri="{FF2B5EF4-FFF2-40B4-BE49-F238E27FC236}">
                  <a16:creationId xmlns:a16="http://schemas.microsoft.com/office/drawing/2014/main" id="{6BC1EAB5-5604-6147-8804-21E2A6EF4FBC}"/>
                </a:ext>
              </a:extLst>
            </p:cNvPr>
            <p:cNvSpPr/>
            <p:nvPr/>
          </p:nvSpPr>
          <p:spPr>
            <a:xfrm>
              <a:off x="8683414" y="2274801"/>
              <a:ext cx="897487" cy="951879"/>
            </a:xfrm>
            <a:custGeom>
              <a:avLst/>
              <a:gdLst>
                <a:gd name="connsiteX0" fmla="*/ 580988 w 897487"/>
                <a:gd name="connsiteY0" fmla="*/ 667381 h 951879"/>
                <a:gd name="connsiteX1" fmla="*/ 409649 w 897487"/>
                <a:gd name="connsiteY1" fmla="*/ 667381 h 951879"/>
                <a:gd name="connsiteX2" fmla="*/ 591866 w 897487"/>
                <a:gd name="connsiteY2" fmla="*/ 525959 h 951879"/>
                <a:gd name="connsiteX3" fmla="*/ 842075 w 897487"/>
                <a:gd name="connsiteY3" fmla="*/ 123450 h 951879"/>
                <a:gd name="connsiteX4" fmla="*/ 842075 w 897487"/>
                <a:gd name="connsiteY4" fmla="*/ 123450 h 951879"/>
                <a:gd name="connsiteX5" fmla="*/ 798560 w 897487"/>
                <a:gd name="connsiteY5" fmla="*/ 58178 h 951879"/>
                <a:gd name="connsiteX6" fmla="*/ 746887 w 897487"/>
                <a:gd name="connsiteY6" fmla="*/ 107132 h 951879"/>
                <a:gd name="connsiteX7" fmla="*/ 697933 w 897487"/>
                <a:gd name="connsiteY7" fmla="*/ 115291 h 951879"/>
                <a:gd name="connsiteX8" fmla="*/ 219273 w 897487"/>
                <a:gd name="connsiteY8" fmla="*/ 115291 h 951879"/>
                <a:gd name="connsiteX9" fmla="*/ 102328 w 897487"/>
                <a:gd name="connsiteY9" fmla="*/ 224077 h 951879"/>
                <a:gd name="connsiteX10" fmla="*/ 213834 w 897487"/>
                <a:gd name="connsiteY10" fmla="*/ 332863 h 951879"/>
                <a:gd name="connsiteX11" fmla="*/ 485800 w 897487"/>
                <a:gd name="connsiteY11" fmla="*/ 335583 h 951879"/>
                <a:gd name="connsiteX12" fmla="*/ 134964 w 897487"/>
                <a:gd name="connsiteY12" fmla="*/ 615708 h 951879"/>
                <a:gd name="connsiteX13" fmla="*/ 61533 w 897487"/>
                <a:gd name="connsiteY13" fmla="*/ 884953 h 951879"/>
                <a:gd name="connsiteX14" fmla="*/ 398771 w 897487"/>
                <a:gd name="connsiteY14" fmla="*/ 806083 h 951879"/>
                <a:gd name="connsiteX15" fmla="*/ 529314 w 897487"/>
                <a:gd name="connsiteY15" fmla="*/ 863196 h 951879"/>
                <a:gd name="connsiteX16" fmla="*/ 782242 w 897487"/>
                <a:gd name="connsiteY16" fmla="*/ 607549 h 951879"/>
                <a:gd name="connsiteX17" fmla="*/ 580988 w 897487"/>
                <a:gd name="connsiteY17" fmla="*/ 667381 h 951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97487" h="951879">
                  <a:moveTo>
                    <a:pt x="580988" y="667381"/>
                  </a:moveTo>
                  <a:lnTo>
                    <a:pt x="409649" y="667381"/>
                  </a:lnTo>
                  <a:cubicBezTo>
                    <a:pt x="423248" y="667381"/>
                    <a:pt x="548352" y="561314"/>
                    <a:pt x="591866" y="525959"/>
                  </a:cubicBezTo>
                  <a:cubicBezTo>
                    <a:pt x="700653" y="433491"/>
                    <a:pt x="899188" y="297508"/>
                    <a:pt x="842075" y="123450"/>
                  </a:cubicBezTo>
                  <a:lnTo>
                    <a:pt x="842075" y="123450"/>
                  </a:lnTo>
                  <a:cubicBezTo>
                    <a:pt x="831197" y="82655"/>
                    <a:pt x="798560" y="58178"/>
                    <a:pt x="798560" y="58178"/>
                  </a:cubicBezTo>
                  <a:cubicBezTo>
                    <a:pt x="798560" y="58178"/>
                    <a:pt x="787682" y="90814"/>
                    <a:pt x="746887" y="107132"/>
                  </a:cubicBezTo>
                  <a:cubicBezTo>
                    <a:pt x="730569" y="109852"/>
                    <a:pt x="714251" y="115291"/>
                    <a:pt x="697933" y="115291"/>
                  </a:cubicBezTo>
                  <a:cubicBezTo>
                    <a:pt x="684334" y="115291"/>
                    <a:pt x="219273" y="115291"/>
                    <a:pt x="219273" y="115291"/>
                  </a:cubicBezTo>
                  <a:cubicBezTo>
                    <a:pt x="156721" y="115291"/>
                    <a:pt x="105048" y="166964"/>
                    <a:pt x="102328" y="224077"/>
                  </a:cubicBezTo>
                  <a:cubicBezTo>
                    <a:pt x="102328" y="283910"/>
                    <a:pt x="151282" y="332863"/>
                    <a:pt x="213834" y="332863"/>
                  </a:cubicBezTo>
                  <a:lnTo>
                    <a:pt x="485800" y="335583"/>
                  </a:lnTo>
                  <a:cubicBezTo>
                    <a:pt x="360695" y="406294"/>
                    <a:pt x="211114" y="487884"/>
                    <a:pt x="134964" y="615708"/>
                  </a:cubicBezTo>
                  <a:cubicBezTo>
                    <a:pt x="91449" y="689138"/>
                    <a:pt x="45215" y="800644"/>
                    <a:pt x="61533" y="884953"/>
                  </a:cubicBezTo>
                  <a:cubicBezTo>
                    <a:pt x="121366" y="830560"/>
                    <a:pt x="279106" y="778887"/>
                    <a:pt x="398771" y="806083"/>
                  </a:cubicBezTo>
                  <a:cubicBezTo>
                    <a:pt x="445005" y="814242"/>
                    <a:pt x="491239" y="838719"/>
                    <a:pt x="529314" y="863196"/>
                  </a:cubicBezTo>
                  <a:cubicBezTo>
                    <a:pt x="755046" y="1004618"/>
                    <a:pt x="891029" y="727213"/>
                    <a:pt x="782242" y="607549"/>
                  </a:cubicBezTo>
                  <a:cubicBezTo>
                    <a:pt x="784962" y="607549"/>
                    <a:pt x="722410" y="667381"/>
                    <a:pt x="580988" y="667381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>
                <a:ln>
                  <a:noFill/>
                </a:ln>
                <a:solidFill>
                  <a:srgbClr val="666666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65" name="Freeform: Shape 21">
              <a:extLst>
                <a:ext uri="{FF2B5EF4-FFF2-40B4-BE49-F238E27FC236}">
                  <a16:creationId xmlns:a16="http://schemas.microsoft.com/office/drawing/2014/main" id="{CE1B0BE1-F669-5648-B182-F26BAEC00875}"/>
                </a:ext>
              </a:extLst>
            </p:cNvPr>
            <p:cNvSpPr/>
            <p:nvPr/>
          </p:nvSpPr>
          <p:spPr>
            <a:xfrm>
              <a:off x="2624650" y="1948442"/>
              <a:ext cx="1903761" cy="1577400"/>
            </a:xfrm>
            <a:custGeom>
              <a:avLst/>
              <a:gdLst>
                <a:gd name="connsiteX0" fmla="*/ 1559430 w 1903760"/>
                <a:gd name="connsiteY0" fmla="*/ 1165078 h 1577399"/>
                <a:gd name="connsiteX1" fmla="*/ 1369054 w 1903760"/>
                <a:gd name="connsiteY1" fmla="*/ 593950 h 1577399"/>
                <a:gd name="connsiteX2" fmla="*/ 1483279 w 1903760"/>
                <a:gd name="connsiteY2" fmla="*/ 126170 h 1577399"/>
                <a:gd name="connsiteX3" fmla="*/ 1311941 w 1903760"/>
                <a:gd name="connsiteY3" fmla="*/ 58178 h 1577399"/>
                <a:gd name="connsiteX4" fmla="*/ 1078050 w 1903760"/>
                <a:gd name="connsiteY4" fmla="*/ 205040 h 1577399"/>
                <a:gd name="connsiteX5" fmla="*/ 846879 w 1903760"/>
                <a:gd name="connsiteY5" fmla="*/ 523239 h 1577399"/>
                <a:gd name="connsiteX6" fmla="*/ 645624 w 1903760"/>
                <a:gd name="connsiteY6" fmla="*/ 210479 h 1577399"/>
                <a:gd name="connsiteX7" fmla="*/ 455248 w 1903760"/>
                <a:gd name="connsiteY7" fmla="*/ 63617 h 1577399"/>
                <a:gd name="connsiteX8" fmla="*/ 234956 w 1903760"/>
                <a:gd name="connsiteY8" fmla="*/ 137048 h 1577399"/>
                <a:gd name="connsiteX9" fmla="*/ 316546 w 1903760"/>
                <a:gd name="connsiteY9" fmla="*/ 588511 h 1577399"/>
                <a:gd name="connsiteX10" fmla="*/ 58178 w 1903760"/>
                <a:gd name="connsiteY10" fmla="*/ 1072610 h 1577399"/>
                <a:gd name="connsiteX11" fmla="*/ 474286 w 1903760"/>
                <a:gd name="connsiteY11" fmla="*/ 1020936 h 1577399"/>
                <a:gd name="connsiteX12" fmla="*/ 555876 w 1903760"/>
                <a:gd name="connsiteY12" fmla="*/ 572193 h 1577399"/>
                <a:gd name="connsiteX13" fmla="*/ 830561 w 1903760"/>
                <a:gd name="connsiteY13" fmla="*/ 993740 h 1577399"/>
                <a:gd name="connsiteX14" fmla="*/ 1140602 w 1903760"/>
                <a:gd name="connsiteY14" fmla="*/ 574913 h 1577399"/>
                <a:gd name="connsiteX15" fmla="*/ 1567589 w 1903760"/>
                <a:gd name="connsiteY15" fmla="*/ 1526792 h 1577399"/>
                <a:gd name="connsiteX16" fmla="*/ 1866751 w 1903760"/>
                <a:gd name="connsiteY16" fmla="*/ 1322818 h 1577399"/>
                <a:gd name="connsiteX17" fmla="*/ 1559430 w 1903760"/>
                <a:gd name="connsiteY17" fmla="*/ 1165078 h 1577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903760" h="1577399">
                  <a:moveTo>
                    <a:pt x="1559430" y="1165078"/>
                  </a:moveTo>
                  <a:cubicBezTo>
                    <a:pt x="1420727" y="1012777"/>
                    <a:pt x="1377213" y="762569"/>
                    <a:pt x="1369054" y="593950"/>
                  </a:cubicBezTo>
                  <a:cubicBezTo>
                    <a:pt x="1360895" y="449809"/>
                    <a:pt x="1369054" y="199600"/>
                    <a:pt x="1483279" y="126170"/>
                  </a:cubicBezTo>
                  <a:cubicBezTo>
                    <a:pt x="1445204" y="77216"/>
                    <a:pt x="1369054" y="58178"/>
                    <a:pt x="1311941" y="58178"/>
                  </a:cubicBezTo>
                  <a:cubicBezTo>
                    <a:pt x="1184117" y="58178"/>
                    <a:pt x="1121565" y="142488"/>
                    <a:pt x="1078050" y="205040"/>
                  </a:cubicBezTo>
                  <a:cubicBezTo>
                    <a:pt x="1064452" y="224077"/>
                    <a:pt x="846879" y="523239"/>
                    <a:pt x="846879" y="523239"/>
                  </a:cubicBezTo>
                  <a:cubicBezTo>
                    <a:pt x="846879" y="523239"/>
                    <a:pt x="667382" y="243115"/>
                    <a:pt x="645624" y="210479"/>
                  </a:cubicBezTo>
                  <a:cubicBezTo>
                    <a:pt x="615708" y="164245"/>
                    <a:pt x="555876" y="77216"/>
                    <a:pt x="455248" y="63617"/>
                  </a:cubicBezTo>
                  <a:cubicBezTo>
                    <a:pt x="411734" y="58178"/>
                    <a:pt x="297508" y="52739"/>
                    <a:pt x="234956" y="137048"/>
                  </a:cubicBezTo>
                  <a:cubicBezTo>
                    <a:pt x="341023" y="221357"/>
                    <a:pt x="338303" y="438930"/>
                    <a:pt x="316546" y="588511"/>
                  </a:cubicBezTo>
                  <a:cubicBezTo>
                    <a:pt x="248554" y="1031815"/>
                    <a:pt x="58178" y="1072610"/>
                    <a:pt x="58178" y="1072610"/>
                  </a:cubicBezTo>
                  <a:cubicBezTo>
                    <a:pt x="156086" y="1333696"/>
                    <a:pt x="403575" y="1230350"/>
                    <a:pt x="474286" y="1020936"/>
                  </a:cubicBezTo>
                  <a:cubicBezTo>
                    <a:pt x="520520" y="884953"/>
                    <a:pt x="550436" y="713615"/>
                    <a:pt x="555876" y="572193"/>
                  </a:cubicBezTo>
                  <a:lnTo>
                    <a:pt x="830561" y="993740"/>
                  </a:lnTo>
                  <a:cubicBezTo>
                    <a:pt x="830561" y="993740"/>
                    <a:pt x="1140602" y="574913"/>
                    <a:pt x="1140602" y="574913"/>
                  </a:cubicBezTo>
                  <a:cubicBezTo>
                    <a:pt x="1088929" y="1314659"/>
                    <a:pt x="1344577" y="1526792"/>
                    <a:pt x="1567589" y="1526792"/>
                  </a:cubicBezTo>
                  <a:cubicBezTo>
                    <a:pt x="1790601" y="1526792"/>
                    <a:pt x="1866751" y="1322818"/>
                    <a:pt x="1866751" y="1322818"/>
                  </a:cubicBezTo>
                  <a:cubicBezTo>
                    <a:pt x="1744367" y="1314659"/>
                    <a:pt x="1641019" y="1252107"/>
                    <a:pt x="1559430" y="1165078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>
                <a:ln>
                  <a:noFill/>
                </a:ln>
                <a:solidFill>
                  <a:srgbClr val="666666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66" name="Freeform: Shape 22">
              <a:extLst>
                <a:ext uri="{FF2B5EF4-FFF2-40B4-BE49-F238E27FC236}">
                  <a16:creationId xmlns:a16="http://schemas.microsoft.com/office/drawing/2014/main" id="{E8D50920-2409-CA40-A1C9-2B3B0372EADD}"/>
                </a:ext>
              </a:extLst>
            </p:cNvPr>
            <p:cNvSpPr/>
            <p:nvPr/>
          </p:nvSpPr>
          <p:spPr>
            <a:xfrm>
              <a:off x="4792218" y="3234839"/>
              <a:ext cx="271966" cy="652717"/>
            </a:xfrm>
            <a:custGeom>
              <a:avLst/>
              <a:gdLst>
                <a:gd name="connsiteX0" fmla="*/ 88095 w 271965"/>
                <a:gd name="connsiteY0" fmla="*/ 120730 h 652717"/>
                <a:gd name="connsiteX1" fmla="*/ 93534 w 271965"/>
                <a:gd name="connsiteY1" fmla="*/ 153366 h 652717"/>
                <a:gd name="connsiteX2" fmla="*/ 93534 w 271965"/>
                <a:gd name="connsiteY2" fmla="*/ 544997 h 652717"/>
                <a:gd name="connsiteX3" fmla="*/ 156086 w 271965"/>
                <a:gd name="connsiteY3" fmla="*/ 604829 h 652717"/>
                <a:gd name="connsiteX4" fmla="*/ 221358 w 271965"/>
                <a:gd name="connsiteY4" fmla="*/ 544997 h 652717"/>
                <a:gd name="connsiteX5" fmla="*/ 221358 w 271965"/>
                <a:gd name="connsiteY5" fmla="*/ 194161 h 652717"/>
                <a:gd name="connsiteX6" fmla="*/ 210479 w 271965"/>
                <a:gd name="connsiteY6" fmla="*/ 109852 h 652717"/>
                <a:gd name="connsiteX7" fmla="*/ 118011 w 271965"/>
                <a:gd name="connsiteY7" fmla="*/ 58178 h 652717"/>
                <a:gd name="connsiteX8" fmla="*/ 58178 w 271965"/>
                <a:gd name="connsiteY8" fmla="*/ 88094 h 652717"/>
                <a:gd name="connsiteX9" fmla="*/ 88095 w 271965"/>
                <a:gd name="connsiteY9" fmla="*/ 120730 h 65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1965" h="652717">
                  <a:moveTo>
                    <a:pt x="88095" y="120730"/>
                  </a:moveTo>
                  <a:cubicBezTo>
                    <a:pt x="90814" y="131609"/>
                    <a:pt x="90814" y="142487"/>
                    <a:pt x="93534" y="153366"/>
                  </a:cubicBezTo>
                  <a:cubicBezTo>
                    <a:pt x="93534" y="156086"/>
                    <a:pt x="93534" y="542277"/>
                    <a:pt x="93534" y="544997"/>
                  </a:cubicBezTo>
                  <a:cubicBezTo>
                    <a:pt x="93534" y="577632"/>
                    <a:pt x="123450" y="604829"/>
                    <a:pt x="156086" y="604829"/>
                  </a:cubicBezTo>
                  <a:cubicBezTo>
                    <a:pt x="188722" y="607548"/>
                    <a:pt x="221358" y="577632"/>
                    <a:pt x="221358" y="544997"/>
                  </a:cubicBezTo>
                  <a:cubicBezTo>
                    <a:pt x="221358" y="539557"/>
                    <a:pt x="221358" y="194161"/>
                    <a:pt x="221358" y="194161"/>
                  </a:cubicBezTo>
                  <a:cubicBezTo>
                    <a:pt x="221358" y="164245"/>
                    <a:pt x="224078" y="134329"/>
                    <a:pt x="210479" y="109852"/>
                  </a:cubicBezTo>
                  <a:cubicBezTo>
                    <a:pt x="196881" y="79935"/>
                    <a:pt x="158806" y="58178"/>
                    <a:pt x="118011" y="58178"/>
                  </a:cubicBezTo>
                  <a:cubicBezTo>
                    <a:pt x="79936" y="58178"/>
                    <a:pt x="58178" y="88094"/>
                    <a:pt x="58178" y="88094"/>
                  </a:cubicBezTo>
                  <a:cubicBezTo>
                    <a:pt x="58178" y="88094"/>
                    <a:pt x="77216" y="93534"/>
                    <a:pt x="88095" y="120730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>
                <a:ln>
                  <a:noFill/>
                </a:ln>
                <a:solidFill>
                  <a:srgbClr val="666666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67" name="Freeform: Shape 23">
              <a:extLst>
                <a:ext uri="{FF2B5EF4-FFF2-40B4-BE49-F238E27FC236}">
                  <a16:creationId xmlns:a16="http://schemas.microsoft.com/office/drawing/2014/main" id="{F7DA2F2D-8727-E34E-BC1D-4434A3972FC6}"/>
                </a:ext>
              </a:extLst>
            </p:cNvPr>
            <p:cNvSpPr/>
            <p:nvPr/>
          </p:nvSpPr>
          <p:spPr>
            <a:xfrm>
              <a:off x="8751819" y="3234667"/>
              <a:ext cx="271966" cy="652717"/>
            </a:xfrm>
            <a:custGeom>
              <a:avLst/>
              <a:gdLst>
                <a:gd name="connsiteX0" fmla="*/ 191663 w 271965"/>
                <a:gd name="connsiteY0" fmla="*/ 542449 h 652717"/>
                <a:gd name="connsiteX1" fmla="*/ 186224 w 271965"/>
                <a:gd name="connsiteY1" fmla="*/ 509813 h 652717"/>
                <a:gd name="connsiteX2" fmla="*/ 186224 w 271965"/>
                <a:gd name="connsiteY2" fmla="*/ 118183 h 652717"/>
                <a:gd name="connsiteX3" fmla="*/ 123672 w 271965"/>
                <a:gd name="connsiteY3" fmla="*/ 58350 h 652717"/>
                <a:gd name="connsiteX4" fmla="*/ 58400 w 271965"/>
                <a:gd name="connsiteY4" fmla="*/ 118183 h 652717"/>
                <a:gd name="connsiteX5" fmla="*/ 58400 w 271965"/>
                <a:gd name="connsiteY5" fmla="*/ 469018 h 652717"/>
                <a:gd name="connsiteX6" fmla="*/ 69279 w 271965"/>
                <a:gd name="connsiteY6" fmla="*/ 553328 h 652717"/>
                <a:gd name="connsiteX7" fmla="*/ 161747 w 271965"/>
                <a:gd name="connsiteY7" fmla="*/ 605001 h 652717"/>
                <a:gd name="connsiteX8" fmla="*/ 221580 w 271965"/>
                <a:gd name="connsiteY8" fmla="*/ 575085 h 652717"/>
                <a:gd name="connsiteX9" fmla="*/ 191663 w 271965"/>
                <a:gd name="connsiteY9" fmla="*/ 542449 h 65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1965" h="652717">
                  <a:moveTo>
                    <a:pt x="191663" y="542449"/>
                  </a:moveTo>
                  <a:cubicBezTo>
                    <a:pt x="188944" y="531570"/>
                    <a:pt x="186224" y="520692"/>
                    <a:pt x="186224" y="509813"/>
                  </a:cubicBezTo>
                  <a:cubicBezTo>
                    <a:pt x="186224" y="507093"/>
                    <a:pt x="186224" y="120902"/>
                    <a:pt x="186224" y="118183"/>
                  </a:cubicBezTo>
                  <a:cubicBezTo>
                    <a:pt x="186224" y="85547"/>
                    <a:pt x="156308" y="58350"/>
                    <a:pt x="123672" y="58350"/>
                  </a:cubicBezTo>
                  <a:cubicBezTo>
                    <a:pt x="91036" y="55631"/>
                    <a:pt x="58400" y="85547"/>
                    <a:pt x="58400" y="118183"/>
                  </a:cubicBezTo>
                  <a:cubicBezTo>
                    <a:pt x="58400" y="123622"/>
                    <a:pt x="58400" y="469018"/>
                    <a:pt x="58400" y="469018"/>
                  </a:cubicBezTo>
                  <a:cubicBezTo>
                    <a:pt x="58400" y="498934"/>
                    <a:pt x="55680" y="528851"/>
                    <a:pt x="69279" y="553328"/>
                  </a:cubicBezTo>
                  <a:cubicBezTo>
                    <a:pt x="82877" y="583244"/>
                    <a:pt x="120953" y="605001"/>
                    <a:pt x="161747" y="605001"/>
                  </a:cubicBezTo>
                  <a:cubicBezTo>
                    <a:pt x="199822" y="605001"/>
                    <a:pt x="221580" y="575085"/>
                    <a:pt x="221580" y="575085"/>
                  </a:cubicBezTo>
                  <a:cubicBezTo>
                    <a:pt x="221580" y="575085"/>
                    <a:pt x="202542" y="566926"/>
                    <a:pt x="191663" y="542449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>
                <a:ln>
                  <a:noFill/>
                </a:ln>
                <a:solidFill>
                  <a:srgbClr val="666666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68" name="Freeform: Shape 24">
              <a:extLst>
                <a:ext uri="{FF2B5EF4-FFF2-40B4-BE49-F238E27FC236}">
                  <a16:creationId xmlns:a16="http://schemas.microsoft.com/office/drawing/2014/main" id="{57F8323C-3D9B-5B46-974F-308AE5D2D99C}"/>
                </a:ext>
              </a:extLst>
            </p:cNvPr>
            <p:cNvSpPr/>
            <p:nvPr/>
          </p:nvSpPr>
          <p:spPr>
            <a:xfrm>
              <a:off x="6320666" y="3416868"/>
              <a:ext cx="435145" cy="462341"/>
            </a:xfrm>
            <a:custGeom>
              <a:avLst/>
              <a:gdLst>
                <a:gd name="connsiteX0" fmla="*/ 302948 w 435145"/>
                <a:gd name="connsiteY0" fmla="*/ 74684 h 462341"/>
                <a:gd name="connsiteX1" fmla="*/ 186003 w 435145"/>
                <a:gd name="connsiteY1" fmla="*/ 148115 h 462341"/>
                <a:gd name="connsiteX2" fmla="*/ 186003 w 435145"/>
                <a:gd name="connsiteY2" fmla="*/ 148115 h 462341"/>
                <a:gd name="connsiteX3" fmla="*/ 186003 w 435145"/>
                <a:gd name="connsiteY3" fmla="*/ 115479 h 462341"/>
                <a:gd name="connsiteX4" fmla="*/ 123450 w 435145"/>
                <a:gd name="connsiteY4" fmla="*/ 58366 h 462341"/>
                <a:gd name="connsiteX5" fmla="*/ 58178 w 435145"/>
                <a:gd name="connsiteY5" fmla="*/ 115479 h 462341"/>
                <a:gd name="connsiteX6" fmla="*/ 58178 w 435145"/>
                <a:gd name="connsiteY6" fmla="*/ 362967 h 462341"/>
                <a:gd name="connsiteX7" fmla="*/ 120730 w 435145"/>
                <a:gd name="connsiteY7" fmla="*/ 422800 h 462341"/>
                <a:gd name="connsiteX8" fmla="*/ 186003 w 435145"/>
                <a:gd name="connsiteY8" fmla="*/ 362967 h 462341"/>
                <a:gd name="connsiteX9" fmla="*/ 186003 w 435145"/>
                <a:gd name="connsiteY9" fmla="*/ 213386 h 462341"/>
                <a:gd name="connsiteX10" fmla="*/ 186003 w 435145"/>
                <a:gd name="connsiteY10" fmla="*/ 213386 h 462341"/>
                <a:gd name="connsiteX11" fmla="*/ 229517 w 435145"/>
                <a:gd name="connsiteY11" fmla="*/ 161713 h 462341"/>
                <a:gd name="connsiteX12" fmla="*/ 259433 w 435145"/>
                <a:gd name="connsiteY12" fmla="*/ 194349 h 462341"/>
                <a:gd name="connsiteX13" fmla="*/ 259433 w 435145"/>
                <a:gd name="connsiteY13" fmla="*/ 362967 h 462341"/>
                <a:gd name="connsiteX14" fmla="*/ 321985 w 435145"/>
                <a:gd name="connsiteY14" fmla="*/ 422800 h 462341"/>
                <a:gd name="connsiteX15" fmla="*/ 387257 w 435145"/>
                <a:gd name="connsiteY15" fmla="*/ 362967 h 462341"/>
                <a:gd name="connsiteX16" fmla="*/ 387257 w 435145"/>
                <a:gd name="connsiteY16" fmla="*/ 273219 h 462341"/>
                <a:gd name="connsiteX17" fmla="*/ 302948 w 435145"/>
                <a:gd name="connsiteY17" fmla="*/ 74684 h 46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5145" h="462341">
                  <a:moveTo>
                    <a:pt x="302948" y="74684"/>
                  </a:moveTo>
                  <a:cubicBezTo>
                    <a:pt x="234956" y="74684"/>
                    <a:pt x="196881" y="131797"/>
                    <a:pt x="186003" y="148115"/>
                  </a:cubicBezTo>
                  <a:lnTo>
                    <a:pt x="186003" y="148115"/>
                  </a:lnTo>
                  <a:cubicBezTo>
                    <a:pt x="186003" y="129077"/>
                    <a:pt x="186003" y="115479"/>
                    <a:pt x="186003" y="115479"/>
                  </a:cubicBezTo>
                  <a:cubicBezTo>
                    <a:pt x="186003" y="82843"/>
                    <a:pt x="156086" y="58366"/>
                    <a:pt x="123450" y="58366"/>
                  </a:cubicBezTo>
                  <a:cubicBezTo>
                    <a:pt x="90814" y="55646"/>
                    <a:pt x="58178" y="82843"/>
                    <a:pt x="58178" y="115479"/>
                  </a:cubicBezTo>
                  <a:cubicBezTo>
                    <a:pt x="58178" y="120918"/>
                    <a:pt x="58178" y="360248"/>
                    <a:pt x="58178" y="362967"/>
                  </a:cubicBezTo>
                  <a:cubicBezTo>
                    <a:pt x="58178" y="395603"/>
                    <a:pt x="88095" y="422800"/>
                    <a:pt x="120730" y="422800"/>
                  </a:cubicBezTo>
                  <a:cubicBezTo>
                    <a:pt x="153366" y="425519"/>
                    <a:pt x="186003" y="395603"/>
                    <a:pt x="186003" y="362967"/>
                  </a:cubicBezTo>
                  <a:cubicBezTo>
                    <a:pt x="186003" y="360248"/>
                    <a:pt x="186003" y="281378"/>
                    <a:pt x="186003" y="213386"/>
                  </a:cubicBezTo>
                  <a:lnTo>
                    <a:pt x="186003" y="213386"/>
                  </a:lnTo>
                  <a:cubicBezTo>
                    <a:pt x="191442" y="186190"/>
                    <a:pt x="205040" y="161713"/>
                    <a:pt x="229517" y="161713"/>
                  </a:cubicBezTo>
                  <a:cubicBezTo>
                    <a:pt x="259433" y="161713"/>
                    <a:pt x="259433" y="194349"/>
                    <a:pt x="259433" y="194349"/>
                  </a:cubicBezTo>
                  <a:lnTo>
                    <a:pt x="259433" y="362967"/>
                  </a:lnTo>
                  <a:cubicBezTo>
                    <a:pt x="259433" y="395603"/>
                    <a:pt x="289349" y="422800"/>
                    <a:pt x="321985" y="422800"/>
                  </a:cubicBezTo>
                  <a:cubicBezTo>
                    <a:pt x="354621" y="425519"/>
                    <a:pt x="387257" y="395603"/>
                    <a:pt x="387257" y="362967"/>
                  </a:cubicBezTo>
                  <a:lnTo>
                    <a:pt x="387257" y="273219"/>
                  </a:lnTo>
                  <a:cubicBezTo>
                    <a:pt x="387257" y="183470"/>
                    <a:pt x="395416" y="71964"/>
                    <a:pt x="302948" y="7468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>
                <a:ln>
                  <a:noFill/>
                </a:ln>
                <a:solidFill>
                  <a:srgbClr val="666666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69" name="Freeform: Shape 25">
              <a:extLst>
                <a:ext uri="{FF2B5EF4-FFF2-40B4-BE49-F238E27FC236}">
                  <a16:creationId xmlns:a16="http://schemas.microsoft.com/office/drawing/2014/main" id="{598008AB-8CF4-7D40-A578-D0004FA9466F}"/>
                </a:ext>
              </a:extLst>
            </p:cNvPr>
            <p:cNvSpPr/>
            <p:nvPr/>
          </p:nvSpPr>
          <p:spPr>
            <a:xfrm>
              <a:off x="7960620" y="3416868"/>
              <a:ext cx="435145" cy="462341"/>
            </a:xfrm>
            <a:custGeom>
              <a:avLst/>
              <a:gdLst>
                <a:gd name="connsiteX0" fmla="*/ 302948 w 435145"/>
                <a:gd name="connsiteY0" fmla="*/ 74684 h 462341"/>
                <a:gd name="connsiteX1" fmla="*/ 186002 w 435145"/>
                <a:gd name="connsiteY1" fmla="*/ 148115 h 462341"/>
                <a:gd name="connsiteX2" fmla="*/ 186002 w 435145"/>
                <a:gd name="connsiteY2" fmla="*/ 148115 h 462341"/>
                <a:gd name="connsiteX3" fmla="*/ 186002 w 435145"/>
                <a:gd name="connsiteY3" fmla="*/ 115479 h 462341"/>
                <a:gd name="connsiteX4" fmla="*/ 123450 w 435145"/>
                <a:gd name="connsiteY4" fmla="*/ 58366 h 462341"/>
                <a:gd name="connsiteX5" fmla="*/ 58178 w 435145"/>
                <a:gd name="connsiteY5" fmla="*/ 115479 h 462341"/>
                <a:gd name="connsiteX6" fmla="*/ 58178 w 435145"/>
                <a:gd name="connsiteY6" fmla="*/ 362967 h 462341"/>
                <a:gd name="connsiteX7" fmla="*/ 120730 w 435145"/>
                <a:gd name="connsiteY7" fmla="*/ 422800 h 462341"/>
                <a:gd name="connsiteX8" fmla="*/ 186002 w 435145"/>
                <a:gd name="connsiteY8" fmla="*/ 362967 h 462341"/>
                <a:gd name="connsiteX9" fmla="*/ 186002 w 435145"/>
                <a:gd name="connsiteY9" fmla="*/ 213386 h 462341"/>
                <a:gd name="connsiteX10" fmla="*/ 186002 w 435145"/>
                <a:gd name="connsiteY10" fmla="*/ 213386 h 462341"/>
                <a:gd name="connsiteX11" fmla="*/ 229517 w 435145"/>
                <a:gd name="connsiteY11" fmla="*/ 161713 h 462341"/>
                <a:gd name="connsiteX12" fmla="*/ 259433 w 435145"/>
                <a:gd name="connsiteY12" fmla="*/ 194349 h 462341"/>
                <a:gd name="connsiteX13" fmla="*/ 259433 w 435145"/>
                <a:gd name="connsiteY13" fmla="*/ 362967 h 462341"/>
                <a:gd name="connsiteX14" fmla="*/ 321985 w 435145"/>
                <a:gd name="connsiteY14" fmla="*/ 422800 h 462341"/>
                <a:gd name="connsiteX15" fmla="*/ 387257 w 435145"/>
                <a:gd name="connsiteY15" fmla="*/ 362967 h 462341"/>
                <a:gd name="connsiteX16" fmla="*/ 387257 w 435145"/>
                <a:gd name="connsiteY16" fmla="*/ 273219 h 462341"/>
                <a:gd name="connsiteX17" fmla="*/ 302948 w 435145"/>
                <a:gd name="connsiteY17" fmla="*/ 74684 h 46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5145" h="462341">
                  <a:moveTo>
                    <a:pt x="302948" y="74684"/>
                  </a:moveTo>
                  <a:cubicBezTo>
                    <a:pt x="234956" y="74684"/>
                    <a:pt x="196881" y="131797"/>
                    <a:pt x="186002" y="148115"/>
                  </a:cubicBezTo>
                  <a:lnTo>
                    <a:pt x="186002" y="148115"/>
                  </a:lnTo>
                  <a:cubicBezTo>
                    <a:pt x="186002" y="129077"/>
                    <a:pt x="186002" y="115479"/>
                    <a:pt x="186002" y="115479"/>
                  </a:cubicBezTo>
                  <a:cubicBezTo>
                    <a:pt x="186002" y="82843"/>
                    <a:pt x="156086" y="58366"/>
                    <a:pt x="123450" y="58366"/>
                  </a:cubicBezTo>
                  <a:cubicBezTo>
                    <a:pt x="90814" y="55646"/>
                    <a:pt x="58178" y="82843"/>
                    <a:pt x="58178" y="115479"/>
                  </a:cubicBezTo>
                  <a:cubicBezTo>
                    <a:pt x="58178" y="120918"/>
                    <a:pt x="58178" y="360248"/>
                    <a:pt x="58178" y="362967"/>
                  </a:cubicBezTo>
                  <a:cubicBezTo>
                    <a:pt x="58178" y="395603"/>
                    <a:pt x="88095" y="422800"/>
                    <a:pt x="120730" y="422800"/>
                  </a:cubicBezTo>
                  <a:cubicBezTo>
                    <a:pt x="153366" y="425519"/>
                    <a:pt x="186002" y="395603"/>
                    <a:pt x="186002" y="362967"/>
                  </a:cubicBezTo>
                  <a:cubicBezTo>
                    <a:pt x="186002" y="360248"/>
                    <a:pt x="186002" y="281378"/>
                    <a:pt x="186002" y="213386"/>
                  </a:cubicBezTo>
                  <a:lnTo>
                    <a:pt x="186002" y="213386"/>
                  </a:lnTo>
                  <a:cubicBezTo>
                    <a:pt x="191442" y="186190"/>
                    <a:pt x="205040" y="161713"/>
                    <a:pt x="229517" y="161713"/>
                  </a:cubicBezTo>
                  <a:cubicBezTo>
                    <a:pt x="259433" y="161713"/>
                    <a:pt x="259433" y="194349"/>
                    <a:pt x="259433" y="194349"/>
                  </a:cubicBezTo>
                  <a:lnTo>
                    <a:pt x="259433" y="362967"/>
                  </a:lnTo>
                  <a:cubicBezTo>
                    <a:pt x="259433" y="395603"/>
                    <a:pt x="289349" y="422800"/>
                    <a:pt x="321985" y="422800"/>
                  </a:cubicBezTo>
                  <a:cubicBezTo>
                    <a:pt x="354621" y="425519"/>
                    <a:pt x="387257" y="395603"/>
                    <a:pt x="387257" y="362967"/>
                  </a:cubicBezTo>
                  <a:lnTo>
                    <a:pt x="387257" y="273219"/>
                  </a:lnTo>
                  <a:cubicBezTo>
                    <a:pt x="384537" y="183470"/>
                    <a:pt x="395416" y="71964"/>
                    <a:pt x="302948" y="7468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>
                <a:ln>
                  <a:noFill/>
                </a:ln>
                <a:solidFill>
                  <a:srgbClr val="666666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70" name="Freeform: Shape 26">
              <a:extLst>
                <a:ext uri="{FF2B5EF4-FFF2-40B4-BE49-F238E27FC236}">
                  <a16:creationId xmlns:a16="http://schemas.microsoft.com/office/drawing/2014/main" id="{97CC4485-B979-0945-B16F-9E21A72E35D7}"/>
                </a:ext>
              </a:extLst>
            </p:cNvPr>
            <p:cNvSpPr/>
            <p:nvPr/>
          </p:nvSpPr>
          <p:spPr>
            <a:xfrm>
              <a:off x="5020669" y="3416868"/>
              <a:ext cx="435145" cy="462341"/>
            </a:xfrm>
            <a:custGeom>
              <a:avLst/>
              <a:gdLst>
                <a:gd name="connsiteX0" fmla="*/ 302948 w 435145"/>
                <a:gd name="connsiteY0" fmla="*/ 74684 h 462341"/>
                <a:gd name="connsiteX1" fmla="*/ 186002 w 435145"/>
                <a:gd name="connsiteY1" fmla="*/ 148115 h 462341"/>
                <a:gd name="connsiteX2" fmla="*/ 186002 w 435145"/>
                <a:gd name="connsiteY2" fmla="*/ 148115 h 462341"/>
                <a:gd name="connsiteX3" fmla="*/ 186002 w 435145"/>
                <a:gd name="connsiteY3" fmla="*/ 115479 h 462341"/>
                <a:gd name="connsiteX4" fmla="*/ 123450 w 435145"/>
                <a:gd name="connsiteY4" fmla="*/ 58366 h 462341"/>
                <a:gd name="connsiteX5" fmla="*/ 58178 w 435145"/>
                <a:gd name="connsiteY5" fmla="*/ 115479 h 462341"/>
                <a:gd name="connsiteX6" fmla="*/ 58178 w 435145"/>
                <a:gd name="connsiteY6" fmla="*/ 362967 h 462341"/>
                <a:gd name="connsiteX7" fmla="*/ 120730 w 435145"/>
                <a:gd name="connsiteY7" fmla="*/ 422800 h 462341"/>
                <a:gd name="connsiteX8" fmla="*/ 186002 w 435145"/>
                <a:gd name="connsiteY8" fmla="*/ 362967 h 462341"/>
                <a:gd name="connsiteX9" fmla="*/ 186002 w 435145"/>
                <a:gd name="connsiteY9" fmla="*/ 213386 h 462341"/>
                <a:gd name="connsiteX10" fmla="*/ 186002 w 435145"/>
                <a:gd name="connsiteY10" fmla="*/ 213386 h 462341"/>
                <a:gd name="connsiteX11" fmla="*/ 229517 w 435145"/>
                <a:gd name="connsiteY11" fmla="*/ 161713 h 462341"/>
                <a:gd name="connsiteX12" fmla="*/ 259433 w 435145"/>
                <a:gd name="connsiteY12" fmla="*/ 194349 h 462341"/>
                <a:gd name="connsiteX13" fmla="*/ 259433 w 435145"/>
                <a:gd name="connsiteY13" fmla="*/ 362967 h 462341"/>
                <a:gd name="connsiteX14" fmla="*/ 321985 w 435145"/>
                <a:gd name="connsiteY14" fmla="*/ 422800 h 462341"/>
                <a:gd name="connsiteX15" fmla="*/ 387257 w 435145"/>
                <a:gd name="connsiteY15" fmla="*/ 362967 h 462341"/>
                <a:gd name="connsiteX16" fmla="*/ 387257 w 435145"/>
                <a:gd name="connsiteY16" fmla="*/ 273219 h 462341"/>
                <a:gd name="connsiteX17" fmla="*/ 302948 w 435145"/>
                <a:gd name="connsiteY17" fmla="*/ 74684 h 46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5145" h="462341">
                  <a:moveTo>
                    <a:pt x="302948" y="74684"/>
                  </a:moveTo>
                  <a:cubicBezTo>
                    <a:pt x="234956" y="74684"/>
                    <a:pt x="196881" y="131797"/>
                    <a:pt x="186002" y="148115"/>
                  </a:cubicBezTo>
                  <a:lnTo>
                    <a:pt x="186002" y="148115"/>
                  </a:lnTo>
                  <a:cubicBezTo>
                    <a:pt x="186002" y="129077"/>
                    <a:pt x="186002" y="115479"/>
                    <a:pt x="186002" y="115479"/>
                  </a:cubicBezTo>
                  <a:cubicBezTo>
                    <a:pt x="186002" y="82843"/>
                    <a:pt x="156086" y="58366"/>
                    <a:pt x="123450" y="58366"/>
                  </a:cubicBezTo>
                  <a:cubicBezTo>
                    <a:pt x="90814" y="55646"/>
                    <a:pt x="58178" y="82843"/>
                    <a:pt x="58178" y="115479"/>
                  </a:cubicBezTo>
                  <a:cubicBezTo>
                    <a:pt x="58178" y="120918"/>
                    <a:pt x="58178" y="360248"/>
                    <a:pt x="58178" y="362967"/>
                  </a:cubicBezTo>
                  <a:cubicBezTo>
                    <a:pt x="58178" y="395603"/>
                    <a:pt x="88094" y="422800"/>
                    <a:pt x="120730" y="422800"/>
                  </a:cubicBezTo>
                  <a:cubicBezTo>
                    <a:pt x="153366" y="425519"/>
                    <a:pt x="186002" y="395603"/>
                    <a:pt x="186002" y="362967"/>
                  </a:cubicBezTo>
                  <a:cubicBezTo>
                    <a:pt x="186002" y="360248"/>
                    <a:pt x="186002" y="281378"/>
                    <a:pt x="186002" y="213386"/>
                  </a:cubicBezTo>
                  <a:lnTo>
                    <a:pt x="186002" y="213386"/>
                  </a:lnTo>
                  <a:cubicBezTo>
                    <a:pt x="191442" y="186190"/>
                    <a:pt x="205040" y="161713"/>
                    <a:pt x="229517" y="161713"/>
                  </a:cubicBezTo>
                  <a:cubicBezTo>
                    <a:pt x="259433" y="161713"/>
                    <a:pt x="259433" y="194349"/>
                    <a:pt x="259433" y="194349"/>
                  </a:cubicBezTo>
                  <a:lnTo>
                    <a:pt x="259433" y="362967"/>
                  </a:lnTo>
                  <a:cubicBezTo>
                    <a:pt x="259433" y="395603"/>
                    <a:pt x="289349" y="422800"/>
                    <a:pt x="321985" y="422800"/>
                  </a:cubicBezTo>
                  <a:cubicBezTo>
                    <a:pt x="354621" y="425519"/>
                    <a:pt x="387257" y="395603"/>
                    <a:pt x="387257" y="362967"/>
                  </a:cubicBezTo>
                  <a:lnTo>
                    <a:pt x="387257" y="273219"/>
                  </a:lnTo>
                  <a:cubicBezTo>
                    <a:pt x="384537" y="183470"/>
                    <a:pt x="395416" y="71964"/>
                    <a:pt x="302948" y="7468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>
                <a:ln>
                  <a:noFill/>
                </a:ln>
                <a:solidFill>
                  <a:srgbClr val="666666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71" name="Freeform: Shape 27">
              <a:extLst>
                <a:ext uri="{FF2B5EF4-FFF2-40B4-BE49-F238E27FC236}">
                  <a16:creationId xmlns:a16="http://schemas.microsoft.com/office/drawing/2014/main" id="{104EE3B7-30A6-FC40-ADAF-B35B7B857ED5}"/>
                </a:ext>
              </a:extLst>
            </p:cNvPr>
            <p:cNvSpPr/>
            <p:nvPr/>
          </p:nvSpPr>
          <p:spPr>
            <a:xfrm>
              <a:off x="7616289" y="3475234"/>
              <a:ext cx="364436" cy="364434"/>
            </a:xfrm>
            <a:custGeom>
              <a:avLst/>
              <a:gdLst>
                <a:gd name="connsiteX0" fmla="*/ 182218 w 364436"/>
                <a:gd name="connsiteY0" fmla="*/ 73431 h 364434"/>
                <a:gd name="connsiteX1" fmla="*/ 130544 w 364436"/>
                <a:gd name="connsiteY1" fmla="*/ 179499 h 364434"/>
                <a:gd name="connsiteX2" fmla="*/ 182218 w 364436"/>
                <a:gd name="connsiteY2" fmla="*/ 285565 h 364434"/>
                <a:gd name="connsiteX3" fmla="*/ 233891 w 364436"/>
                <a:gd name="connsiteY3" fmla="*/ 179499 h 364434"/>
                <a:gd name="connsiteX4" fmla="*/ 182218 w 364436"/>
                <a:gd name="connsiteY4" fmla="*/ 73431 h 364434"/>
                <a:gd name="connsiteX5" fmla="*/ 182219 w 364436"/>
                <a:gd name="connsiteY5" fmla="*/ 0 h 364434"/>
                <a:gd name="connsiteX6" fmla="*/ 364436 w 364436"/>
                <a:gd name="connsiteY6" fmla="*/ 182217 h 364434"/>
                <a:gd name="connsiteX7" fmla="*/ 182219 w 364436"/>
                <a:gd name="connsiteY7" fmla="*/ 364434 h 364434"/>
                <a:gd name="connsiteX8" fmla="*/ 0 w 364436"/>
                <a:gd name="connsiteY8" fmla="*/ 182217 h 364434"/>
                <a:gd name="connsiteX9" fmla="*/ 182219 w 364436"/>
                <a:gd name="connsiteY9" fmla="*/ 0 h 364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64436" h="364434">
                  <a:moveTo>
                    <a:pt x="182218" y="73431"/>
                  </a:moveTo>
                  <a:cubicBezTo>
                    <a:pt x="152302" y="76151"/>
                    <a:pt x="130544" y="114226"/>
                    <a:pt x="130544" y="179499"/>
                  </a:cubicBezTo>
                  <a:cubicBezTo>
                    <a:pt x="130544" y="244770"/>
                    <a:pt x="146862" y="285565"/>
                    <a:pt x="182218" y="285565"/>
                  </a:cubicBezTo>
                  <a:cubicBezTo>
                    <a:pt x="217573" y="285565"/>
                    <a:pt x="233891" y="247490"/>
                    <a:pt x="233891" y="179499"/>
                  </a:cubicBezTo>
                  <a:cubicBezTo>
                    <a:pt x="233891" y="114226"/>
                    <a:pt x="212134" y="73431"/>
                    <a:pt x="182218" y="73431"/>
                  </a:cubicBezTo>
                  <a:close/>
                  <a:moveTo>
                    <a:pt x="182219" y="0"/>
                  </a:moveTo>
                  <a:cubicBezTo>
                    <a:pt x="282846" y="0"/>
                    <a:pt x="364436" y="81590"/>
                    <a:pt x="364436" y="182217"/>
                  </a:cubicBezTo>
                  <a:cubicBezTo>
                    <a:pt x="364436" y="282844"/>
                    <a:pt x="282846" y="364434"/>
                    <a:pt x="182219" y="364434"/>
                  </a:cubicBezTo>
                  <a:cubicBezTo>
                    <a:pt x="81591" y="364434"/>
                    <a:pt x="0" y="282844"/>
                    <a:pt x="0" y="182217"/>
                  </a:cubicBezTo>
                  <a:cubicBezTo>
                    <a:pt x="0" y="81590"/>
                    <a:pt x="81591" y="0"/>
                    <a:pt x="182219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>
                <a:ln>
                  <a:noFill/>
                </a:ln>
                <a:solidFill>
                  <a:srgbClr val="666666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72" name="Freeform: Shape 28">
              <a:extLst>
                <a:ext uri="{FF2B5EF4-FFF2-40B4-BE49-F238E27FC236}">
                  <a16:creationId xmlns:a16="http://schemas.microsoft.com/office/drawing/2014/main" id="{DC06A955-0349-8F4A-8C04-B7B36E0CBF1A}"/>
                </a:ext>
              </a:extLst>
            </p:cNvPr>
            <p:cNvSpPr/>
            <p:nvPr/>
          </p:nvSpPr>
          <p:spPr>
            <a:xfrm>
              <a:off x="6743101" y="3464184"/>
              <a:ext cx="372773" cy="375657"/>
            </a:xfrm>
            <a:custGeom>
              <a:avLst/>
              <a:gdLst>
                <a:gd name="connsiteX0" fmla="*/ 176958 w 372773"/>
                <a:gd name="connsiteY0" fmla="*/ 98080 h 375657"/>
                <a:gd name="connsiteX1" fmla="*/ 125284 w 372773"/>
                <a:gd name="connsiteY1" fmla="*/ 190548 h 375657"/>
                <a:gd name="connsiteX2" fmla="*/ 176958 w 372773"/>
                <a:gd name="connsiteY2" fmla="*/ 283017 h 375657"/>
                <a:gd name="connsiteX3" fmla="*/ 228631 w 372773"/>
                <a:gd name="connsiteY3" fmla="*/ 190548 h 375657"/>
                <a:gd name="connsiteX4" fmla="*/ 176958 w 372773"/>
                <a:gd name="connsiteY4" fmla="*/ 98080 h 375657"/>
                <a:gd name="connsiteX5" fmla="*/ 307501 w 372773"/>
                <a:gd name="connsiteY5" fmla="*/ 172 h 375657"/>
                <a:gd name="connsiteX6" fmla="*/ 372773 w 372773"/>
                <a:gd name="connsiteY6" fmla="*/ 62724 h 375657"/>
                <a:gd name="connsiteX7" fmla="*/ 372773 w 372773"/>
                <a:gd name="connsiteY7" fmla="*/ 312934 h 375657"/>
                <a:gd name="connsiteX8" fmla="*/ 302061 w 372773"/>
                <a:gd name="connsiteY8" fmla="*/ 375486 h 375657"/>
                <a:gd name="connsiteX9" fmla="*/ 239509 w 372773"/>
                <a:gd name="connsiteY9" fmla="*/ 326532 h 375657"/>
                <a:gd name="connsiteX10" fmla="*/ 179677 w 372773"/>
                <a:gd name="connsiteY10" fmla="*/ 370046 h 375657"/>
                <a:gd name="connsiteX11" fmla="*/ 70890 w 372773"/>
                <a:gd name="connsiteY11" fmla="*/ 353728 h 375657"/>
                <a:gd name="connsiteX12" fmla="*/ 128003 w 372773"/>
                <a:gd name="connsiteY12" fmla="*/ 11051 h 375657"/>
                <a:gd name="connsiteX13" fmla="*/ 236790 w 372773"/>
                <a:gd name="connsiteY13" fmla="*/ 70883 h 375657"/>
                <a:gd name="connsiteX14" fmla="*/ 236790 w 372773"/>
                <a:gd name="connsiteY14" fmla="*/ 62724 h 375657"/>
                <a:gd name="connsiteX15" fmla="*/ 307501 w 372773"/>
                <a:gd name="connsiteY15" fmla="*/ 172 h 375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2773" h="375657">
                  <a:moveTo>
                    <a:pt x="176958" y="98080"/>
                  </a:moveTo>
                  <a:cubicBezTo>
                    <a:pt x="147042" y="100800"/>
                    <a:pt x="125284" y="133436"/>
                    <a:pt x="125284" y="190548"/>
                  </a:cubicBezTo>
                  <a:cubicBezTo>
                    <a:pt x="125284" y="247661"/>
                    <a:pt x="141602" y="283017"/>
                    <a:pt x="176958" y="283017"/>
                  </a:cubicBezTo>
                  <a:cubicBezTo>
                    <a:pt x="212314" y="283017"/>
                    <a:pt x="228631" y="247661"/>
                    <a:pt x="228631" y="190548"/>
                  </a:cubicBezTo>
                  <a:cubicBezTo>
                    <a:pt x="228631" y="133436"/>
                    <a:pt x="206874" y="98080"/>
                    <a:pt x="176958" y="98080"/>
                  </a:cubicBezTo>
                  <a:close/>
                  <a:moveTo>
                    <a:pt x="307501" y="172"/>
                  </a:moveTo>
                  <a:cubicBezTo>
                    <a:pt x="340137" y="172"/>
                    <a:pt x="372773" y="30088"/>
                    <a:pt x="372773" y="62724"/>
                  </a:cubicBezTo>
                  <a:cubicBezTo>
                    <a:pt x="372773" y="65444"/>
                    <a:pt x="372773" y="307494"/>
                    <a:pt x="372773" y="312934"/>
                  </a:cubicBezTo>
                  <a:cubicBezTo>
                    <a:pt x="370053" y="348289"/>
                    <a:pt x="337417" y="378205"/>
                    <a:pt x="302061" y="375486"/>
                  </a:cubicBezTo>
                  <a:cubicBezTo>
                    <a:pt x="274865" y="372766"/>
                    <a:pt x="247668" y="353728"/>
                    <a:pt x="239509" y="326532"/>
                  </a:cubicBezTo>
                  <a:cubicBezTo>
                    <a:pt x="225911" y="348289"/>
                    <a:pt x="198715" y="364607"/>
                    <a:pt x="179677" y="370046"/>
                  </a:cubicBezTo>
                  <a:cubicBezTo>
                    <a:pt x="147041" y="378205"/>
                    <a:pt x="100807" y="372766"/>
                    <a:pt x="70890" y="353728"/>
                  </a:cubicBezTo>
                  <a:cubicBezTo>
                    <a:pt x="-35177" y="285737"/>
                    <a:pt x="-27018" y="11051"/>
                    <a:pt x="128003" y="11051"/>
                  </a:cubicBezTo>
                  <a:cubicBezTo>
                    <a:pt x="185116" y="11051"/>
                    <a:pt x="220471" y="49126"/>
                    <a:pt x="236790" y="70883"/>
                  </a:cubicBezTo>
                  <a:cubicBezTo>
                    <a:pt x="236790" y="70883"/>
                    <a:pt x="236790" y="65444"/>
                    <a:pt x="236790" y="62724"/>
                  </a:cubicBezTo>
                  <a:cubicBezTo>
                    <a:pt x="239509" y="27369"/>
                    <a:pt x="272145" y="-2547"/>
                    <a:pt x="307501" y="172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>
                <a:ln>
                  <a:noFill/>
                </a:ln>
                <a:solidFill>
                  <a:srgbClr val="666666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73" name="Freeform: Shape 29">
              <a:extLst>
                <a:ext uri="{FF2B5EF4-FFF2-40B4-BE49-F238E27FC236}">
                  <a16:creationId xmlns:a16="http://schemas.microsoft.com/office/drawing/2014/main" id="{7B43CF5E-DC14-B441-9AFD-EE89500C6ADF}"/>
                </a:ext>
              </a:extLst>
            </p:cNvPr>
            <p:cNvSpPr/>
            <p:nvPr/>
          </p:nvSpPr>
          <p:spPr>
            <a:xfrm>
              <a:off x="8380335" y="3464184"/>
              <a:ext cx="372772" cy="375657"/>
            </a:xfrm>
            <a:custGeom>
              <a:avLst/>
              <a:gdLst>
                <a:gd name="connsiteX0" fmla="*/ 176957 w 372772"/>
                <a:gd name="connsiteY0" fmla="*/ 98080 h 375657"/>
                <a:gd name="connsiteX1" fmla="*/ 125282 w 372772"/>
                <a:gd name="connsiteY1" fmla="*/ 190548 h 375657"/>
                <a:gd name="connsiteX2" fmla="*/ 176957 w 372772"/>
                <a:gd name="connsiteY2" fmla="*/ 283017 h 375657"/>
                <a:gd name="connsiteX3" fmla="*/ 228630 w 372772"/>
                <a:gd name="connsiteY3" fmla="*/ 190548 h 375657"/>
                <a:gd name="connsiteX4" fmla="*/ 176957 w 372772"/>
                <a:gd name="connsiteY4" fmla="*/ 98080 h 375657"/>
                <a:gd name="connsiteX5" fmla="*/ 307501 w 372772"/>
                <a:gd name="connsiteY5" fmla="*/ 172 h 375657"/>
                <a:gd name="connsiteX6" fmla="*/ 372772 w 372772"/>
                <a:gd name="connsiteY6" fmla="*/ 62724 h 375657"/>
                <a:gd name="connsiteX7" fmla="*/ 372772 w 372772"/>
                <a:gd name="connsiteY7" fmla="*/ 312934 h 375657"/>
                <a:gd name="connsiteX8" fmla="*/ 302062 w 372772"/>
                <a:gd name="connsiteY8" fmla="*/ 375486 h 375657"/>
                <a:gd name="connsiteX9" fmla="*/ 239509 w 372772"/>
                <a:gd name="connsiteY9" fmla="*/ 326532 h 375657"/>
                <a:gd name="connsiteX10" fmla="*/ 179677 w 372772"/>
                <a:gd name="connsiteY10" fmla="*/ 370046 h 375657"/>
                <a:gd name="connsiteX11" fmla="*/ 70890 w 372772"/>
                <a:gd name="connsiteY11" fmla="*/ 353728 h 375657"/>
                <a:gd name="connsiteX12" fmla="*/ 128002 w 372772"/>
                <a:gd name="connsiteY12" fmla="*/ 11051 h 375657"/>
                <a:gd name="connsiteX13" fmla="*/ 236790 w 372772"/>
                <a:gd name="connsiteY13" fmla="*/ 70883 h 375657"/>
                <a:gd name="connsiteX14" fmla="*/ 236790 w 372772"/>
                <a:gd name="connsiteY14" fmla="*/ 62724 h 375657"/>
                <a:gd name="connsiteX15" fmla="*/ 307501 w 372772"/>
                <a:gd name="connsiteY15" fmla="*/ 172 h 375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2772" h="375657">
                  <a:moveTo>
                    <a:pt x="176957" y="98080"/>
                  </a:moveTo>
                  <a:cubicBezTo>
                    <a:pt x="147039" y="100800"/>
                    <a:pt x="125282" y="133436"/>
                    <a:pt x="125282" y="190548"/>
                  </a:cubicBezTo>
                  <a:cubicBezTo>
                    <a:pt x="125282" y="247661"/>
                    <a:pt x="141600" y="283017"/>
                    <a:pt x="176957" y="283017"/>
                  </a:cubicBezTo>
                  <a:cubicBezTo>
                    <a:pt x="212312" y="283017"/>
                    <a:pt x="228630" y="247661"/>
                    <a:pt x="228630" y="190548"/>
                  </a:cubicBezTo>
                  <a:cubicBezTo>
                    <a:pt x="228630" y="133436"/>
                    <a:pt x="206873" y="98080"/>
                    <a:pt x="176957" y="98080"/>
                  </a:cubicBezTo>
                  <a:close/>
                  <a:moveTo>
                    <a:pt x="307501" y="172"/>
                  </a:moveTo>
                  <a:cubicBezTo>
                    <a:pt x="340137" y="172"/>
                    <a:pt x="372772" y="30088"/>
                    <a:pt x="372772" y="62724"/>
                  </a:cubicBezTo>
                  <a:cubicBezTo>
                    <a:pt x="372772" y="65444"/>
                    <a:pt x="372772" y="307494"/>
                    <a:pt x="372772" y="312934"/>
                  </a:cubicBezTo>
                  <a:cubicBezTo>
                    <a:pt x="370053" y="348289"/>
                    <a:pt x="337417" y="378205"/>
                    <a:pt x="302062" y="375486"/>
                  </a:cubicBezTo>
                  <a:cubicBezTo>
                    <a:pt x="274865" y="372766"/>
                    <a:pt x="247668" y="353728"/>
                    <a:pt x="239509" y="326532"/>
                  </a:cubicBezTo>
                  <a:cubicBezTo>
                    <a:pt x="228630" y="348289"/>
                    <a:pt x="198714" y="364607"/>
                    <a:pt x="179677" y="370046"/>
                  </a:cubicBezTo>
                  <a:cubicBezTo>
                    <a:pt x="147040" y="378205"/>
                    <a:pt x="100806" y="372766"/>
                    <a:pt x="70890" y="353728"/>
                  </a:cubicBezTo>
                  <a:cubicBezTo>
                    <a:pt x="-35177" y="285737"/>
                    <a:pt x="-27018" y="11051"/>
                    <a:pt x="128002" y="11051"/>
                  </a:cubicBezTo>
                  <a:cubicBezTo>
                    <a:pt x="185116" y="11051"/>
                    <a:pt x="220472" y="49126"/>
                    <a:pt x="236790" y="70883"/>
                  </a:cubicBezTo>
                  <a:cubicBezTo>
                    <a:pt x="236790" y="70883"/>
                    <a:pt x="236790" y="65444"/>
                    <a:pt x="236790" y="62724"/>
                  </a:cubicBezTo>
                  <a:cubicBezTo>
                    <a:pt x="239509" y="27369"/>
                    <a:pt x="272145" y="-2547"/>
                    <a:pt x="307501" y="172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>
                <a:ln>
                  <a:noFill/>
                </a:ln>
                <a:solidFill>
                  <a:srgbClr val="666666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74" name="Freeform: Shape 30">
              <a:extLst>
                <a:ext uri="{FF2B5EF4-FFF2-40B4-BE49-F238E27FC236}">
                  <a16:creationId xmlns:a16="http://schemas.microsoft.com/office/drawing/2014/main" id="{6C25316C-163B-044E-98FB-963089071A50}"/>
                </a:ext>
              </a:extLst>
            </p:cNvPr>
            <p:cNvSpPr/>
            <p:nvPr/>
          </p:nvSpPr>
          <p:spPr>
            <a:xfrm>
              <a:off x="7389492" y="3444253"/>
              <a:ext cx="217573" cy="435145"/>
            </a:xfrm>
            <a:custGeom>
              <a:avLst/>
              <a:gdLst>
                <a:gd name="connsiteX0" fmla="*/ 186002 w 217572"/>
                <a:gd name="connsiteY0" fmla="*/ 118011 h 435144"/>
                <a:gd name="connsiteX1" fmla="*/ 128890 w 217572"/>
                <a:gd name="connsiteY1" fmla="*/ 58178 h 435144"/>
                <a:gd name="connsiteX2" fmla="*/ 123450 w 217572"/>
                <a:gd name="connsiteY2" fmla="*/ 58178 h 435144"/>
                <a:gd name="connsiteX3" fmla="*/ 58178 w 217572"/>
                <a:gd name="connsiteY3" fmla="*/ 115291 h 435144"/>
                <a:gd name="connsiteX4" fmla="*/ 58178 w 217572"/>
                <a:gd name="connsiteY4" fmla="*/ 232236 h 435144"/>
                <a:gd name="connsiteX5" fmla="*/ 58178 w 217572"/>
                <a:gd name="connsiteY5" fmla="*/ 232236 h 435144"/>
                <a:gd name="connsiteX6" fmla="*/ 58178 w 217572"/>
                <a:gd name="connsiteY6" fmla="*/ 335583 h 435144"/>
                <a:gd name="connsiteX7" fmla="*/ 115291 w 217572"/>
                <a:gd name="connsiteY7" fmla="*/ 395415 h 435144"/>
                <a:gd name="connsiteX8" fmla="*/ 120730 w 217572"/>
                <a:gd name="connsiteY8" fmla="*/ 395415 h 435144"/>
                <a:gd name="connsiteX9" fmla="*/ 186002 w 217572"/>
                <a:gd name="connsiteY9" fmla="*/ 338303 h 435144"/>
                <a:gd name="connsiteX10" fmla="*/ 186002 w 217572"/>
                <a:gd name="connsiteY10" fmla="*/ 240395 h 435144"/>
                <a:gd name="connsiteX11" fmla="*/ 186002 w 217572"/>
                <a:gd name="connsiteY11" fmla="*/ 240395 h 435144"/>
                <a:gd name="connsiteX12" fmla="*/ 186002 w 217572"/>
                <a:gd name="connsiteY12" fmla="*/ 118011 h 435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7572" h="435144">
                  <a:moveTo>
                    <a:pt x="186002" y="118011"/>
                  </a:moveTo>
                  <a:cubicBezTo>
                    <a:pt x="183283" y="85375"/>
                    <a:pt x="158806" y="60898"/>
                    <a:pt x="128890" y="58178"/>
                  </a:cubicBezTo>
                  <a:cubicBezTo>
                    <a:pt x="126170" y="58178"/>
                    <a:pt x="126170" y="58178"/>
                    <a:pt x="123450" y="58178"/>
                  </a:cubicBezTo>
                  <a:cubicBezTo>
                    <a:pt x="96254" y="58178"/>
                    <a:pt x="58178" y="82655"/>
                    <a:pt x="58178" y="115291"/>
                  </a:cubicBezTo>
                  <a:lnTo>
                    <a:pt x="58178" y="232236"/>
                  </a:lnTo>
                  <a:lnTo>
                    <a:pt x="58178" y="232236"/>
                  </a:lnTo>
                  <a:cubicBezTo>
                    <a:pt x="58178" y="270311"/>
                    <a:pt x="58178" y="335583"/>
                    <a:pt x="58178" y="335583"/>
                  </a:cubicBezTo>
                  <a:cubicBezTo>
                    <a:pt x="60898" y="368219"/>
                    <a:pt x="85375" y="392696"/>
                    <a:pt x="115291" y="395415"/>
                  </a:cubicBezTo>
                  <a:cubicBezTo>
                    <a:pt x="118011" y="395415"/>
                    <a:pt x="118011" y="395415"/>
                    <a:pt x="120730" y="395415"/>
                  </a:cubicBezTo>
                  <a:cubicBezTo>
                    <a:pt x="147927" y="395415"/>
                    <a:pt x="186002" y="370938"/>
                    <a:pt x="186002" y="338303"/>
                  </a:cubicBezTo>
                  <a:lnTo>
                    <a:pt x="186002" y="240395"/>
                  </a:lnTo>
                  <a:lnTo>
                    <a:pt x="186002" y="240395"/>
                  </a:lnTo>
                  <a:cubicBezTo>
                    <a:pt x="186002" y="202320"/>
                    <a:pt x="186002" y="118011"/>
                    <a:pt x="186002" y="118011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>
                <a:ln>
                  <a:noFill/>
                </a:ln>
                <a:solidFill>
                  <a:srgbClr val="666666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75" name="Freeform: Shape 31">
              <a:extLst>
                <a:ext uri="{FF2B5EF4-FFF2-40B4-BE49-F238E27FC236}">
                  <a16:creationId xmlns:a16="http://schemas.microsoft.com/office/drawing/2014/main" id="{BD39955D-474E-A742-A141-367AE2A486C7}"/>
                </a:ext>
              </a:extLst>
            </p:cNvPr>
            <p:cNvSpPr/>
            <p:nvPr/>
          </p:nvSpPr>
          <p:spPr>
            <a:xfrm>
              <a:off x="7392212" y="3280901"/>
              <a:ext cx="217573" cy="217572"/>
            </a:xfrm>
            <a:custGeom>
              <a:avLst/>
              <a:gdLst>
                <a:gd name="connsiteX0" fmla="*/ 183282 w 217572"/>
                <a:gd name="connsiteY0" fmla="*/ 120902 h 217572"/>
                <a:gd name="connsiteX1" fmla="*/ 120730 w 217572"/>
                <a:gd name="connsiteY1" fmla="*/ 183454 h 217572"/>
                <a:gd name="connsiteX2" fmla="*/ 58178 w 217572"/>
                <a:gd name="connsiteY2" fmla="*/ 120902 h 217572"/>
                <a:gd name="connsiteX3" fmla="*/ 120730 w 217572"/>
                <a:gd name="connsiteY3" fmla="*/ 58350 h 217572"/>
                <a:gd name="connsiteX4" fmla="*/ 183282 w 217572"/>
                <a:gd name="connsiteY4" fmla="*/ 120902 h 217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7572" h="217572">
                  <a:moveTo>
                    <a:pt x="183282" y="120902"/>
                  </a:moveTo>
                  <a:cubicBezTo>
                    <a:pt x="183282" y="156258"/>
                    <a:pt x="156086" y="183454"/>
                    <a:pt x="120730" y="183454"/>
                  </a:cubicBezTo>
                  <a:cubicBezTo>
                    <a:pt x="85375" y="183454"/>
                    <a:pt x="58178" y="156258"/>
                    <a:pt x="58178" y="120902"/>
                  </a:cubicBezTo>
                  <a:cubicBezTo>
                    <a:pt x="58178" y="85547"/>
                    <a:pt x="85375" y="58350"/>
                    <a:pt x="120730" y="58350"/>
                  </a:cubicBezTo>
                  <a:cubicBezTo>
                    <a:pt x="153366" y="55630"/>
                    <a:pt x="183282" y="85547"/>
                    <a:pt x="183282" y="120902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>
                <a:ln>
                  <a:noFill/>
                </a:ln>
                <a:solidFill>
                  <a:srgbClr val="666666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76" name="Freeform: Shape 32">
              <a:extLst>
                <a:ext uri="{FF2B5EF4-FFF2-40B4-BE49-F238E27FC236}">
                  <a16:creationId xmlns:a16="http://schemas.microsoft.com/office/drawing/2014/main" id="{7C42522E-4927-7841-9CB1-8AA16B64C2DD}"/>
                </a:ext>
              </a:extLst>
            </p:cNvPr>
            <p:cNvSpPr/>
            <p:nvPr/>
          </p:nvSpPr>
          <p:spPr>
            <a:xfrm>
              <a:off x="6005186" y="3416884"/>
              <a:ext cx="380752" cy="462341"/>
            </a:xfrm>
            <a:custGeom>
              <a:avLst/>
              <a:gdLst>
                <a:gd name="connsiteX0" fmla="*/ 270312 w 380752"/>
                <a:gd name="connsiteY0" fmla="*/ 69229 h 462341"/>
                <a:gd name="connsiteX1" fmla="*/ 188722 w 380752"/>
                <a:gd name="connsiteY1" fmla="*/ 134501 h 462341"/>
                <a:gd name="connsiteX2" fmla="*/ 188722 w 380752"/>
                <a:gd name="connsiteY2" fmla="*/ 118183 h 462341"/>
                <a:gd name="connsiteX3" fmla="*/ 126170 w 380752"/>
                <a:gd name="connsiteY3" fmla="*/ 58350 h 462341"/>
                <a:gd name="connsiteX4" fmla="*/ 58178 w 380752"/>
                <a:gd name="connsiteY4" fmla="*/ 118183 h 462341"/>
                <a:gd name="connsiteX5" fmla="*/ 58178 w 380752"/>
                <a:gd name="connsiteY5" fmla="*/ 210651 h 462341"/>
                <a:gd name="connsiteX6" fmla="*/ 58178 w 380752"/>
                <a:gd name="connsiteY6" fmla="*/ 365671 h 462341"/>
                <a:gd name="connsiteX7" fmla="*/ 58178 w 380752"/>
                <a:gd name="connsiteY7" fmla="*/ 365671 h 462341"/>
                <a:gd name="connsiteX8" fmla="*/ 120730 w 380752"/>
                <a:gd name="connsiteY8" fmla="*/ 425504 h 462341"/>
                <a:gd name="connsiteX9" fmla="*/ 186002 w 380752"/>
                <a:gd name="connsiteY9" fmla="*/ 365671 h 462341"/>
                <a:gd name="connsiteX10" fmla="*/ 186002 w 380752"/>
                <a:gd name="connsiteY10" fmla="*/ 365671 h 462341"/>
                <a:gd name="connsiteX11" fmla="*/ 186002 w 380752"/>
                <a:gd name="connsiteY11" fmla="*/ 210651 h 462341"/>
                <a:gd name="connsiteX12" fmla="*/ 215919 w 380752"/>
                <a:gd name="connsiteY12" fmla="*/ 158978 h 462341"/>
                <a:gd name="connsiteX13" fmla="*/ 275751 w 380752"/>
                <a:gd name="connsiteY13" fmla="*/ 221530 h 462341"/>
                <a:gd name="connsiteX14" fmla="*/ 270312 w 380752"/>
                <a:gd name="connsiteY14" fmla="*/ 69229 h 46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0752" h="462341">
                  <a:moveTo>
                    <a:pt x="270312" y="69229"/>
                  </a:moveTo>
                  <a:cubicBezTo>
                    <a:pt x="232236" y="71949"/>
                    <a:pt x="213199" y="99145"/>
                    <a:pt x="188722" y="134501"/>
                  </a:cubicBezTo>
                  <a:cubicBezTo>
                    <a:pt x="188722" y="134501"/>
                    <a:pt x="188722" y="118183"/>
                    <a:pt x="188722" y="118183"/>
                  </a:cubicBezTo>
                  <a:cubicBezTo>
                    <a:pt x="188722" y="85547"/>
                    <a:pt x="158806" y="58350"/>
                    <a:pt x="126170" y="58350"/>
                  </a:cubicBezTo>
                  <a:cubicBezTo>
                    <a:pt x="93534" y="55631"/>
                    <a:pt x="60898" y="85547"/>
                    <a:pt x="58178" y="118183"/>
                  </a:cubicBezTo>
                  <a:lnTo>
                    <a:pt x="58178" y="210651"/>
                  </a:lnTo>
                  <a:lnTo>
                    <a:pt x="58178" y="365671"/>
                  </a:lnTo>
                  <a:lnTo>
                    <a:pt x="58178" y="365671"/>
                  </a:lnTo>
                  <a:cubicBezTo>
                    <a:pt x="58178" y="398307"/>
                    <a:pt x="88094" y="425504"/>
                    <a:pt x="120730" y="425504"/>
                  </a:cubicBezTo>
                  <a:cubicBezTo>
                    <a:pt x="153366" y="428224"/>
                    <a:pt x="186002" y="398307"/>
                    <a:pt x="186002" y="365671"/>
                  </a:cubicBezTo>
                  <a:lnTo>
                    <a:pt x="186002" y="365671"/>
                  </a:lnTo>
                  <a:lnTo>
                    <a:pt x="186002" y="210651"/>
                  </a:lnTo>
                  <a:cubicBezTo>
                    <a:pt x="188722" y="188894"/>
                    <a:pt x="196881" y="158978"/>
                    <a:pt x="215919" y="158978"/>
                  </a:cubicBezTo>
                  <a:cubicBezTo>
                    <a:pt x="243115" y="158978"/>
                    <a:pt x="215919" y="221530"/>
                    <a:pt x="275751" y="221530"/>
                  </a:cubicBezTo>
                  <a:cubicBezTo>
                    <a:pt x="362780" y="221530"/>
                    <a:pt x="373658" y="63790"/>
                    <a:pt x="270312" y="69229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>
                <a:ln>
                  <a:noFill/>
                </a:ln>
                <a:solidFill>
                  <a:srgbClr val="666666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77" name="Freeform: Shape 33">
              <a:extLst>
                <a:ext uri="{FF2B5EF4-FFF2-40B4-BE49-F238E27FC236}">
                  <a16:creationId xmlns:a16="http://schemas.microsoft.com/office/drawing/2014/main" id="{A79BF4AE-F942-E347-8437-0C8EB5D4C5EC}"/>
                </a:ext>
              </a:extLst>
            </p:cNvPr>
            <p:cNvSpPr/>
            <p:nvPr/>
          </p:nvSpPr>
          <p:spPr>
            <a:xfrm>
              <a:off x="5693490" y="3475234"/>
              <a:ext cx="337238" cy="364434"/>
            </a:xfrm>
            <a:custGeom>
              <a:avLst/>
              <a:gdLst>
                <a:gd name="connsiteX0" fmla="*/ 180433 w 337238"/>
                <a:gd name="connsiteY0" fmla="*/ 73984 h 364434"/>
                <a:gd name="connsiteX1" fmla="*/ 163180 w 337238"/>
                <a:gd name="connsiteY1" fmla="*/ 78870 h 364434"/>
                <a:gd name="connsiteX2" fmla="*/ 125105 w 337238"/>
                <a:gd name="connsiteY2" fmla="*/ 160461 h 364434"/>
                <a:gd name="connsiteX3" fmla="*/ 171339 w 337238"/>
                <a:gd name="connsiteY3" fmla="*/ 163180 h 364434"/>
                <a:gd name="connsiteX4" fmla="*/ 214854 w 337238"/>
                <a:gd name="connsiteY4" fmla="*/ 108787 h 364434"/>
                <a:gd name="connsiteX5" fmla="*/ 180433 w 337238"/>
                <a:gd name="connsiteY5" fmla="*/ 73984 h 364434"/>
                <a:gd name="connsiteX6" fmla="*/ 174059 w 337238"/>
                <a:gd name="connsiteY6" fmla="*/ 0 h 364434"/>
                <a:gd name="connsiteX7" fmla="*/ 337238 w 337238"/>
                <a:gd name="connsiteY7" fmla="*/ 119665 h 364434"/>
                <a:gd name="connsiteX8" fmla="*/ 133264 w 337238"/>
                <a:gd name="connsiteY8" fmla="*/ 217573 h 364434"/>
                <a:gd name="connsiteX9" fmla="*/ 225732 w 337238"/>
                <a:gd name="connsiteY9" fmla="*/ 277405 h 364434"/>
                <a:gd name="connsiteX10" fmla="*/ 320920 w 337238"/>
                <a:gd name="connsiteY10" fmla="*/ 250208 h 364434"/>
                <a:gd name="connsiteX11" fmla="*/ 174059 w 337238"/>
                <a:gd name="connsiteY11" fmla="*/ 364434 h 364434"/>
                <a:gd name="connsiteX12" fmla="*/ 0 w 337238"/>
                <a:gd name="connsiteY12" fmla="*/ 184937 h 364434"/>
                <a:gd name="connsiteX13" fmla="*/ 174059 w 337238"/>
                <a:gd name="connsiteY13" fmla="*/ 0 h 364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37238" h="364434">
                  <a:moveTo>
                    <a:pt x="180433" y="73984"/>
                  </a:moveTo>
                  <a:cubicBezTo>
                    <a:pt x="174569" y="73941"/>
                    <a:pt x="168620" y="75471"/>
                    <a:pt x="163180" y="78870"/>
                  </a:cubicBezTo>
                  <a:cubicBezTo>
                    <a:pt x="135984" y="95189"/>
                    <a:pt x="127825" y="130544"/>
                    <a:pt x="125105" y="160461"/>
                  </a:cubicBezTo>
                  <a:cubicBezTo>
                    <a:pt x="125105" y="163180"/>
                    <a:pt x="168620" y="160461"/>
                    <a:pt x="171339" y="163180"/>
                  </a:cubicBezTo>
                  <a:cubicBezTo>
                    <a:pt x="195816" y="157741"/>
                    <a:pt x="214854" y="135984"/>
                    <a:pt x="214854" y="108787"/>
                  </a:cubicBezTo>
                  <a:cubicBezTo>
                    <a:pt x="214854" y="88389"/>
                    <a:pt x="198026" y="74111"/>
                    <a:pt x="180433" y="73984"/>
                  </a:cubicBezTo>
                  <a:close/>
                  <a:moveTo>
                    <a:pt x="174059" y="0"/>
                  </a:moveTo>
                  <a:cubicBezTo>
                    <a:pt x="233891" y="0"/>
                    <a:pt x="337238" y="29916"/>
                    <a:pt x="337238" y="119665"/>
                  </a:cubicBezTo>
                  <a:cubicBezTo>
                    <a:pt x="337238" y="209414"/>
                    <a:pt x="244770" y="217573"/>
                    <a:pt x="133264" y="217573"/>
                  </a:cubicBezTo>
                  <a:cubicBezTo>
                    <a:pt x="133264" y="217573"/>
                    <a:pt x="149581" y="277405"/>
                    <a:pt x="225732" y="277405"/>
                  </a:cubicBezTo>
                  <a:cubicBezTo>
                    <a:pt x="301883" y="277405"/>
                    <a:pt x="320920" y="250208"/>
                    <a:pt x="320920" y="250208"/>
                  </a:cubicBezTo>
                  <a:cubicBezTo>
                    <a:pt x="320920" y="250208"/>
                    <a:pt x="315481" y="364434"/>
                    <a:pt x="174059" y="364434"/>
                  </a:cubicBezTo>
                  <a:cubicBezTo>
                    <a:pt x="95188" y="364434"/>
                    <a:pt x="0" y="304602"/>
                    <a:pt x="0" y="184937"/>
                  </a:cubicBezTo>
                  <a:cubicBezTo>
                    <a:pt x="0" y="78870"/>
                    <a:pt x="73431" y="0"/>
                    <a:pt x="174059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>
                <a:ln>
                  <a:noFill/>
                </a:ln>
                <a:solidFill>
                  <a:srgbClr val="666666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78" name="Freeform: Shape 34">
              <a:extLst>
                <a:ext uri="{FF2B5EF4-FFF2-40B4-BE49-F238E27FC236}">
                  <a16:creationId xmlns:a16="http://schemas.microsoft.com/office/drawing/2014/main" id="{197ED4B1-929A-C041-A269-EC1F3FF0B73D}"/>
                </a:ext>
              </a:extLst>
            </p:cNvPr>
            <p:cNvSpPr/>
            <p:nvPr/>
          </p:nvSpPr>
          <p:spPr>
            <a:xfrm>
              <a:off x="5376945" y="3338014"/>
              <a:ext cx="353556" cy="543931"/>
            </a:xfrm>
            <a:custGeom>
              <a:avLst/>
              <a:gdLst>
                <a:gd name="connsiteX0" fmla="*/ 311107 w 353555"/>
                <a:gd name="connsiteY0" fmla="*/ 433663 h 543931"/>
                <a:gd name="connsiteX1" fmla="*/ 215919 w 353555"/>
                <a:gd name="connsiteY1" fmla="*/ 501654 h 543931"/>
                <a:gd name="connsiteX2" fmla="*/ 98973 w 353555"/>
                <a:gd name="connsiteY2" fmla="*/ 392868 h 543931"/>
                <a:gd name="connsiteX3" fmla="*/ 98973 w 353555"/>
                <a:gd name="connsiteY3" fmla="*/ 221530 h 543931"/>
                <a:gd name="connsiteX4" fmla="*/ 82655 w 353555"/>
                <a:gd name="connsiteY4" fmla="*/ 221530 h 543931"/>
                <a:gd name="connsiteX5" fmla="*/ 58178 w 353555"/>
                <a:gd name="connsiteY5" fmla="*/ 191614 h 543931"/>
                <a:gd name="connsiteX6" fmla="*/ 85375 w 353555"/>
                <a:gd name="connsiteY6" fmla="*/ 164417 h 543931"/>
                <a:gd name="connsiteX7" fmla="*/ 101693 w 353555"/>
                <a:gd name="connsiteY7" fmla="*/ 164417 h 543931"/>
                <a:gd name="connsiteX8" fmla="*/ 101693 w 353555"/>
                <a:gd name="connsiteY8" fmla="*/ 118183 h 543931"/>
                <a:gd name="connsiteX9" fmla="*/ 166965 w 353555"/>
                <a:gd name="connsiteY9" fmla="*/ 58350 h 543931"/>
                <a:gd name="connsiteX10" fmla="*/ 229517 w 353555"/>
                <a:gd name="connsiteY10" fmla="*/ 118183 h 543931"/>
                <a:gd name="connsiteX11" fmla="*/ 229517 w 353555"/>
                <a:gd name="connsiteY11" fmla="*/ 118183 h 543931"/>
                <a:gd name="connsiteX12" fmla="*/ 229517 w 353555"/>
                <a:gd name="connsiteY12" fmla="*/ 164417 h 543931"/>
                <a:gd name="connsiteX13" fmla="*/ 283910 w 353555"/>
                <a:gd name="connsiteY13" fmla="*/ 164417 h 543931"/>
                <a:gd name="connsiteX14" fmla="*/ 308387 w 353555"/>
                <a:gd name="connsiteY14" fmla="*/ 194333 h 543931"/>
                <a:gd name="connsiteX15" fmla="*/ 281190 w 353555"/>
                <a:gd name="connsiteY15" fmla="*/ 221530 h 543931"/>
                <a:gd name="connsiteX16" fmla="*/ 229517 w 353555"/>
                <a:gd name="connsiteY16" fmla="*/ 221530 h 543931"/>
                <a:gd name="connsiteX17" fmla="*/ 229517 w 353555"/>
                <a:gd name="connsiteY17" fmla="*/ 365671 h 543931"/>
                <a:gd name="connsiteX18" fmla="*/ 311107 w 353555"/>
                <a:gd name="connsiteY18" fmla="*/ 433663 h 543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53555" h="543931">
                  <a:moveTo>
                    <a:pt x="311107" y="433663"/>
                  </a:moveTo>
                  <a:cubicBezTo>
                    <a:pt x="311107" y="433663"/>
                    <a:pt x="278471" y="501654"/>
                    <a:pt x="215919" y="501654"/>
                  </a:cubicBezTo>
                  <a:cubicBezTo>
                    <a:pt x="164245" y="501654"/>
                    <a:pt x="101693" y="458140"/>
                    <a:pt x="98973" y="392868"/>
                  </a:cubicBezTo>
                  <a:cubicBezTo>
                    <a:pt x="98973" y="392868"/>
                    <a:pt x="98973" y="297680"/>
                    <a:pt x="98973" y="221530"/>
                  </a:cubicBezTo>
                  <a:lnTo>
                    <a:pt x="82655" y="221530"/>
                  </a:lnTo>
                  <a:cubicBezTo>
                    <a:pt x="74496" y="221530"/>
                    <a:pt x="58178" y="216090"/>
                    <a:pt x="58178" y="191614"/>
                  </a:cubicBezTo>
                  <a:cubicBezTo>
                    <a:pt x="58178" y="167137"/>
                    <a:pt x="77216" y="164417"/>
                    <a:pt x="85375" y="164417"/>
                  </a:cubicBezTo>
                  <a:lnTo>
                    <a:pt x="101693" y="164417"/>
                  </a:lnTo>
                  <a:cubicBezTo>
                    <a:pt x="101693" y="137220"/>
                    <a:pt x="101693" y="118183"/>
                    <a:pt x="101693" y="118183"/>
                  </a:cubicBezTo>
                  <a:cubicBezTo>
                    <a:pt x="104413" y="85547"/>
                    <a:pt x="134329" y="55631"/>
                    <a:pt x="166965" y="58350"/>
                  </a:cubicBezTo>
                  <a:cubicBezTo>
                    <a:pt x="196881" y="61070"/>
                    <a:pt x="229517" y="85547"/>
                    <a:pt x="229517" y="118183"/>
                  </a:cubicBezTo>
                  <a:lnTo>
                    <a:pt x="229517" y="118183"/>
                  </a:lnTo>
                  <a:lnTo>
                    <a:pt x="229517" y="164417"/>
                  </a:lnTo>
                  <a:lnTo>
                    <a:pt x="283910" y="164417"/>
                  </a:lnTo>
                  <a:cubicBezTo>
                    <a:pt x="292069" y="164417"/>
                    <a:pt x="308387" y="169856"/>
                    <a:pt x="308387" y="194333"/>
                  </a:cubicBezTo>
                  <a:cubicBezTo>
                    <a:pt x="308387" y="218810"/>
                    <a:pt x="292069" y="221530"/>
                    <a:pt x="281190" y="221530"/>
                  </a:cubicBezTo>
                  <a:lnTo>
                    <a:pt x="229517" y="221530"/>
                  </a:lnTo>
                  <a:lnTo>
                    <a:pt x="229517" y="365671"/>
                  </a:lnTo>
                  <a:cubicBezTo>
                    <a:pt x="226797" y="409186"/>
                    <a:pt x="267592" y="433663"/>
                    <a:pt x="311107" y="433663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>
                <a:ln>
                  <a:noFill/>
                </a:ln>
                <a:solidFill>
                  <a:srgbClr val="666666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79" name="Freeform: Shape 35">
              <a:extLst>
                <a:ext uri="{FF2B5EF4-FFF2-40B4-BE49-F238E27FC236}">
                  <a16:creationId xmlns:a16="http://schemas.microsoft.com/office/drawing/2014/main" id="{EB68E8C8-AAF9-3647-96EE-921A4040B93C}"/>
                </a:ext>
              </a:extLst>
            </p:cNvPr>
            <p:cNvSpPr/>
            <p:nvPr/>
          </p:nvSpPr>
          <p:spPr>
            <a:xfrm>
              <a:off x="7090329" y="3338014"/>
              <a:ext cx="353556" cy="543931"/>
            </a:xfrm>
            <a:custGeom>
              <a:avLst/>
              <a:gdLst>
                <a:gd name="connsiteX0" fmla="*/ 311107 w 353555"/>
                <a:gd name="connsiteY0" fmla="*/ 433663 h 543931"/>
                <a:gd name="connsiteX1" fmla="*/ 215919 w 353555"/>
                <a:gd name="connsiteY1" fmla="*/ 501654 h 543931"/>
                <a:gd name="connsiteX2" fmla="*/ 98973 w 353555"/>
                <a:gd name="connsiteY2" fmla="*/ 392868 h 543931"/>
                <a:gd name="connsiteX3" fmla="*/ 98973 w 353555"/>
                <a:gd name="connsiteY3" fmla="*/ 221530 h 543931"/>
                <a:gd name="connsiteX4" fmla="*/ 82655 w 353555"/>
                <a:gd name="connsiteY4" fmla="*/ 221530 h 543931"/>
                <a:gd name="connsiteX5" fmla="*/ 58178 w 353555"/>
                <a:gd name="connsiteY5" fmla="*/ 191614 h 543931"/>
                <a:gd name="connsiteX6" fmla="*/ 85375 w 353555"/>
                <a:gd name="connsiteY6" fmla="*/ 164417 h 543931"/>
                <a:gd name="connsiteX7" fmla="*/ 101693 w 353555"/>
                <a:gd name="connsiteY7" fmla="*/ 164417 h 543931"/>
                <a:gd name="connsiteX8" fmla="*/ 101693 w 353555"/>
                <a:gd name="connsiteY8" fmla="*/ 118183 h 543931"/>
                <a:gd name="connsiteX9" fmla="*/ 166965 w 353555"/>
                <a:gd name="connsiteY9" fmla="*/ 58350 h 543931"/>
                <a:gd name="connsiteX10" fmla="*/ 229517 w 353555"/>
                <a:gd name="connsiteY10" fmla="*/ 118183 h 543931"/>
                <a:gd name="connsiteX11" fmla="*/ 229517 w 353555"/>
                <a:gd name="connsiteY11" fmla="*/ 118183 h 543931"/>
                <a:gd name="connsiteX12" fmla="*/ 229517 w 353555"/>
                <a:gd name="connsiteY12" fmla="*/ 164417 h 543931"/>
                <a:gd name="connsiteX13" fmla="*/ 283910 w 353555"/>
                <a:gd name="connsiteY13" fmla="*/ 164417 h 543931"/>
                <a:gd name="connsiteX14" fmla="*/ 308387 w 353555"/>
                <a:gd name="connsiteY14" fmla="*/ 194333 h 543931"/>
                <a:gd name="connsiteX15" fmla="*/ 281190 w 353555"/>
                <a:gd name="connsiteY15" fmla="*/ 221530 h 543931"/>
                <a:gd name="connsiteX16" fmla="*/ 229517 w 353555"/>
                <a:gd name="connsiteY16" fmla="*/ 221530 h 543931"/>
                <a:gd name="connsiteX17" fmla="*/ 229517 w 353555"/>
                <a:gd name="connsiteY17" fmla="*/ 365671 h 543931"/>
                <a:gd name="connsiteX18" fmla="*/ 311107 w 353555"/>
                <a:gd name="connsiteY18" fmla="*/ 433663 h 543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53555" h="543931">
                  <a:moveTo>
                    <a:pt x="311107" y="433663"/>
                  </a:moveTo>
                  <a:cubicBezTo>
                    <a:pt x="311107" y="433663"/>
                    <a:pt x="278471" y="501654"/>
                    <a:pt x="215919" y="501654"/>
                  </a:cubicBezTo>
                  <a:cubicBezTo>
                    <a:pt x="164245" y="501654"/>
                    <a:pt x="101693" y="458140"/>
                    <a:pt x="98973" y="392868"/>
                  </a:cubicBezTo>
                  <a:cubicBezTo>
                    <a:pt x="98973" y="392868"/>
                    <a:pt x="98973" y="297680"/>
                    <a:pt x="98973" y="221530"/>
                  </a:cubicBezTo>
                  <a:lnTo>
                    <a:pt x="82655" y="221530"/>
                  </a:lnTo>
                  <a:cubicBezTo>
                    <a:pt x="74496" y="221530"/>
                    <a:pt x="58178" y="216090"/>
                    <a:pt x="58178" y="191614"/>
                  </a:cubicBezTo>
                  <a:cubicBezTo>
                    <a:pt x="58178" y="167137"/>
                    <a:pt x="77216" y="164417"/>
                    <a:pt x="85375" y="164417"/>
                  </a:cubicBezTo>
                  <a:lnTo>
                    <a:pt x="101693" y="164417"/>
                  </a:lnTo>
                  <a:cubicBezTo>
                    <a:pt x="101693" y="137220"/>
                    <a:pt x="101693" y="118183"/>
                    <a:pt x="101693" y="118183"/>
                  </a:cubicBezTo>
                  <a:cubicBezTo>
                    <a:pt x="104412" y="85547"/>
                    <a:pt x="134329" y="55631"/>
                    <a:pt x="166965" y="58350"/>
                  </a:cubicBezTo>
                  <a:cubicBezTo>
                    <a:pt x="196881" y="61070"/>
                    <a:pt x="229517" y="85547"/>
                    <a:pt x="229517" y="118183"/>
                  </a:cubicBezTo>
                  <a:lnTo>
                    <a:pt x="229517" y="118183"/>
                  </a:lnTo>
                  <a:lnTo>
                    <a:pt x="229517" y="164417"/>
                  </a:lnTo>
                  <a:lnTo>
                    <a:pt x="283910" y="164417"/>
                  </a:lnTo>
                  <a:cubicBezTo>
                    <a:pt x="292069" y="164417"/>
                    <a:pt x="308387" y="169856"/>
                    <a:pt x="308387" y="194333"/>
                  </a:cubicBezTo>
                  <a:cubicBezTo>
                    <a:pt x="308387" y="218810"/>
                    <a:pt x="292069" y="221530"/>
                    <a:pt x="281190" y="221530"/>
                  </a:cubicBezTo>
                  <a:lnTo>
                    <a:pt x="229517" y="221530"/>
                  </a:lnTo>
                  <a:lnTo>
                    <a:pt x="229517" y="365671"/>
                  </a:lnTo>
                  <a:cubicBezTo>
                    <a:pt x="229517" y="409186"/>
                    <a:pt x="270312" y="433663"/>
                    <a:pt x="311107" y="433663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>
                <a:ln>
                  <a:noFill/>
                </a:ln>
                <a:solidFill>
                  <a:srgbClr val="666666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80" name="Freeform: Shape 36">
              <a:extLst>
                <a:ext uri="{FF2B5EF4-FFF2-40B4-BE49-F238E27FC236}">
                  <a16:creationId xmlns:a16="http://schemas.microsoft.com/office/drawing/2014/main" id="{61E58161-3388-B04F-A44F-4D91EE1124D6}"/>
                </a:ext>
              </a:extLst>
            </p:cNvPr>
            <p:cNvSpPr/>
            <p:nvPr/>
          </p:nvSpPr>
          <p:spPr>
            <a:xfrm>
              <a:off x="2080719" y="4178559"/>
              <a:ext cx="462342" cy="788700"/>
            </a:xfrm>
            <a:custGeom>
              <a:avLst/>
              <a:gdLst>
                <a:gd name="connsiteX0" fmla="*/ 403575 w 462341"/>
                <a:gd name="connsiteY0" fmla="*/ 583072 h 788699"/>
                <a:gd name="connsiteX1" fmla="*/ 406295 w 462341"/>
                <a:gd name="connsiteY1" fmla="*/ 596670 h 788699"/>
                <a:gd name="connsiteX2" fmla="*/ 400855 w 462341"/>
                <a:gd name="connsiteY2" fmla="*/ 610268 h 788699"/>
                <a:gd name="connsiteX3" fmla="*/ 389977 w 462341"/>
                <a:gd name="connsiteY3" fmla="*/ 626586 h 788699"/>
                <a:gd name="connsiteX4" fmla="*/ 354621 w 462341"/>
                <a:gd name="connsiteY4" fmla="*/ 675540 h 788699"/>
                <a:gd name="connsiteX5" fmla="*/ 327424 w 462341"/>
                <a:gd name="connsiteY5" fmla="*/ 691858 h 788699"/>
                <a:gd name="connsiteX6" fmla="*/ 292069 w 462341"/>
                <a:gd name="connsiteY6" fmla="*/ 713615 h 788699"/>
                <a:gd name="connsiteX7" fmla="*/ 251274 w 462341"/>
                <a:gd name="connsiteY7" fmla="*/ 724494 h 788699"/>
                <a:gd name="connsiteX8" fmla="*/ 221358 w 462341"/>
                <a:gd name="connsiteY8" fmla="*/ 721774 h 788699"/>
                <a:gd name="connsiteX9" fmla="*/ 191442 w 462341"/>
                <a:gd name="connsiteY9" fmla="*/ 721774 h 788699"/>
                <a:gd name="connsiteX10" fmla="*/ 153366 w 462341"/>
                <a:gd name="connsiteY10" fmla="*/ 713615 h 788699"/>
                <a:gd name="connsiteX11" fmla="*/ 104412 w 462341"/>
                <a:gd name="connsiteY11" fmla="*/ 675540 h 788699"/>
                <a:gd name="connsiteX12" fmla="*/ 104412 w 462341"/>
                <a:gd name="connsiteY12" fmla="*/ 689138 h 788699"/>
                <a:gd name="connsiteX13" fmla="*/ 101693 w 462341"/>
                <a:gd name="connsiteY13" fmla="*/ 710895 h 788699"/>
                <a:gd name="connsiteX14" fmla="*/ 85375 w 462341"/>
                <a:gd name="connsiteY14" fmla="*/ 732653 h 788699"/>
                <a:gd name="connsiteX15" fmla="*/ 69057 w 462341"/>
                <a:gd name="connsiteY15" fmla="*/ 727214 h 788699"/>
                <a:gd name="connsiteX16" fmla="*/ 60898 w 462341"/>
                <a:gd name="connsiteY16" fmla="*/ 710895 h 788699"/>
                <a:gd name="connsiteX17" fmla="*/ 58178 w 462341"/>
                <a:gd name="connsiteY17" fmla="*/ 691858 h 788699"/>
                <a:gd name="connsiteX18" fmla="*/ 60898 w 462341"/>
                <a:gd name="connsiteY18" fmla="*/ 664661 h 788699"/>
                <a:gd name="connsiteX19" fmla="*/ 60898 w 462341"/>
                <a:gd name="connsiteY19" fmla="*/ 607549 h 788699"/>
                <a:gd name="connsiteX20" fmla="*/ 63618 w 462341"/>
                <a:gd name="connsiteY20" fmla="*/ 528679 h 788699"/>
                <a:gd name="connsiteX21" fmla="*/ 69057 w 462341"/>
                <a:gd name="connsiteY21" fmla="*/ 504202 h 788699"/>
                <a:gd name="connsiteX22" fmla="*/ 74496 w 462341"/>
                <a:gd name="connsiteY22" fmla="*/ 493323 h 788699"/>
                <a:gd name="connsiteX23" fmla="*/ 82655 w 462341"/>
                <a:gd name="connsiteY23" fmla="*/ 487884 h 788699"/>
                <a:gd name="connsiteX24" fmla="*/ 90814 w 462341"/>
                <a:gd name="connsiteY24" fmla="*/ 493323 h 788699"/>
                <a:gd name="connsiteX25" fmla="*/ 98973 w 462341"/>
                <a:gd name="connsiteY25" fmla="*/ 512361 h 788699"/>
                <a:gd name="connsiteX26" fmla="*/ 101693 w 462341"/>
                <a:gd name="connsiteY26" fmla="*/ 555875 h 788699"/>
                <a:gd name="connsiteX27" fmla="*/ 101693 w 462341"/>
                <a:gd name="connsiteY27" fmla="*/ 596670 h 788699"/>
                <a:gd name="connsiteX28" fmla="*/ 109852 w 462341"/>
                <a:gd name="connsiteY28" fmla="*/ 626586 h 788699"/>
                <a:gd name="connsiteX29" fmla="*/ 128889 w 462341"/>
                <a:gd name="connsiteY29" fmla="*/ 651063 h 788699"/>
                <a:gd name="connsiteX30" fmla="*/ 153366 w 462341"/>
                <a:gd name="connsiteY30" fmla="*/ 670101 h 788699"/>
                <a:gd name="connsiteX31" fmla="*/ 196881 w 462341"/>
                <a:gd name="connsiteY31" fmla="*/ 678260 h 788699"/>
                <a:gd name="connsiteX32" fmla="*/ 221358 w 462341"/>
                <a:gd name="connsiteY32" fmla="*/ 667381 h 788699"/>
                <a:gd name="connsiteX33" fmla="*/ 253994 w 462341"/>
                <a:gd name="connsiteY33" fmla="*/ 659222 h 788699"/>
                <a:gd name="connsiteX34" fmla="*/ 275751 w 462341"/>
                <a:gd name="connsiteY34" fmla="*/ 637465 h 788699"/>
                <a:gd name="connsiteX35" fmla="*/ 281190 w 462341"/>
                <a:gd name="connsiteY35" fmla="*/ 615708 h 788699"/>
                <a:gd name="connsiteX36" fmla="*/ 278471 w 462341"/>
                <a:gd name="connsiteY36" fmla="*/ 602109 h 788699"/>
                <a:gd name="connsiteX37" fmla="*/ 262153 w 462341"/>
                <a:gd name="connsiteY37" fmla="*/ 572193 h 788699"/>
                <a:gd name="connsiteX38" fmla="*/ 245835 w 462341"/>
                <a:gd name="connsiteY38" fmla="*/ 536838 h 788699"/>
                <a:gd name="connsiteX39" fmla="*/ 196881 w 462341"/>
                <a:gd name="connsiteY39" fmla="*/ 477005 h 788699"/>
                <a:gd name="connsiteX40" fmla="*/ 145207 w 462341"/>
                <a:gd name="connsiteY40" fmla="*/ 419892 h 788699"/>
                <a:gd name="connsiteX41" fmla="*/ 93534 w 462341"/>
                <a:gd name="connsiteY41" fmla="*/ 357340 h 788699"/>
                <a:gd name="connsiteX42" fmla="*/ 66337 w 462341"/>
                <a:gd name="connsiteY42" fmla="*/ 283910 h 788699"/>
                <a:gd name="connsiteX43" fmla="*/ 58178 w 462341"/>
                <a:gd name="connsiteY43" fmla="*/ 224077 h 788699"/>
                <a:gd name="connsiteX44" fmla="*/ 82655 w 462341"/>
                <a:gd name="connsiteY44" fmla="*/ 150647 h 788699"/>
                <a:gd name="connsiteX45" fmla="*/ 137048 w 462341"/>
                <a:gd name="connsiteY45" fmla="*/ 96253 h 788699"/>
                <a:gd name="connsiteX46" fmla="*/ 196881 w 462341"/>
                <a:gd name="connsiteY46" fmla="*/ 77216 h 788699"/>
                <a:gd name="connsiteX47" fmla="*/ 232236 w 462341"/>
                <a:gd name="connsiteY47" fmla="*/ 69057 h 788699"/>
                <a:gd name="connsiteX48" fmla="*/ 262153 w 462341"/>
                <a:gd name="connsiteY48" fmla="*/ 74496 h 788699"/>
                <a:gd name="connsiteX49" fmla="*/ 294789 w 462341"/>
                <a:gd name="connsiteY49" fmla="*/ 85375 h 788699"/>
                <a:gd name="connsiteX50" fmla="*/ 327424 w 462341"/>
                <a:gd name="connsiteY50" fmla="*/ 104412 h 788699"/>
                <a:gd name="connsiteX51" fmla="*/ 332864 w 462341"/>
                <a:gd name="connsiteY51" fmla="*/ 74496 h 788699"/>
                <a:gd name="connsiteX52" fmla="*/ 338303 w 462341"/>
                <a:gd name="connsiteY52" fmla="*/ 63618 h 788699"/>
                <a:gd name="connsiteX53" fmla="*/ 349182 w 462341"/>
                <a:gd name="connsiteY53" fmla="*/ 58178 h 788699"/>
                <a:gd name="connsiteX54" fmla="*/ 357341 w 462341"/>
                <a:gd name="connsiteY54" fmla="*/ 63618 h 788699"/>
                <a:gd name="connsiteX55" fmla="*/ 365500 w 462341"/>
                <a:gd name="connsiteY55" fmla="*/ 82655 h 788699"/>
                <a:gd name="connsiteX56" fmla="*/ 368219 w 462341"/>
                <a:gd name="connsiteY56" fmla="*/ 142488 h 788699"/>
                <a:gd name="connsiteX57" fmla="*/ 368219 w 462341"/>
                <a:gd name="connsiteY57" fmla="*/ 188722 h 788699"/>
                <a:gd name="connsiteX58" fmla="*/ 370939 w 462341"/>
                <a:gd name="connsiteY58" fmla="*/ 245834 h 788699"/>
                <a:gd name="connsiteX59" fmla="*/ 354621 w 462341"/>
                <a:gd name="connsiteY59" fmla="*/ 286629 h 788699"/>
                <a:gd name="connsiteX60" fmla="*/ 338303 w 462341"/>
                <a:gd name="connsiteY60" fmla="*/ 281190 h 788699"/>
                <a:gd name="connsiteX61" fmla="*/ 330144 w 462341"/>
                <a:gd name="connsiteY61" fmla="*/ 264872 h 788699"/>
                <a:gd name="connsiteX62" fmla="*/ 327424 w 462341"/>
                <a:gd name="connsiteY62" fmla="*/ 248554 h 788699"/>
                <a:gd name="connsiteX63" fmla="*/ 330144 w 462341"/>
                <a:gd name="connsiteY63" fmla="*/ 221357 h 788699"/>
                <a:gd name="connsiteX64" fmla="*/ 330144 w 462341"/>
                <a:gd name="connsiteY64" fmla="*/ 188722 h 788699"/>
                <a:gd name="connsiteX65" fmla="*/ 327424 w 462341"/>
                <a:gd name="connsiteY65" fmla="*/ 164245 h 788699"/>
                <a:gd name="connsiteX66" fmla="*/ 311107 w 462341"/>
                <a:gd name="connsiteY66" fmla="*/ 134329 h 788699"/>
                <a:gd name="connsiteX67" fmla="*/ 283910 w 462341"/>
                <a:gd name="connsiteY67" fmla="*/ 118011 h 788699"/>
                <a:gd name="connsiteX68" fmla="*/ 251274 w 462341"/>
                <a:gd name="connsiteY68" fmla="*/ 112571 h 788699"/>
                <a:gd name="connsiteX69" fmla="*/ 215918 w 462341"/>
                <a:gd name="connsiteY69" fmla="*/ 123450 h 788699"/>
                <a:gd name="connsiteX70" fmla="*/ 202320 w 462341"/>
                <a:gd name="connsiteY70" fmla="*/ 147927 h 788699"/>
                <a:gd name="connsiteX71" fmla="*/ 188722 w 462341"/>
                <a:gd name="connsiteY71" fmla="*/ 180563 h 788699"/>
                <a:gd name="connsiteX72" fmla="*/ 183283 w 462341"/>
                <a:gd name="connsiteY72" fmla="*/ 210479 h 788699"/>
                <a:gd name="connsiteX73" fmla="*/ 188722 w 462341"/>
                <a:gd name="connsiteY73" fmla="*/ 226797 h 788699"/>
                <a:gd name="connsiteX74" fmla="*/ 188722 w 462341"/>
                <a:gd name="connsiteY74" fmla="*/ 248554 h 788699"/>
                <a:gd name="connsiteX75" fmla="*/ 210479 w 462341"/>
                <a:gd name="connsiteY75" fmla="*/ 273031 h 788699"/>
                <a:gd name="connsiteX76" fmla="*/ 226797 w 462341"/>
                <a:gd name="connsiteY76" fmla="*/ 300228 h 788699"/>
                <a:gd name="connsiteX77" fmla="*/ 256713 w 462341"/>
                <a:gd name="connsiteY77" fmla="*/ 332864 h 788699"/>
                <a:gd name="connsiteX78" fmla="*/ 275751 w 462341"/>
                <a:gd name="connsiteY78" fmla="*/ 351901 h 788699"/>
                <a:gd name="connsiteX79" fmla="*/ 324705 w 462341"/>
                <a:gd name="connsiteY79" fmla="*/ 400855 h 788699"/>
                <a:gd name="connsiteX80" fmla="*/ 343742 w 462341"/>
                <a:gd name="connsiteY80" fmla="*/ 428051 h 788699"/>
                <a:gd name="connsiteX81" fmla="*/ 351901 w 462341"/>
                <a:gd name="connsiteY81" fmla="*/ 433491 h 788699"/>
                <a:gd name="connsiteX82" fmla="*/ 360060 w 462341"/>
                <a:gd name="connsiteY82" fmla="*/ 447089 h 788699"/>
                <a:gd name="connsiteX83" fmla="*/ 384537 w 462341"/>
                <a:gd name="connsiteY83" fmla="*/ 474286 h 788699"/>
                <a:gd name="connsiteX84" fmla="*/ 395416 w 462341"/>
                <a:gd name="connsiteY84" fmla="*/ 506921 h 788699"/>
                <a:gd name="connsiteX85" fmla="*/ 406295 w 462341"/>
                <a:gd name="connsiteY85" fmla="*/ 536838 h 788699"/>
                <a:gd name="connsiteX86" fmla="*/ 409014 w 462341"/>
                <a:gd name="connsiteY86" fmla="*/ 547716 h 788699"/>
                <a:gd name="connsiteX87" fmla="*/ 406295 w 462341"/>
                <a:gd name="connsiteY87" fmla="*/ 569473 h 788699"/>
                <a:gd name="connsiteX88" fmla="*/ 403575 w 462341"/>
                <a:gd name="connsiteY88" fmla="*/ 583072 h 788699"/>
                <a:gd name="connsiteX89" fmla="*/ 403575 w 462341"/>
                <a:gd name="connsiteY89" fmla="*/ 583072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462341" h="788699">
                  <a:moveTo>
                    <a:pt x="403575" y="583072"/>
                  </a:moveTo>
                  <a:cubicBezTo>
                    <a:pt x="403575" y="588511"/>
                    <a:pt x="406295" y="591231"/>
                    <a:pt x="406295" y="596670"/>
                  </a:cubicBezTo>
                  <a:cubicBezTo>
                    <a:pt x="406295" y="602109"/>
                    <a:pt x="403575" y="604829"/>
                    <a:pt x="400855" y="610268"/>
                  </a:cubicBezTo>
                  <a:cubicBezTo>
                    <a:pt x="398136" y="615708"/>
                    <a:pt x="392696" y="621147"/>
                    <a:pt x="389977" y="626586"/>
                  </a:cubicBezTo>
                  <a:cubicBezTo>
                    <a:pt x="381818" y="645624"/>
                    <a:pt x="368219" y="661942"/>
                    <a:pt x="354621" y="675540"/>
                  </a:cubicBezTo>
                  <a:cubicBezTo>
                    <a:pt x="346462" y="683699"/>
                    <a:pt x="338303" y="686419"/>
                    <a:pt x="327424" y="691858"/>
                  </a:cubicBezTo>
                  <a:cubicBezTo>
                    <a:pt x="316546" y="700017"/>
                    <a:pt x="302948" y="708176"/>
                    <a:pt x="292069" y="713615"/>
                  </a:cubicBezTo>
                  <a:cubicBezTo>
                    <a:pt x="281190" y="719054"/>
                    <a:pt x="264872" y="724494"/>
                    <a:pt x="251274" y="724494"/>
                  </a:cubicBezTo>
                  <a:cubicBezTo>
                    <a:pt x="240395" y="724494"/>
                    <a:pt x="229517" y="721774"/>
                    <a:pt x="221358" y="721774"/>
                  </a:cubicBezTo>
                  <a:cubicBezTo>
                    <a:pt x="213199" y="721774"/>
                    <a:pt x="202320" y="721774"/>
                    <a:pt x="191442" y="721774"/>
                  </a:cubicBezTo>
                  <a:cubicBezTo>
                    <a:pt x="172404" y="721774"/>
                    <a:pt x="172404" y="721774"/>
                    <a:pt x="153366" y="713615"/>
                  </a:cubicBezTo>
                  <a:cubicBezTo>
                    <a:pt x="134329" y="708176"/>
                    <a:pt x="118011" y="691858"/>
                    <a:pt x="104412" y="675540"/>
                  </a:cubicBezTo>
                  <a:cubicBezTo>
                    <a:pt x="104412" y="678260"/>
                    <a:pt x="104412" y="680979"/>
                    <a:pt x="104412" y="689138"/>
                  </a:cubicBezTo>
                  <a:cubicBezTo>
                    <a:pt x="104412" y="694578"/>
                    <a:pt x="104412" y="702737"/>
                    <a:pt x="101693" y="710895"/>
                  </a:cubicBezTo>
                  <a:cubicBezTo>
                    <a:pt x="101693" y="721774"/>
                    <a:pt x="96253" y="732653"/>
                    <a:pt x="85375" y="732653"/>
                  </a:cubicBezTo>
                  <a:cubicBezTo>
                    <a:pt x="77216" y="732653"/>
                    <a:pt x="74496" y="729933"/>
                    <a:pt x="69057" y="727214"/>
                  </a:cubicBezTo>
                  <a:cubicBezTo>
                    <a:pt x="63618" y="724494"/>
                    <a:pt x="60898" y="716335"/>
                    <a:pt x="60898" y="710895"/>
                  </a:cubicBezTo>
                  <a:cubicBezTo>
                    <a:pt x="58178" y="702737"/>
                    <a:pt x="58178" y="697297"/>
                    <a:pt x="58178" y="691858"/>
                  </a:cubicBezTo>
                  <a:cubicBezTo>
                    <a:pt x="58178" y="683699"/>
                    <a:pt x="60898" y="678260"/>
                    <a:pt x="60898" y="664661"/>
                  </a:cubicBezTo>
                  <a:cubicBezTo>
                    <a:pt x="60898" y="656502"/>
                    <a:pt x="60898" y="632026"/>
                    <a:pt x="60898" y="607549"/>
                  </a:cubicBezTo>
                  <a:cubicBezTo>
                    <a:pt x="60898" y="574913"/>
                    <a:pt x="60898" y="542277"/>
                    <a:pt x="63618" y="528679"/>
                  </a:cubicBezTo>
                  <a:cubicBezTo>
                    <a:pt x="63618" y="520520"/>
                    <a:pt x="63618" y="509641"/>
                    <a:pt x="69057" y="504202"/>
                  </a:cubicBezTo>
                  <a:cubicBezTo>
                    <a:pt x="71777" y="501482"/>
                    <a:pt x="71777" y="498762"/>
                    <a:pt x="74496" y="493323"/>
                  </a:cubicBezTo>
                  <a:cubicBezTo>
                    <a:pt x="77216" y="490603"/>
                    <a:pt x="79936" y="487884"/>
                    <a:pt x="82655" y="487884"/>
                  </a:cubicBezTo>
                  <a:cubicBezTo>
                    <a:pt x="85375" y="487884"/>
                    <a:pt x="90814" y="490603"/>
                    <a:pt x="90814" y="493323"/>
                  </a:cubicBezTo>
                  <a:cubicBezTo>
                    <a:pt x="93534" y="498762"/>
                    <a:pt x="98973" y="506921"/>
                    <a:pt x="98973" y="512361"/>
                  </a:cubicBezTo>
                  <a:cubicBezTo>
                    <a:pt x="98973" y="520520"/>
                    <a:pt x="101693" y="536838"/>
                    <a:pt x="101693" y="555875"/>
                  </a:cubicBezTo>
                  <a:cubicBezTo>
                    <a:pt x="101693" y="569473"/>
                    <a:pt x="101693" y="583072"/>
                    <a:pt x="101693" y="596670"/>
                  </a:cubicBezTo>
                  <a:cubicBezTo>
                    <a:pt x="101693" y="607549"/>
                    <a:pt x="104412" y="618427"/>
                    <a:pt x="109852" y="626586"/>
                  </a:cubicBezTo>
                  <a:cubicBezTo>
                    <a:pt x="115291" y="637465"/>
                    <a:pt x="123450" y="642904"/>
                    <a:pt x="128889" y="651063"/>
                  </a:cubicBezTo>
                  <a:cubicBezTo>
                    <a:pt x="137048" y="661942"/>
                    <a:pt x="139768" y="667381"/>
                    <a:pt x="153366" y="670101"/>
                  </a:cubicBezTo>
                  <a:cubicBezTo>
                    <a:pt x="161525" y="670101"/>
                    <a:pt x="183283" y="678260"/>
                    <a:pt x="196881" y="678260"/>
                  </a:cubicBezTo>
                  <a:cubicBezTo>
                    <a:pt x="207759" y="678260"/>
                    <a:pt x="210479" y="672820"/>
                    <a:pt x="221358" y="667381"/>
                  </a:cubicBezTo>
                  <a:cubicBezTo>
                    <a:pt x="232236" y="661942"/>
                    <a:pt x="245835" y="664661"/>
                    <a:pt x="253994" y="659222"/>
                  </a:cubicBezTo>
                  <a:cubicBezTo>
                    <a:pt x="262153" y="653783"/>
                    <a:pt x="273031" y="645624"/>
                    <a:pt x="275751" y="637465"/>
                  </a:cubicBezTo>
                  <a:cubicBezTo>
                    <a:pt x="281190" y="629306"/>
                    <a:pt x="281190" y="621147"/>
                    <a:pt x="281190" y="615708"/>
                  </a:cubicBezTo>
                  <a:cubicBezTo>
                    <a:pt x="281190" y="610268"/>
                    <a:pt x="281190" y="607549"/>
                    <a:pt x="278471" y="602109"/>
                  </a:cubicBezTo>
                  <a:cubicBezTo>
                    <a:pt x="275751" y="591231"/>
                    <a:pt x="267592" y="583072"/>
                    <a:pt x="262153" y="572193"/>
                  </a:cubicBezTo>
                  <a:cubicBezTo>
                    <a:pt x="256713" y="561314"/>
                    <a:pt x="253994" y="547716"/>
                    <a:pt x="245835" y="536838"/>
                  </a:cubicBezTo>
                  <a:cubicBezTo>
                    <a:pt x="232236" y="515080"/>
                    <a:pt x="213199" y="498762"/>
                    <a:pt x="196881" y="477005"/>
                  </a:cubicBezTo>
                  <a:cubicBezTo>
                    <a:pt x="180563" y="457968"/>
                    <a:pt x="164245" y="438930"/>
                    <a:pt x="145207" y="419892"/>
                  </a:cubicBezTo>
                  <a:cubicBezTo>
                    <a:pt x="126170" y="400855"/>
                    <a:pt x="109852" y="379098"/>
                    <a:pt x="93534" y="357340"/>
                  </a:cubicBezTo>
                  <a:cubicBezTo>
                    <a:pt x="77216" y="335583"/>
                    <a:pt x="71777" y="308387"/>
                    <a:pt x="66337" y="283910"/>
                  </a:cubicBezTo>
                  <a:cubicBezTo>
                    <a:pt x="63618" y="267592"/>
                    <a:pt x="58178" y="245834"/>
                    <a:pt x="58178" y="224077"/>
                  </a:cubicBezTo>
                  <a:cubicBezTo>
                    <a:pt x="58178" y="194161"/>
                    <a:pt x="69057" y="175123"/>
                    <a:pt x="82655" y="150647"/>
                  </a:cubicBezTo>
                  <a:cubicBezTo>
                    <a:pt x="96253" y="128889"/>
                    <a:pt x="115291" y="109852"/>
                    <a:pt x="137048" y="96253"/>
                  </a:cubicBezTo>
                  <a:cubicBezTo>
                    <a:pt x="158806" y="82655"/>
                    <a:pt x="172404" y="79936"/>
                    <a:pt x="196881" y="77216"/>
                  </a:cubicBezTo>
                  <a:cubicBezTo>
                    <a:pt x="210479" y="77216"/>
                    <a:pt x="215918" y="69057"/>
                    <a:pt x="232236" y="69057"/>
                  </a:cubicBezTo>
                  <a:cubicBezTo>
                    <a:pt x="243115" y="69057"/>
                    <a:pt x="251274" y="71776"/>
                    <a:pt x="262153" y="74496"/>
                  </a:cubicBezTo>
                  <a:cubicBezTo>
                    <a:pt x="273031" y="77216"/>
                    <a:pt x="283910" y="82655"/>
                    <a:pt x="294789" y="85375"/>
                  </a:cubicBezTo>
                  <a:cubicBezTo>
                    <a:pt x="308387" y="90814"/>
                    <a:pt x="319265" y="96253"/>
                    <a:pt x="327424" y="104412"/>
                  </a:cubicBezTo>
                  <a:cubicBezTo>
                    <a:pt x="327424" y="90814"/>
                    <a:pt x="327424" y="79936"/>
                    <a:pt x="332864" y="74496"/>
                  </a:cubicBezTo>
                  <a:cubicBezTo>
                    <a:pt x="335583" y="71776"/>
                    <a:pt x="335583" y="69057"/>
                    <a:pt x="338303" y="63618"/>
                  </a:cubicBezTo>
                  <a:cubicBezTo>
                    <a:pt x="341023" y="60898"/>
                    <a:pt x="346462" y="58178"/>
                    <a:pt x="349182" y="58178"/>
                  </a:cubicBezTo>
                  <a:cubicBezTo>
                    <a:pt x="351901" y="58178"/>
                    <a:pt x="357341" y="60898"/>
                    <a:pt x="357341" y="63618"/>
                  </a:cubicBezTo>
                  <a:cubicBezTo>
                    <a:pt x="360060" y="69057"/>
                    <a:pt x="365500" y="77216"/>
                    <a:pt x="365500" y="82655"/>
                  </a:cubicBezTo>
                  <a:cubicBezTo>
                    <a:pt x="365500" y="90814"/>
                    <a:pt x="368219" y="123450"/>
                    <a:pt x="368219" y="142488"/>
                  </a:cubicBezTo>
                  <a:cubicBezTo>
                    <a:pt x="368219" y="158806"/>
                    <a:pt x="368219" y="177843"/>
                    <a:pt x="368219" y="188722"/>
                  </a:cubicBezTo>
                  <a:cubicBezTo>
                    <a:pt x="368219" y="213199"/>
                    <a:pt x="370939" y="224077"/>
                    <a:pt x="370939" y="245834"/>
                  </a:cubicBezTo>
                  <a:cubicBezTo>
                    <a:pt x="370939" y="256713"/>
                    <a:pt x="370939" y="286629"/>
                    <a:pt x="354621" y="286629"/>
                  </a:cubicBezTo>
                  <a:cubicBezTo>
                    <a:pt x="346462" y="286629"/>
                    <a:pt x="343742" y="283910"/>
                    <a:pt x="338303" y="281190"/>
                  </a:cubicBezTo>
                  <a:cubicBezTo>
                    <a:pt x="332864" y="278470"/>
                    <a:pt x="330144" y="270311"/>
                    <a:pt x="330144" y="264872"/>
                  </a:cubicBezTo>
                  <a:cubicBezTo>
                    <a:pt x="327424" y="256713"/>
                    <a:pt x="327424" y="251274"/>
                    <a:pt x="327424" y="248554"/>
                  </a:cubicBezTo>
                  <a:cubicBezTo>
                    <a:pt x="327424" y="240395"/>
                    <a:pt x="330144" y="234956"/>
                    <a:pt x="330144" y="221357"/>
                  </a:cubicBezTo>
                  <a:cubicBezTo>
                    <a:pt x="330144" y="213199"/>
                    <a:pt x="330144" y="202320"/>
                    <a:pt x="330144" y="188722"/>
                  </a:cubicBezTo>
                  <a:cubicBezTo>
                    <a:pt x="330144" y="180563"/>
                    <a:pt x="327424" y="172404"/>
                    <a:pt x="327424" y="164245"/>
                  </a:cubicBezTo>
                  <a:cubicBezTo>
                    <a:pt x="324705" y="153366"/>
                    <a:pt x="319265" y="142488"/>
                    <a:pt x="311107" y="134329"/>
                  </a:cubicBezTo>
                  <a:cubicBezTo>
                    <a:pt x="302948" y="126170"/>
                    <a:pt x="294789" y="120730"/>
                    <a:pt x="283910" y="118011"/>
                  </a:cubicBezTo>
                  <a:cubicBezTo>
                    <a:pt x="275751" y="115291"/>
                    <a:pt x="262153" y="112571"/>
                    <a:pt x="251274" y="112571"/>
                  </a:cubicBezTo>
                  <a:cubicBezTo>
                    <a:pt x="237676" y="112571"/>
                    <a:pt x="224077" y="115291"/>
                    <a:pt x="215918" y="123450"/>
                  </a:cubicBezTo>
                  <a:cubicBezTo>
                    <a:pt x="207759" y="128889"/>
                    <a:pt x="205040" y="139768"/>
                    <a:pt x="202320" y="147927"/>
                  </a:cubicBezTo>
                  <a:cubicBezTo>
                    <a:pt x="196881" y="158806"/>
                    <a:pt x="191442" y="166964"/>
                    <a:pt x="188722" y="180563"/>
                  </a:cubicBezTo>
                  <a:cubicBezTo>
                    <a:pt x="186002" y="191441"/>
                    <a:pt x="183283" y="199600"/>
                    <a:pt x="183283" y="210479"/>
                  </a:cubicBezTo>
                  <a:cubicBezTo>
                    <a:pt x="183283" y="215918"/>
                    <a:pt x="186002" y="221357"/>
                    <a:pt x="188722" y="226797"/>
                  </a:cubicBezTo>
                  <a:cubicBezTo>
                    <a:pt x="191442" y="234956"/>
                    <a:pt x="188722" y="243115"/>
                    <a:pt x="188722" y="248554"/>
                  </a:cubicBezTo>
                  <a:cubicBezTo>
                    <a:pt x="191442" y="259433"/>
                    <a:pt x="202320" y="264872"/>
                    <a:pt x="210479" y="273031"/>
                  </a:cubicBezTo>
                  <a:cubicBezTo>
                    <a:pt x="218638" y="281190"/>
                    <a:pt x="221358" y="292069"/>
                    <a:pt x="226797" y="300228"/>
                  </a:cubicBezTo>
                  <a:cubicBezTo>
                    <a:pt x="234956" y="311106"/>
                    <a:pt x="245835" y="321985"/>
                    <a:pt x="256713" y="332864"/>
                  </a:cubicBezTo>
                  <a:cubicBezTo>
                    <a:pt x="259433" y="338303"/>
                    <a:pt x="267592" y="343742"/>
                    <a:pt x="275751" y="351901"/>
                  </a:cubicBezTo>
                  <a:cubicBezTo>
                    <a:pt x="292069" y="368219"/>
                    <a:pt x="311107" y="384537"/>
                    <a:pt x="324705" y="400855"/>
                  </a:cubicBezTo>
                  <a:cubicBezTo>
                    <a:pt x="332864" y="409014"/>
                    <a:pt x="335583" y="419892"/>
                    <a:pt x="343742" y="428051"/>
                  </a:cubicBezTo>
                  <a:cubicBezTo>
                    <a:pt x="346462" y="430771"/>
                    <a:pt x="349182" y="430771"/>
                    <a:pt x="351901" y="433491"/>
                  </a:cubicBezTo>
                  <a:cubicBezTo>
                    <a:pt x="354621" y="436210"/>
                    <a:pt x="357341" y="441650"/>
                    <a:pt x="360060" y="447089"/>
                  </a:cubicBezTo>
                  <a:cubicBezTo>
                    <a:pt x="368219" y="455248"/>
                    <a:pt x="376378" y="463407"/>
                    <a:pt x="384537" y="474286"/>
                  </a:cubicBezTo>
                  <a:cubicBezTo>
                    <a:pt x="389977" y="482445"/>
                    <a:pt x="392696" y="496043"/>
                    <a:pt x="395416" y="506921"/>
                  </a:cubicBezTo>
                  <a:cubicBezTo>
                    <a:pt x="400855" y="517800"/>
                    <a:pt x="400855" y="528679"/>
                    <a:pt x="406295" y="536838"/>
                  </a:cubicBezTo>
                  <a:cubicBezTo>
                    <a:pt x="409014" y="539557"/>
                    <a:pt x="409014" y="544997"/>
                    <a:pt x="409014" y="547716"/>
                  </a:cubicBezTo>
                  <a:cubicBezTo>
                    <a:pt x="409014" y="555875"/>
                    <a:pt x="406295" y="561314"/>
                    <a:pt x="406295" y="569473"/>
                  </a:cubicBezTo>
                  <a:cubicBezTo>
                    <a:pt x="406295" y="574913"/>
                    <a:pt x="403575" y="577632"/>
                    <a:pt x="403575" y="583072"/>
                  </a:cubicBezTo>
                  <a:lnTo>
                    <a:pt x="403575" y="583072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>
                <a:ln>
                  <a:noFill/>
                </a:ln>
                <a:solidFill>
                  <a:srgbClr val="666666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81" name="Freeform: Shape 37">
              <a:extLst>
                <a:ext uri="{FF2B5EF4-FFF2-40B4-BE49-F238E27FC236}">
                  <a16:creationId xmlns:a16="http://schemas.microsoft.com/office/drawing/2014/main" id="{21A9AACE-1F26-9641-AB58-5A6D9EE4AD7C}"/>
                </a:ext>
              </a:extLst>
            </p:cNvPr>
            <p:cNvSpPr/>
            <p:nvPr/>
          </p:nvSpPr>
          <p:spPr>
            <a:xfrm>
              <a:off x="2456032" y="4192158"/>
              <a:ext cx="571128" cy="761503"/>
            </a:xfrm>
            <a:custGeom>
              <a:avLst/>
              <a:gdLst>
                <a:gd name="connsiteX0" fmla="*/ 512361 w 571128"/>
                <a:gd name="connsiteY0" fmla="*/ 79936 h 761503"/>
                <a:gd name="connsiteX1" fmla="*/ 539558 w 571128"/>
                <a:gd name="connsiteY1" fmla="*/ 96253 h 761503"/>
                <a:gd name="connsiteX2" fmla="*/ 534118 w 571128"/>
                <a:gd name="connsiteY2" fmla="*/ 112571 h 761503"/>
                <a:gd name="connsiteX3" fmla="*/ 523240 w 571128"/>
                <a:gd name="connsiteY3" fmla="*/ 120730 h 761503"/>
                <a:gd name="connsiteX4" fmla="*/ 506922 w 571128"/>
                <a:gd name="connsiteY4" fmla="*/ 123450 h 761503"/>
                <a:gd name="connsiteX5" fmla="*/ 477006 w 571128"/>
                <a:gd name="connsiteY5" fmla="*/ 123450 h 761503"/>
                <a:gd name="connsiteX6" fmla="*/ 479725 w 571128"/>
                <a:gd name="connsiteY6" fmla="*/ 145207 h 761503"/>
                <a:gd name="connsiteX7" fmla="*/ 477006 w 571128"/>
                <a:gd name="connsiteY7" fmla="*/ 180563 h 761503"/>
                <a:gd name="connsiteX8" fmla="*/ 482445 w 571128"/>
                <a:gd name="connsiteY8" fmla="*/ 232236 h 761503"/>
                <a:gd name="connsiteX9" fmla="*/ 485165 w 571128"/>
                <a:gd name="connsiteY9" fmla="*/ 283910 h 761503"/>
                <a:gd name="connsiteX10" fmla="*/ 485165 w 571128"/>
                <a:gd name="connsiteY10" fmla="*/ 327424 h 761503"/>
                <a:gd name="connsiteX11" fmla="*/ 487884 w 571128"/>
                <a:gd name="connsiteY11" fmla="*/ 373658 h 761503"/>
                <a:gd name="connsiteX12" fmla="*/ 485165 w 571128"/>
                <a:gd name="connsiteY12" fmla="*/ 419892 h 761503"/>
                <a:gd name="connsiteX13" fmla="*/ 485165 w 571128"/>
                <a:gd name="connsiteY13" fmla="*/ 463407 h 761503"/>
                <a:gd name="connsiteX14" fmla="*/ 482445 w 571128"/>
                <a:gd name="connsiteY14" fmla="*/ 515080 h 761503"/>
                <a:gd name="connsiteX15" fmla="*/ 482445 w 571128"/>
                <a:gd name="connsiteY15" fmla="*/ 558595 h 761503"/>
                <a:gd name="connsiteX16" fmla="*/ 479725 w 571128"/>
                <a:gd name="connsiteY16" fmla="*/ 602109 h 761503"/>
                <a:gd name="connsiteX17" fmla="*/ 485165 w 571128"/>
                <a:gd name="connsiteY17" fmla="*/ 648343 h 761503"/>
                <a:gd name="connsiteX18" fmla="*/ 474286 w 571128"/>
                <a:gd name="connsiteY18" fmla="*/ 675540 h 761503"/>
                <a:gd name="connsiteX19" fmla="*/ 428052 w 571128"/>
                <a:gd name="connsiteY19" fmla="*/ 691858 h 761503"/>
                <a:gd name="connsiteX20" fmla="*/ 387257 w 571128"/>
                <a:gd name="connsiteY20" fmla="*/ 683699 h 761503"/>
                <a:gd name="connsiteX21" fmla="*/ 351901 w 571128"/>
                <a:gd name="connsiteY21" fmla="*/ 664661 h 761503"/>
                <a:gd name="connsiteX22" fmla="*/ 305667 w 571128"/>
                <a:gd name="connsiteY22" fmla="*/ 596670 h 761503"/>
                <a:gd name="connsiteX23" fmla="*/ 270312 w 571128"/>
                <a:gd name="connsiteY23" fmla="*/ 509641 h 761503"/>
                <a:gd name="connsiteX24" fmla="*/ 251274 w 571128"/>
                <a:gd name="connsiteY24" fmla="*/ 460687 h 761503"/>
                <a:gd name="connsiteX25" fmla="*/ 224077 w 571128"/>
                <a:gd name="connsiteY25" fmla="*/ 381817 h 761503"/>
                <a:gd name="connsiteX26" fmla="*/ 207759 w 571128"/>
                <a:gd name="connsiteY26" fmla="*/ 330144 h 761503"/>
                <a:gd name="connsiteX27" fmla="*/ 191442 w 571128"/>
                <a:gd name="connsiteY27" fmla="*/ 286629 h 761503"/>
                <a:gd name="connsiteX28" fmla="*/ 183283 w 571128"/>
                <a:gd name="connsiteY28" fmla="*/ 278470 h 761503"/>
                <a:gd name="connsiteX29" fmla="*/ 180563 w 571128"/>
                <a:gd name="connsiteY29" fmla="*/ 292069 h 761503"/>
                <a:gd name="connsiteX30" fmla="*/ 180563 w 571128"/>
                <a:gd name="connsiteY30" fmla="*/ 305667 h 761503"/>
                <a:gd name="connsiteX31" fmla="*/ 183283 w 571128"/>
                <a:gd name="connsiteY31" fmla="*/ 354621 h 761503"/>
                <a:gd name="connsiteX32" fmla="*/ 188722 w 571128"/>
                <a:gd name="connsiteY32" fmla="*/ 449809 h 761503"/>
                <a:gd name="connsiteX33" fmla="*/ 188722 w 571128"/>
                <a:gd name="connsiteY33" fmla="*/ 479725 h 761503"/>
                <a:gd name="connsiteX34" fmla="*/ 188722 w 571128"/>
                <a:gd name="connsiteY34" fmla="*/ 542277 h 761503"/>
                <a:gd name="connsiteX35" fmla="*/ 186002 w 571128"/>
                <a:gd name="connsiteY35" fmla="*/ 615708 h 761503"/>
                <a:gd name="connsiteX36" fmla="*/ 186002 w 571128"/>
                <a:gd name="connsiteY36" fmla="*/ 637465 h 761503"/>
                <a:gd name="connsiteX37" fmla="*/ 183283 w 571128"/>
                <a:gd name="connsiteY37" fmla="*/ 664661 h 761503"/>
                <a:gd name="connsiteX38" fmla="*/ 226797 w 571128"/>
                <a:gd name="connsiteY38" fmla="*/ 664661 h 761503"/>
                <a:gd name="connsiteX39" fmla="*/ 253994 w 571128"/>
                <a:gd name="connsiteY39" fmla="*/ 680979 h 761503"/>
                <a:gd name="connsiteX40" fmla="*/ 248554 w 571128"/>
                <a:gd name="connsiteY40" fmla="*/ 697297 h 761503"/>
                <a:gd name="connsiteX41" fmla="*/ 234956 w 571128"/>
                <a:gd name="connsiteY41" fmla="*/ 705456 h 761503"/>
                <a:gd name="connsiteX42" fmla="*/ 218638 w 571128"/>
                <a:gd name="connsiteY42" fmla="*/ 708176 h 761503"/>
                <a:gd name="connsiteX43" fmla="*/ 183283 w 571128"/>
                <a:gd name="connsiteY43" fmla="*/ 708176 h 761503"/>
                <a:gd name="connsiteX44" fmla="*/ 150647 w 571128"/>
                <a:gd name="connsiteY44" fmla="*/ 708176 h 761503"/>
                <a:gd name="connsiteX45" fmla="*/ 107132 w 571128"/>
                <a:gd name="connsiteY45" fmla="*/ 708176 h 761503"/>
                <a:gd name="connsiteX46" fmla="*/ 88094 w 571128"/>
                <a:gd name="connsiteY46" fmla="*/ 708176 h 761503"/>
                <a:gd name="connsiteX47" fmla="*/ 69057 w 571128"/>
                <a:gd name="connsiteY47" fmla="*/ 702737 h 761503"/>
                <a:gd name="connsiteX48" fmla="*/ 58178 w 571128"/>
                <a:gd name="connsiteY48" fmla="*/ 686419 h 761503"/>
                <a:gd name="connsiteX49" fmla="*/ 60898 w 571128"/>
                <a:gd name="connsiteY49" fmla="*/ 678260 h 761503"/>
                <a:gd name="connsiteX50" fmla="*/ 77216 w 571128"/>
                <a:gd name="connsiteY50" fmla="*/ 670101 h 761503"/>
                <a:gd name="connsiteX51" fmla="*/ 120730 w 571128"/>
                <a:gd name="connsiteY51" fmla="*/ 664661 h 761503"/>
                <a:gd name="connsiteX52" fmla="*/ 131609 w 571128"/>
                <a:gd name="connsiteY52" fmla="*/ 664661 h 761503"/>
                <a:gd name="connsiteX53" fmla="*/ 134329 w 571128"/>
                <a:gd name="connsiteY53" fmla="*/ 539557 h 761503"/>
                <a:gd name="connsiteX54" fmla="*/ 134329 w 571128"/>
                <a:gd name="connsiteY54" fmla="*/ 504202 h 761503"/>
                <a:gd name="connsiteX55" fmla="*/ 131609 w 571128"/>
                <a:gd name="connsiteY55" fmla="*/ 376378 h 761503"/>
                <a:gd name="connsiteX56" fmla="*/ 131609 w 571128"/>
                <a:gd name="connsiteY56" fmla="*/ 302947 h 761503"/>
                <a:gd name="connsiteX57" fmla="*/ 134329 w 571128"/>
                <a:gd name="connsiteY57" fmla="*/ 221357 h 761503"/>
                <a:gd name="connsiteX58" fmla="*/ 137048 w 571128"/>
                <a:gd name="connsiteY58" fmla="*/ 123450 h 761503"/>
                <a:gd name="connsiteX59" fmla="*/ 107132 w 571128"/>
                <a:gd name="connsiteY59" fmla="*/ 123450 h 761503"/>
                <a:gd name="connsiteX60" fmla="*/ 88094 w 571128"/>
                <a:gd name="connsiteY60" fmla="*/ 123450 h 761503"/>
                <a:gd name="connsiteX61" fmla="*/ 69057 w 571128"/>
                <a:gd name="connsiteY61" fmla="*/ 118011 h 761503"/>
                <a:gd name="connsiteX62" fmla="*/ 58178 w 571128"/>
                <a:gd name="connsiteY62" fmla="*/ 101693 h 761503"/>
                <a:gd name="connsiteX63" fmla="*/ 60898 w 571128"/>
                <a:gd name="connsiteY63" fmla="*/ 93534 h 761503"/>
                <a:gd name="connsiteX64" fmla="*/ 77216 w 571128"/>
                <a:gd name="connsiteY64" fmla="*/ 85375 h 761503"/>
                <a:gd name="connsiteX65" fmla="*/ 131609 w 571128"/>
                <a:gd name="connsiteY65" fmla="*/ 79936 h 761503"/>
                <a:gd name="connsiteX66" fmla="*/ 161525 w 571128"/>
                <a:gd name="connsiteY66" fmla="*/ 79936 h 761503"/>
                <a:gd name="connsiteX67" fmla="*/ 177843 w 571128"/>
                <a:gd name="connsiteY67" fmla="*/ 66337 h 761503"/>
                <a:gd name="connsiteX68" fmla="*/ 202320 w 571128"/>
                <a:gd name="connsiteY68" fmla="*/ 58178 h 761503"/>
                <a:gd name="connsiteX69" fmla="*/ 234956 w 571128"/>
                <a:gd name="connsiteY69" fmla="*/ 77216 h 761503"/>
                <a:gd name="connsiteX70" fmla="*/ 251274 w 571128"/>
                <a:gd name="connsiteY70" fmla="*/ 107132 h 761503"/>
                <a:gd name="connsiteX71" fmla="*/ 267592 w 571128"/>
                <a:gd name="connsiteY71" fmla="*/ 147927 h 761503"/>
                <a:gd name="connsiteX72" fmla="*/ 281190 w 571128"/>
                <a:gd name="connsiteY72" fmla="*/ 183282 h 761503"/>
                <a:gd name="connsiteX73" fmla="*/ 297508 w 571128"/>
                <a:gd name="connsiteY73" fmla="*/ 224077 h 761503"/>
                <a:gd name="connsiteX74" fmla="*/ 308387 w 571128"/>
                <a:gd name="connsiteY74" fmla="*/ 264872 h 761503"/>
                <a:gd name="connsiteX75" fmla="*/ 319265 w 571128"/>
                <a:gd name="connsiteY75" fmla="*/ 300228 h 761503"/>
                <a:gd name="connsiteX76" fmla="*/ 351901 w 571128"/>
                <a:gd name="connsiteY76" fmla="*/ 379098 h 761503"/>
                <a:gd name="connsiteX77" fmla="*/ 365500 w 571128"/>
                <a:gd name="connsiteY77" fmla="*/ 417173 h 761503"/>
                <a:gd name="connsiteX78" fmla="*/ 379098 w 571128"/>
                <a:gd name="connsiteY78" fmla="*/ 457968 h 761503"/>
                <a:gd name="connsiteX79" fmla="*/ 395416 w 571128"/>
                <a:gd name="connsiteY79" fmla="*/ 496043 h 761503"/>
                <a:gd name="connsiteX80" fmla="*/ 406295 w 571128"/>
                <a:gd name="connsiteY80" fmla="*/ 512361 h 761503"/>
                <a:gd name="connsiteX81" fmla="*/ 411734 w 571128"/>
                <a:gd name="connsiteY81" fmla="*/ 531398 h 761503"/>
                <a:gd name="connsiteX82" fmla="*/ 419893 w 571128"/>
                <a:gd name="connsiteY82" fmla="*/ 558595 h 761503"/>
                <a:gd name="connsiteX83" fmla="*/ 425332 w 571128"/>
                <a:gd name="connsiteY83" fmla="*/ 564034 h 761503"/>
                <a:gd name="connsiteX84" fmla="*/ 430771 w 571128"/>
                <a:gd name="connsiteY84" fmla="*/ 558595 h 761503"/>
                <a:gd name="connsiteX85" fmla="*/ 430771 w 571128"/>
                <a:gd name="connsiteY85" fmla="*/ 550436 h 761503"/>
                <a:gd name="connsiteX86" fmla="*/ 430771 w 571128"/>
                <a:gd name="connsiteY86" fmla="*/ 501482 h 761503"/>
                <a:gd name="connsiteX87" fmla="*/ 430771 w 571128"/>
                <a:gd name="connsiteY87" fmla="*/ 403575 h 761503"/>
                <a:gd name="connsiteX88" fmla="*/ 425332 w 571128"/>
                <a:gd name="connsiteY88" fmla="*/ 313826 h 761503"/>
                <a:gd name="connsiteX89" fmla="*/ 425332 w 571128"/>
                <a:gd name="connsiteY89" fmla="*/ 248554 h 761503"/>
                <a:gd name="connsiteX90" fmla="*/ 425332 w 571128"/>
                <a:gd name="connsiteY90" fmla="*/ 210479 h 761503"/>
                <a:gd name="connsiteX91" fmla="*/ 422613 w 571128"/>
                <a:gd name="connsiteY91" fmla="*/ 153366 h 761503"/>
                <a:gd name="connsiteX92" fmla="*/ 425332 w 571128"/>
                <a:gd name="connsiteY92" fmla="*/ 123450 h 761503"/>
                <a:gd name="connsiteX93" fmla="*/ 398136 w 571128"/>
                <a:gd name="connsiteY93" fmla="*/ 123450 h 761503"/>
                <a:gd name="connsiteX94" fmla="*/ 379098 w 571128"/>
                <a:gd name="connsiteY94" fmla="*/ 123450 h 761503"/>
                <a:gd name="connsiteX95" fmla="*/ 360060 w 571128"/>
                <a:gd name="connsiteY95" fmla="*/ 118011 h 761503"/>
                <a:gd name="connsiteX96" fmla="*/ 349182 w 571128"/>
                <a:gd name="connsiteY96" fmla="*/ 101693 h 761503"/>
                <a:gd name="connsiteX97" fmla="*/ 351901 w 571128"/>
                <a:gd name="connsiteY97" fmla="*/ 93534 h 761503"/>
                <a:gd name="connsiteX98" fmla="*/ 368219 w 571128"/>
                <a:gd name="connsiteY98" fmla="*/ 85375 h 761503"/>
                <a:gd name="connsiteX99" fmla="*/ 422613 w 571128"/>
                <a:gd name="connsiteY99" fmla="*/ 79936 h 761503"/>
                <a:gd name="connsiteX100" fmla="*/ 444370 w 571128"/>
                <a:gd name="connsiteY100" fmla="*/ 79936 h 761503"/>
                <a:gd name="connsiteX101" fmla="*/ 463407 w 571128"/>
                <a:gd name="connsiteY101" fmla="*/ 71776 h 761503"/>
                <a:gd name="connsiteX102" fmla="*/ 477006 w 571128"/>
                <a:gd name="connsiteY102" fmla="*/ 79936 h 761503"/>
                <a:gd name="connsiteX103" fmla="*/ 512361 w 571128"/>
                <a:gd name="connsiteY103" fmla="*/ 79936 h 761503"/>
                <a:gd name="connsiteX104" fmla="*/ 512361 w 571128"/>
                <a:gd name="connsiteY104" fmla="*/ 79936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571128" h="761503">
                  <a:moveTo>
                    <a:pt x="512361" y="79936"/>
                  </a:moveTo>
                  <a:cubicBezTo>
                    <a:pt x="520520" y="79936"/>
                    <a:pt x="539558" y="79936"/>
                    <a:pt x="539558" y="96253"/>
                  </a:cubicBezTo>
                  <a:cubicBezTo>
                    <a:pt x="539558" y="104412"/>
                    <a:pt x="539558" y="107132"/>
                    <a:pt x="534118" y="112571"/>
                  </a:cubicBezTo>
                  <a:cubicBezTo>
                    <a:pt x="531399" y="118011"/>
                    <a:pt x="525960" y="120730"/>
                    <a:pt x="523240" y="120730"/>
                  </a:cubicBezTo>
                  <a:cubicBezTo>
                    <a:pt x="515081" y="123450"/>
                    <a:pt x="512361" y="123450"/>
                    <a:pt x="506922" y="123450"/>
                  </a:cubicBezTo>
                  <a:cubicBezTo>
                    <a:pt x="504202" y="123450"/>
                    <a:pt x="490604" y="123450"/>
                    <a:pt x="477006" y="123450"/>
                  </a:cubicBezTo>
                  <a:cubicBezTo>
                    <a:pt x="477006" y="131609"/>
                    <a:pt x="479725" y="137048"/>
                    <a:pt x="479725" y="145207"/>
                  </a:cubicBezTo>
                  <a:cubicBezTo>
                    <a:pt x="479725" y="156086"/>
                    <a:pt x="477006" y="166964"/>
                    <a:pt x="477006" y="180563"/>
                  </a:cubicBezTo>
                  <a:cubicBezTo>
                    <a:pt x="477006" y="196881"/>
                    <a:pt x="479725" y="215918"/>
                    <a:pt x="482445" y="232236"/>
                  </a:cubicBezTo>
                  <a:cubicBezTo>
                    <a:pt x="485165" y="248554"/>
                    <a:pt x="485165" y="267592"/>
                    <a:pt x="485165" y="283910"/>
                  </a:cubicBezTo>
                  <a:cubicBezTo>
                    <a:pt x="485165" y="297508"/>
                    <a:pt x="485165" y="313826"/>
                    <a:pt x="485165" y="327424"/>
                  </a:cubicBezTo>
                  <a:cubicBezTo>
                    <a:pt x="485165" y="343742"/>
                    <a:pt x="487884" y="357340"/>
                    <a:pt x="487884" y="373658"/>
                  </a:cubicBezTo>
                  <a:cubicBezTo>
                    <a:pt x="487884" y="389976"/>
                    <a:pt x="485165" y="403575"/>
                    <a:pt x="485165" y="419892"/>
                  </a:cubicBezTo>
                  <a:cubicBezTo>
                    <a:pt x="485165" y="436210"/>
                    <a:pt x="485165" y="449809"/>
                    <a:pt x="485165" y="463407"/>
                  </a:cubicBezTo>
                  <a:cubicBezTo>
                    <a:pt x="485165" y="479725"/>
                    <a:pt x="485165" y="498762"/>
                    <a:pt x="482445" y="515080"/>
                  </a:cubicBezTo>
                  <a:cubicBezTo>
                    <a:pt x="482445" y="528679"/>
                    <a:pt x="482445" y="542277"/>
                    <a:pt x="482445" y="558595"/>
                  </a:cubicBezTo>
                  <a:cubicBezTo>
                    <a:pt x="482445" y="572193"/>
                    <a:pt x="479725" y="588511"/>
                    <a:pt x="479725" y="602109"/>
                  </a:cubicBezTo>
                  <a:cubicBezTo>
                    <a:pt x="479725" y="615708"/>
                    <a:pt x="485165" y="632026"/>
                    <a:pt x="485165" y="648343"/>
                  </a:cubicBezTo>
                  <a:cubicBezTo>
                    <a:pt x="485165" y="659222"/>
                    <a:pt x="482445" y="670101"/>
                    <a:pt x="474286" y="675540"/>
                  </a:cubicBezTo>
                  <a:cubicBezTo>
                    <a:pt x="460688" y="686419"/>
                    <a:pt x="444370" y="691858"/>
                    <a:pt x="428052" y="691858"/>
                  </a:cubicBezTo>
                  <a:cubicBezTo>
                    <a:pt x="414454" y="691858"/>
                    <a:pt x="400855" y="689138"/>
                    <a:pt x="387257" y="683699"/>
                  </a:cubicBezTo>
                  <a:cubicBezTo>
                    <a:pt x="373659" y="678260"/>
                    <a:pt x="360060" y="672820"/>
                    <a:pt x="351901" y="664661"/>
                  </a:cubicBezTo>
                  <a:cubicBezTo>
                    <a:pt x="330144" y="645624"/>
                    <a:pt x="316546" y="621147"/>
                    <a:pt x="305667" y="596670"/>
                  </a:cubicBezTo>
                  <a:cubicBezTo>
                    <a:pt x="292069" y="569473"/>
                    <a:pt x="281190" y="539557"/>
                    <a:pt x="270312" y="509641"/>
                  </a:cubicBezTo>
                  <a:cubicBezTo>
                    <a:pt x="264872" y="493323"/>
                    <a:pt x="256713" y="477005"/>
                    <a:pt x="251274" y="460687"/>
                  </a:cubicBezTo>
                  <a:cubicBezTo>
                    <a:pt x="240395" y="433491"/>
                    <a:pt x="232236" y="409014"/>
                    <a:pt x="224077" y="381817"/>
                  </a:cubicBezTo>
                  <a:cubicBezTo>
                    <a:pt x="218638" y="365499"/>
                    <a:pt x="213199" y="346462"/>
                    <a:pt x="207759" y="330144"/>
                  </a:cubicBezTo>
                  <a:cubicBezTo>
                    <a:pt x="202320" y="316545"/>
                    <a:pt x="196881" y="300228"/>
                    <a:pt x="191442" y="286629"/>
                  </a:cubicBezTo>
                  <a:cubicBezTo>
                    <a:pt x="188722" y="281190"/>
                    <a:pt x="186002" y="278470"/>
                    <a:pt x="183283" y="278470"/>
                  </a:cubicBezTo>
                  <a:cubicBezTo>
                    <a:pt x="180563" y="278470"/>
                    <a:pt x="180563" y="286629"/>
                    <a:pt x="180563" y="292069"/>
                  </a:cubicBezTo>
                  <a:cubicBezTo>
                    <a:pt x="180563" y="297508"/>
                    <a:pt x="180563" y="302947"/>
                    <a:pt x="180563" y="305667"/>
                  </a:cubicBezTo>
                  <a:cubicBezTo>
                    <a:pt x="180563" y="321985"/>
                    <a:pt x="183283" y="338303"/>
                    <a:pt x="183283" y="354621"/>
                  </a:cubicBezTo>
                  <a:cubicBezTo>
                    <a:pt x="183283" y="387257"/>
                    <a:pt x="186002" y="417173"/>
                    <a:pt x="188722" y="449809"/>
                  </a:cubicBezTo>
                  <a:cubicBezTo>
                    <a:pt x="188722" y="460687"/>
                    <a:pt x="188722" y="468846"/>
                    <a:pt x="188722" y="479725"/>
                  </a:cubicBezTo>
                  <a:cubicBezTo>
                    <a:pt x="188722" y="501482"/>
                    <a:pt x="188722" y="523239"/>
                    <a:pt x="188722" y="542277"/>
                  </a:cubicBezTo>
                  <a:cubicBezTo>
                    <a:pt x="188722" y="566754"/>
                    <a:pt x="186002" y="591231"/>
                    <a:pt x="186002" y="615708"/>
                  </a:cubicBezTo>
                  <a:cubicBezTo>
                    <a:pt x="186002" y="623867"/>
                    <a:pt x="186002" y="632026"/>
                    <a:pt x="186002" y="637465"/>
                  </a:cubicBezTo>
                  <a:cubicBezTo>
                    <a:pt x="186002" y="645624"/>
                    <a:pt x="183283" y="656502"/>
                    <a:pt x="183283" y="664661"/>
                  </a:cubicBezTo>
                  <a:cubicBezTo>
                    <a:pt x="202320" y="664661"/>
                    <a:pt x="218638" y="664661"/>
                    <a:pt x="226797" y="664661"/>
                  </a:cubicBezTo>
                  <a:cubicBezTo>
                    <a:pt x="234956" y="664661"/>
                    <a:pt x="253994" y="664661"/>
                    <a:pt x="253994" y="680979"/>
                  </a:cubicBezTo>
                  <a:cubicBezTo>
                    <a:pt x="253994" y="689138"/>
                    <a:pt x="253994" y="691858"/>
                    <a:pt x="248554" y="697297"/>
                  </a:cubicBezTo>
                  <a:cubicBezTo>
                    <a:pt x="245835" y="702737"/>
                    <a:pt x="240395" y="705456"/>
                    <a:pt x="234956" y="705456"/>
                  </a:cubicBezTo>
                  <a:cubicBezTo>
                    <a:pt x="226797" y="708176"/>
                    <a:pt x="224077" y="708176"/>
                    <a:pt x="218638" y="708176"/>
                  </a:cubicBezTo>
                  <a:cubicBezTo>
                    <a:pt x="215918" y="708176"/>
                    <a:pt x="199600" y="708176"/>
                    <a:pt x="183283" y="708176"/>
                  </a:cubicBezTo>
                  <a:cubicBezTo>
                    <a:pt x="166965" y="708176"/>
                    <a:pt x="153366" y="708176"/>
                    <a:pt x="150647" y="708176"/>
                  </a:cubicBezTo>
                  <a:cubicBezTo>
                    <a:pt x="139768" y="708176"/>
                    <a:pt x="120730" y="708176"/>
                    <a:pt x="107132" y="708176"/>
                  </a:cubicBezTo>
                  <a:cubicBezTo>
                    <a:pt x="101693" y="708176"/>
                    <a:pt x="96253" y="708176"/>
                    <a:pt x="88094" y="708176"/>
                  </a:cubicBezTo>
                  <a:cubicBezTo>
                    <a:pt x="82655" y="708176"/>
                    <a:pt x="74496" y="708176"/>
                    <a:pt x="69057" y="702737"/>
                  </a:cubicBezTo>
                  <a:cubicBezTo>
                    <a:pt x="63618" y="700017"/>
                    <a:pt x="58178" y="691858"/>
                    <a:pt x="58178" y="686419"/>
                  </a:cubicBezTo>
                  <a:cubicBezTo>
                    <a:pt x="58178" y="683699"/>
                    <a:pt x="58178" y="680979"/>
                    <a:pt x="60898" y="678260"/>
                  </a:cubicBezTo>
                  <a:cubicBezTo>
                    <a:pt x="63618" y="675540"/>
                    <a:pt x="71777" y="672820"/>
                    <a:pt x="77216" y="670101"/>
                  </a:cubicBezTo>
                  <a:cubicBezTo>
                    <a:pt x="90814" y="667381"/>
                    <a:pt x="115291" y="664661"/>
                    <a:pt x="120730" y="664661"/>
                  </a:cubicBezTo>
                  <a:cubicBezTo>
                    <a:pt x="123450" y="664661"/>
                    <a:pt x="126170" y="664661"/>
                    <a:pt x="131609" y="664661"/>
                  </a:cubicBezTo>
                  <a:cubicBezTo>
                    <a:pt x="131609" y="623867"/>
                    <a:pt x="134329" y="583072"/>
                    <a:pt x="134329" y="539557"/>
                  </a:cubicBezTo>
                  <a:cubicBezTo>
                    <a:pt x="134329" y="528679"/>
                    <a:pt x="134329" y="515080"/>
                    <a:pt x="134329" y="504202"/>
                  </a:cubicBezTo>
                  <a:cubicBezTo>
                    <a:pt x="131609" y="460687"/>
                    <a:pt x="131609" y="417173"/>
                    <a:pt x="131609" y="376378"/>
                  </a:cubicBezTo>
                  <a:cubicBezTo>
                    <a:pt x="131609" y="351901"/>
                    <a:pt x="131609" y="327424"/>
                    <a:pt x="131609" y="302947"/>
                  </a:cubicBezTo>
                  <a:cubicBezTo>
                    <a:pt x="131609" y="275751"/>
                    <a:pt x="131609" y="248554"/>
                    <a:pt x="134329" y="221357"/>
                  </a:cubicBezTo>
                  <a:cubicBezTo>
                    <a:pt x="134329" y="188722"/>
                    <a:pt x="137048" y="156086"/>
                    <a:pt x="137048" y="123450"/>
                  </a:cubicBezTo>
                  <a:cubicBezTo>
                    <a:pt x="126170" y="123450"/>
                    <a:pt x="115291" y="123450"/>
                    <a:pt x="107132" y="123450"/>
                  </a:cubicBezTo>
                  <a:cubicBezTo>
                    <a:pt x="101693" y="123450"/>
                    <a:pt x="96253" y="123450"/>
                    <a:pt x="88094" y="123450"/>
                  </a:cubicBezTo>
                  <a:cubicBezTo>
                    <a:pt x="82655" y="123450"/>
                    <a:pt x="74496" y="120730"/>
                    <a:pt x="69057" y="118011"/>
                  </a:cubicBezTo>
                  <a:cubicBezTo>
                    <a:pt x="63618" y="115291"/>
                    <a:pt x="58178" y="107132"/>
                    <a:pt x="58178" y="101693"/>
                  </a:cubicBezTo>
                  <a:cubicBezTo>
                    <a:pt x="58178" y="98973"/>
                    <a:pt x="58178" y="96253"/>
                    <a:pt x="60898" y="93534"/>
                  </a:cubicBezTo>
                  <a:cubicBezTo>
                    <a:pt x="63618" y="90814"/>
                    <a:pt x="71777" y="88095"/>
                    <a:pt x="77216" y="85375"/>
                  </a:cubicBezTo>
                  <a:cubicBezTo>
                    <a:pt x="90814" y="82655"/>
                    <a:pt x="126170" y="79936"/>
                    <a:pt x="131609" y="79936"/>
                  </a:cubicBezTo>
                  <a:cubicBezTo>
                    <a:pt x="137048" y="79936"/>
                    <a:pt x="147927" y="79936"/>
                    <a:pt x="161525" y="79936"/>
                  </a:cubicBezTo>
                  <a:cubicBezTo>
                    <a:pt x="166965" y="74496"/>
                    <a:pt x="172404" y="71776"/>
                    <a:pt x="177843" y="66337"/>
                  </a:cubicBezTo>
                  <a:cubicBezTo>
                    <a:pt x="186002" y="60898"/>
                    <a:pt x="194161" y="58178"/>
                    <a:pt x="202320" y="58178"/>
                  </a:cubicBezTo>
                  <a:cubicBezTo>
                    <a:pt x="215918" y="58178"/>
                    <a:pt x="226797" y="63618"/>
                    <a:pt x="234956" y="77216"/>
                  </a:cubicBezTo>
                  <a:cubicBezTo>
                    <a:pt x="240395" y="88095"/>
                    <a:pt x="248554" y="96253"/>
                    <a:pt x="251274" y="107132"/>
                  </a:cubicBezTo>
                  <a:cubicBezTo>
                    <a:pt x="256713" y="120730"/>
                    <a:pt x="259433" y="134329"/>
                    <a:pt x="267592" y="147927"/>
                  </a:cubicBezTo>
                  <a:cubicBezTo>
                    <a:pt x="273031" y="158806"/>
                    <a:pt x="275751" y="172404"/>
                    <a:pt x="281190" y="183282"/>
                  </a:cubicBezTo>
                  <a:cubicBezTo>
                    <a:pt x="286630" y="196881"/>
                    <a:pt x="292069" y="210479"/>
                    <a:pt x="297508" y="224077"/>
                  </a:cubicBezTo>
                  <a:cubicBezTo>
                    <a:pt x="300228" y="237676"/>
                    <a:pt x="305667" y="251274"/>
                    <a:pt x="308387" y="264872"/>
                  </a:cubicBezTo>
                  <a:cubicBezTo>
                    <a:pt x="311107" y="278470"/>
                    <a:pt x="311107" y="289349"/>
                    <a:pt x="319265" y="300228"/>
                  </a:cubicBezTo>
                  <a:cubicBezTo>
                    <a:pt x="332864" y="324704"/>
                    <a:pt x="346462" y="351901"/>
                    <a:pt x="351901" y="379098"/>
                  </a:cubicBezTo>
                  <a:cubicBezTo>
                    <a:pt x="354621" y="392696"/>
                    <a:pt x="360060" y="403575"/>
                    <a:pt x="365500" y="417173"/>
                  </a:cubicBezTo>
                  <a:cubicBezTo>
                    <a:pt x="373659" y="430771"/>
                    <a:pt x="373659" y="444369"/>
                    <a:pt x="379098" y="457968"/>
                  </a:cubicBezTo>
                  <a:cubicBezTo>
                    <a:pt x="381818" y="471566"/>
                    <a:pt x="387257" y="482445"/>
                    <a:pt x="395416" y="496043"/>
                  </a:cubicBezTo>
                  <a:cubicBezTo>
                    <a:pt x="398136" y="501482"/>
                    <a:pt x="403575" y="506921"/>
                    <a:pt x="406295" y="512361"/>
                  </a:cubicBezTo>
                  <a:cubicBezTo>
                    <a:pt x="409014" y="517800"/>
                    <a:pt x="409014" y="525959"/>
                    <a:pt x="411734" y="531398"/>
                  </a:cubicBezTo>
                  <a:cubicBezTo>
                    <a:pt x="414454" y="539557"/>
                    <a:pt x="417173" y="550436"/>
                    <a:pt x="419893" y="558595"/>
                  </a:cubicBezTo>
                  <a:cubicBezTo>
                    <a:pt x="422613" y="561314"/>
                    <a:pt x="422613" y="564034"/>
                    <a:pt x="425332" y="564034"/>
                  </a:cubicBezTo>
                  <a:cubicBezTo>
                    <a:pt x="428052" y="564034"/>
                    <a:pt x="428052" y="561314"/>
                    <a:pt x="430771" y="558595"/>
                  </a:cubicBezTo>
                  <a:cubicBezTo>
                    <a:pt x="430771" y="555875"/>
                    <a:pt x="430771" y="553156"/>
                    <a:pt x="430771" y="550436"/>
                  </a:cubicBezTo>
                  <a:cubicBezTo>
                    <a:pt x="430771" y="534118"/>
                    <a:pt x="430771" y="517800"/>
                    <a:pt x="430771" y="501482"/>
                  </a:cubicBezTo>
                  <a:cubicBezTo>
                    <a:pt x="430771" y="468846"/>
                    <a:pt x="433491" y="436210"/>
                    <a:pt x="430771" y="403575"/>
                  </a:cubicBezTo>
                  <a:cubicBezTo>
                    <a:pt x="430771" y="373658"/>
                    <a:pt x="425332" y="343742"/>
                    <a:pt x="425332" y="313826"/>
                  </a:cubicBezTo>
                  <a:cubicBezTo>
                    <a:pt x="425332" y="292069"/>
                    <a:pt x="425332" y="270311"/>
                    <a:pt x="425332" y="248554"/>
                  </a:cubicBezTo>
                  <a:cubicBezTo>
                    <a:pt x="425332" y="234956"/>
                    <a:pt x="425332" y="224077"/>
                    <a:pt x="425332" y="210479"/>
                  </a:cubicBezTo>
                  <a:cubicBezTo>
                    <a:pt x="425332" y="191441"/>
                    <a:pt x="422613" y="172404"/>
                    <a:pt x="422613" y="153366"/>
                  </a:cubicBezTo>
                  <a:cubicBezTo>
                    <a:pt x="422613" y="142488"/>
                    <a:pt x="422613" y="134329"/>
                    <a:pt x="425332" y="123450"/>
                  </a:cubicBezTo>
                  <a:cubicBezTo>
                    <a:pt x="417173" y="123450"/>
                    <a:pt x="406295" y="123450"/>
                    <a:pt x="398136" y="123450"/>
                  </a:cubicBezTo>
                  <a:cubicBezTo>
                    <a:pt x="392696" y="123450"/>
                    <a:pt x="387257" y="123450"/>
                    <a:pt x="379098" y="123450"/>
                  </a:cubicBezTo>
                  <a:cubicBezTo>
                    <a:pt x="373659" y="123450"/>
                    <a:pt x="365500" y="120730"/>
                    <a:pt x="360060" y="118011"/>
                  </a:cubicBezTo>
                  <a:cubicBezTo>
                    <a:pt x="354621" y="115291"/>
                    <a:pt x="349182" y="107132"/>
                    <a:pt x="349182" y="101693"/>
                  </a:cubicBezTo>
                  <a:cubicBezTo>
                    <a:pt x="349182" y="98973"/>
                    <a:pt x="349182" y="96253"/>
                    <a:pt x="351901" y="93534"/>
                  </a:cubicBezTo>
                  <a:cubicBezTo>
                    <a:pt x="354621" y="90814"/>
                    <a:pt x="362780" y="88095"/>
                    <a:pt x="368219" y="85375"/>
                  </a:cubicBezTo>
                  <a:cubicBezTo>
                    <a:pt x="381818" y="82655"/>
                    <a:pt x="417173" y="79936"/>
                    <a:pt x="422613" y="79936"/>
                  </a:cubicBezTo>
                  <a:cubicBezTo>
                    <a:pt x="428052" y="79936"/>
                    <a:pt x="433491" y="79936"/>
                    <a:pt x="444370" y="79936"/>
                  </a:cubicBezTo>
                  <a:cubicBezTo>
                    <a:pt x="449809" y="74496"/>
                    <a:pt x="455248" y="71776"/>
                    <a:pt x="463407" y="71776"/>
                  </a:cubicBezTo>
                  <a:cubicBezTo>
                    <a:pt x="471566" y="71776"/>
                    <a:pt x="477006" y="74496"/>
                    <a:pt x="477006" y="79936"/>
                  </a:cubicBezTo>
                  <a:cubicBezTo>
                    <a:pt x="490604" y="82655"/>
                    <a:pt x="504202" y="79936"/>
                    <a:pt x="512361" y="79936"/>
                  </a:cubicBezTo>
                  <a:lnTo>
                    <a:pt x="512361" y="79936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>
                <a:ln>
                  <a:noFill/>
                </a:ln>
                <a:solidFill>
                  <a:srgbClr val="666666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82" name="Freeform: Shape 38">
              <a:extLst>
                <a:ext uri="{FF2B5EF4-FFF2-40B4-BE49-F238E27FC236}">
                  <a16:creationId xmlns:a16="http://schemas.microsoft.com/office/drawing/2014/main" id="{B34DFD18-0C59-334B-9747-602ED9F2C0C5}"/>
                </a:ext>
              </a:extLst>
            </p:cNvPr>
            <p:cNvSpPr/>
            <p:nvPr/>
          </p:nvSpPr>
          <p:spPr>
            <a:xfrm>
              <a:off x="2987430" y="4242177"/>
              <a:ext cx="494979" cy="674476"/>
            </a:xfrm>
            <a:custGeom>
              <a:avLst/>
              <a:gdLst>
                <a:gd name="connsiteX0" fmla="*/ 228453 w 494979"/>
                <a:gd name="connsiteY0" fmla="*/ 97907 h 674476"/>
                <a:gd name="connsiteX1" fmla="*/ 212135 w 494979"/>
                <a:gd name="connsiteY1" fmla="*/ 119665 h 674476"/>
                <a:gd name="connsiteX2" fmla="*/ 203976 w 494979"/>
                <a:gd name="connsiteY2" fmla="*/ 152300 h 674476"/>
                <a:gd name="connsiteX3" fmla="*/ 201256 w 494979"/>
                <a:gd name="connsiteY3" fmla="*/ 168618 h 674476"/>
                <a:gd name="connsiteX4" fmla="*/ 198537 w 494979"/>
                <a:gd name="connsiteY4" fmla="*/ 184936 h 674476"/>
                <a:gd name="connsiteX5" fmla="*/ 190378 w 494979"/>
                <a:gd name="connsiteY5" fmla="*/ 220292 h 674476"/>
                <a:gd name="connsiteX6" fmla="*/ 171340 w 494979"/>
                <a:gd name="connsiteY6" fmla="*/ 291003 h 674476"/>
                <a:gd name="connsiteX7" fmla="*/ 163180 w 494979"/>
                <a:gd name="connsiteY7" fmla="*/ 323639 h 674476"/>
                <a:gd name="connsiteX8" fmla="*/ 152302 w 494979"/>
                <a:gd name="connsiteY8" fmla="*/ 361714 h 674476"/>
                <a:gd name="connsiteX9" fmla="*/ 146862 w 494979"/>
                <a:gd name="connsiteY9" fmla="*/ 388910 h 674476"/>
                <a:gd name="connsiteX10" fmla="*/ 152302 w 494979"/>
                <a:gd name="connsiteY10" fmla="*/ 391630 h 674476"/>
                <a:gd name="connsiteX11" fmla="*/ 174060 w 494979"/>
                <a:gd name="connsiteY11" fmla="*/ 391630 h 674476"/>
                <a:gd name="connsiteX12" fmla="*/ 195817 w 494979"/>
                <a:gd name="connsiteY12" fmla="*/ 388910 h 674476"/>
                <a:gd name="connsiteX13" fmla="*/ 214855 w 494979"/>
                <a:gd name="connsiteY13" fmla="*/ 388910 h 674476"/>
                <a:gd name="connsiteX14" fmla="*/ 239332 w 494979"/>
                <a:gd name="connsiteY14" fmla="*/ 388910 h 674476"/>
                <a:gd name="connsiteX15" fmla="*/ 252930 w 494979"/>
                <a:gd name="connsiteY15" fmla="*/ 386191 h 674476"/>
                <a:gd name="connsiteX16" fmla="*/ 261089 w 494979"/>
                <a:gd name="connsiteY16" fmla="*/ 386191 h 674476"/>
                <a:gd name="connsiteX17" fmla="*/ 258369 w 494979"/>
                <a:gd name="connsiteY17" fmla="*/ 367153 h 674476"/>
                <a:gd name="connsiteX18" fmla="*/ 252930 w 494979"/>
                <a:gd name="connsiteY18" fmla="*/ 331797 h 674476"/>
                <a:gd name="connsiteX19" fmla="*/ 250210 w 494979"/>
                <a:gd name="connsiteY19" fmla="*/ 244769 h 674476"/>
                <a:gd name="connsiteX20" fmla="*/ 244771 w 494979"/>
                <a:gd name="connsiteY20" fmla="*/ 203974 h 674476"/>
                <a:gd name="connsiteX21" fmla="*/ 239332 w 494979"/>
                <a:gd name="connsiteY21" fmla="*/ 157740 h 674476"/>
                <a:gd name="connsiteX22" fmla="*/ 236612 w 494979"/>
                <a:gd name="connsiteY22" fmla="*/ 119665 h 674476"/>
                <a:gd name="connsiteX23" fmla="*/ 228453 w 494979"/>
                <a:gd name="connsiteY23" fmla="*/ 97907 h 674476"/>
                <a:gd name="connsiteX24" fmla="*/ 274687 w 494979"/>
                <a:gd name="connsiteY24" fmla="*/ 0 h 674476"/>
                <a:gd name="connsiteX25" fmla="*/ 304603 w 494979"/>
                <a:gd name="connsiteY25" fmla="*/ 5439 h 674476"/>
                <a:gd name="connsiteX26" fmla="*/ 320921 w 494979"/>
                <a:gd name="connsiteY26" fmla="*/ 24477 h 674476"/>
                <a:gd name="connsiteX27" fmla="*/ 334519 w 494979"/>
                <a:gd name="connsiteY27" fmla="*/ 43515 h 674476"/>
                <a:gd name="connsiteX28" fmla="*/ 339959 w 494979"/>
                <a:gd name="connsiteY28" fmla="*/ 65272 h 674476"/>
                <a:gd name="connsiteX29" fmla="*/ 348118 w 494979"/>
                <a:gd name="connsiteY29" fmla="*/ 114226 h 674476"/>
                <a:gd name="connsiteX30" fmla="*/ 361716 w 494979"/>
                <a:gd name="connsiteY30" fmla="*/ 163180 h 674476"/>
                <a:gd name="connsiteX31" fmla="*/ 369875 w 494979"/>
                <a:gd name="connsiteY31" fmla="*/ 220293 h 674476"/>
                <a:gd name="connsiteX32" fmla="*/ 378034 w 494979"/>
                <a:gd name="connsiteY32" fmla="*/ 274686 h 674476"/>
                <a:gd name="connsiteX33" fmla="*/ 383473 w 494979"/>
                <a:gd name="connsiteY33" fmla="*/ 301883 h 674476"/>
                <a:gd name="connsiteX34" fmla="*/ 391632 w 494979"/>
                <a:gd name="connsiteY34" fmla="*/ 337238 h 674476"/>
                <a:gd name="connsiteX35" fmla="*/ 397071 w 494979"/>
                <a:gd name="connsiteY35" fmla="*/ 364435 h 674476"/>
                <a:gd name="connsiteX36" fmla="*/ 405230 w 494979"/>
                <a:gd name="connsiteY36" fmla="*/ 383473 h 674476"/>
                <a:gd name="connsiteX37" fmla="*/ 416109 w 494979"/>
                <a:gd name="connsiteY37" fmla="*/ 386192 h 674476"/>
                <a:gd name="connsiteX38" fmla="*/ 426988 w 494979"/>
                <a:gd name="connsiteY38" fmla="*/ 386192 h 674476"/>
                <a:gd name="connsiteX39" fmla="*/ 454184 w 494979"/>
                <a:gd name="connsiteY39" fmla="*/ 397071 h 674476"/>
                <a:gd name="connsiteX40" fmla="*/ 456904 w 494979"/>
                <a:gd name="connsiteY40" fmla="*/ 405230 h 674476"/>
                <a:gd name="connsiteX41" fmla="*/ 451465 w 494979"/>
                <a:gd name="connsiteY41" fmla="*/ 416108 h 674476"/>
                <a:gd name="connsiteX42" fmla="*/ 432427 w 494979"/>
                <a:gd name="connsiteY42" fmla="*/ 429707 h 674476"/>
                <a:gd name="connsiteX43" fmla="*/ 421548 w 494979"/>
                <a:gd name="connsiteY43" fmla="*/ 432426 h 674476"/>
                <a:gd name="connsiteX44" fmla="*/ 413389 w 494979"/>
                <a:gd name="connsiteY44" fmla="*/ 435146 h 674476"/>
                <a:gd name="connsiteX45" fmla="*/ 413389 w 494979"/>
                <a:gd name="connsiteY45" fmla="*/ 440585 h 674476"/>
                <a:gd name="connsiteX46" fmla="*/ 416109 w 494979"/>
                <a:gd name="connsiteY46" fmla="*/ 451464 h 674476"/>
                <a:gd name="connsiteX47" fmla="*/ 418829 w 494979"/>
                <a:gd name="connsiteY47" fmla="*/ 465062 h 674476"/>
                <a:gd name="connsiteX48" fmla="*/ 418829 w 494979"/>
                <a:gd name="connsiteY48" fmla="*/ 475941 h 674476"/>
                <a:gd name="connsiteX49" fmla="*/ 418829 w 494979"/>
                <a:gd name="connsiteY49" fmla="*/ 486820 h 674476"/>
                <a:gd name="connsiteX50" fmla="*/ 426988 w 494979"/>
                <a:gd name="connsiteY50" fmla="*/ 516736 h 674476"/>
                <a:gd name="connsiteX51" fmla="*/ 432427 w 494979"/>
                <a:gd name="connsiteY51" fmla="*/ 543932 h 674476"/>
                <a:gd name="connsiteX52" fmla="*/ 437866 w 494979"/>
                <a:gd name="connsiteY52" fmla="*/ 573848 h 674476"/>
                <a:gd name="connsiteX53" fmla="*/ 443306 w 494979"/>
                <a:gd name="connsiteY53" fmla="*/ 606484 h 674476"/>
                <a:gd name="connsiteX54" fmla="*/ 446025 w 494979"/>
                <a:gd name="connsiteY54" fmla="*/ 617363 h 674476"/>
                <a:gd name="connsiteX55" fmla="*/ 470502 w 494979"/>
                <a:gd name="connsiteY55" fmla="*/ 617363 h 674476"/>
                <a:gd name="connsiteX56" fmla="*/ 494979 w 494979"/>
                <a:gd name="connsiteY56" fmla="*/ 641840 h 674476"/>
                <a:gd name="connsiteX57" fmla="*/ 486820 w 494979"/>
                <a:gd name="connsiteY57" fmla="*/ 655438 h 674476"/>
                <a:gd name="connsiteX58" fmla="*/ 470502 w 494979"/>
                <a:gd name="connsiteY58" fmla="*/ 663597 h 674476"/>
                <a:gd name="connsiteX59" fmla="*/ 446025 w 494979"/>
                <a:gd name="connsiteY59" fmla="*/ 666317 h 674476"/>
                <a:gd name="connsiteX60" fmla="*/ 424268 w 494979"/>
                <a:gd name="connsiteY60" fmla="*/ 666317 h 674476"/>
                <a:gd name="connsiteX61" fmla="*/ 416109 w 494979"/>
                <a:gd name="connsiteY61" fmla="*/ 666317 h 674476"/>
                <a:gd name="connsiteX62" fmla="*/ 402511 w 494979"/>
                <a:gd name="connsiteY62" fmla="*/ 671756 h 674476"/>
                <a:gd name="connsiteX63" fmla="*/ 386193 w 494979"/>
                <a:gd name="connsiteY63" fmla="*/ 674476 h 674476"/>
                <a:gd name="connsiteX64" fmla="*/ 350837 w 494979"/>
                <a:gd name="connsiteY64" fmla="*/ 669036 h 674476"/>
                <a:gd name="connsiteX65" fmla="*/ 329080 w 494979"/>
                <a:gd name="connsiteY65" fmla="*/ 669036 h 674476"/>
                <a:gd name="connsiteX66" fmla="*/ 280126 w 494979"/>
                <a:gd name="connsiteY66" fmla="*/ 669036 h 674476"/>
                <a:gd name="connsiteX67" fmla="*/ 255649 w 494979"/>
                <a:gd name="connsiteY67" fmla="*/ 663597 h 674476"/>
                <a:gd name="connsiteX68" fmla="*/ 239331 w 494979"/>
                <a:gd name="connsiteY68" fmla="*/ 647279 h 674476"/>
                <a:gd name="connsiteX69" fmla="*/ 263808 w 494979"/>
                <a:gd name="connsiteY69" fmla="*/ 630961 h 674476"/>
                <a:gd name="connsiteX70" fmla="*/ 291005 w 494979"/>
                <a:gd name="connsiteY70" fmla="*/ 628241 h 674476"/>
                <a:gd name="connsiteX71" fmla="*/ 288285 w 494979"/>
                <a:gd name="connsiteY71" fmla="*/ 609204 h 674476"/>
                <a:gd name="connsiteX72" fmla="*/ 285565 w 494979"/>
                <a:gd name="connsiteY72" fmla="*/ 582007 h 674476"/>
                <a:gd name="connsiteX73" fmla="*/ 282846 w 494979"/>
                <a:gd name="connsiteY73" fmla="*/ 568409 h 674476"/>
                <a:gd name="connsiteX74" fmla="*/ 285565 w 494979"/>
                <a:gd name="connsiteY74" fmla="*/ 554811 h 674476"/>
                <a:gd name="connsiteX75" fmla="*/ 280126 w 494979"/>
                <a:gd name="connsiteY75" fmla="*/ 538493 h 674476"/>
                <a:gd name="connsiteX76" fmla="*/ 274687 w 494979"/>
                <a:gd name="connsiteY76" fmla="*/ 505857 h 674476"/>
                <a:gd name="connsiteX77" fmla="*/ 271967 w 494979"/>
                <a:gd name="connsiteY77" fmla="*/ 478660 h 674476"/>
                <a:gd name="connsiteX78" fmla="*/ 269247 w 494979"/>
                <a:gd name="connsiteY78" fmla="*/ 446025 h 674476"/>
                <a:gd name="connsiteX79" fmla="*/ 263808 w 494979"/>
                <a:gd name="connsiteY79" fmla="*/ 437866 h 674476"/>
                <a:gd name="connsiteX80" fmla="*/ 252929 w 494979"/>
                <a:gd name="connsiteY80" fmla="*/ 437866 h 674476"/>
                <a:gd name="connsiteX81" fmla="*/ 223013 w 494979"/>
                <a:gd name="connsiteY81" fmla="*/ 440585 h 674476"/>
                <a:gd name="connsiteX82" fmla="*/ 193097 w 494979"/>
                <a:gd name="connsiteY82" fmla="*/ 443305 h 674476"/>
                <a:gd name="connsiteX83" fmla="*/ 168620 w 494979"/>
                <a:gd name="connsiteY83" fmla="*/ 443305 h 674476"/>
                <a:gd name="connsiteX84" fmla="*/ 146862 w 494979"/>
                <a:gd name="connsiteY84" fmla="*/ 440585 h 674476"/>
                <a:gd name="connsiteX85" fmla="*/ 138703 w 494979"/>
                <a:gd name="connsiteY85" fmla="*/ 454184 h 674476"/>
                <a:gd name="connsiteX86" fmla="*/ 133263 w 494979"/>
                <a:gd name="connsiteY86" fmla="*/ 486820 h 674476"/>
                <a:gd name="connsiteX87" fmla="*/ 122385 w 494979"/>
                <a:gd name="connsiteY87" fmla="*/ 541213 h 674476"/>
                <a:gd name="connsiteX88" fmla="*/ 106067 w 494979"/>
                <a:gd name="connsiteY88" fmla="*/ 614643 h 674476"/>
                <a:gd name="connsiteX89" fmla="*/ 135983 w 494979"/>
                <a:gd name="connsiteY89" fmla="*/ 614643 h 674476"/>
                <a:gd name="connsiteX90" fmla="*/ 171340 w 494979"/>
                <a:gd name="connsiteY90" fmla="*/ 630961 h 674476"/>
                <a:gd name="connsiteX91" fmla="*/ 165900 w 494979"/>
                <a:gd name="connsiteY91" fmla="*/ 647279 h 674476"/>
                <a:gd name="connsiteX92" fmla="*/ 149581 w 494979"/>
                <a:gd name="connsiteY92" fmla="*/ 655438 h 674476"/>
                <a:gd name="connsiteX93" fmla="*/ 127824 w 494979"/>
                <a:gd name="connsiteY93" fmla="*/ 658158 h 674476"/>
                <a:gd name="connsiteX94" fmla="*/ 106067 w 494979"/>
                <a:gd name="connsiteY94" fmla="*/ 658158 h 674476"/>
                <a:gd name="connsiteX95" fmla="*/ 62552 w 494979"/>
                <a:gd name="connsiteY95" fmla="*/ 658158 h 674476"/>
                <a:gd name="connsiteX96" fmla="*/ 40795 w 494979"/>
                <a:gd name="connsiteY96" fmla="*/ 658158 h 674476"/>
                <a:gd name="connsiteX97" fmla="*/ 16318 w 494979"/>
                <a:gd name="connsiteY97" fmla="*/ 652718 h 674476"/>
                <a:gd name="connsiteX98" fmla="*/ 0 w 494979"/>
                <a:gd name="connsiteY98" fmla="*/ 636401 h 674476"/>
                <a:gd name="connsiteX99" fmla="*/ 2720 w 494979"/>
                <a:gd name="connsiteY99" fmla="*/ 628241 h 674476"/>
                <a:gd name="connsiteX100" fmla="*/ 24477 w 494979"/>
                <a:gd name="connsiteY100" fmla="*/ 620082 h 674476"/>
                <a:gd name="connsiteX101" fmla="*/ 62552 w 494979"/>
                <a:gd name="connsiteY101" fmla="*/ 617363 h 674476"/>
                <a:gd name="connsiteX102" fmla="*/ 62552 w 494979"/>
                <a:gd name="connsiteY102" fmla="*/ 614643 h 674476"/>
                <a:gd name="connsiteX103" fmla="*/ 65272 w 494979"/>
                <a:gd name="connsiteY103" fmla="*/ 587447 h 674476"/>
                <a:gd name="connsiteX104" fmla="*/ 76151 w 494979"/>
                <a:gd name="connsiteY104" fmla="*/ 522175 h 674476"/>
                <a:gd name="connsiteX105" fmla="*/ 87029 w 494979"/>
                <a:gd name="connsiteY105" fmla="*/ 470501 h 674476"/>
                <a:gd name="connsiteX106" fmla="*/ 92469 w 494979"/>
                <a:gd name="connsiteY106" fmla="*/ 446025 h 674476"/>
                <a:gd name="connsiteX107" fmla="*/ 65272 w 494979"/>
                <a:gd name="connsiteY107" fmla="*/ 432426 h 674476"/>
                <a:gd name="connsiteX108" fmla="*/ 54393 w 494979"/>
                <a:gd name="connsiteY108" fmla="*/ 421548 h 674476"/>
                <a:gd name="connsiteX109" fmla="*/ 73431 w 494979"/>
                <a:gd name="connsiteY109" fmla="*/ 407949 h 674476"/>
                <a:gd name="connsiteX110" fmla="*/ 100628 w 494979"/>
                <a:gd name="connsiteY110" fmla="*/ 399790 h 674476"/>
                <a:gd name="connsiteX111" fmla="*/ 108787 w 494979"/>
                <a:gd name="connsiteY111" fmla="*/ 369874 h 674476"/>
                <a:gd name="connsiteX112" fmla="*/ 125105 w 494979"/>
                <a:gd name="connsiteY112" fmla="*/ 307322 h 674476"/>
                <a:gd name="connsiteX113" fmla="*/ 141423 w 494979"/>
                <a:gd name="connsiteY113" fmla="*/ 242051 h 674476"/>
                <a:gd name="connsiteX114" fmla="*/ 155021 w 494979"/>
                <a:gd name="connsiteY114" fmla="*/ 179498 h 674476"/>
                <a:gd name="connsiteX115" fmla="*/ 168620 w 494979"/>
                <a:gd name="connsiteY115" fmla="*/ 119665 h 674476"/>
                <a:gd name="connsiteX116" fmla="*/ 193097 w 494979"/>
                <a:gd name="connsiteY116" fmla="*/ 57113 h 674476"/>
                <a:gd name="connsiteX117" fmla="*/ 201256 w 494979"/>
                <a:gd name="connsiteY117" fmla="*/ 38075 h 674476"/>
                <a:gd name="connsiteX118" fmla="*/ 217574 w 494979"/>
                <a:gd name="connsiteY118" fmla="*/ 13598 h 674476"/>
                <a:gd name="connsiteX119" fmla="*/ 274687 w 494979"/>
                <a:gd name="connsiteY119" fmla="*/ 0 h 674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</a:cxnLst>
              <a:rect l="l" t="t" r="r" b="b"/>
              <a:pathLst>
                <a:path w="494979" h="674476">
                  <a:moveTo>
                    <a:pt x="228453" y="97907"/>
                  </a:moveTo>
                  <a:cubicBezTo>
                    <a:pt x="220294" y="97907"/>
                    <a:pt x="212135" y="114225"/>
                    <a:pt x="212135" y="119665"/>
                  </a:cubicBezTo>
                  <a:cubicBezTo>
                    <a:pt x="209415" y="130543"/>
                    <a:pt x="206696" y="144141"/>
                    <a:pt x="203976" y="152300"/>
                  </a:cubicBezTo>
                  <a:cubicBezTo>
                    <a:pt x="201256" y="157740"/>
                    <a:pt x="201256" y="163179"/>
                    <a:pt x="201256" y="168618"/>
                  </a:cubicBezTo>
                  <a:cubicBezTo>
                    <a:pt x="201256" y="174058"/>
                    <a:pt x="198537" y="179497"/>
                    <a:pt x="198537" y="184936"/>
                  </a:cubicBezTo>
                  <a:cubicBezTo>
                    <a:pt x="195817" y="195815"/>
                    <a:pt x="193097" y="209413"/>
                    <a:pt x="190378" y="220292"/>
                  </a:cubicBezTo>
                  <a:cubicBezTo>
                    <a:pt x="187658" y="244769"/>
                    <a:pt x="179499" y="269246"/>
                    <a:pt x="171340" y="291003"/>
                  </a:cubicBezTo>
                  <a:cubicBezTo>
                    <a:pt x="168620" y="301881"/>
                    <a:pt x="165900" y="312760"/>
                    <a:pt x="163180" y="323639"/>
                  </a:cubicBezTo>
                  <a:cubicBezTo>
                    <a:pt x="160461" y="337237"/>
                    <a:pt x="157741" y="348115"/>
                    <a:pt x="152302" y="361714"/>
                  </a:cubicBezTo>
                  <a:cubicBezTo>
                    <a:pt x="149582" y="367153"/>
                    <a:pt x="146862" y="383471"/>
                    <a:pt x="146862" y="388910"/>
                  </a:cubicBezTo>
                  <a:cubicBezTo>
                    <a:pt x="146862" y="391630"/>
                    <a:pt x="149582" y="391630"/>
                    <a:pt x="152302" y="391630"/>
                  </a:cubicBezTo>
                  <a:cubicBezTo>
                    <a:pt x="157741" y="391630"/>
                    <a:pt x="171340" y="391630"/>
                    <a:pt x="174060" y="391630"/>
                  </a:cubicBezTo>
                  <a:cubicBezTo>
                    <a:pt x="182219" y="391630"/>
                    <a:pt x="190378" y="391630"/>
                    <a:pt x="195817" y="388910"/>
                  </a:cubicBezTo>
                  <a:cubicBezTo>
                    <a:pt x="201256" y="388910"/>
                    <a:pt x="206696" y="388910"/>
                    <a:pt x="214855" y="388910"/>
                  </a:cubicBezTo>
                  <a:cubicBezTo>
                    <a:pt x="220294" y="388910"/>
                    <a:pt x="228453" y="388910"/>
                    <a:pt x="239332" y="388910"/>
                  </a:cubicBezTo>
                  <a:cubicBezTo>
                    <a:pt x="244771" y="388910"/>
                    <a:pt x="250210" y="388910"/>
                    <a:pt x="252930" y="386191"/>
                  </a:cubicBezTo>
                  <a:cubicBezTo>
                    <a:pt x="258369" y="391630"/>
                    <a:pt x="261089" y="388910"/>
                    <a:pt x="261089" y="386191"/>
                  </a:cubicBezTo>
                  <a:cubicBezTo>
                    <a:pt x="261089" y="380751"/>
                    <a:pt x="258369" y="372592"/>
                    <a:pt x="258369" y="367153"/>
                  </a:cubicBezTo>
                  <a:cubicBezTo>
                    <a:pt x="255650" y="353555"/>
                    <a:pt x="252930" y="342676"/>
                    <a:pt x="252930" y="331797"/>
                  </a:cubicBezTo>
                  <a:cubicBezTo>
                    <a:pt x="252930" y="301881"/>
                    <a:pt x="252930" y="274685"/>
                    <a:pt x="250210" y="244769"/>
                  </a:cubicBezTo>
                  <a:cubicBezTo>
                    <a:pt x="250210" y="231170"/>
                    <a:pt x="247491" y="217572"/>
                    <a:pt x="244771" y="203974"/>
                  </a:cubicBezTo>
                  <a:cubicBezTo>
                    <a:pt x="242051" y="187656"/>
                    <a:pt x="239332" y="174058"/>
                    <a:pt x="239332" y="157740"/>
                  </a:cubicBezTo>
                  <a:cubicBezTo>
                    <a:pt x="239332" y="152300"/>
                    <a:pt x="239332" y="133263"/>
                    <a:pt x="236612" y="119665"/>
                  </a:cubicBezTo>
                  <a:cubicBezTo>
                    <a:pt x="236612" y="106066"/>
                    <a:pt x="233892" y="97907"/>
                    <a:pt x="228453" y="97907"/>
                  </a:cubicBezTo>
                  <a:close/>
                  <a:moveTo>
                    <a:pt x="274687" y="0"/>
                  </a:moveTo>
                  <a:cubicBezTo>
                    <a:pt x="288285" y="0"/>
                    <a:pt x="293724" y="2720"/>
                    <a:pt x="304603" y="5439"/>
                  </a:cubicBezTo>
                  <a:cubicBezTo>
                    <a:pt x="315482" y="10879"/>
                    <a:pt x="315482" y="16318"/>
                    <a:pt x="320921" y="24477"/>
                  </a:cubicBezTo>
                  <a:cubicBezTo>
                    <a:pt x="326360" y="29916"/>
                    <a:pt x="331800" y="35356"/>
                    <a:pt x="334519" y="43515"/>
                  </a:cubicBezTo>
                  <a:cubicBezTo>
                    <a:pt x="337239" y="51674"/>
                    <a:pt x="337239" y="57113"/>
                    <a:pt x="339959" y="65272"/>
                  </a:cubicBezTo>
                  <a:cubicBezTo>
                    <a:pt x="345398" y="78870"/>
                    <a:pt x="342678" y="97908"/>
                    <a:pt x="348118" y="114226"/>
                  </a:cubicBezTo>
                  <a:cubicBezTo>
                    <a:pt x="350837" y="130544"/>
                    <a:pt x="358996" y="146863"/>
                    <a:pt x="361716" y="163180"/>
                  </a:cubicBezTo>
                  <a:cubicBezTo>
                    <a:pt x="364435" y="182218"/>
                    <a:pt x="364435" y="201256"/>
                    <a:pt x="369875" y="220293"/>
                  </a:cubicBezTo>
                  <a:cubicBezTo>
                    <a:pt x="375314" y="239331"/>
                    <a:pt x="378034" y="255649"/>
                    <a:pt x="378034" y="274686"/>
                  </a:cubicBezTo>
                  <a:cubicBezTo>
                    <a:pt x="378034" y="282845"/>
                    <a:pt x="380753" y="293724"/>
                    <a:pt x="383473" y="301883"/>
                  </a:cubicBezTo>
                  <a:cubicBezTo>
                    <a:pt x="386193" y="312762"/>
                    <a:pt x="388912" y="326360"/>
                    <a:pt x="391632" y="337238"/>
                  </a:cubicBezTo>
                  <a:cubicBezTo>
                    <a:pt x="391632" y="342678"/>
                    <a:pt x="394352" y="353556"/>
                    <a:pt x="397071" y="364435"/>
                  </a:cubicBezTo>
                  <a:cubicBezTo>
                    <a:pt x="399791" y="372594"/>
                    <a:pt x="402511" y="380753"/>
                    <a:pt x="405230" y="383473"/>
                  </a:cubicBezTo>
                  <a:cubicBezTo>
                    <a:pt x="407950" y="386192"/>
                    <a:pt x="413389" y="386192"/>
                    <a:pt x="416109" y="386192"/>
                  </a:cubicBezTo>
                  <a:cubicBezTo>
                    <a:pt x="418829" y="386192"/>
                    <a:pt x="424268" y="386192"/>
                    <a:pt x="426988" y="386192"/>
                  </a:cubicBezTo>
                  <a:cubicBezTo>
                    <a:pt x="437866" y="386192"/>
                    <a:pt x="448745" y="388912"/>
                    <a:pt x="454184" y="397071"/>
                  </a:cubicBezTo>
                  <a:cubicBezTo>
                    <a:pt x="456904" y="399790"/>
                    <a:pt x="456904" y="402510"/>
                    <a:pt x="456904" y="405230"/>
                  </a:cubicBezTo>
                  <a:cubicBezTo>
                    <a:pt x="456904" y="407949"/>
                    <a:pt x="454184" y="410669"/>
                    <a:pt x="451465" y="416108"/>
                  </a:cubicBezTo>
                  <a:cubicBezTo>
                    <a:pt x="446025" y="421548"/>
                    <a:pt x="440586" y="426987"/>
                    <a:pt x="432427" y="429707"/>
                  </a:cubicBezTo>
                  <a:cubicBezTo>
                    <a:pt x="429707" y="429707"/>
                    <a:pt x="426988" y="432426"/>
                    <a:pt x="421548" y="432426"/>
                  </a:cubicBezTo>
                  <a:cubicBezTo>
                    <a:pt x="418829" y="432426"/>
                    <a:pt x="416109" y="432426"/>
                    <a:pt x="413389" y="435146"/>
                  </a:cubicBezTo>
                  <a:cubicBezTo>
                    <a:pt x="413389" y="435146"/>
                    <a:pt x="413389" y="437866"/>
                    <a:pt x="413389" y="440585"/>
                  </a:cubicBezTo>
                  <a:cubicBezTo>
                    <a:pt x="413389" y="443305"/>
                    <a:pt x="413389" y="448744"/>
                    <a:pt x="416109" y="451464"/>
                  </a:cubicBezTo>
                  <a:cubicBezTo>
                    <a:pt x="416109" y="456903"/>
                    <a:pt x="418829" y="462343"/>
                    <a:pt x="418829" y="465062"/>
                  </a:cubicBezTo>
                  <a:lnTo>
                    <a:pt x="418829" y="475941"/>
                  </a:lnTo>
                  <a:cubicBezTo>
                    <a:pt x="418829" y="481380"/>
                    <a:pt x="418829" y="484100"/>
                    <a:pt x="418829" y="486820"/>
                  </a:cubicBezTo>
                  <a:cubicBezTo>
                    <a:pt x="421548" y="497698"/>
                    <a:pt x="424268" y="505857"/>
                    <a:pt x="426988" y="516736"/>
                  </a:cubicBezTo>
                  <a:cubicBezTo>
                    <a:pt x="426988" y="524895"/>
                    <a:pt x="429707" y="535773"/>
                    <a:pt x="432427" y="543932"/>
                  </a:cubicBezTo>
                  <a:cubicBezTo>
                    <a:pt x="435147" y="554811"/>
                    <a:pt x="437866" y="562970"/>
                    <a:pt x="437866" y="573848"/>
                  </a:cubicBezTo>
                  <a:cubicBezTo>
                    <a:pt x="437866" y="587447"/>
                    <a:pt x="440586" y="595606"/>
                    <a:pt x="443306" y="606484"/>
                  </a:cubicBezTo>
                  <a:cubicBezTo>
                    <a:pt x="443306" y="609204"/>
                    <a:pt x="446025" y="614643"/>
                    <a:pt x="446025" y="617363"/>
                  </a:cubicBezTo>
                  <a:cubicBezTo>
                    <a:pt x="454184" y="617363"/>
                    <a:pt x="462343" y="617363"/>
                    <a:pt x="470502" y="617363"/>
                  </a:cubicBezTo>
                  <a:cubicBezTo>
                    <a:pt x="478661" y="625522"/>
                    <a:pt x="492259" y="630961"/>
                    <a:pt x="494979" y="641840"/>
                  </a:cubicBezTo>
                  <a:cubicBezTo>
                    <a:pt x="494979" y="647279"/>
                    <a:pt x="489540" y="649999"/>
                    <a:pt x="486820" y="655438"/>
                  </a:cubicBezTo>
                  <a:cubicBezTo>
                    <a:pt x="484100" y="660877"/>
                    <a:pt x="475942" y="663597"/>
                    <a:pt x="470502" y="663597"/>
                  </a:cubicBezTo>
                  <a:cubicBezTo>
                    <a:pt x="459623" y="666317"/>
                    <a:pt x="454184" y="666317"/>
                    <a:pt x="446025" y="666317"/>
                  </a:cubicBezTo>
                  <a:cubicBezTo>
                    <a:pt x="440586" y="666317"/>
                    <a:pt x="432427" y="666317"/>
                    <a:pt x="424268" y="666317"/>
                  </a:cubicBezTo>
                  <a:cubicBezTo>
                    <a:pt x="421548" y="666317"/>
                    <a:pt x="418829" y="666317"/>
                    <a:pt x="416109" y="666317"/>
                  </a:cubicBezTo>
                  <a:cubicBezTo>
                    <a:pt x="410670" y="669036"/>
                    <a:pt x="407950" y="669036"/>
                    <a:pt x="402511" y="671756"/>
                  </a:cubicBezTo>
                  <a:cubicBezTo>
                    <a:pt x="397071" y="671756"/>
                    <a:pt x="391632" y="674476"/>
                    <a:pt x="386193" y="674476"/>
                  </a:cubicBezTo>
                  <a:cubicBezTo>
                    <a:pt x="375314" y="674476"/>
                    <a:pt x="361716" y="671756"/>
                    <a:pt x="350837" y="669036"/>
                  </a:cubicBezTo>
                  <a:cubicBezTo>
                    <a:pt x="342678" y="669036"/>
                    <a:pt x="334519" y="669036"/>
                    <a:pt x="329080" y="669036"/>
                  </a:cubicBezTo>
                  <a:cubicBezTo>
                    <a:pt x="307323" y="669036"/>
                    <a:pt x="288285" y="669036"/>
                    <a:pt x="280126" y="669036"/>
                  </a:cubicBezTo>
                  <a:cubicBezTo>
                    <a:pt x="271967" y="669036"/>
                    <a:pt x="261088" y="669036"/>
                    <a:pt x="255649" y="663597"/>
                  </a:cubicBezTo>
                  <a:cubicBezTo>
                    <a:pt x="250210" y="660877"/>
                    <a:pt x="239331" y="655438"/>
                    <a:pt x="239331" y="647279"/>
                  </a:cubicBezTo>
                  <a:cubicBezTo>
                    <a:pt x="239331" y="636401"/>
                    <a:pt x="255649" y="633681"/>
                    <a:pt x="263808" y="630961"/>
                  </a:cubicBezTo>
                  <a:cubicBezTo>
                    <a:pt x="269247" y="630961"/>
                    <a:pt x="277406" y="630961"/>
                    <a:pt x="291005" y="628241"/>
                  </a:cubicBezTo>
                  <a:cubicBezTo>
                    <a:pt x="291005" y="620082"/>
                    <a:pt x="291005" y="614643"/>
                    <a:pt x="288285" y="609204"/>
                  </a:cubicBezTo>
                  <a:cubicBezTo>
                    <a:pt x="288285" y="601045"/>
                    <a:pt x="285565" y="590166"/>
                    <a:pt x="285565" y="582007"/>
                  </a:cubicBezTo>
                  <a:cubicBezTo>
                    <a:pt x="285565" y="576568"/>
                    <a:pt x="282846" y="573848"/>
                    <a:pt x="282846" y="568409"/>
                  </a:cubicBezTo>
                  <a:cubicBezTo>
                    <a:pt x="282846" y="562970"/>
                    <a:pt x="285565" y="557531"/>
                    <a:pt x="285565" y="554811"/>
                  </a:cubicBezTo>
                  <a:cubicBezTo>
                    <a:pt x="285565" y="549371"/>
                    <a:pt x="282846" y="546652"/>
                    <a:pt x="280126" y="538493"/>
                  </a:cubicBezTo>
                  <a:cubicBezTo>
                    <a:pt x="280126" y="527614"/>
                    <a:pt x="274687" y="516736"/>
                    <a:pt x="274687" y="505857"/>
                  </a:cubicBezTo>
                  <a:cubicBezTo>
                    <a:pt x="274687" y="494978"/>
                    <a:pt x="274687" y="486820"/>
                    <a:pt x="271967" y="478660"/>
                  </a:cubicBezTo>
                  <a:cubicBezTo>
                    <a:pt x="269247" y="467782"/>
                    <a:pt x="269247" y="456903"/>
                    <a:pt x="269247" y="446025"/>
                  </a:cubicBezTo>
                  <a:cubicBezTo>
                    <a:pt x="269247" y="440585"/>
                    <a:pt x="266528" y="437866"/>
                    <a:pt x="263808" y="437866"/>
                  </a:cubicBezTo>
                  <a:cubicBezTo>
                    <a:pt x="261088" y="437866"/>
                    <a:pt x="258369" y="437866"/>
                    <a:pt x="252929" y="437866"/>
                  </a:cubicBezTo>
                  <a:cubicBezTo>
                    <a:pt x="242051" y="437866"/>
                    <a:pt x="231172" y="437866"/>
                    <a:pt x="223013" y="440585"/>
                  </a:cubicBezTo>
                  <a:cubicBezTo>
                    <a:pt x="212135" y="440585"/>
                    <a:pt x="203976" y="443305"/>
                    <a:pt x="193097" y="443305"/>
                  </a:cubicBezTo>
                  <a:cubicBezTo>
                    <a:pt x="184938" y="443305"/>
                    <a:pt x="176779" y="443305"/>
                    <a:pt x="168620" y="443305"/>
                  </a:cubicBezTo>
                  <a:cubicBezTo>
                    <a:pt x="165900" y="443305"/>
                    <a:pt x="155021" y="440585"/>
                    <a:pt x="146862" y="440585"/>
                  </a:cubicBezTo>
                  <a:cubicBezTo>
                    <a:pt x="138703" y="440585"/>
                    <a:pt x="138703" y="448744"/>
                    <a:pt x="138703" y="454184"/>
                  </a:cubicBezTo>
                  <a:cubicBezTo>
                    <a:pt x="138703" y="465062"/>
                    <a:pt x="135983" y="475941"/>
                    <a:pt x="133263" y="486820"/>
                  </a:cubicBezTo>
                  <a:cubicBezTo>
                    <a:pt x="130544" y="505857"/>
                    <a:pt x="125105" y="522175"/>
                    <a:pt x="122385" y="541213"/>
                  </a:cubicBezTo>
                  <a:cubicBezTo>
                    <a:pt x="119665" y="560250"/>
                    <a:pt x="111506" y="595606"/>
                    <a:pt x="106067" y="614643"/>
                  </a:cubicBezTo>
                  <a:cubicBezTo>
                    <a:pt x="114226" y="614643"/>
                    <a:pt x="125105" y="614643"/>
                    <a:pt x="135983" y="614643"/>
                  </a:cubicBezTo>
                  <a:cubicBezTo>
                    <a:pt x="149581" y="614643"/>
                    <a:pt x="171340" y="614643"/>
                    <a:pt x="171340" y="630961"/>
                  </a:cubicBezTo>
                  <a:cubicBezTo>
                    <a:pt x="171340" y="639120"/>
                    <a:pt x="168620" y="639120"/>
                    <a:pt x="165900" y="647279"/>
                  </a:cubicBezTo>
                  <a:cubicBezTo>
                    <a:pt x="163181" y="652718"/>
                    <a:pt x="155021" y="655438"/>
                    <a:pt x="149581" y="655438"/>
                  </a:cubicBezTo>
                  <a:cubicBezTo>
                    <a:pt x="141423" y="658158"/>
                    <a:pt x="135983" y="658158"/>
                    <a:pt x="127824" y="658158"/>
                  </a:cubicBezTo>
                  <a:cubicBezTo>
                    <a:pt x="122385" y="658158"/>
                    <a:pt x="116946" y="658158"/>
                    <a:pt x="106067" y="658158"/>
                  </a:cubicBezTo>
                  <a:cubicBezTo>
                    <a:pt x="92469" y="658158"/>
                    <a:pt x="78870" y="658158"/>
                    <a:pt x="62552" y="658158"/>
                  </a:cubicBezTo>
                  <a:cubicBezTo>
                    <a:pt x="54393" y="658158"/>
                    <a:pt x="46234" y="658158"/>
                    <a:pt x="40795" y="658158"/>
                  </a:cubicBezTo>
                  <a:cubicBezTo>
                    <a:pt x="32636" y="658158"/>
                    <a:pt x="21758" y="658158"/>
                    <a:pt x="16318" y="652718"/>
                  </a:cubicBezTo>
                  <a:cubicBezTo>
                    <a:pt x="8159" y="649999"/>
                    <a:pt x="0" y="641840"/>
                    <a:pt x="0" y="636401"/>
                  </a:cubicBezTo>
                  <a:cubicBezTo>
                    <a:pt x="0" y="633681"/>
                    <a:pt x="0" y="630961"/>
                    <a:pt x="2720" y="628241"/>
                  </a:cubicBezTo>
                  <a:cubicBezTo>
                    <a:pt x="8159" y="625522"/>
                    <a:pt x="16318" y="622802"/>
                    <a:pt x="24477" y="620082"/>
                  </a:cubicBezTo>
                  <a:cubicBezTo>
                    <a:pt x="38075" y="617363"/>
                    <a:pt x="48954" y="617363"/>
                    <a:pt x="62552" y="617363"/>
                  </a:cubicBezTo>
                  <a:cubicBezTo>
                    <a:pt x="62552" y="617363"/>
                    <a:pt x="62552" y="614643"/>
                    <a:pt x="62552" y="614643"/>
                  </a:cubicBezTo>
                  <a:cubicBezTo>
                    <a:pt x="62552" y="603765"/>
                    <a:pt x="65272" y="590166"/>
                    <a:pt x="65272" y="587447"/>
                  </a:cubicBezTo>
                  <a:cubicBezTo>
                    <a:pt x="67992" y="565689"/>
                    <a:pt x="73431" y="543932"/>
                    <a:pt x="76151" y="522175"/>
                  </a:cubicBezTo>
                  <a:cubicBezTo>
                    <a:pt x="78870" y="505857"/>
                    <a:pt x="81590" y="486820"/>
                    <a:pt x="87029" y="470501"/>
                  </a:cubicBezTo>
                  <a:cubicBezTo>
                    <a:pt x="87029" y="465062"/>
                    <a:pt x="92469" y="451464"/>
                    <a:pt x="92469" y="446025"/>
                  </a:cubicBezTo>
                  <a:cubicBezTo>
                    <a:pt x="92469" y="437866"/>
                    <a:pt x="73431" y="437866"/>
                    <a:pt x="65272" y="432426"/>
                  </a:cubicBezTo>
                  <a:cubicBezTo>
                    <a:pt x="59833" y="429707"/>
                    <a:pt x="54393" y="426987"/>
                    <a:pt x="54393" y="421548"/>
                  </a:cubicBezTo>
                  <a:cubicBezTo>
                    <a:pt x="54393" y="413389"/>
                    <a:pt x="62552" y="410669"/>
                    <a:pt x="73431" y="407949"/>
                  </a:cubicBezTo>
                  <a:cubicBezTo>
                    <a:pt x="78870" y="407949"/>
                    <a:pt x="92469" y="405230"/>
                    <a:pt x="100628" y="399790"/>
                  </a:cubicBezTo>
                  <a:cubicBezTo>
                    <a:pt x="106067" y="394351"/>
                    <a:pt x="106067" y="378033"/>
                    <a:pt x="108787" y="369874"/>
                  </a:cubicBezTo>
                  <a:cubicBezTo>
                    <a:pt x="114226" y="348117"/>
                    <a:pt x="119665" y="326360"/>
                    <a:pt x="125105" y="307322"/>
                  </a:cubicBezTo>
                  <a:cubicBezTo>
                    <a:pt x="130544" y="285565"/>
                    <a:pt x="135983" y="263808"/>
                    <a:pt x="141423" y="242051"/>
                  </a:cubicBezTo>
                  <a:cubicBezTo>
                    <a:pt x="146862" y="220293"/>
                    <a:pt x="152301" y="198536"/>
                    <a:pt x="155021" y="179498"/>
                  </a:cubicBezTo>
                  <a:cubicBezTo>
                    <a:pt x="157740" y="160461"/>
                    <a:pt x="163181" y="138703"/>
                    <a:pt x="168620" y="119665"/>
                  </a:cubicBezTo>
                  <a:cubicBezTo>
                    <a:pt x="176779" y="100627"/>
                    <a:pt x="182218" y="76150"/>
                    <a:pt x="193097" y="57113"/>
                  </a:cubicBezTo>
                  <a:lnTo>
                    <a:pt x="201256" y="38075"/>
                  </a:lnTo>
                  <a:cubicBezTo>
                    <a:pt x="206695" y="29916"/>
                    <a:pt x="209415" y="19038"/>
                    <a:pt x="217574" y="13598"/>
                  </a:cubicBezTo>
                  <a:cubicBezTo>
                    <a:pt x="231172" y="2720"/>
                    <a:pt x="255649" y="0"/>
                    <a:pt x="274687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>
                <a:ln>
                  <a:noFill/>
                </a:ln>
                <a:solidFill>
                  <a:srgbClr val="666666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83" name="Freeform: Shape 39">
              <a:extLst>
                <a:ext uri="{FF2B5EF4-FFF2-40B4-BE49-F238E27FC236}">
                  <a16:creationId xmlns:a16="http://schemas.microsoft.com/office/drawing/2014/main" id="{93C5715C-90E5-C942-B952-C3F4A1E6A439}"/>
                </a:ext>
              </a:extLst>
            </p:cNvPr>
            <p:cNvSpPr/>
            <p:nvPr/>
          </p:nvSpPr>
          <p:spPr>
            <a:xfrm>
              <a:off x="3443268" y="4186718"/>
              <a:ext cx="435145" cy="761503"/>
            </a:xfrm>
            <a:custGeom>
              <a:avLst/>
              <a:gdLst>
                <a:gd name="connsiteX0" fmla="*/ 400855 w 435145"/>
                <a:gd name="connsiteY0" fmla="*/ 678260 h 761503"/>
                <a:gd name="connsiteX1" fmla="*/ 384537 w 435145"/>
                <a:gd name="connsiteY1" fmla="*/ 719054 h 761503"/>
                <a:gd name="connsiteX2" fmla="*/ 368219 w 435145"/>
                <a:gd name="connsiteY2" fmla="*/ 713615 h 761503"/>
                <a:gd name="connsiteX3" fmla="*/ 360060 w 435145"/>
                <a:gd name="connsiteY3" fmla="*/ 697297 h 761503"/>
                <a:gd name="connsiteX4" fmla="*/ 360060 w 435145"/>
                <a:gd name="connsiteY4" fmla="*/ 651063 h 761503"/>
                <a:gd name="connsiteX5" fmla="*/ 332864 w 435145"/>
                <a:gd name="connsiteY5" fmla="*/ 686418 h 761503"/>
                <a:gd name="connsiteX6" fmla="*/ 251274 w 435145"/>
                <a:gd name="connsiteY6" fmla="*/ 721774 h 761503"/>
                <a:gd name="connsiteX7" fmla="*/ 229517 w 435145"/>
                <a:gd name="connsiteY7" fmla="*/ 719054 h 761503"/>
                <a:gd name="connsiteX8" fmla="*/ 158806 w 435145"/>
                <a:gd name="connsiteY8" fmla="*/ 694578 h 761503"/>
                <a:gd name="connsiteX9" fmla="*/ 112571 w 435145"/>
                <a:gd name="connsiteY9" fmla="*/ 659222 h 761503"/>
                <a:gd name="connsiteX10" fmla="*/ 79936 w 435145"/>
                <a:gd name="connsiteY10" fmla="*/ 607548 h 761503"/>
                <a:gd name="connsiteX11" fmla="*/ 63618 w 435145"/>
                <a:gd name="connsiteY11" fmla="*/ 542277 h 761503"/>
                <a:gd name="connsiteX12" fmla="*/ 58178 w 435145"/>
                <a:gd name="connsiteY12" fmla="*/ 471566 h 761503"/>
                <a:gd name="connsiteX13" fmla="*/ 60898 w 435145"/>
                <a:gd name="connsiteY13" fmla="*/ 400855 h 761503"/>
                <a:gd name="connsiteX14" fmla="*/ 66337 w 435145"/>
                <a:gd name="connsiteY14" fmla="*/ 335583 h 761503"/>
                <a:gd name="connsiteX15" fmla="*/ 85375 w 435145"/>
                <a:gd name="connsiteY15" fmla="*/ 267592 h 761503"/>
                <a:gd name="connsiteX16" fmla="*/ 109852 w 435145"/>
                <a:gd name="connsiteY16" fmla="*/ 199600 h 761503"/>
                <a:gd name="connsiteX17" fmla="*/ 145207 w 435145"/>
                <a:gd name="connsiteY17" fmla="*/ 145207 h 761503"/>
                <a:gd name="connsiteX18" fmla="*/ 188722 w 435145"/>
                <a:gd name="connsiteY18" fmla="*/ 96253 h 761503"/>
                <a:gd name="connsiteX19" fmla="*/ 243115 w 435145"/>
                <a:gd name="connsiteY19" fmla="*/ 71776 h 761503"/>
                <a:gd name="connsiteX20" fmla="*/ 286630 w 435145"/>
                <a:gd name="connsiteY20" fmla="*/ 63617 h 761503"/>
                <a:gd name="connsiteX21" fmla="*/ 305667 w 435145"/>
                <a:gd name="connsiteY21" fmla="*/ 66337 h 761503"/>
                <a:gd name="connsiteX22" fmla="*/ 324705 w 435145"/>
                <a:gd name="connsiteY22" fmla="*/ 79936 h 761503"/>
                <a:gd name="connsiteX23" fmla="*/ 341023 w 435145"/>
                <a:gd name="connsiteY23" fmla="*/ 101693 h 761503"/>
                <a:gd name="connsiteX24" fmla="*/ 354621 w 435145"/>
                <a:gd name="connsiteY24" fmla="*/ 123450 h 761503"/>
                <a:gd name="connsiteX25" fmla="*/ 354621 w 435145"/>
                <a:gd name="connsiteY25" fmla="*/ 98973 h 761503"/>
                <a:gd name="connsiteX26" fmla="*/ 360060 w 435145"/>
                <a:gd name="connsiteY26" fmla="*/ 74496 h 761503"/>
                <a:gd name="connsiteX27" fmla="*/ 365500 w 435145"/>
                <a:gd name="connsiteY27" fmla="*/ 63617 h 761503"/>
                <a:gd name="connsiteX28" fmla="*/ 373659 w 435145"/>
                <a:gd name="connsiteY28" fmla="*/ 58178 h 761503"/>
                <a:gd name="connsiteX29" fmla="*/ 381818 w 435145"/>
                <a:gd name="connsiteY29" fmla="*/ 63617 h 761503"/>
                <a:gd name="connsiteX30" fmla="*/ 389977 w 435145"/>
                <a:gd name="connsiteY30" fmla="*/ 82655 h 761503"/>
                <a:gd name="connsiteX31" fmla="*/ 392696 w 435145"/>
                <a:gd name="connsiteY31" fmla="*/ 126170 h 761503"/>
                <a:gd name="connsiteX32" fmla="*/ 395416 w 435145"/>
                <a:gd name="connsiteY32" fmla="*/ 186002 h 761503"/>
                <a:gd name="connsiteX33" fmla="*/ 398136 w 435145"/>
                <a:gd name="connsiteY33" fmla="*/ 237675 h 761503"/>
                <a:gd name="connsiteX34" fmla="*/ 398136 w 435145"/>
                <a:gd name="connsiteY34" fmla="*/ 243115 h 761503"/>
                <a:gd name="connsiteX35" fmla="*/ 395416 w 435145"/>
                <a:gd name="connsiteY35" fmla="*/ 256713 h 761503"/>
                <a:gd name="connsiteX36" fmla="*/ 379098 w 435145"/>
                <a:gd name="connsiteY36" fmla="*/ 278470 h 761503"/>
                <a:gd name="connsiteX37" fmla="*/ 362780 w 435145"/>
                <a:gd name="connsiteY37" fmla="*/ 273031 h 761503"/>
                <a:gd name="connsiteX38" fmla="*/ 354621 w 435145"/>
                <a:gd name="connsiteY38" fmla="*/ 256713 h 761503"/>
                <a:gd name="connsiteX39" fmla="*/ 354621 w 435145"/>
                <a:gd name="connsiteY39" fmla="*/ 213198 h 761503"/>
                <a:gd name="connsiteX40" fmla="*/ 354621 w 435145"/>
                <a:gd name="connsiteY40" fmla="*/ 205040 h 761503"/>
                <a:gd name="connsiteX41" fmla="*/ 338303 w 435145"/>
                <a:gd name="connsiteY41" fmla="*/ 147927 h 761503"/>
                <a:gd name="connsiteX42" fmla="*/ 292069 w 435145"/>
                <a:gd name="connsiteY42" fmla="*/ 107132 h 761503"/>
                <a:gd name="connsiteX43" fmla="*/ 262153 w 435145"/>
                <a:gd name="connsiteY43" fmla="*/ 120730 h 761503"/>
                <a:gd name="connsiteX44" fmla="*/ 251274 w 435145"/>
                <a:gd name="connsiteY44" fmla="*/ 131609 h 761503"/>
                <a:gd name="connsiteX45" fmla="*/ 240395 w 435145"/>
                <a:gd name="connsiteY45" fmla="*/ 139768 h 761503"/>
                <a:gd name="connsiteX46" fmla="*/ 237676 w 435145"/>
                <a:gd name="connsiteY46" fmla="*/ 164245 h 761503"/>
                <a:gd name="connsiteX47" fmla="*/ 226797 w 435145"/>
                <a:gd name="connsiteY47" fmla="*/ 196881 h 761503"/>
                <a:gd name="connsiteX48" fmla="*/ 213199 w 435145"/>
                <a:gd name="connsiteY48" fmla="*/ 259433 h 761503"/>
                <a:gd name="connsiteX49" fmla="*/ 207759 w 435145"/>
                <a:gd name="connsiteY49" fmla="*/ 324704 h 761503"/>
                <a:gd name="connsiteX50" fmla="*/ 207759 w 435145"/>
                <a:gd name="connsiteY50" fmla="*/ 335583 h 761503"/>
                <a:gd name="connsiteX51" fmla="*/ 205040 w 435145"/>
                <a:gd name="connsiteY51" fmla="*/ 349181 h 761503"/>
                <a:gd name="connsiteX52" fmla="*/ 207759 w 435145"/>
                <a:gd name="connsiteY52" fmla="*/ 368219 h 761503"/>
                <a:gd name="connsiteX53" fmla="*/ 207759 w 435145"/>
                <a:gd name="connsiteY53" fmla="*/ 376378 h 761503"/>
                <a:gd name="connsiteX54" fmla="*/ 205040 w 435145"/>
                <a:gd name="connsiteY54" fmla="*/ 387256 h 761503"/>
                <a:gd name="connsiteX55" fmla="*/ 205040 w 435145"/>
                <a:gd name="connsiteY55" fmla="*/ 395415 h 761503"/>
                <a:gd name="connsiteX56" fmla="*/ 205040 w 435145"/>
                <a:gd name="connsiteY56" fmla="*/ 406294 h 761503"/>
                <a:gd name="connsiteX57" fmla="*/ 205040 w 435145"/>
                <a:gd name="connsiteY57" fmla="*/ 425332 h 761503"/>
                <a:gd name="connsiteX58" fmla="*/ 213199 w 435145"/>
                <a:gd name="connsiteY58" fmla="*/ 493323 h 761503"/>
                <a:gd name="connsiteX59" fmla="*/ 221358 w 435145"/>
                <a:gd name="connsiteY59" fmla="*/ 561314 h 761503"/>
                <a:gd name="connsiteX60" fmla="*/ 226797 w 435145"/>
                <a:gd name="connsiteY60" fmla="*/ 591231 h 761503"/>
                <a:gd name="connsiteX61" fmla="*/ 240395 w 435145"/>
                <a:gd name="connsiteY61" fmla="*/ 618427 h 761503"/>
                <a:gd name="connsiteX62" fmla="*/ 283910 w 435145"/>
                <a:gd name="connsiteY62" fmla="*/ 651063 h 761503"/>
                <a:gd name="connsiteX63" fmla="*/ 338303 w 435145"/>
                <a:gd name="connsiteY63" fmla="*/ 612988 h 761503"/>
                <a:gd name="connsiteX64" fmla="*/ 354621 w 435145"/>
                <a:gd name="connsiteY64" fmla="*/ 577632 h 761503"/>
                <a:gd name="connsiteX65" fmla="*/ 357341 w 435145"/>
                <a:gd name="connsiteY65" fmla="*/ 509641 h 761503"/>
                <a:gd name="connsiteX66" fmla="*/ 362780 w 435145"/>
                <a:gd name="connsiteY66" fmla="*/ 485164 h 761503"/>
                <a:gd name="connsiteX67" fmla="*/ 368219 w 435145"/>
                <a:gd name="connsiteY67" fmla="*/ 474286 h 761503"/>
                <a:gd name="connsiteX68" fmla="*/ 376378 w 435145"/>
                <a:gd name="connsiteY68" fmla="*/ 468846 h 761503"/>
                <a:gd name="connsiteX69" fmla="*/ 384537 w 435145"/>
                <a:gd name="connsiteY69" fmla="*/ 474286 h 761503"/>
                <a:gd name="connsiteX70" fmla="*/ 392696 w 435145"/>
                <a:gd name="connsiteY70" fmla="*/ 493323 h 761503"/>
                <a:gd name="connsiteX71" fmla="*/ 395416 w 435145"/>
                <a:gd name="connsiteY71" fmla="*/ 558595 h 761503"/>
                <a:gd name="connsiteX72" fmla="*/ 398136 w 435145"/>
                <a:gd name="connsiteY72" fmla="*/ 618427 h 761503"/>
                <a:gd name="connsiteX73" fmla="*/ 400855 w 435145"/>
                <a:gd name="connsiteY73" fmla="*/ 678260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435145" h="761503">
                  <a:moveTo>
                    <a:pt x="400855" y="678260"/>
                  </a:moveTo>
                  <a:cubicBezTo>
                    <a:pt x="400855" y="689138"/>
                    <a:pt x="400855" y="719054"/>
                    <a:pt x="384537" y="719054"/>
                  </a:cubicBezTo>
                  <a:cubicBezTo>
                    <a:pt x="376378" y="719054"/>
                    <a:pt x="373659" y="716335"/>
                    <a:pt x="368219" y="713615"/>
                  </a:cubicBezTo>
                  <a:cubicBezTo>
                    <a:pt x="362780" y="710895"/>
                    <a:pt x="360060" y="702736"/>
                    <a:pt x="360060" y="697297"/>
                  </a:cubicBezTo>
                  <a:cubicBezTo>
                    <a:pt x="357341" y="680979"/>
                    <a:pt x="357341" y="664661"/>
                    <a:pt x="360060" y="651063"/>
                  </a:cubicBezTo>
                  <a:cubicBezTo>
                    <a:pt x="354621" y="659222"/>
                    <a:pt x="341023" y="678260"/>
                    <a:pt x="332864" y="686418"/>
                  </a:cubicBezTo>
                  <a:cubicBezTo>
                    <a:pt x="311107" y="708176"/>
                    <a:pt x="283910" y="721774"/>
                    <a:pt x="251274" y="721774"/>
                  </a:cubicBezTo>
                  <a:cubicBezTo>
                    <a:pt x="243115" y="721774"/>
                    <a:pt x="237676" y="721774"/>
                    <a:pt x="229517" y="719054"/>
                  </a:cubicBezTo>
                  <a:cubicBezTo>
                    <a:pt x="207759" y="716335"/>
                    <a:pt x="183283" y="708176"/>
                    <a:pt x="158806" y="694578"/>
                  </a:cubicBezTo>
                  <a:cubicBezTo>
                    <a:pt x="142488" y="686418"/>
                    <a:pt x="126170" y="672820"/>
                    <a:pt x="112571" y="659222"/>
                  </a:cubicBezTo>
                  <a:cubicBezTo>
                    <a:pt x="98973" y="642904"/>
                    <a:pt x="88095" y="626586"/>
                    <a:pt x="79936" y="607548"/>
                  </a:cubicBezTo>
                  <a:cubicBezTo>
                    <a:pt x="71777" y="585791"/>
                    <a:pt x="66337" y="566754"/>
                    <a:pt x="63618" y="542277"/>
                  </a:cubicBezTo>
                  <a:cubicBezTo>
                    <a:pt x="60898" y="517800"/>
                    <a:pt x="58178" y="493323"/>
                    <a:pt x="58178" y="471566"/>
                  </a:cubicBezTo>
                  <a:cubicBezTo>
                    <a:pt x="58178" y="447089"/>
                    <a:pt x="58178" y="425332"/>
                    <a:pt x="60898" y="400855"/>
                  </a:cubicBezTo>
                  <a:cubicBezTo>
                    <a:pt x="63618" y="379098"/>
                    <a:pt x="60898" y="357340"/>
                    <a:pt x="66337" y="335583"/>
                  </a:cubicBezTo>
                  <a:cubicBezTo>
                    <a:pt x="69057" y="313826"/>
                    <a:pt x="77216" y="289349"/>
                    <a:pt x="85375" y="267592"/>
                  </a:cubicBezTo>
                  <a:cubicBezTo>
                    <a:pt x="93534" y="243115"/>
                    <a:pt x="98973" y="221357"/>
                    <a:pt x="109852" y="199600"/>
                  </a:cubicBezTo>
                  <a:cubicBezTo>
                    <a:pt x="118011" y="177843"/>
                    <a:pt x="131609" y="161525"/>
                    <a:pt x="145207" y="145207"/>
                  </a:cubicBezTo>
                  <a:cubicBezTo>
                    <a:pt x="158806" y="128889"/>
                    <a:pt x="172404" y="109852"/>
                    <a:pt x="188722" y="96253"/>
                  </a:cubicBezTo>
                  <a:cubicBezTo>
                    <a:pt x="205040" y="82655"/>
                    <a:pt x="224077" y="77216"/>
                    <a:pt x="243115" y="71776"/>
                  </a:cubicBezTo>
                  <a:cubicBezTo>
                    <a:pt x="256713" y="69057"/>
                    <a:pt x="273031" y="63617"/>
                    <a:pt x="286630" y="63617"/>
                  </a:cubicBezTo>
                  <a:cubicBezTo>
                    <a:pt x="292069" y="63617"/>
                    <a:pt x="297508" y="63617"/>
                    <a:pt x="305667" y="66337"/>
                  </a:cubicBezTo>
                  <a:cubicBezTo>
                    <a:pt x="313826" y="69057"/>
                    <a:pt x="319266" y="74496"/>
                    <a:pt x="324705" y="79936"/>
                  </a:cubicBezTo>
                  <a:cubicBezTo>
                    <a:pt x="332864" y="85375"/>
                    <a:pt x="332864" y="93534"/>
                    <a:pt x="341023" y="101693"/>
                  </a:cubicBezTo>
                  <a:cubicBezTo>
                    <a:pt x="346462" y="107132"/>
                    <a:pt x="349182" y="118011"/>
                    <a:pt x="354621" y="123450"/>
                  </a:cubicBezTo>
                  <a:cubicBezTo>
                    <a:pt x="354621" y="115291"/>
                    <a:pt x="354621" y="101693"/>
                    <a:pt x="354621" y="98973"/>
                  </a:cubicBezTo>
                  <a:cubicBezTo>
                    <a:pt x="354621" y="90814"/>
                    <a:pt x="354621" y="79936"/>
                    <a:pt x="360060" y="74496"/>
                  </a:cubicBezTo>
                  <a:cubicBezTo>
                    <a:pt x="362780" y="71776"/>
                    <a:pt x="362780" y="69057"/>
                    <a:pt x="365500" y="63617"/>
                  </a:cubicBezTo>
                  <a:cubicBezTo>
                    <a:pt x="368219" y="60898"/>
                    <a:pt x="370939" y="58178"/>
                    <a:pt x="373659" y="58178"/>
                  </a:cubicBezTo>
                  <a:cubicBezTo>
                    <a:pt x="376378" y="58178"/>
                    <a:pt x="379098" y="60898"/>
                    <a:pt x="381818" y="63617"/>
                  </a:cubicBezTo>
                  <a:cubicBezTo>
                    <a:pt x="384537" y="69057"/>
                    <a:pt x="387257" y="77216"/>
                    <a:pt x="389977" y="82655"/>
                  </a:cubicBezTo>
                  <a:cubicBezTo>
                    <a:pt x="389977" y="90814"/>
                    <a:pt x="392696" y="107132"/>
                    <a:pt x="392696" y="126170"/>
                  </a:cubicBezTo>
                  <a:cubicBezTo>
                    <a:pt x="392696" y="150647"/>
                    <a:pt x="392696" y="177843"/>
                    <a:pt x="395416" y="186002"/>
                  </a:cubicBezTo>
                  <a:cubicBezTo>
                    <a:pt x="398136" y="205040"/>
                    <a:pt x="398136" y="215918"/>
                    <a:pt x="398136" y="237675"/>
                  </a:cubicBezTo>
                  <a:cubicBezTo>
                    <a:pt x="398136" y="240395"/>
                    <a:pt x="398136" y="243115"/>
                    <a:pt x="398136" y="243115"/>
                  </a:cubicBezTo>
                  <a:cubicBezTo>
                    <a:pt x="398136" y="248554"/>
                    <a:pt x="398136" y="251274"/>
                    <a:pt x="395416" y="256713"/>
                  </a:cubicBezTo>
                  <a:cubicBezTo>
                    <a:pt x="392696" y="267592"/>
                    <a:pt x="389977" y="278470"/>
                    <a:pt x="379098" y="278470"/>
                  </a:cubicBezTo>
                  <a:cubicBezTo>
                    <a:pt x="370939" y="278470"/>
                    <a:pt x="368219" y="275751"/>
                    <a:pt x="362780" y="273031"/>
                  </a:cubicBezTo>
                  <a:cubicBezTo>
                    <a:pt x="357341" y="270311"/>
                    <a:pt x="354621" y="262152"/>
                    <a:pt x="354621" y="256713"/>
                  </a:cubicBezTo>
                  <a:cubicBezTo>
                    <a:pt x="349182" y="237675"/>
                    <a:pt x="354621" y="232236"/>
                    <a:pt x="354621" y="213198"/>
                  </a:cubicBezTo>
                  <a:cubicBezTo>
                    <a:pt x="354621" y="210479"/>
                    <a:pt x="354621" y="207759"/>
                    <a:pt x="354621" y="205040"/>
                  </a:cubicBezTo>
                  <a:cubicBezTo>
                    <a:pt x="349182" y="186002"/>
                    <a:pt x="343742" y="169684"/>
                    <a:pt x="338303" y="147927"/>
                  </a:cubicBezTo>
                  <a:cubicBezTo>
                    <a:pt x="332864" y="131609"/>
                    <a:pt x="311107" y="107132"/>
                    <a:pt x="292069" y="107132"/>
                  </a:cubicBezTo>
                  <a:cubicBezTo>
                    <a:pt x="281190" y="107132"/>
                    <a:pt x="270312" y="115291"/>
                    <a:pt x="262153" y="120730"/>
                  </a:cubicBezTo>
                  <a:cubicBezTo>
                    <a:pt x="259433" y="123450"/>
                    <a:pt x="256713" y="126170"/>
                    <a:pt x="251274" y="131609"/>
                  </a:cubicBezTo>
                  <a:cubicBezTo>
                    <a:pt x="248554" y="134329"/>
                    <a:pt x="243115" y="137048"/>
                    <a:pt x="240395" y="139768"/>
                  </a:cubicBezTo>
                  <a:cubicBezTo>
                    <a:pt x="237676" y="145207"/>
                    <a:pt x="240395" y="156086"/>
                    <a:pt x="237676" y="164245"/>
                  </a:cubicBezTo>
                  <a:cubicBezTo>
                    <a:pt x="232236" y="175123"/>
                    <a:pt x="229517" y="186002"/>
                    <a:pt x="226797" y="196881"/>
                  </a:cubicBezTo>
                  <a:cubicBezTo>
                    <a:pt x="221358" y="218638"/>
                    <a:pt x="218638" y="237675"/>
                    <a:pt x="213199" y="259433"/>
                  </a:cubicBezTo>
                  <a:cubicBezTo>
                    <a:pt x="210479" y="281190"/>
                    <a:pt x="207759" y="302947"/>
                    <a:pt x="207759" y="324704"/>
                  </a:cubicBezTo>
                  <a:cubicBezTo>
                    <a:pt x="207759" y="327424"/>
                    <a:pt x="207759" y="332863"/>
                    <a:pt x="207759" y="335583"/>
                  </a:cubicBezTo>
                  <a:cubicBezTo>
                    <a:pt x="207759" y="341022"/>
                    <a:pt x="205040" y="343742"/>
                    <a:pt x="205040" y="349181"/>
                  </a:cubicBezTo>
                  <a:cubicBezTo>
                    <a:pt x="205040" y="354621"/>
                    <a:pt x="207759" y="362779"/>
                    <a:pt x="207759" y="368219"/>
                  </a:cubicBezTo>
                  <a:cubicBezTo>
                    <a:pt x="207759" y="370939"/>
                    <a:pt x="207759" y="373658"/>
                    <a:pt x="207759" y="376378"/>
                  </a:cubicBezTo>
                  <a:cubicBezTo>
                    <a:pt x="205040" y="381817"/>
                    <a:pt x="205040" y="384537"/>
                    <a:pt x="205040" y="387256"/>
                  </a:cubicBezTo>
                  <a:cubicBezTo>
                    <a:pt x="205040" y="389976"/>
                    <a:pt x="205040" y="392696"/>
                    <a:pt x="205040" y="395415"/>
                  </a:cubicBezTo>
                  <a:cubicBezTo>
                    <a:pt x="205040" y="398135"/>
                    <a:pt x="205040" y="403574"/>
                    <a:pt x="205040" y="406294"/>
                  </a:cubicBezTo>
                  <a:cubicBezTo>
                    <a:pt x="205040" y="411733"/>
                    <a:pt x="205040" y="417173"/>
                    <a:pt x="205040" y="425332"/>
                  </a:cubicBezTo>
                  <a:cubicBezTo>
                    <a:pt x="205040" y="449809"/>
                    <a:pt x="213199" y="471566"/>
                    <a:pt x="213199" y="493323"/>
                  </a:cubicBezTo>
                  <a:cubicBezTo>
                    <a:pt x="213199" y="517800"/>
                    <a:pt x="215919" y="539557"/>
                    <a:pt x="221358" y="561314"/>
                  </a:cubicBezTo>
                  <a:cubicBezTo>
                    <a:pt x="224077" y="572193"/>
                    <a:pt x="224077" y="580352"/>
                    <a:pt x="226797" y="591231"/>
                  </a:cubicBezTo>
                  <a:cubicBezTo>
                    <a:pt x="229517" y="599390"/>
                    <a:pt x="237676" y="607548"/>
                    <a:pt x="240395" y="618427"/>
                  </a:cubicBezTo>
                  <a:cubicBezTo>
                    <a:pt x="248554" y="637465"/>
                    <a:pt x="262153" y="651063"/>
                    <a:pt x="283910" y="651063"/>
                  </a:cubicBezTo>
                  <a:cubicBezTo>
                    <a:pt x="302948" y="651063"/>
                    <a:pt x="330144" y="629306"/>
                    <a:pt x="338303" y="612988"/>
                  </a:cubicBezTo>
                  <a:cubicBezTo>
                    <a:pt x="346462" y="599390"/>
                    <a:pt x="351901" y="591231"/>
                    <a:pt x="354621" y="577632"/>
                  </a:cubicBezTo>
                  <a:cubicBezTo>
                    <a:pt x="354621" y="550436"/>
                    <a:pt x="354621" y="517800"/>
                    <a:pt x="357341" y="509641"/>
                  </a:cubicBezTo>
                  <a:cubicBezTo>
                    <a:pt x="357341" y="501482"/>
                    <a:pt x="357341" y="490603"/>
                    <a:pt x="362780" y="485164"/>
                  </a:cubicBezTo>
                  <a:cubicBezTo>
                    <a:pt x="365500" y="482444"/>
                    <a:pt x="365500" y="479725"/>
                    <a:pt x="368219" y="474286"/>
                  </a:cubicBezTo>
                  <a:cubicBezTo>
                    <a:pt x="370939" y="471566"/>
                    <a:pt x="373659" y="468846"/>
                    <a:pt x="376378" y="468846"/>
                  </a:cubicBezTo>
                  <a:cubicBezTo>
                    <a:pt x="379098" y="468846"/>
                    <a:pt x="381818" y="471566"/>
                    <a:pt x="384537" y="474286"/>
                  </a:cubicBezTo>
                  <a:cubicBezTo>
                    <a:pt x="387257" y="479725"/>
                    <a:pt x="389977" y="487884"/>
                    <a:pt x="392696" y="493323"/>
                  </a:cubicBezTo>
                  <a:cubicBezTo>
                    <a:pt x="392696" y="501482"/>
                    <a:pt x="395416" y="539557"/>
                    <a:pt x="395416" y="558595"/>
                  </a:cubicBezTo>
                  <a:cubicBezTo>
                    <a:pt x="395416" y="583072"/>
                    <a:pt x="395416" y="610268"/>
                    <a:pt x="398136" y="618427"/>
                  </a:cubicBezTo>
                  <a:cubicBezTo>
                    <a:pt x="398136" y="648343"/>
                    <a:pt x="400855" y="659222"/>
                    <a:pt x="400855" y="678260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>
                <a:ln>
                  <a:noFill/>
                </a:ln>
                <a:solidFill>
                  <a:srgbClr val="666666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84" name="Freeform: Shape 40">
              <a:extLst>
                <a:ext uri="{FF2B5EF4-FFF2-40B4-BE49-F238E27FC236}">
                  <a16:creationId xmlns:a16="http://schemas.microsoft.com/office/drawing/2014/main" id="{D03967A6-EA91-174C-B350-04EB4AFB4B7E}"/>
                </a:ext>
              </a:extLst>
            </p:cNvPr>
            <p:cNvSpPr/>
            <p:nvPr/>
          </p:nvSpPr>
          <p:spPr>
            <a:xfrm>
              <a:off x="3829459" y="4200317"/>
              <a:ext cx="598325" cy="761503"/>
            </a:xfrm>
            <a:custGeom>
              <a:avLst/>
              <a:gdLst>
                <a:gd name="connsiteX0" fmla="*/ 360060 w 598324"/>
                <a:gd name="connsiteY0" fmla="*/ 332863 h 761503"/>
                <a:gd name="connsiteX1" fmla="*/ 341023 w 598324"/>
                <a:gd name="connsiteY1" fmla="*/ 370939 h 761503"/>
                <a:gd name="connsiteX2" fmla="*/ 376378 w 598324"/>
                <a:gd name="connsiteY2" fmla="*/ 389976 h 761503"/>
                <a:gd name="connsiteX3" fmla="*/ 425332 w 598324"/>
                <a:gd name="connsiteY3" fmla="*/ 433491 h 761503"/>
                <a:gd name="connsiteX4" fmla="*/ 438930 w 598324"/>
                <a:gd name="connsiteY4" fmla="*/ 463407 h 761503"/>
                <a:gd name="connsiteX5" fmla="*/ 449809 w 598324"/>
                <a:gd name="connsiteY5" fmla="*/ 498762 h 761503"/>
                <a:gd name="connsiteX6" fmla="*/ 457968 w 598324"/>
                <a:gd name="connsiteY6" fmla="*/ 528679 h 761503"/>
                <a:gd name="connsiteX7" fmla="*/ 466127 w 598324"/>
                <a:gd name="connsiteY7" fmla="*/ 564034 h 761503"/>
                <a:gd name="connsiteX8" fmla="*/ 471566 w 598324"/>
                <a:gd name="connsiteY8" fmla="*/ 593950 h 761503"/>
                <a:gd name="connsiteX9" fmla="*/ 479725 w 598324"/>
                <a:gd name="connsiteY9" fmla="*/ 607548 h 761503"/>
                <a:gd name="connsiteX10" fmla="*/ 487884 w 598324"/>
                <a:gd name="connsiteY10" fmla="*/ 623867 h 761503"/>
                <a:gd name="connsiteX11" fmla="*/ 501482 w 598324"/>
                <a:gd name="connsiteY11" fmla="*/ 651063 h 761503"/>
                <a:gd name="connsiteX12" fmla="*/ 523240 w 598324"/>
                <a:gd name="connsiteY12" fmla="*/ 670101 h 761503"/>
                <a:gd name="connsiteX13" fmla="*/ 534119 w 598324"/>
                <a:gd name="connsiteY13" fmla="*/ 686418 h 761503"/>
                <a:gd name="connsiteX14" fmla="*/ 531399 w 598324"/>
                <a:gd name="connsiteY14" fmla="*/ 694578 h 761503"/>
                <a:gd name="connsiteX15" fmla="*/ 498763 w 598324"/>
                <a:gd name="connsiteY15" fmla="*/ 708176 h 761503"/>
                <a:gd name="connsiteX16" fmla="*/ 449809 w 598324"/>
                <a:gd name="connsiteY16" fmla="*/ 700017 h 761503"/>
                <a:gd name="connsiteX17" fmla="*/ 400855 w 598324"/>
                <a:gd name="connsiteY17" fmla="*/ 667381 h 761503"/>
                <a:gd name="connsiteX18" fmla="*/ 381817 w 598324"/>
                <a:gd name="connsiteY18" fmla="*/ 642904 h 761503"/>
                <a:gd name="connsiteX19" fmla="*/ 368219 w 598324"/>
                <a:gd name="connsiteY19" fmla="*/ 610268 h 761503"/>
                <a:gd name="connsiteX20" fmla="*/ 349182 w 598324"/>
                <a:gd name="connsiteY20" fmla="*/ 550436 h 761503"/>
                <a:gd name="connsiteX21" fmla="*/ 338303 w 598324"/>
                <a:gd name="connsiteY21" fmla="*/ 504202 h 761503"/>
                <a:gd name="connsiteX22" fmla="*/ 330144 w 598324"/>
                <a:gd name="connsiteY22" fmla="*/ 477005 h 761503"/>
                <a:gd name="connsiteX23" fmla="*/ 321985 w 598324"/>
                <a:gd name="connsiteY23" fmla="*/ 455248 h 761503"/>
                <a:gd name="connsiteX24" fmla="*/ 305667 w 598324"/>
                <a:gd name="connsiteY24" fmla="*/ 436210 h 761503"/>
                <a:gd name="connsiteX25" fmla="*/ 294788 w 598324"/>
                <a:gd name="connsiteY25" fmla="*/ 441650 h 761503"/>
                <a:gd name="connsiteX26" fmla="*/ 278471 w 598324"/>
                <a:gd name="connsiteY26" fmla="*/ 463407 h 761503"/>
                <a:gd name="connsiteX27" fmla="*/ 264872 w 598324"/>
                <a:gd name="connsiteY27" fmla="*/ 496043 h 761503"/>
                <a:gd name="connsiteX28" fmla="*/ 262153 w 598324"/>
                <a:gd name="connsiteY28" fmla="*/ 517800 h 761503"/>
                <a:gd name="connsiteX29" fmla="*/ 262153 w 598324"/>
                <a:gd name="connsiteY29" fmla="*/ 523239 h 761503"/>
                <a:gd name="connsiteX30" fmla="*/ 262153 w 598324"/>
                <a:gd name="connsiteY30" fmla="*/ 553155 h 761503"/>
                <a:gd name="connsiteX31" fmla="*/ 262153 w 598324"/>
                <a:gd name="connsiteY31" fmla="*/ 629306 h 761503"/>
                <a:gd name="connsiteX32" fmla="*/ 259433 w 598324"/>
                <a:gd name="connsiteY32" fmla="*/ 659222 h 761503"/>
                <a:gd name="connsiteX33" fmla="*/ 283910 w 598324"/>
                <a:gd name="connsiteY33" fmla="*/ 659222 h 761503"/>
                <a:gd name="connsiteX34" fmla="*/ 321985 w 598324"/>
                <a:gd name="connsiteY34" fmla="*/ 675540 h 761503"/>
                <a:gd name="connsiteX35" fmla="*/ 316546 w 598324"/>
                <a:gd name="connsiteY35" fmla="*/ 691858 h 761503"/>
                <a:gd name="connsiteX36" fmla="*/ 300228 w 598324"/>
                <a:gd name="connsiteY36" fmla="*/ 700017 h 761503"/>
                <a:gd name="connsiteX37" fmla="*/ 278471 w 598324"/>
                <a:gd name="connsiteY37" fmla="*/ 702736 h 761503"/>
                <a:gd name="connsiteX38" fmla="*/ 243115 w 598324"/>
                <a:gd name="connsiteY38" fmla="*/ 702736 h 761503"/>
                <a:gd name="connsiteX39" fmla="*/ 221358 w 598324"/>
                <a:gd name="connsiteY39" fmla="*/ 710895 h 761503"/>
                <a:gd name="connsiteX40" fmla="*/ 194161 w 598324"/>
                <a:gd name="connsiteY40" fmla="*/ 702736 h 761503"/>
                <a:gd name="connsiteX41" fmla="*/ 177843 w 598324"/>
                <a:gd name="connsiteY41" fmla="*/ 702736 h 761503"/>
                <a:gd name="connsiteX42" fmla="*/ 126170 w 598324"/>
                <a:gd name="connsiteY42" fmla="*/ 702736 h 761503"/>
                <a:gd name="connsiteX43" fmla="*/ 101693 w 598324"/>
                <a:gd name="connsiteY43" fmla="*/ 702736 h 761503"/>
                <a:gd name="connsiteX44" fmla="*/ 74496 w 598324"/>
                <a:gd name="connsiteY44" fmla="*/ 697297 h 761503"/>
                <a:gd name="connsiteX45" fmla="*/ 58178 w 598324"/>
                <a:gd name="connsiteY45" fmla="*/ 680979 h 761503"/>
                <a:gd name="connsiteX46" fmla="*/ 63617 w 598324"/>
                <a:gd name="connsiteY46" fmla="*/ 672820 h 761503"/>
                <a:gd name="connsiteX47" fmla="*/ 85375 w 598324"/>
                <a:gd name="connsiteY47" fmla="*/ 664661 h 761503"/>
                <a:gd name="connsiteX48" fmla="*/ 128889 w 598324"/>
                <a:gd name="connsiteY48" fmla="*/ 659222 h 761503"/>
                <a:gd name="connsiteX49" fmla="*/ 147927 w 598324"/>
                <a:gd name="connsiteY49" fmla="*/ 659222 h 761503"/>
                <a:gd name="connsiteX50" fmla="*/ 145207 w 598324"/>
                <a:gd name="connsiteY50" fmla="*/ 653783 h 761503"/>
                <a:gd name="connsiteX51" fmla="*/ 131609 w 598324"/>
                <a:gd name="connsiteY51" fmla="*/ 585791 h 761503"/>
                <a:gd name="connsiteX52" fmla="*/ 134329 w 598324"/>
                <a:gd name="connsiteY52" fmla="*/ 498762 h 761503"/>
                <a:gd name="connsiteX53" fmla="*/ 137048 w 598324"/>
                <a:gd name="connsiteY53" fmla="*/ 406294 h 761503"/>
                <a:gd name="connsiteX54" fmla="*/ 134329 w 598324"/>
                <a:gd name="connsiteY54" fmla="*/ 327424 h 761503"/>
                <a:gd name="connsiteX55" fmla="*/ 137048 w 598324"/>
                <a:gd name="connsiteY55" fmla="*/ 253993 h 761503"/>
                <a:gd name="connsiteX56" fmla="*/ 139768 w 598324"/>
                <a:gd name="connsiteY56" fmla="*/ 207759 h 761503"/>
                <a:gd name="connsiteX57" fmla="*/ 137048 w 598324"/>
                <a:gd name="connsiteY57" fmla="*/ 172404 h 761503"/>
                <a:gd name="connsiteX58" fmla="*/ 137048 w 598324"/>
                <a:gd name="connsiteY58" fmla="*/ 112571 h 761503"/>
                <a:gd name="connsiteX59" fmla="*/ 126170 w 598324"/>
                <a:gd name="connsiteY59" fmla="*/ 112571 h 761503"/>
                <a:gd name="connsiteX60" fmla="*/ 101693 w 598324"/>
                <a:gd name="connsiteY60" fmla="*/ 112571 h 761503"/>
                <a:gd name="connsiteX61" fmla="*/ 74496 w 598324"/>
                <a:gd name="connsiteY61" fmla="*/ 107132 h 761503"/>
                <a:gd name="connsiteX62" fmla="*/ 58178 w 598324"/>
                <a:gd name="connsiteY62" fmla="*/ 90814 h 761503"/>
                <a:gd name="connsiteX63" fmla="*/ 63617 w 598324"/>
                <a:gd name="connsiteY63" fmla="*/ 82655 h 761503"/>
                <a:gd name="connsiteX64" fmla="*/ 85375 w 598324"/>
                <a:gd name="connsiteY64" fmla="*/ 74496 h 761503"/>
                <a:gd name="connsiteX65" fmla="*/ 137048 w 598324"/>
                <a:gd name="connsiteY65" fmla="*/ 69057 h 761503"/>
                <a:gd name="connsiteX66" fmla="*/ 145207 w 598324"/>
                <a:gd name="connsiteY66" fmla="*/ 69057 h 761503"/>
                <a:gd name="connsiteX67" fmla="*/ 169684 w 598324"/>
                <a:gd name="connsiteY67" fmla="*/ 58178 h 761503"/>
                <a:gd name="connsiteX68" fmla="*/ 177843 w 598324"/>
                <a:gd name="connsiteY68" fmla="*/ 58178 h 761503"/>
                <a:gd name="connsiteX69" fmla="*/ 205040 w 598324"/>
                <a:gd name="connsiteY69" fmla="*/ 66337 h 761503"/>
                <a:gd name="connsiteX70" fmla="*/ 286629 w 598324"/>
                <a:gd name="connsiteY70" fmla="*/ 63617 h 761503"/>
                <a:gd name="connsiteX71" fmla="*/ 324705 w 598324"/>
                <a:gd name="connsiteY71" fmla="*/ 79936 h 761503"/>
                <a:gd name="connsiteX72" fmla="*/ 319265 w 598324"/>
                <a:gd name="connsiteY72" fmla="*/ 96253 h 761503"/>
                <a:gd name="connsiteX73" fmla="*/ 302948 w 598324"/>
                <a:gd name="connsiteY73" fmla="*/ 104412 h 761503"/>
                <a:gd name="connsiteX74" fmla="*/ 278471 w 598324"/>
                <a:gd name="connsiteY74" fmla="*/ 112571 h 761503"/>
                <a:gd name="connsiteX75" fmla="*/ 232236 w 598324"/>
                <a:gd name="connsiteY75" fmla="*/ 112571 h 761503"/>
                <a:gd name="connsiteX76" fmla="*/ 240395 w 598324"/>
                <a:gd name="connsiteY76" fmla="*/ 137048 h 761503"/>
                <a:gd name="connsiteX77" fmla="*/ 240395 w 598324"/>
                <a:gd name="connsiteY77" fmla="*/ 150647 h 761503"/>
                <a:gd name="connsiteX78" fmla="*/ 243115 w 598324"/>
                <a:gd name="connsiteY78" fmla="*/ 158805 h 761503"/>
                <a:gd name="connsiteX79" fmla="*/ 248554 w 598324"/>
                <a:gd name="connsiteY79" fmla="*/ 188722 h 761503"/>
                <a:gd name="connsiteX80" fmla="*/ 248554 w 598324"/>
                <a:gd name="connsiteY80" fmla="*/ 199600 h 761503"/>
                <a:gd name="connsiteX81" fmla="*/ 248554 w 598324"/>
                <a:gd name="connsiteY81" fmla="*/ 221357 h 761503"/>
                <a:gd name="connsiteX82" fmla="*/ 253994 w 598324"/>
                <a:gd name="connsiteY82" fmla="*/ 264872 h 761503"/>
                <a:gd name="connsiteX83" fmla="*/ 262153 w 598324"/>
                <a:gd name="connsiteY83" fmla="*/ 297508 h 761503"/>
                <a:gd name="connsiteX84" fmla="*/ 264872 w 598324"/>
                <a:gd name="connsiteY84" fmla="*/ 324704 h 761503"/>
                <a:gd name="connsiteX85" fmla="*/ 264872 w 598324"/>
                <a:gd name="connsiteY85" fmla="*/ 332863 h 761503"/>
                <a:gd name="connsiteX86" fmla="*/ 264872 w 598324"/>
                <a:gd name="connsiteY86" fmla="*/ 351901 h 761503"/>
                <a:gd name="connsiteX87" fmla="*/ 262153 w 598324"/>
                <a:gd name="connsiteY87" fmla="*/ 370939 h 761503"/>
                <a:gd name="connsiteX88" fmla="*/ 267592 w 598324"/>
                <a:gd name="connsiteY88" fmla="*/ 384537 h 761503"/>
                <a:gd name="connsiteX89" fmla="*/ 278471 w 598324"/>
                <a:gd name="connsiteY89" fmla="*/ 370939 h 761503"/>
                <a:gd name="connsiteX90" fmla="*/ 297508 w 598324"/>
                <a:gd name="connsiteY90" fmla="*/ 332863 h 761503"/>
                <a:gd name="connsiteX91" fmla="*/ 311106 w 598324"/>
                <a:gd name="connsiteY91" fmla="*/ 305667 h 761503"/>
                <a:gd name="connsiteX92" fmla="*/ 335583 w 598324"/>
                <a:gd name="connsiteY92" fmla="*/ 259433 h 761503"/>
                <a:gd name="connsiteX93" fmla="*/ 354621 w 598324"/>
                <a:gd name="connsiteY93" fmla="*/ 224077 h 761503"/>
                <a:gd name="connsiteX94" fmla="*/ 381817 w 598324"/>
                <a:gd name="connsiteY94" fmla="*/ 172404 h 761503"/>
                <a:gd name="connsiteX95" fmla="*/ 409014 w 598324"/>
                <a:gd name="connsiteY95" fmla="*/ 118011 h 761503"/>
                <a:gd name="connsiteX96" fmla="*/ 411734 w 598324"/>
                <a:gd name="connsiteY96" fmla="*/ 115291 h 761503"/>
                <a:gd name="connsiteX97" fmla="*/ 398136 w 598324"/>
                <a:gd name="connsiteY97" fmla="*/ 115291 h 761503"/>
                <a:gd name="connsiteX98" fmla="*/ 379098 w 598324"/>
                <a:gd name="connsiteY98" fmla="*/ 109852 h 761503"/>
                <a:gd name="connsiteX99" fmla="*/ 368219 w 598324"/>
                <a:gd name="connsiteY99" fmla="*/ 93534 h 761503"/>
                <a:gd name="connsiteX100" fmla="*/ 370939 w 598324"/>
                <a:gd name="connsiteY100" fmla="*/ 85375 h 761503"/>
                <a:gd name="connsiteX101" fmla="*/ 387257 w 598324"/>
                <a:gd name="connsiteY101" fmla="*/ 77216 h 761503"/>
                <a:gd name="connsiteX102" fmla="*/ 422612 w 598324"/>
                <a:gd name="connsiteY102" fmla="*/ 71776 h 761503"/>
                <a:gd name="connsiteX103" fmla="*/ 436211 w 598324"/>
                <a:gd name="connsiteY103" fmla="*/ 71776 h 761503"/>
                <a:gd name="connsiteX104" fmla="*/ 438930 w 598324"/>
                <a:gd name="connsiteY104" fmla="*/ 69057 h 761503"/>
                <a:gd name="connsiteX105" fmla="*/ 452529 w 598324"/>
                <a:gd name="connsiteY105" fmla="*/ 66337 h 761503"/>
                <a:gd name="connsiteX106" fmla="*/ 466127 w 598324"/>
                <a:gd name="connsiteY106" fmla="*/ 69057 h 761503"/>
                <a:gd name="connsiteX107" fmla="*/ 471566 w 598324"/>
                <a:gd name="connsiteY107" fmla="*/ 71776 h 761503"/>
                <a:gd name="connsiteX108" fmla="*/ 515081 w 598324"/>
                <a:gd name="connsiteY108" fmla="*/ 71776 h 761503"/>
                <a:gd name="connsiteX109" fmla="*/ 542277 w 598324"/>
                <a:gd name="connsiteY109" fmla="*/ 88094 h 761503"/>
                <a:gd name="connsiteX110" fmla="*/ 536838 w 598324"/>
                <a:gd name="connsiteY110" fmla="*/ 104412 h 761503"/>
                <a:gd name="connsiteX111" fmla="*/ 525959 w 598324"/>
                <a:gd name="connsiteY111" fmla="*/ 112571 h 761503"/>
                <a:gd name="connsiteX112" fmla="*/ 509642 w 598324"/>
                <a:gd name="connsiteY112" fmla="*/ 115291 h 761503"/>
                <a:gd name="connsiteX113" fmla="*/ 468847 w 598324"/>
                <a:gd name="connsiteY113" fmla="*/ 115291 h 761503"/>
                <a:gd name="connsiteX114" fmla="*/ 457968 w 598324"/>
                <a:gd name="connsiteY114" fmla="*/ 137048 h 761503"/>
                <a:gd name="connsiteX115" fmla="*/ 430771 w 598324"/>
                <a:gd name="connsiteY115" fmla="*/ 194161 h 761503"/>
                <a:gd name="connsiteX116" fmla="*/ 400855 w 598324"/>
                <a:gd name="connsiteY116" fmla="*/ 262152 h 761503"/>
                <a:gd name="connsiteX117" fmla="*/ 360060 w 598324"/>
                <a:gd name="connsiteY117" fmla="*/ 332863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</a:cxnLst>
              <a:rect l="l" t="t" r="r" b="b"/>
              <a:pathLst>
                <a:path w="598324" h="761503">
                  <a:moveTo>
                    <a:pt x="360060" y="332863"/>
                  </a:moveTo>
                  <a:cubicBezTo>
                    <a:pt x="351901" y="343742"/>
                    <a:pt x="341023" y="357340"/>
                    <a:pt x="341023" y="370939"/>
                  </a:cubicBezTo>
                  <a:cubicBezTo>
                    <a:pt x="341023" y="379098"/>
                    <a:pt x="357341" y="381817"/>
                    <a:pt x="376378" y="389976"/>
                  </a:cubicBezTo>
                  <a:cubicBezTo>
                    <a:pt x="395416" y="398135"/>
                    <a:pt x="417173" y="417173"/>
                    <a:pt x="425332" y="433491"/>
                  </a:cubicBezTo>
                  <a:cubicBezTo>
                    <a:pt x="430771" y="444369"/>
                    <a:pt x="436211" y="452528"/>
                    <a:pt x="438930" y="463407"/>
                  </a:cubicBezTo>
                  <a:cubicBezTo>
                    <a:pt x="444370" y="474286"/>
                    <a:pt x="447089" y="487884"/>
                    <a:pt x="449809" y="498762"/>
                  </a:cubicBezTo>
                  <a:cubicBezTo>
                    <a:pt x="452529" y="512361"/>
                    <a:pt x="452529" y="517800"/>
                    <a:pt x="457968" y="528679"/>
                  </a:cubicBezTo>
                  <a:cubicBezTo>
                    <a:pt x="463407" y="539557"/>
                    <a:pt x="463407" y="553155"/>
                    <a:pt x="466127" y="564034"/>
                  </a:cubicBezTo>
                  <a:cubicBezTo>
                    <a:pt x="468847" y="572193"/>
                    <a:pt x="468847" y="585791"/>
                    <a:pt x="471566" y="593950"/>
                  </a:cubicBezTo>
                  <a:cubicBezTo>
                    <a:pt x="474286" y="599390"/>
                    <a:pt x="477006" y="602109"/>
                    <a:pt x="479725" y="607548"/>
                  </a:cubicBezTo>
                  <a:cubicBezTo>
                    <a:pt x="482445" y="612988"/>
                    <a:pt x="487884" y="618427"/>
                    <a:pt x="487884" y="623867"/>
                  </a:cubicBezTo>
                  <a:cubicBezTo>
                    <a:pt x="490604" y="634745"/>
                    <a:pt x="496043" y="642904"/>
                    <a:pt x="501482" y="651063"/>
                  </a:cubicBezTo>
                  <a:cubicBezTo>
                    <a:pt x="506922" y="661942"/>
                    <a:pt x="512361" y="664661"/>
                    <a:pt x="523240" y="670101"/>
                  </a:cubicBezTo>
                  <a:cubicBezTo>
                    <a:pt x="528679" y="672820"/>
                    <a:pt x="534119" y="680979"/>
                    <a:pt x="534119" y="686418"/>
                  </a:cubicBezTo>
                  <a:cubicBezTo>
                    <a:pt x="534119" y="689138"/>
                    <a:pt x="534119" y="691858"/>
                    <a:pt x="531399" y="694578"/>
                  </a:cubicBezTo>
                  <a:cubicBezTo>
                    <a:pt x="525959" y="702736"/>
                    <a:pt x="512361" y="708176"/>
                    <a:pt x="498763" y="708176"/>
                  </a:cubicBezTo>
                  <a:cubicBezTo>
                    <a:pt x="485165" y="708176"/>
                    <a:pt x="466127" y="705456"/>
                    <a:pt x="449809" y="700017"/>
                  </a:cubicBezTo>
                  <a:cubicBezTo>
                    <a:pt x="430771" y="694578"/>
                    <a:pt x="409014" y="675540"/>
                    <a:pt x="400855" y="667381"/>
                  </a:cubicBezTo>
                  <a:cubicBezTo>
                    <a:pt x="392696" y="659222"/>
                    <a:pt x="387257" y="651063"/>
                    <a:pt x="381817" y="642904"/>
                  </a:cubicBezTo>
                  <a:cubicBezTo>
                    <a:pt x="376378" y="632025"/>
                    <a:pt x="370939" y="623867"/>
                    <a:pt x="368219" y="610268"/>
                  </a:cubicBezTo>
                  <a:cubicBezTo>
                    <a:pt x="360060" y="588511"/>
                    <a:pt x="357341" y="574913"/>
                    <a:pt x="349182" y="550436"/>
                  </a:cubicBezTo>
                  <a:cubicBezTo>
                    <a:pt x="343742" y="534118"/>
                    <a:pt x="341023" y="520520"/>
                    <a:pt x="338303" y="504202"/>
                  </a:cubicBezTo>
                  <a:cubicBezTo>
                    <a:pt x="335583" y="493323"/>
                    <a:pt x="332864" y="485164"/>
                    <a:pt x="330144" y="477005"/>
                  </a:cubicBezTo>
                  <a:cubicBezTo>
                    <a:pt x="327424" y="471566"/>
                    <a:pt x="324705" y="463407"/>
                    <a:pt x="321985" y="455248"/>
                  </a:cubicBezTo>
                  <a:cubicBezTo>
                    <a:pt x="316546" y="444369"/>
                    <a:pt x="311106" y="436210"/>
                    <a:pt x="305667" y="436210"/>
                  </a:cubicBezTo>
                  <a:cubicBezTo>
                    <a:pt x="302948" y="436210"/>
                    <a:pt x="300228" y="438930"/>
                    <a:pt x="294788" y="441650"/>
                  </a:cubicBezTo>
                  <a:cubicBezTo>
                    <a:pt x="289349" y="447089"/>
                    <a:pt x="283910" y="455248"/>
                    <a:pt x="278471" y="463407"/>
                  </a:cubicBezTo>
                  <a:cubicBezTo>
                    <a:pt x="270312" y="474286"/>
                    <a:pt x="267592" y="485164"/>
                    <a:pt x="264872" y="496043"/>
                  </a:cubicBezTo>
                  <a:cubicBezTo>
                    <a:pt x="264872" y="504202"/>
                    <a:pt x="262153" y="512361"/>
                    <a:pt x="262153" y="517800"/>
                  </a:cubicBezTo>
                  <a:cubicBezTo>
                    <a:pt x="262153" y="520520"/>
                    <a:pt x="262153" y="520520"/>
                    <a:pt x="262153" y="523239"/>
                  </a:cubicBezTo>
                  <a:cubicBezTo>
                    <a:pt x="262153" y="528679"/>
                    <a:pt x="262153" y="544997"/>
                    <a:pt x="262153" y="553155"/>
                  </a:cubicBezTo>
                  <a:cubicBezTo>
                    <a:pt x="262153" y="583072"/>
                    <a:pt x="264872" y="599390"/>
                    <a:pt x="262153" y="629306"/>
                  </a:cubicBezTo>
                  <a:cubicBezTo>
                    <a:pt x="262153" y="640184"/>
                    <a:pt x="262153" y="648343"/>
                    <a:pt x="259433" y="659222"/>
                  </a:cubicBezTo>
                  <a:cubicBezTo>
                    <a:pt x="270312" y="659222"/>
                    <a:pt x="278471" y="659222"/>
                    <a:pt x="283910" y="659222"/>
                  </a:cubicBezTo>
                  <a:cubicBezTo>
                    <a:pt x="297508" y="659222"/>
                    <a:pt x="321985" y="659222"/>
                    <a:pt x="321985" y="675540"/>
                  </a:cubicBezTo>
                  <a:cubicBezTo>
                    <a:pt x="321985" y="683699"/>
                    <a:pt x="319265" y="686418"/>
                    <a:pt x="316546" y="691858"/>
                  </a:cubicBezTo>
                  <a:cubicBezTo>
                    <a:pt x="311106" y="697297"/>
                    <a:pt x="305667" y="700017"/>
                    <a:pt x="300228" y="700017"/>
                  </a:cubicBezTo>
                  <a:cubicBezTo>
                    <a:pt x="292069" y="702736"/>
                    <a:pt x="283910" y="702736"/>
                    <a:pt x="278471" y="702736"/>
                  </a:cubicBezTo>
                  <a:cubicBezTo>
                    <a:pt x="275751" y="702736"/>
                    <a:pt x="259433" y="702736"/>
                    <a:pt x="243115" y="702736"/>
                  </a:cubicBezTo>
                  <a:cubicBezTo>
                    <a:pt x="237676" y="708176"/>
                    <a:pt x="229517" y="710895"/>
                    <a:pt x="221358" y="710895"/>
                  </a:cubicBezTo>
                  <a:cubicBezTo>
                    <a:pt x="213199" y="710895"/>
                    <a:pt x="202320" y="708176"/>
                    <a:pt x="194161" y="702736"/>
                  </a:cubicBezTo>
                  <a:cubicBezTo>
                    <a:pt x="186002" y="702736"/>
                    <a:pt x="180563" y="702736"/>
                    <a:pt x="177843" y="702736"/>
                  </a:cubicBezTo>
                  <a:cubicBezTo>
                    <a:pt x="164245" y="702736"/>
                    <a:pt x="139768" y="702736"/>
                    <a:pt x="126170" y="702736"/>
                  </a:cubicBezTo>
                  <a:cubicBezTo>
                    <a:pt x="118011" y="702736"/>
                    <a:pt x="109852" y="702736"/>
                    <a:pt x="101693" y="702736"/>
                  </a:cubicBezTo>
                  <a:cubicBezTo>
                    <a:pt x="93534" y="702736"/>
                    <a:pt x="82655" y="702736"/>
                    <a:pt x="74496" y="697297"/>
                  </a:cubicBezTo>
                  <a:cubicBezTo>
                    <a:pt x="66337" y="694578"/>
                    <a:pt x="58178" y="686418"/>
                    <a:pt x="58178" y="680979"/>
                  </a:cubicBezTo>
                  <a:cubicBezTo>
                    <a:pt x="58178" y="678260"/>
                    <a:pt x="58178" y="675540"/>
                    <a:pt x="63617" y="672820"/>
                  </a:cubicBezTo>
                  <a:cubicBezTo>
                    <a:pt x="69057" y="670101"/>
                    <a:pt x="79935" y="667381"/>
                    <a:pt x="85375" y="664661"/>
                  </a:cubicBezTo>
                  <a:cubicBezTo>
                    <a:pt x="104412" y="661942"/>
                    <a:pt x="123450" y="659222"/>
                    <a:pt x="128889" y="659222"/>
                  </a:cubicBezTo>
                  <a:cubicBezTo>
                    <a:pt x="134329" y="659222"/>
                    <a:pt x="139768" y="659222"/>
                    <a:pt x="147927" y="659222"/>
                  </a:cubicBezTo>
                  <a:cubicBezTo>
                    <a:pt x="147927" y="656502"/>
                    <a:pt x="145207" y="653783"/>
                    <a:pt x="145207" y="653783"/>
                  </a:cubicBezTo>
                  <a:cubicBezTo>
                    <a:pt x="131609" y="632025"/>
                    <a:pt x="131609" y="610268"/>
                    <a:pt x="131609" y="585791"/>
                  </a:cubicBezTo>
                  <a:cubicBezTo>
                    <a:pt x="131609" y="555875"/>
                    <a:pt x="131609" y="528679"/>
                    <a:pt x="134329" y="498762"/>
                  </a:cubicBezTo>
                  <a:cubicBezTo>
                    <a:pt x="134329" y="468846"/>
                    <a:pt x="137048" y="436210"/>
                    <a:pt x="137048" y="406294"/>
                  </a:cubicBezTo>
                  <a:cubicBezTo>
                    <a:pt x="137048" y="379098"/>
                    <a:pt x="134329" y="354621"/>
                    <a:pt x="134329" y="327424"/>
                  </a:cubicBezTo>
                  <a:cubicBezTo>
                    <a:pt x="134329" y="302947"/>
                    <a:pt x="137048" y="278470"/>
                    <a:pt x="137048" y="253993"/>
                  </a:cubicBezTo>
                  <a:cubicBezTo>
                    <a:pt x="137048" y="237675"/>
                    <a:pt x="139768" y="224077"/>
                    <a:pt x="139768" y="207759"/>
                  </a:cubicBezTo>
                  <a:cubicBezTo>
                    <a:pt x="139768" y="196881"/>
                    <a:pt x="137048" y="183282"/>
                    <a:pt x="137048" y="172404"/>
                  </a:cubicBezTo>
                  <a:cubicBezTo>
                    <a:pt x="137048" y="150647"/>
                    <a:pt x="137048" y="131609"/>
                    <a:pt x="137048" y="112571"/>
                  </a:cubicBezTo>
                  <a:cubicBezTo>
                    <a:pt x="134329" y="112571"/>
                    <a:pt x="137048" y="112571"/>
                    <a:pt x="126170" y="112571"/>
                  </a:cubicBezTo>
                  <a:cubicBezTo>
                    <a:pt x="118011" y="112571"/>
                    <a:pt x="109852" y="112571"/>
                    <a:pt x="101693" y="112571"/>
                  </a:cubicBezTo>
                  <a:cubicBezTo>
                    <a:pt x="93534" y="112571"/>
                    <a:pt x="82655" y="109852"/>
                    <a:pt x="74496" y="107132"/>
                  </a:cubicBezTo>
                  <a:cubicBezTo>
                    <a:pt x="66337" y="104412"/>
                    <a:pt x="58178" y="96253"/>
                    <a:pt x="58178" y="90814"/>
                  </a:cubicBezTo>
                  <a:cubicBezTo>
                    <a:pt x="58178" y="88094"/>
                    <a:pt x="58178" y="85375"/>
                    <a:pt x="63617" y="82655"/>
                  </a:cubicBezTo>
                  <a:cubicBezTo>
                    <a:pt x="69057" y="79936"/>
                    <a:pt x="79935" y="77216"/>
                    <a:pt x="85375" y="74496"/>
                  </a:cubicBezTo>
                  <a:cubicBezTo>
                    <a:pt x="104412" y="71776"/>
                    <a:pt x="128889" y="69057"/>
                    <a:pt x="137048" y="69057"/>
                  </a:cubicBezTo>
                  <a:cubicBezTo>
                    <a:pt x="137048" y="69057"/>
                    <a:pt x="139768" y="69057"/>
                    <a:pt x="145207" y="69057"/>
                  </a:cubicBezTo>
                  <a:cubicBezTo>
                    <a:pt x="150646" y="60898"/>
                    <a:pt x="158806" y="58178"/>
                    <a:pt x="169684" y="58178"/>
                  </a:cubicBezTo>
                  <a:cubicBezTo>
                    <a:pt x="172404" y="58178"/>
                    <a:pt x="175123" y="58178"/>
                    <a:pt x="177843" y="58178"/>
                  </a:cubicBezTo>
                  <a:cubicBezTo>
                    <a:pt x="186002" y="58178"/>
                    <a:pt x="196881" y="63617"/>
                    <a:pt x="205040" y="66337"/>
                  </a:cubicBezTo>
                  <a:cubicBezTo>
                    <a:pt x="237676" y="66337"/>
                    <a:pt x="273031" y="63617"/>
                    <a:pt x="286629" y="63617"/>
                  </a:cubicBezTo>
                  <a:cubicBezTo>
                    <a:pt x="300228" y="63617"/>
                    <a:pt x="324705" y="63617"/>
                    <a:pt x="324705" y="79936"/>
                  </a:cubicBezTo>
                  <a:cubicBezTo>
                    <a:pt x="324705" y="88094"/>
                    <a:pt x="321985" y="90814"/>
                    <a:pt x="319265" y="96253"/>
                  </a:cubicBezTo>
                  <a:cubicBezTo>
                    <a:pt x="313826" y="101693"/>
                    <a:pt x="308387" y="104412"/>
                    <a:pt x="302948" y="104412"/>
                  </a:cubicBezTo>
                  <a:cubicBezTo>
                    <a:pt x="289349" y="112571"/>
                    <a:pt x="283910" y="112571"/>
                    <a:pt x="278471" y="112571"/>
                  </a:cubicBezTo>
                  <a:cubicBezTo>
                    <a:pt x="273031" y="112571"/>
                    <a:pt x="253994" y="112571"/>
                    <a:pt x="232236" y="112571"/>
                  </a:cubicBezTo>
                  <a:cubicBezTo>
                    <a:pt x="237676" y="120730"/>
                    <a:pt x="240395" y="128889"/>
                    <a:pt x="240395" y="137048"/>
                  </a:cubicBezTo>
                  <a:cubicBezTo>
                    <a:pt x="240395" y="142487"/>
                    <a:pt x="240395" y="145207"/>
                    <a:pt x="240395" y="150647"/>
                  </a:cubicBezTo>
                  <a:cubicBezTo>
                    <a:pt x="240395" y="153366"/>
                    <a:pt x="240395" y="156086"/>
                    <a:pt x="243115" y="158805"/>
                  </a:cubicBezTo>
                  <a:cubicBezTo>
                    <a:pt x="245835" y="169684"/>
                    <a:pt x="245835" y="180563"/>
                    <a:pt x="248554" y="188722"/>
                  </a:cubicBezTo>
                  <a:cubicBezTo>
                    <a:pt x="248554" y="191441"/>
                    <a:pt x="248554" y="194161"/>
                    <a:pt x="248554" y="199600"/>
                  </a:cubicBezTo>
                  <a:cubicBezTo>
                    <a:pt x="248554" y="207759"/>
                    <a:pt x="248554" y="213198"/>
                    <a:pt x="248554" y="221357"/>
                  </a:cubicBezTo>
                  <a:cubicBezTo>
                    <a:pt x="248554" y="234956"/>
                    <a:pt x="251274" y="248554"/>
                    <a:pt x="253994" y="264872"/>
                  </a:cubicBezTo>
                  <a:cubicBezTo>
                    <a:pt x="256713" y="275751"/>
                    <a:pt x="259433" y="286629"/>
                    <a:pt x="262153" y="297508"/>
                  </a:cubicBezTo>
                  <a:cubicBezTo>
                    <a:pt x="264872" y="305667"/>
                    <a:pt x="264872" y="313826"/>
                    <a:pt x="264872" y="324704"/>
                  </a:cubicBezTo>
                  <a:cubicBezTo>
                    <a:pt x="264872" y="327424"/>
                    <a:pt x="264872" y="330144"/>
                    <a:pt x="264872" y="332863"/>
                  </a:cubicBezTo>
                  <a:cubicBezTo>
                    <a:pt x="264872" y="338303"/>
                    <a:pt x="264872" y="346462"/>
                    <a:pt x="264872" y="351901"/>
                  </a:cubicBezTo>
                  <a:cubicBezTo>
                    <a:pt x="264872" y="357340"/>
                    <a:pt x="262153" y="365499"/>
                    <a:pt x="262153" y="370939"/>
                  </a:cubicBezTo>
                  <a:cubicBezTo>
                    <a:pt x="262153" y="376378"/>
                    <a:pt x="264872" y="384537"/>
                    <a:pt x="267592" y="384537"/>
                  </a:cubicBezTo>
                  <a:cubicBezTo>
                    <a:pt x="273031" y="384537"/>
                    <a:pt x="275751" y="376378"/>
                    <a:pt x="278471" y="370939"/>
                  </a:cubicBezTo>
                  <a:cubicBezTo>
                    <a:pt x="283910" y="360060"/>
                    <a:pt x="289349" y="346462"/>
                    <a:pt x="297508" y="332863"/>
                  </a:cubicBezTo>
                  <a:cubicBezTo>
                    <a:pt x="302948" y="324704"/>
                    <a:pt x="305667" y="313826"/>
                    <a:pt x="311106" y="305667"/>
                  </a:cubicBezTo>
                  <a:cubicBezTo>
                    <a:pt x="319265" y="289349"/>
                    <a:pt x="327424" y="275751"/>
                    <a:pt x="335583" y="259433"/>
                  </a:cubicBezTo>
                  <a:cubicBezTo>
                    <a:pt x="341023" y="248554"/>
                    <a:pt x="349182" y="234956"/>
                    <a:pt x="354621" y="224077"/>
                  </a:cubicBezTo>
                  <a:cubicBezTo>
                    <a:pt x="362780" y="207759"/>
                    <a:pt x="370939" y="191441"/>
                    <a:pt x="381817" y="172404"/>
                  </a:cubicBezTo>
                  <a:cubicBezTo>
                    <a:pt x="389977" y="153366"/>
                    <a:pt x="400855" y="134329"/>
                    <a:pt x="409014" y="118011"/>
                  </a:cubicBezTo>
                  <a:cubicBezTo>
                    <a:pt x="409014" y="115291"/>
                    <a:pt x="409014" y="115291"/>
                    <a:pt x="411734" y="115291"/>
                  </a:cubicBezTo>
                  <a:cubicBezTo>
                    <a:pt x="406294" y="115291"/>
                    <a:pt x="400855" y="115291"/>
                    <a:pt x="398136" y="115291"/>
                  </a:cubicBezTo>
                  <a:cubicBezTo>
                    <a:pt x="392696" y="115291"/>
                    <a:pt x="384537" y="115291"/>
                    <a:pt x="379098" y="109852"/>
                  </a:cubicBezTo>
                  <a:cubicBezTo>
                    <a:pt x="373659" y="107132"/>
                    <a:pt x="368219" y="98973"/>
                    <a:pt x="368219" y="93534"/>
                  </a:cubicBezTo>
                  <a:cubicBezTo>
                    <a:pt x="368219" y="90814"/>
                    <a:pt x="368219" y="88094"/>
                    <a:pt x="370939" y="85375"/>
                  </a:cubicBezTo>
                  <a:cubicBezTo>
                    <a:pt x="373659" y="82655"/>
                    <a:pt x="381817" y="79936"/>
                    <a:pt x="387257" y="77216"/>
                  </a:cubicBezTo>
                  <a:cubicBezTo>
                    <a:pt x="400855" y="74496"/>
                    <a:pt x="414453" y="71776"/>
                    <a:pt x="422612" y="71776"/>
                  </a:cubicBezTo>
                  <a:cubicBezTo>
                    <a:pt x="425332" y="71776"/>
                    <a:pt x="430771" y="71776"/>
                    <a:pt x="436211" y="71776"/>
                  </a:cubicBezTo>
                  <a:cubicBezTo>
                    <a:pt x="436211" y="71776"/>
                    <a:pt x="438930" y="69057"/>
                    <a:pt x="438930" y="69057"/>
                  </a:cubicBezTo>
                  <a:cubicBezTo>
                    <a:pt x="444370" y="66337"/>
                    <a:pt x="447089" y="66337"/>
                    <a:pt x="452529" y="66337"/>
                  </a:cubicBezTo>
                  <a:cubicBezTo>
                    <a:pt x="457968" y="66337"/>
                    <a:pt x="460688" y="66337"/>
                    <a:pt x="466127" y="69057"/>
                  </a:cubicBezTo>
                  <a:cubicBezTo>
                    <a:pt x="468847" y="69057"/>
                    <a:pt x="471566" y="71776"/>
                    <a:pt x="471566" y="71776"/>
                  </a:cubicBezTo>
                  <a:cubicBezTo>
                    <a:pt x="490604" y="71776"/>
                    <a:pt x="506922" y="71776"/>
                    <a:pt x="515081" y="71776"/>
                  </a:cubicBezTo>
                  <a:cubicBezTo>
                    <a:pt x="523240" y="71776"/>
                    <a:pt x="542277" y="71776"/>
                    <a:pt x="542277" y="88094"/>
                  </a:cubicBezTo>
                  <a:cubicBezTo>
                    <a:pt x="542277" y="96253"/>
                    <a:pt x="542277" y="98973"/>
                    <a:pt x="536838" y="104412"/>
                  </a:cubicBezTo>
                  <a:cubicBezTo>
                    <a:pt x="534119" y="109852"/>
                    <a:pt x="528679" y="112571"/>
                    <a:pt x="525959" y="112571"/>
                  </a:cubicBezTo>
                  <a:cubicBezTo>
                    <a:pt x="520520" y="115291"/>
                    <a:pt x="515081" y="115291"/>
                    <a:pt x="509642" y="115291"/>
                  </a:cubicBezTo>
                  <a:cubicBezTo>
                    <a:pt x="506922" y="115291"/>
                    <a:pt x="487884" y="115291"/>
                    <a:pt x="468847" y="115291"/>
                  </a:cubicBezTo>
                  <a:cubicBezTo>
                    <a:pt x="466127" y="123450"/>
                    <a:pt x="460688" y="128889"/>
                    <a:pt x="457968" y="137048"/>
                  </a:cubicBezTo>
                  <a:cubicBezTo>
                    <a:pt x="447089" y="156086"/>
                    <a:pt x="438930" y="175123"/>
                    <a:pt x="430771" y="194161"/>
                  </a:cubicBezTo>
                  <a:cubicBezTo>
                    <a:pt x="419893" y="215918"/>
                    <a:pt x="411734" y="240395"/>
                    <a:pt x="400855" y="262152"/>
                  </a:cubicBezTo>
                  <a:cubicBezTo>
                    <a:pt x="387257" y="289349"/>
                    <a:pt x="373659" y="311106"/>
                    <a:pt x="360060" y="332863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>
                <a:ln>
                  <a:noFill/>
                </a:ln>
                <a:solidFill>
                  <a:srgbClr val="666666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85" name="Freeform: Shape 41">
              <a:extLst>
                <a:ext uri="{FF2B5EF4-FFF2-40B4-BE49-F238E27FC236}">
                  <a16:creationId xmlns:a16="http://schemas.microsoft.com/office/drawing/2014/main" id="{2ED0CBCA-E8EE-CB4C-86FC-7F4E04CCDBAC}"/>
                </a:ext>
              </a:extLst>
            </p:cNvPr>
            <p:cNvSpPr/>
            <p:nvPr/>
          </p:nvSpPr>
          <p:spPr>
            <a:xfrm>
              <a:off x="4335316" y="4186718"/>
              <a:ext cx="353556" cy="761503"/>
            </a:xfrm>
            <a:custGeom>
              <a:avLst/>
              <a:gdLst>
                <a:gd name="connsiteX0" fmla="*/ 283910 w 353555"/>
                <a:gd name="connsiteY0" fmla="*/ 672820 h 761503"/>
                <a:gd name="connsiteX1" fmla="*/ 321985 w 353555"/>
                <a:gd name="connsiteY1" fmla="*/ 689138 h 761503"/>
                <a:gd name="connsiteX2" fmla="*/ 316546 w 353555"/>
                <a:gd name="connsiteY2" fmla="*/ 705456 h 761503"/>
                <a:gd name="connsiteX3" fmla="*/ 300228 w 353555"/>
                <a:gd name="connsiteY3" fmla="*/ 713615 h 761503"/>
                <a:gd name="connsiteX4" fmla="*/ 278471 w 353555"/>
                <a:gd name="connsiteY4" fmla="*/ 716335 h 761503"/>
                <a:gd name="connsiteX5" fmla="*/ 237676 w 353555"/>
                <a:gd name="connsiteY5" fmla="*/ 716335 h 761503"/>
                <a:gd name="connsiteX6" fmla="*/ 180563 w 353555"/>
                <a:gd name="connsiteY6" fmla="*/ 719054 h 761503"/>
                <a:gd name="connsiteX7" fmla="*/ 126170 w 353555"/>
                <a:gd name="connsiteY7" fmla="*/ 719054 h 761503"/>
                <a:gd name="connsiteX8" fmla="*/ 101693 w 353555"/>
                <a:gd name="connsiteY8" fmla="*/ 719054 h 761503"/>
                <a:gd name="connsiteX9" fmla="*/ 74496 w 353555"/>
                <a:gd name="connsiteY9" fmla="*/ 713615 h 761503"/>
                <a:gd name="connsiteX10" fmla="*/ 58178 w 353555"/>
                <a:gd name="connsiteY10" fmla="*/ 697297 h 761503"/>
                <a:gd name="connsiteX11" fmla="*/ 63617 w 353555"/>
                <a:gd name="connsiteY11" fmla="*/ 689138 h 761503"/>
                <a:gd name="connsiteX12" fmla="*/ 85375 w 353555"/>
                <a:gd name="connsiteY12" fmla="*/ 680979 h 761503"/>
                <a:gd name="connsiteX13" fmla="*/ 131609 w 353555"/>
                <a:gd name="connsiteY13" fmla="*/ 675540 h 761503"/>
                <a:gd name="connsiteX14" fmla="*/ 142488 w 353555"/>
                <a:gd name="connsiteY14" fmla="*/ 675540 h 761503"/>
                <a:gd name="connsiteX15" fmla="*/ 131609 w 353555"/>
                <a:gd name="connsiteY15" fmla="*/ 653783 h 761503"/>
                <a:gd name="connsiteX16" fmla="*/ 128889 w 353555"/>
                <a:gd name="connsiteY16" fmla="*/ 640184 h 761503"/>
                <a:gd name="connsiteX17" fmla="*/ 128889 w 353555"/>
                <a:gd name="connsiteY17" fmla="*/ 629306 h 761503"/>
                <a:gd name="connsiteX18" fmla="*/ 128889 w 353555"/>
                <a:gd name="connsiteY18" fmla="*/ 621147 h 761503"/>
                <a:gd name="connsiteX19" fmla="*/ 128889 w 353555"/>
                <a:gd name="connsiteY19" fmla="*/ 593950 h 761503"/>
                <a:gd name="connsiteX20" fmla="*/ 128889 w 353555"/>
                <a:gd name="connsiteY20" fmla="*/ 583072 h 761503"/>
                <a:gd name="connsiteX21" fmla="*/ 128889 w 353555"/>
                <a:gd name="connsiteY21" fmla="*/ 436210 h 761503"/>
                <a:gd name="connsiteX22" fmla="*/ 128889 w 353555"/>
                <a:gd name="connsiteY22" fmla="*/ 357340 h 761503"/>
                <a:gd name="connsiteX23" fmla="*/ 131609 w 353555"/>
                <a:gd name="connsiteY23" fmla="*/ 289349 h 761503"/>
                <a:gd name="connsiteX24" fmla="*/ 131609 w 353555"/>
                <a:gd name="connsiteY24" fmla="*/ 251274 h 761503"/>
                <a:gd name="connsiteX25" fmla="*/ 131609 w 353555"/>
                <a:gd name="connsiteY25" fmla="*/ 205040 h 761503"/>
                <a:gd name="connsiteX26" fmla="*/ 131609 w 353555"/>
                <a:gd name="connsiteY26" fmla="*/ 139768 h 761503"/>
                <a:gd name="connsiteX27" fmla="*/ 131609 w 353555"/>
                <a:gd name="connsiteY27" fmla="*/ 128889 h 761503"/>
                <a:gd name="connsiteX28" fmla="*/ 126170 w 353555"/>
                <a:gd name="connsiteY28" fmla="*/ 128889 h 761503"/>
                <a:gd name="connsiteX29" fmla="*/ 101693 w 353555"/>
                <a:gd name="connsiteY29" fmla="*/ 128889 h 761503"/>
                <a:gd name="connsiteX30" fmla="*/ 74496 w 353555"/>
                <a:gd name="connsiteY30" fmla="*/ 123450 h 761503"/>
                <a:gd name="connsiteX31" fmla="*/ 58178 w 353555"/>
                <a:gd name="connsiteY31" fmla="*/ 107132 h 761503"/>
                <a:gd name="connsiteX32" fmla="*/ 60898 w 353555"/>
                <a:gd name="connsiteY32" fmla="*/ 98973 h 761503"/>
                <a:gd name="connsiteX33" fmla="*/ 82655 w 353555"/>
                <a:gd name="connsiteY33" fmla="*/ 93534 h 761503"/>
                <a:gd name="connsiteX34" fmla="*/ 131609 w 353555"/>
                <a:gd name="connsiteY34" fmla="*/ 88094 h 761503"/>
                <a:gd name="connsiteX35" fmla="*/ 131609 w 353555"/>
                <a:gd name="connsiteY35" fmla="*/ 82655 h 761503"/>
                <a:gd name="connsiteX36" fmla="*/ 134329 w 353555"/>
                <a:gd name="connsiteY36" fmla="*/ 71776 h 761503"/>
                <a:gd name="connsiteX37" fmla="*/ 147927 w 353555"/>
                <a:gd name="connsiteY37" fmla="*/ 63617 h 761503"/>
                <a:gd name="connsiteX38" fmla="*/ 164245 w 353555"/>
                <a:gd name="connsiteY38" fmla="*/ 58178 h 761503"/>
                <a:gd name="connsiteX39" fmla="*/ 177843 w 353555"/>
                <a:gd name="connsiteY39" fmla="*/ 58178 h 761503"/>
                <a:gd name="connsiteX40" fmla="*/ 196881 w 353555"/>
                <a:gd name="connsiteY40" fmla="*/ 60898 h 761503"/>
                <a:gd name="connsiteX41" fmla="*/ 232236 w 353555"/>
                <a:gd name="connsiteY41" fmla="*/ 88094 h 761503"/>
                <a:gd name="connsiteX42" fmla="*/ 278471 w 353555"/>
                <a:gd name="connsiteY42" fmla="*/ 88094 h 761503"/>
                <a:gd name="connsiteX43" fmla="*/ 316546 w 353555"/>
                <a:gd name="connsiteY43" fmla="*/ 104412 h 761503"/>
                <a:gd name="connsiteX44" fmla="*/ 311106 w 353555"/>
                <a:gd name="connsiteY44" fmla="*/ 120730 h 761503"/>
                <a:gd name="connsiteX45" fmla="*/ 294788 w 353555"/>
                <a:gd name="connsiteY45" fmla="*/ 128889 h 761503"/>
                <a:gd name="connsiteX46" fmla="*/ 273031 w 353555"/>
                <a:gd name="connsiteY46" fmla="*/ 131609 h 761503"/>
                <a:gd name="connsiteX47" fmla="*/ 243115 w 353555"/>
                <a:gd name="connsiteY47" fmla="*/ 131609 h 761503"/>
                <a:gd name="connsiteX48" fmla="*/ 243115 w 353555"/>
                <a:gd name="connsiteY48" fmla="*/ 134329 h 761503"/>
                <a:gd name="connsiteX49" fmla="*/ 248554 w 353555"/>
                <a:gd name="connsiteY49" fmla="*/ 169684 h 761503"/>
                <a:gd name="connsiteX50" fmla="*/ 251274 w 353555"/>
                <a:gd name="connsiteY50" fmla="*/ 205040 h 761503"/>
                <a:gd name="connsiteX51" fmla="*/ 251274 w 353555"/>
                <a:gd name="connsiteY51" fmla="*/ 240395 h 761503"/>
                <a:gd name="connsiteX52" fmla="*/ 251274 w 353555"/>
                <a:gd name="connsiteY52" fmla="*/ 256713 h 761503"/>
                <a:gd name="connsiteX53" fmla="*/ 253994 w 353555"/>
                <a:gd name="connsiteY53" fmla="*/ 270311 h 761503"/>
                <a:gd name="connsiteX54" fmla="*/ 259433 w 353555"/>
                <a:gd name="connsiteY54" fmla="*/ 343742 h 761503"/>
                <a:gd name="connsiteX55" fmla="*/ 262153 w 353555"/>
                <a:gd name="connsiteY55" fmla="*/ 425332 h 761503"/>
                <a:gd name="connsiteX56" fmla="*/ 264872 w 353555"/>
                <a:gd name="connsiteY56" fmla="*/ 490603 h 761503"/>
                <a:gd name="connsiteX57" fmla="*/ 270312 w 353555"/>
                <a:gd name="connsiteY57" fmla="*/ 564034 h 761503"/>
                <a:gd name="connsiteX58" fmla="*/ 270312 w 353555"/>
                <a:gd name="connsiteY58" fmla="*/ 599390 h 761503"/>
                <a:gd name="connsiteX59" fmla="*/ 270312 w 353555"/>
                <a:gd name="connsiteY59" fmla="*/ 637465 h 761503"/>
                <a:gd name="connsiteX60" fmla="*/ 264872 w 353555"/>
                <a:gd name="connsiteY60" fmla="*/ 670101 h 761503"/>
                <a:gd name="connsiteX61" fmla="*/ 283910 w 353555"/>
                <a:gd name="connsiteY61" fmla="*/ 672820 h 761503"/>
                <a:gd name="connsiteX62" fmla="*/ 283910 w 353555"/>
                <a:gd name="connsiteY62" fmla="*/ 672820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353555" h="761503">
                  <a:moveTo>
                    <a:pt x="283910" y="672820"/>
                  </a:moveTo>
                  <a:cubicBezTo>
                    <a:pt x="297508" y="672820"/>
                    <a:pt x="321985" y="672820"/>
                    <a:pt x="321985" y="689138"/>
                  </a:cubicBezTo>
                  <a:cubicBezTo>
                    <a:pt x="321985" y="697297"/>
                    <a:pt x="319265" y="697297"/>
                    <a:pt x="316546" y="705456"/>
                  </a:cubicBezTo>
                  <a:cubicBezTo>
                    <a:pt x="311106" y="710895"/>
                    <a:pt x="305667" y="713615"/>
                    <a:pt x="300228" y="713615"/>
                  </a:cubicBezTo>
                  <a:cubicBezTo>
                    <a:pt x="292069" y="716335"/>
                    <a:pt x="283910" y="716335"/>
                    <a:pt x="278471" y="716335"/>
                  </a:cubicBezTo>
                  <a:cubicBezTo>
                    <a:pt x="275751" y="716335"/>
                    <a:pt x="256713" y="716335"/>
                    <a:pt x="237676" y="716335"/>
                  </a:cubicBezTo>
                  <a:cubicBezTo>
                    <a:pt x="213199" y="716335"/>
                    <a:pt x="186002" y="719054"/>
                    <a:pt x="180563" y="719054"/>
                  </a:cubicBezTo>
                  <a:cubicBezTo>
                    <a:pt x="166965" y="719054"/>
                    <a:pt x="142488" y="719054"/>
                    <a:pt x="126170" y="719054"/>
                  </a:cubicBezTo>
                  <a:cubicBezTo>
                    <a:pt x="118011" y="719054"/>
                    <a:pt x="109852" y="719054"/>
                    <a:pt x="101693" y="719054"/>
                  </a:cubicBezTo>
                  <a:cubicBezTo>
                    <a:pt x="93534" y="719054"/>
                    <a:pt x="82655" y="719054"/>
                    <a:pt x="74496" y="713615"/>
                  </a:cubicBezTo>
                  <a:cubicBezTo>
                    <a:pt x="66337" y="710895"/>
                    <a:pt x="58178" y="702736"/>
                    <a:pt x="58178" y="697297"/>
                  </a:cubicBezTo>
                  <a:cubicBezTo>
                    <a:pt x="58178" y="694578"/>
                    <a:pt x="58178" y="691858"/>
                    <a:pt x="63617" y="689138"/>
                  </a:cubicBezTo>
                  <a:cubicBezTo>
                    <a:pt x="69057" y="686418"/>
                    <a:pt x="79935" y="683699"/>
                    <a:pt x="85375" y="680979"/>
                  </a:cubicBezTo>
                  <a:cubicBezTo>
                    <a:pt x="104412" y="678260"/>
                    <a:pt x="123450" y="675540"/>
                    <a:pt x="131609" y="675540"/>
                  </a:cubicBezTo>
                  <a:cubicBezTo>
                    <a:pt x="134329" y="675540"/>
                    <a:pt x="137048" y="675540"/>
                    <a:pt x="142488" y="675540"/>
                  </a:cubicBezTo>
                  <a:cubicBezTo>
                    <a:pt x="134329" y="670101"/>
                    <a:pt x="131609" y="661942"/>
                    <a:pt x="131609" y="653783"/>
                  </a:cubicBezTo>
                  <a:cubicBezTo>
                    <a:pt x="131609" y="648343"/>
                    <a:pt x="131609" y="642904"/>
                    <a:pt x="128889" y="640184"/>
                  </a:cubicBezTo>
                  <a:cubicBezTo>
                    <a:pt x="128889" y="637465"/>
                    <a:pt x="128889" y="634745"/>
                    <a:pt x="128889" y="629306"/>
                  </a:cubicBezTo>
                  <a:cubicBezTo>
                    <a:pt x="128889" y="626586"/>
                    <a:pt x="128889" y="623867"/>
                    <a:pt x="128889" y="621147"/>
                  </a:cubicBezTo>
                  <a:cubicBezTo>
                    <a:pt x="128889" y="612988"/>
                    <a:pt x="128889" y="604829"/>
                    <a:pt x="128889" y="593950"/>
                  </a:cubicBezTo>
                  <a:cubicBezTo>
                    <a:pt x="128889" y="591231"/>
                    <a:pt x="128889" y="585791"/>
                    <a:pt x="128889" y="583072"/>
                  </a:cubicBezTo>
                  <a:cubicBezTo>
                    <a:pt x="128889" y="534118"/>
                    <a:pt x="131609" y="485164"/>
                    <a:pt x="128889" y="436210"/>
                  </a:cubicBezTo>
                  <a:cubicBezTo>
                    <a:pt x="128889" y="409014"/>
                    <a:pt x="128889" y="384537"/>
                    <a:pt x="128889" y="357340"/>
                  </a:cubicBezTo>
                  <a:cubicBezTo>
                    <a:pt x="128889" y="335583"/>
                    <a:pt x="131609" y="313826"/>
                    <a:pt x="131609" y="289349"/>
                  </a:cubicBezTo>
                  <a:cubicBezTo>
                    <a:pt x="131609" y="275751"/>
                    <a:pt x="131609" y="264872"/>
                    <a:pt x="131609" y="251274"/>
                  </a:cubicBezTo>
                  <a:cubicBezTo>
                    <a:pt x="131609" y="234956"/>
                    <a:pt x="131609" y="221357"/>
                    <a:pt x="131609" y="205040"/>
                  </a:cubicBezTo>
                  <a:cubicBezTo>
                    <a:pt x="131609" y="183282"/>
                    <a:pt x="131609" y="161525"/>
                    <a:pt x="131609" y="139768"/>
                  </a:cubicBezTo>
                  <a:cubicBezTo>
                    <a:pt x="131609" y="137048"/>
                    <a:pt x="131609" y="134329"/>
                    <a:pt x="131609" y="128889"/>
                  </a:cubicBezTo>
                  <a:cubicBezTo>
                    <a:pt x="128889" y="128889"/>
                    <a:pt x="126170" y="128889"/>
                    <a:pt x="126170" y="128889"/>
                  </a:cubicBezTo>
                  <a:cubicBezTo>
                    <a:pt x="118011" y="128889"/>
                    <a:pt x="109852" y="128889"/>
                    <a:pt x="101693" y="128889"/>
                  </a:cubicBezTo>
                  <a:cubicBezTo>
                    <a:pt x="93534" y="128889"/>
                    <a:pt x="82655" y="128889"/>
                    <a:pt x="74496" y="123450"/>
                  </a:cubicBezTo>
                  <a:cubicBezTo>
                    <a:pt x="66337" y="120730"/>
                    <a:pt x="58178" y="112571"/>
                    <a:pt x="58178" y="107132"/>
                  </a:cubicBezTo>
                  <a:cubicBezTo>
                    <a:pt x="58178" y="104412"/>
                    <a:pt x="58178" y="101693"/>
                    <a:pt x="60898" y="98973"/>
                  </a:cubicBezTo>
                  <a:cubicBezTo>
                    <a:pt x="63617" y="96253"/>
                    <a:pt x="77216" y="93534"/>
                    <a:pt x="82655" y="93534"/>
                  </a:cubicBezTo>
                  <a:cubicBezTo>
                    <a:pt x="98973" y="90814"/>
                    <a:pt x="123450" y="88094"/>
                    <a:pt x="131609" y="88094"/>
                  </a:cubicBezTo>
                  <a:cubicBezTo>
                    <a:pt x="131609" y="85375"/>
                    <a:pt x="131609" y="85375"/>
                    <a:pt x="131609" y="82655"/>
                  </a:cubicBezTo>
                  <a:cubicBezTo>
                    <a:pt x="131609" y="77216"/>
                    <a:pt x="131609" y="74496"/>
                    <a:pt x="134329" y="71776"/>
                  </a:cubicBezTo>
                  <a:cubicBezTo>
                    <a:pt x="137048" y="69057"/>
                    <a:pt x="145207" y="66337"/>
                    <a:pt x="147927" y="63617"/>
                  </a:cubicBezTo>
                  <a:cubicBezTo>
                    <a:pt x="153366" y="60898"/>
                    <a:pt x="158806" y="58178"/>
                    <a:pt x="164245" y="58178"/>
                  </a:cubicBezTo>
                  <a:cubicBezTo>
                    <a:pt x="169684" y="58178"/>
                    <a:pt x="175123" y="58178"/>
                    <a:pt x="177843" y="58178"/>
                  </a:cubicBezTo>
                  <a:cubicBezTo>
                    <a:pt x="183283" y="58178"/>
                    <a:pt x="191442" y="58178"/>
                    <a:pt x="196881" y="60898"/>
                  </a:cubicBezTo>
                  <a:cubicBezTo>
                    <a:pt x="213199" y="63617"/>
                    <a:pt x="224077" y="74496"/>
                    <a:pt x="232236" y="88094"/>
                  </a:cubicBezTo>
                  <a:cubicBezTo>
                    <a:pt x="253994" y="88094"/>
                    <a:pt x="270312" y="88094"/>
                    <a:pt x="278471" y="88094"/>
                  </a:cubicBezTo>
                  <a:cubicBezTo>
                    <a:pt x="292069" y="88094"/>
                    <a:pt x="316546" y="88094"/>
                    <a:pt x="316546" y="104412"/>
                  </a:cubicBezTo>
                  <a:cubicBezTo>
                    <a:pt x="316546" y="112571"/>
                    <a:pt x="313826" y="112571"/>
                    <a:pt x="311106" y="120730"/>
                  </a:cubicBezTo>
                  <a:cubicBezTo>
                    <a:pt x="305667" y="126170"/>
                    <a:pt x="300228" y="128889"/>
                    <a:pt x="294788" y="128889"/>
                  </a:cubicBezTo>
                  <a:cubicBezTo>
                    <a:pt x="286630" y="131609"/>
                    <a:pt x="278471" y="131609"/>
                    <a:pt x="273031" y="131609"/>
                  </a:cubicBezTo>
                  <a:cubicBezTo>
                    <a:pt x="270312" y="131609"/>
                    <a:pt x="259433" y="131609"/>
                    <a:pt x="243115" y="131609"/>
                  </a:cubicBezTo>
                  <a:lnTo>
                    <a:pt x="243115" y="134329"/>
                  </a:lnTo>
                  <a:cubicBezTo>
                    <a:pt x="245835" y="145207"/>
                    <a:pt x="245835" y="158805"/>
                    <a:pt x="248554" y="169684"/>
                  </a:cubicBezTo>
                  <a:cubicBezTo>
                    <a:pt x="251274" y="180563"/>
                    <a:pt x="251274" y="194161"/>
                    <a:pt x="251274" y="205040"/>
                  </a:cubicBezTo>
                  <a:cubicBezTo>
                    <a:pt x="251274" y="215918"/>
                    <a:pt x="251274" y="226797"/>
                    <a:pt x="251274" y="240395"/>
                  </a:cubicBezTo>
                  <a:cubicBezTo>
                    <a:pt x="251274" y="245834"/>
                    <a:pt x="251274" y="251274"/>
                    <a:pt x="251274" y="256713"/>
                  </a:cubicBezTo>
                  <a:cubicBezTo>
                    <a:pt x="251274" y="262152"/>
                    <a:pt x="251274" y="267592"/>
                    <a:pt x="253994" y="270311"/>
                  </a:cubicBezTo>
                  <a:cubicBezTo>
                    <a:pt x="256713" y="294788"/>
                    <a:pt x="256713" y="319265"/>
                    <a:pt x="259433" y="343742"/>
                  </a:cubicBezTo>
                  <a:cubicBezTo>
                    <a:pt x="259433" y="370939"/>
                    <a:pt x="262153" y="398135"/>
                    <a:pt x="262153" y="425332"/>
                  </a:cubicBezTo>
                  <a:cubicBezTo>
                    <a:pt x="262153" y="447089"/>
                    <a:pt x="262153" y="468846"/>
                    <a:pt x="264872" y="490603"/>
                  </a:cubicBezTo>
                  <a:cubicBezTo>
                    <a:pt x="264872" y="515080"/>
                    <a:pt x="270312" y="539557"/>
                    <a:pt x="270312" y="564034"/>
                  </a:cubicBezTo>
                  <a:cubicBezTo>
                    <a:pt x="270312" y="574913"/>
                    <a:pt x="270312" y="588511"/>
                    <a:pt x="270312" y="599390"/>
                  </a:cubicBezTo>
                  <a:cubicBezTo>
                    <a:pt x="270312" y="612988"/>
                    <a:pt x="270312" y="623867"/>
                    <a:pt x="270312" y="637465"/>
                  </a:cubicBezTo>
                  <a:cubicBezTo>
                    <a:pt x="270312" y="648343"/>
                    <a:pt x="270312" y="661942"/>
                    <a:pt x="264872" y="670101"/>
                  </a:cubicBezTo>
                  <a:cubicBezTo>
                    <a:pt x="273031" y="672820"/>
                    <a:pt x="278471" y="672820"/>
                    <a:pt x="283910" y="672820"/>
                  </a:cubicBezTo>
                  <a:lnTo>
                    <a:pt x="283910" y="672820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>
                <a:ln>
                  <a:noFill/>
                </a:ln>
                <a:solidFill>
                  <a:srgbClr val="666666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86" name="Freeform: Shape 42">
              <a:extLst>
                <a:ext uri="{FF2B5EF4-FFF2-40B4-BE49-F238E27FC236}">
                  <a16:creationId xmlns:a16="http://schemas.microsoft.com/office/drawing/2014/main" id="{AABD5B00-C750-7D4F-98AB-07558073F4B5}"/>
                </a:ext>
              </a:extLst>
            </p:cNvPr>
            <p:cNvSpPr/>
            <p:nvPr/>
          </p:nvSpPr>
          <p:spPr>
            <a:xfrm>
              <a:off x="4620880" y="4194877"/>
              <a:ext cx="598325" cy="761503"/>
            </a:xfrm>
            <a:custGeom>
              <a:avLst/>
              <a:gdLst>
                <a:gd name="connsiteX0" fmla="*/ 515081 w 598324"/>
                <a:gd name="connsiteY0" fmla="*/ 79935 h 761503"/>
                <a:gd name="connsiteX1" fmla="*/ 542277 w 598324"/>
                <a:gd name="connsiteY1" fmla="*/ 96253 h 761503"/>
                <a:gd name="connsiteX2" fmla="*/ 536838 w 598324"/>
                <a:gd name="connsiteY2" fmla="*/ 112571 h 761503"/>
                <a:gd name="connsiteX3" fmla="*/ 523240 w 598324"/>
                <a:gd name="connsiteY3" fmla="*/ 120730 h 761503"/>
                <a:gd name="connsiteX4" fmla="*/ 506922 w 598324"/>
                <a:gd name="connsiteY4" fmla="*/ 123450 h 761503"/>
                <a:gd name="connsiteX5" fmla="*/ 477006 w 598324"/>
                <a:gd name="connsiteY5" fmla="*/ 123450 h 761503"/>
                <a:gd name="connsiteX6" fmla="*/ 479725 w 598324"/>
                <a:gd name="connsiteY6" fmla="*/ 145207 h 761503"/>
                <a:gd name="connsiteX7" fmla="*/ 477006 w 598324"/>
                <a:gd name="connsiteY7" fmla="*/ 180563 h 761503"/>
                <a:gd name="connsiteX8" fmla="*/ 482445 w 598324"/>
                <a:gd name="connsiteY8" fmla="*/ 232236 h 761503"/>
                <a:gd name="connsiteX9" fmla="*/ 485165 w 598324"/>
                <a:gd name="connsiteY9" fmla="*/ 283909 h 761503"/>
                <a:gd name="connsiteX10" fmla="*/ 485165 w 598324"/>
                <a:gd name="connsiteY10" fmla="*/ 327424 h 761503"/>
                <a:gd name="connsiteX11" fmla="*/ 487884 w 598324"/>
                <a:gd name="connsiteY11" fmla="*/ 373658 h 761503"/>
                <a:gd name="connsiteX12" fmla="*/ 485165 w 598324"/>
                <a:gd name="connsiteY12" fmla="*/ 419892 h 761503"/>
                <a:gd name="connsiteX13" fmla="*/ 485165 w 598324"/>
                <a:gd name="connsiteY13" fmla="*/ 463407 h 761503"/>
                <a:gd name="connsiteX14" fmla="*/ 482445 w 598324"/>
                <a:gd name="connsiteY14" fmla="*/ 515080 h 761503"/>
                <a:gd name="connsiteX15" fmla="*/ 482445 w 598324"/>
                <a:gd name="connsiteY15" fmla="*/ 558595 h 761503"/>
                <a:gd name="connsiteX16" fmla="*/ 479725 w 598324"/>
                <a:gd name="connsiteY16" fmla="*/ 602109 h 761503"/>
                <a:gd name="connsiteX17" fmla="*/ 485165 w 598324"/>
                <a:gd name="connsiteY17" fmla="*/ 648343 h 761503"/>
                <a:gd name="connsiteX18" fmla="*/ 474286 w 598324"/>
                <a:gd name="connsiteY18" fmla="*/ 675540 h 761503"/>
                <a:gd name="connsiteX19" fmla="*/ 428052 w 598324"/>
                <a:gd name="connsiteY19" fmla="*/ 691858 h 761503"/>
                <a:gd name="connsiteX20" fmla="*/ 387257 w 598324"/>
                <a:gd name="connsiteY20" fmla="*/ 683699 h 761503"/>
                <a:gd name="connsiteX21" fmla="*/ 351901 w 598324"/>
                <a:gd name="connsiteY21" fmla="*/ 664661 h 761503"/>
                <a:gd name="connsiteX22" fmla="*/ 305667 w 598324"/>
                <a:gd name="connsiteY22" fmla="*/ 596670 h 761503"/>
                <a:gd name="connsiteX23" fmla="*/ 270312 w 598324"/>
                <a:gd name="connsiteY23" fmla="*/ 509641 h 761503"/>
                <a:gd name="connsiteX24" fmla="*/ 251274 w 598324"/>
                <a:gd name="connsiteY24" fmla="*/ 460687 h 761503"/>
                <a:gd name="connsiteX25" fmla="*/ 224077 w 598324"/>
                <a:gd name="connsiteY25" fmla="*/ 381817 h 761503"/>
                <a:gd name="connsiteX26" fmla="*/ 207759 w 598324"/>
                <a:gd name="connsiteY26" fmla="*/ 330144 h 761503"/>
                <a:gd name="connsiteX27" fmla="*/ 191442 w 598324"/>
                <a:gd name="connsiteY27" fmla="*/ 286629 h 761503"/>
                <a:gd name="connsiteX28" fmla="*/ 183283 w 598324"/>
                <a:gd name="connsiteY28" fmla="*/ 278470 h 761503"/>
                <a:gd name="connsiteX29" fmla="*/ 180563 w 598324"/>
                <a:gd name="connsiteY29" fmla="*/ 292068 h 761503"/>
                <a:gd name="connsiteX30" fmla="*/ 180563 w 598324"/>
                <a:gd name="connsiteY30" fmla="*/ 305667 h 761503"/>
                <a:gd name="connsiteX31" fmla="*/ 183283 w 598324"/>
                <a:gd name="connsiteY31" fmla="*/ 354620 h 761503"/>
                <a:gd name="connsiteX32" fmla="*/ 188722 w 598324"/>
                <a:gd name="connsiteY32" fmla="*/ 449808 h 761503"/>
                <a:gd name="connsiteX33" fmla="*/ 188722 w 598324"/>
                <a:gd name="connsiteY33" fmla="*/ 479725 h 761503"/>
                <a:gd name="connsiteX34" fmla="*/ 188722 w 598324"/>
                <a:gd name="connsiteY34" fmla="*/ 542277 h 761503"/>
                <a:gd name="connsiteX35" fmla="*/ 186002 w 598324"/>
                <a:gd name="connsiteY35" fmla="*/ 615708 h 761503"/>
                <a:gd name="connsiteX36" fmla="*/ 186002 w 598324"/>
                <a:gd name="connsiteY36" fmla="*/ 637465 h 761503"/>
                <a:gd name="connsiteX37" fmla="*/ 183283 w 598324"/>
                <a:gd name="connsiteY37" fmla="*/ 664661 h 761503"/>
                <a:gd name="connsiteX38" fmla="*/ 226797 w 598324"/>
                <a:gd name="connsiteY38" fmla="*/ 664661 h 761503"/>
                <a:gd name="connsiteX39" fmla="*/ 253994 w 598324"/>
                <a:gd name="connsiteY39" fmla="*/ 680979 h 761503"/>
                <a:gd name="connsiteX40" fmla="*/ 248554 w 598324"/>
                <a:gd name="connsiteY40" fmla="*/ 697297 h 761503"/>
                <a:gd name="connsiteX41" fmla="*/ 234956 w 598324"/>
                <a:gd name="connsiteY41" fmla="*/ 705456 h 761503"/>
                <a:gd name="connsiteX42" fmla="*/ 218638 w 598324"/>
                <a:gd name="connsiteY42" fmla="*/ 708176 h 761503"/>
                <a:gd name="connsiteX43" fmla="*/ 183283 w 598324"/>
                <a:gd name="connsiteY43" fmla="*/ 708176 h 761503"/>
                <a:gd name="connsiteX44" fmla="*/ 150647 w 598324"/>
                <a:gd name="connsiteY44" fmla="*/ 708176 h 761503"/>
                <a:gd name="connsiteX45" fmla="*/ 107132 w 598324"/>
                <a:gd name="connsiteY45" fmla="*/ 708176 h 761503"/>
                <a:gd name="connsiteX46" fmla="*/ 88094 w 598324"/>
                <a:gd name="connsiteY46" fmla="*/ 708176 h 761503"/>
                <a:gd name="connsiteX47" fmla="*/ 69057 w 598324"/>
                <a:gd name="connsiteY47" fmla="*/ 702736 h 761503"/>
                <a:gd name="connsiteX48" fmla="*/ 58178 w 598324"/>
                <a:gd name="connsiteY48" fmla="*/ 686418 h 761503"/>
                <a:gd name="connsiteX49" fmla="*/ 60898 w 598324"/>
                <a:gd name="connsiteY49" fmla="*/ 678259 h 761503"/>
                <a:gd name="connsiteX50" fmla="*/ 77216 w 598324"/>
                <a:gd name="connsiteY50" fmla="*/ 670101 h 761503"/>
                <a:gd name="connsiteX51" fmla="*/ 120730 w 598324"/>
                <a:gd name="connsiteY51" fmla="*/ 664661 h 761503"/>
                <a:gd name="connsiteX52" fmla="*/ 131609 w 598324"/>
                <a:gd name="connsiteY52" fmla="*/ 664661 h 761503"/>
                <a:gd name="connsiteX53" fmla="*/ 134329 w 598324"/>
                <a:gd name="connsiteY53" fmla="*/ 539557 h 761503"/>
                <a:gd name="connsiteX54" fmla="*/ 134329 w 598324"/>
                <a:gd name="connsiteY54" fmla="*/ 504201 h 761503"/>
                <a:gd name="connsiteX55" fmla="*/ 131609 w 598324"/>
                <a:gd name="connsiteY55" fmla="*/ 376378 h 761503"/>
                <a:gd name="connsiteX56" fmla="*/ 131609 w 598324"/>
                <a:gd name="connsiteY56" fmla="*/ 302947 h 761503"/>
                <a:gd name="connsiteX57" fmla="*/ 134329 w 598324"/>
                <a:gd name="connsiteY57" fmla="*/ 221357 h 761503"/>
                <a:gd name="connsiteX58" fmla="*/ 137048 w 598324"/>
                <a:gd name="connsiteY58" fmla="*/ 123450 h 761503"/>
                <a:gd name="connsiteX59" fmla="*/ 107132 w 598324"/>
                <a:gd name="connsiteY59" fmla="*/ 123450 h 761503"/>
                <a:gd name="connsiteX60" fmla="*/ 88094 w 598324"/>
                <a:gd name="connsiteY60" fmla="*/ 123450 h 761503"/>
                <a:gd name="connsiteX61" fmla="*/ 69057 w 598324"/>
                <a:gd name="connsiteY61" fmla="*/ 118011 h 761503"/>
                <a:gd name="connsiteX62" fmla="*/ 58178 w 598324"/>
                <a:gd name="connsiteY62" fmla="*/ 101693 h 761503"/>
                <a:gd name="connsiteX63" fmla="*/ 60898 w 598324"/>
                <a:gd name="connsiteY63" fmla="*/ 93534 h 761503"/>
                <a:gd name="connsiteX64" fmla="*/ 77216 w 598324"/>
                <a:gd name="connsiteY64" fmla="*/ 85375 h 761503"/>
                <a:gd name="connsiteX65" fmla="*/ 131609 w 598324"/>
                <a:gd name="connsiteY65" fmla="*/ 79935 h 761503"/>
                <a:gd name="connsiteX66" fmla="*/ 161525 w 598324"/>
                <a:gd name="connsiteY66" fmla="*/ 79935 h 761503"/>
                <a:gd name="connsiteX67" fmla="*/ 177843 w 598324"/>
                <a:gd name="connsiteY67" fmla="*/ 66337 h 761503"/>
                <a:gd name="connsiteX68" fmla="*/ 202320 w 598324"/>
                <a:gd name="connsiteY68" fmla="*/ 58178 h 761503"/>
                <a:gd name="connsiteX69" fmla="*/ 234956 w 598324"/>
                <a:gd name="connsiteY69" fmla="*/ 77216 h 761503"/>
                <a:gd name="connsiteX70" fmla="*/ 251274 w 598324"/>
                <a:gd name="connsiteY70" fmla="*/ 107132 h 761503"/>
                <a:gd name="connsiteX71" fmla="*/ 267592 w 598324"/>
                <a:gd name="connsiteY71" fmla="*/ 147927 h 761503"/>
                <a:gd name="connsiteX72" fmla="*/ 281190 w 598324"/>
                <a:gd name="connsiteY72" fmla="*/ 183282 h 761503"/>
                <a:gd name="connsiteX73" fmla="*/ 297508 w 598324"/>
                <a:gd name="connsiteY73" fmla="*/ 224077 h 761503"/>
                <a:gd name="connsiteX74" fmla="*/ 308387 w 598324"/>
                <a:gd name="connsiteY74" fmla="*/ 264872 h 761503"/>
                <a:gd name="connsiteX75" fmla="*/ 319265 w 598324"/>
                <a:gd name="connsiteY75" fmla="*/ 300227 h 761503"/>
                <a:gd name="connsiteX76" fmla="*/ 351901 w 598324"/>
                <a:gd name="connsiteY76" fmla="*/ 379097 h 761503"/>
                <a:gd name="connsiteX77" fmla="*/ 365500 w 598324"/>
                <a:gd name="connsiteY77" fmla="*/ 417173 h 761503"/>
                <a:gd name="connsiteX78" fmla="*/ 379098 w 598324"/>
                <a:gd name="connsiteY78" fmla="*/ 457967 h 761503"/>
                <a:gd name="connsiteX79" fmla="*/ 395416 w 598324"/>
                <a:gd name="connsiteY79" fmla="*/ 496043 h 761503"/>
                <a:gd name="connsiteX80" fmla="*/ 406294 w 598324"/>
                <a:gd name="connsiteY80" fmla="*/ 512361 h 761503"/>
                <a:gd name="connsiteX81" fmla="*/ 411734 w 598324"/>
                <a:gd name="connsiteY81" fmla="*/ 531398 h 761503"/>
                <a:gd name="connsiteX82" fmla="*/ 419893 w 598324"/>
                <a:gd name="connsiteY82" fmla="*/ 558595 h 761503"/>
                <a:gd name="connsiteX83" fmla="*/ 425332 w 598324"/>
                <a:gd name="connsiteY83" fmla="*/ 564034 h 761503"/>
                <a:gd name="connsiteX84" fmla="*/ 430771 w 598324"/>
                <a:gd name="connsiteY84" fmla="*/ 558595 h 761503"/>
                <a:gd name="connsiteX85" fmla="*/ 430771 w 598324"/>
                <a:gd name="connsiteY85" fmla="*/ 550436 h 761503"/>
                <a:gd name="connsiteX86" fmla="*/ 430771 w 598324"/>
                <a:gd name="connsiteY86" fmla="*/ 501482 h 761503"/>
                <a:gd name="connsiteX87" fmla="*/ 430771 w 598324"/>
                <a:gd name="connsiteY87" fmla="*/ 403574 h 761503"/>
                <a:gd name="connsiteX88" fmla="*/ 425332 w 598324"/>
                <a:gd name="connsiteY88" fmla="*/ 313826 h 761503"/>
                <a:gd name="connsiteX89" fmla="*/ 425332 w 598324"/>
                <a:gd name="connsiteY89" fmla="*/ 248554 h 761503"/>
                <a:gd name="connsiteX90" fmla="*/ 425332 w 598324"/>
                <a:gd name="connsiteY90" fmla="*/ 210479 h 761503"/>
                <a:gd name="connsiteX91" fmla="*/ 422613 w 598324"/>
                <a:gd name="connsiteY91" fmla="*/ 153366 h 761503"/>
                <a:gd name="connsiteX92" fmla="*/ 425332 w 598324"/>
                <a:gd name="connsiteY92" fmla="*/ 123450 h 761503"/>
                <a:gd name="connsiteX93" fmla="*/ 398136 w 598324"/>
                <a:gd name="connsiteY93" fmla="*/ 123450 h 761503"/>
                <a:gd name="connsiteX94" fmla="*/ 379098 w 598324"/>
                <a:gd name="connsiteY94" fmla="*/ 123450 h 761503"/>
                <a:gd name="connsiteX95" fmla="*/ 360060 w 598324"/>
                <a:gd name="connsiteY95" fmla="*/ 118011 h 761503"/>
                <a:gd name="connsiteX96" fmla="*/ 349182 w 598324"/>
                <a:gd name="connsiteY96" fmla="*/ 101693 h 761503"/>
                <a:gd name="connsiteX97" fmla="*/ 351901 w 598324"/>
                <a:gd name="connsiteY97" fmla="*/ 93534 h 761503"/>
                <a:gd name="connsiteX98" fmla="*/ 368219 w 598324"/>
                <a:gd name="connsiteY98" fmla="*/ 85375 h 761503"/>
                <a:gd name="connsiteX99" fmla="*/ 422613 w 598324"/>
                <a:gd name="connsiteY99" fmla="*/ 79935 h 761503"/>
                <a:gd name="connsiteX100" fmla="*/ 444370 w 598324"/>
                <a:gd name="connsiteY100" fmla="*/ 79935 h 761503"/>
                <a:gd name="connsiteX101" fmla="*/ 463407 w 598324"/>
                <a:gd name="connsiteY101" fmla="*/ 71776 h 761503"/>
                <a:gd name="connsiteX102" fmla="*/ 477006 w 598324"/>
                <a:gd name="connsiteY102" fmla="*/ 79935 h 761503"/>
                <a:gd name="connsiteX103" fmla="*/ 515081 w 598324"/>
                <a:gd name="connsiteY103" fmla="*/ 79935 h 761503"/>
                <a:gd name="connsiteX104" fmla="*/ 515081 w 598324"/>
                <a:gd name="connsiteY104" fmla="*/ 79935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598324" h="761503">
                  <a:moveTo>
                    <a:pt x="515081" y="79935"/>
                  </a:moveTo>
                  <a:cubicBezTo>
                    <a:pt x="523240" y="79935"/>
                    <a:pt x="542277" y="79935"/>
                    <a:pt x="542277" y="96253"/>
                  </a:cubicBezTo>
                  <a:cubicBezTo>
                    <a:pt x="542277" y="104412"/>
                    <a:pt x="542277" y="107132"/>
                    <a:pt x="536838" y="112571"/>
                  </a:cubicBezTo>
                  <a:cubicBezTo>
                    <a:pt x="534119" y="118011"/>
                    <a:pt x="528679" y="120730"/>
                    <a:pt x="523240" y="120730"/>
                  </a:cubicBezTo>
                  <a:cubicBezTo>
                    <a:pt x="515081" y="123450"/>
                    <a:pt x="512361" y="123450"/>
                    <a:pt x="506922" y="123450"/>
                  </a:cubicBezTo>
                  <a:cubicBezTo>
                    <a:pt x="504202" y="123450"/>
                    <a:pt x="490604" y="123450"/>
                    <a:pt x="477006" y="123450"/>
                  </a:cubicBezTo>
                  <a:cubicBezTo>
                    <a:pt x="477006" y="131609"/>
                    <a:pt x="479725" y="137048"/>
                    <a:pt x="479725" y="145207"/>
                  </a:cubicBezTo>
                  <a:cubicBezTo>
                    <a:pt x="479725" y="156086"/>
                    <a:pt x="477006" y="166964"/>
                    <a:pt x="477006" y="180563"/>
                  </a:cubicBezTo>
                  <a:cubicBezTo>
                    <a:pt x="477006" y="196881"/>
                    <a:pt x="479725" y="215918"/>
                    <a:pt x="482445" y="232236"/>
                  </a:cubicBezTo>
                  <a:cubicBezTo>
                    <a:pt x="485165" y="248554"/>
                    <a:pt x="485165" y="267592"/>
                    <a:pt x="485165" y="283909"/>
                  </a:cubicBezTo>
                  <a:cubicBezTo>
                    <a:pt x="485165" y="297508"/>
                    <a:pt x="485165" y="313826"/>
                    <a:pt x="485165" y="327424"/>
                  </a:cubicBezTo>
                  <a:cubicBezTo>
                    <a:pt x="485165" y="343742"/>
                    <a:pt x="487884" y="357340"/>
                    <a:pt x="487884" y="373658"/>
                  </a:cubicBezTo>
                  <a:cubicBezTo>
                    <a:pt x="487884" y="389976"/>
                    <a:pt x="485165" y="403574"/>
                    <a:pt x="485165" y="419892"/>
                  </a:cubicBezTo>
                  <a:cubicBezTo>
                    <a:pt x="485165" y="436210"/>
                    <a:pt x="485165" y="449808"/>
                    <a:pt x="485165" y="463407"/>
                  </a:cubicBezTo>
                  <a:cubicBezTo>
                    <a:pt x="485165" y="479725"/>
                    <a:pt x="485165" y="498762"/>
                    <a:pt x="482445" y="515080"/>
                  </a:cubicBezTo>
                  <a:cubicBezTo>
                    <a:pt x="482445" y="528678"/>
                    <a:pt x="482445" y="542277"/>
                    <a:pt x="482445" y="558595"/>
                  </a:cubicBezTo>
                  <a:cubicBezTo>
                    <a:pt x="482445" y="572193"/>
                    <a:pt x="479725" y="588511"/>
                    <a:pt x="479725" y="602109"/>
                  </a:cubicBezTo>
                  <a:cubicBezTo>
                    <a:pt x="479725" y="615708"/>
                    <a:pt x="485165" y="632025"/>
                    <a:pt x="485165" y="648343"/>
                  </a:cubicBezTo>
                  <a:cubicBezTo>
                    <a:pt x="485165" y="659222"/>
                    <a:pt x="482445" y="670101"/>
                    <a:pt x="474286" y="675540"/>
                  </a:cubicBezTo>
                  <a:cubicBezTo>
                    <a:pt x="460688" y="686418"/>
                    <a:pt x="444370" y="691858"/>
                    <a:pt x="428052" y="691858"/>
                  </a:cubicBezTo>
                  <a:cubicBezTo>
                    <a:pt x="414453" y="691858"/>
                    <a:pt x="400855" y="689138"/>
                    <a:pt x="387257" y="683699"/>
                  </a:cubicBezTo>
                  <a:cubicBezTo>
                    <a:pt x="373659" y="678259"/>
                    <a:pt x="360060" y="672820"/>
                    <a:pt x="351901" y="664661"/>
                  </a:cubicBezTo>
                  <a:cubicBezTo>
                    <a:pt x="330144" y="645624"/>
                    <a:pt x="316546" y="621147"/>
                    <a:pt x="305667" y="596670"/>
                  </a:cubicBezTo>
                  <a:cubicBezTo>
                    <a:pt x="292069" y="569473"/>
                    <a:pt x="281190" y="539557"/>
                    <a:pt x="270312" y="509641"/>
                  </a:cubicBezTo>
                  <a:cubicBezTo>
                    <a:pt x="264872" y="493323"/>
                    <a:pt x="256713" y="477005"/>
                    <a:pt x="251274" y="460687"/>
                  </a:cubicBezTo>
                  <a:cubicBezTo>
                    <a:pt x="240395" y="433490"/>
                    <a:pt x="232236" y="409014"/>
                    <a:pt x="224077" y="381817"/>
                  </a:cubicBezTo>
                  <a:cubicBezTo>
                    <a:pt x="218638" y="365499"/>
                    <a:pt x="213199" y="346462"/>
                    <a:pt x="207759" y="330144"/>
                  </a:cubicBezTo>
                  <a:cubicBezTo>
                    <a:pt x="202320" y="316545"/>
                    <a:pt x="196881" y="300227"/>
                    <a:pt x="191442" y="286629"/>
                  </a:cubicBezTo>
                  <a:cubicBezTo>
                    <a:pt x="188722" y="281190"/>
                    <a:pt x="186002" y="278470"/>
                    <a:pt x="183283" y="278470"/>
                  </a:cubicBezTo>
                  <a:cubicBezTo>
                    <a:pt x="180563" y="278470"/>
                    <a:pt x="180563" y="286629"/>
                    <a:pt x="180563" y="292068"/>
                  </a:cubicBezTo>
                  <a:cubicBezTo>
                    <a:pt x="180563" y="297508"/>
                    <a:pt x="180563" y="302947"/>
                    <a:pt x="180563" y="305667"/>
                  </a:cubicBezTo>
                  <a:cubicBezTo>
                    <a:pt x="180563" y="321985"/>
                    <a:pt x="183283" y="338303"/>
                    <a:pt x="183283" y="354620"/>
                  </a:cubicBezTo>
                  <a:cubicBezTo>
                    <a:pt x="183283" y="387256"/>
                    <a:pt x="186002" y="417173"/>
                    <a:pt x="188722" y="449808"/>
                  </a:cubicBezTo>
                  <a:cubicBezTo>
                    <a:pt x="188722" y="460687"/>
                    <a:pt x="188722" y="468846"/>
                    <a:pt x="188722" y="479725"/>
                  </a:cubicBezTo>
                  <a:cubicBezTo>
                    <a:pt x="188722" y="501482"/>
                    <a:pt x="188722" y="523239"/>
                    <a:pt x="188722" y="542277"/>
                  </a:cubicBezTo>
                  <a:cubicBezTo>
                    <a:pt x="188722" y="566754"/>
                    <a:pt x="186002" y="591231"/>
                    <a:pt x="186002" y="615708"/>
                  </a:cubicBezTo>
                  <a:cubicBezTo>
                    <a:pt x="186002" y="623866"/>
                    <a:pt x="186002" y="632025"/>
                    <a:pt x="186002" y="637465"/>
                  </a:cubicBezTo>
                  <a:cubicBezTo>
                    <a:pt x="186002" y="645624"/>
                    <a:pt x="183283" y="656502"/>
                    <a:pt x="183283" y="664661"/>
                  </a:cubicBezTo>
                  <a:cubicBezTo>
                    <a:pt x="202320" y="664661"/>
                    <a:pt x="218638" y="664661"/>
                    <a:pt x="226797" y="664661"/>
                  </a:cubicBezTo>
                  <a:cubicBezTo>
                    <a:pt x="234956" y="664661"/>
                    <a:pt x="253994" y="664661"/>
                    <a:pt x="253994" y="680979"/>
                  </a:cubicBezTo>
                  <a:cubicBezTo>
                    <a:pt x="253994" y="689138"/>
                    <a:pt x="253994" y="691858"/>
                    <a:pt x="248554" y="697297"/>
                  </a:cubicBezTo>
                  <a:cubicBezTo>
                    <a:pt x="245835" y="702736"/>
                    <a:pt x="240395" y="705456"/>
                    <a:pt x="234956" y="705456"/>
                  </a:cubicBezTo>
                  <a:cubicBezTo>
                    <a:pt x="226797" y="708176"/>
                    <a:pt x="224077" y="708176"/>
                    <a:pt x="218638" y="708176"/>
                  </a:cubicBezTo>
                  <a:cubicBezTo>
                    <a:pt x="215918" y="708176"/>
                    <a:pt x="199600" y="708176"/>
                    <a:pt x="183283" y="708176"/>
                  </a:cubicBezTo>
                  <a:cubicBezTo>
                    <a:pt x="166965" y="708176"/>
                    <a:pt x="153366" y="708176"/>
                    <a:pt x="150647" y="708176"/>
                  </a:cubicBezTo>
                  <a:cubicBezTo>
                    <a:pt x="139768" y="708176"/>
                    <a:pt x="120730" y="708176"/>
                    <a:pt x="107132" y="708176"/>
                  </a:cubicBezTo>
                  <a:cubicBezTo>
                    <a:pt x="101693" y="708176"/>
                    <a:pt x="96254" y="708176"/>
                    <a:pt x="88094" y="708176"/>
                  </a:cubicBezTo>
                  <a:cubicBezTo>
                    <a:pt x="82655" y="708176"/>
                    <a:pt x="74496" y="708176"/>
                    <a:pt x="69057" y="702736"/>
                  </a:cubicBezTo>
                  <a:cubicBezTo>
                    <a:pt x="63617" y="700017"/>
                    <a:pt x="58178" y="691858"/>
                    <a:pt x="58178" y="686418"/>
                  </a:cubicBezTo>
                  <a:cubicBezTo>
                    <a:pt x="58178" y="683699"/>
                    <a:pt x="58178" y="680979"/>
                    <a:pt x="60898" y="678259"/>
                  </a:cubicBezTo>
                  <a:cubicBezTo>
                    <a:pt x="63617" y="675540"/>
                    <a:pt x="71777" y="672820"/>
                    <a:pt x="77216" y="670101"/>
                  </a:cubicBezTo>
                  <a:cubicBezTo>
                    <a:pt x="90814" y="667381"/>
                    <a:pt x="115291" y="664661"/>
                    <a:pt x="120730" y="664661"/>
                  </a:cubicBezTo>
                  <a:cubicBezTo>
                    <a:pt x="123450" y="664661"/>
                    <a:pt x="126170" y="664661"/>
                    <a:pt x="131609" y="664661"/>
                  </a:cubicBezTo>
                  <a:cubicBezTo>
                    <a:pt x="131609" y="623866"/>
                    <a:pt x="134329" y="583072"/>
                    <a:pt x="134329" y="539557"/>
                  </a:cubicBezTo>
                  <a:cubicBezTo>
                    <a:pt x="134329" y="528678"/>
                    <a:pt x="134329" y="515080"/>
                    <a:pt x="134329" y="504201"/>
                  </a:cubicBezTo>
                  <a:cubicBezTo>
                    <a:pt x="131609" y="460687"/>
                    <a:pt x="131609" y="417173"/>
                    <a:pt x="131609" y="376378"/>
                  </a:cubicBezTo>
                  <a:cubicBezTo>
                    <a:pt x="131609" y="351901"/>
                    <a:pt x="131609" y="327424"/>
                    <a:pt x="131609" y="302947"/>
                  </a:cubicBezTo>
                  <a:cubicBezTo>
                    <a:pt x="131609" y="275751"/>
                    <a:pt x="131609" y="248554"/>
                    <a:pt x="134329" y="221357"/>
                  </a:cubicBezTo>
                  <a:cubicBezTo>
                    <a:pt x="134329" y="188722"/>
                    <a:pt x="137048" y="156086"/>
                    <a:pt x="137048" y="123450"/>
                  </a:cubicBezTo>
                  <a:cubicBezTo>
                    <a:pt x="126170" y="123450"/>
                    <a:pt x="115291" y="123450"/>
                    <a:pt x="107132" y="123450"/>
                  </a:cubicBezTo>
                  <a:cubicBezTo>
                    <a:pt x="101693" y="123450"/>
                    <a:pt x="96254" y="123450"/>
                    <a:pt x="88094" y="123450"/>
                  </a:cubicBezTo>
                  <a:cubicBezTo>
                    <a:pt x="82655" y="123450"/>
                    <a:pt x="74496" y="120730"/>
                    <a:pt x="69057" y="118011"/>
                  </a:cubicBezTo>
                  <a:cubicBezTo>
                    <a:pt x="63617" y="115291"/>
                    <a:pt x="58178" y="107132"/>
                    <a:pt x="58178" y="101693"/>
                  </a:cubicBezTo>
                  <a:cubicBezTo>
                    <a:pt x="58178" y="98973"/>
                    <a:pt x="58178" y="96253"/>
                    <a:pt x="60898" y="93534"/>
                  </a:cubicBezTo>
                  <a:cubicBezTo>
                    <a:pt x="63617" y="90814"/>
                    <a:pt x="71777" y="88094"/>
                    <a:pt x="77216" y="85375"/>
                  </a:cubicBezTo>
                  <a:cubicBezTo>
                    <a:pt x="90814" y="82655"/>
                    <a:pt x="126170" y="79935"/>
                    <a:pt x="131609" y="79935"/>
                  </a:cubicBezTo>
                  <a:cubicBezTo>
                    <a:pt x="137048" y="79935"/>
                    <a:pt x="147927" y="79935"/>
                    <a:pt x="161525" y="79935"/>
                  </a:cubicBezTo>
                  <a:cubicBezTo>
                    <a:pt x="166965" y="74496"/>
                    <a:pt x="172404" y="71776"/>
                    <a:pt x="177843" y="66337"/>
                  </a:cubicBezTo>
                  <a:cubicBezTo>
                    <a:pt x="186002" y="60898"/>
                    <a:pt x="194161" y="58178"/>
                    <a:pt x="202320" y="58178"/>
                  </a:cubicBezTo>
                  <a:cubicBezTo>
                    <a:pt x="215918" y="58178"/>
                    <a:pt x="226797" y="63617"/>
                    <a:pt x="234956" y="77216"/>
                  </a:cubicBezTo>
                  <a:cubicBezTo>
                    <a:pt x="240395" y="88094"/>
                    <a:pt x="248554" y="96253"/>
                    <a:pt x="251274" y="107132"/>
                  </a:cubicBezTo>
                  <a:cubicBezTo>
                    <a:pt x="256713" y="120730"/>
                    <a:pt x="259433" y="134328"/>
                    <a:pt x="267592" y="147927"/>
                  </a:cubicBezTo>
                  <a:cubicBezTo>
                    <a:pt x="273031" y="158805"/>
                    <a:pt x="275751" y="172404"/>
                    <a:pt x="281190" y="183282"/>
                  </a:cubicBezTo>
                  <a:cubicBezTo>
                    <a:pt x="286630" y="196881"/>
                    <a:pt x="292069" y="210479"/>
                    <a:pt x="297508" y="224077"/>
                  </a:cubicBezTo>
                  <a:cubicBezTo>
                    <a:pt x="300228" y="237675"/>
                    <a:pt x="305667" y="251274"/>
                    <a:pt x="308387" y="264872"/>
                  </a:cubicBezTo>
                  <a:cubicBezTo>
                    <a:pt x="311106" y="278470"/>
                    <a:pt x="311106" y="289349"/>
                    <a:pt x="319265" y="300227"/>
                  </a:cubicBezTo>
                  <a:cubicBezTo>
                    <a:pt x="332864" y="324704"/>
                    <a:pt x="346462" y="351901"/>
                    <a:pt x="351901" y="379097"/>
                  </a:cubicBezTo>
                  <a:cubicBezTo>
                    <a:pt x="354621" y="392696"/>
                    <a:pt x="360060" y="403574"/>
                    <a:pt x="365500" y="417173"/>
                  </a:cubicBezTo>
                  <a:cubicBezTo>
                    <a:pt x="373659" y="430771"/>
                    <a:pt x="373659" y="444369"/>
                    <a:pt x="379098" y="457967"/>
                  </a:cubicBezTo>
                  <a:cubicBezTo>
                    <a:pt x="381818" y="471566"/>
                    <a:pt x="387257" y="482444"/>
                    <a:pt x="395416" y="496043"/>
                  </a:cubicBezTo>
                  <a:cubicBezTo>
                    <a:pt x="398136" y="501482"/>
                    <a:pt x="403575" y="506921"/>
                    <a:pt x="406294" y="512361"/>
                  </a:cubicBezTo>
                  <a:cubicBezTo>
                    <a:pt x="409014" y="517800"/>
                    <a:pt x="409014" y="525959"/>
                    <a:pt x="411734" y="531398"/>
                  </a:cubicBezTo>
                  <a:cubicBezTo>
                    <a:pt x="414453" y="539557"/>
                    <a:pt x="417173" y="550436"/>
                    <a:pt x="419893" y="558595"/>
                  </a:cubicBezTo>
                  <a:cubicBezTo>
                    <a:pt x="422613" y="561314"/>
                    <a:pt x="422613" y="564034"/>
                    <a:pt x="425332" y="564034"/>
                  </a:cubicBezTo>
                  <a:cubicBezTo>
                    <a:pt x="428052" y="564034"/>
                    <a:pt x="428052" y="561314"/>
                    <a:pt x="430771" y="558595"/>
                  </a:cubicBezTo>
                  <a:cubicBezTo>
                    <a:pt x="430771" y="555875"/>
                    <a:pt x="430771" y="553155"/>
                    <a:pt x="430771" y="550436"/>
                  </a:cubicBezTo>
                  <a:cubicBezTo>
                    <a:pt x="430771" y="534118"/>
                    <a:pt x="430771" y="517800"/>
                    <a:pt x="430771" y="501482"/>
                  </a:cubicBezTo>
                  <a:cubicBezTo>
                    <a:pt x="430771" y="468846"/>
                    <a:pt x="433491" y="436210"/>
                    <a:pt x="430771" y="403574"/>
                  </a:cubicBezTo>
                  <a:cubicBezTo>
                    <a:pt x="430771" y="373658"/>
                    <a:pt x="425332" y="343742"/>
                    <a:pt x="425332" y="313826"/>
                  </a:cubicBezTo>
                  <a:cubicBezTo>
                    <a:pt x="425332" y="292068"/>
                    <a:pt x="425332" y="270311"/>
                    <a:pt x="425332" y="248554"/>
                  </a:cubicBezTo>
                  <a:cubicBezTo>
                    <a:pt x="425332" y="234956"/>
                    <a:pt x="425332" y="224077"/>
                    <a:pt x="425332" y="210479"/>
                  </a:cubicBezTo>
                  <a:cubicBezTo>
                    <a:pt x="425332" y="191441"/>
                    <a:pt x="422613" y="172404"/>
                    <a:pt x="422613" y="153366"/>
                  </a:cubicBezTo>
                  <a:cubicBezTo>
                    <a:pt x="422613" y="142487"/>
                    <a:pt x="422613" y="134328"/>
                    <a:pt x="425332" y="123450"/>
                  </a:cubicBezTo>
                  <a:cubicBezTo>
                    <a:pt x="417173" y="123450"/>
                    <a:pt x="406294" y="123450"/>
                    <a:pt x="398136" y="123450"/>
                  </a:cubicBezTo>
                  <a:cubicBezTo>
                    <a:pt x="392696" y="123450"/>
                    <a:pt x="387257" y="123450"/>
                    <a:pt x="379098" y="123450"/>
                  </a:cubicBezTo>
                  <a:cubicBezTo>
                    <a:pt x="373659" y="123450"/>
                    <a:pt x="365500" y="120730"/>
                    <a:pt x="360060" y="118011"/>
                  </a:cubicBezTo>
                  <a:cubicBezTo>
                    <a:pt x="354621" y="115291"/>
                    <a:pt x="349182" y="107132"/>
                    <a:pt x="349182" y="101693"/>
                  </a:cubicBezTo>
                  <a:cubicBezTo>
                    <a:pt x="349182" y="98973"/>
                    <a:pt x="349182" y="96253"/>
                    <a:pt x="351901" y="93534"/>
                  </a:cubicBezTo>
                  <a:cubicBezTo>
                    <a:pt x="354621" y="90814"/>
                    <a:pt x="362780" y="88094"/>
                    <a:pt x="368219" y="85375"/>
                  </a:cubicBezTo>
                  <a:cubicBezTo>
                    <a:pt x="381818" y="82655"/>
                    <a:pt x="417173" y="79935"/>
                    <a:pt x="422613" y="79935"/>
                  </a:cubicBezTo>
                  <a:cubicBezTo>
                    <a:pt x="428052" y="79935"/>
                    <a:pt x="433491" y="79935"/>
                    <a:pt x="444370" y="79935"/>
                  </a:cubicBezTo>
                  <a:cubicBezTo>
                    <a:pt x="449809" y="74496"/>
                    <a:pt x="455248" y="71776"/>
                    <a:pt x="463407" y="71776"/>
                  </a:cubicBezTo>
                  <a:cubicBezTo>
                    <a:pt x="471566" y="71776"/>
                    <a:pt x="477006" y="74496"/>
                    <a:pt x="477006" y="79935"/>
                  </a:cubicBezTo>
                  <a:cubicBezTo>
                    <a:pt x="493324" y="79935"/>
                    <a:pt x="506922" y="79935"/>
                    <a:pt x="515081" y="79935"/>
                  </a:cubicBezTo>
                  <a:lnTo>
                    <a:pt x="515081" y="79935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>
                <a:ln>
                  <a:noFill/>
                </a:ln>
                <a:solidFill>
                  <a:srgbClr val="666666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87" name="Freeform: Shape 43">
              <a:extLst>
                <a:ext uri="{FF2B5EF4-FFF2-40B4-BE49-F238E27FC236}">
                  <a16:creationId xmlns:a16="http://schemas.microsoft.com/office/drawing/2014/main" id="{BFD342AD-75EA-4846-9F07-87F6842CDA85}"/>
                </a:ext>
              </a:extLst>
            </p:cNvPr>
            <p:cNvSpPr/>
            <p:nvPr/>
          </p:nvSpPr>
          <p:spPr>
            <a:xfrm>
              <a:off x="5139126" y="4192158"/>
              <a:ext cx="516735" cy="788700"/>
            </a:xfrm>
            <a:custGeom>
              <a:avLst/>
              <a:gdLst>
                <a:gd name="connsiteX0" fmla="*/ 464616 w 516735"/>
                <a:gd name="connsiteY0" fmla="*/ 436210 h 788699"/>
                <a:gd name="connsiteX1" fmla="*/ 445578 w 516735"/>
                <a:gd name="connsiteY1" fmla="*/ 455248 h 788699"/>
                <a:gd name="connsiteX2" fmla="*/ 404784 w 516735"/>
                <a:gd name="connsiteY2" fmla="*/ 466126 h 788699"/>
                <a:gd name="connsiteX3" fmla="*/ 385746 w 516735"/>
                <a:gd name="connsiteY3" fmla="*/ 479725 h 788699"/>
                <a:gd name="connsiteX4" fmla="*/ 388466 w 516735"/>
                <a:gd name="connsiteY4" fmla="*/ 512361 h 788699"/>
                <a:gd name="connsiteX5" fmla="*/ 388466 w 516735"/>
                <a:gd name="connsiteY5" fmla="*/ 544997 h 788699"/>
                <a:gd name="connsiteX6" fmla="*/ 388466 w 516735"/>
                <a:gd name="connsiteY6" fmla="*/ 566754 h 788699"/>
                <a:gd name="connsiteX7" fmla="*/ 391185 w 516735"/>
                <a:gd name="connsiteY7" fmla="*/ 632026 h 788699"/>
                <a:gd name="connsiteX8" fmla="*/ 393905 w 516735"/>
                <a:gd name="connsiteY8" fmla="*/ 683699 h 788699"/>
                <a:gd name="connsiteX9" fmla="*/ 377587 w 516735"/>
                <a:gd name="connsiteY9" fmla="*/ 724494 h 788699"/>
                <a:gd name="connsiteX10" fmla="*/ 361269 w 516735"/>
                <a:gd name="connsiteY10" fmla="*/ 719054 h 788699"/>
                <a:gd name="connsiteX11" fmla="*/ 353110 w 516735"/>
                <a:gd name="connsiteY11" fmla="*/ 702737 h 788699"/>
                <a:gd name="connsiteX12" fmla="*/ 350390 w 516735"/>
                <a:gd name="connsiteY12" fmla="*/ 686419 h 788699"/>
                <a:gd name="connsiteX13" fmla="*/ 353110 w 516735"/>
                <a:gd name="connsiteY13" fmla="*/ 659222 h 788699"/>
                <a:gd name="connsiteX14" fmla="*/ 353110 w 516735"/>
                <a:gd name="connsiteY14" fmla="*/ 656502 h 788699"/>
                <a:gd name="connsiteX15" fmla="*/ 317755 w 516735"/>
                <a:gd name="connsiteY15" fmla="*/ 708176 h 788699"/>
                <a:gd name="connsiteX16" fmla="*/ 241604 w 516735"/>
                <a:gd name="connsiteY16" fmla="*/ 735372 h 788699"/>
                <a:gd name="connsiteX17" fmla="*/ 187211 w 516735"/>
                <a:gd name="connsiteY17" fmla="*/ 727214 h 788699"/>
                <a:gd name="connsiteX18" fmla="*/ 135538 w 516735"/>
                <a:gd name="connsiteY18" fmla="*/ 694578 h 788699"/>
                <a:gd name="connsiteX19" fmla="*/ 86584 w 516735"/>
                <a:gd name="connsiteY19" fmla="*/ 621147 h 788699"/>
                <a:gd name="connsiteX20" fmla="*/ 67546 w 516735"/>
                <a:gd name="connsiteY20" fmla="*/ 555875 h 788699"/>
                <a:gd name="connsiteX21" fmla="*/ 59387 w 516735"/>
                <a:gd name="connsiteY21" fmla="*/ 509641 h 788699"/>
                <a:gd name="connsiteX22" fmla="*/ 59387 w 516735"/>
                <a:gd name="connsiteY22" fmla="*/ 468846 h 788699"/>
                <a:gd name="connsiteX23" fmla="*/ 86584 w 516735"/>
                <a:gd name="connsiteY23" fmla="*/ 302947 h 788699"/>
                <a:gd name="connsiteX24" fmla="*/ 108341 w 516735"/>
                <a:gd name="connsiteY24" fmla="*/ 224077 h 788699"/>
                <a:gd name="connsiteX25" fmla="*/ 146416 w 516735"/>
                <a:gd name="connsiteY25" fmla="*/ 145207 h 788699"/>
                <a:gd name="connsiteX26" fmla="*/ 198090 w 516735"/>
                <a:gd name="connsiteY26" fmla="*/ 85375 h 788699"/>
                <a:gd name="connsiteX27" fmla="*/ 228006 w 516735"/>
                <a:gd name="connsiteY27" fmla="*/ 69057 h 788699"/>
                <a:gd name="connsiteX28" fmla="*/ 268801 w 516735"/>
                <a:gd name="connsiteY28" fmla="*/ 58178 h 788699"/>
                <a:gd name="connsiteX29" fmla="*/ 274240 w 516735"/>
                <a:gd name="connsiteY29" fmla="*/ 58178 h 788699"/>
                <a:gd name="connsiteX30" fmla="*/ 295997 w 516735"/>
                <a:gd name="connsiteY30" fmla="*/ 60898 h 788699"/>
                <a:gd name="connsiteX31" fmla="*/ 331353 w 516735"/>
                <a:gd name="connsiteY31" fmla="*/ 71776 h 788699"/>
                <a:gd name="connsiteX32" fmla="*/ 350390 w 516735"/>
                <a:gd name="connsiteY32" fmla="*/ 93534 h 788699"/>
                <a:gd name="connsiteX33" fmla="*/ 353110 w 516735"/>
                <a:gd name="connsiteY33" fmla="*/ 74496 h 788699"/>
                <a:gd name="connsiteX34" fmla="*/ 358549 w 516735"/>
                <a:gd name="connsiteY34" fmla="*/ 63618 h 788699"/>
                <a:gd name="connsiteX35" fmla="*/ 366708 w 516735"/>
                <a:gd name="connsiteY35" fmla="*/ 58178 h 788699"/>
                <a:gd name="connsiteX36" fmla="*/ 374867 w 516735"/>
                <a:gd name="connsiteY36" fmla="*/ 63618 h 788699"/>
                <a:gd name="connsiteX37" fmla="*/ 383026 w 516735"/>
                <a:gd name="connsiteY37" fmla="*/ 82655 h 788699"/>
                <a:gd name="connsiteX38" fmla="*/ 385746 w 516735"/>
                <a:gd name="connsiteY38" fmla="*/ 126170 h 788699"/>
                <a:gd name="connsiteX39" fmla="*/ 388466 w 516735"/>
                <a:gd name="connsiteY39" fmla="*/ 186002 h 788699"/>
                <a:gd name="connsiteX40" fmla="*/ 391185 w 516735"/>
                <a:gd name="connsiteY40" fmla="*/ 237676 h 788699"/>
                <a:gd name="connsiteX41" fmla="*/ 374867 w 516735"/>
                <a:gd name="connsiteY41" fmla="*/ 278470 h 788699"/>
                <a:gd name="connsiteX42" fmla="*/ 358549 w 516735"/>
                <a:gd name="connsiteY42" fmla="*/ 273031 h 788699"/>
                <a:gd name="connsiteX43" fmla="*/ 350390 w 516735"/>
                <a:gd name="connsiteY43" fmla="*/ 256713 h 788699"/>
                <a:gd name="connsiteX44" fmla="*/ 347671 w 516735"/>
                <a:gd name="connsiteY44" fmla="*/ 240395 h 788699"/>
                <a:gd name="connsiteX45" fmla="*/ 347671 w 516735"/>
                <a:gd name="connsiteY45" fmla="*/ 213199 h 788699"/>
                <a:gd name="connsiteX46" fmla="*/ 344951 w 516735"/>
                <a:gd name="connsiteY46" fmla="*/ 194161 h 788699"/>
                <a:gd name="connsiteX47" fmla="*/ 339512 w 516735"/>
                <a:gd name="connsiteY47" fmla="*/ 150647 h 788699"/>
                <a:gd name="connsiteX48" fmla="*/ 323194 w 516735"/>
                <a:gd name="connsiteY48" fmla="*/ 112571 h 788699"/>
                <a:gd name="connsiteX49" fmla="*/ 293278 w 516735"/>
                <a:gd name="connsiteY49" fmla="*/ 101693 h 788699"/>
                <a:gd name="connsiteX50" fmla="*/ 263361 w 516735"/>
                <a:gd name="connsiteY50" fmla="*/ 120730 h 788699"/>
                <a:gd name="connsiteX51" fmla="*/ 241604 w 516735"/>
                <a:gd name="connsiteY51" fmla="*/ 153366 h 788699"/>
                <a:gd name="connsiteX52" fmla="*/ 233445 w 516735"/>
                <a:gd name="connsiteY52" fmla="*/ 194161 h 788699"/>
                <a:gd name="connsiteX53" fmla="*/ 225286 w 516735"/>
                <a:gd name="connsiteY53" fmla="*/ 232236 h 788699"/>
                <a:gd name="connsiteX54" fmla="*/ 217127 w 516735"/>
                <a:gd name="connsiteY54" fmla="*/ 275751 h 788699"/>
                <a:gd name="connsiteX55" fmla="*/ 211688 w 516735"/>
                <a:gd name="connsiteY55" fmla="*/ 316545 h 788699"/>
                <a:gd name="connsiteX56" fmla="*/ 206249 w 516735"/>
                <a:gd name="connsiteY56" fmla="*/ 354621 h 788699"/>
                <a:gd name="connsiteX57" fmla="*/ 200809 w 516735"/>
                <a:gd name="connsiteY57" fmla="*/ 398135 h 788699"/>
                <a:gd name="connsiteX58" fmla="*/ 195370 w 516735"/>
                <a:gd name="connsiteY58" fmla="*/ 438930 h 788699"/>
                <a:gd name="connsiteX59" fmla="*/ 192650 w 516735"/>
                <a:gd name="connsiteY59" fmla="*/ 474286 h 788699"/>
                <a:gd name="connsiteX60" fmla="*/ 195370 w 516735"/>
                <a:gd name="connsiteY60" fmla="*/ 525959 h 788699"/>
                <a:gd name="connsiteX61" fmla="*/ 208968 w 516735"/>
                <a:gd name="connsiteY61" fmla="*/ 596670 h 788699"/>
                <a:gd name="connsiteX62" fmla="*/ 214407 w 516735"/>
                <a:gd name="connsiteY62" fmla="*/ 623867 h 788699"/>
                <a:gd name="connsiteX63" fmla="*/ 228006 w 516735"/>
                <a:gd name="connsiteY63" fmla="*/ 656502 h 788699"/>
                <a:gd name="connsiteX64" fmla="*/ 271520 w 516735"/>
                <a:gd name="connsiteY64" fmla="*/ 689138 h 788699"/>
                <a:gd name="connsiteX65" fmla="*/ 306876 w 516735"/>
                <a:gd name="connsiteY65" fmla="*/ 664661 h 788699"/>
                <a:gd name="connsiteX66" fmla="*/ 331353 w 516735"/>
                <a:gd name="connsiteY66" fmla="*/ 602109 h 788699"/>
                <a:gd name="connsiteX67" fmla="*/ 336792 w 516735"/>
                <a:gd name="connsiteY67" fmla="*/ 544997 h 788699"/>
                <a:gd name="connsiteX68" fmla="*/ 336792 w 516735"/>
                <a:gd name="connsiteY68" fmla="*/ 498762 h 788699"/>
                <a:gd name="connsiteX69" fmla="*/ 336792 w 516735"/>
                <a:gd name="connsiteY69" fmla="*/ 490603 h 788699"/>
                <a:gd name="connsiteX70" fmla="*/ 320474 w 516735"/>
                <a:gd name="connsiteY70" fmla="*/ 477005 h 788699"/>
                <a:gd name="connsiteX71" fmla="*/ 282399 w 516735"/>
                <a:gd name="connsiteY71" fmla="*/ 479725 h 788699"/>
                <a:gd name="connsiteX72" fmla="*/ 252483 w 516735"/>
                <a:gd name="connsiteY72" fmla="*/ 474286 h 788699"/>
                <a:gd name="connsiteX73" fmla="*/ 247043 w 516735"/>
                <a:gd name="connsiteY73" fmla="*/ 466126 h 788699"/>
                <a:gd name="connsiteX74" fmla="*/ 249763 w 516735"/>
                <a:gd name="connsiteY74" fmla="*/ 457968 h 788699"/>
                <a:gd name="connsiteX75" fmla="*/ 268801 w 516735"/>
                <a:gd name="connsiteY75" fmla="*/ 447089 h 788699"/>
                <a:gd name="connsiteX76" fmla="*/ 312315 w 516735"/>
                <a:gd name="connsiteY76" fmla="*/ 436210 h 788699"/>
                <a:gd name="connsiteX77" fmla="*/ 353110 w 516735"/>
                <a:gd name="connsiteY77" fmla="*/ 430771 h 788699"/>
                <a:gd name="connsiteX78" fmla="*/ 385746 w 516735"/>
                <a:gd name="connsiteY78" fmla="*/ 430771 h 788699"/>
                <a:gd name="connsiteX79" fmla="*/ 437420 w 516735"/>
                <a:gd name="connsiteY79" fmla="*/ 428051 h 788699"/>
                <a:gd name="connsiteX80" fmla="*/ 464616 w 516735"/>
                <a:gd name="connsiteY80" fmla="*/ 436210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516735" h="788699">
                  <a:moveTo>
                    <a:pt x="464616" y="436210"/>
                  </a:moveTo>
                  <a:cubicBezTo>
                    <a:pt x="464616" y="447089"/>
                    <a:pt x="453737" y="452528"/>
                    <a:pt x="445578" y="455248"/>
                  </a:cubicBezTo>
                  <a:cubicBezTo>
                    <a:pt x="434700" y="460687"/>
                    <a:pt x="415662" y="463407"/>
                    <a:pt x="404784" y="466126"/>
                  </a:cubicBezTo>
                  <a:cubicBezTo>
                    <a:pt x="393905" y="466126"/>
                    <a:pt x="385746" y="468846"/>
                    <a:pt x="385746" y="479725"/>
                  </a:cubicBezTo>
                  <a:cubicBezTo>
                    <a:pt x="385746" y="487884"/>
                    <a:pt x="388466" y="506921"/>
                    <a:pt x="388466" y="512361"/>
                  </a:cubicBezTo>
                  <a:cubicBezTo>
                    <a:pt x="388466" y="515080"/>
                    <a:pt x="388466" y="539557"/>
                    <a:pt x="388466" y="544997"/>
                  </a:cubicBezTo>
                  <a:cubicBezTo>
                    <a:pt x="388466" y="550436"/>
                    <a:pt x="388466" y="558595"/>
                    <a:pt x="388466" y="566754"/>
                  </a:cubicBezTo>
                  <a:cubicBezTo>
                    <a:pt x="388466" y="591231"/>
                    <a:pt x="388466" y="621147"/>
                    <a:pt x="391185" y="632026"/>
                  </a:cubicBezTo>
                  <a:cubicBezTo>
                    <a:pt x="393905" y="653783"/>
                    <a:pt x="393905" y="661942"/>
                    <a:pt x="393905" y="683699"/>
                  </a:cubicBezTo>
                  <a:cubicBezTo>
                    <a:pt x="393905" y="694578"/>
                    <a:pt x="393905" y="724494"/>
                    <a:pt x="377587" y="724494"/>
                  </a:cubicBezTo>
                  <a:cubicBezTo>
                    <a:pt x="369428" y="724494"/>
                    <a:pt x="366708" y="721774"/>
                    <a:pt x="361269" y="719054"/>
                  </a:cubicBezTo>
                  <a:cubicBezTo>
                    <a:pt x="355830" y="716335"/>
                    <a:pt x="353110" y="708176"/>
                    <a:pt x="353110" y="702737"/>
                  </a:cubicBezTo>
                  <a:cubicBezTo>
                    <a:pt x="350390" y="694578"/>
                    <a:pt x="350390" y="689138"/>
                    <a:pt x="350390" y="686419"/>
                  </a:cubicBezTo>
                  <a:cubicBezTo>
                    <a:pt x="350390" y="678260"/>
                    <a:pt x="353110" y="672820"/>
                    <a:pt x="353110" y="659222"/>
                  </a:cubicBezTo>
                  <a:lnTo>
                    <a:pt x="353110" y="656502"/>
                  </a:lnTo>
                  <a:cubicBezTo>
                    <a:pt x="347671" y="675540"/>
                    <a:pt x="334072" y="694578"/>
                    <a:pt x="317755" y="708176"/>
                  </a:cubicBezTo>
                  <a:cubicBezTo>
                    <a:pt x="293278" y="727214"/>
                    <a:pt x="274240" y="735372"/>
                    <a:pt x="241604" y="735372"/>
                  </a:cubicBezTo>
                  <a:cubicBezTo>
                    <a:pt x="222566" y="735372"/>
                    <a:pt x="203529" y="732653"/>
                    <a:pt x="187211" y="727214"/>
                  </a:cubicBezTo>
                  <a:cubicBezTo>
                    <a:pt x="165454" y="719054"/>
                    <a:pt x="149136" y="708176"/>
                    <a:pt x="135538" y="694578"/>
                  </a:cubicBezTo>
                  <a:cubicBezTo>
                    <a:pt x="113780" y="672820"/>
                    <a:pt x="100182" y="648343"/>
                    <a:pt x="86584" y="621147"/>
                  </a:cubicBezTo>
                  <a:cubicBezTo>
                    <a:pt x="75705" y="599390"/>
                    <a:pt x="70266" y="580352"/>
                    <a:pt x="67546" y="555875"/>
                  </a:cubicBezTo>
                  <a:cubicBezTo>
                    <a:pt x="64826" y="539557"/>
                    <a:pt x="62107" y="525959"/>
                    <a:pt x="59387" y="509641"/>
                  </a:cubicBezTo>
                  <a:cubicBezTo>
                    <a:pt x="56667" y="493323"/>
                    <a:pt x="59387" y="485164"/>
                    <a:pt x="59387" y="468846"/>
                  </a:cubicBezTo>
                  <a:cubicBezTo>
                    <a:pt x="59387" y="414453"/>
                    <a:pt x="72985" y="362780"/>
                    <a:pt x="86584" y="302947"/>
                  </a:cubicBezTo>
                  <a:cubicBezTo>
                    <a:pt x="92023" y="275751"/>
                    <a:pt x="100182" y="248554"/>
                    <a:pt x="108341" y="224077"/>
                  </a:cubicBezTo>
                  <a:cubicBezTo>
                    <a:pt x="116500" y="196881"/>
                    <a:pt x="130098" y="169684"/>
                    <a:pt x="146416" y="145207"/>
                  </a:cubicBezTo>
                  <a:cubicBezTo>
                    <a:pt x="160014" y="123450"/>
                    <a:pt x="176332" y="101693"/>
                    <a:pt x="198090" y="85375"/>
                  </a:cubicBezTo>
                  <a:cubicBezTo>
                    <a:pt x="206249" y="77216"/>
                    <a:pt x="217127" y="71776"/>
                    <a:pt x="228006" y="69057"/>
                  </a:cubicBezTo>
                  <a:cubicBezTo>
                    <a:pt x="241604" y="63618"/>
                    <a:pt x="255202" y="58178"/>
                    <a:pt x="268801" y="58178"/>
                  </a:cubicBezTo>
                  <a:cubicBezTo>
                    <a:pt x="271520" y="58178"/>
                    <a:pt x="274240" y="58178"/>
                    <a:pt x="274240" y="58178"/>
                  </a:cubicBezTo>
                  <a:cubicBezTo>
                    <a:pt x="279679" y="58178"/>
                    <a:pt x="285119" y="58178"/>
                    <a:pt x="295997" y="60898"/>
                  </a:cubicBezTo>
                  <a:cubicBezTo>
                    <a:pt x="309595" y="63618"/>
                    <a:pt x="320474" y="66337"/>
                    <a:pt x="331353" y="71776"/>
                  </a:cubicBezTo>
                  <a:cubicBezTo>
                    <a:pt x="339512" y="77216"/>
                    <a:pt x="347671" y="85375"/>
                    <a:pt x="350390" y="93534"/>
                  </a:cubicBezTo>
                  <a:cubicBezTo>
                    <a:pt x="350390" y="88095"/>
                    <a:pt x="353110" y="79936"/>
                    <a:pt x="353110" y="74496"/>
                  </a:cubicBezTo>
                  <a:cubicBezTo>
                    <a:pt x="355830" y="71776"/>
                    <a:pt x="355830" y="69057"/>
                    <a:pt x="358549" y="63618"/>
                  </a:cubicBezTo>
                  <a:cubicBezTo>
                    <a:pt x="361269" y="60898"/>
                    <a:pt x="363989" y="58178"/>
                    <a:pt x="366708" y="58178"/>
                  </a:cubicBezTo>
                  <a:cubicBezTo>
                    <a:pt x="369428" y="58178"/>
                    <a:pt x="372148" y="60898"/>
                    <a:pt x="374867" y="63618"/>
                  </a:cubicBezTo>
                  <a:cubicBezTo>
                    <a:pt x="377587" y="69057"/>
                    <a:pt x="380307" y="77216"/>
                    <a:pt x="383026" y="82655"/>
                  </a:cubicBezTo>
                  <a:cubicBezTo>
                    <a:pt x="383026" y="90814"/>
                    <a:pt x="385746" y="107132"/>
                    <a:pt x="385746" y="126170"/>
                  </a:cubicBezTo>
                  <a:cubicBezTo>
                    <a:pt x="385746" y="150647"/>
                    <a:pt x="385746" y="177843"/>
                    <a:pt x="388466" y="186002"/>
                  </a:cubicBezTo>
                  <a:cubicBezTo>
                    <a:pt x="391185" y="207759"/>
                    <a:pt x="391185" y="215918"/>
                    <a:pt x="391185" y="237676"/>
                  </a:cubicBezTo>
                  <a:cubicBezTo>
                    <a:pt x="391185" y="248554"/>
                    <a:pt x="391185" y="278470"/>
                    <a:pt x="374867" y="278470"/>
                  </a:cubicBezTo>
                  <a:cubicBezTo>
                    <a:pt x="366708" y="278470"/>
                    <a:pt x="363989" y="275751"/>
                    <a:pt x="358549" y="273031"/>
                  </a:cubicBezTo>
                  <a:cubicBezTo>
                    <a:pt x="353110" y="270311"/>
                    <a:pt x="350390" y="262152"/>
                    <a:pt x="350390" y="256713"/>
                  </a:cubicBezTo>
                  <a:cubicBezTo>
                    <a:pt x="350390" y="251274"/>
                    <a:pt x="347671" y="245834"/>
                    <a:pt x="347671" y="240395"/>
                  </a:cubicBezTo>
                  <a:cubicBezTo>
                    <a:pt x="347671" y="232236"/>
                    <a:pt x="347671" y="224077"/>
                    <a:pt x="347671" y="213199"/>
                  </a:cubicBezTo>
                  <a:cubicBezTo>
                    <a:pt x="347671" y="207759"/>
                    <a:pt x="347671" y="199600"/>
                    <a:pt x="344951" y="194161"/>
                  </a:cubicBezTo>
                  <a:cubicBezTo>
                    <a:pt x="342232" y="180563"/>
                    <a:pt x="342232" y="164245"/>
                    <a:pt x="339512" y="150647"/>
                  </a:cubicBezTo>
                  <a:cubicBezTo>
                    <a:pt x="336792" y="137048"/>
                    <a:pt x="331353" y="123450"/>
                    <a:pt x="323194" y="112571"/>
                  </a:cubicBezTo>
                  <a:cubicBezTo>
                    <a:pt x="317755" y="104412"/>
                    <a:pt x="304156" y="101693"/>
                    <a:pt x="293278" y="101693"/>
                  </a:cubicBezTo>
                  <a:cubicBezTo>
                    <a:pt x="279679" y="101693"/>
                    <a:pt x="271520" y="109852"/>
                    <a:pt x="263361" y="120730"/>
                  </a:cubicBezTo>
                  <a:cubicBezTo>
                    <a:pt x="257922" y="131609"/>
                    <a:pt x="247043" y="139768"/>
                    <a:pt x="241604" y="153366"/>
                  </a:cubicBezTo>
                  <a:cubicBezTo>
                    <a:pt x="236165" y="166964"/>
                    <a:pt x="233445" y="180563"/>
                    <a:pt x="233445" y="194161"/>
                  </a:cubicBezTo>
                  <a:cubicBezTo>
                    <a:pt x="233445" y="207759"/>
                    <a:pt x="230726" y="218638"/>
                    <a:pt x="225286" y="232236"/>
                  </a:cubicBezTo>
                  <a:cubicBezTo>
                    <a:pt x="219847" y="245834"/>
                    <a:pt x="219847" y="262152"/>
                    <a:pt x="217127" y="275751"/>
                  </a:cubicBezTo>
                  <a:cubicBezTo>
                    <a:pt x="214407" y="289349"/>
                    <a:pt x="214407" y="302947"/>
                    <a:pt x="211688" y="316545"/>
                  </a:cubicBezTo>
                  <a:cubicBezTo>
                    <a:pt x="211688" y="330144"/>
                    <a:pt x="206249" y="341022"/>
                    <a:pt x="206249" y="354621"/>
                  </a:cubicBezTo>
                  <a:cubicBezTo>
                    <a:pt x="203529" y="368219"/>
                    <a:pt x="203529" y="381817"/>
                    <a:pt x="200809" y="398135"/>
                  </a:cubicBezTo>
                  <a:cubicBezTo>
                    <a:pt x="198090" y="411733"/>
                    <a:pt x="198090" y="425332"/>
                    <a:pt x="195370" y="438930"/>
                  </a:cubicBezTo>
                  <a:cubicBezTo>
                    <a:pt x="195370" y="449809"/>
                    <a:pt x="192650" y="463407"/>
                    <a:pt x="192650" y="474286"/>
                  </a:cubicBezTo>
                  <a:cubicBezTo>
                    <a:pt x="192650" y="490603"/>
                    <a:pt x="195370" y="509641"/>
                    <a:pt x="195370" y="525959"/>
                  </a:cubicBezTo>
                  <a:cubicBezTo>
                    <a:pt x="195370" y="550436"/>
                    <a:pt x="203529" y="572193"/>
                    <a:pt x="208968" y="596670"/>
                  </a:cubicBezTo>
                  <a:cubicBezTo>
                    <a:pt x="211688" y="604829"/>
                    <a:pt x="211688" y="615708"/>
                    <a:pt x="214407" y="623867"/>
                  </a:cubicBezTo>
                  <a:cubicBezTo>
                    <a:pt x="217127" y="634745"/>
                    <a:pt x="222566" y="645624"/>
                    <a:pt x="228006" y="656502"/>
                  </a:cubicBezTo>
                  <a:cubicBezTo>
                    <a:pt x="236165" y="670101"/>
                    <a:pt x="252483" y="689138"/>
                    <a:pt x="271520" y="689138"/>
                  </a:cubicBezTo>
                  <a:cubicBezTo>
                    <a:pt x="287838" y="689138"/>
                    <a:pt x="298717" y="675540"/>
                    <a:pt x="306876" y="664661"/>
                  </a:cubicBezTo>
                  <a:cubicBezTo>
                    <a:pt x="320474" y="645624"/>
                    <a:pt x="325914" y="623867"/>
                    <a:pt x="331353" y="602109"/>
                  </a:cubicBezTo>
                  <a:cubicBezTo>
                    <a:pt x="334072" y="583072"/>
                    <a:pt x="336792" y="564034"/>
                    <a:pt x="336792" y="544997"/>
                  </a:cubicBezTo>
                  <a:cubicBezTo>
                    <a:pt x="336792" y="531398"/>
                    <a:pt x="336792" y="512361"/>
                    <a:pt x="336792" y="498762"/>
                  </a:cubicBezTo>
                  <a:cubicBezTo>
                    <a:pt x="336792" y="496043"/>
                    <a:pt x="336792" y="493323"/>
                    <a:pt x="336792" y="490603"/>
                  </a:cubicBezTo>
                  <a:cubicBezTo>
                    <a:pt x="336792" y="479725"/>
                    <a:pt x="336792" y="477005"/>
                    <a:pt x="320474" y="477005"/>
                  </a:cubicBezTo>
                  <a:cubicBezTo>
                    <a:pt x="309595" y="477005"/>
                    <a:pt x="295997" y="479725"/>
                    <a:pt x="282399" y="479725"/>
                  </a:cubicBezTo>
                  <a:cubicBezTo>
                    <a:pt x="271520" y="479725"/>
                    <a:pt x="260642" y="479725"/>
                    <a:pt x="252483" y="474286"/>
                  </a:cubicBezTo>
                  <a:cubicBezTo>
                    <a:pt x="249763" y="471566"/>
                    <a:pt x="247043" y="468846"/>
                    <a:pt x="247043" y="466126"/>
                  </a:cubicBezTo>
                  <a:cubicBezTo>
                    <a:pt x="247043" y="463407"/>
                    <a:pt x="247043" y="460687"/>
                    <a:pt x="249763" y="457968"/>
                  </a:cubicBezTo>
                  <a:cubicBezTo>
                    <a:pt x="255202" y="452528"/>
                    <a:pt x="260642" y="449809"/>
                    <a:pt x="268801" y="447089"/>
                  </a:cubicBezTo>
                  <a:cubicBezTo>
                    <a:pt x="282399" y="441650"/>
                    <a:pt x="295997" y="438930"/>
                    <a:pt x="312315" y="436210"/>
                  </a:cubicBezTo>
                  <a:cubicBezTo>
                    <a:pt x="325914" y="433491"/>
                    <a:pt x="339512" y="433491"/>
                    <a:pt x="353110" y="430771"/>
                  </a:cubicBezTo>
                  <a:cubicBezTo>
                    <a:pt x="363989" y="430771"/>
                    <a:pt x="374867" y="430771"/>
                    <a:pt x="385746" y="430771"/>
                  </a:cubicBezTo>
                  <a:cubicBezTo>
                    <a:pt x="402064" y="430771"/>
                    <a:pt x="426541" y="428051"/>
                    <a:pt x="437420" y="428051"/>
                  </a:cubicBezTo>
                  <a:cubicBezTo>
                    <a:pt x="451018" y="419892"/>
                    <a:pt x="464616" y="425332"/>
                    <a:pt x="464616" y="436210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>
                <a:ln>
                  <a:noFill/>
                </a:ln>
                <a:solidFill>
                  <a:srgbClr val="666666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88" name="Freeform: Shape 44">
              <a:extLst>
                <a:ext uri="{FF2B5EF4-FFF2-40B4-BE49-F238E27FC236}">
                  <a16:creationId xmlns:a16="http://schemas.microsoft.com/office/drawing/2014/main" id="{F969B098-C1D6-B648-9DDC-252EC89AA5F4}"/>
                </a:ext>
              </a:extLst>
            </p:cNvPr>
            <p:cNvSpPr/>
            <p:nvPr/>
          </p:nvSpPr>
          <p:spPr>
            <a:xfrm>
              <a:off x="5651630" y="4181279"/>
              <a:ext cx="734308" cy="788700"/>
            </a:xfrm>
            <a:custGeom>
              <a:avLst/>
              <a:gdLst>
                <a:gd name="connsiteX0" fmla="*/ 653783 w 734307"/>
                <a:gd name="connsiteY0" fmla="*/ 678259 h 788699"/>
                <a:gd name="connsiteX1" fmla="*/ 691859 w 734307"/>
                <a:gd name="connsiteY1" fmla="*/ 694577 h 788699"/>
                <a:gd name="connsiteX2" fmla="*/ 686419 w 734307"/>
                <a:gd name="connsiteY2" fmla="*/ 710895 h 788699"/>
                <a:gd name="connsiteX3" fmla="*/ 670101 w 734307"/>
                <a:gd name="connsiteY3" fmla="*/ 719054 h 788699"/>
                <a:gd name="connsiteX4" fmla="*/ 648344 w 734307"/>
                <a:gd name="connsiteY4" fmla="*/ 721774 h 788699"/>
                <a:gd name="connsiteX5" fmla="*/ 618428 w 734307"/>
                <a:gd name="connsiteY5" fmla="*/ 721774 h 788699"/>
                <a:gd name="connsiteX6" fmla="*/ 572194 w 734307"/>
                <a:gd name="connsiteY6" fmla="*/ 735372 h 788699"/>
                <a:gd name="connsiteX7" fmla="*/ 544997 w 734307"/>
                <a:gd name="connsiteY7" fmla="*/ 729933 h 788699"/>
                <a:gd name="connsiteX8" fmla="*/ 534119 w 734307"/>
                <a:gd name="connsiteY8" fmla="*/ 721774 h 788699"/>
                <a:gd name="connsiteX9" fmla="*/ 496043 w 734307"/>
                <a:gd name="connsiteY9" fmla="*/ 721774 h 788699"/>
                <a:gd name="connsiteX10" fmla="*/ 471566 w 734307"/>
                <a:gd name="connsiteY10" fmla="*/ 721774 h 788699"/>
                <a:gd name="connsiteX11" fmla="*/ 444370 w 734307"/>
                <a:gd name="connsiteY11" fmla="*/ 716335 h 788699"/>
                <a:gd name="connsiteX12" fmla="*/ 428052 w 734307"/>
                <a:gd name="connsiteY12" fmla="*/ 700017 h 788699"/>
                <a:gd name="connsiteX13" fmla="*/ 433491 w 734307"/>
                <a:gd name="connsiteY13" fmla="*/ 691858 h 788699"/>
                <a:gd name="connsiteX14" fmla="*/ 455248 w 734307"/>
                <a:gd name="connsiteY14" fmla="*/ 683699 h 788699"/>
                <a:gd name="connsiteX15" fmla="*/ 506922 w 734307"/>
                <a:gd name="connsiteY15" fmla="*/ 678259 h 788699"/>
                <a:gd name="connsiteX16" fmla="*/ 509641 w 734307"/>
                <a:gd name="connsiteY16" fmla="*/ 678259 h 788699"/>
                <a:gd name="connsiteX17" fmla="*/ 506922 w 734307"/>
                <a:gd name="connsiteY17" fmla="*/ 664661 h 788699"/>
                <a:gd name="connsiteX18" fmla="*/ 498763 w 734307"/>
                <a:gd name="connsiteY18" fmla="*/ 580352 h 788699"/>
                <a:gd name="connsiteX19" fmla="*/ 496043 w 734307"/>
                <a:gd name="connsiteY19" fmla="*/ 479725 h 788699"/>
                <a:gd name="connsiteX20" fmla="*/ 493324 w 734307"/>
                <a:gd name="connsiteY20" fmla="*/ 389976 h 788699"/>
                <a:gd name="connsiteX21" fmla="*/ 490604 w 734307"/>
                <a:gd name="connsiteY21" fmla="*/ 302947 h 788699"/>
                <a:gd name="connsiteX22" fmla="*/ 487884 w 734307"/>
                <a:gd name="connsiteY22" fmla="*/ 229516 h 788699"/>
                <a:gd name="connsiteX23" fmla="*/ 485165 w 734307"/>
                <a:gd name="connsiteY23" fmla="*/ 221357 h 788699"/>
                <a:gd name="connsiteX24" fmla="*/ 482445 w 734307"/>
                <a:gd name="connsiteY24" fmla="*/ 226797 h 788699"/>
                <a:gd name="connsiteX25" fmla="*/ 477006 w 734307"/>
                <a:gd name="connsiteY25" fmla="*/ 262152 h 788699"/>
                <a:gd name="connsiteX26" fmla="*/ 460688 w 734307"/>
                <a:gd name="connsiteY26" fmla="*/ 341022 h 788699"/>
                <a:gd name="connsiteX27" fmla="*/ 444370 w 734307"/>
                <a:gd name="connsiteY27" fmla="*/ 417173 h 788699"/>
                <a:gd name="connsiteX28" fmla="*/ 436211 w 734307"/>
                <a:gd name="connsiteY28" fmla="*/ 455248 h 788699"/>
                <a:gd name="connsiteX29" fmla="*/ 425332 w 734307"/>
                <a:gd name="connsiteY29" fmla="*/ 493323 h 788699"/>
                <a:gd name="connsiteX30" fmla="*/ 411734 w 734307"/>
                <a:gd name="connsiteY30" fmla="*/ 531398 h 788699"/>
                <a:gd name="connsiteX31" fmla="*/ 376378 w 734307"/>
                <a:gd name="connsiteY31" fmla="*/ 547716 h 788699"/>
                <a:gd name="connsiteX32" fmla="*/ 319265 w 734307"/>
                <a:gd name="connsiteY32" fmla="*/ 525959 h 788699"/>
                <a:gd name="connsiteX33" fmla="*/ 289349 w 734307"/>
                <a:gd name="connsiteY33" fmla="*/ 455248 h 788699"/>
                <a:gd name="connsiteX34" fmla="*/ 273031 w 734307"/>
                <a:gd name="connsiteY34" fmla="*/ 373658 h 788699"/>
                <a:gd name="connsiteX35" fmla="*/ 262153 w 734307"/>
                <a:gd name="connsiteY35" fmla="*/ 316545 h 788699"/>
                <a:gd name="connsiteX36" fmla="*/ 245835 w 734307"/>
                <a:gd name="connsiteY36" fmla="*/ 237675 h 788699"/>
                <a:gd name="connsiteX37" fmla="*/ 234956 w 734307"/>
                <a:gd name="connsiteY37" fmla="*/ 196881 h 788699"/>
                <a:gd name="connsiteX38" fmla="*/ 232236 w 734307"/>
                <a:gd name="connsiteY38" fmla="*/ 191441 h 788699"/>
                <a:gd name="connsiteX39" fmla="*/ 226797 w 734307"/>
                <a:gd name="connsiteY39" fmla="*/ 207759 h 788699"/>
                <a:gd name="connsiteX40" fmla="*/ 226797 w 734307"/>
                <a:gd name="connsiteY40" fmla="*/ 232236 h 788699"/>
                <a:gd name="connsiteX41" fmla="*/ 224077 w 734307"/>
                <a:gd name="connsiteY41" fmla="*/ 267592 h 788699"/>
                <a:gd name="connsiteX42" fmla="*/ 221358 w 734307"/>
                <a:gd name="connsiteY42" fmla="*/ 311106 h 788699"/>
                <a:gd name="connsiteX43" fmla="*/ 218638 w 734307"/>
                <a:gd name="connsiteY43" fmla="*/ 360060 h 788699"/>
                <a:gd name="connsiteX44" fmla="*/ 215919 w 734307"/>
                <a:gd name="connsiteY44" fmla="*/ 398135 h 788699"/>
                <a:gd name="connsiteX45" fmla="*/ 213199 w 734307"/>
                <a:gd name="connsiteY45" fmla="*/ 430771 h 788699"/>
                <a:gd name="connsiteX46" fmla="*/ 213199 w 734307"/>
                <a:gd name="connsiteY46" fmla="*/ 455248 h 788699"/>
                <a:gd name="connsiteX47" fmla="*/ 213199 w 734307"/>
                <a:gd name="connsiteY47" fmla="*/ 477005 h 788699"/>
                <a:gd name="connsiteX48" fmla="*/ 207759 w 734307"/>
                <a:gd name="connsiteY48" fmla="*/ 520520 h 788699"/>
                <a:gd name="connsiteX49" fmla="*/ 196881 w 734307"/>
                <a:gd name="connsiteY49" fmla="*/ 610268 h 788699"/>
                <a:gd name="connsiteX50" fmla="*/ 194161 w 734307"/>
                <a:gd name="connsiteY50" fmla="*/ 653783 h 788699"/>
                <a:gd name="connsiteX51" fmla="*/ 191441 w 734307"/>
                <a:gd name="connsiteY51" fmla="*/ 667381 h 788699"/>
                <a:gd name="connsiteX52" fmla="*/ 243115 w 734307"/>
                <a:gd name="connsiteY52" fmla="*/ 667381 h 788699"/>
                <a:gd name="connsiteX53" fmla="*/ 273031 w 734307"/>
                <a:gd name="connsiteY53" fmla="*/ 683699 h 788699"/>
                <a:gd name="connsiteX54" fmla="*/ 262153 w 734307"/>
                <a:gd name="connsiteY54" fmla="*/ 697297 h 788699"/>
                <a:gd name="connsiteX55" fmla="*/ 248554 w 734307"/>
                <a:gd name="connsiteY55" fmla="*/ 705456 h 788699"/>
                <a:gd name="connsiteX56" fmla="*/ 232236 w 734307"/>
                <a:gd name="connsiteY56" fmla="*/ 708176 h 788699"/>
                <a:gd name="connsiteX57" fmla="*/ 166965 w 734307"/>
                <a:gd name="connsiteY57" fmla="*/ 708176 h 788699"/>
                <a:gd name="connsiteX58" fmla="*/ 109852 w 734307"/>
                <a:gd name="connsiteY58" fmla="*/ 708176 h 788699"/>
                <a:gd name="connsiteX59" fmla="*/ 90814 w 734307"/>
                <a:gd name="connsiteY59" fmla="*/ 708176 h 788699"/>
                <a:gd name="connsiteX60" fmla="*/ 69057 w 734307"/>
                <a:gd name="connsiteY60" fmla="*/ 702736 h 788699"/>
                <a:gd name="connsiteX61" fmla="*/ 58178 w 734307"/>
                <a:gd name="connsiteY61" fmla="*/ 686418 h 788699"/>
                <a:gd name="connsiteX62" fmla="*/ 60898 w 734307"/>
                <a:gd name="connsiteY62" fmla="*/ 678259 h 788699"/>
                <a:gd name="connsiteX63" fmla="*/ 77216 w 734307"/>
                <a:gd name="connsiteY63" fmla="*/ 670101 h 788699"/>
                <a:gd name="connsiteX64" fmla="*/ 126170 w 734307"/>
                <a:gd name="connsiteY64" fmla="*/ 664661 h 788699"/>
                <a:gd name="connsiteX65" fmla="*/ 142487 w 734307"/>
                <a:gd name="connsiteY65" fmla="*/ 664661 h 788699"/>
                <a:gd name="connsiteX66" fmla="*/ 147927 w 734307"/>
                <a:gd name="connsiteY66" fmla="*/ 588511 h 788699"/>
                <a:gd name="connsiteX67" fmla="*/ 153366 w 734307"/>
                <a:gd name="connsiteY67" fmla="*/ 493323 h 788699"/>
                <a:gd name="connsiteX68" fmla="*/ 156086 w 734307"/>
                <a:gd name="connsiteY68" fmla="*/ 411733 h 788699"/>
                <a:gd name="connsiteX69" fmla="*/ 161525 w 734307"/>
                <a:gd name="connsiteY69" fmla="*/ 297508 h 788699"/>
                <a:gd name="connsiteX70" fmla="*/ 166965 w 734307"/>
                <a:gd name="connsiteY70" fmla="*/ 240395 h 788699"/>
                <a:gd name="connsiteX71" fmla="*/ 177843 w 734307"/>
                <a:gd name="connsiteY71" fmla="*/ 161525 h 788699"/>
                <a:gd name="connsiteX72" fmla="*/ 183282 w 734307"/>
                <a:gd name="connsiteY72" fmla="*/ 118011 h 788699"/>
                <a:gd name="connsiteX73" fmla="*/ 183282 w 734307"/>
                <a:gd name="connsiteY73" fmla="*/ 115291 h 788699"/>
                <a:gd name="connsiteX74" fmla="*/ 161525 w 734307"/>
                <a:gd name="connsiteY74" fmla="*/ 115291 h 788699"/>
                <a:gd name="connsiteX75" fmla="*/ 137048 w 734307"/>
                <a:gd name="connsiteY75" fmla="*/ 115291 h 788699"/>
                <a:gd name="connsiteX76" fmla="*/ 109852 w 734307"/>
                <a:gd name="connsiteY76" fmla="*/ 109851 h 788699"/>
                <a:gd name="connsiteX77" fmla="*/ 93534 w 734307"/>
                <a:gd name="connsiteY77" fmla="*/ 93534 h 788699"/>
                <a:gd name="connsiteX78" fmla="*/ 98973 w 734307"/>
                <a:gd name="connsiteY78" fmla="*/ 85375 h 788699"/>
                <a:gd name="connsiteX79" fmla="*/ 120730 w 734307"/>
                <a:gd name="connsiteY79" fmla="*/ 77216 h 788699"/>
                <a:gd name="connsiteX80" fmla="*/ 172404 w 734307"/>
                <a:gd name="connsiteY80" fmla="*/ 71776 h 788699"/>
                <a:gd name="connsiteX81" fmla="*/ 234956 w 734307"/>
                <a:gd name="connsiteY81" fmla="*/ 69057 h 788699"/>
                <a:gd name="connsiteX82" fmla="*/ 243115 w 734307"/>
                <a:gd name="connsiteY82" fmla="*/ 69057 h 788699"/>
                <a:gd name="connsiteX83" fmla="*/ 270312 w 734307"/>
                <a:gd name="connsiteY83" fmla="*/ 74496 h 788699"/>
                <a:gd name="connsiteX84" fmla="*/ 308387 w 734307"/>
                <a:gd name="connsiteY84" fmla="*/ 123450 h 788699"/>
                <a:gd name="connsiteX85" fmla="*/ 332864 w 734307"/>
                <a:gd name="connsiteY85" fmla="*/ 202320 h 788699"/>
                <a:gd name="connsiteX86" fmla="*/ 338303 w 734307"/>
                <a:gd name="connsiteY86" fmla="*/ 237675 h 788699"/>
                <a:gd name="connsiteX87" fmla="*/ 349182 w 734307"/>
                <a:gd name="connsiteY87" fmla="*/ 281190 h 788699"/>
                <a:gd name="connsiteX88" fmla="*/ 357341 w 734307"/>
                <a:gd name="connsiteY88" fmla="*/ 316545 h 788699"/>
                <a:gd name="connsiteX89" fmla="*/ 365500 w 734307"/>
                <a:gd name="connsiteY89" fmla="*/ 351901 h 788699"/>
                <a:gd name="connsiteX90" fmla="*/ 376378 w 734307"/>
                <a:gd name="connsiteY90" fmla="*/ 389976 h 788699"/>
                <a:gd name="connsiteX91" fmla="*/ 387257 w 734307"/>
                <a:gd name="connsiteY91" fmla="*/ 414453 h 788699"/>
                <a:gd name="connsiteX92" fmla="*/ 398136 w 734307"/>
                <a:gd name="connsiteY92" fmla="*/ 376378 h 788699"/>
                <a:gd name="connsiteX93" fmla="*/ 406295 w 734307"/>
                <a:gd name="connsiteY93" fmla="*/ 332863 h 788699"/>
                <a:gd name="connsiteX94" fmla="*/ 425332 w 734307"/>
                <a:gd name="connsiteY94" fmla="*/ 243115 h 788699"/>
                <a:gd name="connsiteX95" fmla="*/ 444370 w 734307"/>
                <a:gd name="connsiteY95" fmla="*/ 150646 h 788699"/>
                <a:gd name="connsiteX96" fmla="*/ 477006 w 734307"/>
                <a:gd name="connsiteY96" fmla="*/ 79935 h 788699"/>
                <a:gd name="connsiteX97" fmla="*/ 523240 w 734307"/>
                <a:gd name="connsiteY97" fmla="*/ 58178 h 788699"/>
                <a:gd name="connsiteX98" fmla="*/ 544997 w 734307"/>
                <a:gd name="connsiteY98" fmla="*/ 63617 h 788699"/>
                <a:gd name="connsiteX99" fmla="*/ 612988 w 734307"/>
                <a:gd name="connsiteY99" fmla="*/ 63617 h 788699"/>
                <a:gd name="connsiteX100" fmla="*/ 651064 w 734307"/>
                <a:gd name="connsiteY100" fmla="*/ 79935 h 788699"/>
                <a:gd name="connsiteX101" fmla="*/ 645624 w 734307"/>
                <a:gd name="connsiteY101" fmla="*/ 96253 h 788699"/>
                <a:gd name="connsiteX102" fmla="*/ 629307 w 734307"/>
                <a:gd name="connsiteY102" fmla="*/ 104412 h 788699"/>
                <a:gd name="connsiteX103" fmla="*/ 607549 w 734307"/>
                <a:gd name="connsiteY103" fmla="*/ 107132 h 788699"/>
                <a:gd name="connsiteX104" fmla="*/ 580353 w 734307"/>
                <a:gd name="connsiteY104" fmla="*/ 107132 h 788699"/>
                <a:gd name="connsiteX105" fmla="*/ 583072 w 734307"/>
                <a:gd name="connsiteY105" fmla="*/ 115291 h 788699"/>
                <a:gd name="connsiteX106" fmla="*/ 588512 w 734307"/>
                <a:gd name="connsiteY106" fmla="*/ 156086 h 788699"/>
                <a:gd name="connsiteX107" fmla="*/ 593951 w 734307"/>
                <a:gd name="connsiteY107" fmla="*/ 196881 h 788699"/>
                <a:gd name="connsiteX108" fmla="*/ 599390 w 734307"/>
                <a:gd name="connsiteY108" fmla="*/ 226797 h 788699"/>
                <a:gd name="connsiteX109" fmla="*/ 599390 w 734307"/>
                <a:gd name="connsiteY109" fmla="*/ 232236 h 788699"/>
                <a:gd name="connsiteX110" fmla="*/ 599390 w 734307"/>
                <a:gd name="connsiteY110" fmla="*/ 240395 h 788699"/>
                <a:gd name="connsiteX111" fmla="*/ 602110 w 734307"/>
                <a:gd name="connsiteY111" fmla="*/ 270311 h 788699"/>
                <a:gd name="connsiteX112" fmla="*/ 607549 w 734307"/>
                <a:gd name="connsiteY112" fmla="*/ 308386 h 788699"/>
                <a:gd name="connsiteX113" fmla="*/ 607549 w 734307"/>
                <a:gd name="connsiteY113" fmla="*/ 319265 h 788699"/>
                <a:gd name="connsiteX114" fmla="*/ 612988 w 734307"/>
                <a:gd name="connsiteY114" fmla="*/ 335583 h 788699"/>
                <a:gd name="connsiteX115" fmla="*/ 612988 w 734307"/>
                <a:gd name="connsiteY115" fmla="*/ 346462 h 788699"/>
                <a:gd name="connsiteX116" fmla="*/ 612988 w 734307"/>
                <a:gd name="connsiteY116" fmla="*/ 370939 h 788699"/>
                <a:gd name="connsiteX117" fmla="*/ 612988 w 734307"/>
                <a:gd name="connsiteY117" fmla="*/ 395415 h 788699"/>
                <a:gd name="connsiteX118" fmla="*/ 615708 w 734307"/>
                <a:gd name="connsiteY118" fmla="*/ 422612 h 788699"/>
                <a:gd name="connsiteX119" fmla="*/ 618428 w 734307"/>
                <a:gd name="connsiteY119" fmla="*/ 441650 h 788699"/>
                <a:gd name="connsiteX120" fmla="*/ 618428 w 734307"/>
                <a:gd name="connsiteY120" fmla="*/ 455248 h 788699"/>
                <a:gd name="connsiteX121" fmla="*/ 621147 w 734307"/>
                <a:gd name="connsiteY121" fmla="*/ 463407 h 788699"/>
                <a:gd name="connsiteX122" fmla="*/ 626587 w 734307"/>
                <a:gd name="connsiteY122" fmla="*/ 482444 h 788699"/>
                <a:gd name="connsiteX123" fmla="*/ 629307 w 734307"/>
                <a:gd name="connsiteY123" fmla="*/ 517800 h 788699"/>
                <a:gd name="connsiteX124" fmla="*/ 634746 w 734307"/>
                <a:gd name="connsiteY124" fmla="*/ 561314 h 788699"/>
                <a:gd name="connsiteX125" fmla="*/ 634746 w 734307"/>
                <a:gd name="connsiteY125" fmla="*/ 566754 h 788699"/>
                <a:gd name="connsiteX126" fmla="*/ 634746 w 734307"/>
                <a:gd name="connsiteY126" fmla="*/ 583072 h 788699"/>
                <a:gd name="connsiteX127" fmla="*/ 637466 w 734307"/>
                <a:gd name="connsiteY127" fmla="*/ 607548 h 788699"/>
                <a:gd name="connsiteX128" fmla="*/ 640185 w 734307"/>
                <a:gd name="connsiteY128" fmla="*/ 618427 h 788699"/>
                <a:gd name="connsiteX129" fmla="*/ 640185 w 734307"/>
                <a:gd name="connsiteY129" fmla="*/ 632025 h 788699"/>
                <a:gd name="connsiteX130" fmla="*/ 640185 w 734307"/>
                <a:gd name="connsiteY130" fmla="*/ 640184 h 788699"/>
                <a:gd name="connsiteX131" fmla="*/ 642905 w 734307"/>
                <a:gd name="connsiteY131" fmla="*/ 659222 h 788699"/>
                <a:gd name="connsiteX132" fmla="*/ 642905 w 734307"/>
                <a:gd name="connsiteY132" fmla="*/ 664661 h 788699"/>
                <a:gd name="connsiteX133" fmla="*/ 653783 w 734307"/>
                <a:gd name="connsiteY133" fmla="*/ 678259 h 788699"/>
                <a:gd name="connsiteX134" fmla="*/ 653783 w 734307"/>
                <a:gd name="connsiteY134" fmla="*/ 678259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</a:cxnLst>
              <a:rect l="l" t="t" r="r" b="b"/>
              <a:pathLst>
                <a:path w="734307" h="788699">
                  <a:moveTo>
                    <a:pt x="653783" y="678259"/>
                  </a:moveTo>
                  <a:cubicBezTo>
                    <a:pt x="667382" y="678259"/>
                    <a:pt x="691859" y="678259"/>
                    <a:pt x="691859" y="694577"/>
                  </a:cubicBezTo>
                  <a:cubicBezTo>
                    <a:pt x="691859" y="702736"/>
                    <a:pt x="689139" y="705456"/>
                    <a:pt x="686419" y="710895"/>
                  </a:cubicBezTo>
                  <a:cubicBezTo>
                    <a:pt x="683700" y="716335"/>
                    <a:pt x="675541" y="719054"/>
                    <a:pt x="670101" y="719054"/>
                  </a:cubicBezTo>
                  <a:cubicBezTo>
                    <a:pt x="661942" y="721774"/>
                    <a:pt x="653783" y="721774"/>
                    <a:pt x="648344" y="721774"/>
                  </a:cubicBezTo>
                  <a:cubicBezTo>
                    <a:pt x="645624" y="721774"/>
                    <a:pt x="634746" y="721774"/>
                    <a:pt x="618428" y="721774"/>
                  </a:cubicBezTo>
                  <a:cubicBezTo>
                    <a:pt x="604829" y="729933"/>
                    <a:pt x="588512" y="735372"/>
                    <a:pt x="572194" y="735372"/>
                  </a:cubicBezTo>
                  <a:cubicBezTo>
                    <a:pt x="564035" y="735372"/>
                    <a:pt x="553156" y="732653"/>
                    <a:pt x="544997" y="729933"/>
                  </a:cubicBezTo>
                  <a:cubicBezTo>
                    <a:pt x="539558" y="727213"/>
                    <a:pt x="536838" y="724494"/>
                    <a:pt x="534119" y="721774"/>
                  </a:cubicBezTo>
                  <a:cubicBezTo>
                    <a:pt x="520520" y="721774"/>
                    <a:pt x="509641" y="721774"/>
                    <a:pt x="496043" y="721774"/>
                  </a:cubicBezTo>
                  <a:cubicBezTo>
                    <a:pt x="487884" y="721774"/>
                    <a:pt x="479725" y="721774"/>
                    <a:pt x="471566" y="721774"/>
                  </a:cubicBezTo>
                  <a:cubicBezTo>
                    <a:pt x="463407" y="721774"/>
                    <a:pt x="452529" y="721774"/>
                    <a:pt x="444370" y="716335"/>
                  </a:cubicBezTo>
                  <a:cubicBezTo>
                    <a:pt x="436211" y="713615"/>
                    <a:pt x="428052" y="705456"/>
                    <a:pt x="428052" y="700017"/>
                  </a:cubicBezTo>
                  <a:cubicBezTo>
                    <a:pt x="428052" y="697297"/>
                    <a:pt x="428052" y="694577"/>
                    <a:pt x="433491" y="691858"/>
                  </a:cubicBezTo>
                  <a:cubicBezTo>
                    <a:pt x="438930" y="689138"/>
                    <a:pt x="449809" y="686418"/>
                    <a:pt x="455248" y="683699"/>
                  </a:cubicBezTo>
                  <a:cubicBezTo>
                    <a:pt x="474286" y="680979"/>
                    <a:pt x="498763" y="678259"/>
                    <a:pt x="506922" y="678259"/>
                  </a:cubicBezTo>
                  <a:cubicBezTo>
                    <a:pt x="506922" y="678259"/>
                    <a:pt x="509641" y="678259"/>
                    <a:pt x="509641" y="678259"/>
                  </a:cubicBezTo>
                  <a:cubicBezTo>
                    <a:pt x="509641" y="672820"/>
                    <a:pt x="506922" y="670101"/>
                    <a:pt x="506922" y="664661"/>
                  </a:cubicBezTo>
                  <a:cubicBezTo>
                    <a:pt x="501483" y="640184"/>
                    <a:pt x="501483" y="612988"/>
                    <a:pt x="498763" y="580352"/>
                  </a:cubicBezTo>
                  <a:cubicBezTo>
                    <a:pt x="496043" y="547716"/>
                    <a:pt x="498763" y="512361"/>
                    <a:pt x="496043" y="479725"/>
                  </a:cubicBezTo>
                  <a:cubicBezTo>
                    <a:pt x="493324" y="449808"/>
                    <a:pt x="493324" y="419892"/>
                    <a:pt x="493324" y="389976"/>
                  </a:cubicBezTo>
                  <a:cubicBezTo>
                    <a:pt x="493324" y="360060"/>
                    <a:pt x="490604" y="332863"/>
                    <a:pt x="490604" y="302947"/>
                  </a:cubicBezTo>
                  <a:cubicBezTo>
                    <a:pt x="487884" y="275751"/>
                    <a:pt x="487884" y="240395"/>
                    <a:pt x="487884" y="229516"/>
                  </a:cubicBezTo>
                  <a:cubicBezTo>
                    <a:pt x="487884" y="224077"/>
                    <a:pt x="487884" y="221357"/>
                    <a:pt x="485165" y="221357"/>
                  </a:cubicBezTo>
                  <a:cubicBezTo>
                    <a:pt x="485165" y="221357"/>
                    <a:pt x="482445" y="224077"/>
                    <a:pt x="482445" y="226797"/>
                  </a:cubicBezTo>
                  <a:cubicBezTo>
                    <a:pt x="479725" y="237675"/>
                    <a:pt x="479725" y="251274"/>
                    <a:pt x="477006" y="262152"/>
                  </a:cubicBezTo>
                  <a:cubicBezTo>
                    <a:pt x="471566" y="289349"/>
                    <a:pt x="466127" y="316545"/>
                    <a:pt x="460688" y="341022"/>
                  </a:cubicBezTo>
                  <a:cubicBezTo>
                    <a:pt x="455248" y="365499"/>
                    <a:pt x="447090" y="392696"/>
                    <a:pt x="444370" y="417173"/>
                  </a:cubicBezTo>
                  <a:cubicBezTo>
                    <a:pt x="441650" y="430771"/>
                    <a:pt x="438930" y="441650"/>
                    <a:pt x="436211" y="455248"/>
                  </a:cubicBezTo>
                  <a:cubicBezTo>
                    <a:pt x="433491" y="468846"/>
                    <a:pt x="428052" y="479725"/>
                    <a:pt x="425332" y="493323"/>
                  </a:cubicBezTo>
                  <a:cubicBezTo>
                    <a:pt x="422612" y="506921"/>
                    <a:pt x="419893" y="520520"/>
                    <a:pt x="411734" y="531398"/>
                  </a:cubicBezTo>
                  <a:cubicBezTo>
                    <a:pt x="406295" y="539557"/>
                    <a:pt x="395416" y="547716"/>
                    <a:pt x="376378" y="547716"/>
                  </a:cubicBezTo>
                  <a:cubicBezTo>
                    <a:pt x="357341" y="547716"/>
                    <a:pt x="335583" y="539557"/>
                    <a:pt x="319265" y="525959"/>
                  </a:cubicBezTo>
                  <a:cubicBezTo>
                    <a:pt x="300228" y="506921"/>
                    <a:pt x="294788" y="479725"/>
                    <a:pt x="289349" y="455248"/>
                  </a:cubicBezTo>
                  <a:cubicBezTo>
                    <a:pt x="283910" y="428051"/>
                    <a:pt x="278470" y="400855"/>
                    <a:pt x="273031" y="373658"/>
                  </a:cubicBezTo>
                  <a:cubicBezTo>
                    <a:pt x="273031" y="368219"/>
                    <a:pt x="267592" y="346462"/>
                    <a:pt x="262153" y="316545"/>
                  </a:cubicBezTo>
                  <a:cubicBezTo>
                    <a:pt x="256713" y="292068"/>
                    <a:pt x="251274" y="262152"/>
                    <a:pt x="245835" y="237675"/>
                  </a:cubicBezTo>
                  <a:cubicBezTo>
                    <a:pt x="240395" y="218638"/>
                    <a:pt x="237675" y="205039"/>
                    <a:pt x="234956" y="196881"/>
                  </a:cubicBezTo>
                  <a:cubicBezTo>
                    <a:pt x="232236" y="191441"/>
                    <a:pt x="232236" y="191441"/>
                    <a:pt x="232236" y="191441"/>
                  </a:cubicBezTo>
                  <a:cubicBezTo>
                    <a:pt x="229517" y="191441"/>
                    <a:pt x="229517" y="196881"/>
                    <a:pt x="226797" y="207759"/>
                  </a:cubicBezTo>
                  <a:cubicBezTo>
                    <a:pt x="226797" y="215918"/>
                    <a:pt x="226797" y="229516"/>
                    <a:pt x="226797" y="232236"/>
                  </a:cubicBezTo>
                  <a:cubicBezTo>
                    <a:pt x="226797" y="243115"/>
                    <a:pt x="224077" y="256713"/>
                    <a:pt x="224077" y="267592"/>
                  </a:cubicBezTo>
                  <a:cubicBezTo>
                    <a:pt x="224077" y="278470"/>
                    <a:pt x="224077" y="294788"/>
                    <a:pt x="221358" y="311106"/>
                  </a:cubicBezTo>
                  <a:cubicBezTo>
                    <a:pt x="221358" y="327424"/>
                    <a:pt x="218638" y="343742"/>
                    <a:pt x="218638" y="360060"/>
                  </a:cubicBezTo>
                  <a:cubicBezTo>
                    <a:pt x="218638" y="373658"/>
                    <a:pt x="215919" y="384537"/>
                    <a:pt x="215919" y="398135"/>
                  </a:cubicBezTo>
                  <a:cubicBezTo>
                    <a:pt x="215919" y="409014"/>
                    <a:pt x="213199" y="419892"/>
                    <a:pt x="213199" y="430771"/>
                  </a:cubicBezTo>
                  <a:cubicBezTo>
                    <a:pt x="213199" y="438930"/>
                    <a:pt x="213199" y="447089"/>
                    <a:pt x="213199" y="455248"/>
                  </a:cubicBezTo>
                  <a:cubicBezTo>
                    <a:pt x="213199" y="463407"/>
                    <a:pt x="213199" y="471566"/>
                    <a:pt x="213199" y="477005"/>
                  </a:cubicBezTo>
                  <a:cubicBezTo>
                    <a:pt x="210479" y="490603"/>
                    <a:pt x="207759" y="506921"/>
                    <a:pt x="207759" y="520520"/>
                  </a:cubicBezTo>
                  <a:cubicBezTo>
                    <a:pt x="202320" y="550436"/>
                    <a:pt x="199600" y="580352"/>
                    <a:pt x="196881" y="610268"/>
                  </a:cubicBezTo>
                  <a:cubicBezTo>
                    <a:pt x="196881" y="623866"/>
                    <a:pt x="196881" y="640184"/>
                    <a:pt x="194161" y="653783"/>
                  </a:cubicBezTo>
                  <a:cubicBezTo>
                    <a:pt x="194161" y="659222"/>
                    <a:pt x="194161" y="661942"/>
                    <a:pt x="191441" y="667381"/>
                  </a:cubicBezTo>
                  <a:cubicBezTo>
                    <a:pt x="213199" y="667381"/>
                    <a:pt x="232236" y="667381"/>
                    <a:pt x="243115" y="667381"/>
                  </a:cubicBezTo>
                  <a:cubicBezTo>
                    <a:pt x="253994" y="667381"/>
                    <a:pt x="273031" y="670101"/>
                    <a:pt x="273031" y="683699"/>
                  </a:cubicBezTo>
                  <a:cubicBezTo>
                    <a:pt x="273031" y="691858"/>
                    <a:pt x="267592" y="691858"/>
                    <a:pt x="262153" y="697297"/>
                  </a:cubicBezTo>
                  <a:cubicBezTo>
                    <a:pt x="259433" y="702736"/>
                    <a:pt x="253994" y="705456"/>
                    <a:pt x="248554" y="705456"/>
                  </a:cubicBezTo>
                  <a:cubicBezTo>
                    <a:pt x="240395" y="708176"/>
                    <a:pt x="234956" y="708176"/>
                    <a:pt x="232236" y="708176"/>
                  </a:cubicBezTo>
                  <a:cubicBezTo>
                    <a:pt x="226797" y="708176"/>
                    <a:pt x="175124" y="708176"/>
                    <a:pt x="166965" y="708176"/>
                  </a:cubicBezTo>
                  <a:cubicBezTo>
                    <a:pt x="156086" y="708176"/>
                    <a:pt x="120730" y="708176"/>
                    <a:pt x="109852" y="708176"/>
                  </a:cubicBezTo>
                  <a:cubicBezTo>
                    <a:pt x="104412" y="708176"/>
                    <a:pt x="96253" y="708176"/>
                    <a:pt x="90814" y="708176"/>
                  </a:cubicBezTo>
                  <a:cubicBezTo>
                    <a:pt x="85375" y="708176"/>
                    <a:pt x="77216" y="705456"/>
                    <a:pt x="69057" y="702736"/>
                  </a:cubicBezTo>
                  <a:cubicBezTo>
                    <a:pt x="63617" y="700017"/>
                    <a:pt x="58178" y="691858"/>
                    <a:pt x="58178" y="686418"/>
                  </a:cubicBezTo>
                  <a:cubicBezTo>
                    <a:pt x="58178" y="683699"/>
                    <a:pt x="58178" y="680979"/>
                    <a:pt x="60898" y="678259"/>
                  </a:cubicBezTo>
                  <a:cubicBezTo>
                    <a:pt x="63617" y="675540"/>
                    <a:pt x="71777" y="672820"/>
                    <a:pt x="77216" y="670101"/>
                  </a:cubicBezTo>
                  <a:cubicBezTo>
                    <a:pt x="90814" y="667381"/>
                    <a:pt x="120730" y="664661"/>
                    <a:pt x="126170" y="664661"/>
                  </a:cubicBezTo>
                  <a:cubicBezTo>
                    <a:pt x="128889" y="664661"/>
                    <a:pt x="134329" y="664661"/>
                    <a:pt x="142487" y="664661"/>
                  </a:cubicBezTo>
                  <a:cubicBezTo>
                    <a:pt x="142487" y="640184"/>
                    <a:pt x="147927" y="612988"/>
                    <a:pt x="147927" y="588511"/>
                  </a:cubicBezTo>
                  <a:cubicBezTo>
                    <a:pt x="150646" y="555875"/>
                    <a:pt x="153366" y="523239"/>
                    <a:pt x="153366" y="493323"/>
                  </a:cubicBezTo>
                  <a:cubicBezTo>
                    <a:pt x="153366" y="466126"/>
                    <a:pt x="156086" y="438930"/>
                    <a:pt x="156086" y="411733"/>
                  </a:cubicBezTo>
                  <a:cubicBezTo>
                    <a:pt x="158806" y="373658"/>
                    <a:pt x="158806" y="335583"/>
                    <a:pt x="161525" y="297508"/>
                  </a:cubicBezTo>
                  <a:cubicBezTo>
                    <a:pt x="161525" y="278470"/>
                    <a:pt x="164245" y="259433"/>
                    <a:pt x="166965" y="240395"/>
                  </a:cubicBezTo>
                  <a:cubicBezTo>
                    <a:pt x="169684" y="210479"/>
                    <a:pt x="172404" y="191441"/>
                    <a:pt x="177843" y="161525"/>
                  </a:cubicBezTo>
                  <a:cubicBezTo>
                    <a:pt x="180563" y="147927"/>
                    <a:pt x="180563" y="131609"/>
                    <a:pt x="183282" y="118011"/>
                  </a:cubicBezTo>
                  <a:cubicBezTo>
                    <a:pt x="183282" y="118011"/>
                    <a:pt x="183282" y="115291"/>
                    <a:pt x="183282" y="115291"/>
                  </a:cubicBezTo>
                  <a:cubicBezTo>
                    <a:pt x="177843" y="115291"/>
                    <a:pt x="172404" y="115291"/>
                    <a:pt x="161525" y="115291"/>
                  </a:cubicBezTo>
                  <a:cubicBezTo>
                    <a:pt x="153366" y="115291"/>
                    <a:pt x="145207" y="115291"/>
                    <a:pt x="137048" y="115291"/>
                  </a:cubicBezTo>
                  <a:cubicBezTo>
                    <a:pt x="128889" y="115291"/>
                    <a:pt x="118011" y="115291"/>
                    <a:pt x="109852" y="109851"/>
                  </a:cubicBezTo>
                  <a:cubicBezTo>
                    <a:pt x="101693" y="107132"/>
                    <a:pt x="93534" y="98973"/>
                    <a:pt x="93534" y="93534"/>
                  </a:cubicBezTo>
                  <a:cubicBezTo>
                    <a:pt x="93534" y="90814"/>
                    <a:pt x="93534" y="88094"/>
                    <a:pt x="98973" y="85375"/>
                  </a:cubicBezTo>
                  <a:cubicBezTo>
                    <a:pt x="104412" y="82655"/>
                    <a:pt x="115291" y="79935"/>
                    <a:pt x="120730" y="77216"/>
                  </a:cubicBezTo>
                  <a:cubicBezTo>
                    <a:pt x="139768" y="74496"/>
                    <a:pt x="164245" y="71776"/>
                    <a:pt x="172404" y="71776"/>
                  </a:cubicBezTo>
                  <a:cubicBezTo>
                    <a:pt x="194161" y="71776"/>
                    <a:pt x="210479" y="69057"/>
                    <a:pt x="234956" y="69057"/>
                  </a:cubicBezTo>
                  <a:cubicBezTo>
                    <a:pt x="237675" y="69057"/>
                    <a:pt x="240395" y="69057"/>
                    <a:pt x="243115" y="69057"/>
                  </a:cubicBezTo>
                  <a:cubicBezTo>
                    <a:pt x="251274" y="69057"/>
                    <a:pt x="262153" y="69057"/>
                    <a:pt x="270312" y="74496"/>
                  </a:cubicBezTo>
                  <a:cubicBezTo>
                    <a:pt x="283910" y="82655"/>
                    <a:pt x="300228" y="96253"/>
                    <a:pt x="308387" y="123450"/>
                  </a:cubicBezTo>
                  <a:cubicBezTo>
                    <a:pt x="316546" y="147927"/>
                    <a:pt x="327424" y="175123"/>
                    <a:pt x="332864" y="202320"/>
                  </a:cubicBezTo>
                  <a:cubicBezTo>
                    <a:pt x="335583" y="213198"/>
                    <a:pt x="335583" y="226797"/>
                    <a:pt x="338303" y="237675"/>
                  </a:cubicBezTo>
                  <a:cubicBezTo>
                    <a:pt x="343742" y="251274"/>
                    <a:pt x="346462" y="264872"/>
                    <a:pt x="349182" y="281190"/>
                  </a:cubicBezTo>
                  <a:cubicBezTo>
                    <a:pt x="351901" y="292068"/>
                    <a:pt x="351901" y="305667"/>
                    <a:pt x="357341" y="316545"/>
                  </a:cubicBezTo>
                  <a:cubicBezTo>
                    <a:pt x="362780" y="327424"/>
                    <a:pt x="362780" y="338303"/>
                    <a:pt x="365500" y="351901"/>
                  </a:cubicBezTo>
                  <a:cubicBezTo>
                    <a:pt x="365500" y="357340"/>
                    <a:pt x="373658" y="373658"/>
                    <a:pt x="376378" y="389976"/>
                  </a:cubicBezTo>
                  <a:cubicBezTo>
                    <a:pt x="381817" y="403574"/>
                    <a:pt x="384537" y="414453"/>
                    <a:pt x="387257" y="414453"/>
                  </a:cubicBezTo>
                  <a:cubicBezTo>
                    <a:pt x="392696" y="414453"/>
                    <a:pt x="395416" y="381817"/>
                    <a:pt x="398136" y="376378"/>
                  </a:cubicBezTo>
                  <a:cubicBezTo>
                    <a:pt x="400855" y="362779"/>
                    <a:pt x="403575" y="346462"/>
                    <a:pt x="406295" y="332863"/>
                  </a:cubicBezTo>
                  <a:cubicBezTo>
                    <a:pt x="411734" y="302947"/>
                    <a:pt x="417173" y="273031"/>
                    <a:pt x="425332" y="243115"/>
                  </a:cubicBezTo>
                  <a:cubicBezTo>
                    <a:pt x="430771" y="213198"/>
                    <a:pt x="436211" y="180563"/>
                    <a:pt x="444370" y="150646"/>
                  </a:cubicBezTo>
                  <a:cubicBezTo>
                    <a:pt x="449809" y="126170"/>
                    <a:pt x="460688" y="98973"/>
                    <a:pt x="477006" y="79935"/>
                  </a:cubicBezTo>
                  <a:cubicBezTo>
                    <a:pt x="487884" y="66337"/>
                    <a:pt x="506922" y="58178"/>
                    <a:pt x="523240" y="58178"/>
                  </a:cubicBezTo>
                  <a:cubicBezTo>
                    <a:pt x="528679" y="58178"/>
                    <a:pt x="539558" y="58178"/>
                    <a:pt x="544997" y="63617"/>
                  </a:cubicBezTo>
                  <a:lnTo>
                    <a:pt x="612988" y="63617"/>
                  </a:lnTo>
                  <a:cubicBezTo>
                    <a:pt x="626587" y="63617"/>
                    <a:pt x="651064" y="63617"/>
                    <a:pt x="651064" y="79935"/>
                  </a:cubicBezTo>
                  <a:cubicBezTo>
                    <a:pt x="651064" y="88094"/>
                    <a:pt x="648344" y="88094"/>
                    <a:pt x="645624" y="96253"/>
                  </a:cubicBezTo>
                  <a:cubicBezTo>
                    <a:pt x="640185" y="101693"/>
                    <a:pt x="634746" y="104412"/>
                    <a:pt x="629307" y="104412"/>
                  </a:cubicBezTo>
                  <a:cubicBezTo>
                    <a:pt x="621147" y="107132"/>
                    <a:pt x="612988" y="107132"/>
                    <a:pt x="607549" y="107132"/>
                  </a:cubicBezTo>
                  <a:cubicBezTo>
                    <a:pt x="604829" y="107132"/>
                    <a:pt x="591231" y="107132"/>
                    <a:pt x="580353" y="107132"/>
                  </a:cubicBezTo>
                  <a:cubicBezTo>
                    <a:pt x="580353" y="109851"/>
                    <a:pt x="583072" y="112571"/>
                    <a:pt x="583072" y="115291"/>
                  </a:cubicBezTo>
                  <a:cubicBezTo>
                    <a:pt x="585792" y="128889"/>
                    <a:pt x="585792" y="142487"/>
                    <a:pt x="588512" y="156086"/>
                  </a:cubicBezTo>
                  <a:cubicBezTo>
                    <a:pt x="591231" y="169684"/>
                    <a:pt x="591231" y="183282"/>
                    <a:pt x="593951" y="196881"/>
                  </a:cubicBezTo>
                  <a:cubicBezTo>
                    <a:pt x="593951" y="207759"/>
                    <a:pt x="599390" y="215918"/>
                    <a:pt x="599390" y="226797"/>
                  </a:cubicBezTo>
                  <a:cubicBezTo>
                    <a:pt x="599390" y="229516"/>
                    <a:pt x="599390" y="229516"/>
                    <a:pt x="599390" y="232236"/>
                  </a:cubicBezTo>
                  <a:cubicBezTo>
                    <a:pt x="599390" y="234956"/>
                    <a:pt x="599390" y="237675"/>
                    <a:pt x="599390" y="240395"/>
                  </a:cubicBezTo>
                  <a:cubicBezTo>
                    <a:pt x="599390" y="251274"/>
                    <a:pt x="599390" y="259433"/>
                    <a:pt x="602110" y="270311"/>
                  </a:cubicBezTo>
                  <a:cubicBezTo>
                    <a:pt x="604829" y="283909"/>
                    <a:pt x="607549" y="294788"/>
                    <a:pt x="607549" y="308386"/>
                  </a:cubicBezTo>
                  <a:cubicBezTo>
                    <a:pt x="607549" y="311106"/>
                    <a:pt x="607549" y="316545"/>
                    <a:pt x="607549" y="319265"/>
                  </a:cubicBezTo>
                  <a:cubicBezTo>
                    <a:pt x="607549" y="324704"/>
                    <a:pt x="610269" y="330144"/>
                    <a:pt x="612988" y="335583"/>
                  </a:cubicBezTo>
                  <a:cubicBezTo>
                    <a:pt x="612988" y="338303"/>
                    <a:pt x="612988" y="343742"/>
                    <a:pt x="612988" y="346462"/>
                  </a:cubicBezTo>
                  <a:cubicBezTo>
                    <a:pt x="612988" y="354620"/>
                    <a:pt x="612988" y="362779"/>
                    <a:pt x="612988" y="370939"/>
                  </a:cubicBezTo>
                  <a:cubicBezTo>
                    <a:pt x="612988" y="379097"/>
                    <a:pt x="612988" y="387256"/>
                    <a:pt x="612988" y="395415"/>
                  </a:cubicBezTo>
                  <a:cubicBezTo>
                    <a:pt x="612988" y="403574"/>
                    <a:pt x="615708" y="414453"/>
                    <a:pt x="615708" y="422612"/>
                  </a:cubicBezTo>
                  <a:cubicBezTo>
                    <a:pt x="618428" y="430771"/>
                    <a:pt x="618428" y="436210"/>
                    <a:pt x="618428" y="441650"/>
                  </a:cubicBezTo>
                  <a:cubicBezTo>
                    <a:pt x="618428" y="444369"/>
                    <a:pt x="618428" y="449808"/>
                    <a:pt x="618428" y="455248"/>
                  </a:cubicBezTo>
                  <a:cubicBezTo>
                    <a:pt x="618428" y="460687"/>
                    <a:pt x="618428" y="460687"/>
                    <a:pt x="621147" y="463407"/>
                  </a:cubicBezTo>
                  <a:cubicBezTo>
                    <a:pt x="623867" y="471566"/>
                    <a:pt x="623867" y="477005"/>
                    <a:pt x="626587" y="482444"/>
                  </a:cubicBezTo>
                  <a:cubicBezTo>
                    <a:pt x="629307" y="493323"/>
                    <a:pt x="629307" y="506921"/>
                    <a:pt x="629307" y="517800"/>
                  </a:cubicBezTo>
                  <a:cubicBezTo>
                    <a:pt x="632026" y="534118"/>
                    <a:pt x="632026" y="547716"/>
                    <a:pt x="634746" y="561314"/>
                  </a:cubicBezTo>
                  <a:cubicBezTo>
                    <a:pt x="634746" y="564034"/>
                    <a:pt x="634746" y="564034"/>
                    <a:pt x="634746" y="566754"/>
                  </a:cubicBezTo>
                  <a:cubicBezTo>
                    <a:pt x="634746" y="572193"/>
                    <a:pt x="634746" y="577632"/>
                    <a:pt x="634746" y="583072"/>
                  </a:cubicBezTo>
                  <a:cubicBezTo>
                    <a:pt x="634746" y="596670"/>
                    <a:pt x="637466" y="602109"/>
                    <a:pt x="637466" y="607548"/>
                  </a:cubicBezTo>
                  <a:cubicBezTo>
                    <a:pt x="637466" y="610268"/>
                    <a:pt x="640185" y="615708"/>
                    <a:pt x="640185" y="618427"/>
                  </a:cubicBezTo>
                  <a:cubicBezTo>
                    <a:pt x="640185" y="623866"/>
                    <a:pt x="640185" y="629306"/>
                    <a:pt x="640185" y="632025"/>
                  </a:cubicBezTo>
                  <a:cubicBezTo>
                    <a:pt x="640185" y="634745"/>
                    <a:pt x="640185" y="637465"/>
                    <a:pt x="640185" y="640184"/>
                  </a:cubicBezTo>
                  <a:cubicBezTo>
                    <a:pt x="640185" y="645624"/>
                    <a:pt x="642905" y="653783"/>
                    <a:pt x="642905" y="659222"/>
                  </a:cubicBezTo>
                  <a:cubicBezTo>
                    <a:pt x="642905" y="661942"/>
                    <a:pt x="642905" y="661942"/>
                    <a:pt x="642905" y="664661"/>
                  </a:cubicBezTo>
                  <a:cubicBezTo>
                    <a:pt x="645624" y="678259"/>
                    <a:pt x="651064" y="678259"/>
                    <a:pt x="653783" y="678259"/>
                  </a:cubicBezTo>
                  <a:lnTo>
                    <a:pt x="653783" y="678259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>
                <a:ln>
                  <a:noFill/>
                </a:ln>
                <a:solidFill>
                  <a:srgbClr val="666666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89" name="Freeform: Shape 45">
              <a:extLst>
                <a:ext uri="{FF2B5EF4-FFF2-40B4-BE49-F238E27FC236}">
                  <a16:creationId xmlns:a16="http://schemas.microsoft.com/office/drawing/2014/main" id="{B2D9FDBA-08CB-E64D-80FD-9C63D5B9FE6F}"/>
                </a:ext>
              </a:extLst>
            </p:cNvPr>
            <p:cNvSpPr/>
            <p:nvPr/>
          </p:nvSpPr>
          <p:spPr>
            <a:xfrm>
              <a:off x="6362526" y="4242177"/>
              <a:ext cx="492259" cy="674476"/>
            </a:xfrm>
            <a:custGeom>
              <a:avLst/>
              <a:gdLst>
                <a:gd name="connsiteX0" fmla="*/ 225733 w 492259"/>
                <a:gd name="connsiteY0" fmla="*/ 97907 h 674476"/>
                <a:gd name="connsiteX1" fmla="*/ 209415 w 492259"/>
                <a:gd name="connsiteY1" fmla="*/ 119665 h 674476"/>
                <a:gd name="connsiteX2" fmla="*/ 201256 w 492259"/>
                <a:gd name="connsiteY2" fmla="*/ 152300 h 674476"/>
                <a:gd name="connsiteX3" fmla="*/ 198536 w 492259"/>
                <a:gd name="connsiteY3" fmla="*/ 168618 h 674476"/>
                <a:gd name="connsiteX4" fmla="*/ 195817 w 492259"/>
                <a:gd name="connsiteY4" fmla="*/ 184936 h 674476"/>
                <a:gd name="connsiteX5" fmla="*/ 187658 w 492259"/>
                <a:gd name="connsiteY5" fmla="*/ 220292 h 674476"/>
                <a:gd name="connsiteX6" fmla="*/ 168620 w 492259"/>
                <a:gd name="connsiteY6" fmla="*/ 291003 h 674476"/>
                <a:gd name="connsiteX7" fmla="*/ 160461 w 492259"/>
                <a:gd name="connsiteY7" fmla="*/ 323639 h 674476"/>
                <a:gd name="connsiteX8" fmla="*/ 149582 w 492259"/>
                <a:gd name="connsiteY8" fmla="*/ 361714 h 674476"/>
                <a:gd name="connsiteX9" fmla="*/ 144143 w 492259"/>
                <a:gd name="connsiteY9" fmla="*/ 388910 h 674476"/>
                <a:gd name="connsiteX10" fmla="*/ 149582 w 492259"/>
                <a:gd name="connsiteY10" fmla="*/ 391630 h 674476"/>
                <a:gd name="connsiteX11" fmla="*/ 171340 w 492259"/>
                <a:gd name="connsiteY11" fmla="*/ 391630 h 674476"/>
                <a:gd name="connsiteX12" fmla="*/ 193097 w 492259"/>
                <a:gd name="connsiteY12" fmla="*/ 388910 h 674476"/>
                <a:gd name="connsiteX13" fmla="*/ 212135 w 492259"/>
                <a:gd name="connsiteY13" fmla="*/ 388910 h 674476"/>
                <a:gd name="connsiteX14" fmla="*/ 236611 w 492259"/>
                <a:gd name="connsiteY14" fmla="*/ 388910 h 674476"/>
                <a:gd name="connsiteX15" fmla="*/ 250210 w 492259"/>
                <a:gd name="connsiteY15" fmla="*/ 386191 h 674476"/>
                <a:gd name="connsiteX16" fmla="*/ 258369 w 492259"/>
                <a:gd name="connsiteY16" fmla="*/ 386191 h 674476"/>
                <a:gd name="connsiteX17" fmla="*/ 255649 w 492259"/>
                <a:gd name="connsiteY17" fmla="*/ 367153 h 674476"/>
                <a:gd name="connsiteX18" fmla="*/ 250210 w 492259"/>
                <a:gd name="connsiteY18" fmla="*/ 331797 h 674476"/>
                <a:gd name="connsiteX19" fmla="*/ 247490 w 492259"/>
                <a:gd name="connsiteY19" fmla="*/ 244769 h 674476"/>
                <a:gd name="connsiteX20" fmla="*/ 242051 w 492259"/>
                <a:gd name="connsiteY20" fmla="*/ 203974 h 674476"/>
                <a:gd name="connsiteX21" fmla="*/ 236611 w 492259"/>
                <a:gd name="connsiteY21" fmla="*/ 157740 h 674476"/>
                <a:gd name="connsiteX22" fmla="*/ 233892 w 492259"/>
                <a:gd name="connsiteY22" fmla="*/ 119665 h 674476"/>
                <a:gd name="connsiteX23" fmla="*/ 225733 w 492259"/>
                <a:gd name="connsiteY23" fmla="*/ 97907 h 674476"/>
                <a:gd name="connsiteX24" fmla="*/ 274687 w 492259"/>
                <a:gd name="connsiteY24" fmla="*/ 0 h 674476"/>
                <a:gd name="connsiteX25" fmla="*/ 304603 w 492259"/>
                <a:gd name="connsiteY25" fmla="*/ 5439 h 674476"/>
                <a:gd name="connsiteX26" fmla="*/ 320921 w 492259"/>
                <a:gd name="connsiteY26" fmla="*/ 24477 h 674476"/>
                <a:gd name="connsiteX27" fmla="*/ 334519 w 492259"/>
                <a:gd name="connsiteY27" fmla="*/ 43515 h 674476"/>
                <a:gd name="connsiteX28" fmla="*/ 339959 w 492259"/>
                <a:gd name="connsiteY28" fmla="*/ 65272 h 674476"/>
                <a:gd name="connsiteX29" fmla="*/ 348118 w 492259"/>
                <a:gd name="connsiteY29" fmla="*/ 114226 h 674476"/>
                <a:gd name="connsiteX30" fmla="*/ 361716 w 492259"/>
                <a:gd name="connsiteY30" fmla="*/ 163180 h 674476"/>
                <a:gd name="connsiteX31" fmla="*/ 369875 w 492259"/>
                <a:gd name="connsiteY31" fmla="*/ 220293 h 674476"/>
                <a:gd name="connsiteX32" fmla="*/ 378034 w 492259"/>
                <a:gd name="connsiteY32" fmla="*/ 274686 h 674476"/>
                <a:gd name="connsiteX33" fmla="*/ 383473 w 492259"/>
                <a:gd name="connsiteY33" fmla="*/ 301883 h 674476"/>
                <a:gd name="connsiteX34" fmla="*/ 391632 w 492259"/>
                <a:gd name="connsiteY34" fmla="*/ 337238 h 674476"/>
                <a:gd name="connsiteX35" fmla="*/ 397071 w 492259"/>
                <a:gd name="connsiteY35" fmla="*/ 364435 h 674476"/>
                <a:gd name="connsiteX36" fmla="*/ 405230 w 492259"/>
                <a:gd name="connsiteY36" fmla="*/ 383473 h 674476"/>
                <a:gd name="connsiteX37" fmla="*/ 416109 w 492259"/>
                <a:gd name="connsiteY37" fmla="*/ 386192 h 674476"/>
                <a:gd name="connsiteX38" fmla="*/ 426988 w 492259"/>
                <a:gd name="connsiteY38" fmla="*/ 386192 h 674476"/>
                <a:gd name="connsiteX39" fmla="*/ 454184 w 492259"/>
                <a:gd name="connsiteY39" fmla="*/ 397071 h 674476"/>
                <a:gd name="connsiteX40" fmla="*/ 456904 w 492259"/>
                <a:gd name="connsiteY40" fmla="*/ 405230 h 674476"/>
                <a:gd name="connsiteX41" fmla="*/ 451464 w 492259"/>
                <a:gd name="connsiteY41" fmla="*/ 416108 h 674476"/>
                <a:gd name="connsiteX42" fmla="*/ 432427 w 492259"/>
                <a:gd name="connsiteY42" fmla="*/ 429707 h 674476"/>
                <a:gd name="connsiteX43" fmla="*/ 421548 w 492259"/>
                <a:gd name="connsiteY43" fmla="*/ 432426 h 674476"/>
                <a:gd name="connsiteX44" fmla="*/ 413389 w 492259"/>
                <a:gd name="connsiteY44" fmla="*/ 435146 h 674476"/>
                <a:gd name="connsiteX45" fmla="*/ 413389 w 492259"/>
                <a:gd name="connsiteY45" fmla="*/ 440585 h 674476"/>
                <a:gd name="connsiteX46" fmla="*/ 416109 w 492259"/>
                <a:gd name="connsiteY46" fmla="*/ 451464 h 674476"/>
                <a:gd name="connsiteX47" fmla="*/ 418829 w 492259"/>
                <a:gd name="connsiteY47" fmla="*/ 465062 h 674476"/>
                <a:gd name="connsiteX48" fmla="*/ 418829 w 492259"/>
                <a:gd name="connsiteY48" fmla="*/ 475941 h 674476"/>
                <a:gd name="connsiteX49" fmla="*/ 418829 w 492259"/>
                <a:gd name="connsiteY49" fmla="*/ 486820 h 674476"/>
                <a:gd name="connsiteX50" fmla="*/ 426988 w 492259"/>
                <a:gd name="connsiteY50" fmla="*/ 516736 h 674476"/>
                <a:gd name="connsiteX51" fmla="*/ 432427 w 492259"/>
                <a:gd name="connsiteY51" fmla="*/ 543932 h 674476"/>
                <a:gd name="connsiteX52" fmla="*/ 437866 w 492259"/>
                <a:gd name="connsiteY52" fmla="*/ 573848 h 674476"/>
                <a:gd name="connsiteX53" fmla="*/ 443306 w 492259"/>
                <a:gd name="connsiteY53" fmla="*/ 606484 h 674476"/>
                <a:gd name="connsiteX54" fmla="*/ 446025 w 492259"/>
                <a:gd name="connsiteY54" fmla="*/ 617363 h 674476"/>
                <a:gd name="connsiteX55" fmla="*/ 470502 w 492259"/>
                <a:gd name="connsiteY55" fmla="*/ 617363 h 674476"/>
                <a:gd name="connsiteX56" fmla="*/ 492259 w 492259"/>
                <a:gd name="connsiteY56" fmla="*/ 641840 h 674476"/>
                <a:gd name="connsiteX57" fmla="*/ 484101 w 492259"/>
                <a:gd name="connsiteY57" fmla="*/ 655438 h 674476"/>
                <a:gd name="connsiteX58" fmla="*/ 467782 w 492259"/>
                <a:gd name="connsiteY58" fmla="*/ 663597 h 674476"/>
                <a:gd name="connsiteX59" fmla="*/ 443306 w 492259"/>
                <a:gd name="connsiteY59" fmla="*/ 666317 h 674476"/>
                <a:gd name="connsiteX60" fmla="*/ 421548 w 492259"/>
                <a:gd name="connsiteY60" fmla="*/ 666317 h 674476"/>
                <a:gd name="connsiteX61" fmla="*/ 413389 w 492259"/>
                <a:gd name="connsiteY61" fmla="*/ 666317 h 674476"/>
                <a:gd name="connsiteX62" fmla="*/ 399791 w 492259"/>
                <a:gd name="connsiteY62" fmla="*/ 671756 h 674476"/>
                <a:gd name="connsiteX63" fmla="*/ 383473 w 492259"/>
                <a:gd name="connsiteY63" fmla="*/ 674476 h 674476"/>
                <a:gd name="connsiteX64" fmla="*/ 348118 w 492259"/>
                <a:gd name="connsiteY64" fmla="*/ 669036 h 674476"/>
                <a:gd name="connsiteX65" fmla="*/ 326360 w 492259"/>
                <a:gd name="connsiteY65" fmla="*/ 669036 h 674476"/>
                <a:gd name="connsiteX66" fmla="*/ 277406 w 492259"/>
                <a:gd name="connsiteY66" fmla="*/ 669036 h 674476"/>
                <a:gd name="connsiteX67" fmla="*/ 252930 w 492259"/>
                <a:gd name="connsiteY67" fmla="*/ 663597 h 674476"/>
                <a:gd name="connsiteX68" fmla="*/ 236611 w 492259"/>
                <a:gd name="connsiteY68" fmla="*/ 647279 h 674476"/>
                <a:gd name="connsiteX69" fmla="*/ 261088 w 492259"/>
                <a:gd name="connsiteY69" fmla="*/ 630961 h 674476"/>
                <a:gd name="connsiteX70" fmla="*/ 288285 w 492259"/>
                <a:gd name="connsiteY70" fmla="*/ 628241 h 674476"/>
                <a:gd name="connsiteX71" fmla="*/ 285565 w 492259"/>
                <a:gd name="connsiteY71" fmla="*/ 609204 h 674476"/>
                <a:gd name="connsiteX72" fmla="*/ 282846 w 492259"/>
                <a:gd name="connsiteY72" fmla="*/ 582007 h 674476"/>
                <a:gd name="connsiteX73" fmla="*/ 280126 w 492259"/>
                <a:gd name="connsiteY73" fmla="*/ 568409 h 674476"/>
                <a:gd name="connsiteX74" fmla="*/ 282846 w 492259"/>
                <a:gd name="connsiteY74" fmla="*/ 554811 h 674476"/>
                <a:gd name="connsiteX75" fmla="*/ 277406 w 492259"/>
                <a:gd name="connsiteY75" fmla="*/ 538493 h 674476"/>
                <a:gd name="connsiteX76" fmla="*/ 271967 w 492259"/>
                <a:gd name="connsiteY76" fmla="*/ 505857 h 674476"/>
                <a:gd name="connsiteX77" fmla="*/ 269247 w 492259"/>
                <a:gd name="connsiteY77" fmla="*/ 478660 h 674476"/>
                <a:gd name="connsiteX78" fmla="*/ 266528 w 492259"/>
                <a:gd name="connsiteY78" fmla="*/ 446025 h 674476"/>
                <a:gd name="connsiteX79" fmla="*/ 261088 w 492259"/>
                <a:gd name="connsiteY79" fmla="*/ 437866 h 674476"/>
                <a:gd name="connsiteX80" fmla="*/ 250210 w 492259"/>
                <a:gd name="connsiteY80" fmla="*/ 437866 h 674476"/>
                <a:gd name="connsiteX81" fmla="*/ 220293 w 492259"/>
                <a:gd name="connsiteY81" fmla="*/ 440585 h 674476"/>
                <a:gd name="connsiteX82" fmla="*/ 190377 w 492259"/>
                <a:gd name="connsiteY82" fmla="*/ 443305 h 674476"/>
                <a:gd name="connsiteX83" fmla="*/ 165900 w 492259"/>
                <a:gd name="connsiteY83" fmla="*/ 443305 h 674476"/>
                <a:gd name="connsiteX84" fmla="*/ 144143 w 492259"/>
                <a:gd name="connsiteY84" fmla="*/ 440585 h 674476"/>
                <a:gd name="connsiteX85" fmla="*/ 135984 w 492259"/>
                <a:gd name="connsiteY85" fmla="*/ 454184 h 674476"/>
                <a:gd name="connsiteX86" fmla="*/ 130545 w 492259"/>
                <a:gd name="connsiteY86" fmla="*/ 486820 h 674476"/>
                <a:gd name="connsiteX87" fmla="*/ 119666 w 492259"/>
                <a:gd name="connsiteY87" fmla="*/ 541213 h 674476"/>
                <a:gd name="connsiteX88" fmla="*/ 103348 w 492259"/>
                <a:gd name="connsiteY88" fmla="*/ 614643 h 674476"/>
                <a:gd name="connsiteX89" fmla="*/ 133264 w 492259"/>
                <a:gd name="connsiteY89" fmla="*/ 614643 h 674476"/>
                <a:gd name="connsiteX90" fmla="*/ 168620 w 492259"/>
                <a:gd name="connsiteY90" fmla="*/ 630961 h 674476"/>
                <a:gd name="connsiteX91" fmla="*/ 163181 w 492259"/>
                <a:gd name="connsiteY91" fmla="*/ 647279 h 674476"/>
                <a:gd name="connsiteX92" fmla="*/ 146863 w 492259"/>
                <a:gd name="connsiteY92" fmla="*/ 655438 h 674476"/>
                <a:gd name="connsiteX93" fmla="*/ 127825 w 492259"/>
                <a:gd name="connsiteY93" fmla="*/ 658158 h 674476"/>
                <a:gd name="connsiteX94" fmla="*/ 106068 w 492259"/>
                <a:gd name="connsiteY94" fmla="*/ 658158 h 674476"/>
                <a:gd name="connsiteX95" fmla="*/ 62552 w 492259"/>
                <a:gd name="connsiteY95" fmla="*/ 658158 h 674476"/>
                <a:gd name="connsiteX96" fmla="*/ 40795 w 492259"/>
                <a:gd name="connsiteY96" fmla="*/ 658158 h 674476"/>
                <a:gd name="connsiteX97" fmla="*/ 16318 w 492259"/>
                <a:gd name="connsiteY97" fmla="*/ 652718 h 674476"/>
                <a:gd name="connsiteX98" fmla="*/ 0 w 492259"/>
                <a:gd name="connsiteY98" fmla="*/ 636401 h 674476"/>
                <a:gd name="connsiteX99" fmla="*/ 2720 w 492259"/>
                <a:gd name="connsiteY99" fmla="*/ 628241 h 674476"/>
                <a:gd name="connsiteX100" fmla="*/ 24477 w 492259"/>
                <a:gd name="connsiteY100" fmla="*/ 620082 h 674476"/>
                <a:gd name="connsiteX101" fmla="*/ 62552 w 492259"/>
                <a:gd name="connsiteY101" fmla="*/ 617363 h 674476"/>
                <a:gd name="connsiteX102" fmla="*/ 62552 w 492259"/>
                <a:gd name="connsiteY102" fmla="*/ 614643 h 674476"/>
                <a:gd name="connsiteX103" fmla="*/ 65272 w 492259"/>
                <a:gd name="connsiteY103" fmla="*/ 587447 h 674476"/>
                <a:gd name="connsiteX104" fmla="*/ 76151 w 492259"/>
                <a:gd name="connsiteY104" fmla="*/ 522175 h 674476"/>
                <a:gd name="connsiteX105" fmla="*/ 87029 w 492259"/>
                <a:gd name="connsiteY105" fmla="*/ 470501 h 674476"/>
                <a:gd name="connsiteX106" fmla="*/ 92468 w 492259"/>
                <a:gd name="connsiteY106" fmla="*/ 446025 h 674476"/>
                <a:gd name="connsiteX107" fmla="*/ 65272 w 492259"/>
                <a:gd name="connsiteY107" fmla="*/ 432426 h 674476"/>
                <a:gd name="connsiteX108" fmla="*/ 54393 w 492259"/>
                <a:gd name="connsiteY108" fmla="*/ 421548 h 674476"/>
                <a:gd name="connsiteX109" fmla="*/ 73431 w 492259"/>
                <a:gd name="connsiteY109" fmla="*/ 407949 h 674476"/>
                <a:gd name="connsiteX110" fmla="*/ 100629 w 492259"/>
                <a:gd name="connsiteY110" fmla="*/ 399790 h 674476"/>
                <a:gd name="connsiteX111" fmla="*/ 108788 w 492259"/>
                <a:gd name="connsiteY111" fmla="*/ 369874 h 674476"/>
                <a:gd name="connsiteX112" fmla="*/ 125105 w 492259"/>
                <a:gd name="connsiteY112" fmla="*/ 307322 h 674476"/>
                <a:gd name="connsiteX113" fmla="*/ 141423 w 492259"/>
                <a:gd name="connsiteY113" fmla="*/ 242051 h 674476"/>
                <a:gd name="connsiteX114" fmla="*/ 155022 w 492259"/>
                <a:gd name="connsiteY114" fmla="*/ 179498 h 674476"/>
                <a:gd name="connsiteX115" fmla="*/ 168620 w 492259"/>
                <a:gd name="connsiteY115" fmla="*/ 119665 h 674476"/>
                <a:gd name="connsiteX116" fmla="*/ 193097 w 492259"/>
                <a:gd name="connsiteY116" fmla="*/ 57113 h 674476"/>
                <a:gd name="connsiteX117" fmla="*/ 201256 w 492259"/>
                <a:gd name="connsiteY117" fmla="*/ 38075 h 674476"/>
                <a:gd name="connsiteX118" fmla="*/ 217574 w 492259"/>
                <a:gd name="connsiteY118" fmla="*/ 13598 h 674476"/>
                <a:gd name="connsiteX119" fmla="*/ 274687 w 492259"/>
                <a:gd name="connsiteY119" fmla="*/ 0 h 674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</a:cxnLst>
              <a:rect l="l" t="t" r="r" b="b"/>
              <a:pathLst>
                <a:path w="492259" h="674476">
                  <a:moveTo>
                    <a:pt x="225733" y="97907"/>
                  </a:moveTo>
                  <a:cubicBezTo>
                    <a:pt x="217574" y="97907"/>
                    <a:pt x="209415" y="114225"/>
                    <a:pt x="209415" y="119665"/>
                  </a:cubicBezTo>
                  <a:cubicBezTo>
                    <a:pt x="206695" y="130543"/>
                    <a:pt x="203976" y="144141"/>
                    <a:pt x="201256" y="152300"/>
                  </a:cubicBezTo>
                  <a:cubicBezTo>
                    <a:pt x="198536" y="157740"/>
                    <a:pt x="198536" y="163179"/>
                    <a:pt x="198536" y="168618"/>
                  </a:cubicBezTo>
                  <a:cubicBezTo>
                    <a:pt x="198536" y="174058"/>
                    <a:pt x="195817" y="179497"/>
                    <a:pt x="195817" y="184936"/>
                  </a:cubicBezTo>
                  <a:cubicBezTo>
                    <a:pt x="193097" y="195815"/>
                    <a:pt x="190377" y="209413"/>
                    <a:pt x="187658" y="220292"/>
                  </a:cubicBezTo>
                  <a:cubicBezTo>
                    <a:pt x="184938" y="244769"/>
                    <a:pt x="176779" y="269246"/>
                    <a:pt x="168620" y="291003"/>
                  </a:cubicBezTo>
                  <a:cubicBezTo>
                    <a:pt x="165900" y="301881"/>
                    <a:pt x="163181" y="312760"/>
                    <a:pt x="160461" y="323639"/>
                  </a:cubicBezTo>
                  <a:cubicBezTo>
                    <a:pt x="157742" y="337237"/>
                    <a:pt x="155022" y="348115"/>
                    <a:pt x="149582" y="361714"/>
                  </a:cubicBezTo>
                  <a:cubicBezTo>
                    <a:pt x="146863" y="367153"/>
                    <a:pt x="144143" y="383471"/>
                    <a:pt x="144143" y="388910"/>
                  </a:cubicBezTo>
                  <a:cubicBezTo>
                    <a:pt x="144143" y="391630"/>
                    <a:pt x="146863" y="391630"/>
                    <a:pt x="149582" y="391630"/>
                  </a:cubicBezTo>
                  <a:cubicBezTo>
                    <a:pt x="155022" y="391630"/>
                    <a:pt x="168620" y="391630"/>
                    <a:pt x="171340" y="391630"/>
                  </a:cubicBezTo>
                  <a:cubicBezTo>
                    <a:pt x="179498" y="391630"/>
                    <a:pt x="187658" y="391630"/>
                    <a:pt x="193097" y="388910"/>
                  </a:cubicBezTo>
                  <a:cubicBezTo>
                    <a:pt x="198536" y="388910"/>
                    <a:pt x="203976" y="388910"/>
                    <a:pt x="212135" y="388910"/>
                  </a:cubicBezTo>
                  <a:cubicBezTo>
                    <a:pt x="217574" y="388910"/>
                    <a:pt x="225733" y="388910"/>
                    <a:pt x="236611" y="388910"/>
                  </a:cubicBezTo>
                  <a:cubicBezTo>
                    <a:pt x="242051" y="388910"/>
                    <a:pt x="247490" y="388910"/>
                    <a:pt x="250210" y="386191"/>
                  </a:cubicBezTo>
                  <a:cubicBezTo>
                    <a:pt x="255649" y="391630"/>
                    <a:pt x="258369" y="388910"/>
                    <a:pt x="258369" y="386191"/>
                  </a:cubicBezTo>
                  <a:cubicBezTo>
                    <a:pt x="258369" y="380751"/>
                    <a:pt x="255649" y="372592"/>
                    <a:pt x="255649" y="367153"/>
                  </a:cubicBezTo>
                  <a:cubicBezTo>
                    <a:pt x="252930" y="353555"/>
                    <a:pt x="250210" y="342676"/>
                    <a:pt x="250210" y="331797"/>
                  </a:cubicBezTo>
                  <a:cubicBezTo>
                    <a:pt x="250210" y="301881"/>
                    <a:pt x="250210" y="274685"/>
                    <a:pt x="247490" y="244769"/>
                  </a:cubicBezTo>
                  <a:cubicBezTo>
                    <a:pt x="247490" y="231170"/>
                    <a:pt x="244771" y="217572"/>
                    <a:pt x="242051" y="203974"/>
                  </a:cubicBezTo>
                  <a:cubicBezTo>
                    <a:pt x="239331" y="187656"/>
                    <a:pt x="236611" y="174058"/>
                    <a:pt x="236611" y="157740"/>
                  </a:cubicBezTo>
                  <a:cubicBezTo>
                    <a:pt x="236611" y="152300"/>
                    <a:pt x="236611" y="133263"/>
                    <a:pt x="233892" y="119665"/>
                  </a:cubicBezTo>
                  <a:cubicBezTo>
                    <a:pt x="233892" y="106066"/>
                    <a:pt x="231172" y="97907"/>
                    <a:pt x="225733" y="97907"/>
                  </a:cubicBezTo>
                  <a:close/>
                  <a:moveTo>
                    <a:pt x="274687" y="0"/>
                  </a:moveTo>
                  <a:cubicBezTo>
                    <a:pt x="288285" y="0"/>
                    <a:pt x="293724" y="2720"/>
                    <a:pt x="304603" y="5439"/>
                  </a:cubicBezTo>
                  <a:cubicBezTo>
                    <a:pt x="315481" y="10879"/>
                    <a:pt x="315481" y="16318"/>
                    <a:pt x="320921" y="24477"/>
                  </a:cubicBezTo>
                  <a:cubicBezTo>
                    <a:pt x="326360" y="29916"/>
                    <a:pt x="331800" y="35356"/>
                    <a:pt x="334519" y="43515"/>
                  </a:cubicBezTo>
                  <a:cubicBezTo>
                    <a:pt x="337239" y="51674"/>
                    <a:pt x="337239" y="57113"/>
                    <a:pt x="339959" y="65272"/>
                  </a:cubicBezTo>
                  <a:cubicBezTo>
                    <a:pt x="345398" y="78870"/>
                    <a:pt x="342678" y="97908"/>
                    <a:pt x="348118" y="114226"/>
                  </a:cubicBezTo>
                  <a:cubicBezTo>
                    <a:pt x="350837" y="130544"/>
                    <a:pt x="358996" y="146863"/>
                    <a:pt x="361716" y="163180"/>
                  </a:cubicBezTo>
                  <a:cubicBezTo>
                    <a:pt x="364435" y="182218"/>
                    <a:pt x="364435" y="201256"/>
                    <a:pt x="369875" y="220293"/>
                  </a:cubicBezTo>
                  <a:cubicBezTo>
                    <a:pt x="375314" y="239331"/>
                    <a:pt x="378034" y="255649"/>
                    <a:pt x="378034" y="274686"/>
                  </a:cubicBezTo>
                  <a:cubicBezTo>
                    <a:pt x="378034" y="282845"/>
                    <a:pt x="380753" y="293724"/>
                    <a:pt x="383473" y="301883"/>
                  </a:cubicBezTo>
                  <a:cubicBezTo>
                    <a:pt x="386193" y="312762"/>
                    <a:pt x="388913" y="326360"/>
                    <a:pt x="391632" y="337238"/>
                  </a:cubicBezTo>
                  <a:cubicBezTo>
                    <a:pt x="391632" y="342678"/>
                    <a:pt x="394352" y="353556"/>
                    <a:pt x="397071" y="364435"/>
                  </a:cubicBezTo>
                  <a:cubicBezTo>
                    <a:pt x="399791" y="372594"/>
                    <a:pt x="402511" y="380753"/>
                    <a:pt x="405230" y="383473"/>
                  </a:cubicBezTo>
                  <a:cubicBezTo>
                    <a:pt x="407950" y="386192"/>
                    <a:pt x="413389" y="386192"/>
                    <a:pt x="416109" y="386192"/>
                  </a:cubicBezTo>
                  <a:cubicBezTo>
                    <a:pt x="418829" y="386192"/>
                    <a:pt x="424268" y="386192"/>
                    <a:pt x="426988" y="386192"/>
                  </a:cubicBezTo>
                  <a:cubicBezTo>
                    <a:pt x="437866" y="386192"/>
                    <a:pt x="448745" y="388912"/>
                    <a:pt x="454184" y="397071"/>
                  </a:cubicBezTo>
                  <a:cubicBezTo>
                    <a:pt x="456904" y="399790"/>
                    <a:pt x="456904" y="402510"/>
                    <a:pt x="456904" y="405230"/>
                  </a:cubicBezTo>
                  <a:cubicBezTo>
                    <a:pt x="456904" y="407949"/>
                    <a:pt x="454184" y="410669"/>
                    <a:pt x="451464" y="416108"/>
                  </a:cubicBezTo>
                  <a:cubicBezTo>
                    <a:pt x="446025" y="421548"/>
                    <a:pt x="440586" y="426987"/>
                    <a:pt x="432427" y="429707"/>
                  </a:cubicBezTo>
                  <a:cubicBezTo>
                    <a:pt x="429707" y="429707"/>
                    <a:pt x="426988" y="432426"/>
                    <a:pt x="421548" y="432426"/>
                  </a:cubicBezTo>
                  <a:cubicBezTo>
                    <a:pt x="418829" y="432426"/>
                    <a:pt x="416109" y="432426"/>
                    <a:pt x="413389" y="435146"/>
                  </a:cubicBezTo>
                  <a:cubicBezTo>
                    <a:pt x="413389" y="435146"/>
                    <a:pt x="413389" y="437866"/>
                    <a:pt x="413389" y="440585"/>
                  </a:cubicBezTo>
                  <a:cubicBezTo>
                    <a:pt x="413389" y="443305"/>
                    <a:pt x="413389" y="448744"/>
                    <a:pt x="416109" y="451464"/>
                  </a:cubicBezTo>
                  <a:cubicBezTo>
                    <a:pt x="416109" y="456903"/>
                    <a:pt x="418829" y="462343"/>
                    <a:pt x="418829" y="465062"/>
                  </a:cubicBezTo>
                  <a:lnTo>
                    <a:pt x="418829" y="475941"/>
                  </a:lnTo>
                  <a:cubicBezTo>
                    <a:pt x="418829" y="481380"/>
                    <a:pt x="418829" y="484100"/>
                    <a:pt x="418829" y="486820"/>
                  </a:cubicBezTo>
                  <a:cubicBezTo>
                    <a:pt x="421548" y="497698"/>
                    <a:pt x="424268" y="505857"/>
                    <a:pt x="426988" y="516736"/>
                  </a:cubicBezTo>
                  <a:cubicBezTo>
                    <a:pt x="426988" y="524895"/>
                    <a:pt x="429707" y="535773"/>
                    <a:pt x="432427" y="543932"/>
                  </a:cubicBezTo>
                  <a:cubicBezTo>
                    <a:pt x="435147" y="554811"/>
                    <a:pt x="437866" y="562970"/>
                    <a:pt x="437866" y="573848"/>
                  </a:cubicBezTo>
                  <a:cubicBezTo>
                    <a:pt x="437866" y="587447"/>
                    <a:pt x="440586" y="595606"/>
                    <a:pt x="443306" y="606484"/>
                  </a:cubicBezTo>
                  <a:cubicBezTo>
                    <a:pt x="443306" y="609204"/>
                    <a:pt x="446025" y="614643"/>
                    <a:pt x="446025" y="617363"/>
                  </a:cubicBezTo>
                  <a:cubicBezTo>
                    <a:pt x="454184" y="617363"/>
                    <a:pt x="462343" y="617363"/>
                    <a:pt x="470502" y="617363"/>
                  </a:cubicBezTo>
                  <a:cubicBezTo>
                    <a:pt x="475942" y="625522"/>
                    <a:pt x="492259" y="630961"/>
                    <a:pt x="492259" y="641840"/>
                  </a:cubicBezTo>
                  <a:cubicBezTo>
                    <a:pt x="492259" y="647279"/>
                    <a:pt x="486820" y="649999"/>
                    <a:pt x="484101" y="655438"/>
                  </a:cubicBezTo>
                  <a:cubicBezTo>
                    <a:pt x="481381" y="660877"/>
                    <a:pt x="473222" y="663597"/>
                    <a:pt x="467782" y="663597"/>
                  </a:cubicBezTo>
                  <a:cubicBezTo>
                    <a:pt x="456904" y="666317"/>
                    <a:pt x="451464" y="666317"/>
                    <a:pt x="443306" y="666317"/>
                  </a:cubicBezTo>
                  <a:cubicBezTo>
                    <a:pt x="437866" y="666317"/>
                    <a:pt x="429707" y="666317"/>
                    <a:pt x="421548" y="666317"/>
                  </a:cubicBezTo>
                  <a:cubicBezTo>
                    <a:pt x="418829" y="666317"/>
                    <a:pt x="416109" y="666317"/>
                    <a:pt x="413389" y="666317"/>
                  </a:cubicBezTo>
                  <a:cubicBezTo>
                    <a:pt x="407950" y="669036"/>
                    <a:pt x="405230" y="669036"/>
                    <a:pt x="399791" y="671756"/>
                  </a:cubicBezTo>
                  <a:cubicBezTo>
                    <a:pt x="394352" y="671756"/>
                    <a:pt x="388913" y="674476"/>
                    <a:pt x="383473" y="674476"/>
                  </a:cubicBezTo>
                  <a:cubicBezTo>
                    <a:pt x="372594" y="674476"/>
                    <a:pt x="358996" y="671756"/>
                    <a:pt x="348118" y="669036"/>
                  </a:cubicBezTo>
                  <a:cubicBezTo>
                    <a:pt x="339959" y="669036"/>
                    <a:pt x="331800" y="669036"/>
                    <a:pt x="326360" y="669036"/>
                  </a:cubicBezTo>
                  <a:cubicBezTo>
                    <a:pt x="304603" y="669036"/>
                    <a:pt x="285565" y="669036"/>
                    <a:pt x="277406" y="669036"/>
                  </a:cubicBezTo>
                  <a:cubicBezTo>
                    <a:pt x="269247" y="669036"/>
                    <a:pt x="258369" y="669036"/>
                    <a:pt x="252930" y="663597"/>
                  </a:cubicBezTo>
                  <a:cubicBezTo>
                    <a:pt x="247490" y="660877"/>
                    <a:pt x="236611" y="655438"/>
                    <a:pt x="236611" y="647279"/>
                  </a:cubicBezTo>
                  <a:cubicBezTo>
                    <a:pt x="236611" y="636401"/>
                    <a:pt x="252930" y="633681"/>
                    <a:pt x="261088" y="630961"/>
                  </a:cubicBezTo>
                  <a:cubicBezTo>
                    <a:pt x="266528" y="630961"/>
                    <a:pt x="274687" y="630961"/>
                    <a:pt x="288285" y="628241"/>
                  </a:cubicBezTo>
                  <a:cubicBezTo>
                    <a:pt x="288285" y="620082"/>
                    <a:pt x="288285" y="614643"/>
                    <a:pt x="285565" y="609204"/>
                  </a:cubicBezTo>
                  <a:cubicBezTo>
                    <a:pt x="285565" y="601045"/>
                    <a:pt x="282846" y="590166"/>
                    <a:pt x="282846" y="582007"/>
                  </a:cubicBezTo>
                  <a:cubicBezTo>
                    <a:pt x="282846" y="576568"/>
                    <a:pt x="280126" y="573848"/>
                    <a:pt x="280126" y="568409"/>
                  </a:cubicBezTo>
                  <a:cubicBezTo>
                    <a:pt x="280126" y="562970"/>
                    <a:pt x="282846" y="557531"/>
                    <a:pt x="282846" y="554811"/>
                  </a:cubicBezTo>
                  <a:cubicBezTo>
                    <a:pt x="282846" y="549371"/>
                    <a:pt x="280126" y="546652"/>
                    <a:pt x="277406" y="538493"/>
                  </a:cubicBezTo>
                  <a:cubicBezTo>
                    <a:pt x="277406" y="527614"/>
                    <a:pt x="271967" y="516736"/>
                    <a:pt x="271967" y="505857"/>
                  </a:cubicBezTo>
                  <a:cubicBezTo>
                    <a:pt x="271967" y="494978"/>
                    <a:pt x="271967" y="486820"/>
                    <a:pt x="269247" y="478660"/>
                  </a:cubicBezTo>
                  <a:cubicBezTo>
                    <a:pt x="266528" y="467782"/>
                    <a:pt x="266528" y="456903"/>
                    <a:pt x="266528" y="446025"/>
                  </a:cubicBezTo>
                  <a:cubicBezTo>
                    <a:pt x="266528" y="440585"/>
                    <a:pt x="263808" y="437866"/>
                    <a:pt x="261088" y="437866"/>
                  </a:cubicBezTo>
                  <a:cubicBezTo>
                    <a:pt x="258369" y="437866"/>
                    <a:pt x="255649" y="437866"/>
                    <a:pt x="250210" y="437866"/>
                  </a:cubicBezTo>
                  <a:cubicBezTo>
                    <a:pt x="239331" y="437866"/>
                    <a:pt x="228452" y="437866"/>
                    <a:pt x="220293" y="440585"/>
                  </a:cubicBezTo>
                  <a:cubicBezTo>
                    <a:pt x="209415" y="440585"/>
                    <a:pt x="201256" y="443305"/>
                    <a:pt x="190377" y="443305"/>
                  </a:cubicBezTo>
                  <a:cubicBezTo>
                    <a:pt x="182218" y="443305"/>
                    <a:pt x="174059" y="443305"/>
                    <a:pt x="165900" y="443305"/>
                  </a:cubicBezTo>
                  <a:cubicBezTo>
                    <a:pt x="163181" y="443305"/>
                    <a:pt x="152302" y="440585"/>
                    <a:pt x="144143" y="440585"/>
                  </a:cubicBezTo>
                  <a:cubicBezTo>
                    <a:pt x="135984" y="440585"/>
                    <a:pt x="135984" y="448744"/>
                    <a:pt x="135984" y="454184"/>
                  </a:cubicBezTo>
                  <a:cubicBezTo>
                    <a:pt x="135984" y="465062"/>
                    <a:pt x="133264" y="475941"/>
                    <a:pt x="130545" y="486820"/>
                  </a:cubicBezTo>
                  <a:cubicBezTo>
                    <a:pt x="127825" y="505857"/>
                    <a:pt x="122386" y="522175"/>
                    <a:pt x="119666" y="541213"/>
                  </a:cubicBezTo>
                  <a:cubicBezTo>
                    <a:pt x="116947" y="560250"/>
                    <a:pt x="108788" y="595606"/>
                    <a:pt x="103348" y="614643"/>
                  </a:cubicBezTo>
                  <a:cubicBezTo>
                    <a:pt x="111507" y="614643"/>
                    <a:pt x="122386" y="614643"/>
                    <a:pt x="133264" y="614643"/>
                  </a:cubicBezTo>
                  <a:cubicBezTo>
                    <a:pt x="146863" y="614643"/>
                    <a:pt x="168620" y="614643"/>
                    <a:pt x="168620" y="630961"/>
                  </a:cubicBezTo>
                  <a:cubicBezTo>
                    <a:pt x="168620" y="639120"/>
                    <a:pt x="165900" y="639120"/>
                    <a:pt x="163181" y="647279"/>
                  </a:cubicBezTo>
                  <a:cubicBezTo>
                    <a:pt x="160461" y="652718"/>
                    <a:pt x="152302" y="655438"/>
                    <a:pt x="146863" y="655438"/>
                  </a:cubicBezTo>
                  <a:cubicBezTo>
                    <a:pt x="138704" y="658158"/>
                    <a:pt x="133264" y="658158"/>
                    <a:pt x="127825" y="658158"/>
                  </a:cubicBezTo>
                  <a:cubicBezTo>
                    <a:pt x="122386" y="658158"/>
                    <a:pt x="116947" y="658158"/>
                    <a:pt x="106068" y="658158"/>
                  </a:cubicBezTo>
                  <a:cubicBezTo>
                    <a:pt x="92468" y="658158"/>
                    <a:pt x="78870" y="658158"/>
                    <a:pt x="62552" y="658158"/>
                  </a:cubicBezTo>
                  <a:cubicBezTo>
                    <a:pt x="54393" y="658158"/>
                    <a:pt x="46234" y="658158"/>
                    <a:pt x="40795" y="658158"/>
                  </a:cubicBezTo>
                  <a:cubicBezTo>
                    <a:pt x="32636" y="658158"/>
                    <a:pt x="21758" y="658158"/>
                    <a:pt x="16318" y="652718"/>
                  </a:cubicBezTo>
                  <a:cubicBezTo>
                    <a:pt x="8159" y="649999"/>
                    <a:pt x="0" y="641840"/>
                    <a:pt x="0" y="636401"/>
                  </a:cubicBezTo>
                  <a:cubicBezTo>
                    <a:pt x="0" y="633681"/>
                    <a:pt x="0" y="630961"/>
                    <a:pt x="2720" y="628241"/>
                  </a:cubicBezTo>
                  <a:cubicBezTo>
                    <a:pt x="8159" y="625522"/>
                    <a:pt x="16318" y="622802"/>
                    <a:pt x="24477" y="620082"/>
                  </a:cubicBezTo>
                  <a:cubicBezTo>
                    <a:pt x="38075" y="617363"/>
                    <a:pt x="48954" y="617363"/>
                    <a:pt x="62552" y="617363"/>
                  </a:cubicBezTo>
                  <a:cubicBezTo>
                    <a:pt x="62552" y="617363"/>
                    <a:pt x="62552" y="614643"/>
                    <a:pt x="62552" y="614643"/>
                  </a:cubicBezTo>
                  <a:cubicBezTo>
                    <a:pt x="62552" y="603765"/>
                    <a:pt x="65272" y="590166"/>
                    <a:pt x="65272" y="587447"/>
                  </a:cubicBezTo>
                  <a:cubicBezTo>
                    <a:pt x="67992" y="565689"/>
                    <a:pt x="73431" y="543932"/>
                    <a:pt x="76151" y="522175"/>
                  </a:cubicBezTo>
                  <a:cubicBezTo>
                    <a:pt x="78870" y="505857"/>
                    <a:pt x="81590" y="486820"/>
                    <a:pt x="87029" y="470501"/>
                  </a:cubicBezTo>
                  <a:cubicBezTo>
                    <a:pt x="87029" y="465062"/>
                    <a:pt x="92468" y="451464"/>
                    <a:pt x="92468" y="446025"/>
                  </a:cubicBezTo>
                  <a:cubicBezTo>
                    <a:pt x="92468" y="437866"/>
                    <a:pt x="73431" y="437866"/>
                    <a:pt x="65272" y="432426"/>
                  </a:cubicBezTo>
                  <a:cubicBezTo>
                    <a:pt x="59833" y="429707"/>
                    <a:pt x="54393" y="426987"/>
                    <a:pt x="54393" y="421548"/>
                  </a:cubicBezTo>
                  <a:cubicBezTo>
                    <a:pt x="54393" y="413389"/>
                    <a:pt x="62552" y="410669"/>
                    <a:pt x="73431" y="407949"/>
                  </a:cubicBezTo>
                  <a:cubicBezTo>
                    <a:pt x="78870" y="407949"/>
                    <a:pt x="92468" y="405230"/>
                    <a:pt x="100629" y="399790"/>
                  </a:cubicBezTo>
                  <a:cubicBezTo>
                    <a:pt x="106068" y="394351"/>
                    <a:pt x="106068" y="378033"/>
                    <a:pt x="108788" y="369874"/>
                  </a:cubicBezTo>
                  <a:cubicBezTo>
                    <a:pt x="114227" y="348117"/>
                    <a:pt x="119666" y="326360"/>
                    <a:pt x="125105" y="307322"/>
                  </a:cubicBezTo>
                  <a:cubicBezTo>
                    <a:pt x="130545" y="285565"/>
                    <a:pt x="135984" y="263808"/>
                    <a:pt x="141423" y="242051"/>
                  </a:cubicBezTo>
                  <a:cubicBezTo>
                    <a:pt x="146863" y="220293"/>
                    <a:pt x="152302" y="198536"/>
                    <a:pt x="155022" y="179498"/>
                  </a:cubicBezTo>
                  <a:cubicBezTo>
                    <a:pt x="157742" y="160461"/>
                    <a:pt x="163181" y="138703"/>
                    <a:pt x="168620" y="119665"/>
                  </a:cubicBezTo>
                  <a:cubicBezTo>
                    <a:pt x="176779" y="100627"/>
                    <a:pt x="182218" y="76150"/>
                    <a:pt x="193097" y="57113"/>
                  </a:cubicBezTo>
                  <a:lnTo>
                    <a:pt x="201256" y="38075"/>
                  </a:lnTo>
                  <a:cubicBezTo>
                    <a:pt x="206695" y="29916"/>
                    <a:pt x="209415" y="19038"/>
                    <a:pt x="217574" y="13598"/>
                  </a:cubicBezTo>
                  <a:cubicBezTo>
                    <a:pt x="231172" y="2720"/>
                    <a:pt x="255649" y="0"/>
                    <a:pt x="274687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>
                <a:ln>
                  <a:noFill/>
                </a:ln>
                <a:solidFill>
                  <a:srgbClr val="666666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90" name="Freeform: Shape 46">
              <a:extLst>
                <a:ext uri="{FF2B5EF4-FFF2-40B4-BE49-F238E27FC236}">
                  <a16:creationId xmlns:a16="http://schemas.microsoft.com/office/drawing/2014/main" id="{B40D38D6-8929-4B46-BB18-004E59102AA0}"/>
                </a:ext>
              </a:extLst>
            </p:cNvPr>
            <p:cNvSpPr/>
            <p:nvPr/>
          </p:nvSpPr>
          <p:spPr>
            <a:xfrm>
              <a:off x="6876542" y="4244897"/>
              <a:ext cx="462342" cy="677195"/>
            </a:xfrm>
            <a:custGeom>
              <a:avLst/>
              <a:gdLst>
                <a:gd name="connsiteX0" fmla="*/ 214853 w 462342"/>
                <a:gd name="connsiteY0" fmla="*/ 65272 h 677195"/>
                <a:gd name="connsiteX1" fmla="*/ 195815 w 462342"/>
                <a:gd name="connsiteY1" fmla="*/ 73431 h 677195"/>
                <a:gd name="connsiteX2" fmla="*/ 193096 w 462342"/>
                <a:gd name="connsiteY2" fmla="*/ 125105 h 677195"/>
                <a:gd name="connsiteX3" fmla="*/ 190376 w 462342"/>
                <a:gd name="connsiteY3" fmla="*/ 280125 h 677195"/>
                <a:gd name="connsiteX4" fmla="*/ 190376 w 462342"/>
                <a:gd name="connsiteY4" fmla="*/ 301882 h 677195"/>
                <a:gd name="connsiteX5" fmla="*/ 193096 w 462342"/>
                <a:gd name="connsiteY5" fmla="*/ 342677 h 677195"/>
                <a:gd name="connsiteX6" fmla="*/ 195815 w 462342"/>
                <a:gd name="connsiteY6" fmla="*/ 397070 h 677195"/>
                <a:gd name="connsiteX7" fmla="*/ 195815 w 462342"/>
                <a:gd name="connsiteY7" fmla="*/ 443304 h 677195"/>
                <a:gd name="connsiteX8" fmla="*/ 195815 w 462342"/>
                <a:gd name="connsiteY8" fmla="*/ 530333 h 677195"/>
                <a:gd name="connsiteX9" fmla="*/ 193096 w 462342"/>
                <a:gd name="connsiteY9" fmla="*/ 554810 h 677195"/>
                <a:gd name="connsiteX10" fmla="*/ 190376 w 462342"/>
                <a:gd name="connsiteY10" fmla="*/ 603764 h 677195"/>
                <a:gd name="connsiteX11" fmla="*/ 198535 w 462342"/>
                <a:gd name="connsiteY11" fmla="*/ 611923 h 677195"/>
                <a:gd name="connsiteX12" fmla="*/ 214853 w 462342"/>
                <a:gd name="connsiteY12" fmla="*/ 611923 h 677195"/>
                <a:gd name="connsiteX13" fmla="*/ 236610 w 462342"/>
                <a:gd name="connsiteY13" fmla="*/ 611923 h 677195"/>
                <a:gd name="connsiteX14" fmla="*/ 263807 w 462342"/>
                <a:gd name="connsiteY14" fmla="*/ 598325 h 677195"/>
                <a:gd name="connsiteX15" fmla="*/ 277405 w 462342"/>
                <a:gd name="connsiteY15" fmla="*/ 592885 h 677195"/>
                <a:gd name="connsiteX16" fmla="*/ 291004 w 462342"/>
                <a:gd name="connsiteY16" fmla="*/ 573848 h 677195"/>
                <a:gd name="connsiteX17" fmla="*/ 307322 w 462342"/>
                <a:gd name="connsiteY17" fmla="*/ 543931 h 677195"/>
                <a:gd name="connsiteX18" fmla="*/ 326359 w 462342"/>
                <a:gd name="connsiteY18" fmla="*/ 481379 h 677195"/>
                <a:gd name="connsiteX19" fmla="*/ 337238 w 462342"/>
                <a:gd name="connsiteY19" fmla="*/ 413388 h 677195"/>
                <a:gd name="connsiteX20" fmla="*/ 337238 w 462342"/>
                <a:gd name="connsiteY20" fmla="*/ 350836 h 677195"/>
                <a:gd name="connsiteX21" fmla="*/ 334518 w 462342"/>
                <a:gd name="connsiteY21" fmla="*/ 296443 h 677195"/>
                <a:gd name="connsiteX22" fmla="*/ 329079 w 462342"/>
                <a:gd name="connsiteY22" fmla="*/ 244769 h 677195"/>
                <a:gd name="connsiteX23" fmla="*/ 307322 w 462342"/>
                <a:gd name="connsiteY23" fmla="*/ 135983 h 677195"/>
                <a:gd name="connsiteX24" fmla="*/ 271966 w 462342"/>
                <a:gd name="connsiteY24" fmla="*/ 78870 h 677195"/>
                <a:gd name="connsiteX25" fmla="*/ 214853 w 462342"/>
                <a:gd name="connsiteY25" fmla="*/ 65272 h 677195"/>
                <a:gd name="connsiteX26" fmla="*/ 114226 w 462342"/>
                <a:gd name="connsiteY26" fmla="*/ 0 h 677195"/>
                <a:gd name="connsiteX27" fmla="*/ 127824 w 462342"/>
                <a:gd name="connsiteY27" fmla="*/ 0 h 677195"/>
                <a:gd name="connsiteX28" fmla="*/ 146862 w 462342"/>
                <a:gd name="connsiteY28" fmla="*/ 2720 h 677195"/>
                <a:gd name="connsiteX29" fmla="*/ 174059 w 462342"/>
                <a:gd name="connsiteY29" fmla="*/ 21758 h 677195"/>
                <a:gd name="connsiteX30" fmla="*/ 193096 w 462342"/>
                <a:gd name="connsiteY30" fmla="*/ 21758 h 677195"/>
                <a:gd name="connsiteX31" fmla="*/ 261088 w 462342"/>
                <a:gd name="connsiteY31" fmla="*/ 27197 h 677195"/>
                <a:gd name="connsiteX32" fmla="*/ 310042 w 462342"/>
                <a:gd name="connsiteY32" fmla="*/ 35356 h 677195"/>
                <a:gd name="connsiteX33" fmla="*/ 334518 w 462342"/>
                <a:gd name="connsiteY33" fmla="*/ 40795 h 677195"/>
                <a:gd name="connsiteX34" fmla="*/ 356276 w 462342"/>
                <a:gd name="connsiteY34" fmla="*/ 59833 h 677195"/>
                <a:gd name="connsiteX35" fmla="*/ 372593 w 462342"/>
                <a:gd name="connsiteY35" fmla="*/ 76151 h 677195"/>
                <a:gd name="connsiteX36" fmla="*/ 380752 w 462342"/>
                <a:gd name="connsiteY36" fmla="*/ 95188 h 677195"/>
                <a:gd name="connsiteX37" fmla="*/ 405230 w 462342"/>
                <a:gd name="connsiteY37" fmla="*/ 114226 h 677195"/>
                <a:gd name="connsiteX38" fmla="*/ 416108 w 462342"/>
                <a:gd name="connsiteY38" fmla="*/ 141422 h 677195"/>
                <a:gd name="connsiteX39" fmla="*/ 451464 w 462342"/>
                <a:gd name="connsiteY39" fmla="*/ 201256 h 677195"/>
                <a:gd name="connsiteX40" fmla="*/ 456903 w 462342"/>
                <a:gd name="connsiteY40" fmla="*/ 252929 h 677195"/>
                <a:gd name="connsiteX41" fmla="*/ 456903 w 462342"/>
                <a:gd name="connsiteY41" fmla="*/ 291004 h 677195"/>
                <a:gd name="connsiteX42" fmla="*/ 459623 w 462342"/>
                <a:gd name="connsiteY42" fmla="*/ 318201 h 677195"/>
                <a:gd name="connsiteX43" fmla="*/ 459623 w 462342"/>
                <a:gd name="connsiteY43" fmla="*/ 326360 h 677195"/>
                <a:gd name="connsiteX44" fmla="*/ 459623 w 462342"/>
                <a:gd name="connsiteY44" fmla="*/ 348117 h 677195"/>
                <a:gd name="connsiteX45" fmla="*/ 462342 w 462342"/>
                <a:gd name="connsiteY45" fmla="*/ 367155 h 677195"/>
                <a:gd name="connsiteX46" fmla="*/ 456903 w 462342"/>
                <a:gd name="connsiteY46" fmla="*/ 391632 h 677195"/>
                <a:gd name="connsiteX47" fmla="*/ 456903 w 462342"/>
                <a:gd name="connsiteY47" fmla="*/ 418828 h 677195"/>
                <a:gd name="connsiteX48" fmla="*/ 451464 w 462342"/>
                <a:gd name="connsiteY48" fmla="*/ 437866 h 677195"/>
                <a:gd name="connsiteX49" fmla="*/ 446025 w 462342"/>
                <a:gd name="connsiteY49" fmla="*/ 454184 h 677195"/>
                <a:gd name="connsiteX50" fmla="*/ 440585 w 462342"/>
                <a:gd name="connsiteY50" fmla="*/ 481380 h 677195"/>
                <a:gd name="connsiteX51" fmla="*/ 432426 w 462342"/>
                <a:gd name="connsiteY51" fmla="*/ 508577 h 677195"/>
                <a:gd name="connsiteX52" fmla="*/ 418828 w 462342"/>
                <a:gd name="connsiteY52" fmla="*/ 530334 h 677195"/>
                <a:gd name="connsiteX53" fmla="*/ 410669 w 462342"/>
                <a:gd name="connsiteY53" fmla="*/ 549371 h 677195"/>
                <a:gd name="connsiteX54" fmla="*/ 391631 w 462342"/>
                <a:gd name="connsiteY54" fmla="*/ 579288 h 677195"/>
                <a:gd name="connsiteX55" fmla="*/ 337238 w 462342"/>
                <a:gd name="connsiteY55" fmla="*/ 630961 h 677195"/>
                <a:gd name="connsiteX56" fmla="*/ 301883 w 462342"/>
                <a:gd name="connsiteY56" fmla="*/ 647279 h 677195"/>
                <a:gd name="connsiteX57" fmla="*/ 263807 w 462342"/>
                <a:gd name="connsiteY57" fmla="*/ 652718 h 677195"/>
                <a:gd name="connsiteX58" fmla="*/ 233891 w 462342"/>
                <a:gd name="connsiteY58" fmla="*/ 649999 h 677195"/>
                <a:gd name="connsiteX59" fmla="*/ 187657 w 462342"/>
                <a:gd name="connsiteY59" fmla="*/ 652718 h 677195"/>
                <a:gd name="connsiteX60" fmla="*/ 171339 w 462342"/>
                <a:gd name="connsiteY60" fmla="*/ 669036 h 677195"/>
                <a:gd name="connsiteX61" fmla="*/ 155021 w 462342"/>
                <a:gd name="connsiteY61" fmla="*/ 671756 h 677195"/>
                <a:gd name="connsiteX62" fmla="*/ 138703 w 462342"/>
                <a:gd name="connsiteY62" fmla="*/ 674476 h 677195"/>
                <a:gd name="connsiteX63" fmla="*/ 125105 w 462342"/>
                <a:gd name="connsiteY63" fmla="*/ 677195 h 677195"/>
                <a:gd name="connsiteX64" fmla="*/ 106067 w 462342"/>
                <a:gd name="connsiteY64" fmla="*/ 671756 h 677195"/>
                <a:gd name="connsiteX65" fmla="*/ 87029 w 462342"/>
                <a:gd name="connsiteY65" fmla="*/ 658158 h 677195"/>
                <a:gd name="connsiteX66" fmla="*/ 81590 w 462342"/>
                <a:gd name="connsiteY66" fmla="*/ 652718 h 677195"/>
                <a:gd name="connsiteX67" fmla="*/ 67992 w 462342"/>
                <a:gd name="connsiteY67" fmla="*/ 652718 h 677195"/>
                <a:gd name="connsiteX68" fmla="*/ 43515 w 462342"/>
                <a:gd name="connsiteY68" fmla="*/ 652718 h 677195"/>
                <a:gd name="connsiteX69" fmla="*/ 16318 w 462342"/>
                <a:gd name="connsiteY69" fmla="*/ 647279 h 677195"/>
                <a:gd name="connsiteX70" fmla="*/ 0 w 462342"/>
                <a:gd name="connsiteY70" fmla="*/ 630961 h 677195"/>
                <a:gd name="connsiteX71" fmla="*/ 5439 w 462342"/>
                <a:gd name="connsiteY71" fmla="*/ 620083 h 677195"/>
                <a:gd name="connsiteX72" fmla="*/ 27197 w 462342"/>
                <a:gd name="connsiteY72" fmla="*/ 611924 h 677195"/>
                <a:gd name="connsiteX73" fmla="*/ 65272 w 462342"/>
                <a:gd name="connsiteY73" fmla="*/ 609204 h 677195"/>
                <a:gd name="connsiteX74" fmla="*/ 65272 w 462342"/>
                <a:gd name="connsiteY74" fmla="*/ 584727 h 677195"/>
                <a:gd name="connsiteX75" fmla="*/ 62552 w 462342"/>
                <a:gd name="connsiteY75" fmla="*/ 456903 h 677195"/>
                <a:gd name="connsiteX76" fmla="*/ 65272 w 462342"/>
                <a:gd name="connsiteY76" fmla="*/ 337238 h 677195"/>
                <a:gd name="connsiteX77" fmla="*/ 67992 w 462342"/>
                <a:gd name="connsiteY77" fmla="*/ 203975 h 677195"/>
                <a:gd name="connsiteX78" fmla="*/ 70712 w 462342"/>
                <a:gd name="connsiteY78" fmla="*/ 119665 h 677195"/>
                <a:gd name="connsiteX79" fmla="*/ 73431 w 462342"/>
                <a:gd name="connsiteY79" fmla="*/ 67992 h 677195"/>
                <a:gd name="connsiteX80" fmla="*/ 67992 w 462342"/>
                <a:gd name="connsiteY80" fmla="*/ 67992 h 677195"/>
                <a:gd name="connsiteX81" fmla="*/ 43515 w 462342"/>
                <a:gd name="connsiteY81" fmla="*/ 67992 h 677195"/>
                <a:gd name="connsiteX82" fmla="*/ 16318 w 462342"/>
                <a:gd name="connsiteY82" fmla="*/ 62552 h 677195"/>
                <a:gd name="connsiteX83" fmla="*/ 0 w 462342"/>
                <a:gd name="connsiteY83" fmla="*/ 46234 h 677195"/>
                <a:gd name="connsiteX84" fmla="*/ 5439 w 462342"/>
                <a:gd name="connsiteY84" fmla="*/ 35356 h 677195"/>
                <a:gd name="connsiteX85" fmla="*/ 27197 w 462342"/>
                <a:gd name="connsiteY85" fmla="*/ 27197 h 677195"/>
                <a:gd name="connsiteX86" fmla="*/ 76151 w 462342"/>
                <a:gd name="connsiteY86" fmla="*/ 21758 h 677195"/>
                <a:gd name="connsiteX87" fmla="*/ 81590 w 462342"/>
                <a:gd name="connsiteY87" fmla="*/ 13598 h 677195"/>
                <a:gd name="connsiteX88" fmla="*/ 97908 w 462342"/>
                <a:gd name="connsiteY88" fmla="*/ 5439 h 677195"/>
                <a:gd name="connsiteX89" fmla="*/ 114226 w 462342"/>
                <a:gd name="connsiteY89" fmla="*/ 0 h 677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462342" h="677195">
                  <a:moveTo>
                    <a:pt x="214853" y="65272"/>
                  </a:moveTo>
                  <a:cubicBezTo>
                    <a:pt x="203975" y="65272"/>
                    <a:pt x="195815" y="67992"/>
                    <a:pt x="195815" y="73431"/>
                  </a:cubicBezTo>
                  <a:cubicBezTo>
                    <a:pt x="193096" y="78870"/>
                    <a:pt x="193096" y="100628"/>
                    <a:pt x="193096" y="125105"/>
                  </a:cubicBezTo>
                  <a:cubicBezTo>
                    <a:pt x="193096" y="182217"/>
                    <a:pt x="193096" y="266527"/>
                    <a:pt x="190376" y="280125"/>
                  </a:cubicBezTo>
                  <a:cubicBezTo>
                    <a:pt x="190376" y="288284"/>
                    <a:pt x="190376" y="293723"/>
                    <a:pt x="190376" y="301882"/>
                  </a:cubicBezTo>
                  <a:cubicBezTo>
                    <a:pt x="190376" y="315480"/>
                    <a:pt x="190376" y="329079"/>
                    <a:pt x="193096" y="342677"/>
                  </a:cubicBezTo>
                  <a:cubicBezTo>
                    <a:pt x="193096" y="361715"/>
                    <a:pt x="193096" y="378033"/>
                    <a:pt x="195815" y="397070"/>
                  </a:cubicBezTo>
                  <a:cubicBezTo>
                    <a:pt x="195815" y="413388"/>
                    <a:pt x="195815" y="426986"/>
                    <a:pt x="195815" y="443304"/>
                  </a:cubicBezTo>
                  <a:cubicBezTo>
                    <a:pt x="195815" y="465061"/>
                    <a:pt x="198535" y="508576"/>
                    <a:pt x="195815" y="530333"/>
                  </a:cubicBezTo>
                  <a:cubicBezTo>
                    <a:pt x="195815" y="538492"/>
                    <a:pt x="193096" y="546651"/>
                    <a:pt x="193096" y="554810"/>
                  </a:cubicBezTo>
                  <a:cubicBezTo>
                    <a:pt x="193096" y="560249"/>
                    <a:pt x="190376" y="590166"/>
                    <a:pt x="190376" y="603764"/>
                  </a:cubicBezTo>
                  <a:cubicBezTo>
                    <a:pt x="190376" y="609203"/>
                    <a:pt x="190376" y="611923"/>
                    <a:pt x="198535" y="611923"/>
                  </a:cubicBezTo>
                  <a:cubicBezTo>
                    <a:pt x="206694" y="611923"/>
                    <a:pt x="209414" y="611923"/>
                    <a:pt x="214853" y="611923"/>
                  </a:cubicBezTo>
                  <a:cubicBezTo>
                    <a:pt x="223012" y="611923"/>
                    <a:pt x="220293" y="611923"/>
                    <a:pt x="236610" y="611923"/>
                  </a:cubicBezTo>
                  <a:cubicBezTo>
                    <a:pt x="242050" y="611923"/>
                    <a:pt x="258368" y="601044"/>
                    <a:pt x="263807" y="598325"/>
                  </a:cubicBezTo>
                  <a:cubicBezTo>
                    <a:pt x="266527" y="598325"/>
                    <a:pt x="274686" y="592885"/>
                    <a:pt x="277405" y="592885"/>
                  </a:cubicBezTo>
                  <a:cubicBezTo>
                    <a:pt x="285564" y="587446"/>
                    <a:pt x="288284" y="579287"/>
                    <a:pt x="291004" y="573848"/>
                  </a:cubicBezTo>
                  <a:cubicBezTo>
                    <a:pt x="296443" y="562969"/>
                    <a:pt x="301882" y="554810"/>
                    <a:pt x="307322" y="543931"/>
                  </a:cubicBezTo>
                  <a:cubicBezTo>
                    <a:pt x="315481" y="524894"/>
                    <a:pt x="320920" y="524894"/>
                    <a:pt x="326359" y="481379"/>
                  </a:cubicBezTo>
                  <a:cubicBezTo>
                    <a:pt x="329079" y="456903"/>
                    <a:pt x="334518" y="435145"/>
                    <a:pt x="337238" y="413388"/>
                  </a:cubicBezTo>
                  <a:cubicBezTo>
                    <a:pt x="337238" y="391631"/>
                    <a:pt x="337238" y="369873"/>
                    <a:pt x="337238" y="350836"/>
                  </a:cubicBezTo>
                  <a:cubicBezTo>
                    <a:pt x="337238" y="339957"/>
                    <a:pt x="337238" y="320920"/>
                    <a:pt x="334518" y="296443"/>
                  </a:cubicBezTo>
                  <a:cubicBezTo>
                    <a:pt x="331798" y="269246"/>
                    <a:pt x="329079" y="250209"/>
                    <a:pt x="329079" y="244769"/>
                  </a:cubicBezTo>
                  <a:cubicBezTo>
                    <a:pt x="323640" y="206694"/>
                    <a:pt x="318200" y="174058"/>
                    <a:pt x="307322" y="135983"/>
                  </a:cubicBezTo>
                  <a:cubicBezTo>
                    <a:pt x="304602" y="125105"/>
                    <a:pt x="304602" y="108787"/>
                    <a:pt x="271966" y="78870"/>
                  </a:cubicBezTo>
                  <a:cubicBezTo>
                    <a:pt x="263807" y="73431"/>
                    <a:pt x="233891" y="65272"/>
                    <a:pt x="214853" y="65272"/>
                  </a:cubicBezTo>
                  <a:close/>
                  <a:moveTo>
                    <a:pt x="114226" y="0"/>
                  </a:moveTo>
                  <a:cubicBezTo>
                    <a:pt x="119665" y="0"/>
                    <a:pt x="125105" y="0"/>
                    <a:pt x="127824" y="0"/>
                  </a:cubicBezTo>
                  <a:cubicBezTo>
                    <a:pt x="133264" y="0"/>
                    <a:pt x="141422" y="0"/>
                    <a:pt x="146862" y="2720"/>
                  </a:cubicBezTo>
                  <a:cubicBezTo>
                    <a:pt x="157741" y="5439"/>
                    <a:pt x="165900" y="13598"/>
                    <a:pt x="174059" y="21758"/>
                  </a:cubicBezTo>
                  <a:cubicBezTo>
                    <a:pt x="179498" y="21758"/>
                    <a:pt x="187657" y="21758"/>
                    <a:pt x="193096" y="21758"/>
                  </a:cubicBezTo>
                  <a:cubicBezTo>
                    <a:pt x="212134" y="21758"/>
                    <a:pt x="228452" y="27197"/>
                    <a:pt x="261088" y="27197"/>
                  </a:cubicBezTo>
                  <a:cubicBezTo>
                    <a:pt x="277405" y="27197"/>
                    <a:pt x="293723" y="35356"/>
                    <a:pt x="310042" y="35356"/>
                  </a:cubicBezTo>
                  <a:cubicBezTo>
                    <a:pt x="318200" y="35356"/>
                    <a:pt x="329079" y="35356"/>
                    <a:pt x="334518" y="40795"/>
                  </a:cubicBezTo>
                  <a:cubicBezTo>
                    <a:pt x="342677" y="46234"/>
                    <a:pt x="348117" y="54393"/>
                    <a:pt x="356276" y="59833"/>
                  </a:cubicBezTo>
                  <a:cubicBezTo>
                    <a:pt x="361715" y="65272"/>
                    <a:pt x="369874" y="67992"/>
                    <a:pt x="372593" y="76151"/>
                  </a:cubicBezTo>
                  <a:cubicBezTo>
                    <a:pt x="375313" y="81590"/>
                    <a:pt x="378033" y="89749"/>
                    <a:pt x="380752" y="95188"/>
                  </a:cubicBezTo>
                  <a:cubicBezTo>
                    <a:pt x="386192" y="103347"/>
                    <a:pt x="391631" y="106067"/>
                    <a:pt x="405230" y="114226"/>
                  </a:cubicBezTo>
                  <a:cubicBezTo>
                    <a:pt x="413388" y="119665"/>
                    <a:pt x="410669" y="133263"/>
                    <a:pt x="416108" y="141422"/>
                  </a:cubicBezTo>
                  <a:cubicBezTo>
                    <a:pt x="426987" y="160461"/>
                    <a:pt x="446025" y="182218"/>
                    <a:pt x="451464" y="201256"/>
                  </a:cubicBezTo>
                  <a:cubicBezTo>
                    <a:pt x="456903" y="220293"/>
                    <a:pt x="456903" y="236611"/>
                    <a:pt x="456903" y="252929"/>
                  </a:cubicBezTo>
                  <a:cubicBezTo>
                    <a:pt x="456903" y="266527"/>
                    <a:pt x="456903" y="277406"/>
                    <a:pt x="456903" y="291004"/>
                  </a:cubicBezTo>
                  <a:cubicBezTo>
                    <a:pt x="456903" y="299163"/>
                    <a:pt x="456903" y="307322"/>
                    <a:pt x="459623" y="318201"/>
                  </a:cubicBezTo>
                  <a:cubicBezTo>
                    <a:pt x="459623" y="320921"/>
                    <a:pt x="459623" y="323640"/>
                    <a:pt x="459623" y="326360"/>
                  </a:cubicBezTo>
                  <a:cubicBezTo>
                    <a:pt x="462342" y="331799"/>
                    <a:pt x="459623" y="337238"/>
                    <a:pt x="459623" y="348117"/>
                  </a:cubicBezTo>
                  <a:cubicBezTo>
                    <a:pt x="459623" y="350837"/>
                    <a:pt x="462342" y="361715"/>
                    <a:pt x="462342" y="367155"/>
                  </a:cubicBezTo>
                  <a:cubicBezTo>
                    <a:pt x="462342" y="375314"/>
                    <a:pt x="456903" y="383473"/>
                    <a:pt x="456903" y="391632"/>
                  </a:cubicBezTo>
                  <a:cubicBezTo>
                    <a:pt x="456903" y="399790"/>
                    <a:pt x="456903" y="410669"/>
                    <a:pt x="456903" y="418828"/>
                  </a:cubicBezTo>
                  <a:cubicBezTo>
                    <a:pt x="456903" y="421548"/>
                    <a:pt x="454183" y="429707"/>
                    <a:pt x="451464" y="437866"/>
                  </a:cubicBezTo>
                  <a:cubicBezTo>
                    <a:pt x="448744" y="443305"/>
                    <a:pt x="448744" y="451464"/>
                    <a:pt x="446025" y="454184"/>
                  </a:cubicBezTo>
                  <a:cubicBezTo>
                    <a:pt x="443305" y="462343"/>
                    <a:pt x="440585" y="473221"/>
                    <a:pt x="440585" y="481380"/>
                  </a:cubicBezTo>
                  <a:cubicBezTo>
                    <a:pt x="437865" y="489539"/>
                    <a:pt x="437865" y="500418"/>
                    <a:pt x="432426" y="508577"/>
                  </a:cubicBezTo>
                  <a:cubicBezTo>
                    <a:pt x="429706" y="516736"/>
                    <a:pt x="424267" y="522175"/>
                    <a:pt x="418828" y="530334"/>
                  </a:cubicBezTo>
                  <a:cubicBezTo>
                    <a:pt x="416108" y="535773"/>
                    <a:pt x="413388" y="543932"/>
                    <a:pt x="410669" y="549371"/>
                  </a:cubicBezTo>
                  <a:cubicBezTo>
                    <a:pt x="405230" y="557531"/>
                    <a:pt x="397071" y="573848"/>
                    <a:pt x="391631" y="579288"/>
                  </a:cubicBezTo>
                  <a:cubicBezTo>
                    <a:pt x="369874" y="609204"/>
                    <a:pt x="350836" y="620083"/>
                    <a:pt x="337238" y="630961"/>
                  </a:cubicBezTo>
                  <a:cubicBezTo>
                    <a:pt x="326359" y="639120"/>
                    <a:pt x="315481" y="641840"/>
                    <a:pt x="301883" y="647279"/>
                  </a:cubicBezTo>
                  <a:cubicBezTo>
                    <a:pt x="291004" y="649999"/>
                    <a:pt x="277405" y="652718"/>
                    <a:pt x="263807" y="652718"/>
                  </a:cubicBezTo>
                  <a:cubicBezTo>
                    <a:pt x="252929" y="652718"/>
                    <a:pt x="244770" y="649999"/>
                    <a:pt x="233891" y="649999"/>
                  </a:cubicBezTo>
                  <a:cubicBezTo>
                    <a:pt x="206694" y="649999"/>
                    <a:pt x="217573" y="652718"/>
                    <a:pt x="187657" y="652718"/>
                  </a:cubicBezTo>
                  <a:cubicBezTo>
                    <a:pt x="184937" y="660877"/>
                    <a:pt x="179498" y="666317"/>
                    <a:pt x="171339" y="669036"/>
                  </a:cubicBezTo>
                  <a:cubicBezTo>
                    <a:pt x="165900" y="671756"/>
                    <a:pt x="160460" y="671756"/>
                    <a:pt x="155021" y="671756"/>
                  </a:cubicBezTo>
                  <a:cubicBezTo>
                    <a:pt x="149581" y="671756"/>
                    <a:pt x="144142" y="674476"/>
                    <a:pt x="138703" y="674476"/>
                  </a:cubicBezTo>
                  <a:cubicBezTo>
                    <a:pt x="135983" y="674476"/>
                    <a:pt x="127824" y="677195"/>
                    <a:pt x="125105" y="677195"/>
                  </a:cubicBezTo>
                  <a:cubicBezTo>
                    <a:pt x="116946" y="677195"/>
                    <a:pt x="108787" y="671756"/>
                    <a:pt x="106067" y="671756"/>
                  </a:cubicBezTo>
                  <a:cubicBezTo>
                    <a:pt x="100628" y="669036"/>
                    <a:pt x="95188" y="663597"/>
                    <a:pt x="87029" y="658158"/>
                  </a:cubicBezTo>
                  <a:cubicBezTo>
                    <a:pt x="84310" y="655438"/>
                    <a:pt x="81590" y="655438"/>
                    <a:pt x="81590" y="652718"/>
                  </a:cubicBezTo>
                  <a:cubicBezTo>
                    <a:pt x="73431" y="652718"/>
                    <a:pt x="81590" y="652718"/>
                    <a:pt x="67992" y="652718"/>
                  </a:cubicBezTo>
                  <a:cubicBezTo>
                    <a:pt x="59833" y="652718"/>
                    <a:pt x="51674" y="652718"/>
                    <a:pt x="43515" y="652718"/>
                  </a:cubicBezTo>
                  <a:cubicBezTo>
                    <a:pt x="35356" y="652718"/>
                    <a:pt x="24477" y="652718"/>
                    <a:pt x="16318" y="647279"/>
                  </a:cubicBezTo>
                  <a:cubicBezTo>
                    <a:pt x="8159" y="644559"/>
                    <a:pt x="0" y="636401"/>
                    <a:pt x="0" y="630961"/>
                  </a:cubicBezTo>
                  <a:cubicBezTo>
                    <a:pt x="0" y="625522"/>
                    <a:pt x="0" y="622802"/>
                    <a:pt x="5439" y="620083"/>
                  </a:cubicBezTo>
                  <a:cubicBezTo>
                    <a:pt x="10879" y="617363"/>
                    <a:pt x="21758" y="614643"/>
                    <a:pt x="27197" y="611924"/>
                  </a:cubicBezTo>
                  <a:cubicBezTo>
                    <a:pt x="38076" y="609204"/>
                    <a:pt x="54393" y="609204"/>
                    <a:pt x="65272" y="609204"/>
                  </a:cubicBezTo>
                  <a:cubicBezTo>
                    <a:pt x="65272" y="601045"/>
                    <a:pt x="65272" y="592886"/>
                    <a:pt x="65272" y="584727"/>
                  </a:cubicBezTo>
                  <a:cubicBezTo>
                    <a:pt x="65272" y="541213"/>
                    <a:pt x="62552" y="500418"/>
                    <a:pt x="62552" y="456903"/>
                  </a:cubicBezTo>
                  <a:cubicBezTo>
                    <a:pt x="62552" y="440585"/>
                    <a:pt x="65272" y="397071"/>
                    <a:pt x="65272" y="337238"/>
                  </a:cubicBezTo>
                  <a:cubicBezTo>
                    <a:pt x="65272" y="293724"/>
                    <a:pt x="67992" y="247490"/>
                    <a:pt x="67992" y="203975"/>
                  </a:cubicBezTo>
                  <a:cubicBezTo>
                    <a:pt x="67992" y="179498"/>
                    <a:pt x="67992" y="149582"/>
                    <a:pt x="70712" y="119665"/>
                  </a:cubicBezTo>
                  <a:cubicBezTo>
                    <a:pt x="70712" y="103347"/>
                    <a:pt x="73431" y="84309"/>
                    <a:pt x="73431" y="67992"/>
                  </a:cubicBezTo>
                  <a:cubicBezTo>
                    <a:pt x="73431" y="67992"/>
                    <a:pt x="70712" y="67992"/>
                    <a:pt x="67992" y="67992"/>
                  </a:cubicBezTo>
                  <a:cubicBezTo>
                    <a:pt x="59833" y="67992"/>
                    <a:pt x="51674" y="67992"/>
                    <a:pt x="43515" y="67992"/>
                  </a:cubicBezTo>
                  <a:cubicBezTo>
                    <a:pt x="35356" y="67992"/>
                    <a:pt x="24477" y="67992"/>
                    <a:pt x="16318" y="62552"/>
                  </a:cubicBezTo>
                  <a:cubicBezTo>
                    <a:pt x="8159" y="59833"/>
                    <a:pt x="0" y="51674"/>
                    <a:pt x="0" y="46234"/>
                  </a:cubicBezTo>
                  <a:cubicBezTo>
                    <a:pt x="0" y="43515"/>
                    <a:pt x="0" y="38075"/>
                    <a:pt x="5439" y="35356"/>
                  </a:cubicBezTo>
                  <a:cubicBezTo>
                    <a:pt x="10879" y="32636"/>
                    <a:pt x="21758" y="29916"/>
                    <a:pt x="27197" y="27197"/>
                  </a:cubicBezTo>
                  <a:cubicBezTo>
                    <a:pt x="46234" y="24477"/>
                    <a:pt x="65272" y="21758"/>
                    <a:pt x="76151" y="21758"/>
                  </a:cubicBezTo>
                  <a:cubicBezTo>
                    <a:pt x="76151" y="19038"/>
                    <a:pt x="78871" y="16318"/>
                    <a:pt x="81590" y="13598"/>
                  </a:cubicBezTo>
                  <a:cubicBezTo>
                    <a:pt x="84310" y="10879"/>
                    <a:pt x="92469" y="5439"/>
                    <a:pt x="97908" y="5439"/>
                  </a:cubicBezTo>
                  <a:cubicBezTo>
                    <a:pt x="103347" y="2720"/>
                    <a:pt x="108787" y="0"/>
                    <a:pt x="114226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>
                <a:ln>
                  <a:noFill/>
                </a:ln>
                <a:solidFill>
                  <a:srgbClr val="666666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91" name="Freeform: Shape 47">
              <a:extLst>
                <a:ext uri="{FF2B5EF4-FFF2-40B4-BE49-F238E27FC236}">
                  <a16:creationId xmlns:a16="http://schemas.microsoft.com/office/drawing/2014/main" id="{DF5788D4-5AA0-064C-BB6C-131ADEDE660A}"/>
                </a:ext>
              </a:extLst>
            </p:cNvPr>
            <p:cNvSpPr/>
            <p:nvPr/>
          </p:nvSpPr>
          <p:spPr>
            <a:xfrm>
              <a:off x="7310622" y="4197597"/>
              <a:ext cx="489539" cy="761503"/>
            </a:xfrm>
            <a:custGeom>
              <a:avLst/>
              <a:gdLst>
                <a:gd name="connsiteX0" fmla="*/ 433491 w 489538"/>
                <a:gd name="connsiteY0" fmla="*/ 651063 h 761503"/>
                <a:gd name="connsiteX1" fmla="*/ 438930 w 489538"/>
                <a:gd name="connsiteY1" fmla="*/ 661942 h 761503"/>
                <a:gd name="connsiteX2" fmla="*/ 425332 w 489538"/>
                <a:gd name="connsiteY2" fmla="*/ 683699 h 761503"/>
                <a:gd name="connsiteX3" fmla="*/ 400855 w 489538"/>
                <a:gd name="connsiteY3" fmla="*/ 691858 h 761503"/>
                <a:gd name="connsiteX4" fmla="*/ 343742 w 489538"/>
                <a:gd name="connsiteY4" fmla="*/ 700017 h 761503"/>
                <a:gd name="connsiteX5" fmla="*/ 316546 w 489538"/>
                <a:gd name="connsiteY5" fmla="*/ 705456 h 761503"/>
                <a:gd name="connsiteX6" fmla="*/ 275751 w 489538"/>
                <a:gd name="connsiteY6" fmla="*/ 705456 h 761503"/>
                <a:gd name="connsiteX7" fmla="*/ 264872 w 489538"/>
                <a:gd name="connsiteY7" fmla="*/ 708176 h 761503"/>
                <a:gd name="connsiteX8" fmla="*/ 253994 w 489538"/>
                <a:gd name="connsiteY8" fmla="*/ 708176 h 761503"/>
                <a:gd name="connsiteX9" fmla="*/ 240395 w 489538"/>
                <a:gd name="connsiteY9" fmla="*/ 719054 h 761503"/>
                <a:gd name="connsiteX10" fmla="*/ 224077 w 489538"/>
                <a:gd name="connsiteY10" fmla="*/ 721774 h 761503"/>
                <a:gd name="connsiteX11" fmla="*/ 205040 w 489538"/>
                <a:gd name="connsiteY11" fmla="*/ 724494 h 761503"/>
                <a:gd name="connsiteX12" fmla="*/ 191441 w 489538"/>
                <a:gd name="connsiteY12" fmla="*/ 727213 h 761503"/>
                <a:gd name="connsiteX13" fmla="*/ 169684 w 489538"/>
                <a:gd name="connsiteY13" fmla="*/ 721774 h 761503"/>
                <a:gd name="connsiteX14" fmla="*/ 150646 w 489538"/>
                <a:gd name="connsiteY14" fmla="*/ 708176 h 761503"/>
                <a:gd name="connsiteX15" fmla="*/ 139768 w 489538"/>
                <a:gd name="connsiteY15" fmla="*/ 708176 h 761503"/>
                <a:gd name="connsiteX16" fmla="*/ 120730 w 489538"/>
                <a:gd name="connsiteY16" fmla="*/ 708176 h 761503"/>
                <a:gd name="connsiteX17" fmla="*/ 98973 w 489538"/>
                <a:gd name="connsiteY17" fmla="*/ 708176 h 761503"/>
                <a:gd name="connsiteX18" fmla="*/ 74496 w 489538"/>
                <a:gd name="connsiteY18" fmla="*/ 702736 h 761503"/>
                <a:gd name="connsiteX19" fmla="*/ 58178 w 489538"/>
                <a:gd name="connsiteY19" fmla="*/ 683699 h 761503"/>
                <a:gd name="connsiteX20" fmla="*/ 63617 w 489538"/>
                <a:gd name="connsiteY20" fmla="*/ 675540 h 761503"/>
                <a:gd name="connsiteX21" fmla="*/ 85375 w 489538"/>
                <a:gd name="connsiteY21" fmla="*/ 667381 h 761503"/>
                <a:gd name="connsiteX22" fmla="*/ 128889 w 489538"/>
                <a:gd name="connsiteY22" fmla="*/ 661942 h 761503"/>
                <a:gd name="connsiteX23" fmla="*/ 128889 w 489538"/>
                <a:gd name="connsiteY23" fmla="*/ 602109 h 761503"/>
                <a:gd name="connsiteX24" fmla="*/ 126170 w 489538"/>
                <a:gd name="connsiteY24" fmla="*/ 523239 h 761503"/>
                <a:gd name="connsiteX25" fmla="*/ 126170 w 489538"/>
                <a:gd name="connsiteY25" fmla="*/ 468846 h 761503"/>
                <a:gd name="connsiteX26" fmla="*/ 123450 w 489538"/>
                <a:gd name="connsiteY26" fmla="*/ 409014 h 761503"/>
                <a:gd name="connsiteX27" fmla="*/ 123450 w 489538"/>
                <a:gd name="connsiteY27" fmla="*/ 384537 h 761503"/>
                <a:gd name="connsiteX28" fmla="*/ 126170 w 489538"/>
                <a:gd name="connsiteY28" fmla="*/ 349181 h 761503"/>
                <a:gd name="connsiteX29" fmla="*/ 126170 w 489538"/>
                <a:gd name="connsiteY29" fmla="*/ 324704 h 761503"/>
                <a:gd name="connsiteX30" fmla="*/ 128889 w 489538"/>
                <a:gd name="connsiteY30" fmla="*/ 292068 h 761503"/>
                <a:gd name="connsiteX31" fmla="*/ 134329 w 489538"/>
                <a:gd name="connsiteY31" fmla="*/ 234956 h 761503"/>
                <a:gd name="connsiteX32" fmla="*/ 134329 w 489538"/>
                <a:gd name="connsiteY32" fmla="*/ 172404 h 761503"/>
                <a:gd name="connsiteX33" fmla="*/ 137048 w 489538"/>
                <a:gd name="connsiteY33" fmla="*/ 123450 h 761503"/>
                <a:gd name="connsiteX34" fmla="*/ 123450 w 489538"/>
                <a:gd name="connsiteY34" fmla="*/ 123450 h 761503"/>
                <a:gd name="connsiteX35" fmla="*/ 101693 w 489538"/>
                <a:gd name="connsiteY35" fmla="*/ 123450 h 761503"/>
                <a:gd name="connsiteX36" fmla="*/ 77216 w 489538"/>
                <a:gd name="connsiteY36" fmla="*/ 118011 h 761503"/>
                <a:gd name="connsiteX37" fmla="*/ 60898 w 489538"/>
                <a:gd name="connsiteY37" fmla="*/ 98973 h 761503"/>
                <a:gd name="connsiteX38" fmla="*/ 66337 w 489538"/>
                <a:gd name="connsiteY38" fmla="*/ 90814 h 761503"/>
                <a:gd name="connsiteX39" fmla="*/ 88094 w 489538"/>
                <a:gd name="connsiteY39" fmla="*/ 82655 h 761503"/>
                <a:gd name="connsiteX40" fmla="*/ 145207 w 489538"/>
                <a:gd name="connsiteY40" fmla="*/ 77216 h 761503"/>
                <a:gd name="connsiteX41" fmla="*/ 145207 w 489538"/>
                <a:gd name="connsiteY41" fmla="*/ 77216 h 761503"/>
                <a:gd name="connsiteX42" fmla="*/ 153366 w 489538"/>
                <a:gd name="connsiteY42" fmla="*/ 69057 h 761503"/>
                <a:gd name="connsiteX43" fmla="*/ 177843 w 489538"/>
                <a:gd name="connsiteY43" fmla="*/ 60898 h 761503"/>
                <a:gd name="connsiteX44" fmla="*/ 196881 w 489538"/>
                <a:gd name="connsiteY44" fmla="*/ 58178 h 761503"/>
                <a:gd name="connsiteX45" fmla="*/ 205040 w 489538"/>
                <a:gd name="connsiteY45" fmla="*/ 58178 h 761503"/>
                <a:gd name="connsiteX46" fmla="*/ 215919 w 489538"/>
                <a:gd name="connsiteY46" fmla="*/ 63617 h 761503"/>
                <a:gd name="connsiteX47" fmla="*/ 229517 w 489538"/>
                <a:gd name="connsiteY47" fmla="*/ 69057 h 761503"/>
                <a:gd name="connsiteX48" fmla="*/ 256713 w 489538"/>
                <a:gd name="connsiteY48" fmla="*/ 77216 h 761503"/>
                <a:gd name="connsiteX49" fmla="*/ 264872 w 489538"/>
                <a:gd name="connsiteY49" fmla="*/ 77216 h 761503"/>
                <a:gd name="connsiteX50" fmla="*/ 281190 w 489538"/>
                <a:gd name="connsiteY50" fmla="*/ 77216 h 761503"/>
                <a:gd name="connsiteX51" fmla="*/ 330144 w 489538"/>
                <a:gd name="connsiteY51" fmla="*/ 77216 h 761503"/>
                <a:gd name="connsiteX52" fmla="*/ 357341 w 489538"/>
                <a:gd name="connsiteY52" fmla="*/ 79935 h 761503"/>
                <a:gd name="connsiteX53" fmla="*/ 387257 w 489538"/>
                <a:gd name="connsiteY53" fmla="*/ 82655 h 761503"/>
                <a:gd name="connsiteX54" fmla="*/ 406295 w 489538"/>
                <a:gd name="connsiteY54" fmla="*/ 85375 h 761503"/>
                <a:gd name="connsiteX55" fmla="*/ 417173 w 489538"/>
                <a:gd name="connsiteY55" fmla="*/ 79935 h 761503"/>
                <a:gd name="connsiteX56" fmla="*/ 425332 w 489538"/>
                <a:gd name="connsiteY56" fmla="*/ 85375 h 761503"/>
                <a:gd name="connsiteX57" fmla="*/ 433491 w 489538"/>
                <a:gd name="connsiteY57" fmla="*/ 104412 h 761503"/>
                <a:gd name="connsiteX58" fmla="*/ 436211 w 489538"/>
                <a:gd name="connsiteY58" fmla="*/ 137048 h 761503"/>
                <a:gd name="connsiteX59" fmla="*/ 438930 w 489538"/>
                <a:gd name="connsiteY59" fmla="*/ 183282 h 761503"/>
                <a:gd name="connsiteX60" fmla="*/ 422612 w 489538"/>
                <a:gd name="connsiteY60" fmla="*/ 218638 h 761503"/>
                <a:gd name="connsiteX61" fmla="*/ 406295 w 489538"/>
                <a:gd name="connsiteY61" fmla="*/ 213198 h 761503"/>
                <a:gd name="connsiteX62" fmla="*/ 398136 w 489538"/>
                <a:gd name="connsiteY62" fmla="*/ 196881 h 761503"/>
                <a:gd name="connsiteX63" fmla="*/ 395416 w 489538"/>
                <a:gd name="connsiteY63" fmla="*/ 175123 h 761503"/>
                <a:gd name="connsiteX64" fmla="*/ 395416 w 489538"/>
                <a:gd name="connsiteY64" fmla="*/ 153366 h 761503"/>
                <a:gd name="connsiteX65" fmla="*/ 395416 w 489538"/>
                <a:gd name="connsiteY65" fmla="*/ 126170 h 761503"/>
                <a:gd name="connsiteX66" fmla="*/ 370939 w 489538"/>
                <a:gd name="connsiteY66" fmla="*/ 128889 h 761503"/>
                <a:gd name="connsiteX67" fmla="*/ 338303 w 489538"/>
                <a:gd name="connsiteY67" fmla="*/ 131609 h 761503"/>
                <a:gd name="connsiteX68" fmla="*/ 286629 w 489538"/>
                <a:gd name="connsiteY68" fmla="*/ 134328 h 761503"/>
                <a:gd name="connsiteX69" fmla="*/ 273031 w 489538"/>
                <a:gd name="connsiteY69" fmla="*/ 137048 h 761503"/>
                <a:gd name="connsiteX70" fmla="*/ 262153 w 489538"/>
                <a:gd name="connsiteY70" fmla="*/ 142487 h 761503"/>
                <a:gd name="connsiteX71" fmla="*/ 259433 w 489538"/>
                <a:gd name="connsiteY71" fmla="*/ 153366 h 761503"/>
                <a:gd name="connsiteX72" fmla="*/ 262153 w 489538"/>
                <a:gd name="connsiteY72" fmla="*/ 166964 h 761503"/>
                <a:gd name="connsiteX73" fmla="*/ 262153 w 489538"/>
                <a:gd name="connsiteY73" fmla="*/ 196881 h 761503"/>
                <a:gd name="connsiteX74" fmla="*/ 262153 w 489538"/>
                <a:gd name="connsiteY74" fmla="*/ 215918 h 761503"/>
                <a:gd name="connsiteX75" fmla="*/ 262153 w 489538"/>
                <a:gd name="connsiteY75" fmla="*/ 251274 h 761503"/>
                <a:gd name="connsiteX76" fmla="*/ 259433 w 489538"/>
                <a:gd name="connsiteY76" fmla="*/ 278470 h 761503"/>
                <a:gd name="connsiteX77" fmla="*/ 259433 w 489538"/>
                <a:gd name="connsiteY77" fmla="*/ 308386 h 761503"/>
                <a:gd name="connsiteX78" fmla="*/ 259433 w 489538"/>
                <a:gd name="connsiteY78" fmla="*/ 321985 h 761503"/>
                <a:gd name="connsiteX79" fmla="*/ 259433 w 489538"/>
                <a:gd name="connsiteY79" fmla="*/ 332863 h 761503"/>
                <a:gd name="connsiteX80" fmla="*/ 267592 w 489538"/>
                <a:gd name="connsiteY80" fmla="*/ 335583 h 761503"/>
                <a:gd name="connsiteX81" fmla="*/ 281190 w 489538"/>
                <a:gd name="connsiteY81" fmla="*/ 335583 h 761503"/>
                <a:gd name="connsiteX82" fmla="*/ 327424 w 489538"/>
                <a:gd name="connsiteY82" fmla="*/ 338303 h 761503"/>
                <a:gd name="connsiteX83" fmla="*/ 351901 w 489538"/>
                <a:gd name="connsiteY83" fmla="*/ 341022 h 761503"/>
                <a:gd name="connsiteX84" fmla="*/ 351901 w 489538"/>
                <a:gd name="connsiteY84" fmla="*/ 335583 h 761503"/>
                <a:gd name="connsiteX85" fmla="*/ 351901 w 489538"/>
                <a:gd name="connsiteY85" fmla="*/ 313826 h 761503"/>
                <a:gd name="connsiteX86" fmla="*/ 357341 w 489538"/>
                <a:gd name="connsiteY86" fmla="*/ 289349 h 761503"/>
                <a:gd name="connsiteX87" fmla="*/ 373658 w 489538"/>
                <a:gd name="connsiteY87" fmla="*/ 273031 h 761503"/>
                <a:gd name="connsiteX88" fmla="*/ 381817 w 489538"/>
                <a:gd name="connsiteY88" fmla="*/ 278470 h 761503"/>
                <a:gd name="connsiteX89" fmla="*/ 389977 w 489538"/>
                <a:gd name="connsiteY89" fmla="*/ 300228 h 761503"/>
                <a:gd name="connsiteX90" fmla="*/ 395416 w 489538"/>
                <a:gd name="connsiteY90" fmla="*/ 351901 h 761503"/>
                <a:gd name="connsiteX91" fmla="*/ 398136 w 489538"/>
                <a:gd name="connsiteY91" fmla="*/ 409014 h 761503"/>
                <a:gd name="connsiteX92" fmla="*/ 381817 w 489538"/>
                <a:gd name="connsiteY92" fmla="*/ 444369 h 761503"/>
                <a:gd name="connsiteX93" fmla="*/ 365500 w 489538"/>
                <a:gd name="connsiteY93" fmla="*/ 438930 h 761503"/>
                <a:gd name="connsiteX94" fmla="*/ 357341 w 489538"/>
                <a:gd name="connsiteY94" fmla="*/ 422612 h 761503"/>
                <a:gd name="connsiteX95" fmla="*/ 354621 w 489538"/>
                <a:gd name="connsiteY95" fmla="*/ 400855 h 761503"/>
                <a:gd name="connsiteX96" fmla="*/ 354621 w 489538"/>
                <a:gd name="connsiteY96" fmla="*/ 381817 h 761503"/>
                <a:gd name="connsiteX97" fmla="*/ 270312 w 489538"/>
                <a:gd name="connsiteY97" fmla="*/ 381817 h 761503"/>
                <a:gd name="connsiteX98" fmla="*/ 256713 w 489538"/>
                <a:gd name="connsiteY98" fmla="*/ 395415 h 761503"/>
                <a:gd name="connsiteX99" fmla="*/ 253994 w 489538"/>
                <a:gd name="connsiteY99" fmla="*/ 422612 h 761503"/>
                <a:gd name="connsiteX100" fmla="*/ 253994 w 489538"/>
                <a:gd name="connsiteY100" fmla="*/ 433490 h 761503"/>
                <a:gd name="connsiteX101" fmla="*/ 253994 w 489538"/>
                <a:gd name="connsiteY101" fmla="*/ 449809 h 761503"/>
                <a:gd name="connsiteX102" fmla="*/ 256713 w 489538"/>
                <a:gd name="connsiteY102" fmla="*/ 474285 h 761503"/>
                <a:gd name="connsiteX103" fmla="*/ 256713 w 489538"/>
                <a:gd name="connsiteY103" fmla="*/ 496043 h 761503"/>
                <a:gd name="connsiteX104" fmla="*/ 259433 w 489538"/>
                <a:gd name="connsiteY104" fmla="*/ 534118 h 761503"/>
                <a:gd name="connsiteX105" fmla="*/ 259433 w 489538"/>
                <a:gd name="connsiteY105" fmla="*/ 591231 h 761503"/>
                <a:gd name="connsiteX106" fmla="*/ 262153 w 489538"/>
                <a:gd name="connsiteY106" fmla="*/ 618427 h 761503"/>
                <a:gd name="connsiteX107" fmla="*/ 267592 w 489538"/>
                <a:gd name="connsiteY107" fmla="*/ 648343 h 761503"/>
                <a:gd name="connsiteX108" fmla="*/ 292069 w 489538"/>
                <a:gd name="connsiteY108" fmla="*/ 651063 h 761503"/>
                <a:gd name="connsiteX109" fmla="*/ 327424 w 489538"/>
                <a:gd name="connsiteY109" fmla="*/ 651063 h 761503"/>
                <a:gd name="connsiteX110" fmla="*/ 362780 w 489538"/>
                <a:gd name="connsiteY110" fmla="*/ 653783 h 761503"/>
                <a:gd name="connsiteX111" fmla="*/ 395416 w 489538"/>
                <a:gd name="connsiteY111" fmla="*/ 648343 h 761503"/>
                <a:gd name="connsiteX112" fmla="*/ 395416 w 489538"/>
                <a:gd name="connsiteY112" fmla="*/ 618427 h 761503"/>
                <a:gd name="connsiteX113" fmla="*/ 395416 w 489538"/>
                <a:gd name="connsiteY113" fmla="*/ 596670 h 761503"/>
                <a:gd name="connsiteX114" fmla="*/ 398136 w 489538"/>
                <a:gd name="connsiteY114" fmla="*/ 574913 h 761503"/>
                <a:gd name="connsiteX115" fmla="*/ 406295 w 489538"/>
                <a:gd name="connsiteY115" fmla="*/ 558595 h 761503"/>
                <a:gd name="connsiteX116" fmla="*/ 422612 w 489538"/>
                <a:gd name="connsiteY116" fmla="*/ 553155 h 761503"/>
                <a:gd name="connsiteX117" fmla="*/ 438930 w 489538"/>
                <a:gd name="connsiteY117" fmla="*/ 588511 h 761503"/>
                <a:gd name="connsiteX118" fmla="*/ 436211 w 489538"/>
                <a:gd name="connsiteY118" fmla="*/ 645624 h 761503"/>
                <a:gd name="connsiteX119" fmla="*/ 433491 w 489538"/>
                <a:gd name="connsiteY119" fmla="*/ 651063 h 761503"/>
                <a:gd name="connsiteX120" fmla="*/ 433491 w 489538"/>
                <a:gd name="connsiteY120" fmla="*/ 651063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</a:cxnLst>
              <a:rect l="l" t="t" r="r" b="b"/>
              <a:pathLst>
                <a:path w="489538" h="761503">
                  <a:moveTo>
                    <a:pt x="433491" y="651063"/>
                  </a:moveTo>
                  <a:cubicBezTo>
                    <a:pt x="436211" y="653783"/>
                    <a:pt x="438930" y="656502"/>
                    <a:pt x="438930" y="661942"/>
                  </a:cubicBezTo>
                  <a:cubicBezTo>
                    <a:pt x="438930" y="670101"/>
                    <a:pt x="433491" y="678259"/>
                    <a:pt x="425332" y="683699"/>
                  </a:cubicBezTo>
                  <a:cubicBezTo>
                    <a:pt x="417173" y="689138"/>
                    <a:pt x="409014" y="689138"/>
                    <a:pt x="400855" y="691858"/>
                  </a:cubicBezTo>
                  <a:cubicBezTo>
                    <a:pt x="381817" y="694578"/>
                    <a:pt x="362780" y="694578"/>
                    <a:pt x="343742" y="700017"/>
                  </a:cubicBezTo>
                  <a:cubicBezTo>
                    <a:pt x="335583" y="702736"/>
                    <a:pt x="324705" y="702736"/>
                    <a:pt x="316546" y="705456"/>
                  </a:cubicBezTo>
                  <a:cubicBezTo>
                    <a:pt x="308387" y="705456"/>
                    <a:pt x="289349" y="705456"/>
                    <a:pt x="275751" y="705456"/>
                  </a:cubicBezTo>
                  <a:cubicBezTo>
                    <a:pt x="270312" y="705456"/>
                    <a:pt x="267592" y="708176"/>
                    <a:pt x="264872" y="708176"/>
                  </a:cubicBezTo>
                  <a:cubicBezTo>
                    <a:pt x="264872" y="708176"/>
                    <a:pt x="259433" y="708176"/>
                    <a:pt x="253994" y="708176"/>
                  </a:cubicBezTo>
                  <a:cubicBezTo>
                    <a:pt x="251274" y="713615"/>
                    <a:pt x="245835" y="716335"/>
                    <a:pt x="240395" y="719054"/>
                  </a:cubicBezTo>
                  <a:cubicBezTo>
                    <a:pt x="234956" y="721774"/>
                    <a:pt x="229517" y="721774"/>
                    <a:pt x="224077" y="721774"/>
                  </a:cubicBezTo>
                  <a:cubicBezTo>
                    <a:pt x="218638" y="721774"/>
                    <a:pt x="213199" y="724494"/>
                    <a:pt x="205040" y="724494"/>
                  </a:cubicBezTo>
                  <a:cubicBezTo>
                    <a:pt x="202320" y="724494"/>
                    <a:pt x="194161" y="727213"/>
                    <a:pt x="191441" y="727213"/>
                  </a:cubicBezTo>
                  <a:cubicBezTo>
                    <a:pt x="183282" y="727213"/>
                    <a:pt x="172404" y="721774"/>
                    <a:pt x="169684" y="721774"/>
                  </a:cubicBezTo>
                  <a:cubicBezTo>
                    <a:pt x="164245" y="719054"/>
                    <a:pt x="156086" y="713615"/>
                    <a:pt x="150646" y="708176"/>
                  </a:cubicBezTo>
                  <a:cubicBezTo>
                    <a:pt x="145207" y="708176"/>
                    <a:pt x="139768" y="708176"/>
                    <a:pt x="139768" y="708176"/>
                  </a:cubicBezTo>
                  <a:cubicBezTo>
                    <a:pt x="126170" y="708176"/>
                    <a:pt x="137048" y="708176"/>
                    <a:pt x="120730" y="708176"/>
                  </a:cubicBezTo>
                  <a:cubicBezTo>
                    <a:pt x="112571" y="708176"/>
                    <a:pt x="104412" y="708176"/>
                    <a:pt x="98973" y="708176"/>
                  </a:cubicBezTo>
                  <a:cubicBezTo>
                    <a:pt x="90814" y="708176"/>
                    <a:pt x="79936" y="708176"/>
                    <a:pt x="74496" y="702736"/>
                  </a:cubicBezTo>
                  <a:cubicBezTo>
                    <a:pt x="66337" y="700017"/>
                    <a:pt x="58178" y="689138"/>
                    <a:pt x="58178" y="683699"/>
                  </a:cubicBezTo>
                  <a:cubicBezTo>
                    <a:pt x="58178" y="680979"/>
                    <a:pt x="58178" y="678259"/>
                    <a:pt x="63617" y="675540"/>
                  </a:cubicBezTo>
                  <a:cubicBezTo>
                    <a:pt x="69057" y="672820"/>
                    <a:pt x="77216" y="670101"/>
                    <a:pt x="85375" y="667381"/>
                  </a:cubicBezTo>
                  <a:cubicBezTo>
                    <a:pt x="98973" y="664661"/>
                    <a:pt x="115291" y="664661"/>
                    <a:pt x="128889" y="661942"/>
                  </a:cubicBezTo>
                  <a:cubicBezTo>
                    <a:pt x="128889" y="645624"/>
                    <a:pt x="128889" y="623866"/>
                    <a:pt x="128889" y="602109"/>
                  </a:cubicBezTo>
                  <a:cubicBezTo>
                    <a:pt x="128889" y="566754"/>
                    <a:pt x="128889" y="531398"/>
                    <a:pt x="126170" y="523239"/>
                  </a:cubicBezTo>
                  <a:cubicBezTo>
                    <a:pt x="126170" y="517800"/>
                    <a:pt x="126170" y="487884"/>
                    <a:pt x="126170" y="468846"/>
                  </a:cubicBezTo>
                  <a:cubicBezTo>
                    <a:pt x="126170" y="449809"/>
                    <a:pt x="123450" y="430771"/>
                    <a:pt x="123450" y="409014"/>
                  </a:cubicBezTo>
                  <a:cubicBezTo>
                    <a:pt x="123450" y="400855"/>
                    <a:pt x="123450" y="392696"/>
                    <a:pt x="123450" y="384537"/>
                  </a:cubicBezTo>
                  <a:cubicBezTo>
                    <a:pt x="123450" y="373658"/>
                    <a:pt x="126170" y="360060"/>
                    <a:pt x="126170" y="349181"/>
                  </a:cubicBezTo>
                  <a:cubicBezTo>
                    <a:pt x="126170" y="341022"/>
                    <a:pt x="126170" y="332863"/>
                    <a:pt x="126170" y="324704"/>
                  </a:cubicBezTo>
                  <a:cubicBezTo>
                    <a:pt x="126170" y="313826"/>
                    <a:pt x="126170" y="302947"/>
                    <a:pt x="128889" y="292068"/>
                  </a:cubicBezTo>
                  <a:cubicBezTo>
                    <a:pt x="131609" y="273031"/>
                    <a:pt x="134329" y="253993"/>
                    <a:pt x="134329" y="234956"/>
                  </a:cubicBezTo>
                  <a:cubicBezTo>
                    <a:pt x="134329" y="213198"/>
                    <a:pt x="134329" y="191441"/>
                    <a:pt x="134329" y="172404"/>
                  </a:cubicBezTo>
                  <a:cubicBezTo>
                    <a:pt x="134329" y="156086"/>
                    <a:pt x="134329" y="139768"/>
                    <a:pt x="137048" y="123450"/>
                  </a:cubicBezTo>
                  <a:cubicBezTo>
                    <a:pt x="131609" y="123450"/>
                    <a:pt x="134329" y="123450"/>
                    <a:pt x="123450" y="123450"/>
                  </a:cubicBezTo>
                  <a:cubicBezTo>
                    <a:pt x="115291" y="123450"/>
                    <a:pt x="107132" y="123450"/>
                    <a:pt x="101693" y="123450"/>
                  </a:cubicBezTo>
                  <a:cubicBezTo>
                    <a:pt x="93534" y="123450"/>
                    <a:pt x="82655" y="123450"/>
                    <a:pt x="77216" y="118011"/>
                  </a:cubicBezTo>
                  <a:cubicBezTo>
                    <a:pt x="69057" y="115291"/>
                    <a:pt x="60898" y="101693"/>
                    <a:pt x="60898" y="98973"/>
                  </a:cubicBezTo>
                  <a:cubicBezTo>
                    <a:pt x="60898" y="96253"/>
                    <a:pt x="60898" y="93534"/>
                    <a:pt x="66337" y="90814"/>
                  </a:cubicBezTo>
                  <a:cubicBezTo>
                    <a:pt x="71777" y="88094"/>
                    <a:pt x="79936" y="85375"/>
                    <a:pt x="88094" y="82655"/>
                  </a:cubicBezTo>
                  <a:cubicBezTo>
                    <a:pt x="104412" y="79935"/>
                    <a:pt x="131609" y="77216"/>
                    <a:pt x="145207" y="77216"/>
                  </a:cubicBezTo>
                  <a:cubicBezTo>
                    <a:pt x="145207" y="77216"/>
                    <a:pt x="145207" y="77216"/>
                    <a:pt x="145207" y="77216"/>
                  </a:cubicBezTo>
                  <a:cubicBezTo>
                    <a:pt x="145207" y="74496"/>
                    <a:pt x="150646" y="71776"/>
                    <a:pt x="153366" y="69057"/>
                  </a:cubicBezTo>
                  <a:cubicBezTo>
                    <a:pt x="161525" y="63617"/>
                    <a:pt x="169684" y="63617"/>
                    <a:pt x="177843" y="60898"/>
                  </a:cubicBezTo>
                  <a:cubicBezTo>
                    <a:pt x="183282" y="58178"/>
                    <a:pt x="191441" y="58178"/>
                    <a:pt x="196881" y="58178"/>
                  </a:cubicBezTo>
                  <a:cubicBezTo>
                    <a:pt x="199600" y="58178"/>
                    <a:pt x="202320" y="58178"/>
                    <a:pt x="205040" y="58178"/>
                  </a:cubicBezTo>
                  <a:cubicBezTo>
                    <a:pt x="207759" y="58178"/>
                    <a:pt x="213199" y="60898"/>
                    <a:pt x="215919" y="63617"/>
                  </a:cubicBezTo>
                  <a:cubicBezTo>
                    <a:pt x="221358" y="66337"/>
                    <a:pt x="224077" y="66337"/>
                    <a:pt x="229517" y="69057"/>
                  </a:cubicBezTo>
                  <a:cubicBezTo>
                    <a:pt x="237675" y="71776"/>
                    <a:pt x="245835" y="77216"/>
                    <a:pt x="256713" y="77216"/>
                  </a:cubicBezTo>
                  <a:cubicBezTo>
                    <a:pt x="259433" y="77216"/>
                    <a:pt x="262153" y="77216"/>
                    <a:pt x="264872" y="77216"/>
                  </a:cubicBezTo>
                  <a:cubicBezTo>
                    <a:pt x="270312" y="77216"/>
                    <a:pt x="275751" y="77216"/>
                    <a:pt x="281190" y="77216"/>
                  </a:cubicBezTo>
                  <a:cubicBezTo>
                    <a:pt x="292069" y="77216"/>
                    <a:pt x="321985" y="77216"/>
                    <a:pt x="330144" y="77216"/>
                  </a:cubicBezTo>
                  <a:cubicBezTo>
                    <a:pt x="338303" y="77216"/>
                    <a:pt x="349182" y="77216"/>
                    <a:pt x="357341" y="79935"/>
                  </a:cubicBezTo>
                  <a:cubicBezTo>
                    <a:pt x="368219" y="79935"/>
                    <a:pt x="379098" y="82655"/>
                    <a:pt x="387257" y="82655"/>
                  </a:cubicBezTo>
                  <a:cubicBezTo>
                    <a:pt x="392696" y="82655"/>
                    <a:pt x="400855" y="85375"/>
                    <a:pt x="406295" y="85375"/>
                  </a:cubicBezTo>
                  <a:cubicBezTo>
                    <a:pt x="409014" y="82655"/>
                    <a:pt x="414453" y="79935"/>
                    <a:pt x="417173" y="79935"/>
                  </a:cubicBezTo>
                  <a:cubicBezTo>
                    <a:pt x="419893" y="79935"/>
                    <a:pt x="422612" y="79935"/>
                    <a:pt x="425332" y="85375"/>
                  </a:cubicBezTo>
                  <a:cubicBezTo>
                    <a:pt x="428052" y="90814"/>
                    <a:pt x="433491" y="98973"/>
                    <a:pt x="433491" y="104412"/>
                  </a:cubicBezTo>
                  <a:cubicBezTo>
                    <a:pt x="436211" y="131609"/>
                    <a:pt x="436211" y="120730"/>
                    <a:pt x="436211" y="137048"/>
                  </a:cubicBezTo>
                  <a:cubicBezTo>
                    <a:pt x="438930" y="158805"/>
                    <a:pt x="438930" y="158805"/>
                    <a:pt x="438930" y="183282"/>
                  </a:cubicBezTo>
                  <a:cubicBezTo>
                    <a:pt x="438930" y="194161"/>
                    <a:pt x="438930" y="218638"/>
                    <a:pt x="422612" y="218638"/>
                  </a:cubicBezTo>
                  <a:cubicBezTo>
                    <a:pt x="414453" y="218638"/>
                    <a:pt x="411734" y="215918"/>
                    <a:pt x="406295" y="213198"/>
                  </a:cubicBezTo>
                  <a:cubicBezTo>
                    <a:pt x="400855" y="210479"/>
                    <a:pt x="398136" y="202320"/>
                    <a:pt x="398136" y="196881"/>
                  </a:cubicBezTo>
                  <a:cubicBezTo>
                    <a:pt x="395416" y="188722"/>
                    <a:pt x="395416" y="183282"/>
                    <a:pt x="395416" y="175123"/>
                  </a:cubicBezTo>
                  <a:cubicBezTo>
                    <a:pt x="395416" y="169684"/>
                    <a:pt x="395416" y="164245"/>
                    <a:pt x="395416" y="153366"/>
                  </a:cubicBezTo>
                  <a:cubicBezTo>
                    <a:pt x="395416" y="145207"/>
                    <a:pt x="395416" y="134328"/>
                    <a:pt x="395416" y="126170"/>
                  </a:cubicBezTo>
                  <a:cubicBezTo>
                    <a:pt x="387257" y="128889"/>
                    <a:pt x="379098" y="128889"/>
                    <a:pt x="370939" y="128889"/>
                  </a:cubicBezTo>
                  <a:cubicBezTo>
                    <a:pt x="360060" y="128889"/>
                    <a:pt x="349182" y="128889"/>
                    <a:pt x="338303" y="131609"/>
                  </a:cubicBezTo>
                  <a:cubicBezTo>
                    <a:pt x="327424" y="131609"/>
                    <a:pt x="319265" y="134328"/>
                    <a:pt x="286629" y="134328"/>
                  </a:cubicBezTo>
                  <a:cubicBezTo>
                    <a:pt x="281190" y="134328"/>
                    <a:pt x="278470" y="134328"/>
                    <a:pt x="273031" y="137048"/>
                  </a:cubicBezTo>
                  <a:cubicBezTo>
                    <a:pt x="270312" y="137048"/>
                    <a:pt x="264872" y="137048"/>
                    <a:pt x="262153" y="142487"/>
                  </a:cubicBezTo>
                  <a:cubicBezTo>
                    <a:pt x="259433" y="145207"/>
                    <a:pt x="259433" y="150647"/>
                    <a:pt x="259433" y="153366"/>
                  </a:cubicBezTo>
                  <a:cubicBezTo>
                    <a:pt x="259433" y="158805"/>
                    <a:pt x="259433" y="164245"/>
                    <a:pt x="262153" y="166964"/>
                  </a:cubicBezTo>
                  <a:cubicBezTo>
                    <a:pt x="262153" y="177843"/>
                    <a:pt x="262153" y="186002"/>
                    <a:pt x="262153" y="196881"/>
                  </a:cubicBezTo>
                  <a:cubicBezTo>
                    <a:pt x="262153" y="202320"/>
                    <a:pt x="262153" y="210479"/>
                    <a:pt x="262153" y="215918"/>
                  </a:cubicBezTo>
                  <a:cubicBezTo>
                    <a:pt x="262153" y="229516"/>
                    <a:pt x="262153" y="240395"/>
                    <a:pt x="262153" y="251274"/>
                  </a:cubicBezTo>
                  <a:cubicBezTo>
                    <a:pt x="262153" y="259433"/>
                    <a:pt x="259433" y="270311"/>
                    <a:pt x="259433" y="278470"/>
                  </a:cubicBezTo>
                  <a:cubicBezTo>
                    <a:pt x="259433" y="289349"/>
                    <a:pt x="259433" y="297508"/>
                    <a:pt x="259433" y="308386"/>
                  </a:cubicBezTo>
                  <a:cubicBezTo>
                    <a:pt x="259433" y="313826"/>
                    <a:pt x="259433" y="319265"/>
                    <a:pt x="259433" y="321985"/>
                  </a:cubicBezTo>
                  <a:cubicBezTo>
                    <a:pt x="259433" y="324704"/>
                    <a:pt x="259433" y="330144"/>
                    <a:pt x="259433" y="332863"/>
                  </a:cubicBezTo>
                  <a:cubicBezTo>
                    <a:pt x="262153" y="335583"/>
                    <a:pt x="264872" y="335583"/>
                    <a:pt x="267592" y="335583"/>
                  </a:cubicBezTo>
                  <a:cubicBezTo>
                    <a:pt x="273031" y="335583"/>
                    <a:pt x="275751" y="335583"/>
                    <a:pt x="281190" y="335583"/>
                  </a:cubicBezTo>
                  <a:cubicBezTo>
                    <a:pt x="311107" y="335583"/>
                    <a:pt x="319265" y="335583"/>
                    <a:pt x="327424" y="338303"/>
                  </a:cubicBezTo>
                  <a:cubicBezTo>
                    <a:pt x="335583" y="341022"/>
                    <a:pt x="343742" y="341022"/>
                    <a:pt x="351901" y="341022"/>
                  </a:cubicBezTo>
                  <a:cubicBezTo>
                    <a:pt x="351901" y="338303"/>
                    <a:pt x="351901" y="338303"/>
                    <a:pt x="351901" y="335583"/>
                  </a:cubicBezTo>
                  <a:cubicBezTo>
                    <a:pt x="351901" y="327424"/>
                    <a:pt x="351901" y="319265"/>
                    <a:pt x="351901" y="313826"/>
                  </a:cubicBezTo>
                  <a:cubicBezTo>
                    <a:pt x="351901" y="305667"/>
                    <a:pt x="351901" y="294788"/>
                    <a:pt x="357341" y="289349"/>
                  </a:cubicBezTo>
                  <a:cubicBezTo>
                    <a:pt x="360060" y="281190"/>
                    <a:pt x="368219" y="273031"/>
                    <a:pt x="373658" y="273031"/>
                  </a:cubicBezTo>
                  <a:cubicBezTo>
                    <a:pt x="376378" y="273031"/>
                    <a:pt x="379098" y="273031"/>
                    <a:pt x="381817" y="278470"/>
                  </a:cubicBezTo>
                  <a:cubicBezTo>
                    <a:pt x="384537" y="283909"/>
                    <a:pt x="387257" y="292068"/>
                    <a:pt x="389977" y="300228"/>
                  </a:cubicBezTo>
                  <a:cubicBezTo>
                    <a:pt x="392696" y="316545"/>
                    <a:pt x="392696" y="335583"/>
                    <a:pt x="395416" y="351901"/>
                  </a:cubicBezTo>
                  <a:cubicBezTo>
                    <a:pt x="398136" y="373658"/>
                    <a:pt x="398136" y="384537"/>
                    <a:pt x="398136" y="409014"/>
                  </a:cubicBezTo>
                  <a:cubicBezTo>
                    <a:pt x="398136" y="422612"/>
                    <a:pt x="398136" y="444369"/>
                    <a:pt x="381817" y="444369"/>
                  </a:cubicBezTo>
                  <a:cubicBezTo>
                    <a:pt x="373658" y="444369"/>
                    <a:pt x="370939" y="441650"/>
                    <a:pt x="365500" y="438930"/>
                  </a:cubicBezTo>
                  <a:cubicBezTo>
                    <a:pt x="360060" y="436210"/>
                    <a:pt x="357341" y="428051"/>
                    <a:pt x="357341" y="422612"/>
                  </a:cubicBezTo>
                  <a:cubicBezTo>
                    <a:pt x="354621" y="414453"/>
                    <a:pt x="354621" y="409014"/>
                    <a:pt x="354621" y="400855"/>
                  </a:cubicBezTo>
                  <a:cubicBezTo>
                    <a:pt x="354621" y="395415"/>
                    <a:pt x="354621" y="389976"/>
                    <a:pt x="354621" y="381817"/>
                  </a:cubicBezTo>
                  <a:cubicBezTo>
                    <a:pt x="335583" y="381817"/>
                    <a:pt x="308387" y="384537"/>
                    <a:pt x="270312" y="381817"/>
                  </a:cubicBezTo>
                  <a:cubicBezTo>
                    <a:pt x="262153" y="381817"/>
                    <a:pt x="256713" y="387256"/>
                    <a:pt x="256713" y="395415"/>
                  </a:cubicBezTo>
                  <a:cubicBezTo>
                    <a:pt x="256713" y="403574"/>
                    <a:pt x="256713" y="414453"/>
                    <a:pt x="253994" y="422612"/>
                  </a:cubicBezTo>
                  <a:cubicBezTo>
                    <a:pt x="253994" y="425332"/>
                    <a:pt x="253994" y="430771"/>
                    <a:pt x="253994" y="433490"/>
                  </a:cubicBezTo>
                  <a:cubicBezTo>
                    <a:pt x="253994" y="438930"/>
                    <a:pt x="253994" y="444369"/>
                    <a:pt x="253994" y="449809"/>
                  </a:cubicBezTo>
                  <a:cubicBezTo>
                    <a:pt x="253994" y="457967"/>
                    <a:pt x="256713" y="466126"/>
                    <a:pt x="256713" y="474285"/>
                  </a:cubicBezTo>
                  <a:cubicBezTo>
                    <a:pt x="256713" y="482444"/>
                    <a:pt x="256713" y="490603"/>
                    <a:pt x="256713" y="496043"/>
                  </a:cubicBezTo>
                  <a:cubicBezTo>
                    <a:pt x="256713" y="509641"/>
                    <a:pt x="259433" y="520520"/>
                    <a:pt x="259433" y="534118"/>
                  </a:cubicBezTo>
                  <a:cubicBezTo>
                    <a:pt x="259433" y="553155"/>
                    <a:pt x="259433" y="572193"/>
                    <a:pt x="259433" y="591231"/>
                  </a:cubicBezTo>
                  <a:cubicBezTo>
                    <a:pt x="259433" y="602109"/>
                    <a:pt x="262153" y="610268"/>
                    <a:pt x="262153" y="618427"/>
                  </a:cubicBezTo>
                  <a:cubicBezTo>
                    <a:pt x="264872" y="626586"/>
                    <a:pt x="262153" y="642904"/>
                    <a:pt x="267592" y="648343"/>
                  </a:cubicBezTo>
                  <a:cubicBezTo>
                    <a:pt x="270312" y="651063"/>
                    <a:pt x="275751" y="651063"/>
                    <a:pt x="292069" y="651063"/>
                  </a:cubicBezTo>
                  <a:cubicBezTo>
                    <a:pt x="305667" y="651063"/>
                    <a:pt x="319265" y="651063"/>
                    <a:pt x="327424" y="651063"/>
                  </a:cubicBezTo>
                  <a:cubicBezTo>
                    <a:pt x="338303" y="651063"/>
                    <a:pt x="351901" y="653783"/>
                    <a:pt x="362780" y="653783"/>
                  </a:cubicBezTo>
                  <a:cubicBezTo>
                    <a:pt x="376378" y="653783"/>
                    <a:pt x="384537" y="651063"/>
                    <a:pt x="395416" y="648343"/>
                  </a:cubicBezTo>
                  <a:cubicBezTo>
                    <a:pt x="395416" y="637465"/>
                    <a:pt x="395416" y="629306"/>
                    <a:pt x="395416" y="618427"/>
                  </a:cubicBezTo>
                  <a:cubicBezTo>
                    <a:pt x="395416" y="610268"/>
                    <a:pt x="395416" y="602109"/>
                    <a:pt x="395416" y="596670"/>
                  </a:cubicBezTo>
                  <a:cubicBezTo>
                    <a:pt x="395416" y="591231"/>
                    <a:pt x="395416" y="585791"/>
                    <a:pt x="398136" y="574913"/>
                  </a:cubicBezTo>
                  <a:cubicBezTo>
                    <a:pt x="400855" y="569473"/>
                    <a:pt x="400855" y="564034"/>
                    <a:pt x="406295" y="558595"/>
                  </a:cubicBezTo>
                  <a:cubicBezTo>
                    <a:pt x="411734" y="553155"/>
                    <a:pt x="414453" y="553155"/>
                    <a:pt x="422612" y="553155"/>
                  </a:cubicBezTo>
                  <a:cubicBezTo>
                    <a:pt x="436211" y="553155"/>
                    <a:pt x="438930" y="577632"/>
                    <a:pt x="438930" y="588511"/>
                  </a:cubicBezTo>
                  <a:cubicBezTo>
                    <a:pt x="438930" y="612988"/>
                    <a:pt x="438930" y="623866"/>
                    <a:pt x="436211" y="645624"/>
                  </a:cubicBezTo>
                  <a:cubicBezTo>
                    <a:pt x="433491" y="648343"/>
                    <a:pt x="433491" y="648343"/>
                    <a:pt x="433491" y="651063"/>
                  </a:cubicBezTo>
                  <a:lnTo>
                    <a:pt x="433491" y="651063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>
                <a:ln>
                  <a:noFill/>
                </a:ln>
                <a:solidFill>
                  <a:srgbClr val="666666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92" name="Freeform: Shape 48">
              <a:extLst>
                <a:ext uri="{FF2B5EF4-FFF2-40B4-BE49-F238E27FC236}">
                  <a16:creationId xmlns:a16="http://schemas.microsoft.com/office/drawing/2014/main" id="{B6B7D80E-73EA-1240-86FA-25F8D2B25623}"/>
                </a:ext>
              </a:extLst>
            </p:cNvPr>
            <p:cNvSpPr/>
            <p:nvPr/>
          </p:nvSpPr>
          <p:spPr>
            <a:xfrm>
              <a:off x="7912732" y="4250336"/>
              <a:ext cx="465062" cy="658157"/>
            </a:xfrm>
            <a:custGeom>
              <a:avLst/>
              <a:gdLst>
                <a:gd name="connsiteX0" fmla="*/ 193096 w 465062"/>
                <a:gd name="connsiteY0" fmla="*/ 59832 h 658157"/>
                <a:gd name="connsiteX1" fmla="*/ 193096 w 465062"/>
                <a:gd name="connsiteY1" fmla="*/ 114226 h 658157"/>
                <a:gd name="connsiteX2" fmla="*/ 198536 w 465062"/>
                <a:gd name="connsiteY2" fmla="*/ 209414 h 658157"/>
                <a:gd name="connsiteX3" fmla="*/ 201255 w 465062"/>
                <a:gd name="connsiteY3" fmla="*/ 282845 h 658157"/>
                <a:gd name="connsiteX4" fmla="*/ 203975 w 465062"/>
                <a:gd name="connsiteY4" fmla="*/ 315481 h 658157"/>
                <a:gd name="connsiteX5" fmla="*/ 203975 w 465062"/>
                <a:gd name="connsiteY5" fmla="*/ 320920 h 658157"/>
                <a:gd name="connsiteX6" fmla="*/ 212134 w 465062"/>
                <a:gd name="connsiteY6" fmla="*/ 329079 h 658157"/>
                <a:gd name="connsiteX7" fmla="*/ 223013 w 465062"/>
                <a:gd name="connsiteY7" fmla="*/ 329079 h 658157"/>
                <a:gd name="connsiteX8" fmla="*/ 239331 w 465062"/>
                <a:gd name="connsiteY8" fmla="*/ 329079 h 658157"/>
                <a:gd name="connsiteX9" fmla="*/ 280126 w 465062"/>
                <a:gd name="connsiteY9" fmla="*/ 312761 h 658157"/>
                <a:gd name="connsiteX10" fmla="*/ 296443 w 465062"/>
                <a:gd name="connsiteY10" fmla="*/ 288284 h 658157"/>
                <a:gd name="connsiteX11" fmla="*/ 304602 w 465062"/>
                <a:gd name="connsiteY11" fmla="*/ 258368 h 658157"/>
                <a:gd name="connsiteX12" fmla="*/ 312761 w 465062"/>
                <a:gd name="connsiteY12" fmla="*/ 225732 h 658157"/>
                <a:gd name="connsiteX13" fmla="*/ 315481 w 465062"/>
                <a:gd name="connsiteY13" fmla="*/ 195816 h 658157"/>
                <a:gd name="connsiteX14" fmla="*/ 318201 w 465062"/>
                <a:gd name="connsiteY14" fmla="*/ 168619 h 658157"/>
                <a:gd name="connsiteX15" fmla="*/ 312761 w 465062"/>
                <a:gd name="connsiteY15" fmla="*/ 135983 h 658157"/>
                <a:gd name="connsiteX16" fmla="*/ 312761 w 465062"/>
                <a:gd name="connsiteY16" fmla="*/ 122385 h 658157"/>
                <a:gd name="connsiteX17" fmla="*/ 293724 w 465062"/>
                <a:gd name="connsiteY17" fmla="*/ 84309 h 658157"/>
                <a:gd name="connsiteX18" fmla="*/ 280126 w 465062"/>
                <a:gd name="connsiteY18" fmla="*/ 73430 h 658157"/>
                <a:gd name="connsiteX19" fmla="*/ 258368 w 465062"/>
                <a:gd name="connsiteY19" fmla="*/ 62552 h 658157"/>
                <a:gd name="connsiteX20" fmla="*/ 217573 w 465062"/>
                <a:gd name="connsiteY20" fmla="*/ 59832 h 658157"/>
                <a:gd name="connsiteX21" fmla="*/ 111506 w 465062"/>
                <a:gd name="connsiteY21" fmla="*/ 0 h 658157"/>
                <a:gd name="connsiteX22" fmla="*/ 127824 w 465062"/>
                <a:gd name="connsiteY22" fmla="*/ 0 h 658157"/>
                <a:gd name="connsiteX23" fmla="*/ 157741 w 465062"/>
                <a:gd name="connsiteY23" fmla="*/ 5440 h 658157"/>
                <a:gd name="connsiteX24" fmla="*/ 179497 w 465062"/>
                <a:gd name="connsiteY24" fmla="*/ 16318 h 658157"/>
                <a:gd name="connsiteX25" fmla="*/ 209414 w 465062"/>
                <a:gd name="connsiteY25" fmla="*/ 16318 h 658157"/>
                <a:gd name="connsiteX26" fmla="*/ 247489 w 465062"/>
                <a:gd name="connsiteY26" fmla="*/ 16318 h 658157"/>
                <a:gd name="connsiteX27" fmla="*/ 266527 w 465062"/>
                <a:gd name="connsiteY27" fmla="*/ 16318 h 658157"/>
                <a:gd name="connsiteX28" fmla="*/ 312761 w 465062"/>
                <a:gd name="connsiteY28" fmla="*/ 27197 h 658157"/>
                <a:gd name="connsiteX29" fmla="*/ 337238 w 465062"/>
                <a:gd name="connsiteY29" fmla="*/ 38075 h 658157"/>
                <a:gd name="connsiteX30" fmla="*/ 364434 w 465062"/>
                <a:gd name="connsiteY30" fmla="*/ 54393 h 658157"/>
                <a:gd name="connsiteX31" fmla="*/ 386192 w 465062"/>
                <a:gd name="connsiteY31" fmla="*/ 73431 h 658157"/>
                <a:gd name="connsiteX32" fmla="*/ 407949 w 465062"/>
                <a:gd name="connsiteY32" fmla="*/ 103347 h 658157"/>
                <a:gd name="connsiteX33" fmla="*/ 416108 w 465062"/>
                <a:gd name="connsiteY33" fmla="*/ 141422 h 658157"/>
                <a:gd name="connsiteX34" fmla="*/ 418828 w 465062"/>
                <a:gd name="connsiteY34" fmla="*/ 163179 h 658157"/>
                <a:gd name="connsiteX35" fmla="*/ 418828 w 465062"/>
                <a:gd name="connsiteY35" fmla="*/ 171339 h 658157"/>
                <a:gd name="connsiteX36" fmla="*/ 421547 w 465062"/>
                <a:gd name="connsiteY36" fmla="*/ 187656 h 658157"/>
                <a:gd name="connsiteX37" fmla="*/ 418828 w 465062"/>
                <a:gd name="connsiteY37" fmla="*/ 206694 h 658157"/>
                <a:gd name="connsiteX38" fmla="*/ 416108 w 465062"/>
                <a:gd name="connsiteY38" fmla="*/ 233891 h 658157"/>
                <a:gd name="connsiteX39" fmla="*/ 405229 w 465062"/>
                <a:gd name="connsiteY39" fmla="*/ 263807 h 658157"/>
                <a:gd name="connsiteX40" fmla="*/ 394351 w 465062"/>
                <a:gd name="connsiteY40" fmla="*/ 274686 h 658157"/>
                <a:gd name="connsiteX41" fmla="*/ 388912 w 465062"/>
                <a:gd name="connsiteY41" fmla="*/ 285564 h 658157"/>
                <a:gd name="connsiteX42" fmla="*/ 369874 w 465062"/>
                <a:gd name="connsiteY42" fmla="*/ 304602 h 658157"/>
                <a:gd name="connsiteX43" fmla="*/ 358995 w 465062"/>
                <a:gd name="connsiteY43" fmla="*/ 310041 h 658157"/>
                <a:gd name="connsiteX44" fmla="*/ 348117 w 465062"/>
                <a:gd name="connsiteY44" fmla="*/ 320920 h 658157"/>
                <a:gd name="connsiteX45" fmla="*/ 326359 w 465062"/>
                <a:gd name="connsiteY45" fmla="*/ 339957 h 658157"/>
                <a:gd name="connsiteX46" fmla="*/ 312761 w 465062"/>
                <a:gd name="connsiteY46" fmla="*/ 353555 h 658157"/>
                <a:gd name="connsiteX47" fmla="*/ 337238 w 465062"/>
                <a:gd name="connsiteY47" fmla="*/ 380752 h 658157"/>
                <a:gd name="connsiteX48" fmla="*/ 358995 w 465062"/>
                <a:gd name="connsiteY48" fmla="*/ 421547 h 658157"/>
                <a:gd name="connsiteX49" fmla="*/ 372593 w 465062"/>
                <a:gd name="connsiteY49" fmla="*/ 459622 h 658157"/>
                <a:gd name="connsiteX50" fmla="*/ 386192 w 465062"/>
                <a:gd name="connsiteY50" fmla="*/ 514015 h 658157"/>
                <a:gd name="connsiteX51" fmla="*/ 407949 w 465062"/>
                <a:gd name="connsiteY51" fmla="*/ 568408 h 658157"/>
                <a:gd name="connsiteX52" fmla="*/ 421547 w 465062"/>
                <a:gd name="connsiteY52" fmla="*/ 598324 h 658157"/>
                <a:gd name="connsiteX53" fmla="*/ 451463 w 465062"/>
                <a:gd name="connsiteY53" fmla="*/ 628241 h 658157"/>
                <a:gd name="connsiteX54" fmla="*/ 465062 w 465062"/>
                <a:gd name="connsiteY54" fmla="*/ 644559 h 658157"/>
                <a:gd name="connsiteX55" fmla="*/ 462342 w 465062"/>
                <a:gd name="connsiteY55" fmla="*/ 649998 h 658157"/>
                <a:gd name="connsiteX56" fmla="*/ 437865 w 465062"/>
                <a:gd name="connsiteY56" fmla="*/ 658157 h 658157"/>
                <a:gd name="connsiteX57" fmla="*/ 361715 w 465062"/>
                <a:gd name="connsiteY57" fmla="*/ 622801 h 658157"/>
                <a:gd name="connsiteX58" fmla="*/ 320920 w 465062"/>
                <a:gd name="connsiteY58" fmla="*/ 565689 h 658157"/>
                <a:gd name="connsiteX59" fmla="*/ 304602 w 465062"/>
                <a:gd name="connsiteY59" fmla="*/ 530333 h 658157"/>
                <a:gd name="connsiteX60" fmla="*/ 293723 w 465062"/>
                <a:gd name="connsiteY60" fmla="*/ 497697 h 658157"/>
                <a:gd name="connsiteX61" fmla="*/ 282845 w 465062"/>
                <a:gd name="connsiteY61" fmla="*/ 462342 h 658157"/>
                <a:gd name="connsiteX62" fmla="*/ 269246 w 465062"/>
                <a:gd name="connsiteY62" fmla="*/ 424267 h 658157"/>
                <a:gd name="connsiteX63" fmla="*/ 255648 w 465062"/>
                <a:gd name="connsiteY63" fmla="*/ 391631 h 658157"/>
                <a:gd name="connsiteX64" fmla="*/ 236610 w 465062"/>
                <a:gd name="connsiteY64" fmla="*/ 367154 h 658157"/>
                <a:gd name="connsiteX65" fmla="*/ 217573 w 465062"/>
                <a:gd name="connsiteY65" fmla="*/ 361714 h 658157"/>
                <a:gd name="connsiteX66" fmla="*/ 201255 w 465062"/>
                <a:gd name="connsiteY66" fmla="*/ 361714 h 658157"/>
                <a:gd name="connsiteX67" fmla="*/ 198535 w 465062"/>
                <a:gd name="connsiteY67" fmla="*/ 367154 h 658157"/>
                <a:gd name="connsiteX68" fmla="*/ 201255 w 465062"/>
                <a:gd name="connsiteY68" fmla="*/ 388911 h 658157"/>
                <a:gd name="connsiteX69" fmla="*/ 198535 w 465062"/>
                <a:gd name="connsiteY69" fmla="*/ 426986 h 658157"/>
                <a:gd name="connsiteX70" fmla="*/ 203975 w 465062"/>
                <a:gd name="connsiteY70" fmla="*/ 478660 h 658157"/>
                <a:gd name="connsiteX71" fmla="*/ 198535 w 465062"/>
                <a:gd name="connsiteY71" fmla="*/ 552090 h 658157"/>
                <a:gd name="connsiteX72" fmla="*/ 195816 w 465062"/>
                <a:gd name="connsiteY72" fmla="*/ 576567 h 658157"/>
                <a:gd name="connsiteX73" fmla="*/ 198535 w 465062"/>
                <a:gd name="connsiteY73" fmla="*/ 592885 h 658157"/>
                <a:gd name="connsiteX74" fmla="*/ 233891 w 465062"/>
                <a:gd name="connsiteY74" fmla="*/ 592885 h 658157"/>
                <a:gd name="connsiteX75" fmla="*/ 271966 w 465062"/>
                <a:gd name="connsiteY75" fmla="*/ 611923 h 658157"/>
                <a:gd name="connsiteX76" fmla="*/ 266527 w 465062"/>
                <a:gd name="connsiteY76" fmla="*/ 628241 h 658157"/>
                <a:gd name="connsiteX77" fmla="*/ 250209 w 465062"/>
                <a:gd name="connsiteY77" fmla="*/ 636400 h 658157"/>
                <a:gd name="connsiteX78" fmla="*/ 228451 w 465062"/>
                <a:gd name="connsiteY78" fmla="*/ 639119 h 658157"/>
                <a:gd name="connsiteX79" fmla="*/ 187657 w 465062"/>
                <a:gd name="connsiteY79" fmla="*/ 639119 h 658157"/>
                <a:gd name="connsiteX80" fmla="*/ 152301 w 465062"/>
                <a:gd name="connsiteY80" fmla="*/ 652717 h 658157"/>
                <a:gd name="connsiteX81" fmla="*/ 133263 w 465062"/>
                <a:gd name="connsiteY81" fmla="*/ 655437 h 658157"/>
                <a:gd name="connsiteX82" fmla="*/ 122385 w 465062"/>
                <a:gd name="connsiteY82" fmla="*/ 652717 h 658157"/>
                <a:gd name="connsiteX83" fmla="*/ 97908 w 465062"/>
                <a:gd name="connsiteY83" fmla="*/ 639119 h 658157"/>
                <a:gd name="connsiteX84" fmla="*/ 70711 w 465062"/>
                <a:gd name="connsiteY84" fmla="*/ 639119 h 658157"/>
                <a:gd name="connsiteX85" fmla="*/ 46234 w 465062"/>
                <a:gd name="connsiteY85" fmla="*/ 639119 h 658157"/>
                <a:gd name="connsiteX86" fmla="*/ 19038 w 465062"/>
                <a:gd name="connsiteY86" fmla="*/ 630960 h 658157"/>
                <a:gd name="connsiteX87" fmla="*/ 2720 w 465062"/>
                <a:gd name="connsiteY87" fmla="*/ 614642 h 658157"/>
                <a:gd name="connsiteX88" fmla="*/ 8159 w 465062"/>
                <a:gd name="connsiteY88" fmla="*/ 606483 h 658157"/>
                <a:gd name="connsiteX89" fmla="*/ 29916 w 465062"/>
                <a:gd name="connsiteY89" fmla="*/ 598324 h 658157"/>
                <a:gd name="connsiteX90" fmla="*/ 76151 w 465062"/>
                <a:gd name="connsiteY90" fmla="*/ 592885 h 658157"/>
                <a:gd name="connsiteX91" fmla="*/ 73431 w 465062"/>
                <a:gd name="connsiteY91" fmla="*/ 573848 h 658157"/>
                <a:gd name="connsiteX92" fmla="*/ 70711 w 465062"/>
                <a:gd name="connsiteY92" fmla="*/ 500417 h 658157"/>
                <a:gd name="connsiteX93" fmla="*/ 73431 w 465062"/>
                <a:gd name="connsiteY93" fmla="*/ 437865 h 658157"/>
                <a:gd name="connsiteX94" fmla="*/ 70711 w 465062"/>
                <a:gd name="connsiteY94" fmla="*/ 369873 h 658157"/>
                <a:gd name="connsiteX95" fmla="*/ 70711 w 465062"/>
                <a:gd name="connsiteY95" fmla="*/ 293723 h 658157"/>
                <a:gd name="connsiteX96" fmla="*/ 73431 w 465062"/>
                <a:gd name="connsiteY96" fmla="*/ 212133 h 658157"/>
                <a:gd name="connsiteX97" fmla="*/ 76151 w 465062"/>
                <a:gd name="connsiteY97" fmla="*/ 155021 h 658157"/>
                <a:gd name="connsiteX98" fmla="*/ 76151 w 465062"/>
                <a:gd name="connsiteY98" fmla="*/ 119665 h 658157"/>
                <a:gd name="connsiteX99" fmla="*/ 78870 w 465062"/>
                <a:gd name="connsiteY99" fmla="*/ 84310 h 658157"/>
                <a:gd name="connsiteX100" fmla="*/ 76151 w 465062"/>
                <a:gd name="connsiteY100" fmla="*/ 62552 h 658157"/>
                <a:gd name="connsiteX101" fmla="*/ 67992 w 465062"/>
                <a:gd name="connsiteY101" fmla="*/ 62552 h 658157"/>
                <a:gd name="connsiteX102" fmla="*/ 43515 w 465062"/>
                <a:gd name="connsiteY102" fmla="*/ 62552 h 658157"/>
                <a:gd name="connsiteX103" fmla="*/ 16318 w 465062"/>
                <a:gd name="connsiteY103" fmla="*/ 57113 h 658157"/>
                <a:gd name="connsiteX104" fmla="*/ 0 w 465062"/>
                <a:gd name="connsiteY104" fmla="*/ 40795 h 658157"/>
                <a:gd name="connsiteX105" fmla="*/ 5439 w 465062"/>
                <a:gd name="connsiteY105" fmla="*/ 32636 h 658157"/>
                <a:gd name="connsiteX106" fmla="*/ 27197 w 465062"/>
                <a:gd name="connsiteY106" fmla="*/ 24477 h 658157"/>
                <a:gd name="connsiteX107" fmla="*/ 76151 w 465062"/>
                <a:gd name="connsiteY107" fmla="*/ 19038 h 658157"/>
                <a:gd name="connsiteX108" fmla="*/ 78870 w 465062"/>
                <a:gd name="connsiteY108" fmla="*/ 13598 h 658157"/>
                <a:gd name="connsiteX109" fmla="*/ 95188 w 465062"/>
                <a:gd name="connsiteY109" fmla="*/ 5440 h 658157"/>
                <a:gd name="connsiteX110" fmla="*/ 111506 w 465062"/>
                <a:gd name="connsiteY110" fmla="*/ 0 h 658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</a:cxnLst>
              <a:rect l="l" t="t" r="r" b="b"/>
              <a:pathLst>
                <a:path w="465062" h="658157">
                  <a:moveTo>
                    <a:pt x="193096" y="59832"/>
                  </a:moveTo>
                  <a:cubicBezTo>
                    <a:pt x="193096" y="73430"/>
                    <a:pt x="193096" y="89748"/>
                    <a:pt x="193096" y="114226"/>
                  </a:cubicBezTo>
                  <a:cubicBezTo>
                    <a:pt x="193096" y="144142"/>
                    <a:pt x="195816" y="176778"/>
                    <a:pt x="198536" y="209414"/>
                  </a:cubicBezTo>
                  <a:cubicBezTo>
                    <a:pt x="198536" y="247489"/>
                    <a:pt x="201255" y="277406"/>
                    <a:pt x="201255" y="282845"/>
                  </a:cubicBezTo>
                  <a:cubicBezTo>
                    <a:pt x="201255" y="293723"/>
                    <a:pt x="203975" y="304602"/>
                    <a:pt x="203975" y="315481"/>
                  </a:cubicBezTo>
                  <a:cubicBezTo>
                    <a:pt x="203975" y="318200"/>
                    <a:pt x="203975" y="318200"/>
                    <a:pt x="203975" y="320920"/>
                  </a:cubicBezTo>
                  <a:cubicBezTo>
                    <a:pt x="203975" y="326359"/>
                    <a:pt x="206695" y="329079"/>
                    <a:pt x="212134" y="329079"/>
                  </a:cubicBezTo>
                  <a:cubicBezTo>
                    <a:pt x="214854" y="329079"/>
                    <a:pt x="220293" y="329079"/>
                    <a:pt x="223013" y="329079"/>
                  </a:cubicBezTo>
                  <a:cubicBezTo>
                    <a:pt x="228452" y="329079"/>
                    <a:pt x="233891" y="329079"/>
                    <a:pt x="239331" y="329079"/>
                  </a:cubicBezTo>
                  <a:cubicBezTo>
                    <a:pt x="252929" y="329079"/>
                    <a:pt x="271967" y="323640"/>
                    <a:pt x="280126" y="312761"/>
                  </a:cubicBezTo>
                  <a:cubicBezTo>
                    <a:pt x="288284" y="304602"/>
                    <a:pt x="291004" y="299163"/>
                    <a:pt x="296443" y="288284"/>
                  </a:cubicBezTo>
                  <a:cubicBezTo>
                    <a:pt x="299163" y="277406"/>
                    <a:pt x="301883" y="269247"/>
                    <a:pt x="304602" y="258368"/>
                  </a:cubicBezTo>
                  <a:cubicBezTo>
                    <a:pt x="307322" y="244770"/>
                    <a:pt x="310042" y="239330"/>
                    <a:pt x="312761" y="225732"/>
                  </a:cubicBezTo>
                  <a:cubicBezTo>
                    <a:pt x="315481" y="212134"/>
                    <a:pt x="315481" y="209414"/>
                    <a:pt x="315481" y="195816"/>
                  </a:cubicBezTo>
                  <a:cubicBezTo>
                    <a:pt x="315481" y="179498"/>
                    <a:pt x="315481" y="184937"/>
                    <a:pt x="318201" y="168619"/>
                  </a:cubicBezTo>
                  <a:cubicBezTo>
                    <a:pt x="312761" y="152302"/>
                    <a:pt x="312761" y="149582"/>
                    <a:pt x="312761" y="135983"/>
                  </a:cubicBezTo>
                  <a:cubicBezTo>
                    <a:pt x="312761" y="133264"/>
                    <a:pt x="312761" y="127825"/>
                    <a:pt x="312761" y="122385"/>
                  </a:cubicBezTo>
                  <a:cubicBezTo>
                    <a:pt x="312761" y="111507"/>
                    <a:pt x="301883" y="95188"/>
                    <a:pt x="293724" y="84309"/>
                  </a:cubicBezTo>
                  <a:cubicBezTo>
                    <a:pt x="288284" y="78870"/>
                    <a:pt x="285565" y="76150"/>
                    <a:pt x="280126" y="73430"/>
                  </a:cubicBezTo>
                  <a:cubicBezTo>
                    <a:pt x="271967" y="67991"/>
                    <a:pt x="266527" y="65271"/>
                    <a:pt x="258368" y="62552"/>
                  </a:cubicBezTo>
                  <a:cubicBezTo>
                    <a:pt x="244770" y="59832"/>
                    <a:pt x="228452" y="59832"/>
                    <a:pt x="217573" y="59832"/>
                  </a:cubicBezTo>
                  <a:close/>
                  <a:moveTo>
                    <a:pt x="111506" y="0"/>
                  </a:moveTo>
                  <a:cubicBezTo>
                    <a:pt x="114226" y="0"/>
                    <a:pt x="122385" y="0"/>
                    <a:pt x="127824" y="0"/>
                  </a:cubicBezTo>
                  <a:cubicBezTo>
                    <a:pt x="135983" y="0"/>
                    <a:pt x="146862" y="2720"/>
                    <a:pt x="157741" y="5440"/>
                  </a:cubicBezTo>
                  <a:cubicBezTo>
                    <a:pt x="168619" y="8159"/>
                    <a:pt x="176778" y="10879"/>
                    <a:pt x="179497" y="16318"/>
                  </a:cubicBezTo>
                  <a:cubicBezTo>
                    <a:pt x="193096" y="16318"/>
                    <a:pt x="201255" y="16318"/>
                    <a:pt x="209414" y="16318"/>
                  </a:cubicBezTo>
                  <a:cubicBezTo>
                    <a:pt x="220292" y="16318"/>
                    <a:pt x="231171" y="16318"/>
                    <a:pt x="247489" y="16318"/>
                  </a:cubicBezTo>
                  <a:cubicBezTo>
                    <a:pt x="250209" y="16318"/>
                    <a:pt x="258368" y="16318"/>
                    <a:pt x="266527" y="16318"/>
                  </a:cubicBezTo>
                  <a:cubicBezTo>
                    <a:pt x="277405" y="16318"/>
                    <a:pt x="291004" y="21758"/>
                    <a:pt x="312761" y="27197"/>
                  </a:cubicBezTo>
                  <a:cubicBezTo>
                    <a:pt x="320920" y="29917"/>
                    <a:pt x="329079" y="35356"/>
                    <a:pt x="337238" y="38075"/>
                  </a:cubicBezTo>
                  <a:cubicBezTo>
                    <a:pt x="342677" y="40795"/>
                    <a:pt x="353556" y="48954"/>
                    <a:pt x="364434" y="54393"/>
                  </a:cubicBezTo>
                  <a:cubicBezTo>
                    <a:pt x="375313" y="62552"/>
                    <a:pt x="386192" y="67992"/>
                    <a:pt x="386192" y="73431"/>
                  </a:cubicBezTo>
                  <a:cubicBezTo>
                    <a:pt x="391631" y="84310"/>
                    <a:pt x="402510" y="92469"/>
                    <a:pt x="407949" y="103347"/>
                  </a:cubicBezTo>
                  <a:cubicBezTo>
                    <a:pt x="413388" y="116945"/>
                    <a:pt x="416108" y="130544"/>
                    <a:pt x="416108" y="141422"/>
                  </a:cubicBezTo>
                  <a:cubicBezTo>
                    <a:pt x="416108" y="152301"/>
                    <a:pt x="418828" y="157740"/>
                    <a:pt x="418828" y="163179"/>
                  </a:cubicBezTo>
                  <a:cubicBezTo>
                    <a:pt x="418828" y="165899"/>
                    <a:pt x="418828" y="168619"/>
                    <a:pt x="418828" y="171339"/>
                  </a:cubicBezTo>
                  <a:cubicBezTo>
                    <a:pt x="418828" y="174058"/>
                    <a:pt x="421547" y="182217"/>
                    <a:pt x="421547" y="187656"/>
                  </a:cubicBezTo>
                  <a:cubicBezTo>
                    <a:pt x="421547" y="193096"/>
                    <a:pt x="418828" y="201255"/>
                    <a:pt x="418828" y="206694"/>
                  </a:cubicBezTo>
                  <a:cubicBezTo>
                    <a:pt x="418828" y="217573"/>
                    <a:pt x="418828" y="223012"/>
                    <a:pt x="416108" y="233891"/>
                  </a:cubicBezTo>
                  <a:cubicBezTo>
                    <a:pt x="413388" y="244769"/>
                    <a:pt x="410668" y="255648"/>
                    <a:pt x="405229" y="263807"/>
                  </a:cubicBezTo>
                  <a:cubicBezTo>
                    <a:pt x="402510" y="269246"/>
                    <a:pt x="397070" y="269246"/>
                    <a:pt x="394351" y="274686"/>
                  </a:cubicBezTo>
                  <a:cubicBezTo>
                    <a:pt x="391631" y="277405"/>
                    <a:pt x="391631" y="282844"/>
                    <a:pt x="388912" y="285564"/>
                  </a:cubicBezTo>
                  <a:cubicBezTo>
                    <a:pt x="383472" y="291003"/>
                    <a:pt x="375313" y="301882"/>
                    <a:pt x="369874" y="304602"/>
                  </a:cubicBezTo>
                  <a:cubicBezTo>
                    <a:pt x="367154" y="307321"/>
                    <a:pt x="361715" y="307321"/>
                    <a:pt x="358995" y="310041"/>
                  </a:cubicBezTo>
                  <a:cubicBezTo>
                    <a:pt x="356275" y="312761"/>
                    <a:pt x="350836" y="318200"/>
                    <a:pt x="348117" y="320920"/>
                  </a:cubicBezTo>
                  <a:cubicBezTo>
                    <a:pt x="339958" y="326359"/>
                    <a:pt x="334518" y="334518"/>
                    <a:pt x="326359" y="339957"/>
                  </a:cubicBezTo>
                  <a:cubicBezTo>
                    <a:pt x="320920" y="342677"/>
                    <a:pt x="312761" y="342677"/>
                    <a:pt x="312761" y="353555"/>
                  </a:cubicBezTo>
                  <a:cubicBezTo>
                    <a:pt x="312761" y="361714"/>
                    <a:pt x="334518" y="372593"/>
                    <a:pt x="337238" y="380752"/>
                  </a:cubicBezTo>
                  <a:cubicBezTo>
                    <a:pt x="345397" y="394350"/>
                    <a:pt x="353556" y="407948"/>
                    <a:pt x="358995" y="421547"/>
                  </a:cubicBezTo>
                  <a:cubicBezTo>
                    <a:pt x="364434" y="435145"/>
                    <a:pt x="367154" y="446024"/>
                    <a:pt x="372593" y="459622"/>
                  </a:cubicBezTo>
                  <a:cubicBezTo>
                    <a:pt x="378033" y="478660"/>
                    <a:pt x="383472" y="494978"/>
                    <a:pt x="386192" y="514015"/>
                  </a:cubicBezTo>
                  <a:cubicBezTo>
                    <a:pt x="391631" y="533053"/>
                    <a:pt x="402510" y="549371"/>
                    <a:pt x="407949" y="568408"/>
                  </a:cubicBezTo>
                  <a:cubicBezTo>
                    <a:pt x="410668" y="579287"/>
                    <a:pt x="416108" y="590165"/>
                    <a:pt x="421547" y="598324"/>
                  </a:cubicBezTo>
                  <a:cubicBezTo>
                    <a:pt x="435146" y="614642"/>
                    <a:pt x="443305" y="622801"/>
                    <a:pt x="451463" y="628241"/>
                  </a:cubicBezTo>
                  <a:cubicBezTo>
                    <a:pt x="456903" y="630960"/>
                    <a:pt x="465062" y="636400"/>
                    <a:pt x="465062" y="644559"/>
                  </a:cubicBezTo>
                  <a:cubicBezTo>
                    <a:pt x="465062" y="647278"/>
                    <a:pt x="465062" y="647278"/>
                    <a:pt x="462342" y="649998"/>
                  </a:cubicBezTo>
                  <a:cubicBezTo>
                    <a:pt x="456903" y="655437"/>
                    <a:pt x="446024" y="658157"/>
                    <a:pt x="437865" y="658157"/>
                  </a:cubicBezTo>
                  <a:cubicBezTo>
                    <a:pt x="413388" y="658157"/>
                    <a:pt x="378033" y="641839"/>
                    <a:pt x="361715" y="622801"/>
                  </a:cubicBezTo>
                  <a:cubicBezTo>
                    <a:pt x="345397" y="606483"/>
                    <a:pt x="334518" y="584726"/>
                    <a:pt x="320920" y="565689"/>
                  </a:cubicBezTo>
                  <a:cubicBezTo>
                    <a:pt x="315480" y="554810"/>
                    <a:pt x="310041" y="543931"/>
                    <a:pt x="304602" y="530333"/>
                  </a:cubicBezTo>
                  <a:cubicBezTo>
                    <a:pt x="299163" y="519454"/>
                    <a:pt x="296443" y="508576"/>
                    <a:pt x="293723" y="497697"/>
                  </a:cubicBezTo>
                  <a:cubicBezTo>
                    <a:pt x="291004" y="486819"/>
                    <a:pt x="288284" y="473220"/>
                    <a:pt x="282845" y="462342"/>
                  </a:cubicBezTo>
                  <a:cubicBezTo>
                    <a:pt x="280125" y="448743"/>
                    <a:pt x="274686" y="437865"/>
                    <a:pt x="269246" y="424267"/>
                  </a:cubicBezTo>
                  <a:cubicBezTo>
                    <a:pt x="266527" y="416108"/>
                    <a:pt x="261087" y="402509"/>
                    <a:pt x="255648" y="391631"/>
                  </a:cubicBezTo>
                  <a:cubicBezTo>
                    <a:pt x="250209" y="380752"/>
                    <a:pt x="244770" y="375313"/>
                    <a:pt x="236610" y="367154"/>
                  </a:cubicBezTo>
                  <a:cubicBezTo>
                    <a:pt x="231171" y="361714"/>
                    <a:pt x="223012" y="361714"/>
                    <a:pt x="217573" y="361714"/>
                  </a:cubicBezTo>
                  <a:cubicBezTo>
                    <a:pt x="212134" y="361714"/>
                    <a:pt x="206694" y="361714"/>
                    <a:pt x="201255" y="361714"/>
                  </a:cubicBezTo>
                  <a:cubicBezTo>
                    <a:pt x="198535" y="361714"/>
                    <a:pt x="198535" y="364434"/>
                    <a:pt x="198535" y="367154"/>
                  </a:cubicBezTo>
                  <a:cubicBezTo>
                    <a:pt x="198535" y="375313"/>
                    <a:pt x="201255" y="386191"/>
                    <a:pt x="201255" y="388911"/>
                  </a:cubicBezTo>
                  <a:cubicBezTo>
                    <a:pt x="201255" y="402509"/>
                    <a:pt x="198535" y="413388"/>
                    <a:pt x="198535" y="426986"/>
                  </a:cubicBezTo>
                  <a:cubicBezTo>
                    <a:pt x="198535" y="446024"/>
                    <a:pt x="203975" y="456902"/>
                    <a:pt x="203975" y="478660"/>
                  </a:cubicBezTo>
                  <a:cubicBezTo>
                    <a:pt x="203975" y="503136"/>
                    <a:pt x="201255" y="527613"/>
                    <a:pt x="198535" y="552090"/>
                  </a:cubicBezTo>
                  <a:cubicBezTo>
                    <a:pt x="198535" y="560249"/>
                    <a:pt x="195816" y="568408"/>
                    <a:pt x="195816" y="576567"/>
                  </a:cubicBezTo>
                  <a:cubicBezTo>
                    <a:pt x="195816" y="582006"/>
                    <a:pt x="195816" y="587446"/>
                    <a:pt x="198535" y="592885"/>
                  </a:cubicBezTo>
                  <a:cubicBezTo>
                    <a:pt x="212134" y="592885"/>
                    <a:pt x="225732" y="592885"/>
                    <a:pt x="233891" y="592885"/>
                  </a:cubicBezTo>
                  <a:cubicBezTo>
                    <a:pt x="247489" y="592885"/>
                    <a:pt x="271966" y="592885"/>
                    <a:pt x="271966" y="611923"/>
                  </a:cubicBezTo>
                  <a:cubicBezTo>
                    <a:pt x="271966" y="620082"/>
                    <a:pt x="269246" y="622801"/>
                    <a:pt x="266527" y="628241"/>
                  </a:cubicBezTo>
                  <a:cubicBezTo>
                    <a:pt x="261087" y="633680"/>
                    <a:pt x="255648" y="636400"/>
                    <a:pt x="250209" y="636400"/>
                  </a:cubicBezTo>
                  <a:cubicBezTo>
                    <a:pt x="239330" y="639119"/>
                    <a:pt x="233891" y="639119"/>
                    <a:pt x="228451" y="639119"/>
                  </a:cubicBezTo>
                  <a:cubicBezTo>
                    <a:pt x="223012" y="639119"/>
                    <a:pt x="206694" y="639119"/>
                    <a:pt x="187657" y="639119"/>
                  </a:cubicBezTo>
                  <a:cubicBezTo>
                    <a:pt x="176778" y="647278"/>
                    <a:pt x="163180" y="649998"/>
                    <a:pt x="152301" y="652717"/>
                  </a:cubicBezTo>
                  <a:cubicBezTo>
                    <a:pt x="146862" y="652717"/>
                    <a:pt x="138703" y="655437"/>
                    <a:pt x="133263" y="655437"/>
                  </a:cubicBezTo>
                  <a:cubicBezTo>
                    <a:pt x="130544" y="655437"/>
                    <a:pt x="125104" y="655437"/>
                    <a:pt x="122385" y="652717"/>
                  </a:cubicBezTo>
                  <a:cubicBezTo>
                    <a:pt x="114226" y="649998"/>
                    <a:pt x="103347" y="644559"/>
                    <a:pt x="97908" y="639119"/>
                  </a:cubicBezTo>
                  <a:cubicBezTo>
                    <a:pt x="87029" y="639119"/>
                    <a:pt x="78870" y="639119"/>
                    <a:pt x="70711" y="639119"/>
                  </a:cubicBezTo>
                  <a:cubicBezTo>
                    <a:pt x="62552" y="639119"/>
                    <a:pt x="54393" y="639119"/>
                    <a:pt x="46234" y="639119"/>
                  </a:cubicBezTo>
                  <a:cubicBezTo>
                    <a:pt x="38075" y="639119"/>
                    <a:pt x="27197" y="633680"/>
                    <a:pt x="19038" y="630960"/>
                  </a:cubicBezTo>
                  <a:cubicBezTo>
                    <a:pt x="10879" y="628241"/>
                    <a:pt x="2720" y="620082"/>
                    <a:pt x="2720" y="614642"/>
                  </a:cubicBezTo>
                  <a:cubicBezTo>
                    <a:pt x="2720" y="611923"/>
                    <a:pt x="2720" y="609203"/>
                    <a:pt x="8159" y="606483"/>
                  </a:cubicBezTo>
                  <a:cubicBezTo>
                    <a:pt x="13599" y="603764"/>
                    <a:pt x="24477" y="601044"/>
                    <a:pt x="29916" y="598324"/>
                  </a:cubicBezTo>
                  <a:cubicBezTo>
                    <a:pt x="43515" y="595605"/>
                    <a:pt x="62552" y="595605"/>
                    <a:pt x="76151" y="592885"/>
                  </a:cubicBezTo>
                  <a:cubicBezTo>
                    <a:pt x="76151" y="587446"/>
                    <a:pt x="73431" y="582006"/>
                    <a:pt x="73431" y="573848"/>
                  </a:cubicBezTo>
                  <a:cubicBezTo>
                    <a:pt x="73431" y="565689"/>
                    <a:pt x="70711" y="516735"/>
                    <a:pt x="70711" y="500417"/>
                  </a:cubicBezTo>
                  <a:cubicBezTo>
                    <a:pt x="70711" y="481379"/>
                    <a:pt x="73431" y="456902"/>
                    <a:pt x="73431" y="437865"/>
                  </a:cubicBezTo>
                  <a:cubicBezTo>
                    <a:pt x="73431" y="416108"/>
                    <a:pt x="70711" y="391631"/>
                    <a:pt x="70711" y="369873"/>
                  </a:cubicBezTo>
                  <a:cubicBezTo>
                    <a:pt x="70711" y="345397"/>
                    <a:pt x="70711" y="318200"/>
                    <a:pt x="70711" y="293723"/>
                  </a:cubicBezTo>
                  <a:cubicBezTo>
                    <a:pt x="70711" y="266526"/>
                    <a:pt x="73431" y="239330"/>
                    <a:pt x="73431" y="212133"/>
                  </a:cubicBezTo>
                  <a:cubicBezTo>
                    <a:pt x="73431" y="187656"/>
                    <a:pt x="76151" y="179498"/>
                    <a:pt x="76151" y="155021"/>
                  </a:cubicBezTo>
                  <a:cubicBezTo>
                    <a:pt x="76151" y="144142"/>
                    <a:pt x="76151" y="130544"/>
                    <a:pt x="76151" y="119665"/>
                  </a:cubicBezTo>
                  <a:cubicBezTo>
                    <a:pt x="76151" y="106067"/>
                    <a:pt x="78870" y="95188"/>
                    <a:pt x="78870" y="84310"/>
                  </a:cubicBezTo>
                  <a:cubicBezTo>
                    <a:pt x="78870" y="78870"/>
                    <a:pt x="78870" y="70711"/>
                    <a:pt x="76151" y="62552"/>
                  </a:cubicBezTo>
                  <a:cubicBezTo>
                    <a:pt x="76151" y="62552"/>
                    <a:pt x="73431" y="62552"/>
                    <a:pt x="67992" y="62552"/>
                  </a:cubicBezTo>
                  <a:cubicBezTo>
                    <a:pt x="59833" y="62552"/>
                    <a:pt x="51674" y="62552"/>
                    <a:pt x="43515" y="62552"/>
                  </a:cubicBezTo>
                  <a:cubicBezTo>
                    <a:pt x="35356" y="62552"/>
                    <a:pt x="24477" y="59833"/>
                    <a:pt x="16318" y="57113"/>
                  </a:cubicBezTo>
                  <a:cubicBezTo>
                    <a:pt x="8159" y="54393"/>
                    <a:pt x="0" y="43515"/>
                    <a:pt x="0" y="40795"/>
                  </a:cubicBezTo>
                  <a:cubicBezTo>
                    <a:pt x="0" y="38075"/>
                    <a:pt x="0" y="35356"/>
                    <a:pt x="5439" y="32636"/>
                  </a:cubicBezTo>
                  <a:cubicBezTo>
                    <a:pt x="10879" y="29917"/>
                    <a:pt x="21758" y="27197"/>
                    <a:pt x="27197" y="24477"/>
                  </a:cubicBezTo>
                  <a:cubicBezTo>
                    <a:pt x="46234" y="21758"/>
                    <a:pt x="62552" y="19038"/>
                    <a:pt x="76151" y="19038"/>
                  </a:cubicBezTo>
                  <a:cubicBezTo>
                    <a:pt x="76151" y="16318"/>
                    <a:pt x="78870" y="16318"/>
                    <a:pt x="78870" y="13598"/>
                  </a:cubicBezTo>
                  <a:cubicBezTo>
                    <a:pt x="84309" y="10879"/>
                    <a:pt x="89749" y="8159"/>
                    <a:pt x="95188" y="5440"/>
                  </a:cubicBezTo>
                  <a:cubicBezTo>
                    <a:pt x="100628" y="2720"/>
                    <a:pt x="106067" y="0"/>
                    <a:pt x="111506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>
                <a:ln>
                  <a:noFill/>
                </a:ln>
                <a:solidFill>
                  <a:srgbClr val="666666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93" name="Freeform: Shape 49">
              <a:extLst>
                <a:ext uri="{FF2B5EF4-FFF2-40B4-BE49-F238E27FC236}">
                  <a16:creationId xmlns:a16="http://schemas.microsoft.com/office/drawing/2014/main" id="{4BF0422B-1CA9-4F4D-A4B3-933CB87783FA}"/>
                </a:ext>
              </a:extLst>
            </p:cNvPr>
            <p:cNvSpPr/>
            <p:nvPr/>
          </p:nvSpPr>
          <p:spPr>
            <a:xfrm>
              <a:off x="8346812" y="4186718"/>
              <a:ext cx="353556" cy="761503"/>
            </a:xfrm>
            <a:custGeom>
              <a:avLst/>
              <a:gdLst>
                <a:gd name="connsiteX0" fmla="*/ 283910 w 353555"/>
                <a:gd name="connsiteY0" fmla="*/ 672820 h 761503"/>
                <a:gd name="connsiteX1" fmla="*/ 321985 w 353555"/>
                <a:gd name="connsiteY1" fmla="*/ 689138 h 761503"/>
                <a:gd name="connsiteX2" fmla="*/ 316546 w 353555"/>
                <a:gd name="connsiteY2" fmla="*/ 705456 h 761503"/>
                <a:gd name="connsiteX3" fmla="*/ 300228 w 353555"/>
                <a:gd name="connsiteY3" fmla="*/ 713615 h 761503"/>
                <a:gd name="connsiteX4" fmla="*/ 278471 w 353555"/>
                <a:gd name="connsiteY4" fmla="*/ 716335 h 761503"/>
                <a:gd name="connsiteX5" fmla="*/ 237676 w 353555"/>
                <a:gd name="connsiteY5" fmla="*/ 716335 h 761503"/>
                <a:gd name="connsiteX6" fmla="*/ 180563 w 353555"/>
                <a:gd name="connsiteY6" fmla="*/ 719054 h 761503"/>
                <a:gd name="connsiteX7" fmla="*/ 126170 w 353555"/>
                <a:gd name="connsiteY7" fmla="*/ 719054 h 761503"/>
                <a:gd name="connsiteX8" fmla="*/ 101693 w 353555"/>
                <a:gd name="connsiteY8" fmla="*/ 719054 h 761503"/>
                <a:gd name="connsiteX9" fmla="*/ 74496 w 353555"/>
                <a:gd name="connsiteY9" fmla="*/ 713615 h 761503"/>
                <a:gd name="connsiteX10" fmla="*/ 58178 w 353555"/>
                <a:gd name="connsiteY10" fmla="*/ 697297 h 761503"/>
                <a:gd name="connsiteX11" fmla="*/ 63618 w 353555"/>
                <a:gd name="connsiteY11" fmla="*/ 689138 h 761503"/>
                <a:gd name="connsiteX12" fmla="*/ 85375 w 353555"/>
                <a:gd name="connsiteY12" fmla="*/ 680979 h 761503"/>
                <a:gd name="connsiteX13" fmla="*/ 131609 w 353555"/>
                <a:gd name="connsiteY13" fmla="*/ 675540 h 761503"/>
                <a:gd name="connsiteX14" fmla="*/ 142488 w 353555"/>
                <a:gd name="connsiteY14" fmla="*/ 675540 h 761503"/>
                <a:gd name="connsiteX15" fmla="*/ 131609 w 353555"/>
                <a:gd name="connsiteY15" fmla="*/ 653783 h 761503"/>
                <a:gd name="connsiteX16" fmla="*/ 128890 w 353555"/>
                <a:gd name="connsiteY16" fmla="*/ 640184 h 761503"/>
                <a:gd name="connsiteX17" fmla="*/ 128890 w 353555"/>
                <a:gd name="connsiteY17" fmla="*/ 629306 h 761503"/>
                <a:gd name="connsiteX18" fmla="*/ 128890 w 353555"/>
                <a:gd name="connsiteY18" fmla="*/ 621147 h 761503"/>
                <a:gd name="connsiteX19" fmla="*/ 128890 w 353555"/>
                <a:gd name="connsiteY19" fmla="*/ 593950 h 761503"/>
                <a:gd name="connsiteX20" fmla="*/ 128890 w 353555"/>
                <a:gd name="connsiteY20" fmla="*/ 583072 h 761503"/>
                <a:gd name="connsiteX21" fmla="*/ 128890 w 353555"/>
                <a:gd name="connsiteY21" fmla="*/ 436210 h 761503"/>
                <a:gd name="connsiteX22" fmla="*/ 128890 w 353555"/>
                <a:gd name="connsiteY22" fmla="*/ 357340 h 761503"/>
                <a:gd name="connsiteX23" fmla="*/ 131609 w 353555"/>
                <a:gd name="connsiteY23" fmla="*/ 289349 h 761503"/>
                <a:gd name="connsiteX24" fmla="*/ 131609 w 353555"/>
                <a:gd name="connsiteY24" fmla="*/ 251274 h 761503"/>
                <a:gd name="connsiteX25" fmla="*/ 131609 w 353555"/>
                <a:gd name="connsiteY25" fmla="*/ 205040 h 761503"/>
                <a:gd name="connsiteX26" fmla="*/ 131609 w 353555"/>
                <a:gd name="connsiteY26" fmla="*/ 139768 h 761503"/>
                <a:gd name="connsiteX27" fmla="*/ 131609 w 353555"/>
                <a:gd name="connsiteY27" fmla="*/ 128889 h 761503"/>
                <a:gd name="connsiteX28" fmla="*/ 126170 w 353555"/>
                <a:gd name="connsiteY28" fmla="*/ 128889 h 761503"/>
                <a:gd name="connsiteX29" fmla="*/ 101693 w 353555"/>
                <a:gd name="connsiteY29" fmla="*/ 128889 h 761503"/>
                <a:gd name="connsiteX30" fmla="*/ 74496 w 353555"/>
                <a:gd name="connsiteY30" fmla="*/ 123450 h 761503"/>
                <a:gd name="connsiteX31" fmla="*/ 58178 w 353555"/>
                <a:gd name="connsiteY31" fmla="*/ 107132 h 761503"/>
                <a:gd name="connsiteX32" fmla="*/ 60898 w 353555"/>
                <a:gd name="connsiteY32" fmla="*/ 98973 h 761503"/>
                <a:gd name="connsiteX33" fmla="*/ 82655 w 353555"/>
                <a:gd name="connsiteY33" fmla="*/ 93534 h 761503"/>
                <a:gd name="connsiteX34" fmla="*/ 131609 w 353555"/>
                <a:gd name="connsiteY34" fmla="*/ 88094 h 761503"/>
                <a:gd name="connsiteX35" fmla="*/ 131609 w 353555"/>
                <a:gd name="connsiteY35" fmla="*/ 82655 h 761503"/>
                <a:gd name="connsiteX36" fmla="*/ 134329 w 353555"/>
                <a:gd name="connsiteY36" fmla="*/ 71776 h 761503"/>
                <a:gd name="connsiteX37" fmla="*/ 147927 w 353555"/>
                <a:gd name="connsiteY37" fmla="*/ 63617 h 761503"/>
                <a:gd name="connsiteX38" fmla="*/ 164245 w 353555"/>
                <a:gd name="connsiteY38" fmla="*/ 58178 h 761503"/>
                <a:gd name="connsiteX39" fmla="*/ 177843 w 353555"/>
                <a:gd name="connsiteY39" fmla="*/ 58178 h 761503"/>
                <a:gd name="connsiteX40" fmla="*/ 196881 w 353555"/>
                <a:gd name="connsiteY40" fmla="*/ 60898 h 761503"/>
                <a:gd name="connsiteX41" fmla="*/ 232237 w 353555"/>
                <a:gd name="connsiteY41" fmla="*/ 88094 h 761503"/>
                <a:gd name="connsiteX42" fmla="*/ 278471 w 353555"/>
                <a:gd name="connsiteY42" fmla="*/ 88094 h 761503"/>
                <a:gd name="connsiteX43" fmla="*/ 316546 w 353555"/>
                <a:gd name="connsiteY43" fmla="*/ 104412 h 761503"/>
                <a:gd name="connsiteX44" fmla="*/ 311107 w 353555"/>
                <a:gd name="connsiteY44" fmla="*/ 120730 h 761503"/>
                <a:gd name="connsiteX45" fmla="*/ 294789 w 353555"/>
                <a:gd name="connsiteY45" fmla="*/ 128889 h 761503"/>
                <a:gd name="connsiteX46" fmla="*/ 273032 w 353555"/>
                <a:gd name="connsiteY46" fmla="*/ 131609 h 761503"/>
                <a:gd name="connsiteX47" fmla="*/ 243115 w 353555"/>
                <a:gd name="connsiteY47" fmla="*/ 131609 h 761503"/>
                <a:gd name="connsiteX48" fmla="*/ 243115 w 353555"/>
                <a:gd name="connsiteY48" fmla="*/ 134329 h 761503"/>
                <a:gd name="connsiteX49" fmla="*/ 248554 w 353555"/>
                <a:gd name="connsiteY49" fmla="*/ 169684 h 761503"/>
                <a:gd name="connsiteX50" fmla="*/ 251274 w 353555"/>
                <a:gd name="connsiteY50" fmla="*/ 205040 h 761503"/>
                <a:gd name="connsiteX51" fmla="*/ 251274 w 353555"/>
                <a:gd name="connsiteY51" fmla="*/ 240395 h 761503"/>
                <a:gd name="connsiteX52" fmla="*/ 251274 w 353555"/>
                <a:gd name="connsiteY52" fmla="*/ 256713 h 761503"/>
                <a:gd name="connsiteX53" fmla="*/ 253994 w 353555"/>
                <a:gd name="connsiteY53" fmla="*/ 270311 h 761503"/>
                <a:gd name="connsiteX54" fmla="*/ 259433 w 353555"/>
                <a:gd name="connsiteY54" fmla="*/ 343742 h 761503"/>
                <a:gd name="connsiteX55" fmla="*/ 262153 w 353555"/>
                <a:gd name="connsiteY55" fmla="*/ 425332 h 761503"/>
                <a:gd name="connsiteX56" fmla="*/ 264872 w 353555"/>
                <a:gd name="connsiteY56" fmla="*/ 490603 h 761503"/>
                <a:gd name="connsiteX57" fmla="*/ 270312 w 353555"/>
                <a:gd name="connsiteY57" fmla="*/ 564034 h 761503"/>
                <a:gd name="connsiteX58" fmla="*/ 270312 w 353555"/>
                <a:gd name="connsiteY58" fmla="*/ 599390 h 761503"/>
                <a:gd name="connsiteX59" fmla="*/ 270312 w 353555"/>
                <a:gd name="connsiteY59" fmla="*/ 637465 h 761503"/>
                <a:gd name="connsiteX60" fmla="*/ 264872 w 353555"/>
                <a:gd name="connsiteY60" fmla="*/ 670101 h 761503"/>
                <a:gd name="connsiteX61" fmla="*/ 283910 w 353555"/>
                <a:gd name="connsiteY61" fmla="*/ 672820 h 761503"/>
                <a:gd name="connsiteX62" fmla="*/ 283910 w 353555"/>
                <a:gd name="connsiteY62" fmla="*/ 672820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353555" h="761503">
                  <a:moveTo>
                    <a:pt x="283910" y="672820"/>
                  </a:moveTo>
                  <a:cubicBezTo>
                    <a:pt x="297508" y="672820"/>
                    <a:pt x="321985" y="672820"/>
                    <a:pt x="321985" y="689138"/>
                  </a:cubicBezTo>
                  <a:cubicBezTo>
                    <a:pt x="321985" y="697297"/>
                    <a:pt x="319266" y="697297"/>
                    <a:pt x="316546" y="705456"/>
                  </a:cubicBezTo>
                  <a:cubicBezTo>
                    <a:pt x="311107" y="710895"/>
                    <a:pt x="305667" y="713615"/>
                    <a:pt x="300228" y="713615"/>
                  </a:cubicBezTo>
                  <a:cubicBezTo>
                    <a:pt x="292069" y="716335"/>
                    <a:pt x="283910" y="716335"/>
                    <a:pt x="278471" y="716335"/>
                  </a:cubicBezTo>
                  <a:cubicBezTo>
                    <a:pt x="275751" y="716335"/>
                    <a:pt x="256713" y="716335"/>
                    <a:pt x="237676" y="716335"/>
                  </a:cubicBezTo>
                  <a:cubicBezTo>
                    <a:pt x="213199" y="716335"/>
                    <a:pt x="186003" y="719054"/>
                    <a:pt x="180563" y="719054"/>
                  </a:cubicBezTo>
                  <a:cubicBezTo>
                    <a:pt x="166965" y="719054"/>
                    <a:pt x="142488" y="719054"/>
                    <a:pt x="126170" y="719054"/>
                  </a:cubicBezTo>
                  <a:cubicBezTo>
                    <a:pt x="118011" y="719054"/>
                    <a:pt x="109852" y="719054"/>
                    <a:pt x="101693" y="719054"/>
                  </a:cubicBezTo>
                  <a:cubicBezTo>
                    <a:pt x="93534" y="719054"/>
                    <a:pt x="82655" y="719054"/>
                    <a:pt x="74496" y="713615"/>
                  </a:cubicBezTo>
                  <a:cubicBezTo>
                    <a:pt x="66337" y="710895"/>
                    <a:pt x="58178" y="702736"/>
                    <a:pt x="58178" y="697297"/>
                  </a:cubicBezTo>
                  <a:cubicBezTo>
                    <a:pt x="58178" y="694578"/>
                    <a:pt x="58178" y="691858"/>
                    <a:pt x="63618" y="689138"/>
                  </a:cubicBezTo>
                  <a:cubicBezTo>
                    <a:pt x="69057" y="686418"/>
                    <a:pt x="79936" y="683699"/>
                    <a:pt x="85375" y="680979"/>
                  </a:cubicBezTo>
                  <a:cubicBezTo>
                    <a:pt x="104413" y="678260"/>
                    <a:pt x="123450" y="675540"/>
                    <a:pt x="131609" y="675540"/>
                  </a:cubicBezTo>
                  <a:cubicBezTo>
                    <a:pt x="134329" y="675540"/>
                    <a:pt x="137049" y="675540"/>
                    <a:pt x="142488" y="675540"/>
                  </a:cubicBezTo>
                  <a:cubicBezTo>
                    <a:pt x="134329" y="670101"/>
                    <a:pt x="131609" y="661942"/>
                    <a:pt x="131609" y="653783"/>
                  </a:cubicBezTo>
                  <a:cubicBezTo>
                    <a:pt x="131609" y="648343"/>
                    <a:pt x="131609" y="642904"/>
                    <a:pt x="128890" y="640184"/>
                  </a:cubicBezTo>
                  <a:cubicBezTo>
                    <a:pt x="128890" y="637465"/>
                    <a:pt x="128890" y="634745"/>
                    <a:pt x="128890" y="629306"/>
                  </a:cubicBezTo>
                  <a:cubicBezTo>
                    <a:pt x="128890" y="626586"/>
                    <a:pt x="128890" y="623867"/>
                    <a:pt x="128890" y="621147"/>
                  </a:cubicBezTo>
                  <a:cubicBezTo>
                    <a:pt x="128890" y="612988"/>
                    <a:pt x="128890" y="604829"/>
                    <a:pt x="128890" y="593950"/>
                  </a:cubicBezTo>
                  <a:cubicBezTo>
                    <a:pt x="128890" y="591231"/>
                    <a:pt x="128890" y="585791"/>
                    <a:pt x="128890" y="583072"/>
                  </a:cubicBezTo>
                  <a:cubicBezTo>
                    <a:pt x="128890" y="534118"/>
                    <a:pt x="131609" y="485164"/>
                    <a:pt x="128890" y="436210"/>
                  </a:cubicBezTo>
                  <a:cubicBezTo>
                    <a:pt x="128890" y="409014"/>
                    <a:pt x="128890" y="384537"/>
                    <a:pt x="128890" y="357340"/>
                  </a:cubicBezTo>
                  <a:cubicBezTo>
                    <a:pt x="128890" y="335583"/>
                    <a:pt x="131609" y="313826"/>
                    <a:pt x="131609" y="289349"/>
                  </a:cubicBezTo>
                  <a:cubicBezTo>
                    <a:pt x="131609" y="275751"/>
                    <a:pt x="131609" y="264872"/>
                    <a:pt x="131609" y="251274"/>
                  </a:cubicBezTo>
                  <a:cubicBezTo>
                    <a:pt x="131609" y="234956"/>
                    <a:pt x="131609" y="221357"/>
                    <a:pt x="131609" y="205040"/>
                  </a:cubicBezTo>
                  <a:cubicBezTo>
                    <a:pt x="131609" y="183282"/>
                    <a:pt x="131609" y="161525"/>
                    <a:pt x="131609" y="139768"/>
                  </a:cubicBezTo>
                  <a:cubicBezTo>
                    <a:pt x="131609" y="137048"/>
                    <a:pt x="131609" y="134329"/>
                    <a:pt x="131609" y="128889"/>
                  </a:cubicBezTo>
                  <a:cubicBezTo>
                    <a:pt x="128890" y="128889"/>
                    <a:pt x="126170" y="128889"/>
                    <a:pt x="126170" y="128889"/>
                  </a:cubicBezTo>
                  <a:cubicBezTo>
                    <a:pt x="118011" y="128889"/>
                    <a:pt x="109852" y="128889"/>
                    <a:pt x="101693" y="128889"/>
                  </a:cubicBezTo>
                  <a:cubicBezTo>
                    <a:pt x="93534" y="128889"/>
                    <a:pt x="82655" y="128889"/>
                    <a:pt x="74496" y="123450"/>
                  </a:cubicBezTo>
                  <a:cubicBezTo>
                    <a:pt x="66337" y="120730"/>
                    <a:pt x="58178" y="112571"/>
                    <a:pt x="58178" y="107132"/>
                  </a:cubicBezTo>
                  <a:cubicBezTo>
                    <a:pt x="58178" y="104412"/>
                    <a:pt x="58178" y="101693"/>
                    <a:pt x="60898" y="98973"/>
                  </a:cubicBezTo>
                  <a:cubicBezTo>
                    <a:pt x="63618" y="96253"/>
                    <a:pt x="77216" y="93534"/>
                    <a:pt x="82655" y="93534"/>
                  </a:cubicBezTo>
                  <a:cubicBezTo>
                    <a:pt x="98973" y="90814"/>
                    <a:pt x="123450" y="88094"/>
                    <a:pt x="131609" y="88094"/>
                  </a:cubicBezTo>
                  <a:cubicBezTo>
                    <a:pt x="131609" y="85375"/>
                    <a:pt x="131609" y="85375"/>
                    <a:pt x="131609" y="82655"/>
                  </a:cubicBezTo>
                  <a:cubicBezTo>
                    <a:pt x="131609" y="77216"/>
                    <a:pt x="131609" y="74496"/>
                    <a:pt x="134329" y="71776"/>
                  </a:cubicBezTo>
                  <a:cubicBezTo>
                    <a:pt x="137049" y="69057"/>
                    <a:pt x="145208" y="66337"/>
                    <a:pt x="147927" y="63617"/>
                  </a:cubicBezTo>
                  <a:cubicBezTo>
                    <a:pt x="153366" y="60898"/>
                    <a:pt x="158806" y="58178"/>
                    <a:pt x="164245" y="58178"/>
                  </a:cubicBezTo>
                  <a:cubicBezTo>
                    <a:pt x="169684" y="58178"/>
                    <a:pt x="175124" y="58178"/>
                    <a:pt x="177843" y="58178"/>
                  </a:cubicBezTo>
                  <a:cubicBezTo>
                    <a:pt x="183283" y="58178"/>
                    <a:pt x="191442" y="58178"/>
                    <a:pt x="196881" y="60898"/>
                  </a:cubicBezTo>
                  <a:cubicBezTo>
                    <a:pt x="213199" y="63617"/>
                    <a:pt x="224078" y="74496"/>
                    <a:pt x="232237" y="88094"/>
                  </a:cubicBezTo>
                  <a:cubicBezTo>
                    <a:pt x="253994" y="88094"/>
                    <a:pt x="270312" y="88094"/>
                    <a:pt x="278471" y="88094"/>
                  </a:cubicBezTo>
                  <a:cubicBezTo>
                    <a:pt x="292069" y="88094"/>
                    <a:pt x="316546" y="88094"/>
                    <a:pt x="316546" y="104412"/>
                  </a:cubicBezTo>
                  <a:cubicBezTo>
                    <a:pt x="316546" y="112571"/>
                    <a:pt x="313826" y="112571"/>
                    <a:pt x="311107" y="120730"/>
                  </a:cubicBezTo>
                  <a:cubicBezTo>
                    <a:pt x="305667" y="126170"/>
                    <a:pt x="300228" y="128889"/>
                    <a:pt x="294789" y="128889"/>
                  </a:cubicBezTo>
                  <a:cubicBezTo>
                    <a:pt x="286630" y="131609"/>
                    <a:pt x="278471" y="131609"/>
                    <a:pt x="273032" y="131609"/>
                  </a:cubicBezTo>
                  <a:cubicBezTo>
                    <a:pt x="270312" y="131609"/>
                    <a:pt x="259433" y="131609"/>
                    <a:pt x="243115" y="131609"/>
                  </a:cubicBezTo>
                  <a:lnTo>
                    <a:pt x="243115" y="134329"/>
                  </a:lnTo>
                  <a:cubicBezTo>
                    <a:pt x="245835" y="145207"/>
                    <a:pt x="245835" y="158805"/>
                    <a:pt x="248554" y="169684"/>
                  </a:cubicBezTo>
                  <a:cubicBezTo>
                    <a:pt x="251274" y="180563"/>
                    <a:pt x="251274" y="194161"/>
                    <a:pt x="251274" y="205040"/>
                  </a:cubicBezTo>
                  <a:cubicBezTo>
                    <a:pt x="251274" y="215918"/>
                    <a:pt x="251274" y="226797"/>
                    <a:pt x="251274" y="240395"/>
                  </a:cubicBezTo>
                  <a:cubicBezTo>
                    <a:pt x="251274" y="245834"/>
                    <a:pt x="251274" y="251274"/>
                    <a:pt x="251274" y="256713"/>
                  </a:cubicBezTo>
                  <a:cubicBezTo>
                    <a:pt x="251274" y="262152"/>
                    <a:pt x="251274" y="267592"/>
                    <a:pt x="253994" y="270311"/>
                  </a:cubicBezTo>
                  <a:cubicBezTo>
                    <a:pt x="256713" y="294788"/>
                    <a:pt x="256713" y="319265"/>
                    <a:pt x="259433" y="343742"/>
                  </a:cubicBezTo>
                  <a:cubicBezTo>
                    <a:pt x="259433" y="370939"/>
                    <a:pt x="262153" y="398135"/>
                    <a:pt x="262153" y="425332"/>
                  </a:cubicBezTo>
                  <a:cubicBezTo>
                    <a:pt x="262153" y="447089"/>
                    <a:pt x="262153" y="468846"/>
                    <a:pt x="264872" y="490603"/>
                  </a:cubicBezTo>
                  <a:cubicBezTo>
                    <a:pt x="264872" y="515080"/>
                    <a:pt x="270312" y="539557"/>
                    <a:pt x="270312" y="564034"/>
                  </a:cubicBezTo>
                  <a:cubicBezTo>
                    <a:pt x="270312" y="574913"/>
                    <a:pt x="270312" y="588511"/>
                    <a:pt x="270312" y="599390"/>
                  </a:cubicBezTo>
                  <a:cubicBezTo>
                    <a:pt x="270312" y="612988"/>
                    <a:pt x="270312" y="623867"/>
                    <a:pt x="270312" y="637465"/>
                  </a:cubicBezTo>
                  <a:cubicBezTo>
                    <a:pt x="270312" y="648343"/>
                    <a:pt x="270312" y="661942"/>
                    <a:pt x="264872" y="670101"/>
                  </a:cubicBezTo>
                  <a:cubicBezTo>
                    <a:pt x="273032" y="672820"/>
                    <a:pt x="278471" y="672820"/>
                    <a:pt x="283910" y="672820"/>
                  </a:cubicBezTo>
                  <a:lnTo>
                    <a:pt x="283910" y="672820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>
                <a:ln>
                  <a:noFill/>
                </a:ln>
                <a:solidFill>
                  <a:srgbClr val="666666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94" name="Freeform: Shape 50">
              <a:extLst>
                <a:ext uri="{FF2B5EF4-FFF2-40B4-BE49-F238E27FC236}">
                  <a16:creationId xmlns:a16="http://schemas.microsoft.com/office/drawing/2014/main" id="{B5C8F4B6-6FF1-0444-ADB4-050C973549BF}"/>
                </a:ext>
              </a:extLst>
            </p:cNvPr>
            <p:cNvSpPr/>
            <p:nvPr/>
          </p:nvSpPr>
          <p:spPr>
            <a:xfrm>
              <a:off x="8652924" y="4192158"/>
              <a:ext cx="516735" cy="788700"/>
            </a:xfrm>
            <a:custGeom>
              <a:avLst/>
              <a:gdLst>
                <a:gd name="connsiteX0" fmla="*/ 464616 w 516735"/>
                <a:gd name="connsiteY0" fmla="*/ 436210 h 788699"/>
                <a:gd name="connsiteX1" fmla="*/ 445578 w 516735"/>
                <a:gd name="connsiteY1" fmla="*/ 455248 h 788699"/>
                <a:gd name="connsiteX2" fmla="*/ 404783 w 516735"/>
                <a:gd name="connsiteY2" fmla="*/ 466126 h 788699"/>
                <a:gd name="connsiteX3" fmla="*/ 385746 w 516735"/>
                <a:gd name="connsiteY3" fmla="*/ 479725 h 788699"/>
                <a:gd name="connsiteX4" fmla="*/ 388466 w 516735"/>
                <a:gd name="connsiteY4" fmla="*/ 512361 h 788699"/>
                <a:gd name="connsiteX5" fmla="*/ 388466 w 516735"/>
                <a:gd name="connsiteY5" fmla="*/ 544997 h 788699"/>
                <a:gd name="connsiteX6" fmla="*/ 388466 w 516735"/>
                <a:gd name="connsiteY6" fmla="*/ 566754 h 788699"/>
                <a:gd name="connsiteX7" fmla="*/ 391185 w 516735"/>
                <a:gd name="connsiteY7" fmla="*/ 632026 h 788699"/>
                <a:gd name="connsiteX8" fmla="*/ 393905 w 516735"/>
                <a:gd name="connsiteY8" fmla="*/ 683699 h 788699"/>
                <a:gd name="connsiteX9" fmla="*/ 377587 w 516735"/>
                <a:gd name="connsiteY9" fmla="*/ 724494 h 788699"/>
                <a:gd name="connsiteX10" fmla="*/ 361269 w 516735"/>
                <a:gd name="connsiteY10" fmla="*/ 719054 h 788699"/>
                <a:gd name="connsiteX11" fmla="*/ 353110 w 516735"/>
                <a:gd name="connsiteY11" fmla="*/ 702737 h 788699"/>
                <a:gd name="connsiteX12" fmla="*/ 350390 w 516735"/>
                <a:gd name="connsiteY12" fmla="*/ 686419 h 788699"/>
                <a:gd name="connsiteX13" fmla="*/ 353110 w 516735"/>
                <a:gd name="connsiteY13" fmla="*/ 659222 h 788699"/>
                <a:gd name="connsiteX14" fmla="*/ 353110 w 516735"/>
                <a:gd name="connsiteY14" fmla="*/ 656502 h 788699"/>
                <a:gd name="connsiteX15" fmla="*/ 317754 w 516735"/>
                <a:gd name="connsiteY15" fmla="*/ 708176 h 788699"/>
                <a:gd name="connsiteX16" fmla="*/ 241604 w 516735"/>
                <a:gd name="connsiteY16" fmla="*/ 735372 h 788699"/>
                <a:gd name="connsiteX17" fmla="*/ 187211 w 516735"/>
                <a:gd name="connsiteY17" fmla="*/ 727214 h 788699"/>
                <a:gd name="connsiteX18" fmla="*/ 135537 w 516735"/>
                <a:gd name="connsiteY18" fmla="*/ 694578 h 788699"/>
                <a:gd name="connsiteX19" fmla="*/ 86583 w 516735"/>
                <a:gd name="connsiteY19" fmla="*/ 621147 h 788699"/>
                <a:gd name="connsiteX20" fmla="*/ 67546 w 516735"/>
                <a:gd name="connsiteY20" fmla="*/ 555875 h 788699"/>
                <a:gd name="connsiteX21" fmla="*/ 59387 w 516735"/>
                <a:gd name="connsiteY21" fmla="*/ 509641 h 788699"/>
                <a:gd name="connsiteX22" fmla="*/ 59387 w 516735"/>
                <a:gd name="connsiteY22" fmla="*/ 468846 h 788699"/>
                <a:gd name="connsiteX23" fmla="*/ 86583 w 516735"/>
                <a:gd name="connsiteY23" fmla="*/ 302947 h 788699"/>
                <a:gd name="connsiteX24" fmla="*/ 108341 w 516735"/>
                <a:gd name="connsiteY24" fmla="*/ 224077 h 788699"/>
                <a:gd name="connsiteX25" fmla="*/ 146416 w 516735"/>
                <a:gd name="connsiteY25" fmla="*/ 145207 h 788699"/>
                <a:gd name="connsiteX26" fmla="*/ 198090 w 516735"/>
                <a:gd name="connsiteY26" fmla="*/ 85375 h 788699"/>
                <a:gd name="connsiteX27" fmla="*/ 228006 w 516735"/>
                <a:gd name="connsiteY27" fmla="*/ 69057 h 788699"/>
                <a:gd name="connsiteX28" fmla="*/ 268801 w 516735"/>
                <a:gd name="connsiteY28" fmla="*/ 58178 h 788699"/>
                <a:gd name="connsiteX29" fmla="*/ 274240 w 516735"/>
                <a:gd name="connsiteY29" fmla="*/ 58178 h 788699"/>
                <a:gd name="connsiteX30" fmla="*/ 295997 w 516735"/>
                <a:gd name="connsiteY30" fmla="*/ 60898 h 788699"/>
                <a:gd name="connsiteX31" fmla="*/ 331353 w 516735"/>
                <a:gd name="connsiteY31" fmla="*/ 71776 h 788699"/>
                <a:gd name="connsiteX32" fmla="*/ 350390 w 516735"/>
                <a:gd name="connsiteY32" fmla="*/ 93534 h 788699"/>
                <a:gd name="connsiteX33" fmla="*/ 353110 w 516735"/>
                <a:gd name="connsiteY33" fmla="*/ 74496 h 788699"/>
                <a:gd name="connsiteX34" fmla="*/ 358549 w 516735"/>
                <a:gd name="connsiteY34" fmla="*/ 63618 h 788699"/>
                <a:gd name="connsiteX35" fmla="*/ 366708 w 516735"/>
                <a:gd name="connsiteY35" fmla="*/ 58178 h 788699"/>
                <a:gd name="connsiteX36" fmla="*/ 374867 w 516735"/>
                <a:gd name="connsiteY36" fmla="*/ 63618 h 788699"/>
                <a:gd name="connsiteX37" fmla="*/ 383027 w 516735"/>
                <a:gd name="connsiteY37" fmla="*/ 82655 h 788699"/>
                <a:gd name="connsiteX38" fmla="*/ 385746 w 516735"/>
                <a:gd name="connsiteY38" fmla="*/ 126170 h 788699"/>
                <a:gd name="connsiteX39" fmla="*/ 388466 w 516735"/>
                <a:gd name="connsiteY39" fmla="*/ 186002 h 788699"/>
                <a:gd name="connsiteX40" fmla="*/ 391185 w 516735"/>
                <a:gd name="connsiteY40" fmla="*/ 237676 h 788699"/>
                <a:gd name="connsiteX41" fmla="*/ 374867 w 516735"/>
                <a:gd name="connsiteY41" fmla="*/ 278470 h 788699"/>
                <a:gd name="connsiteX42" fmla="*/ 358549 w 516735"/>
                <a:gd name="connsiteY42" fmla="*/ 273031 h 788699"/>
                <a:gd name="connsiteX43" fmla="*/ 350390 w 516735"/>
                <a:gd name="connsiteY43" fmla="*/ 256713 h 788699"/>
                <a:gd name="connsiteX44" fmla="*/ 347671 w 516735"/>
                <a:gd name="connsiteY44" fmla="*/ 240395 h 788699"/>
                <a:gd name="connsiteX45" fmla="*/ 347671 w 516735"/>
                <a:gd name="connsiteY45" fmla="*/ 213199 h 788699"/>
                <a:gd name="connsiteX46" fmla="*/ 344951 w 516735"/>
                <a:gd name="connsiteY46" fmla="*/ 194161 h 788699"/>
                <a:gd name="connsiteX47" fmla="*/ 339512 w 516735"/>
                <a:gd name="connsiteY47" fmla="*/ 150647 h 788699"/>
                <a:gd name="connsiteX48" fmla="*/ 323194 w 516735"/>
                <a:gd name="connsiteY48" fmla="*/ 112571 h 788699"/>
                <a:gd name="connsiteX49" fmla="*/ 293278 w 516735"/>
                <a:gd name="connsiteY49" fmla="*/ 101693 h 788699"/>
                <a:gd name="connsiteX50" fmla="*/ 263361 w 516735"/>
                <a:gd name="connsiteY50" fmla="*/ 120730 h 788699"/>
                <a:gd name="connsiteX51" fmla="*/ 241604 w 516735"/>
                <a:gd name="connsiteY51" fmla="*/ 153366 h 788699"/>
                <a:gd name="connsiteX52" fmla="*/ 233445 w 516735"/>
                <a:gd name="connsiteY52" fmla="*/ 194161 h 788699"/>
                <a:gd name="connsiteX53" fmla="*/ 225286 w 516735"/>
                <a:gd name="connsiteY53" fmla="*/ 232236 h 788699"/>
                <a:gd name="connsiteX54" fmla="*/ 217127 w 516735"/>
                <a:gd name="connsiteY54" fmla="*/ 275751 h 788699"/>
                <a:gd name="connsiteX55" fmla="*/ 211688 w 516735"/>
                <a:gd name="connsiteY55" fmla="*/ 316545 h 788699"/>
                <a:gd name="connsiteX56" fmla="*/ 206249 w 516735"/>
                <a:gd name="connsiteY56" fmla="*/ 354621 h 788699"/>
                <a:gd name="connsiteX57" fmla="*/ 200809 w 516735"/>
                <a:gd name="connsiteY57" fmla="*/ 398135 h 788699"/>
                <a:gd name="connsiteX58" fmla="*/ 195370 w 516735"/>
                <a:gd name="connsiteY58" fmla="*/ 438930 h 788699"/>
                <a:gd name="connsiteX59" fmla="*/ 192650 w 516735"/>
                <a:gd name="connsiteY59" fmla="*/ 474286 h 788699"/>
                <a:gd name="connsiteX60" fmla="*/ 195370 w 516735"/>
                <a:gd name="connsiteY60" fmla="*/ 525959 h 788699"/>
                <a:gd name="connsiteX61" fmla="*/ 208968 w 516735"/>
                <a:gd name="connsiteY61" fmla="*/ 596670 h 788699"/>
                <a:gd name="connsiteX62" fmla="*/ 214407 w 516735"/>
                <a:gd name="connsiteY62" fmla="*/ 623867 h 788699"/>
                <a:gd name="connsiteX63" fmla="*/ 228006 w 516735"/>
                <a:gd name="connsiteY63" fmla="*/ 656502 h 788699"/>
                <a:gd name="connsiteX64" fmla="*/ 271520 w 516735"/>
                <a:gd name="connsiteY64" fmla="*/ 689138 h 788699"/>
                <a:gd name="connsiteX65" fmla="*/ 306876 w 516735"/>
                <a:gd name="connsiteY65" fmla="*/ 664661 h 788699"/>
                <a:gd name="connsiteX66" fmla="*/ 331353 w 516735"/>
                <a:gd name="connsiteY66" fmla="*/ 602109 h 788699"/>
                <a:gd name="connsiteX67" fmla="*/ 336792 w 516735"/>
                <a:gd name="connsiteY67" fmla="*/ 544997 h 788699"/>
                <a:gd name="connsiteX68" fmla="*/ 336792 w 516735"/>
                <a:gd name="connsiteY68" fmla="*/ 498762 h 788699"/>
                <a:gd name="connsiteX69" fmla="*/ 336792 w 516735"/>
                <a:gd name="connsiteY69" fmla="*/ 490603 h 788699"/>
                <a:gd name="connsiteX70" fmla="*/ 320474 w 516735"/>
                <a:gd name="connsiteY70" fmla="*/ 477005 h 788699"/>
                <a:gd name="connsiteX71" fmla="*/ 282399 w 516735"/>
                <a:gd name="connsiteY71" fmla="*/ 479725 h 788699"/>
                <a:gd name="connsiteX72" fmla="*/ 252483 w 516735"/>
                <a:gd name="connsiteY72" fmla="*/ 474286 h 788699"/>
                <a:gd name="connsiteX73" fmla="*/ 247044 w 516735"/>
                <a:gd name="connsiteY73" fmla="*/ 466126 h 788699"/>
                <a:gd name="connsiteX74" fmla="*/ 249763 w 516735"/>
                <a:gd name="connsiteY74" fmla="*/ 457968 h 788699"/>
                <a:gd name="connsiteX75" fmla="*/ 268801 w 516735"/>
                <a:gd name="connsiteY75" fmla="*/ 447089 h 788699"/>
                <a:gd name="connsiteX76" fmla="*/ 312315 w 516735"/>
                <a:gd name="connsiteY76" fmla="*/ 436210 h 788699"/>
                <a:gd name="connsiteX77" fmla="*/ 353110 w 516735"/>
                <a:gd name="connsiteY77" fmla="*/ 430771 h 788699"/>
                <a:gd name="connsiteX78" fmla="*/ 385746 w 516735"/>
                <a:gd name="connsiteY78" fmla="*/ 430771 h 788699"/>
                <a:gd name="connsiteX79" fmla="*/ 437420 w 516735"/>
                <a:gd name="connsiteY79" fmla="*/ 428051 h 788699"/>
                <a:gd name="connsiteX80" fmla="*/ 464616 w 516735"/>
                <a:gd name="connsiteY80" fmla="*/ 436210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516735" h="788699">
                  <a:moveTo>
                    <a:pt x="464616" y="436210"/>
                  </a:moveTo>
                  <a:cubicBezTo>
                    <a:pt x="464616" y="447089"/>
                    <a:pt x="453738" y="452528"/>
                    <a:pt x="445578" y="455248"/>
                  </a:cubicBezTo>
                  <a:cubicBezTo>
                    <a:pt x="434700" y="460687"/>
                    <a:pt x="415662" y="463407"/>
                    <a:pt x="404783" y="466126"/>
                  </a:cubicBezTo>
                  <a:cubicBezTo>
                    <a:pt x="393905" y="466126"/>
                    <a:pt x="385746" y="468846"/>
                    <a:pt x="385746" y="479725"/>
                  </a:cubicBezTo>
                  <a:cubicBezTo>
                    <a:pt x="385746" y="487884"/>
                    <a:pt x="388466" y="506921"/>
                    <a:pt x="388466" y="512361"/>
                  </a:cubicBezTo>
                  <a:cubicBezTo>
                    <a:pt x="388466" y="515080"/>
                    <a:pt x="388466" y="539557"/>
                    <a:pt x="388466" y="544997"/>
                  </a:cubicBezTo>
                  <a:cubicBezTo>
                    <a:pt x="388466" y="550436"/>
                    <a:pt x="388466" y="558595"/>
                    <a:pt x="388466" y="566754"/>
                  </a:cubicBezTo>
                  <a:cubicBezTo>
                    <a:pt x="388466" y="591231"/>
                    <a:pt x="388466" y="621147"/>
                    <a:pt x="391185" y="632026"/>
                  </a:cubicBezTo>
                  <a:cubicBezTo>
                    <a:pt x="393905" y="653783"/>
                    <a:pt x="393905" y="661942"/>
                    <a:pt x="393905" y="683699"/>
                  </a:cubicBezTo>
                  <a:cubicBezTo>
                    <a:pt x="393905" y="694578"/>
                    <a:pt x="393905" y="724494"/>
                    <a:pt x="377587" y="724494"/>
                  </a:cubicBezTo>
                  <a:cubicBezTo>
                    <a:pt x="369428" y="724494"/>
                    <a:pt x="366708" y="721774"/>
                    <a:pt x="361269" y="719054"/>
                  </a:cubicBezTo>
                  <a:cubicBezTo>
                    <a:pt x="355830" y="716335"/>
                    <a:pt x="353110" y="708176"/>
                    <a:pt x="353110" y="702737"/>
                  </a:cubicBezTo>
                  <a:cubicBezTo>
                    <a:pt x="350390" y="694578"/>
                    <a:pt x="350390" y="689138"/>
                    <a:pt x="350390" y="686419"/>
                  </a:cubicBezTo>
                  <a:cubicBezTo>
                    <a:pt x="350390" y="678260"/>
                    <a:pt x="353110" y="672820"/>
                    <a:pt x="353110" y="659222"/>
                  </a:cubicBezTo>
                  <a:lnTo>
                    <a:pt x="353110" y="656502"/>
                  </a:lnTo>
                  <a:cubicBezTo>
                    <a:pt x="347671" y="675540"/>
                    <a:pt x="334073" y="694578"/>
                    <a:pt x="317754" y="708176"/>
                  </a:cubicBezTo>
                  <a:cubicBezTo>
                    <a:pt x="293278" y="727214"/>
                    <a:pt x="274240" y="735372"/>
                    <a:pt x="241604" y="735372"/>
                  </a:cubicBezTo>
                  <a:cubicBezTo>
                    <a:pt x="222566" y="735372"/>
                    <a:pt x="203529" y="732653"/>
                    <a:pt x="187211" y="727214"/>
                  </a:cubicBezTo>
                  <a:cubicBezTo>
                    <a:pt x="165454" y="719054"/>
                    <a:pt x="149136" y="708176"/>
                    <a:pt x="135537" y="694578"/>
                  </a:cubicBezTo>
                  <a:cubicBezTo>
                    <a:pt x="113780" y="672820"/>
                    <a:pt x="100182" y="648343"/>
                    <a:pt x="86583" y="621147"/>
                  </a:cubicBezTo>
                  <a:cubicBezTo>
                    <a:pt x="75705" y="599390"/>
                    <a:pt x="70266" y="580352"/>
                    <a:pt x="67546" y="555875"/>
                  </a:cubicBezTo>
                  <a:cubicBezTo>
                    <a:pt x="64826" y="539557"/>
                    <a:pt x="62107" y="525959"/>
                    <a:pt x="59387" y="509641"/>
                  </a:cubicBezTo>
                  <a:cubicBezTo>
                    <a:pt x="56667" y="493323"/>
                    <a:pt x="59387" y="485164"/>
                    <a:pt x="59387" y="468846"/>
                  </a:cubicBezTo>
                  <a:cubicBezTo>
                    <a:pt x="59387" y="414453"/>
                    <a:pt x="72985" y="362780"/>
                    <a:pt x="86583" y="302947"/>
                  </a:cubicBezTo>
                  <a:cubicBezTo>
                    <a:pt x="92023" y="275751"/>
                    <a:pt x="100182" y="248554"/>
                    <a:pt x="108341" y="224077"/>
                  </a:cubicBezTo>
                  <a:cubicBezTo>
                    <a:pt x="116500" y="196881"/>
                    <a:pt x="130098" y="169684"/>
                    <a:pt x="146416" y="145207"/>
                  </a:cubicBezTo>
                  <a:cubicBezTo>
                    <a:pt x="160014" y="123450"/>
                    <a:pt x="176332" y="101693"/>
                    <a:pt x="198090" y="85375"/>
                  </a:cubicBezTo>
                  <a:cubicBezTo>
                    <a:pt x="206249" y="77216"/>
                    <a:pt x="217127" y="71776"/>
                    <a:pt x="228006" y="69057"/>
                  </a:cubicBezTo>
                  <a:cubicBezTo>
                    <a:pt x="241604" y="63618"/>
                    <a:pt x="255202" y="58178"/>
                    <a:pt x="268801" y="58178"/>
                  </a:cubicBezTo>
                  <a:cubicBezTo>
                    <a:pt x="271520" y="58178"/>
                    <a:pt x="274240" y="58178"/>
                    <a:pt x="274240" y="58178"/>
                  </a:cubicBezTo>
                  <a:cubicBezTo>
                    <a:pt x="279679" y="58178"/>
                    <a:pt x="285119" y="58178"/>
                    <a:pt x="295997" y="60898"/>
                  </a:cubicBezTo>
                  <a:cubicBezTo>
                    <a:pt x="309595" y="63618"/>
                    <a:pt x="320474" y="66337"/>
                    <a:pt x="331353" y="71776"/>
                  </a:cubicBezTo>
                  <a:cubicBezTo>
                    <a:pt x="339512" y="77216"/>
                    <a:pt x="347671" y="85375"/>
                    <a:pt x="350390" y="93534"/>
                  </a:cubicBezTo>
                  <a:cubicBezTo>
                    <a:pt x="350390" y="88095"/>
                    <a:pt x="353110" y="79936"/>
                    <a:pt x="353110" y="74496"/>
                  </a:cubicBezTo>
                  <a:cubicBezTo>
                    <a:pt x="355830" y="71776"/>
                    <a:pt x="355830" y="69057"/>
                    <a:pt x="358549" y="63618"/>
                  </a:cubicBezTo>
                  <a:cubicBezTo>
                    <a:pt x="361269" y="60898"/>
                    <a:pt x="363989" y="58178"/>
                    <a:pt x="366708" y="58178"/>
                  </a:cubicBezTo>
                  <a:cubicBezTo>
                    <a:pt x="369428" y="58178"/>
                    <a:pt x="372148" y="60898"/>
                    <a:pt x="374867" y="63618"/>
                  </a:cubicBezTo>
                  <a:cubicBezTo>
                    <a:pt x="377587" y="69057"/>
                    <a:pt x="380307" y="77216"/>
                    <a:pt x="383027" y="82655"/>
                  </a:cubicBezTo>
                  <a:cubicBezTo>
                    <a:pt x="383027" y="90814"/>
                    <a:pt x="385746" y="107132"/>
                    <a:pt x="385746" y="126170"/>
                  </a:cubicBezTo>
                  <a:cubicBezTo>
                    <a:pt x="385746" y="150647"/>
                    <a:pt x="385746" y="177843"/>
                    <a:pt x="388466" y="186002"/>
                  </a:cubicBezTo>
                  <a:cubicBezTo>
                    <a:pt x="391185" y="207759"/>
                    <a:pt x="391185" y="215918"/>
                    <a:pt x="391185" y="237676"/>
                  </a:cubicBezTo>
                  <a:cubicBezTo>
                    <a:pt x="391185" y="248554"/>
                    <a:pt x="391185" y="278470"/>
                    <a:pt x="374867" y="278470"/>
                  </a:cubicBezTo>
                  <a:cubicBezTo>
                    <a:pt x="366708" y="278470"/>
                    <a:pt x="363989" y="275751"/>
                    <a:pt x="358549" y="273031"/>
                  </a:cubicBezTo>
                  <a:cubicBezTo>
                    <a:pt x="353110" y="270311"/>
                    <a:pt x="350390" y="262152"/>
                    <a:pt x="350390" y="256713"/>
                  </a:cubicBezTo>
                  <a:cubicBezTo>
                    <a:pt x="350390" y="251274"/>
                    <a:pt x="347671" y="245834"/>
                    <a:pt x="347671" y="240395"/>
                  </a:cubicBezTo>
                  <a:cubicBezTo>
                    <a:pt x="347671" y="232236"/>
                    <a:pt x="347671" y="224077"/>
                    <a:pt x="347671" y="213199"/>
                  </a:cubicBezTo>
                  <a:cubicBezTo>
                    <a:pt x="347671" y="207759"/>
                    <a:pt x="347671" y="199600"/>
                    <a:pt x="344951" y="194161"/>
                  </a:cubicBezTo>
                  <a:cubicBezTo>
                    <a:pt x="342232" y="180563"/>
                    <a:pt x="342232" y="164245"/>
                    <a:pt x="339512" y="150647"/>
                  </a:cubicBezTo>
                  <a:cubicBezTo>
                    <a:pt x="336792" y="137048"/>
                    <a:pt x="331353" y="123450"/>
                    <a:pt x="323194" y="112571"/>
                  </a:cubicBezTo>
                  <a:cubicBezTo>
                    <a:pt x="317754" y="104412"/>
                    <a:pt x="304156" y="101693"/>
                    <a:pt x="293278" y="101693"/>
                  </a:cubicBezTo>
                  <a:cubicBezTo>
                    <a:pt x="279679" y="101693"/>
                    <a:pt x="271520" y="109852"/>
                    <a:pt x="263361" y="120730"/>
                  </a:cubicBezTo>
                  <a:cubicBezTo>
                    <a:pt x="257922" y="131609"/>
                    <a:pt x="247044" y="139768"/>
                    <a:pt x="241604" y="153366"/>
                  </a:cubicBezTo>
                  <a:cubicBezTo>
                    <a:pt x="236165" y="166964"/>
                    <a:pt x="233445" y="180563"/>
                    <a:pt x="233445" y="194161"/>
                  </a:cubicBezTo>
                  <a:cubicBezTo>
                    <a:pt x="233445" y="207759"/>
                    <a:pt x="230725" y="218638"/>
                    <a:pt x="225286" y="232236"/>
                  </a:cubicBezTo>
                  <a:cubicBezTo>
                    <a:pt x="219847" y="245834"/>
                    <a:pt x="219847" y="262152"/>
                    <a:pt x="217127" y="275751"/>
                  </a:cubicBezTo>
                  <a:cubicBezTo>
                    <a:pt x="214407" y="289349"/>
                    <a:pt x="214407" y="302947"/>
                    <a:pt x="211688" y="316545"/>
                  </a:cubicBezTo>
                  <a:cubicBezTo>
                    <a:pt x="211688" y="330144"/>
                    <a:pt x="206249" y="341022"/>
                    <a:pt x="206249" y="354621"/>
                  </a:cubicBezTo>
                  <a:cubicBezTo>
                    <a:pt x="203529" y="368219"/>
                    <a:pt x="203529" y="381817"/>
                    <a:pt x="200809" y="398135"/>
                  </a:cubicBezTo>
                  <a:cubicBezTo>
                    <a:pt x="198090" y="411733"/>
                    <a:pt x="198090" y="425332"/>
                    <a:pt x="195370" y="438930"/>
                  </a:cubicBezTo>
                  <a:cubicBezTo>
                    <a:pt x="195370" y="449809"/>
                    <a:pt x="192650" y="463407"/>
                    <a:pt x="192650" y="474286"/>
                  </a:cubicBezTo>
                  <a:cubicBezTo>
                    <a:pt x="192650" y="490603"/>
                    <a:pt x="195370" y="509641"/>
                    <a:pt x="195370" y="525959"/>
                  </a:cubicBezTo>
                  <a:cubicBezTo>
                    <a:pt x="195370" y="550436"/>
                    <a:pt x="203529" y="572193"/>
                    <a:pt x="208968" y="596670"/>
                  </a:cubicBezTo>
                  <a:cubicBezTo>
                    <a:pt x="211688" y="604829"/>
                    <a:pt x="211688" y="615708"/>
                    <a:pt x="214407" y="623867"/>
                  </a:cubicBezTo>
                  <a:cubicBezTo>
                    <a:pt x="217127" y="634745"/>
                    <a:pt x="222566" y="645624"/>
                    <a:pt x="228006" y="656502"/>
                  </a:cubicBezTo>
                  <a:cubicBezTo>
                    <a:pt x="236165" y="670101"/>
                    <a:pt x="252483" y="689138"/>
                    <a:pt x="271520" y="689138"/>
                  </a:cubicBezTo>
                  <a:cubicBezTo>
                    <a:pt x="287838" y="689138"/>
                    <a:pt x="298717" y="675540"/>
                    <a:pt x="306876" y="664661"/>
                  </a:cubicBezTo>
                  <a:cubicBezTo>
                    <a:pt x="320474" y="645624"/>
                    <a:pt x="325914" y="623867"/>
                    <a:pt x="331353" y="602109"/>
                  </a:cubicBezTo>
                  <a:cubicBezTo>
                    <a:pt x="334073" y="583072"/>
                    <a:pt x="336792" y="564034"/>
                    <a:pt x="336792" y="544997"/>
                  </a:cubicBezTo>
                  <a:cubicBezTo>
                    <a:pt x="336792" y="531398"/>
                    <a:pt x="336792" y="512361"/>
                    <a:pt x="336792" y="498762"/>
                  </a:cubicBezTo>
                  <a:cubicBezTo>
                    <a:pt x="336792" y="496043"/>
                    <a:pt x="336792" y="493323"/>
                    <a:pt x="336792" y="490603"/>
                  </a:cubicBezTo>
                  <a:cubicBezTo>
                    <a:pt x="336792" y="479725"/>
                    <a:pt x="336792" y="477005"/>
                    <a:pt x="320474" y="477005"/>
                  </a:cubicBezTo>
                  <a:cubicBezTo>
                    <a:pt x="309595" y="477005"/>
                    <a:pt x="295997" y="479725"/>
                    <a:pt x="282399" y="479725"/>
                  </a:cubicBezTo>
                  <a:cubicBezTo>
                    <a:pt x="271520" y="479725"/>
                    <a:pt x="260642" y="479725"/>
                    <a:pt x="252483" y="474286"/>
                  </a:cubicBezTo>
                  <a:cubicBezTo>
                    <a:pt x="249763" y="471566"/>
                    <a:pt x="247044" y="468846"/>
                    <a:pt x="247044" y="466126"/>
                  </a:cubicBezTo>
                  <a:cubicBezTo>
                    <a:pt x="247044" y="463407"/>
                    <a:pt x="247044" y="460687"/>
                    <a:pt x="249763" y="457968"/>
                  </a:cubicBezTo>
                  <a:cubicBezTo>
                    <a:pt x="255202" y="452528"/>
                    <a:pt x="260642" y="449809"/>
                    <a:pt x="268801" y="447089"/>
                  </a:cubicBezTo>
                  <a:cubicBezTo>
                    <a:pt x="282399" y="441650"/>
                    <a:pt x="295997" y="438930"/>
                    <a:pt x="312315" y="436210"/>
                  </a:cubicBezTo>
                  <a:cubicBezTo>
                    <a:pt x="325914" y="433491"/>
                    <a:pt x="339512" y="433491"/>
                    <a:pt x="353110" y="430771"/>
                  </a:cubicBezTo>
                  <a:cubicBezTo>
                    <a:pt x="363989" y="430771"/>
                    <a:pt x="374867" y="430771"/>
                    <a:pt x="385746" y="430771"/>
                  </a:cubicBezTo>
                  <a:cubicBezTo>
                    <a:pt x="402064" y="430771"/>
                    <a:pt x="426541" y="428051"/>
                    <a:pt x="437420" y="428051"/>
                  </a:cubicBezTo>
                  <a:cubicBezTo>
                    <a:pt x="451018" y="422612"/>
                    <a:pt x="464616" y="425332"/>
                    <a:pt x="464616" y="436210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>
                <a:ln>
                  <a:noFill/>
                </a:ln>
                <a:solidFill>
                  <a:srgbClr val="666666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95" name="Freeform: Shape 51">
              <a:extLst>
                <a:ext uri="{FF2B5EF4-FFF2-40B4-BE49-F238E27FC236}">
                  <a16:creationId xmlns:a16="http://schemas.microsoft.com/office/drawing/2014/main" id="{F643FD55-3DFA-5B49-9CA6-556288B8818E}"/>
                </a:ext>
              </a:extLst>
            </p:cNvPr>
            <p:cNvSpPr/>
            <p:nvPr/>
          </p:nvSpPr>
          <p:spPr>
            <a:xfrm>
              <a:off x="9053923" y="4178559"/>
              <a:ext cx="625521" cy="788700"/>
            </a:xfrm>
            <a:custGeom>
              <a:avLst/>
              <a:gdLst>
                <a:gd name="connsiteX0" fmla="*/ 536838 w 625521"/>
                <a:gd name="connsiteY0" fmla="*/ 680979 h 788699"/>
                <a:gd name="connsiteX1" fmla="*/ 574913 w 625521"/>
                <a:gd name="connsiteY1" fmla="*/ 697297 h 788699"/>
                <a:gd name="connsiteX2" fmla="*/ 566755 w 625521"/>
                <a:gd name="connsiteY2" fmla="*/ 713615 h 788699"/>
                <a:gd name="connsiteX3" fmla="*/ 550437 w 625521"/>
                <a:gd name="connsiteY3" fmla="*/ 721774 h 788699"/>
                <a:gd name="connsiteX4" fmla="*/ 528680 w 625521"/>
                <a:gd name="connsiteY4" fmla="*/ 724494 h 788699"/>
                <a:gd name="connsiteX5" fmla="*/ 417174 w 625521"/>
                <a:gd name="connsiteY5" fmla="*/ 724494 h 788699"/>
                <a:gd name="connsiteX6" fmla="*/ 398136 w 625521"/>
                <a:gd name="connsiteY6" fmla="*/ 724494 h 788699"/>
                <a:gd name="connsiteX7" fmla="*/ 373659 w 625521"/>
                <a:gd name="connsiteY7" fmla="*/ 724494 h 788699"/>
                <a:gd name="connsiteX8" fmla="*/ 346462 w 625521"/>
                <a:gd name="connsiteY8" fmla="*/ 719054 h 788699"/>
                <a:gd name="connsiteX9" fmla="*/ 330144 w 625521"/>
                <a:gd name="connsiteY9" fmla="*/ 702737 h 788699"/>
                <a:gd name="connsiteX10" fmla="*/ 335584 w 625521"/>
                <a:gd name="connsiteY10" fmla="*/ 694578 h 788699"/>
                <a:gd name="connsiteX11" fmla="*/ 357341 w 625521"/>
                <a:gd name="connsiteY11" fmla="*/ 686419 h 788699"/>
                <a:gd name="connsiteX12" fmla="*/ 395416 w 625521"/>
                <a:gd name="connsiteY12" fmla="*/ 680979 h 788699"/>
                <a:gd name="connsiteX13" fmla="*/ 381817 w 625521"/>
                <a:gd name="connsiteY13" fmla="*/ 656502 h 788699"/>
                <a:gd name="connsiteX14" fmla="*/ 379098 w 625521"/>
                <a:gd name="connsiteY14" fmla="*/ 585791 h 788699"/>
                <a:gd name="connsiteX15" fmla="*/ 379098 w 625521"/>
                <a:gd name="connsiteY15" fmla="*/ 517800 h 788699"/>
                <a:gd name="connsiteX16" fmla="*/ 379098 w 625521"/>
                <a:gd name="connsiteY16" fmla="*/ 474286 h 788699"/>
                <a:gd name="connsiteX17" fmla="*/ 379098 w 625521"/>
                <a:gd name="connsiteY17" fmla="*/ 430771 h 788699"/>
                <a:gd name="connsiteX18" fmla="*/ 381817 w 625521"/>
                <a:gd name="connsiteY18" fmla="*/ 411733 h 788699"/>
                <a:gd name="connsiteX19" fmla="*/ 379098 w 625521"/>
                <a:gd name="connsiteY19" fmla="*/ 400855 h 788699"/>
                <a:gd name="connsiteX20" fmla="*/ 370939 w 625521"/>
                <a:gd name="connsiteY20" fmla="*/ 398135 h 788699"/>
                <a:gd name="connsiteX21" fmla="*/ 338304 w 625521"/>
                <a:gd name="connsiteY21" fmla="*/ 400855 h 788699"/>
                <a:gd name="connsiteX22" fmla="*/ 289349 w 625521"/>
                <a:gd name="connsiteY22" fmla="*/ 403575 h 788699"/>
                <a:gd name="connsiteX23" fmla="*/ 264872 w 625521"/>
                <a:gd name="connsiteY23" fmla="*/ 400855 h 788699"/>
                <a:gd name="connsiteX24" fmla="*/ 259433 w 625521"/>
                <a:gd name="connsiteY24" fmla="*/ 406294 h 788699"/>
                <a:gd name="connsiteX25" fmla="*/ 259433 w 625521"/>
                <a:gd name="connsiteY25" fmla="*/ 425332 h 788699"/>
                <a:gd name="connsiteX26" fmla="*/ 259433 w 625521"/>
                <a:gd name="connsiteY26" fmla="*/ 449809 h 788699"/>
                <a:gd name="connsiteX27" fmla="*/ 259433 w 625521"/>
                <a:gd name="connsiteY27" fmla="*/ 471566 h 788699"/>
                <a:gd name="connsiteX28" fmla="*/ 259433 w 625521"/>
                <a:gd name="connsiteY28" fmla="*/ 504202 h 788699"/>
                <a:gd name="connsiteX29" fmla="*/ 259433 w 625521"/>
                <a:gd name="connsiteY29" fmla="*/ 509641 h 788699"/>
                <a:gd name="connsiteX30" fmla="*/ 256714 w 625521"/>
                <a:gd name="connsiteY30" fmla="*/ 542277 h 788699"/>
                <a:gd name="connsiteX31" fmla="*/ 256714 w 625521"/>
                <a:gd name="connsiteY31" fmla="*/ 577632 h 788699"/>
                <a:gd name="connsiteX32" fmla="*/ 256714 w 625521"/>
                <a:gd name="connsiteY32" fmla="*/ 612988 h 788699"/>
                <a:gd name="connsiteX33" fmla="*/ 253994 w 625521"/>
                <a:gd name="connsiteY33" fmla="*/ 656502 h 788699"/>
                <a:gd name="connsiteX34" fmla="*/ 256714 w 625521"/>
                <a:gd name="connsiteY34" fmla="*/ 678260 h 788699"/>
                <a:gd name="connsiteX35" fmla="*/ 286629 w 625521"/>
                <a:gd name="connsiteY35" fmla="*/ 694578 h 788699"/>
                <a:gd name="connsiteX36" fmla="*/ 281191 w 625521"/>
                <a:gd name="connsiteY36" fmla="*/ 710895 h 788699"/>
                <a:gd name="connsiteX37" fmla="*/ 264872 w 625521"/>
                <a:gd name="connsiteY37" fmla="*/ 719054 h 788699"/>
                <a:gd name="connsiteX38" fmla="*/ 243116 w 625521"/>
                <a:gd name="connsiteY38" fmla="*/ 721774 h 788699"/>
                <a:gd name="connsiteX39" fmla="*/ 243116 w 625521"/>
                <a:gd name="connsiteY39" fmla="*/ 721774 h 788699"/>
                <a:gd name="connsiteX40" fmla="*/ 232236 w 625521"/>
                <a:gd name="connsiteY40" fmla="*/ 727214 h 788699"/>
                <a:gd name="connsiteX41" fmla="*/ 224078 w 625521"/>
                <a:gd name="connsiteY41" fmla="*/ 735372 h 788699"/>
                <a:gd name="connsiteX42" fmla="*/ 213199 w 625521"/>
                <a:gd name="connsiteY42" fmla="*/ 738092 h 788699"/>
                <a:gd name="connsiteX43" fmla="*/ 183283 w 625521"/>
                <a:gd name="connsiteY43" fmla="*/ 727214 h 788699"/>
                <a:gd name="connsiteX44" fmla="*/ 175124 w 625521"/>
                <a:gd name="connsiteY44" fmla="*/ 719054 h 788699"/>
                <a:gd name="connsiteX45" fmla="*/ 145208 w 625521"/>
                <a:gd name="connsiteY45" fmla="*/ 719054 h 788699"/>
                <a:gd name="connsiteX46" fmla="*/ 126170 w 625521"/>
                <a:gd name="connsiteY46" fmla="*/ 719054 h 788699"/>
                <a:gd name="connsiteX47" fmla="*/ 101693 w 625521"/>
                <a:gd name="connsiteY47" fmla="*/ 719054 h 788699"/>
                <a:gd name="connsiteX48" fmla="*/ 74496 w 625521"/>
                <a:gd name="connsiteY48" fmla="*/ 713615 h 788699"/>
                <a:gd name="connsiteX49" fmla="*/ 58178 w 625521"/>
                <a:gd name="connsiteY49" fmla="*/ 697297 h 788699"/>
                <a:gd name="connsiteX50" fmla="*/ 63618 w 625521"/>
                <a:gd name="connsiteY50" fmla="*/ 689138 h 788699"/>
                <a:gd name="connsiteX51" fmla="*/ 85375 w 625521"/>
                <a:gd name="connsiteY51" fmla="*/ 680979 h 788699"/>
                <a:gd name="connsiteX52" fmla="*/ 131609 w 625521"/>
                <a:gd name="connsiteY52" fmla="*/ 675540 h 788699"/>
                <a:gd name="connsiteX53" fmla="*/ 131609 w 625521"/>
                <a:gd name="connsiteY53" fmla="*/ 667381 h 788699"/>
                <a:gd name="connsiteX54" fmla="*/ 131609 w 625521"/>
                <a:gd name="connsiteY54" fmla="*/ 651063 h 788699"/>
                <a:gd name="connsiteX55" fmla="*/ 131609 w 625521"/>
                <a:gd name="connsiteY55" fmla="*/ 618427 h 788699"/>
                <a:gd name="connsiteX56" fmla="*/ 131609 w 625521"/>
                <a:gd name="connsiteY56" fmla="*/ 580352 h 788699"/>
                <a:gd name="connsiteX57" fmla="*/ 131609 w 625521"/>
                <a:gd name="connsiteY57" fmla="*/ 531398 h 788699"/>
                <a:gd name="connsiteX58" fmla="*/ 131609 w 625521"/>
                <a:gd name="connsiteY58" fmla="*/ 466126 h 788699"/>
                <a:gd name="connsiteX59" fmla="*/ 131609 w 625521"/>
                <a:gd name="connsiteY59" fmla="*/ 422612 h 788699"/>
                <a:gd name="connsiteX60" fmla="*/ 131609 w 625521"/>
                <a:gd name="connsiteY60" fmla="*/ 411733 h 788699"/>
                <a:gd name="connsiteX61" fmla="*/ 131609 w 625521"/>
                <a:gd name="connsiteY61" fmla="*/ 398135 h 788699"/>
                <a:gd name="connsiteX62" fmla="*/ 126170 w 625521"/>
                <a:gd name="connsiteY62" fmla="*/ 389976 h 788699"/>
                <a:gd name="connsiteX63" fmla="*/ 101693 w 625521"/>
                <a:gd name="connsiteY63" fmla="*/ 387257 h 788699"/>
                <a:gd name="connsiteX64" fmla="*/ 77216 w 625521"/>
                <a:gd name="connsiteY64" fmla="*/ 376378 h 788699"/>
                <a:gd name="connsiteX65" fmla="*/ 82655 w 625521"/>
                <a:gd name="connsiteY65" fmla="*/ 368219 h 788699"/>
                <a:gd name="connsiteX66" fmla="*/ 98973 w 625521"/>
                <a:gd name="connsiteY66" fmla="*/ 360060 h 788699"/>
                <a:gd name="connsiteX67" fmla="*/ 118011 w 625521"/>
                <a:gd name="connsiteY67" fmla="*/ 357340 h 788699"/>
                <a:gd name="connsiteX68" fmla="*/ 131609 w 625521"/>
                <a:gd name="connsiteY68" fmla="*/ 351901 h 788699"/>
                <a:gd name="connsiteX69" fmla="*/ 131609 w 625521"/>
                <a:gd name="connsiteY69" fmla="*/ 343742 h 788699"/>
                <a:gd name="connsiteX70" fmla="*/ 131609 w 625521"/>
                <a:gd name="connsiteY70" fmla="*/ 270311 h 788699"/>
                <a:gd name="connsiteX71" fmla="*/ 137048 w 625521"/>
                <a:gd name="connsiteY71" fmla="*/ 145207 h 788699"/>
                <a:gd name="connsiteX72" fmla="*/ 139768 w 625521"/>
                <a:gd name="connsiteY72" fmla="*/ 123450 h 788699"/>
                <a:gd name="connsiteX73" fmla="*/ 123450 w 625521"/>
                <a:gd name="connsiteY73" fmla="*/ 123450 h 788699"/>
                <a:gd name="connsiteX74" fmla="*/ 118011 w 625521"/>
                <a:gd name="connsiteY74" fmla="*/ 123450 h 788699"/>
                <a:gd name="connsiteX75" fmla="*/ 101693 w 625521"/>
                <a:gd name="connsiteY75" fmla="*/ 123450 h 788699"/>
                <a:gd name="connsiteX76" fmla="*/ 74496 w 625521"/>
                <a:gd name="connsiteY76" fmla="*/ 118011 h 788699"/>
                <a:gd name="connsiteX77" fmla="*/ 58178 w 625521"/>
                <a:gd name="connsiteY77" fmla="*/ 101693 h 788699"/>
                <a:gd name="connsiteX78" fmla="*/ 63618 w 625521"/>
                <a:gd name="connsiteY78" fmla="*/ 93534 h 788699"/>
                <a:gd name="connsiteX79" fmla="*/ 85375 w 625521"/>
                <a:gd name="connsiteY79" fmla="*/ 85375 h 788699"/>
                <a:gd name="connsiteX80" fmla="*/ 137048 w 625521"/>
                <a:gd name="connsiteY80" fmla="*/ 82655 h 788699"/>
                <a:gd name="connsiteX81" fmla="*/ 147927 w 625521"/>
                <a:gd name="connsiteY81" fmla="*/ 82655 h 788699"/>
                <a:gd name="connsiteX82" fmla="*/ 186003 w 625521"/>
                <a:gd name="connsiteY82" fmla="*/ 58178 h 788699"/>
                <a:gd name="connsiteX83" fmla="*/ 226797 w 625521"/>
                <a:gd name="connsiteY83" fmla="*/ 79936 h 788699"/>
                <a:gd name="connsiteX84" fmla="*/ 253994 w 625521"/>
                <a:gd name="connsiteY84" fmla="*/ 79936 h 788699"/>
                <a:gd name="connsiteX85" fmla="*/ 294789 w 625521"/>
                <a:gd name="connsiteY85" fmla="*/ 96253 h 788699"/>
                <a:gd name="connsiteX86" fmla="*/ 283910 w 625521"/>
                <a:gd name="connsiteY86" fmla="*/ 112571 h 788699"/>
                <a:gd name="connsiteX87" fmla="*/ 267592 w 625521"/>
                <a:gd name="connsiteY87" fmla="*/ 120730 h 788699"/>
                <a:gd name="connsiteX88" fmla="*/ 245835 w 625521"/>
                <a:gd name="connsiteY88" fmla="*/ 123450 h 788699"/>
                <a:gd name="connsiteX89" fmla="*/ 237676 w 625521"/>
                <a:gd name="connsiteY89" fmla="*/ 123450 h 788699"/>
                <a:gd name="connsiteX90" fmla="*/ 240396 w 625521"/>
                <a:gd name="connsiteY90" fmla="*/ 128889 h 788699"/>
                <a:gd name="connsiteX91" fmla="*/ 251274 w 625521"/>
                <a:gd name="connsiteY91" fmla="*/ 177843 h 788699"/>
                <a:gd name="connsiteX92" fmla="*/ 256714 w 625521"/>
                <a:gd name="connsiteY92" fmla="*/ 226797 h 788699"/>
                <a:gd name="connsiteX93" fmla="*/ 262153 w 625521"/>
                <a:gd name="connsiteY93" fmla="*/ 273031 h 788699"/>
                <a:gd name="connsiteX94" fmla="*/ 262153 w 625521"/>
                <a:gd name="connsiteY94" fmla="*/ 289349 h 788699"/>
                <a:gd name="connsiteX95" fmla="*/ 262153 w 625521"/>
                <a:gd name="connsiteY95" fmla="*/ 297508 h 788699"/>
                <a:gd name="connsiteX96" fmla="*/ 264872 w 625521"/>
                <a:gd name="connsiteY96" fmla="*/ 321985 h 788699"/>
                <a:gd name="connsiteX97" fmla="*/ 270312 w 625521"/>
                <a:gd name="connsiteY97" fmla="*/ 335583 h 788699"/>
                <a:gd name="connsiteX98" fmla="*/ 270312 w 625521"/>
                <a:gd name="connsiteY98" fmla="*/ 338303 h 788699"/>
                <a:gd name="connsiteX99" fmla="*/ 270312 w 625521"/>
                <a:gd name="connsiteY99" fmla="*/ 346462 h 788699"/>
                <a:gd name="connsiteX100" fmla="*/ 278471 w 625521"/>
                <a:gd name="connsiteY100" fmla="*/ 354621 h 788699"/>
                <a:gd name="connsiteX101" fmla="*/ 338304 w 625521"/>
                <a:gd name="connsiteY101" fmla="*/ 349181 h 788699"/>
                <a:gd name="connsiteX102" fmla="*/ 365500 w 625521"/>
                <a:gd name="connsiteY102" fmla="*/ 349181 h 788699"/>
                <a:gd name="connsiteX103" fmla="*/ 381817 w 625521"/>
                <a:gd name="connsiteY103" fmla="*/ 349181 h 788699"/>
                <a:gd name="connsiteX104" fmla="*/ 392697 w 625521"/>
                <a:gd name="connsiteY104" fmla="*/ 338303 h 788699"/>
                <a:gd name="connsiteX105" fmla="*/ 389977 w 625521"/>
                <a:gd name="connsiteY105" fmla="*/ 313826 h 788699"/>
                <a:gd name="connsiteX106" fmla="*/ 392697 w 625521"/>
                <a:gd name="connsiteY106" fmla="*/ 262152 h 788699"/>
                <a:gd name="connsiteX107" fmla="*/ 395416 w 625521"/>
                <a:gd name="connsiteY107" fmla="*/ 224077 h 788699"/>
                <a:gd name="connsiteX108" fmla="*/ 398136 w 625521"/>
                <a:gd name="connsiteY108" fmla="*/ 177843 h 788699"/>
                <a:gd name="connsiteX109" fmla="*/ 395416 w 625521"/>
                <a:gd name="connsiteY109" fmla="*/ 153366 h 788699"/>
                <a:gd name="connsiteX110" fmla="*/ 395416 w 625521"/>
                <a:gd name="connsiteY110" fmla="*/ 137048 h 788699"/>
                <a:gd name="connsiteX111" fmla="*/ 379098 w 625521"/>
                <a:gd name="connsiteY111" fmla="*/ 137048 h 788699"/>
                <a:gd name="connsiteX112" fmla="*/ 351902 w 625521"/>
                <a:gd name="connsiteY112" fmla="*/ 131609 h 788699"/>
                <a:gd name="connsiteX113" fmla="*/ 338304 w 625521"/>
                <a:gd name="connsiteY113" fmla="*/ 115291 h 788699"/>
                <a:gd name="connsiteX114" fmla="*/ 343742 w 625521"/>
                <a:gd name="connsiteY114" fmla="*/ 107132 h 788699"/>
                <a:gd name="connsiteX115" fmla="*/ 362780 w 625521"/>
                <a:gd name="connsiteY115" fmla="*/ 98973 h 788699"/>
                <a:gd name="connsiteX116" fmla="*/ 395416 w 625521"/>
                <a:gd name="connsiteY116" fmla="*/ 96253 h 788699"/>
                <a:gd name="connsiteX117" fmla="*/ 403575 w 625521"/>
                <a:gd name="connsiteY117" fmla="*/ 90814 h 788699"/>
                <a:gd name="connsiteX118" fmla="*/ 422612 w 625521"/>
                <a:gd name="connsiteY118" fmla="*/ 88095 h 788699"/>
                <a:gd name="connsiteX119" fmla="*/ 428052 w 625521"/>
                <a:gd name="connsiteY119" fmla="*/ 88095 h 788699"/>
                <a:gd name="connsiteX120" fmla="*/ 447090 w 625521"/>
                <a:gd name="connsiteY120" fmla="*/ 90814 h 788699"/>
                <a:gd name="connsiteX121" fmla="*/ 455249 w 625521"/>
                <a:gd name="connsiteY121" fmla="*/ 96253 h 788699"/>
                <a:gd name="connsiteX122" fmla="*/ 525960 w 625521"/>
                <a:gd name="connsiteY122" fmla="*/ 93534 h 788699"/>
                <a:gd name="connsiteX123" fmla="*/ 561315 w 625521"/>
                <a:gd name="connsiteY123" fmla="*/ 109852 h 788699"/>
                <a:gd name="connsiteX124" fmla="*/ 555876 w 625521"/>
                <a:gd name="connsiteY124" fmla="*/ 126170 h 788699"/>
                <a:gd name="connsiteX125" fmla="*/ 539558 w 625521"/>
                <a:gd name="connsiteY125" fmla="*/ 134329 h 788699"/>
                <a:gd name="connsiteX126" fmla="*/ 517800 w 625521"/>
                <a:gd name="connsiteY126" fmla="*/ 137048 h 788699"/>
                <a:gd name="connsiteX127" fmla="*/ 477006 w 625521"/>
                <a:gd name="connsiteY127" fmla="*/ 137048 h 788699"/>
                <a:gd name="connsiteX128" fmla="*/ 485165 w 625521"/>
                <a:gd name="connsiteY128" fmla="*/ 161525 h 788699"/>
                <a:gd name="connsiteX129" fmla="*/ 496043 w 625521"/>
                <a:gd name="connsiteY129" fmla="*/ 210479 h 788699"/>
                <a:gd name="connsiteX130" fmla="*/ 501483 w 625521"/>
                <a:gd name="connsiteY130" fmla="*/ 251274 h 788699"/>
                <a:gd name="connsiteX131" fmla="*/ 506922 w 625521"/>
                <a:gd name="connsiteY131" fmla="*/ 292069 h 788699"/>
                <a:gd name="connsiteX132" fmla="*/ 506922 w 625521"/>
                <a:gd name="connsiteY132" fmla="*/ 321985 h 788699"/>
                <a:gd name="connsiteX133" fmla="*/ 509642 w 625521"/>
                <a:gd name="connsiteY133" fmla="*/ 341022 h 788699"/>
                <a:gd name="connsiteX134" fmla="*/ 509642 w 625521"/>
                <a:gd name="connsiteY134" fmla="*/ 343742 h 788699"/>
                <a:gd name="connsiteX135" fmla="*/ 517800 w 625521"/>
                <a:gd name="connsiteY135" fmla="*/ 349181 h 788699"/>
                <a:gd name="connsiteX136" fmla="*/ 528680 w 625521"/>
                <a:gd name="connsiteY136" fmla="*/ 349181 h 788699"/>
                <a:gd name="connsiteX137" fmla="*/ 550437 w 625521"/>
                <a:gd name="connsiteY137" fmla="*/ 357340 h 788699"/>
                <a:gd name="connsiteX138" fmla="*/ 550437 w 625521"/>
                <a:gd name="connsiteY138" fmla="*/ 362780 h 788699"/>
                <a:gd name="connsiteX139" fmla="*/ 534119 w 625521"/>
                <a:gd name="connsiteY139" fmla="*/ 384537 h 788699"/>
                <a:gd name="connsiteX140" fmla="*/ 520520 w 625521"/>
                <a:gd name="connsiteY140" fmla="*/ 389976 h 788699"/>
                <a:gd name="connsiteX141" fmla="*/ 512362 w 625521"/>
                <a:gd name="connsiteY141" fmla="*/ 395415 h 788699"/>
                <a:gd name="connsiteX142" fmla="*/ 512362 w 625521"/>
                <a:gd name="connsiteY142" fmla="*/ 398135 h 788699"/>
                <a:gd name="connsiteX143" fmla="*/ 512362 w 625521"/>
                <a:gd name="connsiteY143" fmla="*/ 409014 h 788699"/>
                <a:gd name="connsiteX144" fmla="*/ 512362 w 625521"/>
                <a:gd name="connsiteY144" fmla="*/ 414453 h 788699"/>
                <a:gd name="connsiteX145" fmla="*/ 512362 w 625521"/>
                <a:gd name="connsiteY145" fmla="*/ 438930 h 788699"/>
                <a:gd name="connsiteX146" fmla="*/ 515081 w 625521"/>
                <a:gd name="connsiteY146" fmla="*/ 504202 h 788699"/>
                <a:gd name="connsiteX147" fmla="*/ 520520 w 625521"/>
                <a:gd name="connsiteY147" fmla="*/ 572193 h 788699"/>
                <a:gd name="connsiteX148" fmla="*/ 517800 w 625521"/>
                <a:gd name="connsiteY148" fmla="*/ 604829 h 788699"/>
                <a:gd name="connsiteX149" fmla="*/ 512362 w 625521"/>
                <a:gd name="connsiteY149" fmla="*/ 661942 h 788699"/>
                <a:gd name="connsiteX150" fmla="*/ 509642 w 625521"/>
                <a:gd name="connsiteY150" fmla="*/ 670101 h 788699"/>
                <a:gd name="connsiteX151" fmla="*/ 512362 w 625521"/>
                <a:gd name="connsiteY151" fmla="*/ 680979 h 788699"/>
                <a:gd name="connsiteX152" fmla="*/ 512362 w 625521"/>
                <a:gd name="connsiteY152" fmla="*/ 686419 h 788699"/>
                <a:gd name="connsiteX153" fmla="*/ 536838 w 625521"/>
                <a:gd name="connsiteY153" fmla="*/ 680979 h 788699"/>
                <a:gd name="connsiteX154" fmla="*/ 536838 w 625521"/>
                <a:gd name="connsiteY154" fmla="*/ 680979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</a:cxnLst>
              <a:rect l="l" t="t" r="r" b="b"/>
              <a:pathLst>
                <a:path w="625521" h="788699">
                  <a:moveTo>
                    <a:pt x="536838" y="680979"/>
                  </a:moveTo>
                  <a:cubicBezTo>
                    <a:pt x="550437" y="680979"/>
                    <a:pt x="574913" y="680979"/>
                    <a:pt x="574913" y="697297"/>
                  </a:cubicBezTo>
                  <a:cubicBezTo>
                    <a:pt x="574913" y="705456"/>
                    <a:pt x="572194" y="708176"/>
                    <a:pt x="566755" y="713615"/>
                  </a:cubicBezTo>
                  <a:cubicBezTo>
                    <a:pt x="561315" y="719054"/>
                    <a:pt x="555876" y="721774"/>
                    <a:pt x="550437" y="721774"/>
                  </a:cubicBezTo>
                  <a:cubicBezTo>
                    <a:pt x="539558" y="724494"/>
                    <a:pt x="534119" y="724494"/>
                    <a:pt x="528680" y="724494"/>
                  </a:cubicBezTo>
                  <a:cubicBezTo>
                    <a:pt x="517800" y="724494"/>
                    <a:pt x="428052" y="724494"/>
                    <a:pt x="417174" y="724494"/>
                  </a:cubicBezTo>
                  <a:cubicBezTo>
                    <a:pt x="403575" y="724494"/>
                    <a:pt x="414454" y="724494"/>
                    <a:pt x="398136" y="724494"/>
                  </a:cubicBezTo>
                  <a:cubicBezTo>
                    <a:pt x="389977" y="724494"/>
                    <a:pt x="381817" y="724494"/>
                    <a:pt x="373659" y="724494"/>
                  </a:cubicBezTo>
                  <a:cubicBezTo>
                    <a:pt x="365500" y="724494"/>
                    <a:pt x="354621" y="721774"/>
                    <a:pt x="346462" y="719054"/>
                  </a:cubicBezTo>
                  <a:cubicBezTo>
                    <a:pt x="338304" y="716335"/>
                    <a:pt x="330144" y="708176"/>
                    <a:pt x="330144" y="702737"/>
                  </a:cubicBezTo>
                  <a:cubicBezTo>
                    <a:pt x="330144" y="700017"/>
                    <a:pt x="330144" y="697297"/>
                    <a:pt x="335584" y="694578"/>
                  </a:cubicBezTo>
                  <a:cubicBezTo>
                    <a:pt x="341023" y="691858"/>
                    <a:pt x="351902" y="689138"/>
                    <a:pt x="357341" y="686419"/>
                  </a:cubicBezTo>
                  <a:cubicBezTo>
                    <a:pt x="373659" y="683699"/>
                    <a:pt x="387257" y="680979"/>
                    <a:pt x="395416" y="680979"/>
                  </a:cubicBezTo>
                  <a:cubicBezTo>
                    <a:pt x="387257" y="675540"/>
                    <a:pt x="384537" y="670101"/>
                    <a:pt x="381817" y="656502"/>
                  </a:cubicBezTo>
                  <a:cubicBezTo>
                    <a:pt x="379098" y="632026"/>
                    <a:pt x="379098" y="610268"/>
                    <a:pt x="379098" y="585791"/>
                  </a:cubicBezTo>
                  <a:cubicBezTo>
                    <a:pt x="379098" y="564034"/>
                    <a:pt x="379098" y="542277"/>
                    <a:pt x="379098" y="517800"/>
                  </a:cubicBezTo>
                  <a:cubicBezTo>
                    <a:pt x="379098" y="504202"/>
                    <a:pt x="379098" y="487884"/>
                    <a:pt x="379098" y="474286"/>
                  </a:cubicBezTo>
                  <a:cubicBezTo>
                    <a:pt x="379098" y="457968"/>
                    <a:pt x="376379" y="444369"/>
                    <a:pt x="379098" y="430771"/>
                  </a:cubicBezTo>
                  <a:cubicBezTo>
                    <a:pt x="379098" y="425332"/>
                    <a:pt x="381817" y="417173"/>
                    <a:pt x="381817" y="411733"/>
                  </a:cubicBezTo>
                  <a:cubicBezTo>
                    <a:pt x="381817" y="406294"/>
                    <a:pt x="381817" y="403575"/>
                    <a:pt x="379098" y="400855"/>
                  </a:cubicBezTo>
                  <a:cubicBezTo>
                    <a:pt x="376379" y="400855"/>
                    <a:pt x="373659" y="398135"/>
                    <a:pt x="370939" y="398135"/>
                  </a:cubicBezTo>
                  <a:cubicBezTo>
                    <a:pt x="360061" y="398135"/>
                    <a:pt x="343742" y="400855"/>
                    <a:pt x="338304" y="400855"/>
                  </a:cubicBezTo>
                  <a:cubicBezTo>
                    <a:pt x="330144" y="400855"/>
                    <a:pt x="319266" y="403575"/>
                    <a:pt x="289349" y="403575"/>
                  </a:cubicBezTo>
                  <a:cubicBezTo>
                    <a:pt x="275751" y="403575"/>
                    <a:pt x="267592" y="400855"/>
                    <a:pt x="264872" y="400855"/>
                  </a:cubicBezTo>
                  <a:cubicBezTo>
                    <a:pt x="262153" y="400855"/>
                    <a:pt x="259433" y="400855"/>
                    <a:pt x="259433" y="406294"/>
                  </a:cubicBezTo>
                  <a:cubicBezTo>
                    <a:pt x="259433" y="414453"/>
                    <a:pt x="259433" y="419892"/>
                    <a:pt x="259433" y="425332"/>
                  </a:cubicBezTo>
                  <a:cubicBezTo>
                    <a:pt x="259433" y="433491"/>
                    <a:pt x="259433" y="441650"/>
                    <a:pt x="259433" y="449809"/>
                  </a:cubicBezTo>
                  <a:cubicBezTo>
                    <a:pt x="259433" y="457968"/>
                    <a:pt x="259433" y="463407"/>
                    <a:pt x="259433" y="471566"/>
                  </a:cubicBezTo>
                  <a:cubicBezTo>
                    <a:pt x="259433" y="482445"/>
                    <a:pt x="259433" y="493323"/>
                    <a:pt x="259433" y="504202"/>
                  </a:cubicBezTo>
                  <a:cubicBezTo>
                    <a:pt x="259433" y="506921"/>
                    <a:pt x="259433" y="506921"/>
                    <a:pt x="259433" y="509641"/>
                  </a:cubicBezTo>
                  <a:cubicBezTo>
                    <a:pt x="259433" y="520520"/>
                    <a:pt x="256714" y="531398"/>
                    <a:pt x="256714" y="542277"/>
                  </a:cubicBezTo>
                  <a:cubicBezTo>
                    <a:pt x="256714" y="553156"/>
                    <a:pt x="256714" y="566754"/>
                    <a:pt x="256714" y="577632"/>
                  </a:cubicBezTo>
                  <a:cubicBezTo>
                    <a:pt x="256714" y="588511"/>
                    <a:pt x="256714" y="599390"/>
                    <a:pt x="256714" y="612988"/>
                  </a:cubicBezTo>
                  <a:cubicBezTo>
                    <a:pt x="256714" y="629306"/>
                    <a:pt x="253994" y="642904"/>
                    <a:pt x="253994" y="656502"/>
                  </a:cubicBezTo>
                  <a:cubicBezTo>
                    <a:pt x="253994" y="664661"/>
                    <a:pt x="256714" y="672820"/>
                    <a:pt x="256714" y="678260"/>
                  </a:cubicBezTo>
                  <a:cubicBezTo>
                    <a:pt x="270312" y="678260"/>
                    <a:pt x="286629" y="680979"/>
                    <a:pt x="286629" y="694578"/>
                  </a:cubicBezTo>
                  <a:cubicBezTo>
                    <a:pt x="286629" y="702737"/>
                    <a:pt x="283910" y="705456"/>
                    <a:pt x="281191" y="710895"/>
                  </a:cubicBezTo>
                  <a:cubicBezTo>
                    <a:pt x="275751" y="716335"/>
                    <a:pt x="270312" y="719054"/>
                    <a:pt x="264872" y="719054"/>
                  </a:cubicBezTo>
                  <a:cubicBezTo>
                    <a:pt x="256714" y="721774"/>
                    <a:pt x="248554" y="721774"/>
                    <a:pt x="243116" y="721774"/>
                  </a:cubicBezTo>
                  <a:cubicBezTo>
                    <a:pt x="243116" y="721774"/>
                    <a:pt x="243116" y="721774"/>
                    <a:pt x="243116" y="721774"/>
                  </a:cubicBezTo>
                  <a:cubicBezTo>
                    <a:pt x="237676" y="724494"/>
                    <a:pt x="237676" y="724494"/>
                    <a:pt x="232236" y="727214"/>
                  </a:cubicBezTo>
                  <a:cubicBezTo>
                    <a:pt x="229517" y="729933"/>
                    <a:pt x="229517" y="732653"/>
                    <a:pt x="224078" y="735372"/>
                  </a:cubicBezTo>
                  <a:cubicBezTo>
                    <a:pt x="221358" y="738092"/>
                    <a:pt x="215919" y="738092"/>
                    <a:pt x="213199" y="738092"/>
                  </a:cubicBezTo>
                  <a:cubicBezTo>
                    <a:pt x="199601" y="738092"/>
                    <a:pt x="188722" y="735372"/>
                    <a:pt x="183283" y="727214"/>
                  </a:cubicBezTo>
                  <a:cubicBezTo>
                    <a:pt x="180563" y="724494"/>
                    <a:pt x="177843" y="721774"/>
                    <a:pt x="175124" y="719054"/>
                  </a:cubicBezTo>
                  <a:cubicBezTo>
                    <a:pt x="161526" y="719054"/>
                    <a:pt x="150646" y="719054"/>
                    <a:pt x="145208" y="719054"/>
                  </a:cubicBezTo>
                  <a:cubicBezTo>
                    <a:pt x="131609" y="719054"/>
                    <a:pt x="142488" y="719054"/>
                    <a:pt x="126170" y="719054"/>
                  </a:cubicBezTo>
                  <a:cubicBezTo>
                    <a:pt x="118011" y="719054"/>
                    <a:pt x="109852" y="719054"/>
                    <a:pt x="101693" y="719054"/>
                  </a:cubicBezTo>
                  <a:cubicBezTo>
                    <a:pt x="93534" y="719054"/>
                    <a:pt x="82655" y="719054"/>
                    <a:pt x="74496" y="713615"/>
                  </a:cubicBezTo>
                  <a:cubicBezTo>
                    <a:pt x="66338" y="710895"/>
                    <a:pt x="58178" y="702737"/>
                    <a:pt x="58178" y="697297"/>
                  </a:cubicBezTo>
                  <a:cubicBezTo>
                    <a:pt x="58178" y="694578"/>
                    <a:pt x="58178" y="691858"/>
                    <a:pt x="63618" y="689138"/>
                  </a:cubicBezTo>
                  <a:cubicBezTo>
                    <a:pt x="69057" y="686419"/>
                    <a:pt x="79936" y="683699"/>
                    <a:pt x="85375" y="680979"/>
                  </a:cubicBezTo>
                  <a:cubicBezTo>
                    <a:pt x="98973" y="678260"/>
                    <a:pt x="118011" y="678260"/>
                    <a:pt x="131609" y="675540"/>
                  </a:cubicBezTo>
                  <a:cubicBezTo>
                    <a:pt x="131609" y="672820"/>
                    <a:pt x="131609" y="670101"/>
                    <a:pt x="131609" y="667381"/>
                  </a:cubicBezTo>
                  <a:cubicBezTo>
                    <a:pt x="131609" y="661942"/>
                    <a:pt x="131609" y="656502"/>
                    <a:pt x="131609" y="651063"/>
                  </a:cubicBezTo>
                  <a:cubicBezTo>
                    <a:pt x="131609" y="640184"/>
                    <a:pt x="131609" y="629306"/>
                    <a:pt x="131609" y="618427"/>
                  </a:cubicBezTo>
                  <a:cubicBezTo>
                    <a:pt x="131609" y="604829"/>
                    <a:pt x="131609" y="593950"/>
                    <a:pt x="131609" y="580352"/>
                  </a:cubicBezTo>
                  <a:cubicBezTo>
                    <a:pt x="131609" y="564034"/>
                    <a:pt x="131609" y="547716"/>
                    <a:pt x="131609" y="531398"/>
                  </a:cubicBezTo>
                  <a:cubicBezTo>
                    <a:pt x="131609" y="509641"/>
                    <a:pt x="131609" y="487884"/>
                    <a:pt x="131609" y="466126"/>
                  </a:cubicBezTo>
                  <a:cubicBezTo>
                    <a:pt x="131609" y="452528"/>
                    <a:pt x="131609" y="436210"/>
                    <a:pt x="131609" y="422612"/>
                  </a:cubicBezTo>
                  <a:cubicBezTo>
                    <a:pt x="131609" y="419892"/>
                    <a:pt x="131609" y="414453"/>
                    <a:pt x="131609" y="411733"/>
                  </a:cubicBezTo>
                  <a:cubicBezTo>
                    <a:pt x="131609" y="409014"/>
                    <a:pt x="131609" y="400855"/>
                    <a:pt x="131609" y="398135"/>
                  </a:cubicBezTo>
                  <a:cubicBezTo>
                    <a:pt x="131609" y="392696"/>
                    <a:pt x="131609" y="392696"/>
                    <a:pt x="126170" y="389976"/>
                  </a:cubicBezTo>
                  <a:cubicBezTo>
                    <a:pt x="123450" y="389976"/>
                    <a:pt x="109852" y="387257"/>
                    <a:pt x="101693" y="387257"/>
                  </a:cubicBezTo>
                  <a:cubicBezTo>
                    <a:pt x="90814" y="384537"/>
                    <a:pt x="77216" y="381817"/>
                    <a:pt x="77216" y="376378"/>
                  </a:cubicBezTo>
                  <a:cubicBezTo>
                    <a:pt x="77216" y="373658"/>
                    <a:pt x="79936" y="370939"/>
                    <a:pt x="82655" y="368219"/>
                  </a:cubicBezTo>
                  <a:cubicBezTo>
                    <a:pt x="88095" y="365499"/>
                    <a:pt x="93534" y="362780"/>
                    <a:pt x="98973" y="360060"/>
                  </a:cubicBezTo>
                  <a:cubicBezTo>
                    <a:pt x="104413" y="360060"/>
                    <a:pt x="112571" y="357340"/>
                    <a:pt x="118011" y="357340"/>
                  </a:cubicBezTo>
                  <a:cubicBezTo>
                    <a:pt x="126170" y="354621"/>
                    <a:pt x="128890" y="357340"/>
                    <a:pt x="131609" y="351901"/>
                  </a:cubicBezTo>
                  <a:cubicBezTo>
                    <a:pt x="131609" y="349181"/>
                    <a:pt x="131609" y="346462"/>
                    <a:pt x="131609" y="343742"/>
                  </a:cubicBezTo>
                  <a:cubicBezTo>
                    <a:pt x="131609" y="319265"/>
                    <a:pt x="131609" y="294788"/>
                    <a:pt x="131609" y="270311"/>
                  </a:cubicBezTo>
                  <a:cubicBezTo>
                    <a:pt x="131609" y="226797"/>
                    <a:pt x="131609" y="186002"/>
                    <a:pt x="137048" y="145207"/>
                  </a:cubicBezTo>
                  <a:cubicBezTo>
                    <a:pt x="137048" y="139768"/>
                    <a:pt x="137048" y="131609"/>
                    <a:pt x="139768" y="123450"/>
                  </a:cubicBezTo>
                  <a:cubicBezTo>
                    <a:pt x="134329" y="123450"/>
                    <a:pt x="137048" y="123450"/>
                    <a:pt x="123450" y="123450"/>
                  </a:cubicBezTo>
                  <a:cubicBezTo>
                    <a:pt x="120731" y="123450"/>
                    <a:pt x="120731" y="123450"/>
                    <a:pt x="118011" y="123450"/>
                  </a:cubicBezTo>
                  <a:cubicBezTo>
                    <a:pt x="112571" y="123450"/>
                    <a:pt x="107133" y="123450"/>
                    <a:pt x="101693" y="123450"/>
                  </a:cubicBezTo>
                  <a:cubicBezTo>
                    <a:pt x="93534" y="123450"/>
                    <a:pt x="82655" y="120730"/>
                    <a:pt x="74496" y="118011"/>
                  </a:cubicBezTo>
                  <a:cubicBezTo>
                    <a:pt x="66338" y="115291"/>
                    <a:pt x="58178" y="107132"/>
                    <a:pt x="58178" y="101693"/>
                  </a:cubicBezTo>
                  <a:cubicBezTo>
                    <a:pt x="58178" y="98973"/>
                    <a:pt x="58178" y="96253"/>
                    <a:pt x="63618" y="93534"/>
                  </a:cubicBezTo>
                  <a:cubicBezTo>
                    <a:pt x="66338" y="90814"/>
                    <a:pt x="77216" y="88095"/>
                    <a:pt x="85375" y="85375"/>
                  </a:cubicBezTo>
                  <a:cubicBezTo>
                    <a:pt x="104413" y="82655"/>
                    <a:pt x="128890" y="82655"/>
                    <a:pt x="137048" y="82655"/>
                  </a:cubicBezTo>
                  <a:cubicBezTo>
                    <a:pt x="139768" y="82655"/>
                    <a:pt x="142488" y="82655"/>
                    <a:pt x="147927" y="82655"/>
                  </a:cubicBezTo>
                  <a:cubicBezTo>
                    <a:pt x="153366" y="69057"/>
                    <a:pt x="164245" y="58178"/>
                    <a:pt x="186003" y="58178"/>
                  </a:cubicBezTo>
                  <a:cubicBezTo>
                    <a:pt x="202321" y="58178"/>
                    <a:pt x="215919" y="66337"/>
                    <a:pt x="226797" y="79936"/>
                  </a:cubicBezTo>
                  <a:cubicBezTo>
                    <a:pt x="237676" y="79936"/>
                    <a:pt x="248554" y="79936"/>
                    <a:pt x="253994" y="79936"/>
                  </a:cubicBezTo>
                  <a:cubicBezTo>
                    <a:pt x="267592" y="79936"/>
                    <a:pt x="294789" y="79936"/>
                    <a:pt x="294789" y="96253"/>
                  </a:cubicBezTo>
                  <a:cubicBezTo>
                    <a:pt x="294789" y="104412"/>
                    <a:pt x="289349" y="107132"/>
                    <a:pt x="283910" y="112571"/>
                  </a:cubicBezTo>
                  <a:cubicBezTo>
                    <a:pt x="278471" y="118011"/>
                    <a:pt x="273031" y="120730"/>
                    <a:pt x="267592" y="120730"/>
                  </a:cubicBezTo>
                  <a:cubicBezTo>
                    <a:pt x="259433" y="123450"/>
                    <a:pt x="251274" y="123450"/>
                    <a:pt x="245835" y="123450"/>
                  </a:cubicBezTo>
                  <a:cubicBezTo>
                    <a:pt x="245835" y="123450"/>
                    <a:pt x="243116" y="123450"/>
                    <a:pt x="237676" y="123450"/>
                  </a:cubicBezTo>
                  <a:cubicBezTo>
                    <a:pt x="237676" y="126170"/>
                    <a:pt x="237676" y="126170"/>
                    <a:pt x="240396" y="128889"/>
                  </a:cubicBezTo>
                  <a:cubicBezTo>
                    <a:pt x="245835" y="145207"/>
                    <a:pt x="248554" y="161525"/>
                    <a:pt x="251274" y="177843"/>
                  </a:cubicBezTo>
                  <a:cubicBezTo>
                    <a:pt x="253994" y="194161"/>
                    <a:pt x="253994" y="210479"/>
                    <a:pt x="256714" y="226797"/>
                  </a:cubicBezTo>
                  <a:cubicBezTo>
                    <a:pt x="259433" y="243115"/>
                    <a:pt x="262153" y="256713"/>
                    <a:pt x="262153" y="273031"/>
                  </a:cubicBezTo>
                  <a:cubicBezTo>
                    <a:pt x="262153" y="278470"/>
                    <a:pt x="262153" y="283910"/>
                    <a:pt x="262153" y="289349"/>
                  </a:cubicBezTo>
                  <a:lnTo>
                    <a:pt x="262153" y="297508"/>
                  </a:lnTo>
                  <a:cubicBezTo>
                    <a:pt x="262153" y="305667"/>
                    <a:pt x="262153" y="313826"/>
                    <a:pt x="264872" y="321985"/>
                  </a:cubicBezTo>
                  <a:cubicBezTo>
                    <a:pt x="264872" y="327424"/>
                    <a:pt x="270312" y="330144"/>
                    <a:pt x="270312" y="335583"/>
                  </a:cubicBezTo>
                  <a:cubicBezTo>
                    <a:pt x="270312" y="335583"/>
                    <a:pt x="270312" y="338303"/>
                    <a:pt x="270312" y="338303"/>
                  </a:cubicBezTo>
                  <a:cubicBezTo>
                    <a:pt x="270312" y="341022"/>
                    <a:pt x="270312" y="343742"/>
                    <a:pt x="270312" y="346462"/>
                  </a:cubicBezTo>
                  <a:cubicBezTo>
                    <a:pt x="270312" y="351901"/>
                    <a:pt x="273031" y="354621"/>
                    <a:pt x="278471" y="354621"/>
                  </a:cubicBezTo>
                  <a:cubicBezTo>
                    <a:pt x="289349" y="354621"/>
                    <a:pt x="335584" y="351901"/>
                    <a:pt x="338304" y="349181"/>
                  </a:cubicBezTo>
                  <a:cubicBezTo>
                    <a:pt x="346462" y="349181"/>
                    <a:pt x="357341" y="349181"/>
                    <a:pt x="365500" y="349181"/>
                  </a:cubicBezTo>
                  <a:cubicBezTo>
                    <a:pt x="370939" y="349181"/>
                    <a:pt x="376379" y="349181"/>
                    <a:pt x="381817" y="349181"/>
                  </a:cubicBezTo>
                  <a:cubicBezTo>
                    <a:pt x="387257" y="349181"/>
                    <a:pt x="392697" y="346462"/>
                    <a:pt x="392697" y="338303"/>
                  </a:cubicBezTo>
                  <a:cubicBezTo>
                    <a:pt x="392697" y="330144"/>
                    <a:pt x="389977" y="316545"/>
                    <a:pt x="389977" y="313826"/>
                  </a:cubicBezTo>
                  <a:cubicBezTo>
                    <a:pt x="389977" y="294788"/>
                    <a:pt x="389977" y="278470"/>
                    <a:pt x="392697" y="262152"/>
                  </a:cubicBezTo>
                  <a:cubicBezTo>
                    <a:pt x="392697" y="259433"/>
                    <a:pt x="395416" y="243115"/>
                    <a:pt x="395416" y="224077"/>
                  </a:cubicBezTo>
                  <a:cubicBezTo>
                    <a:pt x="395416" y="207759"/>
                    <a:pt x="398136" y="188722"/>
                    <a:pt x="398136" y="177843"/>
                  </a:cubicBezTo>
                  <a:cubicBezTo>
                    <a:pt x="398136" y="169684"/>
                    <a:pt x="395416" y="158806"/>
                    <a:pt x="395416" y="153366"/>
                  </a:cubicBezTo>
                  <a:cubicBezTo>
                    <a:pt x="395416" y="145207"/>
                    <a:pt x="395416" y="142488"/>
                    <a:pt x="395416" y="137048"/>
                  </a:cubicBezTo>
                  <a:cubicBezTo>
                    <a:pt x="389977" y="137048"/>
                    <a:pt x="384537" y="137048"/>
                    <a:pt x="379098" y="137048"/>
                  </a:cubicBezTo>
                  <a:cubicBezTo>
                    <a:pt x="370939" y="137048"/>
                    <a:pt x="360061" y="134329"/>
                    <a:pt x="351902" y="131609"/>
                  </a:cubicBezTo>
                  <a:cubicBezTo>
                    <a:pt x="343742" y="128889"/>
                    <a:pt x="338304" y="120730"/>
                    <a:pt x="338304" y="115291"/>
                  </a:cubicBezTo>
                  <a:cubicBezTo>
                    <a:pt x="338304" y="112571"/>
                    <a:pt x="338304" y="109852"/>
                    <a:pt x="343742" y="107132"/>
                  </a:cubicBezTo>
                  <a:cubicBezTo>
                    <a:pt x="349182" y="104412"/>
                    <a:pt x="357341" y="101693"/>
                    <a:pt x="362780" y="98973"/>
                  </a:cubicBezTo>
                  <a:cubicBezTo>
                    <a:pt x="373659" y="96253"/>
                    <a:pt x="387257" y="96253"/>
                    <a:pt x="395416" y="96253"/>
                  </a:cubicBezTo>
                  <a:cubicBezTo>
                    <a:pt x="398136" y="93534"/>
                    <a:pt x="400855" y="90814"/>
                    <a:pt x="403575" y="90814"/>
                  </a:cubicBezTo>
                  <a:cubicBezTo>
                    <a:pt x="411734" y="90814"/>
                    <a:pt x="419893" y="88095"/>
                    <a:pt x="422612" y="88095"/>
                  </a:cubicBezTo>
                  <a:cubicBezTo>
                    <a:pt x="425332" y="88095"/>
                    <a:pt x="425332" y="88095"/>
                    <a:pt x="428052" y="88095"/>
                  </a:cubicBezTo>
                  <a:cubicBezTo>
                    <a:pt x="433492" y="88095"/>
                    <a:pt x="441650" y="88095"/>
                    <a:pt x="447090" y="90814"/>
                  </a:cubicBezTo>
                  <a:cubicBezTo>
                    <a:pt x="449809" y="90814"/>
                    <a:pt x="452529" y="93534"/>
                    <a:pt x="455249" y="96253"/>
                  </a:cubicBezTo>
                  <a:cubicBezTo>
                    <a:pt x="482445" y="96253"/>
                    <a:pt x="509642" y="93534"/>
                    <a:pt x="525960" y="93534"/>
                  </a:cubicBezTo>
                  <a:cubicBezTo>
                    <a:pt x="539558" y="93534"/>
                    <a:pt x="561315" y="93534"/>
                    <a:pt x="561315" y="109852"/>
                  </a:cubicBezTo>
                  <a:cubicBezTo>
                    <a:pt x="561315" y="118011"/>
                    <a:pt x="561315" y="120730"/>
                    <a:pt x="555876" y="126170"/>
                  </a:cubicBezTo>
                  <a:cubicBezTo>
                    <a:pt x="550437" y="131609"/>
                    <a:pt x="544997" y="134329"/>
                    <a:pt x="539558" y="134329"/>
                  </a:cubicBezTo>
                  <a:cubicBezTo>
                    <a:pt x="531399" y="137048"/>
                    <a:pt x="523240" y="137048"/>
                    <a:pt x="517800" y="137048"/>
                  </a:cubicBezTo>
                  <a:cubicBezTo>
                    <a:pt x="515081" y="137048"/>
                    <a:pt x="498763" y="137048"/>
                    <a:pt x="477006" y="137048"/>
                  </a:cubicBezTo>
                  <a:cubicBezTo>
                    <a:pt x="479725" y="145207"/>
                    <a:pt x="485165" y="153366"/>
                    <a:pt x="485165" y="161525"/>
                  </a:cubicBezTo>
                  <a:cubicBezTo>
                    <a:pt x="487885" y="177843"/>
                    <a:pt x="493324" y="194161"/>
                    <a:pt x="496043" y="210479"/>
                  </a:cubicBezTo>
                  <a:cubicBezTo>
                    <a:pt x="498763" y="224077"/>
                    <a:pt x="498763" y="237676"/>
                    <a:pt x="501483" y="251274"/>
                  </a:cubicBezTo>
                  <a:cubicBezTo>
                    <a:pt x="504202" y="264872"/>
                    <a:pt x="506922" y="275751"/>
                    <a:pt x="506922" y="292069"/>
                  </a:cubicBezTo>
                  <a:cubicBezTo>
                    <a:pt x="506922" y="302947"/>
                    <a:pt x="506922" y="311106"/>
                    <a:pt x="506922" y="321985"/>
                  </a:cubicBezTo>
                  <a:cubicBezTo>
                    <a:pt x="506922" y="327424"/>
                    <a:pt x="509642" y="335583"/>
                    <a:pt x="509642" y="341022"/>
                  </a:cubicBezTo>
                  <a:cubicBezTo>
                    <a:pt x="509642" y="343742"/>
                    <a:pt x="509642" y="343742"/>
                    <a:pt x="509642" y="343742"/>
                  </a:cubicBezTo>
                  <a:cubicBezTo>
                    <a:pt x="509642" y="349181"/>
                    <a:pt x="515081" y="349181"/>
                    <a:pt x="517800" y="349181"/>
                  </a:cubicBezTo>
                  <a:cubicBezTo>
                    <a:pt x="520520" y="349181"/>
                    <a:pt x="523240" y="349181"/>
                    <a:pt x="528680" y="349181"/>
                  </a:cubicBezTo>
                  <a:cubicBezTo>
                    <a:pt x="536838" y="349181"/>
                    <a:pt x="547717" y="349181"/>
                    <a:pt x="550437" y="357340"/>
                  </a:cubicBezTo>
                  <a:cubicBezTo>
                    <a:pt x="550437" y="360060"/>
                    <a:pt x="550437" y="360060"/>
                    <a:pt x="550437" y="362780"/>
                  </a:cubicBezTo>
                  <a:cubicBezTo>
                    <a:pt x="550437" y="370939"/>
                    <a:pt x="539558" y="381817"/>
                    <a:pt x="534119" y="384537"/>
                  </a:cubicBezTo>
                  <a:cubicBezTo>
                    <a:pt x="531399" y="387257"/>
                    <a:pt x="523240" y="387257"/>
                    <a:pt x="520520" y="389976"/>
                  </a:cubicBezTo>
                  <a:cubicBezTo>
                    <a:pt x="515081" y="389976"/>
                    <a:pt x="512362" y="392696"/>
                    <a:pt x="512362" y="395415"/>
                  </a:cubicBezTo>
                  <a:cubicBezTo>
                    <a:pt x="512362" y="395415"/>
                    <a:pt x="512362" y="398135"/>
                    <a:pt x="512362" y="398135"/>
                  </a:cubicBezTo>
                  <a:cubicBezTo>
                    <a:pt x="512362" y="400855"/>
                    <a:pt x="512362" y="406294"/>
                    <a:pt x="512362" y="409014"/>
                  </a:cubicBezTo>
                  <a:cubicBezTo>
                    <a:pt x="512362" y="411733"/>
                    <a:pt x="512362" y="411733"/>
                    <a:pt x="512362" y="414453"/>
                  </a:cubicBezTo>
                  <a:cubicBezTo>
                    <a:pt x="512362" y="422612"/>
                    <a:pt x="512362" y="430771"/>
                    <a:pt x="512362" y="438930"/>
                  </a:cubicBezTo>
                  <a:cubicBezTo>
                    <a:pt x="512362" y="460687"/>
                    <a:pt x="512362" y="482445"/>
                    <a:pt x="515081" y="504202"/>
                  </a:cubicBezTo>
                  <a:cubicBezTo>
                    <a:pt x="517800" y="525959"/>
                    <a:pt x="520520" y="550436"/>
                    <a:pt x="520520" y="572193"/>
                  </a:cubicBezTo>
                  <a:cubicBezTo>
                    <a:pt x="520520" y="583072"/>
                    <a:pt x="520520" y="593950"/>
                    <a:pt x="517800" y="604829"/>
                  </a:cubicBezTo>
                  <a:cubicBezTo>
                    <a:pt x="515081" y="623867"/>
                    <a:pt x="515081" y="642904"/>
                    <a:pt x="512362" y="661942"/>
                  </a:cubicBezTo>
                  <a:cubicBezTo>
                    <a:pt x="512362" y="664661"/>
                    <a:pt x="509642" y="667381"/>
                    <a:pt x="509642" y="670101"/>
                  </a:cubicBezTo>
                  <a:cubicBezTo>
                    <a:pt x="509642" y="672820"/>
                    <a:pt x="512362" y="678260"/>
                    <a:pt x="512362" y="680979"/>
                  </a:cubicBezTo>
                  <a:cubicBezTo>
                    <a:pt x="512362" y="683699"/>
                    <a:pt x="512362" y="686419"/>
                    <a:pt x="512362" y="686419"/>
                  </a:cubicBezTo>
                  <a:cubicBezTo>
                    <a:pt x="517800" y="680979"/>
                    <a:pt x="528680" y="680979"/>
                    <a:pt x="536838" y="680979"/>
                  </a:cubicBezTo>
                  <a:lnTo>
                    <a:pt x="536838" y="680979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>
                <a:ln>
                  <a:noFill/>
                </a:ln>
                <a:solidFill>
                  <a:srgbClr val="666666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96" name="Freeform: Shape 52">
              <a:extLst>
                <a:ext uri="{FF2B5EF4-FFF2-40B4-BE49-F238E27FC236}">
                  <a16:creationId xmlns:a16="http://schemas.microsoft.com/office/drawing/2014/main" id="{139D7B2C-B2DF-E54C-ACD4-B02CE69AA8E7}"/>
                </a:ext>
              </a:extLst>
            </p:cNvPr>
            <p:cNvSpPr/>
            <p:nvPr/>
          </p:nvSpPr>
          <p:spPr>
            <a:xfrm>
              <a:off x="9592416" y="4192158"/>
              <a:ext cx="516735" cy="761503"/>
            </a:xfrm>
            <a:custGeom>
              <a:avLst/>
              <a:gdLst>
                <a:gd name="connsiteX0" fmla="*/ 463407 w 516735"/>
                <a:gd name="connsiteY0" fmla="*/ 194161 h 761503"/>
                <a:gd name="connsiteX1" fmla="*/ 447089 w 516735"/>
                <a:gd name="connsiteY1" fmla="*/ 226797 h 761503"/>
                <a:gd name="connsiteX2" fmla="*/ 430771 w 516735"/>
                <a:gd name="connsiteY2" fmla="*/ 221357 h 761503"/>
                <a:gd name="connsiteX3" fmla="*/ 422612 w 516735"/>
                <a:gd name="connsiteY3" fmla="*/ 207759 h 761503"/>
                <a:gd name="connsiteX4" fmla="*/ 419893 w 516735"/>
                <a:gd name="connsiteY4" fmla="*/ 188722 h 761503"/>
                <a:gd name="connsiteX5" fmla="*/ 419893 w 516735"/>
                <a:gd name="connsiteY5" fmla="*/ 139768 h 761503"/>
                <a:gd name="connsiteX6" fmla="*/ 419893 w 516735"/>
                <a:gd name="connsiteY6" fmla="*/ 120730 h 761503"/>
                <a:gd name="connsiteX7" fmla="*/ 395416 w 516735"/>
                <a:gd name="connsiteY7" fmla="*/ 120730 h 761503"/>
                <a:gd name="connsiteX8" fmla="*/ 370939 w 516735"/>
                <a:gd name="connsiteY8" fmla="*/ 120730 h 761503"/>
                <a:gd name="connsiteX9" fmla="*/ 346461 w 516735"/>
                <a:gd name="connsiteY9" fmla="*/ 123450 h 761503"/>
                <a:gd name="connsiteX10" fmla="*/ 335583 w 516735"/>
                <a:gd name="connsiteY10" fmla="*/ 123450 h 761503"/>
                <a:gd name="connsiteX11" fmla="*/ 335583 w 516735"/>
                <a:gd name="connsiteY11" fmla="*/ 123450 h 761503"/>
                <a:gd name="connsiteX12" fmla="*/ 324704 w 516735"/>
                <a:gd name="connsiteY12" fmla="*/ 128889 h 761503"/>
                <a:gd name="connsiteX13" fmla="*/ 327424 w 516735"/>
                <a:gd name="connsiteY13" fmla="*/ 139768 h 761503"/>
                <a:gd name="connsiteX14" fmla="*/ 330144 w 516735"/>
                <a:gd name="connsiteY14" fmla="*/ 175123 h 761503"/>
                <a:gd name="connsiteX15" fmla="*/ 330144 w 516735"/>
                <a:gd name="connsiteY15" fmla="*/ 199600 h 761503"/>
                <a:gd name="connsiteX16" fmla="*/ 327424 w 516735"/>
                <a:gd name="connsiteY16" fmla="*/ 224077 h 761503"/>
                <a:gd name="connsiteX17" fmla="*/ 330144 w 516735"/>
                <a:gd name="connsiteY17" fmla="*/ 251274 h 761503"/>
                <a:gd name="connsiteX18" fmla="*/ 327424 w 516735"/>
                <a:gd name="connsiteY18" fmla="*/ 278470 h 761503"/>
                <a:gd name="connsiteX19" fmla="*/ 327424 w 516735"/>
                <a:gd name="connsiteY19" fmla="*/ 332864 h 761503"/>
                <a:gd name="connsiteX20" fmla="*/ 330144 w 516735"/>
                <a:gd name="connsiteY20" fmla="*/ 357340 h 761503"/>
                <a:gd name="connsiteX21" fmla="*/ 330144 w 516735"/>
                <a:gd name="connsiteY21" fmla="*/ 368219 h 761503"/>
                <a:gd name="connsiteX22" fmla="*/ 332863 w 516735"/>
                <a:gd name="connsiteY22" fmla="*/ 387257 h 761503"/>
                <a:gd name="connsiteX23" fmla="*/ 332863 w 516735"/>
                <a:gd name="connsiteY23" fmla="*/ 433491 h 761503"/>
                <a:gd name="connsiteX24" fmla="*/ 332863 w 516735"/>
                <a:gd name="connsiteY24" fmla="*/ 487884 h 761503"/>
                <a:gd name="connsiteX25" fmla="*/ 330144 w 516735"/>
                <a:gd name="connsiteY25" fmla="*/ 512361 h 761503"/>
                <a:gd name="connsiteX26" fmla="*/ 330144 w 516735"/>
                <a:gd name="connsiteY26" fmla="*/ 539557 h 761503"/>
                <a:gd name="connsiteX27" fmla="*/ 332863 w 516735"/>
                <a:gd name="connsiteY27" fmla="*/ 593950 h 761503"/>
                <a:gd name="connsiteX28" fmla="*/ 332863 w 516735"/>
                <a:gd name="connsiteY28" fmla="*/ 648343 h 761503"/>
                <a:gd name="connsiteX29" fmla="*/ 332863 w 516735"/>
                <a:gd name="connsiteY29" fmla="*/ 656502 h 761503"/>
                <a:gd name="connsiteX30" fmla="*/ 357341 w 516735"/>
                <a:gd name="connsiteY30" fmla="*/ 656502 h 761503"/>
                <a:gd name="connsiteX31" fmla="*/ 395416 w 516735"/>
                <a:gd name="connsiteY31" fmla="*/ 675540 h 761503"/>
                <a:gd name="connsiteX32" fmla="*/ 389976 w 516735"/>
                <a:gd name="connsiteY32" fmla="*/ 691858 h 761503"/>
                <a:gd name="connsiteX33" fmla="*/ 373658 w 516735"/>
                <a:gd name="connsiteY33" fmla="*/ 700017 h 761503"/>
                <a:gd name="connsiteX34" fmla="*/ 351901 w 516735"/>
                <a:gd name="connsiteY34" fmla="*/ 702737 h 761503"/>
                <a:gd name="connsiteX35" fmla="*/ 319265 w 516735"/>
                <a:gd name="connsiteY35" fmla="*/ 702737 h 761503"/>
                <a:gd name="connsiteX36" fmla="*/ 311106 w 516735"/>
                <a:gd name="connsiteY36" fmla="*/ 708176 h 761503"/>
                <a:gd name="connsiteX37" fmla="*/ 289349 w 516735"/>
                <a:gd name="connsiteY37" fmla="*/ 713615 h 761503"/>
                <a:gd name="connsiteX38" fmla="*/ 270311 w 516735"/>
                <a:gd name="connsiteY38" fmla="*/ 713615 h 761503"/>
                <a:gd name="connsiteX39" fmla="*/ 243115 w 516735"/>
                <a:gd name="connsiteY39" fmla="*/ 705456 h 761503"/>
                <a:gd name="connsiteX40" fmla="*/ 237675 w 516735"/>
                <a:gd name="connsiteY40" fmla="*/ 702737 h 761503"/>
                <a:gd name="connsiteX41" fmla="*/ 199600 w 516735"/>
                <a:gd name="connsiteY41" fmla="*/ 702737 h 761503"/>
                <a:gd name="connsiteX42" fmla="*/ 175123 w 516735"/>
                <a:gd name="connsiteY42" fmla="*/ 702737 h 761503"/>
                <a:gd name="connsiteX43" fmla="*/ 147927 w 516735"/>
                <a:gd name="connsiteY43" fmla="*/ 697297 h 761503"/>
                <a:gd name="connsiteX44" fmla="*/ 131609 w 516735"/>
                <a:gd name="connsiteY44" fmla="*/ 678260 h 761503"/>
                <a:gd name="connsiteX45" fmla="*/ 137048 w 516735"/>
                <a:gd name="connsiteY45" fmla="*/ 670101 h 761503"/>
                <a:gd name="connsiteX46" fmla="*/ 158805 w 516735"/>
                <a:gd name="connsiteY46" fmla="*/ 661942 h 761503"/>
                <a:gd name="connsiteX47" fmla="*/ 199600 w 516735"/>
                <a:gd name="connsiteY47" fmla="*/ 659222 h 761503"/>
                <a:gd name="connsiteX48" fmla="*/ 199600 w 516735"/>
                <a:gd name="connsiteY48" fmla="*/ 659222 h 761503"/>
                <a:gd name="connsiteX49" fmla="*/ 196880 w 516735"/>
                <a:gd name="connsiteY49" fmla="*/ 629306 h 761503"/>
                <a:gd name="connsiteX50" fmla="*/ 199600 w 516735"/>
                <a:gd name="connsiteY50" fmla="*/ 574913 h 761503"/>
                <a:gd name="connsiteX51" fmla="*/ 202320 w 516735"/>
                <a:gd name="connsiteY51" fmla="*/ 523239 h 761503"/>
                <a:gd name="connsiteX52" fmla="*/ 205040 w 516735"/>
                <a:gd name="connsiteY52" fmla="*/ 460687 h 761503"/>
                <a:gd name="connsiteX53" fmla="*/ 205040 w 516735"/>
                <a:gd name="connsiteY53" fmla="*/ 417173 h 761503"/>
                <a:gd name="connsiteX54" fmla="*/ 207759 w 516735"/>
                <a:gd name="connsiteY54" fmla="*/ 392696 h 761503"/>
                <a:gd name="connsiteX55" fmla="*/ 210478 w 516735"/>
                <a:gd name="connsiteY55" fmla="*/ 368219 h 761503"/>
                <a:gd name="connsiteX56" fmla="*/ 210478 w 516735"/>
                <a:gd name="connsiteY56" fmla="*/ 313826 h 761503"/>
                <a:gd name="connsiteX57" fmla="*/ 210478 w 516735"/>
                <a:gd name="connsiteY57" fmla="*/ 259433 h 761503"/>
                <a:gd name="connsiteX58" fmla="*/ 210478 w 516735"/>
                <a:gd name="connsiteY58" fmla="*/ 213199 h 761503"/>
                <a:gd name="connsiteX59" fmla="*/ 210478 w 516735"/>
                <a:gd name="connsiteY59" fmla="*/ 145207 h 761503"/>
                <a:gd name="connsiteX60" fmla="*/ 213198 w 516735"/>
                <a:gd name="connsiteY60" fmla="*/ 131609 h 761503"/>
                <a:gd name="connsiteX61" fmla="*/ 205040 w 516735"/>
                <a:gd name="connsiteY61" fmla="*/ 123450 h 761503"/>
                <a:gd name="connsiteX62" fmla="*/ 161525 w 516735"/>
                <a:gd name="connsiteY62" fmla="*/ 123450 h 761503"/>
                <a:gd name="connsiteX63" fmla="*/ 112571 w 516735"/>
                <a:gd name="connsiteY63" fmla="*/ 120730 h 761503"/>
                <a:gd name="connsiteX64" fmla="*/ 104412 w 516735"/>
                <a:gd name="connsiteY64" fmla="*/ 118011 h 761503"/>
                <a:gd name="connsiteX65" fmla="*/ 107132 w 516735"/>
                <a:gd name="connsiteY65" fmla="*/ 191441 h 761503"/>
                <a:gd name="connsiteX66" fmla="*/ 90814 w 516735"/>
                <a:gd name="connsiteY66" fmla="*/ 224077 h 761503"/>
                <a:gd name="connsiteX67" fmla="*/ 74496 w 516735"/>
                <a:gd name="connsiteY67" fmla="*/ 218638 h 761503"/>
                <a:gd name="connsiteX68" fmla="*/ 66337 w 516735"/>
                <a:gd name="connsiteY68" fmla="*/ 205040 h 761503"/>
                <a:gd name="connsiteX69" fmla="*/ 63617 w 516735"/>
                <a:gd name="connsiteY69" fmla="*/ 186002 h 761503"/>
                <a:gd name="connsiteX70" fmla="*/ 63617 w 516735"/>
                <a:gd name="connsiteY70" fmla="*/ 145207 h 761503"/>
                <a:gd name="connsiteX71" fmla="*/ 63617 w 516735"/>
                <a:gd name="connsiteY71" fmla="*/ 109852 h 761503"/>
                <a:gd name="connsiteX72" fmla="*/ 58178 w 516735"/>
                <a:gd name="connsiteY72" fmla="*/ 96253 h 761503"/>
                <a:gd name="connsiteX73" fmla="*/ 66337 w 516735"/>
                <a:gd name="connsiteY73" fmla="*/ 85375 h 761503"/>
                <a:gd name="connsiteX74" fmla="*/ 93533 w 516735"/>
                <a:gd name="connsiteY74" fmla="*/ 77216 h 761503"/>
                <a:gd name="connsiteX75" fmla="*/ 115290 w 516735"/>
                <a:gd name="connsiteY75" fmla="*/ 77216 h 761503"/>
                <a:gd name="connsiteX76" fmla="*/ 169684 w 516735"/>
                <a:gd name="connsiteY76" fmla="*/ 74496 h 761503"/>
                <a:gd name="connsiteX77" fmla="*/ 194161 w 516735"/>
                <a:gd name="connsiteY77" fmla="*/ 71776 h 761503"/>
                <a:gd name="connsiteX78" fmla="*/ 196880 w 516735"/>
                <a:gd name="connsiteY78" fmla="*/ 71776 h 761503"/>
                <a:gd name="connsiteX79" fmla="*/ 210478 w 516735"/>
                <a:gd name="connsiteY79" fmla="*/ 71776 h 761503"/>
                <a:gd name="connsiteX80" fmla="*/ 218638 w 516735"/>
                <a:gd name="connsiteY80" fmla="*/ 71776 h 761503"/>
                <a:gd name="connsiteX81" fmla="*/ 237675 w 516735"/>
                <a:gd name="connsiteY81" fmla="*/ 60898 h 761503"/>
                <a:gd name="connsiteX82" fmla="*/ 253993 w 516735"/>
                <a:gd name="connsiteY82" fmla="*/ 58178 h 761503"/>
                <a:gd name="connsiteX83" fmla="*/ 283910 w 516735"/>
                <a:gd name="connsiteY83" fmla="*/ 60898 h 761503"/>
                <a:gd name="connsiteX84" fmla="*/ 294788 w 516735"/>
                <a:gd name="connsiteY84" fmla="*/ 66337 h 761503"/>
                <a:gd name="connsiteX85" fmla="*/ 305667 w 516735"/>
                <a:gd name="connsiteY85" fmla="*/ 74496 h 761503"/>
                <a:gd name="connsiteX86" fmla="*/ 313826 w 516735"/>
                <a:gd name="connsiteY86" fmla="*/ 74496 h 761503"/>
                <a:gd name="connsiteX87" fmla="*/ 327424 w 516735"/>
                <a:gd name="connsiteY87" fmla="*/ 74496 h 761503"/>
                <a:gd name="connsiteX88" fmla="*/ 354621 w 516735"/>
                <a:gd name="connsiteY88" fmla="*/ 74496 h 761503"/>
                <a:gd name="connsiteX89" fmla="*/ 422612 w 516735"/>
                <a:gd name="connsiteY89" fmla="*/ 74496 h 761503"/>
                <a:gd name="connsiteX90" fmla="*/ 455248 w 516735"/>
                <a:gd name="connsiteY90" fmla="*/ 79936 h 761503"/>
                <a:gd name="connsiteX91" fmla="*/ 466127 w 516735"/>
                <a:gd name="connsiteY91" fmla="*/ 98973 h 761503"/>
                <a:gd name="connsiteX92" fmla="*/ 463407 w 516735"/>
                <a:gd name="connsiteY92" fmla="*/ 109852 h 761503"/>
                <a:gd name="connsiteX93" fmla="*/ 463407 w 516735"/>
                <a:gd name="connsiteY93" fmla="*/ 120730 h 761503"/>
                <a:gd name="connsiteX94" fmla="*/ 463407 w 516735"/>
                <a:gd name="connsiteY94" fmla="*/ 194161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</a:cxnLst>
              <a:rect l="l" t="t" r="r" b="b"/>
              <a:pathLst>
                <a:path w="516735" h="761503">
                  <a:moveTo>
                    <a:pt x="463407" y="194161"/>
                  </a:moveTo>
                  <a:cubicBezTo>
                    <a:pt x="463407" y="205040"/>
                    <a:pt x="463407" y="226797"/>
                    <a:pt x="447089" y="226797"/>
                  </a:cubicBezTo>
                  <a:cubicBezTo>
                    <a:pt x="438930" y="226797"/>
                    <a:pt x="436211" y="226797"/>
                    <a:pt x="430771" y="221357"/>
                  </a:cubicBezTo>
                  <a:cubicBezTo>
                    <a:pt x="425332" y="218638"/>
                    <a:pt x="422612" y="210479"/>
                    <a:pt x="422612" y="207759"/>
                  </a:cubicBezTo>
                  <a:cubicBezTo>
                    <a:pt x="419893" y="199600"/>
                    <a:pt x="419893" y="194161"/>
                    <a:pt x="419893" y="188722"/>
                  </a:cubicBezTo>
                  <a:cubicBezTo>
                    <a:pt x="419893" y="183282"/>
                    <a:pt x="419893" y="147927"/>
                    <a:pt x="419893" y="139768"/>
                  </a:cubicBezTo>
                  <a:cubicBezTo>
                    <a:pt x="419893" y="134329"/>
                    <a:pt x="419893" y="128889"/>
                    <a:pt x="419893" y="120730"/>
                  </a:cubicBezTo>
                  <a:cubicBezTo>
                    <a:pt x="411734" y="120730"/>
                    <a:pt x="403574" y="120730"/>
                    <a:pt x="395416" y="120730"/>
                  </a:cubicBezTo>
                  <a:cubicBezTo>
                    <a:pt x="387256" y="120730"/>
                    <a:pt x="379098" y="120730"/>
                    <a:pt x="370939" y="120730"/>
                  </a:cubicBezTo>
                  <a:cubicBezTo>
                    <a:pt x="362780" y="120730"/>
                    <a:pt x="354621" y="123450"/>
                    <a:pt x="346461" y="123450"/>
                  </a:cubicBezTo>
                  <a:cubicBezTo>
                    <a:pt x="343742" y="123450"/>
                    <a:pt x="341023" y="123450"/>
                    <a:pt x="335583" y="123450"/>
                  </a:cubicBezTo>
                  <a:cubicBezTo>
                    <a:pt x="335583" y="123450"/>
                    <a:pt x="335583" y="123450"/>
                    <a:pt x="335583" y="123450"/>
                  </a:cubicBezTo>
                  <a:cubicBezTo>
                    <a:pt x="327424" y="123450"/>
                    <a:pt x="324704" y="126170"/>
                    <a:pt x="324704" y="128889"/>
                  </a:cubicBezTo>
                  <a:cubicBezTo>
                    <a:pt x="324704" y="131609"/>
                    <a:pt x="324704" y="137048"/>
                    <a:pt x="327424" y="139768"/>
                  </a:cubicBezTo>
                  <a:cubicBezTo>
                    <a:pt x="330144" y="147927"/>
                    <a:pt x="330144" y="166964"/>
                    <a:pt x="330144" y="175123"/>
                  </a:cubicBezTo>
                  <a:cubicBezTo>
                    <a:pt x="330144" y="183282"/>
                    <a:pt x="330144" y="191441"/>
                    <a:pt x="330144" y="199600"/>
                  </a:cubicBezTo>
                  <a:cubicBezTo>
                    <a:pt x="330144" y="207759"/>
                    <a:pt x="327424" y="215918"/>
                    <a:pt x="327424" y="224077"/>
                  </a:cubicBezTo>
                  <a:cubicBezTo>
                    <a:pt x="327424" y="232236"/>
                    <a:pt x="330144" y="243115"/>
                    <a:pt x="330144" y="251274"/>
                  </a:cubicBezTo>
                  <a:cubicBezTo>
                    <a:pt x="330144" y="259433"/>
                    <a:pt x="330144" y="267592"/>
                    <a:pt x="327424" y="278470"/>
                  </a:cubicBezTo>
                  <a:cubicBezTo>
                    <a:pt x="327424" y="294788"/>
                    <a:pt x="327424" y="313826"/>
                    <a:pt x="327424" y="332864"/>
                  </a:cubicBezTo>
                  <a:cubicBezTo>
                    <a:pt x="327424" y="341022"/>
                    <a:pt x="327424" y="349181"/>
                    <a:pt x="330144" y="357340"/>
                  </a:cubicBezTo>
                  <a:cubicBezTo>
                    <a:pt x="330144" y="360060"/>
                    <a:pt x="330144" y="365499"/>
                    <a:pt x="330144" y="368219"/>
                  </a:cubicBezTo>
                  <a:cubicBezTo>
                    <a:pt x="330144" y="373658"/>
                    <a:pt x="332863" y="384537"/>
                    <a:pt x="332863" y="387257"/>
                  </a:cubicBezTo>
                  <a:cubicBezTo>
                    <a:pt x="332863" y="406294"/>
                    <a:pt x="332863" y="414453"/>
                    <a:pt x="332863" y="433491"/>
                  </a:cubicBezTo>
                  <a:cubicBezTo>
                    <a:pt x="332863" y="452528"/>
                    <a:pt x="335583" y="468846"/>
                    <a:pt x="332863" y="487884"/>
                  </a:cubicBezTo>
                  <a:cubicBezTo>
                    <a:pt x="332863" y="496043"/>
                    <a:pt x="330144" y="504202"/>
                    <a:pt x="330144" y="512361"/>
                  </a:cubicBezTo>
                  <a:cubicBezTo>
                    <a:pt x="330144" y="520520"/>
                    <a:pt x="330144" y="531398"/>
                    <a:pt x="330144" y="539557"/>
                  </a:cubicBezTo>
                  <a:cubicBezTo>
                    <a:pt x="330144" y="558595"/>
                    <a:pt x="330144" y="574913"/>
                    <a:pt x="332863" y="593950"/>
                  </a:cubicBezTo>
                  <a:cubicBezTo>
                    <a:pt x="332863" y="610268"/>
                    <a:pt x="332863" y="632026"/>
                    <a:pt x="332863" y="648343"/>
                  </a:cubicBezTo>
                  <a:cubicBezTo>
                    <a:pt x="332863" y="651063"/>
                    <a:pt x="332863" y="653783"/>
                    <a:pt x="332863" y="656502"/>
                  </a:cubicBezTo>
                  <a:cubicBezTo>
                    <a:pt x="343742" y="656502"/>
                    <a:pt x="351901" y="656502"/>
                    <a:pt x="357341" y="656502"/>
                  </a:cubicBezTo>
                  <a:cubicBezTo>
                    <a:pt x="370939" y="656502"/>
                    <a:pt x="395416" y="659222"/>
                    <a:pt x="395416" y="675540"/>
                  </a:cubicBezTo>
                  <a:cubicBezTo>
                    <a:pt x="395416" y="683699"/>
                    <a:pt x="392696" y="686419"/>
                    <a:pt x="389976" y="691858"/>
                  </a:cubicBezTo>
                  <a:cubicBezTo>
                    <a:pt x="384537" y="697297"/>
                    <a:pt x="379098" y="700017"/>
                    <a:pt x="373658" y="700017"/>
                  </a:cubicBezTo>
                  <a:cubicBezTo>
                    <a:pt x="365499" y="702737"/>
                    <a:pt x="357341" y="702737"/>
                    <a:pt x="351901" y="702737"/>
                  </a:cubicBezTo>
                  <a:cubicBezTo>
                    <a:pt x="349181" y="702737"/>
                    <a:pt x="335583" y="702737"/>
                    <a:pt x="319265" y="702737"/>
                  </a:cubicBezTo>
                  <a:cubicBezTo>
                    <a:pt x="316546" y="705456"/>
                    <a:pt x="313826" y="705456"/>
                    <a:pt x="311106" y="708176"/>
                  </a:cubicBezTo>
                  <a:cubicBezTo>
                    <a:pt x="302948" y="713615"/>
                    <a:pt x="297508" y="713615"/>
                    <a:pt x="289349" y="713615"/>
                  </a:cubicBezTo>
                  <a:cubicBezTo>
                    <a:pt x="283910" y="713615"/>
                    <a:pt x="278470" y="713615"/>
                    <a:pt x="270311" y="713615"/>
                  </a:cubicBezTo>
                  <a:cubicBezTo>
                    <a:pt x="259433" y="713615"/>
                    <a:pt x="251273" y="710895"/>
                    <a:pt x="243115" y="705456"/>
                  </a:cubicBezTo>
                  <a:cubicBezTo>
                    <a:pt x="240395" y="705456"/>
                    <a:pt x="237675" y="702737"/>
                    <a:pt x="237675" y="702737"/>
                  </a:cubicBezTo>
                  <a:cubicBezTo>
                    <a:pt x="224077" y="702737"/>
                    <a:pt x="213198" y="702737"/>
                    <a:pt x="199600" y="702737"/>
                  </a:cubicBezTo>
                  <a:cubicBezTo>
                    <a:pt x="191441" y="702737"/>
                    <a:pt x="183282" y="702737"/>
                    <a:pt x="175123" y="702737"/>
                  </a:cubicBezTo>
                  <a:cubicBezTo>
                    <a:pt x="166965" y="702737"/>
                    <a:pt x="156085" y="702737"/>
                    <a:pt x="147927" y="697297"/>
                  </a:cubicBezTo>
                  <a:cubicBezTo>
                    <a:pt x="139768" y="694578"/>
                    <a:pt x="131609" y="680979"/>
                    <a:pt x="131609" y="678260"/>
                  </a:cubicBezTo>
                  <a:cubicBezTo>
                    <a:pt x="131609" y="675540"/>
                    <a:pt x="131609" y="672820"/>
                    <a:pt x="137048" y="670101"/>
                  </a:cubicBezTo>
                  <a:cubicBezTo>
                    <a:pt x="142487" y="667381"/>
                    <a:pt x="153366" y="664661"/>
                    <a:pt x="158805" y="661942"/>
                  </a:cubicBezTo>
                  <a:cubicBezTo>
                    <a:pt x="175123" y="659222"/>
                    <a:pt x="191441" y="659222"/>
                    <a:pt x="199600" y="659222"/>
                  </a:cubicBezTo>
                  <a:lnTo>
                    <a:pt x="199600" y="659222"/>
                  </a:lnTo>
                  <a:cubicBezTo>
                    <a:pt x="199600" y="648343"/>
                    <a:pt x="196880" y="640184"/>
                    <a:pt x="196880" y="629306"/>
                  </a:cubicBezTo>
                  <a:cubicBezTo>
                    <a:pt x="196880" y="612988"/>
                    <a:pt x="196880" y="591231"/>
                    <a:pt x="199600" y="574913"/>
                  </a:cubicBezTo>
                  <a:cubicBezTo>
                    <a:pt x="199600" y="558595"/>
                    <a:pt x="199600" y="539557"/>
                    <a:pt x="202320" y="523239"/>
                  </a:cubicBezTo>
                  <a:cubicBezTo>
                    <a:pt x="202320" y="501482"/>
                    <a:pt x="205040" y="482445"/>
                    <a:pt x="205040" y="460687"/>
                  </a:cubicBezTo>
                  <a:cubicBezTo>
                    <a:pt x="205040" y="447089"/>
                    <a:pt x="205040" y="430771"/>
                    <a:pt x="205040" y="417173"/>
                  </a:cubicBezTo>
                  <a:cubicBezTo>
                    <a:pt x="205040" y="409014"/>
                    <a:pt x="207759" y="400855"/>
                    <a:pt x="207759" y="392696"/>
                  </a:cubicBezTo>
                  <a:cubicBezTo>
                    <a:pt x="207759" y="384537"/>
                    <a:pt x="210478" y="376378"/>
                    <a:pt x="210478" y="368219"/>
                  </a:cubicBezTo>
                  <a:cubicBezTo>
                    <a:pt x="210478" y="351901"/>
                    <a:pt x="210478" y="332864"/>
                    <a:pt x="210478" y="313826"/>
                  </a:cubicBezTo>
                  <a:cubicBezTo>
                    <a:pt x="210478" y="294788"/>
                    <a:pt x="210478" y="275751"/>
                    <a:pt x="210478" y="259433"/>
                  </a:cubicBezTo>
                  <a:cubicBezTo>
                    <a:pt x="210478" y="243115"/>
                    <a:pt x="210478" y="226797"/>
                    <a:pt x="210478" y="213199"/>
                  </a:cubicBezTo>
                  <a:cubicBezTo>
                    <a:pt x="210478" y="194161"/>
                    <a:pt x="210478" y="164245"/>
                    <a:pt x="210478" y="145207"/>
                  </a:cubicBezTo>
                  <a:cubicBezTo>
                    <a:pt x="210478" y="139768"/>
                    <a:pt x="213198" y="134329"/>
                    <a:pt x="213198" y="131609"/>
                  </a:cubicBezTo>
                  <a:cubicBezTo>
                    <a:pt x="213198" y="126170"/>
                    <a:pt x="207759" y="123450"/>
                    <a:pt x="205040" y="123450"/>
                  </a:cubicBezTo>
                  <a:cubicBezTo>
                    <a:pt x="199600" y="123450"/>
                    <a:pt x="166965" y="123450"/>
                    <a:pt x="161525" y="123450"/>
                  </a:cubicBezTo>
                  <a:cubicBezTo>
                    <a:pt x="145207" y="123450"/>
                    <a:pt x="128889" y="123450"/>
                    <a:pt x="112571" y="120730"/>
                  </a:cubicBezTo>
                  <a:cubicBezTo>
                    <a:pt x="109852" y="120730"/>
                    <a:pt x="107132" y="120730"/>
                    <a:pt x="104412" y="118011"/>
                  </a:cubicBezTo>
                  <a:cubicBezTo>
                    <a:pt x="107132" y="137048"/>
                    <a:pt x="107132" y="172404"/>
                    <a:pt x="107132" y="191441"/>
                  </a:cubicBezTo>
                  <a:cubicBezTo>
                    <a:pt x="107132" y="202320"/>
                    <a:pt x="107132" y="224077"/>
                    <a:pt x="90814" y="224077"/>
                  </a:cubicBezTo>
                  <a:cubicBezTo>
                    <a:pt x="82655" y="224077"/>
                    <a:pt x="79935" y="221357"/>
                    <a:pt x="74496" y="218638"/>
                  </a:cubicBezTo>
                  <a:cubicBezTo>
                    <a:pt x="69057" y="215918"/>
                    <a:pt x="66337" y="210479"/>
                    <a:pt x="66337" y="205040"/>
                  </a:cubicBezTo>
                  <a:cubicBezTo>
                    <a:pt x="63617" y="196881"/>
                    <a:pt x="63617" y="191441"/>
                    <a:pt x="63617" y="186002"/>
                  </a:cubicBezTo>
                  <a:cubicBezTo>
                    <a:pt x="63617" y="180563"/>
                    <a:pt x="63617" y="153366"/>
                    <a:pt x="63617" y="145207"/>
                  </a:cubicBezTo>
                  <a:cubicBezTo>
                    <a:pt x="63617" y="134329"/>
                    <a:pt x="63617" y="120730"/>
                    <a:pt x="63617" y="109852"/>
                  </a:cubicBezTo>
                  <a:cubicBezTo>
                    <a:pt x="60897" y="104412"/>
                    <a:pt x="58178" y="101693"/>
                    <a:pt x="58178" y="96253"/>
                  </a:cubicBezTo>
                  <a:cubicBezTo>
                    <a:pt x="58178" y="93534"/>
                    <a:pt x="60897" y="88095"/>
                    <a:pt x="66337" y="85375"/>
                  </a:cubicBezTo>
                  <a:cubicBezTo>
                    <a:pt x="74496" y="79936"/>
                    <a:pt x="77215" y="77216"/>
                    <a:pt x="93533" y="77216"/>
                  </a:cubicBezTo>
                  <a:cubicBezTo>
                    <a:pt x="101692" y="77216"/>
                    <a:pt x="109852" y="77216"/>
                    <a:pt x="115290" y="77216"/>
                  </a:cubicBezTo>
                  <a:cubicBezTo>
                    <a:pt x="134328" y="77216"/>
                    <a:pt x="150646" y="77216"/>
                    <a:pt x="169684" y="74496"/>
                  </a:cubicBezTo>
                  <a:cubicBezTo>
                    <a:pt x="177843" y="74496"/>
                    <a:pt x="186002" y="71776"/>
                    <a:pt x="194161" y="71776"/>
                  </a:cubicBezTo>
                  <a:cubicBezTo>
                    <a:pt x="194161" y="71776"/>
                    <a:pt x="196880" y="71776"/>
                    <a:pt x="196880" y="71776"/>
                  </a:cubicBezTo>
                  <a:cubicBezTo>
                    <a:pt x="199600" y="71776"/>
                    <a:pt x="205040" y="71776"/>
                    <a:pt x="210478" y="71776"/>
                  </a:cubicBezTo>
                  <a:cubicBezTo>
                    <a:pt x="213198" y="71776"/>
                    <a:pt x="215918" y="71776"/>
                    <a:pt x="218638" y="71776"/>
                  </a:cubicBezTo>
                  <a:cubicBezTo>
                    <a:pt x="224077" y="69057"/>
                    <a:pt x="229516" y="63618"/>
                    <a:pt x="237675" y="60898"/>
                  </a:cubicBezTo>
                  <a:cubicBezTo>
                    <a:pt x="243115" y="58178"/>
                    <a:pt x="248554" y="58178"/>
                    <a:pt x="253993" y="58178"/>
                  </a:cubicBezTo>
                  <a:cubicBezTo>
                    <a:pt x="264872" y="58178"/>
                    <a:pt x="273031" y="58178"/>
                    <a:pt x="283910" y="60898"/>
                  </a:cubicBezTo>
                  <a:cubicBezTo>
                    <a:pt x="286629" y="60898"/>
                    <a:pt x="292068" y="63618"/>
                    <a:pt x="294788" y="66337"/>
                  </a:cubicBezTo>
                  <a:cubicBezTo>
                    <a:pt x="297508" y="69057"/>
                    <a:pt x="302948" y="71776"/>
                    <a:pt x="305667" y="74496"/>
                  </a:cubicBezTo>
                  <a:cubicBezTo>
                    <a:pt x="308386" y="74496"/>
                    <a:pt x="311106" y="74496"/>
                    <a:pt x="313826" y="74496"/>
                  </a:cubicBezTo>
                  <a:cubicBezTo>
                    <a:pt x="319265" y="74496"/>
                    <a:pt x="321985" y="74496"/>
                    <a:pt x="327424" y="74496"/>
                  </a:cubicBezTo>
                  <a:cubicBezTo>
                    <a:pt x="335583" y="74496"/>
                    <a:pt x="346461" y="74496"/>
                    <a:pt x="354621" y="74496"/>
                  </a:cubicBezTo>
                  <a:cubicBezTo>
                    <a:pt x="376378" y="74496"/>
                    <a:pt x="400855" y="74496"/>
                    <a:pt x="422612" y="74496"/>
                  </a:cubicBezTo>
                  <a:cubicBezTo>
                    <a:pt x="433491" y="74496"/>
                    <a:pt x="447089" y="74496"/>
                    <a:pt x="455248" y="79936"/>
                  </a:cubicBezTo>
                  <a:cubicBezTo>
                    <a:pt x="460687" y="82655"/>
                    <a:pt x="466127" y="90814"/>
                    <a:pt x="466127" y="98973"/>
                  </a:cubicBezTo>
                  <a:cubicBezTo>
                    <a:pt x="466127" y="101693"/>
                    <a:pt x="466127" y="107132"/>
                    <a:pt x="463407" y="109852"/>
                  </a:cubicBezTo>
                  <a:cubicBezTo>
                    <a:pt x="463407" y="112571"/>
                    <a:pt x="463407" y="112571"/>
                    <a:pt x="463407" y="120730"/>
                  </a:cubicBezTo>
                  <a:cubicBezTo>
                    <a:pt x="463407" y="142488"/>
                    <a:pt x="463407" y="172404"/>
                    <a:pt x="463407" y="194161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>
                <a:ln>
                  <a:noFill/>
                </a:ln>
                <a:solidFill>
                  <a:srgbClr val="666666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pic>
        <p:nvPicPr>
          <p:cNvPr id="53" name="Graphic 52">
            <a:extLst>
              <a:ext uri="{FF2B5EF4-FFF2-40B4-BE49-F238E27FC236}">
                <a16:creationId xmlns:a16="http://schemas.microsoft.com/office/drawing/2014/main" id="{015D8581-F44A-B44C-895F-7296009A70C6}"/>
              </a:ext>
            </a:extLst>
          </p:cNvPr>
          <p:cNvPicPr>
            <a:picLocks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 rot="16200000">
            <a:off x="10650746" y="4497173"/>
            <a:ext cx="44157" cy="1413011"/>
          </a:xfrm>
          <a:prstGeom prst="rect">
            <a:avLst/>
          </a:prstGeom>
        </p:spPr>
      </p:pic>
      <p:pic>
        <p:nvPicPr>
          <p:cNvPr id="4" name="Picture 3" descr="Diagram&#10;&#10;Description automatically generated with medium confidence">
            <a:extLst>
              <a:ext uri="{FF2B5EF4-FFF2-40B4-BE49-F238E27FC236}">
                <a16:creationId xmlns:a16="http://schemas.microsoft.com/office/drawing/2014/main" id="{847C1F90-CE25-4CC4-A8F4-E35B2DB7572B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9815133" y="5398466"/>
            <a:ext cx="1715382" cy="98111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71476209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I_Title Slide Full PIcture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" name="Picture Placeholder 56">
            <a:extLst>
              <a:ext uri="{FF2B5EF4-FFF2-40B4-BE49-F238E27FC236}">
                <a16:creationId xmlns:a16="http://schemas.microsoft.com/office/drawing/2014/main" id="{2410F133-604A-4AC7-8A06-35B16808E83C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3459602" y="0"/>
            <a:ext cx="8732399" cy="6858000"/>
          </a:xfrm>
          <a:custGeom>
            <a:avLst/>
            <a:gdLst>
              <a:gd name="connsiteX0" fmla="*/ 343919 w 8732399"/>
              <a:gd name="connsiteY0" fmla="*/ 0 h 6858000"/>
              <a:gd name="connsiteX1" fmla="*/ 8732399 w 8732399"/>
              <a:gd name="connsiteY1" fmla="*/ 0 h 6858000"/>
              <a:gd name="connsiteX2" fmla="*/ 8732399 w 8732399"/>
              <a:gd name="connsiteY2" fmla="*/ 6858000 h 6858000"/>
              <a:gd name="connsiteX3" fmla="*/ 0 w 8732399"/>
              <a:gd name="connsiteY3" fmla="*/ 6858000 h 6858000"/>
              <a:gd name="connsiteX4" fmla="*/ 177693 w 8732399"/>
              <a:gd name="connsiteY4" fmla="*/ 6768713 h 6858000"/>
              <a:gd name="connsiteX5" fmla="*/ 2063325 w 8732399"/>
              <a:gd name="connsiteY5" fmla="*/ 3899618 h 6858000"/>
              <a:gd name="connsiteX6" fmla="*/ 2077959 w 8732399"/>
              <a:gd name="connsiteY6" fmla="*/ 3618494 h 6858000"/>
              <a:gd name="connsiteX7" fmla="*/ 2077954 w 8732399"/>
              <a:gd name="connsiteY7" fmla="*/ 3617951 h 6858000"/>
              <a:gd name="connsiteX8" fmla="*/ 2077959 w 8732399"/>
              <a:gd name="connsiteY8" fmla="*/ 3617865 h 6858000"/>
              <a:gd name="connsiteX9" fmla="*/ 2076397 w 8732399"/>
              <a:gd name="connsiteY9" fmla="*/ 3429041 h 6858000"/>
              <a:gd name="connsiteX10" fmla="*/ 2075650 w 8732399"/>
              <a:gd name="connsiteY10" fmla="*/ 3338309 h 6858000"/>
              <a:gd name="connsiteX11" fmla="*/ 404439 w 8732399"/>
              <a:gd name="connsiteY11" fmla="*/ 39934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8732399" h="6858000">
                <a:moveTo>
                  <a:pt x="343919" y="0"/>
                </a:moveTo>
                <a:lnTo>
                  <a:pt x="8732399" y="0"/>
                </a:lnTo>
                <a:lnTo>
                  <a:pt x="8732399" y="6858000"/>
                </a:lnTo>
                <a:lnTo>
                  <a:pt x="0" y="6858000"/>
                </a:lnTo>
                <a:lnTo>
                  <a:pt x="177693" y="6768713"/>
                </a:lnTo>
                <a:cubicBezTo>
                  <a:pt x="1141742" y="6254472"/>
                  <a:pt x="1951349" y="5360222"/>
                  <a:pt x="2063325" y="3899618"/>
                </a:cubicBezTo>
                <a:cubicBezTo>
                  <a:pt x="2071055" y="3805858"/>
                  <a:pt x="2075919" y="3712098"/>
                  <a:pt x="2077959" y="3618494"/>
                </a:cubicBezTo>
                <a:lnTo>
                  <a:pt x="2077954" y="3617951"/>
                </a:lnTo>
                <a:lnTo>
                  <a:pt x="2077959" y="3617865"/>
                </a:lnTo>
                <a:lnTo>
                  <a:pt x="2076397" y="3429041"/>
                </a:lnTo>
                <a:lnTo>
                  <a:pt x="2075650" y="3338309"/>
                </a:lnTo>
                <a:cubicBezTo>
                  <a:pt x="2025731" y="2034428"/>
                  <a:pt x="1430533" y="791870"/>
                  <a:pt x="404439" y="39934"/>
                </a:cubicBezTo>
                <a:close/>
              </a:path>
            </a:pathLst>
          </a:custGeom>
          <a:solidFill>
            <a:srgbClr val="D9D9D9"/>
          </a:solidFill>
        </p:spPr>
        <p:txBody>
          <a:bodyPr wrap="square" lIns="4663440" tIns="0" anchor="ctr" anchorCtr="0">
            <a:noAutofit/>
          </a:bodyPr>
          <a:lstStyle>
            <a:lvl1pPr marL="0" indent="0" algn="l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1pPr>
          </a:lstStyle>
          <a:p>
            <a:r>
              <a:t>Click icon to insert picture</a:t>
            </a:r>
            <a:br>
              <a:rPr/>
            </a:br>
            <a:r>
              <a:t>(minimum recommended size for </a:t>
            </a:r>
            <a:br>
              <a:rPr/>
            </a:br>
            <a:r>
              <a:t>full slide image is 1280 x 720 pixels)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3683E8B-89CE-4EF5-BBB9-62368C38207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1066800"/>
            <a:ext cx="4389120" cy="2391042"/>
          </a:xfrm>
        </p:spPr>
        <p:txBody>
          <a:bodyPr/>
          <a:lstStyle>
            <a:lvl1pPr>
              <a:defRPr sz="6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55" name="Text Placeholder 53">
            <a:extLst>
              <a:ext uri="{FF2B5EF4-FFF2-40B4-BE49-F238E27FC236}">
                <a16:creationId xmlns:a16="http://schemas.microsoft.com/office/drawing/2014/main" id="{6C6F15D6-83AC-4099-9946-CE8B5A1B72B3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621333" y="3776801"/>
            <a:ext cx="4389120" cy="731520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1pPr>
            <a:lvl2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2pPr>
            <a:lvl3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3pPr>
            <a:lvl4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4pPr>
            <a:lvl5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5pPr>
            <a:lvl6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6pPr>
            <a:lvl7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7pPr>
            <a:lvl8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8pPr>
            <a:lvl9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9pPr>
          </a:lstStyle>
          <a:p>
            <a:pPr lvl="0"/>
            <a:r>
              <a:t>Subtitle or Presenter Name</a:t>
            </a:r>
          </a:p>
          <a:p>
            <a:pPr lvl="1"/>
            <a:endParaRPr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2E46C881-7ED5-46EA-86EA-769AE126A5A9}"/>
              </a:ext>
            </a:extLst>
          </p:cNvPr>
          <p:cNvGrpSpPr/>
          <p:nvPr userDrawn="1"/>
        </p:nvGrpSpPr>
        <p:grpSpPr>
          <a:xfrm>
            <a:off x="696883" y="4648200"/>
            <a:ext cx="1770558" cy="2059089"/>
            <a:chOff x="628059" y="4648200"/>
            <a:chExt cx="1770558" cy="2059089"/>
          </a:xfrm>
        </p:grpSpPr>
        <p:grpSp>
          <p:nvGrpSpPr>
            <p:cNvPr id="54" name="Group 53">
              <a:extLst>
                <a:ext uri="{FF2B5EF4-FFF2-40B4-BE49-F238E27FC236}">
                  <a16:creationId xmlns:a16="http://schemas.microsoft.com/office/drawing/2014/main" id="{D928A5B2-C37D-0F4C-9423-E53BF1E3DF59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628059" y="4648200"/>
              <a:ext cx="1770558" cy="681805"/>
              <a:chOff x="2078951" y="1888610"/>
              <a:chExt cx="8030200" cy="3092248"/>
            </a:xfrm>
            <a:solidFill>
              <a:schemeClr val="tx1"/>
            </a:solidFill>
          </p:grpSpPr>
          <p:sp>
            <p:nvSpPr>
              <p:cNvPr id="59" name="Freeform: Shape 11">
                <a:extLst>
                  <a:ext uri="{FF2B5EF4-FFF2-40B4-BE49-F238E27FC236}">
                    <a16:creationId xmlns:a16="http://schemas.microsoft.com/office/drawing/2014/main" id="{FE38AFC9-A886-744B-8F98-902B93271BC6}"/>
                  </a:ext>
                </a:extLst>
              </p:cNvPr>
              <p:cNvSpPr/>
              <p:nvPr/>
            </p:nvSpPr>
            <p:spPr>
              <a:xfrm>
                <a:off x="2078951" y="2872694"/>
                <a:ext cx="951880" cy="652717"/>
              </a:xfrm>
              <a:custGeom>
                <a:avLst/>
                <a:gdLst>
                  <a:gd name="connsiteX0" fmla="*/ 903041 w 951880"/>
                  <a:gd name="connsiteY0" fmla="*/ 330574 h 652717"/>
                  <a:gd name="connsiteX1" fmla="*/ 780656 w 951880"/>
                  <a:gd name="connsiteY1" fmla="*/ 379528 h 652717"/>
                  <a:gd name="connsiteX2" fmla="*/ 598439 w 951880"/>
                  <a:gd name="connsiteY2" fmla="*/ 311537 h 652717"/>
                  <a:gd name="connsiteX3" fmla="*/ 505970 w 951880"/>
                  <a:gd name="connsiteY3" fmla="*/ 164675 h 652717"/>
                  <a:gd name="connsiteX4" fmla="*/ 266640 w 951880"/>
                  <a:gd name="connsiteY4" fmla="*/ 61329 h 652717"/>
                  <a:gd name="connsiteX5" fmla="*/ 103461 w 951880"/>
                  <a:gd name="connsiteY5" fmla="*/ 458398 h 652717"/>
                  <a:gd name="connsiteX6" fmla="*/ 756179 w 951880"/>
                  <a:gd name="connsiteY6" fmla="*/ 485595 h 652717"/>
                  <a:gd name="connsiteX7" fmla="*/ 903041 w 951880"/>
                  <a:gd name="connsiteY7" fmla="*/ 330574 h 652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951880" h="652717">
                    <a:moveTo>
                      <a:pt x="903041" y="330574"/>
                    </a:moveTo>
                    <a:cubicBezTo>
                      <a:pt x="867685" y="363210"/>
                      <a:pt x="813292" y="374089"/>
                      <a:pt x="780656" y="379528"/>
                    </a:cubicBezTo>
                    <a:cubicBezTo>
                      <a:pt x="712664" y="387687"/>
                      <a:pt x="641953" y="365930"/>
                      <a:pt x="598439" y="311537"/>
                    </a:cubicBezTo>
                    <a:cubicBezTo>
                      <a:pt x="563083" y="268022"/>
                      <a:pt x="544046" y="210910"/>
                      <a:pt x="505970" y="164675"/>
                    </a:cubicBezTo>
                    <a:cubicBezTo>
                      <a:pt x="448858" y="93964"/>
                      <a:pt x="359109" y="45011"/>
                      <a:pt x="266640" y="61329"/>
                    </a:cubicBezTo>
                    <a:cubicBezTo>
                      <a:pt x="81704" y="93964"/>
                      <a:pt x="114" y="308817"/>
                      <a:pt x="103461" y="458398"/>
                    </a:cubicBezTo>
                    <a:cubicBezTo>
                      <a:pt x="253042" y="670531"/>
                      <a:pt x="584840" y="635176"/>
                      <a:pt x="756179" y="485595"/>
                    </a:cubicBezTo>
                    <a:cubicBezTo>
                      <a:pt x="813292" y="442080"/>
                      <a:pt x="862246" y="390407"/>
                      <a:pt x="903041" y="330574"/>
                    </a:cubicBezTo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0" name="Freeform: Shape 12">
                <a:extLst>
                  <a:ext uri="{FF2B5EF4-FFF2-40B4-BE49-F238E27FC236}">
                    <a16:creationId xmlns:a16="http://schemas.microsoft.com/office/drawing/2014/main" id="{E15BA52D-0D5C-4D4C-BE80-C647C6B434FC}"/>
                  </a:ext>
                </a:extLst>
              </p:cNvPr>
              <p:cNvSpPr/>
              <p:nvPr/>
            </p:nvSpPr>
            <p:spPr>
              <a:xfrm>
                <a:off x="9151831" y="2872694"/>
                <a:ext cx="951880" cy="652717"/>
              </a:xfrm>
              <a:custGeom>
                <a:avLst/>
                <a:gdLst>
                  <a:gd name="connsiteX0" fmla="*/ 58178 w 951880"/>
                  <a:gd name="connsiteY0" fmla="*/ 330574 h 652717"/>
                  <a:gd name="connsiteX1" fmla="*/ 180563 w 951880"/>
                  <a:gd name="connsiteY1" fmla="*/ 379528 h 652717"/>
                  <a:gd name="connsiteX2" fmla="*/ 362780 w 951880"/>
                  <a:gd name="connsiteY2" fmla="*/ 311537 h 652717"/>
                  <a:gd name="connsiteX3" fmla="*/ 455249 w 951880"/>
                  <a:gd name="connsiteY3" fmla="*/ 164675 h 652717"/>
                  <a:gd name="connsiteX4" fmla="*/ 694578 w 951880"/>
                  <a:gd name="connsiteY4" fmla="*/ 61329 h 652717"/>
                  <a:gd name="connsiteX5" fmla="*/ 857758 w 951880"/>
                  <a:gd name="connsiteY5" fmla="*/ 458398 h 652717"/>
                  <a:gd name="connsiteX6" fmla="*/ 205040 w 951880"/>
                  <a:gd name="connsiteY6" fmla="*/ 485595 h 652717"/>
                  <a:gd name="connsiteX7" fmla="*/ 58178 w 951880"/>
                  <a:gd name="connsiteY7" fmla="*/ 330574 h 652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951880" h="652717">
                    <a:moveTo>
                      <a:pt x="58178" y="330574"/>
                    </a:moveTo>
                    <a:cubicBezTo>
                      <a:pt x="96253" y="363210"/>
                      <a:pt x="147927" y="374089"/>
                      <a:pt x="180563" y="379528"/>
                    </a:cubicBezTo>
                    <a:cubicBezTo>
                      <a:pt x="248554" y="387687"/>
                      <a:pt x="319266" y="365930"/>
                      <a:pt x="362780" y="311537"/>
                    </a:cubicBezTo>
                    <a:cubicBezTo>
                      <a:pt x="398136" y="268022"/>
                      <a:pt x="417174" y="210910"/>
                      <a:pt x="455249" y="164675"/>
                    </a:cubicBezTo>
                    <a:cubicBezTo>
                      <a:pt x="512362" y="93964"/>
                      <a:pt x="602110" y="45011"/>
                      <a:pt x="694578" y="61329"/>
                    </a:cubicBezTo>
                    <a:cubicBezTo>
                      <a:pt x="879515" y="93964"/>
                      <a:pt x="961105" y="308817"/>
                      <a:pt x="857758" y="458398"/>
                    </a:cubicBezTo>
                    <a:cubicBezTo>
                      <a:pt x="708176" y="670531"/>
                      <a:pt x="376379" y="635176"/>
                      <a:pt x="205040" y="485595"/>
                    </a:cubicBezTo>
                    <a:cubicBezTo>
                      <a:pt x="150646" y="442080"/>
                      <a:pt x="101693" y="390407"/>
                      <a:pt x="58178" y="330574"/>
                    </a:cubicBezTo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1" name="Freeform: Shape 13">
                <a:extLst>
                  <a:ext uri="{FF2B5EF4-FFF2-40B4-BE49-F238E27FC236}">
                    <a16:creationId xmlns:a16="http://schemas.microsoft.com/office/drawing/2014/main" id="{A15B33AE-4904-7D4E-BDF2-8D0CB9A3C3C3}"/>
                  </a:ext>
                </a:extLst>
              </p:cNvPr>
              <p:cNvSpPr/>
              <p:nvPr/>
            </p:nvSpPr>
            <p:spPr>
              <a:xfrm>
                <a:off x="8001294" y="2010994"/>
                <a:ext cx="734308" cy="299162"/>
              </a:xfrm>
              <a:custGeom>
                <a:avLst/>
                <a:gdLst>
                  <a:gd name="connsiteX0" fmla="*/ 596792 w 734307"/>
                  <a:gd name="connsiteY0" fmla="*/ 58178 h 299162"/>
                  <a:gd name="connsiteX1" fmla="*/ 148048 w 734307"/>
                  <a:gd name="connsiteY1" fmla="*/ 58178 h 299162"/>
                  <a:gd name="connsiteX2" fmla="*/ 58299 w 734307"/>
                  <a:gd name="connsiteY2" fmla="*/ 150646 h 299162"/>
                  <a:gd name="connsiteX3" fmla="*/ 148048 w 734307"/>
                  <a:gd name="connsiteY3" fmla="*/ 251274 h 299162"/>
                  <a:gd name="connsiteX4" fmla="*/ 596792 w 734307"/>
                  <a:gd name="connsiteY4" fmla="*/ 251274 h 299162"/>
                  <a:gd name="connsiteX5" fmla="*/ 686541 w 734307"/>
                  <a:gd name="connsiteY5" fmla="*/ 158805 h 299162"/>
                  <a:gd name="connsiteX6" fmla="*/ 596792 w 734307"/>
                  <a:gd name="connsiteY6" fmla="*/ 58178 h 2991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34307" h="299162">
                    <a:moveTo>
                      <a:pt x="596792" y="58178"/>
                    </a:moveTo>
                    <a:cubicBezTo>
                      <a:pt x="591353" y="58178"/>
                      <a:pt x="153487" y="58178"/>
                      <a:pt x="148048" y="58178"/>
                    </a:cubicBezTo>
                    <a:cubicBezTo>
                      <a:pt x="99094" y="60898"/>
                      <a:pt x="61019" y="104412"/>
                      <a:pt x="58299" y="150646"/>
                    </a:cubicBezTo>
                    <a:cubicBezTo>
                      <a:pt x="55580" y="199600"/>
                      <a:pt x="99094" y="248554"/>
                      <a:pt x="148048" y="251274"/>
                    </a:cubicBezTo>
                    <a:cubicBezTo>
                      <a:pt x="153487" y="251274"/>
                      <a:pt x="591353" y="251274"/>
                      <a:pt x="596792" y="251274"/>
                    </a:cubicBezTo>
                    <a:cubicBezTo>
                      <a:pt x="645746" y="248554"/>
                      <a:pt x="683821" y="205040"/>
                      <a:pt x="686541" y="158805"/>
                    </a:cubicBezTo>
                    <a:cubicBezTo>
                      <a:pt x="689260" y="109852"/>
                      <a:pt x="648465" y="60898"/>
                      <a:pt x="596792" y="58178"/>
                    </a:cubicBezTo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2" name="Freeform: Shape 14">
                <a:extLst>
                  <a:ext uri="{FF2B5EF4-FFF2-40B4-BE49-F238E27FC236}">
                    <a16:creationId xmlns:a16="http://schemas.microsoft.com/office/drawing/2014/main" id="{C46B8B42-5710-B74B-BBF8-2BCE33BE266E}"/>
                  </a:ext>
                </a:extLst>
              </p:cNvPr>
              <p:cNvSpPr/>
              <p:nvPr/>
            </p:nvSpPr>
            <p:spPr>
              <a:xfrm>
                <a:off x="4920042" y="2277520"/>
                <a:ext cx="1006274" cy="951879"/>
              </a:xfrm>
              <a:custGeom>
                <a:avLst/>
                <a:gdLst>
                  <a:gd name="connsiteX0" fmla="*/ 884954 w 1006273"/>
                  <a:gd name="connsiteY0" fmla="*/ 746251 h 951879"/>
                  <a:gd name="connsiteX1" fmla="*/ 874076 w 1006273"/>
                  <a:gd name="connsiteY1" fmla="*/ 670101 h 951879"/>
                  <a:gd name="connsiteX2" fmla="*/ 874076 w 1006273"/>
                  <a:gd name="connsiteY2" fmla="*/ 536837 h 951879"/>
                  <a:gd name="connsiteX3" fmla="*/ 689139 w 1006273"/>
                  <a:gd name="connsiteY3" fmla="*/ 88094 h 951879"/>
                  <a:gd name="connsiteX4" fmla="*/ 428052 w 1006273"/>
                  <a:gd name="connsiteY4" fmla="*/ 253993 h 951879"/>
                  <a:gd name="connsiteX5" fmla="*/ 196881 w 1006273"/>
                  <a:gd name="connsiteY5" fmla="*/ 58178 h 951879"/>
                  <a:gd name="connsiteX6" fmla="*/ 58178 w 1006273"/>
                  <a:gd name="connsiteY6" fmla="*/ 128889 h 951879"/>
                  <a:gd name="connsiteX7" fmla="*/ 142488 w 1006273"/>
                  <a:gd name="connsiteY7" fmla="*/ 273031 h 951879"/>
                  <a:gd name="connsiteX8" fmla="*/ 142488 w 1006273"/>
                  <a:gd name="connsiteY8" fmla="*/ 757130 h 951879"/>
                  <a:gd name="connsiteX9" fmla="*/ 283910 w 1006273"/>
                  <a:gd name="connsiteY9" fmla="*/ 895832 h 951879"/>
                  <a:gd name="connsiteX10" fmla="*/ 428052 w 1006273"/>
                  <a:gd name="connsiteY10" fmla="*/ 757130 h 951879"/>
                  <a:gd name="connsiteX11" fmla="*/ 428052 w 1006273"/>
                  <a:gd name="connsiteY11" fmla="*/ 400855 h 951879"/>
                  <a:gd name="connsiteX12" fmla="*/ 523240 w 1006273"/>
                  <a:gd name="connsiteY12" fmla="*/ 283910 h 951879"/>
                  <a:gd name="connsiteX13" fmla="*/ 591231 w 1006273"/>
                  <a:gd name="connsiteY13" fmla="*/ 354621 h 951879"/>
                  <a:gd name="connsiteX14" fmla="*/ 591231 w 1006273"/>
                  <a:gd name="connsiteY14" fmla="*/ 697297 h 951879"/>
                  <a:gd name="connsiteX15" fmla="*/ 593951 w 1006273"/>
                  <a:gd name="connsiteY15" fmla="*/ 729933 h 951879"/>
                  <a:gd name="connsiteX16" fmla="*/ 610269 w 1006273"/>
                  <a:gd name="connsiteY16" fmla="*/ 778887 h 951879"/>
                  <a:gd name="connsiteX17" fmla="*/ 822402 w 1006273"/>
                  <a:gd name="connsiteY17" fmla="*/ 893112 h 951879"/>
                  <a:gd name="connsiteX18" fmla="*/ 961105 w 1006273"/>
                  <a:gd name="connsiteY18" fmla="*/ 822401 h 951879"/>
                  <a:gd name="connsiteX19" fmla="*/ 884954 w 1006273"/>
                  <a:gd name="connsiteY19" fmla="*/ 746251 h 9518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006273" h="951879">
                    <a:moveTo>
                      <a:pt x="884954" y="746251"/>
                    </a:moveTo>
                    <a:cubicBezTo>
                      <a:pt x="879515" y="721774"/>
                      <a:pt x="876795" y="694578"/>
                      <a:pt x="874076" y="670101"/>
                    </a:cubicBezTo>
                    <a:cubicBezTo>
                      <a:pt x="874076" y="634745"/>
                      <a:pt x="874076" y="583072"/>
                      <a:pt x="874076" y="536837"/>
                    </a:cubicBezTo>
                    <a:cubicBezTo>
                      <a:pt x="879515" y="373658"/>
                      <a:pt x="909431" y="88094"/>
                      <a:pt x="689139" y="88094"/>
                    </a:cubicBezTo>
                    <a:cubicBezTo>
                      <a:pt x="539558" y="88094"/>
                      <a:pt x="452529" y="213199"/>
                      <a:pt x="428052" y="253993"/>
                    </a:cubicBezTo>
                    <a:cubicBezTo>
                      <a:pt x="425332" y="139768"/>
                      <a:pt x="335583" y="58178"/>
                      <a:pt x="196881" y="58178"/>
                    </a:cubicBezTo>
                    <a:cubicBezTo>
                      <a:pt x="109852" y="58178"/>
                      <a:pt x="58178" y="128889"/>
                      <a:pt x="58178" y="128889"/>
                    </a:cubicBezTo>
                    <a:cubicBezTo>
                      <a:pt x="58178" y="128889"/>
                      <a:pt x="142488" y="158805"/>
                      <a:pt x="142488" y="273031"/>
                    </a:cubicBezTo>
                    <a:cubicBezTo>
                      <a:pt x="142488" y="354621"/>
                      <a:pt x="142488" y="757130"/>
                      <a:pt x="142488" y="757130"/>
                    </a:cubicBezTo>
                    <a:cubicBezTo>
                      <a:pt x="145207" y="827841"/>
                      <a:pt x="194161" y="895832"/>
                      <a:pt x="283910" y="895832"/>
                    </a:cubicBezTo>
                    <a:cubicBezTo>
                      <a:pt x="373659" y="895832"/>
                      <a:pt x="428052" y="827841"/>
                      <a:pt x="428052" y="757130"/>
                    </a:cubicBezTo>
                    <a:lnTo>
                      <a:pt x="428052" y="400855"/>
                    </a:lnTo>
                    <a:cubicBezTo>
                      <a:pt x="441650" y="343742"/>
                      <a:pt x="474286" y="283910"/>
                      <a:pt x="523240" y="283910"/>
                    </a:cubicBezTo>
                    <a:cubicBezTo>
                      <a:pt x="585792" y="283910"/>
                      <a:pt x="591231" y="354621"/>
                      <a:pt x="591231" y="354621"/>
                    </a:cubicBezTo>
                    <a:lnTo>
                      <a:pt x="591231" y="697297"/>
                    </a:lnTo>
                    <a:cubicBezTo>
                      <a:pt x="591231" y="708176"/>
                      <a:pt x="593951" y="719054"/>
                      <a:pt x="593951" y="729933"/>
                    </a:cubicBezTo>
                    <a:cubicBezTo>
                      <a:pt x="596671" y="748971"/>
                      <a:pt x="602110" y="765289"/>
                      <a:pt x="610269" y="778887"/>
                    </a:cubicBezTo>
                    <a:cubicBezTo>
                      <a:pt x="645624" y="846878"/>
                      <a:pt x="719055" y="893112"/>
                      <a:pt x="822402" y="893112"/>
                    </a:cubicBezTo>
                    <a:cubicBezTo>
                      <a:pt x="909431" y="893112"/>
                      <a:pt x="961105" y="822401"/>
                      <a:pt x="961105" y="822401"/>
                    </a:cubicBezTo>
                    <a:cubicBezTo>
                      <a:pt x="961105" y="822401"/>
                      <a:pt x="909431" y="808803"/>
                      <a:pt x="884954" y="746251"/>
                    </a:cubicBezTo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3" name="Freeform: Shape 15">
                <a:extLst>
                  <a:ext uri="{FF2B5EF4-FFF2-40B4-BE49-F238E27FC236}">
                    <a16:creationId xmlns:a16="http://schemas.microsoft.com/office/drawing/2014/main" id="{07775B61-AB7F-A84A-92FD-C23F0E6FA4ED}"/>
                  </a:ext>
                </a:extLst>
              </p:cNvPr>
              <p:cNvSpPr/>
              <p:nvPr/>
            </p:nvSpPr>
            <p:spPr>
              <a:xfrm>
                <a:off x="7552331" y="1888610"/>
                <a:ext cx="489539" cy="1332631"/>
              </a:xfrm>
              <a:custGeom>
                <a:avLst/>
                <a:gdLst>
                  <a:gd name="connsiteX0" fmla="*/ 368560 w 489538"/>
                  <a:gd name="connsiteY0" fmla="*/ 1135162 h 1332630"/>
                  <a:gd name="connsiteX1" fmla="*/ 357681 w 489538"/>
                  <a:gd name="connsiteY1" fmla="*/ 1059011 h 1332630"/>
                  <a:gd name="connsiteX2" fmla="*/ 357681 w 489538"/>
                  <a:gd name="connsiteY2" fmla="*/ 207759 h 1332630"/>
                  <a:gd name="connsiteX3" fmla="*/ 208099 w 489538"/>
                  <a:gd name="connsiteY3" fmla="*/ 58178 h 1332630"/>
                  <a:gd name="connsiteX4" fmla="*/ 58518 w 489538"/>
                  <a:gd name="connsiteY4" fmla="*/ 207759 h 1332630"/>
                  <a:gd name="connsiteX5" fmla="*/ 58518 w 489538"/>
                  <a:gd name="connsiteY5" fmla="*/ 961104 h 1332630"/>
                  <a:gd name="connsiteX6" fmla="*/ 85715 w 489538"/>
                  <a:gd name="connsiteY6" fmla="*/ 1159639 h 1332630"/>
                  <a:gd name="connsiteX7" fmla="*/ 306007 w 489538"/>
                  <a:gd name="connsiteY7" fmla="*/ 1282023 h 1332630"/>
                  <a:gd name="connsiteX8" fmla="*/ 444710 w 489538"/>
                  <a:gd name="connsiteY8" fmla="*/ 1211312 h 1332630"/>
                  <a:gd name="connsiteX9" fmla="*/ 368560 w 489538"/>
                  <a:gd name="connsiteY9" fmla="*/ 1135162 h 1332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89538" h="1332630">
                    <a:moveTo>
                      <a:pt x="368560" y="1135162"/>
                    </a:moveTo>
                    <a:cubicBezTo>
                      <a:pt x="363120" y="1110685"/>
                      <a:pt x="357681" y="1083488"/>
                      <a:pt x="357681" y="1059011"/>
                    </a:cubicBezTo>
                    <a:lnTo>
                      <a:pt x="357681" y="207759"/>
                    </a:lnTo>
                    <a:cubicBezTo>
                      <a:pt x="357681" y="126170"/>
                      <a:pt x="289689" y="58178"/>
                      <a:pt x="208099" y="58178"/>
                    </a:cubicBezTo>
                    <a:cubicBezTo>
                      <a:pt x="126510" y="58178"/>
                      <a:pt x="58518" y="126170"/>
                      <a:pt x="58518" y="207759"/>
                    </a:cubicBezTo>
                    <a:lnTo>
                      <a:pt x="58518" y="961104"/>
                    </a:lnTo>
                    <a:cubicBezTo>
                      <a:pt x="58518" y="1029095"/>
                      <a:pt x="53079" y="1097086"/>
                      <a:pt x="85715" y="1159639"/>
                    </a:cubicBezTo>
                    <a:cubicBezTo>
                      <a:pt x="118351" y="1227630"/>
                      <a:pt x="202660" y="1282023"/>
                      <a:pt x="306007" y="1282023"/>
                    </a:cubicBezTo>
                    <a:cubicBezTo>
                      <a:pt x="393036" y="1282023"/>
                      <a:pt x="444710" y="1211312"/>
                      <a:pt x="444710" y="1211312"/>
                    </a:cubicBezTo>
                    <a:cubicBezTo>
                      <a:pt x="444710" y="1211312"/>
                      <a:pt x="393036" y="1197714"/>
                      <a:pt x="368560" y="1135162"/>
                    </a:cubicBezTo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4" name="Freeform: Shape 16">
                <a:extLst>
                  <a:ext uri="{FF2B5EF4-FFF2-40B4-BE49-F238E27FC236}">
                    <a16:creationId xmlns:a16="http://schemas.microsoft.com/office/drawing/2014/main" id="{B54C66BD-7C87-E24B-B960-B26EC0DE21A9}"/>
                  </a:ext>
                </a:extLst>
              </p:cNvPr>
              <p:cNvSpPr/>
              <p:nvPr/>
            </p:nvSpPr>
            <p:spPr>
              <a:xfrm>
                <a:off x="4162324" y="2357456"/>
                <a:ext cx="815899" cy="815898"/>
              </a:xfrm>
              <a:custGeom>
                <a:avLst/>
                <a:gdLst>
                  <a:gd name="connsiteX0" fmla="*/ 407949 w 815899"/>
                  <a:gd name="connsiteY0" fmla="*/ 174058 h 815898"/>
                  <a:gd name="connsiteX1" fmla="*/ 293723 w 815899"/>
                  <a:gd name="connsiteY1" fmla="*/ 407950 h 815898"/>
                  <a:gd name="connsiteX2" fmla="*/ 410669 w 815899"/>
                  <a:gd name="connsiteY2" fmla="*/ 641840 h 815898"/>
                  <a:gd name="connsiteX3" fmla="*/ 522175 w 815899"/>
                  <a:gd name="connsiteY3" fmla="*/ 407950 h 815898"/>
                  <a:gd name="connsiteX4" fmla="*/ 407949 w 815899"/>
                  <a:gd name="connsiteY4" fmla="*/ 174058 h 815898"/>
                  <a:gd name="connsiteX5" fmla="*/ 407950 w 815899"/>
                  <a:gd name="connsiteY5" fmla="*/ 0 h 815898"/>
                  <a:gd name="connsiteX6" fmla="*/ 815899 w 815899"/>
                  <a:gd name="connsiteY6" fmla="*/ 407949 h 815898"/>
                  <a:gd name="connsiteX7" fmla="*/ 407950 w 815899"/>
                  <a:gd name="connsiteY7" fmla="*/ 815898 h 815898"/>
                  <a:gd name="connsiteX8" fmla="*/ 0 w 815899"/>
                  <a:gd name="connsiteY8" fmla="*/ 407949 h 815898"/>
                  <a:gd name="connsiteX9" fmla="*/ 407950 w 815899"/>
                  <a:gd name="connsiteY9" fmla="*/ 0 h 815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15899" h="815898">
                    <a:moveTo>
                      <a:pt x="407949" y="174058"/>
                    </a:moveTo>
                    <a:cubicBezTo>
                      <a:pt x="342677" y="174058"/>
                      <a:pt x="293723" y="263807"/>
                      <a:pt x="293723" y="407950"/>
                    </a:cubicBezTo>
                    <a:cubicBezTo>
                      <a:pt x="293723" y="552091"/>
                      <a:pt x="331799" y="639120"/>
                      <a:pt x="410669" y="641840"/>
                    </a:cubicBezTo>
                    <a:cubicBezTo>
                      <a:pt x="489539" y="641840"/>
                      <a:pt x="527614" y="552091"/>
                      <a:pt x="522175" y="407950"/>
                    </a:cubicBezTo>
                    <a:cubicBezTo>
                      <a:pt x="522175" y="263807"/>
                      <a:pt x="473221" y="176778"/>
                      <a:pt x="407949" y="174058"/>
                    </a:cubicBezTo>
                    <a:close/>
                    <a:moveTo>
                      <a:pt x="407950" y="0"/>
                    </a:moveTo>
                    <a:cubicBezTo>
                      <a:pt x="633682" y="0"/>
                      <a:pt x="815899" y="182217"/>
                      <a:pt x="815899" y="407949"/>
                    </a:cubicBezTo>
                    <a:cubicBezTo>
                      <a:pt x="815899" y="633681"/>
                      <a:pt x="633682" y="815898"/>
                      <a:pt x="407950" y="815898"/>
                    </a:cubicBezTo>
                    <a:cubicBezTo>
                      <a:pt x="182218" y="815898"/>
                      <a:pt x="0" y="633681"/>
                      <a:pt x="0" y="407949"/>
                    </a:cubicBezTo>
                    <a:cubicBezTo>
                      <a:pt x="0" y="182217"/>
                      <a:pt x="182218" y="0"/>
                      <a:pt x="407950" y="0"/>
                    </a:cubicBezTo>
                    <a:close/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5" name="Freeform: Shape 17">
                <a:extLst>
                  <a:ext uri="{FF2B5EF4-FFF2-40B4-BE49-F238E27FC236}">
                    <a16:creationId xmlns:a16="http://schemas.microsoft.com/office/drawing/2014/main" id="{E4991879-AAE3-E045-8E73-EA9C362FDB49}"/>
                  </a:ext>
                </a:extLst>
              </p:cNvPr>
              <p:cNvSpPr/>
              <p:nvPr/>
            </p:nvSpPr>
            <p:spPr>
              <a:xfrm>
                <a:off x="5884871" y="1946788"/>
                <a:ext cx="912802" cy="1223846"/>
              </a:xfrm>
              <a:custGeom>
                <a:avLst/>
                <a:gdLst>
                  <a:gd name="connsiteX0" fmla="*/ 387907 w 912802"/>
                  <a:gd name="connsiteY0" fmla="*/ 620081 h 1223846"/>
                  <a:gd name="connsiteX1" fmla="*/ 273681 w 912802"/>
                  <a:gd name="connsiteY1" fmla="*/ 824055 h 1223846"/>
                  <a:gd name="connsiteX2" fmla="*/ 390627 w 912802"/>
                  <a:gd name="connsiteY2" fmla="*/ 1028029 h 1223846"/>
                  <a:gd name="connsiteX3" fmla="*/ 502132 w 912802"/>
                  <a:gd name="connsiteY3" fmla="*/ 824055 h 1223846"/>
                  <a:gd name="connsiteX4" fmla="*/ 387907 w 912802"/>
                  <a:gd name="connsiteY4" fmla="*/ 620081 h 1223846"/>
                  <a:gd name="connsiteX5" fmla="*/ 676192 w 912802"/>
                  <a:gd name="connsiteY5" fmla="*/ 0 h 1223846"/>
                  <a:gd name="connsiteX6" fmla="*/ 825773 w 912802"/>
                  <a:gd name="connsiteY6" fmla="*/ 149581 h 1223846"/>
                  <a:gd name="connsiteX7" fmla="*/ 825773 w 912802"/>
                  <a:gd name="connsiteY7" fmla="*/ 1000834 h 1223846"/>
                  <a:gd name="connsiteX8" fmla="*/ 836651 w 912802"/>
                  <a:gd name="connsiteY8" fmla="*/ 1076985 h 1223846"/>
                  <a:gd name="connsiteX9" fmla="*/ 912802 w 912802"/>
                  <a:gd name="connsiteY9" fmla="*/ 1150415 h 1223846"/>
                  <a:gd name="connsiteX10" fmla="*/ 774099 w 912802"/>
                  <a:gd name="connsiteY10" fmla="*/ 1221126 h 1223846"/>
                  <a:gd name="connsiteX11" fmla="*/ 553807 w 912802"/>
                  <a:gd name="connsiteY11" fmla="*/ 1098742 h 1223846"/>
                  <a:gd name="connsiteX12" fmla="*/ 548367 w 912802"/>
                  <a:gd name="connsiteY12" fmla="*/ 1085144 h 1223846"/>
                  <a:gd name="connsiteX13" fmla="*/ 398786 w 912802"/>
                  <a:gd name="connsiteY13" fmla="*/ 1212967 h 1223846"/>
                  <a:gd name="connsiteX14" fmla="*/ 156736 w 912802"/>
                  <a:gd name="connsiteY14" fmla="*/ 1180332 h 1223846"/>
                  <a:gd name="connsiteX15" fmla="*/ 287280 w 912802"/>
                  <a:gd name="connsiteY15" fmla="*/ 416107 h 1223846"/>
                  <a:gd name="connsiteX16" fmla="*/ 526611 w 912802"/>
                  <a:gd name="connsiteY16" fmla="*/ 552091 h 1223846"/>
                  <a:gd name="connsiteX17" fmla="*/ 526611 w 912802"/>
                  <a:gd name="connsiteY17" fmla="*/ 149581 h 1223846"/>
                  <a:gd name="connsiteX18" fmla="*/ 676192 w 912802"/>
                  <a:gd name="connsiteY18" fmla="*/ 0 h 12238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912802" h="1223846">
                    <a:moveTo>
                      <a:pt x="387907" y="620081"/>
                    </a:moveTo>
                    <a:cubicBezTo>
                      <a:pt x="322635" y="620081"/>
                      <a:pt x="273681" y="698951"/>
                      <a:pt x="273681" y="824055"/>
                    </a:cubicBezTo>
                    <a:cubicBezTo>
                      <a:pt x="273681" y="949160"/>
                      <a:pt x="311756" y="1028029"/>
                      <a:pt x="390627" y="1028029"/>
                    </a:cubicBezTo>
                    <a:cubicBezTo>
                      <a:pt x="466777" y="1025310"/>
                      <a:pt x="504852" y="949160"/>
                      <a:pt x="502132" y="824055"/>
                    </a:cubicBezTo>
                    <a:cubicBezTo>
                      <a:pt x="502132" y="698951"/>
                      <a:pt x="455898" y="622801"/>
                      <a:pt x="387907" y="620081"/>
                    </a:cubicBezTo>
                    <a:close/>
                    <a:moveTo>
                      <a:pt x="676192" y="0"/>
                    </a:moveTo>
                    <a:cubicBezTo>
                      <a:pt x="757781" y="0"/>
                      <a:pt x="825773" y="67992"/>
                      <a:pt x="825773" y="149581"/>
                    </a:cubicBezTo>
                    <a:lnTo>
                      <a:pt x="825773" y="1000834"/>
                    </a:lnTo>
                    <a:cubicBezTo>
                      <a:pt x="828492" y="1025311"/>
                      <a:pt x="831212" y="1052508"/>
                      <a:pt x="836651" y="1076985"/>
                    </a:cubicBezTo>
                    <a:cubicBezTo>
                      <a:pt x="861128" y="1139537"/>
                      <a:pt x="912802" y="1150415"/>
                      <a:pt x="912802" y="1150415"/>
                    </a:cubicBezTo>
                    <a:cubicBezTo>
                      <a:pt x="912802" y="1150415"/>
                      <a:pt x="861128" y="1221126"/>
                      <a:pt x="774099" y="1221126"/>
                    </a:cubicBezTo>
                    <a:cubicBezTo>
                      <a:pt x="670752" y="1221126"/>
                      <a:pt x="589162" y="1166733"/>
                      <a:pt x="553807" y="1098742"/>
                    </a:cubicBezTo>
                    <a:cubicBezTo>
                      <a:pt x="551087" y="1093303"/>
                      <a:pt x="551087" y="1090583"/>
                      <a:pt x="548367" y="1085144"/>
                    </a:cubicBezTo>
                    <a:cubicBezTo>
                      <a:pt x="534769" y="1147696"/>
                      <a:pt x="450460" y="1199369"/>
                      <a:pt x="398786" y="1212967"/>
                    </a:cubicBezTo>
                    <a:cubicBezTo>
                      <a:pt x="322636" y="1234725"/>
                      <a:pt x="222008" y="1223846"/>
                      <a:pt x="156736" y="1180332"/>
                    </a:cubicBezTo>
                    <a:cubicBezTo>
                      <a:pt x="-79874" y="1028031"/>
                      <a:pt x="-58117" y="416107"/>
                      <a:pt x="287280" y="416107"/>
                    </a:cubicBezTo>
                    <a:cubicBezTo>
                      <a:pt x="412385" y="416107"/>
                      <a:pt x="491255" y="503137"/>
                      <a:pt x="526611" y="552091"/>
                    </a:cubicBezTo>
                    <a:lnTo>
                      <a:pt x="526611" y="149581"/>
                    </a:lnTo>
                    <a:cubicBezTo>
                      <a:pt x="526611" y="67992"/>
                      <a:pt x="594602" y="0"/>
                      <a:pt x="676192" y="0"/>
                    </a:cubicBezTo>
                    <a:close/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6" name="Freeform: Shape 18">
                <a:extLst>
                  <a:ext uri="{FF2B5EF4-FFF2-40B4-BE49-F238E27FC236}">
                    <a16:creationId xmlns:a16="http://schemas.microsoft.com/office/drawing/2014/main" id="{4148E391-61C8-AF4D-B56C-0F9DEAC7E597}"/>
                  </a:ext>
                </a:extLst>
              </p:cNvPr>
              <p:cNvSpPr/>
              <p:nvPr/>
            </p:nvSpPr>
            <p:spPr>
              <a:xfrm>
                <a:off x="6789513" y="2362895"/>
                <a:ext cx="747906" cy="810458"/>
              </a:xfrm>
              <a:custGeom>
                <a:avLst/>
                <a:gdLst>
                  <a:gd name="connsiteX0" fmla="*/ 394818 w 747906"/>
                  <a:gd name="connsiteY0" fmla="*/ 163222 h 810458"/>
                  <a:gd name="connsiteX1" fmla="*/ 356275 w 747906"/>
                  <a:gd name="connsiteY1" fmla="*/ 174058 h 810458"/>
                  <a:gd name="connsiteX2" fmla="*/ 274685 w 747906"/>
                  <a:gd name="connsiteY2" fmla="*/ 356275 h 810458"/>
                  <a:gd name="connsiteX3" fmla="*/ 375313 w 747906"/>
                  <a:gd name="connsiteY3" fmla="*/ 358994 h 810458"/>
                  <a:gd name="connsiteX4" fmla="*/ 473220 w 747906"/>
                  <a:gd name="connsiteY4" fmla="*/ 239329 h 810458"/>
                  <a:gd name="connsiteX5" fmla="*/ 394818 w 747906"/>
                  <a:gd name="connsiteY5" fmla="*/ 163222 h 810458"/>
                  <a:gd name="connsiteX6" fmla="*/ 386192 w 747906"/>
                  <a:gd name="connsiteY6" fmla="*/ 0 h 810458"/>
                  <a:gd name="connsiteX7" fmla="*/ 747906 w 747906"/>
                  <a:gd name="connsiteY7" fmla="*/ 266526 h 810458"/>
                  <a:gd name="connsiteX8" fmla="*/ 291004 w 747906"/>
                  <a:gd name="connsiteY8" fmla="*/ 484100 h 810458"/>
                  <a:gd name="connsiteX9" fmla="*/ 497698 w 747906"/>
                  <a:gd name="connsiteY9" fmla="*/ 617363 h 810458"/>
                  <a:gd name="connsiteX10" fmla="*/ 712551 w 747906"/>
                  <a:gd name="connsiteY10" fmla="*/ 557530 h 810458"/>
                  <a:gd name="connsiteX11" fmla="*/ 388912 w 747906"/>
                  <a:gd name="connsiteY11" fmla="*/ 810458 h 810458"/>
                  <a:gd name="connsiteX12" fmla="*/ 0 w 747906"/>
                  <a:gd name="connsiteY12" fmla="*/ 413389 h 810458"/>
                  <a:gd name="connsiteX13" fmla="*/ 386192 w 747906"/>
                  <a:gd name="connsiteY13" fmla="*/ 0 h 8104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747906" h="810458">
                    <a:moveTo>
                      <a:pt x="394818" y="163222"/>
                    </a:moveTo>
                    <a:cubicBezTo>
                      <a:pt x="381772" y="163179"/>
                      <a:pt x="368514" y="166579"/>
                      <a:pt x="356275" y="174058"/>
                    </a:cubicBezTo>
                    <a:cubicBezTo>
                      <a:pt x="299162" y="212133"/>
                      <a:pt x="282844" y="291003"/>
                      <a:pt x="274685" y="356275"/>
                    </a:cubicBezTo>
                    <a:cubicBezTo>
                      <a:pt x="274685" y="364434"/>
                      <a:pt x="369873" y="358994"/>
                      <a:pt x="375313" y="358994"/>
                    </a:cubicBezTo>
                    <a:cubicBezTo>
                      <a:pt x="432425" y="345396"/>
                      <a:pt x="473220" y="301881"/>
                      <a:pt x="473220" y="239329"/>
                    </a:cubicBezTo>
                    <a:cubicBezTo>
                      <a:pt x="471181" y="194455"/>
                      <a:pt x="433956" y="163349"/>
                      <a:pt x="394818" y="163222"/>
                    </a:cubicBezTo>
                    <a:close/>
                    <a:moveTo>
                      <a:pt x="386192" y="0"/>
                    </a:moveTo>
                    <a:cubicBezTo>
                      <a:pt x="519455" y="0"/>
                      <a:pt x="747906" y="65272"/>
                      <a:pt x="747906" y="266526"/>
                    </a:cubicBezTo>
                    <a:cubicBezTo>
                      <a:pt x="747906" y="467782"/>
                      <a:pt x="538493" y="484100"/>
                      <a:pt x="291004" y="484100"/>
                    </a:cubicBezTo>
                    <a:cubicBezTo>
                      <a:pt x="291004" y="484100"/>
                      <a:pt x="326359" y="617363"/>
                      <a:pt x="497698" y="617363"/>
                    </a:cubicBezTo>
                    <a:cubicBezTo>
                      <a:pt x="669036" y="617363"/>
                      <a:pt x="712551" y="557530"/>
                      <a:pt x="712551" y="557530"/>
                    </a:cubicBezTo>
                    <a:cubicBezTo>
                      <a:pt x="712551" y="557530"/>
                      <a:pt x="696233" y="810458"/>
                      <a:pt x="388912" y="810458"/>
                    </a:cubicBezTo>
                    <a:cubicBezTo>
                      <a:pt x="212134" y="810458"/>
                      <a:pt x="0" y="677195"/>
                      <a:pt x="0" y="413389"/>
                    </a:cubicBezTo>
                    <a:cubicBezTo>
                      <a:pt x="0" y="176778"/>
                      <a:pt x="163180" y="0"/>
                      <a:pt x="386192" y="0"/>
                    </a:cubicBezTo>
                    <a:close/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7" name="Freeform: Shape 19">
                <a:extLst>
                  <a:ext uri="{FF2B5EF4-FFF2-40B4-BE49-F238E27FC236}">
                    <a16:creationId xmlns:a16="http://schemas.microsoft.com/office/drawing/2014/main" id="{01D020D5-6455-8A4A-94A4-751683D48ACB}"/>
                  </a:ext>
                </a:extLst>
              </p:cNvPr>
              <p:cNvSpPr/>
              <p:nvPr/>
            </p:nvSpPr>
            <p:spPr>
              <a:xfrm>
                <a:off x="7988882" y="2362895"/>
                <a:ext cx="747906" cy="810458"/>
              </a:xfrm>
              <a:custGeom>
                <a:avLst/>
                <a:gdLst>
                  <a:gd name="connsiteX0" fmla="*/ 394818 w 747906"/>
                  <a:gd name="connsiteY0" fmla="*/ 163222 h 810458"/>
                  <a:gd name="connsiteX1" fmla="*/ 356275 w 747906"/>
                  <a:gd name="connsiteY1" fmla="*/ 174058 h 810458"/>
                  <a:gd name="connsiteX2" fmla="*/ 274685 w 747906"/>
                  <a:gd name="connsiteY2" fmla="*/ 356275 h 810458"/>
                  <a:gd name="connsiteX3" fmla="*/ 375313 w 747906"/>
                  <a:gd name="connsiteY3" fmla="*/ 358994 h 810458"/>
                  <a:gd name="connsiteX4" fmla="*/ 473220 w 747906"/>
                  <a:gd name="connsiteY4" fmla="*/ 239329 h 810458"/>
                  <a:gd name="connsiteX5" fmla="*/ 394818 w 747906"/>
                  <a:gd name="connsiteY5" fmla="*/ 163222 h 810458"/>
                  <a:gd name="connsiteX6" fmla="*/ 386192 w 747906"/>
                  <a:gd name="connsiteY6" fmla="*/ 0 h 810458"/>
                  <a:gd name="connsiteX7" fmla="*/ 747906 w 747906"/>
                  <a:gd name="connsiteY7" fmla="*/ 266526 h 810458"/>
                  <a:gd name="connsiteX8" fmla="*/ 291004 w 747906"/>
                  <a:gd name="connsiteY8" fmla="*/ 484100 h 810458"/>
                  <a:gd name="connsiteX9" fmla="*/ 497697 w 747906"/>
                  <a:gd name="connsiteY9" fmla="*/ 617363 h 810458"/>
                  <a:gd name="connsiteX10" fmla="*/ 712551 w 747906"/>
                  <a:gd name="connsiteY10" fmla="*/ 557530 h 810458"/>
                  <a:gd name="connsiteX11" fmla="*/ 388911 w 747906"/>
                  <a:gd name="connsiteY11" fmla="*/ 810458 h 810458"/>
                  <a:gd name="connsiteX12" fmla="*/ 0 w 747906"/>
                  <a:gd name="connsiteY12" fmla="*/ 413389 h 810458"/>
                  <a:gd name="connsiteX13" fmla="*/ 386192 w 747906"/>
                  <a:gd name="connsiteY13" fmla="*/ 0 h 8104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747906" h="810458">
                    <a:moveTo>
                      <a:pt x="394818" y="163222"/>
                    </a:moveTo>
                    <a:cubicBezTo>
                      <a:pt x="381772" y="163179"/>
                      <a:pt x="368514" y="166579"/>
                      <a:pt x="356275" y="174058"/>
                    </a:cubicBezTo>
                    <a:cubicBezTo>
                      <a:pt x="299162" y="212133"/>
                      <a:pt x="282844" y="291003"/>
                      <a:pt x="274685" y="356275"/>
                    </a:cubicBezTo>
                    <a:cubicBezTo>
                      <a:pt x="274685" y="364434"/>
                      <a:pt x="369873" y="358994"/>
                      <a:pt x="375313" y="358994"/>
                    </a:cubicBezTo>
                    <a:cubicBezTo>
                      <a:pt x="432426" y="345396"/>
                      <a:pt x="473220" y="301881"/>
                      <a:pt x="473220" y="239329"/>
                    </a:cubicBezTo>
                    <a:cubicBezTo>
                      <a:pt x="471181" y="194455"/>
                      <a:pt x="433955" y="163349"/>
                      <a:pt x="394818" y="163222"/>
                    </a:cubicBezTo>
                    <a:close/>
                    <a:moveTo>
                      <a:pt x="386192" y="0"/>
                    </a:moveTo>
                    <a:cubicBezTo>
                      <a:pt x="519455" y="0"/>
                      <a:pt x="747906" y="65272"/>
                      <a:pt x="747906" y="266526"/>
                    </a:cubicBezTo>
                    <a:cubicBezTo>
                      <a:pt x="747906" y="467782"/>
                      <a:pt x="538492" y="484100"/>
                      <a:pt x="291004" y="484100"/>
                    </a:cubicBezTo>
                    <a:cubicBezTo>
                      <a:pt x="291004" y="484100"/>
                      <a:pt x="326359" y="617363"/>
                      <a:pt x="497697" y="617363"/>
                    </a:cubicBezTo>
                    <a:cubicBezTo>
                      <a:pt x="669036" y="617363"/>
                      <a:pt x="712551" y="557530"/>
                      <a:pt x="712551" y="557530"/>
                    </a:cubicBezTo>
                    <a:cubicBezTo>
                      <a:pt x="712551" y="557530"/>
                      <a:pt x="696233" y="810458"/>
                      <a:pt x="388911" y="810458"/>
                    </a:cubicBezTo>
                    <a:cubicBezTo>
                      <a:pt x="212133" y="810458"/>
                      <a:pt x="0" y="677195"/>
                      <a:pt x="0" y="413389"/>
                    </a:cubicBezTo>
                    <a:cubicBezTo>
                      <a:pt x="0" y="176778"/>
                      <a:pt x="163180" y="0"/>
                      <a:pt x="386192" y="0"/>
                    </a:cubicBezTo>
                    <a:close/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8" name="Freeform: Shape 20">
                <a:extLst>
                  <a:ext uri="{FF2B5EF4-FFF2-40B4-BE49-F238E27FC236}">
                    <a16:creationId xmlns:a16="http://schemas.microsoft.com/office/drawing/2014/main" id="{FE9012A4-9AC0-894D-912D-D1AF07B457B2}"/>
                  </a:ext>
                </a:extLst>
              </p:cNvPr>
              <p:cNvSpPr/>
              <p:nvPr/>
            </p:nvSpPr>
            <p:spPr>
              <a:xfrm>
                <a:off x="8683414" y="2274801"/>
                <a:ext cx="897487" cy="951879"/>
              </a:xfrm>
              <a:custGeom>
                <a:avLst/>
                <a:gdLst>
                  <a:gd name="connsiteX0" fmla="*/ 580988 w 897487"/>
                  <a:gd name="connsiteY0" fmla="*/ 667381 h 951879"/>
                  <a:gd name="connsiteX1" fmla="*/ 409649 w 897487"/>
                  <a:gd name="connsiteY1" fmla="*/ 667381 h 951879"/>
                  <a:gd name="connsiteX2" fmla="*/ 591866 w 897487"/>
                  <a:gd name="connsiteY2" fmla="*/ 525959 h 951879"/>
                  <a:gd name="connsiteX3" fmla="*/ 842075 w 897487"/>
                  <a:gd name="connsiteY3" fmla="*/ 123450 h 951879"/>
                  <a:gd name="connsiteX4" fmla="*/ 842075 w 897487"/>
                  <a:gd name="connsiteY4" fmla="*/ 123450 h 951879"/>
                  <a:gd name="connsiteX5" fmla="*/ 798560 w 897487"/>
                  <a:gd name="connsiteY5" fmla="*/ 58178 h 951879"/>
                  <a:gd name="connsiteX6" fmla="*/ 746887 w 897487"/>
                  <a:gd name="connsiteY6" fmla="*/ 107132 h 951879"/>
                  <a:gd name="connsiteX7" fmla="*/ 697933 w 897487"/>
                  <a:gd name="connsiteY7" fmla="*/ 115291 h 951879"/>
                  <a:gd name="connsiteX8" fmla="*/ 219273 w 897487"/>
                  <a:gd name="connsiteY8" fmla="*/ 115291 h 951879"/>
                  <a:gd name="connsiteX9" fmla="*/ 102328 w 897487"/>
                  <a:gd name="connsiteY9" fmla="*/ 224077 h 951879"/>
                  <a:gd name="connsiteX10" fmla="*/ 213834 w 897487"/>
                  <a:gd name="connsiteY10" fmla="*/ 332863 h 951879"/>
                  <a:gd name="connsiteX11" fmla="*/ 485800 w 897487"/>
                  <a:gd name="connsiteY11" fmla="*/ 335583 h 951879"/>
                  <a:gd name="connsiteX12" fmla="*/ 134964 w 897487"/>
                  <a:gd name="connsiteY12" fmla="*/ 615708 h 951879"/>
                  <a:gd name="connsiteX13" fmla="*/ 61533 w 897487"/>
                  <a:gd name="connsiteY13" fmla="*/ 884953 h 951879"/>
                  <a:gd name="connsiteX14" fmla="*/ 398771 w 897487"/>
                  <a:gd name="connsiteY14" fmla="*/ 806083 h 951879"/>
                  <a:gd name="connsiteX15" fmla="*/ 529314 w 897487"/>
                  <a:gd name="connsiteY15" fmla="*/ 863196 h 951879"/>
                  <a:gd name="connsiteX16" fmla="*/ 782242 w 897487"/>
                  <a:gd name="connsiteY16" fmla="*/ 607549 h 951879"/>
                  <a:gd name="connsiteX17" fmla="*/ 580988 w 897487"/>
                  <a:gd name="connsiteY17" fmla="*/ 667381 h 9518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897487" h="951879">
                    <a:moveTo>
                      <a:pt x="580988" y="667381"/>
                    </a:moveTo>
                    <a:lnTo>
                      <a:pt x="409649" y="667381"/>
                    </a:lnTo>
                    <a:cubicBezTo>
                      <a:pt x="423248" y="667381"/>
                      <a:pt x="548352" y="561314"/>
                      <a:pt x="591866" y="525959"/>
                    </a:cubicBezTo>
                    <a:cubicBezTo>
                      <a:pt x="700653" y="433491"/>
                      <a:pt x="899188" y="297508"/>
                      <a:pt x="842075" y="123450"/>
                    </a:cubicBezTo>
                    <a:lnTo>
                      <a:pt x="842075" y="123450"/>
                    </a:lnTo>
                    <a:cubicBezTo>
                      <a:pt x="831197" y="82655"/>
                      <a:pt x="798560" y="58178"/>
                      <a:pt x="798560" y="58178"/>
                    </a:cubicBezTo>
                    <a:cubicBezTo>
                      <a:pt x="798560" y="58178"/>
                      <a:pt x="787682" y="90814"/>
                      <a:pt x="746887" y="107132"/>
                    </a:cubicBezTo>
                    <a:cubicBezTo>
                      <a:pt x="730569" y="109852"/>
                      <a:pt x="714251" y="115291"/>
                      <a:pt x="697933" y="115291"/>
                    </a:cubicBezTo>
                    <a:cubicBezTo>
                      <a:pt x="684334" y="115291"/>
                      <a:pt x="219273" y="115291"/>
                      <a:pt x="219273" y="115291"/>
                    </a:cubicBezTo>
                    <a:cubicBezTo>
                      <a:pt x="156721" y="115291"/>
                      <a:pt x="105048" y="166964"/>
                      <a:pt x="102328" y="224077"/>
                    </a:cubicBezTo>
                    <a:cubicBezTo>
                      <a:pt x="102328" y="283910"/>
                      <a:pt x="151282" y="332863"/>
                      <a:pt x="213834" y="332863"/>
                    </a:cubicBezTo>
                    <a:lnTo>
                      <a:pt x="485800" y="335583"/>
                    </a:lnTo>
                    <a:cubicBezTo>
                      <a:pt x="360695" y="406294"/>
                      <a:pt x="211114" y="487884"/>
                      <a:pt x="134964" y="615708"/>
                    </a:cubicBezTo>
                    <a:cubicBezTo>
                      <a:pt x="91449" y="689138"/>
                      <a:pt x="45215" y="800644"/>
                      <a:pt x="61533" y="884953"/>
                    </a:cubicBezTo>
                    <a:cubicBezTo>
                      <a:pt x="121366" y="830560"/>
                      <a:pt x="279106" y="778887"/>
                      <a:pt x="398771" y="806083"/>
                    </a:cubicBezTo>
                    <a:cubicBezTo>
                      <a:pt x="445005" y="814242"/>
                      <a:pt x="491239" y="838719"/>
                      <a:pt x="529314" y="863196"/>
                    </a:cubicBezTo>
                    <a:cubicBezTo>
                      <a:pt x="755046" y="1004618"/>
                      <a:pt x="891029" y="727213"/>
                      <a:pt x="782242" y="607549"/>
                    </a:cubicBezTo>
                    <a:cubicBezTo>
                      <a:pt x="784962" y="607549"/>
                      <a:pt x="722410" y="667381"/>
                      <a:pt x="580988" y="667381"/>
                    </a:cubicBezTo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9" name="Freeform: Shape 21">
                <a:extLst>
                  <a:ext uri="{FF2B5EF4-FFF2-40B4-BE49-F238E27FC236}">
                    <a16:creationId xmlns:a16="http://schemas.microsoft.com/office/drawing/2014/main" id="{F2221CFA-256B-364C-84A2-1A105FFD85A0}"/>
                  </a:ext>
                </a:extLst>
              </p:cNvPr>
              <p:cNvSpPr/>
              <p:nvPr/>
            </p:nvSpPr>
            <p:spPr>
              <a:xfrm>
                <a:off x="2624650" y="1948442"/>
                <a:ext cx="1903761" cy="1577400"/>
              </a:xfrm>
              <a:custGeom>
                <a:avLst/>
                <a:gdLst>
                  <a:gd name="connsiteX0" fmla="*/ 1559430 w 1903760"/>
                  <a:gd name="connsiteY0" fmla="*/ 1165078 h 1577399"/>
                  <a:gd name="connsiteX1" fmla="*/ 1369054 w 1903760"/>
                  <a:gd name="connsiteY1" fmla="*/ 593950 h 1577399"/>
                  <a:gd name="connsiteX2" fmla="*/ 1483279 w 1903760"/>
                  <a:gd name="connsiteY2" fmla="*/ 126170 h 1577399"/>
                  <a:gd name="connsiteX3" fmla="*/ 1311941 w 1903760"/>
                  <a:gd name="connsiteY3" fmla="*/ 58178 h 1577399"/>
                  <a:gd name="connsiteX4" fmla="*/ 1078050 w 1903760"/>
                  <a:gd name="connsiteY4" fmla="*/ 205040 h 1577399"/>
                  <a:gd name="connsiteX5" fmla="*/ 846879 w 1903760"/>
                  <a:gd name="connsiteY5" fmla="*/ 523239 h 1577399"/>
                  <a:gd name="connsiteX6" fmla="*/ 645624 w 1903760"/>
                  <a:gd name="connsiteY6" fmla="*/ 210479 h 1577399"/>
                  <a:gd name="connsiteX7" fmla="*/ 455248 w 1903760"/>
                  <a:gd name="connsiteY7" fmla="*/ 63617 h 1577399"/>
                  <a:gd name="connsiteX8" fmla="*/ 234956 w 1903760"/>
                  <a:gd name="connsiteY8" fmla="*/ 137048 h 1577399"/>
                  <a:gd name="connsiteX9" fmla="*/ 316546 w 1903760"/>
                  <a:gd name="connsiteY9" fmla="*/ 588511 h 1577399"/>
                  <a:gd name="connsiteX10" fmla="*/ 58178 w 1903760"/>
                  <a:gd name="connsiteY10" fmla="*/ 1072610 h 1577399"/>
                  <a:gd name="connsiteX11" fmla="*/ 474286 w 1903760"/>
                  <a:gd name="connsiteY11" fmla="*/ 1020936 h 1577399"/>
                  <a:gd name="connsiteX12" fmla="*/ 555876 w 1903760"/>
                  <a:gd name="connsiteY12" fmla="*/ 572193 h 1577399"/>
                  <a:gd name="connsiteX13" fmla="*/ 830561 w 1903760"/>
                  <a:gd name="connsiteY13" fmla="*/ 993740 h 1577399"/>
                  <a:gd name="connsiteX14" fmla="*/ 1140602 w 1903760"/>
                  <a:gd name="connsiteY14" fmla="*/ 574913 h 1577399"/>
                  <a:gd name="connsiteX15" fmla="*/ 1567589 w 1903760"/>
                  <a:gd name="connsiteY15" fmla="*/ 1526792 h 1577399"/>
                  <a:gd name="connsiteX16" fmla="*/ 1866751 w 1903760"/>
                  <a:gd name="connsiteY16" fmla="*/ 1322818 h 1577399"/>
                  <a:gd name="connsiteX17" fmla="*/ 1559430 w 1903760"/>
                  <a:gd name="connsiteY17" fmla="*/ 1165078 h 1577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903760" h="1577399">
                    <a:moveTo>
                      <a:pt x="1559430" y="1165078"/>
                    </a:moveTo>
                    <a:cubicBezTo>
                      <a:pt x="1420727" y="1012777"/>
                      <a:pt x="1377213" y="762569"/>
                      <a:pt x="1369054" y="593950"/>
                    </a:cubicBezTo>
                    <a:cubicBezTo>
                      <a:pt x="1360895" y="449809"/>
                      <a:pt x="1369054" y="199600"/>
                      <a:pt x="1483279" y="126170"/>
                    </a:cubicBezTo>
                    <a:cubicBezTo>
                      <a:pt x="1445204" y="77216"/>
                      <a:pt x="1369054" y="58178"/>
                      <a:pt x="1311941" y="58178"/>
                    </a:cubicBezTo>
                    <a:cubicBezTo>
                      <a:pt x="1184117" y="58178"/>
                      <a:pt x="1121565" y="142488"/>
                      <a:pt x="1078050" y="205040"/>
                    </a:cubicBezTo>
                    <a:cubicBezTo>
                      <a:pt x="1064452" y="224077"/>
                      <a:pt x="846879" y="523239"/>
                      <a:pt x="846879" y="523239"/>
                    </a:cubicBezTo>
                    <a:cubicBezTo>
                      <a:pt x="846879" y="523239"/>
                      <a:pt x="667382" y="243115"/>
                      <a:pt x="645624" y="210479"/>
                    </a:cubicBezTo>
                    <a:cubicBezTo>
                      <a:pt x="615708" y="164245"/>
                      <a:pt x="555876" y="77216"/>
                      <a:pt x="455248" y="63617"/>
                    </a:cubicBezTo>
                    <a:cubicBezTo>
                      <a:pt x="411734" y="58178"/>
                      <a:pt x="297508" y="52739"/>
                      <a:pt x="234956" y="137048"/>
                    </a:cubicBezTo>
                    <a:cubicBezTo>
                      <a:pt x="341023" y="221357"/>
                      <a:pt x="338303" y="438930"/>
                      <a:pt x="316546" y="588511"/>
                    </a:cubicBezTo>
                    <a:cubicBezTo>
                      <a:pt x="248554" y="1031815"/>
                      <a:pt x="58178" y="1072610"/>
                      <a:pt x="58178" y="1072610"/>
                    </a:cubicBezTo>
                    <a:cubicBezTo>
                      <a:pt x="156086" y="1333696"/>
                      <a:pt x="403575" y="1230350"/>
                      <a:pt x="474286" y="1020936"/>
                    </a:cubicBezTo>
                    <a:cubicBezTo>
                      <a:pt x="520520" y="884953"/>
                      <a:pt x="550436" y="713615"/>
                      <a:pt x="555876" y="572193"/>
                    </a:cubicBezTo>
                    <a:lnTo>
                      <a:pt x="830561" y="993740"/>
                    </a:lnTo>
                    <a:cubicBezTo>
                      <a:pt x="830561" y="993740"/>
                      <a:pt x="1140602" y="574913"/>
                      <a:pt x="1140602" y="574913"/>
                    </a:cubicBezTo>
                    <a:cubicBezTo>
                      <a:pt x="1088929" y="1314659"/>
                      <a:pt x="1344577" y="1526792"/>
                      <a:pt x="1567589" y="1526792"/>
                    </a:cubicBezTo>
                    <a:cubicBezTo>
                      <a:pt x="1790601" y="1526792"/>
                      <a:pt x="1866751" y="1322818"/>
                      <a:pt x="1866751" y="1322818"/>
                    </a:cubicBezTo>
                    <a:cubicBezTo>
                      <a:pt x="1744367" y="1314659"/>
                      <a:pt x="1641019" y="1252107"/>
                      <a:pt x="1559430" y="1165078"/>
                    </a:cubicBezTo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0" name="Freeform: Shape 22">
                <a:extLst>
                  <a:ext uri="{FF2B5EF4-FFF2-40B4-BE49-F238E27FC236}">
                    <a16:creationId xmlns:a16="http://schemas.microsoft.com/office/drawing/2014/main" id="{755FBC40-E267-8040-96C2-1A0DB834344D}"/>
                  </a:ext>
                </a:extLst>
              </p:cNvPr>
              <p:cNvSpPr/>
              <p:nvPr/>
            </p:nvSpPr>
            <p:spPr>
              <a:xfrm>
                <a:off x="4792218" y="3234839"/>
                <a:ext cx="271966" cy="652717"/>
              </a:xfrm>
              <a:custGeom>
                <a:avLst/>
                <a:gdLst>
                  <a:gd name="connsiteX0" fmla="*/ 88095 w 271965"/>
                  <a:gd name="connsiteY0" fmla="*/ 120730 h 652717"/>
                  <a:gd name="connsiteX1" fmla="*/ 93534 w 271965"/>
                  <a:gd name="connsiteY1" fmla="*/ 153366 h 652717"/>
                  <a:gd name="connsiteX2" fmla="*/ 93534 w 271965"/>
                  <a:gd name="connsiteY2" fmla="*/ 544997 h 652717"/>
                  <a:gd name="connsiteX3" fmla="*/ 156086 w 271965"/>
                  <a:gd name="connsiteY3" fmla="*/ 604829 h 652717"/>
                  <a:gd name="connsiteX4" fmla="*/ 221358 w 271965"/>
                  <a:gd name="connsiteY4" fmla="*/ 544997 h 652717"/>
                  <a:gd name="connsiteX5" fmla="*/ 221358 w 271965"/>
                  <a:gd name="connsiteY5" fmla="*/ 194161 h 652717"/>
                  <a:gd name="connsiteX6" fmla="*/ 210479 w 271965"/>
                  <a:gd name="connsiteY6" fmla="*/ 109852 h 652717"/>
                  <a:gd name="connsiteX7" fmla="*/ 118011 w 271965"/>
                  <a:gd name="connsiteY7" fmla="*/ 58178 h 652717"/>
                  <a:gd name="connsiteX8" fmla="*/ 58178 w 271965"/>
                  <a:gd name="connsiteY8" fmla="*/ 88094 h 652717"/>
                  <a:gd name="connsiteX9" fmla="*/ 88095 w 271965"/>
                  <a:gd name="connsiteY9" fmla="*/ 120730 h 652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71965" h="652717">
                    <a:moveTo>
                      <a:pt x="88095" y="120730"/>
                    </a:moveTo>
                    <a:cubicBezTo>
                      <a:pt x="90814" y="131609"/>
                      <a:pt x="90814" y="142487"/>
                      <a:pt x="93534" y="153366"/>
                    </a:cubicBezTo>
                    <a:cubicBezTo>
                      <a:pt x="93534" y="156086"/>
                      <a:pt x="93534" y="542277"/>
                      <a:pt x="93534" y="544997"/>
                    </a:cubicBezTo>
                    <a:cubicBezTo>
                      <a:pt x="93534" y="577632"/>
                      <a:pt x="123450" y="604829"/>
                      <a:pt x="156086" y="604829"/>
                    </a:cubicBezTo>
                    <a:cubicBezTo>
                      <a:pt x="188722" y="607548"/>
                      <a:pt x="221358" y="577632"/>
                      <a:pt x="221358" y="544997"/>
                    </a:cubicBezTo>
                    <a:cubicBezTo>
                      <a:pt x="221358" y="539557"/>
                      <a:pt x="221358" y="194161"/>
                      <a:pt x="221358" y="194161"/>
                    </a:cubicBezTo>
                    <a:cubicBezTo>
                      <a:pt x="221358" y="164245"/>
                      <a:pt x="224078" y="134329"/>
                      <a:pt x="210479" y="109852"/>
                    </a:cubicBezTo>
                    <a:cubicBezTo>
                      <a:pt x="196881" y="79935"/>
                      <a:pt x="158806" y="58178"/>
                      <a:pt x="118011" y="58178"/>
                    </a:cubicBezTo>
                    <a:cubicBezTo>
                      <a:pt x="79936" y="58178"/>
                      <a:pt x="58178" y="88094"/>
                      <a:pt x="58178" y="88094"/>
                    </a:cubicBezTo>
                    <a:cubicBezTo>
                      <a:pt x="58178" y="88094"/>
                      <a:pt x="77216" y="93534"/>
                      <a:pt x="88095" y="120730"/>
                    </a:cubicBezTo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1" name="Freeform: Shape 23">
                <a:extLst>
                  <a:ext uri="{FF2B5EF4-FFF2-40B4-BE49-F238E27FC236}">
                    <a16:creationId xmlns:a16="http://schemas.microsoft.com/office/drawing/2014/main" id="{F5957618-0748-D142-A806-32551A5C0393}"/>
                  </a:ext>
                </a:extLst>
              </p:cNvPr>
              <p:cNvSpPr/>
              <p:nvPr/>
            </p:nvSpPr>
            <p:spPr>
              <a:xfrm>
                <a:off x="8751819" y="3234667"/>
                <a:ext cx="271966" cy="652717"/>
              </a:xfrm>
              <a:custGeom>
                <a:avLst/>
                <a:gdLst>
                  <a:gd name="connsiteX0" fmla="*/ 191663 w 271965"/>
                  <a:gd name="connsiteY0" fmla="*/ 542449 h 652717"/>
                  <a:gd name="connsiteX1" fmla="*/ 186224 w 271965"/>
                  <a:gd name="connsiteY1" fmla="*/ 509813 h 652717"/>
                  <a:gd name="connsiteX2" fmla="*/ 186224 w 271965"/>
                  <a:gd name="connsiteY2" fmla="*/ 118183 h 652717"/>
                  <a:gd name="connsiteX3" fmla="*/ 123672 w 271965"/>
                  <a:gd name="connsiteY3" fmla="*/ 58350 h 652717"/>
                  <a:gd name="connsiteX4" fmla="*/ 58400 w 271965"/>
                  <a:gd name="connsiteY4" fmla="*/ 118183 h 652717"/>
                  <a:gd name="connsiteX5" fmla="*/ 58400 w 271965"/>
                  <a:gd name="connsiteY5" fmla="*/ 469018 h 652717"/>
                  <a:gd name="connsiteX6" fmla="*/ 69279 w 271965"/>
                  <a:gd name="connsiteY6" fmla="*/ 553328 h 652717"/>
                  <a:gd name="connsiteX7" fmla="*/ 161747 w 271965"/>
                  <a:gd name="connsiteY7" fmla="*/ 605001 h 652717"/>
                  <a:gd name="connsiteX8" fmla="*/ 221580 w 271965"/>
                  <a:gd name="connsiteY8" fmla="*/ 575085 h 652717"/>
                  <a:gd name="connsiteX9" fmla="*/ 191663 w 271965"/>
                  <a:gd name="connsiteY9" fmla="*/ 542449 h 652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71965" h="652717">
                    <a:moveTo>
                      <a:pt x="191663" y="542449"/>
                    </a:moveTo>
                    <a:cubicBezTo>
                      <a:pt x="188944" y="531570"/>
                      <a:pt x="186224" y="520692"/>
                      <a:pt x="186224" y="509813"/>
                    </a:cubicBezTo>
                    <a:cubicBezTo>
                      <a:pt x="186224" y="507093"/>
                      <a:pt x="186224" y="120902"/>
                      <a:pt x="186224" y="118183"/>
                    </a:cubicBezTo>
                    <a:cubicBezTo>
                      <a:pt x="186224" y="85547"/>
                      <a:pt x="156308" y="58350"/>
                      <a:pt x="123672" y="58350"/>
                    </a:cubicBezTo>
                    <a:cubicBezTo>
                      <a:pt x="91036" y="55631"/>
                      <a:pt x="58400" y="85547"/>
                      <a:pt x="58400" y="118183"/>
                    </a:cubicBezTo>
                    <a:cubicBezTo>
                      <a:pt x="58400" y="123622"/>
                      <a:pt x="58400" y="469018"/>
                      <a:pt x="58400" y="469018"/>
                    </a:cubicBezTo>
                    <a:cubicBezTo>
                      <a:pt x="58400" y="498934"/>
                      <a:pt x="55680" y="528851"/>
                      <a:pt x="69279" y="553328"/>
                    </a:cubicBezTo>
                    <a:cubicBezTo>
                      <a:pt x="82877" y="583244"/>
                      <a:pt x="120953" y="605001"/>
                      <a:pt x="161747" y="605001"/>
                    </a:cubicBezTo>
                    <a:cubicBezTo>
                      <a:pt x="199822" y="605001"/>
                      <a:pt x="221580" y="575085"/>
                      <a:pt x="221580" y="575085"/>
                    </a:cubicBezTo>
                    <a:cubicBezTo>
                      <a:pt x="221580" y="575085"/>
                      <a:pt x="202542" y="566926"/>
                      <a:pt x="191663" y="542449"/>
                    </a:cubicBezTo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2" name="Freeform: Shape 24">
                <a:extLst>
                  <a:ext uri="{FF2B5EF4-FFF2-40B4-BE49-F238E27FC236}">
                    <a16:creationId xmlns:a16="http://schemas.microsoft.com/office/drawing/2014/main" id="{E313D999-A4A1-0043-A6BF-1B4FE9FE7E64}"/>
                  </a:ext>
                </a:extLst>
              </p:cNvPr>
              <p:cNvSpPr/>
              <p:nvPr/>
            </p:nvSpPr>
            <p:spPr>
              <a:xfrm>
                <a:off x="6320666" y="3416868"/>
                <a:ext cx="435145" cy="462341"/>
              </a:xfrm>
              <a:custGeom>
                <a:avLst/>
                <a:gdLst>
                  <a:gd name="connsiteX0" fmla="*/ 302948 w 435145"/>
                  <a:gd name="connsiteY0" fmla="*/ 74684 h 462341"/>
                  <a:gd name="connsiteX1" fmla="*/ 186003 w 435145"/>
                  <a:gd name="connsiteY1" fmla="*/ 148115 h 462341"/>
                  <a:gd name="connsiteX2" fmla="*/ 186003 w 435145"/>
                  <a:gd name="connsiteY2" fmla="*/ 148115 h 462341"/>
                  <a:gd name="connsiteX3" fmla="*/ 186003 w 435145"/>
                  <a:gd name="connsiteY3" fmla="*/ 115479 h 462341"/>
                  <a:gd name="connsiteX4" fmla="*/ 123450 w 435145"/>
                  <a:gd name="connsiteY4" fmla="*/ 58366 h 462341"/>
                  <a:gd name="connsiteX5" fmla="*/ 58178 w 435145"/>
                  <a:gd name="connsiteY5" fmla="*/ 115479 h 462341"/>
                  <a:gd name="connsiteX6" fmla="*/ 58178 w 435145"/>
                  <a:gd name="connsiteY6" fmla="*/ 362967 h 462341"/>
                  <a:gd name="connsiteX7" fmla="*/ 120730 w 435145"/>
                  <a:gd name="connsiteY7" fmla="*/ 422800 h 462341"/>
                  <a:gd name="connsiteX8" fmla="*/ 186003 w 435145"/>
                  <a:gd name="connsiteY8" fmla="*/ 362967 h 462341"/>
                  <a:gd name="connsiteX9" fmla="*/ 186003 w 435145"/>
                  <a:gd name="connsiteY9" fmla="*/ 213386 h 462341"/>
                  <a:gd name="connsiteX10" fmla="*/ 186003 w 435145"/>
                  <a:gd name="connsiteY10" fmla="*/ 213386 h 462341"/>
                  <a:gd name="connsiteX11" fmla="*/ 229517 w 435145"/>
                  <a:gd name="connsiteY11" fmla="*/ 161713 h 462341"/>
                  <a:gd name="connsiteX12" fmla="*/ 259433 w 435145"/>
                  <a:gd name="connsiteY12" fmla="*/ 194349 h 462341"/>
                  <a:gd name="connsiteX13" fmla="*/ 259433 w 435145"/>
                  <a:gd name="connsiteY13" fmla="*/ 362967 h 462341"/>
                  <a:gd name="connsiteX14" fmla="*/ 321985 w 435145"/>
                  <a:gd name="connsiteY14" fmla="*/ 422800 h 462341"/>
                  <a:gd name="connsiteX15" fmla="*/ 387257 w 435145"/>
                  <a:gd name="connsiteY15" fmla="*/ 362967 h 462341"/>
                  <a:gd name="connsiteX16" fmla="*/ 387257 w 435145"/>
                  <a:gd name="connsiteY16" fmla="*/ 273219 h 462341"/>
                  <a:gd name="connsiteX17" fmla="*/ 302948 w 435145"/>
                  <a:gd name="connsiteY17" fmla="*/ 74684 h 4623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435145" h="462341">
                    <a:moveTo>
                      <a:pt x="302948" y="74684"/>
                    </a:moveTo>
                    <a:cubicBezTo>
                      <a:pt x="234956" y="74684"/>
                      <a:pt x="196881" y="131797"/>
                      <a:pt x="186003" y="148115"/>
                    </a:cubicBezTo>
                    <a:lnTo>
                      <a:pt x="186003" y="148115"/>
                    </a:lnTo>
                    <a:cubicBezTo>
                      <a:pt x="186003" y="129077"/>
                      <a:pt x="186003" y="115479"/>
                      <a:pt x="186003" y="115479"/>
                    </a:cubicBezTo>
                    <a:cubicBezTo>
                      <a:pt x="186003" y="82843"/>
                      <a:pt x="156086" y="58366"/>
                      <a:pt x="123450" y="58366"/>
                    </a:cubicBezTo>
                    <a:cubicBezTo>
                      <a:pt x="90814" y="55646"/>
                      <a:pt x="58178" y="82843"/>
                      <a:pt x="58178" y="115479"/>
                    </a:cubicBezTo>
                    <a:cubicBezTo>
                      <a:pt x="58178" y="120918"/>
                      <a:pt x="58178" y="360248"/>
                      <a:pt x="58178" y="362967"/>
                    </a:cubicBezTo>
                    <a:cubicBezTo>
                      <a:pt x="58178" y="395603"/>
                      <a:pt x="88095" y="422800"/>
                      <a:pt x="120730" y="422800"/>
                    </a:cubicBezTo>
                    <a:cubicBezTo>
                      <a:pt x="153366" y="425519"/>
                      <a:pt x="186003" y="395603"/>
                      <a:pt x="186003" y="362967"/>
                    </a:cubicBezTo>
                    <a:cubicBezTo>
                      <a:pt x="186003" y="360248"/>
                      <a:pt x="186003" y="281378"/>
                      <a:pt x="186003" y="213386"/>
                    </a:cubicBezTo>
                    <a:lnTo>
                      <a:pt x="186003" y="213386"/>
                    </a:lnTo>
                    <a:cubicBezTo>
                      <a:pt x="191442" y="186190"/>
                      <a:pt x="205040" y="161713"/>
                      <a:pt x="229517" y="161713"/>
                    </a:cubicBezTo>
                    <a:cubicBezTo>
                      <a:pt x="259433" y="161713"/>
                      <a:pt x="259433" y="194349"/>
                      <a:pt x="259433" y="194349"/>
                    </a:cubicBezTo>
                    <a:lnTo>
                      <a:pt x="259433" y="362967"/>
                    </a:lnTo>
                    <a:cubicBezTo>
                      <a:pt x="259433" y="395603"/>
                      <a:pt x="289349" y="422800"/>
                      <a:pt x="321985" y="422800"/>
                    </a:cubicBezTo>
                    <a:cubicBezTo>
                      <a:pt x="354621" y="425519"/>
                      <a:pt x="387257" y="395603"/>
                      <a:pt x="387257" y="362967"/>
                    </a:cubicBezTo>
                    <a:lnTo>
                      <a:pt x="387257" y="273219"/>
                    </a:lnTo>
                    <a:cubicBezTo>
                      <a:pt x="387257" y="183470"/>
                      <a:pt x="395416" y="71964"/>
                      <a:pt x="302948" y="74684"/>
                    </a:cubicBezTo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3" name="Freeform: Shape 25">
                <a:extLst>
                  <a:ext uri="{FF2B5EF4-FFF2-40B4-BE49-F238E27FC236}">
                    <a16:creationId xmlns:a16="http://schemas.microsoft.com/office/drawing/2014/main" id="{ABDDD3FE-363E-244C-ACE6-6792139C57F9}"/>
                  </a:ext>
                </a:extLst>
              </p:cNvPr>
              <p:cNvSpPr/>
              <p:nvPr/>
            </p:nvSpPr>
            <p:spPr>
              <a:xfrm>
                <a:off x="7960620" y="3416868"/>
                <a:ext cx="435145" cy="462341"/>
              </a:xfrm>
              <a:custGeom>
                <a:avLst/>
                <a:gdLst>
                  <a:gd name="connsiteX0" fmla="*/ 302948 w 435145"/>
                  <a:gd name="connsiteY0" fmla="*/ 74684 h 462341"/>
                  <a:gd name="connsiteX1" fmla="*/ 186002 w 435145"/>
                  <a:gd name="connsiteY1" fmla="*/ 148115 h 462341"/>
                  <a:gd name="connsiteX2" fmla="*/ 186002 w 435145"/>
                  <a:gd name="connsiteY2" fmla="*/ 148115 h 462341"/>
                  <a:gd name="connsiteX3" fmla="*/ 186002 w 435145"/>
                  <a:gd name="connsiteY3" fmla="*/ 115479 h 462341"/>
                  <a:gd name="connsiteX4" fmla="*/ 123450 w 435145"/>
                  <a:gd name="connsiteY4" fmla="*/ 58366 h 462341"/>
                  <a:gd name="connsiteX5" fmla="*/ 58178 w 435145"/>
                  <a:gd name="connsiteY5" fmla="*/ 115479 h 462341"/>
                  <a:gd name="connsiteX6" fmla="*/ 58178 w 435145"/>
                  <a:gd name="connsiteY6" fmla="*/ 362967 h 462341"/>
                  <a:gd name="connsiteX7" fmla="*/ 120730 w 435145"/>
                  <a:gd name="connsiteY7" fmla="*/ 422800 h 462341"/>
                  <a:gd name="connsiteX8" fmla="*/ 186002 w 435145"/>
                  <a:gd name="connsiteY8" fmla="*/ 362967 h 462341"/>
                  <a:gd name="connsiteX9" fmla="*/ 186002 w 435145"/>
                  <a:gd name="connsiteY9" fmla="*/ 213386 h 462341"/>
                  <a:gd name="connsiteX10" fmla="*/ 186002 w 435145"/>
                  <a:gd name="connsiteY10" fmla="*/ 213386 h 462341"/>
                  <a:gd name="connsiteX11" fmla="*/ 229517 w 435145"/>
                  <a:gd name="connsiteY11" fmla="*/ 161713 h 462341"/>
                  <a:gd name="connsiteX12" fmla="*/ 259433 w 435145"/>
                  <a:gd name="connsiteY12" fmla="*/ 194349 h 462341"/>
                  <a:gd name="connsiteX13" fmla="*/ 259433 w 435145"/>
                  <a:gd name="connsiteY13" fmla="*/ 362967 h 462341"/>
                  <a:gd name="connsiteX14" fmla="*/ 321985 w 435145"/>
                  <a:gd name="connsiteY14" fmla="*/ 422800 h 462341"/>
                  <a:gd name="connsiteX15" fmla="*/ 387257 w 435145"/>
                  <a:gd name="connsiteY15" fmla="*/ 362967 h 462341"/>
                  <a:gd name="connsiteX16" fmla="*/ 387257 w 435145"/>
                  <a:gd name="connsiteY16" fmla="*/ 273219 h 462341"/>
                  <a:gd name="connsiteX17" fmla="*/ 302948 w 435145"/>
                  <a:gd name="connsiteY17" fmla="*/ 74684 h 4623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435145" h="462341">
                    <a:moveTo>
                      <a:pt x="302948" y="74684"/>
                    </a:moveTo>
                    <a:cubicBezTo>
                      <a:pt x="234956" y="74684"/>
                      <a:pt x="196881" y="131797"/>
                      <a:pt x="186002" y="148115"/>
                    </a:cubicBezTo>
                    <a:lnTo>
                      <a:pt x="186002" y="148115"/>
                    </a:lnTo>
                    <a:cubicBezTo>
                      <a:pt x="186002" y="129077"/>
                      <a:pt x="186002" y="115479"/>
                      <a:pt x="186002" y="115479"/>
                    </a:cubicBezTo>
                    <a:cubicBezTo>
                      <a:pt x="186002" y="82843"/>
                      <a:pt x="156086" y="58366"/>
                      <a:pt x="123450" y="58366"/>
                    </a:cubicBezTo>
                    <a:cubicBezTo>
                      <a:pt x="90814" y="55646"/>
                      <a:pt x="58178" y="82843"/>
                      <a:pt x="58178" y="115479"/>
                    </a:cubicBezTo>
                    <a:cubicBezTo>
                      <a:pt x="58178" y="120918"/>
                      <a:pt x="58178" y="360248"/>
                      <a:pt x="58178" y="362967"/>
                    </a:cubicBezTo>
                    <a:cubicBezTo>
                      <a:pt x="58178" y="395603"/>
                      <a:pt x="88095" y="422800"/>
                      <a:pt x="120730" y="422800"/>
                    </a:cubicBezTo>
                    <a:cubicBezTo>
                      <a:pt x="153366" y="425519"/>
                      <a:pt x="186002" y="395603"/>
                      <a:pt x="186002" y="362967"/>
                    </a:cubicBezTo>
                    <a:cubicBezTo>
                      <a:pt x="186002" y="360248"/>
                      <a:pt x="186002" y="281378"/>
                      <a:pt x="186002" y="213386"/>
                    </a:cubicBezTo>
                    <a:lnTo>
                      <a:pt x="186002" y="213386"/>
                    </a:lnTo>
                    <a:cubicBezTo>
                      <a:pt x="191442" y="186190"/>
                      <a:pt x="205040" y="161713"/>
                      <a:pt x="229517" y="161713"/>
                    </a:cubicBezTo>
                    <a:cubicBezTo>
                      <a:pt x="259433" y="161713"/>
                      <a:pt x="259433" y="194349"/>
                      <a:pt x="259433" y="194349"/>
                    </a:cubicBezTo>
                    <a:lnTo>
                      <a:pt x="259433" y="362967"/>
                    </a:lnTo>
                    <a:cubicBezTo>
                      <a:pt x="259433" y="395603"/>
                      <a:pt x="289349" y="422800"/>
                      <a:pt x="321985" y="422800"/>
                    </a:cubicBezTo>
                    <a:cubicBezTo>
                      <a:pt x="354621" y="425519"/>
                      <a:pt x="387257" y="395603"/>
                      <a:pt x="387257" y="362967"/>
                    </a:cubicBezTo>
                    <a:lnTo>
                      <a:pt x="387257" y="273219"/>
                    </a:lnTo>
                    <a:cubicBezTo>
                      <a:pt x="384537" y="183470"/>
                      <a:pt x="395416" y="71964"/>
                      <a:pt x="302948" y="74684"/>
                    </a:cubicBezTo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4" name="Freeform: Shape 26">
                <a:extLst>
                  <a:ext uri="{FF2B5EF4-FFF2-40B4-BE49-F238E27FC236}">
                    <a16:creationId xmlns:a16="http://schemas.microsoft.com/office/drawing/2014/main" id="{E74157BE-E29C-4D48-BD5B-5C87DE44060C}"/>
                  </a:ext>
                </a:extLst>
              </p:cNvPr>
              <p:cNvSpPr/>
              <p:nvPr/>
            </p:nvSpPr>
            <p:spPr>
              <a:xfrm>
                <a:off x="5020669" y="3416868"/>
                <a:ext cx="435145" cy="462341"/>
              </a:xfrm>
              <a:custGeom>
                <a:avLst/>
                <a:gdLst>
                  <a:gd name="connsiteX0" fmla="*/ 302948 w 435145"/>
                  <a:gd name="connsiteY0" fmla="*/ 74684 h 462341"/>
                  <a:gd name="connsiteX1" fmla="*/ 186002 w 435145"/>
                  <a:gd name="connsiteY1" fmla="*/ 148115 h 462341"/>
                  <a:gd name="connsiteX2" fmla="*/ 186002 w 435145"/>
                  <a:gd name="connsiteY2" fmla="*/ 148115 h 462341"/>
                  <a:gd name="connsiteX3" fmla="*/ 186002 w 435145"/>
                  <a:gd name="connsiteY3" fmla="*/ 115479 h 462341"/>
                  <a:gd name="connsiteX4" fmla="*/ 123450 w 435145"/>
                  <a:gd name="connsiteY4" fmla="*/ 58366 h 462341"/>
                  <a:gd name="connsiteX5" fmla="*/ 58178 w 435145"/>
                  <a:gd name="connsiteY5" fmla="*/ 115479 h 462341"/>
                  <a:gd name="connsiteX6" fmla="*/ 58178 w 435145"/>
                  <a:gd name="connsiteY6" fmla="*/ 362967 h 462341"/>
                  <a:gd name="connsiteX7" fmla="*/ 120730 w 435145"/>
                  <a:gd name="connsiteY7" fmla="*/ 422800 h 462341"/>
                  <a:gd name="connsiteX8" fmla="*/ 186002 w 435145"/>
                  <a:gd name="connsiteY8" fmla="*/ 362967 h 462341"/>
                  <a:gd name="connsiteX9" fmla="*/ 186002 w 435145"/>
                  <a:gd name="connsiteY9" fmla="*/ 213386 h 462341"/>
                  <a:gd name="connsiteX10" fmla="*/ 186002 w 435145"/>
                  <a:gd name="connsiteY10" fmla="*/ 213386 h 462341"/>
                  <a:gd name="connsiteX11" fmla="*/ 229517 w 435145"/>
                  <a:gd name="connsiteY11" fmla="*/ 161713 h 462341"/>
                  <a:gd name="connsiteX12" fmla="*/ 259433 w 435145"/>
                  <a:gd name="connsiteY12" fmla="*/ 194349 h 462341"/>
                  <a:gd name="connsiteX13" fmla="*/ 259433 w 435145"/>
                  <a:gd name="connsiteY13" fmla="*/ 362967 h 462341"/>
                  <a:gd name="connsiteX14" fmla="*/ 321985 w 435145"/>
                  <a:gd name="connsiteY14" fmla="*/ 422800 h 462341"/>
                  <a:gd name="connsiteX15" fmla="*/ 387257 w 435145"/>
                  <a:gd name="connsiteY15" fmla="*/ 362967 h 462341"/>
                  <a:gd name="connsiteX16" fmla="*/ 387257 w 435145"/>
                  <a:gd name="connsiteY16" fmla="*/ 273219 h 462341"/>
                  <a:gd name="connsiteX17" fmla="*/ 302948 w 435145"/>
                  <a:gd name="connsiteY17" fmla="*/ 74684 h 4623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435145" h="462341">
                    <a:moveTo>
                      <a:pt x="302948" y="74684"/>
                    </a:moveTo>
                    <a:cubicBezTo>
                      <a:pt x="234956" y="74684"/>
                      <a:pt x="196881" y="131797"/>
                      <a:pt x="186002" y="148115"/>
                    </a:cubicBezTo>
                    <a:lnTo>
                      <a:pt x="186002" y="148115"/>
                    </a:lnTo>
                    <a:cubicBezTo>
                      <a:pt x="186002" y="129077"/>
                      <a:pt x="186002" y="115479"/>
                      <a:pt x="186002" y="115479"/>
                    </a:cubicBezTo>
                    <a:cubicBezTo>
                      <a:pt x="186002" y="82843"/>
                      <a:pt x="156086" y="58366"/>
                      <a:pt x="123450" y="58366"/>
                    </a:cubicBezTo>
                    <a:cubicBezTo>
                      <a:pt x="90814" y="55646"/>
                      <a:pt x="58178" y="82843"/>
                      <a:pt x="58178" y="115479"/>
                    </a:cubicBezTo>
                    <a:cubicBezTo>
                      <a:pt x="58178" y="120918"/>
                      <a:pt x="58178" y="360248"/>
                      <a:pt x="58178" y="362967"/>
                    </a:cubicBezTo>
                    <a:cubicBezTo>
                      <a:pt x="58178" y="395603"/>
                      <a:pt x="88094" y="422800"/>
                      <a:pt x="120730" y="422800"/>
                    </a:cubicBezTo>
                    <a:cubicBezTo>
                      <a:pt x="153366" y="425519"/>
                      <a:pt x="186002" y="395603"/>
                      <a:pt x="186002" y="362967"/>
                    </a:cubicBezTo>
                    <a:cubicBezTo>
                      <a:pt x="186002" y="360248"/>
                      <a:pt x="186002" y="281378"/>
                      <a:pt x="186002" y="213386"/>
                    </a:cubicBezTo>
                    <a:lnTo>
                      <a:pt x="186002" y="213386"/>
                    </a:lnTo>
                    <a:cubicBezTo>
                      <a:pt x="191442" y="186190"/>
                      <a:pt x="205040" y="161713"/>
                      <a:pt x="229517" y="161713"/>
                    </a:cubicBezTo>
                    <a:cubicBezTo>
                      <a:pt x="259433" y="161713"/>
                      <a:pt x="259433" y="194349"/>
                      <a:pt x="259433" y="194349"/>
                    </a:cubicBezTo>
                    <a:lnTo>
                      <a:pt x="259433" y="362967"/>
                    </a:lnTo>
                    <a:cubicBezTo>
                      <a:pt x="259433" y="395603"/>
                      <a:pt x="289349" y="422800"/>
                      <a:pt x="321985" y="422800"/>
                    </a:cubicBezTo>
                    <a:cubicBezTo>
                      <a:pt x="354621" y="425519"/>
                      <a:pt x="387257" y="395603"/>
                      <a:pt x="387257" y="362967"/>
                    </a:cubicBezTo>
                    <a:lnTo>
                      <a:pt x="387257" y="273219"/>
                    </a:lnTo>
                    <a:cubicBezTo>
                      <a:pt x="384537" y="183470"/>
                      <a:pt x="395416" y="71964"/>
                      <a:pt x="302948" y="74684"/>
                    </a:cubicBezTo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5" name="Freeform: Shape 27">
                <a:extLst>
                  <a:ext uri="{FF2B5EF4-FFF2-40B4-BE49-F238E27FC236}">
                    <a16:creationId xmlns:a16="http://schemas.microsoft.com/office/drawing/2014/main" id="{84A36BA9-9A37-6B4F-B1FF-0F4FCB4FE7C5}"/>
                  </a:ext>
                </a:extLst>
              </p:cNvPr>
              <p:cNvSpPr/>
              <p:nvPr/>
            </p:nvSpPr>
            <p:spPr>
              <a:xfrm>
                <a:off x="7616289" y="3475234"/>
                <a:ext cx="364436" cy="364434"/>
              </a:xfrm>
              <a:custGeom>
                <a:avLst/>
                <a:gdLst>
                  <a:gd name="connsiteX0" fmla="*/ 182218 w 364436"/>
                  <a:gd name="connsiteY0" fmla="*/ 73431 h 364434"/>
                  <a:gd name="connsiteX1" fmla="*/ 130544 w 364436"/>
                  <a:gd name="connsiteY1" fmla="*/ 179499 h 364434"/>
                  <a:gd name="connsiteX2" fmla="*/ 182218 w 364436"/>
                  <a:gd name="connsiteY2" fmla="*/ 285565 h 364434"/>
                  <a:gd name="connsiteX3" fmla="*/ 233891 w 364436"/>
                  <a:gd name="connsiteY3" fmla="*/ 179499 h 364434"/>
                  <a:gd name="connsiteX4" fmla="*/ 182218 w 364436"/>
                  <a:gd name="connsiteY4" fmla="*/ 73431 h 364434"/>
                  <a:gd name="connsiteX5" fmla="*/ 182219 w 364436"/>
                  <a:gd name="connsiteY5" fmla="*/ 0 h 364434"/>
                  <a:gd name="connsiteX6" fmla="*/ 364436 w 364436"/>
                  <a:gd name="connsiteY6" fmla="*/ 182217 h 364434"/>
                  <a:gd name="connsiteX7" fmla="*/ 182219 w 364436"/>
                  <a:gd name="connsiteY7" fmla="*/ 364434 h 364434"/>
                  <a:gd name="connsiteX8" fmla="*/ 0 w 364436"/>
                  <a:gd name="connsiteY8" fmla="*/ 182217 h 364434"/>
                  <a:gd name="connsiteX9" fmla="*/ 182219 w 364436"/>
                  <a:gd name="connsiteY9" fmla="*/ 0 h 3644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64436" h="364434">
                    <a:moveTo>
                      <a:pt x="182218" y="73431"/>
                    </a:moveTo>
                    <a:cubicBezTo>
                      <a:pt x="152302" y="76151"/>
                      <a:pt x="130544" y="114226"/>
                      <a:pt x="130544" y="179499"/>
                    </a:cubicBezTo>
                    <a:cubicBezTo>
                      <a:pt x="130544" y="244770"/>
                      <a:pt x="146862" y="285565"/>
                      <a:pt x="182218" y="285565"/>
                    </a:cubicBezTo>
                    <a:cubicBezTo>
                      <a:pt x="217573" y="285565"/>
                      <a:pt x="233891" y="247490"/>
                      <a:pt x="233891" y="179499"/>
                    </a:cubicBezTo>
                    <a:cubicBezTo>
                      <a:pt x="233891" y="114226"/>
                      <a:pt x="212134" y="73431"/>
                      <a:pt x="182218" y="73431"/>
                    </a:cubicBezTo>
                    <a:close/>
                    <a:moveTo>
                      <a:pt x="182219" y="0"/>
                    </a:moveTo>
                    <a:cubicBezTo>
                      <a:pt x="282846" y="0"/>
                      <a:pt x="364436" y="81590"/>
                      <a:pt x="364436" y="182217"/>
                    </a:cubicBezTo>
                    <a:cubicBezTo>
                      <a:pt x="364436" y="282844"/>
                      <a:pt x="282846" y="364434"/>
                      <a:pt x="182219" y="364434"/>
                    </a:cubicBezTo>
                    <a:cubicBezTo>
                      <a:pt x="81591" y="364434"/>
                      <a:pt x="0" y="282844"/>
                      <a:pt x="0" y="182217"/>
                    </a:cubicBezTo>
                    <a:cubicBezTo>
                      <a:pt x="0" y="81590"/>
                      <a:pt x="81591" y="0"/>
                      <a:pt x="182219" y="0"/>
                    </a:cubicBezTo>
                    <a:close/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6" name="Freeform: Shape 28">
                <a:extLst>
                  <a:ext uri="{FF2B5EF4-FFF2-40B4-BE49-F238E27FC236}">
                    <a16:creationId xmlns:a16="http://schemas.microsoft.com/office/drawing/2014/main" id="{D7FA0663-930C-614F-BE27-B155B879B1CC}"/>
                  </a:ext>
                </a:extLst>
              </p:cNvPr>
              <p:cNvSpPr/>
              <p:nvPr/>
            </p:nvSpPr>
            <p:spPr>
              <a:xfrm>
                <a:off x="6743101" y="3464184"/>
                <a:ext cx="372773" cy="375657"/>
              </a:xfrm>
              <a:custGeom>
                <a:avLst/>
                <a:gdLst>
                  <a:gd name="connsiteX0" fmla="*/ 176958 w 372773"/>
                  <a:gd name="connsiteY0" fmla="*/ 98080 h 375657"/>
                  <a:gd name="connsiteX1" fmla="*/ 125284 w 372773"/>
                  <a:gd name="connsiteY1" fmla="*/ 190548 h 375657"/>
                  <a:gd name="connsiteX2" fmla="*/ 176958 w 372773"/>
                  <a:gd name="connsiteY2" fmla="*/ 283017 h 375657"/>
                  <a:gd name="connsiteX3" fmla="*/ 228631 w 372773"/>
                  <a:gd name="connsiteY3" fmla="*/ 190548 h 375657"/>
                  <a:gd name="connsiteX4" fmla="*/ 176958 w 372773"/>
                  <a:gd name="connsiteY4" fmla="*/ 98080 h 375657"/>
                  <a:gd name="connsiteX5" fmla="*/ 307501 w 372773"/>
                  <a:gd name="connsiteY5" fmla="*/ 172 h 375657"/>
                  <a:gd name="connsiteX6" fmla="*/ 372773 w 372773"/>
                  <a:gd name="connsiteY6" fmla="*/ 62724 h 375657"/>
                  <a:gd name="connsiteX7" fmla="*/ 372773 w 372773"/>
                  <a:gd name="connsiteY7" fmla="*/ 312934 h 375657"/>
                  <a:gd name="connsiteX8" fmla="*/ 302061 w 372773"/>
                  <a:gd name="connsiteY8" fmla="*/ 375486 h 375657"/>
                  <a:gd name="connsiteX9" fmla="*/ 239509 w 372773"/>
                  <a:gd name="connsiteY9" fmla="*/ 326532 h 375657"/>
                  <a:gd name="connsiteX10" fmla="*/ 179677 w 372773"/>
                  <a:gd name="connsiteY10" fmla="*/ 370046 h 375657"/>
                  <a:gd name="connsiteX11" fmla="*/ 70890 w 372773"/>
                  <a:gd name="connsiteY11" fmla="*/ 353728 h 375657"/>
                  <a:gd name="connsiteX12" fmla="*/ 128003 w 372773"/>
                  <a:gd name="connsiteY12" fmla="*/ 11051 h 375657"/>
                  <a:gd name="connsiteX13" fmla="*/ 236790 w 372773"/>
                  <a:gd name="connsiteY13" fmla="*/ 70883 h 375657"/>
                  <a:gd name="connsiteX14" fmla="*/ 236790 w 372773"/>
                  <a:gd name="connsiteY14" fmla="*/ 62724 h 375657"/>
                  <a:gd name="connsiteX15" fmla="*/ 307501 w 372773"/>
                  <a:gd name="connsiteY15" fmla="*/ 172 h 3756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773" h="375657">
                    <a:moveTo>
                      <a:pt x="176958" y="98080"/>
                    </a:moveTo>
                    <a:cubicBezTo>
                      <a:pt x="147042" y="100800"/>
                      <a:pt x="125284" y="133436"/>
                      <a:pt x="125284" y="190548"/>
                    </a:cubicBezTo>
                    <a:cubicBezTo>
                      <a:pt x="125284" y="247661"/>
                      <a:pt x="141602" y="283017"/>
                      <a:pt x="176958" y="283017"/>
                    </a:cubicBezTo>
                    <a:cubicBezTo>
                      <a:pt x="212314" y="283017"/>
                      <a:pt x="228631" y="247661"/>
                      <a:pt x="228631" y="190548"/>
                    </a:cubicBezTo>
                    <a:cubicBezTo>
                      <a:pt x="228631" y="133436"/>
                      <a:pt x="206874" y="98080"/>
                      <a:pt x="176958" y="98080"/>
                    </a:cubicBezTo>
                    <a:close/>
                    <a:moveTo>
                      <a:pt x="307501" y="172"/>
                    </a:moveTo>
                    <a:cubicBezTo>
                      <a:pt x="340137" y="172"/>
                      <a:pt x="372773" y="30088"/>
                      <a:pt x="372773" y="62724"/>
                    </a:cubicBezTo>
                    <a:cubicBezTo>
                      <a:pt x="372773" y="65444"/>
                      <a:pt x="372773" y="307494"/>
                      <a:pt x="372773" y="312934"/>
                    </a:cubicBezTo>
                    <a:cubicBezTo>
                      <a:pt x="370053" y="348289"/>
                      <a:pt x="337417" y="378205"/>
                      <a:pt x="302061" y="375486"/>
                    </a:cubicBezTo>
                    <a:cubicBezTo>
                      <a:pt x="274865" y="372766"/>
                      <a:pt x="247668" y="353728"/>
                      <a:pt x="239509" y="326532"/>
                    </a:cubicBezTo>
                    <a:cubicBezTo>
                      <a:pt x="225911" y="348289"/>
                      <a:pt x="198715" y="364607"/>
                      <a:pt x="179677" y="370046"/>
                    </a:cubicBezTo>
                    <a:cubicBezTo>
                      <a:pt x="147041" y="378205"/>
                      <a:pt x="100807" y="372766"/>
                      <a:pt x="70890" y="353728"/>
                    </a:cubicBezTo>
                    <a:cubicBezTo>
                      <a:pt x="-35177" y="285737"/>
                      <a:pt x="-27018" y="11051"/>
                      <a:pt x="128003" y="11051"/>
                    </a:cubicBezTo>
                    <a:cubicBezTo>
                      <a:pt x="185116" y="11051"/>
                      <a:pt x="220471" y="49126"/>
                      <a:pt x="236790" y="70883"/>
                    </a:cubicBezTo>
                    <a:cubicBezTo>
                      <a:pt x="236790" y="70883"/>
                      <a:pt x="236790" y="65444"/>
                      <a:pt x="236790" y="62724"/>
                    </a:cubicBezTo>
                    <a:cubicBezTo>
                      <a:pt x="239509" y="27369"/>
                      <a:pt x="272145" y="-2547"/>
                      <a:pt x="307501" y="172"/>
                    </a:cubicBezTo>
                    <a:close/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7" name="Freeform: Shape 29">
                <a:extLst>
                  <a:ext uri="{FF2B5EF4-FFF2-40B4-BE49-F238E27FC236}">
                    <a16:creationId xmlns:a16="http://schemas.microsoft.com/office/drawing/2014/main" id="{9A513BCD-53A7-DF49-A93B-B69A78FB0BF0}"/>
                  </a:ext>
                </a:extLst>
              </p:cNvPr>
              <p:cNvSpPr/>
              <p:nvPr/>
            </p:nvSpPr>
            <p:spPr>
              <a:xfrm>
                <a:off x="8380335" y="3464184"/>
                <a:ext cx="372772" cy="375657"/>
              </a:xfrm>
              <a:custGeom>
                <a:avLst/>
                <a:gdLst>
                  <a:gd name="connsiteX0" fmla="*/ 176957 w 372772"/>
                  <a:gd name="connsiteY0" fmla="*/ 98080 h 375657"/>
                  <a:gd name="connsiteX1" fmla="*/ 125282 w 372772"/>
                  <a:gd name="connsiteY1" fmla="*/ 190548 h 375657"/>
                  <a:gd name="connsiteX2" fmla="*/ 176957 w 372772"/>
                  <a:gd name="connsiteY2" fmla="*/ 283017 h 375657"/>
                  <a:gd name="connsiteX3" fmla="*/ 228630 w 372772"/>
                  <a:gd name="connsiteY3" fmla="*/ 190548 h 375657"/>
                  <a:gd name="connsiteX4" fmla="*/ 176957 w 372772"/>
                  <a:gd name="connsiteY4" fmla="*/ 98080 h 375657"/>
                  <a:gd name="connsiteX5" fmla="*/ 307501 w 372772"/>
                  <a:gd name="connsiteY5" fmla="*/ 172 h 375657"/>
                  <a:gd name="connsiteX6" fmla="*/ 372772 w 372772"/>
                  <a:gd name="connsiteY6" fmla="*/ 62724 h 375657"/>
                  <a:gd name="connsiteX7" fmla="*/ 372772 w 372772"/>
                  <a:gd name="connsiteY7" fmla="*/ 312934 h 375657"/>
                  <a:gd name="connsiteX8" fmla="*/ 302062 w 372772"/>
                  <a:gd name="connsiteY8" fmla="*/ 375486 h 375657"/>
                  <a:gd name="connsiteX9" fmla="*/ 239509 w 372772"/>
                  <a:gd name="connsiteY9" fmla="*/ 326532 h 375657"/>
                  <a:gd name="connsiteX10" fmla="*/ 179677 w 372772"/>
                  <a:gd name="connsiteY10" fmla="*/ 370046 h 375657"/>
                  <a:gd name="connsiteX11" fmla="*/ 70890 w 372772"/>
                  <a:gd name="connsiteY11" fmla="*/ 353728 h 375657"/>
                  <a:gd name="connsiteX12" fmla="*/ 128002 w 372772"/>
                  <a:gd name="connsiteY12" fmla="*/ 11051 h 375657"/>
                  <a:gd name="connsiteX13" fmla="*/ 236790 w 372772"/>
                  <a:gd name="connsiteY13" fmla="*/ 70883 h 375657"/>
                  <a:gd name="connsiteX14" fmla="*/ 236790 w 372772"/>
                  <a:gd name="connsiteY14" fmla="*/ 62724 h 375657"/>
                  <a:gd name="connsiteX15" fmla="*/ 307501 w 372772"/>
                  <a:gd name="connsiteY15" fmla="*/ 172 h 3756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772" h="375657">
                    <a:moveTo>
                      <a:pt x="176957" y="98080"/>
                    </a:moveTo>
                    <a:cubicBezTo>
                      <a:pt x="147039" y="100800"/>
                      <a:pt x="125282" y="133436"/>
                      <a:pt x="125282" y="190548"/>
                    </a:cubicBezTo>
                    <a:cubicBezTo>
                      <a:pt x="125282" y="247661"/>
                      <a:pt x="141600" y="283017"/>
                      <a:pt x="176957" y="283017"/>
                    </a:cubicBezTo>
                    <a:cubicBezTo>
                      <a:pt x="212312" y="283017"/>
                      <a:pt x="228630" y="247661"/>
                      <a:pt x="228630" y="190548"/>
                    </a:cubicBezTo>
                    <a:cubicBezTo>
                      <a:pt x="228630" y="133436"/>
                      <a:pt x="206873" y="98080"/>
                      <a:pt x="176957" y="98080"/>
                    </a:cubicBezTo>
                    <a:close/>
                    <a:moveTo>
                      <a:pt x="307501" y="172"/>
                    </a:moveTo>
                    <a:cubicBezTo>
                      <a:pt x="340137" y="172"/>
                      <a:pt x="372772" y="30088"/>
                      <a:pt x="372772" y="62724"/>
                    </a:cubicBezTo>
                    <a:cubicBezTo>
                      <a:pt x="372772" y="65444"/>
                      <a:pt x="372772" y="307494"/>
                      <a:pt x="372772" y="312934"/>
                    </a:cubicBezTo>
                    <a:cubicBezTo>
                      <a:pt x="370053" y="348289"/>
                      <a:pt x="337417" y="378205"/>
                      <a:pt x="302062" y="375486"/>
                    </a:cubicBezTo>
                    <a:cubicBezTo>
                      <a:pt x="274865" y="372766"/>
                      <a:pt x="247668" y="353728"/>
                      <a:pt x="239509" y="326532"/>
                    </a:cubicBezTo>
                    <a:cubicBezTo>
                      <a:pt x="228630" y="348289"/>
                      <a:pt x="198714" y="364607"/>
                      <a:pt x="179677" y="370046"/>
                    </a:cubicBezTo>
                    <a:cubicBezTo>
                      <a:pt x="147040" y="378205"/>
                      <a:pt x="100806" y="372766"/>
                      <a:pt x="70890" y="353728"/>
                    </a:cubicBezTo>
                    <a:cubicBezTo>
                      <a:pt x="-35177" y="285737"/>
                      <a:pt x="-27018" y="11051"/>
                      <a:pt x="128002" y="11051"/>
                    </a:cubicBezTo>
                    <a:cubicBezTo>
                      <a:pt x="185116" y="11051"/>
                      <a:pt x="220472" y="49126"/>
                      <a:pt x="236790" y="70883"/>
                    </a:cubicBezTo>
                    <a:cubicBezTo>
                      <a:pt x="236790" y="70883"/>
                      <a:pt x="236790" y="65444"/>
                      <a:pt x="236790" y="62724"/>
                    </a:cubicBezTo>
                    <a:cubicBezTo>
                      <a:pt x="239509" y="27369"/>
                      <a:pt x="272145" y="-2547"/>
                      <a:pt x="307501" y="172"/>
                    </a:cubicBezTo>
                    <a:close/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8" name="Freeform: Shape 30">
                <a:extLst>
                  <a:ext uri="{FF2B5EF4-FFF2-40B4-BE49-F238E27FC236}">
                    <a16:creationId xmlns:a16="http://schemas.microsoft.com/office/drawing/2014/main" id="{A3147A3B-6921-0643-8E5D-9665818B103F}"/>
                  </a:ext>
                </a:extLst>
              </p:cNvPr>
              <p:cNvSpPr/>
              <p:nvPr/>
            </p:nvSpPr>
            <p:spPr>
              <a:xfrm>
                <a:off x="7389492" y="3444253"/>
                <a:ext cx="217573" cy="435145"/>
              </a:xfrm>
              <a:custGeom>
                <a:avLst/>
                <a:gdLst>
                  <a:gd name="connsiteX0" fmla="*/ 186002 w 217572"/>
                  <a:gd name="connsiteY0" fmla="*/ 118011 h 435144"/>
                  <a:gd name="connsiteX1" fmla="*/ 128890 w 217572"/>
                  <a:gd name="connsiteY1" fmla="*/ 58178 h 435144"/>
                  <a:gd name="connsiteX2" fmla="*/ 123450 w 217572"/>
                  <a:gd name="connsiteY2" fmla="*/ 58178 h 435144"/>
                  <a:gd name="connsiteX3" fmla="*/ 58178 w 217572"/>
                  <a:gd name="connsiteY3" fmla="*/ 115291 h 435144"/>
                  <a:gd name="connsiteX4" fmla="*/ 58178 w 217572"/>
                  <a:gd name="connsiteY4" fmla="*/ 232236 h 435144"/>
                  <a:gd name="connsiteX5" fmla="*/ 58178 w 217572"/>
                  <a:gd name="connsiteY5" fmla="*/ 232236 h 435144"/>
                  <a:gd name="connsiteX6" fmla="*/ 58178 w 217572"/>
                  <a:gd name="connsiteY6" fmla="*/ 335583 h 435144"/>
                  <a:gd name="connsiteX7" fmla="*/ 115291 w 217572"/>
                  <a:gd name="connsiteY7" fmla="*/ 395415 h 435144"/>
                  <a:gd name="connsiteX8" fmla="*/ 120730 w 217572"/>
                  <a:gd name="connsiteY8" fmla="*/ 395415 h 435144"/>
                  <a:gd name="connsiteX9" fmla="*/ 186002 w 217572"/>
                  <a:gd name="connsiteY9" fmla="*/ 338303 h 435144"/>
                  <a:gd name="connsiteX10" fmla="*/ 186002 w 217572"/>
                  <a:gd name="connsiteY10" fmla="*/ 240395 h 435144"/>
                  <a:gd name="connsiteX11" fmla="*/ 186002 w 217572"/>
                  <a:gd name="connsiteY11" fmla="*/ 240395 h 435144"/>
                  <a:gd name="connsiteX12" fmla="*/ 186002 w 217572"/>
                  <a:gd name="connsiteY12" fmla="*/ 118011 h 4351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17572" h="435144">
                    <a:moveTo>
                      <a:pt x="186002" y="118011"/>
                    </a:moveTo>
                    <a:cubicBezTo>
                      <a:pt x="183283" y="85375"/>
                      <a:pt x="158806" y="60898"/>
                      <a:pt x="128890" y="58178"/>
                    </a:cubicBezTo>
                    <a:cubicBezTo>
                      <a:pt x="126170" y="58178"/>
                      <a:pt x="126170" y="58178"/>
                      <a:pt x="123450" y="58178"/>
                    </a:cubicBezTo>
                    <a:cubicBezTo>
                      <a:pt x="96254" y="58178"/>
                      <a:pt x="58178" y="82655"/>
                      <a:pt x="58178" y="115291"/>
                    </a:cubicBezTo>
                    <a:lnTo>
                      <a:pt x="58178" y="232236"/>
                    </a:lnTo>
                    <a:lnTo>
                      <a:pt x="58178" y="232236"/>
                    </a:lnTo>
                    <a:cubicBezTo>
                      <a:pt x="58178" y="270311"/>
                      <a:pt x="58178" y="335583"/>
                      <a:pt x="58178" y="335583"/>
                    </a:cubicBezTo>
                    <a:cubicBezTo>
                      <a:pt x="60898" y="368219"/>
                      <a:pt x="85375" y="392696"/>
                      <a:pt x="115291" y="395415"/>
                    </a:cubicBezTo>
                    <a:cubicBezTo>
                      <a:pt x="118011" y="395415"/>
                      <a:pt x="118011" y="395415"/>
                      <a:pt x="120730" y="395415"/>
                    </a:cubicBezTo>
                    <a:cubicBezTo>
                      <a:pt x="147927" y="395415"/>
                      <a:pt x="186002" y="370938"/>
                      <a:pt x="186002" y="338303"/>
                    </a:cubicBezTo>
                    <a:lnTo>
                      <a:pt x="186002" y="240395"/>
                    </a:lnTo>
                    <a:lnTo>
                      <a:pt x="186002" y="240395"/>
                    </a:lnTo>
                    <a:cubicBezTo>
                      <a:pt x="186002" y="202320"/>
                      <a:pt x="186002" y="118011"/>
                      <a:pt x="186002" y="118011"/>
                    </a:cubicBezTo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9" name="Freeform: Shape 31">
                <a:extLst>
                  <a:ext uri="{FF2B5EF4-FFF2-40B4-BE49-F238E27FC236}">
                    <a16:creationId xmlns:a16="http://schemas.microsoft.com/office/drawing/2014/main" id="{1887E923-CAFA-3542-A10E-AC8560903793}"/>
                  </a:ext>
                </a:extLst>
              </p:cNvPr>
              <p:cNvSpPr/>
              <p:nvPr/>
            </p:nvSpPr>
            <p:spPr>
              <a:xfrm>
                <a:off x="7392212" y="3280901"/>
                <a:ext cx="217573" cy="217572"/>
              </a:xfrm>
              <a:custGeom>
                <a:avLst/>
                <a:gdLst>
                  <a:gd name="connsiteX0" fmla="*/ 183282 w 217572"/>
                  <a:gd name="connsiteY0" fmla="*/ 120902 h 217572"/>
                  <a:gd name="connsiteX1" fmla="*/ 120730 w 217572"/>
                  <a:gd name="connsiteY1" fmla="*/ 183454 h 217572"/>
                  <a:gd name="connsiteX2" fmla="*/ 58178 w 217572"/>
                  <a:gd name="connsiteY2" fmla="*/ 120902 h 217572"/>
                  <a:gd name="connsiteX3" fmla="*/ 120730 w 217572"/>
                  <a:gd name="connsiteY3" fmla="*/ 58350 h 217572"/>
                  <a:gd name="connsiteX4" fmla="*/ 183282 w 217572"/>
                  <a:gd name="connsiteY4" fmla="*/ 120902 h 2175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7572" h="217572">
                    <a:moveTo>
                      <a:pt x="183282" y="120902"/>
                    </a:moveTo>
                    <a:cubicBezTo>
                      <a:pt x="183282" y="156258"/>
                      <a:pt x="156086" y="183454"/>
                      <a:pt x="120730" y="183454"/>
                    </a:cubicBezTo>
                    <a:cubicBezTo>
                      <a:pt x="85375" y="183454"/>
                      <a:pt x="58178" y="156258"/>
                      <a:pt x="58178" y="120902"/>
                    </a:cubicBezTo>
                    <a:cubicBezTo>
                      <a:pt x="58178" y="85547"/>
                      <a:pt x="85375" y="58350"/>
                      <a:pt x="120730" y="58350"/>
                    </a:cubicBezTo>
                    <a:cubicBezTo>
                      <a:pt x="153366" y="55630"/>
                      <a:pt x="183282" y="85547"/>
                      <a:pt x="183282" y="120902"/>
                    </a:cubicBezTo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0" name="Freeform: Shape 32">
                <a:extLst>
                  <a:ext uri="{FF2B5EF4-FFF2-40B4-BE49-F238E27FC236}">
                    <a16:creationId xmlns:a16="http://schemas.microsoft.com/office/drawing/2014/main" id="{84874031-9002-864F-841D-9EE2C82651F5}"/>
                  </a:ext>
                </a:extLst>
              </p:cNvPr>
              <p:cNvSpPr/>
              <p:nvPr/>
            </p:nvSpPr>
            <p:spPr>
              <a:xfrm>
                <a:off x="6005186" y="3416884"/>
                <a:ext cx="380752" cy="462341"/>
              </a:xfrm>
              <a:custGeom>
                <a:avLst/>
                <a:gdLst>
                  <a:gd name="connsiteX0" fmla="*/ 270312 w 380752"/>
                  <a:gd name="connsiteY0" fmla="*/ 69229 h 462341"/>
                  <a:gd name="connsiteX1" fmla="*/ 188722 w 380752"/>
                  <a:gd name="connsiteY1" fmla="*/ 134501 h 462341"/>
                  <a:gd name="connsiteX2" fmla="*/ 188722 w 380752"/>
                  <a:gd name="connsiteY2" fmla="*/ 118183 h 462341"/>
                  <a:gd name="connsiteX3" fmla="*/ 126170 w 380752"/>
                  <a:gd name="connsiteY3" fmla="*/ 58350 h 462341"/>
                  <a:gd name="connsiteX4" fmla="*/ 58178 w 380752"/>
                  <a:gd name="connsiteY4" fmla="*/ 118183 h 462341"/>
                  <a:gd name="connsiteX5" fmla="*/ 58178 w 380752"/>
                  <a:gd name="connsiteY5" fmla="*/ 210651 h 462341"/>
                  <a:gd name="connsiteX6" fmla="*/ 58178 w 380752"/>
                  <a:gd name="connsiteY6" fmla="*/ 365671 h 462341"/>
                  <a:gd name="connsiteX7" fmla="*/ 58178 w 380752"/>
                  <a:gd name="connsiteY7" fmla="*/ 365671 h 462341"/>
                  <a:gd name="connsiteX8" fmla="*/ 120730 w 380752"/>
                  <a:gd name="connsiteY8" fmla="*/ 425504 h 462341"/>
                  <a:gd name="connsiteX9" fmla="*/ 186002 w 380752"/>
                  <a:gd name="connsiteY9" fmla="*/ 365671 h 462341"/>
                  <a:gd name="connsiteX10" fmla="*/ 186002 w 380752"/>
                  <a:gd name="connsiteY10" fmla="*/ 365671 h 462341"/>
                  <a:gd name="connsiteX11" fmla="*/ 186002 w 380752"/>
                  <a:gd name="connsiteY11" fmla="*/ 210651 h 462341"/>
                  <a:gd name="connsiteX12" fmla="*/ 215919 w 380752"/>
                  <a:gd name="connsiteY12" fmla="*/ 158978 h 462341"/>
                  <a:gd name="connsiteX13" fmla="*/ 275751 w 380752"/>
                  <a:gd name="connsiteY13" fmla="*/ 221530 h 462341"/>
                  <a:gd name="connsiteX14" fmla="*/ 270312 w 380752"/>
                  <a:gd name="connsiteY14" fmla="*/ 69229 h 4623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80752" h="462341">
                    <a:moveTo>
                      <a:pt x="270312" y="69229"/>
                    </a:moveTo>
                    <a:cubicBezTo>
                      <a:pt x="232236" y="71949"/>
                      <a:pt x="213199" y="99145"/>
                      <a:pt x="188722" y="134501"/>
                    </a:cubicBezTo>
                    <a:cubicBezTo>
                      <a:pt x="188722" y="134501"/>
                      <a:pt x="188722" y="118183"/>
                      <a:pt x="188722" y="118183"/>
                    </a:cubicBezTo>
                    <a:cubicBezTo>
                      <a:pt x="188722" y="85547"/>
                      <a:pt x="158806" y="58350"/>
                      <a:pt x="126170" y="58350"/>
                    </a:cubicBezTo>
                    <a:cubicBezTo>
                      <a:pt x="93534" y="55631"/>
                      <a:pt x="60898" y="85547"/>
                      <a:pt x="58178" y="118183"/>
                    </a:cubicBezTo>
                    <a:lnTo>
                      <a:pt x="58178" y="210651"/>
                    </a:lnTo>
                    <a:lnTo>
                      <a:pt x="58178" y="365671"/>
                    </a:lnTo>
                    <a:lnTo>
                      <a:pt x="58178" y="365671"/>
                    </a:lnTo>
                    <a:cubicBezTo>
                      <a:pt x="58178" y="398307"/>
                      <a:pt x="88094" y="425504"/>
                      <a:pt x="120730" y="425504"/>
                    </a:cubicBezTo>
                    <a:cubicBezTo>
                      <a:pt x="153366" y="428224"/>
                      <a:pt x="186002" y="398307"/>
                      <a:pt x="186002" y="365671"/>
                    </a:cubicBezTo>
                    <a:lnTo>
                      <a:pt x="186002" y="365671"/>
                    </a:lnTo>
                    <a:lnTo>
                      <a:pt x="186002" y="210651"/>
                    </a:lnTo>
                    <a:cubicBezTo>
                      <a:pt x="188722" y="188894"/>
                      <a:pt x="196881" y="158978"/>
                      <a:pt x="215919" y="158978"/>
                    </a:cubicBezTo>
                    <a:cubicBezTo>
                      <a:pt x="243115" y="158978"/>
                      <a:pt x="215919" y="221530"/>
                      <a:pt x="275751" y="221530"/>
                    </a:cubicBezTo>
                    <a:cubicBezTo>
                      <a:pt x="362780" y="221530"/>
                      <a:pt x="373658" y="63790"/>
                      <a:pt x="270312" y="69229"/>
                    </a:cubicBezTo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1" name="Freeform: Shape 33">
                <a:extLst>
                  <a:ext uri="{FF2B5EF4-FFF2-40B4-BE49-F238E27FC236}">
                    <a16:creationId xmlns:a16="http://schemas.microsoft.com/office/drawing/2014/main" id="{FB81BFE9-AE78-F94A-8F8D-F56347D57D66}"/>
                  </a:ext>
                </a:extLst>
              </p:cNvPr>
              <p:cNvSpPr/>
              <p:nvPr/>
            </p:nvSpPr>
            <p:spPr>
              <a:xfrm>
                <a:off x="5693490" y="3475234"/>
                <a:ext cx="337238" cy="364434"/>
              </a:xfrm>
              <a:custGeom>
                <a:avLst/>
                <a:gdLst>
                  <a:gd name="connsiteX0" fmla="*/ 180433 w 337238"/>
                  <a:gd name="connsiteY0" fmla="*/ 73984 h 364434"/>
                  <a:gd name="connsiteX1" fmla="*/ 163180 w 337238"/>
                  <a:gd name="connsiteY1" fmla="*/ 78870 h 364434"/>
                  <a:gd name="connsiteX2" fmla="*/ 125105 w 337238"/>
                  <a:gd name="connsiteY2" fmla="*/ 160461 h 364434"/>
                  <a:gd name="connsiteX3" fmla="*/ 171339 w 337238"/>
                  <a:gd name="connsiteY3" fmla="*/ 163180 h 364434"/>
                  <a:gd name="connsiteX4" fmla="*/ 214854 w 337238"/>
                  <a:gd name="connsiteY4" fmla="*/ 108787 h 364434"/>
                  <a:gd name="connsiteX5" fmla="*/ 180433 w 337238"/>
                  <a:gd name="connsiteY5" fmla="*/ 73984 h 364434"/>
                  <a:gd name="connsiteX6" fmla="*/ 174059 w 337238"/>
                  <a:gd name="connsiteY6" fmla="*/ 0 h 364434"/>
                  <a:gd name="connsiteX7" fmla="*/ 337238 w 337238"/>
                  <a:gd name="connsiteY7" fmla="*/ 119665 h 364434"/>
                  <a:gd name="connsiteX8" fmla="*/ 133264 w 337238"/>
                  <a:gd name="connsiteY8" fmla="*/ 217573 h 364434"/>
                  <a:gd name="connsiteX9" fmla="*/ 225732 w 337238"/>
                  <a:gd name="connsiteY9" fmla="*/ 277405 h 364434"/>
                  <a:gd name="connsiteX10" fmla="*/ 320920 w 337238"/>
                  <a:gd name="connsiteY10" fmla="*/ 250208 h 364434"/>
                  <a:gd name="connsiteX11" fmla="*/ 174059 w 337238"/>
                  <a:gd name="connsiteY11" fmla="*/ 364434 h 364434"/>
                  <a:gd name="connsiteX12" fmla="*/ 0 w 337238"/>
                  <a:gd name="connsiteY12" fmla="*/ 184937 h 364434"/>
                  <a:gd name="connsiteX13" fmla="*/ 174059 w 337238"/>
                  <a:gd name="connsiteY13" fmla="*/ 0 h 3644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37238" h="364434">
                    <a:moveTo>
                      <a:pt x="180433" y="73984"/>
                    </a:moveTo>
                    <a:cubicBezTo>
                      <a:pt x="174569" y="73941"/>
                      <a:pt x="168620" y="75471"/>
                      <a:pt x="163180" y="78870"/>
                    </a:cubicBezTo>
                    <a:cubicBezTo>
                      <a:pt x="135984" y="95189"/>
                      <a:pt x="127825" y="130544"/>
                      <a:pt x="125105" y="160461"/>
                    </a:cubicBezTo>
                    <a:cubicBezTo>
                      <a:pt x="125105" y="163180"/>
                      <a:pt x="168620" y="160461"/>
                      <a:pt x="171339" y="163180"/>
                    </a:cubicBezTo>
                    <a:cubicBezTo>
                      <a:pt x="195816" y="157741"/>
                      <a:pt x="214854" y="135984"/>
                      <a:pt x="214854" y="108787"/>
                    </a:cubicBezTo>
                    <a:cubicBezTo>
                      <a:pt x="214854" y="88389"/>
                      <a:pt x="198026" y="74111"/>
                      <a:pt x="180433" y="73984"/>
                    </a:cubicBezTo>
                    <a:close/>
                    <a:moveTo>
                      <a:pt x="174059" y="0"/>
                    </a:moveTo>
                    <a:cubicBezTo>
                      <a:pt x="233891" y="0"/>
                      <a:pt x="337238" y="29916"/>
                      <a:pt x="337238" y="119665"/>
                    </a:cubicBezTo>
                    <a:cubicBezTo>
                      <a:pt x="337238" y="209414"/>
                      <a:pt x="244770" y="217573"/>
                      <a:pt x="133264" y="217573"/>
                    </a:cubicBezTo>
                    <a:cubicBezTo>
                      <a:pt x="133264" y="217573"/>
                      <a:pt x="149581" y="277405"/>
                      <a:pt x="225732" y="277405"/>
                    </a:cubicBezTo>
                    <a:cubicBezTo>
                      <a:pt x="301883" y="277405"/>
                      <a:pt x="320920" y="250208"/>
                      <a:pt x="320920" y="250208"/>
                    </a:cubicBezTo>
                    <a:cubicBezTo>
                      <a:pt x="320920" y="250208"/>
                      <a:pt x="315481" y="364434"/>
                      <a:pt x="174059" y="364434"/>
                    </a:cubicBezTo>
                    <a:cubicBezTo>
                      <a:pt x="95188" y="364434"/>
                      <a:pt x="0" y="304602"/>
                      <a:pt x="0" y="184937"/>
                    </a:cubicBezTo>
                    <a:cubicBezTo>
                      <a:pt x="0" y="78870"/>
                      <a:pt x="73431" y="0"/>
                      <a:pt x="174059" y="0"/>
                    </a:cubicBezTo>
                    <a:close/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2" name="Freeform: Shape 34">
                <a:extLst>
                  <a:ext uri="{FF2B5EF4-FFF2-40B4-BE49-F238E27FC236}">
                    <a16:creationId xmlns:a16="http://schemas.microsoft.com/office/drawing/2014/main" id="{A2889FAB-A68E-0B4F-AB16-872CCC88BB8C}"/>
                  </a:ext>
                </a:extLst>
              </p:cNvPr>
              <p:cNvSpPr/>
              <p:nvPr/>
            </p:nvSpPr>
            <p:spPr>
              <a:xfrm>
                <a:off x="5376945" y="3338014"/>
                <a:ext cx="353556" cy="543931"/>
              </a:xfrm>
              <a:custGeom>
                <a:avLst/>
                <a:gdLst>
                  <a:gd name="connsiteX0" fmla="*/ 311107 w 353555"/>
                  <a:gd name="connsiteY0" fmla="*/ 433663 h 543931"/>
                  <a:gd name="connsiteX1" fmla="*/ 215919 w 353555"/>
                  <a:gd name="connsiteY1" fmla="*/ 501654 h 543931"/>
                  <a:gd name="connsiteX2" fmla="*/ 98973 w 353555"/>
                  <a:gd name="connsiteY2" fmla="*/ 392868 h 543931"/>
                  <a:gd name="connsiteX3" fmla="*/ 98973 w 353555"/>
                  <a:gd name="connsiteY3" fmla="*/ 221530 h 543931"/>
                  <a:gd name="connsiteX4" fmla="*/ 82655 w 353555"/>
                  <a:gd name="connsiteY4" fmla="*/ 221530 h 543931"/>
                  <a:gd name="connsiteX5" fmla="*/ 58178 w 353555"/>
                  <a:gd name="connsiteY5" fmla="*/ 191614 h 543931"/>
                  <a:gd name="connsiteX6" fmla="*/ 85375 w 353555"/>
                  <a:gd name="connsiteY6" fmla="*/ 164417 h 543931"/>
                  <a:gd name="connsiteX7" fmla="*/ 101693 w 353555"/>
                  <a:gd name="connsiteY7" fmla="*/ 164417 h 543931"/>
                  <a:gd name="connsiteX8" fmla="*/ 101693 w 353555"/>
                  <a:gd name="connsiteY8" fmla="*/ 118183 h 543931"/>
                  <a:gd name="connsiteX9" fmla="*/ 166965 w 353555"/>
                  <a:gd name="connsiteY9" fmla="*/ 58350 h 543931"/>
                  <a:gd name="connsiteX10" fmla="*/ 229517 w 353555"/>
                  <a:gd name="connsiteY10" fmla="*/ 118183 h 543931"/>
                  <a:gd name="connsiteX11" fmla="*/ 229517 w 353555"/>
                  <a:gd name="connsiteY11" fmla="*/ 118183 h 543931"/>
                  <a:gd name="connsiteX12" fmla="*/ 229517 w 353555"/>
                  <a:gd name="connsiteY12" fmla="*/ 164417 h 543931"/>
                  <a:gd name="connsiteX13" fmla="*/ 283910 w 353555"/>
                  <a:gd name="connsiteY13" fmla="*/ 164417 h 543931"/>
                  <a:gd name="connsiteX14" fmla="*/ 308387 w 353555"/>
                  <a:gd name="connsiteY14" fmla="*/ 194333 h 543931"/>
                  <a:gd name="connsiteX15" fmla="*/ 281190 w 353555"/>
                  <a:gd name="connsiteY15" fmla="*/ 221530 h 543931"/>
                  <a:gd name="connsiteX16" fmla="*/ 229517 w 353555"/>
                  <a:gd name="connsiteY16" fmla="*/ 221530 h 543931"/>
                  <a:gd name="connsiteX17" fmla="*/ 229517 w 353555"/>
                  <a:gd name="connsiteY17" fmla="*/ 365671 h 543931"/>
                  <a:gd name="connsiteX18" fmla="*/ 311107 w 353555"/>
                  <a:gd name="connsiteY18" fmla="*/ 433663 h 5439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353555" h="543931">
                    <a:moveTo>
                      <a:pt x="311107" y="433663"/>
                    </a:moveTo>
                    <a:cubicBezTo>
                      <a:pt x="311107" y="433663"/>
                      <a:pt x="278471" y="501654"/>
                      <a:pt x="215919" y="501654"/>
                    </a:cubicBezTo>
                    <a:cubicBezTo>
                      <a:pt x="164245" y="501654"/>
                      <a:pt x="101693" y="458140"/>
                      <a:pt x="98973" y="392868"/>
                    </a:cubicBezTo>
                    <a:cubicBezTo>
                      <a:pt x="98973" y="392868"/>
                      <a:pt x="98973" y="297680"/>
                      <a:pt x="98973" y="221530"/>
                    </a:cubicBezTo>
                    <a:lnTo>
                      <a:pt x="82655" y="221530"/>
                    </a:lnTo>
                    <a:cubicBezTo>
                      <a:pt x="74496" y="221530"/>
                      <a:pt x="58178" y="216090"/>
                      <a:pt x="58178" y="191614"/>
                    </a:cubicBezTo>
                    <a:cubicBezTo>
                      <a:pt x="58178" y="167137"/>
                      <a:pt x="77216" y="164417"/>
                      <a:pt x="85375" y="164417"/>
                    </a:cubicBezTo>
                    <a:lnTo>
                      <a:pt x="101693" y="164417"/>
                    </a:lnTo>
                    <a:cubicBezTo>
                      <a:pt x="101693" y="137220"/>
                      <a:pt x="101693" y="118183"/>
                      <a:pt x="101693" y="118183"/>
                    </a:cubicBezTo>
                    <a:cubicBezTo>
                      <a:pt x="104413" y="85547"/>
                      <a:pt x="134329" y="55631"/>
                      <a:pt x="166965" y="58350"/>
                    </a:cubicBezTo>
                    <a:cubicBezTo>
                      <a:pt x="196881" y="61070"/>
                      <a:pt x="229517" y="85547"/>
                      <a:pt x="229517" y="118183"/>
                    </a:cubicBezTo>
                    <a:lnTo>
                      <a:pt x="229517" y="118183"/>
                    </a:lnTo>
                    <a:lnTo>
                      <a:pt x="229517" y="164417"/>
                    </a:lnTo>
                    <a:lnTo>
                      <a:pt x="283910" y="164417"/>
                    </a:lnTo>
                    <a:cubicBezTo>
                      <a:pt x="292069" y="164417"/>
                      <a:pt x="308387" y="169856"/>
                      <a:pt x="308387" y="194333"/>
                    </a:cubicBezTo>
                    <a:cubicBezTo>
                      <a:pt x="308387" y="218810"/>
                      <a:pt x="292069" y="221530"/>
                      <a:pt x="281190" y="221530"/>
                    </a:cubicBezTo>
                    <a:lnTo>
                      <a:pt x="229517" y="221530"/>
                    </a:lnTo>
                    <a:lnTo>
                      <a:pt x="229517" y="365671"/>
                    </a:lnTo>
                    <a:cubicBezTo>
                      <a:pt x="226797" y="409186"/>
                      <a:pt x="267592" y="433663"/>
                      <a:pt x="311107" y="433663"/>
                    </a:cubicBezTo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3" name="Freeform: Shape 35">
                <a:extLst>
                  <a:ext uri="{FF2B5EF4-FFF2-40B4-BE49-F238E27FC236}">
                    <a16:creationId xmlns:a16="http://schemas.microsoft.com/office/drawing/2014/main" id="{2BB4E262-A9D6-694F-A5FB-8124A9963DAF}"/>
                  </a:ext>
                </a:extLst>
              </p:cNvPr>
              <p:cNvSpPr/>
              <p:nvPr/>
            </p:nvSpPr>
            <p:spPr>
              <a:xfrm>
                <a:off x="7090329" y="3338014"/>
                <a:ext cx="353556" cy="543931"/>
              </a:xfrm>
              <a:custGeom>
                <a:avLst/>
                <a:gdLst>
                  <a:gd name="connsiteX0" fmla="*/ 311107 w 353555"/>
                  <a:gd name="connsiteY0" fmla="*/ 433663 h 543931"/>
                  <a:gd name="connsiteX1" fmla="*/ 215919 w 353555"/>
                  <a:gd name="connsiteY1" fmla="*/ 501654 h 543931"/>
                  <a:gd name="connsiteX2" fmla="*/ 98973 w 353555"/>
                  <a:gd name="connsiteY2" fmla="*/ 392868 h 543931"/>
                  <a:gd name="connsiteX3" fmla="*/ 98973 w 353555"/>
                  <a:gd name="connsiteY3" fmla="*/ 221530 h 543931"/>
                  <a:gd name="connsiteX4" fmla="*/ 82655 w 353555"/>
                  <a:gd name="connsiteY4" fmla="*/ 221530 h 543931"/>
                  <a:gd name="connsiteX5" fmla="*/ 58178 w 353555"/>
                  <a:gd name="connsiteY5" fmla="*/ 191614 h 543931"/>
                  <a:gd name="connsiteX6" fmla="*/ 85375 w 353555"/>
                  <a:gd name="connsiteY6" fmla="*/ 164417 h 543931"/>
                  <a:gd name="connsiteX7" fmla="*/ 101693 w 353555"/>
                  <a:gd name="connsiteY7" fmla="*/ 164417 h 543931"/>
                  <a:gd name="connsiteX8" fmla="*/ 101693 w 353555"/>
                  <a:gd name="connsiteY8" fmla="*/ 118183 h 543931"/>
                  <a:gd name="connsiteX9" fmla="*/ 166965 w 353555"/>
                  <a:gd name="connsiteY9" fmla="*/ 58350 h 543931"/>
                  <a:gd name="connsiteX10" fmla="*/ 229517 w 353555"/>
                  <a:gd name="connsiteY10" fmla="*/ 118183 h 543931"/>
                  <a:gd name="connsiteX11" fmla="*/ 229517 w 353555"/>
                  <a:gd name="connsiteY11" fmla="*/ 118183 h 543931"/>
                  <a:gd name="connsiteX12" fmla="*/ 229517 w 353555"/>
                  <a:gd name="connsiteY12" fmla="*/ 164417 h 543931"/>
                  <a:gd name="connsiteX13" fmla="*/ 283910 w 353555"/>
                  <a:gd name="connsiteY13" fmla="*/ 164417 h 543931"/>
                  <a:gd name="connsiteX14" fmla="*/ 308387 w 353555"/>
                  <a:gd name="connsiteY14" fmla="*/ 194333 h 543931"/>
                  <a:gd name="connsiteX15" fmla="*/ 281190 w 353555"/>
                  <a:gd name="connsiteY15" fmla="*/ 221530 h 543931"/>
                  <a:gd name="connsiteX16" fmla="*/ 229517 w 353555"/>
                  <a:gd name="connsiteY16" fmla="*/ 221530 h 543931"/>
                  <a:gd name="connsiteX17" fmla="*/ 229517 w 353555"/>
                  <a:gd name="connsiteY17" fmla="*/ 365671 h 543931"/>
                  <a:gd name="connsiteX18" fmla="*/ 311107 w 353555"/>
                  <a:gd name="connsiteY18" fmla="*/ 433663 h 5439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353555" h="543931">
                    <a:moveTo>
                      <a:pt x="311107" y="433663"/>
                    </a:moveTo>
                    <a:cubicBezTo>
                      <a:pt x="311107" y="433663"/>
                      <a:pt x="278471" y="501654"/>
                      <a:pt x="215919" y="501654"/>
                    </a:cubicBezTo>
                    <a:cubicBezTo>
                      <a:pt x="164245" y="501654"/>
                      <a:pt x="101693" y="458140"/>
                      <a:pt x="98973" y="392868"/>
                    </a:cubicBezTo>
                    <a:cubicBezTo>
                      <a:pt x="98973" y="392868"/>
                      <a:pt x="98973" y="297680"/>
                      <a:pt x="98973" y="221530"/>
                    </a:cubicBezTo>
                    <a:lnTo>
                      <a:pt x="82655" y="221530"/>
                    </a:lnTo>
                    <a:cubicBezTo>
                      <a:pt x="74496" y="221530"/>
                      <a:pt x="58178" y="216090"/>
                      <a:pt x="58178" y="191614"/>
                    </a:cubicBezTo>
                    <a:cubicBezTo>
                      <a:pt x="58178" y="167137"/>
                      <a:pt x="77216" y="164417"/>
                      <a:pt x="85375" y="164417"/>
                    </a:cubicBezTo>
                    <a:lnTo>
                      <a:pt x="101693" y="164417"/>
                    </a:lnTo>
                    <a:cubicBezTo>
                      <a:pt x="101693" y="137220"/>
                      <a:pt x="101693" y="118183"/>
                      <a:pt x="101693" y="118183"/>
                    </a:cubicBezTo>
                    <a:cubicBezTo>
                      <a:pt x="104412" y="85547"/>
                      <a:pt x="134329" y="55631"/>
                      <a:pt x="166965" y="58350"/>
                    </a:cubicBezTo>
                    <a:cubicBezTo>
                      <a:pt x="196881" y="61070"/>
                      <a:pt x="229517" y="85547"/>
                      <a:pt x="229517" y="118183"/>
                    </a:cubicBezTo>
                    <a:lnTo>
                      <a:pt x="229517" y="118183"/>
                    </a:lnTo>
                    <a:lnTo>
                      <a:pt x="229517" y="164417"/>
                    </a:lnTo>
                    <a:lnTo>
                      <a:pt x="283910" y="164417"/>
                    </a:lnTo>
                    <a:cubicBezTo>
                      <a:pt x="292069" y="164417"/>
                      <a:pt x="308387" y="169856"/>
                      <a:pt x="308387" y="194333"/>
                    </a:cubicBezTo>
                    <a:cubicBezTo>
                      <a:pt x="308387" y="218810"/>
                      <a:pt x="292069" y="221530"/>
                      <a:pt x="281190" y="221530"/>
                    </a:cubicBezTo>
                    <a:lnTo>
                      <a:pt x="229517" y="221530"/>
                    </a:lnTo>
                    <a:lnTo>
                      <a:pt x="229517" y="365671"/>
                    </a:lnTo>
                    <a:cubicBezTo>
                      <a:pt x="229517" y="409186"/>
                      <a:pt x="270312" y="433663"/>
                      <a:pt x="311107" y="433663"/>
                    </a:cubicBezTo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4" name="Freeform: Shape 36">
                <a:extLst>
                  <a:ext uri="{FF2B5EF4-FFF2-40B4-BE49-F238E27FC236}">
                    <a16:creationId xmlns:a16="http://schemas.microsoft.com/office/drawing/2014/main" id="{35C2FE6C-1E98-0C45-BA80-7BA5C96EC6CA}"/>
                  </a:ext>
                </a:extLst>
              </p:cNvPr>
              <p:cNvSpPr/>
              <p:nvPr/>
            </p:nvSpPr>
            <p:spPr>
              <a:xfrm>
                <a:off x="2080719" y="4178559"/>
                <a:ext cx="462342" cy="788700"/>
              </a:xfrm>
              <a:custGeom>
                <a:avLst/>
                <a:gdLst>
                  <a:gd name="connsiteX0" fmla="*/ 403575 w 462341"/>
                  <a:gd name="connsiteY0" fmla="*/ 583072 h 788699"/>
                  <a:gd name="connsiteX1" fmla="*/ 406295 w 462341"/>
                  <a:gd name="connsiteY1" fmla="*/ 596670 h 788699"/>
                  <a:gd name="connsiteX2" fmla="*/ 400855 w 462341"/>
                  <a:gd name="connsiteY2" fmla="*/ 610268 h 788699"/>
                  <a:gd name="connsiteX3" fmla="*/ 389977 w 462341"/>
                  <a:gd name="connsiteY3" fmla="*/ 626586 h 788699"/>
                  <a:gd name="connsiteX4" fmla="*/ 354621 w 462341"/>
                  <a:gd name="connsiteY4" fmla="*/ 675540 h 788699"/>
                  <a:gd name="connsiteX5" fmla="*/ 327424 w 462341"/>
                  <a:gd name="connsiteY5" fmla="*/ 691858 h 788699"/>
                  <a:gd name="connsiteX6" fmla="*/ 292069 w 462341"/>
                  <a:gd name="connsiteY6" fmla="*/ 713615 h 788699"/>
                  <a:gd name="connsiteX7" fmla="*/ 251274 w 462341"/>
                  <a:gd name="connsiteY7" fmla="*/ 724494 h 788699"/>
                  <a:gd name="connsiteX8" fmla="*/ 221358 w 462341"/>
                  <a:gd name="connsiteY8" fmla="*/ 721774 h 788699"/>
                  <a:gd name="connsiteX9" fmla="*/ 191442 w 462341"/>
                  <a:gd name="connsiteY9" fmla="*/ 721774 h 788699"/>
                  <a:gd name="connsiteX10" fmla="*/ 153366 w 462341"/>
                  <a:gd name="connsiteY10" fmla="*/ 713615 h 788699"/>
                  <a:gd name="connsiteX11" fmla="*/ 104412 w 462341"/>
                  <a:gd name="connsiteY11" fmla="*/ 675540 h 788699"/>
                  <a:gd name="connsiteX12" fmla="*/ 104412 w 462341"/>
                  <a:gd name="connsiteY12" fmla="*/ 689138 h 788699"/>
                  <a:gd name="connsiteX13" fmla="*/ 101693 w 462341"/>
                  <a:gd name="connsiteY13" fmla="*/ 710895 h 788699"/>
                  <a:gd name="connsiteX14" fmla="*/ 85375 w 462341"/>
                  <a:gd name="connsiteY14" fmla="*/ 732653 h 788699"/>
                  <a:gd name="connsiteX15" fmla="*/ 69057 w 462341"/>
                  <a:gd name="connsiteY15" fmla="*/ 727214 h 788699"/>
                  <a:gd name="connsiteX16" fmla="*/ 60898 w 462341"/>
                  <a:gd name="connsiteY16" fmla="*/ 710895 h 788699"/>
                  <a:gd name="connsiteX17" fmla="*/ 58178 w 462341"/>
                  <a:gd name="connsiteY17" fmla="*/ 691858 h 788699"/>
                  <a:gd name="connsiteX18" fmla="*/ 60898 w 462341"/>
                  <a:gd name="connsiteY18" fmla="*/ 664661 h 788699"/>
                  <a:gd name="connsiteX19" fmla="*/ 60898 w 462341"/>
                  <a:gd name="connsiteY19" fmla="*/ 607549 h 788699"/>
                  <a:gd name="connsiteX20" fmla="*/ 63618 w 462341"/>
                  <a:gd name="connsiteY20" fmla="*/ 528679 h 788699"/>
                  <a:gd name="connsiteX21" fmla="*/ 69057 w 462341"/>
                  <a:gd name="connsiteY21" fmla="*/ 504202 h 788699"/>
                  <a:gd name="connsiteX22" fmla="*/ 74496 w 462341"/>
                  <a:gd name="connsiteY22" fmla="*/ 493323 h 788699"/>
                  <a:gd name="connsiteX23" fmla="*/ 82655 w 462341"/>
                  <a:gd name="connsiteY23" fmla="*/ 487884 h 788699"/>
                  <a:gd name="connsiteX24" fmla="*/ 90814 w 462341"/>
                  <a:gd name="connsiteY24" fmla="*/ 493323 h 788699"/>
                  <a:gd name="connsiteX25" fmla="*/ 98973 w 462341"/>
                  <a:gd name="connsiteY25" fmla="*/ 512361 h 788699"/>
                  <a:gd name="connsiteX26" fmla="*/ 101693 w 462341"/>
                  <a:gd name="connsiteY26" fmla="*/ 555875 h 788699"/>
                  <a:gd name="connsiteX27" fmla="*/ 101693 w 462341"/>
                  <a:gd name="connsiteY27" fmla="*/ 596670 h 788699"/>
                  <a:gd name="connsiteX28" fmla="*/ 109852 w 462341"/>
                  <a:gd name="connsiteY28" fmla="*/ 626586 h 788699"/>
                  <a:gd name="connsiteX29" fmla="*/ 128889 w 462341"/>
                  <a:gd name="connsiteY29" fmla="*/ 651063 h 788699"/>
                  <a:gd name="connsiteX30" fmla="*/ 153366 w 462341"/>
                  <a:gd name="connsiteY30" fmla="*/ 670101 h 788699"/>
                  <a:gd name="connsiteX31" fmla="*/ 196881 w 462341"/>
                  <a:gd name="connsiteY31" fmla="*/ 678260 h 788699"/>
                  <a:gd name="connsiteX32" fmla="*/ 221358 w 462341"/>
                  <a:gd name="connsiteY32" fmla="*/ 667381 h 788699"/>
                  <a:gd name="connsiteX33" fmla="*/ 253994 w 462341"/>
                  <a:gd name="connsiteY33" fmla="*/ 659222 h 788699"/>
                  <a:gd name="connsiteX34" fmla="*/ 275751 w 462341"/>
                  <a:gd name="connsiteY34" fmla="*/ 637465 h 788699"/>
                  <a:gd name="connsiteX35" fmla="*/ 281190 w 462341"/>
                  <a:gd name="connsiteY35" fmla="*/ 615708 h 788699"/>
                  <a:gd name="connsiteX36" fmla="*/ 278471 w 462341"/>
                  <a:gd name="connsiteY36" fmla="*/ 602109 h 788699"/>
                  <a:gd name="connsiteX37" fmla="*/ 262153 w 462341"/>
                  <a:gd name="connsiteY37" fmla="*/ 572193 h 788699"/>
                  <a:gd name="connsiteX38" fmla="*/ 245835 w 462341"/>
                  <a:gd name="connsiteY38" fmla="*/ 536838 h 788699"/>
                  <a:gd name="connsiteX39" fmla="*/ 196881 w 462341"/>
                  <a:gd name="connsiteY39" fmla="*/ 477005 h 788699"/>
                  <a:gd name="connsiteX40" fmla="*/ 145207 w 462341"/>
                  <a:gd name="connsiteY40" fmla="*/ 419892 h 788699"/>
                  <a:gd name="connsiteX41" fmla="*/ 93534 w 462341"/>
                  <a:gd name="connsiteY41" fmla="*/ 357340 h 788699"/>
                  <a:gd name="connsiteX42" fmla="*/ 66337 w 462341"/>
                  <a:gd name="connsiteY42" fmla="*/ 283910 h 788699"/>
                  <a:gd name="connsiteX43" fmla="*/ 58178 w 462341"/>
                  <a:gd name="connsiteY43" fmla="*/ 224077 h 788699"/>
                  <a:gd name="connsiteX44" fmla="*/ 82655 w 462341"/>
                  <a:gd name="connsiteY44" fmla="*/ 150647 h 788699"/>
                  <a:gd name="connsiteX45" fmla="*/ 137048 w 462341"/>
                  <a:gd name="connsiteY45" fmla="*/ 96253 h 788699"/>
                  <a:gd name="connsiteX46" fmla="*/ 196881 w 462341"/>
                  <a:gd name="connsiteY46" fmla="*/ 77216 h 788699"/>
                  <a:gd name="connsiteX47" fmla="*/ 232236 w 462341"/>
                  <a:gd name="connsiteY47" fmla="*/ 69057 h 788699"/>
                  <a:gd name="connsiteX48" fmla="*/ 262153 w 462341"/>
                  <a:gd name="connsiteY48" fmla="*/ 74496 h 788699"/>
                  <a:gd name="connsiteX49" fmla="*/ 294789 w 462341"/>
                  <a:gd name="connsiteY49" fmla="*/ 85375 h 788699"/>
                  <a:gd name="connsiteX50" fmla="*/ 327424 w 462341"/>
                  <a:gd name="connsiteY50" fmla="*/ 104412 h 788699"/>
                  <a:gd name="connsiteX51" fmla="*/ 332864 w 462341"/>
                  <a:gd name="connsiteY51" fmla="*/ 74496 h 788699"/>
                  <a:gd name="connsiteX52" fmla="*/ 338303 w 462341"/>
                  <a:gd name="connsiteY52" fmla="*/ 63618 h 788699"/>
                  <a:gd name="connsiteX53" fmla="*/ 349182 w 462341"/>
                  <a:gd name="connsiteY53" fmla="*/ 58178 h 788699"/>
                  <a:gd name="connsiteX54" fmla="*/ 357341 w 462341"/>
                  <a:gd name="connsiteY54" fmla="*/ 63618 h 788699"/>
                  <a:gd name="connsiteX55" fmla="*/ 365500 w 462341"/>
                  <a:gd name="connsiteY55" fmla="*/ 82655 h 788699"/>
                  <a:gd name="connsiteX56" fmla="*/ 368219 w 462341"/>
                  <a:gd name="connsiteY56" fmla="*/ 142488 h 788699"/>
                  <a:gd name="connsiteX57" fmla="*/ 368219 w 462341"/>
                  <a:gd name="connsiteY57" fmla="*/ 188722 h 788699"/>
                  <a:gd name="connsiteX58" fmla="*/ 370939 w 462341"/>
                  <a:gd name="connsiteY58" fmla="*/ 245834 h 788699"/>
                  <a:gd name="connsiteX59" fmla="*/ 354621 w 462341"/>
                  <a:gd name="connsiteY59" fmla="*/ 286629 h 788699"/>
                  <a:gd name="connsiteX60" fmla="*/ 338303 w 462341"/>
                  <a:gd name="connsiteY60" fmla="*/ 281190 h 788699"/>
                  <a:gd name="connsiteX61" fmla="*/ 330144 w 462341"/>
                  <a:gd name="connsiteY61" fmla="*/ 264872 h 788699"/>
                  <a:gd name="connsiteX62" fmla="*/ 327424 w 462341"/>
                  <a:gd name="connsiteY62" fmla="*/ 248554 h 788699"/>
                  <a:gd name="connsiteX63" fmla="*/ 330144 w 462341"/>
                  <a:gd name="connsiteY63" fmla="*/ 221357 h 788699"/>
                  <a:gd name="connsiteX64" fmla="*/ 330144 w 462341"/>
                  <a:gd name="connsiteY64" fmla="*/ 188722 h 788699"/>
                  <a:gd name="connsiteX65" fmla="*/ 327424 w 462341"/>
                  <a:gd name="connsiteY65" fmla="*/ 164245 h 788699"/>
                  <a:gd name="connsiteX66" fmla="*/ 311107 w 462341"/>
                  <a:gd name="connsiteY66" fmla="*/ 134329 h 788699"/>
                  <a:gd name="connsiteX67" fmla="*/ 283910 w 462341"/>
                  <a:gd name="connsiteY67" fmla="*/ 118011 h 788699"/>
                  <a:gd name="connsiteX68" fmla="*/ 251274 w 462341"/>
                  <a:gd name="connsiteY68" fmla="*/ 112571 h 788699"/>
                  <a:gd name="connsiteX69" fmla="*/ 215918 w 462341"/>
                  <a:gd name="connsiteY69" fmla="*/ 123450 h 788699"/>
                  <a:gd name="connsiteX70" fmla="*/ 202320 w 462341"/>
                  <a:gd name="connsiteY70" fmla="*/ 147927 h 788699"/>
                  <a:gd name="connsiteX71" fmla="*/ 188722 w 462341"/>
                  <a:gd name="connsiteY71" fmla="*/ 180563 h 788699"/>
                  <a:gd name="connsiteX72" fmla="*/ 183283 w 462341"/>
                  <a:gd name="connsiteY72" fmla="*/ 210479 h 788699"/>
                  <a:gd name="connsiteX73" fmla="*/ 188722 w 462341"/>
                  <a:gd name="connsiteY73" fmla="*/ 226797 h 788699"/>
                  <a:gd name="connsiteX74" fmla="*/ 188722 w 462341"/>
                  <a:gd name="connsiteY74" fmla="*/ 248554 h 788699"/>
                  <a:gd name="connsiteX75" fmla="*/ 210479 w 462341"/>
                  <a:gd name="connsiteY75" fmla="*/ 273031 h 788699"/>
                  <a:gd name="connsiteX76" fmla="*/ 226797 w 462341"/>
                  <a:gd name="connsiteY76" fmla="*/ 300228 h 788699"/>
                  <a:gd name="connsiteX77" fmla="*/ 256713 w 462341"/>
                  <a:gd name="connsiteY77" fmla="*/ 332864 h 788699"/>
                  <a:gd name="connsiteX78" fmla="*/ 275751 w 462341"/>
                  <a:gd name="connsiteY78" fmla="*/ 351901 h 788699"/>
                  <a:gd name="connsiteX79" fmla="*/ 324705 w 462341"/>
                  <a:gd name="connsiteY79" fmla="*/ 400855 h 788699"/>
                  <a:gd name="connsiteX80" fmla="*/ 343742 w 462341"/>
                  <a:gd name="connsiteY80" fmla="*/ 428051 h 788699"/>
                  <a:gd name="connsiteX81" fmla="*/ 351901 w 462341"/>
                  <a:gd name="connsiteY81" fmla="*/ 433491 h 788699"/>
                  <a:gd name="connsiteX82" fmla="*/ 360060 w 462341"/>
                  <a:gd name="connsiteY82" fmla="*/ 447089 h 788699"/>
                  <a:gd name="connsiteX83" fmla="*/ 384537 w 462341"/>
                  <a:gd name="connsiteY83" fmla="*/ 474286 h 788699"/>
                  <a:gd name="connsiteX84" fmla="*/ 395416 w 462341"/>
                  <a:gd name="connsiteY84" fmla="*/ 506921 h 788699"/>
                  <a:gd name="connsiteX85" fmla="*/ 406295 w 462341"/>
                  <a:gd name="connsiteY85" fmla="*/ 536838 h 788699"/>
                  <a:gd name="connsiteX86" fmla="*/ 409014 w 462341"/>
                  <a:gd name="connsiteY86" fmla="*/ 547716 h 788699"/>
                  <a:gd name="connsiteX87" fmla="*/ 406295 w 462341"/>
                  <a:gd name="connsiteY87" fmla="*/ 569473 h 788699"/>
                  <a:gd name="connsiteX88" fmla="*/ 403575 w 462341"/>
                  <a:gd name="connsiteY88" fmla="*/ 583072 h 788699"/>
                  <a:gd name="connsiteX89" fmla="*/ 403575 w 462341"/>
                  <a:gd name="connsiteY89" fmla="*/ 583072 h 788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</a:cxnLst>
                <a:rect l="l" t="t" r="r" b="b"/>
                <a:pathLst>
                  <a:path w="462341" h="788699">
                    <a:moveTo>
                      <a:pt x="403575" y="583072"/>
                    </a:moveTo>
                    <a:cubicBezTo>
                      <a:pt x="403575" y="588511"/>
                      <a:pt x="406295" y="591231"/>
                      <a:pt x="406295" y="596670"/>
                    </a:cubicBezTo>
                    <a:cubicBezTo>
                      <a:pt x="406295" y="602109"/>
                      <a:pt x="403575" y="604829"/>
                      <a:pt x="400855" y="610268"/>
                    </a:cubicBezTo>
                    <a:cubicBezTo>
                      <a:pt x="398136" y="615708"/>
                      <a:pt x="392696" y="621147"/>
                      <a:pt x="389977" y="626586"/>
                    </a:cubicBezTo>
                    <a:cubicBezTo>
                      <a:pt x="381818" y="645624"/>
                      <a:pt x="368219" y="661942"/>
                      <a:pt x="354621" y="675540"/>
                    </a:cubicBezTo>
                    <a:cubicBezTo>
                      <a:pt x="346462" y="683699"/>
                      <a:pt x="338303" y="686419"/>
                      <a:pt x="327424" y="691858"/>
                    </a:cubicBezTo>
                    <a:cubicBezTo>
                      <a:pt x="316546" y="700017"/>
                      <a:pt x="302948" y="708176"/>
                      <a:pt x="292069" y="713615"/>
                    </a:cubicBezTo>
                    <a:cubicBezTo>
                      <a:pt x="281190" y="719054"/>
                      <a:pt x="264872" y="724494"/>
                      <a:pt x="251274" y="724494"/>
                    </a:cubicBezTo>
                    <a:cubicBezTo>
                      <a:pt x="240395" y="724494"/>
                      <a:pt x="229517" y="721774"/>
                      <a:pt x="221358" y="721774"/>
                    </a:cubicBezTo>
                    <a:cubicBezTo>
                      <a:pt x="213199" y="721774"/>
                      <a:pt x="202320" y="721774"/>
                      <a:pt x="191442" y="721774"/>
                    </a:cubicBezTo>
                    <a:cubicBezTo>
                      <a:pt x="172404" y="721774"/>
                      <a:pt x="172404" y="721774"/>
                      <a:pt x="153366" y="713615"/>
                    </a:cubicBezTo>
                    <a:cubicBezTo>
                      <a:pt x="134329" y="708176"/>
                      <a:pt x="118011" y="691858"/>
                      <a:pt x="104412" y="675540"/>
                    </a:cubicBezTo>
                    <a:cubicBezTo>
                      <a:pt x="104412" y="678260"/>
                      <a:pt x="104412" y="680979"/>
                      <a:pt x="104412" y="689138"/>
                    </a:cubicBezTo>
                    <a:cubicBezTo>
                      <a:pt x="104412" y="694578"/>
                      <a:pt x="104412" y="702737"/>
                      <a:pt x="101693" y="710895"/>
                    </a:cubicBezTo>
                    <a:cubicBezTo>
                      <a:pt x="101693" y="721774"/>
                      <a:pt x="96253" y="732653"/>
                      <a:pt x="85375" y="732653"/>
                    </a:cubicBezTo>
                    <a:cubicBezTo>
                      <a:pt x="77216" y="732653"/>
                      <a:pt x="74496" y="729933"/>
                      <a:pt x="69057" y="727214"/>
                    </a:cubicBezTo>
                    <a:cubicBezTo>
                      <a:pt x="63618" y="724494"/>
                      <a:pt x="60898" y="716335"/>
                      <a:pt x="60898" y="710895"/>
                    </a:cubicBezTo>
                    <a:cubicBezTo>
                      <a:pt x="58178" y="702737"/>
                      <a:pt x="58178" y="697297"/>
                      <a:pt x="58178" y="691858"/>
                    </a:cubicBezTo>
                    <a:cubicBezTo>
                      <a:pt x="58178" y="683699"/>
                      <a:pt x="60898" y="678260"/>
                      <a:pt x="60898" y="664661"/>
                    </a:cubicBezTo>
                    <a:cubicBezTo>
                      <a:pt x="60898" y="656502"/>
                      <a:pt x="60898" y="632026"/>
                      <a:pt x="60898" y="607549"/>
                    </a:cubicBezTo>
                    <a:cubicBezTo>
                      <a:pt x="60898" y="574913"/>
                      <a:pt x="60898" y="542277"/>
                      <a:pt x="63618" y="528679"/>
                    </a:cubicBezTo>
                    <a:cubicBezTo>
                      <a:pt x="63618" y="520520"/>
                      <a:pt x="63618" y="509641"/>
                      <a:pt x="69057" y="504202"/>
                    </a:cubicBezTo>
                    <a:cubicBezTo>
                      <a:pt x="71777" y="501482"/>
                      <a:pt x="71777" y="498762"/>
                      <a:pt x="74496" y="493323"/>
                    </a:cubicBezTo>
                    <a:cubicBezTo>
                      <a:pt x="77216" y="490603"/>
                      <a:pt x="79936" y="487884"/>
                      <a:pt x="82655" y="487884"/>
                    </a:cubicBezTo>
                    <a:cubicBezTo>
                      <a:pt x="85375" y="487884"/>
                      <a:pt x="90814" y="490603"/>
                      <a:pt x="90814" y="493323"/>
                    </a:cubicBezTo>
                    <a:cubicBezTo>
                      <a:pt x="93534" y="498762"/>
                      <a:pt x="98973" y="506921"/>
                      <a:pt x="98973" y="512361"/>
                    </a:cubicBezTo>
                    <a:cubicBezTo>
                      <a:pt x="98973" y="520520"/>
                      <a:pt x="101693" y="536838"/>
                      <a:pt x="101693" y="555875"/>
                    </a:cubicBezTo>
                    <a:cubicBezTo>
                      <a:pt x="101693" y="569473"/>
                      <a:pt x="101693" y="583072"/>
                      <a:pt x="101693" y="596670"/>
                    </a:cubicBezTo>
                    <a:cubicBezTo>
                      <a:pt x="101693" y="607549"/>
                      <a:pt x="104412" y="618427"/>
                      <a:pt x="109852" y="626586"/>
                    </a:cubicBezTo>
                    <a:cubicBezTo>
                      <a:pt x="115291" y="637465"/>
                      <a:pt x="123450" y="642904"/>
                      <a:pt x="128889" y="651063"/>
                    </a:cubicBezTo>
                    <a:cubicBezTo>
                      <a:pt x="137048" y="661942"/>
                      <a:pt x="139768" y="667381"/>
                      <a:pt x="153366" y="670101"/>
                    </a:cubicBezTo>
                    <a:cubicBezTo>
                      <a:pt x="161525" y="670101"/>
                      <a:pt x="183283" y="678260"/>
                      <a:pt x="196881" y="678260"/>
                    </a:cubicBezTo>
                    <a:cubicBezTo>
                      <a:pt x="207759" y="678260"/>
                      <a:pt x="210479" y="672820"/>
                      <a:pt x="221358" y="667381"/>
                    </a:cubicBezTo>
                    <a:cubicBezTo>
                      <a:pt x="232236" y="661942"/>
                      <a:pt x="245835" y="664661"/>
                      <a:pt x="253994" y="659222"/>
                    </a:cubicBezTo>
                    <a:cubicBezTo>
                      <a:pt x="262153" y="653783"/>
                      <a:pt x="273031" y="645624"/>
                      <a:pt x="275751" y="637465"/>
                    </a:cubicBezTo>
                    <a:cubicBezTo>
                      <a:pt x="281190" y="629306"/>
                      <a:pt x="281190" y="621147"/>
                      <a:pt x="281190" y="615708"/>
                    </a:cubicBezTo>
                    <a:cubicBezTo>
                      <a:pt x="281190" y="610268"/>
                      <a:pt x="281190" y="607549"/>
                      <a:pt x="278471" y="602109"/>
                    </a:cubicBezTo>
                    <a:cubicBezTo>
                      <a:pt x="275751" y="591231"/>
                      <a:pt x="267592" y="583072"/>
                      <a:pt x="262153" y="572193"/>
                    </a:cubicBezTo>
                    <a:cubicBezTo>
                      <a:pt x="256713" y="561314"/>
                      <a:pt x="253994" y="547716"/>
                      <a:pt x="245835" y="536838"/>
                    </a:cubicBezTo>
                    <a:cubicBezTo>
                      <a:pt x="232236" y="515080"/>
                      <a:pt x="213199" y="498762"/>
                      <a:pt x="196881" y="477005"/>
                    </a:cubicBezTo>
                    <a:cubicBezTo>
                      <a:pt x="180563" y="457968"/>
                      <a:pt x="164245" y="438930"/>
                      <a:pt x="145207" y="419892"/>
                    </a:cubicBezTo>
                    <a:cubicBezTo>
                      <a:pt x="126170" y="400855"/>
                      <a:pt x="109852" y="379098"/>
                      <a:pt x="93534" y="357340"/>
                    </a:cubicBezTo>
                    <a:cubicBezTo>
                      <a:pt x="77216" y="335583"/>
                      <a:pt x="71777" y="308387"/>
                      <a:pt x="66337" y="283910"/>
                    </a:cubicBezTo>
                    <a:cubicBezTo>
                      <a:pt x="63618" y="267592"/>
                      <a:pt x="58178" y="245834"/>
                      <a:pt x="58178" y="224077"/>
                    </a:cubicBezTo>
                    <a:cubicBezTo>
                      <a:pt x="58178" y="194161"/>
                      <a:pt x="69057" y="175123"/>
                      <a:pt x="82655" y="150647"/>
                    </a:cubicBezTo>
                    <a:cubicBezTo>
                      <a:pt x="96253" y="128889"/>
                      <a:pt x="115291" y="109852"/>
                      <a:pt x="137048" y="96253"/>
                    </a:cubicBezTo>
                    <a:cubicBezTo>
                      <a:pt x="158806" y="82655"/>
                      <a:pt x="172404" y="79936"/>
                      <a:pt x="196881" y="77216"/>
                    </a:cubicBezTo>
                    <a:cubicBezTo>
                      <a:pt x="210479" y="77216"/>
                      <a:pt x="215918" y="69057"/>
                      <a:pt x="232236" y="69057"/>
                    </a:cubicBezTo>
                    <a:cubicBezTo>
                      <a:pt x="243115" y="69057"/>
                      <a:pt x="251274" y="71776"/>
                      <a:pt x="262153" y="74496"/>
                    </a:cubicBezTo>
                    <a:cubicBezTo>
                      <a:pt x="273031" y="77216"/>
                      <a:pt x="283910" y="82655"/>
                      <a:pt x="294789" y="85375"/>
                    </a:cubicBezTo>
                    <a:cubicBezTo>
                      <a:pt x="308387" y="90814"/>
                      <a:pt x="319265" y="96253"/>
                      <a:pt x="327424" y="104412"/>
                    </a:cubicBezTo>
                    <a:cubicBezTo>
                      <a:pt x="327424" y="90814"/>
                      <a:pt x="327424" y="79936"/>
                      <a:pt x="332864" y="74496"/>
                    </a:cubicBezTo>
                    <a:cubicBezTo>
                      <a:pt x="335583" y="71776"/>
                      <a:pt x="335583" y="69057"/>
                      <a:pt x="338303" y="63618"/>
                    </a:cubicBezTo>
                    <a:cubicBezTo>
                      <a:pt x="341023" y="60898"/>
                      <a:pt x="346462" y="58178"/>
                      <a:pt x="349182" y="58178"/>
                    </a:cubicBezTo>
                    <a:cubicBezTo>
                      <a:pt x="351901" y="58178"/>
                      <a:pt x="357341" y="60898"/>
                      <a:pt x="357341" y="63618"/>
                    </a:cubicBezTo>
                    <a:cubicBezTo>
                      <a:pt x="360060" y="69057"/>
                      <a:pt x="365500" y="77216"/>
                      <a:pt x="365500" y="82655"/>
                    </a:cubicBezTo>
                    <a:cubicBezTo>
                      <a:pt x="365500" y="90814"/>
                      <a:pt x="368219" y="123450"/>
                      <a:pt x="368219" y="142488"/>
                    </a:cubicBezTo>
                    <a:cubicBezTo>
                      <a:pt x="368219" y="158806"/>
                      <a:pt x="368219" y="177843"/>
                      <a:pt x="368219" y="188722"/>
                    </a:cubicBezTo>
                    <a:cubicBezTo>
                      <a:pt x="368219" y="213199"/>
                      <a:pt x="370939" y="224077"/>
                      <a:pt x="370939" y="245834"/>
                    </a:cubicBezTo>
                    <a:cubicBezTo>
                      <a:pt x="370939" y="256713"/>
                      <a:pt x="370939" y="286629"/>
                      <a:pt x="354621" y="286629"/>
                    </a:cubicBezTo>
                    <a:cubicBezTo>
                      <a:pt x="346462" y="286629"/>
                      <a:pt x="343742" y="283910"/>
                      <a:pt x="338303" y="281190"/>
                    </a:cubicBezTo>
                    <a:cubicBezTo>
                      <a:pt x="332864" y="278470"/>
                      <a:pt x="330144" y="270311"/>
                      <a:pt x="330144" y="264872"/>
                    </a:cubicBezTo>
                    <a:cubicBezTo>
                      <a:pt x="327424" y="256713"/>
                      <a:pt x="327424" y="251274"/>
                      <a:pt x="327424" y="248554"/>
                    </a:cubicBezTo>
                    <a:cubicBezTo>
                      <a:pt x="327424" y="240395"/>
                      <a:pt x="330144" y="234956"/>
                      <a:pt x="330144" y="221357"/>
                    </a:cubicBezTo>
                    <a:cubicBezTo>
                      <a:pt x="330144" y="213199"/>
                      <a:pt x="330144" y="202320"/>
                      <a:pt x="330144" y="188722"/>
                    </a:cubicBezTo>
                    <a:cubicBezTo>
                      <a:pt x="330144" y="180563"/>
                      <a:pt x="327424" y="172404"/>
                      <a:pt x="327424" y="164245"/>
                    </a:cubicBezTo>
                    <a:cubicBezTo>
                      <a:pt x="324705" y="153366"/>
                      <a:pt x="319265" y="142488"/>
                      <a:pt x="311107" y="134329"/>
                    </a:cubicBezTo>
                    <a:cubicBezTo>
                      <a:pt x="302948" y="126170"/>
                      <a:pt x="294789" y="120730"/>
                      <a:pt x="283910" y="118011"/>
                    </a:cubicBezTo>
                    <a:cubicBezTo>
                      <a:pt x="275751" y="115291"/>
                      <a:pt x="262153" y="112571"/>
                      <a:pt x="251274" y="112571"/>
                    </a:cubicBezTo>
                    <a:cubicBezTo>
                      <a:pt x="237676" y="112571"/>
                      <a:pt x="224077" y="115291"/>
                      <a:pt x="215918" y="123450"/>
                    </a:cubicBezTo>
                    <a:cubicBezTo>
                      <a:pt x="207759" y="128889"/>
                      <a:pt x="205040" y="139768"/>
                      <a:pt x="202320" y="147927"/>
                    </a:cubicBezTo>
                    <a:cubicBezTo>
                      <a:pt x="196881" y="158806"/>
                      <a:pt x="191442" y="166964"/>
                      <a:pt x="188722" y="180563"/>
                    </a:cubicBezTo>
                    <a:cubicBezTo>
                      <a:pt x="186002" y="191441"/>
                      <a:pt x="183283" y="199600"/>
                      <a:pt x="183283" y="210479"/>
                    </a:cubicBezTo>
                    <a:cubicBezTo>
                      <a:pt x="183283" y="215918"/>
                      <a:pt x="186002" y="221357"/>
                      <a:pt x="188722" y="226797"/>
                    </a:cubicBezTo>
                    <a:cubicBezTo>
                      <a:pt x="191442" y="234956"/>
                      <a:pt x="188722" y="243115"/>
                      <a:pt x="188722" y="248554"/>
                    </a:cubicBezTo>
                    <a:cubicBezTo>
                      <a:pt x="191442" y="259433"/>
                      <a:pt x="202320" y="264872"/>
                      <a:pt x="210479" y="273031"/>
                    </a:cubicBezTo>
                    <a:cubicBezTo>
                      <a:pt x="218638" y="281190"/>
                      <a:pt x="221358" y="292069"/>
                      <a:pt x="226797" y="300228"/>
                    </a:cubicBezTo>
                    <a:cubicBezTo>
                      <a:pt x="234956" y="311106"/>
                      <a:pt x="245835" y="321985"/>
                      <a:pt x="256713" y="332864"/>
                    </a:cubicBezTo>
                    <a:cubicBezTo>
                      <a:pt x="259433" y="338303"/>
                      <a:pt x="267592" y="343742"/>
                      <a:pt x="275751" y="351901"/>
                    </a:cubicBezTo>
                    <a:cubicBezTo>
                      <a:pt x="292069" y="368219"/>
                      <a:pt x="311107" y="384537"/>
                      <a:pt x="324705" y="400855"/>
                    </a:cubicBezTo>
                    <a:cubicBezTo>
                      <a:pt x="332864" y="409014"/>
                      <a:pt x="335583" y="419892"/>
                      <a:pt x="343742" y="428051"/>
                    </a:cubicBezTo>
                    <a:cubicBezTo>
                      <a:pt x="346462" y="430771"/>
                      <a:pt x="349182" y="430771"/>
                      <a:pt x="351901" y="433491"/>
                    </a:cubicBezTo>
                    <a:cubicBezTo>
                      <a:pt x="354621" y="436210"/>
                      <a:pt x="357341" y="441650"/>
                      <a:pt x="360060" y="447089"/>
                    </a:cubicBezTo>
                    <a:cubicBezTo>
                      <a:pt x="368219" y="455248"/>
                      <a:pt x="376378" y="463407"/>
                      <a:pt x="384537" y="474286"/>
                    </a:cubicBezTo>
                    <a:cubicBezTo>
                      <a:pt x="389977" y="482445"/>
                      <a:pt x="392696" y="496043"/>
                      <a:pt x="395416" y="506921"/>
                    </a:cubicBezTo>
                    <a:cubicBezTo>
                      <a:pt x="400855" y="517800"/>
                      <a:pt x="400855" y="528679"/>
                      <a:pt x="406295" y="536838"/>
                    </a:cubicBezTo>
                    <a:cubicBezTo>
                      <a:pt x="409014" y="539557"/>
                      <a:pt x="409014" y="544997"/>
                      <a:pt x="409014" y="547716"/>
                    </a:cubicBezTo>
                    <a:cubicBezTo>
                      <a:pt x="409014" y="555875"/>
                      <a:pt x="406295" y="561314"/>
                      <a:pt x="406295" y="569473"/>
                    </a:cubicBezTo>
                    <a:cubicBezTo>
                      <a:pt x="406295" y="574913"/>
                      <a:pt x="403575" y="577632"/>
                      <a:pt x="403575" y="583072"/>
                    </a:cubicBezTo>
                    <a:lnTo>
                      <a:pt x="403575" y="583072"/>
                    </a:lnTo>
                    <a:close/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5" name="Freeform: Shape 37">
                <a:extLst>
                  <a:ext uri="{FF2B5EF4-FFF2-40B4-BE49-F238E27FC236}">
                    <a16:creationId xmlns:a16="http://schemas.microsoft.com/office/drawing/2014/main" id="{F26F536C-51BC-FB49-895A-CF17A5A21421}"/>
                  </a:ext>
                </a:extLst>
              </p:cNvPr>
              <p:cNvSpPr/>
              <p:nvPr/>
            </p:nvSpPr>
            <p:spPr>
              <a:xfrm>
                <a:off x="2456032" y="4192158"/>
                <a:ext cx="571128" cy="761503"/>
              </a:xfrm>
              <a:custGeom>
                <a:avLst/>
                <a:gdLst>
                  <a:gd name="connsiteX0" fmla="*/ 512361 w 571128"/>
                  <a:gd name="connsiteY0" fmla="*/ 79936 h 761503"/>
                  <a:gd name="connsiteX1" fmla="*/ 539558 w 571128"/>
                  <a:gd name="connsiteY1" fmla="*/ 96253 h 761503"/>
                  <a:gd name="connsiteX2" fmla="*/ 534118 w 571128"/>
                  <a:gd name="connsiteY2" fmla="*/ 112571 h 761503"/>
                  <a:gd name="connsiteX3" fmla="*/ 523240 w 571128"/>
                  <a:gd name="connsiteY3" fmla="*/ 120730 h 761503"/>
                  <a:gd name="connsiteX4" fmla="*/ 506922 w 571128"/>
                  <a:gd name="connsiteY4" fmla="*/ 123450 h 761503"/>
                  <a:gd name="connsiteX5" fmla="*/ 477006 w 571128"/>
                  <a:gd name="connsiteY5" fmla="*/ 123450 h 761503"/>
                  <a:gd name="connsiteX6" fmla="*/ 479725 w 571128"/>
                  <a:gd name="connsiteY6" fmla="*/ 145207 h 761503"/>
                  <a:gd name="connsiteX7" fmla="*/ 477006 w 571128"/>
                  <a:gd name="connsiteY7" fmla="*/ 180563 h 761503"/>
                  <a:gd name="connsiteX8" fmla="*/ 482445 w 571128"/>
                  <a:gd name="connsiteY8" fmla="*/ 232236 h 761503"/>
                  <a:gd name="connsiteX9" fmla="*/ 485165 w 571128"/>
                  <a:gd name="connsiteY9" fmla="*/ 283910 h 761503"/>
                  <a:gd name="connsiteX10" fmla="*/ 485165 w 571128"/>
                  <a:gd name="connsiteY10" fmla="*/ 327424 h 761503"/>
                  <a:gd name="connsiteX11" fmla="*/ 487884 w 571128"/>
                  <a:gd name="connsiteY11" fmla="*/ 373658 h 761503"/>
                  <a:gd name="connsiteX12" fmla="*/ 485165 w 571128"/>
                  <a:gd name="connsiteY12" fmla="*/ 419892 h 761503"/>
                  <a:gd name="connsiteX13" fmla="*/ 485165 w 571128"/>
                  <a:gd name="connsiteY13" fmla="*/ 463407 h 761503"/>
                  <a:gd name="connsiteX14" fmla="*/ 482445 w 571128"/>
                  <a:gd name="connsiteY14" fmla="*/ 515080 h 761503"/>
                  <a:gd name="connsiteX15" fmla="*/ 482445 w 571128"/>
                  <a:gd name="connsiteY15" fmla="*/ 558595 h 761503"/>
                  <a:gd name="connsiteX16" fmla="*/ 479725 w 571128"/>
                  <a:gd name="connsiteY16" fmla="*/ 602109 h 761503"/>
                  <a:gd name="connsiteX17" fmla="*/ 485165 w 571128"/>
                  <a:gd name="connsiteY17" fmla="*/ 648343 h 761503"/>
                  <a:gd name="connsiteX18" fmla="*/ 474286 w 571128"/>
                  <a:gd name="connsiteY18" fmla="*/ 675540 h 761503"/>
                  <a:gd name="connsiteX19" fmla="*/ 428052 w 571128"/>
                  <a:gd name="connsiteY19" fmla="*/ 691858 h 761503"/>
                  <a:gd name="connsiteX20" fmla="*/ 387257 w 571128"/>
                  <a:gd name="connsiteY20" fmla="*/ 683699 h 761503"/>
                  <a:gd name="connsiteX21" fmla="*/ 351901 w 571128"/>
                  <a:gd name="connsiteY21" fmla="*/ 664661 h 761503"/>
                  <a:gd name="connsiteX22" fmla="*/ 305667 w 571128"/>
                  <a:gd name="connsiteY22" fmla="*/ 596670 h 761503"/>
                  <a:gd name="connsiteX23" fmla="*/ 270312 w 571128"/>
                  <a:gd name="connsiteY23" fmla="*/ 509641 h 761503"/>
                  <a:gd name="connsiteX24" fmla="*/ 251274 w 571128"/>
                  <a:gd name="connsiteY24" fmla="*/ 460687 h 761503"/>
                  <a:gd name="connsiteX25" fmla="*/ 224077 w 571128"/>
                  <a:gd name="connsiteY25" fmla="*/ 381817 h 761503"/>
                  <a:gd name="connsiteX26" fmla="*/ 207759 w 571128"/>
                  <a:gd name="connsiteY26" fmla="*/ 330144 h 761503"/>
                  <a:gd name="connsiteX27" fmla="*/ 191442 w 571128"/>
                  <a:gd name="connsiteY27" fmla="*/ 286629 h 761503"/>
                  <a:gd name="connsiteX28" fmla="*/ 183283 w 571128"/>
                  <a:gd name="connsiteY28" fmla="*/ 278470 h 761503"/>
                  <a:gd name="connsiteX29" fmla="*/ 180563 w 571128"/>
                  <a:gd name="connsiteY29" fmla="*/ 292069 h 761503"/>
                  <a:gd name="connsiteX30" fmla="*/ 180563 w 571128"/>
                  <a:gd name="connsiteY30" fmla="*/ 305667 h 761503"/>
                  <a:gd name="connsiteX31" fmla="*/ 183283 w 571128"/>
                  <a:gd name="connsiteY31" fmla="*/ 354621 h 761503"/>
                  <a:gd name="connsiteX32" fmla="*/ 188722 w 571128"/>
                  <a:gd name="connsiteY32" fmla="*/ 449809 h 761503"/>
                  <a:gd name="connsiteX33" fmla="*/ 188722 w 571128"/>
                  <a:gd name="connsiteY33" fmla="*/ 479725 h 761503"/>
                  <a:gd name="connsiteX34" fmla="*/ 188722 w 571128"/>
                  <a:gd name="connsiteY34" fmla="*/ 542277 h 761503"/>
                  <a:gd name="connsiteX35" fmla="*/ 186002 w 571128"/>
                  <a:gd name="connsiteY35" fmla="*/ 615708 h 761503"/>
                  <a:gd name="connsiteX36" fmla="*/ 186002 w 571128"/>
                  <a:gd name="connsiteY36" fmla="*/ 637465 h 761503"/>
                  <a:gd name="connsiteX37" fmla="*/ 183283 w 571128"/>
                  <a:gd name="connsiteY37" fmla="*/ 664661 h 761503"/>
                  <a:gd name="connsiteX38" fmla="*/ 226797 w 571128"/>
                  <a:gd name="connsiteY38" fmla="*/ 664661 h 761503"/>
                  <a:gd name="connsiteX39" fmla="*/ 253994 w 571128"/>
                  <a:gd name="connsiteY39" fmla="*/ 680979 h 761503"/>
                  <a:gd name="connsiteX40" fmla="*/ 248554 w 571128"/>
                  <a:gd name="connsiteY40" fmla="*/ 697297 h 761503"/>
                  <a:gd name="connsiteX41" fmla="*/ 234956 w 571128"/>
                  <a:gd name="connsiteY41" fmla="*/ 705456 h 761503"/>
                  <a:gd name="connsiteX42" fmla="*/ 218638 w 571128"/>
                  <a:gd name="connsiteY42" fmla="*/ 708176 h 761503"/>
                  <a:gd name="connsiteX43" fmla="*/ 183283 w 571128"/>
                  <a:gd name="connsiteY43" fmla="*/ 708176 h 761503"/>
                  <a:gd name="connsiteX44" fmla="*/ 150647 w 571128"/>
                  <a:gd name="connsiteY44" fmla="*/ 708176 h 761503"/>
                  <a:gd name="connsiteX45" fmla="*/ 107132 w 571128"/>
                  <a:gd name="connsiteY45" fmla="*/ 708176 h 761503"/>
                  <a:gd name="connsiteX46" fmla="*/ 88094 w 571128"/>
                  <a:gd name="connsiteY46" fmla="*/ 708176 h 761503"/>
                  <a:gd name="connsiteX47" fmla="*/ 69057 w 571128"/>
                  <a:gd name="connsiteY47" fmla="*/ 702737 h 761503"/>
                  <a:gd name="connsiteX48" fmla="*/ 58178 w 571128"/>
                  <a:gd name="connsiteY48" fmla="*/ 686419 h 761503"/>
                  <a:gd name="connsiteX49" fmla="*/ 60898 w 571128"/>
                  <a:gd name="connsiteY49" fmla="*/ 678260 h 761503"/>
                  <a:gd name="connsiteX50" fmla="*/ 77216 w 571128"/>
                  <a:gd name="connsiteY50" fmla="*/ 670101 h 761503"/>
                  <a:gd name="connsiteX51" fmla="*/ 120730 w 571128"/>
                  <a:gd name="connsiteY51" fmla="*/ 664661 h 761503"/>
                  <a:gd name="connsiteX52" fmla="*/ 131609 w 571128"/>
                  <a:gd name="connsiteY52" fmla="*/ 664661 h 761503"/>
                  <a:gd name="connsiteX53" fmla="*/ 134329 w 571128"/>
                  <a:gd name="connsiteY53" fmla="*/ 539557 h 761503"/>
                  <a:gd name="connsiteX54" fmla="*/ 134329 w 571128"/>
                  <a:gd name="connsiteY54" fmla="*/ 504202 h 761503"/>
                  <a:gd name="connsiteX55" fmla="*/ 131609 w 571128"/>
                  <a:gd name="connsiteY55" fmla="*/ 376378 h 761503"/>
                  <a:gd name="connsiteX56" fmla="*/ 131609 w 571128"/>
                  <a:gd name="connsiteY56" fmla="*/ 302947 h 761503"/>
                  <a:gd name="connsiteX57" fmla="*/ 134329 w 571128"/>
                  <a:gd name="connsiteY57" fmla="*/ 221357 h 761503"/>
                  <a:gd name="connsiteX58" fmla="*/ 137048 w 571128"/>
                  <a:gd name="connsiteY58" fmla="*/ 123450 h 761503"/>
                  <a:gd name="connsiteX59" fmla="*/ 107132 w 571128"/>
                  <a:gd name="connsiteY59" fmla="*/ 123450 h 761503"/>
                  <a:gd name="connsiteX60" fmla="*/ 88094 w 571128"/>
                  <a:gd name="connsiteY60" fmla="*/ 123450 h 761503"/>
                  <a:gd name="connsiteX61" fmla="*/ 69057 w 571128"/>
                  <a:gd name="connsiteY61" fmla="*/ 118011 h 761503"/>
                  <a:gd name="connsiteX62" fmla="*/ 58178 w 571128"/>
                  <a:gd name="connsiteY62" fmla="*/ 101693 h 761503"/>
                  <a:gd name="connsiteX63" fmla="*/ 60898 w 571128"/>
                  <a:gd name="connsiteY63" fmla="*/ 93534 h 761503"/>
                  <a:gd name="connsiteX64" fmla="*/ 77216 w 571128"/>
                  <a:gd name="connsiteY64" fmla="*/ 85375 h 761503"/>
                  <a:gd name="connsiteX65" fmla="*/ 131609 w 571128"/>
                  <a:gd name="connsiteY65" fmla="*/ 79936 h 761503"/>
                  <a:gd name="connsiteX66" fmla="*/ 161525 w 571128"/>
                  <a:gd name="connsiteY66" fmla="*/ 79936 h 761503"/>
                  <a:gd name="connsiteX67" fmla="*/ 177843 w 571128"/>
                  <a:gd name="connsiteY67" fmla="*/ 66337 h 761503"/>
                  <a:gd name="connsiteX68" fmla="*/ 202320 w 571128"/>
                  <a:gd name="connsiteY68" fmla="*/ 58178 h 761503"/>
                  <a:gd name="connsiteX69" fmla="*/ 234956 w 571128"/>
                  <a:gd name="connsiteY69" fmla="*/ 77216 h 761503"/>
                  <a:gd name="connsiteX70" fmla="*/ 251274 w 571128"/>
                  <a:gd name="connsiteY70" fmla="*/ 107132 h 761503"/>
                  <a:gd name="connsiteX71" fmla="*/ 267592 w 571128"/>
                  <a:gd name="connsiteY71" fmla="*/ 147927 h 761503"/>
                  <a:gd name="connsiteX72" fmla="*/ 281190 w 571128"/>
                  <a:gd name="connsiteY72" fmla="*/ 183282 h 761503"/>
                  <a:gd name="connsiteX73" fmla="*/ 297508 w 571128"/>
                  <a:gd name="connsiteY73" fmla="*/ 224077 h 761503"/>
                  <a:gd name="connsiteX74" fmla="*/ 308387 w 571128"/>
                  <a:gd name="connsiteY74" fmla="*/ 264872 h 761503"/>
                  <a:gd name="connsiteX75" fmla="*/ 319265 w 571128"/>
                  <a:gd name="connsiteY75" fmla="*/ 300228 h 761503"/>
                  <a:gd name="connsiteX76" fmla="*/ 351901 w 571128"/>
                  <a:gd name="connsiteY76" fmla="*/ 379098 h 761503"/>
                  <a:gd name="connsiteX77" fmla="*/ 365500 w 571128"/>
                  <a:gd name="connsiteY77" fmla="*/ 417173 h 761503"/>
                  <a:gd name="connsiteX78" fmla="*/ 379098 w 571128"/>
                  <a:gd name="connsiteY78" fmla="*/ 457968 h 761503"/>
                  <a:gd name="connsiteX79" fmla="*/ 395416 w 571128"/>
                  <a:gd name="connsiteY79" fmla="*/ 496043 h 761503"/>
                  <a:gd name="connsiteX80" fmla="*/ 406295 w 571128"/>
                  <a:gd name="connsiteY80" fmla="*/ 512361 h 761503"/>
                  <a:gd name="connsiteX81" fmla="*/ 411734 w 571128"/>
                  <a:gd name="connsiteY81" fmla="*/ 531398 h 761503"/>
                  <a:gd name="connsiteX82" fmla="*/ 419893 w 571128"/>
                  <a:gd name="connsiteY82" fmla="*/ 558595 h 761503"/>
                  <a:gd name="connsiteX83" fmla="*/ 425332 w 571128"/>
                  <a:gd name="connsiteY83" fmla="*/ 564034 h 761503"/>
                  <a:gd name="connsiteX84" fmla="*/ 430771 w 571128"/>
                  <a:gd name="connsiteY84" fmla="*/ 558595 h 761503"/>
                  <a:gd name="connsiteX85" fmla="*/ 430771 w 571128"/>
                  <a:gd name="connsiteY85" fmla="*/ 550436 h 761503"/>
                  <a:gd name="connsiteX86" fmla="*/ 430771 w 571128"/>
                  <a:gd name="connsiteY86" fmla="*/ 501482 h 761503"/>
                  <a:gd name="connsiteX87" fmla="*/ 430771 w 571128"/>
                  <a:gd name="connsiteY87" fmla="*/ 403575 h 761503"/>
                  <a:gd name="connsiteX88" fmla="*/ 425332 w 571128"/>
                  <a:gd name="connsiteY88" fmla="*/ 313826 h 761503"/>
                  <a:gd name="connsiteX89" fmla="*/ 425332 w 571128"/>
                  <a:gd name="connsiteY89" fmla="*/ 248554 h 761503"/>
                  <a:gd name="connsiteX90" fmla="*/ 425332 w 571128"/>
                  <a:gd name="connsiteY90" fmla="*/ 210479 h 761503"/>
                  <a:gd name="connsiteX91" fmla="*/ 422613 w 571128"/>
                  <a:gd name="connsiteY91" fmla="*/ 153366 h 761503"/>
                  <a:gd name="connsiteX92" fmla="*/ 425332 w 571128"/>
                  <a:gd name="connsiteY92" fmla="*/ 123450 h 761503"/>
                  <a:gd name="connsiteX93" fmla="*/ 398136 w 571128"/>
                  <a:gd name="connsiteY93" fmla="*/ 123450 h 761503"/>
                  <a:gd name="connsiteX94" fmla="*/ 379098 w 571128"/>
                  <a:gd name="connsiteY94" fmla="*/ 123450 h 761503"/>
                  <a:gd name="connsiteX95" fmla="*/ 360060 w 571128"/>
                  <a:gd name="connsiteY95" fmla="*/ 118011 h 761503"/>
                  <a:gd name="connsiteX96" fmla="*/ 349182 w 571128"/>
                  <a:gd name="connsiteY96" fmla="*/ 101693 h 761503"/>
                  <a:gd name="connsiteX97" fmla="*/ 351901 w 571128"/>
                  <a:gd name="connsiteY97" fmla="*/ 93534 h 761503"/>
                  <a:gd name="connsiteX98" fmla="*/ 368219 w 571128"/>
                  <a:gd name="connsiteY98" fmla="*/ 85375 h 761503"/>
                  <a:gd name="connsiteX99" fmla="*/ 422613 w 571128"/>
                  <a:gd name="connsiteY99" fmla="*/ 79936 h 761503"/>
                  <a:gd name="connsiteX100" fmla="*/ 444370 w 571128"/>
                  <a:gd name="connsiteY100" fmla="*/ 79936 h 761503"/>
                  <a:gd name="connsiteX101" fmla="*/ 463407 w 571128"/>
                  <a:gd name="connsiteY101" fmla="*/ 71776 h 761503"/>
                  <a:gd name="connsiteX102" fmla="*/ 477006 w 571128"/>
                  <a:gd name="connsiteY102" fmla="*/ 79936 h 761503"/>
                  <a:gd name="connsiteX103" fmla="*/ 512361 w 571128"/>
                  <a:gd name="connsiteY103" fmla="*/ 79936 h 761503"/>
                  <a:gd name="connsiteX104" fmla="*/ 512361 w 571128"/>
                  <a:gd name="connsiteY104" fmla="*/ 79936 h 761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</a:cxnLst>
                <a:rect l="l" t="t" r="r" b="b"/>
                <a:pathLst>
                  <a:path w="571128" h="761503">
                    <a:moveTo>
                      <a:pt x="512361" y="79936"/>
                    </a:moveTo>
                    <a:cubicBezTo>
                      <a:pt x="520520" y="79936"/>
                      <a:pt x="539558" y="79936"/>
                      <a:pt x="539558" y="96253"/>
                    </a:cubicBezTo>
                    <a:cubicBezTo>
                      <a:pt x="539558" y="104412"/>
                      <a:pt x="539558" y="107132"/>
                      <a:pt x="534118" y="112571"/>
                    </a:cubicBezTo>
                    <a:cubicBezTo>
                      <a:pt x="531399" y="118011"/>
                      <a:pt x="525960" y="120730"/>
                      <a:pt x="523240" y="120730"/>
                    </a:cubicBezTo>
                    <a:cubicBezTo>
                      <a:pt x="515081" y="123450"/>
                      <a:pt x="512361" y="123450"/>
                      <a:pt x="506922" y="123450"/>
                    </a:cubicBezTo>
                    <a:cubicBezTo>
                      <a:pt x="504202" y="123450"/>
                      <a:pt x="490604" y="123450"/>
                      <a:pt x="477006" y="123450"/>
                    </a:cubicBezTo>
                    <a:cubicBezTo>
                      <a:pt x="477006" y="131609"/>
                      <a:pt x="479725" y="137048"/>
                      <a:pt x="479725" y="145207"/>
                    </a:cubicBezTo>
                    <a:cubicBezTo>
                      <a:pt x="479725" y="156086"/>
                      <a:pt x="477006" y="166964"/>
                      <a:pt x="477006" y="180563"/>
                    </a:cubicBezTo>
                    <a:cubicBezTo>
                      <a:pt x="477006" y="196881"/>
                      <a:pt x="479725" y="215918"/>
                      <a:pt x="482445" y="232236"/>
                    </a:cubicBezTo>
                    <a:cubicBezTo>
                      <a:pt x="485165" y="248554"/>
                      <a:pt x="485165" y="267592"/>
                      <a:pt x="485165" y="283910"/>
                    </a:cubicBezTo>
                    <a:cubicBezTo>
                      <a:pt x="485165" y="297508"/>
                      <a:pt x="485165" y="313826"/>
                      <a:pt x="485165" y="327424"/>
                    </a:cubicBezTo>
                    <a:cubicBezTo>
                      <a:pt x="485165" y="343742"/>
                      <a:pt x="487884" y="357340"/>
                      <a:pt x="487884" y="373658"/>
                    </a:cubicBezTo>
                    <a:cubicBezTo>
                      <a:pt x="487884" y="389976"/>
                      <a:pt x="485165" y="403575"/>
                      <a:pt x="485165" y="419892"/>
                    </a:cubicBezTo>
                    <a:cubicBezTo>
                      <a:pt x="485165" y="436210"/>
                      <a:pt x="485165" y="449809"/>
                      <a:pt x="485165" y="463407"/>
                    </a:cubicBezTo>
                    <a:cubicBezTo>
                      <a:pt x="485165" y="479725"/>
                      <a:pt x="485165" y="498762"/>
                      <a:pt x="482445" y="515080"/>
                    </a:cubicBezTo>
                    <a:cubicBezTo>
                      <a:pt x="482445" y="528679"/>
                      <a:pt x="482445" y="542277"/>
                      <a:pt x="482445" y="558595"/>
                    </a:cubicBezTo>
                    <a:cubicBezTo>
                      <a:pt x="482445" y="572193"/>
                      <a:pt x="479725" y="588511"/>
                      <a:pt x="479725" y="602109"/>
                    </a:cubicBezTo>
                    <a:cubicBezTo>
                      <a:pt x="479725" y="615708"/>
                      <a:pt x="485165" y="632026"/>
                      <a:pt x="485165" y="648343"/>
                    </a:cubicBezTo>
                    <a:cubicBezTo>
                      <a:pt x="485165" y="659222"/>
                      <a:pt x="482445" y="670101"/>
                      <a:pt x="474286" y="675540"/>
                    </a:cubicBezTo>
                    <a:cubicBezTo>
                      <a:pt x="460688" y="686419"/>
                      <a:pt x="444370" y="691858"/>
                      <a:pt x="428052" y="691858"/>
                    </a:cubicBezTo>
                    <a:cubicBezTo>
                      <a:pt x="414454" y="691858"/>
                      <a:pt x="400855" y="689138"/>
                      <a:pt x="387257" y="683699"/>
                    </a:cubicBezTo>
                    <a:cubicBezTo>
                      <a:pt x="373659" y="678260"/>
                      <a:pt x="360060" y="672820"/>
                      <a:pt x="351901" y="664661"/>
                    </a:cubicBezTo>
                    <a:cubicBezTo>
                      <a:pt x="330144" y="645624"/>
                      <a:pt x="316546" y="621147"/>
                      <a:pt x="305667" y="596670"/>
                    </a:cubicBezTo>
                    <a:cubicBezTo>
                      <a:pt x="292069" y="569473"/>
                      <a:pt x="281190" y="539557"/>
                      <a:pt x="270312" y="509641"/>
                    </a:cubicBezTo>
                    <a:cubicBezTo>
                      <a:pt x="264872" y="493323"/>
                      <a:pt x="256713" y="477005"/>
                      <a:pt x="251274" y="460687"/>
                    </a:cubicBezTo>
                    <a:cubicBezTo>
                      <a:pt x="240395" y="433491"/>
                      <a:pt x="232236" y="409014"/>
                      <a:pt x="224077" y="381817"/>
                    </a:cubicBezTo>
                    <a:cubicBezTo>
                      <a:pt x="218638" y="365499"/>
                      <a:pt x="213199" y="346462"/>
                      <a:pt x="207759" y="330144"/>
                    </a:cubicBezTo>
                    <a:cubicBezTo>
                      <a:pt x="202320" y="316545"/>
                      <a:pt x="196881" y="300228"/>
                      <a:pt x="191442" y="286629"/>
                    </a:cubicBezTo>
                    <a:cubicBezTo>
                      <a:pt x="188722" y="281190"/>
                      <a:pt x="186002" y="278470"/>
                      <a:pt x="183283" y="278470"/>
                    </a:cubicBezTo>
                    <a:cubicBezTo>
                      <a:pt x="180563" y="278470"/>
                      <a:pt x="180563" y="286629"/>
                      <a:pt x="180563" y="292069"/>
                    </a:cubicBezTo>
                    <a:cubicBezTo>
                      <a:pt x="180563" y="297508"/>
                      <a:pt x="180563" y="302947"/>
                      <a:pt x="180563" y="305667"/>
                    </a:cubicBezTo>
                    <a:cubicBezTo>
                      <a:pt x="180563" y="321985"/>
                      <a:pt x="183283" y="338303"/>
                      <a:pt x="183283" y="354621"/>
                    </a:cubicBezTo>
                    <a:cubicBezTo>
                      <a:pt x="183283" y="387257"/>
                      <a:pt x="186002" y="417173"/>
                      <a:pt x="188722" y="449809"/>
                    </a:cubicBezTo>
                    <a:cubicBezTo>
                      <a:pt x="188722" y="460687"/>
                      <a:pt x="188722" y="468846"/>
                      <a:pt x="188722" y="479725"/>
                    </a:cubicBezTo>
                    <a:cubicBezTo>
                      <a:pt x="188722" y="501482"/>
                      <a:pt x="188722" y="523239"/>
                      <a:pt x="188722" y="542277"/>
                    </a:cubicBezTo>
                    <a:cubicBezTo>
                      <a:pt x="188722" y="566754"/>
                      <a:pt x="186002" y="591231"/>
                      <a:pt x="186002" y="615708"/>
                    </a:cubicBezTo>
                    <a:cubicBezTo>
                      <a:pt x="186002" y="623867"/>
                      <a:pt x="186002" y="632026"/>
                      <a:pt x="186002" y="637465"/>
                    </a:cubicBezTo>
                    <a:cubicBezTo>
                      <a:pt x="186002" y="645624"/>
                      <a:pt x="183283" y="656502"/>
                      <a:pt x="183283" y="664661"/>
                    </a:cubicBezTo>
                    <a:cubicBezTo>
                      <a:pt x="202320" y="664661"/>
                      <a:pt x="218638" y="664661"/>
                      <a:pt x="226797" y="664661"/>
                    </a:cubicBezTo>
                    <a:cubicBezTo>
                      <a:pt x="234956" y="664661"/>
                      <a:pt x="253994" y="664661"/>
                      <a:pt x="253994" y="680979"/>
                    </a:cubicBezTo>
                    <a:cubicBezTo>
                      <a:pt x="253994" y="689138"/>
                      <a:pt x="253994" y="691858"/>
                      <a:pt x="248554" y="697297"/>
                    </a:cubicBezTo>
                    <a:cubicBezTo>
                      <a:pt x="245835" y="702737"/>
                      <a:pt x="240395" y="705456"/>
                      <a:pt x="234956" y="705456"/>
                    </a:cubicBezTo>
                    <a:cubicBezTo>
                      <a:pt x="226797" y="708176"/>
                      <a:pt x="224077" y="708176"/>
                      <a:pt x="218638" y="708176"/>
                    </a:cubicBezTo>
                    <a:cubicBezTo>
                      <a:pt x="215918" y="708176"/>
                      <a:pt x="199600" y="708176"/>
                      <a:pt x="183283" y="708176"/>
                    </a:cubicBezTo>
                    <a:cubicBezTo>
                      <a:pt x="166965" y="708176"/>
                      <a:pt x="153366" y="708176"/>
                      <a:pt x="150647" y="708176"/>
                    </a:cubicBezTo>
                    <a:cubicBezTo>
                      <a:pt x="139768" y="708176"/>
                      <a:pt x="120730" y="708176"/>
                      <a:pt x="107132" y="708176"/>
                    </a:cubicBezTo>
                    <a:cubicBezTo>
                      <a:pt x="101693" y="708176"/>
                      <a:pt x="96253" y="708176"/>
                      <a:pt x="88094" y="708176"/>
                    </a:cubicBezTo>
                    <a:cubicBezTo>
                      <a:pt x="82655" y="708176"/>
                      <a:pt x="74496" y="708176"/>
                      <a:pt x="69057" y="702737"/>
                    </a:cubicBezTo>
                    <a:cubicBezTo>
                      <a:pt x="63618" y="700017"/>
                      <a:pt x="58178" y="691858"/>
                      <a:pt x="58178" y="686419"/>
                    </a:cubicBezTo>
                    <a:cubicBezTo>
                      <a:pt x="58178" y="683699"/>
                      <a:pt x="58178" y="680979"/>
                      <a:pt x="60898" y="678260"/>
                    </a:cubicBezTo>
                    <a:cubicBezTo>
                      <a:pt x="63618" y="675540"/>
                      <a:pt x="71777" y="672820"/>
                      <a:pt x="77216" y="670101"/>
                    </a:cubicBezTo>
                    <a:cubicBezTo>
                      <a:pt x="90814" y="667381"/>
                      <a:pt x="115291" y="664661"/>
                      <a:pt x="120730" y="664661"/>
                    </a:cubicBezTo>
                    <a:cubicBezTo>
                      <a:pt x="123450" y="664661"/>
                      <a:pt x="126170" y="664661"/>
                      <a:pt x="131609" y="664661"/>
                    </a:cubicBezTo>
                    <a:cubicBezTo>
                      <a:pt x="131609" y="623867"/>
                      <a:pt x="134329" y="583072"/>
                      <a:pt x="134329" y="539557"/>
                    </a:cubicBezTo>
                    <a:cubicBezTo>
                      <a:pt x="134329" y="528679"/>
                      <a:pt x="134329" y="515080"/>
                      <a:pt x="134329" y="504202"/>
                    </a:cubicBezTo>
                    <a:cubicBezTo>
                      <a:pt x="131609" y="460687"/>
                      <a:pt x="131609" y="417173"/>
                      <a:pt x="131609" y="376378"/>
                    </a:cubicBezTo>
                    <a:cubicBezTo>
                      <a:pt x="131609" y="351901"/>
                      <a:pt x="131609" y="327424"/>
                      <a:pt x="131609" y="302947"/>
                    </a:cubicBezTo>
                    <a:cubicBezTo>
                      <a:pt x="131609" y="275751"/>
                      <a:pt x="131609" y="248554"/>
                      <a:pt x="134329" y="221357"/>
                    </a:cubicBezTo>
                    <a:cubicBezTo>
                      <a:pt x="134329" y="188722"/>
                      <a:pt x="137048" y="156086"/>
                      <a:pt x="137048" y="123450"/>
                    </a:cubicBezTo>
                    <a:cubicBezTo>
                      <a:pt x="126170" y="123450"/>
                      <a:pt x="115291" y="123450"/>
                      <a:pt x="107132" y="123450"/>
                    </a:cubicBezTo>
                    <a:cubicBezTo>
                      <a:pt x="101693" y="123450"/>
                      <a:pt x="96253" y="123450"/>
                      <a:pt x="88094" y="123450"/>
                    </a:cubicBezTo>
                    <a:cubicBezTo>
                      <a:pt x="82655" y="123450"/>
                      <a:pt x="74496" y="120730"/>
                      <a:pt x="69057" y="118011"/>
                    </a:cubicBezTo>
                    <a:cubicBezTo>
                      <a:pt x="63618" y="115291"/>
                      <a:pt x="58178" y="107132"/>
                      <a:pt x="58178" y="101693"/>
                    </a:cubicBezTo>
                    <a:cubicBezTo>
                      <a:pt x="58178" y="98973"/>
                      <a:pt x="58178" y="96253"/>
                      <a:pt x="60898" y="93534"/>
                    </a:cubicBezTo>
                    <a:cubicBezTo>
                      <a:pt x="63618" y="90814"/>
                      <a:pt x="71777" y="88095"/>
                      <a:pt x="77216" y="85375"/>
                    </a:cubicBezTo>
                    <a:cubicBezTo>
                      <a:pt x="90814" y="82655"/>
                      <a:pt x="126170" y="79936"/>
                      <a:pt x="131609" y="79936"/>
                    </a:cubicBezTo>
                    <a:cubicBezTo>
                      <a:pt x="137048" y="79936"/>
                      <a:pt x="147927" y="79936"/>
                      <a:pt x="161525" y="79936"/>
                    </a:cubicBezTo>
                    <a:cubicBezTo>
                      <a:pt x="166965" y="74496"/>
                      <a:pt x="172404" y="71776"/>
                      <a:pt x="177843" y="66337"/>
                    </a:cubicBezTo>
                    <a:cubicBezTo>
                      <a:pt x="186002" y="60898"/>
                      <a:pt x="194161" y="58178"/>
                      <a:pt x="202320" y="58178"/>
                    </a:cubicBezTo>
                    <a:cubicBezTo>
                      <a:pt x="215918" y="58178"/>
                      <a:pt x="226797" y="63618"/>
                      <a:pt x="234956" y="77216"/>
                    </a:cubicBezTo>
                    <a:cubicBezTo>
                      <a:pt x="240395" y="88095"/>
                      <a:pt x="248554" y="96253"/>
                      <a:pt x="251274" y="107132"/>
                    </a:cubicBezTo>
                    <a:cubicBezTo>
                      <a:pt x="256713" y="120730"/>
                      <a:pt x="259433" y="134329"/>
                      <a:pt x="267592" y="147927"/>
                    </a:cubicBezTo>
                    <a:cubicBezTo>
                      <a:pt x="273031" y="158806"/>
                      <a:pt x="275751" y="172404"/>
                      <a:pt x="281190" y="183282"/>
                    </a:cubicBezTo>
                    <a:cubicBezTo>
                      <a:pt x="286630" y="196881"/>
                      <a:pt x="292069" y="210479"/>
                      <a:pt x="297508" y="224077"/>
                    </a:cubicBezTo>
                    <a:cubicBezTo>
                      <a:pt x="300228" y="237676"/>
                      <a:pt x="305667" y="251274"/>
                      <a:pt x="308387" y="264872"/>
                    </a:cubicBezTo>
                    <a:cubicBezTo>
                      <a:pt x="311107" y="278470"/>
                      <a:pt x="311107" y="289349"/>
                      <a:pt x="319265" y="300228"/>
                    </a:cubicBezTo>
                    <a:cubicBezTo>
                      <a:pt x="332864" y="324704"/>
                      <a:pt x="346462" y="351901"/>
                      <a:pt x="351901" y="379098"/>
                    </a:cubicBezTo>
                    <a:cubicBezTo>
                      <a:pt x="354621" y="392696"/>
                      <a:pt x="360060" y="403575"/>
                      <a:pt x="365500" y="417173"/>
                    </a:cubicBezTo>
                    <a:cubicBezTo>
                      <a:pt x="373659" y="430771"/>
                      <a:pt x="373659" y="444369"/>
                      <a:pt x="379098" y="457968"/>
                    </a:cubicBezTo>
                    <a:cubicBezTo>
                      <a:pt x="381818" y="471566"/>
                      <a:pt x="387257" y="482445"/>
                      <a:pt x="395416" y="496043"/>
                    </a:cubicBezTo>
                    <a:cubicBezTo>
                      <a:pt x="398136" y="501482"/>
                      <a:pt x="403575" y="506921"/>
                      <a:pt x="406295" y="512361"/>
                    </a:cubicBezTo>
                    <a:cubicBezTo>
                      <a:pt x="409014" y="517800"/>
                      <a:pt x="409014" y="525959"/>
                      <a:pt x="411734" y="531398"/>
                    </a:cubicBezTo>
                    <a:cubicBezTo>
                      <a:pt x="414454" y="539557"/>
                      <a:pt x="417173" y="550436"/>
                      <a:pt x="419893" y="558595"/>
                    </a:cubicBezTo>
                    <a:cubicBezTo>
                      <a:pt x="422613" y="561314"/>
                      <a:pt x="422613" y="564034"/>
                      <a:pt x="425332" y="564034"/>
                    </a:cubicBezTo>
                    <a:cubicBezTo>
                      <a:pt x="428052" y="564034"/>
                      <a:pt x="428052" y="561314"/>
                      <a:pt x="430771" y="558595"/>
                    </a:cubicBezTo>
                    <a:cubicBezTo>
                      <a:pt x="430771" y="555875"/>
                      <a:pt x="430771" y="553156"/>
                      <a:pt x="430771" y="550436"/>
                    </a:cubicBezTo>
                    <a:cubicBezTo>
                      <a:pt x="430771" y="534118"/>
                      <a:pt x="430771" y="517800"/>
                      <a:pt x="430771" y="501482"/>
                    </a:cubicBezTo>
                    <a:cubicBezTo>
                      <a:pt x="430771" y="468846"/>
                      <a:pt x="433491" y="436210"/>
                      <a:pt x="430771" y="403575"/>
                    </a:cubicBezTo>
                    <a:cubicBezTo>
                      <a:pt x="430771" y="373658"/>
                      <a:pt x="425332" y="343742"/>
                      <a:pt x="425332" y="313826"/>
                    </a:cubicBezTo>
                    <a:cubicBezTo>
                      <a:pt x="425332" y="292069"/>
                      <a:pt x="425332" y="270311"/>
                      <a:pt x="425332" y="248554"/>
                    </a:cubicBezTo>
                    <a:cubicBezTo>
                      <a:pt x="425332" y="234956"/>
                      <a:pt x="425332" y="224077"/>
                      <a:pt x="425332" y="210479"/>
                    </a:cubicBezTo>
                    <a:cubicBezTo>
                      <a:pt x="425332" y="191441"/>
                      <a:pt x="422613" y="172404"/>
                      <a:pt x="422613" y="153366"/>
                    </a:cubicBezTo>
                    <a:cubicBezTo>
                      <a:pt x="422613" y="142488"/>
                      <a:pt x="422613" y="134329"/>
                      <a:pt x="425332" y="123450"/>
                    </a:cubicBezTo>
                    <a:cubicBezTo>
                      <a:pt x="417173" y="123450"/>
                      <a:pt x="406295" y="123450"/>
                      <a:pt x="398136" y="123450"/>
                    </a:cubicBezTo>
                    <a:cubicBezTo>
                      <a:pt x="392696" y="123450"/>
                      <a:pt x="387257" y="123450"/>
                      <a:pt x="379098" y="123450"/>
                    </a:cubicBezTo>
                    <a:cubicBezTo>
                      <a:pt x="373659" y="123450"/>
                      <a:pt x="365500" y="120730"/>
                      <a:pt x="360060" y="118011"/>
                    </a:cubicBezTo>
                    <a:cubicBezTo>
                      <a:pt x="354621" y="115291"/>
                      <a:pt x="349182" y="107132"/>
                      <a:pt x="349182" y="101693"/>
                    </a:cubicBezTo>
                    <a:cubicBezTo>
                      <a:pt x="349182" y="98973"/>
                      <a:pt x="349182" y="96253"/>
                      <a:pt x="351901" y="93534"/>
                    </a:cubicBezTo>
                    <a:cubicBezTo>
                      <a:pt x="354621" y="90814"/>
                      <a:pt x="362780" y="88095"/>
                      <a:pt x="368219" y="85375"/>
                    </a:cubicBezTo>
                    <a:cubicBezTo>
                      <a:pt x="381818" y="82655"/>
                      <a:pt x="417173" y="79936"/>
                      <a:pt x="422613" y="79936"/>
                    </a:cubicBezTo>
                    <a:cubicBezTo>
                      <a:pt x="428052" y="79936"/>
                      <a:pt x="433491" y="79936"/>
                      <a:pt x="444370" y="79936"/>
                    </a:cubicBezTo>
                    <a:cubicBezTo>
                      <a:pt x="449809" y="74496"/>
                      <a:pt x="455248" y="71776"/>
                      <a:pt x="463407" y="71776"/>
                    </a:cubicBezTo>
                    <a:cubicBezTo>
                      <a:pt x="471566" y="71776"/>
                      <a:pt x="477006" y="74496"/>
                      <a:pt x="477006" y="79936"/>
                    </a:cubicBezTo>
                    <a:cubicBezTo>
                      <a:pt x="490604" y="82655"/>
                      <a:pt x="504202" y="79936"/>
                      <a:pt x="512361" y="79936"/>
                    </a:cubicBezTo>
                    <a:lnTo>
                      <a:pt x="512361" y="79936"/>
                    </a:lnTo>
                    <a:close/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6" name="Freeform: Shape 38">
                <a:extLst>
                  <a:ext uri="{FF2B5EF4-FFF2-40B4-BE49-F238E27FC236}">
                    <a16:creationId xmlns:a16="http://schemas.microsoft.com/office/drawing/2014/main" id="{E26B4C3A-9BB1-4041-8BB2-BCC87EE093A0}"/>
                  </a:ext>
                </a:extLst>
              </p:cNvPr>
              <p:cNvSpPr/>
              <p:nvPr/>
            </p:nvSpPr>
            <p:spPr>
              <a:xfrm>
                <a:off x="2987430" y="4242177"/>
                <a:ext cx="494979" cy="674476"/>
              </a:xfrm>
              <a:custGeom>
                <a:avLst/>
                <a:gdLst>
                  <a:gd name="connsiteX0" fmla="*/ 228453 w 494979"/>
                  <a:gd name="connsiteY0" fmla="*/ 97907 h 674476"/>
                  <a:gd name="connsiteX1" fmla="*/ 212135 w 494979"/>
                  <a:gd name="connsiteY1" fmla="*/ 119665 h 674476"/>
                  <a:gd name="connsiteX2" fmla="*/ 203976 w 494979"/>
                  <a:gd name="connsiteY2" fmla="*/ 152300 h 674476"/>
                  <a:gd name="connsiteX3" fmla="*/ 201256 w 494979"/>
                  <a:gd name="connsiteY3" fmla="*/ 168618 h 674476"/>
                  <a:gd name="connsiteX4" fmla="*/ 198537 w 494979"/>
                  <a:gd name="connsiteY4" fmla="*/ 184936 h 674476"/>
                  <a:gd name="connsiteX5" fmla="*/ 190378 w 494979"/>
                  <a:gd name="connsiteY5" fmla="*/ 220292 h 674476"/>
                  <a:gd name="connsiteX6" fmla="*/ 171340 w 494979"/>
                  <a:gd name="connsiteY6" fmla="*/ 291003 h 674476"/>
                  <a:gd name="connsiteX7" fmla="*/ 163180 w 494979"/>
                  <a:gd name="connsiteY7" fmla="*/ 323639 h 674476"/>
                  <a:gd name="connsiteX8" fmla="*/ 152302 w 494979"/>
                  <a:gd name="connsiteY8" fmla="*/ 361714 h 674476"/>
                  <a:gd name="connsiteX9" fmla="*/ 146862 w 494979"/>
                  <a:gd name="connsiteY9" fmla="*/ 388910 h 674476"/>
                  <a:gd name="connsiteX10" fmla="*/ 152302 w 494979"/>
                  <a:gd name="connsiteY10" fmla="*/ 391630 h 674476"/>
                  <a:gd name="connsiteX11" fmla="*/ 174060 w 494979"/>
                  <a:gd name="connsiteY11" fmla="*/ 391630 h 674476"/>
                  <a:gd name="connsiteX12" fmla="*/ 195817 w 494979"/>
                  <a:gd name="connsiteY12" fmla="*/ 388910 h 674476"/>
                  <a:gd name="connsiteX13" fmla="*/ 214855 w 494979"/>
                  <a:gd name="connsiteY13" fmla="*/ 388910 h 674476"/>
                  <a:gd name="connsiteX14" fmla="*/ 239332 w 494979"/>
                  <a:gd name="connsiteY14" fmla="*/ 388910 h 674476"/>
                  <a:gd name="connsiteX15" fmla="*/ 252930 w 494979"/>
                  <a:gd name="connsiteY15" fmla="*/ 386191 h 674476"/>
                  <a:gd name="connsiteX16" fmla="*/ 261089 w 494979"/>
                  <a:gd name="connsiteY16" fmla="*/ 386191 h 674476"/>
                  <a:gd name="connsiteX17" fmla="*/ 258369 w 494979"/>
                  <a:gd name="connsiteY17" fmla="*/ 367153 h 674476"/>
                  <a:gd name="connsiteX18" fmla="*/ 252930 w 494979"/>
                  <a:gd name="connsiteY18" fmla="*/ 331797 h 674476"/>
                  <a:gd name="connsiteX19" fmla="*/ 250210 w 494979"/>
                  <a:gd name="connsiteY19" fmla="*/ 244769 h 674476"/>
                  <a:gd name="connsiteX20" fmla="*/ 244771 w 494979"/>
                  <a:gd name="connsiteY20" fmla="*/ 203974 h 674476"/>
                  <a:gd name="connsiteX21" fmla="*/ 239332 w 494979"/>
                  <a:gd name="connsiteY21" fmla="*/ 157740 h 674476"/>
                  <a:gd name="connsiteX22" fmla="*/ 236612 w 494979"/>
                  <a:gd name="connsiteY22" fmla="*/ 119665 h 674476"/>
                  <a:gd name="connsiteX23" fmla="*/ 228453 w 494979"/>
                  <a:gd name="connsiteY23" fmla="*/ 97907 h 674476"/>
                  <a:gd name="connsiteX24" fmla="*/ 274687 w 494979"/>
                  <a:gd name="connsiteY24" fmla="*/ 0 h 674476"/>
                  <a:gd name="connsiteX25" fmla="*/ 304603 w 494979"/>
                  <a:gd name="connsiteY25" fmla="*/ 5439 h 674476"/>
                  <a:gd name="connsiteX26" fmla="*/ 320921 w 494979"/>
                  <a:gd name="connsiteY26" fmla="*/ 24477 h 674476"/>
                  <a:gd name="connsiteX27" fmla="*/ 334519 w 494979"/>
                  <a:gd name="connsiteY27" fmla="*/ 43515 h 674476"/>
                  <a:gd name="connsiteX28" fmla="*/ 339959 w 494979"/>
                  <a:gd name="connsiteY28" fmla="*/ 65272 h 674476"/>
                  <a:gd name="connsiteX29" fmla="*/ 348118 w 494979"/>
                  <a:gd name="connsiteY29" fmla="*/ 114226 h 674476"/>
                  <a:gd name="connsiteX30" fmla="*/ 361716 w 494979"/>
                  <a:gd name="connsiteY30" fmla="*/ 163180 h 674476"/>
                  <a:gd name="connsiteX31" fmla="*/ 369875 w 494979"/>
                  <a:gd name="connsiteY31" fmla="*/ 220293 h 674476"/>
                  <a:gd name="connsiteX32" fmla="*/ 378034 w 494979"/>
                  <a:gd name="connsiteY32" fmla="*/ 274686 h 674476"/>
                  <a:gd name="connsiteX33" fmla="*/ 383473 w 494979"/>
                  <a:gd name="connsiteY33" fmla="*/ 301883 h 674476"/>
                  <a:gd name="connsiteX34" fmla="*/ 391632 w 494979"/>
                  <a:gd name="connsiteY34" fmla="*/ 337238 h 674476"/>
                  <a:gd name="connsiteX35" fmla="*/ 397071 w 494979"/>
                  <a:gd name="connsiteY35" fmla="*/ 364435 h 674476"/>
                  <a:gd name="connsiteX36" fmla="*/ 405230 w 494979"/>
                  <a:gd name="connsiteY36" fmla="*/ 383473 h 674476"/>
                  <a:gd name="connsiteX37" fmla="*/ 416109 w 494979"/>
                  <a:gd name="connsiteY37" fmla="*/ 386192 h 674476"/>
                  <a:gd name="connsiteX38" fmla="*/ 426988 w 494979"/>
                  <a:gd name="connsiteY38" fmla="*/ 386192 h 674476"/>
                  <a:gd name="connsiteX39" fmla="*/ 454184 w 494979"/>
                  <a:gd name="connsiteY39" fmla="*/ 397071 h 674476"/>
                  <a:gd name="connsiteX40" fmla="*/ 456904 w 494979"/>
                  <a:gd name="connsiteY40" fmla="*/ 405230 h 674476"/>
                  <a:gd name="connsiteX41" fmla="*/ 451465 w 494979"/>
                  <a:gd name="connsiteY41" fmla="*/ 416108 h 674476"/>
                  <a:gd name="connsiteX42" fmla="*/ 432427 w 494979"/>
                  <a:gd name="connsiteY42" fmla="*/ 429707 h 674476"/>
                  <a:gd name="connsiteX43" fmla="*/ 421548 w 494979"/>
                  <a:gd name="connsiteY43" fmla="*/ 432426 h 674476"/>
                  <a:gd name="connsiteX44" fmla="*/ 413389 w 494979"/>
                  <a:gd name="connsiteY44" fmla="*/ 435146 h 674476"/>
                  <a:gd name="connsiteX45" fmla="*/ 413389 w 494979"/>
                  <a:gd name="connsiteY45" fmla="*/ 440585 h 674476"/>
                  <a:gd name="connsiteX46" fmla="*/ 416109 w 494979"/>
                  <a:gd name="connsiteY46" fmla="*/ 451464 h 674476"/>
                  <a:gd name="connsiteX47" fmla="*/ 418829 w 494979"/>
                  <a:gd name="connsiteY47" fmla="*/ 465062 h 674476"/>
                  <a:gd name="connsiteX48" fmla="*/ 418829 w 494979"/>
                  <a:gd name="connsiteY48" fmla="*/ 475941 h 674476"/>
                  <a:gd name="connsiteX49" fmla="*/ 418829 w 494979"/>
                  <a:gd name="connsiteY49" fmla="*/ 486820 h 674476"/>
                  <a:gd name="connsiteX50" fmla="*/ 426988 w 494979"/>
                  <a:gd name="connsiteY50" fmla="*/ 516736 h 674476"/>
                  <a:gd name="connsiteX51" fmla="*/ 432427 w 494979"/>
                  <a:gd name="connsiteY51" fmla="*/ 543932 h 674476"/>
                  <a:gd name="connsiteX52" fmla="*/ 437866 w 494979"/>
                  <a:gd name="connsiteY52" fmla="*/ 573848 h 674476"/>
                  <a:gd name="connsiteX53" fmla="*/ 443306 w 494979"/>
                  <a:gd name="connsiteY53" fmla="*/ 606484 h 674476"/>
                  <a:gd name="connsiteX54" fmla="*/ 446025 w 494979"/>
                  <a:gd name="connsiteY54" fmla="*/ 617363 h 674476"/>
                  <a:gd name="connsiteX55" fmla="*/ 470502 w 494979"/>
                  <a:gd name="connsiteY55" fmla="*/ 617363 h 674476"/>
                  <a:gd name="connsiteX56" fmla="*/ 494979 w 494979"/>
                  <a:gd name="connsiteY56" fmla="*/ 641840 h 674476"/>
                  <a:gd name="connsiteX57" fmla="*/ 486820 w 494979"/>
                  <a:gd name="connsiteY57" fmla="*/ 655438 h 674476"/>
                  <a:gd name="connsiteX58" fmla="*/ 470502 w 494979"/>
                  <a:gd name="connsiteY58" fmla="*/ 663597 h 674476"/>
                  <a:gd name="connsiteX59" fmla="*/ 446025 w 494979"/>
                  <a:gd name="connsiteY59" fmla="*/ 666317 h 674476"/>
                  <a:gd name="connsiteX60" fmla="*/ 424268 w 494979"/>
                  <a:gd name="connsiteY60" fmla="*/ 666317 h 674476"/>
                  <a:gd name="connsiteX61" fmla="*/ 416109 w 494979"/>
                  <a:gd name="connsiteY61" fmla="*/ 666317 h 674476"/>
                  <a:gd name="connsiteX62" fmla="*/ 402511 w 494979"/>
                  <a:gd name="connsiteY62" fmla="*/ 671756 h 674476"/>
                  <a:gd name="connsiteX63" fmla="*/ 386193 w 494979"/>
                  <a:gd name="connsiteY63" fmla="*/ 674476 h 674476"/>
                  <a:gd name="connsiteX64" fmla="*/ 350837 w 494979"/>
                  <a:gd name="connsiteY64" fmla="*/ 669036 h 674476"/>
                  <a:gd name="connsiteX65" fmla="*/ 329080 w 494979"/>
                  <a:gd name="connsiteY65" fmla="*/ 669036 h 674476"/>
                  <a:gd name="connsiteX66" fmla="*/ 280126 w 494979"/>
                  <a:gd name="connsiteY66" fmla="*/ 669036 h 674476"/>
                  <a:gd name="connsiteX67" fmla="*/ 255649 w 494979"/>
                  <a:gd name="connsiteY67" fmla="*/ 663597 h 674476"/>
                  <a:gd name="connsiteX68" fmla="*/ 239331 w 494979"/>
                  <a:gd name="connsiteY68" fmla="*/ 647279 h 674476"/>
                  <a:gd name="connsiteX69" fmla="*/ 263808 w 494979"/>
                  <a:gd name="connsiteY69" fmla="*/ 630961 h 674476"/>
                  <a:gd name="connsiteX70" fmla="*/ 291005 w 494979"/>
                  <a:gd name="connsiteY70" fmla="*/ 628241 h 674476"/>
                  <a:gd name="connsiteX71" fmla="*/ 288285 w 494979"/>
                  <a:gd name="connsiteY71" fmla="*/ 609204 h 674476"/>
                  <a:gd name="connsiteX72" fmla="*/ 285565 w 494979"/>
                  <a:gd name="connsiteY72" fmla="*/ 582007 h 674476"/>
                  <a:gd name="connsiteX73" fmla="*/ 282846 w 494979"/>
                  <a:gd name="connsiteY73" fmla="*/ 568409 h 674476"/>
                  <a:gd name="connsiteX74" fmla="*/ 285565 w 494979"/>
                  <a:gd name="connsiteY74" fmla="*/ 554811 h 674476"/>
                  <a:gd name="connsiteX75" fmla="*/ 280126 w 494979"/>
                  <a:gd name="connsiteY75" fmla="*/ 538493 h 674476"/>
                  <a:gd name="connsiteX76" fmla="*/ 274687 w 494979"/>
                  <a:gd name="connsiteY76" fmla="*/ 505857 h 674476"/>
                  <a:gd name="connsiteX77" fmla="*/ 271967 w 494979"/>
                  <a:gd name="connsiteY77" fmla="*/ 478660 h 674476"/>
                  <a:gd name="connsiteX78" fmla="*/ 269247 w 494979"/>
                  <a:gd name="connsiteY78" fmla="*/ 446025 h 674476"/>
                  <a:gd name="connsiteX79" fmla="*/ 263808 w 494979"/>
                  <a:gd name="connsiteY79" fmla="*/ 437866 h 674476"/>
                  <a:gd name="connsiteX80" fmla="*/ 252929 w 494979"/>
                  <a:gd name="connsiteY80" fmla="*/ 437866 h 674476"/>
                  <a:gd name="connsiteX81" fmla="*/ 223013 w 494979"/>
                  <a:gd name="connsiteY81" fmla="*/ 440585 h 674476"/>
                  <a:gd name="connsiteX82" fmla="*/ 193097 w 494979"/>
                  <a:gd name="connsiteY82" fmla="*/ 443305 h 674476"/>
                  <a:gd name="connsiteX83" fmla="*/ 168620 w 494979"/>
                  <a:gd name="connsiteY83" fmla="*/ 443305 h 674476"/>
                  <a:gd name="connsiteX84" fmla="*/ 146862 w 494979"/>
                  <a:gd name="connsiteY84" fmla="*/ 440585 h 674476"/>
                  <a:gd name="connsiteX85" fmla="*/ 138703 w 494979"/>
                  <a:gd name="connsiteY85" fmla="*/ 454184 h 674476"/>
                  <a:gd name="connsiteX86" fmla="*/ 133263 w 494979"/>
                  <a:gd name="connsiteY86" fmla="*/ 486820 h 674476"/>
                  <a:gd name="connsiteX87" fmla="*/ 122385 w 494979"/>
                  <a:gd name="connsiteY87" fmla="*/ 541213 h 674476"/>
                  <a:gd name="connsiteX88" fmla="*/ 106067 w 494979"/>
                  <a:gd name="connsiteY88" fmla="*/ 614643 h 674476"/>
                  <a:gd name="connsiteX89" fmla="*/ 135983 w 494979"/>
                  <a:gd name="connsiteY89" fmla="*/ 614643 h 674476"/>
                  <a:gd name="connsiteX90" fmla="*/ 171340 w 494979"/>
                  <a:gd name="connsiteY90" fmla="*/ 630961 h 674476"/>
                  <a:gd name="connsiteX91" fmla="*/ 165900 w 494979"/>
                  <a:gd name="connsiteY91" fmla="*/ 647279 h 674476"/>
                  <a:gd name="connsiteX92" fmla="*/ 149581 w 494979"/>
                  <a:gd name="connsiteY92" fmla="*/ 655438 h 674476"/>
                  <a:gd name="connsiteX93" fmla="*/ 127824 w 494979"/>
                  <a:gd name="connsiteY93" fmla="*/ 658158 h 674476"/>
                  <a:gd name="connsiteX94" fmla="*/ 106067 w 494979"/>
                  <a:gd name="connsiteY94" fmla="*/ 658158 h 674476"/>
                  <a:gd name="connsiteX95" fmla="*/ 62552 w 494979"/>
                  <a:gd name="connsiteY95" fmla="*/ 658158 h 674476"/>
                  <a:gd name="connsiteX96" fmla="*/ 40795 w 494979"/>
                  <a:gd name="connsiteY96" fmla="*/ 658158 h 674476"/>
                  <a:gd name="connsiteX97" fmla="*/ 16318 w 494979"/>
                  <a:gd name="connsiteY97" fmla="*/ 652718 h 674476"/>
                  <a:gd name="connsiteX98" fmla="*/ 0 w 494979"/>
                  <a:gd name="connsiteY98" fmla="*/ 636401 h 674476"/>
                  <a:gd name="connsiteX99" fmla="*/ 2720 w 494979"/>
                  <a:gd name="connsiteY99" fmla="*/ 628241 h 674476"/>
                  <a:gd name="connsiteX100" fmla="*/ 24477 w 494979"/>
                  <a:gd name="connsiteY100" fmla="*/ 620082 h 674476"/>
                  <a:gd name="connsiteX101" fmla="*/ 62552 w 494979"/>
                  <a:gd name="connsiteY101" fmla="*/ 617363 h 674476"/>
                  <a:gd name="connsiteX102" fmla="*/ 62552 w 494979"/>
                  <a:gd name="connsiteY102" fmla="*/ 614643 h 674476"/>
                  <a:gd name="connsiteX103" fmla="*/ 65272 w 494979"/>
                  <a:gd name="connsiteY103" fmla="*/ 587447 h 674476"/>
                  <a:gd name="connsiteX104" fmla="*/ 76151 w 494979"/>
                  <a:gd name="connsiteY104" fmla="*/ 522175 h 674476"/>
                  <a:gd name="connsiteX105" fmla="*/ 87029 w 494979"/>
                  <a:gd name="connsiteY105" fmla="*/ 470501 h 674476"/>
                  <a:gd name="connsiteX106" fmla="*/ 92469 w 494979"/>
                  <a:gd name="connsiteY106" fmla="*/ 446025 h 674476"/>
                  <a:gd name="connsiteX107" fmla="*/ 65272 w 494979"/>
                  <a:gd name="connsiteY107" fmla="*/ 432426 h 674476"/>
                  <a:gd name="connsiteX108" fmla="*/ 54393 w 494979"/>
                  <a:gd name="connsiteY108" fmla="*/ 421548 h 674476"/>
                  <a:gd name="connsiteX109" fmla="*/ 73431 w 494979"/>
                  <a:gd name="connsiteY109" fmla="*/ 407949 h 674476"/>
                  <a:gd name="connsiteX110" fmla="*/ 100628 w 494979"/>
                  <a:gd name="connsiteY110" fmla="*/ 399790 h 674476"/>
                  <a:gd name="connsiteX111" fmla="*/ 108787 w 494979"/>
                  <a:gd name="connsiteY111" fmla="*/ 369874 h 674476"/>
                  <a:gd name="connsiteX112" fmla="*/ 125105 w 494979"/>
                  <a:gd name="connsiteY112" fmla="*/ 307322 h 674476"/>
                  <a:gd name="connsiteX113" fmla="*/ 141423 w 494979"/>
                  <a:gd name="connsiteY113" fmla="*/ 242051 h 674476"/>
                  <a:gd name="connsiteX114" fmla="*/ 155021 w 494979"/>
                  <a:gd name="connsiteY114" fmla="*/ 179498 h 674476"/>
                  <a:gd name="connsiteX115" fmla="*/ 168620 w 494979"/>
                  <a:gd name="connsiteY115" fmla="*/ 119665 h 674476"/>
                  <a:gd name="connsiteX116" fmla="*/ 193097 w 494979"/>
                  <a:gd name="connsiteY116" fmla="*/ 57113 h 674476"/>
                  <a:gd name="connsiteX117" fmla="*/ 201256 w 494979"/>
                  <a:gd name="connsiteY117" fmla="*/ 38075 h 674476"/>
                  <a:gd name="connsiteX118" fmla="*/ 217574 w 494979"/>
                  <a:gd name="connsiteY118" fmla="*/ 13598 h 674476"/>
                  <a:gd name="connsiteX119" fmla="*/ 274687 w 494979"/>
                  <a:gd name="connsiteY119" fmla="*/ 0 h 674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</a:cxnLst>
                <a:rect l="l" t="t" r="r" b="b"/>
                <a:pathLst>
                  <a:path w="494979" h="674476">
                    <a:moveTo>
                      <a:pt x="228453" y="97907"/>
                    </a:moveTo>
                    <a:cubicBezTo>
                      <a:pt x="220294" y="97907"/>
                      <a:pt x="212135" y="114225"/>
                      <a:pt x="212135" y="119665"/>
                    </a:cubicBezTo>
                    <a:cubicBezTo>
                      <a:pt x="209415" y="130543"/>
                      <a:pt x="206696" y="144141"/>
                      <a:pt x="203976" y="152300"/>
                    </a:cubicBezTo>
                    <a:cubicBezTo>
                      <a:pt x="201256" y="157740"/>
                      <a:pt x="201256" y="163179"/>
                      <a:pt x="201256" y="168618"/>
                    </a:cubicBezTo>
                    <a:cubicBezTo>
                      <a:pt x="201256" y="174058"/>
                      <a:pt x="198537" y="179497"/>
                      <a:pt x="198537" y="184936"/>
                    </a:cubicBezTo>
                    <a:cubicBezTo>
                      <a:pt x="195817" y="195815"/>
                      <a:pt x="193097" y="209413"/>
                      <a:pt x="190378" y="220292"/>
                    </a:cubicBezTo>
                    <a:cubicBezTo>
                      <a:pt x="187658" y="244769"/>
                      <a:pt x="179499" y="269246"/>
                      <a:pt x="171340" y="291003"/>
                    </a:cubicBezTo>
                    <a:cubicBezTo>
                      <a:pt x="168620" y="301881"/>
                      <a:pt x="165900" y="312760"/>
                      <a:pt x="163180" y="323639"/>
                    </a:cubicBezTo>
                    <a:cubicBezTo>
                      <a:pt x="160461" y="337237"/>
                      <a:pt x="157741" y="348115"/>
                      <a:pt x="152302" y="361714"/>
                    </a:cubicBezTo>
                    <a:cubicBezTo>
                      <a:pt x="149582" y="367153"/>
                      <a:pt x="146862" y="383471"/>
                      <a:pt x="146862" y="388910"/>
                    </a:cubicBezTo>
                    <a:cubicBezTo>
                      <a:pt x="146862" y="391630"/>
                      <a:pt x="149582" y="391630"/>
                      <a:pt x="152302" y="391630"/>
                    </a:cubicBezTo>
                    <a:cubicBezTo>
                      <a:pt x="157741" y="391630"/>
                      <a:pt x="171340" y="391630"/>
                      <a:pt x="174060" y="391630"/>
                    </a:cubicBezTo>
                    <a:cubicBezTo>
                      <a:pt x="182219" y="391630"/>
                      <a:pt x="190378" y="391630"/>
                      <a:pt x="195817" y="388910"/>
                    </a:cubicBezTo>
                    <a:cubicBezTo>
                      <a:pt x="201256" y="388910"/>
                      <a:pt x="206696" y="388910"/>
                      <a:pt x="214855" y="388910"/>
                    </a:cubicBezTo>
                    <a:cubicBezTo>
                      <a:pt x="220294" y="388910"/>
                      <a:pt x="228453" y="388910"/>
                      <a:pt x="239332" y="388910"/>
                    </a:cubicBezTo>
                    <a:cubicBezTo>
                      <a:pt x="244771" y="388910"/>
                      <a:pt x="250210" y="388910"/>
                      <a:pt x="252930" y="386191"/>
                    </a:cubicBezTo>
                    <a:cubicBezTo>
                      <a:pt x="258369" y="391630"/>
                      <a:pt x="261089" y="388910"/>
                      <a:pt x="261089" y="386191"/>
                    </a:cubicBezTo>
                    <a:cubicBezTo>
                      <a:pt x="261089" y="380751"/>
                      <a:pt x="258369" y="372592"/>
                      <a:pt x="258369" y="367153"/>
                    </a:cubicBezTo>
                    <a:cubicBezTo>
                      <a:pt x="255650" y="353555"/>
                      <a:pt x="252930" y="342676"/>
                      <a:pt x="252930" y="331797"/>
                    </a:cubicBezTo>
                    <a:cubicBezTo>
                      <a:pt x="252930" y="301881"/>
                      <a:pt x="252930" y="274685"/>
                      <a:pt x="250210" y="244769"/>
                    </a:cubicBezTo>
                    <a:cubicBezTo>
                      <a:pt x="250210" y="231170"/>
                      <a:pt x="247491" y="217572"/>
                      <a:pt x="244771" y="203974"/>
                    </a:cubicBezTo>
                    <a:cubicBezTo>
                      <a:pt x="242051" y="187656"/>
                      <a:pt x="239332" y="174058"/>
                      <a:pt x="239332" y="157740"/>
                    </a:cubicBezTo>
                    <a:cubicBezTo>
                      <a:pt x="239332" y="152300"/>
                      <a:pt x="239332" y="133263"/>
                      <a:pt x="236612" y="119665"/>
                    </a:cubicBezTo>
                    <a:cubicBezTo>
                      <a:pt x="236612" y="106066"/>
                      <a:pt x="233892" y="97907"/>
                      <a:pt x="228453" y="97907"/>
                    </a:cubicBezTo>
                    <a:close/>
                    <a:moveTo>
                      <a:pt x="274687" y="0"/>
                    </a:moveTo>
                    <a:cubicBezTo>
                      <a:pt x="288285" y="0"/>
                      <a:pt x="293724" y="2720"/>
                      <a:pt x="304603" y="5439"/>
                    </a:cubicBezTo>
                    <a:cubicBezTo>
                      <a:pt x="315482" y="10879"/>
                      <a:pt x="315482" y="16318"/>
                      <a:pt x="320921" y="24477"/>
                    </a:cubicBezTo>
                    <a:cubicBezTo>
                      <a:pt x="326360" y="29916"/>
                      <a:pt x="331800" y="35356"/>
                      <a:pt x="334519" y="43515"/>
                    </a:cubicBezTo>
                    <a:cubicBezTo>
                      <a:pt x="337239" y="51674"/>
                      <a:pt x="337239" y="57113"/>
                      <a:pt x="339959" y="65272"/>
                    </a:cubicBezTo>
                    <a:cubicBezTo>
                      <a:pt x="345398" y="78870"/>
                      <a:pt x="342678" y="97908"/>
                      <a:pt x="348118" y="114226"/>
                    </a:cubicBezTo>
                    <a:cubicBezTo>
                      <a:pt x="350837" y="130544"/>
                      <a:pt x="358996" y="146863"/>
                      <a:pt x="361716" y="163180"/>
                    </a:cubicBezTo>
                    <a:cubicBezTo>
                      <a:pt x="364435" y="182218"/>
                      <a:pt x="364435" y="201256"/>
                      <a:pt x="369875" y="220293"/>
                    </a:cubicBezTo>
                    <a:cubicBezTo>
                      <a:pt x="375314" y="239331"/>
                      <a:pt x="378034" y="255649"/>
                      <a:pt x="378034" y="274686"/>
                    </a:cubicBezTo>
                    <a:cubicBezTo>
                      <a:pt x="378034" y="282845"/>
                      <a:pt x="380753" y="293724"/>
                      <a:pt x="383473" y="301883"/>
                    </a:cubicBezTo>
                    <a:cubicBezTo>
                      <a:pt x="386193" y="312762"/>
                      <a:pt x="388912" y="326360"/>
                      <a:pt x="391632" y="337238"/>
                    </a:cubicBezTo>
                    <a:cubicBezTo>
                      <a:pt x="391632" y="342678"/>
                      <a:pt x="394352" y="353556"/>
                      <a:pt x="397071" y="364435"/>
                    </a:cubicBezTo>
                    <a:cubicBezTo>
                      <a:pt x="399791" y="372594"/>
                      <a:pt x="402511" y="380753"/>
                      <a:pt x="405230" y="383473"/>
                    </a:cubicBezTo>
                    <a:cubicBezTo>
                      <a:pt x="407950" y="386192"/>
                      <a:pt x="413389" y="386192"/>
                      <a:pt x="416109" y="386192"/>
                    </a:cubicBezTo>
                    <a:cubicBezTo>
                      <a:pt x="418829" y="386192"/>
                      <a:pt x="424268" y="386192"/>
                      <a:pt x="426988" y="386192"/>
                    </a:cubicBezTo>
                    <a:cubicBezTo>
                      <a:pt x="437866" y="386192"/>
                      <a:pt x="448745" y="388912"/>
                      <a:pt x="454184" y="397071"/>
                    </a:cubicBezTo>
                    <a:cubicBezTo>
                      <a:pt x="456904" y="399790"/>
                      <a:pt x="456904" y="402510"/>
                      <a:pt x="456904" y="405230"/>
                    </a:cubicBezTo>
                    <a:cubicBezTo>
                      <a:pt x="456904" y="407949"/>
                      <a:pt x="454184" y="410669"/>
                      <a:pt x="451465" y="416108"/>
                    </a:cubicBezTo>
                    <a:cubicBezTo>
                      <a:pt x="446025" y="421548"/>
                      <a:pt x="440586" y="426987"/>
                      <a:pt x="432427" y="429707"/>
                    </a:cubicBezTo>
                    <a:cubicBezTo>
                      <a:pt x="429707" y="429707"/>
                      <a:pt x="426988" y="432426"/>
                      <a:pt x="421548" y="432426"/>
                    </a:cubicBezTo>
                    <a:cubicBezTo>
                      <a:pt x="418829" y="432426"/>
                      <a:pt x="416109" y="432426"/>
                      <a:pt x="413389" y="435146"/>
                    </a:cubicBezTo>
                    <a:cubicBezTo>
                      <a:pt x="413389" y="435146"/>
                      <a:pt x="413389" y="437866"/>
                      <a:pt x="413389" y="440585"/>
                    </a:cubicBezTo>
                    <a:cubicBezTo>
                      <a:pt x="413389" y="443305"/>
                      <a:pt x="413389" y="448744"/>
                      <a:pt x="416109" y="451464"/>
                    </a:cubicBezTo>
                    <a:cubicBezTo>
                      <a:pt x="416109" y="456903"/>
                      <a:pt x="418829" y="462343"/>
                      <a:pt x="418829" y="465062"/>
                    </a:cubicBezTo>
                    <a:lnTo>
                      <a:pt x="418829" y="475941"/>
                    </a:lnTo>
                    <a:cubicBezTo>
                      <a:pt x="418829" y="481380"/>
                      <a:pt x="418829" y="484100"/>
                      <a:pt x="418829" y="486820"/>
                    </a:cubicBezTo>
                    <a:cubicBezTo>
                      <a:pt x="421548" y="497698"/>
                      <a:pt x="424268" y="505857"/>
                      <a:pt x="426988" y="516736"/>
                    </a:cubicBezTo>
                    <a:cubicBezTo>
                      <a:pt x="426988" y="524895"/>
                      <a:pt x="429707" y="535773"/>
                      <a:pt x="432427" y="543932"/>
                    </a:cubicBezTo>
                    <a:cubicBezTo>
                      <a:pt x="435147" y="554811"/>
                      <a:pt x="437866" y="562970"/>
                      <a:pt x="437866" y="573848"/>
                    </a:cubicBezTo>
                    <a:cubicBezTo>
                      <a:pt x="437866" y="587447"/>
                      <a:pt x="440586" y="595606"/>
                      <a:pt x="443306" y="606484"/>
                    </a:cubicBezTo>
                    <a:cubicBezTo>
                      <a:pt x="443306" y="609204"/>
                      <a:pt x="446025" y="614643"/>
                      <a:pt x="446025" y="617363"/>
                    </a:cubicBezTo>
                    <a:cubicBezTo>
                      <a:pt x="454184" y="617363"/>
                      <a:pt x="462343" y="617363"/>
                      <a:pt x="470502" y="617363"/>
                    </a:cubicBezTo>
                    <a:cubicBezTo>
                      <a:pt x="478661" y="625522"/>
                      <a:pt x="492259" y="630961"/>
                      <a:pt x="494979" y="641840"/>
                    </a:cubicBezTo>
                    <a:cubicBezTo>
                      <a:pt x="494979" y="647279"/>
                      <a:pt x="489540" y="649999"/>
                      <a:pt x="486820" y="655438"/>
                    </a:cubicBezTo>
                    <a:cubicBezTo>
                      <a:pt x="484100" y="660877"/>
                      <a:pt x="475942" y="663597"/>
                      <a:pt x="470502" y="663597"/>
                    </a:cubicBezTo>
                    <a:cubicBezTo>
                      <a:pt x="459623" y="666317"/>
                      <a:pt x="454184" y="666317"/>
                      <a:pt x="446025" y="666317"/>
                    </a:cubicBezTo>
                    <a:cubicBezTo>
                      <a:pt x="440586" y="666317"/>
                      <a:pt x="432427" y="666317"/>
                      <a:pt x="424268" y="666317"/>
                    </a:cubicBezTo>
                    <a:cubicBezTo>
                      <a:pt x="421548" y="666317"/>
                      <a:pt x="418829" y="666317"/>
                      <a:pt x="416109" y="666317"/>
                    </a:cubicBezTo>
                    <a:cubicBezTo>
                      <a:pt x="410670" y="669036"/>
                      <a:pt x="407950" y="669036"/>
                      <a:pt x="402511" y="671756"/>
                    </a:cubicBezTo>
                    <a:cubicBezTo>
                      <a:pt x="397071" y="671756"/>
                      <a:pt x="391632" y="674476"/>
                      <a:pt x="386193" y="674476"/>
                    </a:cubicBezTo>
                    <a:cubicBezTo>
                      <a:pt x="375314" y="674476"/>
                      <a:pt x="361716" y="671756"/>
                      <a:pt x="350837" y="669036"/>
                    </a:cubicBezTo>
                    <a:cubicBezTo>
                      <a:pt x="342678" y="669036"/>
                      <a:pt x="334519" y="669036"/>
                      <a:pt x="329080" y="669036"/>
                    </a:cubicBezTo>
                    <a:cubicBezTo>
                      <a:pt x="307323" y="669036"/>
                      <a:pt x="288285" y="669036"/>
                      <a:pt x="280126" y="669036"/>
                    </a:cubicBezTo>
                    <a:cubicBezTo>
                      <a:pt x="271967" y="669036"/>
                      <a:pt x="261088" y="669036"/>
                      <a:pt x="255649" y="663597"/>
                    </a:cubicBezTo>
                    <a:cubicBezTo>
                      <a:pt x="250210" y="660877"/>
                      <a:pt x="239331" y="655438"/>
                      <a:pt x="239331" y="647279"/>
                    </a:cubicBezTo>
                    <a:cubicBezTo>
                      <a:pt x="239331" y="636401"/>
                      <a:pt x="255649" y="633681"/>
                      <a:pt x="263808" y="630961"/>
                    </a:cubicBezTo>
                    <a:cubicBezTo>
                      <a:pt x="269247" y="630961"/>
                      <a:pt x="277406" y="630961"/>
                      <a:pt x="291005" y="628241"/>
                    </a:cubicBezTo>
                    <a:cubicBezTo>
                      <a:pt x="291005" y="620082"/>
                      <a:pt x="291005" y="614643"/>
                      <a:pt x="288285" y="609204"/>
                    </a:cubicBezTo>
                    <a:cubicBezTo>
                      <a:pt x="288285" y="601045"/>
                      <a:pt x="285565" y="590166"/>
                      <a:pt x="285565" y="582007"/>
                    </a:cubicBezTo>
                    <a:cubicBezTo>
                      <a:pt x="285565" y="576568"/>
                      <a:pt x="282846" y="573848"/>
                      <a:pt x="282846" y="568409"/>
                    </a:cubicBezTo>
                    <a:cubicBezTo>
                      <a:pt x="282846" y="562970"/>
                      <a:pt x="285565" y="557531"/>
                      <a:pt x="285565" y="554811"/>
                    </a:cubicBezTo>
                    <a:cubicBezTo>
                      <a:pt x="285565" y="549371"/>
                      <a:pt x="282846" y="546652"/>
                      <a:pt x="280126" y="538493"/>
                    </a:cubicBezTo>
                    <a:cubicBezTo>
                      <a:pt x="280126" y="527614"/>
                      <a:pt x="274687" y="516736"/>
                      <a:pt x="274687" y="505857"/>
                    </a:cubicBezTo>
                    <a:cubicBezTo>
                      <a:pt x="274687" y="494978"/>
                      <a:pt x="274687" y="486820"/>
                      <a:pt x="271967" y="478660"/>
                    </a:cubicBezTo>
                    <a:cubicBezTo>
                      <a:pt x="269247" y="467782"/>
                      <a:pt x="269247" y="456903"/>
                      <a:pt x="269247" y="446025"/>
                    </a:cubicBezTo>
                    <a:cubicBezTo>
                      <a:pt x="269247" y="440585"/>
                      <a:pt x="266528" y="437866"/>
                      <a:pt x="263808" y="437866"/>
                    </a:cubicBezTo>
                    <a:cubicBezTo>
                      <a:pt x="261088" y="437866"/>
                      <a:pt x="258369" y="437866"/>
                      <a:pt x="252929" y="437866"/>
                    </a:cubicBezTo>
                    <a:cubicBezTo>
                      <a:pt x="242051" y="437866"/>
                      <a:pt x="231172" y="437866"/>
                      <a:pt x="223013" y="440585"/>
                    </a:cubicBezTo>
                    <a:cubicBezTo>
                      <a:pt x="212135" y="440585"/>
                      <a:pt x="203976" y="443305"/>
                      <a:pt x="193097" y="443305"/>
                    </a:cubicBezTo>
                    <a:cubicBezTo>
                      <a:pt x="184938" y="443305"/>
                      <a:pt x="176779" y="443305"/>
                      <a:pt x="168620" y="443305"/>
                    </a:cubicBezTo>
                    <a:cubicBezTo>
                      <a:pt x="165900" y="443305"/>
                      <a:pt x="155021" y="440585"/>
                      <a:pt x="146862" y="440585"/>
                    </a:cubicBezTo>
                    <a:cubicBezTo>
                      <a:pt x="138703" y="440585"/>
                      <a:pt x="138703" y="448744"/>
                      <a:pt x="138703" y="454184"/>
                    </a:cubicBezTo>
                    <a:cubicBezTo>
                      <a:pt x="138703" y="465062"/>
                      <a:pt x="135983" y="475941"/>
                      <a:pt x="133263" y="486820"/>
                    </a:cubicBezTo>
                    <a:cubicBezTo>
                      <a:pt x="130544" y="505857"/>
                      <a:pt x="125105" y="522175"/>
                      <a:pt x="122385" y="541213"/>
                    </a:cubicBezTo>
                    <a:cubicBezTo>
                      <a:pt x="119665" y="560250"/>
                      <a:pt x="111506" y="595606"/>
                      <a:pt x="106067" y="614643"/>
                    </a:cubicBezTo>
                    <a:cubicBezTo>
                      <a:pt x="114226" y="614643"/>
                      <a:pt x="125105" y="614643"/>
                      <a:pt x="135983" y="614643"/>
                    </a:cubicBezTo>
                    <a:cubicBezTo>
                      <a:pt x="149581" y="614643"/>
                      <a:pt x="171340" y="614643"/>
                      <a:pt x="171340" y="630961"/>
                    </a:cubicBezTo>
                    <a:cubicBezTo>
                      <a:pt x="171340" y="639120"/>
                      <a:pt x="168620" y="639120"/>
                      <a:pt x="165900" y="647279"/>
                    </a:cubicBezTo>
                    <a:cubicBezTo>
                      <a:pt x="163181" y="652718"/>
                      <a:pt x="155021" y="655438"/>
                      <a:pt x="149581" y="655438"/>
                    </a:cubicBezTo>
                    <a:cubicBezTo>
                      <a:pt x="141423" y="658158"/>
                      <a:pt x="135983" y="658158"/>
                      <a:pt x="127824" y="658158"/>
                    </a:cubicBezTo>
                    <a:cubicBezTo>
                      <a:pt x="122385" y="658158"/>
                      <a:pt x="116946" y="658158"/>
                      <a:pt x="106067" y="658158"/>
                    </a:cubicBezTo>
                    <a:cubicBezTo>
                      <a:pt x="92469" y="658158"/>
                      <a:pt x="78870" y="658158"/>
                      <a:pt x="62552" y="658158"/>
                    </a:cubicBezTo>
                    <a:cubicBezTo>
                      <a:pt x="54393" y="658158"/>
                      <a:pt x="46234" y="658158"/>
                      <a:pt x="40795" y="658158"/>
                    </a:cubicBezTo>
                    <a:cubicBezTo>
                      <a:pt x="32636" y="658158"/>
                      <a:pt x="21758" y="658158"/>
                      <a:pt x="16318" y="652718"/>
                    </a:cubicBezTo>
                    <a:cubicBezTo>
                      <a:pt x="8159" y="649999"/>
                      <a:pt x="0" y="641840"/>
                      <a:pt x="0" y="636401"/>
                    </a:cubicBezTo>
                    <a:cubicBezTo>
                      <a:pt x="0" y="633681"/>
                      <a:pt x="0" y="630961"/>
                      <a:pt x="2720" y="628241"/>
                    </a:cubicBezTo>
                    <a:cubicBezTo>
                      <a:pt x="8159" y="625522"/>
                      <a:pt x="16318" y="622802"/>
                      <a:pt x="24477" y="620082"/>
                    </a:cubicBezTo>
                    <a:cubicBezTo>
                      <a:pt x="38075" y="617363"/>
                      <a:pt x="48954" y="617363"/>
                      <a:pt x="62552" y="617363"/>
                    </a:cubicBezTo>
                    <a:cubicBezTo>
                      <a:pt x="62552" y="617363"/>
                      <a:pt x="62552" y="614643"/>
                      <a:pt x="62552" y="614643"/>
                    </a:cubicBezTo>
                    <a:cubicBezTo>
                      <a:pt x="62552" y="603765"/>
                      <a:pt x="65272" y="590166"/>
                      <a:pt x="65272" y="587447"/>
                    </a:cubicBezTo>
                    <a:cubicBezTo>
                      <a:pt x="67992" y="565689"/>
                      <a:pt x="73431" y="543932"/>
                      <a:pt x="76151" y="522175"/>
                    </a:cubicBezTo>
                    <a:cubicBezTo>
                      <a:pt x="78870" y="505857"/>
                      <a:pt x="81590" y="486820"/>
                      <a:pt x="87029" y="470501"/>
                    </a:cubicBezTo>
                    <a:cubicBezTo>
                      <a:pt x="87029" y="465062"/>
                      <a:pt x="92469" y="451464"/>
                      <a:pt x="92469" y="446025"/>
                    </a:cubicBezTo>
                    <a:cubicBezTo>
                      <a:pt x="92469" y="437866"/>
                      <a:pt x="73431" y="437866"/>
                      <a:pt x="65272" y="432426"/>
                    </a:cubicBezTo>
                    <a:cubicBezTo>
                      <a:pt x="59833" y="429707"/>
                      <a:pt x="54393" y="426987"/>
                      <a:pt x="54393" y="421548"/>
                    </a:cubicBezTo>
                    <a:cubicBezTo>
                      <a:pt x="54393" y="413389"/>
                      <a:pt x="62552" y="410669"/>
                      <a:pt x="73431" y="407949"/>
                    </a:cubicBezTo>
                    <a:cubicBezTo>
                      <a:pt x="78870" y="407949"/>
                      <a:pt x="92469" y="405230"/>
                      <a:pt x="100628" y="399790"/>
                    </a:cubicBezTo>
                    <a:cubicBezTo>
                      <a:pt x="106067" y="394351"/>
                      <a:pt x="106067" y="378033"/>
                      <a:pt x="108787" y="369874"/>
                    </a:cubicBezTo>
                    <a:cubicBezTo>
                      <a:pt x="114226" y="348117"/>
                      <a:pt x="119665" y="326360"/>
                      <a:pt x="125105" y="307322"/>
                    </a:cubicBezTo>
                    <a:cubicBezTo>
                      <a:pt x="130544" y="285565"/>
                      <a:pt x="135983" y="263808"/>
                      <a:pt x="141423" y="242051"/>
                    </a:cubicBezTo>
                    <a:cubicBezTo>
                      <a:pt x="146862" y="220293"/>
                      <a:pt x="152301" y="198536"/>
                      <a:pt x="155021" y="179498"/>
                    </a:cubicBezTo>
                    <a:cubicBezTo>
                      <a:pt x="157740" y="160461"/>
                      <a:pt x="163181" y="138703"/>
                      <a:pt x="168620" y="119665"/>
                    </a:cubicBezTo>
                    <a:cubicBezTo>
                      <a:pt x="176779" y="100627"/>
                      <a:pt x="182218" y="76150"/>
                      <a:pt x="193097" y="57113"/>
                    </a:cubicBezTo>
                    <a:lnTo>
                      <a:pt x="201256" y="38075"/>
                    </a:lnTo>
                    <a:cubicBezTo>
                      <a:pt x="206695" y="29916"/>
                      <a:pt x="209415" y="19038"/>
                      <a:pt x="217574" y="13598"/>
                    </a:cubicBezTo>
                    <a:cubicBezTo>
                      <a:pt x="231172" y="2720"/>
                      <a:pt x="255649" y="0"/>
                      <a:pt x="274687" y="0"/>
                    </a:cubicBezTo>
                    <a:close/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7" name="Freeform: Shape 39">
                <a:extLst>
                  <a:ext uri="{FF2B5EF4-FFF2-40B4-BE49-F238E27FC236}">
                    <a16:creationId xmlns:a16="http://schemas.microsoft.com/office/drawing/2014/main" id="{7A4C0F77-F239-F040-AE2A-716BDE3FF758}"/>
                  </a:ext>
                </a:extLst>
              </p:cNvPr>
              <p:cNvSpPr/>
              <p:nvPr/>
            </p:nvSpPr>
            <p:spPr>
              <a:xfrm>
                <a:off x="3443268" y="4186718"/>
                <a:ext cx="435145" cy="761503"/>
              </a:xfrm>
              <a:custGeom>
                <a:avLst/>
                <a:gdLst>
                  <a:gd name="connsiteX0" fmla="*/ 400855 w 435145"/>
                  <a:gd name="connsiteY0" fmla="*/ 678260 h 761503"/>
                  <a:gd name="connsiteX1" fmla="*/ 384537 w 435145"/>
                  <a:gd name="connsiteY1" fmla="*/ 719054 h 761503"/>
                  <a:gd name="connsiteX2" fmla="*/ 368219 w 435145"/>
                  <a:gd name="connsiteY2" fmla="*/ 713615 h 761503"/>
                  <a:gd name="connsiteX3" fmla="*/ 360060 w 435145"/>
                  <a:gd name="connsiteY3" fmla="*/ 697297 h 761503"/>
                  <a:gd name="connsiteX4" fmla="*/ 360060 w 435145"/>
                  <a:gd name="connsiteY4" fmla="*/ 651063 h 761503"/>
                  <a:gd name="connsiteX5" fmla="*/ 332864 w 435145"/>
                  <a:gd name="connsiteY5" fmla="*/ 686418 h 761503"/>
                  <a:gd name="connsiteX6" fmla="*/ 251274 w 435145"/>
                  <a:gd name="connsiteY6" fmla="*/ 721774 h 761503"/>
                  <a:gd name="connsiteX7" fmla="*/ 229517 w 435145"/>
                  <a:gd name="connsiteY7" fmla="*/ 719054 h 761503"/>
                  <a:gd name="connsiteX8" fmla="*/ 158806 w 435145"/>
                  <a:gd name="connsiteY8" fmla="*/ 694578 h 761503"/>
                  <a:gd name="connsiteX9" fmla="*/ 112571 w 435145"/>
                  <a:gd name="connsiteY9" fmla="*/ 659222 h 761503"/>
                  <a:gd name="connsiteX10" fmla="*/ 79936 w 435145"/>
                  <a:gd name="connsiteY10" fmla="*/ 607548 h 761503"/>
                  <a:gd name="connsiteX11" fmla="*/ 63618 w 435145"/>
                  <a:gd name="connsiteY11" fmla="*/ 542277 h 761503"/>
                  <a:gd name="connsiteX12" fmla="*/ 58178 w 435145"/>
                  <a:gd name="connsiteY12" fmla="*/ 471566 h 761503"/>
                  <a:gd name="connsiteX13" fmla="*/ 60898 w 435145"/>
                  <a:gd name="connsiteY13" fmla="*/ 400855 h 761503"/>
                  <a:gd name="connsiteX14" fmla="*/ 66337 w 435145"/>
                  <a:gd name="connsiteY14" fmla="*/ 335583 h 761503"/>
                  <a:gd name="connsiteX15" fmla="*/ 85375 w 435145"/>
                  <a:gd name="connsiteY15" fmla="*/ 267592 h 761503"/>
                  <a:gd name="connsiteX16" fmla="*/ 109852 w 435145"/>
                  <a:gd name="connsiteY16" fmla="*/ 199600 h 761503"/>
                  <a:gd name="connsiteX17" fmla="*/ 145207 w 435145"/>
                  <a:gd name="connsiteY17" fmla="*/ 145207 h 761503"/>
                  <a:gd name="connsiteX18" fmla="*/ 188722 w 435145"/>
                  <a:gd name="connsiteY18" fmla="*/ 96253 h 761503"/>
                  <a:gd name="connsiteX19" fmla="*/ 243115 w 435145"/>
                  <a:gd name="connsiteY19" fmla="*/ 71776 h 761503"/>
                  <a:gd name="connsiteX20" fmla="*/ 286630 w 435145"/>
                  <a:gd name="connsiteY20" fmla="*/ 63617 h 761503"/>
                  <a:gd name="connsiteX21" fmla="*/ 305667 w 435145"/>
                  <a:gd name="connsiteY21" fmla="*/ 66337 h 761503"/>
                  <a:gd name="connsiteX22" fmla="*/ 324705 w 435145"/>
                  <a:gd name="connsiteY22" fmla="*/ 79936 h 761503"/>
                  <a:gd name="connsiteX23" fmla="*/ 341023 w 435145"/>
                  <a:gd name="connsiteY23" fmla="*/ 101693 h 761503"/>
                  <a:gd name="connsiteX24" fmla="*/ 354621 w 435145"/>
                  <a:gd name="connsiteY24" fmla="*/ 123450 h 761503"/>
                  <a:gd name="connsiteX25" fmla="*/ 354621 w 435145"/>
                  <a:gd name="connsiteY25" fmla="*/ 98973 h 761503"/>
                  <a:gd name="connsiteX26" fmla="*/ 360060 w 435145"/>
                  <a:gd name="connsiteY26" fmla="*/ 74496 h 761503"/>
                  <a:gd name="connsiteX27" fmla="*/ 365500 w 435145"/>
                  <a:gd name="connsiteY27" fmla="*/ 63617 h 761503"/>
                  <a:gd name="connsiteX28" fmla="*/ 373659 w 435145"/>
                  <a:gd name="connsiteY28" fmla="*/ 58178 h 761503"/>
                  <a:gd name="connsiteX29" fmla="*/ 381818 w 435145"/>
                  <a:gd name="connsiteY29" fmla="*/ 63617 h 761503"/>
                  <a:gd name="connsiteX30" fmla="*/ 389977 w 435145"/>
                  <a:gd name="connsiteY30" fmla="*/ 82655 h 761503"/>
                  <a:gd name="connsiteX31" fmla="*/ 392696 w 435145"/>
                  <a:gd name="connsiteY31" fmla="*/ 126170 h 761503"/>
                  <a:gd name="connsiteX32" fmla="*/ 395416 w 435145"/>
                  <a:gd name="connsiteY32" fmla="*/ 186002 h 761503"/>
                  <a:gd name="connsiteX33" fmla="*/ 398136 w 435145"/>
                  <a:gd name="connsiteY33" fmla="*/ 237675 h 761503"/>
                  <a:gd name="connsiteX34" fmla="*/ 398136 w 435145"/>
                  <a:gd name="connsiteY34" fmla="*/ 243115 h 761503"/>
                  <a:gd name="connsiteX35" fmla="*/ 395416 w 435145"/>
                  <a:gd name="connsiteY35" fmla="*/ 256713 h 761503"/>
                  <a:gd name="connsiteX36" fmla="*/ 379098 w 435145"/>
                  <a:gd name="connsiteY36" fmla="*/ 278470 h 761503"/>
                  <a:gd name="connsiteX37" fmla="*/ 362780 w 435145"/>
                  <a:gd name="connsiteY37" fmla="*/ 273031 h 761503"/>
                  <a:gd name="connsiteX38" fmla="*/ 354621 w 435145"/>
                  <a:gd name="connsiteY38" fmla="*/ 256713 h 761503"/>
                  <a:gd name="connsiteX39" fmla="*/ 354621 w 435145"/>
                  <a:gd name="connsiteY39" fmla="*/ 213198 h 761503"/>
                  <a:gd name="connsiteX40" fmla="*/ 354621 w 435145"/>
                  <a:gd name="connsiteY40" fmla="*/ 205040 h 761503"/>
                  <a:gd name="connsiteX41" fmla="*/ 338303 w 435145"/>
                  <a:gd name="connsiteY41" fmla="*/ 147927 h 761503"/>
                  <a:gd name="connsiteX42" fmla="*/ 292069 w 435145"/>
                  <a:gd name="connsiteY42" fmla="*/ 107132 h 761503"/>
                  <a:gd name="connsiteX43" fmla="*/ 262153 w 435145"/>
                  <a:gd name="connsiteY43" fmla="*/ 120730 h 761503"/>
                  <a:gd name="connsiteX44" fmla="*/ 251274 w 435145"/>
                  <a:gd name="connsiteY44" fmla="*/ 131609 h 761503"/>
                  <a:gd name="connsiteX45" fmla="*/ 240395 w 435145"/>
                  <a:gd name="connsiteY45" fmla="*/ 139768 h 761503"/>
                  <a:gd name="connsiteX46" fmla="*/ 237676 w 435145"/>
                  <a:gd name="connsiteY46" fmla="*/ 164245 h 761503"/>
                  <a:gd name="connsiteX47" fmla="*/ 226797 w 435145"/>
                  <a:gd name="connsiteY47" fmla="*/ 196881 h 761503"/>
                  <a:gd name="connsiteX48" fmla="*/ 213199 w 435145"/>
                  <a:gd name="connsiteY48" fmla="*/ 259433 h 761503"/>
                  <a:gd name="connsiteX49" fmla="*/ 207759 w 435145"/>
                  <a:gd name="connsiteY49" fmla="*/ 324704 h 761503"/>
                  <a:gd name="connsiteX50" fmla="*/ 207759 w 435145"/>
                  <a:gd name="connsiteY50" fmla="*/ 335583 h 761503"/>
                  <a:gd name="connsiteX51" fmla="*/ 205040 w 435145"/>
                  <a:gd name="connsiteY51" fmla="*/ 349181 h 761503"/>
                  <a:gd name="connsiteX52" fmla="*/ 207759 w 435145"/>
                  <a:gd name="connsiteY52" fmla="*/ 368219 h 761503"/>
                  <a:gd name="connsiteX53" fmla="*/ 207759 w 435145"/>
                  <a:gd name="connsiteY53" fmla="*/ 376378 h 761503"/>
                  <a:gd name="connsiteX54" fmla="*/ 205040 w 435145"/>
                  <a:gd name="connsiteY54" fmla="*/ 387256 h 761503"/>
                  <a:gd name="connsiteX55" fmla="*/ 205040 w 435145"/>
                  <a:gd name="connsiteY55" fmla="*/ 395415 h 761503"/>
                  <a:gd name="connsiteX56" fmla="*/ 205040 w 435145"/>
                  <a:gd name="connsiteY56" fmla="*/ 406294 h 761503"/>
                  <a:gd name="connsiteX57" fmla="*/ 205040 w 435145"/>
                  <a:gd name="connsiteY57" fmla="*/ 425332 h 761503"/>
                  <a:gd name="connsiteX58" fmla="*/ 213199 w 435145"/>
                  <a:gd name="connsiteY58" fmla="*/ 493323 h 761503"/>
                  <a:gd name="connsiteX59" fmla="*/ 221358 w 435145"/>
                  <a:gd name="connsiteY59" fmla="*/ 561314 h 761503"/>
                  <a:gd name="connsiteX60" fmla="*/ 226797 w 435145"/>
                  <a:gd name="connsiteY60" fmla="*/ 591231 h 761503"/>
                  <a:gd name="connsiteX61" fmla="*/ 240395 w 435145"/>
                  <a:gd name="connsiteY61" fmla="*/ 618427 h 761503"/>
                  <a:gd name="connsiteX62" fmla="*/ 283910 w 435145"/>
                  <a:gd name="connsiteY62" fmla="*/ 651063 h 761503"/>
                  <a:gd name="connsiteX63" fmla="*/ 338303 w 435145"/>
                  <a:gd name="connsiteY63" fmla="*/ 612988 h 761503"/>
                  <a:gd name="connsiteX64" fmla="*/ 354621 w 435145"/>
                  <a:gd name="connsiteY64" fmla="*/ 577632 h 761503"/>
                  <a:gd name="connsiteX65" fmla="*/ 357341 w 435145"/>
                  <a:gd name="connsiteY65" fmla="*/ 509641 h 761503"/>
                  <a:gd name="connsiteX66" fmla="*/ 362780 w 435145"/>
                  <a:gd name="connsiteY66" fmla="*/ 485164 h 761503"/>
                  <a:gd name="connsiteX67" fmla="*/ 368219 w 435145"/>
                  <a:gd name="connsiteY67" fmla="*/ 474286 h 761503"/>
                  <a:gd name="connsiteX68" fmla="*/ 376378 w 435145"/>
                  <a:gd name="connsiteY68" fmla="*/ 468846 h 761503"/>
                  <a:gd name="connsiteX69" fmla="*/ 384537 w 435145"/>
                  <a:gd name="connsiteY69" fmla="*/ 474286 h 761503"/>
                  <a:gd name="connsiteX70" fmla="*/ 392696 w 435145"/>
                  <a:gd name="connsiteY70" fmla="*/ 493323 h 761503"/>
                  <a:gd name="connsiteX71" fmla="*/ 395416 w 435145"/>
                  <a:gd name="connsiteY71" fmla="*/ 558595 h 761503"/>
                  <a:gd name="connsiteX72" fmla="*/ 398136 w 435145"/>
                  <a:gd name="connsiteY72" fmla="*/ 618427 h 761503"/>
                  <a:gd name="connsiteX73" fmla="*/ 400855 w 435145"/>
                  <a:gd name="connsiteY73" fmla="*/ 678260 h 761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</a:cxnLst>
                <a:rect l="l" t="t" r="r" b="b"/>
                <a:pathLst>
                  <a:path w="435145" h="761503">
                    <a:moveTo>
                      <a:pt x="400855" y="678260"/>
                    </a:moveTo>
                    <a:cubicBezTo>
                      <a:pt x="400855" y="689138"/>
                      <a:pt x="400855" y="719054"/>
                      <a:pt x="384537" y="719054"/>
                    </a:cubicBezTo>
                    <a:cubicBezTo>
                      <a:pt x="376378" y="719054"/>
                      <a:pt x="373659" y="716335"/>
                      <a:pt x="368219" y="713615"/>
                    </a:cubicBezTo>
                    <a:cubicBezTo>
                      <a:pt x="362780" y="710895"/>
                      <a:pt x="360060" y="702736"/>
                      <a:pt x="360060" y="697297"/>
                    </a:cubicBezTo>
                    <a:cubicBezTo>
                      <a:pt x="357341" y="680979"/>
                      <a:pt x="357341" y="664661"/>
                      <a:pt x="360060" y="651063"/>
                    </a:cubicBezTo>
                    <a:cubicBezTo>
                      <a:pt x="354621" y="659222"/>
                      <a:pt x="341023" y="678260"/>
                      <a:pt x="332864" y="686418"/>
                    </a:cubicBezTo>
                    <a:cubicBezTo>
                      <a:pt x="311107" y="708176"/>
                      <a:pt x="283910" y="721774"/>
                      <a:pt x="251274" y="721774"/>
                    </a:cubicBezTo>
                    <a:cubicBezTo>
                      <a:pt x="243115" y="721774"/>
                      <a:pt x="237676" y="721774"/>
                      <a:pt x="229517" y="719054"/>
                    </a:cubicBezTo>
                    <a:cubicBezTo>
                      <a:pt x="207759" y="716335"/>
                      <a:pt x="183283" y="708176"/>
                      <a:pt x="158806" y="694578"/>
                    </a:cubicBezTo>
                    <a:cubicBezTo>
                      <a:pt x="142488" y="686418"/>
                      <a:pt x="126170" y="672820"/>
                      <a:pt x="112571" y="659222"/>
                    </a:cubicBezTo>
                    <a:cubicBezTo>
                      <a:pt x="98973" y="642904"/>
                      <a:pt x="88095" y="626586"/>
                      <a:pt x="79936" y="607548"/>
                    </a:cubicBezTo>
                    <a:cubicBezTo>
                      <a:pt x="71777" y="585791"/>
                      <a:pt x="66337" y="566754"/>
                      <a:pt x="63618" y="542277"/>
                    </a:cubicBezTo>
                    <a:cubicBezTo>
                      <a:pt x="60898" y="517800"/>
                      <a:pt x="58178" y="493323"/>
                      <a:pt x="58178" y="471566"/>
                    </a:cubicBezTo>
                    <a:cubicBezTo>
                      <a:pt x="58178" y="447089"/>
                      <a:pt x="58178" y="425332"/>
                      <a:pt x="60898" y="400855"/>
                    </a:cubicBezTo>
                    <a:cubicBezTo>
                      <a:pt x="63618" y="379098"/>
                      <a:pt x="60898" y="357340"/>
                      <a:pt x="66337" y="335583"/>
                    </a:cubicBezTo>
                    <a:cubicBezTo>
                      <a:pt x="69057" y="313826"/>
                      <a:pt x="77216" y="289349"/>
                      <a:pt x="85375" y="267592"/>
                    </a:cubicBezTo>
                    <a:cubicBezTo>
                      <a:pt x="93534" y="243115"/>
                      <a:pt x="98973" y="221357"/>
                      <a:pt x="109852" y="199600"/>
                    </a:cubicBezTo>
                    <a:cubicBezTo>
                      <a:pt x="118011" y="177843"/>
                      <a:pt x="131609" y="161525"/>
                      <a:pt x="145207" y="145207"/>
                    </a:cubicBezTo>
                    <a:cubicBezTo>
                      <a:pt x="158806" y="128889"/>
                      <a:pt x="172404" y="109852"/>
                      <a:pt x="188722" y="96253"/>
                    </a:cubicBezTo>
                    <a:cubicBezTo>
                      <a:pt x="205040" y="82655"/>
                      <a:pt x="224077" y="77216"/>
                      <a:pt x="243115" y="71776"/>
                    </a:cubicBezTo>
                    <a:cubicBezTo>
                      <a:pt x="256713" y="69057"/>
                      <a:pt x="273031" y="63617"/>
                      <a:pt x="286630" y="63617"/>
                    </a:cubicBezTo>
                    <a:cubicBezTo>
                      <a:pt x="292069" y="63617"/>
                      <a:pt x="297508" y="63617"/>
                      <a:pt x="305667" y="66337"/>
                    </a:cubicBezTo>
                    <a:cubicBezTo>
                      <a:pt x="313826" y="69057"/>
                      <a:pt x="319266" y="74496"/>
                      <a:pt x="324705" y="79936"/>
                    </a:cubicBezTo>
                    <a:cubicBezTo>
                      <a:pt x="332864" y="85375"/>
                      <a:pt x="332864" y="93534"/>
                      <a:pt x="341023" y="101693"/>
                    </a:cubicBezTo>
                    <a:cubicBezTo>
                      <a:pt x="346462" y="107132"/>
                      <a:pt x="349182" y="118011"/>
                      <a:pt x="354621" y="123450"/>
                    </a:cubicBezTo>
                    <a:cubicBezTo>
                      <a:pt x="354621" y="115291"/>
                      <a:pt x="354621" y="101693"/>
                      <a:pt x="354621" y="98973"/>
                    </a:cubicBezTo>
                    <a:cubicBezTo>
                      <a:pt x="354621" y="90814"/>
                      <a:pt x="354621" y="79936"/>
                      <a:pt x="360060" y="74496"/>
                    </a:cubicBezTo>
                    <a:cubicBezTo>
                      <a:pt x="362780" y="71776"/>
                      <a:pt x="362780" y="69057"/>
                      <a:pt x="365500" y="63617"/>
                    </a:cubicBezTo>
                    <a:cubicBezTo>
                      <a:pt x="368219" y="60898"/>
                      <a:pt x="370939" y="58178"/>
                      <a:pt x="373659" y="58178"/>
                    </a:cubicBezTo>
                    <a:cubicBezTo>
                      <a:pt x="376378" y="58178"/>
                      <a:pt x="379098" y="60898"/>
                      <a:pt x="381818" y="63617"/>
                    </a:cubicBezTo>
                    <a:cubicBezTo>
                      <a:pt x="384537" y="69057"/>
                      <a:pt x="387257" y="77216"/>
                      <a:pt x="389977" y="82655"/>
                    </a:cubicBezTo>
                    <a:cubicBezTo>
                      <a:pt x="389977" y="90814"/>
                      <a:pt x="392696" y="107132"/>
                      <a:pt x="392696" y="126170"/>
                    </a:cubicBezTo>
                    <a:cubicBezTo>
                      <a:pt x="392696" y="150647"/>
                      <a:pt x="392696" y="177843"/>
                      <a:pt x="395416" y="186002"/>
                    </a:cubicBezTo>
                    <a:cubicBezTo>
                      <a:pt x="398136" y="205040"/>
                      <a:pt x="398136" y="215918"/>
                      <a:pt x="398136" y="237675"/>
                    </a:cubicBezTo>
                    <a:cubicBezTo>
                      <a:pt x="398136" y="240395"/>
                      <a:pt x="398136" y="243115"/>
                      <a:pt x="398136" y="243115"/>
                    </a:cubicBezTo>
                    <a:cubicBezTo>
                      <a:pt x="398136" y="248554"/>
                      <a:pt x="398136" y="251274"/>
                      <a:pt x="395416" y="256713"/>
                    </a:cubicBezTo>
                    <a:cubicBezTo>
                      <a:pt x="392696" y="267592"/>
                      <a:pt x="389977" y="278470"/>
                      <a:pt x="379098" y="278470"/>
                    </a:cubicBezTo>
                    <a:cubicBezTo>
                      <a:pt x="370939" y="278470"/>
                      <a:pt x="368219" y="275751"/>
                      <a:pt x="362780" y="273031"/>
                    </a:cubicBezTo>
                    <a:cubicBezTo>
                      <a:pt x="357341" y="270311"/>
                      <a:pt x="354621" y="262152"/>
                      <a:pt x="354621" y="256713"/>
                    </a:cubicBezTo>
                    <a:cubicBezTo>
                      <a:pt x="349182" y="237675"/>
                      <a:pt x="354621" y="232236"/>
                      <a:pt x="354621" y="213198"/>
                    </a:cubicBezTo>
                    <a:cubicBezTo>
                      <a:pt x="354621" y="210479"/>
                      <a:pt x="354621" y="207759"/>
                      <a:pt x="354621" y="205040"/>
                    </a:cubicBezTo>
                    <a:cubicBezTo>
                      <a:pt x="349182" y="186002"/>
                      <a:pt x="343742" y="169684"/>
                      <a:pt x="338303" y="147927"/>
                    </a:cubicBezTo>
                    <a:cubicBezTo>
                      <a:pt x="332864" y="131609"/>
                      <a:pt x="311107" y="107132"/>
                      <a:pt x="292069" y="107132"/>
                    </a:cubicBezTo>
                    <a:cubicBezTo>
                      <a:pt x="281190" y="107132"/>
                      <a:pt x="270312" y="115291"/>
                      <a:pt x="262153" y="120730"/>
                    </a:cubicBezTo>
                    <a:cubicBezTo>
                      <a:pt x="259433" y="123450"/>
                      <a:pt x="256713" y="126170"/>
                      <a:pt x="251274" y="131609"/>
                    </a:cubicBezTo>
                    <a:cubicBezTo>
                      <a:pt x="248554" y="134329"/>
                      <a:pt x="243115" y="137048"/>
                      <a:pt x="240395" y="139768"/>
                    </a:cubicBezTo>
                    <a:cubicBezTo>
                      <a:pt x="237676" y="145207"/>
                      <a:pt x="240395" y="156086"/>
                      <a:pt x="237676" y="164245"/>
                    </a:cubicBezTo>
                    <a:cubicBezTo>
                      <a:pt x="232236" y="175123"/>
                      <a:pt x="229517" y="186002"/>
                      <a:pt x="226797" y="196881"/>
                    </a:cubicBezTo>
                    <a:cubicBezTo>
                      <a:pt x="221358" y="218638"/>
                      <a:pt x="218638" y="237675"/>
                      <a:pt x="213199" y="259433"/>
                    </a:cubicBezTo>
                    <a:cubicBezTo>
                      <a:pt x="210479" y="281190"/>
                      <a:pt x="207759" y="302947"/>
                      <a:pt x="207759" y="324704"/>
                    </a:cubicBezTo>
                    <a:cubicBezTo>
                      <a:pt x="207759" y="327424"/>
                      <a:pt x="207759" y="332863"/>
                      <a:pt x="207759" y="335583"/>
                    </a:cubicBezTo>
                    <a:cubicBezTo>
                      <a:pt x="207759" y="341022"/>
                      <a:pt x="205040" y="343742"/>
                      <a:pt x="205040" y="349181"/>
                    </a:cubicBezTo>
                    <a:cubicBezTo>
                      <a:pt x="205040" y="354621"/>
                      <a:pt x="207759" y="362779"/>
                      <a:pt x="207759" y="368219"/>
                    </a:cubicBezTo>
                    <a:cubicBezTo>
                      <a:pt x="207759" y="370939"/>
                      <a:pt x="207759" y="373658"/>
                      <a:pt x="207759" y="376378"/>
                    </a:cubicBezTo>
                    <a:cubicBezTo>
                      <a:pt x="205040" y="381817"/>
                      <a:pt x="205040" y="384537"/>
                      <a:pt x="205040" y="387256"/>
                    </a:cubicBezTo>
                    <a:cubicBezTo>
                      <a:pt x="205040" y="389976"/>
                      <a:pt x="205040" y="392696"/>
                      <a:pt x="205040" y="395415"/>
                    </a:cubicBezTo>
                    <a:cubicBezTo>
                      <a:pt x="205040" y="398135"/>
                      <a:pt x="205040" y="403574"/>
                      <a:pt x="205040" y="406294"/>
                    </a:cubicBezTo>
                    <a:cubicBezTo>
                      <a:pt x="205040" y="411733"/>
                      <a:pt x="205040" y="417173"/>
                      <a:pt x="205040" y="425332"/>
                    </a:cubicBezTo>
                    <a:cubicBezTo>
                      <a:pt x="205040" y="449809"/>
                      <a:pt x="213199" y="471566"/>
                      <a:pt x="213199" y="493323"/>
                    </a:cubicBezTo>
                    <a:cubicBezTo>
                      <a:pt x="213199" y="517800"/>
                      <a:pt x="215919" y="539557"/>
                      <a:pt x="221358" y="561314"/>
                    </a:cubicBezTo>
                    <a:cubicBezTo>
                      <a:pt x="224077" y="572193"/>
                      <a:pt x="224077" y="580352"/>
                      <a:pt x="226797" y="591231"/>
                    </a:cubicBezTo>
                    <a:cubicBezTo>
                      <a:pt x="229517" y="599390"/>
                      <a:pt x="237676" y="607548"/>
                      <a:pt x="240395" y="618427"/>
                    </a:cubicBezTo>
                    <a:cubicBezTo>
                      <a:pt x="248554" y="637465"/>
                      <a:pt x="262153" y="651063"/>
                      <a:pt x="283910" y="651063"/>
                    </a:cubicBezTo>
                    <a:cubicBezTo>
                      <a:pt x="302948" y="651063"/>
                      <a:pt x="330144" y="629306"/>
                      <a:pt x="338303" y="612988"/>
                    </a:cubicBezTo>
                    <a:cubicBezTo>
                      <a:pt x="346462" y="599390"/>
                      <a:pt x="351901" y="591231"/>
                      <a:pt x="354621" y="577632"/>
                    </a:cubicBezTo>
                    <a:cubicBezTo>
                      <a:pt x="354621" y="550436"/>
                      <a:pt x="354621" y="517800"/>
                      <a:pt x="357341" y="509641"/>
                    </a:cubicBezTo>
                    <a:cubicBezTo>
                      <a:pt x="357341" y="501482"/>
                      <a:pt x="357341" y="490603"/>
                      <a:pt x="362780" y="485164"/>
                    </a:cubicBezTo>
                    <a:cubicBezTo>
                      <a:pt x="365500" y="482444"/>
                      <a:pt x="365500" y="479725"/>
                      <a:pt x="368219" y="474286"/>
                    </a:cubicBezTo>
                    <a:cubicBezTo>
                      <a:pt x="370939" y="471566"/>
                      <a:pt x="373659" y="468846"/>
                      <a:pt x="376378" y="468846"/>
                    </a:cubicBezTo>
                    <a:cubicBezTo>
                      <a:pt x="379098" y="468846"/>
                      <a:pt x="381818" y="471566"/>
                      <a:pt x="384537" y="474286"/>
                    </a:cubicBezTo>
                    <a:cubicBezTo>
                      <a:pt x="387257" y="479725"/>
                      <a:pt x="389977" y="487884"/>
                      <a:pt x="392696" y="493323"/>
                    </a:cubicBezTo>
                    <a:cubicBezTo>
                      <a:pt x="392696" y="501482"/>
                      <a:pt x="395416" y="539557"/>
                      <a:pt x="395416" y="558595"/>
                    </a:cubicBezTo>
                    <a:cubicBezTo>
                      <a:pt x="395416" y="583072"/>
                      <a:pt x="395416" y="610268"/>
                      <a:pt x="398136" y="618427"/>
                    </a:cubicBezTo>
                    <a:cubicBezTo>
                      <a:pt x="398136" y="648343"/>
                      <a:pt x="400855" y="659222"/>
                      <a:pt x="400855" y="678260"/>
                    </a:cubicBezTo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8" name="Freeform: Shape 40">
                <a:extLst>
                  <a:ext uri="{FF2B5EF4-FFF2-40B4-BE49-F238E27FC236}">
                    <a16:creationId xmlns:a16="http://schemas.microsoft.com/office/drawing/2014/main" id="{5A5F1266-8488-7D4D-A037-53A85261CF81}"/>
                  </a:ext>
                </a:extLst>
              </p:cNvPr>
              <p:cNvSpPr/>
              <p:nvPr/>
            </p:nvSpPr>
            <p:spPr>
              <a:xfrm>
                <a:off x="3829459" y="4200317"/>
                <a:ext cx="598325" cy="761503"/>
              </a:xfrm>
              <a:custGeom>
                <a:avLst/>
                <a:gdLst>
                  <a:gd name="connsiteX0" fmla="*/ 360060 w 598324"/>
                  <a:gd name="connsiteY0" fmla="*/ 332863 h 761503"/>
                  <a:gd name="connsiteX1" fmla="*/ 341023 w 598324"/>
                  <a:gd name="connsiteY1" fmla="*/ 370939 h 761503"/>
                  <a:gd name="connsiteX2" fmla="*/ 376378 w 598324"/>
                  <a:gd name="connsiteY2" fmla="*/ 389976 h 761503"/>
                  <a:gd name="connsiteX3" fmla="*/ 425332 w 598324"/>
                  <a:gd name="connsiteY3" fmla="*/ 433491 h 761503"/>
                  <a:gd name="connsiteX4" fmla="*/ 438930 w 598324"/>
                  <a:gd name="connsiteY4" fmla="*/ 463407 h 761503"/>
                  <a:gd name="connsiteX5" fmla="*/ 449809 w 598324"/>
                  <a:gd name="connsiteY5" fmla="*/ 498762 h 761503"/>
                  <a:gd name="connsiteX6" fmla="*/ 457968 w 598324"/>
                  <a:gd name="connsiteY6" fmla="*/ 528679 h 761503"/>
                  <a:gd name="connsiteX7" fmla="*/ 466127 w 598324"/>
                  <a:gd name="connsiteY7" fmla="*/ 564034 h 761503"/>
                  <a:gd name="connsiteX8" fmla="*/ 471566 w 598324"/>
                  <a:gd name="connsiteY8" fmla="*/ 593950 h 761503"/>
                  <a:gd name="connsiteX9" fmla="*/ 479725 w 598324"/>
                  <a:gd name="connsiteY9" fmla="*/ 607548 h 761503"/>
                  <a:gd name="connsiteX10" fmla="*/ 487884 w 598324"/>
                  <a:gd name="connsiteY10" fmla="*/ 623867 h 761503"/>
                  <a:gd name="connsiteX11" fmla="*/ 501482 w 598324"/>
                  <a:gd name="connsiteY11" fmla="*/ 651063 h 761503"/>
                  <a:gd name="connsiteX12" fmla="*/ 523240 w 598324"/>
                  <a:gd name="connsiteY12" fmla="*/ 670101 h 761503"/>
                  <a:gd name="connsiteX13" fmla="*/ 534119 w 598324"/>
                  <a:gd name="connsiteY13" fmla="*/ 686418 h 761503"/>
                  <a:gd name="connsiteX14" fmla="*/ 531399 w 598324"/>
                  <a:gd name="connsiteY14" fmla="*/ 694578 h 761503"/>
                  <a:gd name="connsiteX15" fmla="*/ 498763 w 598324"/>
                  <a:gd name="connsiteY15" fmla="*/ 708176 h 761503"/>
                  <a:gd name="connsiteX16" fmla="*/ 449809 w 598324"/>
                  <a:gd name="connsiteY16" fmla="*/ 700017 h 761503"/>
                  <a:gd name="connsiteX17" fmla="*/ 400855 w 598324"/>
                  <a:gd name="connsiteY17" fmla="*/ 667381 h 761503"/>
                  <a:gd name="connsiteX18" fmla="*/ 381817 w 598324"/>
                  <a:gd name="connsiteY18" fmla="*/ 642904 h 761503"/>
                  <a:gd name="connsiteX19" fmla="*/ 368219 w 598324"/>
                  <a:gd name="connsiteY19" fmla="*/ 610268 h 761503"/>
                  <a:gd name="connsiteX20" fmla="*/ 349182 w 598324"/>
                  <a:gd name="connsiteY20" fmla="*/ 550436 h 761503"/>
                  <a:gd name="connsiteX21" fmla="*/ 338303 w 598324"/>
                  <a:gd name="connsiteY21" fmla="*/ 504202 h 761503"/>
                  <a:gd name="connsiteX22" fmla="*/ 330144 w 598324"/>
                  <a:gd name="connsiteY22" fmla="*/ 477005 h 761503"/>
                  <a:gd name="connsiteX23" fmla="*/ 321985 w 598324"/>
                  <a:gd name="connsiteY23" fmla="*/ 455248 h 761503"/>
                  <a:gd name="connsiteX24" fmla="*/ 305667 w 598324"/>
                  <a:gd name="connsiteY24" fmla="*/ 436210 h 761503"/>
                  <a:gd name="connsiteX25" fmla="*/ 294788 w 598324"/>
                  <a:gd name="connsiteY25" fmla="*/ 441650 h 761503"/>
                  <a:gd name="connsiteX26" fmla="*/ 278471 w 598324"/>
                  <a:gd name="connsiteY26" fmla="*/ 463407 h 761503"/>
                  <a:gd name="connsiteX27" fmla="*/ 264872 w 598324"/>
                  <a:gd name="connsiteY27" fmla="*/ 496043 h 761503"/>
                  <a:gd name="connsiteX28" fmla="*/ 262153 w 598324"/>
                  <a:gd name="connsiteY28" fmla="*/ 517800 h 761503"/>
                  <a:gd name="connsiteX29" fmla="*/ 262153 w 598324"/>
                  <a:gd name="connsiteY29" fmla="*/ 523239 h 761503"/>
                  <a:gd name="connsiteX30" fmla="*/ 262153 w 598324"/>
                  <a:gd name="connsiteY30" fmla="*/ 553155 h 761503"/>
                  <a:gd name="connsiteX31" fmla="*/ 262153 w 598324"/>
                  <a:gd name="connsiteY31" fmla="*/ 629306 h 761503"/>
                  <a:gd name="connsiteX32" fmla="*/ 259433 w 598324"/>
                  <a:gd name="connsiteY32" fmla="*/ 659222 h 761503"/>
                  <a:gd name="connsiteX33" fmla="*/ 283910 w 598324"/>
                  <a:gd name="connsiteY33" fmla="*/ 659222 h 761503"/>
                  <a:gd name="connsiteX34" fmla="*/ 321985 w 598324"/>
                  <a:gd name="connsiteY34" fmla="*/ 675540 h 761503"/>
                  <a:gd name="connsiteX35" fmla="*/ 316546 w 598324"/>
                  <a:gd name="connsiteY35" fmla="*/ 691858 h 761503"/>
                  <a:gd name="connsiteX36" fmla="*/ 300228 w 598324"/>
                  <a:gd name="connsiteY36" fmla="*/ 700017 h 761503"/>
                  <a:gd name="connsiteX37" fmla="*/ 278471 w 598324"/>
                  <a:gd name="connsiteY37" fmla="*/ 702736 h 761503"/>
                  <a:gd name="connsiteX38" fmla="*/ 243115 w 598324"/>
                  <a:gd name="connsiteY38" fmla="*/ 702736 h 761503"/>
                  <a:gd name="connsiteX39" fmla="*/ 221358 w 598324"/>
                  <a:gd name="connsiteY39" fmla="*/ 710895 h 761503"/>
                  <a:gd name="connsiteX40" fmla="*/ 194161 w 598324"/>
                  <a:gd name="connsiteY40" fmla="*/ 702736 h 761503"/>
                  <a:gd name="connsiteX41" fmla="*/ 177843 w 598324"/>
                  <a:gd name="connsiteY41" fmla="*/ 702736 h 761503"/>
                  <a:gd name="connsiteX42" fmla="*/ 126170 w 598324"/>
                  <a:gd name="connsiteY42" fmla="*/ 702736 h 761503"/>
                  <a:gd name="connsiteX43" fmla="*/ 101693 w 598324"/>
                  <a:gd name="connsiteY43" fmla="*/ 702736 h 761503"/>
                  <a:gd name="connsiteX44" fmla="*/ 74496 w 598324"/>
                  <a:gd name="connsiteY44" fmla="*/ 697297 h 761503"/>
                  <a:gd name="connsiteX45" fmla="*/ 58178 w 598324"/>
                  <a:gd name="connsiteY45" fmla="*/ 680979 h 761503"/>
                  <a:gd name="connsiteX46" fmla="*/ 63617 w 598324"/>
                  <a:gd name="connsiteY46" fmla="*/ 672820 h 761503"/>
                  <a:gd name="connsiteX47" fmla="*/ 85375 w 598324"/>
                  <a:gd name="connsiteY47" fmla="*/ 664661 h 761503"/>
                  <a:gd name="connsiteX48" fmla="*/ 128889 w 598324"/>
                  <a:gd name="connsiteY48" fmla="*/ 659222 h 761503"/>
                  <a:gd name="connsiteX49" fmla="*/ 147927 w 598324"/>
                  <a:gd name="connsiteY49" fmla="*/ 659222 h 761503"/>
                  <a:gd name="connsiteX50" fmla="*/ 145207 w 598324"/>
                  <a:gd name="connsiteY50" fmla="*/ 653783 h 761503"/>
                  <a:gd name="connsiteX51" fmla="*/ 131609 w 598324"/>
                  <a:gd name="connsiteY51" fmla="*/ 585791 h 761503"/>
                  <a:gd name="connsiteX52" fmla="*/ 134329 w 598324"/>
                  <a:gd name="connsiteY52" fmla="*/ 498762 h 761503"/>
                  <a:gd name="connsiteX53" fmla="*/ 137048 w 598324"/>
                  <a:gd name="connsiteY53" fmla="*/ 406294 h 761503"/>
                  <a:gd name="connsiteX54" fmla="*/ 134329 w 598324"/>
                  <a:gd name="connsiteY54" fmla="*/ 327424 h 761503"/>
                  <a:gd name="connsiteX55" fmla="*/ 137048 w 598324"/>
                  <a:gd name="connsiteY55" fmla="*/ 253993 h 761503"/>
                  <a:gd name="connsiteX56" fmla="*/ 139768 w 598324"/>
                  <a:gd name="connsiteY56" fmla="*/ 207759 h 761503"/>
                  <a:gd name="connsiteX57" fmla="*/ 137048 w 598324"/>
                  <a:gd name="connsiteY57" fmla="*/ 172404 h 761503"/>
                  <a:gd name="connsiteX58" fmla="*/ 137048 w 598324"/>
                  <a:gd name="connsiteY58" fmla="*/ 112571 h 761503"/>
                  <a:gd name="connsiteX59" fmla="*/ 126170 w 598324"/>
                  <a:gd name="connsiteY59" fmla="*/ 112571 h 761503"/>
                  <a:gd name="connsiteX60" fmla="*/ 101693 w 598324"/>
                  <a:gd name="connsiteY60" fmla="*/ 112571 h 761503"/>
                  <a:gd name="connsiteX61" fmla="*/ 74496 w 598324"/>
                  <a:gd name="connsiteY61" fmla="*/ 107132 h 761503"/>
                  <a:gd name="connsiteX62" fmla="*/ 58178 w 598324"/>
                  <a:gd name="connsiteY62" fmla="*/ 90814 h 761503"/>
                  <a:gd name="connsiteX63" fmla="*/ 63617 w 598324"/>
                  <a:gd name="connsiteY63" fmla="*/ 82655 h 761503"/>
                  <a:gd name="connsiteX64" fmla="*/ 85375 w 598324"/>
                  <a:gd name="connsiteY64" fmla="*/ 74496 h 761503"/>
                  <a:gd name="connsiteX65" fmla="*/ 137048 w 598324"/>
                  <a:gd name="connsiteY65" fmla="*/ 69057 h 761503"/>
                  <a:gd name="connsiteX66" fmla="*/ 145207 w 598324"/>
                  <a:gd name="connsiteY66" fmla="*/ 69057 h 761503"/>
                  <a:gd name="connsiteX67" fmla="*/ 169684 w 598324"/>
                  <a:gd name="connsiteY67" fmla="*/ 58178 h 761503"/>
                  <a:gd name="connsiteX68" fmla="*/ 177843 w 598324"/>
                  <a:gd name="connsiteY68" fmla="*/ 58178 h 761503"/>
                  <a:gd name="connsiteX69" fmla="*/ 205040 w 598324"/>
                  <a:gd name="connsiteY69" fmla="*/ 66337 h 761503"/>
                  <a:gd name="connsiteX70" fmla="*/ 286629 w 598324"/>
                  <a:gd name="connsiteY70" fmla="*/ 63617 h 761503"/>
                  <a:gd name="connsiteX71" fmla="*/ 324705 w 598324"/>
                  <a:gd name="connsiteY71" fmla="*/ 79936 h 761503"/>
                  <a:gd name="connsiteX72" fmla="*/ 319265 w 598324"/>
                  <a:gd name="connsiteY72" fmla="*/ 96253 h 761503"/>
                  <a:gd name="connsiteX73" fmla="*/ 302948 w 598324"/>
                  <a:gd name="connsiteY73" fmla="*/ 104412 h 761503"/>
                  <a:gd name="connsiteX74" fmla="*/ 278471 w 598324"/>
                  <a:gd name="connsiteY74" fmla="*/ 112571 h 761503"/>
                  <a:gd name="connsiteX75" fmla="*/ 232236 w 598324"/>
                  <a:gd name="connsiteY75" fmla="*/ 112571 h 761503"/>
                  <a:gd name="connsiteX76" fmla="*/ 240395 w 598324"/>
                  <a:gd name="connsiteY76" fmla="*/ 137048 h 761503"/>
                  <a:gd name="connsiteX77" fmla="*/ 240395 w 598324"/>
                  <a:gd name="connsiteY77" fmla="*/ 150647 h 761503"/>
                  <a:gd name="connsiteX78" fmla="*/ 243115 w 598324"/>
                  <a:gd name="connsiteY78" fmla="*/ 158805 h 761503"/>
                  <a:gd name="connsiteX79" fmla="*/ 248554 w 598324"/>
                  <a:gd name="connsiteY79" fmla="*/ 188722 h 761503"/>
                  <a:gd name="connsiteX80" fmla="*/ 248554 w 598324"/>
                  <a:gd name="connsiteY80" fmla="*/ 199600 h 761503"/>
                  <a:gd name="connsiteX81" fmla="*/ 248554 w 598324"/>
                  <a:gd name="connsiteY81" fmla="*/ 221357 h 761503"/>
                  <a:gd name="connsiteX82" fmla="*/ 253994 w 598324"/>
                  <a:gd name="connsiteY82" fmla="*/ 264872 h 761503"/>
                  <a:gd name="connsiteX83" fmla="*/ 262153 w 598324"/>
                  <a:gd name="connsiteY83" fmla="*/ 297508 h 761503"/>
                  <a:gd name="connsiteX84" fmla="*/ 264872 w 598324"/>
                  <a:gd name="connsiteY84" fmla="*/ 324704 h 761503"/>
                  <a:gd name="connsiteX85" fmla="*/ 264872 w 598324"/>
                  <a:gd name="connsiteY85" fmla="*/ 332863 h 761503"/>
                  <a:gd name="connsiteX86" fmla="*/ 264872 w 598324"/>
                  <a:gd name="connsiteY86" fmla="*/ 351901 h 761503"/>
                  <a:gd name="connsiteX87" fmla="*/ 262153 w 598324"/>
                  <a:gd name="connsiteY87" fmla="*/ 370939 h 761503"/>
                  <a:gd name="connsiteX88" fmla="*/ 267592 w 598324"/>
                  <a:gd name="connsiteY88" fmla="*/ 384537 h 761503"/>
                  <a:gd name="connsiteX89" fmla="*/ 278471 w 598324"/>
                  <a:gd name="connsiteY89" fmla="*/ 370939 h 761503"/>
                  <a:gd name="connsiteX90" fmla="*/ 297508 w 598324"/>
                  <a:gd name="connsiteY90" fmla="*/ 332863 h 761503"/>
                  <a:gd name="connsiteX91" fmla="*/ 311106 w 598324"/>
                  <a:gd name="connsiteY91" fmla="*/ 305667 h 761503"/>
                  <a:gd name="connsiteX92" fmla="*/ 335583 w 598324"/>
                  <a:gd name="connsiteY92" fmla="*/ 259433 h 761503"/>
                  <a:gd name="connsiteX93" fmla="*/ 354621 w 598324"/>
                  <a:gd name="connsiteY93" fmla="*/ 224077 h 761503"/>
                  <a:gd name="connsiteX94" fmla="*/ 381817 w 598324"/>
                  <a:gd name="connsiteY94" fmla="*/ 172404 h 761503"/>
                  <a:gd name="connsiteX95" fmla="*/ 409014 w 598324"/>
                  <a:gd name="connsiteY95" fmla="*/ 118011 h 761503"/>
                  <a:gd name="connsiteX96" fmla="*/ 411734 w 598324"/>
                  <a:gd name="connsiteY96" fmla="*/ 115291 h 761503"/>
                  <a:gd name="connsiteX97" fmla="*/ 398136 w 598324"/>
                  <a:gd name="connsiteY97" fmla="*/ 115291 h 761503"/>
                  <a:gd name="connsiteX98" fmla="*/ 379098 w 598324"/>
                  <a:gd name="connsiteY98" fmla="*/ 109852 h 761503"/>
                  <a:gd name="connsiteX99" fmla="*/ 368219 w 598324"/>
                  <a:gd name="connsiteY99" fmla="*/ 93534 h 761503"/>
                  <a:gd name="connsiteX100" fmla="*/ 370939 w 598324"/>
                  <a:gd name="connsiteY100" fmla="*/ 85375 h 761503"/>
                  <a:gd name="connsiteX101" fmla="*/ 387257 w 598324"/>
                  <a:gd name="connsiteY101" fmla="*/ 77216 h 761503"/>
                  <a:gd name="connsiteX102" fmla="*/ 422612 w 598324"/>
                  <a:gd name="connsiteY102" fmla="*/ 71776 h 761503"/>
                  <a:gd name="connsiteX103" fmla="*/ 436211 w 598324"/>
                  <a:gd name="connsiteY103" fmla="*/ 71776 h 761503"/>
                  <a:gd name="connsiteX104" fmla="*/ 438930 w 598324"/>
                  <a:gd name="connsiteY104" fmla="*/ 69057 h 761503"/>
                  <a:gd name="connsiteX105" fmla="*/ 452529 w 598324"/>
                  <a:gd name="connsiteY105" fmla="*/ 66337 h 761503"/>
                  <a:gd name="connsiteX106" fmla="*/ 466127 w 598324"/>
                  <a:gd name="connsiteY106" fmla="*/ 69057 h 761503"/>
                  <a:gd name="connsiteX107" fmla="*/ 471566 w 598324"/>
                  <a:gd name="connsiteY107" fmla="*/ 71776 h 761503"/>
                  <a:gd name="connsiteX108" fmla="*/ 515081 w 598324"/>
                  <a:gd name="connsiteY108" fmla="*/ 71776 h 761503"/>
                  <a:gd name="connsiteX109" fmla="*/ 542277 w 598324"/>
                  <a:gd name="connsiteY109" fmla="*/ 88094 h 761503"/>
                  <a:gd name="connsiteX110" fmla="*/ 536838 w 598324"/>
                  <a:gd name="connsiteY110" fmla="*/ 104412 h 761503"/>
                  <a:gd name="connsiteX111" fmla="*/ 525959 w 598324"/>
                  <a:gd name="connsiteY111" fmla="*/ 112571 h 761503"/>
                  <a:gd name="connsiteX112" fmla="*/ 509642 w 598324"/>
                  <a:gd name="connsiteY112" fmla="*/ 115291 h 761503"/>
                  <a:gd name="connsiteX113" fmla="*/ 468847 w 598324"/>
                  <a:gd name="connsiteY113" fmla="*/ 115291 h 761503"/>
                  <a:gd name="connsiteX114" fmla="*/ 457968 w 598324"/>
                  <a:gd name="connsiteY114" fmla="*/ 137048 h 761503"/>
                  <a:gd name="connsiteX115" fmla="*/ 430771 w 598324"/>
                  <a:gd name="connsiteY115" fmla="*/ 194161 h 761503"/>
                  <a:gd name="connsiteX116" fmla="*/ 400855 w 598324"/>
                  <a:gd name="connsiteY116" fmla="*/ 262152 h 761503"/>
                  <a:gd name="connsiteX117" fmla="*/ 360060 w 598324"/>
                  <a:gd name="connsiteY117" fmla="*/ 332863 h 761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</a:cxnLst>
                <a:rect l="l" t="t" r="r" b="b"/>
                <a:pathLst>
                  <a:path w="598324" h="761503">
                    <a:moveTo>
                      <a:pt x="360060" y="332863"/>
                    </a:moveTo>
                    <a:cubicBezTo>
                      <a:pt x="351901" y="343742"/>
                      <a:pt x="341023" y="357340"/>
                      <a:pt x="341023" y="370939"/>
                    </a:cubicBezTo>
                    <a:cubicBezTo>
                      <a:pt x="341023" y="379098"/>
                      <a:pt x="357341" y="381817"/>
                      <a:pt x="376378" y="389976"/>
                    </a:cubicBezTo>
                    <a:cubicBezTo>
                      <a:pt x="395416" y="398135"/>
                      <a:pt x="417173" y="417173"/>
                      <a:pt x="425332" y="433491"/>
                    </a:cubicBezTo>
                    <a:cubicBezTo>
                      <a:pt x="430771" y="444369"/>
                      <a:pt x="436211" y="452528"/>
                      <a:pt x="438930" y="463407"/>
                    </a:cubicBezTo>
                    <a:cubicBezTo>
                      <a:pt x="444370" y="474286"/>
                      <a:pt x="447089" y="487884"/>
                      <a:pt x="449809" y="498762"/>
                    </a:cubicBezTo>
                    <a:cubicBezTo>
                      <a:pt x="452529" y="512361"/>
                      <a:pt x="452529" y="517800"/>
                      <a:pt x="457968" y="528679"/>
                    </a:cubicBezTo>
                    <a:cubicBezTo>
                      <a:pt x="463407" y="539557"/>
                      <a:pt x="463407" y="553155"/>
                      <a:pt x="466127" y="564034"/>
                    </a:cubicBezTo>
                    <a:cubicBezTo>
                      <a:pt x="468847" y="572193"/>
                      <a:pt x="468847" y="585791"/>
                      <a:pt x="471566" y="593950"/>
                    </a:cubicBezTo>
                    <a:cubicBezTo>
                      <a:pt x="474286" y="599390"/>
                      <a:pt x="477006" y="602109"/>
                      <a:pt x="479725" y="607548"/>
                    </a:cubicBezTo>
                    <a:cubicBezTo>
                      <a:pt x="482445" y="612988"/>
                      <a:pt x="487884" y="618427"/>
                      <a:pt x="487884" y="623867"/>
                    </a:cubicBezTo>
                    <a:cubicBezTo>
                      <a:pt x="490604" y="634745"/>
                      <a:pt x="496043" y="642904"/>
                      <a:pt x="501482" y="651063"/>
                    </a:cubicBezTo>
                    <a:cubicBezTo>
                      <a:pt x="506922" y="661942"/>
                      <a:pt x="512361" y="664661"/>
                      <a:pt x="523240" y="670101"/>
                    </a:cubicBezTo>
                    <a:cubicBezTo>
                      <a:pt x="528679" y="672820"/>
                      <a:pt x="534119" y="680979"/>
                      <a:pt x="534119" y="686418"/>
                    </a:cubicBezTo>
                    <a:cubicBezTo>
                      <a:pt x="534119" y="689138"/>
                      <a:pt x="534119" y="691858"/>
                      <a:pt x="531399" y="694578"/>
                    </a:cubicBezTo>
                    <a:cubicBezTo>
                      <a:pt x="525959" y="702736"/>
                      <a:pt x="512361" y="708176"/>
                      <a:pt x="498763" y="708176"/>
                    </a:cubicBezTo>
                    <a:cubicBezTo>
                      <a:pt x="485165" y="708176"/>
                      <a:pt x="466127" y="705456"/>
                      <a:pt x="449809" y="700017"/>
                    </a:cubicBezTo>
                    <a:cubicBezTo>
                      <a:pt x="430771" y="694578"/>
                      <a:pt x="409014" y="675540"/>
                      <a:pt x="400855" y="667381"/>
                    </a:cubicBezTo>
                    <a:cubicBezTo>
                      <a:pt x="392696" y="659222"/>
                      <a:pt x="387257" y="651063"/>
                      <a:pt x="381817" y="642904"/>
                    </a:cubicBezTo>
                    <a:cubicBezTo>
                      <a:pt x="376378" y="632025"/>
                      <a:pt x="370939" y="623867"/>
                      <a:pt x="368219" y="610268"/>
                    </a:cubicBezTo>
                    <a:cubicBezTo>
                      <a:pt x="360060" y="588511"/>
                      <a:pt x="357341" y="574913"/>
                      <a:pt x="349182" y="550436"/>
                    </a:cubicBezTo>
                    <a:cubicBezTo>
                      <a:pt x="343742" y="534118"/>
                      <a:pt x="341023" y="520520"/>
                      <a:pt x="338303" y="504202"/>
                    </a:cubicBezTo>
                    <a:cubicBezTo>
                      <a:pt x="335583" y="493323"/>
                      <a:pt x="332864" y="485164"/>
                      <a:pt x="330144" y="477005"/>
                    </a:cubicBezTo>
                    <a:cubicBezTo>
                      <a:pt x="327424" y="471566"/>
                      <a:pt x="324705" y="463407"/>
                      <a:pt x="321985" y="455248"/>
                    </a:cubicBezTo>
                    <a:cubicBezTo>
                      <a:pt x="316546" y="444369"/>
                      <a:pt x="311106" y="436210"/>
                      <a:pt x="305667" y="436210"/>
                    </a:cubicBezTo>
                    <a:cubicBezTo>
                      <a:pt x="302948" y="436210"/>
                      <a:pt x="300228" y="438930"/>
                      <a:pt x="294788" y="441650"/>
                    </a:cubicBezTo>
                    <a:cubicBezTo>
                      <a:pt x="289349" y="447089"/>
                      <a:pt x="283910" y="455248"/>
                      <a:pt x="278471" y="463407"/>
                    </a:cubicBezTo>
                    <a:cubicBezTo>
                      <a:pt x="270312" y="474286"/>
                      <a:pt x="267592" y="485164"/>
                      <a:pt x="264872" y="496043"/>
                    </a:cubicBezTo>
                    <a:cubicBezTo>
                      <a:pt x="264872" y="504202"/>
                      <a:pt x="262153" y="512361"/>
                      <a:pt x="262153" y="517800"/>
                    </a:cubicBezTo>
                    <a:cubicBezTo>
                      <a:pt x="262153" y="520520"/>
                      <a:pt x="262153" y="520520"/>
                      <a:pt x="262153" y="523239"/>
                    </a:cubicBezTo>
                    <a:cubicBezTo>
                      <a:pt x="262153" y="528679"/>
                      <a:pt x="262153" y="544997"/>
                      <a:pt x="262153" y="553155"/>
                    </a:cubicBezTo>
                    <a:cubicBezTo>
                      <a:pt x="262153" y="583072"/>
                      <a:pt x="264872" y="599390"/>
                      <a:pt x="262153" y="629306"/>
                    </a:cubicBezTo>
                    <a:cubicBezTo>
                      <a:pt x="262153" y="640184"/>
                      <a:pt x="262153" y="648343"/>
                      <a:pt x="259433" y="659222"/>
                    </a:cubicBezTo>
                    <a:cubicBezTo>
                      <a:pt x="270312" y="659222"/>
                      <a:pt x="278471" y="659222"/>
                      <a:pt x="283910" y="659222"/>
                    </a:cubicBezTo>
                    <a:cubicBezTo>
                      <a:pt x="297508" y="659222"/>
                      <a:pt x="321985" y="659222"/>
                      <a:pt x="321985" y="675540"/>
                    </a:cubicBezTo>
                    <a:cubicBezTo>
                      <a:pt x="321985" y="683699"/>
                      <a:pt x="319265" y="686418"/>
                      <a:pt x="316546" y="691858"/>
                    </a:cubicBezTo>
                    <a:cubicBezTo>
                      <a:pt x="311106" y="697297"/>
                      <a:pt x="305667" y="700017"/>
                      <a:pt x="300228" y="700017"/>
                    </a:cubicBezTo>
                    <a:cubicBezTo>
                      <a:pt x="292069" y="702736"/>
                      <a:pt x="283910" y="702736"/>
                      <a:pt x="278471" y="702736"/>
                    </a:cubicBezTo>
                    <a:cubicBezTo>
                      <a:pt x="275751" y="702736"/>
                      <a:pt x="259433" y="702736"/>
                      <a:pt x="243115" y="702736"/>
                    </a:cubicBezTo>
                    <a:cubicBezTo>
                      <a:pt x="237676" y="708176"/>
                      <a:pt x="229517" y="710895"/>
                      <a:pt x="221358" y="710895"/>
                    </a:cubicBezTo>
                    <a:cubicBezTo>
                      <a:pt x="213199" y="710895"/>
                      <a:pt x="202320" y="708176"/>
                      <a:pt x="194161" y="702736"/>
                    </a:cubicBezTo>
                    <a:cubicBezTo>
                      <a:pt x="186002" y="702736"/>
                      <a:pt x="180563" y="702736"/>
                      <a:pt x="177843" y="702736"/>
                    </a:cubicBezTo>
                    <a:cubicBezTo>
                      <a:pt x="164245" y="702736"/>
                      <a:pt x="139768" y="702736"/>
                      <a:pt x="126170" y="702736"/>
                    </a:cubicBezTo>
                    <a:cubicBezTo>
                      <a:pt x="118011" y="702736"/>
                      <a:pt x="109852" y="702736"/>
                      <a:pt x="101693" y="702736"/>
                    </a:cubicBezTo>
                    <a:cubicBezTo>
                      <a:pt x="93534" y="702736"/>
                      <a:pt x="82655" y="702736"/>
                      <a:pt x="74496" y="697297"/>
                    </a:cubicBezTo>
                    <a:cubicBezTo>
                      <a:pt x="66337" y="694578"/>
                      <a:pt x="58178" y="686418"/>
                      <a:pt x="58178" y="680979"/>
                    </a:cubicBezTo>
                    <a:cubicBezTo>
                      <a:pt x="58178" y="678260"/>
                      <a:pt x="58178" y="675540"/>
                      <a:pt x="63617" y="672820"/>
                    </a:cubicBezTo>
                    <a:cubicBezTo>
                      <a:pt x="69057" y="670101"/>
                      <a:pt x="79935" y="667381"/>
                      <a:pt x="85375" y="664661"/>
                    </a:cubicBezTo>
                    <a:cubicBezTo>
                      <a:pt x="104412" y="661942"/>
                      <a:pt x="123450" y="659222"/>
                      <a:pt x="128889" y="659222"/>
                    </a:cubicBezTo>
                    <a:cubicBezTo>
                      <a:pt x="134329" y="659222"/>
                      <a:pt x="139768" y="659222"/>
                      <a:pt x="147927" y="659222"/>
                    </a:cubicBezTo>
                    <a:cubicBezTo>
                      <a:pt x="147927" y="656502"/>
                      <a:pt x="145207" y="653783"/>
                      <a:pt x="145207" y="653783"/>
                    </a:cubicBezTo>
                    <a:cubicBezTo>
                      <a:pt x="131609" y="632025"/>
                      <a:pt x="131609" y="610268"/>
                      <a:pt x="131609" y="585791"/>
                    </a:cubicBezTo>
                    <a:cubicBezTo>
                      <a:pt x="131609" y="555875"/>
                      <a:pt x="131609" y="528679"/>
                      <a:pt x="134329" y="498762"/>
                    </a:cubicBezTo>
                    <a:cubicBezTo>
                      <a:pt x="134329" y="468846"/>
                      <a:pt x="137048" y="436210"/>
                      <a:pt x="137048" y="406294"/>
                    </a:cubicBezTo>
                    <a:cubicBezTo>
                      <a:pt x="137048" y="379098"/>
                      <a:pt x="134329" y="354621"/>
                      <a:pt x="134329" y="327424"/>
                    </a:cubicBezTo>
                    <a:cubicBezTo>
                      <a:pt x="134329" y="302947"/>
                      <a:pt x="137048" y="278470"/>
                      <a:pt x="137048" y="253993"/>
                    </a:cubicBezTo>
                    <a:cubicBezTo>
                      <a:pt x="137048" y="237675"/>
                      <a:pt x="139768" y="224077"/>
                      <a:pt x="139768" y="207759"/>
                    </a:cubicBezTo>
                    <a:cubicBezTo>
                      <a:pt x="139768" y="196881"/>
                      <a:pt x="137048" y="183282"/>
                      <a:pt x="137048" y="172404"/>
                    </a:cubicBezTo>
                    <a:cubicBezTo>
                      <a:pt x="137048" y="150647"/>
                      <a:pt x="137048" y="131609"/>
                      <a:pt x="137048" y="112571"/>
                    </a:cubicBezTo>
                    <a:cubicBezTo>
                      <a:pt x="134329" y="112571"/>
                      <a:pt x="137048" y="112571"/>
                      <a:pt x="126170" y="112571"/>
                    </a:cubicBezTo>
                    <a:cubicBezTo>
                      <a:pt x="118011" y="112571"/>
                      <a:pt x="109852" y="112571"/>
                      <a:pt x="101693" y="112571"/>
                    </a:cubicBezTo>
                    <a:cubicBezTo>
                      <a:pt x="93534" y="112571"/>
                      <a:pt x="82655" y="109852"/>
                      <a:pt x="74496" y="107132"/>
                    </a:cubicBezTo>
                    <a:cubicBezTo>
                      <a:pt x="66337" y="104412"/>
                      <a:pt x="58178" y="96253"/>
                      <a:pt x="58178" y="90814"/>
                    </a:cubicBezTo>
                    <a:cubicBezTo>
                      <a:pt x="58178" y="88094"/>
                      <a:pt x="58178" y="85375"/>
                      <a:pt x="63617" y="82655"/>
                    </a:cubicBezTo>
                    <a:cubicBezTo>
                      <a:pt x="69057" y="79936"/>
                      <a:pt x="79935" y="77216"/>
                      <a:pt x="85375" y="74496"/>
                    </a:cubicBezTo>
                    <a:cubicBezTo>
                      <a:pt x="104412" y="71776"/>
                      <a:pt x="128889" y="69057"/>
                      <a:pt x="137048" y="69057"/>
                    </a:cubicBezTo>
                    <a:cubicBezTo>
                      <a:pt x="137048" y="69057"/>
                      <a:pt x="139768" y="69057"/>
                      <a:pt x="145207" y="69057"/>
                    </a:cubicBezTo>
                    <a:cubicBezTo>
                      <a:pt x="150646" y="60898"/>
                      <a:pt x="158806" y="58178"/>
                      <a:pt x="169684" y="58178"/>
                    </a:cubicBezTo>
                    <a:cubicBezTo>
                      <a:pt x="172404" y="58178"/>
                      <a:pt x="175123" y="58178"/>
                      <a:pt x="177843" y="58178"/>
                    </a:cubicBezTo>
                    <a:cubicBezTo>
                      <a:pt x="186002" y="58178"/>
                      <a:pt x="196881" y="63617"/>
                      <a:pt x="205040" y="66337"/>
                    </a:cubicBezTo>
                    <a:cubicBezTo>
                      <a:pt x="237676" y="66337"/>
                      <a:pt x="273031" y="63617"/>
                      <a:pt x="286629" y="63617"/>
                    </a:cubicBezTo>
                    <a:cubicBezTo>
                      <a:pt x="300228" y="63617"/>
                      <a:pt x="324705" y="63617"/>
                      <a:pt x="324705" y="79936"/>
                    </a:cubicBezTo>
                    <a:cubicBezTo>
                      <a:pt x="324705" y="88094"/>
                      <a:pt x="321985" y="90814"/>
                      <a:pt x="319265" y="96253"/>
                    </a:cubicBezTo>
                    <a:cubicBezTo>
                      <a:pt x="313826" y="101693"/>
                      <a:pt x="308387" y="104412"/>
                      <a:pt x="302948" y="104412"/>
                    </a:cubicBezTo>
                    <a:cubicBezTo>
                      <a:pt x="289349" y="112571"/>
                      <a:pt x="283910" y="112571"/>
                      <a:pt x="278471" y="112571"/>
                    </a:cubicBezTo>
                    <a:cubicBezTo>
                      <a:pt x="273031" y="112571"/>
                      <a:pt x="253994" y="112571"/>
                      <a:pt x="232236" y="112571"/>
                    </a:cubicBezTo>
                    <a:cubicBezTo>
                      <a:pt x="237676" y="120730"/>
                      <a:pt x="240395" y="128889"/>
                      <a:pt x="240395" y="137048"/>
                    </a:cubicBezTo>
                    <a:cubicBezTo>
                      <a:pt x="240395" y="142487"/>
                      <a:pt x="240395" y="145207"/>
                      <a:pt x="240395" y="150647"/>
                    </a:cubicBezTo>
                    <a:cubicBezTo>
                      <a:pt x="240395" y="153366"/>
                      <a:pt x="240395" y="156086"/>
                      <a:pt x="243115" y="158805"/>
                    </a:cubicBezTo>
                    <a:cubicBezTo>
                      <a:pt x="245835" y="169684"/>
                      <a:pt x="245835" y="180563"/>
                      <a:pt x="248554" y="188722"/>
                    </a:cubicBezTo>
                    <a:cubicBezTo>
                      <a:pt x="248554" y="191441"/>
                      <a:pt x="248554" y="194161"/>
                      <a:pt x="248554" y="199600"/>
                    </a:cubicBezTo>
                    <a:cubicBezTo>
                      <a:pt x="248554" y="207759"/>
                      <a:pt x="248554" y="213198"/>
                      <a:pt x="248554" y="221357"/>
                    </a:cubicBezTo>
                    <a:cubicBezTo>
                      <a:pt x="248554" y="234956"/>
                      <a:pt x="251274" y="248554"/>
                      <a:pt x="253994" y="264872"/>
                    </a:cubicBezTo>
                    <a:cubicBezTo>
                      <a:pt x="256713" y="275751"/>
                      <a:pt x="259433" y="286629"/>
                      <a:pt x="262153" y="297508"/>
                    </a:cubicBezTo>
                    <a:cubicBezTo>
                      <a:pt x="264872" y="305667"/>
                      <a:pt x="264872" y="313826"/>
                      <a:pt x="264872" y="324704"/>
                    </a:cubicBezTo>
                    <a:cubicBezTo>
                      <a:pt x="264872" y="327424"/>
                      <a:pt x="264872" y="330144"/>
                      <a:pt x="264872" y="332863"/>
                    </a:cubicBezTo>
                    <a:cubicBezTo>
                      <a:pt x="264872" y="338303"/>
                      <a:pt x="264872" y="346462"/>
                      <a:pt x="264872" y="351901"/>
                    </a:cubicBezTo>
                    <a:cubicBezTo>
                      <a:pt x="264872" y="357340"/>
                      <a:pt x="262153" y="365499"/>
                      <a:pt x="262153" y="370939"/>
                    </a:cubicBezTo>
                    <a:cubicBezTo>
                      <a:pt x="262153" y="376378"/>
                      <a:pt x="264872" y="384537"/>
                      <a:pt x="267592" y="384537"/>
                    </a:cubicBezTo>
                    <a:cubicBezTo>
                      <a:pt x="273031" y="384537"/>
                      <a:pt x="275751" y="376378"/>
                      <a:pt x="278471" y="370939"/>
                    </a:cubicBezTo>
                    <a:cubicBezTo>
                      <a:pt x="283910" y="360060"/>
                      <a:pt x="289349" y="346462"/>
                      <a:pt x="297508" y="332863"/>
                    </a:cubicBezTo>
                    <a:cubicBezTo>
                      <a:pt x="302948" y="324704"/>
                      <a:pt x="305667" y="313826"/>
                      <a:pt x="311106" y="305667"/>
                    </a:cubicBezTo>
                    <a:cubicBezTo>
                      <a:pt x="319265" y="289349"/>
                      <a:pt x="327424" y="275751"/>
                      <a:pt x="335583" y="259433"/>
                    </a:cubicBezTo>
                    <a:cubicBezTo>
                      <a:pt x="341023" y="248554"/>
                      <a:pt x="349182" y="234956"/>
                      <a:pt x="354621" y="224077"/>
                    </a:cubicBezTo>
                    <a:cubicBezTo>
                      <a:pt x="362780" y="207759"/>
                      <a:pt x="370939" y="191441"/>
                      <a:pt x="381817" y="172404"/>
                    </a:cubicBezTo>
                    <a:cubicBezTo>
                      <a:pt x="389977" y="153366"/>
                      <a:pt x="400855" y="134329"/>
                      <a:pt x="409014" y="118011"/>
                    </a:cubicBezTo>
                    <a:cubicBezTo>
                      <a:pt x="409014" y="115291"/>
                      <a:pt x="409014" y="115291"/>
                      <a:pt x="411734" y="115291"/>
                    </a:cubicBezTo>
                    <a:cubicBezTo>
                      <a:pt x="406294" y="115291"/>
                      <a:pt x="400855" y="115291"/>
                      <a:pt x="398136" y="115291"/>
                    </a:cubicBezTo>
                    <a:cubicBezTo>
                      <a:pt x="392696" y="115291"/>
                      <a:pt x="384537" y="115291"/>
                      <a:pt x="379098" y="109852"/>
                    </a:cubicBezTo>
                    <a:cubicBezTo>
                      <a:pt x="373659" y="107132"/>
                      <a:pt x="368219" y="98973"/>
                      <a:pt x="368219" y="93534"/>
                    </a:cubicBezTo>
                    <a:cubicBezTo>
                      <a:pt x="368219" y="90814"/>
                      <a:pt x="368219" y="88094"/>
                      <a:pt x="370939" y="85375"/>
                    </a:cubicBezTo>
                    <a:cubicBezTo>
                      <a:pt x="373659" y="82655"/>
                      <a:pt x="381817" y="79936"/>
                      <a:pt x="387257" y="77216"/>
                    </a:cubicBezTo>
                    <a:cubicBezTo>
                      <a:pt x="400855" y="74496"/>
                      <a:pt x="414453" y="71776"/>
                      <a:pt x="422612" y="71776"/>
                    </a:cubicBezTo>
                    <a:cubicBezTo>
                      <a:pt x="425332" y="71776"/>
                      <a:pt x="430771" y="71776"/>
                      <a:pt x="436211" y="71776"/>
                    </a:cubicBezTo>
                    <a:cubicBezTo>
                      <a:pt x="436211" y="71776"/>
                      <a:pt x="438930" y="69057"/>
                      <a:pt x="438930" y="69057"/>
                    </a:cubicBezTo>
                    <a:cubicBezTo>
                      <a:pt x="444370" y="66337"/>
                      <a:pt x="447089" y="66337"/>
                      <a:pt x="452529" y="66337"/>
                    </a:cubicBezTo>
                    <a:cubicBezTo>
                      <a:pt x="457968" y="66337"/>
                      <a:pt x="460688" y="66337"/>
                      <a:pt x="466127" y="69057"/>
                    </a:cubicBezTo>
                    <a:cubicBezTo>
                      <a:pt x="468847" y="69057"/>
                      <a:pt x="471566" y="71776"/>
                      <a:pt x="471566" y="71776"/>
                    </a:cubicBezTo>
                    <a:cubicBezTo>
                      <a:pt x="490604" y="71776"/>
                      <a:pt x="506922" y="71776"/>
                      <a:pt x="515081" y="71776"/>
                    </a:cubicBezTo>
                    <a:cubicBezTo>
                      <a:pt x="523240" y="71776"/>
                      <a:pt x="542277" y="71776"/>
                      <a:pt x="542277" y="88094"/>
                    </a:cubicBezTo>
                    <a:cubicBezTo>
                      <a:pt x="542277" y="96253"/>
                      <a:pt x="542277" y="98973"/>
                      <a:pt x="536838" y="104412"/>
                    </a:cubicBezTo>
                    <a:cubicBezTo>
                      <a:pt x="534119" y="109852"/>
                      <a:pt x="528679" y="112571"/>
                      <a:pt x="525959" y="112571"/>
                    </a:cubicBezTo>
                    <a:cubicBezTo>
                      <a:pt x="520520" y="115291"/>
                      <a:pt x="515081" y="115291"/>
                      <a:pt x="509642" y="115291"/>
                    </a:cubicBezTo>
                    <a:cubicBezTo>
                      <a:pt x="506922" y="115291"/>
                      <a:pt x="487884" y="115291"/>
                      <a:pt x="468847" y="115291"/>
                    </a:cubicBezTo>
                    <a:cubicBezTo>
                      <a:pt x="466127" y="123450"/>
                      <a:pt x="460688" y="128889"/>
                      <a:pt x="457968" y="137048"/>
                    </a:cubicBezTo>
                    <a:cubicBezTo>
                      <a:pt x="447089" y="156086"/>
                      <a:pt x="438930" y="175123"/>
                      <a:pt x="430771" y="194161"/>
                    </a:cubicBezTo>
                    <a:cubicBezTo>
                      <a:pt x="419893" y="215918"/>
                      <a:pt x="411734" y="240395"/>
                      <a:pt x="400855" y="262152"/>
                    </a:cubicBezTo>
                    <a:cubicBezTo>
                      <a:pt x="387257" y="289349"/>
                      <a:pt x="373659" y="311106"/>
                      <a:pt x="360060" y="332863"/>
                    </a:cubicBezTo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9" name="Freeform: Shape 41">
                <a:extLst>
                  <a:ext uri="{FF2B5EF4-FFF2-40B4-BE49-F238E27FC236}">
                    <a16:creationId xmlns:a16="http://schemas.microsoft.com/office/drawing/2014/main" id="{016CF753-9D63-C94A-8110-7B199270C117}"/>
                  </a:ext>
                </a:extLst>
              </p:cNvPr>
              <p:cNvSpPr/>
              <p:nvPr/>
            </p:nvSpPr>
            <p:spPr>
              <a:xfrm>
                <a:off x="4335316" y="4186718"/>
                <a:ext cx="353556" cy="761503"/>
              </a:xfrm>
              <a:custGeom>
                <a:avLst/>
                <a:gdLst>
                  <a:gd name="connsiteX0" fmla="*/ 283910 w 353555"/>
                  <a:gd name="connsiteY0" fmla="*/ 672820 h 761503"/>
                  <a:gd name="connsiteX1" fmla="*/ 321985 w 353555"/>
                  <a:gd name="connsiteY1" fmla="*/ 689138 h 761503"/>
                  <a:gd name="connsiteX2" fmla="*/ 316546 w 353555"/>
                  <a:gd name="connsiteY2" fmla="*/ 705456 h 761503"/>
                  <a:gd name="connsiteX3" fmla="*/ 300228 w 353555"/>
                  <a:gd name="connsiteY3" fmla="*/ 713615 h 761503"/>
                  <a:gd name="connsiteX4" fmla="*/ 278471 w 353555"/>
                  <a:gd name="connsiteY4" fmla="*/ 716335 h 761503"/>
                  <a:gd name="connsiteX5" fmla="*/ 237676 w 353555"/>
                  <a:gd name="connsiteY5" fmla="*/ 716335 h 761503"/>
                  <a:gd name="connsiteX6" fmla="*/ 180563 w 353555"/>
                  <a:gd name="connsiteY6" fmla="*/ 719054 h 761503"/>
                  <a:gd name="connsiteX7" fmla="*/ 126170 w 353555"/>
                  <a:gd name="connsiteY7" fmla="*/ 719054 h 761503"/>
                  <a:gd name="connsiteX8" fmla="*/ 101693 w 353555"/>
                  <a:gd name="connsiteY8" fmla="*/ 719054 h 761503"/>
                  <a:gd name="connsiteX9" fmla="*/ 74496 w 353555"/>
                  <a:gd name="connsiteY9" fmla="*/ 713615 h 761503"/>
                  <a:gd name="connsiteX10" fmla="*/ 58178 w 353555"/>
                  <a:gd name="connsiteY10" fmla="*/ 697297 h 761503"/>
                  <a:gd name="connsiteX11" fmla="*/ 63617 w 353555"/>
                  <a:gd name="connsiteY11" fmla="*/ 689138 h 761503"/>
                  <a:gd name="connsiteX12" fmla="*/ 85375 w 353555"/>
                  <a:gd name="connsiteY12" fmla="*/ 680979 h 761503"/>
                  <a:gd name="connsiteX13" fmla="*/ 131609 w 353555"/>
                  <a:gd name="connsiteY13" fmla="*/ 675540 h 761503"/>
                  <a:gd name="connsiteX14" fmla="*/ 142488 w 353555"/>
                  <a:gd name="connsiteY14" fmla="*/ 675540 h 761503"/>
                  <a:gd name="connsiteX15" fmla="*/ 131609 w 353555"/>
                  <a:gd name="connsiteY15" fmla="*/ 653783 h 761503"/>
                  <a:gd name="connsiteX16" fmla="*/ 128889 w 353555"/>
                  <a:gd name="connsiteY16" fmla="*/ 640184 h 761503"/>
                  <a:gd name="connsiteX17" fmla="*/ 128889 w 353555"/>
                  <a:gd name="connsiteY17" fmla="*/ 629306 h 761503"/>
                  <a:gd name="connsiteX18" fmla="*/ 128889 w 353555"/>
                  <a:gd name="connsiteY18" fmla="*/ 621147 h 761503"/>
                  <a:gd name="connsiteX19" fmla="*/ 128889 w 353555"/>
                  <a:gd name="connsiteY19" fmla="*/ 593950 h 761503"/>
                  <a:gd name="connsiteX20" fmla="*/ 128889 w 353555"/>
                  <a:gd name="connsiteY20" fmla="*/ 583072 h 761503"/>
                  <a:gd name="connsiteX21" fmla="*/ 128889 w 353555"/>
                  <a:gd name="connsiteY21" fmla="*/ 436210 h 761503"/>
                  <a:gd name="connsiteX22" fmla="*/ 128889 w 353555"/>
                  <a:gd name="connsiteY22" fmla="*/ 357340 h 761503"/>
                  <a:gd name="connsiteX23" fmla="*/ 131609 w 353555"/>
                  <a:gd name="connsiteY23" fmla="*/ 289349 h 761503"/>
                  <a:gd name="connsiteX24" fmla="*/ 131609 w 353555"/>
                  <a:gd name="connsiteY24" fmla="*/ 251274 h 761503"/>
                  <a:gd name="connsiteX25" fmla="*/ 131609 w 353555"/>
                  <a:gd name="connsiteY25" fmla="*/ 205040 h 761503"/>
                  <a:gd name="connsiteX26" fmla="*/ 131609 w 353555"/>
                  <a:gd name="connsiteY26" fmla="*/ 139768 h 761503"/>
                  <a:gd name="connsiteX27" fmla="*/ 131609 w 353555"/>
                  <a:gd name="connsiteY27" fmla="*/ 128889 h 761503"/>
                  <a:gd name="connsiteX28" fmla="*/ 126170 w 353555"/>
                  <a:gd name="connsiteY28" fmla="*/ 128889 h 761503"/>
                  <a:gd name="connsiteX29" fmla="*/ 101693 w 353555"/>
                  <a:gd name="connsiteY29" fmla="*/ 128889 h 761503"/>
                  <a:gd name="connsiteX30" fmla="*/ 74496 w 353555"/>
                  <a:gd name="connsiteY30" fmla="*/ 123450 h 761503"/>
                  <a:gd name="connsiteX31" fmla="*/ 58178 w 353555"/>
                  <a:gd name="connsiteY31" fmla="*/ 107132 h 761503"/>
                  <a:gd name="connsiteX32" fmla="*/ 60898 w 353555"/>
                  <a:gd name="connsiteY32" fmla="*/ 98973 h 761503"/>
                  <a:gd name="connsiteX33" fmla="*/ 82655 w 353555"/>
                  <a:gd name="connsiteY33" fmla="*/ 93534 h 761503"/>
                  <a:gd name="connsiteX34" fmla="*/ 131609 w 353555"/>
                  <a:gd name="connsiteY34" fmla="*/ 88094 h 761503"/>
                  <a:gd name="connsiteX35" fmla="*/ 131609 w 353555"/>
                  <a:gd name="connsiteY35" fmla="*/ 82655 h 761503"/>
                  <a:gd name="connsiteX36" fmla="*/ 134329 w 353555"/>
                  <a:gd name="connsiteY36" fmla="*/ 71776 h 761503"/>
                  <a:gd name="connsiteX37" fmla="*/ 147927 w 353555"/>
                  <a:gd name="connsiteY37" fmla="*/ 63617 h 761503"/>
                  <a:gd name="connsiteX38" fmla="*/ 164245 w 353555"/>
                  <a:gd name="connsiteY38" fmla="*/ 58178 h 761503"/>
                  <a:gd name="connsiteX39" fmla="*/ 177843 w 353555"/>
                  <a:gd name="connsiteY39" fmla="*/ 58178 h 761503"/>
                  <a:gd name="connsiteX40" fmla="*/ 196881 w 353555"/>
                  <a:gd name="connsiteY40" fmla="*/ 60898 h 761503"/>
                  <a:gd name="connsiteX41" fmla="*/ 232236 w 353555"/>
                  <a:gd name="connsiteY41" fmla="*/ 88094 h 761503"/>
                  <a:gd name="connsiteX42" fmla="*/ 278471 w 353555"/>
                  <a:gd name="connsiteY42" fmla="*/ 88094 h 761503"/>
                  <a:gd name="connsiteX43" fmla="*/ 316546 w 353555"/>
                  <a:gd name="connsiteY43" fmla="*/ 104412 h 761503"/>
                  <a:gd name="connsiteX44" fmla="*/ 311106 w 353555"/>
                  <a:gd name="connsiteY44" fmla="*/ 120730 h 761503"/>
                  <a:gd name="connsiteX45" fmla="*/ 294788 w 353555"/>
                  <a:gd name="connsiteY45" fmla="*/ 128889 h 761503"/>
                  <a:gd name="connsiteX46" fmla="*/ 273031 w 353555"/>
                  <a:gd name="connsiteY46" fmla="*/ 131609 h 761503"/>
                  <a:gd name="connsiteX47" fmla="*/ 243115 w 353555"/>
                  <a:gd name="connsiteY47" fmla="*/ 131609 h 761503"/>
                  <a:gd name="connsiteX48" fmla="*/ 243115 w 353555"/>
                  <a:gd name="connsiteY48" fmla="*/ 134329 h 761503"/>
                  <a:gd name="connsiteX49" fmla="*/ 248554 w 353555"/>
                  <a:gd name="connsiteY49" fmla="*/ 169684 h 761503"/>
                  <a:gd name="connsiteX50" fmla="*/ 251274 w 353555"/>
                  <a:gd name="connsiteY50" fmla="*/ 205040 h 761503"/>
                  <a:gd name="connsiteX51" fmla="*/ 251274 w 353555"/>
                  <a:gd name="connsiteY51" fmla="*/ 240395 h 761503"/>
                  <a:gd name="connsiteX52" fmla="*/ 251274 w 353555"/>
                  <a:gd name="connsiteY52" fmla="*/ 256713 h 761503"/>
                  <a:gd name="connsiteX53" fmla="*/ 253994 w 353555"/>
                  <a:gd name="connsiteY53" fmla="*/ 270311 h 761503"/>
                  <a:gd name="connsiteX54" fmla="*/ 259433 w 353555"/>
                  <a:gd name="connsiteY54" fmla="*/ 343742 h 761503"/>
                  <a:gd name="connsiteX55" fmla="*/ 262153 w 353555"/>
                  <a:gd name="connsiteY55" fmla="*/ 425332 h 761503"/>
                  <a:gd name="connsiteX56" fmla="*/ 264872 w 353555"/>
                  <a:gd name="connsiteY56" fmla="*/ 490603 h 761503"/>
                  <a:gd name="connsiteX57" fmla="*/ 270312 w 353555"/>
                  <a:gd name="connsiteY57" fmla="*/ 564034 h 761503"/>
                  <a:gd name="connsiteX58" fmla="*/ 270312 w 353555"/>
                  <a:gd name="connsiteY58" fmla="*/ 599390 h 761503"/>
                  <a:gd name="connsiteX59" fmla="*/ 270312 w 353555"/>
                  <a:gd name="connsiteY59" fmla="*/ 637465 h 761503"/>
                  <a:gd name="connsiteX60" fmla="*/ 264872 w 353555"/>
                  <a:gd name="connsiteY60" fmla="*/ 670101 h 761503"/>
                  <a:gd name="connsiteX61" fmla="*/ 283910 w 353555"/>
                  <a:gd name="connsiteY61" fmla="*/ 672820 h 761503"/>
                  <a:gd name="connsiteX62" fmla="*/ 283910 w 353555"/>
                  <a:gd name="connsiteY62" fmla="*/ 672820 h 761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</a:cxnLst>
                <a:rect l="l" t="t" r="r" b="b"/>
                <a:pathLst>
                  <a:path w="353555" h="761503">
                    <a:moveTo>
                      <a:pt x="283910" y="672820"/>
                    </a:moveTo>
                    <a:cubicBezTo>
                      <a:pt x="297508" y="672820"/>
                      <a:pt x="321985" y="672820"/>
                      <a:pt x="321985" y="689138"/>
                    </a:cubicBezTo>
                    <a:cubicBezTo>
                      <a:pt x="321985" y="697297"/>
                      <a:pt x="319265" y="697297"/>
                      <a:pt x="316546" y="705456"/>
                    </a:cubicBezTo>
                    <a:cubicBezTo>
                      <a:pt x="311106" y="710895"/>
                      <a:pt x="305667" y="713615"/>
                      <a:pt x="300228" y="713615"/>
                    </a:cubicBezTo>
                    <a:cubicBezTo>
                      <a:pt x="292069" y="716335"/>
                      <a:pt x="283910" y="716335"/>
                      <a:pt x="278471" y="716335"/>
                    </a:cubicBezTo>
                    <a:cubicBezTo>
                      <a:pt x="275751" y="716335"/>
                      <a:pt x="256713" y="716335"/>
                      <a:pt x="237676" y="716335"/>
                    </a:cubicBezTo>
                    <a:cubicBezTo>
                      <a:pt x="213199" y="716335"/>
                      <a:pt x="186002" y="719054"/>
                      <a:pt x="180563" y="719054"/>
                    </a:cubicBezTo>
                    <a:cubicBezTo>
                      <a:pt x="166965" y="719054"/>
                      <a:pt x="142488" y="719054"/>
                      <a:pt x="126170" y="719054"/>
                    </a:cubicBezTo>
                    <a:cubicBezTo>
                      <a:pt x="118011" y="719054"/>
                      <a:pt x="109852" y="719054"/>
                      <a:pt x="101693" y="719054"/>
                    </a:cubicBezTo>
                    <a:cubicBezTo>
                      <a:pt x="93534" y="719054"/>
                      <a:pt x="82655" y="719054"/>
                      <a:pt x="74496" y="713615"/>
                    </a:cubicBezTo>
                    <a:cubicBezTo>
                      <a:pt x="66337" y="710895"/>
                      <a:pt x="58178" y="702736"/>
                      <a:pt x="58178" y="697297"/>
                    </a:cubicBezTo>
                    <a:cubicBezTo>
                      <a:pt x="58178" y="694578"/>
                      <a:pt x="58178" y="691858"/>
                      <a:pt x="63617" y="689138"/>
                    </a:cubicBezTo>
                    <a:cubicBezTo>
                      <a:pt x="69057" y="686418"/>
                      <a:pt x="79935" y="683699"/>
                      <a:pt x="85375" y="680979"/>
                    </a:cubicBezTo>
                    <a:cubicBezTo>
                      <a:pt x="104412" y="678260"/>
                      <a:pt x="123450" y="675540"/>
                      <a:pt x="131609" y="675540"/>
                    </a:cubicBezTo>
                    <a:cubicBezTo>
                      <a:pt x="134329" y="675540"/>
                      <a:pt x="137048" y="675540"/>
                      <a:pt x="142488" y="675540"/>
                    </a:cubicBezTo>
                    <a:cubicBezTo>
                      <a:pt x="134329" y="670101"/>
                      <a:pt x="131609" y="661942"/>
                      <a:pt x="131609" y="653783"/>
                    </a:cubicBezTo>
                    <a:cubicBezTo>
                      <a:pt x="131609" y="648343"/>
                      <a:pt x="131609" y="642904"/>
                      <a:pt x="128889" y="640184"/>
                    </a:cubicBezTo>
                    <a:cubicBezTo>
                      <a:pt x="128889" y="637465"/>
                      <a:pt x="128889" y="634745"/>
                      <a:pt x="128889" y="629306"/>
                    </a:cubicBezTo>
                    <a:cubicBezTo>
                      <a:pt x="128889" y="626586"/>
                      <a:pt x="128889" y="623867"/>
                      <a:pt x="128889" y="621147"/>
                    </a:cubicBezTo>
                    <a:cubicBezTo>
                      <a:pt x="128889" y="612988"/>
                      <a:pt x="128889" y="604829"/>
                      <a:pt x="128889" y="593950"/>
                    </a:cubicBezTo>
                    <a:cubicBezTo>
                      <a:pt x="128889" y="591231"/>
                      <a:pt x="128889" y="585791"/>
                      <a:pt x="128889" y="583072"/>
                    </a:cubicBezTo>
                    <a:cubicBezTo>
                      <a:pt x="128889" y="534118"/>
                      <a:pt x="131609" y="485164"/>
                      <a:pt x="128889" y="436210"/>
                    </a:cubicBezTo>
                    <a:cubicBezTo>
                      <a:pt x="128889" y="409014"/>
                      <a:pt x="128889" y="384537"/>
                      <a:pt x="128889" y="357340"/>
                    </a:cubicBezTo>
                    <a:cubicBezTo>
                      <a:pt x="128889" y="335583"/>
                      <a:pt x="131609" y="313826"/>
                      <a:pt x="131609" y="289349"/>
                    </a:cubicBezTo>
                    <a:cubicBezTo>
                      <a:pt x="131609" y="275751"/>
                      <a:pt x="131609" y="264872"/>
                      <a:pt x="131609" y="251274"/>
                    </a:cubicBezTo>
                    <a:cubicBezTo>
                      <a:pt x="131609" y="234956"/>
                      <a:pt x="131609" y="221357"/>
                      <a:pt x="131609" y="205040"/>
                    </a:cubicBezTo>
                    <a:cubicBezTo>
                      <a:pt x="131609" y="183282"/>
                      <a:pt x="131609" y="161525"/>
                      <a:pt x="131609" y="139768"/>
                    </a:cubicBezTo>
                    <a:cubicBezTo>
                      <a:pt x="131609" y="137048"/>
                      <a:pt x="131609" y="134329"/>
                      <a:pt x="131609" y="128889"/>
                    </a:cubicBezTo>
                    <a:cubicBezTo>
                      <a:pt x="128889" y="128889"/>
                      <a:pt x="126170" y="128889"/>
                      <a:pt x="126170" y="128889"/>
                    </a:cubicBezTo>
                    <a:cubicBezTo>
                      <a:pt x="118011" y="128889"/>
                      <a:pt x="109852" y="128889"/>
                      <a:pt x="101693" y="128889"/>
                    </a:cubicBezTo>
                    <a:cubicBezTo>
                      <a:pt x="93534" y="128889"/>
                      <a:pt x="82655" y="128889"/>
                      <a:pt x="74496" y="123450"/>
                    </a:cubicBezTo>
                    <a:cubicBezTo>
                      <a:pt x="66337" y="120730"/>
                      <a:pt x="58178" y="112571"/>
                      <a:pt x="58178" y="107132"/>
                    </a:cubicBezTo>
                    <a:cubicBezTo>
                      <a:pt x="58178" y="104412"/>
                      <a:pt x="58178" y="101693"/>
                      <a:pt x="60898" y="98973"/>
                    </a:cubicBezTo>
                    <a:cubicBezTo>
                      <a:pt x="63617" y="96253"/>
                      <a:pt x="77216" y="93534"/>
                      <a:pt x="82655" y="93534"/>
                    </a:cubicBezTo>
                    <a:cubicBezTo>
                      <a:pt x="98973" y="90814"/>
                      <a:pt x="123450" y="88094"/>
                      <a:pt x="131609" y="88094"/>
                    </a:cubicBezTo>
                    <a:cubicBezTo>
                      <a:pt x="131609" y="85375"/>
                      <a:pt x="131609" y="85375"/>
                      <a:pt x="131609" y="82655"/>
                    </a:cubicBezTo>
                    <a:cubicBezTo>
                      <a:pt x="131609" y="77216"/>
                      <a:pt x="131609" y="74496"/>
                      <a:pt x="134329" y="71776"/>
                    </a:cubicBezTo>
                    <a:cubicBezTo>
                      <a:pt x="137048" y="69057"/>
                      <a:pt x="145207" y="66337"/>
                      <a:pt x="147927" y="63617"/>
                    </a:cubicBezTo>
                    <a:cubicBezTo>
                      <a:pt x="153366" y="60898"/>
                      <a:pt x="158806" y="58178"/>
                      <a:pt x="164245" y="58178"/>
                    </a:cubicBezTo>
                    <a:cubicBezTo>
                      <a:pt x="169684" y="58178"/>
                      <a:pt x="175123" y="58178"/>
                      <a:pt x="177843" y="58178"/>
                    </a:cubicBezTo>
                    <a:cubicBezTo>
                      <a:pt x="183283" y="58178"/>
                      <a:pt x="191442" y="58178"/>
                      <a:pt x="196881" y="60898"/>
                    </a:cubicBezTo>
                    <a:cubicBezTo>
                      <a:pt x="213199" y="63617"/>
                      <a:pt x="224077" y="74496"/>
                      <a:pt x="232236" y="88094"/>
                    </a:cubicBezTo>
                    <a:cubicBezTo>
                      <a:pt x="253994" y="88094"/>
                      <a:pt x="270312" y="88094"/>
                      <a:pt x="278471" y="88094"/>
                    </a:cubicBezTo>
                    <a:cubicBezTo>
                      <a:pt x="292069" y="88094"/>
                      <a:pt x="316546" y="88094"/>
                      <a:pt x="316546" y="104412"/>
                    </a:cubicBezTo>
                    <a:cubicBezTo>
                      <a:pt x="316546" y="112571"/>
                      <a:pt x="313826" y="112571"/>
                      <a:pt x="311106" y="120730"/>
                    </a:cubicBezTo>
                    <a:cubicBezTo>
                      <a:pt x="305667" y="126170"/>
                      <a:pt x="300228" y="128889"/>
                      <a:pt x="294788" y="128889"/>
                    </a:cubicBezTo>
                    <a:cubicBezTo>
                      <a:pt x="286630" y="131609"/>
                      <a:pt x="278471" y="131609"/>
                      <a:pt x="273031" y="131609"/>
                    </a:cubicBezTo>
                    <a:cubicBezTo>
                      <a:pt x="270312" y="131609"/>
                      <a:pt x="259433" y="131609"/>
                      <a:pt x="243115" y="131609"/>
                    </a:cubicBezTo>
                    <a:lnTo>
                      <a:pt x="243115" y="134329"/>
                    </a:lnTo>
                    <a:cubicBezTo>
                      <a:pt x="245835" y="145207"/>
                      <a:pt x="245835" y="158805"/>
                      <a:pt x="248554" y="169684"/>
                    </a:cubicBezTo>
                    <a:cubicBezTo>
                      <a:pt x="251274" y="180563"/>
                      <a:pt x="251274" y="194161"/>
                      <a:pt x="251274" y="205040"/>
                    </a:cubicBezTo>
                    <a:cubicBezTo>
                      <a:pt x="251274" y="215918"/>
                      <a:pt x="251274" y="226797"/>
                      <a:pt x="251274" y="240395"/>
                    </a:cubicBezTo>
                    <a:cubicBezTo>
                      <a:pt x="251274" y="245834"/>
                      <a:pt x="251274" y="251274"/>
                      <a:pt x="251274" y="256713"/>
                    </a:cubicBezTo>
                    <a:cubicBezTo>
                      <a:pt x="251274" y="262152"/>
                      <a:pt x="251274" y="267592"/>
                      <a:pt x="253994" y="270311"/>
                    </a:cubicBezTo>
                    <a:cubicBezTo>
                      <a:pt x="256713" y="294788"/>
                      <a:pt x="256713" y="319265"/>
                      <a:pt x="259433" y="343742"/>
                    </a:cubicBezTo>
                    <a:cubicBezTo>
                      <a:pt x="259433" y="370939"/>
                      <a:pt x="262153" y="398135"/>
                      <a:pt x="262153" y="425332"/>
                    </a:cubicBezTo>
                    <a:cubicBezTo>
                      <a:pt x="262153" y="447089"/>
                      <a:pt x="262153" y="468846"/>
                      <a:pt x="264872" y="490603"/>
                    </a:cubicBezTo>
                    <a:cubicBezTo>
                      <a:pt x="264872" y="515080"/>
                      <a:pt x="270312" y="539557"/>
                      <a:pt x="270312" y="564034"/>
                    </a:cubicBezTo>
                    <a:cubicBezTo>
                      <a:pt x="270312" y="574913"/>
                      <a:pt x="270312" y="588511"/>
                      <a:pt x="270312" y="599390"/>
                    </a:cubicBezTo>
                    <a:cubicBezTo>
                      <a:pt x="270312" y="612988"/>
                      <a:pt x="270312" y="623867"/>
                      <a:pt x="270312" y="637465"/>
                    </a:cubicBezTo>
                    <a:cubicBezTo>
                      <a:pt x="270312" y="648343"/>
                      <a:pt x="270312" y="661942"/>
                      <a:pt x="264872" y="670101"/>
                    </a:cubicBezTo>
                    <a:cubicBezTo>
                      <a:pt x="273031" y="672820"/>
                      <a:pt x="278471" y="672820"/>
                      <a:pt x="283910" y="672820"/>
                    </a:cubicBezTo>
                    <a:lnTo>
                      <a:pt x="283910" y="672820"/>
                    </a:lnTo>
                    <a:close/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0" name="Freeform: Shape 42">
                <a:extLst>
                  <a:ext uri="{FF2B5EF4-FFF2-40B4-BE49-F238E27FC236}">
                    <a16:creationId xmlns:a16="http://schemas.microsoft.com/office/drawing/2014/main" id="{13E663F3-88A2-564E-B175-5CC8C5A93ACA}"/>
                  </a:ext>
                </a:extLst>
              </p:cNvPr>
              <p:cNvSpPr/>
              <p:nvPr/>
            </p:nvSpPr>
            <p:spPr>
              <a:xfrm>
                <a:off x="4620880" y="4194877"/>
                <a:ext cx="598325" cy="761503"/>
              </a:xfrm>
              <a:custGeom>
                <a:avLst/>
                <a:gdLst>
                  <a:gd name="connsiteX0" fmla="*/ 515081 w 598324"/>
                  <a:gd name="connsiteY0" fmla="*/ 79935 h 761503"/>
                  <a:gd name="connsiteX1" fmla="*/ 542277 w 598324"/>
                  <a:gd name="connsiteY1" fmla="*/ 96253 h 761503"/>
                  <a:gd name="connsiteX2" fmla="*/ 536838 w 598324"/>
                  <a:gd name="connsiteY2" fmla="*/ 112571 h 761503"/>
                  <a:gd name="connsiteX3" fmla="*/ 523240 w 598324"/>
                  <a:gd name="connsiteY3" fmla="*/ 120730 h 761503"/>
                  <a:gd name="connsiteX4" fmla="*/ 506922 w 598324"/>
                  <a:gd name="connsiteY4" fmla="*/ 123450 h 761503"/>
                  <a:gd name="connsiteX5" fmla="*/ 477006 w 598324"/>
                  <a:gd name="connsiteY5" fmla="*/ 123450 h 761503"/>
                  <a:gd name="connsiteX6" fmla="*/ 479725 w 598324"/>
                  <a:gd name="connsiteY6" fmla="*/ 145207 h 761503"/>
                  <a:gd name="connsiteX7" fmla="*/ 477006 w 598324"/>
                  <a:gd name="connsiteY7" fmla="*/ 180563 h 761503"/>
                  <a:gd name="connsiteX8" fmla="*/ 482445 w 598324"/>
                  <a:gd name="connsiteY8" fmla="*/ 232236 h 761503"/>
                  <a:gd name="connsiteX9" fmla="*/ 485165 w 598324"/>
                  <a:gd name="connsiteY9" fmla="*/ 283909 h 761503"/>
                  <a:gd name="connsiteX10" fmla="*/ 485165 w 598324"/>
                  <a:gd name="connsiteY10" fmla="*/ 327424 h 761503"/>
                  <a:gd name="connsiteX11" fmla="*/ 487884 w 598324"/>
                  <a:gd name="connsiteY11" fmla="*/ 373658 h 761503"/>
                  <a:gd name="connsiteX12" fmla="*/ 485165 w 598324"/>
                  <a:gd name="connsiteY12" fmla="*/ 419892 h 761503"/>
                  <a:gd name="connsiteX13" fmla="*/ 485165 w 598324"/>
                  <a:gd name="connsiteY13" fmla="*/ 463407 h 761503"/>
                  <a:gd name="connsiteX14" fmla="*/ 482445 w 598324"/>
                  <a:gd name="connsiteY14" fmla="*/ 515080 h 761503"/>
                  <a:gd name="connsiteX15" fmla="*/ 482445 w 598324"/>
                  <a:gd name="connsiteY15" fmla="*/ 558595 h 761503"/>
                  <a:gd name="connsiteX16" fmla="*/ 479725 w 598324"/>
                  <a:gd name="connsiteY16" fmla="*/ 602109 h 761503"/>
                  <a:gd name="connsiteX17" fmla="*/ 485165 w 598324"/>
                  <a:gd name="connsiteY17" fmla="*/ 648343 h 761503"/>
                  <a:gd name="connsiteX18" fmla="*/ 474286 w 598324"/>
                  <a:gd name="connsiteY18" fmla="*/ 675540 h 761503"/>
                  <a:gd name="connsiteX19" fmla="*/ 428052 w 598324"/>
                  <a:gd name="connsiteY19" fmla="*/ 691858 h 761503"/>
                  <a:gd name="connsiteX20" fmla="*/ 387257 w 598324"/>
                  <a:gd name="connsiteY20" fmla="*/ 683699 h 761503"/>
                  <a:gd name="connsiteX21" fmla="*/ 351901 w 598324"/>
                  <a:gd name="connsiteY21" fmla="*/ 664661 h 761503"/>
                  <a:gd name="connsiteX22" fmla="*/ 305667 w 598324"/>
                  <a:gd name="connsiteY22" fmla="*/ 596670 h 761503"/>
                  <a:gd name="connsiteX23" fmla="*/ 270312 w 598324"/>
                  <a:gd name="connsiteY23" fmla="*/ 509641 h 761503"/>
                  <a:gd name="connsiteX24" fmla="*/ 251274 w 598324"/>
                  <a:gd name="connsiteY24" fmla="*/ 460687 h 761503"/>
                  <a:gd name="connsiteX25" fmla="*/ 224077 w 598324"/>
                  <a:gd name="connsiteY25" fmla="*/ 381817 h 761503"/>
                  <a:gd name="connsiteX26" fmla="*/ 207759 w 598324"/>
                  <a:gd name="connsiteY26" fmla="*/ 330144 h 761503"/>
                  <a:gd name="connsiteX27" fmla="*/ 191442 w 598324"/>
                  <a:gd name="connsiteY27" fmla="*/ 286629 h 761503"/>
                  <a:gd name="connsiteX28" fmla="*/ 183283 w 598324"/>
                  <a:gd name="connsiteY28" fmla="*/ 278470 h 761503"/>
                  <a:gd name="connsiteX29" fmla="*/ 180563 w 598324"/>
                  <a:gd name="connsiteY29" fmla="*/ 292068 h 761503"/>
                  <a:gd name="connsiteX30" fmla="*/ 180563 w 598324"/>
                  <a:gd name="connsiteY30" fmla="*/ 305667 h 761503"/>
                  <a:gd name="connsiteX31" fmla="*/ 183283 w 598324"/>
                  <a:gd name="connsiteY31" fmla="*/ 354620 h 761503"/>
                  <a:gd name="connsiteX32" fmla="*/ 188722 w 598324"/>
                  <a:gd name="connsiteY32" fmla="*/ 449808 h 761503"/>
                  <a:gd name="connsiteX33" fmla="*/ 188722 w 598324"/>
                  <a:gd name="connsiteY33" fmla="*/ 479725 h 761503"/>
                  <a:gd name="connsiteX34" fmla="*/ 188722 w 598324"/>
                  <a:gd name="connsiteY34" fmla="*/ 542277 h 761503"/>
                  <a:gd name="connsiteX35" fmla="*/ 186002 w 598324"/>
                  <a:gd name="connsiteY35" fmla="*/ 615708 h 761503"/>
                  <a:gd name="connsiteX36" fmla="*/ 186002 w 598324"/>
                  <a:gd name="connsiteY36" fmla="*/ 637465 h 761503"/>
                  <a:gd name="connsiteX37" fmla="*/ 183283 w 598324"/>
                  <a:gd name="connsiteY37" fmla="*/ 664661 h 761503"/>
                  <a:gd name="connsiteX38" fmla="*/ 226797 w 598324"/>
                  <a:gd name="connsiteY38" fmla="*/ 664661 h 761503"/>
                  <a:gd name="connsiteX39" fmla="*/ 253994 w 598324"/>
                  <a:gd name="connsiteY39" fmla="*/ 680979 h 761503"/>
                  <a:gd name="connsiteX40" fmla="*/ 248554 w 598324"/>
                  <a:gd name="connsiteY40" fmla="*/ 697297 h 761503"/>
                  <a:gd name="connsiteX41" fmla="*/ 234956 w 598324"/>
                  <a:gd name="connsiteY41" fmla="*/ 705456 h 761503"/>
                  <a:gd name="connsiteX42" fmla="*/ 218638 w 598324"/>
                  <a:gd name="connsiteY42" fmla="*/ 708176 h 761503"/>
                  <a:gd name="connsiteX43" fmla="*/ 183283 w 598324"/>
                  <a:gd name="connsiteY43" fmla="*/ 708176 h 761503"/>
                  <a:gd name="connsiteX44" fmla="*/ 150647 w 598324"/>
                  <a:gd name="connsiteY44" fmla="*/ 708176 h 761503"/>
                  <a:gd name="connsiteX45" fmla="*/ 107132 w 598324"/>
                  <a:gd name="connsiteY45" fmla="*/ 708176 h 761503"/>
                  <a:gd name="connsiteX46" fmla="*/ 88094 w 598324"/>
                  <a:gd name="connsiteY46" fmla="*/ 708176 h 761503"/>
                  <a:gd name="connsiteX47" fmla="*/ 69057 w 598324"/>
                  <a:gd name="connsiteY47" fmla="*/ 702736 h 761503"/>
                  <a:gd name="connsiteX48" fmla="*/ 58178 w 598324"/>
                  <a:gd name="connsiteY48" fmla="*/ 686418 h 761503"/>
                  <a:gd name="connsiteX49" fmla="*/ 60898 w 598324"/>
                  <a:gd name="connsiteY49" fmla="*/ 678259 h 761503"/>
                  <a:gd name="connsiteX50" fmla="*/ 77216 w 598324"/>
                  <a:gd name="connsiteY50" fmla="*/ 670101 h 761503"/>
                  <a:gd name="connsiteX51" fmla="*/ 120730 w 598324"/>
                  <a:gd name="connsiteY51" fmla="*/ 664661 h 761503"/>
                  <a:gd name="connsiteX52" fmla="*/ 131609 w 598324"/>
                  <a:gd name="connsiteY52" fmla="*/ 664661 h 761503"/>
                  <a:gd name="connsiteX53" fmla="*/ 134329 w 598324"/>
                  <a:gd name="connsiteY53" fmla="*/ 539557 h 761503"/>
                  <a:gd name="connsiteX54" fmla="*/ 134329 w 598324"/>
                  <a:gd name="connsiteY54" fmla="*/ 504201 h 761503"/>
                  <a:gd name="connsiteX55" fmla="*/ 131609 w 598324"/>
                  <a:gd name="connsiteY55" fmla="*/ 376378 h 761503"/>
                  <a:gd name="connsiteX56" fmla="*/ 131609 w 598324"/>
                  <a:gd name="connsiteY56" fmla="*/ 302947 h 761503"/>
                  <a:gd name="connsiteX57" fmla="*/ 134329 w 598324"/>
                  <a:gd name="connsiteY57" fmla="*/ 221357 h 761503"/>
                  <a:gd name="connsiteX58" fmla="*/ 137048 w 598324"/>
                  <a:gd name="connsiteY58" fmla="*/ 123450 h 761503"/>
                  <a:gd name="connsiteX59" fmla="*/ 107132 w 598324"/>
                  <a:gd name="connsiteY59" fmla="*/ 123450 h 761503"/>
                  <a:gd name="connsiteX60" fmla="*/ 88094 w 598324"/>
                  <a:gd name="connsiteY60" fmla="*/ 123450 h 761503"/>
                  <a:gd name="connsiteX61" fmla="*/ 69057 w 598324"/>
                  <a:gd name="connsiteY61" fmla="*/ 118011 h 761503"/>
                  <a:gd name="connsiteX62" fmla="*/ 58178 w 598324"/>
                  <a:gd name="connsiteY62" fmla="*/ 101693 h 761503"/>
                  <a:gd name="connsiteX63" fmla="*/ 60898 w 598324"/>
                  <a:gd name="connsiteY63" fmla="*/ 93534 h 761503"/>
                  <a:gd name="connsiteX64" fmla="*/ 77216 w 598324"/>
                  <a:gd name="connsiteY64" fmla="*/ 85375 h 761503"/>
                  <a:gd name="connsiteX65" fmla="*/ 131609 w 598324"/>
                  <a:gd name="connsiteY65" fmla="*/ 79935 h 761503"/>
                  <a:gd name="connsiteX66" fmla="*/ 161525 w 598324"/>
                  <a:gd name="connsiteY66" fmla="*/ 79935 h 761503"/>
                  <a:gd name="connsiteX67" fmla="*/ 177843 w 598324"/>
                  <a:gd name="connsiteY67" fmla="*/ 66337 h 761503"/>
                  <a:gd name="connsiteX68" fmla="*/ 202320 w 598324"/>
                  <a:gd name="connsiteY68" fmla="*/ 58178 h 761503"/>
                  <a:gd name="connsiteX69" fmla="*/ 234956 w 598324"/>
                  <a:gd name="connsiteY69" fmla="*/ 77216 h 761503"/>
                  <a:gd name="connsiteX70" fmla="*/ 251274 w 598324"/>
                  <a:gd name="connsiteY70" fmla="*/ 107132 h 761503"/>
                  <a:gd name="connsiteX71" fmla="*/ 267592 w 598324"/>
                  <a:gd name="connsiteY71" fmla="*/ 147927 h 761503"/>
                  <a:gd name="connsiteX72" fmla="*/ 281190 w 598324"/>
                  <a:gd name="connsiteY72" fmla="*/ 183282 h 761503"/>
                  <a:gd name="connsiteX73" fmla="*/ 297508 w 598324"/>
                  <a:gd name="connsiteY73" fmla="*/ 224077 h 761503"/>
                  <a:gd name="connsiteX74" fmla="*/ 308387 w 598324"/>
                  <a:gd name="connsiteY74" fmla="*/ 264872 h 761503"/>
                  <a:gd name="connsiteX75" fmla="*/ 319265 w 598324"/>
                  <a:gd name="connsiteY75" fmla="*/ 300227 h 761503"/>
                  <a:gd name="connsiteX76" fmla="*/ 351901 w 598324"/>
                  <a:gd name="connsiteY76" fmla="*/ 379097 h 761503"/>
                  <a:gd name="connsiteX77" fmla="*/ 365500 w 598324"/>
                  <a:gd name="connsiteY77" fmla="*/ 417173 h 761503"/>
                  <a:gd name="connsiteX78" fmla="*/ 379098 w 598324"/>
                  <a:gd name="connsiteY78" fmla="*/ 457967 h 761503"/>
                  <a:gd name="connsiteX79" fmla="*/ 395416 w 598324"/>
                  <a:gd name="connsiteY79" fmla="*/ 496043 h 761503"/>
                  <a:gd name="connsiteX80" fmla="*/ 406294 w 598324"/>
                  <a:gd name="connsiteY80" fmla="*/ 512361 h 761503"/>
                  <a:gd name="connsiteX81" fmla="*/ 411734 w 598324"/>
                  <a:gd name="connsiteY81" fmla="*/ 531398 h 761503"/>
                  <a:gd name="connsiteX82" fmla="*/ 419893 w 598324"/>
                  <a:gd name="connsiteY82" fmla="*/ 558595 h 761503"/>
                  <a:gd name="connsiteX83" fmla="*/ 425332 w 598324"/>
                  <a:gd name="connsiteY83" fmla="*/ 564034 h 761503"/>
                  <a:gd name="connsiteX84" fmla="*/ 430771 w 598324"/>
                  <a:gd name="connsiteY84" fmla="*/ 558595 h 761503"/>
                  <a:gd name="connsiteX85" fmla="*/ 430771 w 598324"/>
                  <a:gd name="connsiteY85" fmla="*/ 550436 h 761503"/>
                  <a:gd name="connsiteX86" fmla="*/ 430771 w 598324"/>
                  <a:gd name="connsiteY86" fmla="*/ 501482 h 761503"/>
                  <a:gd name="connsiteX87" fmla="*/ 430771 w 598324"/>
                  <a:gd name="connsiteY87" fmla="*/ 403574 h 761503"/>
                  <a:gd name="connsiteX88" fmla="*/ 425332 w 598324"/>
                  <a:gd name="connsiteY88" fmla="*/ 313826 h 761503"/>
                  <a:gd name="connsiteX89" fmla="*/ 425332 w 598324"/>
                  <a:gd name="connsiteY89" fmla="*/ 248554 h 761503"/>
                  <a:gd name="connsiteX90" fmla="*/ 425332 w 598324"/>
                  <a:gd name="connsiteY90" fmla="*/ 210479 h 761503"/>
                  <a:gd name="connsiteX91" fmla="*/ 422613 w 598324"/>
                  <a:gd name="connsiteY91" fmla="*/ 153366 h 761503"/>
                  <a:gd name="connsiteX92" fmla="*/ 425332 w 598324"/>
                  <a:gd name="connsiteY92" fmla="*/ 123450 h 761503"/>
                  <a:gd name="connsiteX93" fmla="*/ 398136 w 598324"/>
                  <a:gd name="connsiteY93" fmla="*/ 123450 h 761503"/>
                  <a:gd name="connsiteX94" fmla="*/ 379098 w 598324"/>
                  <a:gd name="connsiteY94" fmla="*/ 123450 h 761503"/>
                  <a:gd name="connsiteX95" fmla="*/ 360060 w 598324"/>
                  <a:gd name="connsiteY95" fmla="*/ 118011 h 761503"/>
                  <a:gd name="connsiteX96" fmla="*/ 349182 w 598324"/>
                  <a:gd name="connsiteY96" fmla="*/ 101693 h 761503"/>
                  <a:gd name="connsiteX97" fmla="*/ 351901 w 598324"/>
                  <a:gd name="connsiteY97" fmla="*/ 93534 h 761503"/>
                  <a:gd name="connsiteX98" fmla="*/ 368219 w 598324"/>
                  <a:gd name="connsiteY98" fmla="*/ 85375 h 761503"/>
                  <a:gd name="connsiteX99" fmla="*/ 422613 w 598324"/>
                  <a:gd name="connsiteY99" fmla="*/ 79935 h 761503"/>
                  <a:gd name="connsiteX100" fmla="*/ 444370 w 598324"/>
                  <a:gd name="connsiteY100" fmla="*/ 79935 h 761503"/>
                  <a:gd name="connsiteX101" fmla="*/ 463407 w 598324"/>
                  <a:gd name="connsiteY101" fmla="*/ 71776 h 761503"/>
                  <a:gd name="connsiteX102" fmla="*/ 477006 w 598324"/>
                  <a:gd name="connsiteY102" fmla="*/ 79935 h 761503"/>
                  <a:gd name="connsiteX103" fmla="*/ 515081 w 598324"/>
                  <a:gd name="connsiteY103" fmla="*/ 79935 h 761503"/>
                  <a:gd name="connsiteX104" fmla="*/ 515081 w 598324"/>
                  <a:gd name="connsiteY104" fmla="*/ 79935 h 761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</a:cxnLst>
                <a:rect l="l" t="t" r="r" b="b"/>
                <a:pathLst>
                  <a:path w="598324" h="761503">
                    <a:moveTo>
                      <a:pt x="515081" y="79935"/>
                    </a:moveTo>
                    <a:cubicBezTo>
                      <a:pt x="523240" y="79935"/>
                      <a:pt x="542277" y="79935"/>
                      <a:pt x="542277" y="96253"/>
                    </a:cubicBezTo>
                    <a:cubicBezTo>
                      <a:pt x="542277" y="104412"/>
                      <a:pt x="542277" y="107132"/>
                      <a:pt x="536838" y="112571"/>
                    </a:cubicBezTo>
                    <a:cubicBezTo>
                      <a:pt x="534119" y="118011"/>
                      <a:pt x="528679" y="120730"/>
                      <a:pt x="523240" y="120730"/>
                    </a:cubicBezTo>
                    <a:cubicBezTo>
                      <a:pt x="515081" y="123450"/>
                      <a:pt x="512361" y="123450"/>
                      <a:pt x="506922" y="123450"/>
                    </a:cubicBezTo>
                    <a:cubicBezTo>
                      <a:pt x="504202" y="123450"/>
                      <a:pt x="490604" y="123450"/>
                      <a:pt x="477006" y="123450"/>
                    </a:cubicBezTo>
                    <a:cubicBezTo>
                      <a:pt x="477006" y="131609"/>
                      <a:pt x="479725" y="137048"/>
                      <a:pt x="479725" y="145207"/>
                    </a:cubicBezTo>
                    <a:cubicBezTo>
                      <a:pt x="479725" y="156086"/>
                      <a:pt x="477006" y="166964"/>
                      <a:pt x="477006" y="180563"/>
                    </a:cubicBezTo>
                    <a:cubicBezTo>
                      <a:pt x="477006" y="196881"/>
                      <a:pt x="479725" y="215918"/>
                      <a:pt x="482445" y="232236"/>
                    </a:cubicBezTo>
                    <a:cubicBezTo>
                      <a:pt x="485165" y="248554"/>
                      <a:pt x="485165" y="267592"/>
                      <a:pt x="485165" y="283909"/>
                    </a:cubicBezTo>
                    <a:cubicBezTo>
                      <a:pt x="485165" y="297508"/>
                      <a:pt x="485165" y="313826"/>
                      <a:pt x="485165" y="327424"/>
                    </a:cubicBezTo>
                    <a:cubicBezTo>
                      <a:pt x="485165" y="343742"/>
                      <a:pt x="487884" y="357340"/>
                      <a:pt x="487884" y="373658"/>
                    </a:cubicBezTo>
                    <a:cubicBezTo>
                      <a:pt x="487884" y="389976"/>
                      <a:pt x="485165" y="403574"/>
                      <a:pt x="485165" y="419892"/>
                    </a:cubicBezTo>
                    <a:cubicBezTo>
                      <a:pt x="485165" y="436210"/>
                      <a:pt x="485165" y="449808"/>
                      <a:pt x="485165" y="463407"/>
                    </a:cubicBezTo>
                    <a:cubicBezTo>
                      <a:pt x="485165" y="479725"/>
                      <a:pt x="485165" y="498762"/>
                      <a:pt x="482445" y="515080"/>
                    </a:cubicBezTo>
                    <a:cubicBezTo>
                      <a:pt x="482445" y="528678"/>
                      <a:pt x="482445" y="542277"/>
                      <a:pt x="482445" y="558595"/>
                    </a:cubicBezTo>
                    <a:cubicBezTo>
                      <a:pt x="482445" y="572193"/>
                      <a:pt x="479725" y="588511"/>
                      <a:pt x="479725" y="602109"/>
                    </a:cubicBezTo>
                    <a:cubicBezTo>
                      <a:pt x="479725" y="615708"/>
                      <a:pt x="485165" y="632025"/>
                      <a:pt x="485165" y="648343"/>
                    </a:cubicBezTo>
                    <a:cubicBezTo>
                      <a:pt x="485165" y="659222"/>
                      <a:pt x="482445" y="670101"/>
                      <a:pt x="474286" y="675540"/>
                    </a:cubicBezTo>
                    <a:cubicBezTo>
                      <a:pt x="460688" y="686418"/>
                      <a:pt x="444370" y="691858"/>
                      <a:pt x="428052" y="691858"/>
                    </a:cubicBezTo>
                    <a:cubicBezTo>
                      <a:pt x="414453" y="691858"/>
                      <a:pt x="400855" y="689138"/>
                      <a:pt x="387257" y="683699"/>
                    </a:cubicBezTo>
                    <a:cubicBezTo>
                      <a:pt x="373659" y="678259"/>
                      <a:pt x="360060" y="672820"/>
                      <a:pt x="351901" y="664661"/>
                    </a:cubicBezTo>
                    <a:cubicBezTo>
                      <a:pt x="330144" y="645624"/>
                      <a:pt x="316546" y="621147"/>
                      <a:pt x="305667" y="596670"/>
                    </a:cubicBezTo>
                    <a:cubicBezTo>
                      <a:pt x="292069" y="569473"/>
                      <a:pt x="281190" y="539557"/>
                      <a:pt x="270312" y="509641"/>
                    </a:cubicBezTo>
                    <a:cubicBezTo>
                      <a:pt x="264872" y="493323"/>
                      <a:pt x="256713" y="477005"/>
                      <a:pt x="251274" y="460687"/>
                    </a:cubicBezTo>
                    <a:cubicBezTo>
                      <a:pt x="240395" y="433490"/>
                      <a:pt x="232236" y="409014"/>
                      <a:pt x="224077" y="381817"/>
                    </a:cubicBezTo>
                    <a:cubicBezTo>
                      <a:pt x="218638" y="365499"/>
                      <a:pt x="213199" y="346462"/>
                      <a:pt x="207759" y="330144"/>
                    </a:cubicBezTo>
                    <a:cubicBezTo>
                      <a:pt x="202320" y="316545"/>
                      <a:pt x="196881" y="300227"/>
                      <a:pt x="191442" y="286629"/>
                    </a:cubicBezTo>
                    <a:cubicBezTo>
                      <a:pt x="188722" y="281190"/>
                      <a:pt x="186002" y="278470"/>
                      <a:pt x="183283" y="278470"/>
                    </a:cubicBezTo>
                    <a:cubicBezTo>
                      <a:pt x="180563" y="278470"/>
                      <a:pt x="180563" y="286629"/>
                      <a:pt x="180563" y="292068"/>
                    </a:cubicBezTo>
                    <a:cubicBezTo>
                      <a:pt x="180563" y="297508"/>
                      <a:pt x="180563" y="302947"/>
                      <a:pt x="180563" y="305667"/>
                    </a:cubicBezTo>
                    <a:cubicBezTo>
                      <a:pt x="180563" y="321985"/>
                      <a:pt x="183283" y="338303"/>
                      <a:pt x="183283" y="354620"/>
                    </a:cubicBezTo>
                    <a:cubicBezTo>
                      <a:pt x="183283" y="387256"/>
                      <a:pt x="186002" y="417173"/>
                      <a:pt x="188722" y="449808"/>
                    </a:cubicBezTo>
                    <a:cubicBezTo>
                      <a:pt x="188722" y="460687"/>
                      <a:pt x="188722" y="468846"/>
                      <a:pt x="188722" y="479725"/>
                    </a:cubicBezTo>
                    <a:cubicBezTo>
                      <a:pt x="188722" y="501482"/>
                      <a:pt x="188722" y="523239"/>
                      <a:pt x="188722" y="542277"/>
                    </a:cubicBezTo>
                    <a:cubicBezTo>
                      <a:pt x="188722" y="566754"/>
                      <a:pt x="186002" y="591231"/>
                      <a:pt x="186002" y="615708"/>
                    </a:cubicBezTo>
                    <a:cubicBezTo>
                      <a:pt x="186002" y="623866"/>
                      <a:pt x="186002" y="632025"/>
                      <a:pt x="186002" y="637465"/>
                    </a:cubicBezTo>
                    <a:cubicBezTo>
                      <a:pt x="186002" y="645624"/>
                      <a:pt x="183283" y="656502"/>
                      <a:pt x="183283" y="664661"/>
                    </a:cubicBezTo>
                    <a:cubicBezTo>
                      <a:pt x="202320" y="664661"/>
                      <a:pt x="218638" y="664661"/>
                      <a:pt x="226797" y="664661"/>
                    </a:cubicBezTo>
                    <a:cubicBezTo>
                      <a:pt x="234956" y="664661"/>
                      <a:pt x="253994" y="664661"/>
                      <a:pt x="253994" y="680979"/>
                    </a:cubicBezTo>
                    <a:cubicBezTo>
                      <a:pt x="253994" y="689138"/>
                      <a:pt x="253994" y="691858"/>
                      <a:pt x="248554" y="697297"/>
                    </a:cubicBezTo>
                    <a:cubicBezTo>
                      <a:pt x="245835" y="702736"/>
                      <a:pt x="240395" y="705456"/>
                      <a:pt x="234956" y="705456"/>
                    </a:cubicBezTo>
                    <a:cubicBezTo>
                      <a:pt x="226797" y="708176"/>
                      <a:pt x="224077" y="708176"/>
                      <a:pt x="218638" y="708176"/>
                    </a:cubicBezTo>
                    <a:cubicBezTo>
                      <a:pt x="215918" y="708176"/>
                      <a:pt x="199600" y="708176"/>
                      <a:pt x="183283" y="708176"/>
                    </a:cubicBezTo>
                    <a:cubicBezTo>
                      <a:pt x="166965" y="708176"/>
                      <a:pt x="153366" y="708176"/>
                      <a:pt x="150647" y="708176"/>
                    </a:cubicBezTo>
                    <a:cubicBezTo>
                      <a:pt x="139768" y="708176"/>
                      <a:pt x="120730" y="708176"/>
                      <a:pt x="107132" y="708176"/>
                    </a:cubicBezTo>
                    <a:cubicBezTo>
                      <a:pt x="101693" y="708176"/>
                      <a:pt x="96254" y="708176"/>
                      <a:pt x="88094" y="708176"/>
                    </a:cubicBezTo>
                    <a:cubicBezTo>
                      <a:pt x="82655" y="708176"/>
                      <a:pt x="74496" y="708176"/>
                      <a:pt x="69057" y="702736"/>
                    </a:cubicBezTo>
                    <a:cubicBezTo>
                      <a:pt x="63617" y="700017"/>
                      <a:pt x="58178" y="691858"/>
                      <a:pt x="58178" y="686418"/>
                    </a:cubicBezTo>
                    <a:cubicBezTo>
                      <a:pt x="58178" y="683699"/>
                      <a:pt x="58178" y="680979"/>
                      <a:pt x="60898" y="678259"/>
                    </a:cubicBezTo>
                    <a:cubicBezTo>
                      <a:pt x="63617" y="675540"/>
                      <a:pt x="71777" y="672820"/>
                      <a:pt x="77216" y="670101"/>
                    </a:cubicBezTo>
                    <a:cubicBezTo>
                      <a:pt x="90814" y="667381"/>
                      <a:pt x="115291" y="664661"/>
                      <a:pt x="120730" y="664661"/>
                    </a:cubicBezTo>
                    <a:cubicBezTo>
                      <a:pt x="123450" y="664661"/>
                      <a:pt x="126170" y="664661"/>
                      <a:pt x="131609" y="664661"/>
                    </a:cubicBezTo>
                    <a:cubicBezTo>
                      <a:pt x="131609" y="623866"/>
                      <a:pt x="134329" y="583072"/>
                      <a:pt x="134329" y="539557"/>
                    </a:cubicBezTo>
                    <a:cubicBezTo>
                      <a:pt x="134329" y="528678"/>
                      <a:pt x="134329" y="515080"/>
                      <a:pt x="134329" y="504201"/>
                    </a:cubicBezTo>
                    <a:cubicBezTo>
                      <a:pt x="131609" y="460687"/>
                      <a:pt x="131609" y="417173"/>
                      <a:pt x="131609" y="376378"/>
                    </a:cubicBezTo>
                    <a:cubicBezTo>
                      <a:pt x="131609" y="351901"/>
                      <a:pt x="131609" y="327424"/>
                      <a:pt x="131609" y="302947"/>
                    </a:cubicBezTo>
                    <a:cubicBezTo>
                      <a:pt x="131609" y="275751"/>
                      <a:pt x="131609" y="248554"/>
                      <a:pt x="134329" y="221357"/>
                    </a:cubicBezTo>
                    <a:cubicBezTo>
                      <a:pt x="134329" y="188722"/>
                      <a:pt x="137048" y="156086"/>
                      <a:pt x="137048" y="123450"/>
                    </a:cubicBezTo>
                    <a:cubicBezTo>
                      <a:pt x="126170" y="123450"/>
                      <a:pt x="115291" y="123450"/>
                      <a:pt x="107132" y="123450"/>
                    </a:cubicBezTo>
                    <a:cubicBezTo>
                      <a:pt x="101693" y="123450"/>
                      <a:pt x="96254" y="123450"/>
                      <a:pt x="88094" y="123450"/>
                    </a:cubicBezTo>
                    <a:cubicBezTo>
                      <a:pt x="82655" y="123450"/>
                      <a:pt x="74496" y="120730"/>
                      <a:pt x="69057" y="118011"/>
                    </a:cubicBezTo>
                    <a:cubicBezTo>
                      <a:pt x="63617" y="115291"/>
                      <a:pt x="58178" y="107132"/>
                      <a:pt x="58178" y="101693"/>
                    </a:cubicBezTo>
                    <a:cubicBezTo>
                      <a:pt x="58178" y="98973"/>
                      <a:pt x="58178" y="96253"/>
                      <a:pt x="60898" y="93534"/>
                    </a:cubicBezTo>
                    <a:cubicBezTo>
                      <a:pt x="63617" y="90814"/>
                      <a:pt x="71777" y="88094"/>
                      <a:pt x="77216" y="85375"/>
                    </a:cubicBezTo>
                    <a:cubicBezTo>
                      <a:pt x="90814" y="82655"/>
                      <a:pt x="126170" y="79935"/>
                      <a:pt x="131609" y="79935"/>
                    </a:cubicBezTo>
                    <a:cubicBezTo>
                      <a:pt x="137048" y="79935"/>
                      <a:pt x="147927" y="79935"/>
                      <a:pt x="161525" y="79935"/>
                    </a:cubicBezTo>
                    <a:cubicBezTo>
                      <a:pt x="166965" y="74496"/>
                      <a:pt x="172404" y="71776"/>
                      <a:pt x="177843" y="66337"/>
                    </a:cubicBezTo>
                    <a:cubicBezTo>
                      <a:pt x="186002" y="60898"/>
                      <a:pt x="194161" y="58178"/>
                      <a:pt x="202320" y="58178"/>
                    </a:cubicBezTo>
                    <a:cubicBezTo>
                      <a:pt x="215918" y="58178"/>
                      <a:pt x="226797" y="63617"/>
                      <a:pt x="234956" y="77216"/>
                    </a:cubicBezTo>
                    <a:cubicBezTo>
                      <a:pt x="240395" y="88094"/>
                      <a:pt x="248554" y="96253"/>
                      <a:pt x="251274" y="107132"/>
                    </a:cubicBezTo>
                    <a:cubicBezTo>
                      <a:pt x="256713" y="120730"/>
                      <a:pt x="259433" y="134328"/>
                      <a:pt x="267592" y="147927"/>
                    </a:cubicBezTo>
                    <a:cubicBezTo>
                      <a:pt x="273031" y="158805"/>
                      <a:pt x="275751" y="172404"/>
                      <a:pt x="281190" y="183282"/>
                    </a:cubicBezTo>
                    <a:cubicBezTo>
                      <a:pt x="286630" y="196881"/>
                      <a:pt x="292069" y="210479"/>
                      <a:pt x="297508" y="224077"/>
                    </a:cubicBezTo>
                    <a:cubicBezTo>
                      <a:pt x="300228" y="237675"/>
                      <a:pt x="305667" y="251274"/>
                      <a:pt x="308387" y="264872"/>
                    </a:cubicBezTo>
                    <a:cubicBezTo>
                      <a:pt x="311106" y="278470"/>
                      <a:pt x="311106" y="289349"/>
                      <a:pt x="319265" y="300227"/>
                    </a:cubicBezTo>
                    <a:cubicBezTo>
                      <a:pt x="332864" y="324704"/>
                      <a:pt x="346462" y="351901"/>
                      <a:pt x="351901" y="379097"/>
                    </a:cubicBezTo>
                    <a:cubicBezTo>
                      <a:pt x="354621" y="392696"/>
                      <a:pt x="360060" y="403574"/>
                      <a:pt x="365500" y="417173"/>
                    </a:cubicBezTo>
                    <a:cubicBezTo>
                      <a:pt x="373659" y="430771"/>
                      <a:pt x="373659" y="444369"/>
                      <a:pt x="379098" y="457967"/>
                    </a:cubicBezTo>
                    <a:cubicBezTo>
                      <a:pt x="381818" y="471566"/>
                      <a:pt x="387257" y="482444"/>
                      <a:pt x="395416" y="496043"/>
                    </a:cubicBezTo>
                    <a:cubicBezTo>
                      <a:pt x="398136" y="501482"/>
                      <a:pt x="403575" y="506921"/>
                      <a:pt x="406294" y="512361"/>
                    </a:cubicBezTo>
                    <a:cubicBezTo>
                      <a:pt x="409014" y="517800"/>
                      <a:pt x="409014" y="525959"/>
                      <a:pt x="411734" y="531398"/>
                    </a:cubicBezTo>
                    <a:cubicBezTo>
                      <a:pt x="414453" y="539557"/>
                      <a:pt x="417173" y="550436"/>
                      <a:pt x="419893" y="558595"/>
                    </a:cubicBezTo>
                    <a:cubicBezTo>
                      <a:pt x="422613" y="561314"/>
                      <a:pt x="422613" y="564034"/>
                      <a:pt x="425332" y="564034"/>
                    </a:cubicBezTo>
                    <a:cubicBezTo>
                      <a:pt x="428052" y="564034"/>
                      <a:pt x="428052" y="561314"/>
                      <a:pt x="430771" y="558595"/>
                    </a:cubicBezTo>
                    <a:cubicBezTo>
                      <a:pt x="430771" y="555875"/>
                      <a:pt x="430771" y="553155"/>
                      <a:pt x="430771" y="550436"/>
                    </a:cubicBezTo>
                    <a:cubicBezTo>
                      <a:pt x="430771" y="534118"/>
                      <a:pt x="430771" y="517800"/>
                      <a:pt x="430771" y="501482"/>
                    </a:cubicBezTo>
                    <a:cubicBezTo>
                      <a:pt x="430771" y="468846"/>
                      <a:pt x="433491" y="436210"/>
                      <a:pt x="430771" y="403574"/>
                    </a:cubicBezTo>
                    <a:cubicBezTo>
                      <a:pt x="430771" y="373658"/>
                      <a:pt x="425332" y="343742"/>
                      <a:pt x="425332" y="313826"/>
                    </a:cubicBezTo>
                    <a:cubicBezTo>
                      <a:pt x="425332" y="292068"/>
                      <a:pt x="425332" y="270311"/>
                      <a:pt x="425332" y="248554"/>
                    </a:cubicBezTo>
                    <a:cubicBezTo>
                      <a:pt x="425332" y="234956"/>
                      <a:pt x="425332" y="224077"/>
                      <a:pt x="425332" y="210479"/>
                    </a:cubicBezTo>
                    <a:cubicBezTo>
                      <a:pt x="425332" y="191441"/>
                      <a:pt x="422613" y="172404"/>
                      <a:pt x="422613" y="153366"/>
                    </a:cubicBezTo>
                    <a:cubicBezTo>
                      <a:pt x="422613" y="142487"/>
                      <a:pt x="422613" y="134328"/>
                      <a:pt x="425332" y="123450"/>
                    </a:cubicBezTo>
                    <a:cubicBezTo>
                      <a:pt x="417173" y="123450"/>
                      <a:pt x="406294" y="123450"/>
                      <a:pt x="398136" y="123450"/>
                    </a:cubicBezTo>
                    <a:cubicBezTo>
                      <a:pt x="392696" y="123450"/>
                      <a:pt x="387257" y="123450"/>
                      <a:pt x="379098" y="123450"/>
                    </a:cubicBezTo>
                    <a:cubicBezTo>
                      <a:pt x="373659" y="123450"/>
                      <a:pt x="365500" y="120730"/>
                      <a:pt x="360060" y="118011"/>
                    </a:cubicBezTo>
                    <a:cubicBezTo>
                      <a:pt x="354621" y="115291"/>
                      <a:pt x="349182" y="107132"/>
                      <a:pt x="349182" y="101693"/>
                    </a:cubicBezTo>
                    <a:cubicBezTo>
                      <a:pt x="349182" y="98973"/>
                      <a:pt x="349182" y="96253"/>
                      <a:pt x="351901" y="93534"/>
                    </a:cubicBezTo>
                    <a:cubicBezTo>
                      <a:pt x="354621" y="90814"/>
                      <a:pt x="362780" y="88094"/>
                      <a:pt x="368219" y="85375"/>
                    </a:cubicBezTo>
                    <a:cubicBezTo>
                      <a:pt x="381818" y="82655"/>
                      <a:pt x="417173" y="79935"/>
                      <a:pt x="422613" y="79935"/>
                    </a:cubicBezTo>
                    <a:cubicBezTo>
                      <a:pt x="428052" y="79935"/>
                      <a:pt x="433491" y="79935"/>
                      <a:pt x="444370" y="79935"/>
                    </a:cubicBezTo>
                    <a:cubicBezTo>
                      <a:pt x="449809" y="74496"/>
                      <a:pt x="455248" y="71776"/>
                      <a:pt x="463407" y="71776"/>
                    </a:cubicBezTo>
                    <a:cubicBezTo>
                      <a:pt x="471566" y="71776"/>
                      <a:pt x="477006" y="74496"/>
                      <a:pt x="477006" y="79935"/>
                    </a:cubicBezTo>
                    <a:cubicBezTo>
                      <a:pt x="493324" y="79935"/>
                      <a:pt x="506922" y="79935"/>
                      <a:pt x="515081" y="79935"/>
                    </a:cubicBezTo>
                    <a:lnTo>
                      <a:pt x="515081" y="79935"/>
                    </a:lnTo>
                    <a:close/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1" name="Freeform: Shape 43">
                <a:extLst>
                  <a:ext uri="{FF2B5EF4-FFF2-40B4-BE49-F238E27FC236}">
                    <a16:creationId xmlns:a16="http://schemas.microsoft.com/office/drawing/2014/main" id="{2BEAEB64-835B-0346-BB2F-42B000C7D6B8}"/>
                  </a:ext>
                </a:extLst>
              </p:cNvPr>
              <p:cNvSpPr/>
              <p:nvPr/>
            </p:nvSpPr>
            <p:spPr>
              <a:xfrm>
                <a:off x="5139126" y="4192158"/>
                <a:ext cx="516735" cy="788700"/>
              </a:xfrm>
              <a:custGeom>
                <a:avLst/>
                <a:gdLst>
                  <a:gd name="connsiteX0" fmla="*/ 464616 w 516735"/>
                  <a:gd name="connsiteY0" fmla="*/ 436210 h 788699"/>
                  <a:gd name="connsiteX1" fmla="*/ 445578 w 516735"/>
                  <a:gd name="connsiteY1" fmla="*/ 455248 h 788699"/>
                  <a:gd name="connsiteX2" fmla="*/ 404784 w 516735"/>
                  <a:gd name="connsiteY2" fmla="*/ 466126 h 788699"/>
                  <a:gd name="connsiteX3" fmla="*/ 385746 w 516735"/>
                  <a:gd name="connsiteY3" fmla="*/ 479725 h 788699"/>
                  <a:gd name="connsiteX4" fmla="*/ 388466 w 516735"/>
                  <a:gd name="connsiteY4" fmla="*/ 512361 h 788699"/>
                  <a:gd name="connsiteX5" fmla="*/ 388466 w 516735"/>
                  <a:gd name="connsiteY5" fmla="*/ 544997 h 788699"/>
                  <a:gd name="connsiteX6" fmla="*/ 388466 w 516735"/>
                  <a:gd name="connsiteY6" fmla="*/ 566754 h 788699"/>
                  <a:gd name="connsiteX7" fmla="*/ 391185 w 516735"/>
                  <a:gd name="connsiteY7" fmla="*/ 632026 h 788699"/>
                  <a:gd name="connsiteX8" fmla="*/ 393905 w 516735"/>
                  <a:gd name="connsiteY8" fmla="*/ 683699 h 788699"/>
                  <a:gd name="connsiteX9" fmla="*/ 377587 w 516735"/>
                  <a:gd name="connsiteY9" fmla="*/ 724494 h 788699"/>
                  <a:gd name="connsiteX10" fmla="*/ 361269 w 516735"/>
                  <a:gd name="connsiteY10" fmla="*/ 719054 h 788699"/>
                  <a:gd name="connsiteX11" fmla="*/ 353110 w 516735"/>
                  <a:gd name="connsiteY11" fmla="*/ 702737 h 788699"/>
                  <a:gd name="connsiteX12" fmla="*/ 350390 w 516735"/>
                  <a:gd name="connsiteY12" fmla="*/ 686419 h 788699"/>
                  <a:gd name="connsiteX13" fmla="*/ 353110 w 516735"/>
                  <a:gd name="connsiteY13" fmla="*/ 659222 h 788699"/>
                  <a:gd name="connsiteX14" fmla="*/ 353110 w 516735"/>
                  <a:gd name="connsiteY14" fmla="*/ 656502 h 788699"/>
                  <a:gd name="connsiteX15" fmla="*/ 317755 w 516735"/>
                  <a:gd name="connsiteY15" fmla="*/ 708176 h 788699"/>
                  <a:gd name="connsiteX16" fmla="*/ 241604 w 516735"/>
                  <a:gd name="connsiteY16" fmla="*/ 735372 h 788699"/>
                  <a:gd name="connsiteX17" fmla="*/ 187211 w 516735"/>
                  <a:gd name="connsiteY17" fmla="*/ 727214 h 788699"/>
                  <a:gd name="connsiteX18" fmla="*/ 135538 w 516735"/>
                  <a:gd name="connsiteY18" fmla="*/ 694578 h 788699"/>
                  <a:gd name="connsiteX19" fmla="*/ 86584 w 516735"/>
                  <a:gd name="connsiteY19" fmla="*/ 621147 h 788699"/>
                  <a:gd name="connsiteX20" fmla="*/ 67546 w 516735"/>
                  <a:gd name="connsiteY20" fmla="*/ 555875 h 788699"/>
                  <a:gd name="connsiteX21" fmla="*/ 59387 w 516735"/>
                  <a:gd name="connsiteY21" fmla="*/ 509641 h 788699"/>
                  <a:gd name="connsiteX22" fmla="*/ 59387 w 516735"/>
                  <a:gd name="connsiteY22" fmla="*/ 468846 h 788699"/>
                  <a:gd name="connsiteX23" fmla="*/ 86584 w 516735"/>
                  <a:gd name="connsiteY23" fmla="*/ 302947 h 788699"/>
                  <a:gd name="connsiteX24" fmla="*/ 108341 w 516735"/>
                  <a:gd name="connsiteY24" fmla="*/ 224077 h 788699"/>
                  <a:gd name="connsiteX25" fmla="*/ 146416 w 516735"/>
                  <a:gd name="connsiteY25" fmla="*/ 145207 h 788699"/>
                  <a:gd name="connsiteX26" fmla="*/ 198090 w 516735"/>
                  <a:gd name="connsiteY26" fmla="*/ 85375 h 788699"/>
                  <a:gd name="connsiteX27" fmla="*/ 228006 w 516735"/>
                  <a:gd name="connsiteY27" fmla="*/ 69057 h 788699"/>
                  <a:gd name="connsiteX28" fmla="*/ 268801 w 516735"/>
                  <a:gd name="connsiteY28" fmla="*/ 58178 h 788699"/>
                  <a:gd name="connsiteX29" fmla="*/ 274240 w 516735"/>
                  <a:gd name="connsiteY29" fmla="*/ 58178 h 788699"/>
                  <a:gd name="connsiteX30" fmla="*/ 295997 w 516735"/>
                  <a:gd name="connsiteY30" fmla="*/ 60898 h 788699"/>
                  <a:gd name="connsiteX31" fmla="*/ 331353 w 516735"/>
                  <a:gd name="connsiteY31" fmla="*/ 71776 h 788699"/>
                  <a:gd name="connsiteX32" fmla="*/ 350390 w 516735"/>
                  <a:gd name="connsiteY32" fmla="*/ 93534 h 788699"/>
                  <a:gd name="connsiteX33" fmla="*/ 353110 w 516735"/>
                  <a:gd name="connsiteY33" fmla="*/ 74496 h 788699"/>
                  <a:gd name="connsiteX34" fmla="*/ 358549 w 516735"/>
                  <a:gd name="connsiteY34" fmla="*/ 63618 h 788699"/>
                  <a:gd name="connsiteX35" fmla="*/ 366708 w 516735"/>
                  <a:gd name="connsiteY35" fmla="*/ 58178 h 788699"/>
                  <a:gd name="connsiteX36" fmla="*/ 374867 w 516735"/>
                  <a:gd name="connsiteY36" fmla="*/ 63618 h 788699"/>
                  <a:gd name="connsiteX37" fmla="*/ 383026 w 516735"/>
                  <a:gd name="connsiteY37" fmla="*/ 82655 h 788699"/>
                  <a:gd name="connsiteX38" fmla="*/ 385746 w 516735"/>
                  <a:gd name="connsiteY38" fmla="*/ 126170 h 788699"/>
                  <a:gd name="connsiteX39" fmla="*/ 388466 w 516735"/>
                  <a:gd name="connsiteY39" fmla="*/ 186002 h 788699"/>
                  <a:gd name="connsiteX40" fmla="*/ 391185 w 516735"/>
                  <a:gd name="connsiteY40" fmla="*/ 237676 h 788699"/>
                  <a:gd name="connsiteX41" fmla="*/ 374867 w 516735"/>
                  <a:gd name="connsiteY41" fmla="*/ 278470 h 788699"/>
                  <a:gd name="connsiteX42" fmla="*/ 358549 w 516735"/>
                  <a:gd name="connsiteY42" fmla="*/ 273031 h 788699"/>
                  <a:gd name="connsiteX43" fmla="*/ 350390 w 516735"/>
                  <a:gd name="connsiteY43" fmla="*/ 256713 h 788699"/>
                  <a:gd name="connsiteX44" fmla="*/ 347671 w 516735"/>
                  <a:gd name="connsiteY44" fmla="*/ 240395 h 788699"/>
                  <a:gd name="connsiteX45" fmla="*/ 347671 w 516735"/>
                  <a:gd name="connsiteY45" fmla="*/ 213199 h 788699"/>
                  <a:gd name="connsiteX46" fmla="*/ 344951 w 516735"/>
                  <a:gd name="connsiteY46" fmla="*/ 194161 h 788699"/>
                  <a:gd name="connsiteX47" fmla="*/ 339512 w 516735"/>
                  <a:gd name="connsiteY47" fmla="*/ 150647 h 788699"/>
                  <a:gd name="connsiteX48" fmla="*/ 323194 w 516735"/>
                  <a:gd name="connsiteY48" fmla="*/ 112571 h 788699"/>
                  <a:gd name="connsiteX49" fmla="*/ 293278 w 516735"/>
                  <a:gd name="connsiteY49" fmla="*/ 101693 h 788699"/>
                  <a:gd name="connsiteX50" fmla="*/ 263361 w 516735"/>
                  <a:gd name="connsiteY50" fmla="*/ 120730 h 788699"/>
                  <a:gd name="connsiteX51" fmla="*/ 241604 w 516735"/>
                  <a:gd name="connsiteY51" fmla="*/ 153366 h 788699"/>
                  <a:gd name="connsiteX52" fmla="*/ 233445 w 516735"/>
                  <a:gd name="connsiteY52" fmla="*/ 194161 h 788699"/>
                  <a:gd name="connsiteX53" fmla="*/ 225286 w 516735"/>
                  <a:gd name="connsiteY53" fmla="*/ 232236 h 788699"/>
                  <a:gd name="connsiteX54" fmla="*/ 217127 w 516735"/>
                  <a:gd name="connsiteY54" fmla="*/ 275751 h 788699"/>
                  <a:gd name="connsiteX55" fmla="*/ 211688 w 516735"/>
                  <a:gd name="connsiteY55" fmla="*/ 316545 h 788699"/>
                  <a:gd name="connsiteX56" fmla="*/ 206249 w 516735"/>
                  <a:gd name="connsiteY56" fmla="*/ 354621 h 788699"/>
                  <a:gd name="connsiteX57" fmla="*/ 200809 w 516735"/>
                  <a:gd name="connsiteY57" fmla="*/ 398135 h 788699"/>
                  <a:gd name="connsiteX58" fmla="*/ 195370 w 516735"/>
                  <a:gd name="connsiteY58" fmla="*/ 438930 h 788699"/>
                  <a:gd name="connsiteX59" fmla="*/ 192650 w 516735"/>
                  <a:gd name="connsiteY59" fmla="*/ 474286 h 788699"/>
                  <a:gd name="connsiteX60" fmla="*/ 195370 w 516735"/>
                  <a:gd name="connsiteY60" fmla="*/ 525959 h 788699"/>
                  <a:gd name="connsiteX61" fmla="*/ 208968 w 516735"/>
                  <a:gd name="connsiteY61" fmla="*/ 596670 h 788699"/>
                  <a:gd name="connsiteX62" fmla="*/ 214407 w 516735"/>
                  <a:gd name="connsiteY62" fmla="*/ 623867 h 788699"/>
                  <a:gd name="connsiteX63" fmla="*/ 228006 w 516735"/>
                  <a:gd name="connsiteY63" fmla="*/ 656502 h 788699"/>
                  <a:gd name="connsiteX64" fmla="*/ 271520 w 516735"/>
                  <a:gd name="connsiteY64" fmla="*/ 689138 h 788699"/>
                  <a:gd name="connsiteX65" fmla="*/ 306876 w 516735"/>
                  <a:gd name="connsiteY65" fmla="*/ 664661 h 788699"/>
                  <a:gd name="connsiteX66" fmla="*/ 331353 w 516735"/>
                  <a:gd name="connsiteY66" fmla="*/ 602109 h 788699"/>
                  <a:gd name="connsiteX67" fmla="*/ 336792 w 516735"/>
                  <a:gd name="connsiteY67" fmla="*/ 544997 h 788699"/>
                  <a:gd name="connsiteX68" fmla="*/ 336792 w 516735"/>
                  <a:gd name="connsiteY68" fmla="*/ 498762 h 788699"/>
                  <a:gd name="connsiteX69" fmla="*/ 336792 w 516735"/>
                  <a:gd name="connsiteY69" fmla="*/ 490603 h 788699"/>
                  <a:gd name="connsiteX70" fmla="*/ 320474 w 516735"/>
                  <a:gd name="connsiteY70" fmla="*/ 477005 h 788699"/>
                  <a:gd name="connsiteX71" fmla="*/ 282399 w 516735"/>
                  <a:gd name="connsiteY71" fmla="*/ 479725 h 788699"/>
                  <a:gd name="connsiteX72" fmla="*/ 252483 w 516735"/>
                  <a:gd name="connsiteY72" fmla="*/ 474286 h 788699"/>
                  <a:gd name="connsiteX73" fmla="*/ 247043 w 516735"/>
                  <a:gd name="connsiteY73" fmla="*/ 466126 h 788699"/>
                  <a:gd name="connsiteX74" fmla="*/ 249763 w 516735"/>
                  <a:gd name="connsiteY74" fmla="*/ 457968 h 788699"/>
                  <a:gd name="connsiteX75" fmla="*/ 268801 w 516735"/>
                  <a:gd name="connsiteY75" fmla="*/ 447089 h 788699"/>
                  <a:gd name="connsiteX76" fmla="*/ 312315 w 516735"/>
                  <a:gd name="connsiteY76" fmla="*/ 436210 h 788699"/>
                  <a:gd name="connsiteX77" fmla="*/ 353110 w 516735"/>
                  <a:gd name="connsiteY77" fmla="*/ 430771 h 788699"/>
                  <a:gd name="connsiteX78" fmla="*/ 385746 w 516735"/>
                  <a:gd name="connsiteY78" fmla="*/ 430771 h 788699"/>
                  <a:gd name="connsiteX79" fmla="*/ 437420 w 516735"/>
                  <a:gd name="connsiteY79" fmla="*/ 428051 h 788699"/>
                  <a:gd name="connsiteX80" fmla="*/ 464616 w 516735"/>
                  <a:gd name="connsiteY80" fmla="*/ 436210 h 788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516735" h="788699">
                    <a:moveTo>
                      <a:pt x="464616" y="436210"/>
                    </a:moveTo>
                    <a:cubicBezTo>
                      <a:pt x="464616" y="447089"/>
                      <a:pt x="453737" y="452528"/>
                      <a:pt x="445578" y="455248"/>
                    </a:cubicBezTo>
                    <a:cubicBezTo>
                      <a:pt x="434700" y="460687"/>
                      <a:pt x="415662" y="463407"/>
                      <a:pt x="404784" y="466126"/>
                    </a:cubicBezTo>
                    <a:cubicBezTo>
                      <a:pt x="393905" y="466126"/>
                      <a:pt x="385746" y="468846"/>
                      <a:pt x="385746" y="479725"/>
                    </a:cubicBezTo>
                    <a:cubicBezTo>
                      <a:pt x="385746" y="487884"/>
                      <a:pt x="388466" y="506921"/>
                      <a:pt x="388466" y="512361"/>
                    </a:cubicBezTo>
                    <a:cubicBezTo>
                      <a:pt x="388466" y="515080"/>
                      <a:pt x="388466" y="539557"/>
                      <a:pt x="388466" y="544997"/>
                    </a:cubicBezTo>
                    <a:cubicBezTo>
                      <a:pt x="388466" y="550436"/>
                      <a:pt x="388466" y="558595"/>
                      <a:pt x="388466" y="566754"/>
                    </a:cubicBezTo>
                    <a:cubicBezTo>
                      <a:pt x="388466" y="591231"/>
                      <a:pt x="388466" y="621147"/>
                      <a:pt x="391185" y="632026"/>
                    </a:cubicBezTo>
                    <a:cubicBezTo>
                      <a:pt x="393905" y="653783"/>
                      <a:pt x="393905" y="661942"/>
                      <a:pt x="393905" y="683699"/>
                    </a:cubicBezTo>
                    <a:cubicBezTo>
                      <a:pt x="393905" y="694578"/>
                      <a:pt x="393905" y="724494"/>
                      <a:pt x="377587" y="724494"/>
                    </a:cubicBezTo>
                    <a:cubicBezTo>
                      <a:pt x="369428" y="724494"/>
                      <a:pt x="366708" y="721774"/>
                      <a:pt x="361269" y="719054"/>
                    </a:cubicBezTo>
                    <a:cubicBezTo>
                      <a:pt x="355830" y="716335"/>
                      <a:pt x="353110" y="708176"/>
                      <a:pt x="353110" y="702737"/>
                    </a:cubicBezTo>
                    <a:cubicBezTo>
                      <a:pt x="350390" y="694578"/>
                      <a:pt x="350390" y="689138"/>
                      <a:pt x="350390" y="686419"/>
                    </a:cubicBezTo>
                    <a:cubicBezTo>
                      <a:pt x="350390" y="678260"/>
                      <a:pt x="353110" y="672820"/>
                      <a:pt x="353110" y="659222"/>
                    </a:cubicBezTo>
                    <a:lnTo>
                      <a:pt x="353110" y="656502"/>
                    </a:lnTo>
                    <a:cubicBezTo>
                      <a:pt x="347671" y="675540"/>
                      <a:pt x="334072" y="694578"/>
                      <a:pt x="317755" y="708176"/>
                    </a:cubicBezTo>
                    <a:cubicBezTo>
                      <a:pt x="293278" y="727214"/>
                      <a:pt x="274240" y="735372"/>
                      <a:pt x="241604" y="735372"/>
                    </a:cubicBezTo>
                    <a:cubicBezTo>
                      <a:pt x="222566" y="735372"/>
                      <a:pt x="203529" y="732653"/>
                      <a:pt x="187211" y="727214"/>
                    </a:cubicBezTo>
                    <a:cubicBezTo>
                      <a:pt x="165454" y="719054"/>
                      <a:pt x="149136" y="708176"/>
                      <a:pt x="135538" y="694578"/>
                    </a:cubicBezTo>
                    <a:cubicBezTo>
                      <a:pt x="113780" y="672820"/>
                      <a:pt x="100182" y="648343"/>
                      <a:pt x="86584" y="621147"/>
                    </a:cubicBezTo>
                    <a:cubicBezTo>
                      <a:pt x="75705" y="599390"/>
                      <a:pt x="70266" y="580352"/>
                      <a:pt x="67546" y="555875"/>
                    </a:cubicBezTo>
                    <a:cubicBezTo>
                      <a:pt x="64826" y="539557"/>
                      <a:pt x="62107" y="525959"/>
                      <a:pt x="59387" y="509641"/>
                    </a:cubicBezTo>
                    <a:cubicBezTo>
                      <a:pt x="56667" y="493323"/>
                      <a:pt x="59387" y="485164"/>
                      <a:pt x="59387" y="468846"/>
                    </a:cubicBezTo>
                    <a:cubicBezTo>
                      <a:pt x="59387" y="414453"/>
                      <a:pt x="72985" y="362780"/>
                      <a:pt x="86584" y="302947"/>
                    </a:cubicBezTo>
                    <a:cubicBezTo>
                      <a:pt x="92023" y="275751"/>
                      <a:pt x="100182" y="248554"/>
                      <a:pt x="108341" y="224077"/>
                    </a:cubicBezTo>
                    <a:cubicBezTo>
                      <a:pt x="116500" y="196881"/>
                      <a:pt x="130098" y="169684"/>
                      <a:pt x="146416" y="145207"/>
                    </a:cubicBezTo>
                    <a:cubicBezTo>
                      <a:pt x="160014" y="123450"/>
                      <a:pt x="176332" y="101693"/>
                      <a:pt x="198090" y="85375"/>
                    </a:cubicBezTo>
                    <a:cubicBezTo>
                      <a:pt x="206249" y="77216"/>
                      <a:pt x="217127" y="71776"/>
                      <a:pt x="228006" y="69057"/>
                    </a:cubicBezTo>
                    <a:cubicBezTo>
                      <a:pt x="241604" y="63618"/>
                      <a:pt x="255202" y="58178"/>
                      <a:pt x="268801" y="58178"/>
                    </a:cubicBezTo>
                    <a:cubicBezTo>
                      <a:pt x="271520" y="58178"/>
                      <a:pt x="274240" y="58178"/>
                      <a:pt x="274240" y="58178"/>
                    </a:cubicBezTo>
                    <a:cubicBezTo>
                      <a:pt x="279679" y="58178"/>
                      <a:pt x="285119" y="58178"/>
                      <a:pt x="295997" y="60898"/>
                    </a:cubicBezTo>
                    <a:cubicBezTo>
                      <a:pt x="309595" y="63618"/>
                      <a:pt x="320474" y="66337"/>
                      <a:pt x="331353" y="71776"/>
                    </a:cubicBezTo>
                    <a:cubicBezTo>
                      <a:pt x="339512" y="77216"/>
                      <a:pt x="347671" y="85375"/>
                      <a:pt x="350390" y="93534"/>
                    </a:cubicBezTo>
                    <a:cubicBezTo>
                      <a:pt x="350390" y="88095"/>
                      <a:pt x="353110" y="79936"/>
                      <a:pt x="353110" y="74496"/>
                    </a:cubicBezTo>
                    <a:cubicBezTo>
                      <a:pt x="355830" y="71776"/>
                      <a:pt x="355830" y="69057"/>
                      <a:pt x="358549" y="63618"/>
                    </a:cubicBezTo>
                    <a:cubicBezTo>
                      <a:pt x="361269" y="60898"/>
                      <a:pt x="363989" y="58178"/>
                      <a:pt x="366708" y="58178"/>
                    </a:cubicBezTo>
                    <a:cubicBezTo>
                      <a:pt x="369428" y="58178"/>
                      <a:pt x="372148" y="60898"/>
                      <a:pt x="374867" y="63618"/>
                    </a:cubicBezTo>
                    <a:cubicBezTo>
                      <a:pt x="377587" y="69057"/>
                      <a:pt x="380307" y="77216"/>
                      <a:pt x="383026" y="82655"/>
                    </a:cubicBezTo>
                    <a:cubicBezTo>
                      <a:pt x="383026" y="90814"/>
                      <a:pt x="385746" y="107132"/>
                      <a:pt x="385746" y="126170"/>
                    </a:cubicBezTo>
                    <a:cubicBezTo>
                      <a:pt x="385746" y="150647"/>
                      <a:pt x="385746" y="177843"/>
                      <a:pt x="388466" y="186002"/>
                    </a:cubicBezTo>
                    <a:cubicBezTo>
                      <a:pt x="391185" y="207759"/>
                      <a:pt x="391185" y="215918"/>
                      <a:pt x="391185" y="237676"/>
                    </a:cubicBezTo>
                    <a:cubicBezTo>
                      <a:pt x="391185" y="248554"/>
                      <a:pt x="391185" y="278470"/>
                      <a:pt x="374867" y="278470"/>
                    </a:cubicBezTo>
                    <a:cubicBezTo>
                      <a:pt x="366708" y="278470"/>
                      <a:pt x="363989" y="275751"/>
                      <a:pt x="358549" y="273031"/>
                    </a:cubicBezTo>
                    <a:cubicBezTo>
                      <a:pt x="353110" y="270311"/>
                      <a:pt x="350390" y="262152"/>
                      <a:pt x="350390" y="256713"/>
                    </a:cubicBezTo>
                    <a:cubicBezTo>
                      <a:pt x="350390" y="251274"/>
                      <a:pt x="347671" y="245834"/>
                      <a:pt x="347671" y="240395"/>
                    </a:cubicBezTo>
                    <a:cubicBezTo>
                      <a:pt x="347671" y="232236"/>
                      <a:pt x="347671" y="224077"/>
                      <a:pt x="347671" y="213199"/>
                    </a:cubicBezTo>
                    <a:cubicBezTo>
                      <a:pt x="347671" y="207759"/>
                      <a:pt x="347671" y="199600"/>
                      <a:pt x="344951" y="194161"/>
                    </a:cubicBezTo>
                    <a:cubicBezTo>
                      <a:pt x="342232" y="180563"/>
                      <a:pt x="342232" y="164245"/>
                      <a:pt x="339512" y="150647"/>
                    </a:cubicBezTo>
                    <a:cubicBezTo>
                      <a:pt x="336792" y="137048"/>
                      <a:pt x="331353" y="123450"/>
                      <a:pt x="323194" y="112571"/>
                    </a:cubicBezTo>
                    <a:cubicBezTo>
                      <a:pt x="317755" y="104412"/>
                      <a:pt x="304156" y="101693"/>
                      <a:pt x="293278" y="101693"/>
                    </a:cubicBezTo>
                    <a:cubicBezTo>
                      <a:pt x="279679" y="101693"/>
                      <a:pt x="271520" y="109852"/>
                      <a:pt x="263361" y="120730"/>
                    </a:cubicBezTo>
                    <a:cubicBezTo>
                      <a:pt x="257922" y="131609"/>
                      <a:pt x="247043" y="139768"/>
                      <a:pt x="241604" y="153366"/>
                    </a:cubicBezTo>
                    <a:cubicBezTo>
                      <a:pt x="236165" y="166964"/>
                      <a:pt x="233445" y="180563"/>
                      <a:pt x="233445" y="194161"/>
                    </a:cubicBezTo>
                    <a:cubicBezTo>
                      <a:pt x="233445" y="207759"/>
                      <a:pt x="230726" y="218638"/>
                      <a:pt x="225286" y="232236"/>
                    </a:cubicBezTo>
                    <a:cubicBezTo>
                      <a:pt x="219847" y="245834"/>
                      <a:pt x="219847" y="262152"/>
                      <a:pt x="217127" y="275751"/>
                    </a:cubicBezTo>
                    <a:cubicBezTo>
                      <a:pt x="214407" y="289349"/>
                      <a:pt x="214407" y="302947"/>
                      <a:pt x="211688" y="316545"/>
                    </a:cubicBezTo>
                    <a:cubicBezTo>
                      <a:pt x="211688" y="330144"/>
                      <a:pt x="206249" y="341022"/>
                      <a:pt x="206249" y="354621"/>
                    </a:cubicBezTo>
                    <a:cubicBezTo>
                      <a:pt x="203529" y="368219"/>
                      <a:pt x="203529" y="381817"/>
                      <a:pt x="200809" y="398135"/>
                    </a:cubicBezTo>
                    <a:cubicBezTo>
                      <a:pt x="198090" y="411733"/>
                      <a:pt x="198090" y="425332"/>
                      <a:pt x="195370" y="438930"/>
                    </a:cubicBezTo>
                    <a:cubicBezTo>
                      <a:pt x="195370" y="449809"/>
                      <a:pt x="192650" y="463407"/>
                      <a:pt x="192650" y="474286"/>
                    </a:cubicBezTo>
                    <a:cubicBezTo>
                      <a:pt x="192650" y="490603"/>
                      <a:pt x="195370" y="509641"/>
                      <a:pt x="195370" y="525959"/>
                    </a:cubicBezTo>
                    <a:cubicBezTo>
                      <a:pt x="195370" y="550436"/>
                      <a:pt x="203529" y="572193"/>
                      <a:pt x="208968" y="596670"/>
                    </a:cubicBezTo>
                    <a:cubicBezTo>
                      <a:pt x="211688" y="604829"/>
                      <a:pt x="211688" y="615708"/>
                      <a:pt x="214407" y="623867"/>
                    </a:cubicBezTo>
                    <a:cubicBezTo>
                      <a:pt x="217127" y="634745"/>
                      <a:pt x="222566" y="645624"/>
                      <a:pt x="228006" y="656502"/>
                    </a:cubicBezTo>
                    <a:cubicBezTo>
                      <a:pt x="236165" y="670101"/>
                      <a:pt x="252483" y="689138"/>
                      <a:pt x="271520" y="689138"/>
                    </a:cubicBezTo>
                    <a:cubicBezTo>
                      <a:pt x="287838" y="689138"/>
                      <a:pt x="298717" y="675540"/>
                      <a:pt x="306876" y="664661"/>
                    </a:cubicBezTo>
                    <a:cubicBezTo>
                      <a:pt x="320474" y="645624"/>
                      <a:pt x="325914" y="623867"/>
                      <a:pt x="331353" y="602109"/>
                    </a:cubicBezTo>
                    <a:cubicBezTo>
                      <a:pt x="334072" y="583072"/>
                      <a:pt x="336792" y="564034"/>
                      <a:pt x="336792" y="544997"/>
                    </a:cubicBezTo>
                    <a:cubicBezTo>
                      <a:pt x="336792" y="531398"/>
                      <a:pt x="336792" y="512361"/>
                      <a:pt x="336792" y="498762"/>
                    </a:cubicBezTo>
                    <a:cubicBezTo>
                      <a:pt x="336792" y="496043"/>
                      <a:pt x="336792" y="493323"/>
                      <a:pt x="336792" y="490603"/>
                    </a:cubicBezTo>
                    <a:cubicBezTo>
                      <a:pt x="336792" y="479725"/>
                      <a:pt x="336792" y="477005"/>
                      <a:pt x="320474" y="477005"/>
                    </a:cubicBezTo>
                    <a:cubicBezTo>
                      <a:pt x="309595" y="477005"/>
                      <a:pt x="295997" y="479725"/>
                      <a:pt x="282399" y="479725"/>
                    </a:cubicBezTo>
                    <a:cubicBezTo>
                      <a:pt x="271520" y="479725"/>
                      <a:pt x="260642" y="479725"/>
                      <a:pt x="252483" y="474286"/>
                    </a:cubicBezTo>
                    <a:cubicBezTo>
                      <a:pt x="249763" y="471566"/>
                      <a:pt x="247043" y="468846"/>
                      <a:pt x="247043" y="466126"/>
                    </a:cubicBezTo>
                    <a:cubicBezTo>
                      <a:pt x="247043" y="463407"/>
                      <a:pt x="247043" y="460687"/>
                      <a:pt x="249763" y="457968"/>
                    </a:cubicBezTo>
                    <a:cubicBezTo>
                      <a:pt x="255202" y="452528"/>
                      <a:pt x="260642" y="449809"/>
                      <a:pt x="268801" y="447089"/>
                    </a:cubicBezTo>
                    <a:cubicBezTo>
                      <a:pt x="282399" y="441650"/>
                      <a:pt x="295997" y="438930"/>
                      <a:pt x="312315" y="436210"/>
                    </a:cubicBezTo>
                    <a:cubicBezTo>
                      <a:pt x="325914" y="433491"/>
                      <a:pt x="339512" y="433491"/>
                      <a:pt x="353110" y="430771"/>
                    </a:cubicBezTo>
                    <a:cubicBezTo>
                      <a:pt x="363989" y="430771"/>
                      <a:pt x="374867" y="430771"/>
                      <a:pt x="385746" y="430771"/>
                    </a:cubicBezTo>
                    <a:cubicBezTo>
                      <a:pt x="402064" y="430771"/>
                      <a:pt x="426541" y="428051"/>
                      <a:pt x="437420" y="428051"/>
                    </a:cubicBezTo>
                    <a:cubicBezTo>
                      <a:pt x="451018" y="419892"/>
                      <a:pt x="464616" y="425332"/>
                      <a:pt x="464616" y="436210"/>
                    </a:cubicBezTo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2" name="Freeform: Shape 44">
                <a:extLst>
                  <a:ext uri="{FF2B5EF4-FFF2-40B4-BE49-F238E27FC236}">
                    <a16:creationId xmlns:a16="http://schemas.microsoft.com/office/drawing/2014/main" id="{A78C682F-2671-F84F-86F8-1391865D626C}"/>
                  </a:ext>
                </a:extLst>
              </p:cNvPr>
              <p:cNvSpPr/>
              <p:nvPr/>
            </p:nvSpPr>
            <p:spPr>
              <a:xfrm>
                <a:off x="5651630" y="4181279"/>
                <a:ext cx="734308" cy="788700"/>
              </a:xfrm>
              <a:custGeom>
                <a:avLst/>
                <a:gdLst>
                  <a:gd name="connsiteX0" fmla="*/ 653783 w 734307"/>
                  <a:gd name="connsiteY0" fmla="*/ 678259 h 788699"/>
                  <a:gd name="connsiteX1" fmla="*/ 691859 w 734307"/>
                  <a:gd name="connsiteY1" fmla="*/ 694577 h 788699"/>
                  <a:gd name="connsiteX2" fmla="*/ 686419 w 734307"/>
                  <a:gd name="connsiteY2" fmla="*/ 710895 h 788699"/>
                  <a:gd name="connsiteX3" fmla="*/ 670101 w 734307"/>
                  <a:gd name="connsiteY3" fmla="*/ 719054 h 788699"/>
                  <a:gd name="connsiteX4" fmla="*/ 648344 w 734307"/>
                  <a:gd name="connsiteY4" fmla="*/ 721774 h 788699"/>
                  <a:gd name="connsiteX5" fmla="*/ 618428 w 734307"/>
                  <a:gd name="connsiteY5" fmla="*/ 721774 h 788699"/>
                  <a:gd name="connsiteX6" fmla="*/ 572194 w 734307"/>
                  <a:gd name="connsiteY6" fmla="*/ 735372 h 788699"/>
                  <a:gd name="connsiteX7" fmla="*/ 544997 w 734307"/>
                  <a:gd name="connsiteY7" fmla="*/ 729933 h 788699"/>
                  <a:gd name="connsiteX8" fmla="*/ 534119 w 734307"/>
                  <a:gd name="connsiteY8" fmla="*/ 721774 h 788699"/>
                  <a:gd name="connsiteX9" fmla="*/ 496043 w 734307"/>
                  <a:gd name="connsiteY9" fmla="*/ 721774 h 788699"/>
                  <a:gd name="connsiteX10" fmla="*/ 471566 w 734307"/>
                  <a:gd name="connsiteY10" fmla="*/ 721774 h 788699"/>
                  <a:gd name="connsiteX11" fmla="*/ 444370 w 734307"/>
                  <a:gd name="connsiteY11" fmla="*/ 716335 h 788699"/>
                  <a:gd name="connsiteX12" fmla="*/ 428052 w 734307"/>
                  <a:gd name="connsiteY12" fmla="*/ 700017 h 788699"/>
                  <a:gd name="connsiteX13" fmla="*/ 433491 w 734307"/>
                  <a:gd name="connsiteY13" fmla="*/ 691858 h 788699"/>
                  <a:gd name="connsiteX14" fmla="*/ 455248 w 734307"/>
                  <a:gd name="connsiteY14" fmla="*/ 683699 h 788699"/>
                  <a:gd name="connsiteX15" fmla="*/ 506922 w 734307"/>
                  <a:gd name="connsiteY15" fmla="*/ 678259 h 788699"/>
                  <a:gd name="connsiteX16" fmla="*/ 509641 w 734307"/>
                  <a:gd name="connsiteY16" fmla="*/ 678259 h 788699"/>
                  <a:gd name="connsiteX17" fmla="*/ 506922 w 734307"/>
                  <a:gd name="connsiteY17" fmla="*/ 664661 h 788699"/>
                  <a:gd name="connsiteX18" fmla="*/ 498763 w 734307"/>
                  <a:gd name="connsiteY18" fmla="*/ 580352 h 788699"/>
                  <a:gd name="connsiteX19" fmla="*/ 496043 w 734307"/>
                  <a:gd name="connsiteY19" fmla="*/ 479725 h 788699"/>
                  <a:gd name="connsiteX20" fmla="*/ 493324 w 734307"/>
                  <a:gd name="connsiteY20" fmla="*/ 389976 h 788699"/>
                  <a:gd name="connsiteX21" fmla="*/ 490604 w 734307"/>
                  <a:gd name="connsiteY21" fmla="*/ 302947 h 788699"/>
                  <a:gd name="connsiteX22" fmla="*/ 487884 w 734307"/>
                  <a:gd name="connsiteY22" fmla="*/ 229516 h 788699"/>
                  <a:gd name="connsiteX23" fmla="*/ 485165 w 734307"/>
                  <a:gd name="connsiteY23" fmla="*/ 221357 h 788699"/>
                  <a:gd name="connsiteX24" fmla="*/ 482445 w 734307"/>
                  <a:gd name="connsiteY24" fmla="*/ 226797 h 788699"/>
                  <a:gd name="connsiteX25" fmla="*/ 477006 w 734307"/>
                  <a:gd name="connsiteY25" fmla="*/ 262152 h 788699"/>
                  <a:gd name="connsiteX26" fmla="*/ 460688 w 734307"/>
                  <a:gd name="connsiteY26" fmla="*/ 341022 h 788699"/>
                  <a:gd name="connsiteX27" fmla="*/ 444370 w 734307"/>
                  <a:gd name="connsiteY27" fmla="*/ 417173 h 788699"/>
                  <a:gd name="connsiteX28" fmla="*/ 436211 w 734307"/>
                  <a:gd name="connsiteY28" fmla="*/ 455248 h 788699"/>
                  <a:gd name="connsiteX29" fmla="*/ 425332 w 734307"/>
                  <a:gd name="connsiteY29" fmla="*/ 493323 h 788699"/>
                  <a:gd name="connsiteX30" fmla="*/ 411734 w 734307"/>
                  <a:gd name="connsiteY30" fmla="*/ 531398 h 788699"/>
                  <a:gd name="connsiteX31" fmla="*/ 376378 w 734307"/>
                  <a:gd name="connsiteY31" fmla="*/ 547716 h 788699"/>
                  <a:gd name="connsiteX32" fmla="*/ 319265 w 734307"/>
                  <a:gd name="connsiteY32" fmla="*/ 525959 h 788699"/>
                  <a:gd name="connsiteX33" fmla="*/ 289349 w 734307"/>
                  <a:gd name="connsiteY33" fmla="*/ 455248 h 788699"/>
                  <a:gd name="connsiteX34" fmla="*/ 273031 w 734307"/>
                  <a:gd name="connsiteY34" fmla="*/ 373658 h 788699"/>
                  <a:gd name="connsiteX35" fmla="*/ 262153 w 734307"/>
                  <a:gd name="connsiteY35" fmla="*/ 316545 h 788699"/>
                  <a:gd name="connsiteX36" fmla="*/ 245835 w 734307"/>
                  <a:gd name="connsiteY36" fmla="*/ 237675 h 788699"/>
                  <a:gd name="connsiteX37" fmla="*/ 234956 w 734307"/>
                  <a:gd name="connsiteY37" fmla="*/ 196881 h 788699"/>
                  <a:gd name="connsiteX38" fmla="*/ 232236 w 734307"/>
                  <a:gd name="connsiteY38" fmla="*/ 191441 h 788699"/>
                  <a:gd name="connsiteX39" fmla="*/ 226797 w 734307"/>
                  <a:gd name="connsiteY39" fmla="*/ 207759 h 788699"/>
                  <a:gd name="connsiteX40" fmla="*/ 226797 w 734307"/>
                  <a:gd name="connsiteY40" fmla="*/ 232236 h 788699"/>
                  <a:gd name="connsiteX41" fmla="*/ 224077 w 734307"/>
                  <a:gd name="connsiteY41" fmla="*/ 267592 h 788699"/>
                  <a:gd name="connsiteX42" fmla="*/ 221358 w 734307"/>
                  <a:gd name="connsiteY42" fmla="*/ 311106 h 788699"/>
                  <a:gd name="connsiteX43" fmla="*/ 218638 w 734307"/>
                  <a:gd name="connsiteY43" fmla="*/ 360060 h 788699"/>
                  <a:gd name="connsiteX44" fmla="*/ 215919 w 734307"/>
                  <a:gd name="connsiteY44" fmla="*/ 398135 h 788699"/>
                  <a:gd name="connsiteX45" fmla="*/ 213199 w 734307"/>
                  <a:gd name="connsiteY45" fmla="*/ 430771 h 788699"/>
                  <a:gd name="connsiteX46" fmla="*/ 213199 w 734307"/>
                  <a:gd name="connsiteY46" fmla="*/ 455248 h 788699"/>
                  <a:gd name="connsiteX47" fmla="*/ 213199 w 734307"/>
                  <a:gd name="connsiteY47" fmla="*/ 477005 h 788699"/>
                  <a:gd name="connsiteX48" fmla="*/ 207759 w 734307"/>
                  <a:gd name="connsiteY48" fmla="*/ 520520 h 788699"/>
                  <a:gd name="connsiteX49" fmla="*/ 196881 w 734307"/>
                  <a:gd name="connsiteY49" fmla="*/ 610268 h 788699"/>
                  <a:gd name="connsiteX50" fmla="*/ 194161 w 734307"/>
                  <a:gd name="connsiteY50" fmla="*/ 653783 h 788699"/>
                  <a:gd name="connsiteX51" fmla="*/ 191441 w 734307"/>
                  <a:gd name="connsiteY51" fmla="*/ 667381 h 788699"/>
                  <a:gd name="connsiteX52" fmla="*/ 243115 w 734307"/>
                  <a:gd name="connsiteY52" fmla="*/ 667381 h 788699"/>
                  <a:gd name="connsiteX53" fmla="*/ 273031 w 734307"/>
                  <a:gd name="connsiteY53" fmla="*/ 683699 h 788699"/>
                  <a:gd name="connsiteX54" fmla="*/ 262153 w 734307"/>
                  <a:gd name="connsiteY54" fmla="*/ 697297 h 788699"/>
                  <a:gd name="connsiteX55" fmla="*/ 248554 w 734307"/>
                  <a:gd name="connsiteY55" fmla="*/ 705456 h 788699"/>
                  <a:gd name="connsiteX56" fmla="*/ 232236 w 734307"/>
                  <a:gd name="connsiteY56" fmla="*/ 708176 h 788699"/>
                  <a:gd name="connsiteX57" fmla="*/ 166965 w 734307"/>
                  <a:gd name="connsiteY57" fmla="*/ 708176 h 788699"/>
                  <a:gd name="connsiteX58" fmla="*/ 109852 w 734307"/>
                  <a:gd name="connsiteY58" fmla="*/ 708176 h 788699"/>
                  <a:gd name="connsiteX59" fmla="*/ 90814 w 734307"/>
                  <a:gd name="connsiteY59" fmla="*/ 708176 h 788699"/>
                  <a:gd name="connsiteX60" fmla="*/ 69057 w 734307"/>
                  <a:gd name="connsiteY60" fmla="*/ 702736 h 788699"/>
                  <a:gd name="connsiteX61" fmla="*/ 58178 w 734307"/>
                  <a:gd name="connsiteY61" fmla="*/ 686418 h 788699"/>
                  <a:gd name="connsiteX62" fmla="*/ 60898 w 734307"/>
                  <a:gd name="connsiteY62" fmla="*/ 678259 h 788699"/>
                  <a:gd name="connsiteX63" fmla="*/ 77216 w 734307"/>
                  <a:gd name="connsiteY63" fmla="*/ 670101 h 788699"/>
                  <a:gd name="connsiteX64" fmla="*/ 126170 w 734307"/>
                  <a:gd name="connsiteY64" fmla="*/ 664661 h 788699"/>
                  <a:gd name="connsiteX65" fmla="*/ 142487 w 734307"/>
                  <a:gd name="connsiteY65" fmla="*/ 664661 h 788699"/>
                  <a:gd name="connsiteX66" fmla="*/ 147927 w 734307"/>
                  <a:gd name="connsiteY66" fmla="*/ 588511 h 788699"/>
                  <a:gd name="connsiteX67" fmla="*/ 153366 w 734307"/>
                  <a:gd name="connsiteY67" fmla="*/ 493323 h 788699"/>
                  <a:gd name="connsiteX68" fmla="*/ 156086 w 734307"/>
                  <a:gd name="connsiteY68" fmla="*/ 411733 h 788699"/>
                  <a:gd name="connsiteX69" fmla="*/ 161525 w 734307"/>
                  <a:gd name="connsiteY69" fmla="*/ 297508 h 788699"/>
                  <a:gd name="connsiteX70" fmla="*/ 166965 w 734307"/>
                  <a:gd name="connsiteY70" fmla="*/ 240395 h 788699"/>
                  <a:gd name="connsiteX71" fmla="*/ 177843 w 734307"/>
                  <a:gd name="connsiteY71" fmla="*/ 161525 h 788699"/>
                  <a:gd name="connsiteX72" fmla="*/ 183282 w 734307"/>
                  <a:gd name="connsiteY72" fmla="*/ 118011 h 788699"/>
                  <a:gd name="connsiteX73" fmla="*/ 183282 w 734307"/>
                  <a:gd name="connsiteY73" fmla="*/ 115291 h 788699"/>
                  <a:gd name="connsiteX74" fmla="*/ 161525 w 734307"/>
                  <a:gd name="connsiteY74" fmla="*/ 115291 h 788699"/>
                  <a:gd name="connsiteX75" fmla="*/ 137048 w 734307"/>
                  <a:gd name="connsiteY75" fmla="*/ 115291 h 788699"/>
                  <a:gd name="connsiteX76" fmla="*/ 109852 w 734307"/>
                  <a:gd name="connsiteY76" fmla="*/ 109851 h 788699"/>
                  <a:gd name="connsiteX77" fmla="*/ 93534 w 734307"/>
                  <a:gd name="connsiteY77" fmla="*/ 93534 h 788699"/>
                  <a:gd name="connsiteX78" fmla="*/ 98973 w 734307"/>
                  <a:gd name="connsiteY78" fmla="*/ 85375 h 788699"/>
                  <a:gd name="connsiteX79" fmla="*/ 120730 w 734307"/>
                  <a:gd name="connsiteY79" fmla="*/ 77216 h 788699"/>
                  <a:gd name="connsiteX80" fmla="*/ 172404 w 734307"/>
                  <a:gd name="connsiteY80" fmla="*/ 71776 h 788699"/>
                  <a:gd name="connsiteX81" fmla="*/ 234956 w 734307"/>
                  <a:gd name="connsiteY81" fmla="*/ 69057 h 788699"/>
                  <a:gd name="connsiteX82" fmla="*/ 243115 w 734307"/>
                  <a:gd name="connsiteY82" fmla="*/ 69057 h 788699"/>
                  <a:gd name="connsiteX83" fmla="*/ 270312 w 734307"/>
                  <a:gd name="connsiteY83" fmla="*/ 74496 h 788699"/>
                  <a:gd name="connsiteX84" fmla="*/ 308387 w 734307"/>
                  <a:gd name="connsiteY84" fmla="*/ 123450 h 788699"/>
                  <a:gd name="connsiteX85" fmla="*/ 332864 w 734307"/>
                  <a:gd name="connsiteY85" fmla="*/ 202320 h 788699"/>
                  <a:gd name="connsiteX86" fmla="*/ 338303 w 734307"/>
                  <a:gd name="connsiteY86" fmla="*/ 237675 h 788699"/>
                  <a:gd name="connsiteX87" fmla="*/ 349182 w 734307"/>
                  <a:gd name="connsiteY87" fmla="*/ 281190 h 788699"/>
                  <a:gd name="connsiteX88" fmla="*/ 357341 w 734307"/>
                  <a:gd name="connsiteY88" fmla="*/ 316545 h 788699"/>
                  <a:gd name="connsiteX89" fmla="*/ 365500 w 734307"/>
                  <a:gd name="connsiteY89" fmla="*/ 351901 h 788699"/>
                  <a:gd name="connsiteX90" fmla="*/ 376378 w 734307"/>
                  <a:gd name="connsiteY90" fmla="*/ 389976 h 788699"/>
                  <a:gd name="connsiteX91" fmla="*/ 387257 w 734307"/>
                  <a:gd name="connsiteY91" fmla="*/ 414453 h 788699"/>
                  <a:gd name="connsiteX92" fmla="*/ 398136 w 734307"/>
                  <a:gd name="connsiteY92" fmla="*/ 376378 h 788699"/>
                  <a:gd name="connsiteX93" fmla="*/ 406295 w 734307"/>
                  <a:gd name="connsiteY93" fmla="*/ 332863 h 788699"/>
                  <a:gd name="connsiteX94" fmla="*/ 425332 w 734307"/>
                  <a:gd name="connsiteY94" fmla="*/ 243115 h 788699"/>
                  <a:gd name="connsiteX95" fmla="*/ 444370 w 734307"/>
                  <a:gd name="connsiteY95" fmla="*/ 150646 h 788699"/>
                  <a:gd name="connsiteX96" fmla="*/ 477006 w 734307"/>
                  <a:gd name="connsiteY96" fmla="*/ 79935 h 788699"/>
                  <a:gd name="connsiteX97" fmla="*/ 523240 w 734307"/>
                  <a:gd name="connsiteY97" fmla="*/ 58178 h 788699"/>
                  <a:gd name="connsiteX98" fmla="*/ 544997 w 734307"/>
                  <a:gd name="connsiteY98" fmla="*/ 63617 h 788699"/>
                  <a:gd name="connsiteX99" fmla="*/ 612988 w 734307"/>
                  <a:gd name="connsiteY99" fmla="*/ 63617 h 788699"/>
                  <a:gd name="connsiteX100" fmla="*/ 651064 w 734307"/>
                  <a:gd name="connsiteY100" fmla="*/ 79935 h 788699"/>
                  <a:gd name="connsiteX101" fmla="*/ 645624 w 734307"/>
                  <a:gd name="connsiteY101" fmla="*/ 96253 h 788699"/>
                  <a:gd name="connsiteX102" fmla="*/ 629307 w 734307"/>
                  <a:gd name="connsiteY102" fmla="*/ 104412 h 788699"/>
                  <a:gd name="connsiteX103" fmla="*/ 607549 w 734307"/>
                  <a:gd name="connsiteY103" fmla="*/ 107132 h 788699"/>
                  <a:gd name="connsiteX104" fmla="*/ 580353 w 734307"/>
                  <a:gd name="connsiteY104" fmla="*/ 107132 h 788699"/>
                  <a:gd name="connsiteX105" fmla="*/ 583072 w 734307"/>
                  <a:gd name="connsiteY105" fmla="*/ 115291 h 788699"/>
                  <a:gd name="connsiteX106" fmla="*/ 588512 w 734307"/>
                  <a:gd name="connsiteY106" fmla="*/ 156086 h 788699"/>
                  <a:gd name="connsiteX107" fmla="*/ 593951 w 734307"/>
                  <a:gd name="connsiteY107" fmla="*/ 196881 h 788699"/>
                  <a:gd name="connsiteX108" fmla="*/ 599390 w 734307"/>
                  <a:gd name="connsiteY108" fmla="*/ 226797 h 788699"/>
                  <a:gd name="connsiteX109" fmla="*/ 599390 w 734307"/>
                  <a:gd name="connsiteY109" fmla="*/ 232236 h 788699"/>
                  <a:gd name="connsiteX110" fmla="*/ 599390 w 734307"/>
                  <a:gd name="connsiteY110" fmla="*/ 240395 h 788699"/>
                  <a:gd name="connsiteX111" fmla="*/ 602110 w 734307"/>
                  <a:gd name="connsiteY111" fmla="*/ 270311 h 788699"/>
                  <a:gd name="connsiteX112" fmla="*/ 607549 w 734307"/>
                  <a:gd name="connsiteY112" fmla="*/ 308386 h 788699"/>
                  <a:gd name="connsiteX113" fmla="*/ 607549 w 734307"/>
                  <a:gd name="connsiteY113" fmla="*/ 319265 h 788699"/>
                  <a:gd name="connsiteX114" fmla="*/ 612988 w 734307"/>
                  <a:gd name="connsiteY114" fmla="*/ 335583 h 788699"/>
                  <a:gd name="connsiteX115" fmla="*/ 612988 w 734307"/>
                  <a:gd name="connsiteY115" fmla="*/ 346462 h 788699"/>
                  <a:gd name="connsiteX116" fmla="*/ 612988 w 734307"/>
                  <a:gd name="connsiteY116" fmla="*/ 370939 h 788699"/>
                  <a:gd name="connsiteX117" fmla="*/ 612988 w 734307"/>
                  <a:gd name="connsiteY117" fmla="*/ 395415 h 788699"/>
                  <a:gd name="connsiteX118" fmla="*/ 615708 w 734307"/>
                  <a:gd name="connsiteY118" fmla="*/ 422612 h 788699"/>
                  <a:gd name="connsiteX119" fmla="*/ 618428 w 734307"/>
                  <a:gd name="connsiteY119" fmla="*/ 441650 h 788699"/>
                  <a:gd name="connsiteX120" fmla="*/ 618428 w 734307"/>
                  <a:gd name="connsiteY120" fmla="*/ 455248 h 788699"/>
                  <a:gd name="connsiteX121" fmla="*/ 621147 w 734307"/>
                  <a:gd name="connsiteY121" fmla="*/ 463407 h 788699"/>
                  <a:gd name="connsiteX122" fmla="*/ 626587 w 734307"/>
                  <a:gd name="connsiteY122" fmla="*/ 482444 h 788699"/>
                  <a:gd name="connsiteX123" fmla="*/ 629307 w 734307"/>
                  <a:gd name="connsiteY123" fmla="*/ 517800 h 788699"/>
                  <a:gd name="connsiteX124" fmla="*/ 634746 w 734307"/>
                  <a:gd name="connsiteY124" fmla="*/ 561314 h 788699"/>
                  <a:gd name="connsiteX125" fmla="*/ 634746 w 734307"/>
                  <a:gd name="connsiteY125" fmla="*/ 566754 h 788699"/>
                  <a:gd name="connsiteX126" fmla="*/ 634746 w 734307"/>
                  <a:gd name="connsiteY126" fmla="*/ 583072 h 788699"/>
                  <a:gd name="connsiteX127" fmla="*/ 637466 w 734307"/>
                  <a:gd name="connsiteY127" fmla="*/ 607548 h 788699"/>
                  <a:gd name="connsiteX128" fmla="*/ 640185 w 734307"/>
                  <a:gd name="connsiteY128" fmla="*/ 618427 h 788699"/>
                  <a:gd name="connsiteX129" fmla="*/ 640185 w 734307"/>
                  <a:gd name="connsiteY129" fmla="*/ 632025 h 788699"/>
                  <a:gd name="connsiteX130" fmla="*/ 640185 w 734307"/>
                  <a:gd name="connsiteY130" fmla="*/ 640184 h 788699"/>
                  <a:gd name="connsiteX131" fmla="*/ 642905 w 734307"/>
                  <a:gd name="connsiteY131" fmla="*/ 659222 h 788699"/>
                  <a:gd name="connsiteX132" fmla="*/ 642905 w 734307"/>
                  <a:gd name="connsiteY132" fmla="*/ 664661 h 788699"/>
                  <a:gd name="connsiteX133" fmla="*/ 653783 w 734307"/>
                  <a:gd name="connsiteY133" fmla="*/ 678259 h 788699"/>
                  <a:gd name="connsiteX134" fmla="*/ 653783 w 734307"/>
                  <a:gd name="connsiteY134" fmla="*/ 678259 h 788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</a:cxnLst>
                <a:rect l="l" t="t" r="r" b="b"/>
                <a:pathLst>
                  <a:path w="734307" h="788699">
                    <a:moveTo>
                      <a:pt x="653783" y="678259"/>
                    </a:moveTo>
                    <a:cubicBezTo>
                      <a:pt x="667382" y="678259"/>
                      <a:pt x="691859" y="678259"/>
                      <a:pt x="691859" y="694577"/>
                    </a:cubicBezTo>
                    <a:cubicBezTo>
                      <a:pt x="691859" y="702736"/>
                      <a:pt x="689139" y="705456"/>
                      <a:pt x="686419" y="710895"/>
                    </a:cubicBezTo>
                    <a:cubicBezTo>
                      <a:pt x="683700" y="716335"/>
                      <a:pt x="675541" y="719054"/>
                      <a:pt x="670101" y="719054"/>
                    </a:cubicBezTo>
                    <a:cubicBezTo>
                      <a:pt x="661942" y="721774"/>
                      <a:pt x="653783" y="721774"/>
                      <a:pt x="648344" y="721774"/>
                    </a:cubicBezTo>
                    <a:cubicBezTo>
                      <a:pt x="645624" y="721774"/>
                      <a:pt x="634746" y="721774"/>
                      <a:pt x="618428" y="721774"/>
                    </a:cubicBezTo>
                    <a:cubicBezTo>
                      <a:pt x="604829" y="729933"/>
                      <a:pt x="588512" y="735372"/>
                      <a:pt x="572194" y="735372"/>
                    </a:cubicBezTo>
                    <a:cubicBezTo>
                      <a:pt x="564035" y="735372"/>
                      <a:pt x="553156" y="732653"/>
                      <a:pt x="544997" y="729933"/>
                    </a:cubicBezTo>
                    <a:cubicBezTo>
                      <a:pt x="539558" y="727213"/>
                      <a:pt x="536838" y="724494"/>
                      <a:pt x="534119" y="721774"/>
                    </a:cubicBezTo>
                    <a:cubicBezTo>
                      <a:pt x="520520" y="721774"/>
                      <a:pt x="509641" y="721774"/>
                      <a:pt x="496043" y="721774"/>
                    </a:cubicBezTo>
                    <a:cubicBezTo>
                      <a:pt x="487884" y="721774"/>
                      <a:pt x="479725" y="721774"/>
                      <a:pt x="471566" y="721774"/>
                    </a:cubicBezTo>
                    <a:cubicBezTo>
                      <a:pt x="463407" y="721774"/>
                      <a:pt x="452529" y="721774"/>
                      <a:pt x="444370" y="716335"/>
                    </a:cubicBezTo>
                    <a:cubicBezTo>
                      <a:pt x="436211" y="713615"/>
                      <a:pt x="428052" y="705456"/>
                      <a:pt x="428052" y="700017"/>
                    </a:cubicBezTo>
                    <a:cubicBezTo>
                      <a:pt x="428052" y="697297"/>
                      <a:pt x="428052" y="694577"/>
                      <a:pt x="433491" y="691858"/>
                    </a:cubicBezTo>
                    <a:cubicBezTo>
                      <a:pt x="438930" y="689138"/>
                      <a:pt x="449809" y="686418"/>
                      <a:pt x="455248" y="683699"/>
                    </a:cubicBezTo>
                    <a:cubicBezTo>
                      <a:pt x="474286" y="680979"/>
                      <a:pt x="498763" y="678259"/>
                      <a:pt x="506922" y="678259"/>
                    </a:cubicBezTo>
                    <a:cubicBezTo>
                      <a:pt x="506922" y="678259"/>
                      <a:pt x="509641" y="678259"/>
                      <a:pt x="509641" y="678259"/>
                    </a:cubicBezTo>
                    <a:cubicBezTo>
                      <a:pt x="509641" y="672820"/>
                      <a:pt x="506922" y="670101"/>
                      <a:pt x="506922" y="664661"/>
                    </a:cubicBezTo>
                    <a:cubicBezTo>
                      <a:pt x="501483" y="640184"/>
                      <a:pt x="501483" y="612988"/>
                      <a:pt x="498763" y="580352"/>
                    </a:cubicBezTo>
                    <a:cubicBezTo>
                      <a:pt x="496043" y="547716"/>
                      <a:pt x="498763" y="512361"/>
                      <a:pt x="496043" y="479725"/>
                    </a:cubicBezTo>
                    <a:cubicBezTo>
                      <a:pt x="493324" y="449808"/>
                      <a:pt x="493324" y="419892"/>
                      <a:pt x="493324" y="389976"/>
                    </a:cubicBezTo>
                    <a:cubicBezTo>
                      <a:pt x="493324" y="360060"/>
                      <a:pt x="490604" y="332863"/>
                      <a:pt x="490604" y="302947"/>
                    </a:cubicBezTo>
                    <a:cubicBezTo>
                      <a:pt x="487884" y="275751"/>
                      <a:pt x="487884" y="240395"/>
                      <a:pt x="487884" y="229516"/>
                    </a:cubicBezTo>
                    <a:cubicBezTo>
                      <a:pt x="487884" y="224077"/>
                      <a:pt x="487884" y="221357"/>
                      <a:pt x="485165" y="221357"/>
                    </a:cubicBezTo>
                    <a:cubicBezTo>
                      <a:pt x="485165" y="221357"/>
                      <a:pt x="482445" y="224077"/>
                      <a:pt x="482445" y="226797"/>
                    </a:cubicBezTo>
                    <a:cubicBezTo>
                      <a:pt x="479725" y="237675"/>
                      <a:pt x="479725" y="251274"/>
                      <a:pt x="477006" y="262152"/>
                    </a:cubicBezTo>
                    <a:cubicBezTo>
                      <a:pt x="471566" y="289349"/>
                      <a:pt x="466127" y="316545"/>
                      <a:pt x="460688" y="341022"/>
                    </a:cubicBezTo>
                    <a:cubicBezTo>
                      <a:pt x="455248" y="365499"/>
                      <a:pt x="447090" y="392696"/>
                      <a:pt x="444370" y="417173"/>
                    </a:cubicBezTo>
                    <a:cubicBezTo>
                      <a:pt x="441650" y="430771"/>
                      <a:pt x="438930" y="441650"/>
                      <a:pt x="436211" y="455248"/>
                    </a:cubicBezTo>
                    <a:cubicBezTo>
                      <a:pt x="433491" y="468846"/>
                      <a:pt x="428052" y="479725"/>
                      <a:pt x="425332" y="493323"/>
                    </a:cubicBezTo>
                    <a:cubicBezTo>
                      <a:pt x="422612" y="506921"/>
                      <a:pt x="419893" y="520520"/>
                      <a:pt x="411734" y="531398"/>
                    </a:cubicBezTo>
                    <a:cubicBezTo>
                      <a:pt x="406295" y="539557"/>
                      <a:pt x="395416" y="547716"/>
                      <a:pt x="376378" y="547716"/>
                    </a:cubicBezTo>
                    <a:cubicBezTo>
                      <a:pt x="357341" y="547716"/>
                      <a:pt x="335583" y="539557"/>
                      <a:pt x="319265" y="525959"/>
                    </a:cubicBezTo>
                    <a:cubicBezTo>
                      <a:pt x="300228" y="506921"/>
                      <a:pt x="294788" y="479725"/>
                      <a:pt x="289349" y="455248"/>
                    </a:cubicBezTo>
                    <a:cubicBezTo>
                      <a:pt x="283910" y="428051"/>
                      <a:pt x="278470" y="400855"/>
                      <a:pt x="273031" y="373658"/>
                    </a:cubicBezTo>
                    <a:cubicBezTo>
                      <a:pt x="273031" y="368219"/>
                      <a:pt x="267592" y="346462"/>
                      <a:pt x="262153" y="316545"/>
                    </a:cubicBezTo>
                    <a:cubicBezTo>
                      <a:pt x="256713" y="292068"/>
                      <a:pt x="251274" y="262152"/>
                      <a:pt x="245835" y="237675"/>
                    </a:cubicBezTo>
                    <a:cubicBezTo>
                      <a:pt x="240395" y="218638"/>
                      <a:pt x="237675" y="205039"/>
                      <a:pt x="234956" y="196881"/>
                    </a:cubicBezTo>
                    <a:cubicBezTo>
                      <a:pt x="232236" y="191441"/>
                      <a:pt x="232236" y="191441"/>
                      <a:pt x="232236" y="191441"/>
                    </a:cubicBezTo>
                    <a:cubicBezTo>
                      <a:pt x="229517" y="191441"/>
                      <a:pt x="229517" y="196881"/>
                      <a:pt x="226797" y="207759"/>
                    </a:cubicBezTo>
                    <a:cubicBezTo>
                      <a:pt x="226797" y="215918"/>
                      <a:pt x="226797" y="229516"/>
                      <a:pt x="226797" y="232236"/>
                    </a:cubicBezTo>
                    <a:cubicBezTo>
                      <a:pt x="226797" y="243115"/>
                      <a:pt x="224077" y="256713"/>
                      <a:pt x="224077" y="267592"/>
                    </a:cubicBezTo>
                    <a:cubicBezTo>
                      <a:pt x="224077" y="278470"/>
                      <a:pt x="224077" y="294788"/>
                      <a:pt x="221358" y="311106"/>
                    </a:cubicBezTo>
                    <a:cubicBezTo>
                      <a:pt x="221358" y="327424"/>
                      <a:pt x="218638" y="343742"/>
                      <a:pt x="218638" y="360060"/>
                    </a:cubicBezTo>
                    <a:cubicBezTo>
                      <a:pt x="218638" y="373658"/>
                      <a:pt x="215919" y="384537"/>
                      <a:pt x="215919" y="398135"/>
                    </a:cubicBezTo>
                    <a:cubicBezTo>
                      <a:pt x="215919" y="409014"/>
                      <a:pt x="213199" y="419892"/>
                      <a:pt x="213199" y="430771"/>
                    </a:cubicBezTo>
                    <a:cubicBezTo>
                      <a:pt x="213199" y="438930"/>
                      <a:pt x="213199" y="447089"/>
                      <a:pt x="213199" y="455248"/>
                    </a:cubicBezTo>
                    <a:cubicBezTo>
                      <a:pt x="213199" y="463407"/>
                      <a:pt x="213199" y="471566"/>
                      <a:pt x="213199" y="477005"/>
                    </a:cubicBezTo>
                    <a:cubicBezTo>
                      <a:pt x="210479" y="490603"/>
                      <a:pt x="207759" y="506921"/>
                      <a:pt x="207759" y="520520"/>
                    </a:cubicBezTo>
                    <a:cubicBezTo>
                      <a:pt x="202320" y="550436"/>
                      <a:pt x="199600" y="580352"/>
                      <a:pt x="196881" y="610268"/>
                    </a:cubicBezTo>
                    <a:cubicBezTo>
                      <a:pt x="196881" y="623866"/>
                      <a:pt x="196881" y="640184"/>
                      <a:pt x="194161" y="653783"/>
                    </a:cubicBezTo>
                    <a:cubicBezTo>
                      <a:pt x="194161" y="659222"/>
                      <a:pt x="194161" y="661942"/>
                      <a:pt x="191441" y="667381"/>
                    </a:cubicBezTo>
                    <a:cubicBezTo>
                      <a:pt x="213199" y="667381"/>
                      <a:pt x="232236" y="667381"/>
                      <a:pt x="243115" y="667381"/>
                    </a:cubicBezTo>
                    <a:cubicBezTo>
                      <a:pt x="253994" y="667381"/>
                      <a:pt x="273031" y="670101"/>
                      <a:pt x="273031" y="683699"/>
                    </a:cubicBezTo>
                    <a:cubicBezTo>
                      <a:pt x="273031" y="691858"/>
                      <a:pt x="267592" y="691858"/>
                      <a:pt x="262153" y="697297"/>
                    </a:cubicBezTo>
                    <a:cubicBezTo>
                      <a:pt x="259433" y="702736"/>
                      <a:pt x="253994" y="705456"/>
                      <a:pt x="248554" y="705456"/>
                    </a:cubicBezTo>
                    <a:cubicBezTo>
                      <a:pt x="240395" y="708176"/>
                      <a:pt x="234956" y="708176"/>
                      <a:pt x="232236" y="708176"/>
                    </a:cubicBezTo>
                    <a:cubicBezTo>
                      <a:pt x="226797" y="708176"/>
                      <a:pt x="175124" y="708176"/>
                      <a:pt x="166965" y="708176"/>
                    </a:cubicBezTo>
                    <a:cubicBezTo>
                      <a:pt x="156086" y="708176"/>
                      <a:pt x="120730" y="708176"/>
                      <a:pt x="109852" y="708176"/>
                    </a:cubicBezTo>
                    <a:cubicBezTo>
                      <a:pt x="104412" y="708176"/>
                      <a:pt x="96253" y="708176"/>
                      <a:pt x="90814" y="708176"/>
                    </a:cubicBezTo>
                    <a:cubicBezTo>
                      <a:pt x="85375" y="708176"/>
                      <a:pt x="77216" y="705456"/>
                      <a:pt x="69057" y="702736"/>
                    </a:cubicBezTo>
                    <a:cubicBezTo>
                      <a:pt x="63617" y="700017"/>
                      <a:pt x="58178" y="691858"/>
                      <a:pt x="58178" y="686418"/>
                    </a:cubicBezTo>
                    <a:cubicBezTo>
                      <a:pt x="58178" y="683699"/>
                      <a:pt x="58178" y="680979"/>
                      <a:pt x="60898" y="678259"/>
                    </a:cubicBezTo>
                    <a:cubicBezTo>
                      <a:pt x="63617" y="675540"/>
                      <a:pt x="71777" y="672820"/>
                      <a:pt x="77216" y="670101"/>
                    </a:cubicBezTo>
                    <a:cubicBezTo>
                      <a:pt x="90814" y="667381"/>
                      <a:pt x="120730" y="664661"/>
                      <a:pt x="126170" y="664661"/>
                    </a:cubicBezTo>
                    <a:cubicBezTo>
                      <a:pt x="128889" y="664661"/>
                      <a:pt x="134329" y="664661"/>
                      <a:pt x="142487" y="664661"/>
                    </a:cubicBezTo>
                    <a:cubicBezTo>
                      <a:pt x="142487" y="640184"/>
                      <a:pt x="147927" y="612988"/>
                      <a:pt x="147927" y="588511"/>
                    </a:cubicBezTo>
                    <a:cubicBezTo>
                      <a:pt x="150646" y="555875"/>
                      <a:pt x="153366" y="523239"/>
                      <a:pt x="153366" y="493323"/>
                    </a:cubicBezTo>
                    <a:cubicBezTo>
                      <a:pt x="153366" y="466126"/>
                      <a:pt x="156086" y="438930"/>
                      <a:pt x="156086" y="411733"/>
                    </a:cubicBezTo>
                    <a:cubicBezTo>
                      <a:pt x="158806" y="373658"/>
                      <a:pt x="158806" y="335583"/>
                      <a:pt x="161525" y="297508"/>
                    </a:cubicBezTo>
                    <a:cubicBezTo>
                      <a:pt x="161525" y="278470"/>
                      <a:pt x="164245" y="259433"/>
                      <a:pt x="166965" y="240395"/>
                    </a:cubicBezTo>
                    <a:cubicBezTo>
                      <a:pt x="169684" y="210479"/>
                      <a:pt x="172404" y="191441"/>
                      <a:pt x="177843" y="161525"/>
                    </a:cubicBezTo>
                    <a:cubicBezTo>
                      <a:pt x="180563" y="147927"/>
                      <a:pt x="180563" y="131609"/>
                      <a:pt x="183282" y="118011"/>
                    </a:cubicBezTo>
                    <a:cubicBezTo>
                      <a:pt x="183282" y="118011"/>
                      <a:pt x="183282" y="115291"/>
                      <a:pt x="183282" y="115291"/>
                    </a:cubicBezTo>
                    <a:cubicBezTo>
                      <a:pt x="177843" y="115291"/>
                      <a:pt x="172404" y="115291"/>
                      <a:pt x="161525" y="115291"/>
                    </a:cubicBezTo>
                    <a:cubicBezTo>
                      <a:pt x="153366" y="115291"/>
                      <a:pt x="145207" y="115291"/>
                      <a:pt x="137048" y="115291"/>
                    </a:cubicBezTo>
                    <a:cubicBezTo>
                      <a:pt x="128889" y="115291"/>
                      <a:pt x="118011" y="115291"/>
                      <a:pt x="109852" y="109851"/>
                    </a:cubicBezTo>
                    <a:cubicBezTo>
                      <a:pt x="101693" y="107132"/>
                      <a:pt x="93534" y="98973"/>
                      <a:pt x="93534" y="93534"/>
                    </a:cubicBezTo>
                    <a:cubicBezTo>
                      <a:pt x="93534" y="90814"/>
                      <a:pt x="93534" y="88094"/>
                      <a:pt x="98973" y="85375"/>
                    </a:cubicBezTo>
                    <a:cubicBezTo>
                      <a:pt x="104412" y="82655"/>
                      <a:pt x="115291" y="79935"/>
                      <a:pt x="120730" y="77216"/>
                    </a:cubicBezTo>
                    <a:cubicBezTo>
                      <a:pt x="139768" y="74496"/>
                      <a:pt x="164245" y="71776"/>
                      <a:pt x="172404" y="71776"/>
                    </a:cubicBezTo>
                    <a:cubicBezTo>
                      <a:pt x="194161" y="71776"/>
                      <a:pt x="210479" y="69057"/>
                      <a:pt x="234956" y="69057"/>
                    </a:cubicBezTo>
                    <a:cubicBezTo>
                      <a:pt x="237675" y="69057"/>
                      <a:pt x="240395" y="69057"/>
                      <a:pt x="243115" y="69057"/>
                    </a:cubicBezTo>
                    <a:cubicBezTo>
                      <a:pt x="251274" y="69057"/>
                      <a:pt x="262153" y="69057"/>
                      <a:pt x="270312" y="74496"/>
                    </a:cubicBezTo>
                    <a:cubicBezTo>
                      <a:pt x="283910" y="82655"/>
                      <a:pt x="300228" y="96253"/>
                      <a:pt x="308387" y="123450"/>
                    </a:cubicBezTo>
                    <a:cubicBezTo>
                      <a:pt x="316546" y="147927"/>
                      <a:pt x="327424" y="175123"/>
                      <a:pt x="332864" y="202320"/>
                    </a:cubicBezTo>
                    <a:cubicBezTo>
                      <a:pt x="335583" y="213198"/>
                      <a:pt x="335583" y="226797"/>
                      <a:pt x="338303" y="237675"/>
                    </a:cubicBezTo>
                    <a:cubicBezTo>
                      <a:pt x="343742" y="251274"/>
                      <a:pt x="346462" y="264872"/>
                      <a:pt x="349182" y="281190"/>
                    </a:cubicBezTo>
                    <a:cubicBezTo>
                      <a:pt x="351901" y="292068"/>
                      <a:pt x="351901" y="305667"/>
                      <a:pt x="357341" y="316545"/>
                    </a:cubicBezTo>
                    <a:cubicBezTo>
                      <a:pt x="362780" y="327424"/>
                      <a:pt x="362780" y="338303"/>
                      <a:pt x="365500" y="351901"/>
                    </a:cubicBezTo>
                    <a:cubicBezTo>
                      <a:pt x="365500" y="357340"/>
                      <a:pt x="373658" y="373658"/>
                      <a:pt x="376378" y="389976"/>
                    </a:cubicBezTo>
                    <a:cubicBezTo>
                      <a:pt x="381817" y="403574"/>
                      <a:pt x="384537" y="414453"/>
                      <a:pt x="387257" y="414453"/>
                    </a:cubicBezTo>
                    <a:cubicBezTo>
                      <a:pt x="392696" y="414453"/>
                      <a:pt x="395416" y="381817"/>
                      <a:pt x="398136" y="376378"/>
                    </a:cubicBezTo>
                    <a:cubicBezTo>
                      <a:pt x="400855" y="362779"/>
                      <a:pt x="403575" y="346462"/>
                      <a:pt x="406295" y="332863"/>
                    </a:cubicBezTo>
                    <a:cubicBezTo>
                      <a:pt x="411734" y="302947"/>
                      <a:pt x="417173" y="273031"/>
                      <a:pt x="425332" y="243115"/>
                    </a:cubicBezTo>
                    <a:cubicBezTo>
                      <a:pt x="430771" y="213198"/>
                      <a:pt x="436211" y="180563"/>
                      <a:pt x="444370" y="150646"/>
                    </a:cubicBezTo>
                    <a:cubicBezTo>
                      <a:pt x="449809" y="126170"/>
                      <a:pt x="460688" y="98973"/>
                      <a:pt x="477006" y="79935"/>
                    </a:cubicBezTo>
                    <a:cubicBezTo>
                      <a:pt x="487884" y="66337"/>
                      <a:pt x="506922" y="58178"/>
                      <a:pt x="523240" y="58178"/>
                    </a:cubicBezTo>
                    <a:cubicBezTo>
                      <a:pt x="528679" y="58178"/>
                      <a:pt x="539558" y="58178"/>
                      <a:pt x="544997" y="63617"/>
                    </a:cubicBezTo>
                    <a:lnTo>
                      <a:pt x="612988" y="63617"/>
                    </a:lnTo>
                    <a:cubicBezTo>
                      <a:pt x="626587" y="63617"/>
                      <a:pt x="651064" y="63617"/>
                      <a:pt x="651064" y="79935"/>
                    </a:cubicBezTo>
                    <a:cubicBezTo>
                      <a:pt x="651064" y="88094"/>
                      <a:pt x="648344" y="88094"/>
                      <a:pt x="645624" y="96253"/>
                    </a:cubicBezTo>
                    <a:cubicBezTo>
                      <a:pt x="640185" y="101693"/>
                      <a:pt x="634746" y="104412"/>
                      <a:pt x="629307" y="104412"/>
                    </a:cubicBezTo>
                    <a:cubicBezTo>
                      <a:pt x="621147" y="107132"/>
                      <a:pt x="612988" y="107132"/>
                      <a:pt x="607549" y="107132"/>
                    </a:cubicBezTo>
                    <a:cubicBezTo>
                      <a:pt x="604829" y="107132"/>
                      <a:pt x="591231" y="107132"/>
                      <a:pt x="580353" y="107132"/>
                    </a:cubicBezTo>
                    <a:cubicBezTo>
                      <a:pt x="580353" y="109851"/>
                      <a:pt x="583072" y="112571"/>
                      <a:pt x="583072" y="115291"/>
                    </a:cubicBezTo>
                    <a:cubicBezTo>
                      <a:pt x="585792" y="128889"/>
                      <a:pt x="585792" y="142487"/>
                      <a:pt x="588512" y="156086"/>
                    </a:cubicBezTo>
                    <a:cubicBezTo>
                      <a:pt x="591231" y="169684"/>
                      <a:pt x="591231" y="183282"/>
                      <a:pt x="593951" y="196881"/>
                    </a:cubicBezTo>
                    <a:cubicBezTo>
                      <a:pt x="593951" y="207759"/>
                      <a:pt x="599390" y="215918"/>
                      <a:pt x="599390" y="226797"/>
                    </a:cubicBezTo>
                    <a:cubicBezTo>
                      <a:pt x="599390" y="229516"/>
                      <a:pt x="599390" y="229516"/>
                      <a:pt x="599390" y="232236"/>
                    </a:cubicBezTo>
                    <a:cubicBezTo>
                      <a:pt x="599390" y="234956"/>
                      <a:pt x="599390" y="237675"/>
                      <a:pt x="599390" y="240395"/>
                    </a:cubicBezTo>
                    <a:cubicBezTo>
                      <a:pt x="599390" y="251274"/>
                      <a:pt x="599390" y="259433"/>
                      <a:pt x="602110" y="270311"/>
                    </a:cubicBezTo>
                    <a:cubicBezTo>
                      <a:pt x="604829" y="283909"/>
                      <a:pt x="607549" y="294788"/>
                      <a:pt x="607549" y="308386"/>
                    </a:cubicBezTo>
                    <a:cubicBezTo>
                      <a:pt x="607549" y="311106"/>
                      <a:pt x="607549" y="316545"/>
                      <a:pt x="607549" y="319265"/>
                    </a:cubicBezTo>
                    <a:cubicBezTo>
                      <a:pt x="607549" y="324704"/>
                      <a:pt x="610269" y="330144"/>
                      <a:pt x="612988" y="335583"/>
                    </a:cubicBezTo>
                    <a:cubicBezTo>
                      <a:pt x="612988" y="338303"/>
                      <a:pt x="612988" y="343742"/>
                      <a:pt x="612988" y="346462"/>
                    </a:cubicBezTo>
                    <a:cubicBezTo>
                      <a:pt x="612988" y="354620"/>
                      <a:pt x="612988" y="362779"/>
                      <a:pt x="612988" y="370939"/>
                    </a:cubicBezTo>
                    <a:cubicBezTo>
                      <a:pt x="612988" y="379097"/>
                      <a:pt x="612988" y="387256"/>
                      <a:pt x="612988" y="395415"/>
                    </a:cubicBezTo>
                    <a:cubicBezTo>
                      <a:pt x="612988" y="403574"/>
                      <a:pt x="615708" y="414453"/>
                      <a:pt x="615708" y="422612"/>
                    </a:cubicBezTo>
                    <a:cubicBezTo>
                      <a:pt x="618428" y="430771"/>
                      <a:pt x="618428" y="436210"/>
                      <a:pt x="618428" y="441650"/>
                    </a:cubicBezTo>
                    <a:cubicBezTo>
                      <a:pt x="618428" y="444369"/>
                      <a:pt x="618428" y="449808"/>
                      <a:pt x="618428" y="455248"/>
                    </a:cubicBezTo>
                    <a:cubicBezTo>
                      <a:pt x="618428" y="460687"/>
                      <a:pt x="618428" y="460687"/>
                      <a:pt x="621147" y="463407"/>
                    </a:cubicBezTo>
                    <a:cubicBezTo>
                      <a:pt x="623867" y="471566"/>
                      <a:pt x="623867" y="477005"/>
                      <a:pt x="626587" y="482444"/>
                    </a:cubicBezTo>
                    <a:cubicBezTo>
                      <a:pt x="629307" y="493323"/>
                      <a:pt x="629307" y="506921"/>
                      <a:pt x="629307" y="517800"/>
                    </a:cubicBezTo>
                    <a:cubicBezTo>
                      <a:pt x="632026" y="534118"/>
                      <a:pt x="632026" y="547716"/>
                      <a:pt x="634746" y="561314"/>
                    </a:cubicBezTo>
                    <a:cubicBezTo>
                      <a:pt x="634746" y="564034"/>
                      <a:pt x="634746" y="564034"/>
                      <a:pt x="634746" y="566754"/>
                    </a:cubicBezTo>
                    <a:cubicBezTo>
                      <a:pt x="634746" y="572193"/>
                      <a:pt x="634746" y="577632"/>
                      <a:pt x="634746" y="583072"/>
                    </a:cubicBezTo>
                    <a:cubicBezTo>
                      <a:pt x="634746" y="596670"/>
                      <a:pt x="637466" y="602109"/>
                      <a:pt x="637466" y="607548"/>
                    </a:cubicBezTo>
                    <a:cubicBezTo>
                      <a:pt x="637466" y="610268"/>
                      <a:pt x="640185" y="615708"/>
                      <a:pt x="640185" y="618427"/>
                    </a:cubicBezTo>
                    <a:cubicBezTo>
                      <a:pt x="640185" y="623866"/>
                      <a:pt x="640185" y="629306"/>
                      <a:pt x="640185" y="632025"/>
                    </a:cubicBezTo>
                    <a:cubicBezTo>
                      <a:pt x="640185" y="634745"/>
                      <a:pt x="640185" y="637465"/>
                      <a:pt x="640185" y="640184"/>
                    </a:cubicBezTo>
                    <a:cubicBezTo>
                      <a:pt x="640185" y="645624"/>
                      <a:pt x="642905" y="653783"/>
                      <a:pt x="642905" y="659222"/>
                    </a:cubicBezTo>
                    <a:cubicBezTo>
                      <a:pt x="642905" y="661942"/>
                      <a:pt x="642905" y="661942"/>
                      <a:pt x="642905" y="664661"/>
                    </a:cubicBezTo>
                    <a:cubicBezTo>
                      <a:pt x="645624" y="678259"/>
                      <a:pt x="651064" y="678259"/>
                      <a:pt x="653783" y="678259"/>
                    </a:cubicBezTo>
                    <a:lnTo>
                      <a:pt x="653783" y="678259"/>
                    </a:lnTo>
                    <a:close/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3" name="Freeform: Shape 45">
                <a:extLst>
                  <a:ext uri="{FF2B5EF4-FFF2-40B4-BE49-F238E27FC236}">
                    <a16:creationId xmlns:a16="http://schemas.microsoft.com/office/drawing/2014/main" id="{7EB1B0BA-71DD-474C-8262-E23102AAE8F2}"/>
                  </a:ext>
                </a:extLst>
              </p:cNvPr>
              <p:cNvSpPr/>
              <p:nvPr/>
            </p:nvSpPr>
            <p:spPr>
              <a:xfrm>
                <a:off x="6362526" y="4242177"/>
                <a:ext cx="492259" cy="674476"/>
              </a:xfrm>
              <a:custGeom>
                <a:avLst/>
                <a:gdLst>
                  <a:gd name="connsiteX0" fmla="*/ 225733 w 492259"/>
                  <a:gd name="connsiteY0" fmla="*/ 97907 h 674476"/>
                  <a:gd name="connsiteX1" fmla="*/ 209415 w 492259"/>
                  <a:gd name="connsiteY1" fmla="*/ 119665 h 674476"/>
                  <a:gd name="connsiteX2" fmla="*/ 201256 w 492259"/>
                  <a:gd name="connsiteY2" fmla="*/ 152300 h 674476"/>
                  <a:gd name="connsiteX3" fmla="*/ 198536 w 492259"/>
                  <a:gd name="connsiteY3" fmla="*/ 168618 h 674476"/>
                  <a:gd name="connsiteX4" fmla="*/ 195817 w 492259"/>
                  <a:gd name="connsiteY4" fmla="*/ 184936 h 674476"/>
                  <a:gd name="connsiteX5" fmla="*/ 187658 w 492259"/>
                  <a:gd name="connsiteY5" fmla="*/ 220292 h 674476"/>
                  <a:gd name="connsiteX6" fmla="*/ 168620 w 492259"/>
                  <a:gd name="connsiteY6" fmla="*/ 291003 h 674476"/>
                  <a:gd name="connsiteX7" fmla="*/ 160461 w 492259"/>
                  <a:gd name="connsiteY7" fmla="*/ 323639 h 674476"/>
                  <a:gd name="connsiteX8" fmla="*/ 149582 w 492259"/>
                  <a:gd name="connsiteY8" fmla="*/ 361714 h 674476"/>
                  <a:gd name="connsiteX9" fmla="*/ 144143 w 492259"/>
                  <a:gd name="connsiteY9" fmla="*/ 388910 h 674476"/>
                  <a:gd name="connsiteX10" fmla="*/ 149582 w 492259"/>
                  <a:gd name="connsiteY10" fmla="*/ 391630 h 674476"/>
                  <a:gd name="connsiteX11" fmla="*/ 171340 w 492259"/>
                  <a:gd name="connsiteY11" fmla="*/ 391630 h 674476"/>
                  <a:gd name="connsiteX12" fmla="*/ 193097 w 492259"/>
                  <a:gd name="connsiteY12" fmla="*/ 388910 h 674476"/>
                  <a:gd name="connsiteX13" fmla="*/ 212135 w 492259"/>
                  <a:gd name="connsiteY13" fmla="*/ 388910 h 674476"/>
                  <a:gd name="connsiteX14" fmla="*/ 236611 w 492259"/>
                  <a:gd name="connsiteY14" fmla="*/ 388910 h 674476"/>
                  <a:gd name="connsiteX15" fmla="*/ 250210 w 492259"/>
                  <a:gd name="connsiteY15" fmla="*/ 386191 h 674476"/>
                  <a:gd name="connsiteX16" fmla="*/ 258369 w 492259"/>
                  <a:gd name="connsiteY16" fmla="*/ 386191 h 674476"/>
                  <a:gd name="connsiteX17" fmla="*/ 255649 w 492259"/>
                  <a:gd name="connsiteY17" fmla="*/ 367153 h 674476"/>
                  <a:gd name="connsiteX18" fmla="*/ 250210 w 492259"/>
                  <a:gd name="connsiteY18" fmla="*/ 331797 h 674476"/>
                  <a:gd name="connsiteX19" fmla="*/ 247490 w 492259"/>
                  <a:gd name="connsiteY19" fmla="*/ 244769 h 674476"/>
                  <a:gd name="connsiteX20" fmla="*/ 242051 w 492259"/>
                  <a:gd name="connsiteY20" fmla="*/ 203974 h 674476"/>
                  <a:gd name="connsiteX21" fmla="*/ 236611 w 492259"/>
                  <a:gd name="connsiteY21" fmla="*/ 157740 h 674476"/>
                  <a:gd name="connsiteX22" fmla="*/ 233892 w 492259"/>
                  <a:gd name="connsiteY22" fmla="*/ 119665 h 674476"/>
                  <a:gd name="connsiteX23" fmla="*/ 225733 w 492259"/>
                  <a:gd name="connsiteY23" fmla="*/ 97907 h 674476"/>
                  <a:gd name="connsiteX24" fmla="*/ 274687 w 492259"/>
                  <a:gd name="connsiteY24" fmla="*/ 0 h 674476"/>
                  <a:gd name="connsiteX25" fmla="*/ 304603 w 492259"/>
                  <a:gd name="connsiteY25" fmla="*/ 5439 h 674476"/>
                  <a:gd name="connsiteX26" fmla="*/ 320921 w 492259"/>
                  <a:gd name="connsiteY26" fmla="*/ 24477 h 674476"/>
                  <a:gd name="connsiteX27" fmla="*/ 334519 w 492259"/>
                  <a:gd name="connsiteY27" fmla="*/ 43515 h 674476"/>
                  <a:gd name="connsiteX28" fmla="*/ 339959 w 492259"/>
                  <a:gd name="connsiteY28" fmla="*/ 65272 h 674476"/>
                  <a:gd name="connsiteX29" fmla="*/ 348118 w 492259"/>
                  <a:gd name="connsiteY29" fmla="*/ 114226 h 674476"/>
                  <a:gd name="connsiteX30" fmla="*/ 361716 w 492259"/>
                  <a:gd name="connsiteY30" fmla="*/ 163180 h 674476"/>
                  <a:gd name="connsiteX31" fmla="*/ 369875 w 492259"/>
                  <a:gd name="connsiteY31" fmla="*/ 220293 h 674476"/>
                  <a:gd name="connsiteX32" fmla="*/ 378034 w 492259"/>
                  <a:gd name="connsiteY32" fmla="*/ 274686 h 674476"/>
                  <a:gd name="connsiteX33" fmla="*/ 383473 w 492259"/>
                  <a:gd name="connsiteY33" fmla="*/ 301883 h 674476"/>
                  <a:gd name="connsiteX34" fmla="*/ 391632 w 492259"/>
                  <a:gd name="connsiteY34" fmla="*/ 337238 h 674476"/>
                  <a:gd name="connsiteX35" fmla="*/ 397071 w 492259"/>
                  <a:gd name="connsiteY35" fmla="*/ 364435 h 674476"/>
                  <a:gd name="connsiteX36" fmla="*/ 405230 w 492259"/>
                  <a:gd name="connsiteY36" fmla="*/ 383473 h 674476"/>
                  <a:gd name="connsiteX37" fmla="*/ 416109 w 492259"/>
                  <a:gd name="connsiteY37" fmla="*/ 386192 h 674476"/>
                  <a:gd name="connsiteX38" fmla="*/ 426988 w 492259"/>
                  <a:gd name="connsiteY38" fmla="*/ 386192 h 674476"/>
                  <a:gd name="connsiteX39" fmla="*/ 454184 w 492259"/>
                  <a:gd name="connsiteY39" fmla="*/ 397071 h 674476"/>
                  <a:gd name="connsiteX40" fmla="*/ 456904 w 492259"/>
                  <a:gd name="connsiteY40" fmla="*/ 405230 h 674476"/>
                  <a:gd name="connsiteX41" fmla="*/ 451464 w 492259"/>
                  <a:gd name="connsiteY41" fmla="*/ 416108 h 674476"/>
                  <a:gd name="connsiteX42" fmla="*/ 432427 w 492259"/>
                  <a:gd name="connsiteY42" fmla="*/ 429707 h 674476"/>
                  <a:gd name="connsiteX43" fmla="*/ 421548 w 492259"/>
                  <a:gd name="connsiteY43" fmla="*/ 432426 h 674476"/>
                  <a:gd name="connsiteX44" fmla="*/ 413389 w 492259"/>
                  <a:gd name="connsiteY44" fmla="*/ 435146 h 674476"/>
                  <a:gd name="connsiteX45" fmla="*/ 413389 w 492259"/>
                  <a:gd name="connsiteY45" fmla="*/ 440585 h 674476"/>
                  <a:gd name="connsiteX46" fmla="*/ 416109 w 492259"/>
                  <a:gd name="connsiteY46" fmla="*/ 451464 h 674476"/>
                  <a:gd name="connsiteX47" fmla="*/ 418829 w 492259"/>
                  <a:gd name="connsiteY47" fmla="*/ 465062 h 674476"/>
                  <a:gd name="connsiteX48" fmla="*/ 418829 w 492259"/>
                  <a:gd name="connsiteY48" fmla="*/ 475941 h 674476"/>
                  <a:gd name="connsiteX49" fmla="*/ 418829 w 492259"/>
                  <a:gd name="connsiteY49" fmla="*/ 486820 h 674476"/>
                  <a:gd name="connsiteX50" fmla="*/ 426988 w 492259"/>
                  <a:gd name="connsiteY50" fmla="*/ 516736 h 674476"/>
                  <a:gd name="connsiteX51" fmla="*/ 432427 w 492259"/>
                  <a:gd name="connsiteY51" fmla="*/ 543932 h 674476"/>
                  <a:gd name="connsiteX52" fmla="*/ 437866 w 492259"/>
                  <a:gd name="connsiteY52" fmla="*/ 573848 h 674476"/>
                  <a:gd name="connsiteX53" fmla="*/ 443306 w 492259"/>
                  <a:gd name="connsiteY53" fmla="*/ 606484 h 674476"/>
                  <a:gd name="connsiteX54" fmla="*/ 446025 w 492259"/>
                  <a:gd name="connsiteY54" fmla="*/ 617363 h 674476"/>
                  <a:gd name="connsiteX55" fmla="*/ 470502 w 492259"/>
                  <a:gd name="connsiteY55" fmla="*/ 617363 h 674476"/>
                  <a:gd name="connsiteX56" fmla="*/ 492259 w 492259"/>
                  <a:gd name="connsiteY56" fmla="*/ 641840 h 674476"/>
                  <a:gd name="connsiteX57" fmla="*/ 484101 w 492259"/>
                  <a:gd name="connsiteY57" fmla="*/ 655438 h 674476"/>
                  <a:gd name="connsiteX58" fmla="*/ 467782 w 492259"/>
                  <a:gd name="connsiteY58" fmla="*/ 663597 h 674476"/>
                  <a:gd name="connsiteX59" fmla="*/ 443306 w 492259"/>
                  <a:gd name="connsiteY59" fmla="*/ 666317 h 674476"/>
                  <a:gd name="connsiteX60" fmla="*/ 421548 w 492259"/>
                  <a:gd name="connsiteY60" fmla="*/ 666317 h 674476"/>
                  <a:gd name="connsiteX61" fmla="*/ 413389 w 492259"/>
                  <a:gd name="connsiteY61" fmla="*/ 666317 h 674476"/>
                  <a:gd name="connsiteX62" fmla="*/ 399791 w 492259"/>
                  <a:gd name="connsiteY62" fmla="*/ 671756 h 674476"/>
                  <a:gd name="connsiteX63" fmla="*/ 383473 w 492259"/>
                  <a:gd name="connsiteY63" fmla="*/ 674476 h 674476"/>
                  <a:gd name="connsiteX64" fmla="*/ 348118 w 492259"/>
                  <a:gd name="connsiteY64" fmla="*/ 669036 h 674476"/>
                  <a:gd name="connsiteX65" fmla="*/ 326360 w 492259"/>
                  <a:gd name="connsiteY65" fmla="*/ 669036 h 674476"/>
                  <a:gd name="connsiteX66" fmla="*/ 277406 w 492259"/>
                  <a:gd name="connsiteY66" fmla="*/ 669036 h 674476"/>
                  <a:gd name="connsiteX67" fmla="*/ 252930 w 492259"/>
                  <a:gd name="connsiteY67" fmla="*/ 663597 h 674476"/>
                  <a:gd name="connsiteX68" fmla="*/ 236611 w 492259"/>
                  <a:gd name="connsiteY68" fmla="*/ 647279 h 674476"/>
                  <a:gd name="connsiteX69" fmla="*/ 261088 w 492259"/>
                  <a:gd name="connsiteY69" fmla="*/ 630961 h 674476"/>
                  <a:gd name="connsiteX70" fmla="*/ 288285 w 492259"/>
                  <a:gd name="connsiteY70" fmla="*/ 628241 h 674476"/>
                  <a:gd name="connsiteX71" fmla="*/ 285565 w 492259"/>
                  <a:gd name="connsiteY71" fmla="*/ 609204 h 674476"/>
                  <a:gd name="connsiteX72" fmla="*/ 282846 w 492259"/>
                  <a:gd name="connsiteY72" fmla="*/ 582007 h 674476"/>
                  <a:gd name="connsiteX73" fmla="*/ 280126 w 492259"/>
                  <a:gd name="connsiteY73" fmla="*/ 568409 h 674476"/>
                  <a:gd name="connsiteX74" fmla="*/ 282846 w 492259"/>
                  <a:gd name="connsiteY74" fmla="*/ 554811 h 674476"/>
                  <a:gd name="connsiteX75" fmla="*/ 277406 w 492259"/>
                  <a:gd name="connsiteY75" fmla="*/ 538493 h 674476"/>
                  <a:gd name="connsiteX76" fmla="*/ 271967 w 492259"/>
                  <a:gd name="connsiteY76" fmla="*/ 505857 h 674476"/>
                  <a:gd name="connsiteX77" fmla="*/ 269247 w 492259"/>
                  <a:gd name="connsiteY77" fmla="*/ 478660 h 674476"/>
                  <a:gd name="connsiteX78" fmla="*/ 266528 w 492259"/>
                  <a:gd name="connsiteY78" fmla="*/ 446025 h 674476"/>
                  <a:gd name="connsiteX79" fmla="*/ 261088 w 492259"/>
                  <a:gd name="connsiteY79" fmla="*/ 437866 h 674476"/>
                  <a:gd name="connsiteX80" fmla="*/ 250210 w 492259"/>
                  <a:gd name="connsiteY80" fmla="*/ 437866 h 674476"/>
                  <a:gd name="connsiteX81" fmla="*/ 220293 w 492259"/>
                  <a:gd name="connsiteY81" fmla="*/ 440585 h 674476"/>
                  <a:gd name="connsiteX82" fmla="*/ 190377 w 492259"/>
                  <a:gd name="connsiteY82" fmla="*/ 443305 h 674476"/>
                  <a:gd name="connsiteX83" fmla="*/ 165900 w 492259"/>
                  <a:gd name="connsiteY83" fmla="*/ 443305 h 674476"/>
                  <a:gd name="connsiteX84" fmla="*/ 144143 w 492259"/>
                  <a:gd name="connsiteY84" fmla="*/ 440585 h 674476"/>
                  <a:gd name="connsiteX85" fmla="*/ 135984 w 492259"/>
                  <a:gd name="connsiteY85" fmla="*/ 454184 h 674476"/>
                  <a:gd name="connsiteX86" fmla="*/ 130545 w 492259"/>
                  <a:gd name="connsiteY86" fmla="*/ 486820 h 674476"/>
                  <a:gd name="connsiteX87" fmla="*/ 119666 w 492259"/>
                  <a:gd name="connsiteY87" fmla="*/ 541213 h 674476"/>
                  <a:gd name="connsiteX88" fmla="*/ 103348 w 492259"/>
                  <a:gd name="connsiteY88" fmla="*/ 614643 h 674476"/>
                  <a:gd name="connsiteX89" fmla="*/ 133264 w 492259"/>
                  <a:gd name="connsiteY89" fmla="*/ 614643 h 674476"/>
                  <a:gd name="connsiteX90" fmla="*/ 168620 w 492259"/>
                  <a:gd name="connsiteY90" fmla="*/ 630961 h 674476"/>
                  <a:gd name="connsiteX91" fmla="*/ 163181 w 492259"/>
                  <a:gd name="connsiteY91" fmla="*/ 647279 h 674476"/>
                  <a:gd name="connsiteX92" fmla="*/ 146863 w 492259"/>
                  <a:gd name="connsiteY92" fmla="*/ 655438 h 674476"/>
                  <a:gd name="connsiteX93" fmla="*/ 127825 w 492259"/>
                  <a:gd name="connsiteY93" fmla="*/ 658158 h 674476"/>
                  <a:gd name="connsiteX94" fmla="*/ 106068 w 492259"/>
                  <a:gd name="connsiteY94" fmla="*/ 658158 h 674476"/>
                  <a:gd name="connsiteX95" fmla="*/ 62552 w 492259"/>
                  <a:gd name="connsiteY95" fmla="*/ 658158 h 674476"/>
                  <a:gd name="connsiteX96" fmla="*/ 40795 w 492259"/>
                  <a:gd name="connsiteY96" fmla="*/ 658158 h 674476"/>
                  <a:gd name="connsiteX97" fmla="*/ 16318 w 492259"/>
                  <a:gd name="connsiteY97" fmla="*/ 652718 h 674476"/>
                  <a:gd name="connsiteX98" fmla="*/ 0 w 492259"/>
                  <a:gd name="connsiteY98" fmla="*/ 636401 h 674476"/>
                  <a:gd name="connsiteX99" fmla="*/ 2720 w 492259"/>
                  <a:gd name="connsiteY99" fmla="*/ 628241 h 674476"/>
                  <a:gd name="connsiteX100" fmla="*/ 24477 w 492259"/>
                  <a:gd name="connsiteY100" fmla="*/ 620082 h 674476"/>
                  <a:gd name="connsiteX101" fmla="*/ 62552 w 492259"/>
                  <a:gd name="connsiteY101" fmla="*/ 617363 h 674476"/>
                  <a:gd name="connsiteX102" fmla="*/ 62552 w 492259"/>
                  <a:gd name="connsiteY102" fmla="*/ 614643 h 674476"/>
                  <a:gd name="connsiteX103" fmla="*/ 65272 w 492259"/>
                  <a:gd name="connsiteY103" fmla="*/ 587447 h 674476"/>
                  <a:gd name="connsiteX104" fmla="*/ 76151 w 492259"/>
                  <a:gd name="connsiteY104" fmla="*/ 522175 h 674476"/>
                  <a:gd name="connsiteX105" fmla="*/ 87029 w 492259"/>
                  <a:gd name="connsiteY105" fmla="*/ 470501 h 674476"/>
                  <a:gd name="connsiteX106" fmla="*/ 92468 w 492259"/>
                  <a:gd name="connsiteY106" fmla="*/ 446025 h 674476"/>
                  <a:gd name="connsiteX107" fmla="*/ 65272 w 492259"/>
                  <a:gd name="connsiteY107" fmla="*/ 432426 h 674476"/>
                  <a:gd name="connsiteX108" fmla="*/ 54393 w 492259"/>
                  <a:gd name="connsiteY108" fmla="*/ 421548 h 674476"/>
                  <a:gd name="connsiteX109" fmla="*/ 73431 w 492259"/>
                  <a:gd name="connsiteY109" fmla="*/ 407949 h 674476"/>
                  <a:gd name="connsiteX110" fmla="*/ 100629 w 492259"/>
                  <a:gd name="connsiteY110" fmla="*/ 399790 h 674476"/>
                  <a:gd name="connsiteX111" fmla="*/ 108788 w 492259"/>
                  <a:gd name="connsiteY111" fmla="*/ 369874 h 674476"/>
                  <a:gd name="connsiteX112" fmla="*/ 125105 w 492259"/>
                  <a:gd name="connsiteY112" fmla="*/ 307322 h 674476"/>
                  <a:gd name="connsiteX113" fmla="*/ 141423 w 492259"/>
                  <a:gd name="connsiteY113" fmla="*/ 242051 h 674476"/>
                  <a:gd name="connsiteX114" fmla="*/ 155022 w 492259"/>
                  <a:gd name="connsiteY114" fmla="*/ 179498 h 674476"/>
                  <a:gd name="connsiteX115" fmla="*/ 168620 w 492259"/>
                  <a:gd name="connsiteY115" fmla="*/ 119665 h 674476"/>
                  <a:gd name="connsiteX116" fmla="*/ 193097 w 492259"/>
                  <a:gd name="connsiteY116" fmla="*/ 57113 h 674476"/>
                  <a:gd name="connsiteX117" fmla="*/ 201256 w 492259"/>
                  <a:gd name="connsiteY117" fmla="*/ 38075 h 674476"/>
                  <a:gd name="connsiteX118" fmla="*/ 217574 w 492259"/>
                  <a:gd name="connsiteY118" fmla="*/ 13598 h 674476"/>
                  <a:gd name="connsiteX119" fmla="*/ 274687 w 492259"/>
                  <a:gd name="connsiteY119" fmla="*/ 0 h 674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</a:cxnLst>
                <a:rect l="l" t="t" r="r" b="b"/>
                <a:pathLst>
                  <a:path w="492259" h="674476">
                    <a:moveTo>
                      <a:pt x="225733" y="97907"/>
                    </a:moveTo>
                    <a:cubicBezTo>
                      <a:pt x="217574" y="97907"/>
                      <a:pt x="209415" y="114225"/>
                      <a:pt x="209415" y="119665"/>
                    </a:cubicBezTo>
                    <a:cubicBezTo>
                      <a:pt x="206695" y="130543"/>
                      <a:pt x="203976" y="144141"/>
                      <a:pt x="201256" y="152300"/>
                    </a:cubicBezTo>
                    <a:cubicBezTo>
                      <a:pt x="198536" y="157740"/>
                      <a:pt x="198536" y="163179"/>
                      <a:pt x="198536" y="168618"/>
                    </a:cubicBezTo>
                    <a:cubicBezTo>
                      <a:pt x="198536" y="174058"/>
                      <a:pt x="195817" y="179497"/>
                      <a:pt x="195817" y="184936"/>
                    </a:cubicBezTo>
                    <a:cubicBezTo>
                      <a:pt x="193097" y="195815"/>
                      <a:pt x="190377" y="209413"/>
                      <a:pt x="187658" y="220292"/>
                    </a:cubicBezTo>
                    <a:cubicBezTo>
                      <a:pt x="184938" y="244769"/>
                      <a:pt x="176779" y="269246"/>
                      <a:pt x="168620" y="291003"/>
                    </a:cubicBezTo>
                    <a:cubicBezTo>
                      <a:pt x="165900" y="301881"/>
                      <a:pt x="163181" y="312760"/>
                      <a:pt x="160461" y="323639"/>
                    </a:cubicBezTo>
                    <a:cubicBezTo>
                      <a:pt x="157742" y="337237"/>
                      <a:pt x="155022" y="348115"/>
                      <a:pt x="149582" y="361714"/>
                    </a:cubicBezTo>
                    <a:cubicBezTo>
                      <a:pt x="146863" y="367153"/>
                      <a:pt x="144143" y="383471"/>
                      <a:pt x="144143" y="388910"/>
                    </a:cubicBezTo>
                    <a:cubicBezTo>
                      <a:pt x="144143" y="391630"/>
                      <a:pt x="146863" y="391630"/>
                      <a:pt x="149582" y="391630"/>
                    </a:cubicBezTo>
                    <a:cubicBezTo>
                      <a:pt x="155022" y="391630"/>
                      <a:pt x="168620" y="391630"/>
                      <a:pt x="171340" y="391630"/>
                    </a:cubicBezTo>
                    <a:cubicBezTo>
                      <a:pt x="179498" y="391630"/>
                      <a:pt x="187658" y="391630"/>
                      <a:pt x="193097" y="388910"/>
                    </a:cubicBezTo>
                    <a:cubicBezTo>
                      <a:pt x="198536" y="388910"/>
                      <a:pt x="203976" y="388910"/>
                      <a:pt x="212135" y="388910"/>
                    </a:cubicBezTo>
                    <a:cubicBezTo>
                      <a:pt x="217574" y="388910"/>
                      <a:pt x="225733" y="388910"/>
                      <a:pt x="236611" y="388910"/>
                    </a:cubicBezTo>
                    <a:cubicBezTo>
                      <a:pt x="242051" y="388910"/>
                      <a:pt x="247490" y="388910"/>
                      <a:pt x="250210" y="386191"/>
                    </a:cubicBezTo>
                    <a:cubicBezTo>
                      <a:pt x="255649" y="391630"/>
                      <a:pt x="258369" y="388910"/>
                      <a:pt x="258369" y="386191"/>
                    </a:cubicBezTo>
                    <a:cubicBezTo>
                      <a:pt x="258369" y="380751"/>
                      <a:pt x="255649" y="372592"/>
                      <a:pt x="255649" y="367153"/>
                    </a:cubicBezTo>
                    <a:cubicBezTo>
                      <a:pt x="252930" y="353555"/>
                      <a:pt x="250210" y="342676"/>
                      <a:pt x="250210" y="331797"/>
                    </a:cubicBezTo>
                    <a:cubicBezTo>
                      <a:pt x="250210" y="301881"/>
                      <a:pt x="250210" y="274685"/>
                      <a:pt x="247490" y="244769"/>
                    </a:cubicBezTo>
                    <a:cubicBezTo>
                      <a:pt x="247490" y="231170"/>
                      <a:pt x="244771" y="217572"/>
                      <a:pt x="242051" y="203974"/>
                    </a:cubicBezTo>
                    <a:cubicBezTo>
                      <a:pt x="239331" y="187656"/>
                      <a:pt x="236611" y="174058"/>
                      <a:pt x="236611" y="157740"/>
                    </a:cubicBezTo>
                    <a:cubicBezTo>
                      <a:pt x="236611" y="152300"/>
                      <a:pt x="236611" y="133263"/>
                      <a:pt x="233892" y="119665"/>
                    </a:cubicBezTo>
                    <a:cubicBezTo>
                      <a:pt x="233892" y="106066"/>
                      <a:pt x="231172" y="97907"/>
                      <a:pt x="225733" y="97907"/>
                    </a:cubicBezTo>
                    <a:close/>
                    <a:moveTo>
                      <a:pt x="274687" y="0"/>
                    </a:moveTo>
                    <a:cubicBezTo>
                      <a:pt x="288285" y="0"/>
                      <a:pt x="293724" y="2720"/>
                      <a:pt x="304603" y="5439"/>
                    </a:cubicBezTo>
                    <a:cubicBezTo>
                      <a:pt x="315481" y="10879"/>
                      <a:pt x="315481" y="16318"/>
                      <a:pt x="320921" y="24477"/>
                    </a:cubicBezTo>
                    <a:cubicBezTo>
                      <a:pt x="326360" y="29916"/>
                      <a:pt x="331800" y="35356"/>
                      <a:pt x="334519" y="43515"/>
                    </a:cubicBezTo>
                    <a:cubicBezTo>
                      <a:pt x="337239" y="51674"/>
                      <a:pt x="337239" y="57113"/>
                      <a:pt x="339959" y="65272"/>
                    </a:cubicBezTo>
                    <a:cubicBezTo>
                      <a:pt x="345398" y="78870"/>
                      <a:pt x="342678" y="97908"/>
                      <a:pt x="348118" y="114226"/>
                    </a:cubicBezTo>
                    <a:cubicBezTo>
                      <a:pt x="350837" y="130544"/>
                      <a:pt x="358996" y="146863"/>
                      <a:pt x="361716" y="163180"/>
                    </a:cubicBezTo>
                    <a:cubicBezTo>
                      <a:pt x="364435" y="182218"/>
                      <a:pt x="364435" y="201256"/>
                      <a:pt x="369875" y="220293"/>
                    </a:cubicBezTo>
                    <a:cubicBezTo>
                      <a:pt x="375314" y="239331"/>
                      <a:pt x="378034" y="255649"/>
                      <a:pt x="378034" y="274686"/>
                    </a:cubicBezTo>
                    <a:cubicBezTo>
                      <a:pt x="378034" y="282845"/>
                      <a:pt x="380753" y="293724"/>
                      <a:pt x="383473" y="301883"/>
                    </a:cubicBezTo>
                    <a:cubicBezTo>
                      <a:pt x="386193" y="312762"/>
                      <a:pt x="388913" y="326360"/>
                      <a:pt x="391632" y="337238"/>
                    </a:cubicBezTo>
                    <a:cubicBezTo>
                      <a:pt x="391632" y="342678"/>
                      <a:pt x="394352" y="353556"/>
                      <a:pt x="397071" y="364435"/>
                    </a:cubicBezTo>
                    <a:cubicBezTo>
                      <a:pt x="399791" y="372594"/>
                      <a:pt x="402511" y="380753"/>
                      <a:pt x="405230" y="383473"/>
                    </a:cubicBezTo>
                    <a:cubicBezTo>
                      <a:pt x="407950" y="386192"/>
                      <a:pt x="413389" y="386192"/>
                      <a:pt x="416109" y="386192"/>
                    </a:cubicBezTo>
                    <a:cubicBezTo>
                      <a:pt x="418829" y="386192"/>
                      <a:pt x="424268" y="386192"/>
                      <a:pt x="426988" y="386192"/>
                    </a:cubicBezTo>
                    <a:cubicBezTo>
                      <a:pt x="437866" y="386192"/>
                      <a:pt x="448745" y="388912"/>
                      <a:pt x="454184" y="397071"/>
                    </a:cubicBezTo>
                    <a:cubicBezTo>
                      <a:pt x="456904" y="399790"/>
                      <a:pt x="456904" y="402510"/>
                      <a:pt x="456904" y="405230"/>
                    </a:cubicBezTo>
                    <a:cubicBezTo>
                      <a:pt x="456904" y="407949"/>
                      <a:pt x="454184" y="410669"/>
                      <a:pt x="451464" y="416108"/>
                    </a:cubicBezTo>
                    <a:cubicBezTo>
                      <a:pt x="446025" y="421548"/>
                      <a:pt x="440586" y="426987"/>
                      <a:pt x="432427" y="429707"/>
                    </a:cubicBezTo>
                    <a:cubicBezTo>
                      <a:pt x="429707" y="429707"/>
                      <a:pt x="426988" y="432426"/>
                      <a:pt x="421548" y="432426"/>
                    </a:cubicBezTo>
                    <a:cubicBezTo>
                      <a:pt x="418829" y="432426"/>
                      <a:pt x="416109" y="432426"/>
                      <a:pt x="413389" y="435146"/>
                    </a:cubicBezTo>
                    <a:cubicBezTo>
                      <a:pt x="413389" y="435146"/>
                      <a:pt x="413389" y="437866"/>
                      <a:pt x="413389" y="440585"/>
                    </a:cubicBezTo>
                    <a:cubicBezTo>
                      <a:pt x="413389" y="443305"/>
                      <a:pt x="413389" y="448744"/>
                      <a:pt x="416109" y="451464"/>
                    </a:cubicBezTo>
                    <a:cubicBezTo>
                      <a:pt x="416109" y="456903"/>
                      <a:pt x="418829" y="462343"/>
                      <a:pt x="418829" y="465062"/>
                    </a:cubicBezTo>
                    <a:lnTo>
                      <a:pt x="418829" y="475941"/>
                    </a:lnTo>
                    <a:cubicBezTo>
                      <a:pt x="418829" y="481380"/>
                      <a:pt x="418829" y="484100"/>
                      <a:pt x="418829" y="486820"/>
                    </a:cubicBezTo>
                    <a:cubicBezTo>
                      <a:pt x="421548" y="497698"/>
                      <a:pt x="424268" y="505857"/>
                      <a:pt x="426988" y="516736"/>
                    </a:cubicBezTo>
                    <a:cubicBezTo>
                      <a:pt x="426988" y="524895"/>
                      <a:pt x="429707" y="535773"/>
                      <a:pt x="432427" y="543932"/>
                    </a:cubicBezTo>
                    <a:cubicBezTo>
                      <a:pt x="435147" y="554811"/>
                      <a:pt x="437866" y="562970"/>
                      <a:pt x="437866" y="573848"/>
                    </a:cubicBezTo>
                    <a:cubicBezTo>
                      <a:pt x="437866" y="587447"/>
                      <a:pt x="440586" y="595606"/>
                      <a:pt x="443306" y="606484"/>
                    </a:cubicBezTo>
                    <a:cubicBezTo>
                      <a:pt x="443306" y="609204"/>
                      <a:pt x="446025" y="614643"/>
                      <a:pt x="446025" y="617363"/>
                    </a:cubicBezTo>
                    <a:cubicBezTo>
                      <a:pt x="454184" y="617363"/>
                      <a:pt x="462343" y="617363"/>
                      <a:pt x="470502" y="617363"/>
                    </a:cubicBezTo>
                    <a:cubicBezTo>
                      <a:pt x="475942" y="625522"/>
                      <a:pt x="492259" y="630961"/>
                      <a:pt x="492259" y="641840"/>
                    </a:cubicBezTo>
                    <a:cubicBezTo>
                      <a:pt x="492259" y="647279"/>
                      <a:pt x="486820" y="649999"/>
                      <a:pt x="484101" y="655438"/>
                    </a:cubicBezTo>
                    <a:cubicBezTo>
                      <a:pt x="481381" y="660877"/>
                      <a:pt x="473222" y="663597"/>
                      <a:pt x="467782" y="663597"/>
                    </a:cubicBezTo>
                    <a:cubicBezTo>
                      <a:pt x="456904" y="666317"/>
                      <a:pt x="451464" y="666317"/>
                      <a:pt x="443306" y="666317"/>
                    </a:cubicBezTo>
                    <a:cubicBezTo>
                      <a:pt x="437866" y="666317"/>
                      <a:pt x="429707" y="666317"/>
                      <a:pt x="421548" y="666317"/>
                    </a:cubicBezTo>
                    <a:cubicBezTo>
                      <a:pt x="418829" y="666317"/>
                      <a:pt x="416109" y="666317"/>
                      <a:pt x="413389" y="666317"/>
                    </a:cubicBezTo>
                    <a:cubicBezTo>
                      <a:pt x="407950" y="669036"/>
                      <a:pt x="405230" y="669036"/>
                      <a:pt x="399791" y="671756"/>
                    </a:cubicBezTo>
                    <a:cubicBezTo>
                      <a:pt x="394352" y="671756"/>
                      <a:pt x="388913" y="674476"/>
                      <a:pt x="383473" y="674476"/>
                    </a:cubicBezTo>
                    <a:cubicBezTo>
                      <a:pt x="372594" y="674476"/>
                      <a:pt x="358996" y="671756"/>
                      <a:pt x="348118" y="669036"/>
                    </a:cubicBezTo>
                    <a:cubicBezTo>
                      <a:pt x="339959" y="669036"/>
                      <a:pt x="331800" y="669036"/>
                      <a:pt x="326360" y="669036"/>
                    </a:cubicBezTo>
                    <a:cubicBezTo>
                      <a:pt x="304603" y="669036"/>
                      <a:pt x="285565" y="669036"/>
                      <a:pt x="277406" y="669036"/>
                    </a:cubicBezTo>
                    <a:cubicBezTo>
                      <a:pt x="269247" y="669036"/>
                      <a:pt x="258369" y="669036"/>
                      <a:pt x="252930" y="663597"/>
                    </a:cubicBezTo>
                    <a:cubicBezTo>
                      <a:pt x="247490" y="660877"/>
                      <a:pt x="236611" y="655438"/>
                      <a:pt x="236611" y="647279"/>
                    </a:cubicBezTo>
                    <a:cubicBezTo>
                      <a:pt x="236611" y="636401"/>
                      <a:pt x="252930" y="633681"/>
                      <a:pt x="261088" y="630961"/>
                    </a:cubicBezTo>
                    <a:cubicBezTo>
                      <a:pt x="266528" y="630961"/>
                      <a:pt x="274687" y="630961"/>
                      <a:pt x="288285" y="628241"/>
                    </a:cubicBezTo>
                    <a:cubicBezTo>
                      <a:pt x="288285" y="620082"/>
                      <a:pt x="288285" y="614643"/>
                      <a:pt x="285565" y="609204"/>
                    </a:cubicBezTo>
                    <a:cubicBezTo>
                      <a:pt x="285565" y="601045"/>
                      <a:pt x="282846" y="590166"/>
                      <a:pt x="282846" y="582007"/>
                    </a:cubicBezTo>
                    <a:cubicBezTo>
                      <a:pt x="282846" y="576568"/>
                      <a:pt x="280126" y="573848"/>
                      <a:pt x="280126" y="568409"/>
                    </a:cubicBezTo>
                    <a:cubicBezTo>
                      <a:pt x="280126" y="562970"/>
                      <a:pt x="282846" y="557531"/>
                      <a:pt x="282846" y="554811"/>
                    </a:cubicBezTo>
                    <a:cubicBezTo>
                      <a:pt x="282846" y="549371"/>
                      <a:pt x="280126" y="546652"/>
                      <a:pt x="277406" y="538493"/>
                    </a:cubicBezTo>
                    <a:cubicBezTo>
                      <a:pt x="277406" y="527614"/>
                      <a:pt x="271967" y="516736"/>
                      <a:pt x="271967" y="505857"/>
                    </a:cubicBezTo>
                    <a:cubicBezTo>
                      <a:pt x="271967" y="494978"/>
                      <a:pt x="271967" y="486820"/>
                      <a:pt x="269247" y="478660"/>
                    </a:cubicBezTo>
                    <a:cubicBezTo>
                      <a:pt x="266528" y="467782"/>
                      <a:pt x="266528" y="456903"/>
                      <a:pt x="266528" y="446025"/>
                    </a:cubicBezTo>
                    <a:cubicBezTo>
                      <a:pt x="266528" y="440585"/>
                      <a:pt x="263808" y="437866"/>
                      <a:pt x="261088" y="437866"/>
                    </a:cubicBezTo>
                    <a:cubicBezTo>
                      <a:pt x="258369" y="437866"/>
                      <a:pt x="255649" y="437866"/>
                      <a:pt x="250210" y="437866"/>
                    </a:cubicBezTo>
                    <a:cubicBezTo>
                      <a:pt x="239331" y="437866"/>
                      <a:pt x="228452" y="437866"/>
                      <a:pt x="220293" y="440585"/>
                    </a:cubicBezTo>
                    <a:cubicBezTo>
                      <a:pt x="209415" y="440585"/>
                      <a:pt x="201256" y="443305"/>
                      <a:pt x="190377" y="443305"/>
                    </a:cubicBezTo>
                    <a:cubicBezTo>
                      <a:pt x="182218" y="443305"/>
                      <a:pt x="174059" y="443305"/>
                      <a:pt x="165900" y="443305"/>
                    </a:cubicBezTo>
                    <a:cubicBezTo>
                      <a:pt x="163181" y="443305"/>
                      <a:pt x="152302" y="440585"/>
                      <a:pt x="144143" y="440585"/>
                    </a:cubicBezTo>
                    <a:cubicBezTo>
                      <a:pt x="135984" y="440585"/>
                      <a:pt x="135984" y="448744"/>
                      <a:pt x="135984" y="454184"/>
                    </a:cubicBezTo>
                    <a:cubicBezTo>
                      <a:pt x="135984" y="465062"/>
                      <a:pt x="133264" y="475941"/>
                      <a:pt x="130545" y="486820"/>
                    </a:cubicBezTo>
                    <a:cubicBezTo>
                      <a:pt x="127825" y="505857"/>
                      <a:pt x="122386" y="522175"/>
                      <a:pt x="119666" y="541213"/>
                    </a:cubicBezTo>
                    <a:cubicBezTo>
                      <a:pt x="116947" y="560250"/>
                      <a:pt x="108788" y="595606"/>
                      <a:pt x="103348" y="614643"/>
                    </a:cubicBezTo>
                    <a:cubicBezTo>
                      <a:pt x="111507" y="614643"/>
                      <a:pt x="122386" y="614643"/>
                      <a:pt x="133264" y="614643"/>
                    </a:cubicBezTo>
                    <a:cubicBezTo>
                      <a:pt x="146863" y="614643"/>
                      <a:pt x="168620" y="614643"/>
                      <a:pt x="168620" y="630961"/>
                    </a:cubicBezTo>
                    <a:cubicBezTo>
                      <a:pt x="168620" y="639120"/>
                      <a:pt x="165900" y="639120"/>
                      <a:pt x="163181" y="647279"/>
                    </a:cubicBezTo>
                    <a:cubicBezTo>
                      <a:pt x="160461" y="652718"/>
                      <a:pt x="152302" y="655438"/>
                      <a:pt x="146863" y="655438"/>
                    </a:cubicBezTo>
                    <a:cubicBezTo>
                      <a:pt x="138704" y="658158"/>
                      <a:pt x="133264" y="658158"/>
                      <a:pt x="127825" y="658158"/>
                    </a:cubicBezTo>
                    <a:cubicBezTo>
                      <a:pt x="122386" y="658158"/>
                      <a:pt x="116947" y="658158"/>
                      <a:pt x="106068" y="658158"/>
                    </a:cubicBezTo>
                    <a:cubicBezTo>
                      <a:pt x="92468" y="658158"/>
                      <a:pt x="78870" y="658158"/>
                      <a:pt x="62552" y="658158"/>
                    </a:cubicBezTo>
                    <a:cubicBezTo>
                      <a:pt x="54393" y="658158"/>
                      <a:pt x="46234" y="658158"/>
                      <a:pt x="40795" y="658158"/>
                    </a:cubicBezTo>
                    <a:cubicBezTo>
                      <a:pt x="32636" y="658158"/>
                      <a:pt x="21758" y="658158"/>
                      <a:pt x="16318" y="652718"/>
                    </a:cubicBezTo>
                    <a:cubicBezTo>
                      <a:pt x="8159" y="649999"/>
                      <a:pt x="0" y="641840"/>
                      <a:pt x="0" y="636401"/>
                    </a:cubicBezTo>
                    <a:cubicBezTo>
                      <a:pt x="0" y="633681"/>
                      <a:pt x="0" y="630961"/>
                      <a:pt x="2720" y="628241"/>
                    </a:cubicBezTo>
                    <a:cubicBezTo>
                      <a:pt x="8159" y="625522"/>
                      <a:pt x="16318" y="622802"/>
                      <a:pt x="24477" y="620082"/>
                    </a:cubicBezTo>
                    <a:cubicBezTo>
                      <a:pt x="38075" y="617363"/>
                      <a:pt x="48954" y="617363"/>
                      <a:pt x="62552" y="617363"/>
                    </a:cubicBezTo>
                    <a:cubicBezTo>
                      <a:pt x="62552" y="617363"/>
                      <a:pt x="62552" y="614643"/>
                      <a:pt x="62552" y="614643"/>
                    </a:cubicBezTo>
                    <a:cubicBezTo>
                      <a:pt x="62552" y="603765"/>
                      <a:pt x="65272" y="590166"/>
                      <a:pt x="65272" y="587447"/>
                    </a:cubicBezTo>
                    <a:cubicBezTo>
                      <a:pt x="67992" y="565689"/>
                      <a:pt x="73431" y="543932"/>
                      <a:pt x="76151" y="522175"/>
                    </a:cubicBezTo>
                    <a:cubicBezTo>
                      <a:pt x="78870" y="505857"/>
                      <a:pt x="81590" y="486820"/>
                      <a:pt x="87029" y="470501"/>
                    </a:cubicBezTo>
                    <a:cubicBezTo>
                      <a:pt x="87029" y="465062"/>
                      <a:pt x="92468" y="451464"/>
                      <a:pt x="92468" y="446025"/>
                    </a:cubicBezTo>
                    <a:cubicBezTo>
                      <a:pt x="92468" y="437866"/>
                      <a:pt x="73431" y="437866"/>
                      <a:pt x="65272" y="432426"/>
                    </a:cubicBezTo>
                    <a:cubicBezTo>
                      <a:pt x="59833" y="429707"/>
                      <a:pt x="54393" y="426987"/>
                      <a:pt x="54393" y="421548"/>
                    </a:cubicBezTo>
                    <a:cubicBezTo>
                      <a:pt x="54393" y="413389"/>
                      <a:pt x="62552" y="410669"/>
                      <a:pt x="73431" y="407949"/>
                    </a:cubicBezTo>
                    <a:cubicBezTo>
                      <a:pt x="78870" y="407949"/>
                      <a:pt x="92468" y="405230"/>
                      <a:pt x="100629" y="399790"/>
                    </a:cubicBezTo>
                    <a:cubicBezTo>
                      <a:pt x="106068" y="394351"/>
                      <a:pt x="106068" y="378033"/>
                      <a:pt x="108788" y="369874"/>
                    </a:cubicBezTo>
                    <a:cubicBezTo>
                      <a:pt x="114227" y="348117"/>
                      <a:pt x="119666" y="326360"/>
                      <a:pt x="125105" y="307322"/>
                    </a:cubicBezTo>
                    <a:cubicBezTo>
                      <a:pt x="130545" y="285565"/>
                      <a:pt x="135984" y="263808"/>
                      <a:pt x="141423" y="242051"/>
                    </a:cubicBezTo>
                    <a:cubicBezTo>
                      <a:pt x="146863" y="220293"/>
                      <a:pt x="152302" y="198536"/>
                      <a:pt x="155022" y="179498"/>
                    </a:cubicBezTo>
                    <a:cubicBezTo>
                      <a:pt x="157742" y="160461"/>
                      <a:pt x="163181" y="138703"/>
                      <a:pt x="168620" y="119665"/>
                    </a:cubicBezTo>
                    <a:cubicBezTo>
                      <a:pt x="176779" y="100627"/>
                      <a:pt x="182218" y="76150"/>
                      <a:pt x="193097" y="57113"/>
                    </a:cubicBezTo>
                    <a:lnTo>
                      <a:pt x="201256" y="38075"/>
                    </a:lnTo>
                    <a:cubicBezTo>
                      <a:pt x="206695" y="29916"/>
                      <a:pt x="209415" y="19038"/>
                      <a:pt x="217574" y="13598"/>
                    </a:cubicBezTo>
                    <a:cubicBezTo>
                      <a:pt x="231172" y="2720"/>
                      <a:pt x="255649" y="0"/>
                      <a:pt x="274687" y="0"/>
                    </a:cubicBezTo>
                    <a:close/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4" name="Freeform: Shape 46">
                <a:extLst>
                  <a:ext uri="{FF2B5EF4-FFF2-40B4-BE49-F238E27FC236}">
                    <a16:creationId xmlns:a16="http://schemas.microsoft.com/office/drawing/2014/main" id="{2EFCA26C-3C0D-0741-A5AE-E88F1DBE34C6}"/>
                  </a:ext>
                </a:extLst>
              </p:cNvPr>
              <p:cNvSpPr/>
              <p:nvPr/>
            </p:nvSpPr>
            <p:spPr>
              <a:xfrm>
                <a:off x="6876542" y="4244897"/>
                <a:ext cx="462342" cy="677195"/>
              </a:xfrm>
              <a:custGeom>
                <a:avLst/>
                <a:gdLst>
                  <a:gd name="connsiteX0" fmla="*/ 214853 w 462342"/>
                  <a:gd name="connsiteY0" fmla="*/ 65272 h 677195"/>
                  <a:gd name="connsiteX1" fmla="*/ 195815 w 462342"/>
                  <a:gd name="connsiteY1" fmla="*/ 73431 h 677195"/>
                  <a:gd name="connsiteX2" fmla="*/ 193096 w 462342"/>
                  <a:gd name="connsiteY2" fmla="*/ 125105 h 677195"/>
                  <a:gd name="connsiteX3" fmla="*/ 190376 w 462342"/>
                  <a:gd name="connsiteY3" fmla="*/ 280125 h 677195"/>
                  <a:gd name="connsiteX4" fmla="*/ 190376 w 462342"/>
                  <a:gd name="connsiteY4" fmla="*/ 301882 h 677195"/>
                  <a:gd name="connsiteX5" fmla="*/ 193096 w 462342"/>
                  <a:gd name="connsiteY5" fmla="*/ 342677 h 677195"/>
                  <a:gd name="connsiteX6" fmla="*/ 195815 w 462342"/>
                  <a:gd name="connsiteY6" fmla="*/ 397070 h 677195"/>
                  <a:gd name="connsiteX7" fmla="*/ 195815 w 462342"/>
                  <a:gd name="connsiteY7" fmla="*/ 443304 h 677195"/>
                  <a:gd name="connsiteX8" fmla="*/ 195815 w 462342"/>
                  <a:gd name="connsiteY8" fmla="*/ 530333 h 677195"/>
                  <a:gd name="connsiteX9" fmla="*/ 193096 w 462342"/>
                  <a:gd name="connsiteY9" fmla="*/ 554810 h 677195"/>
                  <a:gd name="connsiteX10" fmla="*/ 190376 w 462342"/>
                  <a:gd name="connsiteY10" fmla="*/ 603764 h 677195"/>
                  <a:gd name="connsiteX11" fmla="*/ 198535 w 462342"/>
                  <a:gd name="connsiteY11" fmla="*/ 611923 h 677195"/>
                  <a:gd name="connsiteX12" fmla="*/ 214853 w 462342"/>
                  <a:gd name="connsiteY12" fmla="*/ 611923 h 677195"/>
                  <a:gd name="connsiteX13" fmla="*/ 236610 w 462342"/>
                  <a:gd name="connsiteY13" fmla="*/ 611923 h 677195"/>
                  <a:gd name="connsiteX14" fmla="*/ 263807 w 462342"/>
                  <a:gd name="connsiteY14" fmla="*/ 598325 h 677195"/>
                  <a:gd name="connsiteX15" fmla="*/ 277405 w 462342"/>
                  <a:gd name="connsiteY15" fmla="*/ 592885 h 677195"/>
                  <a:gd name="connsiteX16" fmla="*/ 291004 w 462342"/>
                  <a:gd name="connsiteY16" fmla="*/ 573848 h 677195"/>
                  <a:gd name="connsiteX17" fmla="*/ 307322 w 462342"/>
                  <a:gd name="connsiteY17" fmla="*/ 543931 h 677195"/>
                  <a:gd name="connsiteX18" fmla="*/ 326359 w 462342"/>
                  <a:gd name="connsiteY18" fmla="*/ 481379 h 677195"/>
                  <a:gd name="connsiteX19" fmla="*/ 337238 w 462342"/>
                  <a:gd name="connsiteY19" fmla="*/ 413388 h 677195"/>
                  <a:gd name="connsiteX20" fmla="*/ 337238 w 462342"/>
                  <a:gd name="connsiteY20" fmla="*/ 350836 h 677195"/>
                  <a:gd name="connsiteX21" fmla="*/ 334518 w 462342"/>
                  <a:gd name="connsiteY21" fmla="*/ 296443 h 677195"/>
                  <a:gd name="connsiteX22" fmla="*/ 329079 w 462342"/>
                  <a:gd name="connsiteY22" fmla="*/ 244769 h 677195"/>
                  <a:gd name="connsiteX23" fmla="*/ 307322 w 462342"/>
                  <a:gd name="connsiteY23" fmla="*/ 135983 h 677195"/>
                  <a:gd name="connsiteX24" fmla="*/ 271966 w 462342"/>
                  <a:gd name="connsiteY24" fmla="*/ 78870 h 677195"/>
                  <a:gd name="connsiteX25" fmla="*/ 214853 w 462342"/>
                  <a:gd name="connsiteY25" fmla="*/ 65272 h 677195"/>
                  <a:gd name="connsiteX26" fmla="*/ 114226 w 462342"/>
                  <a:gd name="connsiteY26" fmla="*/ 0 h 677195"/>
                  <a:gd name="connsiteX27" fmla="*/ 127824 w 462342"/>
                  <a:gd name="connsiteY27" fmla="*/ 0 h 677195"/>
                  <a:gd name="connsiteX28" fmla="*/ 146862 w 462342"/>
                  <a:gd name="connsiteY28" fmla="*/ 2720 h 677195"/>
                  <a:gd name="connsiteX29" fmla="*/ 174059 w 462342"/>
                  <a:gd name="connsiteY29" fmla="*/ 21758 h 677195"/>
                  <a:gd name="connsiteX30" fmla="*/ 193096 w 462342"/>
                  <a:gd name="connsiteY30" fmla="*/ 21758 h 677195"/>
                  <a:gd name="connsiteX31" fmla="*/ 261088 w 462342"/>
                  <a:gd name="connsiteY31" fmla="*/ 27197 h 677195"/>
                  <a:gd name="connsiteX32" fmla="*/ 310042 w 462342"/>
                  <a:gd name="connsiteY32" fmla="*/ 35356 h 677195"/>
                  <a:gd name="connsiteX33" fmla="*/ 334518 w 462342"/>
                  <a:gd name="connsiteY33" fmla="*/ 40795 h 677195"/>
                  <a:gd name="connsiteX34" fmla="*/ 356276 w 462342"/>
                  <a:gd name="connsiteY34" fmla="*/ 59833 h 677195"/>
                  <a:gd name="connsiteX35" fmla="*/ 372593 w 462342"/>
                  <a:gd name="connsiteY35" fmla="*/ 76151 h 677195"/>
                  <a:gd name="connsiteX36" fmla="*/ 380752 w 462342"/>
                  <a:gd name="connsiteY36" fmla="*/ 95188 h 677195"/>
                  <a:gd name="connsiteX37" fmla="*/ 405230 w 462342"/>
                  <a:gd name="connsiteY37" fmla="*/ 114226 h 677195"/>
                  <a:gd name="connsiteX38" fmla="*/ 416108 w 462342"/>
                  <a:gd name="connsiteY38" fmla="*/ 141422 h 677195"/>
                  <a:gd name="connsiteX39" fmla="*/ 451464 w 462342"/>
                  <a:gd name="connsiteY39" fmla="*/ 201256 h 677195"/>
                  <a:gd name="connsiteX40" fmla="*/ 456903 w 462342"/>
                  <a:gd name="connsiteY40" fmla="*/ 252929 h 677195"/>
                  <a:gd name="connsiteX41" fmla="*/ 456903 w 462342"/>
                  <a:gd name="connsiteY41" fmla="*/ 291004 h 677195"/>
                  <a:gd name="connsiteX42" fmla="*/ 459623 w 462342"/>
                  <a:gd name="connsiteY42" fmla="*/ 318201 h 677195"/>
                  <a:gd name="connsiteX43" fmla="*/ 459623 w 462342"/>
                  <a:gd name="connsiteY43" fmla="*/ 326360 h 677195"/>
                  <a:gd name="connsiteX44" fmla="*/ 459623 w 462342"/>
                  <a:gd name="connsiteY44" fmla="*/ 348117 h 677195"/>
                  <a:gd name="connsiteX45" fmla="*/ 462342 w 462342"/>
                  <a:gd name="connsiteY45" fmla="*/ 367155 h 677195"/>
                  <a:gd name="connsiteX46" fmla="*/ 456903 w 462342"/>
                  <a:gd name="connsiteY46" fmla="*/ 391632 h 677195"/>
                  <a:gd name="connsiteX47" fmla="*/ 456903 w 462342"/>
                  <a:gd name="connsiteY47" fmla="*/ 418828 h 677195"/>
                  <a:gd name="connsiteX48" fmla="*/ 451464 w 462342"/>
                  <a:gd name="connsiteY48" fmla="*/ 437866 h 677195"/>
                  <a:gd name="connsiteX49" fmla="*/ 446025 w 462342"/>
                  <a:gd name="connsiteY49" fmla="*/ 454184 h 677195"/>
                  <a:gd name="connsiteX50" fmla="*/ 440585 w 462342"/>
                  <a:gd name="connsiteY50" fmla="*/ 481380 h 677195"/>
                  <a:gd name="connsiteX51" fmla="*/ 432426 w 462342"/>
                  <a:gd name="connsiteY51" fmla="*/ 508577 h 677195"/>
                  <a:gd name="connsiteX52" fmla="*/ 418828 w 462342"/>
                  <a:gd name="connsiteY52" fmla="*/ 530334 h 677195"/>
                  <a:gd name="connsiteX53" fmla="*/ 410669 w 462342"/>
                  <a:gd name="connsiteY53" fmla="*/ 549371 h 677195"/>
                  <a:gd name="connsiteX54" fmla="*/ 391631 w 462342"/>
                  <a:gd name="connsiteY54" fmla="*/ 579288 h 677195"/>
                  <a:gd name="connsiteX55" fmla="*/ 337238 w 462342"/>
                  <a:gd name="connsiteY55" fmla="*/ 630961 h 677195"/>
                  <a:gd name="connsiteX56" fmla="*/ 301883 w 462342"/>
                  <a:gd name="connsiteY56" fmla="*/ 647279 h 677195"/>
                  <a:gd name="connsiteX57" fmla="*/ 263807 w 462342"/>
                  <a:gd name="connsiteY57" fmla="*/ 652718 h 677195"/>
                  <a:gd name="connsiteX58" fmla="*/ 233891 w 462342"/>
                  <a:gd name="connsiteY58" fmla="*/ 649999 h 677195"/>
                  <a:gd name="connsiteX59" fmla="*/ 187657 w 462342"/>
                  <a:gd name="connsiteY59" fmla="*/ 652718 h 677195"/>
                  <a:gd name="connsiteX60" fmla="*/ 171339 w 462342"/>
                  <a:gd name="connsiteY60" fmla="*/ 669036 h 677195"/>
                  <a:gd name="connsiteX61" fmla="*/ 155021 w 462342"/>
                  <a:gd name="connsiteY61" fmla="*/ 671756 h 677195"/>
                  <a:gd name="connsiteX62" fmla="*/ 138703 w 462342"/>
                  <a:gd name="connsiteY62" fmla="*/ 674476 h 677195"/>
                  <a:gd name="connsiteX63" fmla="*/ 125105 w 462342"/>
                  <a:gd name="connsiteY63" fmla="*/ 677195 h 677195"/>
                  <a:gd name="connsiteX64" fmla="*/ 106067 w 462342"/>
                  <a:gd name="connsiteY64" fmla="*/ 671756 h 677195"/>
                  <a:gd name="connsiteX65" fmla="*/ 87029 w 462342"/>
                  <a:gd name="connsiteY65" fmla="*/ 658158 h 677195"/>
                  <a:gd name="connsiteX66" fmla="*/ 81590 w 462342"/>
                  <a:gd name="connsiteY66" fmla="*/ 652718 h 677195"/>
                  <a:gd name="connsiteX67" fmla="*/ 67992 w 462342"/>
                  <a:gd name="connsiteY67" fmla="*/ 652718 h 677195"/>
                  <a:gd name="connsiteX68" fmla="*/ 43515 w 462342"/>
                  <a:gd name="connsiteY68" fmla="*/ 652718 h 677195"/>
                  <a:gd name="connsiteX69" fmla="*/ 16318 w 462342"/>
                  <a:gd name="connsiteY69" fmla="*/ 647279 h 677195"/>
                  <a:gd name="connsiteX70" fmla="*/ 0 w 462342"/>
                  <a:gd name="connsiteY70" fmla="*/ 630961 h 677195"/>
                  <a:gd name="connsiteX71" fmla="*/ 5439 w 462342"/>
                  <a:gd name="connsiteY71" fmla="*/ 620083 h 677195"/>
                  <a:gd name="connsiteX72" fmla="*/ 27197 w 462342"/>
                  <a:gd name="connsiteY72" fmla="*/ 611924 h 677195"/>
                  <a:gd name="connsiteX73" fmla="*/ 65272 w 462342"/>
                  <a:gd name="connsiteY73" fmla="*/ 609204 h 677195"/>
                  <a:gd name="connsiteX74" fmla="*/ 65272 w 462342"/>
                  <a:gd name="connsiteY74" fmla="*/ 584727 h 677195"/>
                  <a:gd name="connsiteX75" fmla="*/ 62552 w 462342"/>
                  <a:gd name="connsiteY75" fmla="*/ 456903 h 677195"/>
                  <a:gd name="connsiteX76" fmla="*/ 65272 w 462342"/>
                  <a:gd name="connsiteY76" fmla="*/ 337238 h 677195"/>
                  <a:gd name="connsiteX77" fmla="*/ 67992 w 462342"/>
                  <a:gd name="connsiteY77" fmla="*/ 203975 h 677195"/>
                  <a:gd name="connsiteX78" fmla="*/ 70712 w 462342"/>
                  <a:gd name="connsiteY78" fmla="*/ 119665 h 677195"/>
                  <a:gd name="connsiteX79" fmla="*/ 73431 w 462342"/>
                  <a:gd name="connsiteY79" fmla="*/ 67992 h 677195"/>
                  <a:gd name="connsiteX80" fmla="*/ 67992 w 462342"/>
                  <a:gd name="connsiteY80" fmla="*/ 67992 h 677195"/>
                  <a:gd name="connsiteX81" fmla="*/ 43515 w 462342"/>
                  <a:gd name="connsiteY81" fmla="*/ 67992 h 677195"/>
                  <a:gd name="connsiteX82" fmla="*/ 16318 w 462342"/>
                  <a:gd name="connsiteY82" fmla="*/ 62552 h 677195"/>
                  <a:gd name="connsiteX83" fmla="*/ 0 w 462342"/>
                  <a:gd name="connsiteY83" fmla="*/ 46234 h 677195"/>
                  <a:gd name="connsiteX84" fmla="*/ 5439 w 462342"/>
                  <a:gd name="connsiteY84" fmla="*/ 35356 h 677195"/>
                  <a:gd name="connsiteX85" fmla="*/ 27197 w 462342"/>
                  <a:gd name="connsiteY85" fmla="*/ 27197 h 677195"/>
                  <a:gd name="connsiteX86" fmla="*/ 76151 w 462342"/>
                  <a:gd name="connsiteY86" fmla="*/ 21758 h 677195"/>
                  <a:gd name="connsiteX87" fmla="*/ 81590 w 462342"/>
                  <a:gd name="connsiteY87" fmla="*/ 13598 h 677195"/>
                  <a:gd name="connsiteX88" fmla="*/ 97908 w 462342"/>
                  <a:gd name="connsiteY88" fmla="*/ 5439 h 677195"/>
                  <a:gd name="connsiteX89" fmla="*/ 114226 w 462342"/>
                  <a:gd name="connsiteY89" fmla="*/ 0 h 6771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</a:cxnLst>
                <a:rect l="l" t="t" r="r" b="b"/>
                <a:pathLst>
                  <a:path w="462342" h="677195">
                    <a:moveTo>
                      <a:pt x="214853" y="65272"/>
                    </a:moveTo>
                    <a:cubicBezTo>
                      <a:pt x="203975" y="65272"/>
                      <a:pt x="195815" y="67992"/>
                      <a:pt x="195815" y="73431"/>
                    </a:cubicBezTo>
                    <a:cubicBezTo>
                      <a:pt x="193096" y="78870"/>
                      <a:pt x="193096" y="100628"/>
                      <a:pt x="193096" y="125105"/>
                    </a:cubicBezTo>
                    <a:cubicBezTo>
                      <a:pt x="193096" y="182217"/>
                      <a:pt x="193096" y="266527"/>
                      <a:pt x="190376" y="280125"/>
                    </a:cubicBezTo>
                    <a:cubicBezTo>
                      <a:pt x="190376" y="288284"/>
                      <a:pt x="190376" y="293723"/>
                      <a:pt x="190376" y="301882"/>
                    </a:cubicBezTo>
                    <a:cubicBezTo>
                      <a:pt x="190376" y="315480"/>
                      <a:pt x="190376" y="329079"/>
                      <a:pt x="193096" y="342677"/>
                    </a:cubicBezTo>
                    <a:cubicBezTo>
                      <a:pt x="193096" y="361715"/>
                      <a:pt x="193096" y="378033"/>
                      <a:pt x="195815" y="397070"/>
                    </a:cubicBezTo>
                    <a:cubicBezTo>
                      <a:pt x="195815" y="413388"/>
                      <a:pt x="195815" y="426986"/>
                      <a:pt x="195815" y="443304"/>
                    </a:cubicBezTo>
                    <a:cubicBezTo>
                      <a:pt x="195815" y="465061"/>
                      <a:pt x="198535" y="508576"/>
                      <a:pt x="195815" y="530333"/>
                    </a:cubicBezTo>
                    <a:cubicBezTo>
                      <a:pt x="195815" y="538492"/>
                      <a:pt x="193096" y="546651"/>
                      <a:pt x="193096" y="554810"/>
                    </a:cubicBezTo>
                    <a:cubicBezTo>
                      <a:pt x="193096" y="560249"/>
                      <a:pt x="190376" y="590166"/>
                      <a:pt x="190376" y="603764"/>
                    </a:cubicBezTo>
                    <a:cubicBezTo>
                      <a:pt x="190376" y="609203"/>
                      <a:pt x="190376" y="611923"/>
                      <a:pt x="198535" y="611923"/>
                    </a:cubicBezTo>
                    <a:cubicBezTo>
                      <a:pt x="206694" y="611923"/>
                      <a:pt x="209414" y="611923"/>
                      <a:pt x="214853" y="611923"/>
                    </a:cubicBezTo>
                    <a:cubicBezTo>
                      <a:pt x="223012" y="611923"/>
                      <a:pt x="220293" y="611923"/>
                      <a:pt x="236610" y="611923"/>
                    </a:cubicBezTo>
                    <a:cubicBezTo>
                      <a:pt x="242050" y="611923"/>
                      <a:pt x="258368" y="601044"/>
                      <a:pt x="263807" y="598325"/>
                    </a:cubicBezTo>
                    <a:cubicBezTo>
                      <a:pt x="266527" y="598325"/>
                      <a:pt x="274686" y="592885"/>
                      <a:pt x="277405" y="592885"/>
                    </a:cubicBezTo>
                    <a:cubicBezTo>
                      <a:pt x="285564" y="587446"/>
                      <a:pt x="288284" y="579287"/>
                      <a:pt x="291004" y="573848"/>
                    </a:cubicBezTo>
                    <a:cubicBezTo>
                      <a:pt x="296443" y="562969"/>
                      <a:pt x="301882" y="554810"/>
                      <a:pt x="307322" y="543931"/>
                    </a:cubicBezTo>
                    <a:cubicBezTo>
                      <a:pt x="315481" y="524894"/>
                      <a:pt x="320920" y="524894"/>
                      <a:pt x="326359" y="481379"/>
                    </a:cubicBezTo>
                    <a:cubicBezTo>
                      <a:pt x="329079" y="456903"/>
                      <a:pt x="334518" y="435145"/>
                      <a:pt x="337238" y="413388"/>
                    </a:cubicBezTo>
                    <a:cubicBezTo>
                      <a:pt x="337238" y="391631"/>
                      <a:pt x="337238" y="369873"/>
                      <a:pt x="337238" y="350836"/>
                    </a:cubicBezTo>
                    <a:cubicBezTo>
                      <a:pt x="337238" y="339957"/>
                      <a:pt x="337238" y="320920"/>
                      <a:pt x="334518" y="296443"/>
                    </a:cubicBezTo>
                    <a:cubicBezTo>
                      <a:pt x="331798" y="269246"/>
                      <a:pt x="329079" y="250209"/>
                      <a:pt x="329079" y="244769"/>
                    </a:cubicBezTo>
                    <a:cubicBezTo>
                      <a:pt x="323640" y="206694"/>
                      <a:pt x="318200" y="174058"/>
                      <a:pt x="307322" y="135983"/>
                    </a:cubicBezTo>
                    <a:cubicBezTo>
                      <a:pt x="304602" y="125105"/>
                      <a:pt x="304602" y="108787"/>
                      <a:pt x="271966" y="78870"/>
                    </a:cubicBezTo>
                    <a:cubicBezTo>
                      <a:pt x="263807" y="73431"/>
                      <a:pt x="233891" y="65272"/>
                      <a:pt x="214853" y="65272"/>
                    </a:cubicBezTo>
                    <a:close/>
                    <a:moveTo>
                      <a:pt x="114226" y="0"/>
                    </a:moveTo>
                    <a:cubicBezTo>
                      <a:pt x="119665" y="0"/>
                      <a:pt x="125105" y="0"/>
                      <a:pt x="127824" y="0"/>
                    </a:cubicBezTo>
                    <a:cubicBezTo>
                      <a:pt x="133264" y="0"/>
                      <a:pt x="141422" y="0"/>
                      <a:pt x="146862" y="2720"/>
                    </a:cubicBezTo>
                    <a:cubicBezTo>
                      <a:pt x="157741" y="5439"/>
                      <a:pt x="165900" y="13598"/>
                      <a:pt x="174059" y="21758"/>
                    </a:cubicBezTo>
                    <a:cubicBezTo>
                      <a:pt x="179498" y="21758"/>
                      <a:pt x="187657" y="21758"/>
                      <a:pt x="193096" y="21758"/>
                    </a:cubicBezTo>
                    <a:cubicBezTo>
                      <a:pt x="212134" y="21758"/>
                      <a:pt x="228452" y="27197"/>
                      <a:pt x="261088" y="27197"/>
                    </a:cubicBezTo>
                    <a:cubicBezTo>
                      <a:pt x="277405" y="27197"/>
                      <a:pt x="293723" y="35356"/>
                      <a:pt x="310042" y="35356"/>
                    </a:cubicBezTo>
                    <a:cubicBezTo>
                      <a:pt x="318200" y="35356"/>
                      <a:pt x="329079" y="35356"/>
                      <a:pt x="334518" y="40795"/>
                    </a:cubicBezTo>
                    <a:cubicBezTo>
                      <a:pt x="342677" y="46234"/>
                      <a:pt x="348117" y="54393"/>
                      <a:pt x="356276" y="59833"/>
                    </a:cubicBezTo>
                    <a:cubicBezTo>
                      <a:pt x="361715" y="65272"/>
                      <a:pt x="369874" y="67992"/>
                      <a:pt x="372593" y="76151"/>
                    </a:cubicBezTo>
                    <a:cubicBezTo>
                      <a:pt x="375313" y="81590"/>
                      <a:pt x="378033" y="89749"/>
                      <a:pt x="380752" y="95188"/>
                    </a:cubicBezTo>
                    <a:cubicBezTo>
                      <a:pt x="386192" y="103347"/>
                      <a:pt x="391631" y="106067"/>
                      <a:pt x="405230" y="114226"/>
                    </a:cubicBezTo>
                    <a:cubicBezTo>
                      <a:pt x="413388" y="119665"/>
                      <a:pt x="410669" y="133263"/>
                      <a:pt x="416108" y="141422"/>
                    </a:cubicBezTo>
                    <a:cubicBezTo>
                      <a:pt x="426987" y="160461"/>
                      <a:pt x="446025" y="182218"/>
                      <a:pt x="451464" y="201256"/>
                    </a:cubicBezTo>
                    <a:cubicBezTo>
                      <a:pt x="456903" y="220293"/>
                      <a:pt x="456903" y="236611"/>
                      <a:pt x="456903" y="252929"/>
                    </a:cubicBezTo>
                    <a:cubicBezTo>
                      <a:pt x="456903" y="266527"/>
                      <a:pt x="456903" y="277406"/>
                      <a:pt x="456903" y="291004"/>
                    </a:cubicBezTo>
                    <a:cubicBezTo>
                      <a:pt x="456903" y="299163"/>
                      <a:pt x="456903" y="307322"/>
                      <a:pt x="459623" y="318201"/>
                    </a:cubicBezTo>
                    <a:cubicBezTo>
                      <a:pt x="459623" y="320921"/>
                      <a:pt x="459623" y="323640"/>
                      <a:pt x="459623" y="326360"/>
                    </a:cubicBezTo>
                    <a:cubicBezTo>
                      <a:pt x="462342" y="331799"/>
                      <a:pt x="459623" y="337238"/>
                      <a:pt x="459623" y="348117"/>
                    </a:cubicBezTo>
                    <a:cubicBezTo>
                      <a:pt x="459623" y="350837"/>
                      <a:pt x="462342" y="361715"/>
                      <a:pt x="462342" y="367155"/>
                    </a:cubicBezTo>
                    <a:cubicBezTo>
                      <a:pt x="462342" y="375314"/>
                      <a:pt x="456903" y="383473"/>
                      <a:pt x="456903" y="391632"/>
                    </a:cubicBezTo>
                    <a:cubicBezTo>
                      <a:pt x="456903" y="399790"/>
                      <a:pt x="456903" y="410669"/>
                      <a:pt x="456903" y="418828"/>
                    </a:cubicBezTo>
                    <a:cubicBezTo>
                      <a:pt x="456903" y="421548"/>
                      <a:pt x="454183" y="429707"/>
                      <a:pt x="451464" y="437866"/>
                    </a:cubicBezTo>
                    <a:cubicBezTo>
                      <a:pt x="448744" y="443305"/>
                      <a:pt x="448744" y="451464"/>
                      <a:pt x="446025" y="454184"/>
                    </a:cubicBezTo>
                    <a:cubicBezTo>
                      <a:pt x="443305" y="462343"/>
                      <a:pt x="440585" y="473221"/>
                      <a:pt x="440585" y="481380"/>
                    </a:cubicBezTo>
                    <a:cubicBezTo>
                      <a:pt x="437865" y="489539"/>
                      <a:pt x="437865" y="500418"/>
                      <a:pt x="432426" y="508577"/>
                    </a:cubicBezTo>
                    <a:cubicBezTo>
                      <a:pt x="429706" y="516736"/>
                      <a:pt x="424267" y="522175"/>
                      <a:pt x="418828" y="530334"/>
                    </a:cubicBezTo>
                    <a:cubicBezTo>
                      <a:pt x="416108" y="535773"/>
                      <a:pt x="413388" y="543932"/>
                      <a:pt x="410669" y="549371"/>
                    </a:cubicBezTo>
                    <a:cubicBezTo>
                      <a:pt x="405230" y="557531"/>
                      <a:pt x="397071" y="573848"/>
                      <a:pt x="391631" y="579288"/>
                    </a:cubicBezTo>
                    <a:cubicBezTo>
                      <a:pt x="369874" y="609204"/>
                      <a:pt x="350836" y="620083"/>
                      <a:pt x="337238" y="630961"/>
                    </a:cubicBezTo>
                    <a:cubicBezTo>
                      <a:pt x="326359" y="639120"/>
                      <a:pt x="315481" y="641840"/>
                      <a:pt x="301883" y="647279"/>
                    </a:cubicBezTo>
                    <a:cubicBezTo>
                      <a:pt x="291004" y="649999"/>
                      <a:pt x="277405" y="652718"/>
                      <a:pt x="263807" y="652718"/>
                    </a:cubicBezTo>
                    <a:cubicBezTo>
                      <a:pt x="252929" y="652718"/>
                      <a:pt x="244770" y="649999"/>
                      <a:pt x="233891" y="649999"/>
                    </a:cubicBezTo>
                    <a:cubicBezTo>
                      <a:pt x="206694" y="649999"/>
                      <a:pt x="217573" y="652718"/>
                      <a:pt x="187657" y="652718"/>
                    </a:cubicBezTo>
                    <a:cubicBezTo>
                      <a:pt x="184937" y="660877"/>
                      <a:pt x="179498" y="666317"/>
                      <a:pt x="171339" y="669036"/>
                    </a:cubicBezTo>
                    <a:cubicBezTo>
                      <a:pt x="165900" y="671756"/>
                      <a:pt x="160460" y="671756"/>
                      <a:pt x="155021" y="671756"/>
                    </a:cubicBezTo>
                    <a:cubicBezTo>
                      <a:pt x="149581" y="671756"/>
                      <a:pt x="144142" y="674476"/>
                      <a:pt x="138703" y="674476"/>
                    </a:cubicBezTo>
                    <a:cubicBezTo>
                      <a:pt x="135983" y="674476"/>
                      <a:pt x="127824" y="677195"/>
                      <a:pt x="125105" y="677195"/>
                    </a:cubicBezTo>
                    <a:cubicBezTo>
                      <a:pt x="116946" y="677195"/>
                      <a:pt x="108787" y="671756"/>
                      <a:pt x="106067" y="671756"/>
                    </a:cubicBezTo>
                    <a:cubicBezTo>
                      <a:pt x="100628" y="669036"/>
                      <a:pt x="95188" y="663597"/>
                      <a:pt x="87029" y="658158"/>
                    </a:cubicBezTo>
                    <a:cubicBezTo>
                      <a:pt x="84310" y="655438"/>
                      <a:pt x="81590" y="655438"/>
                      <a:pt x="81590" y="652718"/>
                    </a:cubicBezTo>
                    <a:cubicBezTo>
                      <a:pt x="73431" y="652718"/>
                      <a:pt x="81590" y="652718"/>
                      <a:pt x="67992" y="652718"/>
                    </a:cubicBezTo>
                    <a:cubicBezTo>
                      <a:pt x="59833" y="652718"/>
                      <a:pt x="51674" y="652718"/>
                      <a:pt x="43515" y="652718"/>
                    </a:cubicBezTo>
                    <a:cubicBezTo>
                      <a:pt x="35356" y="652718"/>
                      <a:pt x="24477" y="652718"/>
                      <a:pt x="16318" y="647279"/>
                    </a:cubicBezTo>
                    <a:cubicBezTo>
                      <a:pt x="8159" y="644559"/>
                      <a:pt x="0" y="636401"/>
                      <a:pt x="0" y="630961"/>
                    </a:cubicBezTo>
                    <a:cubicBezTo>
                      <a:pt x="0" y="625522"/>
                      <a:pt x="0" y="622802"/>
                      <a:pt x="5439" y="620083"/>
                    </a:cubicBezTo>
                    <a:cubicBezTo>
                      <a:pt x="10879" y="617363"/>
                      <a:pt x="21758" y="614643"/>
                      <a:pt x="27197" y="611924"/>
                    </a:cubicBezTo>
                    <a:cubicBezTo>
                      <a:pt x="38076" y="609204"/>
                      <a:pt x="54393" y="609204"/>
                      <a:pt x="65272" y="609204"/>
                    </a:cubicBezTo>
                    <a:cubicBezTo>
                      <a:pt x="65272" y="601045"/>
                      <a:pt x="65272" y="592886"/>
                      <a:pt x="65272" y="584727"/>
                    </a:cubicBezTo>
                    <a:cubicBezTo>
                      <a:pt x="65272" y="541213"/>
                      <a:pt x="62552" y="500418"/>
                      <a:pt x="62552" y="456903"/>
                    </a:cubicBezTo>
                    <a:cubicBezTo>
                      <a:pt x="62552" y="440585"/>
                      <a:pt x="65272" y="397071"/>
                      <a:pt x="65272" y="337238"/>
                    </a:cubicBezTo>
                    <a:cubicBezTo>
                      <a:pt x="65272" y="293724"/>
                      <a:pt x="67992" y="247490"/>
                      <a:pt x="67992" y="203975"/>
                    </a:cubicBezTo>
                    <a:cubicBezTo>
                      <a:pt x="67992" y="179498"/>
                      <a:pt x="67992" y="149582"/>
                      <a:pt x="70712" y="119665"/>
                    </a:cubicBezTo>
                    <a:cubicBezTo>
                      <a:pt x="70712" y="103347"/>
                      <a:pt x="73431" y="84309"/>
                      <a:pt x="73431" y="67992"/>
                    </a:cubicBezTo>
                    <a:cubicBezTo>
                      <a:pt x="73431" y="67992"/>
                      <a:pt x="70712" y="67992"/>
                      <a:pt x="67992" y="67992"/>
                    </a:cubicBezTo>
                    <a:cubicBezTo>
                      <a:pt x="59833" y="67992"/>
                      <a:pt x="51674" y="67992"/>
                      <a:pt x="43515" y="67992"/>
                    </a:cubicBezTo>
                    <a:cubicBezTo>
                      <a:pt x="35356" y="67992"/>
                      <a:pt x="24477" y="67992"/>
                      <a:pt x="16318" y="62552"/>
                    </a:cubicBezTo>
                    <a:cubicBezTo>
                      <a:pt x="8159" y="59833"/>
                      <a:pt x="0" y="51674"/>
                      <a:pt x="0" y="46234"/>
                    </a:cubicBezTo>
                    <a:cubicBezTo>
                      <a:pt x="0" y="43515"/>
                      <a:pt x="0" y="38075"/>
                      <a:pt x="5439" y="35356"/>
                    </a:cubicBezTo>
                    <a:cubicBezTo>
                      <a:pt x="10879" y="32636"/>
                      <a:pt x="21758" y="29916"/>
                      <a:pt x="27197" y="27197"/>
                    </a:cubicBezTo>
                    <a:cubicBezTo>
                      <a:pt x="46234" y="24477"/>
                      <a:pt x="65272" y="21758"/>
                      <a:pt x="76151" y="21758"/>
                    </a:cubicBezTo>
                    <a:cubicBezTo>
                      <a:pt x="76151" y="19038"/>
                      <a:pt x="78871" y="16318"/>
                      <a:pt x="81590" y="13598"/>
                    </a:cubicBezTo>
                    <a:cubicBezTo>
                      <a:pt x="84310" y="10879"/>
                      <a:pt x="92469" y="5439"/>
                      <a:pt x="97908" y="5439"/>
                    </a:cubicBezTo>
                    <a:cubicBezTo>
                      <a:pt x="103347" y="2720"/>
                      <a:pt x="108787" y="0"/>
                      <a:pt x="114226" y="0"/>
                    </a:cubicBezTo>
                    <a:close/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5" name="Freeform: Shape 47">
                <a:extLst>
                  <a:ext uri="{FF2B5EF4-FFF2-40B4-BE49-F238E27FC236}">
                    <a16:creationId xmlns:a16="http://schemas.microsoft.com/office/drawing/2014/main" id="{080364E7-C923-3E4E-9B6A-81655CE20914}"/>
                  </a:ext>
                </a:extLst>
              </p:cNvPr>
              <p:cNvSpPr/>
              <p:nvPr/>
            </p:nvSpPr>
            <p:spPr>
              <a:xfrm>
                <a:off x="7310622" y="4197597"/>
                <a:ext cx="489539" cy="761503"/>
              </a:xfrm>
              <a:custGeom>
                <a:avLst/>
                <a:gdLst>
                  <a:gd name="connsiteX0" fmla="*/ 433491 w 489538"/>
                  <a:gd name="connsiteY0" fmla="*/ 651063 h 761503"/>
                  <a:gd name="connsiteX1" fmla="*/ 438930 w 489538"/>
                  <a:gd name="connsiteY1" fmla="*/ 661942 h 761503"/>
                  <a:gd name="connsiteX2" fmla="*/ 425332 w 489538"/>
                  <a:gd name="connsiteY2" fmla="*/ 683699 h 761503"/>
                  <a:gd name="connsiteX3" fmla="*/ 400855 w 489538"/>
                  <a:gd name="connsiteY3" fmla="*/ 691858 h 761503"/>
                  <a:gd name="connsiteX4" fmla="*/ 343742 w 489538"/>
                  <a:gd name="connsiteY4" fmla="*/ 700017 h 761503"/>
                  <a:gd name="connsiteX5" fmla="*/ 316546 w 489538"/>
                  <a:gd name="connsiteY5" fmla="*/ 705456 h 761503"/>
                  <a:gd name="connsiteX6" fmla="*/ 275751 w 489538"/>
                  <a:gd name="connsiteY6" fmla="*/ 705456 h 761503"/>
                  <a:gd name="connsiteX7" fmla="*/ 264872 w 489538"/>
                  <a:gd name="connsiteY7" fmla="*/ 708176 h 761503"/>
                  <a:gd name="connsiteX8" fmla="*/ 253994 w 489538"/>
                  <a:gd name="connsiteY8" fmla="*/ 708176 h 761503"/>
                  <a:gd name="connsiteX9" fmla="*/ 240395 w 489538"/>
                  <a:gd name="connsiteY9" fmla="*/ 719054 h 761503"/>
                  <a:gd name="connsiteX10" fmla="*/ 224077 w 489538"/>
                  <a:gd name="connsiteY10" fmla="*/ 721774 h 761503"/>
                  <a:gd name="connsiteX11" fmla="*/ 205040 w 489538"/>
                  <a:gd name="connsiteY11" fmla="*/ 724494 h 761503"/>
                  <a:gd name="connsiteX12" fmla="*/ 191441 w 489538"/>
                  <a:gd name="connsiteY12" fmla="*/ 727213 h 761503"/>
                  <a:gd name="connsiteX13" fmla="*/ 169684 w 489538"/>
                  <a:gd name="connsiteY13" fmla="*/ 721774 h 761503"/>
                  <a:gd name="connsiteX14" fmla="*/ 150646 w 489538"/>
                  <a:gd name="connsiteY14" fmla="*/ 708176 h 761503"/>
                  <a:gd name="connsiteX15" fmla="*/ 139768 w 489538"/>
                  <a:gd name="connsiteY15" fmla="*/ 708176 h 761503"/>
                  <a:gd name="connsiteX16" fmla="*/ 120730 w 489538"/>
                  <a:gd name="connsiteY16" fmla="*/ 708176 h 761503"/>
                  <a:gd name="connsiteX17" fmla="*/ 98973 w 489538"/>
                  <a:gd name="connsiteY17" fmla="*/ 708176 h 761503"/>
                  <a:gd name="connsiteX18" fmla="*/ 74496 w 489538"/>
                  <a:gd name="connsiteY18" fmla="*/ 702736 h 761503"/>
                  <a:gd name="connsiteX19" fmla="*/ 58178 w 489538"/>
                  <a:gd name="connsiteY19" fmla="*/ 683699 h 761503"/>
                  <a:gd name="connsiteX20" fmla="*/ 63617 w 489538"/>
                  <a:gd name="connsiteY20" fmla="*/ 675540 h 761503"/>
                  <a:gd name="connsiteX21" fmla="*/ 85375 w 489538"/>
                  <a:gd name="connsiteY21" fmla="*/ 667381 h 761503"/>
                  <a:gd name="connsiteX22" fmla="*/ 128889 w 489538"/>
                  <a:gd name="connsiteY22" fmla="*/ 661942 h 761503"/>
                  <a:gd name="connsiteX23" fmla="*/ 128889 w 489538"/>
                  <a:gd name="connsiteY23" fmla="*/ 602109 h 761503"/>
                  <a:gd name="connsiteX24" fmla="*/ 126170 w 489538"/>
                  <a:gd name="connsiteY24" fmla="*/ 523239 h 761503"/>
                  <a:gd name="connsiteX25" fmla="*/ 126170 w 489538"/>
                  <a:gd name="connsiteY25" fmla="*/ 468846 h 761503"/>
                  <a:gd name="connsiteX26" fmla="*/ 123450 w 489538"/>
                  <a:gd name="connsiteY26" fmla="*/ 409014 h 761503"/>
                  <a:gd name="connsiteX27" fmla="*/ 123450 w 489538"/>
                  <a:gd name="connsiteY27" fmla="*/ 384537 h 761503"/>
                  <a:gd name="connsiteX28" fmla="*/ 126170 w 489538"/>
                  <a:gd name="connsiteY28" fmla="*/ 349181 h 761503"/>
                  <a:gd name="connsiteX29" fmla="*/ 126170 w 489538"/>
                  <a:gd name="connsiteY29" fmla="*/ 324704 h 761503"/>
                  <a:gd name="connsiteX30" fmla="*/ 128889 w 489538"/>
                  <a:gd name="connsiteY30" fmla="*/ 292068 h 761503"/>
                  <a:gd name="connsiteX31" fmla="*/ 134329 w 489538"/>
                  <a:gd name="connsiteY31" fmla="*/ 234956 h 761503"/>
                  <a:gd name="connsiteX32" fmla="*/ 134329 w 489538"/>
                  <a:gd name="connsiteY32" fmla="*/ 172404 h 761503"/>
                  <a:gd name="connsiteX33" fmla="*/ 137048 w 489538"/>
                  <a:gd name="connsiteY33" fmla="*/ 123450 h 761503"/>
                  <a:gd name="connsiteX34" fmla="*/ 123450 w 489538"/>
                  <a:gd name="connsiteY34" fmla="*/ 123450 h 761503"/>
                  <a:gd name="connsiteX35" fmla="*/ 101693 w 489538"/>
                  <a:gd name="connsiteY35" fmla="*/ 123450 h 761503"/>
                  <a:gd name="connsiteX36" fmla="*/ 77216 w 489538"/>
                  <a:gd name="connsiteY36" fmla="*/ 118011 h 761503"/>
                  <a:gd name="connsiteX37" fmla="*/ 60898 w 489538"/>
                  <a:gd name="connsiteY37" fmla="*/ 98973 h 761503"/>
                  <a:gd name="connsiteX38" fmla="*/ 66337 w 489538"/>
                  <a:gd name="connsiteY38" fmla="*/ 90814 h 761503"/>
                  <a:gd name="connsiteX39" fmla="*/ 88094 w 489538"/>
                  <a:gd name="connsiteY39" fmla="*/ 82655 h 761503"/>
                  <a:gd name="connsiteX40" fmla="*/ 145207 w 489538"/>
                  <a:gd name="connsiteY40" fmla="*/ 77216 h 761503"/>
                  <a:gd name="connsiteX41" fmla="*/ 145207 w 489538"/>
                  <a:gd name="connsiteY41" fmla="*/ 77216 h 761503"/>
                  <a:gd name="connsiteX42" fmla="*/ 153366 w 489538"/>
                  <a:gd name="connsiteY42" fmla="*/ 69057 h 761503"/>
                  <a:gd name="connsiteX43" fmla="*/ 177843 w 489538"/>
                  <a:gd name="connsiteY43" fmla="*/ 60898 h 761503"/>
                  <a:gd name="connsiteX44" fmla="*/ 196881 w 489538"/>
                  <a:gd name="connsiteY44" fmla="*/ 58178 h 761503"/>
                  <a:gd name="connsiteX45" fmla="*/ 205040 w 489538"/>
                  <a:gd name="connsiteY45" fmla="*/ 58178 h 761503"/>
                  <a:gd name="connsiteX46" fmla="*/ 215919 w 489538"/>
                  <a:gd name="connsiteY46" fmla="*/ 63617 h 761503"/>
                  <a:gd name="connsiteX47" fmla="*/ 229517 w 489538"/>
                  <a:gd name="connsiteY47" fmla="*/ 69057 h 761503"/>
                  <a:gd name="connsiteX48" fmla="*/ 256713 w 489538"/>
                  <a:gd name="connsiteY48" fmla="*/ 77216 h 761503"/>
                  <a:gd name="connsiteX49" fmla="*/ 264872 w 489538"/>
                  <a:gd name="connsiteY49" fmla="*/ 77216 h 761503"/>
                  <a:gd name="connsiteX50" fmla="*/ 281190 w 489538"/>
                  <a:gd name="connsiteY50" fmla="*/ 77216 h 761503"/>
                  <a:gd name="connsiteX51" fmla="*/ 330144 w 489538"/>
                  <a:gd name="connsiteY51" fmla="*/ 77216 h 761503"/>
                  <a:gd name="connsiteX52" fmla="*/ 357341 w 489538"/>
                  <a:gd name="connsiteY52" fmla="*/ 79935 h 761503"/>
                  <a:gd name="connsiteX53" fmla="*/ 387257 w 489538"/>
                  <a:gd name="connsiteY53" fmla="*/ 82655 h 761503"/>
                  <a:gd name="connsiteX54" fmla="*/ 406295 w 489538"/>
                  <a:gd name="connsiteY54" fmla="*/ 85375 h 761503"/>
                  <a:gd name="connsiteX55" fmla="*/ 417173 w 489538"/>
                  <a:gd name="connsiteY55" fmla="*/ 79935 h 761503"/>
                  <a:gd name="connsiteX56" fmla="*/ 425332 w 489538"/>
                  <a:gd name="connsiteY56" fmla="*/ 85375 h 761503"/>
                  <a:gd name="connsiteX57" fmla="*/ 433491 w 489538"/>
                  <a:gd name="connsiteY57" fmla="*/ 104412 h 761503"/>
                  <a:gd name="connsiteX58" fmla="*/ 436211 w 489538"/>
                  <a:gd name="connsiteY58" fmla="*/ 137048 h 761503"/>
                  <a:gd name="connsiteX59" fmla="*/ 438930 w 489538"/>
                  <a:gd name="connsiteY59" fmla="*/ 183282 h 761503"/>
                  <a:gd name="connsiteX60" fmla="*/ 422612 w 489538"/>
                  <a:gd name="connsiteY60" fmla="*/ 218638 h 761503"/>
                  <a:gd name="connsiteX61" fmla="*/ 406295 w 489538"/>
                  <a:gd name="connsiteY61" fmla="*/ 213198 h 761503"/>
                  <a:gd name="connsiteX62" fmla="*/ 398136 w 489538"/>
                  <a:gd name="connsiteY62" fmla="*/ 196881 h 761503"/>
                  <a:gd name="connsiteX63" fmla="*/ 395416 w 489538"/>
                  <a:gd name="connsiteY63" fmla="*/ 175123 h 761503"/>
                  <a:gd name="connsiteX64" fmla="*/ 395416 w 489538"/>
                  <a:gd name="connsiteY64" fmla="*/ 153366 h 761503"/>
                  <a:gd name="connsiteX65" fmla="*/ 395416 w 489538"/>
                  <a:gd name="connsiteY65" fmla="*/ 126170 h 761503"/>
                  <a:gd name="connsiteX66" fmla="*/ 370939 w 489538"/>
                  <a:gd name="connsiteY66" fmla="*/ 128889 h 761503"/>
                  <a:gd name="connsiteX67" fmla="*/ 338303 w 489538"/>
                  <a:gd name="connsiteY67" fmla="*/ 131609 h 761503"/>
                  <a:gd name="connsiteX68" fmla="*/ 286629 w 489538"/>
                  <a:gd name="connsiteY68" fmla="*/ 134328 h 761503"/>
                  <a:gd name="connsiteX69" fmla="*/ 273031 w 489538"/>
                  <a:gd name="connsiteY69" fmla="*/ 137048 h 761503"/>
                  <a:gd name="connsiteX70" fmla="*/ 262153 w 489538"/>
                  <a:gd name="connsiteY70" fmla="*/ 142487 h 761503"/>
                  <a:gd name="connsiteX71" fmla="*/ 259433 w 489538"/>
                  <a:gd name="connsiteY71" fmla="*/ 153366 h 761503"/>
                  <a:gd name="connsiteX72" fmla="*/ 262153 w 489538"/>
                  <a:gd name="connsiteY72" fmla="*/ 166964 h 761503"/>
                  <a:gd name="connsiteX73" fmla="*/ 262153 w 489538"/>
                  <a:gd name="connsiteY73" fmla="*/ 196881 h 761503"/>
                  <a:gd name="connsiteX74" fmla="*/ 262153 w 489538"/>
                  <a:gd name="connsiteY74" fmla="*/ 215918 h 761503"/>
                  <a:gd name="connsiteX75" fmla="*/ 262153 w 489538"/>
                  <a:gd name="connsiteY75" fmla="*/ 251274 h 761503"/>
                  <a:gd name="connsiteX76" fmla="*/ 259433 w 489538"/>
                  <a:gd name="connsiteY76" fmla="*/ 278470 h 761503"/>
                  <a:gd name="connsiteX77" fmla="*/ 259433 w 489538"/>
                  <a:gd name="connsiteY77" fmla="*/ 308386 h 761503"/>
                  <a:gd name="connsiteX78" fmla="*/ 259433 w 489538"/>
                  <a:gd name="connsiteY78" fmla="*/ 321985 h 761503"/>
                  <a:gd name="connsiteX79" fmla="*/ 259433 w 489538"/>
                  <a:gd name="connsiteY79" fmla="*/ 332863 h 761503"/>
                  <a:gd name="connsiteX80" fmla="*/ 267592 w 489538"/>
                  <a:gd name="connsiteY80" fmla="*/ 335583 h 761503"/>
                  <a:gd name="connsiteX81" fmla="*/ 281190 w 489538"/>
                  <a:gd name="connsiteY81" fmla="*/ 335583 h 761503"/>
                  <a:gd name="connsiteX82" fmla="*/ 327424 w 489538"/>
                  <a:gd name="connsiteY82" fmla="*/ 338303 h 761503"/>
                  <a:gd name="connsiteX83" fmla="*/ 351901 w 489538"/>
                  <a:gd name="connsiteY83" fmla="*/ 341022 h 761503"/>
                  <a:gd name="connsiteX84" fmla="*/ 351901 w 489538"/>
                  <a:gd name="connsiteY84" fmla="*/ 335583 h 761503"/>
                  <a:gd name="connsiteX85" fmla="*/ 351901 w 489538"/>
                  <a:gd name="connsiteY85" fmla="*/ 313826 h 761503"/>
                  <a:gd name="connsiteX86" fmla="*/ 357341 w 489538"/>
                  <a:gd name="connsiteY86" fmla="*/ 289349 h 761503"/>
                  <a:gd name="connsiteX87" fmla="*/ 373658 w 489538"/>
                  <a:gd name="connsiteY87" fmla="*/ 273031 h 761503"/>
                  <a:gd name="connsiteX88" fmla="*/ 381817 w 489538"/>
                  <a:gd name="connsiteY88" fmla="*/ 278470 h 761503"/>
                  <a:gd name="connsiteX89" fmla="*/ 389977 w 489538"/>
                  <a:gd name="connsiteY89" fmla="*/ 300228 h 761503"/>
                  <a:gd name="connsiteX90" fmla="*/ 395416 w 489538"/>
                  <a:gd name="connsiteY90" fmla="*/ 351901 h 761503"/>
                  <a:gd name="connsiteX91" fmla="*/ 398136 w 489538"/>
                  <a:gd name="connsiteY91" fmla="*/ 409014 h 761503"/>
                  <a:gd name="connsiteX92" fmla="*/ 381817 w 489538"/>
                  <a:gd name="connsiteY92" fmla="*/ 444369 h 761503"/>
                  <a:gd name="connsiteX93" fmla="*/ 365500 w 489538"/>
                  <a:gd name="connsiteY93" fmla="*/ 438930 h 761503"/>
                  <a:gd name="connsiteX94" fmla="*/ 357341 w 489538"/>
                  <a:gd name="connsiteY94" fmla="*/ 422612 h 761503"/>
                  <a:gd name="connsiteX95" fmla="*/ 354621 w 489538"/>
                  <a:gd name="connsiteY95" fmla="*/ 400855 h 761503"/>
                  <a:gd name="connsiteX96" fmla="*/ 354621 w 489538"/>
                  <a:gd name="connsiteY96" fmla="*/ 381817 h 761503"/>
                  <a:gd name="connsiteX97" fmla="*/ 270312 w 489538"/>
                  <a:gd name="connsiteY97" fmla="*/ 381817 h 761503"/>
                  <a:gd name="connsiteX98" fmla="*/ 256713 w 489538"/>
                  <a:gd name="connsiteY98" fmla="*/ 395415 h 761503"/>
                  <a:gd name="connsiteX99" fmla="*/ 253994 w 489538"/>
                  <a:gd name="connsiteY99" fmla="*/ 422612 h 761503"/>
                  <a:gd name="connsiteX100" fmla="*/ 253994 w 489538"/>
                  <a:gd name="connsiteY100" fmla="*/ 433490 h 761503"/>
                  <a:gd name="connsiteX101" fmla="*/ 253994 w 489538"/>
                  <a:gd name="connsiteY101" fmla="*/ 449809 h 761503"/>
                  <a:gd name="connsiteX102" fmla="*/ 256713 w 489538"/>
                  <a:gd name="connsiteY102" fmla="*/ 474285 h 761503"/>
                  <a:gd name="connsiteX103" fmla="*/ 256713 w 489538"/>
                  <a:gd name="connsiteY103" fmla="*/ 496043 h 761503"/>
                  <a:gd name="connsiteX104" fmla="*/ 259433 w 489538"/>
                  <a:gd name="connsiteY104" fmla="*/ 534118 h 761503"/>
                  <a:gd name="connsiteX105" fmla="*/ 259433 w 489538"/>
                  <a:gd name="connsiteY105" fmla="*/ 591231 h 761503"/>
                  <a:gd name="connsiteX106" fmla="*/ 262153 w 489538"/>
                  <a:gd name="connsiteY106" fmla="*/ 618427 h 761503"/>
                  <a:gd name="connsiteX107" fmla="*/ 267592 w 489538"/>
                  <a:gd name="connsiteY107" fmla="*/ 648343 h 761503"/>
                  <a:gd name="connsiteX108" fmla="*/ 292069 w 489538"/>
                  <a:gd name="connsiteY108" fmla="*/ 651063 h 761503"/>
                  <a:gd name="connsiteX109" fmla="*/ 327424 w 489538"/>
                  <a:gd name="connsiteY109" fmla="*/ 651063 h 761503"/>
                  <a:gd name="connsiteX110" fmla="*/ 362780 w 489538"/>
                  <a:gd name="connsiteY110" fmla="*/ 653783 h 761503"/>
                  <a:gd name="connsiteX111" fmla="*/ 395416 w 489538"/>
                  <a:gd name="connsiteY111" fmla="*/ 648343 h 761503"/>
                  <a:gd name="connsiteX112" fmla="*/ 395416 w 489538"/>
                  <a:gd name="connsiteY112" fmla="*/ 618427 h 761503"/>
                  <a:gd name="connsiteX113" fmla="*/ 395416 w 489538"/>
                  <a:gd name="connsiteY113" fmla="*/ 596670 h 761503"/>
                  <a:gd name="connsiteX114" fmla="*/ 398136 w 489538"/>
                  <a:gd name="connsiteY114" fmla="*/ 574913 h 761503"/>
                  <a:gd name="connsiteX115" fmla="*/ 406295 w 489538"/>
                  <a:gd name="connsiteY115" fmla="*/ 558595 h 761503"/>
                  <a:gd name="connsiteX116" fmla="*/ 422612 w 489538"/>
                  <a:gd name="connsiteY116" fmla="*/ 553155 h 761503"/>
                  <a:gd name="connsiteX117" fmla="*/ 438930 w 489538"/>
                  <a:gd name="connsiteY117" fmla="*/ 588511 h 761503"/>
                  <a:gd name="connsiteX118" fmla="*/ 436211 w 489538"/>
                  <a:gd name="connsiteY118" fmla="*/ 645624 h 761503"/>
                  <a:gd name="connsiteX119" fmla="*/ 433491 w 489538"/>
                  <a:gd name="connsiteY119" fmla="*/ 651063 h 761503"/>
                  <a:gd name="connsiteX120" fmla="*/ 433491 w 489538"/>
                  <a:gd name="connsiteY120" fmla="*/ 651063 h 761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</a:cxnLst>
                <a:rect l="l" t="t" r="r" b="b"/>
                <a:pathLst>
                  <a:path w="489538" h="761503">
                    <a:moveTo>
                      <a:pt x="433491" y="651063"/>
                    </a:moveTo>
                    <a:cubicBezTo>
                      <a:pt x="436211" y="653783"/>
                      <a:pt x="438930" y="656502"/>
                      <a:pt x="438930" y="661942"/>
                    </a:cubicBezTo>
                    <a:cubicBezTo>
                      <a:pt x="438930" y="670101"/>
                      <a:pt x="433491" y="678259"/>
                      <a:pt x="425332" y="683699"/>
                    </a:cubicBezTo>
                    <a:cubicBezTo>
                      <a:pt x="417173" y="689138"/>
                      <a:pt x="409014" y="689138"/>
                      <a:pt x="400855" y="691858"/>
                    </a:cubicBezTo>
                    <a:cubicBezTo>
                      <a:pt x="381817" y="694578"/>
                      <a:pt x="362780" y="694578"/>
                      <a:pt x="343742" y="700017"/>
                    </a:cubicBezTo>
                    <a:cubicBezTo>
                      <a:pt x="335583" y="702736"/>
                      <a:pt x="324705" y="702736"/>
                      <a:pt x="316546" y="705456"/>
                    </a:cubicBezTo>
                    <a:cubicBezTo>
                      <a:pt x="308387" y="705456"/>
                      <a:pt x="289349" y="705456"/>
                      <a:pt x="275751" y="705456"/>
                    </a:cubicBezTo>
                    <a:cubicBezTo>
                      <a:pt x="270312" y="705456"/>
                      <a:pt x="267592" y="708176"/>
                      <a:pt x="264872" y="708176"/>
                    </a:cubicBezTo>
                    <a:cubicBezTo>
                      <a:pt x="264872" y="708176"/>
                      <a:pt x="259433" y="708176"/>
                      <a:pt x="253994" y="708176"/>
                    </a:cubicBezTo>
                    <a:cubicBezTo>
                      <a:pt x="251274" y="713615"/>
                      <a:pt x="245835" y="716335"/>
                      <a:pt x="240395" y="719054"/>
                    </a:cubicBezTo>
                    <a:cubicBezTo>
                      <a:pt x="234956" y="721774"/>
                      <a:pt x="229517" y="721774"/>
                      <a:pt x="224077" y="721774"/>
                    </a:cubicBezTo>
                    <a:cubicBezTo>
                      <a:pt x="218638" y="721774"/>
                      <a:pt x="213199" y="724494"/>
                      <a:pt x="205040" y="724494"/>
                    </a:cubicBezTo>
                    <a:cubicBezTo>
                      <a:pt x="202320" y="724494"/>
                      <a:pt x="194161" y="727213"/>
                      <a:pt x="191441" y="727213"/>
                    </a:cubicBezTo>
                    <a:cubicBezTo>
                      <a:pt x="183282" y="727213"/>
                      <a:pt x="172404" y="721774"/>
                      <a:pt x="169684" y="721774"/>
                    </a:cubicBezTo>
                    <a:cubicBezTo>
                      <a:pt x="164245" y="719054"/>
                      <a:pt x="156086" y="713615"/>
                      <a:pt x="150646" y="708176"/>
                    </a:cubicBezTo>
                    <a:cubicBezTo>
                      <a:pt x="145207" y="708176"/>
                      <a:pt x="139768" y="708176"/>
                      <a:pt x="139768" y="708176"/>
                    </a:cubicBezTo>
                    <a:cubicBezTo>
                      <a:pt x="126170" y="708176"/>
                      <a:pt x="137048" y="708176"/>
                      <a:pt x="120730" y="708176"/>
                    </a:cubicBezTo>
                    <a:cubicBezTo>
                      <a:pt x="112571" y="708176"/>
                      <a:pt x="104412" y="708176"/>
                      <a:pt x="98973" y="708176"/>
                    </a:cubicBezTo>
                    <a:cubicBezTo>
                      <a:pt x="90814" y="708176"/>
                      <a:pt x="79936" y="708176"/>
                      <a:pt x="74496" y="702736"/>
                    </a:cubicBezTo>
                    <a:cubicBezTo>
                      <a:pt x="66337" y="700017"/>
                      <a:pt x="58178" y="689138"/>
                      <a:pt x="58178" y="683699"/>
                    </a:cubicBezTo>
                    <a:cubicBezTo>
                      <a:pt x="58178" y="680979"/>
                      <a:pt x="58178" y="678259"/>
                      <a:pt x="63617" y="675540"/>
                    </a:cubicBezTo>
                    <a:cubicBezTo>
                      <a:pt x="69057" y="672820"/>
                      <a:pt x="77216" y="670101"/>
                      <a:pt x="85375" y="667381"/>
                    </a:cubicBezTo>
                    <a:cubicBezTo>
                      <a:pt x="98973" y="664661"/>
                      <a:pt x="115291" y="664661"/>
                      <a:pt x="128889" y="661942"/>
                    </a:cubicBezTo>
                    <a:cubicBezTo>
                      <a:pt x="128889" y="645624"/>
                      <a:pt x="128889" y="623866"/>
                      <a:pt x="128889" y="602109"/>
                    </a:cubicBezTo>
                    <a:cubicBezTo>
                      <a:pt x="128889" y="566754"/>
                      <a:pt x="128889" y="531398"/>
                      <a:pt x="126170" y="523239"/>
                    </a:cubicBezTo>
                    <a:cubicBezTo>
                      <a:pt x="126170" y="517800"/>
                      <a:pt x="126170" y="487884"/>
                      <a:pt x="126170" y="468846"/>
                    </a:cubicBezTo>
                    <a:cubicBezTo>
                      <a:pt x="126170" y="449809"/>
                      <a:pt x="123450" y="430771"/>
                      <a:pt x="123450" y="409014"/>
                    </a:cubicBezTo>
                    <a:cubicBezTo>
                      <a:pt x="123450" y="400855"/>
                      <a:pt x="123450" y="392696"/>
                      <a:pt x="123450" y="384537"/>
                    </a:cubicBezTo>
                    <a:cubicBezTo>
                      <a:pt x="123450" y="373658"/>
                      <a:pt x="126170" y="360060"/>
                      <a:pt x="126170" y="349181"/>
                    </a:cubicBezTo>
                    <a:cubicBezTo>
                      <a:pt x="126170" y="341022"/>
                      <a:pt x="126170" y="332863"/>
                      <a:pt x="126170" y="324704"/>
                    </a:cubicBezTo>
                    <a:cubicBezTo>
                      <a:pt x="126170" y="313826"/>
                      <a:pt x="126170" y="302947"/>
                      <a:pt x="128889" y="292068"/>
                    </a:cubicBezTo>
                    <a:cubicBezTo>
                      <a:pt x="131609" y="273031"/>
                      <a:pt x="134329" y="253993"/>
                      <a:pt x="134329" y="234956"/>
                    </a:cubicBezTo>
                    <a:cubicBezTo>
                      <a:pt x="134329" y="213198"/>
                      <a:pt x="134329" y="191441"/>
                      <a:pt x="134329" y="172404"/>
                    </a:cubicBezTo>
                    <a:cubicBezTo>
                      <a:pt x="134329" y="156086"/>
                      <a:pt x="134329" y="139768"/>
                      <a:pt x="137048" y="123450"/>
                    </a:cubicBezTo>
                    <a:cubicBezTo>
                      <a:pt x="131609" y="123450"/>
                      <a:pt x="134329" y="123450"/>
                      <a:pt x="123450" y="123450"/>
                    </a:cubicBezTo>
                    <a:cubicBezTo>
                      <a:pt x="115291" y="123450"/>
                      <a:pt x="107132" y="123450"/>
                      <a:pt x="101693" y="123450"/>
                    </a:cubicBezTo>
                    <a:cubicBezTo>
                      <a:pt x="93534" y="123450"/>
                      <a:pt x="82655" y="123450"/>
                      <a:pt x="77216" y="118011"/>
                    </a:cubicBezTo>
                    <a:cubicBezTo>
                      <a:pt x="69057" y="115291"/>
                      <a:pt x="60898" y="101693"/>
                      <a:pt x="60898" y="98973"/>
                    </a:cubicBezTo>
                    <a:cubicBezTo>
                      <a:pt x="60898" y="96253"/>
                      <a:pt x="60898" y="93534"/>
                      <a:pt x="66337" y="90814"/>
                    </a:cubicBezTo>
                    <a:cubicBezTo>
                      <a:pt x="71777" y="88094"/>
                      <a:pt x="79936" y="85375"/>
                      <a:pt x="88094" y="82655"/>
                    </a:cubicBezTo>
                    <a:cubicBezTo>
                      <a:pt x="104412" y="79935"/>
                      <a:pt x="131609" y="77216"/>
                      <a:pt x="145207" y="77216"/>
                    </a:cubicBezTo>
                    <a:cubicBezTo>
                      <a:pt x="145207" y="77216"/>
                      <a:pt x="145207" y="77216"/>
                      <a:pt x="145207" y="77216"/>
                    </a:cubicBezTo>
                    <a:cubicBezTo>
                      <a:pt x="145207" y="74496"/>
                      <a:pt x="150646" y="71776"/>
                      <a:pt x="153366" y="69057"/>
                    </a:cubicBezTo>
                    <a:cubicBezTo>
                      <a:pt x="161525" y="63617"/>
                      <a:pt x="169684" y="63617"/>
                      <a:pt x="177843" y="60898"/>
                    </a:cubicBezTo>
                    <a:cubicBezTo>
                      <a:pt x="183282" y="58178"/>
                      <a:pt x="191441" y="58178"/>
                      <a:pt x="196881" y="58178"/>
                    </a:cubicBezTo>
                    <a:cubicBezTo>
                      <a:pt x="199600" y="58178"/>
                      <a:pt x="202320" y="58178"/>
                      <a:pt x="205040" y="58178"/>
                    </a:cubicBezTo>
                    <a:cubicBezTo>
                      <a:pt x="207759" y="58178"/>
                      <a:pt x="213199" y="60898"/>
                      <a:pt x="215919" y="63617"/>
                    </a:cubicBezTo>
                    <a:cubicBezTo>
                      <a:pt x="221358" y="66337"/>
                      <a:pt x="224077" y="66337"/>
                      <a:pt x="229517" y="69057"/>
                    </a:cubicBezTo>
                    <a:cubicBezTo>
                      <a:pt x="237675" y="71776"/>
                      <a:pt x="245835" y="77216"/>
                      <a:pt x="256713" y="77216"/>
                    </a:cubicBezTo>
                    <a:cubicBezTo>
                      <a:pt x="259433" y="77216"/>
                      <a:pt x="262153" y="77216"/>
                      <a:pt x="264872" y="77216"/>
                    </a:cubicBezTo>
                    <a:cubicBezTo>
                      <a:pt x="270312" y="77216"/>
                      <a:pt x="275751" y="77216"/>
                      <a:pt x="281190" y="77216"/>
                    </a:cubicBezTo>
                    <a:cubicBezTo>
                      <a:pt x="292069" y="77216"/>
                      <a:pt x="321985" y="77216"/>
                      <a:pt x="330144" y="77216"/>
                    </a:cubicBezTo>
                    <a:cubicBezTo>
                      <a:pt x="338303" y="77216"/>
                      <a:pt x="349182" y="77216"/>
                      <a:pt x="357341" y="79935"/>
                    </a:cubicBezTo>
                    <a:cubicBezTo>
                      <a:pt x="368219" y="79935"/>
                      <a:pt x="379098" y="82655"/>
                      <a:pt x="387257" y="82655"/>
                    </a:cubicBezTo>
                    <a:cubicBezTo>
                      <a:pt x="392696" y="82655"/>
                      <a:pt x="400855" y="85375"/>
                      <a:pt x="406295" y="85375"/>
                    </a:cubicBezTo>
                    <a:cubicBezTo>
                      <a:pt x="409014" y="82655"/>
                      <a:pt x="414453" y="79935"/>
                      <a:pt x="417173" y="79935"/>
                    </a:cubicBezTo>
                    <a:cubicBezTo>
                      <a:pt x="419893" y="79935"/>
                      <a:pt x="422612" y="79935"/>
                      <a:pt x="425332" y="85375"/>
                    </a:cubicBezTo>
                    <a:cubicBezTo>
                      <a:pt x="428052" y="90814"/>
                      <a:pt x="433491" y="98973"/>
                      <a:pt x="433491" y="104412"/>
                    </a:cubicBezTo>
                    <a:cubicBezTo>
                      <a:pt x="436211" y="131609"/>
                      <a:pt x="436211" y="120730"/>
                      <a:pt x="436211" y="137048"/>
                    </a:cubicBezTo>
                    <a:cubicBezTo>
                      <a:pt x="438930" y="158805"/>
                      <a:pt x="438930" y="158805"/>
                      <a:pt x="438930" y="183282"/>
                    </a:cubicBezTo>
                    <a:cubicBezTo>
                      <a:pt x="438930" y="194161"/>
                      <a:pt x="438930" y="218638"/>
                      <a:pt x="422612" y="218638"/>
                    </a:cubicBezTo>
                    <a:cubicBezTo>
                      <a:pt x="414453" y="218638"/>
                      <a:pt x="411734" y="215918"/>
                      <a:pt x="406295" y="213198"/>
                    </a:cubicBezTo>
                    <a:cubicBezTo>
                      <a:pt x="400855" y="210479"/>
                      <a:pt x="398136" y="202320"/>
                      <a:pt x="398136" y="196881"/>
                    </a:cubicBezTo>
                    <a:cubicBezTo>
                      <a:pt x="395416" y="188722"/>
                      <a:pt x="395416" y="183282"/>
                      <a:pt x="395416" y="175123"/>
                    </a:cubicBezTo>
                    <a:cubicBezTo>
                      <a:pt x="395416" y="169684"/>
                      <a:pt x="395416" y="164245"/>
                      <a:pt x="395416" y="153366"/>
                    </a:cubicBezTo>
                    <a:cubicBezTo>
                      <a:pt x="395416" y="145207"/>
                      <a:pt x="395416" y="134328"/>
                      <a:pt x="395416" y="126170"/>
                    </a:cubicBezTo>
                    <a:cubicBezTo>
                      <a:pt x="387257" y="128889"/>
                      <a:pt x="379098" y="128889"/>
                      <a:pt x="370939" y="128889"/>
                    </a:cubicBezTo>
                    <a:cubicBezTo>
                      <a:pt x="360060" y="128889"/>
                      <a:pt x="349182" y="128889"/>
                      <a:pt x="338303" y="131609"/>
                    </a:cubicBezTo>
                    <a:cubicBezTo>
                      <a:pt x="327424" y="131609"/>
                      <a:pt x="319265" y="134328"/>
                      <a:pt x="286629" y="134328"/>
                    </a:cubicBezTo>
                    <a:cubicBezTo>
                      <a:pt x="281190" y="134328"/>
                      <a:pt x="278470" y="134328"/>
                      <a:pt x="273031" y="137048"/>
                    </a:cubicBezTo>
                    <a:cubicBezTo>
                      <a:pt x="270312" y="137048"/>
                      <a:pt x="264872" y="137048"/>
                      <a:pt x="262153" y="142487"/>
                    </a:cubicBezTo>
                    <a:cubicBezTo>
                      <a:pt x="259433" y="145207"/>
                      <a:pt x="259433" y="150647"/>
                      <a:pt x="259433" y="153366"/>
                    </a:cubicBezTo>
                    <a:cubicBezTo>
                      <a:pt x="259433" y="158805"/>
                      <a:pt x="259433" y="164245"/>
                      <a:pt x="262153" y="166964"/>
                    </a:cubicBezTo>
                    <a:cubicBezTo>
                      <a:pt x="262153" y="177843"/>
                      <a:pt x="262153" y="186002"/>
                      <a:pt x="262153" y="196881"/>
                    </a:cubicBezTo>
                    <a:cubicBezTo>
                      <a:pt x="262153" y="202320"/>
                      <a:pt x="262153" y="210479"/>
                      <a:pt x="262153" y="215918"/>
                    </a:cubicBezTo>
                    <a:cubicBezTo>
                      <a:pt x="262153" y="229516"/>
                      <a:pt x="262153" y="240395"/>
                      <a:pt x="262153" y="251274"/>
                    </a:cubicBezTo>
                    <a:cubicBezTo>
                      <a:pt x="262153" y="259433"/>
                      <a:pt x="259433" y="270311"/>
                      <a:pt x="259433" y="278470"/>
                    </a:cubicBezTo>
                    <a:cubicBezTo>
                      <a:pt x="259433" y="289349"/>
                      <a:pt x="259433" y="297508"/>
                      <a:pt x="259433" y="308386"/>
                    </a:cubicBezTo>
                    <a:cubicBezTo>
                      <a:pt x="259433" y="313826"/>
                      <a:pt x="259433" y="319265"/>
                      <a:pt x="259433" y="321985"/>
                    </a:cubicBezTo>
                    <a:cubicBezTo>
                      <a:pt x="259433" y="324704"/>
                      <a:pt x="259433" y="330144"/>
                      <a:pt x="259433" y="332863"/>
                    </a:cubicBezTo>
                    <a:cubicBezTo>
                      <a:pt x="262153" y="335583"/>
                      <a:pt x="264872" y="335583"/>
                      <a:pt x="267592" y="335583"/>
                    </a:cubicBezTo>
                    <a:cubicBezTo>
                      <a:pt x="273031" y="335583"/>
                      <a:pt x="275751" y="335583"/>
                      <a:pt x="281190" y="335583"/>
                    </a:cubicBezTo>
                    <a:cubicBezTo>
                      <a:pt x="311107" y="335583"/>
                      <a:pt x="319265" y="335583"/>
                      <a:pt x="327424" y="338303"/>
                    </a:cubicBezTo>
                    <a:cubicBezTo>
                      <a:pt x="335583" y="341022"/>
                      <a:pt x="343742" y="341022"/>
                      <a:pt x="351901" y="341022"/>
                    </a:cubicBezTo>
                    <a:cubicBezTo>
                      <a:pt x="351901" y="338303"/>
                      <a:pt x="351901" y="338303"/>
                      <a:pt x="351901" y="335583"/>
                    </a:cubicBezTo>
                    <a:cubicBezTo>
                      <a:pt x="351901" y="327424"/>
                      <a:pt x="351901" y="319265"/>
                      <a:pt x="351901" y="313826"/>
                    </a:cubicBezTo>
                    <a:cubicBezTo>
                      <a:pt x="351901" y="305667"/>
                      <a:pt x="351901" y="294788"/>
                      <a:pt x="357341" y="289349"/>
                    </a:cubicBezTo>
                    <a:cubicBezTo>
                      <a:pt x="360060" y="281190"/>
                      <a:pt x="368219" y="273031"/>
                      <a:pt x="373658" y="273031"/>
                    </a:cubicBezTo>
                    <a:cubicBezTo>
                      <a:pt x="376378" y="273031"/>
                      <a:pt x="379098" y="273031"/>
                      <a:pt x="381817" y="278470"/>
                    </a:cubicBezTo>
                    <a:cubicBezTo>
                      <a:pt x="384537" y="283909"/>
                      <a:pt x="387257" y="292068"/>
                      <a:pt x="389977" y="300228"/>
                    </a:cubicBezTo>
                    <a:cubicBezTo>
                      <a:pt x="392696" y="316545"/>
                      <a:pt x="392696" y="335583"/>
                      <a:pt x="395416" y="351901"/>
                    </a:cubicBezTo>
                    <a:cubicBezTo>
                      <a:pt x="398136" y="373658"/>
                      <a:pt x="398136" y="384537"/>
                      <a:pt x="398136" y="409014"/>
                    </a:cubicBezTo>
                    <a:cubicBezTo>
                      <a:pt x="398136" y="422612"/>
                      <a:pt x="398136" y="444369"/>
                      <a:pt x="381817" y="444369"/>
                    </a:cubicBezTo>
                    <a:cubicBezTo>
                      <a:pt x="373658" y="444369"/>
                      <a:pt x="370939" y="441650"/>
                      <a:pt x="365500" y="438930"/>
                    </a:cubicBezTo>
                    <a:cubicBezTo>
                      <a:pt x="360060" y="436210"/>
                      <a:pt x="357341" y="428051"/>
                      <a:pt x="357341" y="422612"/>
                    </a:cubicBezTo>
                    <a:cubicBezTo>
                      <a:pt x="354621" y="414453"/>
                      <a:pt x="354621" y="409014"/>
                      <a:pt x="354621" y="400855"/>
                    </a:cubicBezTo>
                    <a:cubicBezTo>
                      <a:pt x="354621" y="395415"/>
                      <a:pt x="354621" y="389976"/>
                      <a:pt x="354621" y="381817"/>
                    </a:cubicBezTo>
                    <a:cubicBezTo>
                      <a:pt x="335583" y="381817"/>
                      <a:pt x="308387" y="384537"/>
                      <a:pt x="270312" y="381817"/>
                    </a:cubicBezTo>
                    <a:cubicBezTo>
                      <a:pt x="262153" y="381817"/>
                      <a:pt x="256713" y="387256"/>
                      <a:pt x="256713" y="395415"/>
                    </a:cubicBezTo>
                    <a:cubicBezTo>
                      <a:pt x="256713" y="403574"/>
                      <a:pt x="256713" y="414453"/>
                      <a:pt x="253994" y="422612"/>
                    </a:cubicBezTo>
                    <a:cubicBezTo>
                      <a:pt x="253994" y="425332"/>
                      <a:pt x="253994" y="430771"/>
                      <a:pt x="253994" y="433490"/>
                    </a:cubicBezTo>
                    <a:cubicBezTo>
                      <a:pt x="253994" y="438930"/>
                      <a:pt x="253994" y="444369"/>
                      <a:pt x="253994" y="449809"/>
                    </a:cubicBezTo>
                    <a:cubicBezTo>
                      <a:pt x="253994" y="457967"/>
                      <a:pt x="256713" y="466126"/>
                      <a:pt x="256713" y="474285"/>
                    </a:cubicBezTo>
                    <a:cubicBezTo>
                      <a:pt x="256713" y="482444"/>
                      <a:pt x="256713" y="490603"/>
                      <a:pt x="256713" y="496043"/>
                    </a:cubicBezTo>
                    <a:cubicBezTo>
                      <a:pt x="256713" y="509641"/>
                      <a:pt x="259433" y="520520"/>
                      <a:pt x="259433" y="534118"/>
                    </a:cubicBezTo>
                    <a:cubicBezTo>
                      <a:pt x="259433" y="553155"/>
                      <a:pt x="259433" y="572193"/>
                      <a:pt x="259433" y="591231"/>
                    </a:cubicBezTo>
                    <a:cubicBezTo>
                      <a:pt x="259433" y="602109"/>
                      <a:pt x="262153" y="610268"/>
                      <a:pt x="262153" y="618427"/>
                    </a:cubicBezTo>
                    <a:cubicBezTo>
                      <a:pt x="264872" y="626586"/>
                      <a:pt x="262153" y="642904"/>
                      <a:pt x="267592" y="648343"/>
                    </a:cubicBezTo>
                    <a:cubicBezTo>
                      <a:pt x="270312" y="651063"/>
                      <a:pt x="275751" y="651063"/>
                      <a:pt x="292069" y="651063"/>
                    </a:cubicBezTo>
                    <a:cubicBezTo>
                      <a:pt x="305667" y="651063"/>
                      <a:pt x="319265" y="651063"/>
                      <a:pt x="327424" y="651063"/>
                    </a:cubicBezTo>
                    <a:cubicBezTo>
                      <a:pt x="338303" y="651063"/>
                      <a:pt x="351901" y="653783"/>
                      <a:pt x="362780" y="653783"/>
                    </a:cubicBezTo>
                    <a:cubicBezTo>
                      <a:pt x="376378" y="653783"/>
                      <a:pt x="384537" y="651063"/>
                      <a:pt x="395416" y="648343"/>
                    </a:cubicBezTo>
                    <a:cubicBezTo>
                      <a:pt x="395416" y="637465"/>
                      <a:pt x="395416" y="629306"/>
                      <a:pt x="395416" y="618427"/>
                    </a:cubicBezTo>
                    <a:cubicBezTo>
                      <a:pt x="395416" y="610268"/>
                      <a:pt x="395416" y="602109"/>
                      <a:pt x="395416" y="596670"/>
                    </a:cubicBezTo>
                    <a:cubicBezTo>
                      <a:pt x="395416" y="591231"/>
                      <a:pt x="395416" y="585791"/>
                      <a:pt x="398136" y="574913"/>
                    </a:cubicBezTo>
                    <a:cubicBezTo>
                      <a:pt x="400855" y="569473"/>
                      <a:pt x="400855" y="564034"/>
                      <a:pt x="406295" y="558595"/>
                    </a:cubicBezTo>
                    <a:cubicBezTo>
                      <a:pt x="411734" y="553155"/>
                      <a:pt x="414453" y="553155"/>
                      <a:pt x="422612" y="553155"/>
                    </a:cubicBezTo>
                    <a:cubicBezTo>
                      <a:pt x="436211" y="553155"/>
                      <a:pt x="438930" y="577632"/>
                      <a:pt x="438930" y="588511"/>
                    </a:cubicBezTo>
                    <a:cubicBezTo>
                      <a:pt x="438930" y="612988"/>
                      <a:pt x="438930" y="623866"/>
                      <a:pt x="436211" y="645624"/>
                    </a:cubicBezTo>
                    <a:cubicBezTo>
                      <a:pt x="433491" y="648343"/>
                      <a:pt x="433491" y="648343"/>
                      <a:pt x="433491" y="651063"/>
                    </a:cubicBezTo>
                    <a:lnTo>
                      <a:pt x="433491" y="651063"/>
                    </a:lnTo>
                    <a:close/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6" name="Freeform: Shape 48">
                <a:extLst>
                  <a:ext uri="{FF2B5EF4-FFF2-40B4-BE49-F238E27FC236}">
                    <a16:creationId xmlns:a16="http://schemas.microsoft.com/office/drawing/2014/main" id="{2E209308-D682-0B46-878B-30DFD2C94C66}"/>
                  </a:ext>
                </a:extLst>
              </p:cNvPr>
              <p:cNvSpPr/>
              <p:nvPr/>
            </p:nvSpPr>
            <p:spPr>
              <a:xfrm>
                <a:off x="7912732" y="4250336"/>
                <a:ext cx="465062" cy="658157"/>
              </a:xfrm>
              <a:custGeom>
                <a:avLst/>
                <a:gdLst>
                  <a:gd name="connsiteX0" fmla="*/ 193096 w 465062"/>
                  <a:gd name="connsiteY0" fmla="*/ 59832 h 658157"/>
                  <a:gd name="connsiteX1" fmla="*/ 193096 w 465062"/>
                  <a:gd name="connsiteY1" fmla="*/ 114226 h 658157"/>
                  <a:gd name="connsiteX2" fmla="*/ 198536 w 465062"/>
                  <a:gd name="connsiteY2" fmla="*/ 209414 h 658157"/>
                  <a:gd name="connsiteX3" fmla="*/ 201255 w 465062"/>
                  <a:gd name="connsiteY3" fmla="*/ 282845 h 658157"/>
                  <a:gd name="connsiteX4" fmla="*/ 203975 w 465062"/>
                  <a:gd name="connsiteY4" fmla="*/ 315481 h 658157"/>
                  <a:gd name="connsiteX5" fmla="*/ 203975 w 465062"/>
                  <a:gd name="connsiteY5" fmla="*/ 320920 h 658157"/>
                  <a:gd name="connsiteX6" fmla="*/ 212134 w 465062"/>
                  <a:gd name="connsiteY6" fmla="*/ 329079 h 658157"/>
                  <a:gd name="connsiteX7" fmla="*/ 223013 w 465062"/>
                  <a:gd name="connsiteY7" fmla="*/ 329079 h 658157"/>
                  <a:gd name="connsiteX8" fmla="*/ 239331 w 465062"/>
                  <a:gd name="connsiteY8" fmla="*/ 329079 h 658157"/>
                  <a:gd name="connsiteX9" fmla="*/ 280126 w 465062"/>
                  <a:gd name="connsiteY9" fmla="*/ 312761 h 658157"/>
                  <a:gd name="connsiteX10" fmla="*/ 296443 w 465062"/>
                  <a:gd name="connsiteY10" fmla="*/ 288284 h 658157"/>
                  <a:gd name="connsiteX11" fmla="*/ 304602 w 465062"/>
                  <a:gd name="connsiteY11" fmla="*/ 258368 h 658157"/>
                  <a:gd name="connsiteX12" fmla="*/ 312761 w 465062"/>
                  <a:gd name="connsiteY12" fmla="*/ 225732 h 658157"/>
                  <a:gd name="connsiteX13" fmla="*/ 315481 w 465062"/>
                  <a:gd name="connsiteY13" fmla="*/ 195816 h 658157"/>
                  <a:gd name="connsiteX14" fmla="*/ 318201 w 465062"/>
                  <a:gd name="connsiteY14" fmla="*/ 168619 h 658157"/>
                  <a:gd name="connsiteX15" fmla="*/ 312761 w 465062"/>
                  <a:gd name="connsiteY15" fmla="*/ 135983 h 658157"/>
                  <a:gd name="connsiteX16" fmla="*/ 312761 w 465062"/>
                  <a:gd name="connsiteY16" fmla="*/ 122385 h 658157"/>
                  <a:gd name="connsiteX17" fmla="*/ 293724 w 465062"/>
                  <a:gd name="connsiteY17" fmla="*/ 84309 h 658157"/>
                  <a:gd name="connsiteX18" fmla="*/ 280126 w 465062"/>
                  <a:gd name="connsiteY18" fmla="*/ 73430 h 658157"/>
                  <a:gd name="connsiteX19" fmla="*/ 258368 w 465062"/>
                  <a:gd name="connsiteY19" fmla="*/ 62552 h 658157"/>
                  <a:gd name="connsiteX20" fmla="*/ 217573 w 465062"/>
                  <a:gd name="connsiteY20" fmla="*/ 59832 h 658157"/>
                  <a:gd name="connsiteX21" fmla="*/ 111506 w 465062"/>
                  <a:gd name="connsiteY21" fmla="*/ 0 h 658157"/>
                  <a:gd name="connsiteX22" fmla="*/ 127824 w 465062"/>
                  <a:gd name="connsiteY22" fmla="*/ 0 h 658157"/>
                  <a:gd name="connsiteX23" fmla="*/ 157741 w 465062"/>
                  <a:gd name="connsiteY23" fmla="*/ 5440 h 658157"/>
                  <a:gd name="connsiteX24" fmla="*/ 179497 w 465062"/>
                  <a:gd name="connsiteY24" fmla="*/ 16318 h 658157"/>
                  <a:gd name="connsiteX25" fmla="*/ 209414 w 465062"/>
                  <a:gd name="connsiteY25" fmla="*/ 16318 h 658157"/>
                  <a:gd name="connsiteX26" fmla="*/ 247489 w 465062"/>
                  <a:gd name="connsiteY26" fmla="*/ 16318 h 658157"/>
                  <a:gd name="connsiteX27" fmla="*/ 266527 w 465062"/>
                  <a:gd name="connsiteY27" fmla="*/ 16318 h 658157"/>
                  <a:gd name="connsiteX28" fmla="*/ 312761 w 465062"/>
                  <a:gd name="connsiteY28" fmla="*/ 27197 h 658157"/>
                  <a:gd name="connsiteX29" fmla="*/ 337238 w 465062"/>
                  <a:gd name="connsiteY29" fmla="*/ 38075 h 658157"/>
                  <a:gd name="connsiteX30" fmla="*/ 364434 w 465062"/>
                  <a:gd name="connsiteY30" fmla="*/ 54393 h 658157"/>
                  <a:gd name="connsiteX31" fmla="*/ 386192 w 465062"/>
                  <a:gd name="connsiteY31" fmla="*/ 73431 h 658157"/>
                  <a:gd name="connsiteX32" fmla="*/ 407949 w 465062"/>
                  <a:gd name="connsiteY32" fmla="*/ 103347 h 658157"/>
                  <a:gd name="connsiteX33" fmla="*/ 416108 w 465062"/>
                  <a:gd name="connsiteY33" fmla="*/ 141422 h 658157"/>
                  <a:gd name="connsiteX34" fmla="*/ 418828 w 465062"/>
                  <a:gd name="connsiteY34" fmla="*/ 163179 h 658157"/>
                  <a:gd name="connsiteX35" fmla="*/ 418828 w 465062"/>
                  <a:gd name="connsiteY35" fmla="*/ 171339 h 658157"/>
                  <a:gd name="connsiteX36" fmla="*/ 421547 w 465062"/>
                  <a:gd name="connsiteY36" fmla="*/ 187656 h 658157"/>
                  <a:gd name="connsiteX37" fmla="*/ 418828 w 465062"/>
                  <a:gd name="connsiteY37" fmla="*/ 206694 h 658157"/>
                  <a:gd name="connsiteX38" fmla="*/ 416108 w 465062"/>
                  <a:gd name="connsiteY38" fmla="*/ 233891 h 658157"/>
                  <a:gd name="connsiteX39" fmla="*/ 405229 w 465062"/>
                  <a:gd name="connsiteY39" fmla="*/ 263807 h 658157"/>
                  <a:gd name="connsiteX40" fmla="*/ 394351 w 465062"/>
                  <a:gd name="connsiteY40" fmla="*/ 274686 h 658157"/>
                  <a:gd name="connsiteX41" fmla="*/ 388912 w 465062"/>
                  <a:gd name="connsiteY41" fmla="*/ 285564 h 658157"/>
                  <a:gd name="connsiteX42" fmla="*/ 369874 w 465062"/>
                  <a:gd name="connsiteY42" fmla="*/ 304602 h 658157"/>
                  <a:gd name="connsiteX43" fmla="*/ 358995 w 465062"/>
                  <a:gd name="connsiteY43" fmla="*/ 310041 h 658157"/>
                  <a:gd name="connsiteX44" fmla="*/ 348117 w 465062"/>
                  <a:gd name="connsiteY44" fmla="*/ 320920 h 658157"/>
                  <a:gd name="connsiteX45" fmla="*/ 326359 w 465062"/>
                  <a:gd name="connsiteY45" fmla="*/ 339957 h 658157"/>
                  <a:gd name="connsiteX46" fmla="*/ 312761 w 465062"/>
                  <a:gd name="connsiteY46" fmla="*/ 353555 h 658157"/>
                  <a:gd name="connsiteX47" fmla="*/ 337238 w 465062"/>
                  <a:gd name="connsiteY47" fmla="*/ 380752 h 658157"/>
                  <a:gd name="connsiteX48" fmla="*/ 358995 w 465062"/>
                  <a:gd name="connsiteY48" fmla="*/ 421547 h 658157"/>
                  <a:gd name="connsiteX49" fmla="*/ 372593 w 465062"/>
                  <a:gd name="connsiteY49" fmla="*/ 459622 h 658157"/>
                  <a:gd name="connsiteX50" fmla="*/ 386192 w 465062"/>
                  <a:gd name="connsiteY50" fmla="*/ 514015 h 658157"/>
                  <a:gd name="connsiteX51" fmla="*/ 407949 w 465062"/>
                  <a:gd name="connsiteY51" fmla="*/ 568408 h 658157"/>
                  <a:gd name="connsiteX52" fmla="*/ 421547 w 465062"/>
                  <a:gd name="connsiteY52" fmla="*/ 598324 h 658157"/>
                  <a:gd name="connsiteX53" fmla="*/ 451463 w 465062"/>
                  <a:gd name="connsiteY53" fmla="*/ 628241 h 658157"/>
                  <a:gd name="connsiteX54" fmla="*/ 465062 w 465062"/>
                  <a:gd name="connsiteY54" fmla="*/ 644559 h 658157"/>
                  <a:gd name="connsiteX55" fmla="*/ 462342 w 465062"/>
                  <a:gd name="connsiteY55" fmla="*/ 649998 h 658157"/>
                  <a:gd name="connsiteX56" fmla="*/ 437865 w 465062"/>
                  <a:gd name="connsiteY56" fmla="*/ 658157 h 658157"/>
                  <a:gd name="connsiteX57" fmla="*/ 361715 w 465062"/>
                  <a:gd name="connsiteY57" fmla="*/ 622801 h 658157"/>
                  <a:gd name="connsiteX58" fmla="*/ 320920 w 465062"/>
                  <a:gd name="connsiteY58" fmla="*/ 565689 h 658157"/>
                  <a:gd name="connsiteX59" fmla="*/ 304602 w 465062"/>
                  <a:gd name="connsiteY59" fmla="*/ 530333 h 658157"/>
                  <a:gd name="connsiteX60" fmla="*/ 293723 w 465062"/>
                  <a:gd name="connsiteY60" fmla="*/ 497697 h 658157"/>
                  <a:gd name="connsiteX61" fmla="*/ 282845 w 465062"/>
                  <a:gd name="connsiteY61" fmla="*/ 462342 h 658157"/>
                  <a:gd name="connsiteX62" fmla="*/ 269246 w 465062"/>
                  <a:gd name="connsiteY62" fmla="*/ 424267 h 658157"/>
                  <a:gd name="connsiteX63" fmla="*/ 255648 w 465062"/>
                  <a:gd name="connsiteY63" fmla="*/ 391631 h 658157"/>
                  <a:gd name="connsiteX64" fmla="*/ 236610 w 465062"/>
                  <a:gd name="connsiteY64" fmla="*/ 367154 h 658157"/>
                  <a:gd name="connsiteX65" fmla="*/ 217573 w 465062"/>
                  <a:gd name="connsiteY65" fmla="*/ 361714 h 658157"/>
                  <a:gd name="connsiteX66" fmla="*/ 201255 w 465062"/>
                  <a:gd name="connsiteY66" fmla="*/ 361714 h 658157"/>
                  <a:gd name="connsiteX67" fmla="*/ 198535 w 465062"/>
                  <a:gd name="connsiteY67" fmla="*/ 367154 h 658157"/>
                  <a:gd name="connsiteX68" fmla="*/ 201255 w 465062"/>
                  <a:gd name="connsiteY68" fmla="*/ 388911 h 658157"/>
                  <a:gd name="connsiteX69" fmla="*/ 198535 w 465062"/>
                  <a:gd name="connsiteY69" fmla="*/ 426986 h 658157"/>
                  <a:gd name="connsiteX70" fmla="*/ 203975 w 465062"/>
                  <a:gd name="connsiteY70" fmla="*/ 478660 h 658157"/>
                  <a:gd name="connsiteX71" fmla="*/ 198535 w 465062"/>
                  <a:gd name="connsiteY71" fmla="*/ 552090 h 658157"/>
                  <a:gd name="connsiteX72" fmla="*/ 195816 w 465062"/>
                  <a:gd name="connsiteY72" fmla="*/ 576567 h 658157"/>
                  <a:gd name="connsiteX73" fmla="*/ 198535 w 465062"/>
                  <a:gd name="connsiteY73" fmla="*/ 592885 h 658157"/>
                  <a:gd name="connsiteX74" fmla="*/ 233891 w 465062"/>
                  <a:gd name="connsiteY74" fmla="*/ 592885 h 658157"/>
                  <a:gd name="connsiteX75" fmla="*/ 271966 w 465062"/>
                  <a:gd name="connsiteY75" fmla="*/ 611923 h 658157"/>
                  <a:gd name="connsiteX76" fmla="*/ 266527 w 465062"/>
                  <a:gd name="connsiteY76" fmla="*/ 628241 h 658157"/>
                  <a:gd name="connsiteX77" fmla="*/ 250209 w 465062"/>
                  <a:gd name="connsiteY77" fmla="*/ 636400 h 658157"/>
                  <a:gd name="connsiteX78" fmla="*/ 228451 w 465062"/>
                  <a:gd name="connsiteY78" fmla="*/ 639119 h 658157"/>
                  <a:gd name="connsiteX79" fmla="*/ 187657 w 465062"/>
                  <a:gd name="connsiteY79" fmla="*/ 639119 h 658157"/>
                  <a:gd name="connsiteX80" fmla="*/ 152301 w 465062"/>
                  <a:gd name="connsiteY80" fmla="*/ 652717 h 658157"/>
                  <a:gd name="connsiteX81" fmla="*/ 133263 w 465062"/>
                  <a:gd name="connsiteY81" fmla="*/ 655437 h 658157"/>
                  <a:gd name="connsiteX82" fmla="*/ 122385 w 465062"/>
                  <a:gd name="connsiteY82" fmla="*/ 652717 h 658157"/>
                  <a:gd name="connsiteX83" fmla="*/ 97908 w 465062"/>
                  <a:gd name="connsiteY83" fmla="*/ 639119 h 658157"/>
                  <a:gd name="connsiteX84" fmla="*/ 70711 w 465062"/>
                  <a:gd name="connsiteY84" fmla="*/ 639119 h 658157"/>
                  <a:gd name="connsiteX85" fmla="*/ 46234 w 465062"/>
                  <a:gd name="connsiteY85" fmla="*/ 639119 h 658157"/>
                  <a:gd name="connsiteX86" fmla="*/ 19038 w 465062"/>
                  <a:gd name="connsiteY86" fmla="*/ 630960 h 658157"/>
                  <a:gd name="connsiteX87" fmla="*/ 2720 w 465062"/>
                  <a:gd name="connsiteY87" fmla="*/ 614642 h 658157"/>
                  <a:gd name="connsiteX88" fmla="*/ 8159 w 465062"/>
                  <a:gd name="connsiteY88" fmla="*/ 606483 h 658157"/>
                  <a:gd name="connsiteX89" fmla="*/ 29916 w 465062"/>
                  <a:gd name="connsiteY89" fmla="*/ 598324 h 658157"/>
                  <a:gd name="connsiteX90" fmla="*/ 76151 w 465062"/>
                  <a:gd name="connsiteY90" fmla="*/ 592885 h 658157"/>
                  <a:gd name="connsiteX91" fmla="*/ 73431 w 465062"/>
                  <a:gd name="connsiteY91" fmla="*/ 573848 h 658157"/>
                  <a:gd name="connsiteX92" fmla="*/ 70711 w 465062"/>
                  <a:gd name="connsiteY92" fmla="*/ 500417 h 658157"/>
                  <a:gd name="connsiteX93" fmla="*/ 73431 w 465062"/>
                  <a:gd name="connsiteY93" fmla="*/ 437865 h 658157"/>
                  <a:gd name="connsiteX94" fmla="*/ 70711 w 465062"/>
                  <a:gd name="connsiteY94" fmla="*/ 369873 h 658157"/>
                  <a:gd name="connsiteX95" fmla="*/ 70711 w 465062"/>
                  <a:gd name="connsiteY95" fmla="*/ 293723 h 658157"/>
                  <a:gd name="connsiteX96" fmla="*/ 73431 w 465062"/>
                  <a:gd name="connsiteY96" fmla="*/ 212133 h 658157"/>
                  <a:gd name="connsiteX97" fmla="*/ 76151 w 465062"/>
                  <a:gd name="connsiteY97" fmla="*/ 155021 h 658157"/>
                  <a:gd name="connsiteX98" fmla="*/ 76151 w 465062"/>
                  <a:gd name="connsiteY98" fmla="*/ 119665 h 658157"/>
                  <a:gd name="connsiteX99" fmla="*/ 78870 w 465062"/>
                  <a:gd name="connsiteY99" fmla="*/ 84310 h 658157"/>
                  <a:gd name="connsiteX100" fmla="*/ 76151 w 465062"/>
                  <a:gd name="connsiteY100" fmla="*/ 62552 h 658157"/>
                  <a:gd name="connsiteX101" fmla="*/ 67992 w 465062"/>
                  <a:gd name="connsiteY101" fmla="*/ 62552 h 658157"/>
                  <a:gd name="connsiteX102" fmla="*/ 43515 w 465062"/>
                  <a:gd name="connsiteY102" fmla="*/ 62552 h 658157"/>
                  <a:gd name="connsiteX103" fmla="*/ 16318 w 465062"/>
                  <a:gd name="connsiteY103" fmla="*/ 57113 h 658157"/>
                  <a:gd name="connsiteX104" fmla="*/ 0 w 465062"/>
                  <a:gd name="connsiteY104" fmla="*/ 40795 h 658157"/>
                  <a:gd name="connsiteX105" fmla="*/ 5439 w 465062"/>
                  <a:gd name="connsiteY105" fmla="*/ 32636 h 658157"/>
                  <a:gd name="connsiteX106" fmla="*/ 27197 w 465062"/>
                  <a:gd name="connsiteY106" fmla="*/ 24477 h 658157"/>
                  <a:gd name="connsiteX107" fmla="*/ 76151 w 465062"/>
                  <a:gd name="connsiteY107" fmla="*/ 19038 h 658157"/>
                  <a:gd name="connsiteX108" fmla="*/ 78870 w 465062"/>
                  <a:gd name="connsiteY108" fmla="*/ 13598 h 658157"/>
                  <a:gd name="connsiteX109" fmla="*/ 95188 w 465062"/>
                  <a:gd name="connsiteY109" fmla="*/ 5440 h 658157"/>
                  <a:gd name="connsiteX110" fmla="*/ 111506 w 465062"/>
                  <a:gd name="connsiteY110" fmla="*/ 0 h 6581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</a:cxnLst>
                <a:rect l="l" t="t" r="r" b="b"/>
                <a:pathLst>
                  <a:path w="465062" h="658157">
                    <a:moveTo>
                      <a:pt x="193096" y="59832"/>
                    </a:moveTo>
                    <a:cubicBezTo>
                      <a:pt x="193096" y="73430"/>
                      <a:pt x="193096" y="89748"/>
                      <a:pt x="193096" y="114226"/>
                    </a:cubicBezTo>
                    <a:cubicBezTo>
                      <a:pt x="193096" y="144142"/>
                      <a:pt x="195816" y="176778"/>
                      <a:pt x="198536" y="209414"/>
                    </a:cubicBezTo>
                    <a:cubicBezTo>
                      <a:pt x="198536" y="247489"/>
                      <a:pt x="201255" y="277406"/>
                      <a:pt x="201255" y="282845"/>
                    </a:cubicBezTo>
                    <a:cubicBezTo>
                      <a:pt x="201255" y="293723"/>
                      <a:pt x="203975" y="304602"/>
                      <a:pt x="203975" y="315481"/>
                    </a:cubicBezTo>
                    <a:cubicBezTo>
                      <a:pt x="203975" y="318200"/>
                      <a:pt x="203975" y="318200"/>
                      <a:pt x="203975" y="320920"/>
                    </a:cubicBezTo>
                    <a:cubicBezTo>
                      <a:pt x="203975" y="326359"/>
                      <a:pt x="206695" y="329079"/>
                      <a:pt x="212134" y="329079"/>
                    </a:cubicBezTo>
                    <a:cubicBezTo>
                      <a:pt x="214854" y="329079"/>
                      <a:pt x="220293" y="329079"/>
                      <a:pt x="223013" y="329079"/>
                    </a:cubicBezTo>
                    <a:cubicBezTo>
                      <a:pt x="228452" y="329079"/>
                      <a:pt x="233891" y="329079"/>
                      <a:pt x="239331" y="329079"/>
                    </a:cubicBezTo>
                    <a:cubicBezTo>
                      <a:pt x="252929" y="329079"/>
                      <a:pt x="271967" y="323640"/>
                      <a:pt x="280126" y="312761"/>
                    </a:cubicBezTo>
                    <a:cubicBezTo>
                      <a:pt x="288284" y="304602"/>
                      <a:pt x="291004" y="299163"/>
                      <a:pt x="296443" y="288284"/>
                    </a:cubicBezTo>
                    <a:cubicBezTo>
                      <a:pt x="299163" y="277406"/>
                      <a:pt x="301883" y="269247"/>
                      <a:pt x="304602" y="258368"/>
                    </a:cubicBezTo>
                    <a:cubicBezTo>
                      <a:pt x="307322" y="244770"/>
                      <a:pt x="310042" y="239330"/>
                      <a:pt x="312761" y="225732"/>
                    </a:cubicBezTo>
                    <a:cubicBezTo>
                      <a:pt x="315481" y="212134"/>
                      <a:pt x="315481" y="209414"/>
                      <a:pt x="315481" y="195816"/>
                    </a:cubicBezTo>
                    <a:cubicBezTo>
                      <a:pt x="315481" y="179498"/>
                      <a:pt x="315481" y="184937"/>
                      <a:pt x="318201" y="168619"/>
                    </a:cubicBezTo>
                    <a:cubicBezTo>
                      <a:pt x="312761" y="152302"/>
                      <a:pt x="312761" y="149582"/>
                      <a:pt x="312761" y="135983"/>
                    </a:cubicBezTo>
                    <a:cubicBezTo>
                      <a:pt x="312761" y="133264"/>
                      <a:pt x="312761" y="127825"/>
                      <a:pt x="312761" y="122385"/>
                    </a:cubicBezTo>
                    <a:cubicBezTo>
                      <a:pt x="312761" y="111507"/>
                      <a:pt x="301883" y="95188"/>
                      <a:pt x="293724" y="84309"/>
                    </a:cubicBezTo>
                    <a:cubicBezTo>
                      <a:pt x="288284" y="78870"/>
                      <a:pt x="285565" y="76150"/>
                      <a:pt x="280126" y="73430"/>
                    </a:cubicBezTo>
                    <a:cubicBezTo>
                      <a:pt x="271967" y="67991"/>
                      <a:pt x="266527" y="65271"/>
                      <a:pt x="258368" y="62552"/>
                    </a:cubicBezTo>
                    <a:cubicBezTo>
                      <a:pt x="244770" y="59832"/>
                      <a:pt x="228452" y="59832"/>
                      <a:pt x="217573" y="59832"/>
                    </a:cubicBezTo>
                    <a:close/>
                    <a:moveTo>
                      <a:pt x="111506" y="0"/>
                    </a:moveTo>
                    <a:cubicBezTo>
                      <a:pt x="114226" y="0"/>
                      <a:pt x="122385" y="0"/>
                      <a:pt x="127824" y="0"/>
                    </a:cubicBezTo>
                    <a:cubicBezTo>
                      <a:pt x="135983" y="0"/>
                      <a:pt x="146862" y="2720"/>
                      <a:pt x="157741" y="5440"/>
                    </a:cubicBezTo>
                    <a:cubicBezTo>
                      <a:pt x="168619" y="8159"/>
                      <a:pt x="176778" y="10879"/>
                      <a:pt x="179497" y="16318"/>
                    </a:cubicBezTo>
                    <a:cubicBezTo>
                      <a:pt x="193096" y="16318"/>
                      <a:pt x="201255" y="16318"/>
                      <a:pt x="209414" y="16318"/>
                    </a:cubicBezTo>
                    <a:cubicBezTo>
                      <a:pt x="220292" y="16318"/>
                      <a:pt x="231171" y="16318"/>
                      <a:pt x="247489" y="16318"/>
                    </a:cubicBezTo>
                    <a:cubicBezTo>
                      <a:pt x="250209" y="16318"/>
                      <a:pt x="258368" y="16318"/>
                      <a:pt x="266527" y="16318"/>
                    </a:cubicBezTo>
                    <a:cubicBezTo>
                      <a:pt x="277405" y="16318"/>
                      <a:pt x="291004" y="21758"/>
                      <a:pt x="312761" y="27197"/>
                    </a:cubicBezTo>
                    <a:cubicBezTo>
                      <a:pt x="320920" y="29917"/>
                      <a:pt x="329079" y="35356"/>
                      <a:pt x="337238" y="38075"/>
                    </a:cubicBezTo>
                    <a:cubicBezTo>
                      <a:pt x="342677" y="40795"/>
                      <a:pt x="353556" y="48954"/>
                      <a:pt x="364434" y="54393"/>
                    </a:cubicBezTo>
                    <a:cubicBezTo>
                      <a:pt x="375313" y="62552"/>
                      <a:pt x="386192" y="67992"/>
                      <a:pt x="386192" y="73431"/>
                    </a:cubicBezTo>
                    <a:cubicBezTo>
                      <a:pt x="391631" y="84310"/>
                      <a:pt x="402510" y="92469"/>
                      <a:pt x="407949" y="103347"/>
                    </a:cubicBezTo>
                    <a:cubicBezTo>
                      <a:pt x="413388" y="116945"/>
                      <a:pt x="416108" y="130544"/>
                      <a:pt x="416108" y="141422"/>
                    </a:cubicBezTo>
                    <a:cubicBezTo>
                      <a:pt x="416108" y="152301"/>
                      <a:pt x="418828" y="157740"/>
                      <a:pt x="418828" y="163179"/>
                    </a:cubicBezTo>
                    <a:cubicBezTo>
                      <a:pt x="418828" y="165899"/>
                      <a:pt x="418828" y="168619"/>
                      <a:pt x="418828" y="171339"/>
                    </a:cubicBezTo>
                    <a:cubicBezTo>
                      <a:pt x="418828" y="174058"/>
                      <a:pt x="421547" y="182217"/>
                      <a:pt x="421547" y="187656"/>
                    </a:cubicBezTo>
                    <a:cubicBezTo>
                      <a:pt x="421547" y="193096"/>
                      <a:pt x="418828" y="201255"/>
                      <a:pt x="418828" y="206694"/>
                    </a:cubicBezTo>
                    <a:cubicBezTo>
                      <a:pt x="418828" y="217573"/>
                      <a:pt x="418828" y="223012"/>
                      <a:pt x="416108" y="233891"/>
                    </a:cubicBezTo>
                    <a:cubicBezTo>
                      <a:pt x="413388" y="244769"/>
                      <a:pt x="410668" y="255648"/>
                      <a:pt x="405229" y="263807"/>
                    </a:cubicBezTo>
                    <a:cubicBezTo>
                      <a:pt x="402510" y="269246"/>
                      <a:pt x="397070" y="269246"/>
                      <a:pt x="394351" y="274686"/>
                    </a:cubicBezTo>
                    <a:cubicBezTo>
                      <a:pt x="391631" y="277405"/>
                      <a:pt x="391631" y="282844"/>
                      <a:pt x="388912" y="285564"/>
                    </a:cubicBezTo>
                    <a:cubicBezTo>
                      <a:pt x="383472" y="291003"/>
                      <a:pt x="375313" y="301882"/>
                      <a:pt x="369874" y="304602"/>
                    </a:cubicBezTo>
                    <a:cubicBezTo>
                      <a:pt x="367154" y="307321"/>
                      <a:pt x="361715" y="307321"/>
                      <a:pt x="358995" y="310041"/>
                    </a:cubicBezTo>
                    <a:cubicBezTo>
                      <a:pt x="356275" y="312761"/>
                      <a:pt x="350836" y="318200"/>
                      <a:pt x="348117" y="320920"/>
                    </a:cubicBezTo>
                    <a:cubicBezTo>
                      <a:pt x="339958" y="326359"/>
                      <a:pt x="334518" y="334518"/>
                      <a:pt x="326359" y="339957"/>
                    </a:cubicBezTo>
                    <a:cubicBezTo>
                      <a:pt x="320920" y="342677"/>
                      <a:pt x="312761" y="342677"/>
                      <a:pt x="312761" y="353555"/>
                    </a:cubicBezTo>
                    <a:cubicBezTo>
                      <a:pt x="312761" y="361714"/>
                      <a:pt x="334518" y="372593"/>
                      <a:pt x="337238" y="380752"/>
                    </a:cubicBezTo>
                    <a:cubicBezTo>
                      <a:pt x="345397" y="394350"/>
                      <a:pt x="353556" y="407948"/>
                      <a:pt x="358995" y="421547"/>
                    </a:cubicBezTo>
                    <a:cubicBezTo>
                      <a:pt x="364434" y="435145"/>
                      <a:pt x="367154" y="446024"/>
                      <a:pt x="372593" y="459622"/>
                    </a:cubicBezTo>
                    <a:cubicBezTo>
                      <a:pt x="378033" y="478660"/>
                      <a:pt x="383472" y="494978"/>
                      <a:pt x="386192" y="514015"/>
                    </a:cubicBezTo>
                    <a:cubicBezTo>
                      <a:pt x="391631" y="533053"/>
                      <a:pt x="402510" y="549371"/>
                      <a:pt x="407949" y="568408"/>
                    </a:cubicBezTo>
                    <a:cubicBezTo>
                      <a:pt x="410668" y="579287"/>
                      <a:pt x="416108" y="590165"/>
                      <a:pt x="421547" y="598324"/>
                    </a:cubicBezTo>
                    <a:cubicBezTo>
                      <a:pt x="435146" y="614642"/>
                      <a:pt x="443305" y="622801"/>
                      <a:pt x="451463" y="628241"/>
                    </a:cubicBezTo>
                    <a:cubicBezTo>
                      <a:pt x="456903" y="630960"/>
                      <a:pt x="465062" y="636400"/>
                      <a:pt x="465062" y="644559"/>
                    </a:cubicBezTo>
                    <a:cubicBezTo>
                      <a:pt x="465062" y="647278"/>
                      <a:pt x="465062" y="647278"/>
                      <a:pt x="462342" y="649998"/>
                    </a:cubicBezTo>
                    <a:cubicBezTo>
                      <a:pt x="456903" y="655437"/>
                      <a:pt x="446024" y="658157"/>
                      <a:pt x="437865" y="658157"/>
                    </a:cubicBezTo>
                    <a:cubicBezTo>
                      <a:pt x="413388" y="658157"/>
                      <a:pt x="378033" y="641839"/>
                      <a:pt x="361715" y="622801"/>
                    </a:cubicBezTo>
                    <a:cubicBezTo>
                      <a:pt x="345397" y="606483"/>
                      <a:pt x="334518" y="584726"/>
                      <a:pt x="320920" y="565689"/>
                    </a:cubicBezTo>
                    <a:cubicBezTo>
                      <a:pt x="315480" y="554810"/>
                      <a:pt x="310041" y="543931"/>
                      <a:pt x="304602" y="530333"/>
                    </a:cubicBezTo>
                    <a:cubicBezTo>
                      <a:pt x="299163" y="519454"/>
                      <a:pt x="296443" y="508576"/>
                      <a:pt x="293723" y="497697"/>
                    </a:cubicBezTo>
                    <a:cubicBezTo>
                      <a:pt x="291004" y="486819"/>
                      <a:pt x="288284" y="473220"/>
                      <a:pt x="282845" y="462342"/>
                    </a:cubicBezTo>
                    <a:cubicBezTo>
                      <a:pt x="280125" y="448743"/>
                      <a:pt x="274686" y="437865"/>
                      <a:pt x="269246" y="424267"/>
                    </a:cubicBezTo>
                    <a:cubicBezTo>
                      <a:pt x="266527" y="416108"/>
                      <a:pt x="261087" y="402509"/>
                      <a:pt x="255648" y="391631"/>
                    </a:cubicBezTo>
                    <a:cubicBezTo>
                      <a:pt x="250209" y="380752"/>
                      <a:pt x="244770" y="375313"/>
                      <a:pt x="236610" y="367154"/>
                    </a:cubicBezTo>
                    <a:cubicBezTo>
                      <a:pt x="231171" y="361714"/>
                      <a:pt x="223012" y="361714"/>
                      <a:pt x="217573" y="361714"/>
                    </a:cubicBezTo>
                    <a:cubicBezTo>
                      <a:pt x="212134" y="361714"/>
                      <a:pt x="206694" y="361714"/>
                      <a:pt x="201255" y="361714"/>
                    </a:cubicBezTo>
                    <a:cubicBezTo>
                      <a:pt x="198535" y="361714"/>
                      <a:pt x="198535" y="364434"/>
                      <a:pt x="198535" y="367154"/>
                    </a:cubicBezTo>
                    <a:cubicBezTo>
                      <a:pt x="198535" y="375313"/>
                      <a:pt x="201255" y="386191"/>
                      <a:pt x="201255" y="388911"/>
                    </a:cubicBezTo>
                    <a:cubicBezTo>
                      <a:pt x="201255" y="402509"/>
                      <a:pt x="198535" y="413388"/>
                      <a:pt x="198535" y="426986"/>
                    </a:cubicBezTo>
                    <a:cubicBezTo>
                      <a:pt x="198535" y="446024"/>
                      <a:pt x="203975" y="456902"/>
                      <a:pt x="203975" y="478660"/>
                    </a:cubicBezTo>
                    <a:cubicBezTo>
                      <a:pt x="203975" y="503136"/>
                      <a:pt x="201255" y="527613"/>
                      <a:pt x="198535" y="552090"/>
                    </a:cubicBezTo>
                    <a:cubicBezTo>
                      <a:pt x="198535" y="560249"/>
                      <a:pt x="195816" y="568408"/>
                      <a:pt x="195816" y="576567"/>
                    </a:cubicBezTo>
                    <a:cubicBezTo>
                      <a:pt x="195816" y="582006"/>
                      <a:pt x="195816" y="587446"/>
                      <a:pt x="198535" y="592885"/>
                    </a:cubicBezTo>
                    <a:cubicBezTo>
                      <a:pt x="212134" y="592885"/>
                      <a:pt x="225732" y="592885"/>
                      <a:pt x="233891" y="592885"/>
                    </a:cubicBezTo>
                    <a:cubicBezTo>
                      <a:pt x="247489" y="592885"/>
                      <a:pt x="271966" y="592885"/>
                      <a:pt x="271966" y="611923"/>
                    </a:cubicBezTo>
                    <a:cubicBezTo>
                      <a:pt x="271966" y="620082"/>
                      <a:pt x="269246" y="622801"/>
                      <a:pt x="266527" y="628241"/>
                    </a:cubicBezTo>
                    <a:cubicBezTo>
                      <a:pt x="261087" y="633680"/>
                      <a:pt x="255648" y="636400"/>
                      <a:pt x="250209" y="636400"/>
                    </a:cubicBezTo>
                    <a:cubicBezTo>
                      <a:pt x="239330" y="639119"/>
                      <a:pt x="233891" y="639119"/>
                      <a:pt x="228451" y="639119"/>
                    </a:cubicBezTo>
                    <a:cubicBezTo>
                      <a:pt x="223012" y="639119"/>
                      <a:pt x="206694" y="639119"/>
                      <a:pt x="187657" y="639119"/>
                    </a:cubicBezTo>
                    <a:cubicBezTo>
                      <a:pt x="176778" y="647278"/>
                      <a:pt x="163180" y="649998"/>
                      <a:pt x="152301" y="652717"/>
                    </a:cubicBezTo>
                    <a:cubicBezTo>
                      <a:pt x="146862" y="652717"/>
                      <a:pt x="138703" y="655437"/>
                      <a:pt x="133263" y="655437"/>
                    </a:cubicBezTo>
                    <a:cubicBezTo>
                      <a:pt x="130544" y="655437"/>
                      <a:pt x="125104" y="655437"/>
                      <a:pt x="122385" y="652717"/>
                    </a:cubicBezTo>
                    <a:cubicBezTo>
                      <a:pt x="114226" y="649998"/>
                      <a:pt x="103347" y="644559"/>
                      <a:pt x="97908" y="639119"/>
                    </a:cubicBezTo>
                    <a:cubicBezTo>
                      <a:pt x="87029" y="639119"/>
                      <a:pt x="78870" y="639119"/>
                      <a:pt x="70711" y="639119"/>
                    </a:cubicBezTo>
                    <a:cubicBezTo>
                      <a:pt x="62552" y="639119"/>
                      <a:pt x="54393" y="639119"/>
                      <a:pt x="46234" y="639119"/>
                    </a:cubicBezTo>
                    <a:cubicBezTo>
                      <a:pt x="38075" y="639119"/>
                      <a:pt x="27197" y="633680"/>
                      <a:pt x="19038" y="630960"/>
                    </a:cubicBezTo>
                    <a:cubicBezTo>
                      <a:pt x="10879" y="628241"/>
                      <a:pt x="2720" y="620082"/>
                      <a:pt x="2720" y="614642"/>
                    </a:cubicBezTo>
                    <a:cubicBezTo>
                      <a:pt x="2720" y="611923"/>
                      <a:pt x="2720" y="609203"/>
                      <a:pt x="8159" y="606483"/>
                    </a:cubicBezTo>
                    <a:cubicBezTo>
                      <a:pt x="13599" y="603764"/>
                      <a:pt x="24477" y="601044"/>
                      <a:pt x="29916" y="598324"/>
                    </a:cubicBezTo>
                    <a:cubicBezTo>
                      <a:pt x="43515" y="595605"/>
                      <a:pt x="62552" y="595605"/>
                      <a:pt x="76151" y="592885"/>
                    </a:cubicBezTo>
                    <a:cubicBezTo>
                      <a:pt x="76151" y="587446"/>
                      <a:pt x="73431" y="582006"/>
                      <a:pt x="73431" y="573848"/>
                    </a:cubicBezTo>
                    <a:cubicBezTo>
                      <a:pt x="73431" y="565689"/>
                      <a:pt x="70711" y="516735"/>
                      <a:pt x="70711" y="500417"/>
                    </a:cubicBezTo>
                    <a:cubicBezTo>
                      <a:pt x="70711" y="481379"/>
                      <a:pt x="73431" y="456902"/>
                      <a:pt x="73431" y="437865"/>
                    </a:cubicBezTo>
                    <a:cubicBezTo>
                      <a:pt x="73431" y="416108"/>
                      <a:pt x="70711" y="391631"/>
                      <a:pt x="70711" y="369873"/>
                    </a:cubicBezTo>
                    <a:cubicBezTo>
                      <a:pt x="70711" y="345397"/>
                      <a:pt x="70711" y="318200"/>
                      <a:pt x="70711" y="293723"/>
                    </a:cubicBezTo>
                    <a:cubicBezTo>
                      <a:pt x="70711" y="266526"/>
                      <a:pt x="73431" y="239330"/>
                      <a:pt x="73431" y="212133"/>
                    </a:cubicBezTo>
                    <a:cubicBezTo>
                      <a:pt x="73431" y="187656"/>
                      <a:pt x="76151" y="179498"/>
                      <a:pt x="76151" y="155021"/>
                    </a:cubicBezTo>
                    <a:cubicBezTo>
                      <a:pt x="76151" y="144142"/>
                      <a:pt x="76151" y="130544"/>
                      <a:pt x="76151" y="119665"/>
                    </a:cubicBezTo>
                    <a:cubicBezTo>
                      <a:pt x="76151" y="106067"/>
                      <a:pt x="78870" y="95188"/>
                      <a:pt x="78870" y="84310"/>
                    </a:cubicBezTo>
                    <a:cubicBezTo>
                      <a:pt x="78870" y="78870"/>
                      <a:pt x="78870" y="70711"/>
                      <a:pt x="76151" y="62552"/>
                    </a:cubicBezTo>
                    <a:cubicBezTo>
                      <a:pt x="76151" y="62552"/>
                      <a:pt x="73431" y="62552"/>
                      <a:pt x="67992" y="62552"/>
                    </a:cubicBezTo>
                    <a:cubicBezTo>
                      <a:pt x="59833" y="62552"/>
                      <a:pt x="51674" y="62552"/>
                      <a:pt x="43515" y="62552"/>
                    </a:cubicBezTo>
                    <a:cubicBezTo>
                      <a:pt x="35356" y="62552"/>
                      <a:pt x="24477" y="59833"/>
                      <a:pt x="16318" y="57113"/>
                    </a:cubicBezTo>
                    <a:cubicBezTo>
                      <a:pt x="8159" y="54393"/>
                      <a:pt x="0" y="43515"/>
                      <a:pt x="0" y="40795"/>
                    </a:cubicBezTo>
                    <a:cubicBezTo>
                      <a:pt x="0" y="38075"/>
                      <a:pt x="0" y="35356"/>
                      <a:pt x="5439" y="32636"/>
                    </a:cubicBezTo>
                    <a:cubicBezTo>
                      <a:pt x="10879" y="29917"/>
                      <a:pt x="21758" y="27197"/>
                      <a:pt x="27197" y="24477"/>
                    </a:cubicBezTo>
                    <a:cubicBezTo>
                      <a:pt x="46234" y="21758"/>
                      <a:pt x="62552" y="19038"/>
                      <a:pt x="76151" y="19038"/>
                    </a:cubicBezTo>
                    <a:cubicBezTo>
                      <a:pt x="76151" y="16318"/>
                      <a:pt x="78870" y="16318"/>
                      <a:pt x="78870" y="13598"/>
                    </a:cubicBezTo>
                    <a:cubicBezTo>
                      <a:pt x="84309" y="10879"/>
                      <a:pt x="89749" y="8159"/>
                      <a:pt x="95188" y="5440"/>
                    </a:cubicBezTo>
                    <a:cubicBezTo>
                      <a:pt x="100628" y="2720"/>
                      <a:pt x="106067" y="0"/>
                      <a:pt x="111506" y="0"/>
                    </a:cubicBezTo>
                    <a:close/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7" name="Freeform: Shape 49">
                <a:extLst>
                  <a:ext uri="{FF2B5EF4-FFF2-40B4-BE49-F238E27FC236}">
                    <a16:creationId xmlns:a16="http://schemas.microsoft.com/office/drawing/2014/main" id="{15B3C46B-23C9-2041-907B-A68A381A6CE0}"/>
                  </a:ext>
                </a:extLst>
              </p:cNvPr>
              <p:cNvSpPr/>
              <p:nvPr/>
            </p:nvSpPr>
            <p:spPr>
              <a:xfrm>
                <a:off x="8346812" y="4186718"/>
                <a:ext cx="353556" cy="761503"/>
              </a:xfrm>
              <a:custGeom>
                <a:avLst/>
                <a:gdLst>
                  <a:gd name="connsiteX0" fmla="*/ 283910 w 353555"/>
                  <a:gd name="connsiteY0" fmla="*/ 672820 h 761503"/>
                  <a:gd name="connsiteX1" fmla="*/ 321985 w 353555"/>
                  <a:gd name="connsiteY1" fmla="*/ 689138 h 761503"/>
                  <a:gd name="connsiteX2" fmla="*/ 316546 w 353555"/>
                  <a:gd name="connsiteY2" fmla="*/ 705456 h 761503"/>
                  <a:gd name="connsiteX3" fmla="*/ 300228 w 353555"/>
                  <a:gd name="connsiteY3" fmla="*/ 713615 h 761503"/>
                  <a:gd name="connsiteX4" fmla="*/ 278471 w 353555"/>
                  <a:gd name="connsiteY4" fmla="*/ 716335 h 761503"/>
                  <a:gd name="connsiteX5" fmla="*/ 237676 w 353555"/>
                  <a:gd name="connsiteY5" fmla="*/ 716335 h 761503"/>
                  <a:gd name="connsiteX6" fmla="*/ 180563 w 353555"/>
                  <a:gd name="connsiteY6" fmla="*/ 719054 h 761503"/>
                  <a:gd name="connsiteX7" fmla="*/ 126170 w 353555"/>
                  <a:gd name="connsiteY7" fmla="*/ 719054 h 761503"/>
                  <a:gd name="connsiteX8" fmla="*/ 101693 w 353555"/>
                  <a:gd name="connsiteY8" fmla="*/ 719054 h 761503"/>
                  <a:gd name="connsiteX9" fmla="*/ 74496 w 353555"/>
                  <a:gd name="connsiteY9" fmla="*/ 713615 h 761503"/>
                  <a:gd name="connsiteX10" fmla="*/ 58178 w 353555"/>
                  <a:gd name="connsiteY10" fmla="*/ 697297 h 761503"/>
                  <a:gd name="connsiteX11" fmla="*/ 63618 w 353555"/>
                  <a:gd name="connsiteY11" fmla="*/ 689138 h 761503"/>
                  <a:gd name="connsiteX12" fmla="*/ 85375 w 353555"/>
                  <a:gd name="connsiteY12" fmla="*/ 680979 h 761503"/>
                  <a:gd name="connsiteX13" fmla="*/ 131609 w 353555"/>
                  <a:gd name="connsiteY13" fmla="*/ 675540 h 761503"/>
                  <a:gd name="connsiteX14" fmla="*/ 142488 w 353555"/>
                  <a:gd name="connsiteY14" fmla="*/ 675540 h 761503"/>
                  <a:gd name="connsiteX15" fmla="*/ 131609 w 353555"/>
                  <a:gd name="connsiteY15" fmla="*/ 653783 h 761503"/>
                  <a:gd name="connsiteX16" fmla="*/ 128890 w 353555"/>
                  <a:gd name="connsiteY16" fmla="*/ 640184 h 761503"/>
                  <a:gd name="connsiteX17" fmla="*/ 128890 w 353555"/>
                  <a:gd name="connsiteY17" fmla="*/ 629306 h 761503"/>
                  <a:gd name="connsiteX18" fmla="*/ 128890 w 353555"/>
                  <a:gd name="connsiteY18" fmla="*/ 621147 h 761503"/>
                  <a:gd name="connsiteX19" fmla="*/ 128890 w 353555"/>
                  <a:gd name="connsiteY19" fmla="*/ 593950 h 761503"/>
                  <a:gd name="connsiteX20" fmla="*/ 128890 w 353555"/>
                  <a:gd name="connsiteY20" fmla="*/ 583072 h 761503"/>
                  <a:gd name="connsiteX21" fmla="*/ 128890 w 353555"/>
                  <a:gd name="connsiteY21" fmla="*/ 436210 h 761503"/>
                  <a:gd name="connsiteX22" fmla="*/ 128890 w 353555"/>
                  <a:gd name="connsiteY22" fmla="*/ 357340 h 761503"/>
                  <a:gd name="connsiteX23" fmla="*/ 131609 w 353555"/>
                  <a:gd name="connsiteY23" fmla="*/ 289349 h 761503"/>
                  <a:gd name="connsiteX24" fmla="*/ 131609 w 353555"/>
                  <a:gd name="connsiteY24" fmla="*/ 251274 h 761503"/>
                  <a:gd name="connsiteX25" fmla="*/ 131609 w 353555"/>
                  <a:gd name="connsiteY25" fmla="*/ 205040 h 761503"/>
                  <a:gd name="connsiteX26" fmla="*/ 131609 w 353555"/>
                  <a:gd name="connsiteY26" fmla="*/ 139768 h 761503"/>
                  <a:gd name="connsiteX27" fmla="*/ 131609 w 353555"/>
                  <a:gd name="connsiteY27" fmla="*/ 128889 h 761503"/>
                  <a:gd name="connsiteX28" fmla="*/ 126170 w 353555"/>
                  <a:gd name="connsiteY28" fmla="*/ 128889 h 761503"/>
                  <a:gd name="connsiteX29" fmla="*/ 101693 w 353555"/>
                  <a:gd name="connsiteY29" fmla="*/ 128889 h 761503"/>
                  <a:gd name="connsiteX30" fmla="*/ 74496 w 353555"/>
                  <a:gd name="connsiteY30" fmla="*/ 123450 h 761503"/>
                  <a:gd name="connsiteX31" fmla="*/ 58178 w 353555"/>
                  <a:gd name="connsiteY31" fmla="*/ 107132 h 761503"/>
                  <a:gd name="connsiteX32" fmla="*/ 60898 w 353555"/>
                  <a:gd name="connsiteY32" fmla="*/ 98973 h 761503"/>
                  <a:gd name="connsiteX33" fmla="*/ 82655 w 353555"/>
                  <a:gd name="connsiteY33" fmla="*/ 93534 h 761503"/>
                  <a:gd name="connsiteX34" fmla="*/ 131609 w 353555"/>
                  <a:gd name="connsiteY34" fmla="*/ 88094 h 761503"/>
                  <a:gd name="connsiteX35" fmla="*/ 131609 w 353555"/>
                  <a:gd name="connsiteY35" fmla="*/ 82655 h 761503"/>
                  <a:gd name="connsiteX36" fmla="*/ 134329 w 353555"/>
                  <a:gd name="connsiteY36" fmla="*/ 71776 h 761503"/>
                  <a:gd name="connsiteX37" fmla="*/ 147927 w 353555"/>
                  <a:gd name="connsiteY37" fmla="*/ 63617 h 761503"/>
                  <a:gd name="connsiteX38" fmla="*/ 164245 w 353555"/>
                  <a:gd name="connsiteY38" fmla="*/ 58178 h 761503"/>
                  <a:gd name="connsiteX39" fmla="*/ 177843 w 353555"/>
                  <a:gd name="connsiteY39" fmla="*/ 58178 h 761503"/>
                  <a:gd name="connsiteX40" fmla="*/ 196881 w 353555"/>
                  <a:gd name="connsiteY40" fmla="*/ 60898 h 761503"/>
                  <a:gd name="connsiteX41" fmla="*/ 232237 w 353555"/>
                  <a:gd name="connsiteY41" fmla="*/ 88094 h 761503"/>
                  <a:gd name="connsiteX42" fmla="*/ 278471 w 353555"/>
                  <a:gd name="connsiteY42" fmla="*/ 88094 h 761503"/>
                  <a:gd name="connsiteX43" fmla="*/ 316546 w 353555"/>
                  <a:gd name="connsiteY43" fmla="*/ 104412 h 761503"/>
                  <a:gd name="connsiteX44" fmla="*/ 311107 w 353555"/>
                  <a:gd name="connsiteY44" fmla="*/ 120730 h 761503"/>
                  <a:gd name="connsiteX45" fmla="*/ 294789 w 353555"/>
                  <a:gd name="connsiteY45" fmla="*/ 128889 h 761503"/>
                  <a:gd name="connsiteX46" fmla="*/ 273032 w 353555"/>
                  <a:gd name="connsiteY46" fmla="*/ 131609 h 761503"/>
                  <a:gd name="connsiteX47" fmla="*/ 243115 w 353555"/>
                  <a:gd name="connsiteY47" fmla="*/ 131609 h 761503"/>
                  <a:gd name="connsiteX48" fmla="*/ 243115 w 353555"/>
                  <a:gd name="connsiteY48" fmla="*/ 134329 h 761503"/>
                  <a:gd name="connsiteX49" fmla="*/ 248554 w 353555"/>
                  <a:gd name="connsiteY49" fmla="*/ 169684 h 761503"/>
                  <a:gd name="connsiteX50" fmla="*/ 251274 w 353555"/>
                  <a:gd name="connsiteY50" fmla="*/ 205040 h 761503"/>
                  <a:gd name="connsiteX51" fmla="*/ 251274 w 353555"/>
                  <a:gd name="connsiteY51" fmla="*/ 240395 h 761503"/>
                  <a:gd name="connsiteX52" fmla="*/ 251274 w 353555"/>
                  <a:gd name="connsiteY52" fmla="*/ 256713 h 761503"/>
                  <a:gd name="connsiteX53" fmla="*/ 253994 w 353555"/>
                  <a:gd name="connsiteY53" fmla="*/ 270311 h 761503"/>
                  <a:gd name="connsiteX54" fmla="*/ 259433 w 353555"/>
                  <a:gd name="connsiteY54" fmla="*/ 343742 h 761503"/>
                  <a:gd name="connsiteX55" fmla="*/ 262153 w 353555"/>
                  <a:gd name="connsiteY55" fmla="*/ 425332 h 761503"/>
                  <a:gd name="connsiteX56" fmla="*/ 264872 w 353555"/>
                  <a:gd name="connsiteY56" fmla="*/ 490603 h 761503"/>
                  <a:gd name="connsiteX57" fmla="*/ 270312 w 353555"/>
                  <a:gd name="connsiteY57" fmla="*/ 564034 h 761503"/>
                  <a:gd name="connsiteX58" fmla="*/ 270312 w 353555"/>
                  <a:gd name="connsiteY58" fmla="*/ 599390 h 761503"/>
                  <a:gd name="connsiteX59" fmla="*/ 270312 w 353555"/>
                  <a:gd name="connsiteY59" fmla="*/ 637465 h 761503"/>
                  <a:gd name="connsiteX60" fmla="*/ 264872 w 353555"/>
                  <a:gd name="connsiteY60" fmla="*/ 670101 h 761503"/>
                  <a:gd name="connsiteX61" fmla="*/ 283910 w 353555"/>
                  <a:gd name="connsiteY61" fmla="*/ 672820 h 761503"/>
                  <a:gd name="connsiteX62" fmla="*/ 283910 w 353555"/>
                  <a:gd name="connsiteY62" fmla="*/ 672820 h 761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</a:cxnLst>
                <a:rect l="l" t="t" r="r" b="b"/>
                <a:pathLst>
                  <a:path w="353555" h="761503">
                    <a:moveTo>
                      <a:pt x="283910" y="672820"/>
                    </a:moveTo>
                    <a:cubicBezTo>
                      <a:pt x="297508" y="672820"/>
                      <a:pt x="321985" y="672820"/>
                      <a:pt x="321985" y="689138"/>
                    </a:cubicBezTo>
                    <a:cubicBezTo>
                      <a:pt x="321985" y="697297"/>
                      <a:pt x="319266" y="697297"/>
                      <a:pt x="316546" y="705456"/>
                    </a:cubicBezTo>
                    <a:cubicBezTo>
                      <a:pt x="311107" y="710895"/>
                      <a:pt x="305667" y="713615"/>
                      <a:pt x="300228" y="713615"/>
                    </a:cubicBezTo>
                    <a:cubicBezTo>
                      <a:pt x="292069" y="716335"/>
                      <a:pt x="283910" y="716335"/>
                      <a:pt x="278471" y="716335"/>
                    </a:cubicBezTo>
                    <a:cubicBezTo>
                      <a:pt x="275751" y="716335"/>
                      <a:pt x="256713" y="716335"/>
                      <a:pt x="237676" y="716335"/>
                    </a:cubicBezTo>
                    <a:cubicBezTo>
                      <a:pt x="213199" y="716335"/>
                      <a:pt x="186003" y="719054"/>
                      <a:pt x="180563" y="719054"/>
                    </a:cubicBezTo>
                    <a:cubicBezTo>
                      <a:pt x="166965" y="719054"/>
                      <a:pt x="142488" y="719054"/>
                      <a:pt x="126170" y="719054"/>
                    </a:cubicBezTo>
                    <a:cubicBezTo>
                      <a:pt x="118011" y="719054"/>
                      <a:pt x="109852" y="719054"/>
                      <a:pt x="101693" y="719054"/>
                    </a:cubicBezTo>
                    <a:cubicBezTo>
                      <a:pt x="93534" y="719054"/>
                      <a:pt x="82655" y="719054"/>
                      <a:pt x="74496" y="713615"/>
                    </a:cubicBezTo>
                    <a:cubicBezTo>
                      <a:pt x="66337" y="710895"/>
                      <a:pt x="58178" y="702736"/>
                      <a:pt x="58178" y="697297"/>
                    </a:cubicBezTo>
                    <a:cubicBezTo>
                      <a:pt x="58178" y="694578"/>
                      <a:pt x="58178" y="691858"/>
                      <a:pt x="63618" y="689138"/>
                    </a:cubicBezTo>
                    <a:cubicBezTo>
                      <a:pt x="69057" y="686418"/>
                      <a:pt x="79936" y="683699"/>
                      <a:pt x="85375" y="680979"/>
                    </a:cubicBezTo>
                    <a:cubicBezTo>
                      <a:pt x="104413" y="678260"/>
                      <a:pt x="123450" y="675540"/>
                      <a:pt x="131609" y="675540"/>
                    </a:cubicBezTo>
                    <a:cubicBezTo>
                      <a:pt x="134329" y="675540"/>
                      <a:pt x="137049" y="675540"/>
                      <a:pt x="142488" y="675540"/>
                    </a:cubicBezTo>
                    <a:cubicBezTo>
                      <a:pt x="134329" y="670101"/>
                      <a:pt x="131609" y="661942"/>
                      <a:pt x="131609" y="653783"/>
                    </a:cubicBezTo>
                    <a:cubicBezTo>
                      <a:pt x="131609" y="648343"/>
                      <a:pt x="131609" y="642904"/>
                      <a:pt x="128890" y="640184"/>
                    </a:cubicBezTo>
                    <a:cubicBezTo>
                      <a:pt x="128890" y="637465"/>
                      <a:pt x="128890" y="634745"/>
                      <a:pt x="128890" y="629306"/>
                    </a:cubicBezTo>
                    <a:cubicBezTo>
                      <a:pt x="128890" y="626586"/>
                      <a:pt x="128890" y="623867"/>
                      <a:pt x="128890" y="621147"/>
                    </a:cubicBezTo>
                    <a:cubicBezTo>
                      <a:pt x="128890" y="612988"/>
                      <a:pt x="128890" y="604829"/>
                      <a:pt x="128890" y="593950"/>
                    </a:cubicBezTo>
                    <a:cubicBezTo>
                      <a:pt x="128890" y="591231"/>
                      <a:pt x="128890" y="585791"/>
                      <a:pt x="128890" y="583072"/>
                    </a:cubicBezTo>
                    <a:cubicBezTo>
                      <a:pt x="128890" y="534118"/>
                      <a:pt x="131609" y="485164"/>
                      <a:pt x="128890" y="436210"/>
                    </a:cubicBezTo>
                    <a:cubicBezTo>
                      <a:pt x="128890" y="409014"/>
                      <a:pt x="128890" y="384537"/>
                      <a:pt x="128890" y="357340"/>
                    </a:cubicBezTo>
                    <a:cubicBezTo>
                      <a:pt x="128890" y="335583"/>
                      <a:pt x="131609" y="313826"/>
                      <a:pt x="131609" y="289349"/>
                    </a:cubicBezTo>
                    <a:cubicBezTo>
                      <a:pt x="131609" y="275751"/>
                      <a:pt x="131609" y="264872"/>
                      <a:pt x="131609" y="251274"/>
                    </a:cubicBezTo>
                    <a:cubicBezTo>
                      <a:pt x="131609" y="234956"/>
                      <a:pt x="131609" y="221357"/>
                      <a:pt x="131609" y="205040"/>
                    </a:cubicBezTo>
                    <a:cubicBezTo>
                      <a:pt x="131609" y="183282"/>
                      <a:pt x="131609" y="161525"/>
                      <a:pt x="131609" y="139768"/>
                    </a:cubicBezTo>
                    <a:cubicBezTo>
                      <a:pt x="131609" y="137048"/>
                      <a:pt x="131609" y="134329"/>
                      <a:pt x="131609" y="128889"/>
                    </a:cubicBezTo>
                    <a:cubicBezTo>
                      <a:pt x="128890" y="128889"/>
                      <a:pt x="126170" y="128889"/>
                      <a:pt x="126170" y="128889"/>
                    </a:cubicBezTo>
                    <a:cubicBezTo>
                      <a:pt x="118011" y="128889"/>
                      <a:pt x="109852" y="128889"/>
                      <a:pt x="101693" y="128889"/>
                    </a:cubicBezTo>
                    <a:cubicBezTo>
                      <a:pt x="93534" y="128889"/>
                      <a:pt x="82655" y="128889"/>
                      <a:pt x="74496" y="123450"/>
                    </a:cubicBezTo>
                    <a:cubicBezTo>
                      <a:pt x="66337" y="120730"/>
                      <a:pt x="58178" y="112571"/>
                      <a:pt x="58178" y="107132"/>
                    </a:cubicBezTo>
                    <a:cubicBezTo>
                      <a:pt x="58178" y="104412"/>
                      <a:pt x="58178" y="101693"/>
                      <a:pt x="60898" y="98973"/>
                    </a:cubicBezTo>
                    <a:cubicBezTo>
                      <a:pt x="63618" y="96253"/>
                      <a:pt x="77216" y="93534"/>
                      <a:pt x="82655" y="93534"/>
                    </a:cubicBezTo>
                    <a:cubicBezTo>
                      <a:pt x="98973" y="90814"/>
                      <a:pt x="123450" y="88094"/>
                      <a:pt x="131609" y="88094"/>
                    </a:cubicBezTo>
                    <a:cubicBezTo>
                      <a:pt x="131609" y="85375"/>
                      <a:pt x="131609" y="85375"/>
                      <a:pt x="131609" y="82655"/>
                    </a:cubicBezTo>
                    <a:cubicBezTo>
                      <a:pt x="131609" y="77216"/>
                      <a:pt x="131609" y="74496"/>
                      <a:pt x="134329" y="71776"/>
                    </a:cubicBezTo>
                    <a:cubicBezTo>
                      <a:pt x="137049" y="69057"/>
                      <a:pt x="145208" y="66337"/>
                      <a:pt x="147927" y="63617"/>
                    </a:cubicBezTo>
                    <a:cubicBezTo>
                      <a:pt x="153366" y="60898"/>
                      <a:pt x="158806" y="58178"/>
                      <a:pt x="164245" y="58178"/>
                    </a:cubicBezTo>
                    <a:cubicBezTo>
                      <a:pt x="169684" y="58178"/>
                      <a:pt x="175124" y="58178"/>
                      <a:pt x="177843" y="58178"/>
                    </a:cubicBezTo>
                    <a:cubicBezTo>
                      <a:pt x="183283" y="58178"/>
                      <a:pt x="191442" y="58178"/>
                      <a:pt x="196881" y="60898"/>
                    </a:cubicBezTo>
                    <a:cubicBezTo>
                      <a:pt x="213199" y="63617"/>
                      <a:pt x="224078" y="74496"/>
                      <a:pt x="232237" y="88094"/>
                    </a:cubicBezTo>
                    <a:cubicBezTo>
                      <a:pt x="253994" y="88094"/>
                      <a:pt x="270312" y="88094"/>
                      <a:pt x="278471" y="88094"/>
                    </a:cubicBezTo>
                    <a:cubicBezTo>
                      <a:pt x="292069" y="88094"/>
                      <a:pt x="316546" y="88094"/>
                      <a:pt x="316546" y="104412"/>
                    </a:cubicBezTo>
                    <a:cubicBezTo>
                      <a:pt x="316546" y="112571"/>
                      <a:pt x="313826" y="112571"/>
                      <a:pt x="311107" y="120730"/>
                    </a:cubicBezTo>
                    <a:cubicBezTo>
                      <a:pt x="305667" y="126170"/>
                      <a:pt x="300228" y="128889"/>
                      <a:pt x="294789" y="128889"/>
                    </a:cubicBezTo>
                    <a:cubicBezTo>
                      <a:pt x="286630" y="131609"/>
                      <a:pt x="278471" y="131609"/>
                      <a:pt x="273032" y="131609"/>
                    </a:cubicBezTo>
                    <a:cubicBezTo>
                      <a:pt x="270312" y="131609"/>
                      <a:pt x="259433" y="131609"/>
                      <a:pt x="243115" y="131609"/>
                    </a:cubicBezTo>
                    <a:lnTo>
                      <a:pt x="243115" y="134329"/>
                    </a:lnTo>
                    <a:cubicBezTo>
                      <a:pt x="245835" y="145207"/>
                      <a:pt x="245835" y="158805"/>
                      <a:pt x="248554" y="169684"/>
                    </a:cubicBezTo>
                    <a:cubicBezTo>
                      <a:pt x="251274" y="180563"/>
                      <a:pt x="251274" y="194161"/>
                      <a:pt x="251274" y="205040"/>
                    </a:cubicBezTo>
                    <a:cubicBezTo>
                      <a:pt x="251274" y="215918"/>
                      <a:pt x="251274" y="226797"/>
                      <a:pt x="251274" y="240395"/>
                    </a:cubicBezTo>
                    <a:cubicBezTo>
                      <a:pt x="251274" y="245834"/>
                      <a:pt x="251274" y="251274"/>
                      <a:pt x="251274" y="256713"/>
                    </a:cubicBezTo>
                    <a:cubicBezTo>
                      <a:pt x="251274" y="262152"/>
                      <a:pt x="251274" y="267592"/>
                      <a:pt x="253994" y="270311"/>
                    </a:cubicBezTo>
                    <a:cubicBezTo>
                      <a:pt x="256713" y="294788"/>
                      <a:pt x="256713" y="319265"/>
                      <a:pt x="259433" y="343742"/>
                    </a:cubicBezTo>
                    <a:cubicBezTo>
                      <a:pt x="259433" y="370939"/>
                      <a:pt x="262153" y="398135"/>
                      <a:pt x="262153" y="425332"/>
                    </a:cubicBezTo>
                    <a:cubicBezTo>
                      <a:pt x="262153" y="447089"/>
                      <a:pt x="262153" y="468846"/>
                      <a:pt x="264872" y="490603"/>
                    </a:cubicBezTo>
                    <a:cubicBezTo>
                      <a:pt x="264872" y="515080"/>
                      <a:pt x="270312" y="539557"/>
                      <a:pt x="270312" y="564034"/>
                    </a:cubicBezTo>
                    <a:cubicBezTo>
                      <a:pt x="270312" y="574913"/>
                      <a:pt x="270312" y="588511"/>
                      <a:pt x="270312" y="599390"/>
                    </a:cubicBezTo>
                    <a:cubicBezTo>
                      <a:pt x="270312" y="612988"/>
                      <a:pt x="270312" y="623867"/>
                      <a:pt x="270312" y="637465"/>
                    </a:cubicBezTo>
                    <a:cubicBezTo>
                      <a:pt x="270312" y="648343"/>
                      <a:pt x="270312" y="661942"/>
                      <a:pt x="264872" y="670101"/>
                    </a:cubicBezTo>
                    <a:cubicBezTo>
                      <a:pt x="273032" y="672820"/>
                      <a:pt x="278471" y="672820"/>
                      <a:pt x="283910" y="672820"/>
                    </a:cubicBezTo>
                    <a:lnTo>
                      <a:pt x="283910" y="672820"/>
                    </a:lnTo>
                    <a:close/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8" name="Freeform: Shape 50">
                <a:extLst>
                  <a:ext uri="{FF2B5EF4-FFF2-40B4-BE49-F238E27FC236}">
                    <a16:creationId xmlns:a16="http://schemas.microsoft.com/office/drawing/2014/main" id="{5B5E7F51-D044-D34C-AFC3-E9EF6605501B}"/>
                  </a:ext>
                </a:extLst>
              </p:cNvPr>
              <p:cNvSpPr/>
              <p:nvPr/>
            </p:nvSpPr>
            <p:spPr>
              <a:xfrm>
                <a:off x="8652924" y="4192158"/>
                <a:ext cx="516735" cy="788700"/>
              </a:xfrm>
              <a:custGeom>
                <a:avLst/>
                <a:gdLst>
                  <a:gd name="connsiteX0" fmla="*/ 464616 w 516735"/>
                  <a:gd name="connsiteY0" fmla="*/ 436210 h 788699"/>
                  <a:gd name="connsiteX1" fmla="*/ 445578 w 516735"/>
                  <a:gd name="connsiteY1" fmla="*/ 455248 h 788699"/>
                  <a:gd name="connsiteX2" fmla="*/ 404783 w 516735"/>
                  <a:gd name="connsiteY2" fmla="*/ 466126 h 788699"/>
                  <a:gd name="connsiteX3" fmla="*/ 385746 w 516735"/>
                  <a:gd name="connsiteY3" fmla="*/ 479725 h 788699"/>
                  <a:gd name="connsiteX4" fmla="*/ 388466 w 516735"/>
                  <a:gd name="connsiteY4" fmla="*/ 512361 h 788699"/>
                  <a:gd name="connsiteX5" fmla="*/ 388466 w 516735"/>
                  <a:gd name="connsiteY5" fmla="*/ 544997 h 788699"/>
                  <a:gd name="connsiteX6" fmla="*/ 388466 w 516735"/>
                  <a:gd name="connsiteY6" fmla="*/ 566754 h 788699"/>
                  <a:gd name="connsiteX7" fmla="*/ 391185 w 516735"/>
                  <a:gd name="connsiteY7" fmla="*/ 632026 h 788699"/>
                  <a:gd name="connsiteX8" fmla="*/ 393905 w 516735"/>
                  <a:gd name="connsiteY8" fmla="*/ 683699 h 788699"/>
                  <a:gd name="connsiteX9" fmla="*/ 377587 w 516735"/>
                  <a:gd name="connsiteY9" fmla="*/ 724494 h 788699"/>
                  <a:gd name="connsiteX10" fmla="*/ 361269 w 516735"/>
                  <a:gd name="connsiteY10" fmla="*/ 719054 h 788699"/>
                  <a:gd name="connsiteX11" fmla="*/ 353110 w 516735"/>
                  <a:gd name="connsiteY11" fmla="*/ 702737 h 788699"/>
                  <a:gd name="connsiteX12" fmla="*/ 350390 w 516735"/>
                  <a:gd name="connsiteY12" fmla="*/ 686419 h 788699"/>
                  <a:gd name="connsiteX13" fmla="*/ 353110 w 516735"/>
                  <a:gd name="connsiteY13" fmla="*/ 659222 h 788699"/>
                  <a:gd name="connsiteX14" fmla="*/ 353110 w 516735"/>
                  <a:gd name="connsiteY14" fmla="*/ 656502 h 788699"/>
                  <a:gd name="connsiteX15" fmla="*/ 317754 w 516735"/>
                  <a:gd name="connsiteY15" fmla="*/ 708176 h 788699"/>
                  <a:gd name="connsiteX16" fmla="*/ 241604 w 516735"/>
                  <a:gd name="connsiteY16" fmla="*/ 735372 h 788699"/>
                  <a:gd name="connsiteX17" fmla="*/ 187211 w 516735"/>
                  <a:gd name="connsiteY17" fmla="*/ 727214 h 788699"/>
                  <a:gd name="connsiteX18" fmla="*/ 135537 w 516735"/>
                  <a:gd name="connsiteY18" fmla="*/ 694578 h 788699"/>
                  <a:gd name="connsiteX19" fmla="*/ 86583 w 516735"/>
                  <a:gd name="connsiteY19" fmla="*/ 621147 h 788699"/>
                  <a:gd name="connsiteX20" fmla="*/ 67546 w 516735"/>
                  <a:gd name="connsiteY20" fmla="*/ 555875 h 788699"/>
                  <a:gd name="connsiteX21" fmla="*/ 59387 w 516735"/>
                  <a:gd name="connsiteY21" fmla="*/ 509641 h 788699"/>
                  <a:gd name="connsiteX22" fmla="*/ 59387 w 516735"/>
                  <a:gd name="connsiteY22" fmla="*/ 468846 h 788699"/>
                  <a:gd name="connsiteX23" fmla="*/ 86583 w 516735"/>
                  <a:gd name="connsiteY23" fmla="*/ 302947 h 788699"/>
                  <a:gd name="connsiteX24" fmla="*/ 108341 w 516735"/>
                  <a:gd name="connsiteY24" fmla="*/ 224077 h 788699"/>
                  <a:gd name="connsiteX25" fmla="*/ 146416 w 516735"/>
                  <a:gd name="connsiteY25" fmla="*/ 145207 h 788699"/>
                  <a:gd name="connsiteX26" fmla="*/ 198090 w 516735"/>
                  <a:gd name="connsiteY26" fmla="*/ 85375 h 788699"/>
                  <a:gd name="connsiteX27" fmla="*/ 228006 w 516735"/>
                  <a:gd name="connsiteY27" fmla="*/ 69057 h 788699"/>
                  <a:gd name="connsiteX28" fmla="*/ 268801 w 516735"/>
                  <a:gd name="connsiteY28" fmla="*/ 58178 h 788699"/>
                  <a:gd name="connsiteX29" fmla="*/ 274240 w 516735"/>
                  <a:gd name="connsiteY29" fmla="*/ 58178 h 788699"/>
                  <a:gd name="connsiteX30" fmla="*/ 295997 w 516735"/>
                  <a:gd name="connsiteY30" fmla="*/ 60898 h 788699"/>
                  <a:gd name="connsiteX31" fmla="*/ 331353 w 516735"/>
                  <a:gd name="connsiteY31" fmla="*/ 71776 h 788699"/>
                  <a:gd name="connsiteX32" fmla="*/ 350390 w 516735"/>
                  <a:gd name="connsiteY32" fmla="*/ 93534 h 788699"/>
                  <a:gd name="connsiteX33" fmla="*/ 353110 w 516735"/>
                  <a:gd name="connsiteY33" fmla="*/ 74496 h 788699"/>
                  <a:gd name="connsiteX34" fmla="*/ 358549 w 516735"/>
                  <a:gd name="connsiteY34" fmla="*/ 63618 h 788699"/>
                  <a:gd name="connsiteX35" fmla="*/ 366708 w 516735"/>
                  <a:gd name="connsiteY35" fmla="*/ 58178 h 788699"/>
                  <a:gd name="connsiteX36" fmla="*/ 374867 w 516735"/>
                  <a:gd name="connsiteY36" fmla="*/ 63618 h 788699"/>
                  <a:gd name="connsiteX37" fmla="*/ 383027 w 516735"/>
                  <a:gd name="connsiteY37" fmla="*/ 82655 h 788699"/>
                  <a:gd name="connsiteX38" fmla="*/ 385746 w 516735"/>
                  <a:gd name="connsiteY38" fmla="*/ 126170 h 788699"/>
                  <a:gd name="connsiteX39" fmla="*/ 388466 w 516735"/>
                  <a:gd name="connsiteY39" fmla="*/ 186002 h 788699"/>
                  <a:gd name="connsiteX40" fmla="*/ 391185 w 516735"/>
                  <a:gd name="connsiteY40" fmla="*/ 237676 h 788699"/>
                  <a:gd name="connsiteX41" fmla="*/ 374867 w 516735"/>
                  <a:gd name="connsiteY41" fmla="*/ 278470 h 788699"/>
                  <a:gd name="connsiteX42" fmla="*/ 358549 w 516735"/>
                  <a:gd name="connsiteY42" fmla="*/ 273031 h 788699"/>
                  <a:gd name="connsiteX43" fmla="*/ 350390 w 516735"/>
                  <a:gd name="connsiteY43" fmla="*/ 256713 h 788699"/>
                  <a:gd name="connsiteX44" fmla="*/ 347671 w 516735"/>
                  <a:gd name="connsiteY44" fmla="*/ 240395 h 788699"/>
                  <a:gd name="connsiteX45" fmla="*/ 347671 w 516735"/>
                  <a:gd name="connsiteY45" fmla="*/ 213199 h 788699"/>
                  <a:gd name="connsiteX46" fmla="*/ 344951 w 516735"/>
                  <a:gd name="connsiteY46" fmla="*/ 194161 h 788699"/>
                  <a:gd name="connsiteX47" fmla="*/ 339512 w 516735"/>
                  <a:gd name="connsiteY47" fmla="*/ 150647 h 788699"/>
                  <a:gd name="connsiteX48" fmla="*/ 323194 w 516735"/>
                  <a:gd name="connsiteY48" fmla="*/ 112571 h 788699"/>
                  <a:gd name="connsiteX49" fmla="*/ 293278 w 516735"/>
                  <a:gd name="connsiteY49" fmla="*/ 101693 h 788699"/>
                  <a:gd name="connsiteX50" fmla="*/ 263361 w 516735"/>
                  <a:gd name="connsiteY50" fmla="*/ 120730 h 788699"/>
                  <a:gd name="connsiteX51" fmla="*/ 241604 w 516735"/>
                  <a:gd name="connsiteY51" fmla="*/ 153366 h 788699"/>
                  <a:gd name="connsiteX52" fmla="*/ 233445 w 516735"/>
                  <a:gd name="connsiteY52" fmla="*/ 194161 h 788699"/>
                  <a:gd name="connsiteX53" fmla="*/ 225286 w 516735"/>
                  <a:gd name="connsiteY53" fmla="*/ 232236 h 788699"/>
                  <a:gd name="connsiteX54" fmla="*/ 217127 w 516735"/>
                  <a:gd name="connsiteY54" fmla="*/ 275751 h 788699"/>
                  <a:gd name="connsiteX55" fmla="*/ 211688 w 516735"/>
                  <a:gd name="connsiteY55" fmla="*/ 316545 h 788699"/>
                  <a:gd name="connsiteX56" fmla="*/ 206249 w 516735"/>
                  <a:gd name="connsiteY56" fmla="*/ 354621 h 788699"/>
                  <a:gd name="connsiteX57" fmla="*/ 200809 w 516735"/>
                  <a:gd name="connsiteY57" fmla="*/ 398135 h 788699"/>
                  <a:gd name="connsiteX58" fmla="*/ 195370 w 516735"/>
                  <a:gd name="connsiteY58" fmla="*/ 438930 h 788699"/>
                  <a:gd name="connsiteX59" fmla="*/ 192650 w 516735"/>
                  <a:gd name="connsiteY59" fmla="*/ 474286 h 788699"/>
                  <a:gd name="connsiteX60" fmla="*/ 195370 w 516735"/>
                  <a:gd name="connsiteY60" fmla="*/ 525959 h 788699"/>
                  <a:gd name="connsiteX61" fmla="*/ 208968 w 516735"/>
                  <a:gd name="connsiteY61" fmla="*/ 596670 h 788699"/>
                  <a:gd name="connsiteX62" fmla="*/ 214407 w 516735"/>
                  <a:gd name="connsiteY62" fmla="*/ 623867 h 788699"/>
                  <a:gd name="connsiteX63" fmla="*/ 228006 w 516735"/>
                  <a:gd name="connsiteY63" fmla="*/ 656502 h 788699"/>
                  <a:gd name="connsiteX64" fmla="*/ 271520 w 516735"/>
                  <a:gd name="connsiteY64" fmla="*/ 689138 h 788699"/>
                  <a:gd name="connsiteX65" fmla="*/ 306876 w 516735"/>
                  <a:gd name="connsiteY65" fmla="*/ 664661 h 788699"/>
                  <a:gd name="connsiteX66" fmla="*/ 331353 w 516735"/>
                  <a:gd name="connsiteY66" fmla="*/ 602109 h 788699"/>
                  <a:gd name="connsiteX67" fmla="*/ 336792 w 516735"/>
                  <a:gd name="connsiteY67" fmla="*/ 544997 h 788699"/>
                  <a:gd name="connsiteX68" fmla="*/ 336792 w 516735"/>
                  <a:gd name="connsiteY68" fmla="*/ 498762 h 788699"/>
                  <a:gd name="connsiteX69" fmla="*/ 336792 w 516735"/>
                  <a:gd name="connsiteY69" fmla="*/ 490603 h 788699"/>
                  <a:gd name="connsiteX70" fmla="*/ 320474 w 516735"/>
                  <a:gd name="connsiteY70" fmla="*/ 477005 h 788699"/>
                  <a:gd name="connsiteX71" fmla="*/ 282399 w 516735"/>
                  <a:gd name="connsiteY71" fmla="*/ 479725 h 788699"/>
                  <a:gd name="connsiteX72" fmla="*/ 252483 w 516735"/>
                  <a:gd name="connsiteY72" fmla="*/ 474286 h 788699"/>
                  <a:gd name="connsiteX73" fmla="*/ 247044 w 516735"/>
                  <a:gd name="connsiteY73" fmla="*/ 466126 h 788699"/>
                  <a:gd name="connsiteX74" fmla="*/ 249763 w 516735"/>
                  <a:gd name="connsiteY74" fmla="*/ 457968 h 788699"/>
                  <a:gd name="connsiteX75" fmla="*/ 268801 w 516735"/>
                  <a:gd name="connsiteY75" fmla="*/ 447089 h 788699"/>
                  <a:gd name="connsiteX76" fmla="*/ 312315 w 516735"/>
                  <a:gd name="connsiteY76" fmla="*/ 436210 h 788699"/>
                  <a:gd name="connsiteX77" fmla="*/ 353110 w 516735"/>
                  <a:gd name="connsiteY77" fmla="*/ 430771 h 788699"/>
                  <a:gd name="connsiteX78" fmla="*/ 385746 w 516735"/>
                  <a:gd name="connsiteY78" fmla="*/ 430771 h 788699"/>
                  <a:gd name="connsiteX79" fmla="*/ 437420 w 516735"/>
                  <a:gd name="connsiteY79" fmla="*/ 428051 h 788699"/>
                  <a:gd name="connsiteX80" fmla="*/ 464616 w 516735"/>
                  <a:gd name="connsiteY80" fmla="*/ 436210 h 788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516735" h="788699">
                    <a:moveTo>
                      <a:pt x="464616" y="436210"/>
                    </a:moveTo>
                    <a:cubicBezTo>
                      <a:pt x="464616" y="447089"/>
                      <a:pt x="453738" y="452528"/>
                      <a:pt x="445578" y="455248"/>
                    </a:cubicBezTo>
                    <a:cubicBezTo>
                      <a:pt x="434700" y="460687"/>
                      <a:pt x="415662" y="463407"/>
                      <a:pt x="404783" y="466126"/>
                    </a:cubicBezTo>
                    <a:cubicBezTo>
                      <a:pt x="393905" y="466126"/>
                      <a:pt x="385746" y="468846"/>
                      <a:pt x="385746" y="479725"/>
                    </a:cubicBezTo>
                    <a:cubicBezTo>
                      <a:pt x="385746" y="487884"/>
                      <a:pt x="388466" y="506921"/>
                      <a:pt x="388466" y="512361"/>
                    </a:cubicBezTo>
                    <a:cubicBezTo>
                      <a:pt x="388466" y="515080"/>
                      <a:pt x="388466" y="539557"/>
                      <a:pt x="388466" y="544997"/>
                    </a:cubicBezTo>
                    <a:cubicBezTo>
                      <a:pt x="388466" y="550436"/>
                      <a:pt x="388466" y="558595"/>
                      <a:pt x="388466" y="566754"/>
                    </a:cubicBezTo>
                    <a:cubicBezTo>
                      <a:pt x="388466" y="591231"/>
                      <a:pt x="388466" y="621147"/>
                      <a:pt x="391185" y="632026"/>
                    </a:cubicBezTo>
                    <a:cubicBezTo>
                      <a:pt x="393905" y="653783"/>
                      <a:pt x="393905" y="661942"/>
                      <a:pt x="393905" y="683699"/>
                    </a:cubicBezTo>
                    <a:cubicBezTo>
                      <a:pt x="393905" y="694578"/>
                      <a:pt x="393905" y="724494"/>
                      <a:pt x="377587" y="724494"/>
                    </a:cubicBezTo>
                    <a:cubicBezTo>
                      <a:pt x="369428" y="724494"/>
                      <a:pt x="366708" y="721774"/>
                      <a:pt x="361269" y="719054"/>
                    </a:cubicBezTo>
                    <a:cubicBezTo>
                      <a:pt x="355830" y="716335"/>
                      <a:pt x="353110" y="708176"/>
                      <a:pt x="353110" y="702737"/>
                    </a:cubicBezTo>
                    <a:cubicBezTo>
                      <a:pt x="350390" y="694578"/>
                      <a:pt x="350390" y="689138"/>
                      <a:pt x="350390" y="686419"/>
                    </a:cubicBezTo>
                    <a:cubicBezTo>
                      <a:pt x="350390" y="678260"/>
                      <a:pt x="353110" y="672820"/>
                      <a:pt x="353110" y="659222"/>
                    </a:cubicBezTo>
                    <a:lnTo>
                      <a:pt x="353110" y="656502"/>
                    </a:lnTo>
                    <a:cubicBezTo>
                      <a:pt x="347671" y="675540"/>
                      <a:pt x="334073" y="694578"/>
                      <a:pt x="317754" y="708176"/>
                    </a:cubicBezTo>
                    <a:cubicBezTo>
                      <a:pt x="293278" y="727214"/>
                      <a:pt x="274240" y="735372"/>
                      <a:pt x="241604" y="735372"/>
                    </a:cubicBezTo>
                    <a:cubicBezTo>
                      <a:pt x="222566" y="735372"/>
                      <a:pt x="203529" y="732653"/>
                      <a:pt x="187211" y="727214"/>
                    </a:cubicBezTo>
                    <a:cubicBezTo>
                      <a:pt x="165454" y="719054"/>
                      <a:pt x="149136" y="708176"/>
                      <a:pt x="135537" y="694578"/>
                    </a:cubicBezTo>
                    <a:cubicBezTo>
                      <a:pt x="113780" y="672820"/>
                      <a:pt x="100182" y="648343"/>
                      <a:pt x="86583" y="621147"/>
                    </a:cubicBezTo>
                    <a:cubicBezTo>
                      <a:pt x="75705" y="599390"/>
                      <a:pt x="70266" y="580352"/>
                      <a:pt x="67546" y="555875"/>
                    </a:cubicBezTo>
                    <a:cubicBezTo>
                      <a:pt x="64826" y="539557"/>
                      <a:pt x="62107" y="525959"/>
                      <a:pt x="59387" y="509641"/>
                    </a:cubicBezTo>
                    <a:cubicBezTo>
                      <a:pt x="56667" y="493323"/>
                      <a:pt x="59387" y="485164"/>
                      <a:pt x="59387" y="468846"/>
                    </a:cubicBezTo>
                    <a:cubicBezTo>
                      <a:pt x="59387" y="414453"/>
                      <a:pt x="72985" y="362780"/>
                      <a:pt x="86583" y="302947"/>
                    </a:cubicBezTo>
                    <a:cubicBezTo>
                      <a:pt x="92023" y="275751"/>
                      <a:pt x="100182" y="248554"/>
                      <a:pt x="108341" y="224077"/>
                    </a:cubicBezTo>
                    <a:cubicBezTo>
                      <a:pt x="116500" y="196881"/>
                      <a:pt x="130098" y="169684"/>
                      <a:pt x="146416" y="145207"/>
                    </a:cubicBezTo>
                    <a:cubicBezTo>
                      <a:pt x="160014" y="123450"/>
                      <a:pt x="176332" y="101693"/>
                      <a:pt x="198090" y="85375"/>
                    </a:cubicBezTo>
                    <a:cubicBezTo>
                      <a:pt x="206249" y="77216"/>
                      <a:pt x="217127" y="71776"/>
                      <a:pt x="228006" y="69057"/>
                    </a:cubicBezTo>
                    <a:cubicBezTo>
                      <a:pt x="241604" y="63618"/>
                      <a:pt x="255202" y="58178"/>
                      <a:pt x="268801" y="58178"/>
                    </a:cubicBezTo>
                    <a:cubicBezTo>
                      <a:pt x="271520" y="58178"/>
                      <a:pt x="274240" y="58178"/>
                      <a:pt x="274240" y="58178"/>
                    </a:cubicBezTo>
                    <a:cubicBezTo>
                      <a:pt x="279679" y="58178"/>
                      <a:pt x="285119" y="58178"/>
                      <a:pt x="295997" y="60898"/>
                    </a:cubicBezTo>
                    <a:cubicBezTo>
                      <a:pt x="309595" y="63618"/>
                      <a:pt x="320474" y="66337"/>
                      <a:pt x="331353" y="71776"/>
                    </a:cubicBezTo>
                    <a:cubicBezTo>
                      <a:pt x="339512" y="77216"/>
                      <a:pt x="347671" y="85375"/>
                      <a:pt x="350390" y="93534"/>
                    </a:cubicBezTo>
                    <a:cubicBezTo>
                      <a:pt x="350390" y="88095"/>
                      <a:pt x="353110" y="79936"/>
                      <a:pt x="353110" y="74496"/>
                    </a:cubicBezTo>
                    <a:cubicBezTo>
                      <a:pt x="355830" y="71776"/>
                      <a:pt x="355830" y="69057"/>
                      <a:pt x="358549" y="63618"/>
                    </a:cubicBezTo>
                    <a:cubicBezTo>
                      <a:pt x="361269" y="60898"/>
                      <a:pt x="363989" y="58178"/>
                      <a:pt x="366708" y="58178"/>
                    </a:cubicBezTo>
                    <a:cubicBezTo>
                      <a:pt x="369428" y="58178"/>
                      <a:pt x="372148" y="60898"/>
                      <a:pt x="374867" y="63618"/>
                    </a:cubicBezTo>
                    <a:cubicBezTo>
                      <a:pt x="377587" y="69057"/>
                      <a:pt x="380307" y="77216"/>
                      <a:pt x="383027" y="82655"/>
                    </a:cubicBezTo>
                    <a:cubicBezTo>
                      <a:pt x="383027" y="90814"/>
                      <a:pt x="385746" y="107132"/>
                      <a:pt x="385746" y="126170"/>
                    </a:cubicBezTo>
                    <a:cubicBezTo>
                      <a:pt x="385746" y="150647"/>
                      <a:pt x="385746" y="177843"/>
                      <a:pt x="388466" y="186002"/>
                    </a:cubicBezTo>
                    <a:cubicBezTo>
                      <a:pt x="391185" y="207759"/>
                      <a:pt x="391185" y="215918"/>
                      <a:pt x="391185" y="237676"/>
                    </a:cubicBezTo>
                    <a:cubicBezTo>
                      <a:pt x="391185" y="248554"/>
                      <a:pt x="391185" y="278470"/>
                      <a:pt x="374867" y="278470"/>
                    </a:cubicBezTo>
                    <a:cubicBezTo>
                      <a:pt x="366708" y="278470"/>
                      <a:pt x="363989" y="275751"/>
                      <a:pt x="358549" y="273031"/>
                    </a:cubicBezTo>
                    <a:cubicBezTo>
                      <a:pt x="353110" y="270311"/>
                      <a:pt x="350390" y="262152"/>
                      <a:pt x="350390" y="256713"/>
                    </a:cubicBezTo>
                    <a:cubicBezTo>
                      <a:pt x="350390" y="251274"/>
                      <a:pt x="347671" y="245834"/>
                      <a:pt x="347671" y="240395"/>
                    </a:cubicBezTo>
                    <a:cubicBezTo>
                      <a:pt x="347671" y="232236"/>
                      <a:pt x="347671" y="224077"/>
                      <a:pt x="347671" y="213199"/>
                    </a:cubicBezTo>
                    <a:cubicBezTo>
                      <a:pt x="347671" y="207759"/>
                      <a:pt x="347671" y="199600"/>
                      <a:pt x="344951" y="194161"/>
                    </a:cubicBezTo>
                    <a:cubicBezTo>
                      <a:pt x="342232" y="180563"/>
                      <a:pt x="342232" y="164245"/>
                      <a:pt x="339512" y="150647"/>
                    </a:cubicBezTo>
                    <a:cubicBezTo>
                      <a:pt x="336792" y="137048"/>
                      <a:pt x="331353" y="123450"/>
                      <a:pt x="323194" y="112571"/>
                    </a:cubicBezTo>
                    <a:cubicBezTo>
                      <a:pt x="317754" y="104412"/>
                      <a:pt x="304156" y="101693"/>
                      <a:pt x="293278" y="101693"/>
                    </a:cubicBezTo>
                    <a:cubicBezTo>
                      <a:pt x="279679" y="101693"/>
                      <a:pt x="271520" y="109852"/>
                      <a:pt x="263361" y="120730"/>
                    </a:cubicBezTo>
                    <a:cubicBezTo>
                      <a:pt x="257922" y="131609"/>
                      <a:pt x="247044" y="139768"/>
                      <a:pt x="241604" y="153366"/>
                    </a:cubicBezTo>
                    <a:cubicBezTo>
                      <a:pt x="236165" y="166964"/>
                      <a:pt x="233445" y="180563"/>
                      <a:pt x="233445" y="194161"/>
                    </a:cubicBezTo>
                    <a:cubicBezTo>
                      <a:pt x="233445" y="207759"/>
                      <a:pt x="230725" y="218638"/>
                      <a:pt x="225286" y="232236"/>
                    </a:cubicBezTo>
                    <a:cubicBezTo>
                      <a:pt x="219847" y="245834"/>
                      <a:pt x="219847" y="262152"/>
                      <a:pt x="217127" y="275751"/>
                    </a:cubicBezTo>
                    <a:cubicBezTo>
                      <a:pt x="214407" y="289349"/>
                      <a:pt x="214407" y="302947"/>
                      <a:pt x="211688" y="316545"/>
                    </a:cubicBezTo>
                    <a:cubicBezTo>
                      <a:pt x="211688" y="330144"/>
                      <a:pt x="206249" y="341022"/>
                      <a:pt x="206249" y="354621"/>
                    </a:cubicBezTo>
                    <a:cubicBezTo>
                      <a:pt x="203529" y="368219"/>
                      <a:pt x="203529" y="381817"/>
                      <a:pt x="200809" y="398135"/>
                    </a:cubicBezTo>
                    <a:cubicBezTo>
                      <a:pt x="198090" y="411733"/>
                      <a:pt x="198090" y="425332"/>
                      <a:pt x="195370" y="438930"/>
                    </a:cubicBezTo>
                    <a:cubicBezTo>
                      <a:pt x="195370" y="449809"/>
                      <a:pt x="192650" y="463407"/>
                      <a:pt x="192650" y="474286"/>
                    </a:cubicBezTo>
                    <a:cubicBezTo>
                      <a:pt x="192650" y="490603"/>
                      <a:pt x="195370" y="509641"/>
                      <a:pt x="195370" y="525959"/>
                    </a:cubicBezTo>
                    <a:cubicBezTo>
                      <a:pt x="195370" y="550436"/>
                      <a:pt x="203529" y="572193"/>
                      <a:pt x="208968" y="596670"/>
                    </a:cubicBezTo>
                    <a:cubicBezTo>
                      <a:pt x="211688" y="604829"/>
                      <a:pt x="211688" y="615708"/>
                      <a:pt x="214407" y="623867"/>
                    </a:cubicBezTo>
                    <a:cubicBezTo>
                      <a:pt x="217127" y="634745"/>
                      <a:pt x="222566" y="645624"/>
                      <a:pt x="228006" y="656502"/>
                    </a:cubicBezTo>
                    <a:cubicBezTo>
                      <a:pt x="236165" y="670101"/>
                      <a:pt x="252483" y="689138"/>
                      <a:pt x="271520" y="689138"/>
                    </a:cubicBezTo>
                    <a:cubicBezTo>
                      <a:pt x="287838" y="689138"/>
                      <a:pt x="298717" y="675540"/>
                      <a:pt x="306876" y="664661"/>
                    </a:cubicBezTo>
                    <a:cubicBezTo>
                      <a:pt x="320474" y="645624"/>
                      <a:pt x="325914" y="623867"/>
                      <a:pt x="331353" y="602109"/>
                    </a:cubicBezTo>
                    <a:cubicBezTo>
                      <a:pt x="334073" y="583072"/>
                      <a:pt x="336792" y="564034"/>
                      <a:pt x="336792" y="544997"/>
                    </a:cubicBezTo>
                    <a:cubicBezTo>
                      <a:pt x="336792" y="531398"/>
                      <a:pt x="336792" y="512361"/>
                      <a:pt x="336792" y="498762"/>
                    </a:cubicBezTo>
                    <a:cubicBezTo>
                      <a:pt x="336792" y="496043"/>
                      <a:pt x="336792" y="493323"/>
                      <a:pt x="336792" y="490603"/>
                    </a:cubicBezTo>
                    <a:cubicBezTo>
                      <a:pt x="336792" y="479725"/>
                      <a:pt x="336792" y="477005"/>
                      <a:pt x="320474" y="477005"/>
                    </a:cubicBezTo>
                    <a:cubicBezTo>
                      <a:pt x="309595" y="477005"/>
                      <a:pt x="295997" y="479725"/>
                      <a:pt x="282399" y="479725"/>
                    </a:cubicBezTo>
                    <a:cubicBezTo>
                      <a:pt x="271520" y="479725"/>
                      <a:pt x="260642" y="479725"/>
                      <a:pt x="252483" y="474286"/>
                    </a:cubicBezTo>
                    <a:cubicBezTo>
                      <a:pt x="249763" y="471566"/>
                      <a:pt x="247044" y="468846"/>
                      <a:pt x="247044" y="466126"/>
                    </a:cubicBezTo>
                    <a:cubicBezTo>
                      <a:pt x="247044" y="463407"/>
                      <a:pt x="247044" y="460687"/>
                      <a:pt x="249763" y="457968"/>
                    </a:cubicBezTo>
                    <a:cubicBezTo>
                      <a:pt x="255202" y="452528"/>
                      <a:pt x="260642" y="449809"/>
                      <a:pt x="268801" y="447089"/>
                    </a:cubicBezTo>
                    <a:cubicBezTo>
                      <a:pt x="282399" y="441650"/>
                      <a:pt x="295997" y="438930"/>
                      <a:pt x="312315" y="436210"/>
                    </a:cubicBezTo>
                    <a:cubicBezTo>
                      <a:pt x="325914" y="433491"/>
                      <a:pt x="339512" y="433491"/>
                      <a:pt x="353110" y="430771"/>
                    </a:cubicBezTo>
                    <a:cubicBezTo>
                      <a:pt x="363989" y="430771"/>
                      <a:pt x="374867" y="430771"/>
                      <a:pt x="385746" y="430771"/>
                    </a:cubicBezTo>
                    <a:cubicBezTo>
                      <a:pt x="402064" y="430771"/>
                      <a:pt x="426541" y="428051"/>
                      <a:pt x="437420" y="428051"/>
                    </a:cubicBezTo>
                    <a:cubicBezTo>
                      <a:pt x="451018" y="422612"/>
                      <a:pt x="464616" y="425332"/>
                      <a:pt x="464616" y="436210"/>
                    </a:cubicBezTo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9" name="Freeform: Shape 51">
                <a:extLst>
                  <a:ext uri="{FF2B5EF4-FFF2-40B4-BE49-F238E27FC236}">
                    <a16:creationId xmlns:a16="http://schemas.microsoft.com/office/drawing/2014/main" id="{62D0D014-F0A0-E443-AEE9-6D7E14AAB4EE}"/>
                  </a:ext>
                </a:extLst>
              </p:cNvPr>
              <p:cNvSpPr/>
              <p:nvPr/>
            </p:nvSpPr>
            <p:spPr>
              <a:xfrm>
                <a:off x="9053923" y="4178559"/>
                <a:ext cx="625521" cy="788700"/>
              </a:xfrm>
              <a:custGeom>
                <a:avLst/>
                <a:gdLst>
                  <a:gd name="connsiteX0" fmla="*/ 536838 w 625521"/>
                  <a:gd name="connsiteY0" fmla="*/ 680979 h 788699"/>
                  <a:gd name="connsiteX1" fmla="*/ 574913 w 625521"/>
                  <a:gd name="connsiteY1" fmla="*/ 697297 h 788699"/>
                  <a:gd name="connsiteX2" fmla="*/ 566755 w 625521"/>
                  <a:gd name="connsiteY2" fmla="*/ 713615 h 788699"/>
                  <a:gd name="connsiteX3" fmla="*/ 550437 w 625521"/>
                  <a:gd name="connsiteY3" fmla="*/ 721774 h 788699"/>
                  <a:gd name="connsiteX4" fmla="*/ 528680 w 625521"/>
                  <a:gd name="connsiteY4" fmla="*/ 724494 h 788699"/>
                  <a:gd name="connsiteX5" fmla="*/ 417174 w 625521"/>
                  <a:gd name="connsiteY5" fmla="*/ 724494 h 788699"/>
                  <a:gd name="connsiteX6" fmla="*/ 398136 w 625521"/>
                  <a:gd name="connsiteY6" fmla="*/ 724494 h 788699"/>
                  <a:gd name="connsiteX7" fmla="*/ 373659 w 625521"/>
                  <a:gd name="connsiteY7" fmla="*/ 724494 h 788699"/>
                  <a:gd name="connsiteX8" fmla="*/ 346462 w 625521"/>
                  <a:gd name="connsiteY8" fmla="*/ 719054 h 788699"/>
                  <a:gd name="connsiteX9" fmla="*/ 330144 w 625521"/>
                  <a:gd name="connsiteY9" fmla="*/ 702737 h 788699"/>
                  <a:gd name="connsiteX10" fmla="*/ 335584 w 625521"/>
                  <a:gd name="connsiteY10" fmla="*/ 694578 h 788699"/>
                  <a:gd name="connsiteX11" fmla="*/ 357341 w 625521"/>
                  <a:gd name="connsiteY11" fmla="*/ 686419 h 788699"/>
                  <a:gd name="connsiteX12" fmla="*/ 395416 w 625521"/>
                  <a:gd name="connsiteY12" fmla="*/ 680979 h 788699"/>
                  <a:gd name="connsiteX13" fmla="*/ 381817 w 625521"/>
                  <a:gd name="connsiteY13" fmla="*/ 656502 h 788699"/>
                  <a:gd name="connsiteX14" fmla="*/ 379098 w 625521"/>
                  <a:gd name="connsiteY14" fmla="*/ 585791 h 788699"/>
                  <a:gd name="connsiteX15" fmla="*/ 379098 w 625521"/>
                  <a:gd name="connsiteY15" fmla="*/ 517800 h 788699"/>
                  <a:gd name="connsiteX16" fmla="*/ 379098 w 625521"/>
                  <a:gd name="connsiteY16" fmla="*/ 474286 h 788699"/>
                  <a:gd name="connsiteX17" fmla="*/ 379098 w 625521"/>
                  <a:gd name="connsiteY17" fmla="*/ 430771 h 788699"/>
                  <a:gd name="connsiteX18" fmla="*/ 381817 w 625521"/>
                  <a:gd name="connsiteY18" fmla="*/ 411733 h 788699"/>
                  <a:gd name="connsiteX19" fmla="*/ 379098 w 625521"/>
                  <a:gd name="connsiteY19" fmla="*/ 400855 h 788699"/>
                  <a:gd name="connsiteX20" fmla="*/ 370939 w 625521"/>
                  <a:gd name="connsiteY20" fmla="*/ 398135 h 788699"/>
                  <a:gd name="connsiteX21" fmla="*/ 338304 w 625521"/>
                  <a:gd name="connsiteY21" fmla="*/ 400855 h 788699"/>
                  <a:gd name="connsiteX22" fmla="*/ 289349 w 625521"/>
                  <a:gd name="connsiteY22" fmla="*/ 403575 h 788699"/>
                  <a:gd name="connsiteX23" fmla="*/ 264872 w 625521"/>
                  <a:gd name="connsiteY23" fmla="*/ 400855 h 788699"/>
                  <a:gd name="connsiteX24" fmla="*/ 259433 w 625521"/>
                  <a:gd name="connsiteY24" fmla="*/ 406294 h 788699"/>
                  <a:gd name="connsiteX25" fmla="*/ 259433 w 625521"/>
                  <a:gd name="connsiteY25" fmla="*/ 425332 h 788699"/>
                  <a:gd name="connsiteX26" fmla="*/ 259433 w 625521"/>
                  <a:gd name="connsiteY26" fmla="*/ 449809 h 788699"/>
                  <a:gd name="connsiteX27" fmla="*/ 259433 w 625521"/>
                  <a:gd name="connsiteY27" fmla="*/ 471566 h 788699"/>
                  <a:gd name="connsiteX28" fmla="*/ 259433 w 625521"/>
                  <a:gd name="connsiteY28" fmla="*/ 504202 h 788699"/>
                  <a:gd name="connsiteX29" fmla="*/ 259433 w 625521"/>
                  <a:gd name="connsiteY29" fmla="*/ 509641 h 788699"/>
                  <a:gd name="connsiteX30" fmla="*/ 256714 w 625521"/>
                  <a:gd name="connsiteY30" fmla="*/ 542277 h 788699"/>
                  <a:gd name="connsiteX31" fmla="*/ 256714 w 625521"/>
                  <a:gd name="connsiteY31" fmla="*/ 577632 h 788699"/>
                  <a:gd name="connsiteX32" fmla="*/ 256714 w 625521"/>
                  <a:gd name="connsiteY32" fmla="*/ 612988 h 788699"/>
                  <a:gd name="connsiteX33" fmla="*/ 253994 w 625521"/>
                  <a:gd name="connsiteY33" fmla="*/ 656502 h 788699"/>
                  <a:gd name="connsiteX34" fmla="*/ 256714 w 625521"/>
                  <a:gd name="connsiteY34" fmla="*/ 678260 h 788699"/>
                  <a:gd name="connsiteX35" fmla="*/ 286629 w 625521"/>
                  <a:gd name="connsiteY35" fmla="*/ 694578 h 788699"/>
                  <a:gd name="connsiteX36" fmla="*/ 281191 w 625521"/>
                  <a:gd name="connsiteY36" fmla="*/ 710895 h 788699"/>
                  <a:gd name="connsiteX37" fmla="*/ 264872 w 625521"/>
                  <a:gd name="connsiteY37" fmla="*/ 719054 h 788699"/>
                  <a:gd name="connsiteX38" fmla="*/ 243116 w 625521"/>
                  <a:gd name="connsiteY38" fmla="*/ 721774 h 788699"/>
                  <a:gd name="connsiteX39" fmla="*/ 243116 w 625521"/>
                  <a:gd name="connsiteY39" fmla="*/ 721774 h 788699"/>
                  <a:gd name="connsiteX40" fmla="*/ 232236 w 625521"/>
                  <a:gd name="connsiteY40" fmla="*/ 727214 h 788699"/>
                  <a:gd name="connsiteX41" fmla="*/ 224078 w 625521"/>
                  <a:gd name="connsiteY41" fmla="*/ 735372 h 788699"/>
                  <a:gd name="connsiteX42" fmla="*/ 213199 w 625521"/>
                  <a:gd name="connsiteY42" fmla="*/ 738092 h 788699"/>
                  <a:gd name="connsiteX43" fmla="*/ 183283 w 625521"/>
                  <a:gd name="connsiteY43" fmla="*/ 727214 h 788699"/>
                  <a:gd name="connsiteX44" fmla="*/ 175124 w 625521"/>
                  <a:gd name="connsiteY44" fmla="*/ 719054 h 788699"/>
                  <a:gd name="connsiteX45" fmla="*/ 145208 w 625521"/>
                  <a:gd name="connsiteY45" fmla="*/ 719054 h 788699"/>
                  <a:gd name="connsiteX46" fmla="*/ 126170 w 625521"/>
                  <a:gd name="connsiteY46" fmla="*/ 719054 h 788699"/>
                  <a:gd name="connsiteX47" fmla="*/ 101693 w 625521"/>
                  <a:gd name="connsiteY47" fmla="*/ 719054 h 788699"/>
                  <a:gd name="connsiteX48" fmla="*/ 74496 w 625521"/>
                  <a:gd name="connsiteY48" fmla="*/ 713615 h 788699"/>
                  <a:gd name="connsiteX49" fmla="*/ 58178 w 625521"/>
                  <a:gd name="connsiteY49" fmla="*/ 697297 h 788699"/>
                  <a:gd name="connsiteX50" fmla="*/ 63618 w 625521"/>
                  <a:gd name="connsiteY50" fmla="*/ 689138 h 788699"/>
                  <a:gd name="connsiteX51" fmla="*/ 85375 w 625521"/>
                  <a:gd name="connsiteY51" fmla="*/ 680979 h 788699"/>
                  <a:gd name="connsiteX52" fmla="*/ 131609 w 625521"/>
                  <a:gd name="connsiteY52" fmla="*/ 675540 h 788699"/>
                  <a:gd name="connsiteX53" fmla="*/ 131609 w 625521"/>
                  <a:gd name="connsiteY53" fmla="*/ 667381 h 788699"/>
                  <a:gd name="connsiteX54" fmla="*/ 131609 w 625521"/>
                  <a:gd name="connsiteY54" fmla="*/ 651063 h 788699"/>
                  <a:gd name="connsiteX55" fmla="*/ 131609 w 625521"/>
                  <a:gd name="connsiteY55" fmla="*/ 618427 h 788699"/>
                  <a:gd name="connsiteX56" fmla="*/ 131609 w 625521"/>
                  <a:gd name="connsiteY56" fmla="*/ 580352 h 788699"/>
                  <a:gd name="connsiteX57" fmla="*/ 131609 w 625521"/>
                  <a:gd name="connsiteY57" fmla="*/ 531398 h 788699"/>
                  <a:gd name="connsiteX58" fmla="*/ 131609 w 625521"/>
                  <a:gd name="connsiteY58" fmla="*/ 466126 h 788699"/>
                  <a:gd name="connsiteX59" fmla="*/ 131609 w 625521"/>
                  <a:gd name="connsiteY59" fmla="*/ 422612 h 788699"/>
                  <a:gd name="connsiteX60" fmla="*/ 131609 w 625521"/>
                  <a:gd name="connsiteY60" fmla="*/ 411733 h 788699"/>
                  <a:gd name="connsiteX61" fmla="*/ 131609 w 625521"/>
                  <a:gd name="connsiteY61" fmla="*/ 398135 h 788699"/>
                  <a:gd name="connsiteX62" fmla="*/ 126170 w 625521"/>
                  <a:gd name="connsiteY62" fmla="*/ 389976 h 788699"/>
                  <a:gd name="connsiteX63" fmla="*/ 101693 w 625521"/>
                  <a:gd name="connsiteY63" fmla="*/ 387257 h 788699"/>
                  <a:gd name="connsiteX64" fmla="*/ 77216 w 625521"/>
                  <a:gd name="connsiteY64" fmla="*/ 376378 h 788699"/>
                  <a:gd name="connsiteX65" fmla="*/ 82655 w 625521"/>
                  <a:gd name="connsiteY65" fmla="*/ 368219 h 788699"/>
                  <a:gd name="connsiteX66" fmla="*/ 98973 w 625521"/>
                  <a:gd name="connsiteY66" fmla="*/ 360060 h 788699"/>
                  <a:gd name="connsiteX67" fmla="*/ 118011 w 625521"/>
                  <a:gd name="connsiteY67" fmla="*/ 357340 h 788699"/>
                  <a:gd name="connsiteX68" fmla="*/ 131609 w 625521"/>
                  <a:gd name="connsiteY68" fmla="*/ 351901 h 788699"/>
                  <a:gd name="connsiteX69" fmla="*/ 131609 w 625521"/>
                  <a:gd name="connsiteY69" fmla="*/ 343742 h 788699"/>
                  <a:gd name="connsiteX70" fmla="*/ 131609 w 625521"/>
                  <a:gd name="connsiteY70" fmla="*/ 270311 h 788699"/>
                  <a:gd name="connsiteX71" fmla="*/ 137048 w 625521"/>
                  <a:gd name="connsiteY71" fmla="*/ 145207 h 788699"/>
                  <a:gd name="connsiteX72" fmla="*/ 139768 w 625521"/>
                  <a:gd name="connsiteY72" fmla="*/ 123450 h 788699"/>
                  <a:gd name="connsiteX73" fmla="*/ 123450 w 625521"/>
                  <a:gd name="connsiteY73" fmla="*/ 123450 h 788699"/>
                  <a:gd name="connsiteX74" fmla="*/ 118011 w 625521"/>
                  <a:gd name="connsiteY74" fmla="*/ 123450 h 788699"/>
                  <a:gd name="connsiteX75" fmla="*/ 101693 w 625521"/>
                  <a:gd name="connsiteY75" fmla="*/ 123450 h 788699"/>
                  <a:gd name="connsiteX76" fmla="*/ 74496 w 625521"/>
                  <a:gd name="connsiteY76" fmla="*/ 118011 h 788699"/>
                  <a:gd name="connsiteX77" fmla="*/ 58178 w 625521"/>
                  <a:gd name="connsiteY77" fmla="*/ 101693 h 788699"/>
                  <a:gd name="connsiteX78" fmla="*/ 63618 w 625521"/>
                  <a:gd name="connsiteY78" fmla="*/ 93534 h 788699"/>
                  <a:gd name="connsiteX79" fmla="*/ 85375 w 625521"/>
                  <a:gd name="connsiteY79" fmla="*/ 85375 h 788699"/>
                  <a:gd name="connsiteX80" fmla="*/ 137048 w 625521"/>
                  <a:gd name="connsiteY80" fmla="*/ 82655 h 788699"/>
                  <a:gd name="connsiteX81" fmla="*/ 147927 w 625521"/>
                  <a:gd name="connsiteY81" fmla="*/ 82655 h 788699"/>
                  <a:gd name="connsiteX82" fmla="*/ 186003 w 625521"/>
                  <a:gd name="connsiteY82" fmla="*/ 58178 h 788699"/>
                  <a:gd name="connsiteX83" fmla="*/ 226797 w 625521"/>
                  <a:gd name="connsiteY83" fmla="*/ 79936 h 788699"/>
                  <a:gd name="connsiteX84" fmla="*/ 253994 w 625521"/>
                  <a:gd name="connsiteY84" fmla="*/ 79936 h 788699"/>
                  <a:gd name="connsiteX85" fmla="*/ 294789 w 625521"/>
                  <a:gd name="connsiteY85" fmla="*/ 96253 h 788699"/>
                  <a:gd name="connsiteX86" fmla="*/ 283910 w 625521"/>
                  <a:gd name="connsiteY86" fmla="*/ 112571 h 788699"/>
                  <a:gd name="connsiteX87" fmla="*/ 267592 w 625521"/>
                  <a:gd name="connsiteY87" fmla="*/ 120730 h 788699"/>
                  <a:gd name="connsiteX88" fmla="*/ 245835 w 625521"/>
                  <a:gd name="connsiteY88" fmla="*/ 123450 h 788699"/>
                  <a:gd name="connsiteX89" fmla="*/ 237676 w 625521"/>
                  <a:gd name="connsiteY89" fmla="*/ 123450 h 788699"/>
                  <a:gd name="connsiteX90" fmla="*/ 240396 w 625521"/>
                  <a:gd name="connsiteY90" fmla="*/ 128889 h 788699"/>
                  <a:gd name="connsiteX91" fmla="*/ 251274 w 625521"/>
                  <a:gd name="connsiteY91" fmla="*/ 177843 h 788699"/>
                  <a:gd name="connsiteX92" fmla="*/ 256714 w 625521"/>
                  <a:gd name="connsiteY92" fmla="*/ 226797 h 788699"/>
                  <a:gd name="connsiteX93" fmla="*/ 262153 w 625521"/>
                  <a:gd name="connsiteY93" fmla="*/ 273031 h 788699"/>
                  <a:gd name="connsiteX94" fmla="*/ 262153 w 625521"/>
                  <a:gd name="connsiteY94" fmla="*/ 289349 h 788699"/>
                  <a:gd name="connsiteX95" fmla="*/ 262153 w 625521"/>
                  <a:gd name="connsiteY95" fmla="*/ 297508 h 788699"/>
                  <a:gd name="connsiteX96" fmla="*/ 264872 w 625521"/>
                  <a:gd name="connsiteY96" fmla="*/ 321985 h 788699"/>
                  <a:gd name="connsiteX97" fmla="*/ 270312 w 625521"/>
                  <a:gd name="connsiteY97" fmla="*/ 335583 h 788699"/>
                  <a:gd name="connsiteX98" fmla="*/ 270312 w 625521"/>
                  <a:gd name="connsiteY98" fmla="*/ 338303 h 788699"/>
                  <a:gd name="connsiteX99" fmla="*/ 270312 w 625521"/>
                  <a:gd name="connsiteY99" fmla="*/ 346462 h 788699"/>
                  <a:gd name="connsiteX100" fmla="*/ 278471 w 625521"/>
                  <a:gd name="connsiteY100" fmla="*/ 354621 h 788699"/>
                  <a:gd name="connsiteX101" fmla="*/ 338304 w 625521"/>
                  <a:gd name="connsiteY101" fmla="*/ 349181 h 788699"/>
                  <a:gd name="connsiteX102" fmla="*/ 365500 w 625521"/>
                  <a:gd name="connsiteY102" fmla="*/ 349181 h 788699"/>
                  <a:gd name="connsiteX103" fmla="*/ 381817 w 625521"/>
                  <a:gd name="connsiteY103" fmla="*/ 349181 h 788699"/>
                  <a:gd name="connsiteX104" fmla="*/ 392697 w 625521"/>
                  <a:gd name="connsiteY104" fmla="*/ 338303 h 788699"/>
                  <a:gd name="connsiteX105" fmla="*/ 389977 w 625521"/>
                  <a:gd name="connsiteY105" fmla="*/ 313826 h 788699"/>
                  <a:gd name="connsiteX106" fmla="*/ 392697 w 625521"/>
                  <a:gd name="connsiteY106" fmla="*/ 262152 h 788699"/>
                  <a:gd name="connsiteX107" fmla="*/ 395416 w 625521"/>
                  <a:gd name="connsiteY107" fmla="*/ 224077 h 788699"/>
                  <a:gd name="connsiteX108" fmla="*/ 398136 w 625521"/>
                  <a:gd name="connsiteY108" fmla="*/ 177843 h 788699"/>
                  <a:gd name="connsiteX109" fmla="*/ 395416 w 625521"/>
                  <a:gd name="connsiteY109" fmla="*/ 153366 h 788699"/>
                  <a:gd name="connsiteX110" fmla="*/ 395416 w 625521"/>
                  <a:gd name="connsiteY110" fmla="*/ 137048 h 788699"/>
                  <a:gd name="connsiteX111" fmla="*/ 379098 w 625521"/>
                  <a:gd name="connsiteY111" fmla="*/ 137048 h 788699"/>
                  <a:gd name="connsiteX112" fmla="*/ 351902 w 625521"/>
                  <a:gd name="connsiteY112" fmla="*/ 131609 h 788699"/>
                  <a:gd name="connsiteX113" fmla="*/ 338304 w 625521"/>
                  <a:gd name="connsiteY113" fmla="*/ 115291 h 788699"/>
                  <a:gd name="connsiteX114" fmla="*/ 343742 w 625521"/>
                  <a:gd name="connsiteY114" fmla="*/ 107132 h 788699"/>
                  <a:gd name="connsiteX115" fmla="*/ 362780 w 625521"/>
                  <a:gd name="connsiteY115" fmla="*/ 98973 h 788699"/>
                  <a:gd name="connsiteX116" fmla="*/ 395416 w 625521"/>
                  <a:gd name="connsiteY116" fmla="*/ 96253 h 788699"/>
                  <a:gd name="connsiteX117" fmla="*/ 403575 w 625521"/>
                  <a:gd name="connsiteY117" fmla="*/ 90814 h 788699"/>
                  <a:gd name="connsiteX118" fmla="*/ 422612 w 625521"/>
                  <a:gd name="connsiteY118" fmla="*/ 88095 h 788699"/>
                  <a:gd name="connsiteX119" fmla="*/ 428052 w 625521"/>
                  <a:gd name="connsiteY119" fmla="*/ 88095 h 788699"/>
                  <a:gd name="connsiteX120" fmla="*/ 447090 w 625521"/>
                  <a:gd name="connsiteY120" fmla="*/ 90814 h 788699"/>
                  <a:gd name="connsiteX121" fmla="*/ 455249 w 625521"/>
                  <a:gd name="connsiteY121" fmla="*/ 96253 h 788699"/>
                  <a:gd name="connsiteX122" fmla="*/ 525960 w 625521"/>
                  <a:gd name="connsiteY122" fmla="*/ 93534 h 788699"/>
                  <a:gd name="connsiteX123" fmla="*/ 561315 w 625521"/>
                  <a:gd name="connsiteY123" fmla="*/ 109852 h 788699"/>
                  <a:gd name="connsiteX124" fmla="*/ 555876 w 625521"/>
                  <a:gd name="connsiteY124" fmla="*/ 126170 h 788699"/>
                  <a:gd name="connsiteX125" fmla="*/ 539558 w 625521"/>
                  <a:gd name="connsiteY125" fmla="*/ 134329 h 788699"/>
                  <a:gd name="connsiteX126" fmla="*/ 517800 w 625521"/>
                  <a:gd name="connsiteY126" fmla="*/ 137048 h 788699"/>
                  <a:gd name="connsiteX127" fmla="*/ 477006 w 625521"/>
                  <a:gd name="connsiteY127" fmla="*/ 137048 h 788699"/>
                  <a:gd name="connsiteX128" fmla="*/ 485165 w 625521"/>
                  <a:gd name="connsiteY128" fmla="*/ 161525 h 788699"/>
                  <a:gd name="connsiteX129" fmla="*/ 496043 w 625521"/>
                  <a:gd name="connsiteY129" fmla="*/ 210479 h 788699"/>
                  <a:gd name="connsiteX130" fmla="*/ 501483 w 625521"/>
                  <a:gd name="connsiteY130" fmla="*/ 251274 h 788699"/>
                  <a:gd name="connsiteX131" fmla="*/ 506922 w 625521"/>
                  <a:gd name="connsiteY131" fmla="*/ 292069 h 788699"/>
                  <a:gd name="connsiteX132" fmla="*/ 506922 w 625521"/>
                  <a:gd name="connsiteY132" fmla="*/ 321985 h 788699"/>
                  <a:gd name="connsiteX133" fmla="*/ 509642 w 625521"/>
                  <a:gd name="connsiteY133" fmla="*/ 341022 h 788699"/>
                  <a:gd name="connsiteX134" fmla="*/ 509642 w 625521"/>
                  <a:gd name="connsiteY134" fmla="*/ 343742 h 788699"/>
                  <a:gd name="connsiteX135" fmla="*/ 517800 w 625521"/>
                  <a:gd name="connsiteY135" fmla="*/ 349181 h 788699"/>
                  <a:gd name="connsiteX136" fmla="*/ 528680 w 625521"/>
                  <a:gd name="connsiteY136" fmla="*/ 349181 h 788699"/>
                  <a:gd name="connsiteX137" fmla="*/ 550437 w 625521"/>
                  <a:gd name="connsiteY137" fmla="*/ 357340 h 788699"/>
                  <a:gd name="connsiteX138" fmla="*/ 550437 w 625521"/>
                  <a:gd name="connsiteY138" fmla="*/ 362780 h 788699"/>
                  <a:gd name="connsiteX139" fmla="*/ 534119 w 625521"/>
                  <a:gd name="connsiteY139" fmla="*/ 384537 h 788699"/>
                  <a:gd name="connsiteX140" fmla="*/ 520520 w 625521"/>
                  <a:gd name="connsiteY140" fmla="*/ 389976 h 788699"/>
                  <a:gd name="connsiteX141" fmla="*/ 512362 w 625521"/>
                  <a:gd name="connsiteY141" fmla="*/ 395415 h 788699"/>
                  <a:gd name="connsiteX142" fmla="*/ 512362 w 625521"/>
                  <a:gd name="connsiteY142" fmla="*/ 398135 h 788699"/>
                  <a:gd name="connsiteX143" fmla="*/ 512362 w 625521"/>
                  <a:gd name="connsiteY143" fmla="*/ 409014 h 788699"/>
                  <a:gd name="connsiteX144" fmla="*/ 512362 w 625521"/>
                  <a:gd name="connsiteY144" fmla="*/ 414453 h 788699"/>
                  <a:gd name="connsiteX145" fmla="*/ 512362 w 625521"/>
                  <a:gd name="connsiteY145" fmla="*/ 438930 h 788699"/>
                  <a:gd name="connsiteX146" fmla="*/ 515081 w 625521"/>
                  <a:gd name="connsiteY146" fmla="*/ 504202 h 788699"/>
                  <a:gd name="connsiteX147" fmla="*/ 520520 w 625521"/>
                  <a:gd name="connsiteY147" fmla="*/ 572193 h 788699"/>
                  <a:gd name="connsiteX148" fmla="*/ 517800 w 625521"/>
                  <a:gd name="connsiteY148" fmla="*/ 604829 h 788699"/>
                  <a:gd name="connsiteX149" fmla="*/ 512362 w 625521"/>
                  <a:gd name="connsiteY149" fmla="*/ 661942 h 788699"/>
                  <a:gd name="connsiteX150" fmla="*/ 509642 w 625521"/>
                  <a:gd name="connsiteY150" fmla="*/ 670101 h 788699"/>
                  <a:gd name="connsiteX151" fmla="*/ 512362 w 625521"/>
                  <a:gd name="connsiteY151" fmla="*/ 680979 h 788699"/>
                  <a:gd name="connsiteX152" fmla="*/ 512362 w 625521"/>
                  <a:gd name="connsiteY152" fmla="*/ 686419 h 788699"/>
                  <a:gd name="connsiteX153" fmla="*/ 536838 w 625521"/>
                  <a:gd name="connsiteY153" fmla="*/ 680979 h 788699"/>
                  <a:gd name="connsiteX154" fmla="*/ 536838 w 625521"/>
                  <a:gd name="connsiteY154" fmla="*/ 680979 h 788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</a:cxnLst>
                <a:rect l="l" t="t" r="r" b="b"/>
                <a:pathLst>
                  <a:path w="625521" h="788699">
                    <a:moveTo>
                      <a:pt x="536838" y="680979"/>
                    </a:moveTo>
                    <a:cubicBezTo>
                      <a:pt x="550437" y="680979"/>
                      <a:pt x="574913" y="680979"/>
                      <a:pt x="574913" y="697297"/>
                    </a:cubicBezTo>
                    <a:cubicBezTo>
                      <a:pt x="574913" y="705456"/>
                      <a:pt x="572194" y="708176"/>
                      <a:pt x="566755" y="713615"/>
                    </a:cubicBezTo>
                    <a:cubicBezTo>
                      <a:pt x="561315" y="719054"/>
                      <a:pt x="555876" y="721774"/>
                      <a:pt x="550437" y="721774"/>
                    </a:cubicBezTo>
                    <a:cubicBezTo>
                      <a:pt x="539558" y="724494"/>
                      <a:pt x="534119" y="724494"/>
                      <a:pt x="528680" y="724494"/>
                    </a:cubicBezTo>
                    <a:cubicBezTo>
                      <a:pt x="517800" y="724494"/>
                      <a:pt x="428052" y="724494"/>
                      <a:pt x="417174" y="724494"/>
                    </a:cubicBezTo>
                    <a:cubicBezTo>
                      <a:pt x="403575" y="724494"/>
                      <a:pt x="414454" y="724494"/>
                      <a:pt x="398136" y="724494"/>
                    </a:cubicBezTo>
                    <a:cubicBezTo>
                      <a:pt x="389977" y="724494"/>
                      <a:pt x="381817" y="724494"/>
                      <a:pt x="373659" y="724494"/>
                    </a:cubicBezTo>
                    <a:cubicBezTo>
                      <a:pt x="365500" y="724494"/>
                      <a:pt x="354621" y="721774"/>
                      <a:pt x="346462" y="719054"/>
                    </a:cubicBezTo>
                    <a:cubicBezTo>
                      <a:pt x="338304" y="716335"/>
                      <a:pt x="330144" y="708176"/>
                      <a:pt x="330144" y="702737"/>
                    </a:cubicBezTo>
                    <a:cubicBezTo>
                      <a:pt x="330144" y="700017"/>
                      <a:pt x="330144" y="697297"/>
                      <a:pt x="335584" y="694578"/>
                    </a:cubicBezTo>
                    <a:cubicBezTo>
                      <a:pt x="341023" y="691858"/>
                      <a:pt x="351902" y="689138"/>
                      <a:pt x="357341" y="686419"/>
                    </a:cubicBezTo>
                    <a:cubicBezTo>
                      <a:pt x="373659" y="683699"/>
                      <a:pt x="387257" y="680979"/>
                      <a:pt x="395416" y="680979"/>
                    </a:cubicBezTo>
                    <a:cubicBezTo>
                      <a:pt x="387257" y="675540"/>
                      <a:pt x="384537" y="670101"/>
                      <a:pt x="381817" y="656502"/>
                    </a:cubicBezTo>
                    <a:cubicBezTo>
                      <a:pt x="379098" y="632026"/>
                      <a:pt x="379098" y="610268"/>
                      <a:pt x="379098" y="585791"/>
                    </a:cubicBezTo>
                    <a:cubicBezTo>
                      <a:pt x="379098" y="564034"/>
                      <a:pt x="379098" y="542277"/>
                      <a:pt x="379098" y="517800"/>
                    </a:cubicBezTo>
                    <a:cubicBezTo>
                      <a:pt x="379098" y="504202"/>
                      <a:pt x="379098" y="487884"/>
                      <a:pt x="379098" y="474286"/>
                    </a:cubicBezTo>
                    <a:cubicBezTo>
                      <a:pt x="379098" y="457968"/>
                      <a:pt x="376379" y="444369"/>
                      <a:pt x="379098" y="430771"/>
                    </a:cubicBezTo>
                    <a:cubicBezTo>
                      <a:pt x="379098" y="425332"/>
                      <a:pt x="381817" y="417173"/>
                      <a:pt x="381817" y="411733"/>
                    </a:cubicBezTo>
                    <a:cubicBezTo>
                      <a:pt x="381817" y="406294"/>
                      <a:pt x="381817" y="403575"/>
                      <a:pt x="379098" y="400855"/>
                    </a:cubicBezTo>
                    <a:cubicBezTo>
                      <a:pt x="376379" y="400855"/>
                      <a:pt x="373659" y="398135"/>
                      <a:pt x="370939" y="398135"/>
                    </a:cubicBezTo>
                    <a:cubicBezTo>
                      <a:pt x="360061" y="398135"/>
                      <a:pt x="343742" y="400855"/>
                      <a:pt x="338304" y="400855"/>
                    </a:cubicBezTo>
                    <a:cubicBezTo>
                      <a:pt x="330144" y="400855"/>
                      <a:pt x="319266" y="403575"/>
                      <a:pt x="289349" y="403575"/>
                    </a:cubicBezTo>
                    <a:cubicBezTo>
                      <a:pt x="275751" y="403575"/>
                      <a:pt x="267592" y="400855"/>
                      <a:pt x="264872" y="400855"/>
                    </a:cubicBezTo>
                    <a:cubicBezTo>
                      <a:pt x="262153" y="400855"/>
                      <a:pt x="259433" y="400855"/>
                      <a:pt x="259433" y="406294"/>
                    </a:cubicBezTo>
                    <a:cubicBezTo>
                      <a:pt x="259433" y="414453"/>
                      <a:pt x="259433" y="419892"/>
                      <a:pt x="259433" y="425332"/>
                    </a:cubicBezTo>
                    <a:cubicBezTo>
                      <a:pt x="259433" y="433491"/>
                      <a:pt x="259433" y="441650"/>
                      <a:pt x="259433" y="449809"/>
                    </a:cubicBezTo>
                    <a:cubicBezTo>
                      <a:pt x="259433" y="457968"/>
                      <a:pt x="259433" y="463407"/>
                      <a:pt x="259433" y="471566"/>
                    </a:cubicBezTo>
                    <a:cubicBezTo>
                      <a:pt x="259433" y="482445"/>
                      <a:pt x="259433" y="493323"/>
                      <a:pt x="259433" y="504202"/>
                    </a:cubicBezTo>
                    <a:cubicBezTo>
                      <a:pt x="259433" y="506921"/>
                      <a:pt x="259433" y="506921"/>
                      <a:pt x="259433" y="509641"/>
                    </a:cubicBezTo>
                    <a:cubicBezTo>
                      <a:pt x="259433" y="520520"/>
                      <a:pt x="256714" y="531398"/>
                      <a:pt x="256714" y="542277"/>
                    </a:cubicBezTo>
                    <a:cubicBezTo>
                      <a:pt x="256714" y="553156"/>
                      <a:pt x="256714" y="566754"/>
                      <a:pt x="256714" y="577632"/>
                    </a:cubicBezTo>
                    <a:cubicBezTo>
                      <a:pt x="256714" y="588511"/>
                      <a:pt x="256714" y="599390"/>
                      <a:pt x="256714" y="612988"/>
                    </a:cubicBezTo>
                    <a:cubicBezTo>
                      <a:pt x="256714" y="629306"/>
                      <a:pt x="253994" y="642904"/>
                      <a:pt x="253994" y="656502"/>
                    </a:cubicBezTo>
                    <a:cubicBezTo>
                      <a:pt x="253994" y="664661"/>
                      <a:pt x="256714" y="672820"/>
                      <a:pt x="256714" y="678260"/>
                    </a:cubicBezTo>
                    <a:cubicBezTo>
                      <a:pt x="270312" y="678260"/>
                      <a:pt x="286629" y="680979"/>
                      <a:pt x="286629" y="694578"/>
                    </a:cubicBezTo>
                    <a:cubicBezTo>
                      <a:pt x="286629" y="702737"/>
                      <a:pt x="283910" y="705456"/>
                      <a:pt x="281191" y="710895"/>
                    </a:cubicBezTo>
                    <a:cubicBezTo>
                      <a:pt x="275751" y="716335"/>
                      <a:pt x="270312" y="719054"/>
                      <a:pt x="264872" y="719054"/>
                    </a:cubicBezTo>
                    <a:cubicBezTo>
                      <a:pt x="256714" y="721774"/>
                      <a:pt x="248554" y="721774"/>
                      <a:pt x="243116" y="721774"/>
                    </a:cubicBezTo>
                    <a:cubicBezTo>
                      <a:pt x="243116" y="721774"/>
                      <a:pt x="243116" y="721774"/>
                      <a:pt x="243116" y="721774"/>
                    </a:cubicBezTo>
                    <a:cubicBezTo>
                      <a:pt x="237676" y="724494"/>
                      <a:pt x="237676" y="724494"/>
                      <a:pt x="232236" y="727214"/>
                    </a:cubicBezTo>
                    <a:cubicBezTo>
                      <a:pt x="229517" y="729933"/>
                      <a:pt x="229517" y="732653"/>
                      <a:pt x="224078" y="735372"/>
                    </a:cubicBezTo>
                    <a:cubicBezTo>
                      <a:pt x="221358" y="738092"/>
                      <a:pt x="215919" y="738092"/>
                      <a:pt x="213199" y="738092"/>
                    </a:cubicBezTo>
                    <a:cubicBezTo>
                      <a:pt x="199601" y="738092"/>
                      <a:pt x="188722" y="735372"/>
                      <a:pt x="183283" y="727214"/>
                    </a:cubicBezTo>
                    <a:cubicBezTo>
                      <a:pt x="180563" y="724494"/>
                      <a:pt x="177843" y="721774"/>
                      <a:pt x="175124" y="719054"/>
                    </a:cubicBezTo>
                    <a:cubicBezTo>
                      <a:pt x="161526" y="719054"/>
                      <a:pt x="150646" y="719054"/>
                      <a:pt x="145208" y="719054"/>
                    </a:cubicBezTo>
                    <a:cubicBezTo>
                      <a:pt x="131609" y="719054"/>
                      <a:pt x="142488" y="719054"/>
                      <a:pt x="126170" y="719054"/>
                    </a:cubicBezTo>
                    <a:cubicBezTo>
                      <a:pt x="118011" y="719054"/>
                      <a:pt x="109852" y="719054"/>
                      <a:pt x="101693" y="719054"/>
                    </a:cubicBezTo>
                    <a:cubicBezTo>
                      <a:pt x="93534" y="719054"/>
                      <a:pt x="82655" y="719054"/>
                      <a:pt x="74496" y="713615"/>
                    </a:cubicBezTo>
                    <a:cubicBezTo>
                      <a:pt x="66338" y="710895"/>
                      <a:pt x="58178" y="702737"/>
                      <a:pt x="58178" y="697297"/>
                    </a:cubicBezTo>
                    <a:cubicBezTo>
                      <a:pt x="58178" y="694578"/>
                      <a:pt x="58178" y="691858"/>
                      <a:pt x="63618" y="689138"/>
                    </a:cubicBezTo>
                    <a:cubicBezTo>
                      <a:pt x="69057" y="686419"/>
                      <a:pt x="79936" y="683699"/>
                      <a:pt x="85375" y="680979"/>
                    </a:cubicBezTo>
                    <a:cubicBezTo>
                      <a:pt x="98973" y="678260"/>
                      <a:pt x="118011" y="678260"/>
                      <a:pt x="131609" y="675540"/>
                    </a:cubicBezTo>
                    <a:cubicBezTo>
                      <a:pt x="131609" y="672820"/>
                      <a:pt x="131609" y="670101"/>
                      <a:pt x="131609" y="667381"/>
                    </a:cubicBezTo>
                    <a:cubicBezTo>
                      <a:pt x="131609" y="661942"/>
                      <a:pt x="131609" y="656502"/>
                      <a:pt x="131609" y="651063"/>
                    </a:cubicBezTo>
                    <a:cubicBezTo>
                      <a:pt x="131609" y="640184"/>
                      <a:pt x="131609" y="629306"/>
                      <a:pt x="131609" y="618427"/>
                    </a:cubicBezTo>
                    <a:cubicBezTo>
                      <a:pt x="131609" y="604829"/>
                      <a:pt x="131609" y="593950"/>
                      <a:pt x="131609" y="580352"/>
                    </a:cubicBezTo>
                    <a:cubicBezTo>
                      <a:pt x="131609" y="564034"/>
                      <a:pt x="131609" y="547716"/>
                      <a:pt x="131609" y="531398"/>
                    </a:cubicBezTo>
                    <a:cubicBezTo>
                      <a:pt x="131609" y="509641"/>
                      <a:pt x="131609" y="487884"/>
                      <a:pt x="131609" y="466126"/>
                    </a:cubicBezTo>
                    <a:cubicBezTo>
                      <a:pt x="131609" y="452528"/>
                      <a:pt x="131609" y="436210"/>
                      <a:pt x="131609" y="422612"/>
                    </a:cubicBezTo>
                    <a:cubicBezTo>
                      <a:pt x="131609" y="419892"/>
                      <a:pt x="131609" y="414453"/>
                      <a:pt x="131609" y="411733"/>
                    </a:cubicBezTo>
                    <a:cubicBezTo>
                      <a:pt x="131609" y="409014"/>
                      <a:pt x="131609" y="400855"/>
                      <a:pt x="131609" y="398135"/>
                    </a:cubicBezTo>
                    <a:cubicBezTo>
                      <a:pt x="131609" y="392696"/>
                      <a:pt x="131609" y="392696"/>
                      <a:pt x="126170" y="389976"/>
                    </a:cubicBezTo>
                    <a:cubicBezTo>
                      <a:pt x="123450" y="389976"/>
                      <a:pt x="109852" y="387257"/>
                      <a:pt x="101693" y="387257"/>
                    </a:cubicBezTo>
                    <a:cubicBezTo>
                      <a:pt x="90814" y="384537"/>
                      <a:pt x="77216" y="381817"/>
                      <a:pt x="77216" y="376378"/>
                    </a:cubicBezTo>
                    <a:cubicBezTo>
                      <a:pt x="77216" y="373658"/>
                      <a:pt x="79936" y="370939"/>
                      <a:pt x="82655" y="368219"/>
                    </a:cubicBezTo>
                    <a:cubicBezTo>
                      <a:pt x="88095" y="365499"/>
                      <a:pt x="93534" y="362780"/>
                      <a:pt x="98973" y="360060"/>
                    </a:cubicBezTo>
                    <a:cubicBezTo>
                      <a:pt x="104413" y="360060"/>
                      <a:pt x="112571" y="357340"/>
                      <a:pt x="118011" y="357340"/>
                    </a:cubicBezTo>
                    <a:cubicBezTo>
                      <a:pt x="126170" y="354621"/>
                      <a:pt x="128890" y="357340"/>
                      <a:pt x="131609" y="351901"/>
                    </a:cubicBezTo>
                    <a:cubicBezTo>
                      <a:pt x="131609" y="349181"/>
                      <a:pt x="131609" y="346462"/>
                      <a:pt x="131609" y="343742"/>
                    </a:cubicBezTo>
                    <a:cubicBezTo>
                      <a:pt x="131609" y="319265"/>
                      <a:pt x="131609" y="294788"/>
                      <a:pt x="131609" y="270311"/>
                    </a:cubicBezTo>
                    <a:cubicBezTo>
                      <a:pt x="131609" y="226797"/>
                      <a:pt x="131609" y="186002"/>
                      <a:pt x="137048" y="145207"/>
                    </a:cubicBezTo>
                    <a:cubicBezTo>
                      <a:pt x="137048" y="139768"/>
                      <a:pt x="137048" y="131609"/>
                      <a:pt x="139768" y="123450"/>
                    </a:cubicBezTo>
                    <a:cubicBezTo>
                      <a:pt x="134329" y="123450"/>
                      <a:pt x="137048" y="123450"/>
                      <a:pt x="123450" y="123450"/>
                    </a:cubicBezTo>
                    <a:cubicBezTo>
                      <a:pt x="120731" y="123450"/>
                      <a:pt x="120731" y="123450"/>
                      <a:pt x="118011" y="123450"/>
                    </a:cubicBezTo>
                    <a:cubicBezTo>
                      <a:pt x="112571" y="123450"/>
                      <a:pt x="107133" y="123450"/>
                      <a:pt x="101693" y="123450"/>
                    </a:cubicBezTo>
                    <a:cubicBezTo>
                      <a:pt x="93534" y="123450"/>
                      <a:pt x="82655" y="120730"/>
                      <a:pt x="74496" y="118011"/>
                    </a:cubicBezTo>
                    <a:cubicBezTo>
                      <a:pt x="66338" y="115291"/>
                      <a:pt x="58178" y="107132"/>
                      <a:pt x="58178" y="101693"/>
                    </a:cubicBezTo>
                    <a:cubicBezTo>
                      <a:pt x="58178" y="98973"/>
                      <a:pt x="58178" y="96253"/>
                      <a:pt x="63618" y="93534"/>
                    </a:cubicBezTo>
                    <a:cubicBezTo>
                      <a:pt x="66338" y="90814"/>
                      <a:pt x="77216" y="88095"/>
                      <a:pt x="85375" y="85375"/>
                    </a:cubicBezTo>
                    <a:cubicBezTo>
                      <a:pt x="104413" y="82655"/>
                      <a:pt x="128890" y="82655"/>
                      <a:pt x="137048" y="82655"/>
                    </a:cubicBezTo>
                    <a:cubicBezTo>
                      <a:pt x="139768" y="82655"/>
                      <a:pt x="142488" y="82655"/>
                      <a:pt x="147927" y="82655"/>
                    </a:cubicBezTo>
                    <a:cubicBezTo>
                      <a:pt x="153366" y="69057"/>
                      <a:pt x="164245" y="58178"/>
                      <a:pt x="186003" y="58178"/>
                    </a:cubicBezTo>
                    <a:cubicBezTo>
                      <a:pt x="202321" y="58178"/>
                      <a:pt x="215919" y="66337"/>
                      <a:pt x="226797" y="79936"/>
                    </a:cubicBezTo>
                    <a:cubicBezTo>
                      <a:pt x="237676" y="79936"/>
                      <a:pt x="248554" y="79936"/>
                      <a:pt x="253994" y="79936"/>
                    </a:cubicBezTo>
                    <a:cubicBezTo>
                      <a:pt x="267592" y="79936"/>
                      <a:pt x="294789" y="79936"/>
                      <a:pt x="294789" y="96253"/>
                    </a:cubicBezTo>
                    <a:cubicBezTo>
                      <a:pt x="294789" y="104412"/>
                      <a:pt x="289349" y="107132"/>
                      <a:pt x="283910" y="112571"/>
                    </a:cubicBezTo>
                    <a:cubicBezTo>
                      <a:pt x="278471" y="118011"/>
                      <a:pt x="273031" y="120730"/>
                      <a:pt x="267592" y="120730"/>
                    </a:cubicBezTo>
                    <a:cubicBezTo>
                      <a:pt x="259433" y="123450"/>
                      <a:pt x="251274" y="123450"/>
                      <a:pt x="245835" y="123450"/>
                    </a:cubicBezTo>
                    <a:cubicBezTo>
                      <a:pt x="245835" y="123450"/>
                      <a:pt x="243116" y="123450"/>
                      <a:pt x="237676" y="123450"/>
                    </a:cubicBezTo>
                    <a:cubicBezTo>
                      <a:pt x="237676" y="126170"/>
                      <a:pt x="237676" y="126170"/>
                      <a:pt x="240396" y="128889"/>
                    </a:cubicBezTo>
                    <a:cubicBezTo>
                      <a:pt x="245835" y="145207"/>
                      <a:pt x="248554" y="161525"/>
                      <a:pt x="251274" y="177843"/>
                    </a:cubicBezTo>
                    <a:cubicBezTo>
                      <a:pt x="253994" y="194161"/>
                      <a:pt x="253994" y="210479"/>
                      <a:pt x="256714" y="226797"/>
                    </a:cubicBezTo>
                    <a:cubicBezTo>
                      <a:pt x="259433" y="243115"/>
                      <a:pt x="262153" y="256713"/>
                      <a:pt x="262153" y="273031"/>
                    </a:cubicBezTo>
                    <a:cubicBezTo>
                      <a:pt x="262153" y="278470"/>
                      <a:pt x="262153" y="283910"/>
                      <a:pt x="262153" y="289349"/>
                    </a:cubicBezTo>
                    <a:lnTo>
                      <a:pt x="262153" y="297508"/>
                    </a:lnTo>
                    <a:cubicBezTo>
                      <a:pt x="262153" y="305667"/>
                      <a:pt x="262153" y="313826"/>
                      <a:pt x="264872" y="321985"/>
                    </a:cubicBezTo>
                    <a:cubicBezTo>
                      <a:pt x="264872" y="327424"/>
                      <a:pt x="270312" y="330144"/>
                      <a:pt x="270312" y="335583"/>
                    </a:cubicBezTo>
                    <a:cubicBezTo>
                      <a:pt x="270312" y="335583"/>
                      <a:pt x="270312" y="338303"/>
                      <a:pt x="270312" y="338303"/>
                    </a:cubicBezTo>
                    <a:cubicBezTo>
                      <a:pt x="270312" y="341022"/>
                      <a:pt x="270312" y="343742"/>
                      <a:pt x="270312" y="346462"/>
                    </a:cubicBezTo>
                    <a:cubicBezTo>
                      <a:pt x="270312" y="351901"/>
                      <a:pt x="273031" y="354621"/>
                      <a:pt x="278471" y="354621"/>
                    </a:cubicBezTo>
                    <a:cubicBezTo>
                      <a:pt x="289349" y="354621"/>
                      <a:pt x="335584" y="351901"/>
                      <a:pt x="338304" y="349181"/>
                    </a:cubicBezTo>
                    <a:cubicBezTo>
                      <a:pt x="346462" y="349181"/>
                      <a:pt x="357341" y="349181"/>
                      <a:pt x="365500" y="349181"/>
                    </a:cubicBezTo>
                    <a:cubicBezTo>
                      <a:pt x="370939" y="349181"/>
                      <a:pt x="376379" y="349181"/>
                      <a:pt x="381817" y="349181"/>
                    </a:cubicBezTo>
                    <a:cubicBezTo>
                      <a:pt x="387257" y="349181"/>
                      <a:pt x="392697" y="346462"/>
                      <a:pt x="392697" y="338303"/>
                    </a:cubicBezTo>
                    <a:cubicBezTo>
                      <a:pt x="392697" y="330144"/>
                      <a:pt x="389977" y="316545"/>
                      <a:pt x="389977" y="313826"/>
                    </a:cubicBezTo>
                    <a:cubicBezTo>
                      <a:pt x="389977" y="294788"/>
                      <a:pt x="389977" y="278470"/>
                      <a:pt x="392697" y="262152"/>
                    </a:cubicBezTo>
                    <a:cubicBezTo>
                      <a:pt x="392697" y="259433"/>
                      <a:pt x="395416" y="243115"/>
                      <a:pt x="395416" y="224077"/>
                    </a:cubicBezTo>
                    <a:cubicBezTo>
                      <a:pt x="395416" y="207759"/>
                      <a:pt x="398136" y="188722"/>
                      <a:pt x="398136" y="177843"/>
                    </a:cubicBezTo>
                    <a:cubicBezTo>
                      <a:pt x="398136" y="169684"/>
                      <a:pt x="395416" y="158806"/>
                      <a:pt x="395416" y="153366"/>
                    </a:cubicBezTo>
                    <a:cubicBezTo>
                      <a:pt x="395416" y="145207"/>
                      <a:pt x="395416" y="142488"/>
                      <a:pt x="395416" y="137048"/>
                    </a:cubicBezTo>
                    <a:cubicBezTo>
                      <a:pt x="389977" y="137048"/>
                      <a:pt x="384537" y="137048"/>
                      <a:pt x="379098" y="137048"/>
                    </a:cubicBezTo>
                    <a:cubicBezTo>
                      <a:pt x="370939" y="137048"/>
                      <a:pt x="360061" y="134329"/>
                      <a:pt x="351902" y="131609"/>
                    </a:cubicBezTo>
                    <a:cubicBezTo>
                      <a:pt x="343742" y="128889"/>
                      <a:pt x="338304" y="120730"/>
                      <a:pt x="338304" y="115291"/>
                    </a:cubicBezTo>
                    <a:cubicBezTo>
                      <a:pt x="338304" y="112571"/>
                      <a:pt x="338304" y="109852"/>
                      <a:pt x="343742" y="107132"/>
                    </a:cubicBezTo>
                    <a:cubicBezTo>
                      <a:pt x="349182" y="104412"/>
                      <a:pt x="357341" y="101693"/>
                      <a:pt x="362780" y="98973"/>
                    </a:cubicBezTo>
                    <a:cubicBezTo>
                      <a:pt x="373659" y="96253"/>
                      <a:pt x="387257" y="96253"/>
                      <a:pt x="395416" y="96253"/>
                    </a:cubicBezTo>
                    <a:cubicBezTo>
                      <a:pt x="398136" y="93534"/>
                      <a:pt x="400855" y="90814"/>
                      <a:pt x="403575" y="90814"/>
                    </a:cubicBezTo>
                    <a:cubicBezTo>
                      <a:pt x="411734" y="90814"/>
                      <a:pt x="419893" y="88095"/>
                      <a:pt x="422612" y="88095"/>
                    </a:cubicBezTo>
                    <a:cubicBezTo>
                      <a:pt x="425332" y="88095"/>
                      <a:pt x="425332" y="88095"/>
                      <a:pt x="428052" y="88095"/>
                    </a:cubicBezTo>
                    <a:cubicBezTo>
                      <a:pt x="433492" y="88095"/>
                      <a:pt x="441650" y="88095"/>
                      <a:pt x="447090" y="90814"/>
                    </a:cubicBezTo>
                    <a:cubicBezTo>
                      <a:pt x="449809" y="90814"/>
                      <a:pt x="452529" y="93534"/>
                      <a:pt x="455249" y="96253"/>
                    </a:cubicBezTo>
                    <a:cubicBezTo>
                      <a:pt x="482445" y="96253"/>
                      <a:pt x="509642" y="93534"/>
                      <a:pt x="525960" y="93534"/>
                    </a:cubicBezTo>
                    <a:cubicBezTo>
                      <a:pt x="539558" y="93534"/>
                      <a:pt x="561315" y="93534"/>
                      <a:pt x="561315" y="109852"/>
                    </a:cubicBezTo>
                    <a:cubicBezTo>
                      <a:pt x="561315" y="118011"/>
                      <a:pt x="561315" y="120730"/>
                      <a:pt x="555876" y="126170"/>
                    </a:cubicBezTo>
                    <a:cubicBezTo>
                      <a:pt x="550437" y="131609"/>
                      <a:pt x="544997" y="134329"/>
                      <a:pt x="539558" y="134329"/>
                    </a:cubicBezTo>
                    <a:cubicBezTo>
                      <a:pt x="531399" y="137048"/>
                      <a:pt x="523240" y="137048"/>
                      <a:pt x="517800" y="137048"/>
                    </a:cubicBezTo>
                    <a:cubicBezTo>
                      <a:pt x="515081" y="137048"/>
                      <a:pt x="498763" y="137048"/>
                      <a:pt x="477006" y="137048"/>
                    </a:cubicBezTo>
                    <a:cubicBezTo>
                      <a:pt x="479725" y="145207"/>
                      <a:pt x="485165" y="153366"/>
                      <a:pt x="485165" y="161525"/>
                    </a:cubicBezTo>
                    <a:cubicBezTo>
                      <a:pt x="487885" y="177843"/>
                      <a:pt x="493324" y="194161"/>
                      <a:pt x="496043" y="210479"/>
                    </a:cubicBezTo>
                    <a:cubicBezTo>
                      <a:pt x="498763" y="224077"/>
                      <a:pt x="498763" y="237676"/>
                      <a:pt x="501483" y="251274"/>
                    </a:cubicBezTo>
                    <a:cubicBezTo>
                      <a:pt x="504202" y="264872"/>
                      <a:pt x="506922" y="275751"/>
                      <a:pt x="506922" y="292069"/>
                    </a:cubicBezTo>
                    <a:cubicBezTo>
                      <a:pt x="506922" y="302947"/>
                      <a:pt x="506922" y="311106"/>
                      <a:pt x="506922" y="321985"/>
                    </a:cubicBezTo>
                    <a:cubicBezTo>
                      <a:pt x="506922" y="327424"/>
                      <a:pt x="509642" y="335583"/>
                      <a:pt x="509642" y="341022"/>
                    </a:cubicBezTo>
                    <a:cubicBezTo>
                      <a:pt x="509642" y="343742"/>
                      <a:pt x="509642" y="343742"/>
                      <a:pt x="509642" y="343742"/>
                    </a:cubicBezTo>
                    <a:cubicBezTo>
                      <a:pt x="509642" y="349181"/>
                      <a:pt x="515081" y="349181"/>
                      <a:pt x="517800" y="349181"/>
                    </a:cubicBezTo>
                    <a:cubicBezTo>
                      <a:pt x="520520" y="349181"/>
                      <a:pt x="523240" y="349181"/>
                      <a:pt x="528680" y="349181"/>
                    </a:cubicBezTo>
                    <a:cubicBezTo>
                      <a:pt x="536838" y="349181"/>
                      <a:pt x="547717" y="349181"/>
                      <a:pt x="550437" y="357340"/>
                    </a:cubicBezTo>
                    <a:cubicBezTo>
                      <a:pt x="550437" y="360060"/>
                      <a:pt x="550437" y="360060"/>
                      <a:pt x="550437" y="362780"/>
                    </a:cubicBezTo>
                    <a:cubicBezTo>
                      <a:pt x="550437" y="370939"/>
                      <a:pt x="539558" y="381817"/>
                      <a:pt x="534119" y="384537"/>
                    </a:cubicBezTo>
                    <a:cubicBezTo>
                      <a:pt x="531399" y="387257"/>
                      <a:pt x="523240" y="387257"/>
                      <a:pt x="520520" y="389976"/>
                    </a:cubicBezTo>
                    <a:cubicBezTo>
                      <a:pt x="515081" y="389976"/>
                      <a:pt x="512362" y="392696"/>
                      <a:pt x="512362" y="395415"/>
                    </a:cubicBezTo>
                    <a:cubicBezTo>
                      <a:pt x="512362" y="395415"/>
                      <a:pt x="512362" y="398135"/>
                      <a:pt x="512362" y="398135"/>
                    </a:cubicBezTo>
                    <a:cubicBezTo>
                      <a:pt x="512362" y="400855"/>
                      <a:pt x="512362" y="406294"/>
                      <a:pt x="512362" y="409014"/>
                    </a:cubicBezTo>
                    <a:cubicBezTo>
                      <a:pt x="512362" y="411733"/>
                      <a:pt x="512362" y="411733"/>
                      <a:pt x="512362" y="414453"/>
                    </a:cubicBezTo>
                    <a:cubicBezTo>
                      <a:pt x="512362" y="422612"/>
                      <a:pt x="512362" y="430771"/>
                      <a:pt x="512362" y="438930"/>
                    </a:cubicBezTo>
                    <a:cubicBezTo>
                      <a:pt x="512362" y="460687"/>
                      <a:pt x="512362" y="482445"/>
                      <a:pt x="515081" y="504202"/>
                    </a:cubicBezTo>
                    <a:cubicBezTo>
                      <a:pt x="517800" y="525959"/>
                      <a:pt x="520520" y="550436"/>
                      <a:pt x="520520" y="572193"/>
                    </a:cubicBezTo>
                    <a:cubicBezTo>
                      <a:pt x="520520" y="583072"/>
                      <a:pt x="520520" y="593950"/>
                      <a:pt x="517800" y="604829"/>
                    </a:cubicBezTo>
                    <a:cubicBezTo>
                      <a:pt x="515081" y="623867"/>
                      <a:pt x="515081" y="642904"/>
                      <a:pt x="512362" y="661942"/>
                    </a:cubicBezTo>
                    <a:cubicBezTo>
                      <a:pt x="512362" y="664661"/>
                      <a:pt x="509642" y="667381"/>
                      <a:pt x="509642" y="670101"/>
                    </a:cubicBezTo>
                    <a:cubicBezTo>
                      <a:pt x="509642" y="672820"/>
                      <a:pt x="512362" y="678260"/>
                      <a:pt x="512362" y="680979"/>
                    </a:cubicBezTo>
                    <a:cubicBezTo>
                      <a:pt x="512362" y="683699"/>
                      <a:pt x="512362" y="686419"/>
                      <a:pt x="512362" y="686419"/>
                    </a:cubicBezTo>
                    <a:cubicBezTo>
                      <a:pt x="517800" y="680979"/>
                      <a:pt x="528680" y="680979"/>
                      <a:pt x="536838" y="680979"/>
                    </a:cubicBezTo>
                    <a:lnTo>
                      <a:pt x="536838" y="680979"/>
                    </a:lnTo>
                    <a:close/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0" name="Freeform: Shape 52">
                <a:extLst>
                  <a:ext uri="{FF2B5EF4-FFF2-40B4-BE49-F238E27FC236}">
                    <a16:creationId xmlns:a16="http://schemas.microsoft.com/office/drawing/2014/main" id="{DF6E988F-897D-8F46-BC02-1E0584B0790C}"/>
                  </a:ext>
                </a:extLst>
              </p:cNvPr>
              <p:cNvSpPr/>
              <p:nvPr/>
            </p:nvSpPr>
            <p:spPr>
              <a:xfrm>
                <a:off x="9592416" y="4192158"/>
                <a:ext cx="516735" cy="761503"/>
              </a:xfrm>
              <a:custGeom>
                <a:avLst/>
                <a:gdLst>
                  <a:gd name="connsiteX0" fmla="*/ 463407 w 516735"/>
                  <a:gd name="connsiteY0" fmla="*/ 194161 h 761503"/>
                  <a:gd name="connsiteX1" fmla="*/ 447089 w 516735"/>
                  <a:gd name="connsiteY1" fmla="*/ 226797 h 761503"/>
                  <a:gd name="connsiteX2" fmla="*/ 430771 w 516735"/>
                  <a:gd name="connsiteY2" fmla="*/ 221357 h 761503"/>
                  <a:gd name="connsiteX3" fmla="*/ 422612 w 516735"/>
                  <a:gd name="connsiteY3" fmla="*/ 207759 h 761503"/>
                  <a:gd name="connsiteX4" fmla="*/ 419893 w 516735"/>
                  <a:gd name="connsiteY4" fmla="*/ 188722 h 761503"/>
                  <a:gd name="connsiteX5" fmla="*/ 419893 w 516735"/>
                  <a:gd name="connsiteY5" fmla="*/ 139768 h 761503"/>
                  <a:gd name="connsiteX6" fmla="*/ 419893 w 516735"/>
                  <a:gd name="connsiteY6" fmla="*/ 120730 h 761503"/>
                  <a:gd name="connsiteX7" fmla="*/ 395416 w 516735"/>
                  <a:gd name="connsiteY7" fmla="*/ 120730 h 761503"/>
                  <a:gd name="connsiteX8" fmla="*/ 370939 w 516735"/>
                  <a:gd name="connsiteY8" fmla="*/ 120730 h 761503"/>
                  <a:gd name="connsiteX9" fmla="*/ 346461 w 516735"/>
                  <a:gd name="connsiteY9" fmla="*/ 123450 h 761503"/>
                  <a:gd name="connsiteX10" fmla="*/ 335583 w 516735"/>
                  <a:gd name="connsiteY10" fmla="*/ 123450 h 761503"/>
                  <a:gd name="connsiteX11" fmla="*/ 335583 w 516735"/>
                  <a:gd name="connsiteY11" fmla="*/ 123450 h 761503"/>
                  <a:gd name="connsiteX12" fmla="*/ 324704 w 516735"/>
                  <a:gd name="connsiteY12" fmla="*/ 128889 h 761503"/>
                  <a:gd name="connsiteX13" fmla="*/ 327424 w 516735"/>
                  <a:gd name="connsiteY13" fmla="*/ 139768 h 761503"/>
                  <a:gd name="connsiteX14" fmla="*/ 330144 w 516735"/>
                  <a:gd name="connsiteY14" fmla="*/ 175123 h 761503"/>
                  <a:gd name="connsiteX15" fmla="*/ 330144 w 516735"/>
                  <a:gd name="connsiteY15" fmla="*/ 199600 h 761503"/>
                  <a:gd name="connsiteX16" fmla="*/ 327424 w 516735"/>
                  <a:gd name="connsiteY16" fmla="*/ 224077 h 761503"/>
                  <a:gd name="connsiteX17" fmla="*/ 330144 w 516735"/>
                  <a:gd name="connsiteY17" fmla="*/ 251274 h 761503"/>
                  <a:gd name="connsiteX18" fmla="*/ 327424 w 516735"/>
                  <a:gd name="connsiteY18" fmla="*/ 278470 h 761503"/>
                  <a:gd name="connsiteX19" fmla="*/ 327424 w 516735"/>
                  <a:gd name="connsiteY19" fmla="*/ 332864 h 761503"/>
                  <a:gd name="connsiteX20" fmla="*/ 330144 w 516735"/>
                  <a:gd name="connsiteY20" fmla="*/ 357340 h 761503"/>
                  <a:gd name="connsiteX21" fmla="*/ 330144 w 516735"/>
                  <a:gd name="connsiteY21" fmla="*/ 368219 h 761503"/>
                  <a:gd name="connsiteX22" fmla="*/ 332863 w 516735"/>
                  <a:gd name="connsiteY22" fmla="*/ 387257 h 761503"/>
                  <a:gd name="connsiteX23" fmla="*/ 332863 w 516735"/>
                  <a:gd name="connsiteY23" fmla="*/ 433491 h 761503"/>
                  <a:gd name="connsiteX24" fmla="*/ 332863 w 516735"/>
                  <a:gd name="connsiteY24" fmla="*/ 487884 h 761503"/>
                  <a:gd name="connsiteX25" fmla="*/ 330144 w 516735"/>
                  <a:gd name="connsiteY25" fmla="*/ 512361 h 761503"/>
                  <a:gd name="connsiteX26" fmla="*/ 330144 w 516735"/>
                  <a:gd name="connsiteY26" fmla="*/ 539557 h 761503"/>
                  <a:gd name="connsiteX27" fmla="*/ 332863 w 516735"/>
                  <a:gd name="connsiteY27" fmla="*/ 593950 h 761503"/>
                  <a:gd name="connsiteX28" fmla="*/ 332863 w 516735"/>
                  <a:gd name="connsiteY28" fmla="*/ 648343 h 761503"/>
                  <a:gd name="connsiteX29" fmla="*/ 332863 w 516735"/>
                  <a:gd name="connsiteY29" fmla="*/ 656502 h 761503"/>
                  <a:gd name="connsiteX30" fmla="*/ 357341 w 516735"/>
                  <a:gd name="connsiteY30" fmla="*/ 656502 h 761503"/>
                  <a:gd name="connsiteX31" fmla="*/ 395416 w 516735"/>
                  <a:gd name="connsiteY31" fmla="*/ 675540 h 761503"/>
                  <a:gd name="connsiteX32" fmla="*/ 389976 w 516735"/>
                  <a:gd name="connsiteY32" fmla="*/ 691858 h 761503"/>
                  <a:gd name="connsiteX33" fmla="*/ 373658 w 516735"/>
                  <a:gd name="connsiteY33" fmla="*/ 700017 h 761503"/>
                  <a:gd name="connsiteX34" fmla="*/ 351901 w 516735"/>
                  <a:gd name="connsiteY34" fmla="*/ 702737 h 761503"/>
                  <a:gd name="connsiteX35" fmla="*/ 319265 w 516735"/>
                  <a:gd name="connsiteY35" fmla="*/ 702737 h 761503"/>
                  <a:gd name="connsiteX36" fmla="*/ 311106 w 516735"/>
                  <a:gd name="connsiteY36" fmla="*/ 708176 h 761503"/>
                  <a:gd name="connsiteX37" fmla="*/ 289349 w 516735"/>
                  <a:gd name="connsiteY37" fmla="*/ 713615 h 761503"/>
                  <a:gd name="connsiteX38" fmla="*/ 270311 w 516735"/>
                  <a:gd name="connsiteY38" fmla="*/ 713615 h 761503"/>
                  <a:gd name="connsiteX39" fmla="*/ 243115 w 516735"/>
                  <a:gd name="connsiteY39" fmla="*/ 705456 h 761503"/>
                  <a:gd name="connsiteX40" fmla="*/ 237675 w 516735"/>
                  <a:gd name="connsiteY40" fmla="*/ 702737 h 761503"/>
                  <a:gd name="connsiteX41" fmla="*/ 199600 w 516735"/>
                  <a:gd name="connsiteY41" fmla="*/ 702737 h 761503"/>
                  <a:gd name="connsiteX42" fmla="*/ 175123 w 516735"/>
                  <a:gd name="connsiteY42" fmla="*/ 702737 h 761503"/>
                  <a:gd name="connsiteX43" fmla="*/ 147927 w 516735"/>
                  <a:gd name="connsiteY43" fmla="*/ 697297 h 761503"/>
                  <a:gd name="connsiteX44" fmla="*/ 131609 w 516735"/>
                  <a:gd name="connsiteY44" fmla="*/ 678260 h 761503"/>
                  <a:gd name="connsiteX45" fmla="*/ 137048 w 516735"/>
                  <a:gd name="connsiteY45" fmla="*/ 670101 h 761503"/>
                  <a:gd name="connsiteX46" fmla="*/ 158805 w 516735"/>
                  <a:gd name="connsiteY46" fmla="*/ 661942 h 761503"/>
                  <a:gd name="connsiteX47" fmla="*/ 199600 w 516735"/>
                  <a:gd name="connsiteY47" fmla="*/ 659222 h 761503"/>
                  <a:gd name="connsiteX48" fmla="*/ 199600 w 516735"/>
                  <a:gd name="connsiteY48" fmla="*/ 659222 h 761503"/>
                  <a:gd name="connsiteX49" fmla="*/ 196880 w 516735"/>
                  <a:gd name="connsiteY49" fmla="*/ 629306 h 761503"/>
                  <a:gd name="connsiteX50" fmla="*/ 199600 w 516735"/>
                  <a:gd name="connsiteY50" fmla="*/ 574913 h 761503"/>
                  <a:gd name="connsiteX51" fmla="*/ 202320 w 516735"/>
                  <a:gd name="connsiteY51" fmla="*/ 523239 h 761503"/>
                  <a:gd name="connsiteX52" fmla="*/ 205040 w 516735"/>
                  <a:gd name="connsiteY52" fmla="*/ 460687 h 761503"/>
                  <a:gd name="connsiteX53" fmla="*/ 205040 w 516735"/>
                  <a:gd name="connsiteY53" fmla="*/ 417173 h 761503"/>
                  <a:gd name="connsiteX54" fmla="*/ 207759 w 516735"/>
                  <a:gd name="connsiteY54" fmla="*/ 392696 h 761503"/>
                  <a:gd name="connsiteX55" fmla="*/ 210478 w 516735"/>
                  <a:gd name="connsiteY55" fmla="*/ 368219 h 761503"/>
                  <a:gd name="connsiteX56" fmla="*/ 210478 w 516735"/>
                  <a:gd name="connsiteY56" fmla="*/ 313826 h 761503"/>
                  <a:gd name="connsiteX57" fmla="*/ 210478 w 516735"/>
                  <a:gd name="connsiteY57" fmla="*/ 259433 h 761503"/>
                  <a:gd name="connsiteX58" fmla="*/ 210478 w 516735"/>
                  <a:gd name="connsiteY58" fmla="*/ 213199 h 761503"/>
                  <a:gd name="connsiteX59" fmla="*/ 210478 w 516735"/>
                  <a:gd name="connsiteY59" fmla="*/ 145207 h 761503"/>
                  <a:gd name="connsiteX60" fmla="*/ 213198 w 516735"/>
                  <a:gd name="connsiteY60" fmla="*/ 131609 h 761503"/>
                  <a:gd name="connsiteX61" fmla="*/ 205040 w 516735"/>
                  <a:gd name="connsiteY61" fmla="*/ 123450 h 761503"/>
                  <a:gd name="connsiteX62" fmla="*/ 161525 w 516735"/>
                  <a:gd name="connsiteY62" fmla="*/ 123450 h 761503"/>
                  <a:gd name="connsiteX63" fmla="*/ 112571 w 516735"/>
                  <a:gd name="connsiteY63" fmla="*/ 120730 h 761503"/>
                  <a:gd name="connsiteX64" fmla="*/ 104412 w 516735"/>
                  <a:gd name="connsiteY64" fmla="*/ 118011 h 761503"/>
                  <a:gd name="connsiteX65" fmla="*/ 107132 w 516735"/>
                  <a:gd name="connsiteY65" fmla="*/ 191441 h 761503"/>
                  <a:gd name="connsiteX66" fmla="*/ 90814 w 516735"/>
                  <a:gd name="connsiteY66" fmla="*/ 224077 h 761503"/>
                  <a:gd name="connsiteX67" fmla="*/ 74496 w 516735"/>
                  <a:gd name="connsiteY67" fmla="*/ 218638 h 761503"/>
                  <a:gd name="connsiteX68" fmla="*/ 66337 w 516735"/>
                  <a:gd name="connsiteY68" fmla="*/ 205040 h 761503"/>
                  <a:gd name="connsiteX69" fmla="*/ 63617 w 516735"/>
                  <a:gd name="connsiteY69" fmla="*/ 186002 h 761503"/>
                  <a:gd name="connsiteX70" fmla="*/ 63617 w 516735"/>
                  <a:gd name="connsiteY70" fmla="*/ 145207 h 761503"/>
                  <a:gd name="connsiteX71" fmla="*/ 63617 w 516735"/>
                  <a:gd name="connsiteY71" fmla="*/ 109852 h 761503"/>
                  <a:gd name="connsiteX72" fmla="*/ 58178 w 516735"/>
                  <a:gd name="connsiteY72" fmla="*/ 96253 h 761503"/>
                  <a:gd name="connsiteX73" fmla="*/ 66337 w 516735"/>
                  <a:gd name="connsiteY73" fmla="*/ 85375 h 761503"/>
                  <a:gd name="connsiteX74" fmla="*/ 93533 w 516735"/>
                  <a:gd name="connsiteY74" fmla="*/ 77216 h 761503"/>
                  <a:gd name="connsiteX75" fmla="*/ 115290 w 516735"/>
                  <a:gd name="connsiteY75" fmla="*/ 77216 h 761503"/>
                  <a:gd name="connsiteX76" fmla="*/ 169684 w 516735"/>
                  <a:gd name="connsiteY76" fmla="*/ 74496 h 761503"/>
                  <a:gd name="connsiteX77" fmla="*/ 194161 w 516735"/>
                  <a:gd name="connsiteY77" fmla="*/ 71776 h 761503"/>
                  <a:gd name="connsiteX78" fmla="*/ 196880 w 516735"/>
                  <a:gd name="connsiteY78" fmla="*/ 71776 h 761503"/>
                  <a:gd name="connsiteX79" fmla="*/ 210478 w 516735"/>
                  <a:gd name="connsiteY79" fmla="*/ 71776 h 761503"/>
                  <a:gd name="connsiteX80" fmla="*/ 218638 w 516735"/>
                  <a:gd name="connsiteY80" fmla="*/ 71776 h 761503"/>
                  <a:gd name="connsiteX81" fmla="*/ 237675 w 516735"/>
                  <a:gd name="connsiteY81" fmla="*/ 60898 h 761503"/>
                  <a:gd name="connsiteX82" fmla="*/ 253993 w 516735"/>
                  <a:gd name="connsiteY82" fmla="*/ 58178 h 761503"/>
                  <a:gd name="connsiteX83" fmla="*/ 283910 w 516735"/>
                  <a:gd name="connsiteY83" fmla="*/ 60898 h 761503"/>
                  <a:gd name="connsiteX84" fmla="*/ 294788 w 516735"/>
                  <a:gd name="connsiteY84" fmla="*/ 66337 h 761503"/>
                  <a:gd name="connsiteX85" fmla="*/ 305667 w 516735"/>
                  <a:gd name="connsiteY85" fmla="*/ 74496 h 761503"/>
                  <a:gd name="connsiteX86" fmla="*/ 313826 w 516735"/>
                  <a:gd name="connsiteY86" fmla="*/ 74496 h 761503"/>
                  <a:gd name="connsiteX87" fmla="*/ 327424 w 516735"/>
                  <a:gd name="connsiteY87" fmla="*/ 74496 h 761503"/>
                  <a:gd name="connsiteX88" fmla="*/ 354621 w 516735"/>
                  <a:gd name="connsiteY88" fmla="*/ 74496 h 761503"/>
                  <a:gd name="connsiteX89" fmla="*/ 422612 w 516735"/>
                  <a:gd name="connsiteY89" fmla="*/ 74496 h 761503"/>
                  <a:gd name="connsiteX90" fmla="*/ 455248 w 516735"/>
                  <a:gd name="connsiteY90" fmla="*/ 79936 h 761503"/>
                  <a:gd name="connsiteX91" fmla="*/ 466127 w 516735"/>
                  <a:gd name="connsiteY91" fmla="*/ 98973 h 761503"/>
                  <a:gd name="connsiteX92" fmla="*/ 463407 w 516735"/>
                  <a:gd name="connsiteY92" fmla="*/ 109852 h 761503"/>
                  <a:gd name="connsiteX93" fmla="*/ 463407 w 516735"/>
                  <a:gd name="connsiteY93" fmla="*/ 120730 h 761503"/>
                  <a:gd name="connsiteX94" fmla="*/ 463407 w 516735"/>
                  <a:gd name="connsiteY94" fmla="*/ 194161 h 761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</a:cxnLst>
                <a:rect l="l" t="t" r="r" b="b"/>
                <a:pathLst>
                  <a:path w="516735" h="761503">
                    <a:moveTo>
                      <a:pt x="463407" y="194161"/>
                    </a:moveTo>
                    <a:cubicBezTo>
                      <a:pt x="463407" y="205040"/>
                      <a:pt x="463407" y="226797"/>
                      <a:pt x="447089" y="226797"/>
                    </a:cubicBezTo>
                    <a:cubicBezTo>
                      <a:pt x="438930" y="226797"/>
                      <a:pt x="436211" y="226797"/>
                      <a:pt x="430771" y="221357"/>
                    </a:cubicBezTo>
                    <a:cubicBezTo>
                      <a:pt x="425332" y="218638"/>
                      <a:pt x="422612" y="210479"/>
                      <a:pt x="422612" y="207759"/>
                    </a:cubicBezTo>
                    <a:cubicBezTo>
                      <a:pt x="419893" y="199600"/>
                      <a:pt x="419893" y="194161"/>
                      <a:pt x="419893" y="188722"/>
                    </a:cubicBezTo>
                    <a:cubicBezTo>
                      <a:pt x="419893" y="183282"/>
                      <a:pt x="419893" y="147927"/>
                      <a:pt x="419893" y="139768"/>
                    </a:cubicBezTo>
                    <a:cubicBezTo>
                      <a:pt x="419893" y="134329"/>
                      <a:pt x="419893" y="128889"/>
                      <a:pt x="419893" y="120730"/>
                    </a:cubicBezTo>
                    <a:cubicBezTo>
                      <a:pt x="411734" y="120730"/>
                      <a:pt x="403574" y="120730"/>
                      <a:pt x="395416" y="120730"/>
                    </a:cubicBezTo>
                    <a:cubicBezTo>
                      <a:pt x="387256" y="120730"/>
                      <a:pt x="379098" y="120730"/>
                      <a:pt x="370939" y="120730"/>
                    </a:cubicBezTo>
                    <a:cubicBezTo>
                      <a:pt x="362780" y="120730"/>
                      <a:pt x="354621" y="123450"/>
                      <a:pt x="346461" y="123450"/>
                    </a:cubicBezTo>
                    <a:cubicBezTo>
                      <a:pt x="343742" y="123450"/>
                      <a:pt x="341023" y="123450"/>
                      <a:pt x="335583" y="123450"/>
                    </a:cubicBezTo>
                    <a:cubicBezTo>
                      <a:pt x="335583" y="123450"/>
                      <a:pt x="335583" y="123450"/>
                      <a:pt x="335583" y="123450"/>
                    </a:cubicBezTo>
                    <a:cubicBezTo>
                      <a:pt x="327424" y="123450"/>
                      <a:pt x="324704" y="126170"/>
                      <a:pt x="324704" y="128889"/>
                    </a:cubicBezTo>
                    <a:cubicBezTo>
                      <a:pt x="324704" y="131609"/>
                      <a:pt x="324704" y="137048"/>
                      <a:pt x="327424" y="139768"/>
                    </a:cubicBezTo>
                    <a:cubicBezTo>
                      <a:pt x="330144" y="147927"/>
                      <a:pt x="330144" y="166964"/>
                      <a:pt x="330144" y="175123"/>
                    </a:cubicBezTo>
                    <a:cubicBezTo>
                      <a:pt x="330144" y="183282"/>
                      <a:pt x="330144" y="191441"/>
                      <a:pt x="330144" y="199600"/>
                    </a:cubicBezTo>
                    <a:cubicBezTo>
                      <a:pt x="330144" y="207759"/>
                      <a:pt x="327424" y="215918"/>
                      <a:pt x="327424" y="224077"/>
                    </a:cubicBezTo>
                    <a:cubicBezTo>
                      <a:pt x="327424" y="232236"/>
                      <a:pt x="330144" y="243115"/>
                      <a:pt x="330144" y="251274"/>
                    </a:cubicBezTo>
                    <a:cubicBezTo>
                      <a:pt x="330144" y="259433"/>
                      <a:pt x="330144" y="267592"/>
                      <a:pt x="327424" y="278470"/>
                    </a:cubicBezTo>
                    <a:cubicBezTo>
                      <a:pt x="327424" y="294788"/>
                      <a:pt x="327424" y="313826"/>
                      <a:pt x="327424" y="332864"/>
                    </a:cubicBezTo>
                    <a:cubicBezTo>
                      <a:pt x="327424" y="341022"/>
                      <a:pt x="327424" y="349181"/>
                      <a:pt x="330144" y="357340"/>
                    </a:cubicBezTo>
                    <a:cubicBezTo>
                      <a:pt x="330144" y="360060"/>
                      <a:pt x="330144" y="365499"/>
                      <a:pt x="330144" y="368219"/>
                    </a:cubicBezTo>
                    <a:cubicBezTo>
                      <a:pt x="330144" y="373658"/>
                      <a:pt x="332863" y="384537"/>
                      <a:pt x="332863" y="387257"/>
                    </a:cubicBezTo>
                    <a:cubicBezTo>
                      <a:pt x="332863" y="406294"/>
                      <a:pt x="332863" y="414453"/>
                      <a:pt x="332863" y="433491"/>
                    </a:cubicBezTo>
                    <a:cubicBezTo>
                      <a:pt x="332863" y="452528"/>
                      <a:pt x="335583" y="468846"/>
                      <a:pt x="332863" y="487884"/>
                    </a:cubicBezTo>
                    <a:cubicBezTo>
                      <a:pt x="332863" y="496043"/>
                      <a:pt x="330144" y="504202"/>
                      <a:pt x="330144" y="512361"/>
                    </a:cubicBezTo>
                    <a:cubicBezTo>
                      <a:pt x="330144" y="520520"/>
                      <a:pt x="330144" y="531398"/>
                      <a:pt x="330144" y="539557"/>
                    </a:cubicBezTo>
                    <a:cubicBezTo>
                      <a:pt x="330144" y="558595"/>
                      <a:pt x="330144" y="574913"/>
                      <a:pt x="332863" y="593950"/>
                    </a:cubicBezTo>
                    <a:cubicBezTo>
                      <a:pt x="332863" y="610268"/>
                      <a:pt x="332863" y="632026"/>
                      <a:pt x="332863" y="648343"/>
                    </a:cubicBezTo>
                    <a:cubicBezTo>
                      <a:pt x="332863" y="651063"/>
                      <a:pt x="332863" y="653783"/>
                      <a:pt x="332863" y="656502"/>
                    </a:cubicBezTo>
                    <a:cubicBezTo>
                      <a:pt x="343742" y="656502"/>
                      <a:pt x="351901" y="656502"/>
                      <a:pt x="357341" y="656502"/>
                    </a:cubicBezTo>
                    <a:cubicBezTo>
                      <a:pt x="370939" y="656502"/>
                      <a:pt x="395416" y="659222"/>
                      <a:pt x="395416" y="675540"/>
                    </a:cubicBezTo>
                    <a:cubicBezTo>
                      <a:pt x="395416" y="683699"/>
                      <a:pt x="392696" y="686419"/>
                      <a:pt x="389976" y="691858"/>
                    </a:cubicBezTo>
                    <a:cubicBezTo>
                      <a:pt x="384537" y="697297"/>
                      <a:pt x="379098" y="700017"/>
                      <a:pt x="373658" y="700017"/>
                    </a:cubicBezTo>
                    <a:cubicBezTo>
                      <a:pt x="365499" y="702737"/>
                      <a:pt x="357341" y="702737"/>
                      <a:pt x="351901" y="702737"/>
                    </a:cubicBezTo>
                    <a:cubicBezTo>
                      <a:pt x="349181" y="702737"/>
                      <a:pt x="335583" y="702737"/>
                      <a:pt x="319265" y="702737"/>
                    </a:cubicBezTo>
                    <a:cubicBezTo>
                      <a:pt x="316546" y="705456"/>
                      <a:pt x="313826" y="705456"/>
                      <a:pt x="311106" y="708176"/>
                    </a:cubicBezTo>
                    <a:cubicBezTo>
                      <a:pt x="302948" y="713615"/>
                      <a:pt x="297508" y="713615"/>
                      <a:pt x="289349" y="713615"/>
                    </a:cubicBezTo>
                    <a:cubicBezTo>
                      <a:pt x="283910" y="713615"/>
                      <a:pt x="278470" y="713615"/>
                      <a:pt x="270311" y="713615"/>
                    </a:cubicBezTo>
                    <a:cubicBezTo>
                      <a:pt x="259433" y="713615"/>
                      <a:pt x="251273" y="710895"/>
                      <a:pt x="243115" y="705456"/>
                    </a:cubicBezTo>
                    <a:cubicBezTo>
                      <a:pt x="240395" y="705456"/>
                      <a:pt x="237675" y="702737"/>
                      <a:pt x="237675" y="702737"/>
                    </a:cubicBezTo>
                    <a:cubicBezTo>
                      <a:pt x="224077" y="702737"/>
                      <a:pt x="213198" y="702737"/>
                      <a:pt x="199600" y="702737"/>
                    </a:cubicBezTo>
                    <a:cubicBezTo>
                      <a:pt x="191441" y="702737"/>
                      <a:pt x="183282" y="702737"/>
                      <a:pt x="175123" y="702737"/>
                    </a:cubicBezTo>
                    <a:cubicBezTo>
                      <a:pt x="166965" y="702737"/>
                      <a:pt x="156085" y="702737"/>
                      <a:pt x="147927" y="697297"/>
                    </a:cubicBezTo>
                    <a:cubicBezTo>
                      <a:pt x="139768" y="694578"/>
                      <a:pt x="131609" y="680979"/>
                      <a:pt x="131609" y="678260"/>
                    </a:cubicBezTo>
                    <a:cubicBezTo>
                      <a:pt x="131609" y="675540"/>
                      <a:pt x="131609" y="672820"/>
                      <a:pt x="137048" y="670101"/>
                    </a:cubicBezTo>
                    <a:cubicBezTo>
                      <a:pt x="142487" y="667381"/>
                      <a:pt x="153366" y="664661"/>
                      <a:pt x="158805" y="661942"/>
                    </a:cubicBezTo>
                    <a:cubicBezTo>
                      <a:pt x="175123" y="659222"/>
                      <a:pt x="191441" y="659222"/>
                      <a:pt x="199600" y="659222"/>
                    </a:cubicBezTo>
                    <a:lnTo>
                      <a:pt x="199600" y="659222"/>
                    </a:lnTo>
                    <a:cubicBezTo>
                      <a:pt x="199600" y="648343"/>
                      <a:pt x="196880" y="640184"/>
                      <a:pt x="196880" y="629306"/>
                    </a:cubicBezTo>
                    <a:cubicBezTo>
                      <a:pt x="196880" y="612988"/>
                      <a:pt x="196880" y="591231"/>
                      <a:pt x="199600" y="574913"/>
                    </a:cubicBezTo>
                    <a:cubicBezTo>
                      <a:pt x="199600" y="558595"/>
                      <a:pt x="199600" y="539557"/>
                      <a:pt x="202320" y="523239"/>
                    </a:cubicBezTo>
                    <a:cubicBezTo>
                      <a:pt x="202320" y="501482"/>
                      <a:pt x="205040" y="482445"/>
                      <a:pt x="205040" y="460687"/>
                    </a:cubicBezTo>
                    <a:cubicBezTo>
                      <a:pt x="205040" y="447089"/>
                      <a:pt x="205040" y="430771"/>
                      <a:pt x="205040" y="417173"/>
                    </a:cubicBezTo>
                    <a:cubicBezTo>
                      <a:pt x="205040" y="409014"/>
                      <a:pt x="207759" y="400855"/>
                      <a:pt x="207759" y="392696"/>
                    </a:cubicBezTo>
                    <a:cubicBezTo>
                      <a:pt x="207759" y="384537"/>
                      <a:pt x="210478" y="376378"/>
                      <a:pt x="210478" y="368219"/>
                    </a:cubicBezTo>
                    <a:cubicBezTo>
                      <a:pt x="210478" y="351901"/>
                      <a:pt x="210478" y="332864"/>
                      <a:pt x="210478" y="313826"/>
                    </a:cubicBezTo>
                    <a:cubicBezTo>
                      <a:pt x="210478" y="294788"/>
                      <a:pt x="210478" y="275751"/>
                      <a:pt x="210478" y="259433"/>
                    </a:cubicBezTo>
                    <a:cubicBezTo>
                      <a:pt x="210478" y="243115"/>
                      <a:pt x="210478" y="226797"/>
                      <a:pt x="210478" y="213199"/>
                    </a:cubicBezTo>
                    <a:cubicBezTo>
                      <a:pt x="210478" y="194161"/>
                      <a:pt x="210478" y="164245"/>
                      <a:pt x="210478" y="145207"/>
                    </a:cubicBezTo>
                    <a:cubicBezTo>
                      <a:pt x="210478" y="139768"/>
                      <a:pt x="213198" y="134329"/>
                      <a:pt x="213198" y="131609"/>
                    </a:cubicBezTo>
                    <a:cubicBezTo>
                      <a:pt x="213198" y="126170"/>
                      <a:pt x="207759" y="123450"/>
                      <a:pt x="205040" y="123450"/>
                    </a:cubicBezTo>
                    <a:cubicBezTo>
                      <a:pt x="199600" y="123450"/>
                      <a:pt x="166965" y="123450"/>
                      <a:pt x="161525" y="123450"/>
                    </a:cubicBezTo>
                    <a:cubicBezTo>
                      <a:pt x="145207" y="123450"/>
                      <a:pt x="128889" y="123450"/>
                      <a:pt x="112571" y="120730"/>
                    </a:cubicBezTo>
                    <a:cubicBezTo>
                      <a:pt x="109852" y="120730"/>
                      <a:pt x="107132" y="120730"/>
                      <a:pt x="104412" y="118011"/>
                    </a:cubicBezTo>
                    <a:cubicBezTo>
                      <a:pt x="107132" y="137048"/>
                      <a:pt x="107132" y="172404"/>
                      <a:pt x="107132" y="191441"/>
                    </a:cubicBezTo>
                    <a:cubicBezTo>
                      <a:pt x="107132" y="202320"/>
                      <a:pt x="107132" y="224077"/>
                      <a:pt x="90814" y="224077"/>
                    </a:cubicBezTo>
                    <a:cubicBezTo>
                      <a:pt x="82655" y="224077"/>
                      <a:pt x="79935" y="221357"/>
                      <a:pt x="74496" y="218638"/>
                    </a:cubicBezTo>
                    <a:cubicBezTo>
                      <a:pt x="69057" y="215918"/>
                      <a:pt x="66337" y="210479"/>
                      <a:pt x="66337" y="205040"/>
                    </a:cubicBezTo>
                    <a:cubicBezTo>
                      <a:pt x="63617" y="196881"/>
                      <a:pt x="63617" y="191441"/>
                      <a:pt x="63617" y="186002"/>
                    </a:cubicBezTo>
                    <a:cubicBezTo>
                      <a:pt x="63617" y="180563"/>
                      <a:pt x="63617" y="153366"/>
                      <a:pt x="63617" y="145207"/>
                    </a:cubicBezTo>
                    <a:cubicBezTo>
                      <a:pt x="63617" y="134329"/>
                      <a:pt x="63617" y="120730"/>
                      <a:pt x="63617" y="109852"/>
                    </a:cubicBezTo>
                    <a:cubicBezTo>
                      <a:pt x="60897" y="104412"/>
                      <a:pt x="58178" y="101693"/>
                      <a:pt x="58178" y="96253"/>
                    </a:cubicBezTo>
                    <a:cubicBezTo>
                      <a:pt x="58178" y="93534"/>
                      <a:pt x="60897" y="88095"/>
                      <a:pt x="66337" y="85375"/>
                    </a:cubicBezTo>
                    <a:cubicBezTo>
                      <a:pt x="74496" y="79936"/>
                      <a:pt x="77215" y="77216"/>
                      <a:pt x="93533" y="77216"/>
                    </a:cubicBezTo>
                    <a:cubicBezTo>
                      <a:pt x="101692" y="77216"/>
                      <a:pt x="109852" y="77216"/>
                      <a:pt x="115290" y="77216"/>
                    </a:cubicBezTo>
                    <a:cubicBezTo>
                      <a:pt x="134328" y="77216"/>
                      <a:pt x="150646" y="77216"/>
                      <a:pt x="169684" y="74496"/>
                    </a:cubicBezTo>
                    <a:cubicBezTo>
                      <a:pt x="177843" y="74496"/>
                      <a:pt x="186002" y="71776"/>
                      <a:pt x="194161" y="71776"/>
                    </a:cubicBezTo>
                    <a:cubicBezTo>
                      <a:pt x="194161" y="71776"/>
                      <a:pt x="196880" y="71776"/>
                      <a:pt x="196880" y="71776"/>
                    </a:cubicBezTo>
                    <a:cubicBezTo>
                      <a:pt x="199600" y="71776"/>
                      <a:pt x="205040" y="71776"/>
                      <a:pt x="210478" y="71776"/>
                    </a:cubicBezTo>
                    <a:cubicBezTo>
                      <a:pt x="213198" y="71776"/>
                      <a:pt x="215918" y="71776"/>
                      <a:pt x="218638" y="71776"/>
                    </a:cubicBezTo>
                    <a:cubicBezTo>
                      <a:pt x="224077" y="69057"/>
                      <a:pt x="229516" y="63618"/>
                      <a:pt x="237675" y="60898"/>
                    </a:cubicBezTo>
                    <a:cubicBezTo>
                      <a:pt x="243115" y="58178"/>
                      <a:pt x="248554" y="58178"/>
                      <a:pt x="253993" y="58178"/>
                    </a:cubicBezTo>
                    <a:cubicBezTo>
                      <a:pt x="264872" y="58178"/>
                      <a:pt x="273031" y="58178"/>
                      <a:pt x="283910" y="60898"/>
                    </a:cubicBezTo>
                    <a:cubicBezTo>
                      <a:pt x="286629" y="60898"/>
                      <a:pt x="292068" y="63618"/>
                      <a:pt x="294788" y="66337"/>
                    </a:cubicBezTo>
                    <a:cubicBezTo>
                      <a:pt x="297508" y="69057"/>
                      <a:pt x="302948" y="71776"/>
                      <a:pt x="305667" y="74496"/>
                    </a:cubicBezTo>
                    <a:cubicBezTo>
                      <a:pt x="308386" y="74496"/>
                      <a:pt x="311106" y="74496"/>
                      <a:pt x="313826" y="74496"/>
                    </a:cubicBezTo>
                    <a:cubicBezTo>
                      <a:pt x="319265" y="74496"/>
                      <a:pt x="321985" y="74496"/>
                      <a:pt x="327424" y="74496"/>
                    </a:cubicBezTo>
                    <a:cubicBezTo>
                      <a:pt x="335583" y="74496"/>
                      <a:pt x="346461" y="74496"/>
                      <a:pt x="354621" y="74496"/>
                    </a:cubicBezTo>
                    <a:cubicBezTo>
                      <a:pt x="376378" y="74496"/>
                      <a:pt x="400855" y="74496"/>
                      <a:pt x="422612" y="74496"/>
                    </a:cubicBezTo>
                    <a:cubicBezTo>
                      <a:pt x="433491" y="74496"/>
                      <a:pt x="447089" y="74496"/>
                      <a:pt x="455248" y="79936"/>
                    </a:cubicBezTo>
                    <a:cubicBezTo>
                      <a:pt x="460687" y="82655"/>
                      <a:pt x="466127" y="90814"/>
                      <a:pt x="466127" y="98973"/>
                    </a:cubicBezTo>
                    <a:cubicBezTo>
                      <a:pt x="466127" y="101693"/>
                      <a:pt x="466127" y="107132"/>
                      <a:pt x="463407" y="109852"/>
                    </a:cubicBezTo>
                    <a:cubicBezTo>
                      <a:pt x="463407" y="112571"/>
                      <a:pt x="463407" y="112571"/>
                      <a:pt x="463407" y="120730"/>
                    </a:cubicBezTo>
                    <a:cubicBezTo>
                      <a:pt x="463407" y="142488"/>
                      <a:pt x="463407" y="172404"/>
                      <a:pt x="463407" y="194161"/>
                    </a:cubicBezTo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pic>
          <p:nvPicPr>
            <p:cNvPr id="56" name="Graphic 55">
              <a:extLst>
                <a:ext uri="{FF2B5EF4-FFF2-40B4-BE49-F238E27FC236}">
                  <a16:creationId xmlns:a16="http://schemas.microsoft.com/office/drawing/2014/main" id="{EFDAAC7D-4ABC-134D-A303-F19C275C032A}"/>
                </a:ext>
              </a:extLst>
            </p:cNvPr>
            <p:cNvPicPr>
              <a:picLocks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 rot="16200000">
              <a:off x="1491260" y="4878173"/>
              <a:ext cx="44157" cy="1413011"/>
            </a:xfrm>
            <a:prstGeom prst="rect">
              <a:avLst/>
            </a:prstGeom>
          </p:spPr>
        </p:pic>
        <p:pic>
          <p:nvPicPr>
            <p:cNvPr id="49" name="Picture 48" descr="Diagram&#10;&#10;Description automatically generated with medium confidence">
              <a:extLst>
                <a:ext uri="{FF2B5EF4-FFF2-40B4-BE49-F238E27FC236}">
                  <a16:creationId xmlns:a16="http://schemas.microsoft.com/office/drawing/2014/main" id="{352C1846-76E3-4E86-85B1-4F08ECC4096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/>
            <a:stretch>
              <a:fillRect/>
            </a:stretch>
          </p:blipFill>
          <p:spPr>
            <a:xfrm>
              <a:off x="655647" y="5726170"/>
              <a:ext cx="1715382" cy="981119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581752427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I_Title Slide Circle Picture 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10">
            <a:extLst>
              <a:ext uri="{FF2B5EF4-FFF2-40B4-BE49-F238E27FC236}">
                <a16:creationId xmlns:a16="http://schemas.microsoft.com/office/drawing/2014/main" id="{655B1FCA-4D49-4122-B6E9-D550AA0C5E76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0" y="2"/>
            <a:ext cx="5266036" cy="6857999"/>
          </a:xfrm>
          <a:custGeom>
            <a:avLst/>
            <a:gdLst>
              <a:gd name="connsiteX0" fmla="*/ 0 w 5266036"/>
              <a:gd name="connsiteY0" fmla="*/ 0 h 6857999"/>
              <a:gd name="connsiteX1" fmla="*/ 3014696 w 5266036"/>
              <a:gd name="connsiteY1" fmla="*/ 0 h 6857999"/>
              <a:gd name="connsiteX2" fmla="*/ 3040982 w 5266036"/>
              <a:gd name="connsiteY2" fmla="*/ 11408 h 6857999"/>
              <a:gd name="connsiteX3" fmla="*/ 5250901 w 5266036"/>
              <a:gd name="connsiteY3" fmla="*/ 4085922 h 6857999"/>
              <a:gd name="connsiteX4" fmla="*/ 3435696 w 5266036"/>
              <a:gd name="connsiteY4" fmla="*/ 6839477 h 6857999"/>
              <a:gd name="connsiteX5" fmla="*/ 3398838 w 5266036"/>
              <a:gd name="connsiteY5" fmla="*/ 6857999 h 6857999"/>
              <a:gd name="connsiteX6" fmla="*/ 0 w 5266036"/>
              <a:gd name="connsiteY6" fmla="*/ 6857999 h 6857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266036" h="6857999">
                <a:moveTo>
                  <a:pt x="0" y="0"/>
                </a:moveTo>
                <a:lnTo>
                  <a:pt x="3014696" y="0"/>
                </a:lnTo>
                <a:lnTo>
                  <a:pt x="3040982" y="11408"/>
                </a:lnTo>
                <a:cubicBezTo>
                  <a:pt x="4562919" y="717837"/>
                  <a:pt x="5390071" y="2397951"/>
                  <a:pt x="5250901" y="4085922"/>
                </a:cubicBezTo>
                <a:cubicBezTo>
                  <a:pt x="5138669" y="5484335"/>
                  <a:pt x="4361602" y="6343612"/>
                  <a:pt x="3435696" y="6839477"/>
                </a:cubicBezTo>
                <a:lnTo>
                  <a:pt x="3398838" y="6857999"/>
                </a:lnTo>
                <a:lnTo>
                  <a:pt x="0" y="6857999"/>
                </a:lnTo>
                <a:close/>
              </a:path>
            </a:pathLst>
          </a:custGeom>
          <a:solidFill>
            <a:srgbClr val="D9D9D9"/>
          </a:solidFill>
        </p:spPr>
        <p:txBody>
          <a:bodyPr wrap="square" tIns="3657600">
            <a:noAutofit/>
          </a:bodyPr>
          <a:lstStyle>
            <a:lvl1pPr marL="0" marR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tx1"/>
              </a:buClr>
              <a:buSzTx/>
              <a:buFont typeface="Arial" panose="020B0604020202020204" pitchFamily="34" charset="0"/>
              <a:buNone/>
              <a:tabLst/>
              <a:defRPr sz="1600"/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1200"/>
              </a:spcBef>
              <a:spcAft>
                <a:spcPts val="0"/>
              </a:spcAft>
              <a:buClr>
                <a:schemeClr val="tx1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t>Click icon to insert picture</a:t>
            </a:r>
            <a:br>
              <a:rPr/>
            </a:br>
            <a:r>
              <a:t>(minimum recommended size for </a:t>
            </a:r>
            <a:br>
              <a:rPr/>
            </a:br>
            <a:r>
              <a:t>half slide image is 640 x 720 pixels)</a:t>
            </a:r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76608E2E-E744-4878-A234-60F6B6711C89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6096000" y="3306349"/>
            <a:ext cx="5715000" cy="731520"/>
          </a:xfrm>
        </p:spPr>
        <p:txBody>
          <a:bodyPr/>
          <a:lstStyle>
            <a:lvl1pPr marL="0" indent="0">
              <a:spcBef>
                <a:spcPts val="0"/>
              </a:spcBef>
              <a:buFontTx/>
              <a:buNone/>
              <a:defRPr sz="2000"/>
            </a:lvl1pPr>
            <a:lvl2pPr marL="0" indent="0">
              <a:spcBef>
                <a:spcPts val="0"/>
              </a:spcBef>
              <a:buFontTx/>
              <a:buNone/>
              <a:defRPr sz="2000"/>
            </a:lvl2pPr>
            <a:lvl3pPr marL="0" indent="0">
              <a:spcBef>
                <a:spcPts val="0"/>
              </a:spcBef>
              <a:buFontTx/>
              <a:buNone/>
              <a:defRPr sz="2000"/>
            </a:lvl3pPr>
            <a:lvl4pPr marL="0" indent="0">
              <a:spcBef>
                <a:spcPts val="0"/>
              </a:spcBef>
              <a:buFontTx/>
              <a:buNone/>
              <a:defRPr sz="2000"/>
            </a:lvl4pPr>
            <a:lvl5pPr marL="0" indent="0">
              <a:spcBef>
                <a:spcPts val="0"/>
              </a:spcBef>
              <a:buFontTx/>
              <a:buNone/>
              <a:defRPr sz="2000"/>
            </a:lvl5pPr>
            <a:lvl6pPr marL="0" indent="0">
              <a:spcBef>
                <a:spcPts val="0"/>
              </a:spcBef>
              <a:buFontTx/>
              <a:buNone/>
              <a:defRPr sz="2000"/>
            </a:lvl6pPr>
            <a:lvl7pPr marL="0" indent="0">
              <a:spcBef>
                <a:spcPts val="0"/>
              </a:spcBef>
              <a:buFontTx/>
              <a:buNone/>
              <a:defRPr sz="2000"/>
            </a:lvl7pPr>
            <a:lvl8pPr marL="0" indent="0">
              <a:spcBef>
                <a:spcPts val="0"/>
              </a:spcBef>
              <a:buFontTx/>
              <a:buNone/>
              <a:defRPr sz="2000"/>
            </a:lvl8pPr>
            <a:lvl9pPr marL="0" indent="0">
              <a:spcBef>
                <a:spcPts val="0"/>
              </a:spcBef>
              <a:buFontTx/>
              <a:buNone/>
              <a:defRPr sz="2000"/>
            </a:lvl9pPr>
          </a:lstStyle>
          <a:p>
            <a:pPr lvl="0"/>
            <a:r>
              <a:t>Subtitle or Presenter Name</a:t>
            </a:r>
          </a:p>
        </p:txBody>
      </p:sp>
      <p:sp>
        <p:nvSpPr>
          <p:cNvPr id="10" name="Title 9">
            <a:extLst>
              <a:ext uri="{FF2B5EF4-FFF2-40B4-BE49-F238E27FC236}">
                <a16:creationId xmlns:a16="http://schemas.microsoft.com/office/drawing/2014/main" id="{3534CB02-81D9-4803-9899-8E6A2EABA97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0" y="457200"/>
            <a:ext cx="5715000" cy="2565401"/>
          </a:xfrm>
        </p:spPr>
        <p:txBody>
          <a:bodyPr/>
          <a:lstStyle>
            <a:lvl1pPr>
              <a:lnSpc>
                <a:spcPct val="82000"/>
              </a:lnSpc>
              <a:defRPr sz="6600" b="0"/>
            </a:lvl1pPr>
          </a:lstStyle>
          <a:p>
            <a:r>
              <a:rPr lang="en-US"/>
              <a:t>Click to edit Master title style</a:t>
            </a:r>
            <a:endParaRPr/>
          </a:p>
        </p:txBody>
      </p:sp>
      <p:grpSp>
        <p:nvGrpSpPr>
          <p:cNvPr id="54" name="Group 53">
            <a:extLst>
              <a:ext uri="{FF2B5EF4-FFF2-40B4-BE49-F238E27FC236}">
                <a16:creationId xmlns:a16="http://schemas.microsoft.com/office/drawing/2014/main" id="{0570F437-672F-F94C-92A0-5D743AEE63F1}"/>
              </a:ext>
            </a:extLst>
          </p:cNvPr>
          <p:cNvGrpSpPr/>
          <p:nvPr userDrawn="1"/>
        </p:nvGrpSpPr>
        <p:grpSpPr>
          <a:xfrm>
            <a:off x="9710941" y="4308631"/>
            <a:ext cx="1770558" cy="917126"/>
            <a:chOff x="9710941" y="4308631"/>
            <a:chExt cx="1770558" cy="917126"/>
          </a:xfrm>
          <a:solidFill>
            <a:srgbClr val="4F2170"/>
          </a:solidFill>
        </p:grpSpPr>
        <p:grpSp>
          <p:nvGrpSpPr>
            <p:cNvPr id="55" name="Group 54">
              <a:extLst>
                <a:ext uri="{FF2B5EF4-FFF2-40B4-BE49-F238E27FC236}">
                  <a16:creationId xmlns:a16="http://schemas.microsoft.com/office/drawing/2014/main" id="{C4EA2399-A430-8A4F-A905-52E1C9DF69F5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9710941" y="4308631"/>
              <a:ext cx="1770558" cy="681805"/>
              <a:chOff x="2078951" y="1888610"/>
              <a:chExt cx="8030200" cy="3092248"/>
            </a:xfrm>
            <a:grpFill/>
          </p:grpSpPr>
          <p:sp>
            <p:nvSpPr>
              <p:cNvPr id="58" name="Freeform: Shape 11">
                <a:extLst>
                  <a:ext uri="{FF2B5EF4-FFF2-40B4-BE49-F238E27FC236}">
                    <a16:creationId xmlns:a16="http://schemas.microsoft.com/office/drawing/2014/main" id="{D0D51D91-66CF-F04A-988A-1F3B8F4C7B3A}"/>
                  </a:ext>
                </a:extLst>
              </p:cNvPr>
              <p:cNvSpPr/>
              <p:nvPr/>
            </p:nvSpPr>
            <p:spPr>
              <a:xfrm>
                <a:off x="2078951" y="2872694"/>
                <a:ext cx="951880" cy="652717"/>
              </a:xfrm>
              <a:custGeom>
                <a:avLst/>
                <a:gdLst>
                  <a:gd name="connsiteX0" fmla="*/ 903041 w 951880"/>
                  <a:gd name="connsiteY0" fmla="*/ 330574 h 652717"/>
                  <a:gd name="connsiteX1" fmla="*/ 780656 w 951880"/>
                  <a:gd name="connsiteY1" fmla="*/ 379528 h 652717"/>
                  <a:gd name="connsiteX2" fmla="*/ 598439 w 951880"/>
                  <a:gd name="connsiteY2" fmla="*/ 311537 h 652717"/>
                  <a:gd name="connsiteX3" fmla="*/ 505970 w 951880"/>
                  <a:gd name="connsiteY3" fmla="*/ 164675 h 652717"/>
                  <a:gd name="connsiteX4" fmla="*/ 266640 w 951880"/>
                  <a:gd name="connsiteY4" fmla="*/ 61329 h 652717"/>
                  <a:gd name="connsiteX5" fmla="*/ 103461 w 951880"/>
                  <a:gd name="connsiteY5" fmla="*/ 458398 h 652717"/>
                  <a:gd name="connsiteX6" fmla="*/ 756179 w 951880"/>
                  <a:gd name="connsiteY6" fmla="*/ 485595 h 652717"/>
                  <a:gd name="connsiteX7" fmla="*/ 903041 w 951880"/>
                  <a:gd name="connsiteY7" fmla="*/ 330574 h 652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951880" h="652717">
                    <a:moveTo>
                      <a:pt x="903041" y="330574"/>
                    </a:moveTo>
                    <a:cubicBezTo>
                      <a:pt x="867685" y="363210"/>
                      <a:pt x="813292" y="374089"/>
                      <a:pt x="780656" y="379528"/>
                    </a:cubicBezTo>
                    <a:cubicBezTo>
                      <a:pt x="712664" y="387687"/>
                      <a:pt x="641953" y="365930"/>
                      <a:pt x="598439" y="311537"/>
                    </a:cubicBezTo>
                    <a:cubicBezTo>
                      <a:pt x="563083" y="268022"/>
                      <a:pt x="544046" y="210910"/>
                      <a:pt x="505970" y="164675"/>
                    </a:cubicBezTo>
                    <a:cubicBezTo>
                      <a:pt x="448858" y="93964"/>
                      <a:pt x="359109" y="45011"/>
                      <a:pt x="266640" y="61329"/>
                    </a:cubicBezTo>
                    <a:cubicBezTo>
                      <a:pt x="81704" y="93964"/>
                      <a:pt x="114" y="308817"/>
                      <a:pt x="103461" y="458398"/>
                    </a:cubicBezTo>
                    <a:cubicBezTo>
                      <a:pt x="253042" y="670531"/>
                      <a:pt x="584840" y="635176"/>
                      <a:pt x="756179" y="485595"/>
                    </a:cubicBezTo>
                    <a:cubicBezTo>
                      <a:pt x="813292" y="442080"/>
                      <a:pt x="862246" y="390407"/>
                      <a:pt x="903041" y="330574"/>
                    </a:cubicBezTo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9" name="Freeform: Shape 12">
                <a:extLst>
                  <a:ext uri="{FF2B5EF4-FFF2-40B4-BE49-F238E27FC236}">
                    <a16:creationId xmlns:a16="http://schemas.microsoft.com/office/drawing/2014/main" id="{79A89611-02D9-294A-B5B4-7BF585857726}"/>
                  </a:ext>
                </a:extLst>
              </p:cNvPr>
              <p:cNvSpPr/>
              <p:nvPr/>
            </p:nvSpPr>
            <p:spPr>
              <a:xfrm>
                <a:off x="9151831" y="2872694"/>
                <a:ext cx="951880" cy="652717"/>
              </a:xfrm>
              <a:custGeom>
                <a:avLst/>
                <a:gdLst>
                  <a:gd name="connsiteX0" fmla="*/ 58178 w 951880"/>
                  <a:gd name="connsiteY0" fmla="*/ 330574 h 652717"/>
                  <a:gd name="connsiteX1" fmla="*/ 180563 w 951880"/>
                  <a:gd name="connsiteY1" fmla="*/ 379528 h 652717"/>
                  <a:gd name="connsiteX2" fmla="*/ 362780 w 951880"/>
                  <a:gd name="connsiteY2" fmla="*/ 311537 h 652717"/>
                  <a:gd name="connsiteX3" fmla="*/ 455249 w 951880"/>
                  <a:gd name="connsiteY3" fmla="*/ 164675 h 652717"/>
                  <a:gd name="connsiteX4" fmla="*/ 694578 w 951880"/>
                  <a:gd name="connsiteY4" fmla="*/ 61329 h 652717"/>
                  <a:gd name="connsiteX5" fmla="*/ 857758 w 951880"/>
                  <a:gd name="connsiteY5" fmla="*/ 458398 h 652717"/>
                  <a:gd name="connsiteX6" fmla="*/ 205040 w 951880"/>
                  <a:gd name="connsiteY6" fmla="*/ 485595 h 652717"/>
                  <a:gd name="connsiteX7" fmla="*/ 58178 w 951880"/>
                  <a:gd name="connsiteY7" fmla="*/ 330574 h 652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951880" h="652717">
                    <a:moveTo>
                      <a:pt x="58178" y="330574"/>
                    </a:moveTo>
                    <a:cubicBezTo>
                      <a:pt x="96253" y="363210"/>
                      <a:pt x="147927" y="374089"/>
                      <a:pt x="180563" y="379528"/>
                    </a:cubicBezTo>
                    <a:cubicBezTo>
                      <a:pt x="248554" y="387687"/>
                      <a:pt x="319266" y="365930"/>
                      <a:pt x="362780" y="311537"/>
                    </a:cubicBezTo>
                    <a:cubicBezTo>
                      <a:pt x="398136" y="268022"/>
                      <a:pt x="417174" y="210910"/>
                      <a:pt x="455249" y="164675"/>
                    </a:cubicBezTo>
                    <a:cubicBezTo>
                      <a:pt x="512362" y="93964"/>
                      <a:pt x="602110" y="45011"/>
                      <a:pt x="694578" y="61329"/>
                    </a:cubicBezTo>
                    <a:cubicBezTo>
                      <a:pt x="879515" y="93964"/>
                      <a:pt x="961105" y="308817"/>
                      <a:pt x="857758" y="458398"/>
                    </a:cubicBezTo>
                    <a:cubicBezTo>
                      <a:pt x="708176" y="670531"/>
                      <a:pt x="376379" y="635176"/>
                      <a:pt x="205040" y="485595"/>
                    </a:cubicBezTo>
                    <a:cubicBezTo>
                      <a:pt x="150646" y="442080"/>
                      <a:pt x="101693" y="390407"/>
                      <a:pt x="58178" y="330574"/>
                    </a:cubicBezTo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0" name="Freeform: Shape 13">
                <a:extLst>
                  <a:ext uri="{FF2B5EF4-FFF2-40B4-BE49-F238E27FC236}">
                    <a16:creationId xmlns:a16="http://schemas.microsoft.com/office/drawing/2014/main" id="{DD68A66F-9C37-DE45-A783-305186E26223}"/>
                  </a:ext>
                </a:extLst>
              </p:cNvPr>
              <p:cNvSpPr/>
              <p:nvPr/>
            </p:nvSpPr>
            <p:spPr>
              <a:xfrm>
                <a:off x="8001294" y="2010994"/>
                <a:ext cx="734308" cy="299162"/>
              </a:xfrm>
              <a:custGeom>
                <a:avLst/>
                <a:gdLst>
                  <a:gd name="connsiteX0" fmla="*/ 596792 w 734307"/>
                  <a:gd name="connsiteY0" fmla="*/ 58178 h 299162"/>
                  <a:gd name="connsiteX1" fmla="*/ 148048 w 734307"/>
                  <a:gd name="connsiteY1" fmla="*/ 58178 h 299162"/>
                  <a:gd name="connsiteX2" fmla="*/ 58299 w 734307"/>
                  <a:gd name="connsiteY2" fmla="*/ 150646 h 299162"/>
                  <a:gd name="connsiteX3" fmla="*/ 148048 w 734307"/>
                  <a:gd name="connsiteY3" fmla="*/ 251274 h 299162"/>
                  <a:gd name="connsiteX4" fmla="*/ 596792 w 734307"/>
                  <a:gd name="connsiteY4" fmla="*/ 251274 h 299162"/>
                  <a:gd name="connsiteX5" fmla="*/ 686541 w 734307"/>
                  <a:gd name="connsiteY5" fmla="*/ 158805 h 299162"/>
                  <a:gd name="connsiteX6" fmla="*/ 596792 w 734307"/>
                  <a:gd name="connsiteY6" fmla="*/ 58178 h 2991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34307" h="299162">
                    <a:moveTo>
                      <a:pt x="596792" y="58178"/>
                    </a:moveTo>
                    <a:cubicBezTo>
                      <a:pt x="591353" y="58178"/>
                      <a:pt x="153487" y="58178"/>
                      <a:pt x="148048" y="58178"/>
                    </a:cubicBezTo>
                    <a:cubicBezTo>
                      <a:pt x="99094" y="60898"/>
                      <a:pt x="61019" y="104412"/>
                      <a:pt x="58299" y="150646"/>
                    </a:cubicBezTo>
                    <a:cubicBezTo>
                      <a:pt x="55580" y="199600"/>
                      <a:pt x="99094" y="248554"/>
                      <a:pt x="148048" y="251274"/>
                    </a:cubicBezTo>
                    <a:cubicBezTo>
                      <a:pt x="153487" y="251274"/>
                      <a:pt x="591353" y="251274"/>
                      <a:pt x="596792" y="251274"/>
                    </a:cubicBezTo>
                    <a:cubicBezTo>
                      <a:pt x="645746" y="248554"/>
                      <a:pt x="683821" y="205040"/>
                      <a:pt x="686541" y="158805"/>
                    </a:cubicBezTo>
                    <a:cubicBezTo>
                      <a:pt x="689260" y="109852"/>
                      <a:pt x="648465" y="60898"/>
                      <a:pt x="596792" y="58178"/>
                    </a:cubicBezTo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1" name="Freeform: Shape 14">
                <a:extLst>
                  <a:ext uri="{FF2B5EF4-FFF2-40B4-BE49-F238E27FC236}">
                    <a16:creationId xmlns:a16="http://schemas.microsoft.com/office/drawing/2014/main" id="{E2C77FC0-3C51-D742-985D-28B6E9C78A71}"/>
                  </a:ext>
                </a:extLst>
              </p:cNvPr>
              <p:cNvSpPr/>
              <p:nvPr/>
            </p:nvSpPr>
            <p:spPr>
              <a:xfrm>
                <a:off x="4920042" y="2277520"/>
                <a:ext cx="1006274" cy="951879"/>
              </a:xfrm>
              <a:custGeom>
                <a:avLst/>
                <a:gdLst>
                  <a:gd name="connsiteX0" fmla="*/ 884954 w 1006273"/>
                  <a:gd name="connsiteY0" fmla="*/ 746251 h 951879"/>
                  <a:gd name="connsiteX1" fmla="*/ 874076 w 1006273"/>
                  <a:gd name="connsiteY1" fmla="*/ 670101 h 951879"/>
                  <a:gd name="connsiteX2" fmla="*/ 874076 w 1006273"/>
                  <a:gd name="connsiteY2" fmla="*/ 536837 h 951879"/>
                  <a:gd name="connsiteX3" fmla="*/ 689139 w 1006273"/>
                  <a:gd name="connsiteY3" fmla="*/ 88094 h 951879"/>
                  <a:gd name="connsiteX4" fmla="*/ 428052 w 1006273"/>
                  <a:gd name="connsiteY4" fmla="*/ 253993 h 951879"/>
                  <a:gd name="connsiteX5" fmla="*/ 196881 w 1006273"/>
                  <a:gd name="connsiteY5" fmla="*/ 58178 h 951879"/>
                  <a:gd name="connsiteX6" fmla="*/ 58178 w 1006273"/>
                  <a:gd name="connsiteY6" fmla="*/ 128889 h 951879"/>
                  <a:gd name="connsiteX7" fmla="*/ 142488 w 1006273"/>
                  <a:gd name="connsiteY7" fmla="*/ 273031 h 951879"/>
                  <a:gd name="connsiteX8" fmla="*/ 142488 w 1006273"/>
                  <a:gd name="connsiteY8" fmla="*/ 757130 h 951879"/>
                  <a:gd name="connsiteX9" fmla="*/ 283910 w 1006273"/>
                  <a:gd name="connsiteY9" fmla="*/ 895832 h 951879"/>
                  <a:gd name="connsiteX10" fmla="*/ 428052 w 1006273"/>
                  <a:gd name="connsiteY10" fmla="*/ 757130 h 951879"/>
                  <a:gd name="connsiteX11" fmla="*/ 428052 w 1006273"/>
                  <a:gd name="connsiteY11" fmla="*/ 400855 h 951879"/>
                  <a:gd name="connsiteX12" fmla="*/ 523240 w 1006273"/>
                  <a:gd name="connsiteY12" fmla="*/ 283910 h 951879"/>
                  <a:gd name="connsiteX13" fmla="*/ 591231 w 1006273"/>
                  <a:gd name="connsiteY13" fmla="*/ 354621 h 951879"/>
                  <a:gd name="connsiteX14" fmla="*/ 591231 w 1006273"/>
                  <a:gd name="connsiteY14" fmla="*/ 697297 h 951879"/>
                  <a:gd name="connsiteX15" fmla="*/ 593951 w 1006273"/>
                  <a:gd name="connsiteY15" fmla="*/ 729933 h 951879"/>
                  <a:gd name="connsiteX16" fmla="*/ 610269 w 1006273"/>
                  <a:gd name="connsiteY16" fmla="*/ 778887 h 951879"/>
                  <a:gd name="connsiteX17" fmla="*/ 822402 w 1006273"/>
                  <a:gd name="connsiteY17" fmla="*/ 893112 h 951879"/>
                  <a:gd name="connsiteX18" fmla="*/ 961105 w 1006273"/>
                  <a:gd name="connsiteY18" fmla="*/ 822401 h 951879"/>
                  <a:gd name="connsiteX19" fmla="*/ 884954 w 1006273"/>
                  <a:gd name="connsiteY19" fmla="*/ 746251 h 9518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006273" h="951879">
                    <a:moveTo>
                      <a:pt x="884954" y="746251"/>
                    </a:moveTo>
                    <a:cubicBezTo>
                      <a:pt x="879515" y="721774"/>
                      <a:pt x="876795" y="694578"/>
                      <a:pt x="874076" y="670101"/>
                    </a:cubicBezTo>
                    <a:cubicBezTo>
                      <a:pt x="874076" y="634745"/>
                      <a:pt x="874076" y="583072"/>
                      <a:pt x="874076" y="536837"/>
                    </a:cubicBezTo>
                    <a:cubicBezTo>
                      <a:pt x="879515" y="373658"/>
                      <a:pt x="909431" y="88094"/>
                      <a:pt x="689139" y="88094"/>
                    </a:cubicBezTo>
                    <a:cubicBezTo>
                      <a:pt x="539558" y="88094"/>
                      <a:pt x="452529" y="213199"/>
                      <a:pt x="428052" y="253993"/>
                    </a:cubicBezTo>
                    <a:cubicBezTo>
                      <a:pt x="425332" y="139768"/>
                      <a:pt x="335583" y="58178"/>
                      <a:pt x="196881" y="58178"/>
                    </a:cubicBezTo>
                    <a:cubicBezTo>
                      <a:pt x="109852" y="58178"/>
                      <a:pt x="58178" y="128889"/>
                      <a:pt x="58178" y="128889"/>
                    </a:cubicBezTo>
                    <a:cubicBezTo>
                      <a:pt x="58178" y="128889"/>
                      <a:pt x="142488" y="158805"/>
                      <a:pt x="142488" y="273031"/>
                    </a:cubicBezTo>
                    <a:cubicBezTo>
                      <a:pt x="142488" y="354621"/>
                      <a:pt x="142488" y="757130"/>
                      <a:pt x="142488" y="757130"/>
                    </a:cubicBezTo>
                    <a:cubicBezTo>
                      <a:pt x="145207" y="827841"/>
                      <a:pt x="194161" y="895832"/>
                      <a:pt x="283910" y="895832"/>
                    </a:cubicBezTo>
                    <a:cubicBezTo>
                      <a:pt x="373659" y="895832"/>
                      <a:pt x="428052" y="827841"/>
                      <a:pt x="428052" y="757130"/>
                    </a:cubicBezTo>
                    <a:lnTo>
                      <a:pt x="428052" y="400855"/>
                    </a:lnTo>
                    <a:cubicBezTo>
                      <a:pt x="441650" y="343742"/>
                      <a:pt x="474286" y="283910"/>
                      <a:pt x="523240" y="283910"/>
                    </a:cubicBezTo>
                    <a:cubicBezTo>
                      <a:pt x="585792" y="283910"/>
                      <a:pt x="591231" y="354621"/>
                      <a:pt x="591231" y="354621"/>
                    </a:cubicBezTo>
                    <a:lnTo>
                      <a:pt x="591231" y="697297"/>
                    </a:lnTo>
                    <a:cubicBezTo>
                      <a:pt x="591231" y="708176"/>
                      <a:pt x="593951" y="719054"/>
                      <a:pt x="593951" y="729933"/>
                    </a:cubicBezTo>
                    <a:cubicBezTo>
                      <a:pt x="596671" y="748971"/>
                      <a:pt x="602110" y="765289"/>
                      <a:pt x="610269" y="778887"/>
                    </a:cubicBezTo>
                    <a:cubicBezTo>
                      <a:pt x="645624" y="846878"/>
                      <a:pt x="719055" y="893112"/>
                      <a:pt x="822402" y="893112"/>
                    </a:cubicBezTo>
                    <a:cubicBezTo>
                      <a:pt x="909431" y="893112"/>
                      <a:pt x="961105" y="822401"/>
                      <a:pt x="961105" y="822401"/>
                    </a:cubicBezTo>
                    <a:cubicBezTo>
                      <a:pt x="961105" y="822401"/>
                      <a:pt x="909431" y="808803"/>
                      <a:pt x="884954" y="746251"/>
                    </a:cubicBezTo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2" name="Freeform: Shape 15">
                <a:extLst>
                  <a:ext uri="{FF2B5EF4-FFF2-40B4-BE49-F238E27FC236}">
                    <a16:creationId xmlns:a16="http://schemas.microsoft.com/office/drawing/2014/main" id="{3E694E10-FFB8-D542-8836-480290376EFF}"/>
                  </a:ext>
                </a:extLst>
              </p:cNvPr>
              <p:cNvSpPr/>
              <p:nvPr/>
            </p:nvSpPr>
            <p:spPr>
              <a:xfrm>
                <a:off x="7552331" y="1888610"/>
                <a:ext cx="489539" cy="1332631"/>
              </a:xfrm>
              <a:custGeom>
                <a:avLst/>
                <a:gdLst>
                  <a:gd name="connsiteX0" fmla="*/ 368560 w 489538"/>
                  <a:gd name="connsiteY0" fmla="*/ 1135162 h 1332630"/>
                  <a:gd name="connsiteX1" fmla="*/ 357681 w 489538"/>
                  <a:gd name="connsiteY1" fmla="*/ 1059011 h 1332630"/>
                  <a:gd name="connsiteX2" fmla="*/ 357681 w 489538"/>
                  <a:gd name="connsiteY2" fmla="*/ 207759 h 1332630"/>
                  <a:gd name="connsiteX3" fmla="*/ 208099 w 489538"/>
                  <a:gd name="connsiteY3" fmla="*/ 58178 h 1332630"/>
                  <a:gd name="connsiteX4" fmla="*/ 58518 w 489538"/>
                  <a:gd name="connsiteY4" fmla="*/ 207759 h 1332630"/>
                  <a:gd name="connsiteX5" fmla="*/ 58518 w 489538"/>
                  <a:gd name="connsiteY5" fmla="*/ 961104 h 1332630"/>
                  <a:gd name="connsiteX6" fmla="*/ 85715 w 489538"/>
                  <a:gd name="connsiteY6" fmla="*/ 1159639 h 1332630"/>
                  <a:gd name="connsiteX7" fmla="*/ 306007 w 489538"/>
                  <a:gd name="connsiteY7" fmla="*/ 1282023 h 1332630"/>
                  <a:gd name="connsiteX8" fmla="*/ 444710 w 489538"/>
                  <a:gd name="connsiteY8" fmla="*/ 1211312 h 1332630"/>
                  <a:gd name="connsiteX9" fmla="*/ 368560 w 489538"/>
                  <a:gd name="connsiteY9" fmla="*/ 1135162 h 1332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89538" h="1332630">
                    <a:moveTo>
                      <a:pt x="368560" y="1135162"/>
                    </a:moveTo>
                    <a:cubicBezTo>
                      <a:pt x="363120" y="1110685"/>
                      <a:pt x="357681" y="1083488"/>
                      <a:pt x="357681" y="1059011"/>
                    </a:cubicBezTo>
                    <a:lnTo>
                      <a:pt x="357681" y="207759"/>
                    </a:lnTo>
                    <a:cubicBezTo>
                      <a:pt x="357681" y="126170"/>
                      <a:pt x="289689" y="58178"/>
                      <a:pt x="208099" y="58178"/>
                    </a:cubicBezTo>
                    <a:cubicBezTo>
                      <a:pt x="126510" y="58178"/>
                      <a:pt x="58518" y="126170"/>
                      <a:pt x="58518" y="207759"/>
                    </a:cubicBezTo>
                    <a:lnTo>
                      <a:pt x="58518" y="961104"/>
                    </a:lnTo>
                    <a:cubicBezTo>
                      <a:pt x="58518" y="1029095"/>
                      <a:pt x="53079" y="1097086"/>
                      <a:pt x="85715" y="1159639"/>
                    </a:cubicBezTo>
                    <a:cubicBezTo>
                      <a:pt x="118351" y="1227630"/>
                      <a:pt x="202660" y="1282023"/>
                      <a:pt x="306007" y="1282023"/>
                    </a:cubicBezTo>
                    <a:cubicBezTo>
                      <a:pt x="393036" y="1282023"/>
                      <a:pt x="444710" y="1211312"/>
                      <a:pt x="444710" y="1211312"/>
                    </a:cubicBezTo>
                    <a:cubicBezTo>
                      <a:pt x="444710" y="1211312"/>
                      <a:pt x="393036" y="1197714"/>
                      <a:pt x="368560" y="1135162"/>
                    </a:cubicBezTo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3" name="Freeform: Shape 16">
                <a:extLst>
                  <a:ext uri="{FF2B5EF4-FFF2-40B4-BE49-F238E27FC236}">
                    <a16:creationId xmlns:a16="http://schemas.microsoft.com/office/drawing/2014/main" id="{C4509762-5A30-C843-A5A5-11EBA0F8C161}"/>
                  </a:ext>
                </a:extLst>
              </p:cNvPr>
              <p:cNvSpPr/>
              <p:nvPr/>
            </p:nvSpPr>
            <p:spPr>
              <a:xfrm>
                <a:off x="4162324" y="2357456"/>
                <a:ext cx="815899" cy="815898"/>
              </a:xfrm>
              <a:custGeom>
                <a:avLst/>
                <a:gdLst>
                  <a:gd name="connsiteX0" fmla="*/ 407949 w 815899"/>
                  <a:gd name="connsiteY0" fmla="*/ 174058 h 815898"/>
                  <a:gd name="connsiteX1" fmla="*/ 293723 w 815899"/>
                  <a:gd name="connsiteY1" fmla="*/ 407950 h 815898"/>
                  <a:gd name="connsiteX2" fmla="*/ 410669 w 815899"/>
                  <a:gd name="connsiteY2" fmla="*/ 641840 h 815898"/>
                  <a:gd name="connsiteX3" fmla="*/ 522175 w 815899"/>
                  <a:gd name="connsiteY3" fmla="*/ 407950 h 815898"/>
                  <a:gd name="connsiteX4" fmla="*/ 407949 w 815899"/>
                  <a:gd name="connsiteY4" fmla="*/ 174058 h 815898"/>
                  <a:gd name="connsiteX5" fmla="*/ 407950 w 815899"/>
                  <a:gd name="connsiteY5" fmla="*/ 0 h 815898"/>
                  <a:gd name="connsiteX6" fmla="*/ 815899 w 815899"/>
                  <a:gd name="connsiteY6" fmla="*/ 407949 h 815898"/>
                  <a:gd name="connsiteX7" fmla="*/ 407950 w 815899"/>
                  <a:gd name="connsiteY7" fmla="*/ 815898 h 815898"/>
                  <a:gd name="connsiteX8" fmla="*/ 0 w 815899"/>
                  <a:gd name="connsiteY8" fmla="*/ 407949 h 815898"/>
                  <a:gd name="connsiteX9" fmla="*/ 407950 w 815899"/>
                  <a:gd name="connsiteY9" fmla="*/ 0 h 815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15899" h="815898">
                    <a:moveTo>
                      <a:pt x="407949" y="174058"/>
                    </a:moveTo>
                    <a:cubicBezTo>
                      <a:pt x="342677" y="174058"/>
                      <a:pt x="293723" y="263807"/>
                      <a:pt x="293723" y="407950"/>
                    </a:cubicBezTo>
                    <a:cubicBezTo>
                      <a:pt x="293723" y="552091"/>
                      <a:pt x="331799" y="639120"/>
                      <a:pt x="410669" y="641840"/>
                    </a:cubicBezTo>
                    <a:cubicBezTo>
                      <a:pt x="489539" y="641840"/>
                      <a:pt x="527614" y="552091"/>
                      <a:pt x="522175" y="407950"/>
                    </a:cubicBezTo>
                    <a:cubicBezTo>
                      <a:pt x="522175" y="263807"/>
                      <a:pt x="473221" y="176778"/>
                      <a:pt x="407949" y="174058"/>
                    </a:cubicBezTo>
                    <a:close/>
                    <a:moveTo>
                      <a:pt x="407950" y="0"/>
                    </a:moveTo>
                    <a:cubicBezTo>
                      <a:pt x="633682" y="0"/>
                      <a:pt x="815899" y="182217"/>
                      <a:pt x="815899" y="407949"/>
                    </a:cubicBezTo>
                    <a:cubicBezTo>
                      <a:pt x="815899" y="633681"/>
                      <a:pt x="633682" y="815898"/>
                      <a:pt x="407950" y="815898"/>
                    </a:cubicBezTo>
                    <a:cubicBezTo>
                      <a:pt x="182218" y="815898"/>
                      <a:pt x="0" y="633681"/>
                      <a:pt x="0" y="407949"/>
                    </a:cubicBezTo>
                    <a:cubicBezTo>
                      <a:pt x="0" y="182217"/>
                      <a:pt x="182218" y="0"/>
                      <a:pt x="407950" y="0"/>
                    </a:cubicBezTo>
                    <a:close/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4" name="Freeform: Shape 17">
                <a:extLst>
                  <a:ext uri="{FF2B5EF4-FFF2-40B4-BE49-F238E27FC236}">
                    <a16:creationId xmlns:a16="http://schemas.microsoft.com/office/drawing/2014/main" id="{729CD6D0-7760-B949-B9E5-1C162723BBD5}"/>
                  </a:ext>
                </a:extLst>
              </p:cNvPr>
              <p:cNvSpPr/>
              <p:nvPr/>
            </p:nvSpPr>
            <p:spPr>
              <a:xfrm>
                <a:off x="5884871" y="1946788"/>
                <a:ext cx="912802" cy="1223846"/>
              </a:xfrm>
              <a:custGeom>
                <a:avLst/>
                <a:gdLst>
                  <a:gd name="connsiteX0" fmla="*/ 387907 w 912802"/>
                  <a:gd name="connsiteY0" fmla="*/ 620081 h 1223846"/>
                  <a:gd name="connsiteX1" fmla="*/ 273681 w 912802"/>
                  <a:gd name="connsiteY1" fmla="*/ 824055 h 1223846"/>
                  <a:gd name="connsiteX2" fmla="*/ 390627 w 912802"/>
                  <a:gd name="connsiteY2" fmla="*/ 1028029 h 1223846"/>
                  <a:gd name="connsiteX3" fmla="*/ 502132 w 912802"/>
                  <a:gd name="connsiteY3" fmla="*/ 824055 h 1223846"/>
                  <a:gd name="connsiteX4" fmla="*/ 387907 w 912802"/>
                  <a:gd name="connsiteY4" fmla="*/ 620081 h 1223846"/>
                  <a:gd name="connsiteX5" fmla="*/ 676192 w 912802"/>
                  <a:gd name="connsiteY5" fmla="*/ 0 h 1223846"/>
                  <a:gd name="connsiteX6" fmla="*/ 825773 w 912802"/>
                  <a:gd name="connsiteY6" fmla="*/ 149581 h 1223846"/>
                  <a:gd name="connsiteX7" fmla="*/ 825773 w 912802"/>
                  <a:gd name="connsiteY7" fmla="*/ 1000834 h 1223846"/>
                  <a:gd name="connsiteX8" fmla="*/ 836651 w 912802"/>
                  <a:gd name="connsiteY8" fmla="*/ 1076985 h 1223846"/>
                  <a:gd name="connsiteX9" fmla="*/ 912802 w 912802"/>
                  <a:gd name="connsiteY9" fmla="*/ 1150415 h 1223846"/>
                  <a:gd name="connsiteX10" fmla="*/ 774099 w 912802"/>
                  <a:gd name="connsiteY10" fmla="*/ 1221126 h 1223846"/>
                  <a:gd name="connsiteX11" fmla="*/ 553807 w 912802"/>
                  <a:gd name="connsiteY11" fmla="*/ 1098742 h 1223846"/>
                  <a:gd name="connsiteX12" fmla="*/ 548367 w 912802"/>
                  <a:gd name="connsiteY12" fmla="*/ 1085144 h 1223846"/>
                  <a:gd name="connsiteX13" fmla="*/ 398786 w 912802"/>
                  <a:gd name="connsiteY13" fmla="*/ 1212967 h 1223846"/>
                  <a:gd name="connsiteX14" fmla="*/ 156736 w 912802"/>
                  <a:gd name="connsiteY14" fmla="*/ 1180332 h 1223846"/>
                  <a:gd name="connsiteX15" fmla="*/ 287280 w 912802"/>
                  <a:gd name="connsiteY15" fmla="*/ 416107 h 1223846"/>
                  <a:gd name="connsiteX16" fmla="*/ 526611 w 912802"/>
                  <a:gd name="connsiteY16" fmla="*/ 552091 h 1223846"/>
                  <a:gd name="connsiteX17" fmla="*/ 526611 w 912802"/>
                  <a:gd name="connsiteY17" fmla="*/ 149581 h 1223846"/>
                  <a:gd name="connsiteX18" fmla="*/ 676192 w 912802"/>
                  <a:gd name="connsiteY18" fmla="*/ 0 h 12238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912802" h="1223846">
                    <a:moveTo>
                      <a:pt x="387907" y="620081"/>
                    </a:moveTo>
                    <a:cubicBezTo>
                      <a:pt x="322635" y="620081"/>
                      <a:pt x="273681" y="698951"/>
                      <a:pt x="273681" y="824055"/>
                    </a:cubicBezTo>
                    <a:cubicBezTo>
                      <a:pt x="273681" y="949160"/>
                      <a:pt x="311756" y="1028029"/>
                      <a:pt x="390627" y="1028029"/>
                    </a:cubicBezTo>
                    <a:cubicBezTo>
                      <a:pt x="466777" y="1025310"/>
                      <a:pt x="504852" y="949160"/>
                      <a:pt x="502132" y="824055"/>
                    </a:cubicBezTo>
                    <a:cubicBezTo>
                      <a:pt x="502132" y="698951"/>
                      <a:pt x="455898" y="622801"/>
                      <a:pt x="387907" y="620081"/>
                    </a:cubicBezTo>
                    <a:close/>
                    <a:moveTo>
                      <a:pt x="676192" y="0"/>
                    </a:moveTo>
                    <a:cubicBezTo>
                      <a:pt x="757781" y="0"/>
                      <a:pt x="825773" y="67992"/>
                      <a:pt x="825773" y="149581"/>
                    </a:cubicBezTo>
                    <a:lnTo>
                      <a:pt x="825773" y="1000834"/>
                    </a:lnTo>
                    <a:cubicBezTo>
                      <a:pt x="828492" y="1025311"/>
                      <a:pt x="831212" y="1052508"/>
                      <a:pt x="836651" y="1076985"/>
                    </a:cubicBezTo>
                    <a:cubicBezTo>
                      <a:pt x="861128" y="1139537"/>
                      <a:pt x="912802" y="1150415"/>
                      <a:pt x="912802" y="1150415"/>
                    </a:cubicBezTo>
                    <a:cubicBezTo>
                      <a:pt x="912802" y="1150415"/>
                      <a:pt x="861128" y="1221126"/>
                      <a:pt x="774099" y="1221126"/>
                    </a:cubicBezTo>
                    <a:cubicBezTo>
                      <a:pt x="670752" y="1221126"/>
                      <a:pt x="589162" y="1166733"/>
                      <a:pt x="553807" y="1098742"/>
                    </a:cubicBezTo>
                    <a:cubicBezTo>
                      <a:pt x="551087" y="1093303"/>
                      <a:pt x="551087" y="1090583"/>
                      <a:pt x="548367" y="1085144"/>
                    </a:cubicBezTo>
                    <a:cubicBezTo>
                      <a:pt x="534769" y="1147696"/>
                      <a:pt x="450460" y="1199369"/>
                      <a:pt x="398786" y="1212967"/>
                    </a:cubicBezTo>
                    <a:cubicBezTo>
                      <a:pt x="322636" y="1234725"/>
                      <a:pt x="222008" y="1223846"/>
                      <a:pt x="156736" y="1180332"/>
                    </a:cubicBezTo>
                    <a:cubicBezTo>
                      <a:pt x="-79874" y="1028031"/>
                      <a:pt x="-58117" y="416107"/>
                      <a:pt x="287280" y="416107"/>
                    </a:cubicBezTo>
                    <a:cubicBezTo>
                      <a:pt x="412385" y="416107"/>
                      <a:pt x="491255" y="503137"/>
                      <a:pt x="526611" y="552091"/>
                    </a:cubicBezTo>
                    <a:lnTo>
                      <a:pt x="526611" y="149581"/>
                    </a:lnTo>
                    <a:cubicBezTo>
                      <a:pt x="526611" y="67992"/>
                      <a:pt x="594602" y="0"/>
                      <a:pt x="676192" y="0"/>
                    </a:cubicBezTo>
                    <a:close/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5" name="Freeform: Shape 18">
                <a:extLst>
                  <a:ext uri="{FF2B5EF4-FFF2-40B4-BE49-F238E27FC236}">
                    <a16:creationId xmlns:a16="http://schemas.microsoft.com/office/drawing/2014/main" id="{819BC1F7-D1C0-704A-BA87-833E6CC8E02E}"/>
                  </a:ext>
                </a:extLst>
              </p:cNvPr>
              <p:cNvSpPr/>
              <p:nvPr/>
            </p:nvSpPr>
            <p:spPr>
              <a:xfrm>
                <a:off x="6789513" y="2362895"/>
                <a:ext cx="747906" cy="810458"/>
              </a:xfrm>
              <a:custGeom>
                <a:avLst/>
                <a:gdLst>
                  <a:gd name="connsiteX0" fmla="*/ 394818 w 747906"/>
                  <a:gd name="connsiteY0" fmla="*/ 163222 h 810458"/>
                  <a:gd name="connsiteX1" fmla="*/ 356275 w 747906"/>
                  <a:gd name="connsiteY1" fmla="*/ 174058 h 810458"/>
                  <a:gd name="connsiteX2" fmla="*/ 274685 w 747906"/>
                  <a:gd name="connsiteY2" fmla="*/ 356275 h 810458"/>
                  <a:gd name="connsiteX3" fmla="*/ 375313 w 747906"/>
                  <a:gd name="connsiteY3" fmla="*/ 358994 h 810458"/>
                  <a:gd name="connsiteX4" fmla="*/ 473220 w 747906"/>
                  <a:gd name="connsiteY4" fmla="*/ 239329 h 810458"/>
                  <a:gd name="connsiteX5" fmla="*/ 394818 w 747906"/>
                  <a:gd name="connsiteY5" fmla="*/ 163222 h 810458"/>
                  <a:gd name="connsiteX6" fmla="*/ 386192 w 747906"/>
                  <a:gd name="connsiteY6" fmla="*/ 0 h 810458"/>
                  <a:gd name="connsiteX7" fmla="*/ 747906 w 747906"/>
                  <a:gd name="connsiteY7" fmla="*/ 266526 h 810458"/>
                  <a:gd name="connsiteX8" fmla="*/ 291004 w 747906"/>
                  <a:gd name="connsiteY8" fmla="*/ 484100 h 810458"/>
                  <a:gd name="connsiteX9" fmla="*/ 497698 w 747906"/>
                  <a:gd name="connsiteY9" fmla="*/ 617363 h 810458"/>
                  <a:gd name="connsiteX10" fmla="*/ 712551 w 747906"/>
                  <a:gd name="connsiteY10" fmla="*/ 557530 h 810458"/>
                  <a:gd name="connsiteX11" fmla="*/ 388912 w 747906"/>
                  <a:gd name="connsiteY11" fmla="*/ 810458 h 810458"/>
                  <a:gd name="connsiteX12" fmla="*/ 0 w 747906"/>
                  <a:gd name="connsiteY12" fmla="*/ 413389 h 810458"/>
                  <a:gd name="connsiteX13" fmla="*/ 386192 w 747906"/>
                  <a:gd name="connsiteY13" fmla="*/ 0 h 8104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747906" h="810458">
                    <a:moveTo>
                      <a:pt x="394818" y="163222"/>
                    </a:moveTo>
                    <a:cubicBezTo>
                      <a:pt x="381772" y="163179"/>
                      <a:pt x="368514" y="166579"/>
                      <a:pt x="356275" y="174058"/>
                    </a:cubicBezTo>
                    <a:cubicBezTo>
                      <a:pt x="299162" y="212133"/>
                      <a:pt x="282844" y="291003"/>
                      <a:pt x="274685" y="356275"/>
                    </a:cubicBezTo>
                    <a:cubicBezTo>
                      <a:pt x="274685" y="364434"/>
                      <a:pt x="369873" y="358994"/>
                      <a:pt x="375313" y="358994"/>
                    </a:cubicBezTo>
                    <a:cubicBezTo>
                      <a:pt x="432425" y="345396"/>
                      <a:pt x="473220" y="301881"/>
                      <a:pt x="473220" y="239329"/>
                    </a:cubicBezTo>
                    <a:cubicBezTo>
                      <a:pt x="471181" y="194455"/>
                      <a:pt x="433956" y="163349"/>
                      <a:pt x="394818" y="163222"/>
                    </a:cubicBezTo>
                    <a:close/>
                    <a:moveTo>
                      <a:pt x="386192" y="0"/>
                    </a:moveTo>
                    <a:cubicBezTo>
                      <a:pt x="519455" y="0"/>
                      <a:pt x="747906" y="65272"/>
                      <a:pt x="747906" y="266526"/>
                    </a:cubicBezTo>
                    <a:cubicBezTo>
                      <a:pt x="747906" y="467782"/>
                      <a:pt x="538493" y="484100"/>
                      <a:pt x="291004" y="484100"/>
                    </a:cubicBezTo>
                    <a:cubicBezTo>
                      <a:pt x="291004" y="484100"/>
                      <a:pt x="326359" y="617363"/>
                      <a:pt x="497698" y="617363"/>
                    </a:cubicBezTo>
                    <a:cubicBezTo>
                      <a:pt x="669036" y="617363"/>
                      <a:pt x="712551" y="557530"/>
                      <a:pt x="712551" y="557530"/>
                    </a:cubicBezTo>
                    <a:cubicBezTo>
                      <a:pt x="712551" y="557530"/>
                      <a:pt x="696233" y="810458"/>
                      <a:pt x="388912" y="810458"/>
                    </a:cubicBezTo>
                    <a:cubicBezTo>
                      <a:pt x="212134" y="810458"/>
                      <a:pt x="0" y="677195"/>
                      <a:pt x="0" y="413389"/>
                    </a:cubicBezTo>
                    <a:cubicBezTo>
                      <a:pt x="0" y="176778"/>
                      <a:pt x="163180" y="0"/>
                      <a:pt x="386192" y="0"/>
                    </a:cubicBezTo>
                    <a:close/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6" name="Freeform: Shape 19">
                <a:extLst>
                  <a:ext uri="{FF2B5EF4-FFF2-40B4-BE49-F238E27FC236}">
                    <a16:creationId xmlns:a16="http://schemas.microsoft.com/office/drawing/2014/main" id="{2DA488F4-DECB-4F47-8712-BE66899C0C1C}"/>
                  </a:ext>
                </a:extLst>
              </p:cNvPr>
              <p:cNvSpPr/>
              <p:nvPr/>
            </p:nvSpPr>
            <p:spPr>
              <a:xfrm>
                <a:off x="7988882" y="2362895"/>
                <a:ext cx="747906" cy="810458"/>
              </a:xfrm>
              <a:custGeom>
                <a:avLst/>
                <a:gdLst>
                  <a:gd name="connsiteX0" fmla="*/ 394818 w 747906"/>
                  <a:gd name="connsiteY0" fmla="*/ 163222 h 810458"/>
                  <a:gd name="connsiteX1" fmla="*/ 356275 w 747906"/>
                  <a:gd name="connsiteY1" fmla="*/ 174058 h 810458"/>
                  <a:gd name="connsiteX2" fmla="*/ 274685 w 747906"/>
                  <a:gd name="connsiteY2" fmla="*/ 356275 h 810458"/>
                  <a:gd name="connsiteX3" fmla="*/ 375313 w 747906"/>
                  <a:gd name="connsiteY3" fmla="*/ 358994 h 810458"/>
                  <a:gd name="connsiteX4" fmla="*/ 473220 w 747906"/>
                  <a:gd name="connsiteY4" fmla="*/ 239329 h 810458"/>
                  <a:gd name="connsiteX5" fmla="*/ 394818 w 747906"/>
                  <a:gd name="connsiteY5" fmla="*/ 163222 h 810458"/>
                  <a:gd name="connsiteX6" fmla="*/ 386192 w 747906"/>
                  <a:gd name="connsiteY6" fmla="*/ 0 h 810458"/>
                  <a:gd name="connsiteX7" fmla="*/ 747906 w 747906"/>
                  <a:gd name="connsiteY7" fmla="*/ 266526 h 810458"/>
                  <a:gd name="connsiteX8" fmla="*/ 291004 w 747906"/>
                  <a:gd name="connsiteY8" fmla="*/ 484100 h 810458"/>
                  <a:gd name="connsiteX9" fmla="*/ 497697 w 747906"/>
                  <a:gd name="connsiteY9" fmla="*/ 617363 h 810458"/>
                  <a:gd name="connsiteX10" fmla="*/ 712551 w 747906"/>
                  <a:gd name="connsiteY10" fmla="*/ 557530 h 810458"/>
                  <a:gd name="connsiteX11" fmla="*/ 388911 w 747906"/>
                  <a:gd name="connsiteY11" fmla="*/ 810458 h 810458"/>
                  <a:gd name="connsiteX12" fmla="*/ 0 w 747906"/>
                  <a:gd name="connsiteY12" fmla="*/ 413389 h 810458"/>
                  <a:gd name="connsiteX13" fmla="*/ 386192 w 747906"/>
                  <a:gd name="connsiteY13" fmla="*/ 0 h 8104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747906" h="810458">
                    <a:moveTo>
                      <a:pt x="394818" y="163222"/>
                    </a:moveTo>
                    <a:cubicBezTo>
                      <a:pt x="381772" y="163179"/>
                      <a:pt x="368514" y="166579"/>
                      <a:pt x="356275" y="174058"/>
                    </a:cubicBezTo>
                    <a:cubicBezTo>
                      <a:pt x="299162" y="212133"/>
                      <a:pt x="282844" y="291003"/>
                      <a:pt x="274685" y="356275"/>
                    </a:cubicBezTo>
                    <a:cubicBezTo>
                      <a:pt x="274685" y="364434"/>
                      <a:pt x="369873" y="358994"/>
                      <a:pt x="375313" y="358994"/>
                    </a:cubicBezTo>
                    <a:cubicBezTo>
                      <a:pt x="432426" y="345396"/>
                      <a:pt x="473220" y="301881"/>
                      <a:pt x="473220" y="239329"/>
                    </a:cubicBezTo>
                    <a:cubicBezTo>
                      <a:pt x="471181" y="194455"/>
                      <a:pt x="433955" y="163349"/>
                      <a:pt x="394818" y="163222"/>
                    </a:cubicBezTo>
                    <a:close/>
                    <a:moveTo>
                      <a:pt x="386192" y="0"/>
                    </a:moveTo>
                    <a:cubicBezTo>
                      <a:pt x="519455" y="0"/>
                      <a:pt x="747906" y="65272"/>
                      <a:pt x="747906" y="266526"/>
                    </a:cubicBezTo>
                    <a:cubicBezTo>
                      <a:pt x="747906" y="467782"/>
                      <a:pt x="538492" y="484100"/>
                      <a:pt x="291004" y="484100"/>
                    </a:cubicBezTo>
                    <a:cubicBezTo>
                      <a:pt x="291004" y="484100"/>
                      <a:pt x="326359" y="617363"/>
                      <a:pt x="497697" y="617363"/>
                    </a:cubicBezTo>
                    <a:cubicBezTo>
                      <a:pt x="669036" y="617363"/>
                      <a:pt x="712551" y="557530"/>
                      <a:pt x="712551" y="557530"/>
                    </a:cubicBezTo>
                    <a:cubicBezTo>
                      <a:pt x="712551" y="557530"/>
                      <a:pt x="696233" y="810458"/>
                      <a:pt x="388911" y="810458"/>
                    </a:cubicBezTo>
                    <a:cubicBezTo>
                      <a:pt x="212133" y="810458"/>
                      <a:pt x="0" y="677195"/>
                      <a:pt x="0" y="413389"/>
                    </a:cubicBezTo>
                    <a:cubicBezTo>
                      <a:pt x="0" y="176778"/>
                      <a:pt x="163180" y="0"/>
                      <a:pt x="386192" y="0"/>
                    </a:cubicBezTo>
                    <a:close/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7" name="Freeform: Shape 20">
                <a:extLst>
                  <a:ext uri="{FF2B5EF4-FFF2-40B4-BE49-F238E27FC236}">
                    <a16:creationId xmlns:a16="http://schemas.microsoft.com/office/drawing/2014/main" id="{3C48EB39-1CD5-F442-88ED-0C54B4C5D1BE}"/>
                  </a:ext>
                </a:extLst>
              </p:cNvPr>
              <p:cNvSpPr/>
              <p:nvPr/>
            </p:nvSpPr>
            <p:spPr>
              <a:xfrm>
                <a:off x="8683414" y="2274801"/>
                <a:ext cx="897487" cy="951879"/>
              </a:xfrm>
              <a:custGeom>
                <a:avLst/>
                <a:gdLst>
                  <a:gd name="connsiteX0" fmla="*/ 580988 w 897487"/>
                  <a:gd name="connsiteY0" fmla="*/ 667381 h 951879"/>
                  <a:gd name="connsiteX1" fmla="*/ 409649 w 897487"/>
                  <a:gd name="connsiteY1" fmla="*/ 667381 h 951879"/>
                  <a:gd name="connsiteX2" fmla="*/ 591866 w 897487"/>
                  <a:gd name="connsiteY2" fmla="*/ 525959 h 951879"/>
                  <a:gd name="connsiteX3" fmla="*/ 842075 w 897487"/>
                  <a:gd name="connsiteY3" fmla="*/ 123450 h 951879"/>
                  <a:gd name="connsiteX4" fmla="*/ 842075 w 897487"/>
                  <a:gd name="connsiteY4" fmla="*/ 123450 h 951879"/>
                  <a:gd name="connsiteX5" fmla="*/ 798560 w 897487"/>
                  <a:gd name="connsiteY5" fmla="*/ 58178 h 951879"/>
                  <a:gd name="connsiteX6" fmla="*/ 746887 w 897487"/>
                  <a:gd name="connsiteY6" fmla="*/ 107132 h 951879"/>
                  <a:gd name="connsiteX7" fmla="*/ 697933 w 897487"/>
                  <a:gd name="connsiteY7" fmla="*/ 115291 h 951879"/>
                  <a:gd name="connsiteX8" fmla="*/ 219273 w 897487"/>
                  <a:gd name="connsiteY8" fmla="*/ 115291 h 951879"/>
                  <a:gd name="connsiteX9" fmla="*/ 102328 w 897487"/>
                  <a:gd name="connsiteY9" fmla="*/ 224077 h 951879"/>
                  <a:gd name="connsiteX10" fmla="*/ 213834 w 897487"/>
                  <a:gd name="connsiteY10" fmla="*/ 332863 h 951879"/>
                  <a:gd name="connsiteX11" fmla="*/ 485800 w 897487"/>
                  <a:gd name="connsiteY11" fmla="*/ 335583 h 951879"/>
                  <a:gd name="connsiteX12" fmla="*/ 134964 w 897487"/>
                  <a:gd name="connsiteY12" fmla="*/ 615708 h 951879"/>
                  <a:gd name="connsiteX13" fmla="*/ 61533 w 897487"/>
                  <a:gd name="connsiteY13" fmla="*/ 884953 h 951879"/>
                  <a:gd name="connsiteX14" fmla="*/ 398771 w 897487"/>
                  <a:gd name="connsiteY14" fmla="*/ 806083 h 951879"/>
                  <a:gd name="connsiteX15" fmla="*/ 529314 w 897487"/>
                  <a:gd name="connsiteY15" fmla="*/ 863196 h 951879"/>
                  <a:gd name="connsiteX16" fmla="*/ 782242 w 897487"/>
                  <a:gd name="connsiteY16" fmla="*/ 607549 h 951879"/>
                  <a:gd name="connsiteX17" fmla="*/ 580988 w 897487"/>
                  <a:gd name="connsiteY17" fmla="*/ 667381 h 9518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897487" h="951879">
                    <a:moveTo>
                      <a:pt x="580988" y="667381"/>
                    </a:moveTo>
                    <a:lnTo>
                      <a:pt x="409649" y="667381"/>
                    </a:lnTo>
                    <a:cubicBezTo>
                      <a:pt x="423248" y="667381"/>
                      <a:pt x="548352" y="561314"/>
                      <a:pt x="591866" y="525959"/>
                    </a:cubicBezTo>
                    <a:cubicBezTo>
                      <a:pt x="700653" y="433491"/>
                      <a:pt x="899188" y="297508"/>
                      <a:pt x="842075" y="123450"/>
                    </a:cubicBezTo>
                    <a:lnTo>
                      <a:pt x="842075" y="123450"/>
                    </a:lnTo>
                    <a:cubicBezTo>
                      <a:pt x="831197" y="82655"/>
                      <a:pt x="798560" y="58178"/>
                      <a:pt x="798560" y="58178"/>
                    </a:cubicBezTo>
                    <a:cubicBezTo>
                      <a:pt x="798560" y="58178"/>
                      <a:pt x="787682" y="90814"/>
                      <a:pt x="746887" y="107132"/>
                    </a:cubicBezTo>
                    <a:cubicBezTo>
                      <a:pt x="730569" y="109852"/>
                      <a:pt x="714251" y="115291"/>
                      <a:pt x="697933" y="115291"/>
                    </a:cubicBezTo>
                    <a:cubicBezTo>
                      <a:pt x="684334" y="115291"/>
                      <a:pt x="219273" y="115291"/>
                      <a:pt x="219273" y="115291"/>
                    </a:cubicBezTo>
                    <a:cubicBezTo>
                      <a:pt x="156721" y="115291"/>
                      <a:pt x="105048" y="166964"/>
                      <a:pt x="102328" y="224077"/>
                    </a:cubicBezTo>
                    <a:cubicBezTo>
                      <a:pt x="102328" y="283910"/>
                      <a:pt x="151282" y="332863"/>
                      <a:pt x="213834" y="332863"/>
                    </a:cubicBezTo>
                    <a:lnTo>
                      <a:pt x="485800" y="335583"/>
                    </a:lnTo>
                    <a:cubicBezTo>
                      <a:pt x="360695" y="406294"/>
                      <a:pt x="211114" y="487884"/>
                      <a:pt x="134964" y="615708"/>
                    </a:cubicBezTo>
                    <a:cubicBezTo>
                      <a:pt x="91449" y="689138"/>
                      <a:pt x="45215" y="800644"/>
                      <a:pt x="61533" y="884953"/>
                    </a:cubicBezTo>
                    <a:cubicBezTo>
                      <a:pt x="121366" y="830560"/>
                      <a:pt x="279106" y="778887"/>
                      <a:pt x="398771" y="806083"/>
                    </a:cubicBezTo>
                    <a:cubicBezTo>
                      <a:pt x="445005" y="814242"/>
                      <a:pt x="491239" y="838719"/>
                      <a:pt x="529314" y="863196"/>
                    </a:cubicBezTo>
                    <a:cubicBezTo>
                      <a:pt x="755046" y="1004618"/>
                      <a:pt x="891029" y="727213"/>
                      <a:pt x="782242" y="607549"/>
                    </a:cubicBezTo>
                    <a:cubicBezTo>
                      <a:pt x="784962" y="607549"/>
                      <a:pt x="722410" y="667381"/>
                      <a:pt x="580988" y="667381"/>
                    </a:cubicBezTo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8" name="Freeform: Shape 21">
                <a:extLst>
                  <a:ext uri="{FF2B5EF4-FFF2-40B4-BE49-F238E27FC236}">
                    <a16:creationId xmlns:a16="http://schemas.microsoft.com/office/drawing/2014/main" id="{5CFC3E8E-4E2E-F84C-9A7D-B59982AD8912}"/>
                  </a:ext>
                </a:extLst>
              </p:cNvPr>
              <p:cNvSpPr/>
              <p:nvPr/>
            </p:nvSpPr>
            <p:spPr>
              <a:xfrm>
                <a:off x="2624650" y="1948442"/>
                <a:ext cx="1903761" cy="1577400"/>
              </a:xfrm>
              <a:custGeom>
                <a:avLst/>
                <a:gdLst>
                  <a:gd name="connsiteX0" fmla="*/ 1559430 w 1903760"/>
                  <a:gd name="connsiteY0" fmla="*/ 1165078 h 1577399"/>
                  <a:gd name="connsiteX1" fmla="*/ 1369054 w 1903760"/>
                  <a:gd name="connsiteY1" fmla="*/ 593950 h 1577399"/>
                  <a:gd name="connsiteX2" fmla="*/ 1483279 w 1903760"/>
                  <a:gd name="connsiteY2" fmla="*/ 126170 h 1577399"/>
                  <a:gd name="connsiteX3" fmla="*/ 1311941 w 1903760"/>
                  <a:gd name="connsiteY3" fmla="*/ 58178 h 1577399"/>
                  <a:gd name="connsiteX4" fmla="*/ 1078050 w 1903760"/>
                  <a:gd name="connsiteY4" fmla="*/ 205040 h 1577399"/>
                  <a:gd name="connsiteX5" fmla="*/ 846879 w 1903760"/>
                  <a:gd name="connsiteY5" fmla="*/ 523239 h 1577399"/>
                  <a:gd name="connsiteX6" fmla="*/ 645624 w 1903760"/>
                  <a:gd name="connsiteY6" fmla="*/ 210479 h 1577399"/>
                  <a:gd name="connsiteX7" fmla="*/ 455248 w 1903760"/>
                  <a:gd name="connsiteY7" fmla="*/ 63617 h 1577399"/>
                  <a:gd name="connsiteX8" fmla="*/ 234956 w 1903760"/>
                  <a:gd name="connsiteY8" fmla="*/ 137048 h 1577399"/>
                  <a:gd name="connsiteX9" fmla="*/ 316546 w 1903760"/>
                  <a:gd name="connsiteY9" fmla="*/ 588511 h 1577399"/>
                  <a:gd name="connsiteX10" fmla="*/ 58178 w 1903760"/>
                  <a:gd name="connsiteY10" fmla="*/ 1072610 h 1577399"/>
                  <a:gd name="connsiteX11" fmla="*/ 474286 w 1903760"/>
                  <a:gd name="connsiteY11" fmla="*/ 1020936 h 1577399"/>
                  <a:gd name="connsiteX12" fmla="*/ 555876 w 1903760"/>
                  <a:gd name="connsiteY12" fmla="*/ 572193 h 1577399"/>
                  <a:gd name="connsiteX13" fmla="*/ 830561 w 1903760"/>
                  <a:gd name="connsiteY13" fmla="*/ 993740 h 1577399"/>
                  <a:gd name="connsiteX14" fmla="*/ 1140602 w 1903760"/>
                  <a:gd name="connsiteY14" fmla="*/ 574913 h 1577399"/>
                  <a:gd name="connsiteX15" fmla="*/ 1567589 w 1903760"/>
                  <a:gd name="connsiteY15" fmla="*/ 1526792 h 1577399"/>
                  <a:gd name="connsiteX16" fmla="*/ 1866751 w 1903760"/>
                  <a:gd name="connsiteY16" fmla="*/ 1322818 h 1577399"/>
                  <a:gd name="connsiteX17" fmla="*/ 1559430 w 1903760"/>
                  <a:gd name="connsiteY17" fmla="*/ 1165078 h 1577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903760" h="1577399">
                    <a:moveTo>
                      <a:pt x="1559430" y="1165078"/>
                    </a:moveTo>
                    <a:cubicBezTo>
                      <a:pt x="1420727" y="1012777"/>
                      <a:pt x="1377213" y="762569"/>
                      <a:pt x="1369054" y="593950"/>
                    </a:cubicBezTo>
                    <a:cubicBezTo>
                      <a:pt x="1360895" y="449809"/>
                      <a:pt x="1369054" y="199600"/>
                      <a:pt x="1483279" y="126170"/>
                    </a:cubicBezTo>
                    <a:cubicBezTo>
                      <a:pt x="1445204" y="77216"/>
                      <a:pt x="1369054" y="58178"/>
                      <a:pt x="1311941" y="58178"/>
                    </a:cubicBezTo>
                    <a:cubicBezTo>
                      <a:pt x="1184117" y="58178"/>
                      <a:pt x="1121565" y="142488"/>
                      <a:pt x="1078050" y="205040"/>
                    </a:cubicBezTo>
                    <a:cubicBezTo>
                      <a:pt x="1064452" y="224077"/>
                      <a:pt x="846879" y="523239"/>
                      <a:pt x="846879" y="523239"/>
                    </a:cubicBezTo>
                    <a:cubicBezTo>
                      <a:pt x="846879" y="523239"/>
                      <a:pt x="667382" y="243115"/>
                      <a:pt x="645624" y="210479"/>
                    </a:cubicBezTo>
                    <a:cubicBezTo>
                      <a:pt x="615708" y="164245"/>
                      <a:pt x="555876" y="77216"/>
                      <a:pt x="455248" y="63617"/>
                    </a:cubicBezTo>
                    <a:cubicBezTo>
                      <a:pt x="411734" y="58178"/>
                      <a:pt x="297508" y="52739"/>
                      <a:pt x="234956" y="137048"/>
                    </a:cubicBezTo>
                    <a:cubicBezTo>
                      <a:pt x="341023" y="221357"/>
                      <a:pt x="338303" y="438930"/>
                      <a:pt x="316546" y="588511"/>
                    </a:cubicBezTo>
                    <a:cubicBezTo>
                      <a:pt x="248554" y="1031815"/>
                      <a:pt x="58178" y="1072610"/>
                      <a:pt x="58178" y="1072610"/>
                    </a:cubicBezTo>
                    <a:cubicBezTo>
                      <a:pt x="156086" y="1333696"/>
                      <a:pt x="403575" y="1230350"/>
                      <a:pt x="474286" y="1020936"/>
                    </a:cubicBezTo>
                    <a:cubicBezTo>
                      <a:pt x="520520" y="884953"/>
                      <a:pt x="550436" y="713615"/>
                      <a:pt x="555876" y="572193"/>
                    </a:cubicBezTo>
                    <a:lnTo>
                      <a:pt x="830561" y="993740"/>
                    </a:lnTo>
                    <a:cubicBezTo>
                      <a:pt x="830561" y="993740"/>
                      <a:pt x="1140602" y="574913"/>
                      <a:pt x="1140602" y="574913"/>
                    </a:cubicBezTo>
                    <a:cubicBezTo>
                      <a:pt x="1088929" y="1314659"/>
                      <a:pt x="1344577" y="1526792"/>
                      <a:pt x="1567589" y="1526792"/>
                    </a:cubicBezTo>
                    <a:cubicBezTo>
                      <a:pt x="1790601" y="1526792"/>
                      <a:pt x="1866751" y="1322818"/>
                      <a:pt x="1866751" y="1322818"/>
                    </a:cubicBezTo>
                    <a:cubicBezTo>
                      <a:pt x="1744367" y="1314659"/>
                      <a:pt x="1641019" y="1252107"/>
                      <a:pt x="1559430" y="1165078"/>
                    </a:cubicBezTo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9" name="Freeform: Shape 22">
                <a:extLst>
                  <a:ext uri="{FF2B5EF4-FFF2-40B4-BE49-F238E27FC236}">
                    <a16:creationId xmlns:a16="http://schemas.microsoft.com/office/drawing/2014/main" id="{23F0627D-FC9E-8941-AA7D-8A9F3106DEB4}"/>
                  </a:ext>
                </a:extLst>
              </p:cNvPr>
              <p:cNvSpPr/>
              <p:nvPr/>
            </p:nvSpPr>
            <p:spPr>
              <a:xfrm>
                <a:off x="4792218" y="3234839"/>
                <a:ext cx="271966" cy="652717"/>
              </a:xfrm>
              <a:custGeom>
                <a:avLst/>
                <a:gdLst>
                  <a:gd name="connsiteX0" fmla="*/ 88095 w 271965"/>
                  <a:gd name="connsiteY0" fmla="*/ 120730 h 652717"/>
                  <a:gd name="connsiteX1" fmla="*/ 93534 w 271965"/>
                  <a:gd name="connsiteY1" fmla="*/ 153366 h 652717"/>
                  <a:gd name="connsiteX2" fmla="*/ 93534 w 271965"/>
                  <a:gd name="connsiteY2" fmla="*/ 544997 h 652717"/>
                  <a:gd name="connsiteX3" fmla="*/ 156086 w 271965"/>
                  <a:gd name="connsiteY3" fmla="*/ 604829 h 652717"/>
                  <a:gd name="connsiteX4" fmla="*/ 221358 w 271965"/>
                  <a:gd name="connsiteY4" fmla="*/ 544997 h 652717"/>
                  <a:gd name="connsiteX5" fmla="*/ 221358 w 271965"/>
                  <a:gd name="connsiteY5" fmla="*/ 194161 h 652717"/>
                  <a:gd name="connsiteX6" fmla="*/ 210479 w 271965"/>
                  <a:gd name="connsiteY6" fmla="*/ 109852 h 652717"/>
                  <a:gd name="connsiteX7" fmla="*/ 118011 w 271965"/>
                  <a:gd name="connsiteY7" fmla="*/ 58178 h 652717"/>
                  <a:gd name="connsiteX8" fmla="*/ 58178 w 271965"/>
                  <a:gd name="connsiteY8" fmla="*/ 88094 h 652717"/>
                  <a:gd name="connsiteX9" fmla="*/ 88095 w 271965"/>
                  <a:gd name="connsiteY9" fmla="*/ 120730 h 652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71965" h="652717">
                    <a:moveTo>
                      <a:pt x="88095" y="120730"/>
                    </a:moveTo>
                    <a:cubicBezTo>
                      <a:pt x="90814" y="131609"/>
                      <a:pt x="90814" y="142487"/>
                      <a:pt x="93534" y="153366"/>
                    </a:cubicBezTo>
                    <a:cubicBezTo>
                      <a:pt x="93534" y="156086"/>
                      <a:pt x="93534" y="542277"/>
                      <a:pt x="93534" y="544997"/>
                    </a:cubicBezTo>
                    <a:cubicBezTo>
                      <a:pt x="93534" y="577632"/>
                      <a:pt x="123450" y="604829"/>
                      <a:pt x="156086" y="604829"/>
                    </a:cubicBezTo>
                    <a:cubicBezTo>
                      <a:pt x="188722" y="607548"/>
                      <a:pt x="221358" y="577632"/>
                      <a:pt x="221358" y="544997"/>
                    </a:cubicBezTo>
                    <a:cubicBezTo>
                      <a:pt x="221358" y="539557"/>
                      <a:pt x="221358" y="194161"/>
                      <a:pt x="221358" y="194161"/>
                    </a:cubicBezTo>
                    <a:cubicBezTo>
                      <a:pt x="221358" y="164245"/>
                      <a:pt x="224078" y="134329"/>
                      <a:pt x="210479" y="109852"/>
                    </a:cubicBezTo>
                    <a:cubicBezTo>
                      <a:pt x="196881" y="79935"/>
                      <a:pt x="158806" y="58178"/>
                      <a:pt x="118011" y="58178"/>
                    </a:cubicBezTo>
                    <a:cubicBezTo>
                      <a:pt x="79936" y="58178"/>
                      <a:pt x="58178" y="88094"/>
                      <a:pt x="58178" y="88094"/>
                    </a:cubicBezTo>
                    <a:cubicBezTo>
                      <a:pt x="58178" y="88094"/>
                      <a:pt x="77216" y="93534"/>
                      <a:pt x="88095" y="120730"/>
                    </a:cubicBezTo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0" name="Freeform: Shape 23">
                <a:extLst>
                  <a:ext uri="{FF2B5EF4-FFF2-40B4-BE49-F238E27FC236}">
                    <a16:creationId xmlns:a16="http://schemas.microsoft.com/office/drawing/2014/main" id="{250B68A6-EE23-CC4E-99B3-947902D651DB}"/>
                  </a:ext>
                </a:extLst>
              </p:cNvPr>
              <p:cNvSpPr/>
              <p:nvPr/>
            </p:nvSpPr>
            <p:spPr>
              <a:xfrm>
                <a:off x="8751819" y="3234667"/>
                <a:ext cx="271966" cy="652717"/>
              </a:xfrm>
              <a:custGeom>
                <a:avLst/>
                <a:gdLst>
                  <a:gd name="connsiteX0" fmla="*/ 191663 w 271965"/>
                  <a:gd name="connsiteY0" fmla="*/ 542449 h 652717"/>
                  <a:gd name="connsiteX1" fmla="*/ 186224 w 271965"/>
                  <a:gd name="connsiteY1" fmla="*/ 509813 h 652717"/>
                  <a:gd name="connsiteX2" fmla="*/ 186224 w 271965"/>
                  <a:gd name="connsiteY2" fmla="*/ 118183 h 652717"/>
                  <a:gd name="connsiteX3" fmla="*/ 123672 w 271965"/>
                  <a:gd name="connsiteY3" fmla="*/ 58350 h 652717"/>
                  <a:gd name="connsiteX4" fmla="*/ 58400 w 271965"/>
                  <a:gd name="connsiteY4" fmla="*/ 118183 h 652717"/>
                  <a:gd name="connsiteX5" fmla="*/ 58400 w 271965"/>
                  <a:gd name="connsiteY5" fmla="*/ 469018 h 652717"/>
                  <a:gd name="connsiteX6" fmla="*/ 69279 w 271965"/>
                  <a:gd name="connsiteY6" fmla="*/ 553328 h 652717"/>
                  <a:gd name="connsiteX7" fmla="*/ 161747 w 271965"/>
                  <a:gd name="connsiteY7" fmla="*/ 605001 h 652717"/>
                  <a:gd name="connsiteX8" fmla="*/ 221580 w 271965"/>
                  <a:gd name="connsiteY8" fmla="*/ 575085 h 652717"/>
                  <a:gd name="connsiteX9" fmla="*/ 191663 w 271965"/>
                  <a:gd name="connsiteY9" fmla="*/ 542449 h 652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71965" h="652717">
                    <a:moveTo>
                      <a:pt x="191663" y="542449"/>
                    </a:moveTo>
                    <a:cubicBezTo>
                      <a:pt x="188944" y="531570"/>
                      <a:pt x="186224" y="520692"/>
                      <a:pt x="186224" y="509813"/>
                    </a:cubicBezTo>
                    <a:cubicBezTo>
                      <a:pt x="186224" y="507093"/>
                      <a:pt x="186224" y="120902"/>
                      <a:pt x="186224" y="118183"/>
                    </a:cubicBezTo>
                    <a:cubicBezTo>
                      <a:pt x="186224" y="85547"/>
                      <a:pt x="156308" y="58350"/>
                      <a:pt x="123672" y="58350"/>
                    </a:cubicBezTo>
                    <a:cubicBezTo>
                      <a:pt x="91036" y="55631"/>
                      <a:pt x="58400" y="85547"/>
                      <a:pt x="58400" y="118183"/>
                    </a:cubicBezTo>
                    <a:cubicBezTo>
                      <a:pt x="58400" y="123622"/>
                      <a:pt x="58400" y="469018"/>
                      <a:pt x="58400" y="469018"/>
                    </a:cubicBezTo>
                    <a:cubicBezTo>
                      <a:pt x="58400" y="498934"/>
                      <a:pt x="55680" y="528851"/>
                      <a:pt x="69279" y="553328"/>
                    </a:cubicBezTo>
                    <a:cubicBezTo>
                      <a:pt x="82877" y="583244"/>
                      <a:pt x="120953" y="605001"/>
                      <a:pt x="161747" y="605001"/>
                    </a:cubicBezTo>
                    <a:cubicBezTo>
                      <a:pt x="199822" y="605001"/>
                      <a:pt x="221580" y="575085"/>
                      <a:pt x="221580" y="575085"/>
                    </a:cubicBezTo>
                    <a:cubicBezTo>
                      <a:pt x="221580" y="575085"/>
                      <a:pt x="202542" y="566926"/>
                      <a:pt x="191663" y="542449"/>
                    </a:cubicBezTo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1" name="Freeform: Shape 24">
                <a:extLst>
                  <a:ext uri="{FF2B5EF4-FFF2-40B4-BE49-F238E27FC236}">
                    <a16:creationId xmlns:a16="http://schemas.microsoft.com/office/drawing/2014/main" id="{C6DC3E52-ED76-F543-ABA4-D240C9691D26}"/>
                  </a:ext>
                </a:extLst>
              </p:cNvPr>
              <p:cNvSpPr/>
              <p:nvPr/>
            </p:nvSpPr>
            <p:spPr>
              <a:xfrm>
                <a:off x="6320666" y="3416868"/>
                <a:ext cx="435145" cy="462341"/>
              </a:xfrm>
              <a:custGeom>
                <a:avLst/>
                <a:gdLst>
                  <a:gd name="connsiteX0" fmla="*/ 302948 w 435145"/>
                  <a:gd name="connsiteY0" fmla="*/ 74684 h 462341"/>
                  <a:gd name="connsiteX1" fmla="*/ 186003 w 435145"/>
                  <a:gd name="connsiteY1" fmla="*/ 148115 h 462341"/>
                  <a:gd name="connsiteX2" fmla="*/ 186003 w 435145"/>
                  <a:gd name="connsiteY2" fmla="*/ 148115 h 462341"/>
                  <a:gd name="connsiteX3" fmla="*/ 186003 w 435145"/>
                  <a:gd name="connsiteY3" fmla="*/ 115479 h 462341"/>
                  <a:gd name="connsiteX4" fmla="*/ 123450 w 435145"/>
                  <a:gd name="connsiteY4" fmla="*/ 58366 h 462341"/>
                  <a:gd name="connsiteX5" fmla="*/ 58178 w 435145"/>
                  <a:gd name="connsiteY5" fmla="*/ 115479 h 462341"/>
                  <a:gd name="connsiteX6" fmla="*/ 58178 w 435145"/>
                  <a:gd name="connsiteY6" fmla="*/ 362967 h 462341"/>
                  <a:gd name="connsiteX7" fmla="*/ 120730 w 435145"/>
                  <a:gd name="connsiteY7" fmla="*/ 422800 h 462341"/>
                  <a:gd name="connsiteX8" fmla="*/ 186003 w 435145"/>
                  <a:gd name="connsiteY8" fmla="*/ 362967 h 462341"/>
                  <a:gd name="connsiteX9" fmla="*/ 186003 w 435145"/>
                  <a:gd name="connsiteY9" fmla="*/ 213386 h 462341"/>
                  <a:gd name="connsiteX10" fmla="*/ 186003 w 435145"/>
                  <a:gd name="connsiteY10" fmla="*/ 213386 h 462341"/>
                  <a:gd name="connsiteX11" fmla="*/ 229517 w 435145"/>
                  <a:gd name="connsiteY11" fmla="*/ 161713 h 462341"/>
                  <a:gd name="connsiteX12" fmla="*/ 259433 w 435145"/>
                  <a:gd name="connsiteY12" fmla="*/ 194349 h 462341"/>
                  <a:gd name="connsiteX13" fmla="*/ 259433 w 435145"/>
                  <a:gd name="connsiteY13" fmla="*/ 362967 h 462341"/>
                  <a:gd name="connsiteX14" fmla="*/ 321985 w 435145"/>
                  <a:gd name="connsiteY14" fmla="*/ 422800 h 462341"/>
                  <a:gd name="connsiteX15" fmla="*/ 387257 w 435145"/>
                  <a:gd name="connsiteY15" fmla="*/ 362967 h 462341"/>
                  <a:gd name="connsiteX16" fmla="*/ 387257 w 435145"/>
                  <a:gd name="connsiteY16" fmla="*/ 273219 h 462341"/>
                  <a:gd name="connsiteX17" fmla="*/ 302948 w 435145"/>
                  <a:gd name="connsiteY17" fmla="*/ 74684 h 4623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435145" h="462341">
                    <a:moveTo>
                      <a:pt x="302948" y="74684"/>
                    </a:moveTo>
                    <a:cubicBezTo>
                      <a:pt x="234956" y="74684"/>
                      <a:pt x="196881" y="131797"/>
                      <a:pt x="186003" y="148115"/>
                    </a:cubicBezTo>
                    <a:lnTo>
                      <a:pt x="186003" y="148115"/>
                    </a:lnTo>
                    <a:cubicBezTo>
                      <a:pt x="186003" y="129077"/>
                      <a:pt x="186003" y="115479"/>
                      <a:pt x="186003" y="115479"/>
                    </a:cubicBezTo>
                    <a:cubicBezTo>
                      <a:pt x="186003" y="82843"/>
                      <a:pt x="156086" y="58366"/>
                      <a:pt x="123450" y="58366"/>
                    </a:cubicBezTo>
                    <a:cubicBezTo>
                      <a:pt x="90814" y="55646"/>
                      <a:pt x="58178" y="82843"/>
                      <a:pt x="58178" y="115479"/>
                    </a:cubicBezTo>
                    <a:cubicBezTo>
                      <a:pt x="58178" y="120918"/>
                      <a:pt x="58178" y="360248"/>
                      <a:pt x="58178" y="362967"/>
                    </a:cubicBezTo>
                    <a:cubicBezTo>
                      <a:pt x="58178" y="395603"/>
                      <a:pt x="88095" y="422800"/>
                      <a:pt x="120730" y="422800"/>
                    </a:cubicBezTo>
                    <a:cubicBezTo>
                      <a:pt x="153366" y="425519"/>
                      <a:pt x="186003" y="395603"/>
                      <a:pt x="186003" y="362967"/>
                    </a:cubicBezTo>
                    <a:cubicBezTo>
                      <a:pt x="186003" y="360248"/>
                      <a:pt x="186003" y="281378"/>
                      <a:pt x="186003" y="213386"/>
                    </a:cubicBezTo>
                    <a:lnTo>
                      <a:pt x="186003" y="213386"/>
                    </a:lnTo>
                    <a:cubicBezTo>
                      <a:pt x="191442" y="186190"/>
                      <a:pt x="205040" y="161713"/>
                      <a:pt x="229517" y="161713"/>
                    </a:cubicBezTo>
                    <a:cubicBezTo>
                      <a:pt x="259433" y="161713"/>
                      <a:pt x="259433" y="194349"/>
                      <a:pt x="259433" y="194349"/>
                    </a:cubicBezTo>
                    <a:lnTo>
                      <a:pt x="259433" y="362967"/>
                    </a:lnTo>
                    <a:cubicBezTo>
                      <a:pt x="259433" y="395603"/>
                      <a:pt x="289349" y="422800"/>
                      <a:pt x="321985" y="422800"/>
                    </a:cubicBezTo>
                    <a:cubicBezTo>
                      <a:pt x="354621" y="425519"/>
                      <a:pt x="387257" y="395603"/>
                      <a:pt x="387257" y="362967"/>
                    </a:cubicBezTo>
                    <a:lnTo>
                      <a:pt x="387257" y="273219"/>
                    </a:lnTo>
                    <a:cubicBezTo>
                      <a:pt x="387257" y="183470"/>
                      <a:pt x="395416" y="71964"/>
                      <a:pt x="302948" y="74684"/>
                    </a:cubicBezTo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2" name="Freeform: Shape 25">
                <a:extLst>
                  <a:ext uri="{FF2B5EF4-FFF2-40B4-BE49-F238E27FC236}">
                    <a16:creationId xmlns:a16="http://schemas.microsoft.com/office/drawing/2014/main" id="{A7EC102F-AD4E-C94A-BB8C-494955C73431}"/>
                  </a:ext>
                </a:extLst>
              </p:cNvPr>
              <p:cNvSpPr/>
              <p:nvPr/>
            </p:nvSpPr>
            <p:spPr>
              <a:xfrm>
                <a:off x="7960620" y="3416868"/>
                <a:ext cx="435145" cy="462341"/>
              </a:xfrm>
              <a:custGeom>
                <a:avLst/>
                <a:gdLst>
                  <a:gd name="connsiteX0" fmla="*/ 302948 w 435145"/>
                  <a:gd name="connsiteY0" fmla="*/ 74684 h 462341"/>
                  <a:gd name="connsiteX1" fmla="*/ 186002 w 435145"/>
                  <a:gd name="connsiteY1" fmla="*/ 148115 h 462341"/>
                  <a:gd name="connsiteX2" fmla="*/ 186002 w 435145"/>
                  <a:gd name="connsiteY2" fmla="*/ 148115 h 462341"/>
                  <a:gd name="connsiteX3" fmla="*/ 186002 w 435145"/>
                  <a:gd name="connsiteY3" fmla="*/ 115479 h 462341"/>
                  <a:gd name="connsiteX4" fmla="*/ 123450 w 435145"/>
                  <a:gd name="connsiteY4" fmla="*/ 58366 h 462341"/>
                  <a:gd name="connsiteX5" fmla="*/ 58178 w 435145"/>
                  <a:gd name="connsiteY5" fmla="*/ 115479 h 462341"/>
                  <a:gd name="connsiteX6" fmla="*/ 58178 w 435145"/>
                  <a:gd name="connsiteY6" fmla="*/ 362967 h 462341"/>
                  <a:gd name="connsiteX7" fmla="*/ 120730 w 435145"/>
                  <a:gd name="connsiteY7" fmla="*/ 422800 h 462341"/>
                  <a:gd name="connsiteX8" fmla="*/ 186002 w 435145"/>
                  <a:gd name="connsiteY8" fmla="*/ 362967 h 462341"/>
                  <a:gd name="connsiteX9" fmla="*/ 186002 w 435145"/>
                  <a:gd name="connsiteY9" fmla="*/ 213386 h 462341"/>
                  <a:gd name="connsiteX10" fmla="*/ 186002 w 435145"/>
                  <a:gd name="connsiteY10" fmla="*/ 213386 h 462341"/>
                  <a:gd name="connsiteX11" fmla="*/ 229517 w 435145"/>
                  <a:gd name="connsiteY11" fmla="*/ 161713 h 462341"/>
                  <a:gd name="connsiteX12" fmla="*/ 259433 w 435145"/>
                  <a:gd name="connsiteY12" fmla="*/ 194349 h 462341"/>
                  <a:gd name="connsiteX13" fmla="*/ 259433 w 435145"/>
                  <a:gd name="connsiteY13" fmla="*/ 362967 h 462341"/>
                  <a:gd name="connsiteX14" fmla="*/ 321985 w 435145"/>
                  <a:gd name="connsiteY14" fmla="*/ 422800 h 462341"/>
                  <a:gd name="connsiteX15" fmla="*/ 387257 w 435145"/>
                  <a:gd name="connsiteY15" fmla="*/ 362967 h 462341"/>
                  <a:gd name="connsiteX16" fmla="*/ 387257 w 435145"/>
                  <a:gd name="connsiteY16" fmla="*/ 273219 h 462341"/>
                  <a:gd name="connsiteX17" fmla="*/ 302948 w 435145"/>
                  <a:gd name="connsiteY17" fmla="*/ 74684 h 4623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435145" h="462341">
                    <a:moveTo>
                      <a:pt x="302948" y="74684"/>
                    </a:moveTo>
                    <a:cubicBezTo>
                      <a:pt x="234956" y="74684"/>
                      <a:pt x="196881" y="131797"/>
                      <a:pt x="186002" y="148115"/>
                    </a:cubicBezTo>
                    <a:lnTo>
                      <a:pt x="186002" y="148115"/>
                    </a:lnTo>
                    <a:cubicBezTo>
                      <a:pt x="186002" y="129077"/>
                      <a:pt x="186002" y="115479"/>
                      <a:pt x="186002" y="115479"/>
                    </a:cubicBezTo>
                    <a:cubicBezTo>
                      <a:pt x="186002" y="82843"/>
                      <a:pt x="156086" y="58366"/>
                      <a:pt x="123450" y="58366"/>
                    </a:cubicBezTo>
                    <a:cubicBezTo>
                      <a:pt x="90814" y="55646"/>
                      <a:pt x="58178" y="82843"/>
                      <a:pt x="58178" y="115479"/>
                    </a:cubicBezTo>
                    <a:cubicBezTo>
                      <a:pt x="58178" y="120918"/>
                      <a:pt x="58178" y="360248"/>
                      <a:pt x="58178" y="362967"/>
                    </a:cubicBezTo>
                    <a:cubicBezTo>
                      <a:pt x="58178" y="395603"/>
                      <a:pt x="88095" y="422800"/>
                      <a:pt x="120730" y="422800"/>
                    </a:cubicBezTo>
                    <a:cubicBezTo>
                      <a:pt x="153366" y="425519"/>
                      <a:pt x="186002" y="395603"/>
                      <a:pt x="186002" y="362967"/>
                    </a:cubicBezTo>
                    <a:cubicBezTo>
                      <a:pt x="186002" y="360248"/>
                      <a:pt x="186002" y="281378"/>
                      <a:pt x="186002" y="213386"/>
                    </a:cubicBezTo>
                    <a:lnTo>
                      <a:pt x="186002" y="213386"/>
                    </a:lnTo>
                    <a:cubicBezTo>
                      <a:pt x="191442" y="186190"/>
                      <a:pt x="205040" y="161713"/>
                      <a:pt x="229517" y="161713"/>
                    </a:cubicBezTo>
                    <a:cubicBezTo>
                      <a:pt x="259433" y="161713"/>
                      <a:pt x="259433" y="194349"/>
                      <a:pt x="259433" y="194349"/>
                    </a:cubicBezTo>
                    <a:lnTo>
                      <a:pt x="259433" y="362967"/>
                    </a:lnTo>
                    <a:cubicBezTo>
                      <a:pt x="259433" y="395603"/>
                      <a:pt x="289349" y="422800"/>
                      <a:pt x="321985" y="422800"/>
                    </a:cubicBezTo>
                    <a:cubicBezTo>
                      <a:pt x="354621" y="425519"/>
                      <a:pt x="387257" y="395603"/>
                      <a:pt x="387257" y="362967"/>
                    </a:cubicBezTo>
                    <a:lnTo>
                      <a:pt x="387257" y="273219"/>
                    </a:lnTo>
                    <a:cubicBezTo>
                      <a:pt x="384537" y="183470"/>
                      <a:pt x="395416" y="71964"/>
                      <a:pt x="302948" y="74684"/>
                    </a:cubicBezTo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3" name="Freeform: Shape 26">
                <a:extLst>
                  <a:ext uri="{FF2B5EF4-FFF2-40B4-BE49-F238E27FC236}">
                    <a16:creationId xmlns:a16="http://schemas.microsoft.com/office/drawing/2014/main" id="{09121646-A44E-4043-A379-9CFBDAA20595}"/>
                  </a:ext>
                </a:extLst>
              </p:cNvPr>
              <p:cNvSpPr/>
              <p:nvPr/>
            </p:nvSpPr>
            <p:spPr>
              <a:xfrm>
                <a:off x="5020669" y="3416868"/>
                <a:ext cx="435145" cy="462341"/>
              </a:xfrm>
              <a:custGeom>
                <a:avLst/>
                <a:gdLst>
                  <a:gd name="connsiteX0" fmla="*/ 302948 w 435145"/>
                  <a:gd name="connsiteY0" fmla="*/ 74684 h 462341"/>
                  <a:gd name="connsiteX1" fmla="*/ 186002 w 435145"/>
                  <a:gd name="connsiteY1" fmla="*/ 148115 h 462341"/>
                  <a:gd name="connsiteX2" fmla="*/ 186002 w 435145"/>
                  <a:gd name="connsiteY2" fmla="*/ 148115 h 462341"/>
                  <a:gd name="connsiteX3" fmla="*/ 186002 w 435145"/>
                  <a:gd name="connsiteY3" fmla="*/ 115479 h 462341"/>
                  <a:gd name="connsiteX4" fmla="*/ 123450 w 435145"/>
                  <a:gd name="connsiteY4" fmla="*/ 58366 h 462341"/>
                  <a:gd name="connsiteX5" fmla="*/ 58178 w 435145"/>
                  <a:gd name="connsiteY5" fmla="*/ 115479 h 462341"/>
                  <a:gd name="connsiteX6" fmla="*/ 58178 w 435145"/>
                  <a:gd name="connsiteY6" fmla="*/ 362967 h 462341"/>
                  <a:gd name="connsiteX7" fmla="*/ 120730 w 435145"/>
                  <a:gd name="connsiteY7" fmla="*/ 422800 h 462341"/>
                  <a:gd name="connsiteX8" fmla="*/ 186002 w 435145"/>
                  <a:gd name="connsiteY8" fmla="*/ 362967 h 462341"/>
                  <a:gd name="connsiteX9" fmla="*/ 186002 w 435145"/>
                  <a:gd name="connsiteY9" fmla="*/ 213386 h 462341"/>
                  <a:gd name="connsiteX10" fmla="*/ 186002 w 435145"/>
                  <a:gd name="connsiteY10" fmla="*/ 213386 h 462341"/>
                  <a:gd name="connsiteX11" fmla="*/ 229517 w 435145"/>
                  <a:gd name="connsiteY11" fmla="*/ 161713 h 462341"/>
                  <a:gd name="connsiteX12" fmla="*/ 259433 w 435145"/>
                  <a:gd name="connsiteY12" fmla="*/ 194349 h 462341"/>
                  <a:gd name="connsiteX13" fmla="*/ 259433 w 435145"/>
                  <a:gd name="connsiteY13" fmla="*/ 362967 h 462341"/>
                  <a:gd name="connsiteX14" fmla="*/ 321985 w 435145"/>
                  <a:gd name="connsiteY14" fmla="*/ 422800 h 462341"/>
                  <a:gd name="connsiteX15" fmla="*/ 387257 w 435145"/>
                  <a:gd name="connsiteY15" fmla="*/ 362967 h 462341"/>
                  <a:gd name="connsiteX16" fmla="*/ 387257 w 435145"/>
                  <a:gd name="connsiteY16" fmla="*/ 273219 h 462341"/>
                  <a:gd name="connsiteX17" fmla="*/ 302948 w 435145"/>
                  <a:gd name="connsiteY17" fmla="*/ 74684 h 4623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435145" h="462341">
                    <a:moveTo>
                      <a:pt x="302948" y="74684"/>
                    </a:moveTo>
                    <a:cubicBezTo>
                      <a:pt x="234956" y="74684"/>
                      <a:pt x="196881" y="131797"/>
                      <a:pt x="186002" y="148115"/>
                    </a:cubicBezTo>
                    <a:lnTo>
                      <a:pt x="186002" y="148115"/>
                    </a:lnTo>
                    <a:cubicBezTo>
                      <a:pt x="186002" y="129077"/>
                      <a:pt x="186002" y="115479"/>
                      <a:pt x="186002" y="115479"/>
                    </a:cubicBezTo>
                    <a:cubicBezTo>
                      <a:pt x="186002" y="82843"/>
                      <a:pt x="156086" y="58366"/>
                      <a:pt x="123450" y="58366"/>
                    </a:cubicBezTo>
                    <a:cubicBezTo>
                      <a:pt x="90814" y="55646"/>
                      <a:pt x="58178" y="82843"/>
                      <a:pt x="58178" y="115479"/>
                    </a:cubicBezTo>
                    <a:cubicBezTo>
                      <a:pt x="58178" y="120918"/>
                      <a:pt x="58178" y="360248"/>
                      <a:pt x="58178" y="362967"/>
                    </a:cubicBezTo>
                    <a:cubicBezTo>
                      <a:pt x="58178" y="395603"/>
                      <a:pt x="88094" y="422800"/>
                      <a:pt x="120730" y="422800"/>
                    </a:cubicBezTo>
                    <a:cubicBezTo>
                      <a:pt x="153366" y="425519"/>
                      <a:pt x="186002" y="395603"/>
                      <a:pt x="186002" y="362967"/>
                    </a:cubicBezTo>
                    <a:cubicBezTo>
                      <a:pt x="186002" y="360248"/>
                      <a:pt x="186002" y="281378"/>
                      <a:pt x="186002" y="213386"/>
                    </a:cubicBezTo>
                    <a:lnTo>
                      <a:pt x="186002" y="213386"/>
                    </a:lnTo>
                    <a:cubicBezTo>
                      <a:pt x="191442" y="186190"/>
                      <a:pt x="205040" y="161713"/>
                      <a:pt x="229517" y="161713"/>
                    </a:cubicBezTo>
                    <a:cubicBezTo>
                      <a:pt x="259433" y="161713"/>
                      <a:pt x="259433" y="194349"/>
                      <a:pt x="259433" y="194349"/>
                    </a:cubicBezTo>
                    <a:lnTo>
                      <a:pt x="259433" y="362967"/>
                    </a:lnTo>
                    <a:cubicBezTo>
                      <a:pt x="259433" y="395603"/>
                      <a:pt x="289349" y="422800"/>
                      <a:pt x="321985" y="422800"/>
                    </a:cubicBezTo>
                    <a:cubicBezTo>
                      <a:pt x="354621" y="425519"/>
                      <a:pt x="387257" y="395603"/>
                      <a:pt x="387257" y="362967"/>
                    </a:cubicBezTo>
                    <a:lnTo>
                      <a:pt x="387257" y="273219"/>
                    </a:lnTo>
                    <a:cubicBezTo>
                      <a:pt x="384537" y="183470"/>
                      <a:pt x="395416" y="71964"/>
                      <a:pt x="302948" y="74684"/>
                    </a:cubicBezTo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4" name="Freeform: Shape 27">
                <a:extLst>
                  <a:ext uri="{FF2B5EF4-FFF2-40B4-BE49-F238E27FC236}">
                    <a16:creationId xmlns:a16="http://schemas.microsoft.com/office/drawing/2014/main" id="{27EC1BBC-2F65-8846-B85E-5023B90ACB91}"/>
                  </a:ext>
                </a:extLst>
              </p:cNvPr>
              <p:cNvSpPr/>
              <p:nvPr/>
            </p:nvSpPr>
            <p:spPr>
              <a:xfrm>
                <a:off x="7616289" y="3475234"/>
                <a:ext cx="364436" cy="364434"/>
              </a:xfrm>
              <a:custGeom>
                <a:avLst/>
                <a:gdLst>
                  <a:gd name="connsiteX0" fmla="*/ 182218 w 364436"/>
                  <a:gd name="connsiteY0" fmla="*/ 73431 h 364434"/>
                  <a:gd name="connsiteX1" fmla="*/ 130544 w 364436"/>
                  <a:gd name="connsiteY1" fmla="*/ 179499 h 364434"/>
                  <a:gd name="connsiteX2" fmla="*/ 182218 w 364436"/>
                  <a:gd name="connsiteY2" fmla="*/ 285565 h 364434"/>
                  <a:gd name="connsiteX3" fmla="*/ 233891 w 364436"/>
                  <a:gd name="connsiteY3" fmla="*/ 179499 h 364434"/>
                  <a:gd name="connsiteX4" fmla="*/ 182218 w 364436"/>
                  <a:gd name="connsiteY4" fmla="*/ 73431 h 364434"/>
                  <a:gd name="connsiteX5" fmla="*/ 182219 w 364436"/>
                  <a:gd name="connsiteY5" fmla="*/ 0 h 364434"/>
                  <a:gd name="connsiteX6" fmla="*/ 364436 w 364436"/>
                  <a:gd name="connsiteY6" fmla="*/ 182217 h 364434"/>
                  <a:gd name="connsiteX7" fmla="*/ 182219 w 364436"/>
                  <a:gd name="connsiteY7" fmla="*/ 364434 h 364434"/>
                  <a:gd name="connsiteX8" fmla="*/ 0 w 364436"/>
                  <a:gd name="connsiteY8" fmla="*/ 182217 h 364434"/>
                  <a:gd name="connsiteX9" fmla="*/ 182219 w 364436"/>
                  <a:gd name="connsiteY9" fmla="*/ 0 h 3644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64436" h="364434">
                    <a:moveTo>
                      <a:pt x="182218" y="73431"/>
                    </a:moveTo>
                    <a:cubicBezTo>
                      <a:pt x="152302" y="76151"/>
                      <a:pt x="130544" y="114226"/>
                      <a:pt x="130544" y="179499"/>
                    </a:cubicBezTo>
                    <a:cubicBezTo>
                      <a:pt x="130544" y="244770"/>
                      <a:pt x="146862" y="285565"/>
                      <a:pt x="182218" y="285565"/>
                    </a:cubicBezTo>
                    <a:cubicBezTo>
                      <a:pt x="217573" y="285565"/>
                      <a:pt x="233891" y="247490"/>
                      <a:pt x="233891" y="179499"/>
                    </a:cubicBezTo>
                    <a:cubicBezTo>
                      <a:pt x="233891" y="114226"/>
                      <a:pt x="212134" y="73431"/>
                      <a:pt x="182218" y="73431"/>
                    </a:cubicBezTo>
                    <a:close/>
                    <a:moveTo>
                      <a:pt x="182219" y="0"/>
                    </a:moveTo>
                    <a:cubicBezTo>
                      <a:pt x="282846" y="0"/>
                      <a:pt x="364436" y="81590"/>
                      <a:pt x="364436" y="182217"/>
                    </a:cubicBezTo>
                    <a:cubicBezTo>
                      <a:pt x="364436" y="282844"/>
                      <a:pt x="282846" y="364434"/>
                      <a:pt x="182219" y="364434"/>
                    </a:cubicBezTo>
                    <a:cubicBezTo>
                      <a:pt x="81591" y="364434"/>
                      <a:pt x="0" y="282844"/>
                      <a:pt x="0" y="182217"/>
                    </a:cubicBezTo>
                    <a:cubicBezTo>
                      <a:pt x="0" y="81590"/>
                      <a:pt x="81591" y="0"/>
                      <a:pt x="182219" y="0"/>
                    </a:cubicBezTo>
                    <a:close/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5" name="Freeform: Shape 28">
                <a:extLst>
                  <a:ext uri="{FF2B5EF4-FFF2-40B4-BE49-F238E27FC236}">
                    <a16:creationId xmlns:a16="http://schemas.microsoft.com/office/drawing/2014/main" id="{D458319E-946B-C84A-B76A-6304E98A1EFD}"/>
                  </a:ext>
                </a:extLst>
              </p:cNvPr>
              <p:cNvSpPr/>
              <p:nvPr/>
            </p:nvSpPr>
            <p:spPr>
              <a:xfrm>
                <a:off x="6743101" y="3464184"/>
                <a:ext cx="372773" cy="375657"/>
              </a:xfrm>
              <a:custGeom>
                <a:avLst/>
                <a:gdLst>
                  <a:gd name="connsiteX0" fmla="*/ 176958 w 372773"/>
                  <a:gd name="connsiteY0" fmla="*/ 98080 h 375657"/>
                  <a:gd name="connsiteX1" fmla="*/ 125284 w 372773"/>
                  <a:gd name="connsiteY1" fmla="*/ 190548 h 375657"/>
                  <a:gd name="connsiteX2" fmla="*/ 176958 w 372773"/>
                  <a:gd name="connsiteY2" fmla="*/ 283017 h 375657"/>
                  <a:gd name="connsiteX3" fmla="*/ 228631 w 372773"/>
                  <a:gd name="connsiteY3" fmla="*/ 190548 h 375657"/>
                  <a:gd name="connsiteX4" fmla="*/ 176958 w 372773"/>
                  <a:gd name="connsiteY4" fmla="*/ 98080 h 375657"/>
                  <a:gd name="connsiteX5" fmla="*/ 307501 w 372773"/>
                  <a:gd name="connsiteY5" fmla="*/ 172 h 375657"/>
                  <a:gd name="connsiteX6" fmla="*/ 372773 w 372773"/>
                  <a:gd name="connsiteY6" fmla="*/ 62724 h 375657"/>
                  <a:gd name="connsiteX7" fmla="*/ 372773 w 372773"/>
                  <a:gd name="connsiteY7" fmla="*/ 312934 h 375657"/>
                  <a:gd name="connsiteX8" fmla="*/ 302061 w 372773"/>
                  <a:gd name="connsiteY8" fmla="*/ 375486 h 375657"/>
                  <a:gd name="connsiteX9" fmla="*/ 239509 w 372773"/>
                  <a:gd name="connsiteY9" fmla="*/ 326532 h 375657"/>
                  <a:gd name="connsiteX10" fmla="*/ 179677 w 372773"/>
                  <a:gd name="connsiteY10" fmla="*/ 370046 h 375657"/>
                  <a:gd name="connsiteX11" fmla="*/ 70890 w 372773"/>
                  <a:gd name="connsiteY11" fmla="*/ 353728 h 375657"/>
                  <a:gd name="connsiteX12" fmla="*/ 128003 w 372773"/>
                  <a:gd name="connsiteY12" fmla="*/ 11051 h 375657"/>
                  <a:gd name="connsiteX13" fmla="*/ 236790 w 372773"/>
                  <a:gd name="connsiteY13" fmla="*/ 70883 h 375657"/>
                  <a:gd name="connsiteX14" fmla="*/ 236790 w 372773"/>
                  <a:gd name="connsiteY14" fmla="*/ 62724 h 375657"/>
                  <a:gd name="connsiteX15" fmla="*/ 307501 w 372773"/>
                  <a:gd name="connsiteY15" fmla="*/ 172 h 3756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773" h="375657">
                    <a:moveTo>
                      <a:pt x="176958" y="98080"/>
                    </a:moveTo>
                    <a:cubicBezTo>
                      <a:pt x="147042" y="100800"/>
                      <a:pt x="125284" y="133436"/>
                      <a:pt x="125284" y="190548"/>
                    </a:cubicBezTo>
                    <a:cubicBezTo>
                      <a:pt x="125284" y="247661"/>
                      <a:pt x="141602" y="283017"/>
                      <a:pt x="176958" y="283017"/>
                    </a:cubicBezTo>
                    <a:cubicBezTo>
                      <a:pt x="212314" y="283017"/>
                      <a:pt x="228631" y="247661"/>
                      <a:pt x="228631" y="190548"/>
                    </a:cubicBezTo>
                    <a:cubicBezTo>
                      <a:pt x="228631" y="133436"/>
                      <a:pt x="206874" y="98080"/>
                      <a:pt x="176958" y="98080"/>
                    </a:cubicBezTo>
                    <a:close/>
                    <a:moveTo>
                      <a:pt x="307501" y="172"/>
                    </a:moveTo>
                    <a:cubicBezTo>
                      <a:pt x="340137" y="172"/>
                      <a:pt x="372773" y="30088"/>
                      <a:pt x="372773" y="62724"/>
                    </a:cubicBezTo>
                    <a:cubicBezTo>
                      <a:pt x="372773" y="65444"/>
                      <a:pt x="372773" y="307494"/>
                      <a:pt x="372773" y="312934"/>
                    </a:cubicBezTo>
                    <a:cubicBezTo>
                      <a:pt x="370053" y="348289"/>
                      <a:pt x="337417" y="378205"/>
                      <a:pt x="302061" y="375486"/>
                    </a:cubicBezTo>
                    <a:cubicBezTo>
                      <a:pt x="274865" y="372766"/>
                      <a:pt x="247668" y="353728"/>
                      <a:pt x="239509" y="326532"/>
                    </a:cubicBezTo>
                    <a:cubicBezTo>
                      <a:pt x="225911" y="348289"/>
                      <a:pt x="198715" y="364607"/>
                      <a:pt x="179677" y="370046"/>
                    </a:cubicBezTo>
                    <a:cubicBezTo>
                      <a:pt x="147041" y="378205"/>
                      <a:pt x="100807" y="372766"/>
                      <a:pt x="70890" y="353728"/>
                    </a:cubicBezTo>
                    <a:cubicBezTo>
                      <a:pt x="-35177" y="285737"/>
                      <a:pt x="-27018" y="11051"/>
                      <a:pt x="128003" y="11051"/>
                    </a:cubicBezTo>
                    <a:cubicBezTo>
                      <a:pt x="185116" y="11051"/>
                      <a:pt x="220471" y="49126"/>
                      <a:pt x="236790" y="70883"/>
                    </a:cubicBezTo>
                    <a:cubicBezTo>
                      <a:pt x="236790" y="70883"/>
                      <a:pt x="236790" y="65444"/>
                      <a:pt x="236790" y="62724"/>
                    </a:cubicBezTo>
                    <a:cubicBezTo>
                      <a:pt x="239509" y="27369"/>
                      <a:pt x="272145" y="-2547"/>
                      <a:pt x="307501" y="172"/>
                    </a:cubicBezTo>
                    <a:close/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6" name="Freeform: Shape 29">
                <a:extLst>
                  <a:ext uri="{FF2B5EF4-FFF2-40B4-BE49-F238E27FC236}">
                    <a16:creationId xmlns:a16="http://schemas.microsoft.com/office/drawing/2014/main" id="{6D13F7A6-310D-BA45-A17B-AA8719856FA6}"/>
                  </a:ext>
                </a:extLst>
              </p:cNvPr>
              <p:cNvSpPr/>
              <p:nvPr/>
            </p:nvSpPr>
            <p:spPr>
              <a:xfrm>
                <a:off x="8380335" y="3464184"/>
                <a:ext cx="372772" cy="375657"/>
              </a:xfrm>
              <a:custGeom>
                <a:avLst/>
                <a:gdLst>
                  <a:gd name="connsiteX0" fmla="*/ 176957 w 372772"/>
                  <a:gd name="connsiteY0" fmla="*/ 98080 h 375657"/>
                  <a:gd name="connsiteX1" fmla="*/ 125282 w 372772"/>
                  <a:gd name="connsiteY1" fmla="*/ 190548 h 375657"/>
                  <a:gd name="connsiteX2" fmla="*/ 176957 w 372772"/>
                  <a:gd name="connsiteY2" fmla="*/ 283017 h 375657"/>
                  <a:gd name="connsiteX3" fmla="*/ 228630 w 372772"/>
                  <a:gd name="connsiteY3" fmla="*/ 190548 h 375657"/>
                  <a:gd name="connsiteX4" fmla="*/ 176957 w 372772"/>
                  <a:gd name="connsiteY4" fmla="*/ 98080 h 375657"/>
                  <a:gd name="connsiteX5" fmla="*/ 307501 w 372772"/>
                  <a:gd name="connsiteY5" fmla="*/ 172 h 375657"/>
                  <a:gd name="connsiteX6" fmla="*/ 372772 w 372772"/>
                  <a:gd name="connsiteY6" fmla="*/ 62724 h 375657"/>
                  <a:gd name="connsiteX7" fmla="*/ 372772 w 372772"/>
                  <a:gd name="connsiteY7" fmla="*/ 312934 h 375657"/>
                  <a:gd name="connsiteX8" fmla="*/ 302062 w 372772"/>
                  <a:gd name="connsiteY8" fmla="*/ 375486 h 375657"/>
                  <a:gd name="connsiteX9" fmla="*/ 239509 w 372772"/>
                  <a:gd name="connsiteY9" fmla="*/ 326532 h 375657"/>
                  <a:gd name="connsiteX10" fmla="*/ 179677 w 372772"/>
                  <a:gd name="connsiteY10" fmla="*/ 370046 h 375657"/>
                  <a:gd name="connsiteX11" fmla="*/ 70890 w 372772"/>
                  <a:gd name="connsiteY11" fmla="*/ 353728 h 375657"/>
                  <a:gd name="connsiteX12" fmla="*/ 128002 w 372772"/>
                  <a:gd name="connsiteY12" fmla="*/ 11051 h 375657"/>
                  <a:gd name="connsiteX13" fmla="*/ 236790 w 372772"/>
                  <a:gd name="connsiteY13" fmla="*/ 70883 h 375657"/>
                  <a:gd name="connsiteX14" fmla="*/ 236790 w 372772"/>
                  <a:gd name="connsiteY14" fmla="*/ 62724 h 375657"/>
                  <a:gd name="connsiteX15" fmla="*/ 307501 w 372772"/>
                  <a:gd name="connsiteY15" fmla="*/ 172 h 3756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772" h="375657">
                    <a:moveTo>
                      <a:pt x="176957" y="98080"/>
                    </a:moveTo>
                    <a:cubicBezTo>
                      <a:pt x="147039" y="100800"/>
                      <a:pt x="125282" y="133436"/>
                      <a:pt x="125282" y="190548"/>
                    </a:cubicBezTo>
                    <a:cubicBezTo>
                      <a:pt x="125282" y="247661"/>
                      <a:pt x="141600" y="283017"/>
                      <a:pt x="176957" y="283017"/>
                    </a:cubicBezTo>
                    <a:cubicBezTo>
                      <a:pt x="212312" y="283017"/>
                      <a:pt x="228630" y="247661"/>
                      <a:pt x="228630" y="190548"/>
                    </a:cubicBezTo>
                    <a:cubicBezTo>
                      <a:pt x="228630" y="133436"/>
                      <a:pt x="206873" y="98080"/>
                      <a:pt x="176957" y="98080"/>
                    </a:cubicBezTo>
                    <a:close/>
                    <a:moveTo>
                      <a:pt x="307501" y="172"/>
                    </a:moveTo>
                    <a:cubicBezTo>
                      <a:pt x="340137" y="172"/>
                      <a:pt x="372772" y="30088"/>
                      <a:pt x="372772" y="62724"/>
                    </a:cubicBezTo>
                    <a:cubicBezTo>
                      <a:pt x="372772" y="65444"/>
                      <a:pt x="372772" y="307494"/>
                      <a:pt x="372772" y="312934"/>
                    </a:cubicBezTo>
                    <a:cubicBezTo>
                      <a:pt x="370053" y="348289"/>
                      <a:pt x="337417" y="378205"/>
                      <a:pt x="302062" y="375486"/>
                    </a:cubicBezTo>
                    <a:cubicBezTo>
                      <a:pt x="274865" y="372766"/>
                      <a:pt x="247668" y="353728"/>
                      <a:pt x="239509" y="326532"/>
                    </a:cubicBezTo>
                    <a:cubicBezTo>
                      <a:pt x="228630" y="348289"/>
                      <a:pt x="198714" y="364607"/>
                      <a:pt x="179677" y="370046"/>
                    </a:cubicBezTo>
                    <a:cubicBezTo>
                      <a:pt x="147040" y="378205"/>
                      <a:pt x="100806" y="372766"/>
                      <a:pt x="70890" y="353728"/>
                    </a:cubicBezTo>
                    <a:cubicBezTo>
                      <a:pt x="-35177" y="285737"/>
                      <a:pt x="-27018" y="11051"/>
                      <a:pt x="128002" y="11051"/>
                    </a:cubicBezTo>
                    <a:cubicBezTo>
                      <a:pt x="185116" y="11051"/>
                      <a:pt x="220472" y="49126"/>
                      <a:pt x="236790" y="70883"/>
                    </a:cubicBezTo>
                    <a:cubicBezTo>
                      <a:pt x="236790" y="70883"/>
                      <a:pt x="236790" y="65444"/>
                      <a:pt x="236790" y="62724"/>
                    </a:cubicBezTo>
                    <a:cubicBezTo>
                      <a:pt x="239509" y="27369"/>
                      <a:pt x="272145" y="-2547"/>
                      <a:pt x="307501" y="172"/>
                    </a:cubicBezTo>
                    <a:close/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7" name="Freeform: Shape 30">
                <a:extLst>
                  <a:ext uri="{FF2B5EF4-FFF2-40B4-BE49-F238E27FC236}">
                    <a16:creationId xmlns:a16="http://schemas.microsoft.com/office/drawing/2014/main" id="{5D3A896E-B9C1-1C44-84C1-CCAD0516EB9D}"/>
                  </a:ext>
                </a:extLst>
              </p:cNvPr>
              <p:cNvSpPr/>
              <p:nvPr/>
            </p:nvSpPr>
            <p:spPr>
              <a:xfrm>
                <a:off x="7389492" y="3444253"/>
                <a:ext cx="217573" cy="435145"/>
              </a:xfrm>
              <a:custGeom>
                <a:avLst/>
                <a:gdLst>
                  <a:gd name="connsiteX0" fmla="*/ 186002 w 217572"/>
                  <a:gd name="connsiteY0" fmla="*/ 118011 h 435144"/>
                  <a:gd name="connsiteX1" fmla="*/ 128890 w 217572"/>
                  <a:gd name="connsiteY1" fmla="*/ 58178 h 435144"/>
                  <a:gd name="connsiteX2" fmla="*/ 123450 w 217572"/>
                  <a:gd name="connsiteY2" fmla="*/ 58178 h 435144"/>
                  <a:gd name="connsiteX3" fmla="*/ 58178 w 217572"/>
                  <a:gd name="connsiteY3" fmla="*/ 115291 h 435144"/>
                  <a:gd name="connsiteX4" fmla="*/ 58178 w 217572"/>
                  <a:gd name="connsiteY4" fmla="*/ 232236 h 435144"/>
                  <a:gd name="connsiteX5" fmla="*/ 58178 w 217572"/>
                  <a:gd name="connsiteY5" fmla="*/ 232236 h 435144"/>
                  <a:gd name="connsiteX6" fmla="*/ 58178 w 217572"/>
                  <a:gd name="connsiteY6" fmla="*/ 335583 h 435144"/>
                  <a:gd name="connsiteX7" fmla="*/ 115291 w 217572"/>
                  <a:gd name="connsiteY7" fmla="*/ 395415 h 435144"/>
                  <a:gd name="connsiteX8" fmla="*/ 120730 w 217572"/>
                  <a:gd name="connsiteY8" fmla="*/ 395415 h 435144"/>
                  <a:gd name="connsiteX9" fmla="*/ 186002 w 217572"/>
                  <a:gd name="connsiteY9" fmla="*/ 338303 h 435144"/>
                  <a:gd name="connsiteX10" fmla="*/ 186002 w 217572"/>
                  <a:gd name="connsiteY10" fmla="*/ 240395 h 435144"/>
                  <a:gd name="connsiteX11" fmla="*/ 186002 w 217572"/>
                  <a:gd name="connsiteY11" fmla="*/ 240395 h 435144"/>
                  <a:gd name="connsiteX12" fmla="*/ 186002 w 217572"/>
                  <a:gd name="connsiteY12" fmla="*/ 118011 h 4351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17572" h="435144">
                    <a:moveTo>
                      <a:pt x="186002" y="118011"/>
                    </a:moveTo>
                    <a:cubicBezTo>
                      <a:pt x="183283" y="85375"/>
                      <a:pt x="158806" y="60898"/>
                      <a:pt x="128890" y="58178"/>
                    </a:cubicBezTo>
                    <a:cubicBezTo>
                      <a:pt x="126170" y="58178"/>
                      <a:pt x="126170" y="58178"/>
                      <a:pt x="123450" y="58178"/>
                    </a:cubicBezTo>
                    <a:cubicBezTo>
                      <a:pt x="96254" y="58178"/>
                      <a:pt x="58178" y="82655"/>
                      <a:pt x="58178" y="115291"/>
                    </a:cubicBezTo>
                    <a:lnTo>
                      <a:pt x="58178" y="232236"/>
                    </a:lnTo>
                    <a:lnTo>
                      <a:pt x="58178" y="232236"/>
                    </a:lnTo>
                    <a:cubicBezTo>
                      <a:pt x="58178" y="270311"/>
                      <a:pt x="58178" y="335583"/>
                      <a:pt x="58178" y="335583"/>
                    </a:cubicBezTo>
                    <a:cubicBezTo>
                      <a:pt x="60898" y="368219"/>
                      <a:pt x="85375" y="392696"/>
                      <a:pt x="115291" y="395415"/>
                    </a:cubicBezTo>
                    <a:cubicBezTo>
                      <a:pt x="118011" y="395415"/>
                      <a:pt x="118011" y="395415"/>
                      <a:pt x="120730" y="395415"/>
                    </a:cubicBezTo>
                    <a:cubicBezTo>
                      <a:pt x="147927" y="395415"/>
                      <a:pt x="186002" y="370938"/>
                      <a:pt x="186002" y="338303"/>
                    </a:cubicBezTo>
                    <a:lnTo>
                      <a:pt x="186002" y="240395"/>
                    </a:lnTo>
                    <a:lnTo>
                      <a:pt x="186002" y="240395"/>
                    </a:lnTo>
                    <a:cubicBezTo>
                      <a:pt x="186002" y="202320"/>
                      <a:pt x="186002" y="118011"/>
                      <a:pt x="186002" y="118011"/>
                    </a:cubicBezTo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8" name="Freeform: Shape 31">
                <a:extLst>
                  <a:ext uri="{FF2B5EF4-FFF2-40B4-BE49-F238E27FC236}">
                    <a16:creationId xmlns:a16="http://schemas.microsoft.com/office/drawing/2014/main" id="{20E94D6F-BE12-6645-B3E1-60EA011A8ADD}"/>
                  </a:ext>
                </a:extLst>
              </p:cNvPr>
              <p:cNvSpPr/>
              <p:nvPr/>
            </p:nvSpPr>
            <p:spPr>
              <a:xfrm>
                <a:off x="7392212" y="3280901"/>
                <a:ext cx="217573" cy="217572"/>
              </a:xfrm>
              <a:custGeom>
                <a:avLst/>
                <a:gdLst>
                  <a:gd name="connsiteX0" fmla="*/ 183282 w 217572"/>
                  <a:gd name="connsiteY0" fmla="*/ 120902 h 217572"/>
                  <a:gd name="connsiteX1" fmla="*/ 120730 w 217572"/>
                  <a:gd name="connsiteY1" fmla="*/ 183454 h 217572"/>
                  <a:gd name="connsiteX2" fmla="*/ 58178 w 217572"/>
                  <a:gd name="connsiteY2" fmla="*/ 120902 h 217572"/>
                  <a:gd name="connsiteX3" fmla="*/ 120730 w 217572"/>
                  <a:gd name="connsiteY3" fmla="*/ 58350 h 217572"/>
                  <a:gd name="connsiteX4" fmla="*/ 183282 w 217572"/>
                  <a:gd name="connsiteY4" fmla="*/ 120902 h 2175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7572" h="217572">
                    <a:moveTo>
                      <a:pt x="183282" y="120902"/>
                    </a:moveTo>
                    <a:cubicBezTo>
                      <a:pt x="183282" y="156258"/>
                      <a:pt x="156086" y="183454"/>
                      <a:pt x="120730" y="183454"/>
                    </a:cubicBezTo>
                    <a:cubicBezTo>
                      <a:pt x="85375" y="183454"/>
                      <a:pt x="58178" y="156258"/>
                      <a:pt x="58178" y="120902"/>
                    </a:cubicBezTo>
                    <a:cubicBezTo>
                      <a:pt x="58178" y="85547"/>
                      <a:pt x="85375" y="58350"/>
                      <a:pt x="120730" y="58350"/>
                    </a:cubicBezTo>
                    <a:cubicBezTo>
                      <a:pt x="153366" y="55630"/>
                      <a:pt x="183282" y="85547"/>
                      <a:pt x="183282" y="120902"/>
                    </a:cubicBezTo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9" name="Freeform: Shape 32">
                <a:extLst>
                  <a:ext uri="{FF2B5EF4-FFF2-40B4-BE49-F238E27FC236}">
                    <a16:creationId xmlns:a16="http://schemas.microsoft.com/office/drawing/2014/main" id="{6F81BF39-A926-3742-BDC7-C78132721351}"/>
                  </a:ext>
                </a:extLst>
              </p:cNvPr>
              <p:cNvSpPr/>
              <p:nvPr/>
            </p:nvSpPr>
            <p:spPr>
              <a:xfrm>
                <a:off x="6005186" y="3416884"/>
                <a:ext cx="380752" cy="462341"/>
              </a:xfrm>
              <a:custGeom>
                <a:avLst/>
                <a:gdLst>
                  <a:gd name="connsiteX0" fmla="*/ 270312 w 380752"/>
                  <a:gd name="connsiteY0" fmla="*/ 69229 h 462341"/>
                  <a:gd name="connsiteX1" fmla="*/ 188722 w 380752"/>
                  <a:gd name="connsiteY1" fmla="*/ 134501 h 462341"/>
                  <a:gd name="connsiteX2" fmla="*/ 188722 w 380752"/>
                  <a:gd name="connsiteY2" fmla="*/ 118183 h 462341"/>
                  <a:gd name="connsiteX3" fmla="*/ 126170 w 380752"/>
                  <a:gd name="connsiteY3" fmla="*/ 58350 h 462341"/>
                  <a:gd name="connsiteX4" fmla="*/ 58178 w 380752"/>
                  <a:gd name="connsiteY4" fmla="*/ 118183 h 462341"/>
                  <a:gd name="connsiteX5" fmla="*/ 58178 w 380752"/>
                  <a:gd name="connsiteY5" fmla="*/ 210651 h 462341"/>
                  <a:gd name="connsiteX6" fmla="*/ 58178 w 380752"/>
                  <a:gd name="connsiteY6" fmla="*/ 365671 h 462341"/>
                  <a:gd name="connsiteX7" fmla="*/ 58178 w 380752"/>
                  <a:gd name="connsiteY7" fmla="*/ 365671 h 462341"/>
                  <a:gd name="connsiteX8" fmla="*/ 120730 w 380752"/>
                  <a:gd name="connsiteY8" fmla="*/ 425504 h 462341"/>
                  <a:gd name="connsiteX9" fmla="*/ 186002 w 380752"/>
                  <a:gd name="connsiteY9" fmla="*/ 365671 h 462341"/>
                  <a:gd name="connsiteX10" fmla="*/ 186002 w 380752"/>
                  <a:gd name="connsiteY10" fmla="*/ 365671 h 462341"/>
                  <a:gd name="connsiteX11" fmla="*/ 186002 w 380752"/>
                  <a:gd name="connsiteY11" fmla="*/ 210651 h 462341"/>
                  <a:gd name="connsiteX12" fmla="*/ 215919 w 380752"/>
                  <a:gd name="connsiteY12" fmla="*/ 158978 h 462341"/>
                  <a:gd name="connsiteX13" fmla="*/ 275751 w 380752"/>
                  <a:gd name="connsiteY13" fmla="*/ 221530 h 462341"/>
                  <a:gd name="connsiteX14" fmla="*/ 270312 w 380752"/>
                  <a:gd name="connsiteY14" fmla="*/ 69229 h 4623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80752" h="462341">
                    <a:moveTo>
                      <a:pt x="270312" y="69229"/>
                    </a:moveTo>
                    <a:cubicBezTo>
                      <a:pt x="232236" y="71949"/>
                      <a:pt x="213199" y="99145"/>
                      <a:pt x="188722" y="134501"/>
                    </a:cubicBezTo>
                    <a:cubicBezTo>
                      <a:pt x="188722" y="134501"/>
                      <a:pt x="188722" y="118183"/>
                      <a:pt x="188722" y="118183"/>
                    </a:cubicBezTo>
                    <a:cubicBezTo>
                      <a:pt x="188722" y="85547"/>
                      <a:pt x="158806" y="58350"/>
                      <a:pt x="126170" y="58350"/>
                    </a:cubicBezTo>
                    <a:cubicBezTo>
                      <a:pt x="93534" y="55631"/>
                      <a:pt x="60898" y="85547"/>
                      <a:pt x="58178" y="118183"/>
                    </a:cubicBezTo>
                    <a:lnTo>
                      <a:pt x="58178" y="210651"/>
                    </a:lnTo>
                    <a:lnTo>
                      <a:pt x="58178" y="365671"/>
                    </a:lnTo>
                    <a:lnTo>
                      <a:pt x="58178" y="365671"/>
                    </a:lnTo>
                    <a:cubicBezTo>
                      <a:pt x="58178" y="398307"/>
                      <a:pt x="88094" y="425504"/>
                      <a:pt x="120730" y="425504"/>
                    </a:cubicBezTo>
                    <a:cubicBezTo>
                      <a:pt x="153366" y="428224"/>
                      <a:pt x="186002" y="398307"/>
                      <a:pt x="186002" y="365671"/>
                    </a:cubicBezTo>
                    <a:lnTo>
                      <a:pt x="186002" y="365671"/>
                    </a:lnTo>
                    <a:lnTo>
                      <a:pt x="186002" y="210651"/>
                    </a:lnTo>
                    <a:cubicBezTo>
                      <a:pt x="188722" y="188894"/>
                      <a:pt x="196881" y="158978"/>
                      <a:pt x="215919" y="158978"/>
                    </a:cubicBezTo>
                    <a:cubicBezTo>
                      <a:pt x="243115" y="158978"/>
                      <a:pt x="215919" y="221530"/>
                      <a:pt x="275751" y="221530"/>
                    </a:cubicBezTo>
                    <a:cubicBezTo>
                      <a:pt x="362780" y="221530"/>
                      <a:pt x="373658" y="63790"/>
                      <a:pt x="270312" y="69229"/>
                    </a:cubicBezTo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0" name="Freeform: Shape 33">
                <a:extLst>
                  <a:ext uri="{FF2B5EF4-FFF2-40B4-BE49-F238E27FC236}">
                    <a16:creationId xmlns:a16="http://schemas.microsoft.com/office/drawing/2014/main" id="{D00DA9EF-78AE-804E-956A-C3A5D4030234}"/>
                  </a:ext>
                </a:extLst>
              </p:cNvPr>
              <p:cNvSpPr/>
              <p:nvPr/>
            </p:nvSpPr>
            <p:spPr>
              <a:xfrm>
                <a:off x="5693490" y="3475234"/>
                <a:ext cx="337238" cy="364434"/>
              </a:xfrm>
              <a:custGeom>
                <a:avLst/>
                <a:gdLst>
                  <a:gd name="connsiteX0" fmla="*/ 180433 w 337238"/>
                  <a:gd name="connsiteY0" fmla="*/ 73984 h 364434"/>
                  <a:gd name="connsiteX1" fmla="*/ 163180 w 337238"/>
                  <a:gd name="connsiteY1" fmla="*/ 78870 h 364434"/>
                  <a:gd name="connsiteX2" fmla="*/ 125105 w 337238"/>
                  <a:gd name="connsiteY2" fmla="*/ 160461 h 364434"/>
                  <a:gd name="connsiteX3" fmla="*/ 171339 w 337238"/>
                  <a:gd name="connsiteY3" fmla="*/ 163180 h 364434"/>
                  <a:gd name="connsiteX4" fmla="*/ 214854 w 337238"/>
                  <a:gd name="connsiteY4" fmla="*/ 108787 h 364434"/>
                  <a:gd name="connsiteX5" fmla="*/ 180433 w 337238"/>
                  <a:gd name="connsiteY5" fmla="*/ 73984 h 364434"/>
                  <a:gd name="connsiteX6" fmla="*/ 174059 w 337238"/>
                  <a:gd name="connsiteY6" fmla="*/ 0 h 364434"/>
                  <a:gd name="connsiteX7" fmla="*/ 337238 w 337238"/>
                  <a:gd name="connsiteY7" fmla="*/ 119665 h 364434"/>
                  <a:gd name="connsiteX8" fmla="*/ 133264 w 337238"/>
                  <a:gd name="connsiteY8" fmla="*/ 217573 h 364434"/>
                  <a:gd name="connsiteX9" fmla="*/ 225732 w 337238"/>
                  <a:gd name="connsiteY9" fmla="*/ 277405 h 364434"/>
                  <a:gd name="connsiteX10" fmla="*/ 320920 w 337238"/>
                  <a:gd name="connsiteY10" fmla="*/ 250208 h 364434"/>
                  <a:gd name="connsiteX11" fmla="*/ 174059 w 337238"/>
                  <a:gd name="connsiteY11" fmla="*/ 364434 h 364434"/>
                  <a:gd name="connsiteX12" fmla="*/ 0 w 337238"/>
                  <a:gd name="connsiteY12" fmla="*/ 184937 h 364434"/>
                  <a:gd name="connsiteX13" fmla="*/ 174059 w 337238"/>
                  <a:gd name="connsiteY13" fmla="*/ 0 h 3644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37238" h="364434">
                    <a:moveTo>
                      <a:pt x="180433" y="73984"/>
                    </a:moveTo>
                    <a:cubicBezTo>
                      <a:pt x="174569" y="73941"/>
                      <a:pt x="168620" y="75471"/>
                      <a:pt x="163180" y="78870"/>
                    </a:cubicBezTo>
                    <a:cubicBezTo>
                      <a:pt x="135984" y="95189"/>
                      <a:pt x="127825" y="130544"/>
                      <a:pt x="125105" y="160461"/>
                    </a:cubicBezTo>
                    <a:cubicBezTo>
                      <a:pt x="125105" y="163180"/>
                      <a:pt x="168620" y="160461"/>
                      <a:pt x="171339" y="163180"/>
                    </a:cubicBezTo>
                    <a:cubicBezTo>
                      <a:pt x="195816" y="157741"/>
                      <a:pt x="214854" y="135984"/>
                      <a:pt x="214854" y="108787"/>
                    </a:cubicBezTo>
                    <a:cubicBezTo>
                      <a:pt x="214854" y="88389"/>
                      <a:pt x="198026" y="74111"/>
                      <a:pt x="180433" y="73984"/>
                    </a:cubicBezTo>
                    <a:close/>
                    <a:moveTo>
                      <a:pt x="174059" y="0"/>
                    </a:moveTo>
                    <a:cubicBezTo>
                      <a:pt x="233891" y="0"/>
                      <a:pt x="337238" y="29916"/>
                      <a:pt x="337238" y="119665"/>
                    </a:cubicBezTo>
                    <a:cubicBezTo>
                      <a:pt x="337238" y="209414"/>
                      <a:pt x="244770" y="217573"/>
                      <a:pt x="133264" y="217573"/>
                    </a:cubicBezTo>
                    <a:cubicBezTo>
                      <a:pt x="133264" y="217573"/>
                      <a:pt x="149581" y="277405"/>
                      <a:pt x="225732" y="277405"/>
                    </a:cubicBezTo>
                    <a:cubicBezTo>
                      <a:pt x="301883" y="277405"/>
                      <a:pt x="320920" y="250208"/>
                      <a:pt x="320920" y="250208"/>
                    </a:cubicBezTo>
                    <a:cubicBezTo>
                      <a:pt x="320920" y="250208"/>
                      <a:pt x="315481" y="364434"/>
                      <a:pt x="174059" y="364434"/>
                    </a:cubicBezTo>
                    <a:cubicBezTo>
                      <a:pt x="95188" y="364434"/>
                      <a:pt x="0" y="304602"/>
                      <a:pt x="0" y="184937"/>
                    </a:cubicBezTo>
                    <a:cubicBezTo>
                      <a:pt x="0" y="78870"/>
                      <a:pt x="73431" y="0"/>
                      <a:pt x="174059" y="0"/>
                    </a:cubicBezTo>
                    <a:close/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1" name="Freeform: Shape 34">
                <a:extLst>
                  <a:ext uri="{FF2B5EF4-FFF2-40B4-BE49-F238E27FC236}">
                    <a16:creationId xmlns:a16="http://schemas.microsoft.com/office/drawing/2014/main" id="{3AF355CA-0BD9-7F4C-AB00-061FFA5D710A}"/>
                  </a:ext>
                </a:extLst>
              </p:cNvPr>
              <p:cNvSpPr/>
              <p:nvPr/>
            </p:nvSpPr>
            <p:spPr>
              <a:xfrm>
                <a:off x="5376945" y="3338014"/>
                <a:ext cx="353556" cy="543931"/>
              </a:xfrm>
              <a:custGeom>
                <a:avLst/>
                <a:gdLst>
                  <a:gd name="connsiteX0" fmla="*/ 311107 w 353555"/>
                  <a:gd name="connsiteY0" fmla="*/ 433663 h 543931"/>
                  <a:gd name="connsiteX1" fmla="*/ 215919 w 353555"/>
                  <a:gd name="connsiteY1" fmla="*/ 501654 h 543931"/>
                  <a:gd name="connsiteX2" fmla="*/ 98973 w 353555"/>
                  <a:gd name="connsiteY2" fmla="*/ 392868 h 543931"/>
                  <a:gd name="connsiteX3" fmla="*/ 98973 w 353555"/>
                  <a:gd name="connsiteY3" fmla="*/ 221530 h 543931"/>
                  <a:gd name="connsiteX4" fmla="*/ 82655 w 353555"/>
                  <a:gd name="connsiteY4" fmla="*/ 221530 h 543931"/>
                  <a:gd name="connsiteX5" fmla="*/ 58178 w 353555"/>
                  <a:gd name="connsiteY5" fmla="*/ 191614 h 543931"/>
                  <a:gd name="connsiteX6" fmla="*/ 85375 w 353555"/>
                  <a:gd name="connsiteY6" fmla="*/ 164417 h 543931"/>
                  <a:gd name="connsiteX7" fmla="*/ 101693 w 353555"/>
                  <a:gd name="connsiteY7" fmla="*/ 164417 h 543931"/>
                  <a:gd name="connsiteX8" fmla="*/ 101693 w 353555"/>
                  <a:gd name="connsiteY8" fmla="*/ 118183 h 543931"/>
                  <a:gd name="connsiteX9" fmla="*/ 166965 w 353555"/>
                  <a:gd name="connsiteY9" fmla="*/ 58350 h 543931"/>
                  <a:gd name="connsiteX10" fmla="*/ 229517 w 353555"/>
                  <a:gd name="connsiteY10" fmla="*/ 118183 h 543931"/>
                  <a:gd name="connsiteX11" fmla="*/ 229517 w 353555"/>
                  <a:gd name="connsiteY11" fmla="*/ 118183 h 543931"/>
                  <a:gd name="connsiteX12" fmla="*/ 229517 w 353555"/>
                  <a:gd name="connsiteY12" fmla="*/ 164417 h 543931"/>
                  <a:gd name="connsiteX13" fmla="*/ 283910 w 353555"/>
                  <a:gd name="connsiteY13" fmla="*/ 164417 h 543931"/>
                  <a:gd name="connsiteX14" fmla="*/ 308387 w 353555"/>
                  <a:gd name="connsiteY14" fmla="*/ 194333 h 543931"/>
                  <a:gd name="connsiteX15" fmla="*/ 281190 w 353555"/>
                  <a:gd name="connsiteY15" fmla="*/ 221530 h 543931"/>
                  <a:gd name="connsiteX16" fmla="*/ 229517 w 353555"/>
                  <a:gd name="connsiteY16" fmla="*/ 221530 h 543931"/>
                  <a:gd name="connsiteX17" fmla="*/ 229517 w 353555"/>
                  <a:gd name="connsiteY17" fmla="*/ 365671 h 543931"/>
                  <a:gd name="connsiteX18" fmla="*/ 311107 w 353555"/>
                  <a:gd name="connsiteY18" fmla="*/ 433663 h 5439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353555" h="543931">
                    <a:moveTo>
                      <a:pt x="311107" y="433663"/>
                    </a:moveTo>
                    <a:cubicBezTo>
                      <a:pt x="311107" y="433663"/>
                      <a:pt x="278471" y="501654"/>
                      <a:pt x="215919" y="501654"/>
                    </a:cubicBezTo>
                    <a:cubicBezTo>
                      <a:pt x="164245" y="501654"/>
                      <a:pt x="101693" y="458140"/>
                      <a:pt x="98973" y="392868"/>
                    </a:cubicBezTo>
                    <a:cubicBezTo>
                      <a:pt x="98973" y="392868"/>
                      <a:pt x="98973" y="297680"/>
                      <a:pt x="98973" y="221530"/>
                    </a:cubicBezTo>
                    <a:lnTo>
                      <a:pt x="82655" y="221530"/>
                    </a:lnTo>
                    <a:cubicBezTo>
                      <a:pt x="74496" y="221530"/>
                      <a:pt x="58178" y="216090"/>
                      <a:pt x="58178" y="191614"/>
                    </a:cubicBezTo>
                    <a:cubicBezTo>
                      <a:pt x="58178" y="167137"/>
                      <a:pt x="77216" y="164417"/>
                      <a:pt x="85375" y="164417"/>
                    </a:cubicBezTo>
                    <a:lnTo>
                      <a:pt x="101693" y="164417"/>
                    </a:lnTo>
                    <a:cubicBezTo>
                      <a:pt x="101693" y="137220"/>
                      <a:pt x="101693" y="118183"/>
                      <a:pt x="101693" y="118183"/>
                    </a:cubicBezTo>
                    <a:cubicBezTo>
                      <a:pt x="104413" y="85547"/>
                      <a:pt x="134329" y="55631"/>
                      <a:pt x="166965" y="58350"/>
                    </a:cubicBezTo>
                    <a:cubicBezTo>
                      <a:pt x="196881" y="61070"/>
                      <a:pt x="229517" y="85547"/>
                      <a:pt x="229517" y="118183"/>
                    </a:cubicBezTo>
                    <a:lnTo>
                      <a:pt x="229517" y="118183"/>
                    </a:lnTo>
                    <a:lnTo>
                      <a:pt x="229517" y="164417"/>
                    </a:lnTo>
                    <a:lnTo>
                      <a:pt x="283910" y="164417"/>
                    </a:lnTo>
                    <a:cubicBezTo>
                      <a:pt x="292069" y="164417"/>
                      <a:pt x="308387" y="169856"/>
                      <a:pt x="308387" y="194333"/>
                    </a:cubicBezTo>
                    <a:cubicBezTo>
                      <a:pt x="308387" y="218810"/>
                      <a:pt x="292069" y="221530"/>
                      <a:pt x="281190" y="221530"/>
                    </a:cubicBezTo>
                    <a:lnTo>
                      <a:pt x="229517" y="221530"/>
                    </a:lnTo>
                    <a:lnTo>
                      <a:pt x="229517" y="365671"/>
                    </a:lnTo>
                    <a:cubicBezTo>
                      <a:pt x="226797" y="409186"/>
                      <a:pt x="267592" y="433663"/>
                      <a:pt x="311107" y="433663"/>
                    </a:cubicBezTo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2" name="Freeform: Shape 35">
                <a:extLst>
                  <a:ext uri="{FF2B5EF4-FFF2-40B4-BE49-F238E27FC236}">
                    <a16:creationId xmlns:a16="http://schemas.microsoft.com/office/drawing/2014/main" id="{8D243F7A-C417-3A49-B689-DD3A3DCE28E6}"/>
                  </a:ext>
                </a:extLst>
              </p:cNvPr>
              <p:cNvSpPr/>
              <p:nvPr/>
            </p:nvSpPr>
            <p:spPr>
              <a:xfrm>
                <a:off x="7090329" y="3338014"/>
                <a:ext cx="353556" cy="543931"/>
              </a:xfrm>
              <a:custGeom>
                <a:avLst/>
                <a:gdLst>
                  <a:gd name="connsiteX0" fmla="*/ 311107 w 353555"/>
                  <a:gd name="connsiteY0" fmla="*/ 433663 h 543931"/>
                  <a:gd name="connsiteX1" fmla="*/ 215919 w 353555"/>
                  <a:gd name="connsiteY1" fmla="*/ 501654 h 543931"/>
                  <a:gd name="connsiteX2" fmla="*/ 98973 w 353555"/>
                  <a:gd name="connsiteY2" fmla="*/ 392868 h 543931"/>
                  <a:gd name="connsiteX3" fmla="*/ 98973 w 353555"/>
                  <a:gd name="connsiteY3" fmla="*/ 221530 h 543931"/>
                  <a:gd name="connsiteX4" fmla="*/ 82655 w 353555"/>
                  <a:gd name="connsiteY4" fmla="*/ 221530 h 543931"/>
                  <a:gd name="connsiteX5" fmla="*/ 58178 w 353555"/>
                  <a:gd name="connsiteY5" fmla="*/ 191614 h 543931"/>
                  <a:gd name="connsiteX6" fmla="*/ 85375 w 353555"/>
                  <a:gd name="connsiteY6" fmla="*/ 164417 h 543931"/>
                  <a:gd name="connsiteX7" fmla="*/ 101693 w 353555"/>
                  <a:gd name="connsiteY7" fmla="*/ 164417 h 543931"/>
                  <a:gd name="connsiteX8" fmla="*/ 101693 w 353555"/>
                  <a:gd name="connsiteY8" fmla="*/ 118183 h 543931"/>
                  <a:gd name="connsiteX9" fmla="*/ 166965 w 353555"/>
                  <a:gd name="connsiteY9" fmla="*/ 58350 h 543931"/>
                  <a:gd name="connsiteX10" fmla="*/ 229517 w 353555"/>
                  <a:gd name="connsiteY10" fmla="*/ 118183 h 543931"/>
                  <a:gd name="connsiteX11" fmla="*/ 229517 w 353555"/>
                  <a:gd name="connsiteY11" fmla="*/ 118183 h 543931"/>
                  <a:gd name="connsiteX12" fmla="*/ 229517 w 353555"/>
                  <a:gd name="connsiteY12" fmla="*/ 164417 h 543931"/>
                  <a:gd name="connsiteX13" fmla="*/ 283910 w 353555"/>
                  <a:gd name="connsiteY13" fmla="*/ 164417 h 543931"/>
                  <a:gd name="connsiteX14" fmla="*/ 308387 w 353555"/>
                  <a:gd name="connsiteY14" fmla="*/ 194333 h 543931"/>
                  <a:gd name="connsiteX15" fmla="*/ 281190 w 353555"/>
                  <a:gd name="connsiteY15" fmla="*/ 221530 h 543931"/>
                  <a:gd name="connsiteX16" fmla="*/ 229517 w 353555"/>
                  <a:gd name="connsiteY16" fmla="*/ 221530 h 543931"/>
                  <a:gd name="connsiteX17" fmla="*/ 229517 w 353555"/>
                  <a:gd name="connsiteY17" fmla="*/ 365671 h 543931"/>
                  <a:gd name="connsiteX18" fmla="*/ 311107 w 353555"/>
                  <a:gd name="connsiteY18" fmla="*/ 433663 h 5439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353555" h="543931">
                    <a:moveTo>
                      <a:pt x="311107" y="433663"/>
                    </a:moveTo>
                    <a:cubicBezTo>
                      <a:pt x="311107" y="433663"/>
                      <a:pt x="278471" y="501654"/>
                      <a:pt x="215919" y="501654"/>
                    </a:cubicBezTo>
                    <a:cubicBezTo>
                      <a:pt x="164245" y="501654"/>
                      <a:pt x="101693" y="458140"/>
                      <a:pt x="98973" y="392868"/>
                    </a:cubicBezTo>
                    <a:cubicBezTo>
                      <a:pt x="98973" y="392868"/>
                      <a:pt x="98973" y="297680"/>
                      <a:pt x="98973" y="221530"/>
                    </a:cubicBezTo>
                    <a:lnTo>
                      <a:pt x="82655" y="221530"/>
                    </a:lnTo>
                    <a:cubicBezTo>
                      <a:pt x="74496" y="221530"/>
                      <a:pt x="58178" y="216090"/>
                      <a:pt x="58178" y="191614"/>
                    </a:cubicBezTo>
                    <a:cubicBezTo>
                      <a:pt x="58178" y="167137"/>
                      <a:pt x="77216" y="164417"/>
                      <a:pt x="85375" y="164417"/>
                    </a:cubicBezTo>
                    <a:lnTo>
                      <a:pt x="101693" y="164417"/>
                    </a:lnTo>
                    <a:cubicBezTo>
                      <a:pt x="101693" y="137220"/>
                      <a:pt x="101693" y="118183"/>
                      <a:pt x="101693" y="118183"/>
                    </a:cubicBezTo>
                    <a:cubicBezTo>
                      <a:pt x="104412" y="85547"/>
                      <a:pt x="134329" y="55631"/>
                      <a:pt x="166965" y="58350"/>
                    </a:cubicBezTo>
                    <a:cubicBezTo>
                      <a:pt x="196881" y="61070"/>
                      <a:pt x="229517" y="85547"/>
                      <a:pt x="229517" y="118183"/>
                    </a:cubicBezTo>
                    <a:lnTo>
                      <a:pt x="229517" y="118183"/>
                    </a:lnTo>
                    <a:lnTo>
                      <a:pt x="229517" y="164417"/>
                    </a:lnTo>
                    <a:lnTo>
                      <a:pt x="283910" y="164417"/>
                    </a:lnTo>
                    <a:cubicBezTo>
                      <a:pt x="292069" y="164417"/>
                      <a:pt x="308387" y="169856"/>
                      <a:pt x="308387" y="194333"/>
                    </a:cubicBezTo>
                    <a:cubicBezTo>
                      <a:pt x="308387" y="218810"/>
                      <a:pt x="292069" y="221530"/>
                      <a:pt x="281190" y="221530"/>
                    </a:cubicBezTo>
                    <a:lnTo>
                      <a:pt x="229517" y="221530"/>
                    </a:lnTo>
                    <a:lnTo>
                      <a:pt x="229517" y="365671"/>
                    </a:lnTo>
                    <a:cubicBezTo>
                      <a:pt x="229517" y="409186"/>
                      <a:pt x="270312" y="433663"/>
                      <a:pt x="311107" y="433663"/>
                    </a:cubicBezTo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3" name="Freeform: Shape 36">
                <a:extLst>
                  <a:ext uri="{FF2B5EF4-FFF2-40B4-BE49-F238E27FC236}">
                    <a16:creationId xmlns:a16="http://schemas.microsoft.com/office/drawing/2014/main" id="{30010D9B-85C9-F74C-B2AC-4A1BC9D875F4}"/>
                  </a:ext>
                </a:extLst>
              </p:cNvPr>
              <p:cNvSpPr/>
              <p:nvPr/>
            </p:nvSpPr>
            <p:spPr>
              <a:xfrm>
                <a:off x="2080719" y="4178559"/>
                <a:ext cx="462342" cy="788700"/>
              </a:xfrm>
              <a:custGeom>
                <a:avLst/>
                <a:gdLst>
                  <a:gd name="connsiteX0" fmla="*/ 403575 w 462341"/>
                  <a:gd name="connsiteY0" fmla="*/ 583072 h 788699"/>
                  <a:gd name="connsiteX1" fmla="*/ 406295 w 462341"/>
                  <a:gd name="connsiteY1" fmla="*/ 596670 h 788699"/>
                  <a:gd name="connsiteX2" fmla="*/ 400855 w 462341"/>
                  <a:gd name="connsiteY2" fmla="*/ 610268 h 788699"/>
                  <a:gd name="connsiteX3" fmla="*/ 389977 w 462341"/>
                  <a:gd name="connsiteY3" fmla="*/ 626586 h 788699"/>
                  <a:gd name="connsiteX4" fmla="*/ 354621 w 462341"/>
                  <a:gd name="connsiteY4" fmla="*/ 675540 h 788699"/>
                  <a:gd name="connsiteX5" fmla="*/ 327424 w 462341"/>
                  <a:gd name="connsiteY5" fmla="*/ 691858 h 788699"/>
                  <a:gd name="connsiteX6" fmla="*/ 292069 w 462341"/>
                  <a:gd name="connsiteY6" fmla="*/ 713615 h 788699"/>
                  <a:gd name="connsiteX7" fmla="*/ 251274 w 462341"/>
                  <a:gd name="connsiteY7" fmla="*/ 724494 h 788699"/>
                  <a:gd name="connsiteX8" fmla="*/ 221358 w 462341"/>
                  <a:gd name="connsiteY8" fmla="*/ 721774 h 788699"/>
                  <a:gd name="connsiteX9" fmla="*/ 191442 w 462341"/>
                  <a:gd name="connsiteY9" fmla="*/ 721774 h 788699"/>
                  <a:gd name="connsiteX10" fmla="*/ 153366 w 462341"/>
                  <a:gd name="connsiteY10" fmla="*/ 713615 h 788699"/>
                  <a:gd name="connsiteX11" fmla="*/ 104412 w 462341"/>
                  <a:gd name="connsiteY11" fmla="*/ 675540 h 788699"/>
                  <a:gd name="connsiteX12" fmla="*/ 104412 w 462341"/>
                  <a:gd name="connsiteY12" fmla="*/ 689138 h 788699"/>
                  <a:gd name="connsiteX13" fmla="*/ 101693 w 462341"/>
                  <a:gd name="connsiteY13" fmla="*/ 710895 h 788699"/>
                  <a:gd name="connsiteX14" fmla="*/ 85375 w 462341"/>
                  <a:gd name="connsiteY14" fmla="*/ 732653 h 788699"/>
                  <a:gd name="connsiteX15" fmla="*/ 69057 w 462341"/>
                  <a:gd name="connsiteY15" fmla="*/ 727214 h 788699"/>
                  <a:gd name="connsiteX16" fmla="*/ 60898 w 462341"/>
                  <a:gd name="connsiteY16" fmla="*/ 710895 h 788699"/>
                  <a:gd name="connsiteX17" fmla="*/ 58178 w 462341"/>
                  <a:gd name="connsiteY17" fmla="*/ 691858 h 788699"/>
                  <a:gd name="connsiteX18" fmla="*/ 60898 w 462341"/>
                  <a:gd name="connsiteY18" fmla="*/ 664661 h 788699"/>
                  <a:gd name="connsiteX19" fmla="*/ 60898 w 462341"/>
                  <a:gd name="connsiteY19" fmla="*/ 607549 h 788699"/>
                  <a:gd name="connsiteX20" fmla="*/ 63618 w 462341"/>
                  <a:gd name="connsiteY20" fmla="*/ 528679 h 788699"/>
                  <a:gd name="connsiteX21" fmla="*/ 69057 w 462341"/>
                  <a:gd name="connsiteY21" fmla="*/ 504202 h 788699"/>
                  <a:gd name="connsiteX22" fmla="*/ 74496 w 462341"/>
                  <a:gd name="connsiteY22" fmla="*/ 493323 h 788699"/>
                  <a:gd name="connsiteX23" fmla="*/ 82655 w 462341"/>
                  <a:gd name="connsiteY23" fmla="*/ 487884 h 788699"/>
                  <a:gd name="connsiteX24" fmla="*/ 90814 w 462341"/>
                  <a:gd name="connsiteY24" fmla="*/ 493323 h 788699"/>
                  <a:gd name="connsiteX25" fmla="*/ 98973 w 462341"/>
                  <a:gd name="connsiteY25" fmla="*/ 512361 h 788699"/>
                  <a:gd name="connsiteX26" fmla="*/ 101693 w 462341"/>
                  <a:gd name="connsiteY26" fmla="*/ 555875 h 788699"/>
                  <a:gd name="connsiteX27" fmla="*/ 101693 w 462341"/>
                  <a:gd name="connsiteY27" fmla="*/ 596670 h 788699"/>
                  <a:gd name="connsiteX28" fmla="*/ 109852 w 462341"/>
                  <a:gd name="connsiteY28" fmla="*/ 626586 h 788699"/>
                  <a:gd name="connsiteX29" fmla="*/ 128889 w 462341"/>
                  <a:gd name="connsiteY29" fmla="*/ 651063 h 788699"/>
                  <a:gd name="connsiteX30" fmla="*/ 153366 w 462341"/>
                  <a:gd name="connsiteY30" fmla="*/ 670101 h 788699"/>
                  <a:gd name="connsiteX31" fmla="*/ 196881 w 462341"/>
                  <a:gd name="connsiteY31" fmla="*/ 678260 h 788699"/>
                  <a:gd name="connsiteX32" fmla="*/ 221358 w 462341"/>
                  <a:gd name="connsiteY32" fmla="*/ 667381 h 788699"/>
                  <a:gd name="connsiteX33" fmla="*/ 253994 w 462341"/>
                  <a:gd name="connsiteY33" fmla="*/ 659222 h 788699"/>
                  <a:gd name="connsiteX34" fmla="*/ 275751 w 462341"/>
                  <a:gd name="connsiteY34" fmla="*/ 637465 h 788699"/>
                  <a:gd name="connsiteX35" fmla="*/ 281190 w 462341"/>
                  <a:gd name="connsiteY35" fmla="*/ 615708 h 788699"/>
                  <a:gd name="connsiteX36" fmla="*/ 278471 w 462341"/>
                  <a:gd name="connsiteY36" fmla="*/ 602109 h 788699"/>
                  <a:gd name="connsiteX37" fmla="*/ 262153 w 462341"/>
                  <a:gd name="connsiteY37" fmla="*/ 572193 h 788699"/>
                  <a:gd name="connsiteX38" fmla="*/ 245835 w 462341"/>
                  <a:gd name="connsiteY38" fmla="*/ 536838 h 788699"/>
                  <a:gd name="connsiteX39" fmla="*/ 196881 w 462341"/>
                  <a:gd name="connsiteY39" fmla="*/ 477005 h 788699"/>
                  <a:gd name="connsiteX40" fmla="*/ 145207 w 462341"/>
                  <a:gd name="connsiteY40" fmla="*/ 419892 h 788699"/>
                  <a:gd name="connsiteX41" fmla="*/ 93534 w 462341"/>
                  <a:gd name="connsiteY41" fmla="*/ 357340 h 788699"/>
                  <a:gd name="connsiteX42" fmla="*/ 66337 w 462341"/>
                  <a:gd name="connsiteY42" fmla="*/ 283910 h 788699"/>
                  <a:gd name="connsiteX43" fmla="*/ 58178 w 462341"/>
                  <a:gd name="connsiteY43" fmla="*/ 224077 h 788699"/>
                  <a:gd name="connsiteX44" fmla="*/ 82655 w 462341"/>
                  <a:gd name="connsiteY44" fmla="*/ 150647 h 788699"/>
                  <a:gd name="connsiteX45" fmla="*/ 137048 w 462341"/>
                  <a:gd name="connsiteY45" fmla="*/ 96253 h 788699"/>
                  <a:gd name="connsiteX46" fmla="*/ 196881 w 462341"/>
                  <a:gd name="connsiteY46" fmla="*/ 77216 h 788699"/>
                  <a:gd name="connsiteX47" fmla="*/ 232236 w 462341"/>
                  <a:gd name="connsiteY47" fmla="*/ 69057 h 788699"/>
                  <a:gd name="connsiteX48" fmla="*/ 262153 w 462341"/>
                  <a:gd name="connsiteY48" fmla="*/ 74496 h 788699"/>
                  <a:gd name="connsiteX49" fmla="*/ 294789 w 462341"/>
                  <a:gd name="connsiteY49" fmla="*/ 85375 h 788699"/>
                  <a:gd name="connsiteX50" fmla="*/ 327424 w 462341"/>
                  <a:gd name="connsiteY50" fmla="*/ 104412 h 788699"/>
                  <a:gd name="connsiteX51" fmla="*/ 332864 w 462341"/>
                  <a:gd name="connsiteY51" fmla="*/ 74496 h 788699"/>
                  <a:gd name="connsiteX52" fmla="*/ 338303 w 462341"/>
                  <a:gd name="connsiteY52" fmla="*/ 63618 h 788699"/>
                  <a:gd name="connsiteX53" fmla="*/ 349182 w 462341"/>
                  <a:gd name="connsiteY53" fmla="*/ 58178 h 788699"/>
                  <a:gd name="connsiteX54" fmla="*/ 357341 w 462341"/>
                  <a:gd name="connsiteY54" fmla="*/ 63618 h 788699"/>
                  <a:gd name="connsiteX55" fmla="*/ 365500 w 462341"/>
                  <a:gd name="connsiteY55" fmla="*/ 82655 h 788699"/>
                  <a:gd name="connsiteX56" fmla="*/ 368219 w 462341"/>
                  <a:gd name="connsiteY56" fmla="*/ 142488 h 788699"/>
                  <a:gd name="connsiteX57" fmla="*/ 368219 w 462341"/>
                  <a:gd name="connsiteY57" fmla="*/ 188722 h 788699"/>
                  <a:gd name="connsiteX58" fmla="*/ 370939 w 462341"/>
                  <a:gd name="connsiteY58" fmla="*/ 245834 h 788699"/>
                  <a:gd name="connsiteX59" fmla="*/ 354621 w 462341"/>
                  <a:gd name="connsiteY59" fmla="*/ 286629 h 788699"/>
                  <a:gd name="connsiteX60" fmla="*/ 338303 w 462341"/>
                  <a:gd name="connsiteY60" fmla="*/ 281190 h 788699"/>
                  <a:gd name="connsiteX61" fmla="*/ 330144 w 462341"/>
                  <a:gd name="connsiteY61" fmla="*/ 264872 h 788699"/>
                  <a:gd name="connsiteX62" fmla="*/ 327424 w 462341"/>
                  <a:gd name="connsiteY62" fmla="*/ 248554 h 788699"/>
                  <a:gd name="connsiteX63" fmla="*/ 330144 w 462341"/>
                  <a:gd name="connsiteY63" fmla="*/ 221357 h 788699"/>
                  <a:gd name="connsiteX64" fmla="*/ 330144 w 462341"/>
                  <a:gd name="connsiteY64" fmla="*/ 188722 h 788699"/>
                  <a:gd name="connsiteX65" fmla="*/ 327424 w 462341"/>
                  <a:gd name="connsiteY65" fmla="*/ 164245 h 788699"/>
                  <a:gd name="connsiteX66" fmla="*/ 311107 w 462341"/>
                  <a:gd name="connsiteY66" fmla="*/ 134329 h 788699"/>
                  <a:gd name="connsiteX67" fmla="*/ 283910 w 462341"/>
                  <a:gd name="connsiteY67" fmla="*/ 118011 h 788699"/>
                  <a:gd name="connsiteX68" fmla="*/ 251274 w 462341"/>
                  <a:gd name="connsiteY68" fmla="*/ 112571 h 788699"/>
                  <a:gd name="connsiteX69" fmla="*/ 215918 w 462341"/>
                  <a:gd name="connsiteY69" fmla="*/ 123450 h 788699"/>
                  <a:gd name="connsiteX70" fmla="*/ 202320 w 462341"/>
                  <a:gd name="connsiteY70" fmla="*/ 147927 h 788699"/>
                  <a:gd name="connsiteX71" fmla="*/ 188722 w 462341"/>
                  <a:gd name="connsiteY71" fmla="*/ 180563 h 788699"/>
                  <a:gd name="connsiteX72" fmla="*/ 183283 w 462341"/>
                  <a:gd name="connsiteY72" fmla="*/ 210479 h 788699"/>
                  <a:gd name="connsiteX73" fmla="*/ 188722 w 462341"/>
                  <a:gd name="connsiteY73" fmla="*/ 226797 h 788699"/>
                  <a:gd name="connsiteX74" fmla="*/ 188722 w 462341"/>
                  <a:gd name="connsiteY74" fmla="*/ 248554 h 788699"/>
                  <a:gd name="connsiteX75" fmla="*/ 210479 w 462341"/>
                  <a:gd name="connsiteY75" fmla="*/ 273031 h 788699"/>
                  <a:gd name="connsiteX76" fmla="*/ 226797 w 462341"/>
                  <a:gd name="connsiteY76" fmla="*/ 300228 h 788699"/>
                  <a:gd name="connsiteX77" fmla="*/ 256713 w 462341"/>
                  <a:gd name="connsiteY77" fmla="*/ 332864 h 788699"/>
                  <a:gd name="connsiteX78" fmla="*/ 275751 w 462341"/>
                  <a:gd name="connsiteY78" fmla="*/ 351901 h 788699"/>
                  <a:gd name="connsiteX79" fmla="*/ 324705 w 462341"/>
                  <a:gd name="connsiteY79" fmla="*/ 400855 h 788699"/>
                  <a:gd name="connsiteX80" fmla="*/ 343742 w 462341"/>
                  <a:gd name="connsiteY80" fmla="*/ 428051 h 788699"/>
                  <a:gd name="connsiteX81" fmla="*/ 351901 w 462341"/>
                  <a:gd name="connsiteY81" fmla="*/ 433491 h 788699"/>
                  <a:gd name="connsiteX82" fmla="*/ 360060 w 462341"/>
                  <a:gd name="connsiteY82" fmla="*/ 447089 h 788699"/>
                  <a:gd name="connsiteX83" fmla="*/ 384537 w 462341"/>
                  <a:gd name="connsiteY83" fmla="*/ 474286 h 788699"/>
                  <a:gd name="connsiteX84" fmla="*/ 395416 w 462341"/>
                  <a:gd name="connsiteY84" fmla="*/ 506921 h 788699"/>
                  <a:gd name="connsiteX85" fmla="*/ 406295 w 462341"/>
                  <a:gd name="connsiteY85" fmla="*/ 536838 h 788699"/>
                  <a:gd name="connsiteX86" fmla="*/ 409014 w 462341"/>
                  <a:gd name="connsiteY86" fmla="*/ 547716 h 788699"/>
                  <a:gd name="connsiteX87" fmla="*/ 406295 w 462341"/>
                  <a:gd name="connsiteY87" fmla="*/ 569473 h 788699"/>
                  <a:gd name="connsiteX88" fmla="*/ 403575 w 462341"/>
                  <a:gd name="connsiteY88" fmla="*/ 583072 h 788699"/>
                  <a:gd name="connsiteX89" fmla="*/ 403575 w 462341"/>
                  <a:gd name="connsiteY89" fmla="*/ 583072 h 788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</a:cxnLst>
                <a:rect l="l" t="t" r="r" b="b"/>
                <a:pathLst>
                  <a:path w="462341" h="788699">
                    <a:moveTo>
                      <a:pt x="403575" y="583072"/>
                    </a:moveTo>
                    <a:cubicBezTo>
                      <a:pt x="403575" y="588511"/>
                      <a:pt x="406295" y="591231"/>
                      <a:pt x="406295" y="596670"/>
                    </a:cubicBezTo>
                    <a:cubicBezTo>
                      <a:pt x="406295" y="602109"/>
                      <a:pt x="403575" y="604829"/>
                      <a:pt x="400855" y="610268"/>
                    </a:cubicBezTo>
                    <a:cubicBezTo>
                      <a:pt x="398136" y="615708"/>
                      <a:pt x="392696" y="621147"/>
                      <a:pt x="389977" y="626586"/>
                    </a:cubicBezTo>
                    <a:cubicBezTo>
                      <a:pt x="381818" y="645624"/>
                      <a:pt x="368219" y="661942"/>
                      <a:pt x="354621" y="675540"/>
                    </a:cubicBezTo>
                    <a:cubicBezTo>
                      <a:pt x="346462" y="683699"/>
                      <a:pt x="338303" y="686419"/>
                      <a:pt x="327424" y="691858"/>
                    </a:cubicBezTo>
                    <a:cubicBezTo>
                      <a:pt x="316546" y="700017"/>
                      <a:pt x="302948" y="708176"/>
                      <a:pt x="292069" y="713615"/>
                    </a:cubicBezTo>
                    <a:cubicBezTo>
                      <a:pt x="281190" y="719054"/>
                      <a:pt x="264872" y="724494"/>
                      <a:pt x="251274" y="724494"/>
                    </a:cubicBezTo>
                    <a:cubicBezTo>
                      <a:pt x="240395" y="724494"/>
                      <a:pt x="229517" y="721774"/>
                      <a:pt x="221358" y="721774"/>
                    </a:cubicBezTo>
                    <a:cubicBezTo>
                      <a:pt x="213199" y="721774"/>
                      <a:pt x="202320" y="721774"/>
                      <a:pt x="191442" y="721774"/>
                    </a:cubicBezTo>
                    <a:cubicBezTo>
                      <a:pt x="172404" y="721774"/>
                      <a:pt x="172404" y="721774"/>
                      <a:pt x="153366" y="713615"/>
                    </a:cubicBezTo>
                    <a:cubicBezTo>
                      <a:pt x="134329" y="708176"/>
                      <a:pt x="118011" y="691858"/>
                      <a:pt x="104412" y="675540"/>
                    </a:cubicBezTo>
                    <a:cubicBezTo>
                      <a:pt x="104412" y="678260"/>
                      <a:pt x="104412" y="680979"/>
                      <a:pt x="104412" y="689138"/>
                    </a:cubicBezTo>
                    <a:cubicBezTo>
                      <a:pt x="104412" y="694578"/>
                      <a:pt x="104412" y="702737"/>
                      <a:pt x="101693" y="710895"/>
                    </a:cubicBezTo>
                    <a:cubicBezTo>
                      <a:pt x="101693" y="721774"/>
                      <a:pt x="96253" y="732653"/>
                      <a:pt x="85375" y="732653"/>
                    </a:cubicBezTo>
                    <a:cubicBezTo>
                      <a:pt x="77216" y="732653"/>
                      <a:pt x="74496" y="729933"/>
                      <a:pt x="69057" y="727214"/>
                    </a:cubicBezTo>
                    <a:cubicBezTo>
                      <a:pt x="63618" y="724494"/>
                      <a:pt x="60898" y="716335"/>
                      <a:pt x="60898" y="710895"/>
                    </a:cubicBezTo>
                    <a:cubicBezTo>
                      <a:pt x="58178" y="702737"/>
                      <a:pt x="58178" y="697297"/>
                      <a:pt x="58178" y="691858"/>
                    </a:cubicBezTo>
                    <a:cubicBezTo>
                      <a:pt x="58178" y="683699"/>
                      <a:pt x="60898" y="678260"/>
                      <a:pt x="60898" y="664661"/>
                    </a:cubicBezTo>
                    <a:cubicBezTo>
                      <a:pt x="60898" y="656502"/>
                      <a:pt x="60898" y="632026"/>
                      <a:pt x="60898" y="607549"/>
                    </a:cubicBezTo>
                    <a:cubicBezTo>
                      <a:pt x="60898" y="574913"/>
                      <a:pt x="60898" y="542277"/>
                      <a:pt x="63618" y="528679"/>
                    </a:cubicBezTo>
                    <a:cubicBezTo>
                      <a:pt x="63618" y="520520"/>
                      <a:pt x="63618" y="509641"/>
                      <a:pt x="69057" y="504202"/>
                    </a:cubicBezTo>
                    <a:cubicBezTo>
                      <a:pt x="71777" y="501482"/>
                      <a:pt x="71777" y="498762"/>
                      <a:pt x="74496" y="493323"/>
                    </a:cubicBezTo>
                    <a:cubicBezTo>
                      <a:pt x="77216" y="490603"/>
                      <a:pt x="79936" y="487884"/>
                      <a:pt x="82655" y="487884"/>
                    </a:cubicBezTo>
                    <a:cubicBezTo>
                      <a:pt x="85375" y="487884"/>
                      <a:pt x="90814" y="490603"/>
                      <a:pt x="90814" y="493323"/>
                    </a:cubicBezTo>
                    <a:cubicBezTo>
                      <a:pt x="93534" y="498762"/>
                      <a:pt x="98973" y="506921"/>
                      <a:pt x="98973" y="512361"/>
                    </a:cubicBezTo>
                    <a:cubicBezTo>
                      <a:pt x="98973" y="520520"/>
                      <a:pt x="101693" y="536838"/>
                      <a:pt x="101693" y="555875"/>
                    </a:cubicBezTo>
                    <a:cubicBezTo>
                      <a:pt x="101693" y="569473"/>
                      <a:pt x="101693" y="583072"/>
                      <a:pt x="101693" y="596670"/>
                    </a:cubicBezTo>
                    <a:cubicBezTo>
                      <a:pt x="101693" y="607549"/>
                      <a:pt x="104412" y="618427"/>
                      <a:pt x="109852" y="626586"/>
                    </a:cubicBezTo>
                    <a:cubicBezTo>
                      <a:pt x="115291" y="637465"/>
                      <a:pt x="123450" y="642904"/>
                      <a:pt x="128889" y="651063"/>
                    </a:cubicBezTo>
                    <a:cubicBezTo>
                      <a:pt x="137048" y="661942"/>
                      <a:pt x="139768" y="667381"/>
                      <a:pt x="153366" y="670101"/>
                    </a:cubicBezTo>
                    <a:cubicBezTo>
                      <a:pt x="161525" y="670101"/>
                      <a:pt x="183283" y="678260"/>
                      <a:pt x="196881" y="678260"/>
                    </a:cubicBezTo>
                    <a:cubicBezTo>
                      <a:pt x="207759" y="678260"/>
                      <a:pt x="210479" y="672820"/>
                      <a:pt x="221358" y="667381"/>
                    </a:cubicBezTo>
                    <a:cubicBezTo>
                      <a:pt x="232236" y="661942"/>
                      <a:pt x="245835" y="664661"/>
                      <a:pt x="253994" y="659222"/>
                    </a:cubicBezTo>
                    <a:cubicBezTo>
                      <a:pt x="262153" y="653783"/>
                      <a:pt x="273031" y="645624"/>
                      <a:pt x="275751" y="637465"/>
                    </a:cubicBezTo>
                    <a:cubicBezTo>
                      <a:pt x="281190" y="629306"/>
                      <a:pt x="281190" y="621147"/>
                      <a:pt x="281190" y="615708"/>
                    </a:cubicBezTo>
                    <a:cubicBezTo>
                      <a:pt x="281190" y="610268"/>
                      <a:pt x="281190" y="607549"/>
                      <a:pt x="278471" y="602109"/>
                    </a:cubicBezTo>
                    <a:cubicBezTo>
                      <a:pt x="275751" y="591231"/>
                      <a:pt x="267592" y="583072"/>
                      <a:pt x="262153" y="572193"/>
                    </a:cubicBezTo>
                    <a:cubicBezTo>
                      <a:pt x="256713" y="561314"/>
                      <a:pt x="253994" y="547716"/>
                      <a:pt x="245835" y="536838"/>
                    </a:cubicBezTo>
                    <a:cubicBezTo>
                      <a:pt x="232236" y="515080"/>
                      <a:pt x="213199" y="498762"/>
                      <a:pt x="196881" y="477005"/>
                    </a:cubicBezTo>
                    <a:cubicBezTo>
                      <a:pt x="180563" y="457968"/>
                      <a:pt x="164245" y="438930"/>
                      <a:pt x="145207" y="419892"/>
                    </a:cubicBezTo>
                    <a:cubicBezTo>
                      <a:pt x="126170" y="400855"/>
                      <a:pt x="109852" y="379098"/>
                      <a:pt x="93534" y="357340"/>
                    </a:cubicBezTo>
                    <a:cubicBezTo>
                      <a:pt x="77216" y="335583"/>
                      <a:pt x="71777" y="308387"/>
                      <a:pt x="66337" y="283910"/>
                    </a:cubicBezTo>
                    <a:cubicBezTo>
                      <a:pt x="63618" y="267592"/>
                      <a:pt x="58178" y="245834"/>
                      <a:pt x="58178" y="224077"/>
                    </a:cubicBezTo>
                    <a:cubicBezTo>
                      <a:pt x="58178" y="194161"/>
                      <a:pt x="69057" y="175123"/>
                      <a:pt x="82655" y="150647"/>
                    </a:cubicBezTo>
                    <a:cubicBezTo>
                      <a:pt x="96253" y="128889"/>
                      <a:pt x="115291" y="109852"/>
                      <a:pt x="137048" y="96253"/>
                    </a:cubicBezTo>
                    <a:cubicBezTo>
                      <a:pt x="158806" y="82655"/>
                      <a:pt x="172404" y="79936"/>
                      <a:pt x="196881" y="77216"/>
                    </a:cubicBezTo>
                    <a:cubicBezTo>
                      <a:pt x="210479" y="77216"/>
                      <a:pt x="215918" y="69057"/>
                      <a:pt x="232236" y="69057"/>
                    </a:cubicBezTo>
                    <a:cubicBezTo>
                      <a:pt x="243115" y="69057"/>
                      <a:pt x="251274" y="71776"/>
                      <a:pt x="262153" y="74496"/>
                    </a:cubicBezTo>
                    <a:cubicBezTo>
                      <a:pt x="273031" y="77216"/>
                      <a:pt x="283910" y="82655"/>
                      <a:pt x="294789" y="85375"/>
                    </a:cubicBezTo>
                    <a:cubicBezTo>
                      <a:pt x="308387" y="90814"/>
                      <a:pt x="319265" y="96253"/>
                      <a:pt x="327424" y="104412"/>
                    </a:cubicBezTo>
                    <a:cubicBezTo>
                      <a:pt x="327424" y="90814"/>
                      <a:pt x="327424" y="79936"/>
                      <a:pt x="332864" y="74496"/>
                    </a:cubicBezTo>
                    <a:cubicBezTo>
                      <a:pt x="335583" y="71776"/>
                      <a:pt x="335583" y="69057"/>
                      <a:pt x="338303" y="63618"/>
                    </a:cubicBezTo>
                    <a:cubicBezTo>
                      <a:pt x="341023" y="60898"/>
                      <a:pt x="346462" y="58178"/>
                      <a:pt x="349182" y="58178"/>
                    </a:cubicBezTo>
                    <a:cubicBezTo>
                      <a:pt x="351901" y="58178"/>
                      <a:pt x="357341" y="60898"/>
                      <a:pt x="357341" y="63618"/>
                    </a:cubicBezTo>
                    <a:cubicBezTo>
                      <a:pt x="360060" y="69057"/>
                      <a:pt x="365500" y="77216"/>
                      <a:pt x="365500" y="82655"/>
                    </a:cubicBezTo>
                    <a:cubicBezTo>
                      <a:pt x="365500" y="90814"/>
                      <a:pt x="368219" y="123450"/>
                      <a:pt x="368219" y="142488"/>
                    </a:cubicBezTo>
                    <a:cubicBezTo>
                      <a:pt x="368219" y="158806"/>
                      <a:pt x="368219" y="177843"/>
                      <a:pt x="368219" y="188722"/>
                    </a:cubicBezTo>
                    <a:cubicBezTo>
                      <a:pt x="368219" y="213199"/>
                      <a:pt x="370939" y="224077"/>
                      <a:pt x="370939" y="245834"/>
                    </a:cubicBezTo>
                    <a:cubicBezTo>
                      <a:pt x="370939" y="256713"/>
                      <a:pt x="370939" y="286629"/>
                      <a:pt x="354621" y="286629"/>
                    </a:cubicBezTo>
                    <a:cubicBezTo>
                      <a:pt x="346462" y="286629"/>
                      <a:pt x="343742" y="283910"/>
                      <a:pt x="338303" y="281190"/>
                    </a:cubicBezTo>
                    <a:cubicBezTo>
                      <a:pt x="332864" y="278470"/>
                      <a:pt x="330144" y="270311"/>
                      <a:pt x="330144" y="264872"/>
                    </a:cubicBezTo>
                    <a:cubicBezTo>
                      <a:pt x="327424" y="256713"/>
                      <a:pt x="327424" y="251274"/>
                      <a:pt x="327424" y="248554"/>
                    </a:cubicBezTo>
                    <a:cubicBezTo>
                      <a:pt x="327424" y="240395"/>
                      <a:pt x="330144" y="234956"/>
                      <a:pt x="330144" y="221357"/>
                    </a:cubicBezTo>
                    <a:cubicBezTo>
                      <a:pt x="330144" y="213199"/>
                      <a:pt x="330144" y="202320"/>
                      <a:pt x="330144" y="188722"/>
                    </a:cubicBezTo>
                    <a:cubicBezTo>
                      <a:pt x="330144" y="180563"/>
                      <a:pt x="327424" y="172404"/>
                      <a:pt x="327424" y="164245"/>
                    </a:cubicBezTo>
                    <a:cubicBezTo>
                      <a:pt x="324705" y="153366"/>
                      <a:pt x="319265" y="142488"/>
                      <a:pt x="311107" y="134329"/>
                    </a:cubicBezTo>
                    <a:cubicBezTo>
                      <a:pt x="302948" y="126170"/>
                      <a:pt x="294789" y="120730"/>
                      <a:pt x="283910" y="118011"/>
                    </a:cubicBezTo>
                    <a:cubicBezTo>
                      <a:pt x="275751" y="115291"/>
                      <a:pt x="262153" y="112571"/>
                      <a:pt x="251274" y="112571"/>
                    </a:cubicBezTo>
                    <a:cubicBezTo>
                      <a:pt x="237676" y="112571"/>
                      <a:pt x="224077" y="115291"/>
                      <a:pt x="215918" y="123450"/>
                    </a:cubicBezTo>
                    <a:cubicBezTo>
                      <a:pt x="207759" y="128889"/>
                      <a:pt x="205040" y="139768"/>
                      <a:pt x="202320" y="147927"/>
                    </a:cubicBezTo>
                    <a:cubicBezTo>
                      <a:pt x="196881" y="158806"/>
                      <a:pt x="191442" y="166964"/>
                      <a:pt x="188722" y="180563"/>
                    </a:cubicBezTo>
                    <a:cubicBezTo>
                      <a:pt x="186002" y="191441"/>
                      <a:pt x="183283" y="199600"/>
                      <a:pt x="183283" y="210479"/>
                    </a:cubicBezTo>
                    <a:cubicBezTo>
                      <a:pt x="183283" y="215918"/>
                      <a:pt x="186002" y="221357"/>
                      <a:pt x="188722" y="226797"/>
                    </a:cubicBezTo>
                    <a:cubicBezTo>
                      <a:pt x="191442" y="234956"/>
                      <a:pt x="188722" y="243115"/>
                      <a:pt x="188722" y="248554"/>
                    </a:cubicBezTo>
                    <a:cubicBezTo>
                      <a:pt x="191442" y="259433"/>
                      <a:pt x="202320" y="264872"/>
                      <a:pt x="210479" y="273031"/>
                    </a:cubicBezTo>
                    <a:cubicBezTo>
                      <a:pt x="218638" y="281190"/>
                      <a:pt x="221358" y="292069"/>
                      <a:pt x="226797" y="300228"/>
                    </a:cubicBezTo>
                    <a:cubicBezTo>
                      <a:pt x="234956" y="311106"/>
                      <a:pt x="245835" y="321985"/>
                      <a:pt x="256713" y="332864"/>
                    </a:cubicBezTo>
                    <a:cubicBezTo>
                      <a:pt x="259433" y="338303"/>
                      <a:pt x="267592" y="343742"/>
                      <a:pt x="275751" y="351901"/>
                    </a:cubicBezTo>
                    <a:cubicBezTo>
                      <a:pt x="292069" y="368219"/>
                      <a:pt x="311107" y="384537"/>
                      <a:pt x="324705" y="400855"/>
                    </a:cubicBezTo>
                    <a:cubicBezTo>
                      <a:pt x="332864" y="409014"/>
                      <a:pt x="335583" y="419892"/>
                      <a:pt x="343742" y="428051"/>
                    </a:cubicBezTo>
                    <a:cubicBezTo>
                      <a:pt x="346462" y="430771"/>
                      <a:pt x="349182" y="430771"/>
                      <a:pt x="351901" y="433491"/>
                    </a:cubicBezTo>
                    <a:cubicBezTo>
                      <a:pt x="354621" y="436210"/>
                      <a:pt x="357341" y="441650"/>
                      <a:pt x="360060" y="447089"/>
                    </a:cubicBezTo>
                    <a:cubicBezTo>
                      <a:pt x="368219" y="455248"/>
                      <a:pt x="376378" y="463407"/>
                      <a:pt x="384537" y="474286"/>
                    </a:cubicBezTo>
                    <a:cubicBezTo>
                      <a:pt x="389977" y="482445"/>
                      <a:pt x="392696" y="496043"/>
                      <a:pt x="395416" y="506921"/>
                    </a:cubicBezTo>
                    <a:cubicBezTo>
                      <a:pt x="400855" y="517800"/>
                      <a:pt x="400855" y="528679"/>
                      <a:pt x="406295" y="536838"/>
                    </a:cubicBezTo>
                    <a:cubicBezTo>
                      <a:pt x="409014" y="539557"/>
                      <a:pt x="409014" y="544997"/>
                      <a:pt x="409014" y="547716"/>
                    </a:cubicBezTo>
                    <a:cubicBezTo>
                      <a:pt x="409014" y="555875"/>
                      <a:pt x="406295" y="561314"/>
                      <a:pt x="406295" y="569473"/>
                    </a:cubicBezTo>
                    <a:cubicBezTo>
                      <a:pt x="406295" y="574913"/>
                      <a:pt x="403575" y="577632"/>
                      <a:pt x="403575" y="583072"/>
                    </a:cubicBezTo>
                    <a:lnTo>
                      <a:pt x="403575" y="583072"/>
                    </a:lnTo>
                    <a:close/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4" name="Freeform: Shape 37">
                <a:extLst>
                  <a:ext uri="{FF2B5EF4-FFF2-40B4-BE49-F238E27FC236}">
                    <a16:creationId xmlns:a16="http://schemas.microsoft.com/office/drawing/2014/main" id="{B9D536C5-86D8-5443-BD76-E67BE135F4E1}"/>
                  </a:ext>
                </a:extLst>
              </p:cNvPr>
              <p:cNvSpPr/>
              <p:nvPr/>
            </p:nvSpPr>
            <p:spPr>
              <a:xfrm>
                <a:off x="2456032" y="4192158"/>
                <a:ext cx="571128" cy="761503"/>
              </a:xfrm>
              <a:custGeom>
                <a:avLst/>
                <a:gdLst>
                  <a:gd name="connsiteX0" fmla="*/ 512361 w 571128"/>
                  <a:gd name="connsiteY0" fmla="*/ 79936 h 761503"/>
                  <a:gd name="connsiteX1" fmla="*/ 539558 w 571128"/>
                  <a:gd name="connsiteY1" fmla="*/ 96253 h 761503"/>
                  <a:gd name="connsiteX2" fmla="*/ 534118 w 571128"/>
                  <a:gd name="connsiteY2" fmla="*/ 112571 h 761503"/>
                  <a:gd name="connsiteX3" fmla="*/ 523240 w 571128"/>
                  <a:gd name="connsiteY3" fmla="*/ 120730 h 761503"/>
                  <a:gd name="connsiteX4" fmla="*/ 506922 w 571128"/>
                  <a:gd name="connsiteY4" fmla="*/ 123450 h 761503"/>
                  <a:gd name="connsiteX5" fmla="*/ 477006 w 571128"/>
                  <a:gd name="connsiteY5" fmla="*/ 123450 h 761503"/>
                  <a:gd name="connsiteX6" fmla="*/ 479725 w 571128"/>
                  <a:gd name="connsiteY6" fmla="*/ 145207 h 761503"/>
                  <a:gd name="connsiteX7" fmla="*/ 477006 w 571128"/>
                  <a:gd name="connsiteY7" fmla="*/ 180563 h 761503"/>
                  <a:gd name="connsiteX8" fmla="*/ 482445 w 571128"/>
                  <a:gd name="connsiteY8" fmla="*/ 232236 h 761503"/>
                  <a:gd name="connsiteX9" fmla="*/ 485165 w 571128"/>
                  <a:gd name="connsiteY9" fmla="*/ 283910 h 761503"/>
                  <a:gd name="connsiteX10" fmla="*/ 485165 w 571128"/>
                  <a:gd name="connsiteY10" fmla="*/ 327424 h 761503"/>
                  <a:gd name="connsiteX11" fmla="*/ 487884 w 571128"/>
                  <a:gd name="connsiteY11" fmla="*/ 373658 h 761503"/>
                  <a:gd name="connsiteX12" fmla="*/ 485165 w 571128"/>
                  <a:gd name="connsiteY12" fmla="*/ 419892 h 761503"/>
                  <a:gd name="connsiteX13" fmla="*/ 485165 w 571128"/>
                  <a:gd name="connsiteY13" fmla="*/ 463407 h 761503"/>
                  <a:gd name="connsiteX14" fmla="*/ 482445 w 571128"/>
                  <a:gd name="connsiteY14" fmla="*/ 515080 h 761503"/>
                  <a:gd name="connsiteX15" fmla="*/ 482445 w 571128"/>
                  <a:gd name="connsiteY15" fmla="*/ 558595 h 761503"/>
                  <a:gd name="connsiteX16" fmla="*/ 479725 w 571128"/>
                  <a:gd name="connsiteY16" fmla="*/ 602109 h 761503"/>
                  <a:gd name="connsiteX17" fmla="*/ 485165 w 571128"/>
                  <a:gd name="connsiteY17" fmla="*/ 648343 h 761503"/>
                  <a:gd name="connsiteX18" fmla="*/ 474286 w 571128"/>
                  <a:gd name="connsiteY18" fmla="*/ 675540 h 761503"/>
                  <a:gd name="connsiteX19" fmla="*/ 428052 w 571128"/>
                  <a:gd name="connsiteY19" fmla="*/ 691858 h 761503"/>
                  <a:gd name="connsiteX20" fmla="*/ 387257 w 571128"/>
                  <a:gd name="connsiteY20" fmla="*/ 683699 h 761503"/>
                  <a:gd name="connsiteX21" fmla="*/ 351901 w 571128"/>
                  <a:gd name="connsiteY21" fmla="*/ 664661 h 761503"/>
                  <a:gd name="connsiteX22" fmla="*/ 305667 w 571128"/>
                  <a:gd name="connsiteY22" fmla="*/ 596670 h 761503"/>
                  <a:gd name="connsiteX23" fmla="*/ 270312 w 571128"/>
                  <a:gd name="connsiteY23" fmla="*/ 509641 h 761503"/>
                  <a:gd name="connsiteX24" fmla="*/ 251274 w 571128"/>
                  <a:gd name="connsiteY24" fmla="*/ 460687 h 761503"/>
                  <a:gd name="connsiteX25" fmla="*/ 224077 w 571128"/>
                  <a:gd name="connsiteY25" fmla="*/ 381817 h 761503"/>
                  <a:gd name="connsiteX26" fmla="*/ 207759 w 571128"/>
                  <a:gd name="connsiteY26" fmla="*/ 330144 h 761503"/>
                  <a:gd name="connsiteX27" fmla="*/ 191442 w 571128"/>
                  <a:gd name="connsiteY27" fmla="*/ 286629 h 761503"/>
                  <a:gd name="connsiteX28" fmla="*/ 183283 w 571128"/>
                  <a:gd name="connsiteY28" fmla="*/ 278470 h 761503"/>
                  <a:gd name="connsiteX29" fmla="*/ 180563 w 571128"/>
                  <a:gd name="connsiteY29" fmla="*/ 292069 h 761503"/>
                  <a:gd name="connsiteX30" fmla="*/ 180563 w 571128"/>
                  <a:gd name="connsiteY30" fmla="*/ 305667 h 761503"/>
                  <a:gd name="connsiteX31" fmla="*/ 183283 w 571128"/>
                  <a:gd name="connsiteY31" fmla="*/ 354621 h 761503"/>
                  <a:gd name="connsiteX32" fmla="*/ 188722 w 571128"/>
                  <a:gd name="connsiteY32" fmla="*/ 449809 h 761503"/>
                  <a:gd name="connsiteX33" fmla="*/ 188722 w 571128"/>
                  <a:gd name="connsiteY33" fmla="*/ 479725 h 761503"/>
                  <a:gd name="connsiteX34" fmla="*/ 188722 w 571128"/>
                  <a:gd name="connsiteY34" fmla="*/ 542277 h 761503"/>
                  <a:gd name="connsiteX35" fmla="*/ 186002 w 571128"/>
                  <a:gd name="connsiteY35" fmla="*/ 615708 h 761503"/>
                  <a:gd name="connsiteX36" fmla="*/ 186002 w 571128"/>
                  <a:gd name="connsiteY36" fmla="*/ 637465 h 761503"/>
                  <a:gd name="connsiteX37" fmla="*/ 183283 w 571128"/>
                  <a:gd name="connsiteY37" fmla="*/ 664661 h 761503"/>
                  <a:gd name="connsiteX38" fmla="*/ 226797 w 571128"/>
                  <a:gd name="connsiteY38" fmla="*/ 664661 h 761503"/>
                  <a:gd name="connsiteX39" fmla="*/ 253994 w 571128"/>
                  <a:gd name="connsiteY39" fmla="*/ 680979 h 761503"/>
                  <a:gd name="connsiteX40" fmla="*/ 248554 w 571128"/>
                  <a:gd name="connsiteY40" fmla="*/ 697297 h 761503"/>
                  <a:gd name="connsiteX41" fmla="*/ 234956 w 571128"/>
                  <a:gd name="connsiteY41" fmla="*/ 705456 h 761503"/>
                  <a:gd name="connsiteX42" fmla="*/ 218638 w 571128"/>
                  <a:gd name="connsiteY42" fmla="*/ 708176 h 761503"/>
                  <a:gd name="connsiteX43" fmla="*/ 183283 w 571128"/>
                  <a:gd name="connsiteY43" fmla="*/ 708176 h 761503"/>
                  <a:gd name="connsiteX44" fmla="*/ 150647 w 571128"/>
                  <a:gd name="connsiteY44" fmla="*/ 708176 h 761503"/>
                  <a:gd name="connsiteX45" fmla="*/ 107132 w 571128"/>
                  <a:gd name="connsiteY45" fmla="*/ 708176 h 761503"/>
                  <a:gd name="connsiteX46" fmla="*/ 88094 w 571128"/>
                  <a:gd name="connsiteY46" fmla="*/ 708176 h 761503"/>
                  <a:gd name="connsiteX47" fmla="*/ 69057 w 571128"/>
                  <a:gd name="connsiteY47" fmla="*/ 702737 h 761503"/>
                  <a:gd name="connsiteX48" fmla="*/ 58178 w 571128"/>
                  <a:gd name="connsiteY48" fmla="*/ 686419 h 761503"/>
                  <a:gd name="connsiteX49" fmla="*/ 60898 w 571128"/>
                  <a:gd name="connsiteY49" fmla="*/ 678260 h 761503"/>
                  <a:gd name="connsiteX50" fmla="*/ 77216 w 571128"/>
                  <a:gd name="connsiteY50" fmla="*/ 670101 h 761503"/>
                  <a:gd name="connsiteX51" fmla="*/ 120730 w 571128"/>
                  <a:gd name="connsiteY51" fmla="*/ 664661 h 761503"/>
                  <a:gd name="connsiteX52" fmla="*/ 131609 w 571128"/>
                  <a:gd name="connsiteY52" fmla="*/ 664661 h 761503"/>
                  <a:gd name="connsiteX53" fmla="*/ 134329 w 571128"/>
                  <a:gd name="connsiteY53" fmla="*/ 539557 h 761503"/>
                  <a:gd name="connsiteX54" fmla="*/ 134329 w 571128"/>
                  <a:gd name="connsiteY54" fmla="*/ 504202 h 761503"/>
                  <a:gd name="connsiteX55" fmla="*/ 131609 w 571128"/>
                  <a:gd name="connsiteY55" fmla="*/ 376378 h 761503"/>
                  <a:gd name="connsiteX56" fmla="*/ 131609 w 571128"/>
                  <a:gd name="connsiteY56" fmla="*/ 302947 h 761503"/>
                  <a:gd name="connsiteX57" fmla="*/ 134329 w 571128"/>
                  <a:gd name="connsiteY57" fmla="*/ 221357 h 761503"/>
                  <a:gd name="connsiteX58" fmla="*/ 137048 w 571128"/>
                  <a:gd name="connsiteY58" fmla="*/ 123450 h 761503"/>
                  <a:gd name="connsiteX59" fmla="*/ 107132 w 571128"/>
                  <a:gd name="connsiteY59" fmla="*/ 123450 h 761503"/>
                  <a:gd name="connsiteX60" fmla="*/ 88094 w 571128"/>
                  <a:gd name="connsiteY60" fmla="*/ 123450 h 761503"/>
                  <a:gd name="connsiteX61" fmla="*/ 69057 w 571128"/>
                  <a:gd name="connsiteY61" fmla="*/ 118011 h 761503"/>
                  <a:gd name="connsiteX62" fmla="*/ 58178 w 571128"/>
                  <a:gd name="connsiteY62" fmla="*/ 101693 h 761503"/>
                  <a:gd name="connsiteX63" fmla="*/ 60898 w 571128"/>
                  <a:gd name="connsiteY63" fmla="*/ 93534 h 761503"/>
                  <a:gd name="connsiteX64" fmla="*/ 77216 w 571128"/>
                  <a:gd name="connsiteY64" fmla="*/ 85375 h 761503"/>
                  <a:gd name="connsiteX65" fmla="*/ 131609 w 571128"/>
                  <a:gd name="connsiteY65" fmla="*/ 79936 h 761503"/>
                  <a:gd name="connsiteX66" fmla="*/ 161525 w 571128"/>
                  <a:gd name="connsiteY66" fmla="*/ 79936 h 761503"/>
                  <a:gd name="connsiteX67" fmla="*/ 177843 w 571128"/>
                  <a:gd name="connsiteY67" fmla="*/ 66337 h 761503"/>
                  <a:gd name="connsiteX68" fmla="*/ 202320 w 571128"/>
                  <a:gd name="connsiteY68" fmla="*/ 58178 h 761503"/>
                  <a:gd name="connsiteX69" fmla="*/ 234956 w 571128"/>
                  <a:gd name="connsiteY69" fmla="*/ 77216 h 761503"/>
                  <a:gd name="connsiteX70" fmla="*/ 251274 w 571128"/>
                  <a:gd name="connsiteY70" fmla="*/ 107132 h 761503"/>
                  <a:gd name="connsiteX71" fmla="*/ 267592 w 571128"/>
                  <a:gd name="connsiteY71" fmla="*/ 147927 h 761503"/>
                  <a:gd name="connsiteX72" fmla="*/ 281190 w 571128"/>
                  <a:gd name="connsiteY72" fmla="*/ 183282 h 761503"/>
                  <a:gd name="connsiteX73" fmla="*/ 297508 w 571128"/>
                  <a:gd name="connsiteY73" fmla="*/ 224077 h 761503"/>
                  <a:gd name="connsiteX74" fmla="*/ 308387 w 571128"/>
                  <a:gd name="connsiteY74" fmla="*/ 264872 h 761503"/>
                  <a:gd name="connsiteX75" fmla="*/ 319265 w 571128"/>
                  <a:gd name="connsiteY75" fmla="*/ 300228 h 761503"/>
                  <a:gd name="connsiteX76" fmla="*/ 351901 w 571128"/>
                  <a:gd name="connsiteY76" fmla="*/ 379098 h 761503"/>
                  <a:gd name="connsiteX77" fmla="*/ 365500 w 571128"/>
                  <a:gd name="connsiteY77" fmla="*/ 417173 h 761503"/>
                  <a:gd name="connsiteX78" fmla="*/ 379098 w 571128"/>
                  <a:gd name="connsiteY78" fmla="*/ 457968 h 761503"/>
                  <a:gd name="connsiteX79" fmla="*/ 395416 w 571128"/>
                  <a:gd name="connsiteY79" fmla="*/ 496043 h 761503"/>
                  <a:gd name="connsiteX80" fmla="*/ 406295 w 571128"/>
                  <a:gd name="connsiteY80" fmla="*/ 512361 h 761503"/>
                  <a:gd name="connsiteX81" fmla="*/ 411734 w 571128"/>
                  <a:gd name="connsiteY81" fmla="*/ 531398 h 761503"/>
                  <a:gd name="connsiteX82" fmla="*/ 419893 w 571128"/>
                  <a:gd name="connsiteY82" fmla="*/ 558595 h 761503"/>
                  <a:gd name="connsiteX83" fmla="*/ 425332 w 571128"/>
                  <a:gd name="connsiteY83" fmla="*/ 564034 h 761503"/>
                  <a:gd name="connsiteX84" fmla="*/ 430771 w 571128"/>
                  <a:gd name="connsiteY84" fmla="*/ 558595 h 761503"/>
                  <a:gd name="connsiteX85" fmla="*/ 430771 w 571128"/>
                  <a:gd name="connsiteY85" fmla="*/ 550436 h 761503"/>
                  <a:gd name="connsiteX86" fmla="*/ 430771 w 571128"/>
                  <a:gd name="connsiteY86" fmla="*/ 501482 h 761503"/>
                  <a:gd name="connsiteX87" fmla="*/ 430771 w 571128"/>
                  <a:gd name="connsiteY87" fmla="*/ 403575 h 761503"/>
                  <a:gd name="connsiteX88" fmla="*/ 425332 w 571128"/>
                  <a:gd name="connsiteY88" fmla="*/ 313826 h 761503"/>
                  <a:gd name="connsiteX89" fmla="*/ 425332 w 571128"/>
                  <a:gd name="connsiteY89" fmla="*/ 248554 h 761503"/>
                  <a:gd name="connsiteX90" fmla="*/ 425332 w 571128"/>
                  <a:gd name="connsiteY90" fmla="*/ 210479 h 761503"/>
                  <a:gd name="connsiteX91" fmla="*/ 422613 w 571128"/>
                  <a:gd name="connsiteY91" fmla="*/ 153366 h 761503"/>
                  <a:gd name="connsiteX92" fmla="*/ 425332 w 571128"/>
                  <a:gd name="connsiteY92" fmla="*/ 123450 h 761503"/>
                  <a:gd name="connsiteX93" fmla="*/ 398136 w 571128"/>
                  <a:gd name="connsiteY93" fmla="*/ 123450 h 761503"/>
                  <a:gd name="connsiteX94" fmla="*/ 379098 w 571128"/>
                  <a:gd name="connsiteY94" fmla="*/ 123450 h 761503"/>
                  <a:gd name="connsiteX95" fmla="*/ 360060 w 571128"/>
                  <a:gd name="connsiteY95" fmla="*/ 118011 h 761503"/>
                  <a:gd name="connsiteX96" fmla="*/ 349182 w 571128"/>
                  <a:gd name="connsiteY96" fmla="*/ 101693 h 761503"/>
                  <a:gd name="connsiteX97" fmla="*/ 351901 w 571128"/>
                  <a:gd name="connsiteY97" fmla="*/ 93534 h 761503"/>
                  <a:gd name="connsiteX98" fmla="*/ 368219 w 571128"/>
                  <a:gd name="connsiteY98" fmla="*/ 85375 h 761503"/>
                  <a:gd name="connsiteX99" fmla="*/ 422613 w 571128"/>
                  <a:gd name="connsiteY99" fmla="*/ 79936 h 761503"/>
                  <a:gd name="connsiteX100" fmla="*/ 444370 w 571128"/>
                  <a:gd name="connsiteY100" fmla="*/ 79936 h 761503"/>
                  <a:gd name="connsiteX101" fmla="*/ 463407 w 571128"/>
                  <a:gd name="connsiteY101" fmla="*/ 71776 h 761503"/>
                  <a:gd name="connsiteX102" fmla="*/ 477006 w 571128"/>
                  <a:gd name="connsiteY102" fmla="*/ 79936 h 761503"/>
                  <a:gd name="connsiteX103" fmla="*/ 512361 w 571128"/>
                  <a:gd name="connsiteY103" fmla="*/ 79936 h 761503"/>
                  <a:gd name="connsiteX104" fmla="*/ 512361 w 571128"/>
                  <a:gd name="connsiteY104" fmla="*/ 79936 h 761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</a:cxnLst>
                <a:rect l="l" t="t" r="r" b="b"/>
                <a:pathLst>
                  <a:path w="571128" h="761503">
                    <a:moveTo>
                      <a:pt x="512361" y="79936"/>
                    </a:moveTo>
                    <a:cubicBezTo>
                      <a:pt x="520520" y="79936"/>
                      <a:pt x="539558" y="79936"/>
                      <a:pt x="539558" y="96253"/>
                    </a:cubicBezTo>
                    <a:cubicBezTo>
                      <a:pt x="539558" y="104412"/>
                      <a:pt x="539558" y="107132"/>
                      <a:pt x="534118" y="112571"/>
                    </a:cubicBezTo>
                    <a:cubicBezTo>
                      <a:pt x="531399" y="118011"/>
                      <a:pt x="525960" y="120730"/>
                      <a:pt x="523240" y="120730"/>
                    </a:cubicBezTo>
                    <a:cubicBezTo>
                      <a:pt x="515081" y="123450"/>
                      <a:pt x="512361" y="123450"/>
                      <a:pt x="506922" y="123450"/>
                    </a:cubicBezTo>
                    <a:cubicBezTo>
                      <a:pt x="504202" y="123450"/>
                      <a:pt x="490604" y="123450"/>
                      <a:pt x="477006" y="123450"/>
                    </a:cubicBezTo>
                    <a:cubicBezTo>
                      <a:pt x="477006" y="131609"/>
                      <a:pt x="479725" y="137048"/>
                      <a:pt x="479725" y="145207"/>
                    </a:cubicBezTo>
                    <a:cubicBezTo>
                      <a:pt x="479725" y="156086"/>
                      <a:pt x="477006" y="166964"/>
                      <a:pt x="477006" y="180563"/>
                    </a:cubicBezTo>
                    <a:cubicBezTo>
                      <a:pt x="477006" y="196881"/>
                      <a:pt x="479725" y="215918"/>
                      <a:pt x="482445" y="232236"/>
                    </a:cubicBezTo>
                    <a:cubicBezTo>
                      <a:pt x="485165" y="248554"/>
                      <a:pt x="485165" y="267592"/>
                      <a:pt x="485165" y="283910"/>
                    </a:cubicBezTo>
                    <a:cubicBezTo>
                      <a:pt x="485165" y="297508"/>
                      <a:pt x="485165" y="313826"/>
                      <a:pt x="485165" y="327424"/>
                    </a:cubicBezTo>
                    <a:cubicBezTo>
                      <a:pt x="485165" y="343742"/>
                      <a:pt x="487884" y="357340"/>
                      <a:pt x="487884" y="373658"/>
                    </a:cubicBezTo>
                    <a:cubicBezTo>
                      <a:pt x="487884" y="389976"/>
                      <a:pt x="485165" y="403575"/>
                      <a:pt x="485165" y="419892"/>
                    </a:cubicBezTo>
                    <a:cubicBezTo>
                      <a:pt x="485165" y="436210"/>
                      <a:pt x="485165" y="449809"/>
                      <a:pt x="485165" y="463407"/>
                    </a:cubicBezTo>
                    <a:cubicBezTo>
                      <a:pt x="485165" y="479725"/>
                      <a:pt x="485165" y="498762"/>
                      <a:pt x="482445" y="515080"/>
                    </a:cubicBezTo>
                    <a:cubicBezTo>
                      <a:pt x="482445" y="528679"/>
                      <a:pt x="482445" y="542277"/>
                      <a:pt x="482445" y="558595"/>
                    </a:cubicBezTo>
                    <a:cubicBezTo>
                      <a:pt x="482445" y="572193"/>
                      <a:pt x="479725" y="588511"/>
                      <a:pt x="479725" y="602109"/>
                    </a:cubicBezTo>
                    <a:cubicBezTo>
                      <a:pt x="479725" y="615708"/>
                      <a:pt x="485165" y="632026"/>
                      <a:pt x="485165" y="648343"/>
                    </a:cubicBezTo>
                    <a:cubicBezTo>
                      <a:pt x="485165" y="659222"/>
                      <a:pt x="482445" y="670101"/>
                      <a:pt x="474286" y="675540"/>
                    </a:cubicBezTo>
                    <a:cubicBezTo>
                      <a:pt x="460688" y="686419"/>
                      <a:pt x="444370" y="691858"/>
                      <a:pt x="428052" y="691858"/>
                    </a:cubicBezTo>
                    <a:cubicBezTo>
                      <a:pt x="414454" y="691858"/>
                      <a:pt x="400855" y="689138"/>
                      <a:pt x="387257" y="683699"/>
                    </a:cubicBezTo>
                    <a:cubicBezTo>
                      <a:pt x="373659" y="678260"/>
                      <a:pt x="360060" y="672820"/>
                      <a:pt x="351901" y="664661"/>
                    </a:cubicBezTo>
                    <a:cubicBezTo>
                      <a:pt x="330144" y="645624"/>
                      <a:pt x="316546" y="621147"/>
                      <a:pt x="305667" y="596670"/>
                    </a:cubicBezTo>
                    <a:cubicBezTo>
                      <a:pt x="292069" y="569473"/>
                      <a:pt x="281190" y="539557"/>
                      <a:pt x="270312" y="509641"/>
                    </a:cubicBezTo>
                    <a:cubicBezTo>
                      <a:pt x="264872" y="493323"/>
                      <a:pt x="256713" y="477005"/>
                      <a:pt x="251274" y="460687"/>
                    </a:cubicBezTo>
                    <a:cubicBezTo>
                      <a:pt x="240395" y="433491"/>
                      <a:pt x="232236" y="409014"/>
                      <a:pt x="224077" y="381817"/>
                    </a:cubicBezTo>
                    <a:cubicBezTo>
                      <a:pt x="218638" y="365499"/>
                      <a:pt x="213199" y="346462"/>
                      <a:pt x="207759" y="330144"/>
                    </a:cubicBezTo>
                    <a:cubicBezTo>
                      <a:pt x="202320" y="316545"/>
                      <a:pt x="196881" y="300228"/>
                      <a:pt x="191442" y="286629"/>
                    </a:cubicBezTo>
                    <a:cubicBezTo>
                      <a:pt x="188722" y="281190"/>
                      <a:pt x="186002" y="278470"/>
                      <a:pt x="183283" y="278470"/>
                    </a:cubicBezTo>
                    <a:cubicBezTo>
                      <a:pt x="180563" y="278470"/>
                      <a:pt x="180563" y="286629"/>
                      <a:pt x="180563" y="292069"/>
                    </a:cubicBezTo>
                    <a:cubicBezTo>
                      <a:pt x="180563" y="297508"/>
                      <a:pt x="180563" y="302947"/>
                      <a:pt x="180563" y="305667"/>
                    </a:cubicBezTo>
                    <a:cubicBezTo>
                      <a:pt x="180563" y="321985"/>
                      <a:pt x="183283" y="338303"/>
                      <a:pt x="183283" y="354621"/>
                    </a:cubicBezTo>
                    <a:cubicBezTo>
                      <a:pt x="183283" y="387257"/>
                      <a:pt x="186002" y="417173"/>
                      <a:pt x="188722" y="449809"/>
                    </a:cubicBezTo>
                    <a:cubicBezTo>
                      <a:pt x="188722" y="460687"/>
                      <a:pt x="188722" y="468846"/>
                      <a:pt x="188722" y="479725"/>
                    </a:cubicBezTo>
                    <a:cubicBezTo>
                      <a:pt x="188722" y="501482"/>
                      <a:pt x="188722" y="523239"/>
                      <a:pt x="188722" y="542277"/>
                    </a:cubicBezTo>
                    <a:cubicBezTo>
                      <a:pt x="188722" y="566754"/>
                      <a:pt x="186002" y="591231"/>
                      <a:pt x="186002" y="615708"/>
                    </a:cubicBezTo>
                    <a:cubicBezTo>
                      <a:pt x="186002" y="623867"/>
                      <a:pt x="186002" y="632026"/>
                      <a:pt x="186002" y="637465"/>
                    </a:cubicBezTo>
                    <a:cubicBezTo>
                      <a:pt x="186002" y="645624"/>
                      <a:pt x="183283" y="656502"/>
                      <a:pt x="183283" y="664661"/>
                    </a:cubicBezTo>
                    <a:cubicBezTo>
                      <a:pt x="202320" y="664661"/>
                      <a:pt x="218638" y="664661"/>
                      <a:pt x="226797" y="664661"/>
                    </a:cubicBezTo>
                    <a:cubicBezTo>
                      <a:pt x="234956" y="664661"/>
                      <a:pt x="253994" y="664661"/>
                      <a:pt x="253994" y="680979"/>
                    </a:cubicBezTo>
                    <a:cubicBezTo>
                      <a:pt x="253994" y="689138"/>
                      <a:pt x="253994" y="691858"/>
                      <a:pt x="248554" y="697297"/>
                    </a:cubicBezTo>
                    <a:cubicBezTo>
                      <a:pt x="245835" y="702737"/>
                      <a:pt x="240395" y="705456"/>
                      <a:pt x="234956" y="705456"/>
                    </a:cubicBezTo>
                    <a:cubicBezTo>
                      <a:pt x="226797" y="708176"/>
                      <a:pt x="224077" y="708176"/>
                      <a:pt x="218638" y="708176"/>
                    </a:cubicBezTo>
                    <a:cubicBezTo>
                      <a:pt x="215918" y="708176"/>
                      <a:pt x="199600" y="708176"/>
                      <a:pt x="183283" y="708176"/>
                    </a:cubicBezTo>
                    <a:cubicBezTo>
                      <a:pt x="166965" y="708176"/>
                      <a:pt x="153366" y="708176"/>
                      <a:pt x="150647" y="708176"/>
                    </a:cubicBezTo>
                    <a:cubicBezTo>
                      <a:pt x="139768" y="708176"/>
                      <a:pt x="120730" y="708176"/>
                      <a:pt x="107132" y="708176"/>
                    </a:cubicBezTo>
                    <a:cubicBezTo>
                      <a:pt x="101693" y="708176"/>
                      <a:pt x="96253" y="708176"/>
                      <a:pt x="88094" y="708176"/>
                    </a:cubicBezTo>
                    <a:cubicBezTo>
                      <a:pt x="82655" y="708176"/>
                      <a:pt x="74496" y="708176"/>
                      <a:pt x="69057" y="702737"/>
                    </a:cubicBezTo>
                    <a:cubicBezTo>
                      <a:pt x="63618" y="700017"/>
                      <a:pt x="58178" y="691858"/>
                      <a:pt x="58178" y="686419"/>
                    </a:cubicBezTo>
                    <a:cubicBezTo>
                      <a:pt x="58178" y="683699"/>
                      <a:pt x="58178" y="680979"/>
                      <a:pt x="60898" y="678260"/>
                    </a:cubicBezTo>
                    <a:cubicBezTo>
                      <a:pt x="63618" y="675540"/>
                      <a:pt x="71777" y="672820"/>
                      <a:pt x="77216" y="670101"/>
                    </a:cubicBezTo>
                    <a:cubicBezTo>
                      <a:pt x="90814" y="667381"/>
                      <a:pt x="115291" y="664661"/>
                      <a:pt x="120730" y="664661"/>
                    </a:cubicBezTo>
                    <a:cubicBezTo>
                      <a:pt x="123450" y="664661"/>
                      <a:pt x="126170" y="664661"/>
                      <a:pt x="131609" y="664661"/>
                    </a:cubicBezTo>
                    <a:cubicBezTo>
                      <a:pt x="131609" y="623867"/>
                      <a:pt x="134329" y="583072"/>
                      <a:pt x="134329" y="539557"/>
                    </a:cubicBezTo>
                    <a:cubicBezTo>
                      <a:pt x="134329" y="528679"/>
                      <a:pt x="134329" y="515080"/>
                      <a:pt x="134329" y="504202"/>
                    </a:cubicBezTo>
                    <a:cubicBezTo>
                      <a:pt x="131609" y="460687"/>
                      <a:pt x="131609" y="417173"/>
                      <a:pt x="131609" y="376378"/>
                    </a:cubicBezTo>
                    <a:cubicBezTo>
                      <a:pt x="131609" y="351901"/>
                      <a:pt x="131609" y="327424"/>
                      <a:pt x="131609" y="302947"/>
                    </a:cubicBezTo>
                    <a:cubicBezTo>
                      <a:pt x="131609" y="275751"/>
                      <a:pt x="131609" y="248554"/>
                      <a:pt x="134329" y="221357"/>
                    </a:cubicBezTo>
                    <a:cubicBezTo>
                      <a:pt x="134329" y="188722"/>
                      <a:pt x="137048" y="156086"/>
                      <a:pt x="137048" y="123450"/>
                    </a:cubicBezTo>
                    <a:cubicBezTo>
                      <a:pt x="126170" y="123450"/>
                      <a:pt x="115291" y="123450"/>
                      <a:pt x="107132" y="123450"/>
                    </a:cubicBezTo>
                    <a:cubicBezTo>
                      <a:pt x="101693" y="123450"/>
                      <a:pt x="96253" y="123450"/>
                      <a:pt x="88094" y="123450"/>
                    </a:cubicBezTo>
                    <a:cubicBezTo>
                      <a:pt x="82655" y="123450"/>
                      <a:pt x="74496" y="120730"/>
                      <a:pt x="69057" y="118011"/>
                    </a:cubicBezTo>
                    <a:cubicBezTo>
                      <a:pt x="63618" y="115291"/>
                      <a:pt x="58178" y="107132"/>
                      <a:pt x="58178" y="101693"/>
                    </a:cubicBezTo>
                    <a:cubicBezTo>
                      <a:pt x="58178" y="98973"/>
                      <a:pt x="58178" y="96253"/>
                      <a:pt x="60898" y="93534"/>
                    </a:cubicBezTo>
                    <a:cubicBezTo>
                      <a:pt x="63618" y="90814"/>
                      <a:pt x="71777" y="88095"/>
                      <a:pt x="77216" y="85375"/>
                    </a:cubicBezTo>
                    <a:cubicBezTo>
                      <a:pt x="90814" y="82655"/>
                      <a:pt x="126170" y="79936"/>
                      <a:pt x="131609" y="79936"/>
                    </a:cubicBezTo>
                    <a:cubicBezTo>
                      <a:pt x="137048" y="79936"/>
                      <a:pt x="147927" y="79936"/>
                      <a:pt x="161525" y="79936"/>
                    </a:cubicBezTo>
                    <a:cubicBezTo>
                      <a:pt x="166965" y="74496"/>
                      <a:pt x="172404" y="71776"/>
                      <a:pt x="177843" y="66337"/>
                    </a:cubicBezTo>
                    <a:cubicBezTo>
                      <a:pt x="186002" y="60898"/>
                      <a:pt x="194161" y="58178"/>
                      <a:pt x="202320" y="58178"/>
                    </a:cubicBezTo>
                    <a:cubicBezTo>
                      <a:pt x="215918" y="58178"/>
                      <a:pt x="226797" y="63618"/>
                      <a:pt x="234956" y="77216"/>
                    </a:cubicBezTo>
                    <a:cubicBezTo>
                      <a:pt x="240395" y="88095"/>
                      <a:pt x="248554" y="96253"/>
                      <a:pt x="251274" y="107132"/>
                    </a:cubicBezTo>
                    <a:cubicBezTo>
                      <a:pt x="256713" y="120730"/>
                      <a:pt x="259433" y="134329"/>
                      <a:pt x="267592" y="147927"/>
                    </a:cubicBezTo>
                    <a:cubicBezTo>
                      <a:pt x="273031" y="158806"/>
                      <a:pt x="275751" y="172404"/>
                      <a:pt x="281190" y="183282"/>
                    </a:cubicBezTo>
                    <a:cubicBezTo>
                      <a:pt x="286630" y="196881"/>
                      <a:pt x="292069" y="210479"/>
                      <a:pt x="297508" y="224077"/>
                    </a:cubicBezTo>
                    <a:cubicBezTo>
                      <a:pt x="300228" y="237676"/>
                      <a:pt x="305667" y="251274"/>
                      <a:pt x="308387" y="264872"/>
                    </a:cubicBezTo>
                    <a:cubicBezTo>
                      <a:pt x="311107" y="278470"/>
                      <a:pt x="311107" y="289349"/>
                      <a:pt x="319265" y="300228"/>
                    </a:cubicBezTo>
                    <a:cubicBezTo>
                      <a:pt x="332864" y="324704"/>
                      <a:pt x="346462" y="351901"/>
                      <a:pt x="351901" y="379098"/>
                    </a:cubicBezTo>
                    <a:cubicBezTo>
                      <a:pt x="354621" y="392696"/>
                      <a:pt x="360060" y="403575"/>
                      <a:pt x="365500" y="417173"/>
                    </a:cubicBezTo>
                    <a:cubicBezTo>
                      <a:pt x="373659" y="430771"/>
                      <a:pt x="373659" y="444369"/>
                      <a:pt x="379098" y="457968"/>
                    </a:cubicBezTo>
                    <a:cubicBezTo>
                      <a:pt x="381818" y="471566"/>
                      <a:pt x="387257" y="482445"/>
                      <a:pt x="395416" y="496043"/>
                    </a:cubicBezTo>
                    <a:cubicBezTo>
                      <a:pt x="398136" y="501482"/>
                      <a:pt x="403575" y="506921"/>
                      <a:pt x="406295" y="512361"/>
                    </a:cubicBezTo>
                    <a:cubicBezTo>
                      <a:pt x="409014" y="517800"/>
                      <a:pt x="409014" y="525959"/>
                      <a:pt x="411734" y="531398"/>
                    </a:cubicBezTo>
                    <a:cubicBezTo>
                      <a:pt x="414454" y="539557"/>
                      <a:pt x="417173" y="550436"/>
                      <a:pt x="419893" y="558595"/>
                    </a:cubicBezTo>
                    <a:cubicBezTo>
                      <a:pt x="422613" y="561314"/>
                      <a:pt x="422613" y="564034"/>
                      <a:pt x="425332" y="564034"/>
                    </a:cubicBezTo>
                    <a:cubicBezTo>
                      <a:pt x="428052" y="564034"/>
                      <a:pt x="428052" y="561314"/>
                      <a:pt x="430771" y="558595"/>
                    </a:cubicBezTo>
                    <a:cubicBezTo>
                      <a:pt x="430771" y="555875"/>
                      <a:pt x="430771" y="553156"/>
                      <a:pt x="430771" y="550436"/>
                    </a:cubicBezTo>
                    <a:cubicBezTo>
                      <a:pt x="430771" y="534118"/>
                      <a:pt x="430771" y="517800"/>
                      <a:pt x="430771" y="501482"/>
                    </a:cubicBezTo>
                    <a:cubicBezTo>
                      <a:pt x="430771" y="468846"/>
                      <a:pt x="433491" y="436210"/>
                      <a:pt x="430771" y="403575"/>
                    </a:cubicBezTo>
                    <a:cubicBezTo>
                      <a:pt x="430771" y="373658"/>
                      <a:pt x="425332" y="343742"/>
                      <a:pt x="425332" y="313826"/>
                    </a:cubicBezTo>
                    <a:cubicBezTo>
                      <a:pt x="425332" y="292069"/>
                      <a:pt x="425332" y="270311"/>
                      <a:pt x="425332" y="248554"/>
                    </a:cubicBezTo>
                    <a:cubicBezTo>
                      <a:pt x="425332" y="234956"/>
                      <a:pt x="425332" y="224077"/>
                      <a:pt x="425332" y="210479"/>
                    </a:cubicBezTo>
                    <a:cubicBezTo>
                      <a:pt x="425332" y="191441"/>
                      <a:pt x="422613" y="172404"/>
                      <a:pt x="422613" y="153366"/>
                    </a:cubicBezTo>
                    <a:cubicBezTo>
                      <a:pt x="422613" y="142488"/>
                      <a:pt x="422613" y="134329"/>
                      <a:pt x="425332" y="123450"/>
                    </a:cubicBezTo>
                    <a:cubicBezTo>
                      <a:pt x="417173" y="123450"/>
                      <a:pt x="406295" y="123450"/>
                      <a:pt x="398136" y="123450"/>
                    </a:cubicBezTo>
                    <a:cubicBezTo>
                      <a:pt x="392696" y="123450"/>
                      <a:pt x="387257" y="123450"/>
                      <a:pt x="379098" y="123450"/>
                    </a:cubicBezTo>
                    <a:cubicBezTo>
                      <a:pt x="373659" y="123450"/>
                      <a:pt x="365500" y="120730"/>
                      <a:pt x="360060" y="118011"/>
                    </a:cubicBezTo>
                    <a:cubicBezTo>
                      <a:pt x="354621" y="115291"/>
                      <a:pt x="349182" y="107132"/>
                      <a:pt x="349182" y="101693"/>
                    </a:cubicBezTo>
                    <a:cubicBezTo>
                      <a:pt x="349182" y="98973"/>
                      <a:pt x="349182" y="96253"/>
                      <a:pt x="351901" y="93534"/>
                    </a:cubicBezTo>
                    <a:cubicBezTo>
                      <a:pt x="354621" y="90814"/>
                      <a:pt x="362780" y="88095"/>
                      <a:pt x="368219" y="85375"/>
                    </a:cubicBezTo>
                    <a:cubicBezTo>
                      <a:pt x="381818" y="82655"/>
                      <a:pt x="417173" y="79936"/>
                      <a:pt x="422613" y="79936"/>
                    </a:cubicBezTo>
                    <a:cubicBezTo>
                      <a:pt x="428052" y="79936"/>
                      <a:pt x="433491" y="79936"/>
                      <a:pt x="444370" y="79936"/>
                    </a:cubicBezTo>
                    <a:cubicBezTo>
                      <a:pt x="449809" y="74496"/>
                      <a:pt x="455248" y="71776"/>
                      <a:pt x="463407" y="71776"/>
                    </a:cubicBezTo>
                    <a:cubicBezTo>
                      <a:pt x="471566" y="71776"/>
                      <a:pt x="477006" y="74496"/>
                      <a:pt x="477006" y="79936"/>
                    </a:cubicBezTo>
                    <a:cubicBezTo>
                      <a:pt x="490604" y="82655"/>
                      <a:pt x="504202" y="79936"/>
                      <a:pt x="512361" y="79936"/>
                    </a:cubicBezTo>
                    <a:lnTo>
                      <a:pt x="512361" y="79936"/>
                    </a:lnTo>
                    <a:close/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5" name="Freeform: Shape 38">
                <a:extLst>
                  <a:ext uri="{FF2B5EF4-FFF2-40B4-BE49-F238E27FC236}">
                    <a16:creationId xmlns:a16="http://schemas.microsoft.com/office/drawing/2014/main" id="{F4FE84A7-24FC-4940-A925-0303F7F13143}"/>
                  </a:ext>
                </a:extLst>
              </p:cNvPr>
              <p:cNvSpPr/>
              <p:nvPr/>
            </p:nvSpPr>
            <p:spPr>
              <a:xfrm>
                <a:off x="2987430" y="4242177"/>
                <a:ext cx="494979" cy="674476"/>
              </a:xfrm>
              <a:custGeom>
                <a:avLst/>
                <a:gdLst>
                  <a:gd name="connsiteX0" fmla="*/ 228453 w 494979"/>
                  <a:gd name="connsiteY0" fmla="*/ 97907 h 674476"/>
                  <a:gd name="connsiteX1" fmla="*/ 212135 w 494979"/>
                  <a:gd name="connsiteY1" fmla="*/ 119665 h 674476"/>
                  <a:gd name="connsiteX2" fmla="*/ 203976 w 494979"/>
                  <a:gd name="connsiteY2" fmla="*/ 152300 h 674476"/>
                  <a:gd name="connsiteX3" fmla="*/ 201256 w 494979"/>
                  <a:gd name="connsiteY3" fmla="*/ 168618 h 674476"/>
                  <a:gd name="connsiteX4" fmla="*/ 198537 w 494979"/>
                  <a:gd name="connsiteY4" fmla="*/ 184936 h 674476"/>
                  <a:gd name="connsiteX5" fmla="*/ 190378 w 494979"/>
                  <a:gd name="connsiteY5" fmla="*/ 220292 h 674476"/>
                  <a:gd name="connsiteX6" fmla="*/ 171340 w 494979"/>
                  <a:gd name="connsiteY6" fmla="*/ 291003 h 674476"/>
                  <a:gd name="connsiteX7" fmla="*/ 163180 w 494979"/>
                  <a:gd name="connsiteY7" fmla="*/ 323639 h 674476"/>
                  <a:gd name="connsiteX8" fmla="*/ 152302 w 494979"/>
                  <a:gd name="connsiteY8" fmla="*/ 361714 h 674476"/>
                  <a:gd name="connsiteX9" fmla="*/ 146862 w 494979"/>
                  <a:gd name="connsiteY9" fmla="*/ 388910 h 674476"/>
                  <a:gd name="connsiteX10" fmla="*/ 152302 w 494979"/>
                  <a:gd name="connsiteY10" fmla="*/ 391630 h 674476"/>
                  <a:gd name="connsiteX11" fmla="*/ 174060 w 494979"/>
                  <a:gd name="connsiteY11" fmla="*/ 391630 h 674476"/>
                  <a:gd name="connsiteX12" fmla="*/ 195817 w 494979"/>
                  <a:gd name="connsiteY12" fmla="*/ 388910 h 674476"/>
                  <a:gd name="connsiteX13" fmla="*/ 214855 w 494979"/>
                  <a:gd name="connsiteY13" fmla="*/ 388910 h 674476"/>
                  <a:gd name="connsiteX14" fmla="*/ 239332 w 494979"/>
                  <a:gd name="connsiteY14" fmla="*/ 388910 h 674476"/>
                  <a:gd name="connsiteX15" fmla="*/ 252930 w 494979"/>
                  <a:gd name="connsiteY15" fmla="*/ 386191 h 674476"/>
                  <a:gd name="connsiteX16" fmla="*/ 261089 w 494979"/>
                  <a:gd name="connsiteY16" fmla="*/ 386191 h 674476"/>
                  <a:gd name="connsiteX17" fmla="*/ 258369 w 494979"/>
                  <a:gd name="connsiteY17" fmla="*/ 367153 h 674476"/>
                  <a:gd name="connsiteX18" fmla="*/ 252930 w 494979"/>
                  <a:gd name="connsiteY18" fmla="*/ 331797 h 674476"/>
                  <a:gd name="connsiteX19" fmla="*/ 250210 w 494979"/>
                  <a:gd name="connsiteY19" fmla="*/ 244769 h 674476"/>
                  <a:gd name="connsiteX20" fmla="*/ 244771 w 494979"/>
                  <a:gd name="connsiteY20" fmla="*/ 203974 h 674476"/>
                  <a:gd name="connsiteX21" fmla="*/ 239332 w 494979"/>
                  <a:gd name="connsiteY21" fmla="*/ 157740 h 674476"/>
                  <a:gd name="connsiteX22" fmla="*/ 236612 w 494979"/>
                  <a:gd name="connsiteY22" fmla="*/ 119665 h 674476"/>
                  <a:gd name="connsiteX23" fmla="*/ 228453 w 494979"/>
                  <a:gd name="connsiteY23" fmla="*/ 97907 h 674476"/>
                  <a:gd name="connsiteX24" fmla="*/ 274687 w 494979"/>
                  <a:gd name="connsiteY24" fmla="*/ 0 h 674476"/>
                  <a:gd name="connsiteX25" fmla="*/ 304603 w 494979"/>
                  <a:gd name="connsiteY25" fmla="*/ 5439 h 674476"/>
                  <a:gd name="connsiteX26" fmla="*/ 320921 w 494979"/>
                  <a:gd name="connsiteY26" fmla="*/ 24477 h 674476"/>
                  <a:gd name="connsiteX27" fmla="*/ 334519 w 494979"/>
                  <a:gd name="connsiteY27" fmla="*/ 43515 h 674476"/>
                  <a:gd name="connsiteX28" fmla="*/ 339959 w 494979"/>
                  <a:gd name="connsiteY28" fmla="*/ 65272 h 674476"/>
                  <a:gd name="connsiteX29" fmla="*/ 348118 w 494979"/>
                  <a:gd name="connsiteY29" fmla="*/ 114226 h 674476"/>
                  <a:gd name="connsiteX30" fmla="*/ 361716 w 494979"/>
                  <a:gd name="connsiteY30" fmla="*/ 163180 h 674476"/>
                  <a:gd name="connsiteX31" fmla="*/ 369875 w 494979"/>
                  <a:gd name="connsiteY31" fmla="*/ 220293 h 674476"/>
                  <a:gd name="connsiteX32" fmla="*/ 378034 w 494979"/>
                  <a:gd name="connsiteY32" fmla="*/ 274686 h 674476"/>
                  <a:gd name="connsiteX33" fmla="*/ 383473 w 494979"/>
                  <a:gd name="connsiteY33" fmla="*/ 301883 h 674476"/>
                  <a:gd name="connsiteX34" fmla="*/ 391632 w 494979"/>
                  <a:gd name="connsiteY34" fmla="*/ 337238 h 674476"/>
                  <a:gd name="connsiteX35" fmla="*/ 397071 w 494979"/>
                  <a:gd name="connsiteY35" fmla="*/ 364435 h 674476"/>
                  <a:gd name="connsiteX36" fmla="*/ 405230 w 494979"/>
                  <a:gd name="connsiteY36" fmla="*/ 383473 h 674476"/>
                  <a:gd name="connsiteX37" fmla="*/ 416109 w 494979"/>
                  <a:gd name="connsiteY37" fmla="*/ 386192 h 674476"/>
                  <a:gd name="connsiteX38" fmla="*/ 426988 w 494979"/>
                  <a:gd name="connsiteY38" fmla="*/ 386192 h 674476"/>
                  <a:gd name="connsiteX39" fmla="*/ 454184 w 494979"/>
                  <a:gd name="connsiteY39" fmla="*/ 397071 h 674476"/>
                  <a:gd name="connsiteX40" fmla="*/ 456904 w 494979"/>
                  <a:gd name="connsiteY40" fmla="*/ 405230 h 674476"/>
                  <a:gd name="connsiteX41" fmla="*/ 451465 w 494979"/>
                  <a:gd name="connsiteY41" fmla="*/ 416108 h 674476"/>
                  <a:gd name="connsiteX42" fmla="*/ 432427 w 494979"/>
                  <a:gd name="connsiteY42" fmla="*/ 429707 h 674476"/>
                  <a:gd name="connsiteX43" fmla="*/ 421548 w 494979"/>
                  <a:gd name="connsiteY43" fmla="*/ 432426 h 674476"/>
                  <a:gd name="connsiteX44" fmla="*/ 413389 w 494979"/>
                  <a:gd name="connsiteY44" fmla="*/ 435146 h 674476"/>
                  <a:gd name="connsiteX45" fmla="*/ 413389 w 494979"/>
                  <a:gd name="connsiteY45" fmla="*/ 440585 h 674476"/>
                  <a:gd name="connsiteX46" fmla="*/ 416109 w 494979"/>
                  <a:gd name="connsiteY46" fmla="*/ 451464 h 674476"/>
                  <a:gd name="connsiteX47" fmla="*/ 418829 w 494979"/>
                  <a:gd name="connsiteY47" fmla="*/ 465062 h 674476"/>
                  <a:gd name="connsiteX48" fmla="*/ 418829 w 494979"/>
                  <a:gd name="connsiteY48" fmla="*/ 475941 h 674476"/>
                  <a:gd name="connsiteX49" fmla="*/ 418829 w 494979"/>
                  <a:gd name="connsiteY49" fmla="*/ 486820 h 674476"/>
                  <a:gd name="connsiteX50" fmla="*/ 426988 w 494979"/>
                  <a:gd name="connsiteY50" fmla="*/ 516736 h 674476"/>
                  <a:gd name="connsiteX51" fmla="*/ 432427 w 494979"/>
                  <a:gd name="connsiteY51" fmla="*/ 543932 h 674476"/>
                  <a:gd name="connsiteX52" fmla="*/ 437866 w 494979"/>
                  <a:gd name="connsiteY52" fmla="*/ 573848 h 674476"/>
                  <a:gd name="connsiteX53" fmla="*/ 443306 w 494979"/>
                  <a:gd name="connsiteY53" fmla="*/ 606484 h 674476"/>
                  <a:gd name="connsiteX54" fmla="*/ 446025 w 494979"/>
                  <a:gd name="connsiteY54" fmla="*/ 617363 h 674476"/>
                  <a:gd name="connsiteX55" fmla="*/ 470502 w 494979"/>
                  <a:gd name="connsiteY55" fmla="*/ 617363 h 674476"/>
                  <a:gd name="connsiteX56" fmla="*/ 494979 w 494979"/>
                  <a:gd name="connsiteY56" fmla="*/ 641840 h 674476"/>
                  <a:gd name="connsiteX57" fmla="*/ 486820 w 494979"/>
                  <a:gd name="connsiteY57" fmla="*/ 655438 h 674476"/>
                  <a:gd name="connsiteX58" fmla="*/ 470502 w 494979"/>
                  <a:gd name="connsiteY58" fmla="*/ 663597 h 674476"/>
                  <a:gd name="connsiteX59" fmla="*/ 446025 w 494979"/>
                  <a:gd name="connsiteY59" fmla="*/ 666317 h 674476"/>
                  <a:gd name="connsiteX60" fmla="*/ 424268 w 494979"/>
                  <a:gd name="connsiteY60" fmla="*/ 666317 h 674476"/>
                  <a:gd name="connsiteX61" fmla="*/ 416109 w 494979"/>
                  <a:gd name="connsiteY61" fmla="*/ 666317 h 674476"/>
                  <a:gd name="connsiteX62" fmla="*/ 402511 w 494979"/>
                  <a:gd name="connsiteY62" fmla="*/ 671756 h 674476"/>
                  <a:gd name="connsiteX63" fmla="*/ 386193 w 494979"/>
                  <a:gd name="connsiteY63" fmla="*/ 674476 h 674476"/>
                  <a:gd name="connsiteX64" fmla="*/ 350837 w 494979"/>
                  <a:gd name="connsiteY64" fmla="*/ 669036 h 674476"/>
                  <a:gd name="connsiteX65" fmla="*/ 329080 w 494979"/>
                  <a:gd name="connsiteY65" fmla="*/ 669036 h 674476"/>
                  <a:gd name="connsiteX66" fmla="*/ 280126 w 494979"/>
                  <a:gd name="connsiteY66" fmla="*/ 669036 h 674476"/>
                  <a:gd name="connsiteX67" fmla="*/ 255649 w 494979"/>
                  <a:gd name="connsiteY67" fmla="*/ 663597 h 674476"/>
                  <a:gd name="connsiteX68" fmla="*/ 239331 w 494979"/>
                  <a:gd name="connsiteY68" fmla="*/ 647279 h 674476"/>
                  <a:gd name="connsiteX69" fmla="*/ 263808 w 494979"/>
                  <a:gd name="connsiteY69" fmla="*/ 630961 h 674476"/>
                  <a:gd name="connsiteX70" fmla="*/ 291005 w 494979"/>
                  <a:gd name="connsiteY70" fmla="*/ 628241 h 674476"/>
                  <a:gd name="connsiteX71" fmla="*/ 288285 w 494979"/>
                  <a:gd name="connsiteY71" fmla="*/ 609204 h 674476"/>
                  <a:gd name="connsiteX72" fmla="*/ 285565 w 494979"/>
                  <a:gd name="connsiteY72" fmla="*/ 582007 h 674476"/>
                  <a:gd name="connsiteX73" fmla="*/ 282846 w 494979"/>
                  <a:gd name="connsiteY73" fmla="*/ 568409 h 674476"/>
                  <a:gd name="connsiteX74" fmla="*/ 285565 w 494979"/>
                  <a:gd name="connsiteY74" fmla="*/ 554811 h 674476"/>
                  <a:gd name="connsiteX75" fmla="*/ 280126 w 494979"/>
                  <a:gd name="connsiteY75" fmla="*/ 538493 h 674476"/>
                  <a:gd name="connsiteX76" fmla="*/ 274687 w 494979"/>
                  <a:gd name="connsiteY76" fmla="*/ 505857 h 674476"/>
                  <a:gd name="connsiteX77" fmla="*/ 271967 w 494979"/>
                  <a:gd name="connsiteY77" fmla="*/ 478660 h 674476"/>
                  <a:gd name="connsiteX78" fmla="*/ 269247 w 494979"/>
                  <a:gd name="connsiteY78" fmla="*/ 446025 h 674476"/>
                  <a:gd name="connsiteX79" fmla="*/ 263808 w 494979"/>
                  <a:gd name="connsiteY79" fmla="*/ 437866 h 674476"/>
                  <a:gd name="connsiteX80" fmla="*/ 252929 w 494979"/>
                  <a:gd name="connsiteY80" fmla="*/ 437866 h 674476"/>
                  <a:gd name="connsiteX81" fmla="*/ 223013 w 494979"/>
                  <a:gd name="connsiteY81" fmla="*/ 440585 h 674476"/>
                  <a:gd name="connsiteX82" fmla="*/ 193097 w 494979"/>
                  <a:gd name="connsiteY82" fmla="*/ 443305 h 674476"/>
                  <a:gd name="connsiteX83" fmla="*/ 168620 w 494979"/>
                  <a:gd name="connsiteY83" fmla="*/ 443305 h 674476"/>
                  <a:gd name="connsiteX84" fmla="*/ 146862 w 494979"/>
                  <a:gd name="connsiteY84" fmla="*/ 440585 h 674476"/>
                  <a:gd name="connsiteX85" fmla="*/ 138703 w 494979"/>
                  <a:gd name="connsiteY85" fmla="*/ 454184 h 674476"/>
                  <a:gd name="connsiteX86" fmla="*/ 133263 w 494979"/>
                  <a:gd name="connsiteY86" fmla="*/ 486820 h 674476"/>
                  <a:gd name="connsiteX87" fmla="*/ 122385 w 494979"/>
                  <a:gd name="connsiteY87" fmla="*/ 541213 h 674476"/>
                  <a:gd name="connsiteX88" fmla="*/ 106067 w 494979"/>
                  <a:gd name="connsiteY88" fmla="*/ 614643 h 674476"/>
                  <a:gd name="connsiteX89" fmla="*/ 135983 w 494979"/>
                  <a:gd name="connsiteY89" fmla="*/ 614643 h 674476"/>
                  <a:gd name="connsiteX90" fmla="*/ 171340 w 494979"/>
                  <a:gd name="connsiteY90" fmla="*/ 630961 h 674476"/>
                  <a:gd name="connsiteX91" fmla="*/ 165900 w 494979"/>
                  <a:gd name="connsiteY91" fmla="*/ 647279 h 674476"/>
                  <a:gd name="connsiteX92" fmla="*/ 149581 w 494979"/>
                  <a:gd name="connsiteY92" fmla="*/ 655438 h 674476"/>
                  <a:gd name="connsiteX93" fmla="*/ 127824 w 494979"/>
                  <a:gd name="connsiteY93" fmla="*/ 658158 h 674476"/>
                  <a:gd name="connsiteX94" fmla="*/ 106067 w 494979"/>
                  <a:gd name="connsiteY94" fmla="*/ 658158 h 674476"/>
                  <a:gd name="connsiteX95" fmla="*/ 62552 w 494979"/>
                  <a:gd name="connsiteY95" fmla="*/ 658158 h 674476"/>
                  <a:gd name="connsiteX96" fmla="*/ 40795 w 494979"/>
                  <a:gd name="connsiteY96" fmla="*/ 658158 h 674476"/>
                  <a:gd name="connsiteX97" fmla="*/ 16318 w 494979"/>
                  <a:gd name="connsiteY97" fmla="*/ 652718 h 674476"/>
                  <a:gd name="connsiteX98" fmla="*/ 0 w 494979"/>
                  <a:gd name="connsiteY98" fmla="*/ 636401 h 674476"/>
                  <a:gd name="connsiteX99" fmla="*/ 2720 w 494979"/>
                  <a:gd name="connsiteY99" fmla="*/ 628241 h 674476"/>
                  <a:gd name="connsiteX100" fmla="*/ 24477 w 494979"/>
                  <a:gd name="connsiteY100" fmla="*/ 620082 h 674476"/>
                  <a:gd name="connsiteX101" fmla="*/ 62552 w 494979"/>
                  <a:gd name="connsiteY101" fmla="*/ 617363 h 674476"/>
                  <a:gd name="connsiteX102" fmla="*/ 62552 w 494979"/>
                  <a:gd name="connsiteY102" fmla="*/ 614643 h 674476"/>
                  <a:gd name="connsiteX103" fmla="*/ 65272 w 494979"/>
                  <a:gd name="connsiteY103" fmla="*/ 587447 h 674476"/>
                  <a:gd name="connsiteX104" fmla="*/ 76151 w 494979"/>
                  <a:gd name="connsiteY104" fmla="*/ 522175 h 674476"/>
                  <a:gd name="connsiteX105" fmla="*/ 87029 w 494979"/>
                  <a:gd name="connsiteY105" fmla="*/ 470501 h 674476"/>
                  <a:gd name="connsiteX106" fmla="*/ 92469 w 494979"/>
                  <a:gd name="connsiteY106" fmla="*/ 446025 h 674476"/>
                  <a:gd name="connsiteX107" fmla="*/ 65272 w 494979"/>
                  <a:gd name="connsiteY107" fmla="*/ 432426 h 674476"/>
                  <a:gd name="connsiteX108" fmla="*/ 54393 w 494979"/>
                  <a:gd name="connsiteY108" fmla="*/ 421548 h 674476"/>
                  <a:gd name="connsiteX109" fmla="*/ 73431 w 494979"/>
                  <a:gd name="connsiteY109" fmla="*/ 407949 h 674476"/>
                  <a:gd name="connsiteX110" fmla="*/ 100628 w 494979"/>
                  <a:gd name="connsiteY110" fmla="*/ 399790 h 674476"/>
                  <a:gd name="connsiteX111" fmla="*/ 108787 w 494979"/>
                  <a:gd name="connsiteY111" fmla="*/ 369874 h 674476"/>
                  <a:gd name="connsiteX112" fmla="*/ 125105 w 494979"/>
                  <a:gd name="connsiteY112" fmla="*/ 307322 h 674476"/>
                  <a:gd name="connsiteX113" fmla="*/ 141423 w 494979"/>
                  <a:gd name="connsiteY113" fmla="*/ 242051 h 674476"/>
                  <a:gd name="connsiteX114" fmla="*/ 155021 w 494979"/>
                  <a:gd name="connsiteY114" fmla="*/ 179498 h 674476"/>
                  <a:gd name="connsiteX115" fmla="*/ 168620 w 494979"/>
                  <a:gd name="connsiteY115" fmla="*/ 119665 h 674476"/>
                  <a:gd name="connsiteX116" fmla="*/ 193097 w 494979"/>
                  <a:gd name="connsiteY116" fmla="*/ 57113 h 674476"/>
                  <a:gd name="connsiteX117" fmla="*/ 201256 w 494979"/>
                  <a:gd name="connsiteY117" fmla="*/ 38075 h 674476"/>
                  <a:gd name="connsiteX118" fmla="*/ 217574 w 494979"/>
                  <a:gd name="connsiteY118" fmla="*/ 13598 h 674476"/>
                  <a:gd name="connsiteX119" fmla="*/ 274687 w 494979"/>
                  <a:gd name="connsiteY119" fmla="*/ 0 h 674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</a:cxnLst>
                <a:rect l="l" t="t" r="r" b="b"/>
                <a:pathLst>
                  <a:path w="494979" h="674476">
                    <a:moveTo>
                      <a:pt x="228453" y="97907"/>
                    </a:moveTo>
                    <a:cubicBezTo>
                      <a:pt x="220294" y="97907"/>
                      <a:pt x="212135" y="114225"/>
                      <a:pt x="212135" y="119665"/>
                    </a:cubicBezTo>
                    <a:cubicBezTo>
                      <a:pt x="209415" y="130543"/>
                      <a:pt x="206696" y="144141"/>
                      <a:pt x="203976" y="152300"/>
                    </a:cubicBezTo>
                    <a:cubicBezTo>
                      <a:pt x="201256" y="157740"/>
                      <a:pt x="201256" y="163179"/>
                      <a:pt x="201256" y="168618"/>
                    </a:cubicBezTo>
                    <a:cubicBezTo>
                      <a:pt x="201256" y="174058"/>
                      <a:pt x="198537" y="179497"/>
                      <a:pt x="198537" y="184936"/>
                    </a:cubicBezTo>
                    <a:cubicBezTo>
                      <a:pt x="195817" y="195815"/>
                      <a:pt x="193097" y="209413"/>
                      <a:pt x="190378" y="220292"/>
                    </a:cubicBezTo>
                    <a:cubicBezTo>
                      <a:pt x="187658" y="244769"/>
                      <a:pt x="179499" y="269246"/>
                      <a:pt x="171340" y="291003"/>
                    </a:cubicBezTo>
                    <a:cubicBezTo>
                      <a:pt x="168620" y="301881"/>
                      <a:pt x="165900" y="312760"/>
                      <a:pt x="163180" y="323639"/>
                    </a:cubicBezTo>
                    <a:cubicBezTo>
                      <a:pt x="160461" y="337237"/>
                      <a:pt x="157741" y="348115"/>
                      <a:pt x="152302" y="361714"/>
                    </a:cubicBezTo>
                    <a:cubicBezTo>
                      <a:pt x="149582" y="367153"/>
                      <a:pt x="146862" y="383471"/>
                      <a:pt x="146862" y="388910"/>
                    </a:cubicBezTo>
                    <a:cubicBezTo>
                      <a:pt x="146862" y="391630"/>
                      <a:pt x="149582" y="391630"/>
                      <a:pt x="152302" y="391630"/>
                    </a:cubicBezTo>
                    <a:cubicBezTo>
                      <a:pt x="157741" y="391630"/>
                      <a:pt x="171340" y="391630"/>
                      <a:pt x="174060" y="391630"/>
                    </a:cubicBezTo>
                    <a:cubicBezTo>
                      <a:pt x="182219" y="391630"/>
                      <a:pt x="190378" y="391630"/>
                      <a:pt x="195817" y="388910"/>
                    </a:cubicBezTo>
                    <a:cubicBezTo>
                      <a:pt x="201256" y="388910"/>
                      <a:pt x="206696" y="388910"/>
                      <a:pt x="214855" y="388910"/>
                    </a:cubicBezTo>
                    <a:cubicBezTo>
                      <a:pt x="220294" y="388910"/>
                      <a:pt x="228453" y="388910"/>
                      <a:pt x="239332" y="388910"/>
                    </a:cubicBezTo>
                    <a:cubicBezTo>
                      <a:pt x="244771" y="388910"/>
                      <a:pt x="250210" y="388910"/>
                      <a:pt x="252930" y="386191"/>
                    </a:cubicBezTo>
                    <a:cubicBezTo>
                      <a:pt x="258369" y="391630"/>
                      <a:pt x="261089" y="388910"/>
                      <a:pt x="261089" y="386191"/>
                    </a:cubicBezTo>
                    <a:cubicBezTo>
                      <a:pt x="261089" y="380751"/>
                      <a:pt x="258369" y="372592"/>
                      <a:pt x="258369" y="367153"/>
                    </a:cubicBezTo>
                    <a:cubicBezTo>
                      <a:pt x="255650" y="353555"/>
                      <a:pt x="252930" y="342676"/>
                      <a:pt x="252930" y="331797"/>
                    </a:cubicBezTo>
                    <a:cubicBezTo>
                      <a:pt x="252930" y="301881"/>
                      <a:pt x="252930" y="274685"/>
                      <a:pt x="250210" y="244769"/>
                    </a:cubicBezTo>
                    <a:cubicBezTo>
                      <a:pt x="250210" y="231170"/>
                      <a:pt x="247491" y="217572"/>
                      <a:pt x="244771" y="203974"/>
                    </a:cubicBezTo>
                    <a:cubicBezTo>
                      <a:pt x="242051" y="187656"/>
                      <a:pt x="239332" y="174058"/>
                      <a:pt x="239332" y="157740"/>
                    </a:cubicBezTo>
                    <a:cubicBezTo>
                      <a:pt x="239332" y="152300"/>
                      <a:pt x="239332" y="133263"/>
                      <a:pt x="236612" y="119665"/>
                    </a:cubicBezTo>
                    <a:cubicBezTo>
                      <a:pt x="236612" y="106066"/>
                      <a:pt x="233892" y="97907"/>
                      <a:pt x="228453" y="97907"/>
                    </a:cubicBezTo>
                    <a:close/>
                    <a:moveTo>
                      <a:pt x="274687" y="0"/>
                    </a:moveTo>
                    <a:cubicBezTo>
                      <a:pt x="288285" y="0"/>
                      <a:pt x="293724" y="2720"/>
                      <a:pt x="304603" y="5439"/>
                    </a:cubicBezTo>
                    <a:cubicBezTo>
                      <a:pt x="315482" y="10879"/>
                      <a:pt x="315482" y="16318"/>
                      <a:pt x="320921" y="24477"/>
                    </a:cubicBezTo>
                    <a:cubicBezTo>
                      <a:pt x="326360" y="29916"/>
                      <a:pt x="331800" y="35356"/>
                      <a:pt x="334519" y="43515"/>
                    </a:cubicBezTo>
                    <a:cubicBezTo>
                      <a:pt x="337239" y="51674"/>
                      <a:pt x="337239" y="57113"/>
                      <a:pt x="339959" y="65272"/>
                    </a:cubicBezTo>
                    <a:cubicBezTo>
                      <a:pt x="345398" y="78870"/>
                      <a:pt x="342678" y="97908"/>
                      <a:pt x="348118" y="114226"/>
                    </a:cubicBezTo>
                    <a:cubicBezTo>
                      <a:pt x="350837" y="130544"/>
                      <a:pt x="358996" y="146863"/>
                      <a:pt x="361716" y="163180"/>
                    </a:cubicBezTo>
                    <a:cubicBezTo>
                      <a:pt x="364435" y="182218"/>
                      <a:pt x="364435" y="201256"/>
                      <a:pt x="369875" y="220293"/>
                    </a:cubicBezTo>
                    <a:cubicBezTo>
                      <a:pt x="375314" y="239331"/>
                      <a:pt x="378034" y="255649"/>
                      <a:pt x="378034" y="274686"/>
                    </a:cubicBezTo>
                    <a:cubicBezTo>
                      <a:pt x="378034" y="282845"/>
                      <a:pt x="380753" y="293724"/>
                      <a:pt x="383473" y="301883"/>
                    </a:cubicBezTo>
                    <a:cubicBezTo>
                      <a:pt x="386193" y="312762"/>
                      <a:pt x="388912" y="326360"/>
                      <a:pt x="391632" y="337238"/>
                    </a:cubicBezTo>
                    <a:cubicBezTo>
                      <a:pt x="391632" y="342678"/>
                      <a:pt x="394352" y="353556"/>
                      <a:pt x="397071" y="364435"/>
                    </a:cubicBezTo>
                    <a:cubicBezTo>
                      <a:pt x="399791" y="372594"/>
                      <a:pt x="402511" y="380753"/>
                      <a:pt x="405230" y="383473"/>
                    </a:cubicBezTo>
                    <a:cubicBezTo>
                      <a:pt x="407950" y="386192"/>
                      <a:pt x="413389" y="386192"/>
                      <a:pt x="416109" y="386192"/>
                    </a:cubicBezTo>
                    <a:cubicBezTo>
                      <a:pt x="418829" y="386192"/>
                      <a:pt x="424268" y="386192"/>
                      <a:pt x="426988" y="386192"/>
                    </a:cubicBezTo>
                    <a:cubicBezTo>
                      <a:pt x="437866" y="386192"/>
                      <a:pt x="448745" y="388912"/>
                      <a:pt x="454184" y="397071"/>
                    </a:cubicBezTo>
                    <a:cubicBezTo>
                      <a:pt x="456904" y="399790"/>
                      <a:pt x="456904" y="402510"/>
                      <a:pt x="456904" y="405230"/>
                    </a:cubicBezTo>
                    <a:cubicBezTo>
                      <a:pt x="456904" y="407949"/>
                      <a:pt x="454184" y="410669"/>
                      <a:pt x="451465" y="416108"/>
                    </a:cubicBezTo>
                    <a:cubicBezTo>
                      <a:pt x="446025" y="421548"/>
                      <a:pt x="440586" y="426987"/>
                      <a:pt x="432427" y="429707"/>
                    </a:cubicBezTo>
                    <a:cubicBezTo>
                      <a:pt x="429707" y="429707"/>
                      <a:pt x="426988" y="432426"/>
                      <a:pt x="421548" y="432426"/>
                    </a:cubicBezTo>
                    <a:cubicBezTo>
                      <a:pt x="418829" y="432426"/>
                      <a:pt x="416109" y="432426"/>
                      <a:pt x="413389" y="435146"/>
                    </a:cubicBezTo>
                    <a:cubicBezTo>
                      <a:pt x="413389" y="435146"/>
                      <a:pt x="413389" y="437866"/>
                      <a:pt x="413389" y="440585"/>
                    </a:cubicBezTo>
                    <a:cubicBezTo>
                      <a:pt x="413389" y="443305"/>
                      <a:pt x="413389" y="448744"/>
                      <a:pt x="416109" y="451464"/>
                    </a:cubicBezTo>
                    <a:cubicBezTo>
                      <a:pt x="416109" y="456903"/>
                      <a:pt x="418829" y="462343"/>
                      <a:pt x="418829" y="465062"/>
                    </a:cubicBezTo>
                    <a:lnTo>
                      <a:pt x="418829" y="475941"/>
                    </a:lnTo>
                    <a:cubicBezTo>
                      <a:pt x="418829" y="481380"/>
                      <a:pt x="418829" y="484100"/>
                      <a:pt x="418829" y="486820"/>
                    </a:cubicBezTo>
                    <a:cubicBezTo>
                      <a:pt x="421548" y="497698"/>
                      <a:pt x="424268" y="505857"/>
                      <a:pt x="426988" y="516736"/>
                    </a:cubicBezTo>
                    <a:cubicBezTo>
                      <a:pt x="426988" y="524895"/>
                      <a:pt x="429707" y="535773"/>
                      <a:pt x="432427" y="543932"/>
                    </a:cubicBezTo>
                    <a:cubicBezTo>
                      <a:pt x="435147" y="554811"/>
                      <a:pt x="437866" y="562970"/>
                      <a:pt x="437866" y="573848"/>
                    </a:cubicBezTo>
                    <a:cubicBezTo>
                      <a:pt x="437866" y="587447"/>
                      <a:pt x="440586" y="595606"/>
                      <a:pt x="443306" y="606484"/>
                    </a:cubicBezTo>
                    <a:cubicBezTo>
                      <a:pt x="443306" y="609204"/>
                      <a:pt x="446025" y="614643"/>
                      <a:pt x="446025" y="617363"/>
                    </a:cubicBezTo>
                    <a:cubicBezTo>
                      <a:pt x="454184" y="617363"/>
                      <a:pt x="462343" y="617363"/>
                      <a:pt x="470502" y="617363"/>
                    </a:cubicBezTo>
                    <a:cubicBezTo>
                      <a:pt x="478661" y="625522"/>
                      <a:pt x="492259" y="630961"/>
                      <a:pt x="494979" y="641840"/>
                    </a:cubicBezTo>
                    <a:cubicBezTo>
                      <a:pt x="494979" y="647279"/>
                      <a:pt x="489540" y="649999"/>
                      <a:pt x="486820" y="655438"/>
                    </a:cubicBezTo>
                    <a:cubicBezTo>
                      <a:pt x="484100" y="660877"/>
                      <a:pt x="475942" y="663597"/>
                      <a:pt x="470502" y="663597"/>
                    </a:cubicBezTo>
                    <a:cubicBezTo>
                      <a:pt x="459623" y="666317"/>
                      <a:pt x="454184" y="666317"/>
                      <a:pt x="446025" y="666317"/>
                    </a:cubicBezTo>
                    <a:cubicBezTo>
                      <a:pt x="440586" y="666317"/>
                      <a:pt x="432427" y="666317"/>
                      <a:pt x="424268" y="666317"/>
                    </a:cubicBezTo>
                    <a:cubicBezTo>
                      <a:pt x="421548" y="666317"/>
                      <a:pt x="418829" y="666317"/>
                      <a:pt x="416109" y="666317"/>
                    </a:cubicBezTo>
                    <a:cubicBezTo>
                      <a:pt x="410670" y="669036"/>
                      <a:pt x="407950" y="669036"/>
                      <a:pt x="402511" y="671756"/>
                    </a:cubicBezTo>
                    <a:cubicBezTo>
                      <a:pt x="397071" y="671756"/>
                      <a:pt x="391632" y="674476"/>
                      <a:pt x="386193" y="674476"/>
                    </a:cubicBezTo>
                    <a:cubicBezTo>
                      <a:pt x="375314" y="674476"/>
                      <a:pt x="361716" y="671756"/>
                      <a:pt x="350837" y="669036"/>
                    </a:cubicBezTo>
                    <a:cubicBezTo>
                      <a:pt x="342678" y="669036"/>
                      <a:pt x="334519" y="669036"/>
                      <a:pt x="329080" y="669036"/>
                    </a:cubicBezTo>
                    <a:cubicBezTo>
                      <a:pt x="307323" y="669036"/>
                      <a:pt x="288285" y="669036"/>
                      <a:pt x="280126" y="669036"/>
                    </a:cubicBezTo>
                    <a:cubicBezTo>
                      <a:pt x="271967" y="669036"/>
                      <a:pt x="261088" y="669036"/>
                      <a:pt x="255649" y="663597"/>
                    </a:cubicBezTo>
                    <a:cubicBezTo>
                      <a:pt x="250210" y="660877"/>
                      <a:pt x="239331" y="655438"/>
                      <a:pt x="239331" y="647279"/>
                    </a:cubicBezTo>
                    <a:cubicBezTo>
                      <a:pt x="239331" y="636401"/>
                      <a:pt x="255649" y="633681"/>
                      <a:pt x="263808" y="630961"/>
                    </a:cubicBezTo>
                    <a:cubicBezTo>
                      <a:pt x="269247" y="630961"/>
                      <a:pt x="277406" y="630961"/>
                      <a:pt x="291005" y="628241"/>
                    </a:cubicBezTo>
                    <a:cubicBezTo>
                      <a:pt x="291005" y="620082"/>
                      <a:pt x="291005" y="614643"/>
                      <a:pt x="288285" y="609204"/>
                    </a:cubicBezTo>
                    <a:cubicBezTo>
                      <a:pt x="288285" y="601045"/>
                      <a:pt x="285565" y="590166"/>
                      <a:pt x="285565" y="582007"/>
                    </a:cubicBezTo>
                    <a:cubicBezTo>
                      <a:pt x="285565" y="576568"/>
                      <a:pt x="282846" y="573848"/>
                      <a:pt x="282846" y="568409"/>
                    </a:cubicBezTo>
                    <a:cubicBezTo>
                      <a:pt x="282846" y="562970"/>
                      <a:pt x="285565" y="557531"/>
                      <a:pt x="285565" y="554811"/>
                    </a:cubicBezTo>
                    <a:cubicBezTo>
                      <a:pt x="285565" y="549371"/>
                      <a:pt x="282846" y="546652"/>
                      <a:pt x="280126" y="538493"/>
                    </a:cubicBezTo>
                    <a:cubicBezTo>
                      <a:pt x="280126" y="527614"/>
                      <a:pt x="274687" y="516736"/>
                      <a:pt x="274687" y="505857"/>
                    </a:cubicBezTo>
                    <a:cubicBezTo>
                      <a:pt x="274687" y="494978"/>
                      <a:pt x="274687" y="486820"/>
                      <a:pt x="271967" y="478660"/>
                    </a:cubicBezTo>
                    <a:cubicBezTo>
                      <a:pt x="269247" y="467782"/>
                      <a:pt x="269247" y="456903"/>
                      <a:pt x="269247" y="446025"/>
                    </a:cubicBezTo>
                    <a:cubicBezTo>
                      <a:pt x="269247" y="440585"/>
                      <a:pt x="266528" y="437866"/>
                      <a:pt x="263808" y="437866"/>
                    </a:cubicBezTo>
                    <a:cubicBezTo>
                      <a:pt x="261088" y="437866"/>
                      <a:pt x="258369" y="437866"/>
                      <a:pt x="252929" y="437866"/>
                    </a:cubicBezTo>
                    <a:cubicBezTo>
                      <a:pt x="242051" y="437866"/>
                      <a:pt x="231172" y="437866"/>
                      <a:pt x="223013" y="440585"/>
                    </a:cubicBezTo>
                    <a:cubicBezTo>
                      <a:pt x="212135" y="440585"/>
                      <a:pt x="203976" y="443305"/>
                      <a:pt x="193097" y="443305"/>
                    </a:cubicBezTo>
                    <a:cubicBezTo>
                      <a:pt x="184938" y="443305"/>
                      <a:pt x="176779" y="443305"/>
                      <a:pt x="168620" y="443305"/>
                    </a:cubicBezTo>
                    <a:cubicBezTo>
                      <a:pt x="165900" y="443305"/>
                      <a:pt x="155021" y="440585"/>
                      <a:pt x="146862" y="440585"/>
                    </a:cubicBezTo>
                    <a:cubicBezTo>
                      <a:pt x="138703" y="440585"/>
                      <a:pt x="138703" y="448744"/>
                      <a:pt x="138703" y="454184"/>
                    </a:cubicBezTo>
                    <a:cubicBezTo>
                      <a:pt x="138703" y="465062"/>
                      <a:pt x="135983" y="475941"/>
                      <a:pt x="133263" y="486820"/>
                    </a:cubicBezTo>
                    <a:cubicBezTo>
                      <a:pt x="130544" y="505857"/>
                      <a:pt x="125105" y="522175"/>
                      <a:pt x="122385" y="541213"/>
                    </a:cubicBezTo>
                    <a:cubicBezTo>
                      <a:pt x="119665" y="560250"/>
                      <a:pt x="111506" y="595606"/>
                      <a:pt x="106067" y="614643"/>
                    </a:cubicBezTo>
                    <a:cubicBezTo>
                      <a:pt x="114226" y="614643"/>
                      <a:pt x="125105" y="614643"/>
                      <a:pt x="135983" y="614643"/>
                    </a:cubicBezTo>
                    <a:cubicBezTo>
                      <a:pt x="149581" y="614643"/>
                      <a:pt x="171340" y="614643"/>
                      <a:pt x="171340" y="630961"/>
                    </a:cubicBezTo>
                    <a:cubicBezTo>
                      <a:pt x="171340" y="639120"/>
                      <a:pt x="168620" y="639120"/>
                      <a:pt x="165900" y="647279"/>
                    </a:cubicBezTo>
                    <a:cubicBezTo>
                      <a:pt x="163181" y="652718"/>
                      <a:pt x="155021" y="655438"/>
                      <a:pt x="149581" y="655438"/>
                    </a:cubicBezTo>
                    <a:cubicBezTo>
                      <a:pt x="141423" y="658158"/>
                      <a:pt x="135983" y="658158"/>
                      <a:pt x="127824" y="658158"/>
                    </a:cubicBezTo>
                    <a:cubicBezTo>
                      <a:pt x="122385" y="658158"/>
                      <a:pt x="116946" y="658158"/>
                      <a:pt x="106067" y="658158"/>
                    </a:cubicBezTo>
                    <a:cubicBezTo>
                      <a:pt x="92469" y="658158"/>
                      <a:pt x="78870" y="658158"/>
                      <a:pt x="62552" y="658158"/>
                    </a:cubicBezTo>
                    <a:cubicBezTo>
                      <a:pt x="54393" y="658158"/>
                      <a:pt x="46234" y="658158"/>
                      <a:pt x="40795" y="658158"/>
                    </a:cubicBezTo>
                    <a:cubicBezTo>
                      <a:pt x="32636" y="658158"/>
                      <a:pt x="21758" y="658158"/>
                      <a:pt x="16318" y="652718"/>
                    </a:cubicBezTo>
                    <a:cubicBezTo>
                      <a:pt x="8159" y="649999"/>
                      <a:pt x="0" y="641840"/>
                      <a:pt x="0" y="636401"/>
                    </a:cubicBezTo>
                    <a:cubicBezTo>
                      <a:pt x="0" y="633681"/>
                      <a:pt x="0" y="630961"/>
                      <a:pt x="2720" y="628241"/>
                    </a:cubicBezTo>
                    <a:cubicBezTo>
                      <a:pt x="8159" y="625522"/>
                      <a:pt x="16318" y="622802"/>
                      <a:pt x="24477" y="620082"/>
                    </a:cubicBezTo>
                    <a:cubicBezTo>
                      <a:pt x="38075" y="617363"/>
                      <a:pt x="48954" y="617363"/>
                      <a:pt x="62552" y="617363"/>
                    </a:cubicBezTo>
                    <a:cubicBezTo>
                      <a:pt x="62552" y="617363"/>
                      <a:pt x="62552" y="614643"/>
                      <a:pt x="62552" y="614643"/>
                    </a:cubicBezTo>
                    <a:cubicBezTo>
                      <a:pt x="62552" y="603765"/>
                      <a:pt x="65272" y="590166"/>
                      <a:pt x="65272" y="587447"/>
                    </a:cubicBezTo>
                    <a:cubicBezTo>
                      <a:pt x="67992" y="565689"/>
                      <a:pt x="73431" y="543932"/>
                      <a:pt x="76151" y="522175"/>
                    </a:cubicBezTo>
                    <a:cubicBezTo>
                      <a:pt x="78870" y="505857"/>
                      <a:pt x="81590" y="486820"/>
                      <a:pt x="87029" y="470501"/>
                    </a:cubicBezTo>
                    <a:cubicBezTo>
                      <a:pt x="87029" y="465062"/>
                      <a:pt x="92469" y="451464"/>
                      <a:pt x="92469" y="446025"/>
                    </a:cubicBezTo>
                    <a:cubicBezTo>
                      <a:pt x="92469" y="437866"/>
                      <a:pt x="73431" y="437866"/>
                      <a:pt x="65272" y="432426"/>
                    </a:cubicBezTo>
                    <a:cubicBezTo>
                      <a:pt x="59833" y="429707"/>
                      <a:pt x="54393" y="426987"/>
                      <a:pt x="54393" y="421548"/>
                    </a:cubicBezTo>
                    <a:cubicBezTo>
                      <a:pt x="54393" y="413389"/>
                      <a:pt x="62552" y="410669"/>
                      <a:pt x="73431" y="407949"/>
                    </a:cubicBezTo>
                    <a:cubicBezTo>
                      <a:pt x="78870" y="407949"/>
                      <a:pt x="92469" y="405230"/>
                      <a:pt x="100628" y="399790"/>
                    </a:cubicBezTo>
                    <a:cubicBezTo>
                      <a:pt x="106067" y="394351"/>
                      <a:pt x="106067" y="378033"/>
                      <a:pt x="108787" y="369874"/>
                    </a:cubicBezTo>
                    <a:cubicBezTo>
                      <a:pt x="114226" y="348117"/>
                      <a:pt x="119665" y="326360"/>
                      <a:pt x="125105" y="307322"/>
                    </a:cubicBezTo>
                    <a:cubicBezTo>
                      <a:pt x="130544" y="285565"/>
                      <a:pt x="135983" y="263808"/>
                      <a:pt x="141423" y="242051"/>
                    </a:cubicBezTo>
                    <a:cubicBezTo>
                      <a:pt x="146862" y="220293"/>
                      <a:pt x="152301" y="198536"/>
                      <a:pt x="155021" y="179498"/>
                    </a:cubicBezTo>
                    <a:cubicBezTo>
                      <a:pt x="157740" y="160461"/>
                      <a:pt x="163181" y="138703"/>
                      <a:pt x="168620" y="119665"/>
                    </a:cubicBezTo>
                    <a:cubicBezTo>
                      <a:pt x="176779" y="100627"/>
                      <a:pt x="182218" y="76150"/>
                      <a:pt x="193097" y="57113"/>
                    </a:cubicBezTo>
                    <a:lnTo>
                      <a:pt x="201256" y="38075"/>
                    </a:lnTo>
                    <a:cubicBezTo>
                      <a:pt x="206695" y="29916"/>
                      <a:pt x="209415" y="19038"/>
                      <a:pt x="217574" y="13598"/>
                    </a:cubicBezTo>
                    <a:cubicBezTo>
                      <a:pt x="231172" y="2720"/>
                      <a:pt x="255649" y="0"/>
                      <a:pt x="274687" y="0"/>
                    </a:cubicBezTo>
                    <a:close/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6" name="Freeform: Shape 39">
                <a:extLst>
                  <a:ext uri="{FF2B5EF4-FFF2-40B4-BE49-F238E27FC236}">
                    <a16:creationId xmlns:a16="http://schemas.microsoft.com/office/drawing/2014/main" id="{2A6F97ED-3098-D24A-AB3F-57F3BA330786}"/>
                  </a:ext>
                </a:extLst>
              </p:cNvPr>
              <p:cNvSpPr/>
              <p:nvPr/>
            </p:nvSpPr>
            <p:spPr>
              <a:xfrm>
                <a:off x="3443268" y="4186718"/>
                <a:ext cx="435145" cy="761503"/>
              </a:xfrm>
              <a:custGeom>
                <a:avLst/>
                <a:gdLst>
                  <a:gd name="connsiteX0" fmla="*/ 400855 w 435145"/>
                  <a:gd name="connsiteY0" fmla="*/ 678260 h 761503"/>
                  <a:gd name="connsiteX1" fmla="*/ 384537 w 435145"/>
                  <a:gd name="connsiteY1" fmla="*/ 719054 h 761503"/>
                  <a:gd name="connsiteX2" fmla="*/ 368219 w 435145"/>
                  <a:gd name="connsiteY2" fmla="*/ 713615 h 761503"/>
                  <a:gd name="connsiteX3" fmla="*/ 360060 w 435145"/>
                  <a:gd name="connsiteY3" fmla="*/ 697297 h 761503"/>
                  <a:gd name="connsiteX4" fmla="*/ 360060 w 435145"/>
                  <a:gd name="connsiteY4" fmla="*/ 651063 h 761503"/>
                  <a:gd name="connsiteX5" fmla="*/ 332864 w 435145"/>
                  <a:gd name="connsiteY5" fmla="*/ 686418 h 761503"/>
                  <a:gd name="connsiteX6" fmla="*/ 251274 w 435145"/>
                  <a:gd name="connsiteY6" fmla="*/ 721774 h 761503"/>
                  <a:gd name="connsiteX7" fmla="*/ 229517 w 435145"/>
                  <a:gd name="connsiteY7" fmla="*/ 719054 h 761503"/>
                  <a:gd name="connsiteX8" fmla="*/ 158806 w 435145"/>
                  <a:gd name="connsiteY8" fmla="*/ 694578 h 761503"/>
                  <a:gd name="connsiteX9" fmla="*/ 112571 w 435145"/>
                  <a:gd name="connsiteY9" fmla="*/ 659222 h 761503"/>
                  <a:gd name="connsiteX10" fmla="*/ 79936 w 435145"/>
                  <a:gd name="connsiteY10" fmla="*/ 607548 h 761503"/>
                  <a:gd name="connsiteX11" fmla="*/ 63618 w 435145"/>
                  <a:gd name="connsiteY11" fmla="*/ 542277 h 761503"/>
                  <a:gd name="connsiteX12" fmla="*/ 58178 w 435145"/>
                  <a:gd name="connsiteY12" fmla="*/ 471566 h 761503"/>
                  <a:gd name="connsiteX13" fmla="*/ 60898 w 435145"/>
                  <a:gd name="connsiteY13" fmla="*/ 400855 h 761503"/>
                  <a:gd name="connsiteX14" fmla="*/ 66337 w 435145"/>
                  <a:gd name="connsiteY14" fmla="*/ 335583 h 761503"/>
                  <a:gd name="connsiteX15" fmla="*/ 85375 w 435145"/>
                  <a:gd name="connsiteY15" fmla="*/ 267592 h 761503"/>
                  <a:gd name="connsiteX16" fmla="*/ 109852 w 435145"/>
                  <a:gd name="connsiteY16" fmla="*/ 199600 h 761503"/>
                  <a:gd name="connsiteX17" fmla="*/ 145207 w 435145"/>
                  <a:gd name="connsiteY17" fmla="*/ 145207 h 761503"/>
                  <a:gd name="connsiteX18" fmla="*/ 188722 w 435145"/>
                  <a:gd name="connsiteY18" fmla="*/ 96253 h 761503"/>
                  <a:gd name="connsiteX19" fmla="*/ 243115 w 435145"/>
                  <a:gd name="connsiteY19" fmla="*/ 71776 h 761503"/>
                  <a:gd name="connsiteX20" fmla="*/ 286630 w 435145"/>
                  <a:gd name="connsiteY20" fmla="*/ 63617 h 761503"/>
                  <a:gd name="connsiteX21" fmla="*/ 305667 w 435145"/>
                  <a:gd name="connsiteY21" fmla="*/ 66337 h 761503"/>
                  <a:gd name="connsiteX22" fmla="*/ 324705 w 435145"/>
                  <a:gd name="connsiteY22" fmla="*/ 79936 h 761503"/>
                  <a:gd name="connsiteX23" fmla="*/ 341023 w 435145"/>
                  <a:gd name="connsiteY23" fmla="*/ 101693 h 761503"/>
                  <a:gd name="connsiteX24" fmla="*/ 354621 w 435145"/>
                  <a:gd name="connsiteY24" fmla="*/ 123450 h 761503"/>
                  <a:gd name="connsiteX25" fmla="*/ 354621 w 435145"/>
                  <a:gd name="connsiteY25" fmla="*/ 98973 h 761503"/>
                  <a:gd name="connsiteX26" fmla="*/ 360060 w 435145"/>
                  <a:gd name="connsiteY26" fmla="*/ 74496 h 761503"/>
                  <a:gd name="connsiteX27" fmla="*/ 365500 w 435145"/>
                  <a:gd name="connsiteY27" fmla="*/ 63617 h 761503"/>
                  <a:gd name="connsiteX28" fmla="*/ 373659 w 435145"/>
                  <a:gd name="connsiteY28" fmla="*/ 58178 h 761503"/>
                  <a:gd name="connsiteX29" fmla="*/ 381818 w 435145"/>
                  <a:gd name="connsiteY29" fmla="*/ 63617 h 761503"/>
                  <a:gd name="connsiteX30" fmla="*/ 389977 w 435145"/>
                  <a:gd name="connsiteY30" fmla="*/ 82655 h 761503"/>
                  <a:gd name="connsiteX31" fmla="*/ 392696 w 435145"/>
                  <a:gd name="connsiteY31" fmla="*/ 126170 h 761503"/>
                  <a:gd name="connsiteX32" fmla="*/ 395416 w 435145"/>
                  <a:gd name="connsiteY32" fmla="*/ 186002 h 761503"/>
                  <a:gd name="connsiteX33" fmla="*/ 398136 w 435145"/>
                  <a:gd name="connsiteY33" fmla="*/ 237675 h 761503"/>
                  <a:gd name="connsiteX34" fmla="*/ 398136 w 435145"/>
                  <a:gd name="connsiteY34" fmla="*/ 243115 h 761503"/>
                  <a:gd name="connsiteX35" fmla="*/ 395416 w 435145"/>
                  <a:gd name="connsiteY35" fmla="*/ 256713 h 761503"/>
                  <a:gd name="connsiteX36" fmla="*/ 379098 w 435145"/>
                  <a:gd name="connsiteY36" fmla="*/ 278470 h 761503"/>
                  <a:gd name="connsiteX37" fmla="*/ 362780 w 435145"/>
                  <a:gd name="connsiteY37" fmla="*/ 273031 h 761503"/>
                  <a:gd name="connsiteX38" fmla="*/ 354621 w 435145"/>
                  <a:gd name="connsiteY38" fmla="*/ 256713 h 761503"/>
                  <a:gd name="connsiteX39" fmla="*/ 354621 w 435145"/>
                  <a:gd name="connsiteY39" fmla="*/ 213198 h 761503"/>
                  <a:gd name="connsiteX40" fmla="*/ 354621 w 435145"/>
                  <a:gd name="connsiteY40" fmla="*/ 205040 h 761503"/>
                  <a:gd name="connsiteX41" fmla="*/ 338303 w 435145"/>
                  <a:gd name="connsiteY41" fmla="*/ 147927 h 761503"/>
                  <a:gd name="connsiteX42" fmla="*/ 292069 w 435145"/>
                  <a:gd name="connsiteY42" fmla="*/ 107132 h 761503"/>
                  <a:gd name="connsiteX43" fmla="*/ 262153 w 435145"/>
                  <a:gd name="connsiteY43" fmla="*/ 120730 h 761503"/>
                  <a:gd name="connsiteX44" fmla="*/ 251274 w 435145"/>
                  <a:gd name="connsiteY44" fmla="*/ 131609 h 761503"/>
                  <a:gd name="connsiteX45" fmla="*/ 240395 w 435145"/>
                  <a:gd name="connsiteY45" fmla="*/ 139768 h 761503"/>
                  <a:gd name="connsiteX46" fmla="*/ 237676 w 435145"/>
                  <a:gd name="connsiteY46" fmla="*/ 164245 h 761503"/>
                  <a:gd name="connsiteX47" fmla="*/ 226797 w 435145"/>
                  <a:gd name="connsiteY47" fmla="*/ 196881 h 761503"/>
                  <a:gd name="connsiteX48" fmla="*/ 213199 w 435145"/>
                  <a:gd name="connsiteY48" fmla="*/ 259433 h 761503"/>
                  <a:gd name="connsiteX49" fmla="*/ 207759 w 435145"/>
                  <a:gd name="connsiteY49" fmla="*/ 324704 h 761503"/>
                  <a:gd name="connsiteX50" fmla="*/ 207759 w 435145"/>
                  <a:gd name="connsiteY50" fmla="*/ 335583 h 761503"/>
                  <a:gd name="connsiteX51" fmla="*/ 205040 w 435145"/>
                  <a:gd name="connsiteY51" fmla="*/ 349181 h 761503"/>
                  <a:gd name="connsiteX52" fmla="*/ 207759 w 435145"/>
                  <a:gd name="connsiteY52" fmla="*/ 368219 h 761503"/>
                  <a:gd name="connsiteX53" fmla="*/ 207759 w 435145"/>
                  <a:gd name="connsiteY53" fmla="*/ 376378 h 761503"/>
                  <a:gd name="connsiteX54" fmla="*/ 205040 w 435145"/>
                  <a:gd name="connsiteY54" fmla="*/ 387256 h 761503"/>
                  <a:gd name="connsiteX55" fmla="*/ 205040 w 435145"/>
                  <a:gd name="connsiteY55" fmla="*/ 395415 h 761503"/>
                  <a:gd name="connsiteX56" fmla="*/ 205040 w 435145"/>
                  <a:gd name="connsiteY56" fmla="*/ 406294 h 761503"/>
                  <a:gd name="connsiteX57" fmla="*/ 205040 w 435145"/>
                  <a:gd name="connsiteY57" fmla="*/ 425332 h 761503"/>
                  <a:gd name="connsiteX58" fmla="*/ 213199 w 435145"/>
                  <a:gd name="connsiteY58" fmla="*/ 493323 h 761503"/>
                  <a:gd name="connsiteX59" fmla="*/ 221358 w 435145"/>
                  <a:gd name="connsiteY59" fmla="*/ 561314 h 761503"/>
                  <a:gd name="connsiteX60" fmla="*/ 226797 w 435145"/>
                  <a:gd name="connsiteY60" fmla="*/ 591231 h 761503"/>
                  <a:gd name="connsiteX61" fmla="*/ 240395 w 435145"/>
                  <a:gd name="connsiteY61" fmla="*/ 618427 h 761503"/>
                  <a:gd name="connsiteX62" fmla="*/ 283910 w 435145"/>
                  <a:gd name="connsiteY62" fmla="*/ 651063 h 761503"/>
                  <a:gd name="connsiteX63" fmla="*/ 338303 w 435145"/>
                  <a:gd name="connsiteY63" fmla="*/ 612988 h 761503"/>
                  <a:gd name="connsiteX64" fmla="*/ 354621 w 435145"/>
                  <a:gd name="connsiteY64" fmla="*/ 577632 h 761503"/>
                  <a:gd name="connsiteX65" fmla="*/ 357341 w 435145"/>
                  <a:gd name="connsiteY65" fmla="*/ 509641 h 761503"/>
                  <a:gd name="connsiteX66" fmla="*/ 362780 w 435145"/>
                  <a:gd name="connsiteY66" fmla="*/ 485164 h 761503"/>
                  <a:gd name="connsiteX67" fmla="*/ 368219 w 435145"/>
                  <a:gd name="connsiteY67" fmla="*/ 474286 h 761503"/>
                  <a:gd name="connsiteX68" fmla="*/ 376378 w 435145"/>
                  <a:gd name="connsiteY68" fmla="*/ 468846 h 761503"/>
                  <a:gd name="connsiteX69" fmla="*/ 384537 w 435145"/>
                  <a:gd name="connsiteY69" fmla="*/ 474286 h 761503"/>
                  <a:gd name="connsiteX70" fmla="*/ 392696 w 435145"/>
                  <a:gd name="connsiteY70" fmla="*/ 493323 h 761503"/>
                  <a:gd name="connsiteX71" fmla="*/ 395416 w 435145"/>
                  <a:gd name="connsiteY71" fmla="*/ 558595 h 761503"/>
                  <a:gd name="connsiteX72" fmla="*/ 398136 w 435145"/>
                  <a:gd name="connsiteY72" fmla="*/ 618427 h 761503"/>
                  <a:gd name="connsiteX73" fmla="*/ 400855 w 435145"/>
                  <a:gd name="connsiteY73" fmla="*/ 678260 h 761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</a:cxnLst>
                <a:rect l="l" t="t" r="r" b="b"/>
                <a:pathLst>
                  <a:path w="435145" h="761503">
                    <a:moveTo>
                      <a:pt x="400855" y="678260"/>
                    </a:moveTo>
                    <a:cubicBezTo>
                      <a:pt x="400855" y="689138"/>
                      <a:pt x="400855" y="719054"/>
                      <a:pt x="384537" y="719054"/>
                    </a:cubicBezTo>
                    <a:cubicBezTo>
                      <a:pt x="376378" y="719054"/>
                      <a:pt x="373659" y="716335"/>
                      <a:pt x="368219" y="713615"/>
                    </a:cubicBezTo>
                    <a:cubicBezTo>
                      <a:pt x="362780" y="710895"/>
                      <a:pt x="360060" y="702736"/>
                      <a:pt x="360060" y="697297"/>
                    </a:cubicBezTo>
                    <a:cubicBezTo>
                      <a:pt x="357341" y="680979"/>
                      <a:pt x="357341" y="664661"/>
                      <a:pt x="360060" y="651063"/>
                    </a:cubicBezTo>
                    <a:cubicBezTo>
                      <a:pt x="354621" y="659222"/>
                      <a:pt x="341023" y="678260"/>
                      <a:pt x="332864" y="686418"/>
                    </a:cubicBezTo>
                    <a:cubicBezTo>
                      <a:pt x="311107" y="708176"/>
                      <a:pt x="283910" y="721774"/>
                      <a:pt x="251274" y="721774"/>
                    </a:cubicBezTo>
                    <a:cubicBezTo>
                      <a:pt x="243115" y="721774"/>
                      <a:pt x="237676" y="721774"/>
                      <a:pt x="229517" y="719054"/>
                    </a:cubicBezTo>
                    <a:cubicBezTo>
                      <a:pt x="207759" y="716335"/>
                      <a:pt x="183283" y="708176"/>
                      <a:pt x="158806" y="694578"/>
                    </a:cubicBezTo>
                    <a:cubicBezTo>
                      <a:pt x="142488" y="686418"/>
                      <a:pt x="126170" y="672820"/>
                      <a:pt x="112571" y="659222"/>
                    </a:cubicBezTo>
                    <a:cubicBezTo>
                      <a:pt x="98973" y="642904"/>
                      <a:pt x="88095" y="626586"/>
                      <a:pt x="79936" y="607548"/>
                    </a:cubicBezTo>
                    <a:cubicBezTo>
                      <a:pt x="71777" y="585791"/>
                      <a:pt x="66337" y="566754"/>
                      <a:pt x="63618" y="542277"/>
                    </a:cubicBezTo>
                    <a:cubicBezTo>
                      <a:pt x="60898" y="517800"/>
                      <a:pt x="58178" y="493323"/>
                      <a:pt x="58178" y="471566"/>
                    </a:cubicBezTo>
                    <a:cubicBezTo>
                      <a:pt x="58178" y="447089"/>
                      <a:pt x="58178" y="425332"/>
                      <a:pt x="60898" y="400855"/>
                    </a:cubicBezTo>
                    <a:cubicBezTo>
                      <a:pt x="63618" y="379098"/>
                      <a:pt x="60898" y="357340"/>
                      <a:pt x="66337" y="335583"/>
                    </a:cubicBezTo>
                    <a:cubicBezTo>
                      <a:pt x="69057" y="313826"/>
                      <a:pt x="77216" y="289349"/>
                      <a:pt x="85375" y="267592"/>
                    </a:cubicBezTo>
                    <a:cubicBezTo>
                      <a:pt x="93534" y="243115"/>
                      <a:pt x="98973" y="221357"/>
                      <a:pt x="109852" y="199600"/>
                    </a:cubicBezTo>
                    <a:cubicBezTo>
                      <a:pt x="118011" y="177843"/>
                      <a:pt x="131609" y="161525"/>
                      <a:pt x="145207" y="145207"/>
                    </a:cubicBezTo>
                    <a:cubicBezTo>
                      <a:pt x="158806" y="128889"/>
                      <a:pt x="172404" y="109852"/>
                      <a:pt x="188722" y="96253"/>
                    </a:cubicBezTo>
                    <a:cubicBezTo>
                      <a:pt x="205040" y="82655"/>
                      <a:pt x="224077" y="77216"/>
                      <a:pt x="243115" y="71776"/>
                    </a:cubicBezTo>
                    <a:cubicBezTo>
                      <a:pt x="256713" y="69057"/>
                      <a:pt x="273031" y="63617"/>
                      <a:pt x="286630" y="63617"/>
                    </a:cubicBezTo>
                    <a:cubicBezTo>
                      <a:pt x="292069" y="63617"/>
                      <a:pt x="297508" y="63617"/>
                      <a:pt x="305667" y="66337"/>
                    </a:cubicBezTo>
                    <a:cubicBezTo>
                      <a:pt x="313826" y="69057"/>
                      <a:pt x="319266" y="74496"/>
                      <a:pt x="324705" y="79936"/>
                    </a:cubicBezTo>
                    <a:cubicBezTo>
                      <a:pt x="332864" y="85375"/>
                      <a:pt x="332864" y="93534"/>
                      <a:pt x="341023" y="101693"/>
                    </a:cubicBezTo>
                    <a:cubicBezTo>
                      <a:pt x="346462" y="107132"/>
                      <a:pt x="349182" y="118011"/>
                      <a:pt x="354621" y="123450"/>
                    </a:cubicBezTo>
                    <a:cubicBezTo>
                      <a:pt x="354621" y="115291"/>
                      <a:pt x="354621" y="101693"/>
                      <a:pt x="354621" y="98973"/>
                    </a:cubicBezTo>
                    <a:cubicBezTo>
                      <a:pt x="354621" y="90814"/>
                      <a:pt x="354621" y="79936"/>
                      <a:pt x="360060" y="74496"/>
                    </a:cubicBezTo>
                    <a:cubicBezTo>
                      <a:pt x="362780" y="71776"/>
                      <a:pt x="362780" y="69057"/>
                      <a:pt x="365500" y="63617"/>
                    </a:cubicBezTo>
                    <a:cubicBezTo>
                      <a:pt x="368219" y="60898"/>
                      <a:pt x="370939" y="58178"/>
                      <a:pt x="373659" y="58178"/>
                    </a:cubicBezTo>
                    <a:cubicBezTo>
                      <a:pt x="376378" y="58178"/>
                      <a:pt x="379098" y="60898"/>
                      <a:pt x="381818" y="63617"/>
                    </a:cubicBezTo>
                    <a:cubicBezTo>
                      <a:pt x="384537" y="69057"/>
                      <a:pt x="387257" y="77216"/>
                      <a:pt x="389977" y="82655"/>
                    </a:cubicBezTo>
                    <a:cubicBezTo>
                      <a:pt x="389977" y="90814"/>
                      <a:pt x="392696" y="107132"/>
                      <a:pt x="392696" y="126170"/>
                    </a:cubicBezTo>
                    <a:cubicBezTo>
                      <a:pt x="392696" y="150647"/>
                      <a:pt x="392696" y="177843"/>
                      <a:pt x="395416" y="186002"/>
                    </a:cubicBezTo>
                    <a:cubicBezTo>
                      <a:pt x="398136" y="205040"/>
                      <a:pt x="398136" y="215918"/>
                      <a:pt x="398136" y="237675"/>
                    </a:cubicBezTo>
                    <a:cubicBezTo>
                      <a:pt x="398136" y="240395"/>
                      <a:pt x="398136" y="243115"/>
                      <a:pt x="398136" y="243115"/>
                    </a:cubicBezTo>
                    <a:cubicBezTo>
                      <a:pt x="398136" y="248554"/>
                      <a:pt x="398136" y="251274"/>
                      <a:pt x="395416" y="256713"/>
                    </a:cubicBezTo>
                    <a:cubicBezTo>
                      <a:pt x="392696" y="267592"/>
                      <a:pt x="389977" y="278470"/>
                      <a:pt x="379098" y="278470"/>
                    </a:cubicBezTo>
                    <a:cubicBezTo>
                      <a:pt x="370939" y="278470"/>
                      <a:pt x="368219" y="275751"/>
                      <a:pt x="362780" y="273031"/>
                    </a:cubicBezTo>
                    <a:cubicBezTo>
                      <a:pt x="357341" y="270311"/>
                      <a:pt x="354621" y="262152"/>
                      <a:pt x="354621" y="256713"/>
                    </a:cubicBezTo>
                    <a:cubicBezTo>
                      <a:pt x="349182" y="237675"/>
                      <a:pt x="354621" y="232236"/>
                      <a:pt x="354621" y="213198"/>
                    </a:cubicBezTo>
                    <a:cubicBezTo>
                      <a:pt x="354621" y="210479"/>
                      <a:pt x="354621" y="207759"/>
                      <a:pt x="354621" y="205040"/>
                    </a:cubicBezTo>
                    <a:cubicBezTo>
                      <a:pt x="349182" y="186002"/>
                      <a:pt x="343742" y="169684"/>
                      <a:pt x="338303" y="147927"/>
                    </a:cubicBezTo>
                    <a:cubicBezTo>
                      <a:pt x="332864" y="131609"/>
                      <a:pt x="311107" y="107132"/>
                      <a:pt x="292069" y="107132"/>
                    </a:cubicBezTo>
                    <a:cubicBezTo>
                      <a:pt x="281190" y="107132"/>
                      <a:pt x="270312" y="115291"/>
                      <a:pt x="262153" y="120730"/>
                    </a:cubicBezTo>
                    <a:cubicBezTo>
                      <a:pt x="259433" y="123450"/>
                      <a:pt x="256713" y="126170"/>
                      <a:pt x="251274" y="131609"/>
                    </a:cubicBezTo>
                    <a:cubicBezTo>
                      <a:pt x="248554" y="134329"/>
                      <a:pt x="243115" y="137048"/>
                      <a:pt x="240395" y="139768"/>
                    </a:cubicBezTo>
                    <a:cubicBezTo>
                      <a:pt x="237676" y="145207"/>
                      <a:pt x="240395" y="156086"/>
                      <a:pt x="237676" y="164245"/>
                    </a:cubicBezTo>
                    <a:cubicBezTo>
                      <a:pt x="232236" y="175123"/>
                      <a:pt x="229517" y="186002"/>
                      <a:pt x="226797" y="196881"/>
                    </a:cubicBezTo>
                    <a:cubicBezTo>
                      <a:pt x="221358" y="218638"/>
                      <a:pt x="218638" y="237675"/>
                      <a:pt x="213199" y="259433"/>
                    </a:cubicBezTo>
                    <a:cubicBezTo>
                      <a:pt x="210479" y="281190"/>
                      <a:pt x="207759" y="302947"/>
                      <a:pt x="207759" y="324704"/>
                    </a:cubicBezTo>
                    <a:cubicBezTo>
                      <a:pt x="207759" y="327424"/>
                      <a:pt x="207759" y="332863"/>
                      <a:pt x="207759" y="335583"/>
                    </a:cubicBezTo>
                    <a:cubicBezTo>
                      <a:pt x="207759" y="341022"/>
                      <a:pt x="205040" y="343742"/>
                      <a:pt x="205040" y="349181"/>
                    </a:cubicBezTo>
                    <a:cubicBezTo>
                      <a:pt x="205040" y="354621"/>
                      <a:pt x="207759" y="362779"/>
                      <a:pt x="207759" y="368219"/>
                    </a:cubicBezTo>
                    <a:cubicBezTo>
                      <a:pt x="207759" y="370939"/>
                      <a:pt x="207759" y="373658"/>
                      <a:pt x="207759" y="376378"/>
                    </a:cubicBezTo>
                    <a:cubicBezTo>
                      <a:pt x="205040" y="381817"/>
                      <a:pt x="205040" y="384537"/>
                      <a:pt x="205040" y="387256"/>
                    </a:cubicBezTo>
                    <a:cubicBezTo>
                      <a:pt x="205040" y="389976"/>
                      <a:pt x="205040" y="392696"/>
                      <a:pt x="205040" y="395415"/>
                    </a:cubicBezTo>
                    <a:cubicBezTo>
                      <a:pt x="205040" y="398135"/>
                      <a:pt x="205040" y="403574"/>
                      <a:pt x="205040" y="406294"/>
                    </a:cubicBezTo>
                    <a:cubicBezTo>
                      <a:pt x="205040" y="411733"/>
                      <a:pt x="205040" y="417173"/>
                      <a:pt x="205040" y="425332"/>
                    </a:cubicBezTo>
                    <a:cubicBezTo>
                      <a:pt x="205040" y="449809"/>
                      <a:pt x="213199" y="471566"/>
                      <a:pt x="213199" y="493323"/>
                    </a:cubicBezTo>
                    <a:cubicBezTo>
                      <a:pt x="213199" y="517800"/>
                      <a:pt x="215919" y="539557"/>
                      <a:pt x="221358" y="561314"/>
                    </a:cubicBezTo>
                    <a:cubicBezTo>
                      <a:pt x="224077" y="572193"/>
                      <a:pt x="224077" y="580352"/>
                      <a:pt x="226797" y="591231"/>
                    </a:cubicBezTo>
                    <a:cubicBezTo>
                      <a:pt x="229517" y="599390"/>
                      <a:pt x="237676" y="607548"/>
                      <a:pt x="240395" y="618427"/>
                    </a:cubicBezTo>
                    <a:cubicBezTo>
                      <a:pt x="248554" y="637465"/>
                      <a:pt x="262153" y="651063"/>
                      <a:pt x="283910" y="651063"/>
                    </a:cubicBezTo>
                    <a:cubicBezTo>
                      <a:pt x="302948" y="651063"/>
                      <a:pt x="330144" y="629306"/>
                      <a:pt x="338303" y="612988"/>
                    </a:cubicBezTo>
                    <a:cubicBezTo>
                      <a:pt x="346462" y="599390"/>
                      <a:pt x="351901" y="591231"/>
                      <a:pt x="354621" y="577632"/>
                    </a:cubicBezTo>
                    <a:cubicBezTo>
                      <a:pt x="354621" y="550436"/>
                      <a:pt x="354621" y="517800"/>
                      <a:pt x="357341" y="509641"/>
                    </a:cubicBezTo>
                    <a:cubicBezTo>
                      <a:pt x="357341" y="501482"/>
                      <a:pt x="357341" y="490603"/>
                      <a:pt x="362780" y="485164"/>
                    </a:cubicBezTo>
                    <a:cubicBezTo>
                      <a:pt x="365500" y="482444"/>
                      <a:pt x="365500" y="479725"/>
                      <a:pt x="368219" y="474286"/>
                    </a:cubicBezTo>
                    <a:cubicBezTo>
                      <a:pt x="370939" y="471566"/>
                      <a:pt x="373659" y="468846"/>
                      <a:pt x="376378" y="468846"/>
                    </a:cubicBezTo>
                    <a:cubicBezTo>
                      <a:pt x="379098" y="468846"/>
                      <a:pt x="381818" y="471566"/>
                      <a:pt x="384537" y="474286"/>
                    </a:cubicBezTo>
                    <a:cubicBezTo>
                      <a:pt x="387257" y="479725"/>
                      <a:pt x="389977" y="487884"/>
                      <a:pt x="392696" y="493323"/>
                    </a:cubicBezTo>
                    <a:cubicBezTo>
                      <a:pt x="392696" y="501482"/>
                      <a:pt x="395416" y="539557"/>
                      <a:pt x="395416" y="558595"/>
                    </a:cubicBezTo>
                    <a:cubicBezTo>
                      <a:pt x="395416" y="583072"/>
                      <a:pt x="395416" y="610268"/>
                      <a:pt x="398136" y="618427"/>
                    </a:cubicBezTo>
                    <a:cubicBezTo>
                      <a:pt x="398136" y="648343"/>
                      <a:pt x="400855" y="659222"/>
                      <a:pt x="400855" y="678260"/>
                    </a:cubicBezTo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7" name="Freeform: Shape 40">
                <a:extLst>
                  <a:ext uri="{FF2B5EF4-FFF2-40B4-BE49-F238E27FC236}">
                    <a16:creationId xmlns:a16="http://schemas.microsoft.com/office/drawing/2014/main" id="{24E4BF81-4E22-244B-9088-E1F3E890213B}"/>
                  </a:ext>
                </a:extLst>
              </p:cNvPr>
              <p:cNvSpPr/>
              <p:nvPr/>
            </p:nvSpPr>
            <p:spPr>
              <a:xfrm>
                <a:off x="3829459" y="4200317"/>
                <a:ext cx="598325" cy="761503"/>
              </a:xfrm>
              <a:custGeom>
                <a:avLst/>
                <a:gdLst>
                  <a:gd name="connsiteX0" fmla="*/ 360060 w 598324"/>
                  <a:gd name="connsiteY0" fmla="*/ 332863 h 761503"/>
                  <a:gd name="connsiteX1" fmla="*/ 341023 w 598324"/>
                  <a:gd name="connsiteY1" fmla="*/ 370939 h 761503"/>
                  <a:gd name="connsiteX2" fmla="*/ 376378 w 598324"/>
                  <a:gd name="connsiteY2" fmla="*/ 389976 h 761503"/>
                  <a:gd name="connsiteX3" fmla="*/ 425332 w 598324"/>
                  <a:gd name="connsiteY3" fmla="*/ 433491 h 761503"/>
                  <a:gd name="connsiteX4" fmla="*/ 438930 w 598324"/>
                  <a:gd name="connsiteY4" fmla="*/ 463407 h 761503"/>
                  <a:gd name="connsiteX5" fmla="*/ 449809 w 598324"/>
                  <a:gd name="connsiteY5" fmla="*/ 498762 h 761503"/>
                  <a:gd name="connsiteX6" fmla="*/ 457968 w 598324"/>
                  <a:gd name="connsiteY6" fmla="*/ 528679 h 761503"/>
                  <a:gd name="connsiteX7" fmla="*/ 466127 w 598324"/>
                  <a:gd name="connsiteY7" fmla="*/ 564034 h 761503"/>
                  <a:gd name="connsiteX8" fmla="*/ 471566 w 598324"/>
                  <a:gd name="connsiteY8" fmla="*/ 593950 h 761503"/>
                  <a:gd name="connsiteX9" fmla="*/ 479725 w 598324"/>
                  <a:gd name="connsiteY9" fmla="*/ 607548 h 761503"/>
                  <a:gd name="connsiteX10" fmla="*/ 487884 w 598324"/>
                  <a:gd name="connsiteY10" fmla="*/ 623867 h 761503"/>
                  <a:gd name="connsiteX11" fmla="*/ 501482 w 598324"/>
                  <a:gd name="connsiteY11" fmla="*/ 651063 h 761503"/>
                  <a:gd name="connsiteX12" fmla="*/ 523240 w 598324"/>
                  <a:gd name="connsiteY12" fmla="*/ 670101 h 761503"/>
                  <a:gd name="connsiteX13" fmla="*/ 534119 w 598324"/>
                  <a:gd name="connsiteY13" fmla="*/ 686418 h 761503"/>
                  <a:gd name="connsiteX14" fmla="*/ 531399 w 598324"/>
                  <a:gd name="connsiteY14" fmla="*/ 694578 h 761503"/>
                  <a:gd name="connsiteX15" fmla="*/ 498763 w 598324"/>
                  <a:gd name="connsiteY15" fmla="*/ 708176 h 761503"/>
                  <a:gd name="connsiteX16" fmla="*/ 449809 w 598324"/>
                  <a:gd name="connsiteY16" fmla="*/ 700017 h 761503"/>
                  <a:gd name="connsiteX17" fmla="*/ 400855 w 598324"/>
                  <a:gd name="connsiteY17" fmla="*/ 667381 h 761503"/>
                  <a:gd name="connsiteX18" fmla="*/ 381817 w 598324"/>
                  <a:gd name="connsiteY18" fmla="*/ 642904 h 761503"/>
                  <a:gd name="connsiteX19" fmla="*/ 368219 w 598324"/>
                  <a:gd name="connsiteY19" fmla="*/ 610268 h 761503"/>
                  <a:gd name="connsiteX20" fmla="*/ 349182 w 598324"/>
                  <a:gd name="connsiteY20" fmla="*/ 550436 h 761503"/>
                  <a:gd name="connsiteX21" fmla="*/ 338303 w 598324"/>
                  <a:gd name="connsiteY21" fmla="*/ 504202 h 761503"/>
                  <a:gd name="connsiteX22" fmla="*/ 330144 w 598324"/>
                  <a:gd name="connsiteY22" fmla="*/ 477005 h 761503"/>
                  <a:gd name="connsiteX23" fmla="*/ 321985 w 598324"/>
                  <a:gd name="connsiteY23" fmla="*/ 455248 h 761503"/>
                  <a:gd name="connsiteX24" fmla="*/ 305667 w 598324"/>
                  <a:gd name="connsiteY24" fmla="*/ 436210 h 761503"/>
                  <a:gd name="connsiteX25" fmla="*/ 294788 w 598324"/>
                  <a:gd name="connsiteY25" fmla="*/ 441650 h 761503"/>
                  <a:gd name="connsiteX26" fmla="*/ 278471 w 598324"/>
                  <a:gd name="connsiteY26" fmla="*/ 463407 h 761503"/>
                  <a:gd name="connsiteX27" fmla="*/ 264872 w 598324"/>
                  <a:gd name="connsiteY27" fmla="*/ 496043 h 761503"/>
                  <a:gd name="connsiteX28" fmla="*/ 262153 w 598324"/>
                  <a:gd name="connsiteY28" fmla="*/ 517800 h 761503"/>
                  <a:gd name="connsiteX29" fmla="*/ 262153 w 598324"/>
                  <a:gd name="connsiteY29" fmla="*/ 523239 h 761503"/>
                  <a:gd name="connsiteX30" fmla="*/ 262153 w 598324"/>
                  <a:gd name="connsiteY30" fmla="*/ 553155 h 761503"/>
                  <a:gd name="connsiteX31" fmla="*/ 262153 w 598324"/>
                  <a:gd name="connsiteY31" fmla="*/ 629306 h 761503"/>
                  <a:gd name="connsiteX32" fmla="*/ 259433 w 598324"/>
                  <a:gd name="connsiteY32" fmla="*/ 659222 h 761503"/>
                  <a:gd name="connsiteX33" fmla="*/ 283910 w 598324"/>
                  <a:gd name="connsiteY33" fmla="*/ 659222 h 761503"/>
                  <a:gd name="connsiteX34" fmla="*/ 321985 w 598324"/>
                  <a:gd name="connsiteY34" fmla="*/ 675540 h 761503"/>
                  <a:gd name="connsiteX35" fmla="*/ 316546 w 598324"/>
                  <a:gd name="connsiteY35" fmla="*/ 691858 h 761503"/>
                  <a:gd name="connsiteX36" fmla="*/ 300228 w 598324"/>
                  <a:gd name="connsiteY36" fmla="*/ 700017 h 761503"/>
                  <a:gd name="connsiteX37" fmla="*/ 278471 w 598324"/>
                  <a:gd name="connsiteY37" fmla="*/ 702736 h 761503"/>
                  <a:gd name="connsiteX38" fmla="*/ 243115 w 598324"/>
                  <a:gd name="connsiteY38" fmla="*/ 702736 h 761503"/>
                  <a:gd name="connsiteX39" fmla="*/ 221358 w 598324"/>
                  <a:gd name="connsiteY39" fmla="*/ 710895 h 761503"/>
                  <a:gd name="connsiteX40" fmla="*/ 194161 w 598324"/>
                  <a:gd name="connsiteY40" fmla="*/ 702736 h 761503"/>
                  <a:gd name="connsiteX41" fmla="*/ 177843 w 598324"/>
                  <a:gd name="connsiteY41" fmla="*/ 702736 h 761503"/>
                  <a:gd name="connsiteX42" fmla="*/ 126170 w 598324"/>
                  <a:gd name="connsiteY42" fmla="*/ 702736 h 761503"/>
                  <a:gd name="connsiteX43" fmla="*/ 101693 w 598324"/>
                  <a:gd name="connsiteY43" fmla="*/ 702736 h 761503"/>
                  <a:gd name="connsiteX44" fmla="*/ 74496 w 598324"/>
                  <a:gd name="connsiteY44" fmla="*/ 697297 h 761503"/>
                  <a:gd name="connsiteX45" fmla="*/ 58178 w 598324"/>
                  <a:gd name="connsiteY45" fmla="*/ 680979 h 761503"/>
                  <a:gd name="connsiteX46" fmla="*/ 63617 w 598324"/>
                  <a:gd name="connsiteY46" fmla="*/ 672820 h 761503"/>
                  <a:gd name="connsiteX47" fmla="*/ 85375 w 598324"/>
                  <a:gd name="connsiteY47" fmla="*/ 664661 h 761503"/>
                  <a:gd name="connsiteX48" fmla="*/ 128889 w 598324"/>
                  <a:gd name="connsiteY48" fmla="*/ 659222 h 761503"/>
                  <a:gd name="connsiteX49" fmla="*/ 147927 w 598324"/>
                  <a:gd name="connsiteY49" fmla="*/ 659222 h 761503"/>
                  <a:gd name="connsiteX50" fmla="*/ 145207 w 598324"/>
                  <a:gd name="connsiteY50" fmla="*/ 653783 h 761503"/>
                  <a:gd name="connsiteX51" fmla="*/ 131609 w 598324"/>
                  <a:gd name="connsiteY51" fmla="*/ 585791 h 761503"/>
                  <a:gd name="connsiteX52" fmla="*/ 134329 w 598324"/>
                  <a:gd name="connsiteY52" fmla="*/ 498762 h 761503"/>
                  <a:gd name="connsiteX53" fmla="*/ 137048 w 598324"/>
                  <a:gd name="connsiteY53" fmla="*/ 406294 h 761503"/>
                  <a:gd name="connsiteX54" fmla="*/ 134329 w 598324"/>
                  <a:gd name="connsiteY54" fmla="*/ 327424 h 761503"/>
                  <a:gd name="connsiteX55" fmla="*/ 137048 w 598324"/>
                  <a:gd name="connsiteY55" fmla="*/ 253993 h 761503"/>
                  <a:gd name="connsiteX56" fmla="*/ 139768 w 598324"/>
                  <a:gd name="connsiteY56" fmla="*/ 207759 h 761503"/>
                  <a:gd name="connsiteX57" fmla="*/ 137048 w 598324"/>
                  <a:gd name="connsiteY57" fmla="*/ 172404 h 761503"/>
                  <a:gd name="connsiteX58" fmla="*/ 137048 w 598324"/>
                  <a:gd name="connsiteY58" fmla="*/ 112571 h 761503"/>
                  <a:gd name="connsiteX59" fmla="*/ 126170 w 598324"/>
                  <a:gd name="connsiteY59" fmla="*/ 112571 h 761503"/>
                  <a:gd name="connsiteX60" fmla="*/ 101693 w 598324"/>
                  <a:gd name="connsiteY60" fmla="*/ 112571 h 761503"/>
                  <a:gd name="connsiteX61" fmla="*/ 74496 w 598324"/>
                  <a:gd name="connsiteY61" fmla="*/ 107132 h 761503"/>
                  <a:gd name="connsiteX62" fmla="*/ 58178 w 598324"/>
                  <a:gd name="connsiteY62" fmla="*/ 90814 h 761503"/>
                  <a:gd name="connsiteX63" fmla="*/ 63617 w 598324"/>
                  <a:gd name="connsiteY63" fmla="*/ 82655 h 761503"/>
                  <a:gd name="connsiteX64" fmla="*/ 85375 w 598324"/>
                  <a:gd name="connsiteY64" fmla="*/ 74496 h 761503"/>
                  <a:gd name="connsiteX65" fmla="*/ 137048 w 598324"/>
                  <a:gd name="connsiteY65" fmla="*/ 69057 h 761503"/>
                  <a:gd name="connsiteX66" fmla="*/ 145207 w 598324"/>
                  <a:gd name="connsiteY66" fmla="*/ 69057 h 761503"/>
                  <a:gd name="connsiteX67" fmla="*/ 169684 w 598324"/>
                  <a:gd name="connsiteY67" fmla="*/ 58178 h 761503"/>
                  <a:gd name="connsiteX68" fmla="*/ 177843 w 598324"/>
                  <a:gd name="connsiteY68" fmla="*/ 58178 h 761503"/>
                  <a:gd name="connsiteX69" fmla="*/ 205040 w 598324"/>
                  <a:gd name="connsiteY69" fmla="*/ 66337 h 761503"/>
                  <a:gd name="connsiteX70" fmla="*/ 286629 w 598324"/>
                  <a:gd name="connsiteY70" fmla="*/ 63617 h 761503"/>
                  <a:gd name="connsiteX71" fmla="*/ 324705 w 598324"/>
                  <a:gd name="connsiteY71" fmla="*/ 79936 h 761503"/>
                  <a:gd name="connsiteX72" fmla="*/ 319265 w 598324"/>
                  <a:gd name="connsiteY72" fmla="*/ 96253 h 761503"/>
                  <a:gd name="connsiteX73" fmla="*/ 302948 w 598324"/>
                  <a:gd name="connsiteY73" fmla="*/ 104412 h 761503"/>
                  <a:gd name="connsiteX74" fmla="*/ 278471 w 598324"/>
                  <a:gd name="connsiteY74" fmla="*/ 112571 h 761503"/>
                  <a:gd name="connsiteX75" fmla="*/ 232236 w 598324"/>
                  <a:gd name="connsiteY75" fmla="*/ 112571 h 761503"/>
                  <a:gd name="connsiteX76" fmla="*/ 240395 w 598324"/>
                  <a:gd name="connsiteY76" fmla="*/ 137048 h 761503"/>
                  <a:gd name="connsiteX77" fmla="*/ 240395 w 598324"/>
                  <a:gd name="connsiteY77" fmla="*/ 150647 h 761503"/>
                  <a:gd name="connsiteX78" fmla="*/ 243115 w 598324"/>
                  <a:gd name="connsiteY78" fmla="*/ 158805 h 761503"/>
                  <a:gd name="connsiteX79" fmla="*/ 248554 w 598324"/>
                  <a:gd name="connsiteY79" fmla="*/ 188722 h 761503"/>
                  <a:gd name="connsiteX80" fmla="*/ 248554 w 598324"/>
                  <a:gd name="connsiteY80" fmla="*/ 199600 h 761503"/>
                  <a:gd name="connsiteX81" fmla="*/ 248554 w 598324"/>
                  <a:gd name="connsiteY81" fmla="*/ 221357 h 761503"/>
                  <a:gd name="connsiteX82" fmla="*/ 253994 w 598324"/>
                  <a:gd name="connsiteY82" fmla="*/ 264872 h 761503"/>
                  <a:gd name="connsiteX83" fmla="*/ 262153 w 598324"/>
                  <a:gd name="connsiteY83" fmla="*/ 297508 h 761503"/>
                  <a:gd name="connsiteX84" fmla="*/ 264872 w 598324"/>
                  <a:gd name="connsiteY84" fmla="*/ 324704 h 761503"/>
                  <a:gd name="connsiteX85" fmla="*/ 264872 w 598324"/>
                  <a:gd name="connsiteY85" fmla="*/ 332863 h 761503"/>
                  <a:gd name="connsiteX86" fmla="*/ 264872 w 598324"/>
                  <a:gd name="connsiteY86" fmla="*/ 351901 h 761503"/>
                  <a:gd name="connsiteX87" fmla="*/ 262153 w 598324"/>
                  <a:gd name="connsiteY87" fmla="*/ 370939 h 761503"/>
                  <a:gd name="connsiteX88" fmla="*/ 267592 w 598324"/>
                  <a:gd name="connsiteY88" fmla="*/ 384537 h 761503"/>
                  <a:gd name="connsiteX89" fmla="*/ 278471 w 598324"/>
                  <a:gd name="connsiteY89" fmla="*/ 370939 h 761503"/>
                  <a:gd name="connsiteX90" fmla="*/ 297508 w 598324"/>
                  <a:gd name="connsiteY90" fmla="*/ 332863 h 761503"/>
                  <a:gd name="connsiteX91" fmla="*/ 311106 w 598324"/>
                  <a:gd name="connsiteY91" fmla="*/ 305667 h 761503"/>
                  <a:gd name="connsiteX92" fmla="*/ 335583 w 598324"/>
                  <a:gd name="connsiteY92" fmla="*/ 259433 h 761503"/>
                  <a:gd name="connsiteX93" fmla="*/ 354621 w 598324"/>
                  <a:gd name="connsiteY93" fmla="*/ 224077 h 761503"/>
                  <a:gd name="connsiteX94" fmla="*/ 381817 w 598324"/>
                  <a:gd name="connsiteY94" fmla="*/ 172404 h 761503"/>
                  <a:gd name="connsiteX95" fmla="*/ 409014 w 598324"/>
                  <a:gd name="connsiteY95" fmla="*/ 118011 h 761503"/>
                  <a:gd name="connsiteX96" fmla="*/ 411734 w 598324"/>
                  <a:gd name="connsiteY96" fmla="*/ 115291 h 761503"/>
                  <a:gd name="connsiteX97" fmla="*/ 398136 w 598324"/>
                  <a:gd name="connsiteY97" fmla="*/ 115291 h 761503"/>
                  <a:gd name="connsiteX98" fmla="*/ 379098 w 598324"/>
                  <a:gd name="connsiteY98" fmla="*/ 109852 h 761503"/>
                  <a:gd name="connsiteX99" fmla="*/ 368219 w 598324"/>
                  <a:gd name="connsiteY99" fmla="*/ 93534 h 761503"/>
                  <a:gd name="connsiteX100" fmla="*/ 370939 w 598324"/>
                  <a:gd name="connsiteY100" fmla="*/ 85375 h 761503"/>
                  <a:gd name="connsiteX101" fmla="*/ 387257 w 598324"/>
                  <a:gd name="connsiteY101" fmla="*/ 77216 h 761503"/>
                  <a:gd name="connsiteX102" fmla="*/ 422612 w 598324"/>
                  <a:gd name="connsiteY102" fmla="*/ 71776 h 761503"/>
                  <a:gd name="connsiteX103" fmla="*/ 436211 w 598324"/>
                  <a:gd name="connsiteY103" fmla="*/ 71776 h 761503"/>
                  <a:gd name="connsiteX104" fmla="*/ 438930 w 598324"/>
                  <a:gd name="connsiteY104" fmla="*/ 69057 h 761503"/>
                  <a:gd name="connsiteX105" fmla="*/ 452529 w 598324"/>
                  <a:gd name="connsiteY105" fmla="*/ 66337 h 761503"/>
                  <a:gd name="connsiteX106" fmla="*/ 466127 w 598324"/>
                  <a:gd name="connsiteY106" fmla="*/ 69057 h 761503"/>
                  <a:gd name="connsiteX107" fmla="*/ 471566 w 598324"/>
                  <a:gd name="connsiteY107" fmla="*/ 71776 h 761503"/>
                  <a:gd name="connsiteX108" fmla="*/ 515081 w 598324"/>
                  <a:gd name="connsiteY108" fmla="*/ 71776 h 761503"/>
                  <a:gd name="connsiteX109" fmla="*/ 542277 w 598324"/>
                  <a:gd name="connsiteY109" fmla="*/ 88094 h 761503"/>
                  <a:gd name="connsiteX110" fmla="*/ 536838 w 598324"/>
                  <a:gd name="connsiteY110" fmla="*/ 104412 h 761503"/>
                  <a:gd name="connsiteX111" fmla="*/ 525959 w 598324"/>
                  <a:gd name="connsiteY111" fmla="*/ 112571 h 761503"/>
                  <a:gd name="connsiteX112" fmla="*/ 509642 w 598324"/>
                  <a:gd name="connsiteY112" fmla="*/ 115291 h 761503"/>
                  <a:gd name="connsiteX113" fmla="*/ 468847 w 598324"/>
                  <a:gd name="connsiteY113" fmla="*/ 115291 h 761503"/>
                  <a:gd name="connsiteX114" fmla="*/ 457968 w 598324"/>
                  <a:gd name="connsiteY114" fmla="*/ 137048 h 761503"/>
                  <a:gd name="connsiteX115" fmla="*/ 430771 w 598324"/>
                  <a:gd name="connsiteY115" fmla="*/ 194161 h 761503"/>
                  <a:gd name="connsiteX116" fmla="*/ 400855 w 598324"/>
                  <a:gd name="connsiteY116" fmla="*/ 262152 h 761503"/>
                  <a:gd name="connsiteX117" fmla="*/ 360060 w 598324"/>
                  <a:gd name="connsiteY117" fmla="*/ 332863 h 761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</a:cxnLst>
                <a:rect l="l" t="t" r="r" b="b"/>
                <a:pathLst>
                  <a:path w="598324" h="761503">
                    <a:moveTo>
                      <a:pt x="360060" y="332863"/>
                    </a:moveTo>
                    <a:cubicBezTo>
                      <a:pt x="351901" y="343742"/>
                      <a:pt x="341023" y="357340"/>
                      <a:pt x="341023" y="370939"/>
                    </a:cubicBezTo>
                    <a:cubicBezTo>
                      <a:pt x="341023" y="379098"/>
                      <a:pt x="357341" y="381817"/>
                      <a:pt x="376378" y="389976"/>
                    </a:cubicBezTo>
                    <a:cubicBezTo>
                      <a:pt x="395416" y="398135"/>
                      <a:pt x="417173" y="417173"/>
                      <a:pt x="425332" y="433491"/>
                    </a:cubicBezTo>
                    <a:cubicBezTo>
                      <a:pt x="430771" y="444369"/>
                      <a:pt x="436211" y="452528"/>
                      <a:pt x="438930" y="463407"/>
                    </a:cubicBezTo>
                    <a:cubicBezTo>
                      <a:pt x="444370" y="474286"/>
                      <a:pt x="447089" y="487884"/>
                      <a:pt x="449809" y="498762"/>
                    </a:cubicBezTo>
                    <a:cubicBezTo>
                      <a:pt x="452529" y="512361"/>
                      <a:pt x="452529" y="517800"/>
                      <a:pt x="457968" y="528679"/>
                    </a:cubicBezTo>
                    <a:cubicBezTo>
                      <a:pt x="463407" y="539557"/>
                      <a:pt x="463407" y="553155"/>
                      <a:pt x="466127" y="564034"/>
                    </a:cubicBezTo>
                    <a:cubicBezTo>
                      <a:pt x="468847" y="572193"/>
                      <a:pt x="468847" y="585791"/>
                      <a:pt x="471566" y="593950"/>
                    </a:cubicBezTo>
                    <a:cubicBezTo>
                      <a:pt x="474286" y="599390"/>
                      <a:pt x="477006" y="602109"/>
                      <a:pt x="479725" y="607548"/>
                    </a:cubicBezTo>
                    <a:cubicBezTo>
                      <a:pt x="482445" y="612988"/>
                      <a:pt x="487884" y="618427"/>
                      <a:pt x="487884" y="623867"/>
                    </a:cubicBezTo>
                    <a:cubicBezTo>
                      <a:pt x="490604" y="634745"/>
                      <a:pt x="496043" y="642904"/>
                      <a:pt x="501482" y="651063"/>
                    </a:cubicBezTo>
                    <a:cubicBezTo>
                      <a:pt x="506922" y="661942"/>
                      <a:pt x="512361" y="664661"/>
                      <a:pt x="523240" y="670101"/>
                    </a:cubicBezTo>
                    <a:cubicBezTo>
                      <a:pt x="528679" y="672820"/>
                      <a:pt x="534119" y="680979"/>
                      <a:pt x="534119" y="686418"/>
                    </a:cubicBezTo>
                    <a:cubicBezTo>
                      <a:pt x="534119" y="689138"/>
                      <a:pt x="534119" y="691858"/>
                      <a:pt x="531399" y="694578"/>
                    </a:cubicBezTo>
                    <a:cubicBezTo>
                      <a:pt x="525959" y="702736"/>
                      <a:pt x="512361" y="708176"/>
                      <a:pt x="498763" y="708176"/>
                    </a:cubicBezTo>
                    <a:cubicBezTo>
                      <a:pt x="485165" y="708176"/>
                      <a:pt x="466127" y="705456"/>
                      <a:pt x="449809" y="700017"/>
                    </a:cubicBezTo>
                    <a:cubicBezTo>
                      <a:pt x="430771" y="694578"/>
                      <a:pt x="409014" y="675540"/>
                      <a:pt x="400855" y="667381"/>
                    </a:cubicBezTo>
                    <a:cubicBezTo>
                      <a:pt x="392696" y="659222"/>
                      <a:pt x="387257" y="651063"/>
                      <a:pt x="381817" y="642904"/>
                    </a:cubicBezTo>
                    <a:cubicBezTo>
                      <a:pt x="376378" y="632025"/>
                      <a:pt x="370939" y="623867"/>
                      <a:pt x="368219" y="610268"/>
                    </a:cubicBezTo>
                    <a:cubicBezTo>
                      <a:pt x="360060" y="588511"/>
                      <a:pt x="357341" y="574913"/>
                      <a:pt x="349182" y="550436"/>
                    </a:cubicBezTo>
                    <a:cubicBezTo>
                      <a:pt x="343742" y="534118"/>
                      <a:pt x="341023" y="520520"/>
                      <a:pt x="338303" y="504202"/>
                    </a:cubicBezTo>
                    <a:cubicBezTo>
                      <a:pt x="335583" y="493323"/>
                      <a:pt x="332864" y="485164"/>
                      <a:pt x="330144" y="477005"/>
                    </a:cubicBezTo>
                    <a:cubicBezTo>
                      <a:pt x="327424" y="471566"/>
                      <a:pt x="324705" y="463407"/>
                      <a:pt x="321985" y="455248"/>
                    </a:cubicBezTo>
                    <a:cubicBezTo>
                      <a:pt x="316546" y="444369"/>
                      <a:pt x="311106" y="436210"/>
                      <a:pt x="305667" y="436210"/>
                    </a:cubicBezTo>
                    <a:cubicBezTo>
                      <a:pt x="302948" y="436210"/>
                      <a:pt x="300228" y="438930"/>
                      <a:pt x="294788" y="441650"/>
                    </a:cubicBezTo>
                    <a:cubicBezTo>
                      <a:pt x="289349" y="447089"/>
                      <a:pt x="283910" y="455248"/>
                      <a:pt x="278471" y="463407"/>
                    </a:cubicBezTo>
                    <a:cubicBezTo>
                      <a:pt x="270312" y="474286"/>
                      <a:pt x="267592" y="485164"/>
                      <a:pt x="264872" y="496043"/>
                    </a:cubicBezTo>
                    <a:cubicBezTo>
                      <a:pt x="264872" y="504202"/>
                      <a:pt x="262153" y="512361"/>
                      <a:pt x="262153" y="517800"/>
                    </a:cubicBezTo>
                    <a:cubicBezTo>
                      <a:pt x="262153" y="520520"/>
                      <a:pt x="262153" y="520520"/>
                      <a:pt x="262153" y="523239"/>
                    </a:cubicBezTo>
                    <a:cubicBezTo>
                      <a:pt x="262153" y="528679"/>
                      <a:pt x="262153" y="544997"/>
                      <a:pt x="262153" y="553155"/>
                    </a:cubicBezTo>
                    <a:cubicBezTo>
                      <a:pt x="262153" y="583072"/>
                      <a:pt x="264872" y="599390"/>
                      <a:pt x="262153" y="629306"/>
                    </a:cubicBezTo>
                    <a:cubicBezTo>
                      <a:pt x="262153" y="640184"/>
                      <a:pt x="262153" y="648343"/>
                      <a:pt x="259433" y="659222"/>
                    </a:cubicBezTo>
                    <a:cubicBezTo>
                      <a:pt x="270312" y="659222"/>
                      <a:pt x="278471" y="659222"/>
                      <a:pt x="283910" y="659222"/>
                    </a:cubicBezTo>
                    <a:cubicBezTo>
                      <a:pt x="297508" y="659222"/>
                      <a:pt x="321985" y="659222"/>
                      <a:pt x="321985" y="675540"/>
                    </a:cubicBezTo>
                    <a:cubicBezTo>
                      <a:pt x="321985" y="683699"/>
                      <a:pt x="319265" y="686418"/>
                      <a:pt x="316546" y="691858"/>
                    </a:cubicBezTo>
                    <a:cubicBezTo>
                      <a:pt x="311106" y="697297"/>
                      <a:pt x="305667" y="700017"/>
                      <a:pt x="300228" y="700017"/>
                    </a:cubicBezTo>
                    <a:cubicBezTo>
                      <a:pt x="292069" y="702736"/>
                      <a:pt x="283910" y="702736"/>
                      <a:pt x="278471" y="702736"/>
                    </a:cubicBezTo>
                    <a:cubicBezTo>
                      <a:pt x="275751" y="702736"/>
                      <a:pt x="259433" y="702736"/>
                      <a:pt x="243115" y="702736"/>
                    </a:cubicBezTo>
                    <a:cubicBezTo>
                      <a:pt x="237676" y="708176"/>
                      <a:pt x="229517" y="710895"/>
                      <a:pt x="221358" y="710895"/>
                    </a:cubicBezTo>
                    <a:cubicBezTo>
                      <a:pt x="213199" y="710895"/>
                      <a:pt x="202320" y="708176"/>
                      <a:pt x="194161" y="702736"/>
                    </a:cubicBezTo>
                    <a:cubicBezTo>
                      <a:pt x="186002" y="702736"/>
                      <a:pt x="180563" y="702736"/>
                      <a:pt x="177843" y="702736"/>
                    </a:cubicBezTo>
                    <a:cubicBezTo>
                      <a:pt x="164245" y="702736"/>
                      <a:pt x="139768" y="702736"/>
                      <a:pt x="126170" y="702736"/>
                    </a:cubicBezTo>
                    <a:cubicBezTo>
                      <a:pt x="118011" y="702736"/>
                      <a:pt x="109852" y="702736"/>
                      <a:pt x="101693" y="702736"/>
                    </a:cubicBezTo>
                    <a:cubicBezTo>
                      <a:pt x="93534" y="702736"/>
                      <a:pt x="82655" y="702736"/>
                      <a:pt x="74496" y="697297"/>
                    </a:cubicBezTo>
                    <a:cubicBezTo>
                      <a:pt x="66337" y="694578"/>
                      <a:pt x="58178" y="686418"/>
                      <a:pt x="58178" y="680979"/>
                    </a:cubicBezTo>
                    <a:cubicBezTo>
                      <a:pt x="58178" y="678260"/>
                      <a:pt x="58178" y="675540"/>
                      <a:pt x="63617" y="672820"/>
                    </a:cubicBezTo>
                    <a:cubicBezTo>
                      <a:pt x="69057" y="670101"/>
                      <a:pt x="79935" y="667381"/>
                      <a:pt x="85375" y="664661"/>
                    </a:cubicBezTo>
                    <a:cubicBezTo>
                      <a:pt x="104412" y="661942"/>
                      <a:pt x="123450" y="659222"/>
                      <a:pt x="128889" y="659222"/>
                    </a:cubicBezTo>
                    <a:cubicBezTo>
                      <a:pt x="134329" y="659222"/>
                      <a:pt x="139768" y="659222"/>
                      <a:pt x="147927" y="659222"/>
                    </a:cubicBezTo>
                    <a:cubicBezTo>
                      <a:pt x="147927" y="656502"/>
                      <a:pt x="145207" y="653783"/>
                      <a:pt x="145207" y="653783"/>
                    </a:cubicBezTo>
                    <a:cubicBezTo>
                      <a:pt x="131609" y="632025"/>
                      <a:pt x="131609" y="610268"/>
                      <a:pt x="131609" y="585791"/>
                    </a:cubicBezTo>
                    <a:cubicBezTo>
                      <a:pt x="131609" y="555875"/>
                      <a:pt x="131609" y="528679"/>
                      <a:pt x="134329" y="498762"/>
                    </a:cubicBezTo>
                    <a:cubicBezTo>
                      <a:pt x="134329" y="468846"/>
                      <a:pt x="137048" y="436210"/>
                      <a:pt x="137048" y="406294"/>
                    </a:cubicBezTo>
                    <a:cubicBezTo>
                      <a:pt x="137048" y="379098"/>
                      <a:pt x="134329" y="354621"/>
                      <a:pt x="134329" y="327424"/>
                    </a:cubicBezTo>
                    <a:cubicBezTo>
                      <a:pt x="134329" y="302947"/>
                      <a:pt x="137048" y="278470"/>
                      <a:pt x="137048" y="253993"/>
                    </a:cubicBezTo>
                    <a:cubicBezTo>
                      <a:pt x="137048" y="237675"/>
                      <a:pt x="139768" y="224077"/>
                      <a:pt x="139768" y="207759"/>
                    </a:cubicBezTo>
                    <a:cubicBezTo>
                      <a:pt x="139768" y="196881"/>
                      <a:pt x="137048" y="183282"/>
                      <a:pt x="137048" y="172404"/>
                    </a:cubicBezTo>
                    <a:cubicBezTo>
                      <a:pt x="137048" y="150647"/>
                      <a:pt x="137048" y="131609"/>
                      <a:pt x="137048" y="112571"/>
                    </a:cubicBezTo>
                    <a:cubicBezTo>
                      <a:pt x="134329" y="112571"/>
                      <a:pt x="137048" y="112571"/>
                      <a:pt x="126170" y="112571"/>
                    </a:cubicBezTo>
                    <a:cubicBezTo>
                      <a:pt x="118011" y="112571"/>
                      <a:pt x="109852" y="112571"/>
                      <a:pt x="101693" y="112571"/>
                    </a:cubicBezTo>
                    <a:cubicBezTo>
                      <a:pt x="93534" y="112571"/>
                      <a:pt x="82655" y="109852"/>
                      <a:pt x="74496" y="107132"/>
                    </a:cubicBezTo>
                    <a:cubicBezTo>
                      <a:pt x="66337" y="104412"/>
                      <a:pt x="58178" y="96253"/>
                      <a:pt x="58178" y="90814"/>
                    </a:cubicBezTo>
                    <a:cubicBezTo>
                      <a:pt x="58178" y="88094"/>
                      <a:pt x="58178" y="85375"/>
                      <a:pt x="63617" y="82655"/>
                    </a:cubicBezTo>
                    <a:cubicBezTo>
                      <a:pt x="69057" y="79936"/>
                      <a:pt x="79935" y="77216"/>
                      <a:pt x="85375" y="74496"/>
                    </a:cubicBezTo>
                    <a:cubicBezTo>
                      <a:pt x="104412" y="71776"/>
                      <a:pt x="128889" y="69057"/>
                      <a:pt x="137048" y="69057"/>
                    </a:cubicBezTo>
                    <a:cubicBezTo>
                      <a:pt x="137048" y="69057"/>
                      <a:pt x="139768" y="69057"/>
                      <a:pt x="145207" y="69057"/>
                    </a:cubicBezTo>
                    <a:cubicBezTo>
                      <a:pt x="150646" y="60898"/>
                      <a:pt x="158806" y="58178"/>
                      <a:pt x="169684" y="58178"/>
                    </a:cubicBezTo>
                    <a:cubicBezTo>
                      <a:pt x="172404" y="58178"/>
                      <a:pt x="175123" y="58178"/>
                      <a:pt x="177843" y="58178"/>
                    </a:cubicBezTo>
                    <a:cubicBezTo>
                      <a:pt x="186002" y="58178"/>
                      <a:pt x="196881" y="63617"/>
                      <a:pt x="205040" y="66337"/>
                    </a:cubicBezTo>
                    <a:cubicBezTo>
                      <a:pt x="237676" y="66337"/>
                      <a:pt x="273031" y="63617"/>
                      <a:pt x="286629" y="63617"/>
                    </a:cubicBezTo>
                    <a:cubicBezTo>
                      <a:pt x="300228" y="63617"/>
                      <a:pt x="324705" y="63617"/>
                      <a:pt x="324705" y="79936"/>
                    </a:cubicBezTo>
                    <a:cubicBezTo>
                      <a:pt x="324705" y="88094"/>
                      <a:pt x="321985" y="90814"/>
                      <a:pt x="319265" y="96253"/>
                    </a:cubicBezTo>
                    <a:cubicBezTo>
                      <a:pt x="313826" y="101693"/>
                      <a:pt x="308387" y="104412"/>
                      <a:pt x="302948" y="104412"/>
                    </a:cubicBezTo>
                    <a:cubicBezTo>
                      <a:pt x="289349" y="112571"/>
                      <a:pt x="283910" y="112571"/>
                      <a:pt x="278471" y="112571"/>
                    </a:cubicBezTo>
                    <a:cubicBezTo>
                      <a:pt x="273031" y="112571"/>
                      <a:pt x="253994" y="112571"/>
                      <a:pt x="232236" y="112571"/>
                    </a:cubicBezTo>
                    <a:cubicBezTo>
                      <a:pt x="237676" y="120730"/>
                      <a:pt x="240395" y="128889"/>
                      <a:pt x="240395" y="137048"/>
                    </a:cubicBezTo>
                    <a:cubicBezTo>
                      <a:pt x="240395" y="142487"/>
                      <a:pt x="240395" y="145207"/>
                      <a:pt x="240395" y="150647"/>
                    </a:cubicBezTo>
                    <a:cubicBezTo>
                      <a:pt x="240395" y="153366"/>
                      <a:pt x="240395" y="156086"/>
                      <a:pt x="243115" y="158805"/>
                    </a:cubicBezTo>
                    <a:cubicBezTo>
                      <a:pt x="245835" y="169684"/>
                      <a:pt x="245835" y="180563"/>
                      <a:pt x="248554" y="188722"/>
                    </a:cubicBezTo>
                    <a:cubicBezTo>
                      <a:pt x="248554" y="191441"/>
                      <a:pt x="248554" y="194161"/>
                      <a:pt x="248554" y="199600"/>
                    </a:cubicBezTo>
                    <a:cubicBezTo>
                      <a:pt x="248554" y="207759"/>
                      <a:pt x="248554" y="213198"/>
                      <a:pt x="248554" y="221357"/>
                    </a:cubicBezTo>
                    <a:cubicBezTo>
                      <a:pt x="248554" y="234956"/>
                      <a:pt x="251274" y="248554"/>
                      <a:pt x="253994" y="264872"/>
                    </a:cubicBezTo>
                    <a:cubicBezTo>
                      <a:pt x="256713" y="275751"/>
                      <a:pt x="259433" y="286629"/>
                      <a:pt x="262153" y="297508"/>
                    </a:cubicBezTo>
                    <a:cubicBezTo>
                      <a:pt x="264872" y="305667"/>
                      <a:pt x="264872" y="313826"/>
                      <a:pt x="264872" y="324704"/>
                    </a:cubicBezTo>
                    <a:cubicBezTo>
                      <a:pt x="264872" y="327424"/>
                      <a:pt x="264872" y="330144"/>
                      <a:pt x="264872" y="332863"/>
                    </a:cubicBezTo>
                    <a:cubicBezTo>
                      <a:pt x="264872" y="338303"/>
                      <a:pt x="264872" y="346462"/>
                      <a:pt x="264872" y="351901"/>
                    </a:cubicBezTo>
                    <a:cubicBezTo>
                      <a:pt x="264872" y="357340"/>
                      <a:pt x="262153" y="365499"/>
                      <a:pt x="262153" y="370939"/>
                    </a:cubicBezTo>
                    <a:cubicBezTo>
                      <a:pt x="262153" y="376378"/>
                      <a:pt x="264872" y="384537"/>
                      <a:pt x="267592" y="384537"/>
                    </a:cubicBezTo>
                    <a:cubicBezTo>
                      <a:pt x="273031" y="384537"/>
                      <a:pt x="275751" y="376378"/>
                      <a:pt x="278471" y="370939"/>
                    </a:cubicBezTo>
                    <a:cubicBezTo>
                      <a:pt x="283910" y="360060"/>
                      <a:pt x="289349" y="346462"/>
                      <a:pt x="297508" y="332863"/>
                    </a:cubicBezTo>
                    <a:cubicBezTo>
                      <a:pt x="302948" y="324704"/>
                      <a:pt x="305667" y="313826"/>
                      <a:pt x="311106" y="305667"/>
                    </a:cubicBezTo>
                    <a:cubicBezTo>
                      <a:pt x="319265" y="289349"/>
                      <a:pt x="327424" y="275751"/>
                      <a:pt x="335583" y="259433"/>
                    </a:cubicBezTo>
                    <a:cubicBezTo>
                      <a:pt x="341023" y="248554"/>
                      <a:pt x="349182" y="234956"/>
                      <a:pt x="354621" y="224077"/>
                    </a:cubicBezTo>
                    <a:cubicBezTo>
                      <a:pt x="362780" y="207759"/>
                      <a:pt x="370939" y="191441"/>
                      <a:pt x="381817" y="172404"/>
                    </a:cubicBezTo>
                    <a:cubicBezTo>
                      <a:pt x="389977" y="153366"/>
                      <a:pt x="400855" y="134329"/>
                      <a:pt x="409014" y="118011"/>
                    </a:cubicBezTo>
                    <a:cubicBezTo>
                      <a:pt x="409014" y="115291"/>
                      <a:pt x="409014" y="115291"/>
                      <a:pt x="411734" y="115291"/>
                    </a:cubicBezTo>
                    <a:cubicBezTo>
                      <a:pt x="406294" y="115291"/>
                      <a:pt x="400855" y="115291"/>
                      <a:pt x="398136" y="115291"/>
                    </a:cubicBezTo>
                    <a:cubicBezTo>
                      <a:pt x="392696" y="115291"/>
                      <a:pt x="384537" y="115291"/>
                      <a:pt x="379098" y="109852"/>
                    </a:cubicBezTo>
                    <a:cubicBezTo>
                      <a:pt x="373659" y="107132"/>
                      <a:pt x="368219" y="98973"/>
                      <a:pt x="368219" y="93534"/>
                    </a:cubicBezTo>
                    <a:cubicBezTo>
                      <a:pt x="368219" y="90814"/>
                      <a:pt x="368219" y="88094"/>
                      <a:pt x="370939" y="85375"/>
                    </a:cubicBezTo>
                    <a:cubicBezTo>
                      <a:pt x="373659" y="82655"/>
                      <a:pt x="381817" y="79936"/>
                      <a:pt x="387257" y="77216"/>
                    </a:cubicBezTo>
                    <a:cubicBezTo>
                      <a:pt x="400855" y="74496"/>
                      <a:pt x="414453" y="71776"/>
                      <a:pt x="422612" y="71776"/>
                    </a:cubicBezTo>
                    <a:cubicBezTo>
                      <a:pt x="425332" y="71776"/>
                      <a:pt x="430771" y="71776"/>
                      <a:pt x="436211" y="71776"/>
                    </a:cubicBezTo>
                    <a:cubicBezTo>
                      <a:pt x="436211" y="71776"/>
                      <a:pt x="438930" y="69057"/>
                      <a:pt x="438930" y="69057"/>
                    </a:cubicBezTo>
                    <a:cubicBezTo>
                      <a:pt x="444370" y="66337"/>
                      <a:pt x="447089" y="66337"/>
                      <a:pt x="452529" y="66337"/>
                    </a:cubicBezTo>
                    <a:cubicBezTo>
                      <a:pt x="457968" y="66337"/>
                      <a:pt x="460688" y="66337"/>
                      <a:pt x="466127" y="69057"/>
                    </a:cubicBezTo>
                    <a:cubicBezTo>
                      <a:pt x="468847" y="69057"/>
                      <a:pt x="471566" y="71776"/>
                      <a:pt x="471566" y="71776"/>
                    </a:cubicBezTo>
                    <a:cubicBezTo>
                      <a:pt x="490604" y="71776"/>
                      <a:pt x="506922" y="71776"/>
                      <a:pt x="515081" y="71776"/>
                    </a:cubicBezTo>
                    <a:cubicBezTo>
                      <a:pt x="523240" y="71776"/>
                      <a:pt x="542277" y="71776"/>
                      <a:pt x="542277" y="88094"/>
                    </a:cubicBezTo>
                    <a:cubicBezTo>
                      <a:pt x="542277" y="96253"/>
                      <a:pt x="542277" y="98973"/>
                      <a:pt x="536838" y="104412"/>
                    </a:cubicBezTo>
                    <a:cubicBezTo>
                      <a:pt x="534119" y="109852"/>
                      <a:pt x="528679" y="112571"/>
                      <a:pt x="525959" y="112571"/>
                    </a:cubicBezTo>
                    <a:cubicBezTo>
                      <a:pt x="520520" y="115291"/>
                      <a:pt x="515081" y="115291"/>
                      <a:pt x="509642" y="115291"/>
                    </a:cubicBezTo>
                    <a:cubicBezTo>
                      <a:pt x="506922" y="115291"/>
                      <a:pt x="487884" y="115291"/>
                      <a:pt x="468847" y="115291"/>
                    </a:cubicBezTo>
                    <a:cubicBezTo>
                      <a:pt x="466127" y="123450"/>
                      <a:pt x="460688" y="128889"/>
                      <a:pt x="457968" y="137048"/>
                    </a:cubicBezTo>
                    <a:cubicBezTo>
                      <a:pt x="447089" y="156086"/>
                      <a:pt x="438930" y="175123"/>
                      <a:pt x="430771" y="194161"/>
                    </a:cubicBezTo>
                    <a:cubicBezTo>
                      <a:pt x="419893" y="215918"/>
                      <a:pt x="411734" y="240395"/>
                      <a:pt x="400855" y="262152"/>
                    </a:cubicBezTo>
                    <a:cubicBezTo>
                      <a:pt x="387257" y="289349"/>
                      <a:pt x="373659" y="311106"/>
                      <a:pt x="360060" y="332863"/>
                    </a:cubicBezTo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8" name="Freeform: Shape 41">
                <a:extLst>
                  <a:ext uri="{FF2B5EF4-FFF2-40B4-BE49-F238E27FC236}">
                    <a16:creationId xmlns:a16="http://schemas.microsoft.com/office/drawing/2014/main" id="{1E9D683E-F5C2-F74C-BA7E-7D83F5A40868}"/>
                  </a:ext>
                </a:extLst>
              </p:cNvPr>
              <p:cNvSpPr/>
              <p:nvPr/>
            </p:nvSpPr>
            <p:spPr>
              <a:xfrm>
                <a:off x="4335316" y="4186718"/>
                <a:ext cx="353556" cy="761503"/>
              </a:xfrm>
              <a:custGeom>
                <a:avLst/>
                <a:gdLst>
                  <a:gd name="connsiteX0" fmla="*/ 283910 w 353555"/>
                  <a:gd name="connsiteY0" fmla="*/ 672820 h 761503"/>
                  <a:gd name="connsiteX1" fmla="*/ 321985 w 353555"/>
                  <a:gd name="connsiteY1" fmla="*/ 689138 h 761503"/>
                  <a:gd name="connsiteX2" fmla="*/ 316546 w 353555"/>
                  <a:gd name="connsiteY2" fmla="*/ 705456 h 761503"/>
                  <a:gd name="connsiteX3" fmla="*/ 300228 w 353555"/>
                  <a:gd name="connsiteY3" fmla="*/ 713615 h 761503"/>
                  <a:gd name="connsiteX4" fmla="*/ 278471 w 353555"/>
                  <a:gd name="connsiteY4" fmla="*/ 716335 h 761503"/>
                  <a:gd name="connsiteX5" fmla="*/ 237676 w 353555"/>
                  <a:gd name="connsiteY5" fmla="*/ 716335 h 761503"/>
                  <a:gd name="connsiteX6" fmla="*/ 180563 w 353555"/>
                  <a:gd name="connsiteY6" fmla="*/ 719054 h 761503"/>
                  <a:gd name="connsiteX7" fmla="*/ 126170 w 353555"/>
                  <a:gd name="connsiteY7" fmla="*/ 719054 h 761503"/>
                  <a:gd name="connsiteX8" fmla="*/ 101693 w 353555"/>
                  <a:gd name="connsiteY8" fmla="*/ 719054 h 761503"/>
                  <a:gd name="connsiteX9" fmla="*/ 74496 w 353555"/>
                  <a:gd name="connsiteY9" fmla="*/ 713615 h 761503"/>
                  <a:gd name="connsiteX10" fmla="*/ 58178 w 353555"/>
                  <a:gd name="connsiteY10" fmla="*/ 697297 h 761503"/>
                  <a:gd name="connsiteX11" fmla="*/ 63617 w 353555"/>
                  <a:gd name="connsiteY11" fmla="*/ 689138 h 761503"/>
                  <a:gd name="connsiteX12" fmla="*/ 85375 w 353555"/>
                  <a:gd name="connsiteY12" fmla="*/ 680979 h 761503"/>
                  <a:gd name="connsiteX13" fmla="*/ 131609 w 353555"/>
                  <a:gd name="connsiteY13" fmla="*/ 675540 h 761503"/>
                  <a:gd name="connsiteX14" fmla="*/ 142488 w 353555"/>
                  <a:gd name="connsiteY14" fmla="*/ 675540 h 761503"/>
                  <a:gd name="connsiteX15" fmla="*/ 131609 w 353555"/>
                  <a:gd name="connsiteY15" fmla="*/ 653783 h 761503"/>
                  <a:gd name="connsiteX16" fmla="*/ 128889 w 353555"/>
                  <a:gd name="connsiteY16" fmla="*/ 640184 h 761503"/>
                  <a:gd name="connsiteX17" fmla="*/ 128889 w 353555"/>
                  <a:gd name="connsiteY17" fmla="*/ 629306 h 761503"/>
                  <a:gd name="connsiteX18" fmla="*/ 128889 w 353555"/>
                  <a:gd name="connsiteY18" fmla="*/ 621147 h 761503"/>
                  <a:gd name="connsiteX19" fmla="*/ 128889 w 353555"/>
                  <a:gd name="connsiteY19" fmla="*/ 593950 h 761503"/>
                  <a:gd name="connsiteX20" fmla="*/ 128889 w 353555"/>
                  <a:gd name="connsiteY20" fmla="*/ 583072 h 761503"/>
                  <a:gd name="connsiteX21" fmla="*/ 128889 w 353555"/>
                  <a:gd name="connsiteY21" fmla="*/ 436210 h 761503"/>
                  <a:gd name="connsiteX22" fmla="*/ 128889 w 353555"/>
                  <a:gd name="connsiteY22" fmla="*/ 357340 h 761503"/>
                  <a:gd name="connsiteX23" fmla="*/ 131609 w 353555"/>
                  <a:gd name="connsiteY23" fmla="*/ 289349 h 761503"/>
                  <a:gd name="connsiteX24" fmla="*/ 131609 w 353555"/>
                  <a:gd name="connsiteY24" fmla="*/ 251274 h 761503"/>
                  <a:gd name="connsiteX25" fmla="*/ 131609 w 353555"/>
                  <a:gd name="connsiteY25" fmla="*/ 205040 h 761503"/>
                  <a:gd name="connsiteX26" fmla="*/ 131609 w 353555"/>
                  <a:gd name="connsiteY26" fmla="*/ 139768 h 761503"/>
                  <a:gd name="connsiteX27" fmla="*/ 131609 w 353555"/>
                  <a:gd name="connsiteY27" fmla="*/ 128889 h 761503"/>
                  <a:gd name="connsiteX28" fmla="*/ 126170 w 353555"/>
                  <a:gd name="connsiteY28" fmla="*/ 128889 h 761503"/>
                  <a:gd name="connsiteX29" fmla="*/ 101693 w 353555"/>
                  <a:gd name="connsiteY29" fmla="*/ 128889 h 761503"/>
                  <a:gd name="connsiteX30" fmla="*/ 74496 w 353555"/>
                  <a:gd name="connsiteY30" fmla="*/ 123450 h 761503"/>
                  <a:gd name="connsiteX31" fmla="*/ 58178 w 353555"/>
                  <a:gd name="connsiteY31" fmla="*/ 107132 h 761503"/>
                  <a:gd name="connsiteX32" fmla="*/ 60898 w 353555"/>
                  <a:gd name="connsiteY32" fmla="*/ 98973 h 761503"/>
                  <a:gd name="connsiteX33" fmla="*/ 82655 w 353555"/>
                  <a:gd name="connsiteY33" fmla="*/ 93534 h 761503"/>
                  <a:gd name="connsiteX34" fmla="*/ 131609 w 353555"/>
                  <a:gd name="connsiteY34" fmla="*/ 88094 h 761503"/>
                  <a:gd name="connsiteX35" fmla="*/ 131609 w 353555"/>
                  <a:gd name="connsiteY35" fmla="*/ 82655 h 761503"/>
                  <a:gd name="connsiteX36" fmla="*/ 134329 w 353555"/>
                  <a:gd name="connsiteY36" fmla="*/ 71776 h 761503"/>
                  <a:gd name="connsiteX37" fmla="*/ 147927 w 353555"/>
                  <a:gd name="connsiteY37" fmla="*/ 63617 h 761503"/>
                  <a:gd name="connsiteX38" fmla="*/ 164245 w 353555"/>
                  <a:gd name="connsiteY38" fmla="*/ 58178 h 761503"/>
                  <a:gd name="connsiteX39" fmla="*/ 177843 w 353555"/>
                  <a:gd name="connsiteY39" fmla="*/ 58178 h 761503"/>
                  <a:gd name="connsiteX40" fmla="*/ 196881 w 353555"/>
                  <a:gd name="connsiteY40" fmla="*/ 60898 h 761503"/>
                  <a:gd name="connsiteX41" fmla="*/ 232236 w 353555"/>
                  <a:gd name="connsiteY41" fmla="*/ 88094 h 761503"/>
                  <a:gd name="connsiteX42" fmla="*/ 278471 w 353555"/>
                  <a:gd name="connsiteY42" fmla="*/ 88094 h 761503"/>
                  <a:gd name="connsiteX43" fmla="*/ 316546 w 353555"/>
                  <a:gd name="connsiteY43" fmla="*/ 104412 h 761503"/>
                  <a:gd name="connsiteX44" fmla="*/ 311106 w 353555"/>
                  <a:gd name="connsiteY44" fmla="*/ 120730 h 761503"/>
                  <a:gd name="connsiteX45" fmla="*/ 294788 w 353555"/>
                  <a:gd name="connsiteY45" fmla="*/ 128889 h 761503"/>
                  <a:gd name="connsiteX46" fmla="*/ 273031 w 353555"/>
                  <a:gd name="connsiteY46" fmla="*/ 131609 h 761503"/>
                  <a:gd name="connsiteX47" fmla="*/ 243115 w 353555"/>
                  <a:gd name="connsiteY47" fmla="*/ 131609 h 761503"/>
                  <a:gd name="connsiteX48" fmla="*/ 243115 w 353555"/>
                  <a:gd name="connsiteY48" fmla="*/ 134329 h 761503"/>
                  <a:gd name="connsiteX49" fmla="*/ 248554 w 353555"/>
                  <a:gd name="connsiteY49" fmla="*/ 169684 h 761503"/>
                  <a:gd name="connsiteX50" fmla="*/ 251274 w 353555"/>
                  <a:gd name="connsiteY50" fmla="*/ 205040 h 761503"/>
                  <a:gd name="connsiteX51" fmla="*/ 251274 w 353555"/>
                  <a:gd name="connsiteY51" fmla="*/ 240395 h 761503"/>
                  <a:gd name="connsiteX52" fmla="*/ 251274 w 353555"/>
                  <a:gd name="connsiteY52" fmla="*/ 256713 h 761503"/>
                  <a:gd name="connsiteX53" fmla="*/ 253994 w 353555"/>
                  <a:gd name="connsiteY53" fmla="*/ 270311 h 761503"/>
                  <a:gd name="connsiteX54" fmla="*/ 259433 w 353555"/>
                  <a:gd name="connsiteY54" fmla="*/ 343742 h 761503"/>
                  <a:gd name="connsiteX55" fmla="*/ 262153 w 353555"/>
                  <a:gd name="connsiteY55" fmla="*/ 425332 h 761503"/>
                  <a:gd name="connsiteX56" fmla="*/ 264872 w 353555"/>
                  <a:gd name="connsiteY56" fmla="*/ 490603 h 761503"/>
                  <a:gd name="connsiteX57" fmla="*/ 270312 w 353555"/>
                  <a:gd name="connsiteY57" fmla="*/ 564034 h 761503"/>
                  <a:gd name="connsiteX58" fmla="*/ 270312 w 353555"/>
                  <a:gd name="connsiteY58" fmla="*/ 599390 h 761503"/>
                  <a:gd name="connsiteX59" fmla="*/ 270312 w 353555"/>
                  <a:gd name="connsiteY59" fmla="*/ 637465 h 761503"/>
                  <a:gd name="connsiteX60" fmla="*/ 264872 w 353555"/>
                  <a:gd name="connsiteY60" fmla="*/ 670101 h 761503"/>
                  <a:gd name="connsiteX61" fmla="*/ 283910 w 353555"/>
                  <a:gd name="connsiteY61" fmla="*/ 672820 h 761503"/>
                  <a:gd name="connsiteX62" fmla="*/ 283910 w 353555"/>
                  <a:gd name="connsiteY62" fmla="*/ 672820 h 761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</a:cxnLst>
                <a:rect l="l" t="t" r="r" b="b"/>
                <a:pathLst>
                  <a:path w="353555" h="761503">
                    <a:moveTo>
                      <a:pt x="283910" y="672820"/>
                    </a:moveTo>
                    <a:cubicBezTo>
                      <a:pt x="297508" y="672820"/>
                      <a:pt x="321985" y="672820"/>
                      <a:pt x="321985" y="689138"/>
                    </a:cubicBezTo>
                    <a:cubicBezTo>
                      <a:pt x="321985" y="697297"/>
                      <a:pt x="319265" y="697297"/>
                      <a:pt x="316546" y="705456"/>
                    </a:cubicBezTo>
                    <a:cubicBezTo>
                      <a:pt x="311106" y="710895"/>
                      <a:pt x="305667" y="713615"/>
                      <a:pt x="300228" y="713615"/>
                    </a:cubicBezTo>
                    <a:cubicBezTo>
                      <a:pt x="292069" y="716335"/>
                      <a:pt x="283910" y="716335"/>
                      <a:pt x="278471" y="716335"/>
                    </a:cubicBezTo>
                    <a:cubicBezTo>
                      <a:pt x="275751" y="716335"/>
                      <a:pt x="256713" y="716335"/>
                      <a:pt x="237676" y="716335"/>
                    </a:cubicBezTo>
                    <a:cubicBezTo>
                      <a:pt x="213199" y="716335"/>
                      <a:pt x="186002" y="719054"/>
                      <a:pt x="180563" y="719054"/>
                    </a:cubicBezTo>
                    <a:cubicBezTo>
                      <a:pt x="166965" y="719054"/>
                      <a:pt x="142488" y="719054"/>
                      <a:pt x="126170" y="719054"/>
                    </a:cubicBezTo>
                    <a:cubicBezTo>
                      <a:pt x="118011" y="719054"/>
                      <a:pt x="109852" y="719054"/>
                      <a:pt x="101693" y="719054"/>
                    </a:cubicBezTo>
                    <a:cubicBezTo>
                      <a:pt x="93534" y="719054"/>
                      <a:pt x="82655" y="719054"/>
                      <a:pt x="74496" y="713615"/>
                    </a:cubicBezTo>
                    <a:cubicBezTo>
                      <a:pt x="66337" y="710895"/>
                      <a:pt x="58178" y="702736"/>
                      <a:pt x="58178" y="697297"/>
                    </a:cubicBezTo>
                    <a:cubicBezTo>
                      <a:pt x="58178" y="694578"/>
                      <a:pt x="58178" y="691858"/>
                      <a:pt x="63617" y="689138"/>
                    </a:cubicBezTo>
                    <a:cubicBezTo>
                      <a:pt x="69057" y="686418"/>
                      <a:pt x="79935" y="683699"/>
                      <a:pt x="85375" y="680979"/>
                    </a:cubicBezTo>
                    <a:cubicBezTo>
                      <a:pt x="104412" y="678260"/>
                      <a:pt x="123450" y="675540"/>
                      <a:pt x="131609" y="675540"/>
                    </a:cubicBezTo>
                    <a:cubicBezTo>
                      <a:pt x="134329" y="675540"/>
                      <a:pt x="137048" y="675540"/>
                      <a:pt x="142488" y="675540"/>
                    </a:cubicBezTo>
                    <a:cubicBezTo>
                      <a:pt x="134329" y="670101"/>
                      <a:pt x="131609" y="661942"/>
                      <a:pt x="131609" y="653783"/>
                    </a:cubicBezTo>
                    <a:cubicBezTo>
                      <a:pt x="131609" y="648343"/>
                      <a:pt x="131609" y="642904"/>
                      <a:pt x="128889" y="640184"/>
                    </a:cubicBezTo>
                    <a:cubicBezTo>
                      <a:pt x="128889" y="637465"/>
                      <a:pt x="128889" y="634745"/>
                      <a:pt x="128889" y="629306"/>
                    </a:cubicBezTo>
                    <a:cubicBezTo>
                      <a:pt x="128889" y="626586"/>
                      <a:pt x="128889" y="623867"/>
                      <a:pt x="128889" y="621147"/>
                    </a:cubicBezTo>
                    <a:cubicBezTo>
                      <a:pt x="128889" y="612988"/>
                      <a:pt x="128889" y="604829"/>
                      <a:pt x="128889" y="593950"/>
                    </a:cubicBezTo>
                    <a:cubicBezTo>
                      <a:pt x="128889" y="591231"/>
                      <a:pt x="128889" y="585791"/>
                      <a:pt x="128889" y="583072"/>
                    </a:cubicBezTo>
                    <a:cubicBezTo>
                      <a:pt x="128889" y="534118"/>
                      <a:pt x="131609" y="485164"/>
                      <a:pt x="128889" y="436210"/>
                    </a:cubicBezTo>
                    <a:cubicBezTo>
                      <a:pt x="128889" y="409014"/>
                      <a:pt x="128889" y="384537"/>
                      <a:pt x="128889" y="357340"/>
                    </a:cubicBezTo>
                    <a:cubicBezTo>
                      <a:pt x="128889" y="335583"/>
                      <a:pt x="131609" y="313826"/>
                      <a:pt x="131609" y="289349"/>
                    </a:cubicBezTo>
                    <a:cubicBezTo>
                      <a:pt x="131609" y="275751"/>
                      <a:pt x="131609" y="264872"/>
                      <a:pt x="131609" y="251274"/>
                    </a:cubicBezTo>
                    <a:cubicBezTo>
                      <a:pt x="131609" y="234956"/>
                      <a:pt x="131609" y="221357"/>
                      <a:pt x="131609" y="205040"/>
                    </a:cubicBezTo>
                    <a:cubicBezTo>
                      <a:pt x="131609" y="183282"/>
                      <a:pt x="131609" y="161525"/>
                      <a:pt x="131609" y="139768"/>
                    </a:cubicBezTo>
                    <a:cubicBezTo>
                      <a:pt x="131609" y="137048"/>
                      <a:pt x="131609" y="134329"/>
                      <a:pt x="131609" y="128889"/>
                    </a:cubicBezTo>
                    <a:cubicBezTo>
                      <a:pt x="128889" y="128889"/>
                      <a:pt x="126170" y="128889"/>
                      <a:pt x="126170" y="128889"/>
                    </a:cubicBezTo>
                    <a:cubicBezTo>
                      <a:pt x="118011" y="128889"/>
                      <a:pt x="109852" y="128889"/>
                      <a:pt x="101693" y="128889"/>
                    </a:cubicBezTo>
                    <a:cubicBezTo>
                      <a:pt x="93534" y="128889"/>
                      <a:pt x="82655" y="128889"/>
                      <a:pt x="74496" y="123450"/>
                    </a:cubicBezTo>
                    <a:cubicBezTo>
                      <a:pt x="66337" y="120730"/>
                      <a:pt x="58178" y="112571"/>
                      <a:pt x="58178" y="107132"/>
                    </a:cubicBezTo>
                    <a:cubicBezTo>
                      <a:pt x="58178" y="104412"/>
                      <a:pt x="58178" y="101693"/>
                      <a:pt x="60898" y="98973"/>
                    </a:cubicBezTo>
                    <a:cubicBezTo>
                      <a:pt x="63617" y="96253"/>
                      <a:pt x="77216" y="93534"/>
                      <a:pt x="82655" y="93534"/>
                    </a:cubicBezTo>
                    <a:cubicBezTo>
                      <a:pt x="98973" y="90814"/>
                      <a:pt x="123450" y="88094"/>
                      <a:pt x="131609" y="88094"/>
                    </a:cubicBezTo>
                    <a:cubicBezTo>
                      <a:pt x="131609" y="85375"/>
                      <a:pt x="131609" y="85375"/>
                      <a:pt x="131609" y="82655"/>
                    </a:cubicBezTo>
                    <a:cubicBezTo>
                      <a:pt x="131609" y="77216"/>
                      <a:pt x="131609" y="74496"/>
                      <a:pt x="134329" y="71776"/>
                    </a:cubicBezTo>
                    <a:cubicBezTo>
                      <a:pt x="137048" y="69057"/>
                      <a:pt x="145207" y="66337"/>
                      <a:pt x="147927" y="63617"/>
                    </a:cubicBezTo>
                    <a:cubicBezTo>
                      <a:pt x="153366" y="60898"/>
                      <a:pt x="158806" y="58178"/>
                      <a:pt x="164245" y="58178"/>
                    </a:cubicBezTo>
                    <a:cubicBezTo>
                      <a:pt x="169684" y="58178"/>
                      <a:pt x="175123" y="58178"/>
                      <a:pt x="177843" y="58178"/>
                    </a:cubicBezTo>
                    <a:cubicBezTo>
                      <a:pt x="183283" y="58178"/>
                      <a:pt x="191442" y="58178"/>
                      <a:pt x="196881" y="60898"/>
                    </a:cubicBezTo>
                    <a:cubicBezTo>
                      <a:pt x="213199" y="63617"/>
                      <a:pt x="224077" y="74496"/>
                      <a:pt x="232236" y="88094"/>
                    </a:cubicBezTo>
                    <a:cubicBezTo>
                      <a:pt x="253994" y="88094"/>
                      <a:pt x="270312" y="88094"/>
                      <a:pt x="278471" y="88094"/>
                    </a:cubicBezTo>
                    <a:cubicBezTo>
                      <a:pt x="292069" y="88094"/>
                      <a:pt x="316546" y="88094"/>
                      <a:pt x="316546" y="104412"/>
                    </a:cubicBezTo>
                    <a:cubicBezTo>
                      <a:pt x="316546" y="112571"/>
                      <a:pt x="313826" y="112571"/>
                      <a:pt x="311106" y="120730"/>
                    </a:cubicBezTo>
                    <a:cubicBezTo>
                      <a:pt x="305667" y="126170"/>
                      <a:pt x="300228" y="128889"/>
                      <a:pt x="294788" y="128889"/>
                    </a:cubicBezTo>
                    <a:cubicBezTo>
                      <a:pt x="286630" y="131609"/>
                      <a:pt x="278471" y="131609"/>
                      <a:pt x="273031" y="131609"/>
                    </a:cubicBezTo>
                    <a:cubicBezTo>
                      <a:pt x="270312" y="131609"/>
                      <a:pt x="259433" y="131609"/>
                      <a:pt x="243115" y="131609"/>
                    </a:cubicBezTo>
                    <a:lnTo>
                      <a:pt x="243115" y="134329"/>
                    </a:lnTo>
                    <a:cubicBezTo>
                      <a:pt x="245835" y="145207"/>
                      <a:pt x="245835" y="158805"/>
                      <a:pt x="248554" y="169684"/>
                    </a:cubicBezTo>
                    <a:cubicBezTo>
                      <a:pt x="251274" y="180563"/>
                      <a:pt x="251274" y="194161"/>
                      <a:pt x="251274" y="205040"/>
                    </a:cubicBezTo>
                    <a:cubicBezTo>
                      <a:pt x="251274" y="215918"/>
                      <a:pt x="251274" y="226797"/>
                      <a:pt x="251274" y="240395"/>
                    </a:cubicBezTo>
                    <a:cubicBezTo>
                      <a:pt x="251274" y="245834"/>
                      <a:pt x="251274" y="251274"/>
                      <a:pt x="251274" y="256713"/>
                    </a:cubicBezTo>
                    <a:cubicBezTo>
                      <a:pt x="251274" y="262152"/>
                      <a:pt x="251274" y="267592"/>
                      <a:pt x="253994" y="270311"/>
                    </a:cubicBezTo>
                    <a:cubicBezTo>
                      <a:pt x="256713" y="294788"/>
                      <a:pt x="256713" y="319265"/>
                      <a:pt x="259433" y="343742"/>
                    </a:cubicBezTo>
                    <a:cubicBezTo>
                      <a:pt x="259433" y="370939"/>
                      <a:pt x="262153" y="398135"/>
                      <a:pt x="262153" y="425332"/>
                    </a:cubicBezTo>
                    <a:cubicBezTo>
                      <a:pt x="262153" y="447089"/>
                      <a:pt x="262153" y="468846"/>
                      <a:pt x="264872" y="490603"/>
                    </a:cubicBezTo>
                    <a:cubicBezTo>
                      <a:pt x="264872" y="515080"/>
                      <a:pt x="270312" y="539557"/>
                      <a:pt x="270312" y="564034"/>
                    </a:cubicBezTo>
                    <a:cubicBezTo>
                      <a:pt x="270312" y="574913"/>
                      <a:pt x="270312" y="588511"/>
                      <a:pt x="270312" y="599390"/>
                    </a:cubicBezTo>
                    <a:cubicBezTo>
                      <a:pt x="270312" y="612988"/>
                      <a:pt x="270312" y="623867"/>
                      <a:pt x="270312" y="637465"/>
                    </a:cubicBezTo>
                    <a:cubicBezTo>
                      <a:pt x="270312" y="648343"/>
                      <a:pt x="270312" y="661942"/>
                      <a:pt x="264872" y="670101"/>
                    </a:cubicBezTo>
                    <a:cubicBezTo>
                      <a:pt x="273031" y="672820"/>
                      <a:pt x="278471" y="672820"/>
                      <a:pt x="283910" y="672820"/>
                    </a:cubicBezTo>
                    <a:lnTo>
                      <a:pt x="283910" y="672820"/>
                    </a:lnTo>
                    <a:close/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9" name="Freeform: Shape 42">
                <a:extLst>
                  <a:ext uri="{FF2B5EF4-FFF2-40B4-BE49-F238E27FC236}">
                    <a16:creationId xmlns:a16="http://schemas.microsoft.com/office/drawing/2014/main" id="{E9B99810-5173-EA49-A99E-14FD74B8BBC4}"/>
                  </a:ext>
                </a:extLst>
              </p:cNvPr>
              <p:cNvSpPr/>
              <p:nvPr/>
            </p:nvSpPr>
            <p:spPr>
              <a:xfrm>
                <a:off x="4620880" y="4194877"/>
                <a:ext cx="598325" cy="761503"/>
              </a:xfrm>
              <a:custGeom>
                <a:avLst/>
                <a:gdLst>
                  <a:gd name="connsiteX0" fmla="*/ 515081 w 598324"/>
                  <a:gd name="connsiteY0" fmla="*/ 79935 h 761503"/>
                  <a:gd name="connsiteX1" fmla="*/ 542277 w 598324"/>
                  <a:gd name="connsiteY1" fmla="*/ 96253 h 761503"/>
                  <a:gd name="connsiteX2" fmla="*/ 536838 w 598324"/>
                  <a:gd name="connsiteY2" fmla="*/ 112571 h 761503"/>
                  <a:gd name="connsiteX3" fmla="*/ 523240 w 598324"/>
                  <a:gd name="connsiteY3" fmla="*/ 120730 h 761503"/>
                  <a:gd name="connsiteX4" fmla="*/ 506922 w 598324"/>
                  <a:gd name="connsiteY4" fmla="*/ 123450 h 761503"/>
                  <a:gd name="connsiteX5" fmla="*/ 477006 w 598324"/>
                  <a:gd name="connsiteY5" fmla="*/ 123450 h 761503"/>
                  <a:gd name="connsiteX6" fmla="*/ 479725 w 598324"/>
                  <a:gd name="connsiteY6" fmla="*/ 145207 h 761503"/>
                  <a:gd name="connsiteX7" fmla="*/ 477006 w 598324"/>
                  <a:gd name="connsiteY7" fmla="*/ 180563 h 761503"/>
                  <a:gd name="connsiteX8" fmla="*/ 482445 w 598324"/>
                  <a:gd name="connsiteY8" fmla="*/ 232236 h 761503"/>
                  <a:gd name="connsiteX9" fmla="*/ 485165 w 598324"/>
                  <a:gd name="connsiteY9" fmla="*/ 283909 h 761503"/>
                  <a:gd name="connsiteX10" fmla="*/ 485165 w 598324"/>
                  <a:gd name="connsiteY10" fmla="*/ 327424 h 761503"/>
                  <a:gd name="connsiteX11" fmla="*/ 487884 w 598324"/>
                  <a:gd name="connsiteY11" fmla="*/ 373658 h 761503"/>
                  <a:gd name="connsiteX12" fmla="*/ 485165 w 598324"/>
                  <a:gd name="connsiteY12" fmla="*/ 419892 h 761503"/>
                  <a:gd name="connsiteX13" fmla="*/ 485165 w 598324"/>
                  <a:gd name="connsiteY13" fmla="*/ 463407 h 761503"/>
                  <a:gd name="connsiteX14" fmla="*/ 482445 w 598324"/>
                  <a:gd name="connsiteY14" fmla="*/ 515080 h 761503"/>
                  <a:gd name="connsiteX15" fmla="*/ 482445 w 598324"/>
                  <a:gd name="connsiteY15" fmla="*/ 558595 h 761503"/>
                  <a:gd name="connsiteX16" fmla="*/ 479725 w 598324"/>
                  <a:gd name="connsiteY16" fmla="*/ 602109 h 761503"/>
                  <a:gd name="connsiteX17" fmla="*/ 485165 w 598324"/>
                  <a:gd name="connsiteY17" fmla="*/ 648343 h 761503"/>
                  <a:gd name="connsiteX18" fmla="*/ 474286 w 598324"/>
                  <a:gd name="connsiteY18" fmla="*/ 675540 h 761503"/>
                  <a:gd name="connsiteX19" fmla="*/ 428052 w 598324"/>
                  <a:gd name="connsiteY19" fmla="*/ 691858 h 761503"/>
                  <a:gd name="connsiteX20" fmla="*/ 387257 w 598324"/>
                  <a:gd name="connsiteY20" fmla="*/ 683699 h 761503"/>
                  <a:gd name="connsiteX21" fmla="*/ 351901 w 598324"/>
                  <a:gd name="connsiteY21" fmla="*/ 664661 h 761503"/>
                  <a:gd name="connsiteX22" fmla="*/ 305667 w 598324"/>
                  <a:gd name="connsiteY22" fmla="*/ 596670 h 761503"/>
                  <a:gd name="connsiteX23" fmla="*/ 270312 w 598324"/>
                  <a:gd name="connsiteY23" fmla="*/ 509641 h 761503"/>
                  <a:gd name="connsiteX24" fmla="*/ 251274 w 598324"/>
                  <a:gd name="connsiteY24" fmla="*/ 460687 h 761503"/>
                  <a:gd name="connsiteX25" fmla="*/ 224077 w 598324"/>
                  <a:gd name="connsiteY25" fmla="*/ 381817 h 761503"/>
                  <a:gd name="connsiteX26" fmla="*/ 207759 w 598324"/>
                  <a:gd name="connsiteY26" fmla="*/ 330144 h 761503"/>
                  <a:gd name="connsiteX27" fmla="*/ 191442 w 598324"/>
                  <a:gd name="connsiteY27" fmla="*/ 286629 h 761503"/>
                  <a:gd name="connsiteX28" fmla="*/ 183283 w 598324"/>
                  <a:gd name="connsiteY28" fmla="*/ 278470 h 761503"/>
                  <a:gd name="connsiteX29" fmla="*/ 180563 w 598324"/>
                  <a:gd name="connsiteY29" fmla="*/ 292068 h 761503"/>
                  <a:gd name="connsiteX30" fmla="*/ 180563 w 598324"/>
                  <a:gd name="connsiteY30" fmla="*/ 305667 h 761503"/>
                  <a:gd name="connsiteX31" fmla="*/ 183283 w 598324"/>
                  <a:gd name="connsiteY31" fmla="*/ 354620 h 761503"/>
                  <a:gd name="connsiteX32" fmla="*/ 188722 w 598324"/>
                  <a:gd name="connsiteY32" fmla="*/ 449808 h 761503"/>
                  <a:gd name="connsiteX33" fmla="*/ 188722 w 598324"/>
                  <a:gd name="connsiteY33" fmla="*/ 479725 h 761503"/>
                  <a:gd name="connsiteX34" fmla="*/ 188722 w 598324"/>
                  <a:gd name="connsiteY34" fmla="*/ 542277 h 761503"/>
                  <a:gd name="connsiteX35" fmla="*/ 186002 w 598324"/>
                  <a:gd name="connsiteY35" fmla="*/ 615708 h 761503"/>
                  <a:gd name="connsiteX36" fmla="*/ 186002 w 598324"/>
                  <a:gd name="connsiteY36" fmla="*/ 637465 h 761503"/>
                  <a:gd name="connsiteX37" fmla="*/ 183283 w 598324"/>
                  <a:gd name="connsiteY37" fmla="*/ 664661 h 761503"/>
                  <a:gd name="connsiteX38" fmla="*/ 226797 w 598324"/>
                  <a:gd name="connsiteY38" fmla="*/ 664661 h 761503"/>
                  <a:gd name="connsiteX39" fmla="*/ 253994 w 598324"/>
                  <a:gd name="connsiteY39" fmla="*/ 680979 h 761503"/>
                  <a:gd name="connsiteX40" fmla="*/ 248554 w 598324"/>
                  <a:gd name="connsiteY40" fmla="*/ 697297 h 761503"/>
                  <a:gd name="connsiteX41" fmla="*/ 234956 w 598324"/>
                  <a:gd name="connsiteY41" fmla="*/ 705456 h 761503"/>
                  <a:gd name="connsiteX42" fmla="*/ 218638 w 598324"/>
                  <a:gd name="connsiteY42" fmla="*/ 708176 h 761503"/>
                  <a:gd name="connsiteX43" fmla="*/ 183283 w 598324"/>
                  <a:gd name="connsiteY43" fmla="*/ 708176 h 761503"/>
                  <a:gd name="connsiteX44" fmla="*/ 150647 w 598324"/>
                  <a:gd name="connsiteY44" fmla="*/ 708176 h 761503"/>
                  <a:gd name="connsiteX45" fmla="*/ 107132 w 598324"/>
                  <a:gd name="connsiteY45" fmla="*/ 708176 h 761503"/>
                  <a:gd name="connsiteX46" fmla="*/ 88094 w 598324"/>
                  <a:gd name="connsiteY46" fmla="*/ 708176 h 761503"/>
                  <a:gd name="connsiteX47" fmla="*/ 69057 w 598324"/>
                  <a:gd name="connsiteY47" fmla="*/ 702736 h 761503"/>
                  <a:gd name="connsiteX48" fmla="*/ 58178 w 598324"/>
                  <a:gd name="connsiteY48" fmla="*/ 686418 h 761503"/>
                  <a:gd name="connsiteX49" fmla="*/ 60898 w 598324"/>
                  <a:gd name="connsiteY49" fmla="*/ 678259 h 761503"/>
                  <a:gd name="connsiteX50" fmla="*/ 77216 w 598324"/>
                  <a:gd name="connsiteY50" fmla="*/ 670101 h 761503"/>
                  <a:gd name="connsiteX51" fmla="*/ 120730 w 598324"/>
                  <a:gd name="connsiteY51" fmla="*/ 664661 h 761503"/>
                  <a:gd name="connsiteX52" fmla="*/ 131609 w 598324"/>
                  <a:gd name="connsiteY52" fmla="*/ 664661 h 761503"/>
                  <a:gd name="connsiteX53" fmla="*/ 134329 w 598324"/>
                  <a:gd name="connsiteY53" fmla="*/ 539557 h 761503"/>
                  <a:gd name="connsiteX54" fmla="*/ 134329 w 598324"/>
                  <a:gd name="connsiteY54" fmla="*/ 504201 h 761503"/>
                  <a:gd name="connsiteX55" fmla="*/ 131609 w 598324"/>
                  <a:gd name="connsiteY55" fmla="*/ 376378 h 761503"/>
                  <a:gd name="connsiteX56" fmla="*/ 131609 w 598324"/>
                  <a:gd name="connsiteY56" fmla="*/ 302947 h 761503"/>
                  <a:gd name="connsiteX57" fmla="*/ 134329 w 598324"/>
                  <a:gd name="connsiteY57" fmla="*/ 221357 h 761503"/>
                  <a:gd name="connsiteX58" fmla="*/ 137048 w 598324"/>
                  <a:gd name="connsiteY58" fmla="*/ 123450 h 761503"/>
                  <a:gd name="connsiteX59" fmla="*/ 107132 w 598324"/>
                  <a:gd name="connsiteY59" fmla="*/ 123450 h 761503"/>
                  <a:gd name="connsiteX60" fmla="*/ 88094 w 598324"/>
                  <a:gd name="connsiteY60" fmla="*/ 123450 h 761503"/>
                  <a:gd name="connsiteX61" fmla="*/ 69057 w 598324"/>
                  <a:gd name="connsiteY61" fmla="*/ 118011 h 761503"/>
                  <a:gd name="connsiteX62" fmla="*/ 58178 w 598324"/>
                  <a:gd name="connsiteY62" fmla="*/ 101693 h 761503"/>
                  <a:gd name="connsiteX63" fmla="*/ 60898 w 598324"/>
                  <a:gd name="connsiteY63" fmla="*/ 93534 h 761503"/>
                  <a:gd name="connsiteX64" fmla="*/ 77216 w 598324"/>
                  <a:gd name="connsiteY64" fmla="*/ 85375 h 761503"/>
                  <a:gd name="connsiteX65" fmla="*/ 131609 w 598324"/>
                  <a:gd name="connsiteY65" fmla="*/ 79935 h 761503"/>
                  <a:gd name="connsiteX66" fmla="*/ 161525 w 598324"/>
                  <a:gd name="connsiteY66" fmla="*/ 79935 h 761503"/>
                  <a:gd name="connsiteX67" fmla="*/ 177843 w 598324"/>
                  <a:gd name="connsiteY67" fmla="*/ 66337 h 761503"/>
                  <a:gd name="connsiteX68" fmla="*/ 202320 w 598324"/>
                  <a:gd name="connsiteY68" fmla="*/ 58178 h 761503"/>
                  <a:gd name="connsiteX69" fmla="*/ 234956 w 598324"/>
                  <a:gd name="connsiteY69" fmla="*/ 77216 h 761503"/>
                  <a:gd name="connsiteX70" fmla="*/ 251274 w 598324"/>
                  <a:gd name="connsiteY70" fmla="*/ 107132 h 761503"/>
                  <a:gd name="connsiteX71" fmla="*/ 267592 w 598324"/>
                  <a:gd name="connsiteY71" fmla="*/ 147927 h 761503"/>
                  <a:gd name="connsiteX72" fmla="*/ 281190 w 598324"/>
                  <a:gd name="connsiteY72" fmla="*/ 183282 h 761503"/>
                  <a:gd name="connsiteX73" fmla="*/ 297508 w 598324"/>
                  <a:gd name="connsiteY73" fmla="*/ 224077 h 761503"/>
                  <a:gd name="connsiteX74" fmla="*/ 308387 w 598324"/>
                  <a:gd name="connsiteY74" fmla="*/ 264872 h 761503"/>
                  <a:gd name="connsiteX75" fmla="*/ 319265 w 598324"/>
                  <a:gd name="connsiteY75" fmla="*/ 300227 h 761503"/>
                  <a:gd name="connsiteX76" fmla="*/ 351901 w 598324"/>
                  <a:gd name="connsiteY76" fmla="*/ 379097 h 761503"/>
                  <a:gd name="connsiteX77" fmla="*/ 365500 w 598324"/>
                  <a:gd name="connsiteY77" fmla="*/ 417173 h 761503"/>
                  <a:gd name="connsiteX78" fmla="*/ 379098 w 598324"/>
                  <a:gd name="connsiteY78" fmla="*/ 457967 h 761503"/>
                  <a:gd name="connsiteX79" fmla="*/ 395416 w 598324"/>
                  <a:gd name="connsiteY79" fmla="*/ 496043 h 761503"/>
                  <a:gd name="connsiteX80" fmla="*/ 406294 w 598324"/>
                  <a:gd name="connsiteY80" fmla="*/ 512361 h 761503"/>
                  <a:gd name="connsiteX81" fmla="*/ 411734 w 598324"/>
                  <a:gd name="connsiteY81" fmla="*/ 531398 h 761503"/>
                  <a:gd name="connsiteX82" fmla="*/ 419893 w 598324"/>
                  <a:gd name="connsiteY82" fmla="*/ 558595 h 761503"/>
                  <a:gd name="connsiteX83" fmla="*/ 425332 w 598324"/>
                  <a:gd name="connsiteY83" fmla="*/ 564034 h 761503"/>
                  <a:gd name="connsiteX84" fmla="*/ 430771 w 598324"/>
                  <a:gd name="connsiteY84" fmla="*/ 558595 h 761503"/>
                  <a:gd name="connsiteX85" fmla="*/ 430771 w 598324"/>
                  <a:gd name="connsiteY85" fmla="*/ 550436 h 761503"/>
                  <a:gd name="connsiteX86" fmla="*/ 430771 w 598324"/>
                  <a:gd name="connsiteY86" fmla="*/ 501482 h 761503"/>
                  <a:gd name="connsiteX87" fmla="*/ 430771 w 598324"/>
                  <a:gd name="connsiteY87" fmla="*/ 403574 h 761503"/>
                  <a:gd name="connsiteX88" fmla="*/ 425332 w 598324"/>
                  <a:gd name="connsiteY88" fmla="*/ 313826 h 761503"/>
                  <a:gd name="connsiteX89" fmla="*/ 425332 w 598324"/>
                  <a:gd name="connsiteY89" fmla="*/ 248554 h 761503"/>
                  <a:gd name="connsiteX90" fmla="*/ 425332 w 598324"/>
                  <a:gd name="connsiteY90" fmla="*/ 210479 h 761503"/>
                  <a:gd name="connsiteX91" fmla="*/ 422613 w 598324"/>
                  <a:gd name="connsiteY91" fmla="*/ 153366 h 761503"/>
                  <a:gd name="connsiteX92" fmla="*/ 425332 w 598324"/>
                  <a:gd name="connsiteY92" fmla="*/ 123450 h 761503"/>
                  <a:gd name="connsiteX93" fmla="*/ 398136 w 598324"/>
                  <a:gd name="connsiteY93" fmla="*/ 123450 h 761503"/>
                  <a:gd name="connsiteX94" fmla="*/ 379098 w 598324"/>
                  <a:gd name="connsiteY94" fmla="*/ 123450 h 761503"/>
                  <a:gd name="connsiteX95" fmla="*/ 360060 w 598324"/>
                  <a:gd name="connsiteY95" fmla="*/ 118011 h 761503"/>
                  <a:gd name="connsiteX96" fmla="*/ 349182 w 598324"/>
                  <a:gd name="connsiteY96" fmla="*/ 101693 h 761503"/>
                  <a:gd name="connsiteX97" fmla="*/ 351901 w 598324"/>
                  <a:gd name="connsiteY97" fmla="*/ 93534 h 761503"/>
                  <a:gd name="connsiteX98" fmla="*/ 368219 w 598324"/>
                  <a:gd name="connsiteY98" fmla="*/ 85375 h 761503"/>
                  <a:gd name="connsiteX99" fmla="*/ 422613 w 598324"/>
                  <a:gd name="connsiteY99" fmla="*/ 79935 h 761503"/>
                  <a:gd name="connsiteX100" fmla="*/ 444370 w 598324"/>
                  <a:gd name="connsiteY100" fmla="*/ 79935 h 761503"/>
                  <a:gd name="connsiteX101" fmla="*/ 463407 w 598324"/>
                  <a:gd name="connsiteY101" fmla="*/ 71776 h 761503"/>
                  <a:gd name="connsiteX102" fmla="*/ 477006 w 598324"/>
                  <a:gd name="connsiteY102" fmla="*/ 79935 h 761503"/>
                  <a:gd name="connsiteX103" fmla="*/ 515081 w 598324"/>
                  <a:gd name="connsiteY103" fmla="*/ 79935 h 761503"/>
                  <a:gd name="connsiteX104" fmla="*/ 515081 w 598324"/>
                  <a:gd name="connsiteY104" fmla="*/ 79935 h 761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</a:cxnLst>
                <a:rect l="l" t="t" r="r" b="b"/>
                <a:pathLst>
                  <a:path w="598324" h="761503">
                    <a:moveTo>
                      <a:pt x="515081" y="79935"/>
                    </a:moveTo>
                    <a:cubicBezTo>
                      <a:pt x="523240" y="79935"/>
                      <a:pt x="542277" y="79935"/>
                      <a:pt x="542277" y="96253"/>
                    </a:cubicBezTo>
                    <a:cubicBezTo>
                      <a:pt x="542277" y="104412"/>
                      <a:pt x="542277" y="107132"/>
                      <a:pt x="536838" y="112571"/>
                    </a:cubicBezTo>
                    <a:cubicBezTo>
                      <a:pt x="534119" y="118011"/>
                      <a:pt x="528679" y="120730"/>
                      <a:pt x="523240" y="120730"/>
                    </a:cubicBezTo>
                    <a:cubicBezTo>
                      <a:pt x="515081" y="123450"/>
                      <a:pt x="512361" y="123450"/>
                      <a:pt x="506922" y="123450"/>
                    </a:cubicBezTo>
                    <a:cubicBezTo>
                      <a:pt x="504202" y="123450"/>
                      <a:pt x="490604" y="123450"/>
                      <a:pt x="477006" y="123450"/>
                    </a:cubicBezTo>
                    <a:cubicBezTo>
                      <a:pt x="477006" y="131609"/>
                      <a:pt x="479725" y="137048"/>
                      <a:pt x="479725" y="145207"/>
                    </a:cubicBezTo>
                    <a:cubicBezTo>
                      <a:pt x="479725" y="156086"/>
                      <a:pt x="477006" y="166964"/>
                      <a:pt x="477006" y="180563"/>
                    </a:cubicBezTo>
                    <a:cubicBezTo>
                      <a:pt x="477006" y="196881"/>
                      <a:pt x="479725" y="215918"/>
                      <a:pt x="482445" y="232236"/>
                    </a:cubicBezTo>
                    <a:cubicBezTo>
                      <a:pt x="485165" y="248554"/>
                      <a:pt x="485165" y="267592"/>
                      <a:pt x="485165" y="283909"/>
                    </a:cubicBezTo>
                    <a:cubicBezTo>
                      <a:pt x="485165" y="297508"/>
                      <a:pt x="485165" y="313826"/>
                      <a:pt x="485165" y="327424"/>
                    </a:cubicBezTo>
                    <a:cubicBezTo>
                      <a:pt x="485165" y="343742"/>
                      <a:pt x="487884" y="357340"/>
                      <a:pt x="487884" y="373658"/>
                    </a:cubicBezTo>
                    <a:cubicBezTo>
                      <a:pt x="487884" y="389976"/>
                      <a:pt x="485165" y="403574"/>
                      <a:pt x="485165" y="419892"/>
                    </a:cubicBezTo>
                    <a:cubicBezTo>
                      <a:pt x="485165" y="436210"/>
                      <a:pt x="485165" y="449808"/>
                      <a:pt x="485165" y="463407"/>
                    </a:cubicBezTo>
                    <a:cubicBezTo>
                      <a:pt x="485165" y="479725"/>
                      <a:pt x="485165" y="498762"/>
                      <a:pt x="482445" y="515080"/>
                    </a:cubicBezTo>
                    <a:cubicBezTo>
                      <a:pt x="482445" y="528678"/>
                      <a:pt x="482445" y="542277"/>
                      <a:pt x="482445" y="558595"/>
                    </a:cubicBezTo>
                    <a:cubicBezTo>
                      <a:pt x="482445" y="572193"/>
                      <a:pt x="479725" y="588511"/>
                      <a:pt x="479725" y="602109"/>
                    </a:cubicBezTo>
                    <a:cubicBezTo>
                      <a:pt x="479725" y="615708"/>
                      <a:pt x="485165" y="632025"/>
                      <a:pt x="485165" y="648343"/>
                    </a:cubicBezTo>
                    <a:cubicBezTo>
                      <a:pt x="485165" y="659222"/>
                      <a:pt x="482445" y="670101"/>
                      <a:pt x="474286" y="675540"/>
                    </a:cubicBezTo>
                    <a:cubicBezTo>
                      <a:pt x="460688" y="686418"/>
                      <a:pt x="444370" y="691858"/>
                      <a:pt x="428052" y="691858"/>
                    </a:cubicBezTo>
                    <a:cubicBezTo>
                      <a:pt x="414453" y="691858"/>
                      <a:pt x="400855" y="689138"/>
                      <a:pt x="387257" y="683699"/>
                    </a:cubicBezTo>
                    <a:cubicBezTo>
                      <a:pt x="373659" y="678259"/>
                      <a:pt x="360060" y="672820"/>
                      <a:pt x="351901" y="664661"/>
                    </a:cubicBezTo>
                    <a:cubicBezTo>
                      <a:pt x="330144" y="645624"/>
                      <a:pt x="316546" y="621147"/>
                      <a:pt x="305667" y="596670"/>
                    </a:cubicBezTo>
                    <a:cubicBezTo>
                      <a:pt x="292069" y="569473"/>
                      <a:pt x="281190" y="539557"/>
                      <a:pt x="270312" y="509641"/>
                    </a:cubicBezTo>
                    <a:cubicBezTo>
                      <a:pt x="264872" y="493323"/>
                      <a:pt x="256713" y="477005"/>
                      <a:pt x="251274" y="460687"/>
                    </a:cubicBezTo>
                    <a:cubicBezTo>
                      <a:pt x="240395" y="433490"/>
                      <a:pt x="232236" y="409014"/>
                      <a:pt x="224077" y="381817"/>
                    </a:cubicBezTo>
                    <a:cubicBezTo>
                      <a:pt x="218638" y="365499"/>
                      <a:pt x="213199" y="346462"/>
                      <a:pt x="207759" y="330144"/>
                    </a:cubicBezTo>
                    <a:cubicBezTo>
                      <a:pt x="202320" y="316545"/>
                      <a:pt x="196881" y="300227"/>
                      <a:pt x="191442" y="286629"/>
                    </a:cubicBezTo>
                    <a:cubicBezTo>
                      <a:pt x="188722" y="281190"/>
                      <a:pt x="186002" y="278470"/>
                      <a:pt x="183283" y="278470"/>
                    </a:cubicBezTo>
                    <a:cubicBezTo>
                      <a:pt x="180563" y="278470"/>
                      <a:pt x="180563" y="286629"/>
                      <a:pt x="180563" y="292068"/>
                    </a:cubicBezTo>
                    <a:cubicBezTo>
                      <a:pt x="180563" y="297508"/>
                      <a:pt x="180563" y="302947"/>
                      <a:pt x="180563" y="305667"/>
                    </a:cubicBezTo>
                    <a:cubicBezTo>
                      <a:pt x="180563" y="321985"/>
                      <a:pt x="183283" y="338303"/>
                      <a:pt x="183283" y="354620"/>
                    </a:cubicBezTo>
                    <a:cubicBezTo>
                      <a:pt x="183283" y="387256"/>
                      <a:pt x="186002" y="417173"/>
                      <a:pt x="188722" y="449808"/>
                    </a:cubicBezTo>
                    <a:cubicBezTo>
                      <a:pt x="188722" y="460687"/>
                      <a:pt x="188722" y="468846"/>
                      <a:pt x="188722" y="479725"/>
                    </a:cubicBezTo>
                    <a:cubicBezTo>
                      <a:pt x="188722" y="501482"/>
                      <a:pt x="188722" y="523239"/>
                      <a:pt x="188722" y="542277"/>
                    </a:cubicBezTo>
                    <a:cubicBezTo>
                      <a:pt x="188722" y="566754"/>
                      <a:pt x="186002" y="591231"/>
                      <a:pt x="186002" y="615708"/>
                    </a:cubicBezTo>
                    <a:cubicBezTo>
                      <a:pt x="186002" y="623866"/>
                      <a:pt x="186002" y="632025"/>
                      <a:pt x="186002" y="637465"/>
                    </a:cubicBezTo>
                    <a:cubicBezTo>
                      <a:pt x="186002" y="645624"/>
                      <a:pt x="183283" y="656502"/>
                      <a:pt x="183283" y="664661"/>
                    </a:cubicBezTo>
                    <a:cubicBezTo>
                      <a:pt x="202320" y="664661"/>
                      <a:pt x="218638" y="664661"/>
                      <a:pt x="226797" y="664661"/>
                    </a:cubicBezTo>
                    <a:cubicBezTo>
                      <a:pt x="234956" y="664661"/>
                      <a:pt x="253994" y="664661"/>
                      <a:pt x="253994" y="680979"/>
                    </a:cubicBezTo>
                    <a:cubicBezTo>
                      <a:pt x="253994" y="689138"/>
                      <a:pt x="253994" y="691858"/>
                      <a:pt x="248554" y="697297"/>
                    </a:cubicBezTo>
                    <a:cubicBezTo>
                      <a:pt x="245835" y="702736"/>
                      <a:pt x="240395" y="705456"/>
                      <a:pt x="234956" y="705456"/>
                    </a:cubicBezTo>
                    <a:cubicBezTo>
                      <a:pt x="226797" y="708176"/>
                      <a:pt x="224077" y="708176"/>
                      <a:pt x="218638" y="708176"/>
                    </a:cubicBezTo>
                    <a:cubicBezTo>
                      <a:pt x="215918" y="708176"/>
                      <a:pt x="199600" y="708176"/>
                      <a:pt x="183283" y="708176"/>
                    </a:cubicBezTo>
                    <a:cubicBezTo>
                      <a:pt x="166965" y="708176"/>
                      <a:pt x="153366" y="708176"/>
                      <a:pt x="150647" y="708176"/>
                    </a:cubicBezTo>
                    <a:cubicBezTo>
                      <a:pt x="139768" y="708176"/>
                      <a:pt x="120730" y="708176"/>
                      <a:pt x="107132" y="708176"/>
                    </a:cubicBezTo>
                    <a:cubicBezTo>
                      <a:pt x="101693" y="708176"/>
                      <a:pt x="96254" y="708176"/>
                      <a:pt x="88094" y="708176"/>
                    </a:cubicBezTo>
                    <a:cubicBezTo>
                      <a:pt x="82655" y="708176"/>
                      <a:pt x="74496" y="708176"/>
                      <a:pt x="69057" y="702736"/>
                    </a:cubicBezTo>
                    <a:cubicBezTo>
                      <a:pt x="63617" y="700017"/>
                      <a:pt x="58178" y="691858"/>
                      <a:pt x="58178" y="686418"/>
                    </a:cubicBezTo>
                    <a:cubicBezTo>
                      <a:pt x="58178" y="683699"/>
                      <a:pt x="58178" y="680979"/>
                      <a:pt x="60898" y="678259"/>
                    </a:cubicBezTo>
                    <a:cubicBezTo>
                      <a:pt x="63617" y="675540"/>
                      <a:pt x="71777" y="672820"/>
                      <a:pt x="77216" y="670101"/>
                    </a:cubicBezTo>
                    <a:cubicBezTo>
                      <a:pt x="90814" y="667381"/>
                      <a:pt x="115291" y="664661"/>
                      <a:pt x="120730" y="664661"/>
                    </a:cubicBezTo>
                    <a:cubicBezTo>
                      <a:pt x="123450" y="664661"/>
                      <a:pt x="126170" y="664661"/>
                      <a:pt x="131609" y="664661"/>
                    </a:cubicBezTo>
                    <a:cubicBezTo>
                      <a:pt x="131609" y="623866"/>
                      <a:pt x="134329" y="583072"/>
                      <a:pt x="134329" y="539557"/>
                    </a:cubicBezTo>
                    <a:cubicBezTo>
                      <a:pt x="134329" y="528678"/>
                      <a:pt x="134329" y="515080"/>
                      <a:pt x="134329" y="504201"/>
                    </a:cubicBezTo>
                    <a:cubicBezTo>
                      <a:pt x="131609" y="460687"/>
                      <a:pt x="131609" y="417173"/>
                      <a:pt x="131609" y="376378"/>
                    </a:cubicBezTo>
                    <a:cubicBezTo>
                      <a:pt x="131609" y="351901"/>
                      <a:pt x="131609" y="327424"/>
                      <a:pt x="131609" y="302947"/>
                    </a:cubicBezTo>
                    <a:cubicBezTo>
                      <a:pt x="131609" y="275751"/>
                      <a:pt x="131609" y="248554"/>
                      <a:pt x="134329" y="221357"/>
                    </a:cubicBezTo>
                    <a:cubicBezTo>
                      <a:pt x="134329" y="188722"/>
                      <a:pt x="137048" y="156086"/>
                      <a:pt x="137048" y="123450"/>
                    </a:cubicBezTo>
                    <a:cubicBezTo>
                      <a:pt x="126170" y="123450"/>
                      <a:pt x="115291" y="123450"/>
                      <a:pt x="107132" y="123450"/>
                    </a:cubicBezTo>
                    <a:cubicBezTo>
                      <a:pt x="101693" y="123450"/>
                      <a:pt x="96254" y="123450"/>
                      <a:pt x="88094" y="123450"/>
                    </a:cubicBezTo>
                    <a:cubicBezTo>
                      <a:pt x="82655" y="123450"/>
                      <a:pt x="74496" y="120730"/>
                      <a:pt x="69057" y="118011"/>
                    </a:cubicBezTo>
                    <a:cubicBezTo>
                      <a:pt x="63617" y="115291"/>
                      <a:pt x="58178" y="107132"/>
                      <a:pt x="58178" y="101693"/>
                    </a:cubicBezTo>
                    <a:cubicBezTo>
                      <a:pt x="58178" y="98973"/>
                      <a:pt x="58178" y="96253"/>
                      <a:pt x="60898" y="93534"/>
                    </a:cubicBezTo>
                    <a:cubicBezTo>
                      <a:pt x="63617" y="90814"/>
                      <a:pt x="71777" y="88094"/>
                      <a:pt x="77216" y="85375"/>
                    </a:cubicBezTo>
                    <a:cubicBezTo>
                      <a:pt x="90814" y="82655"/>
                      <a:pt x="126170" y="79935"/>
                      <a:pt x="131609" y="79935"/>
                    </a:cubicBezTo>
                    <a:cubicBezTo>
                      <a:pt x="137048" y="79935"/>
                      <a:pt x="147927" y="79935"/>
                      <a:pt x="161525" y="79935"/>
                    </a:cubicBezTo>
                    <a:cubicBezTo>
                      <a:pt x="166965" y="74496"/>
                      <a:pt x="172404" y="71776"/>
                      <a:pt x="177843" y="66337"/>
                    </a:cubicBezTo>
                    <a:cubicBezTo>
                      <a:pt x="186002" y="60898"/>
                      <a:pt x="194161" y="58178"/>
                      <a:pt x="202320" y="58178"/>
                    </a:cubicBezTo>
                    <a:cubicBezTo>
                      <a:pt x="215918" y="58178"/>
                      <a:pt x="226797" y="63617"/>
                      <a:pt x="234956" y="77216"/>
                    </a:cubicBezTo>
                    <a:cubicBezTo>
                      <a:pt x="240395" y="88094"/>
                      <a:pt x="248554" y="96253"/>
                      <a:pt x="251274" y="107132"/>
                    </a:cubicBezTo>
                    <a:cubicBezTo>
                      <a:pt x="256713" y="120730"/>
                      <a:pt x="259433" y="134328"/>
                      <a:pt x="267592" y="147927"/>
                    </a:cubicBezTo>
                    <a:cubicBezTo>
                      <a:pt x="273031" y="158805"/>
                      <a:pt x="275751" y="172404"/>
                      <a:pt x="281190" y="183282"/>
                    </a:cubicBezTo>
                    <a:cubicBezTo>
                      <a:pt x="286630" y="196881"/>
                      <a:pt x="292069" y="210479"/>
                      <a:pt x="297508" y="224077"/>
                    </a:cubicBezTo>
                    <a:cubicBezTo>
                      <a:pt x="300228" y="237675"/>
                      <a:pt x="305667" y="251274"/>
                      <a:pt x="308387" y="264872"/>
                    </a:cubicBezTo>
                    <a:cubicBezTo>
                      <a:pt x="311106" y="278470"/>
                      <a:pt x="311106" y="289349"/>
                      <a:pt x="319265" y="300227"/>
                    </a:cubicBezTo>
                    <a:cubicBezTo>
                      <a:pt x="332864" y="324704"/>
                      <a:pt x="346462" y="351901"/>
                      <a:pt x="351901" y="379097"/>
                    </a:cubicBezTo>
                    <a:cubicBezTo>
                      <a:pt x="354621" y="392696"/>
                      <a:pt x="360060" y="403574"/>
                      <a:pt x="365500" y="417173"/>
                    </a:cubicBezTo>
                    <a:cubicBezTo>
                      <a:pt x="373659" y="430771"/>
                      <a:pt x="373659" y="444369"/>
                      <a:pt x="379098" y="457967"/>
                    </a:cubicBezTo>
                    <a:cubicBezTo>
                      <a:pt x="381818" y="471566"/>
                      <a:pt x="387257" y="482444"/>
                      <a:pt x="395416" y="496043"/>
                    </a:cubicBezTo>
                    <a:cubicBezTo>
                      <a:pt x="398136" y="501482"/>
                      <a:pt x="403575" y="506921"/>
                      <a:pt x="406294" y="512361"/>
                    </a:cubicBezTo>
                    <a:cubicBezTo>
                      <a:pt x="409014" y="517800"/>
                      <a:pt x="409014" y="525959"/>
                      <a:pt x="411734" y="531398"/>
                    </a:cubicBezTo>
                    <a:cubicBezTo>
                      <a:pt x="414453" y="539557"/>
                      <a:pt x="417173" y="550436"/>
                      <a:pt x="419893" y="558595"/>
                    </a:cubicBezTo>
                    <a:cubicBezTo>
                      <a:pt x="422613" y="561314"/>
                      <a:pt x="422613" y="564034"/>
                      <a:pt x="425332" y="564034"/>
                    </a:cubicBezTo>
                    <a:cubicBezTo>
                      <a:pt x="428052" y="564034"/>
                      <a:pt x="428052" y="561314"/>
                      <a:pt x="430771" y="558595"/>
                    </a:cubicBezTo>
                    <a:cubicBezTo>
                      <a:pt x="430771" y="555875"/>
                      <a:pt x="430771" y="553155"/>
                      <a:pt x="430771" y="550436"/>
                    </a:cubicBezTo>
                    <a:cubicBezTo>
                      <a:pt x="430771" y="534118"/>
                      <a:pt x="430771" y="517800"/>
                      <a:pt x="430771" y="501482"/>
                    </a:cubicBezTo>
                    <a:cubicBezTo>
                      <a:pt x="430771" y="468846"/>
                      <a:pt x="433491" y="436210"/>
                      <a:pt x="430771" y="403574"/>
                    </a:cubicBezTo>
                    <a:cubicBezTo>
                      <a:pt x="430771" y="373658"/>
                      <a:pt x="425332" y="343742"/>
                      <a:pt x="425332" y="313826"/>
                    </a:cubicBezTo>
                    <a:cubicBezTo>
                      <a:pt x="425332" y="292068"/>
                      <a:pt x="425332" y="270311"/>
                      <a:pt x="425332" y="248554"/>
                    </a:cubicBezTo>
                    <a:cubicBezTo>
                      <a:pt x="425332" y="234956"/>
                      <a:pt x="425332" y="224077"/>
                      <a:pt x="425332" y="210479"/>
                    </a:cubicBezTo>
                    <a:cubicBezTo>
                      <a:pt x="425332" y="191441"/>
                      <a:pt x="422613" y="172404"/>
                      <a:pt x="422613" y="153366"/>
                    </a:cubicBezTo>
                    <a:cubicBezTo>
                      <a:pt x="422613" y="142487"/>
                      <a:pt x="422613" y="134328"/>
                      <a:pt x="425332" y="123450"/>
                    </a:cubicBezTo>
                    <a:cubicBezTo>
                      <a:pt x="417173" y="123450"/>
                      <a:pt x="406294" y="123450"/>
                      <a:pt x="398136" y="123450"/>
                    </a:cubicBezTo>
                    <a:cubicBezTo>
                      <a:pt x="392696" y="123450"/>
                      <a:pt x="387257" y="123450"/>
                      <a:pt x="379098" y="123450"/>
                    </a:cubicBezTo>
                    <a:cubicBezTo>
                      <a:pt x="373659" y="123450"/>
                      <a:pt x="365500" y="120730"/>
                      <a:pt x="360060" y="118011"/>
                    </a:cubicBezTo>
                    <a:cubicBezTo>
                      <a:pt x="354621" y="115291"/>
                      <a:pt x="349182" y="107132"/>
                      <a:pt x="349182" y="101693"/>
                    </a:cubicBezTo>
                    <a:cubicBezTo>
                      <a:pt x="349182" y="98973"/>
                      <a:pt x="349182" y="96253"/>
                      <a:pt x="351901" y="93534"/>
                    </a:cubicBezTo>
                    <a:cubicBezTo>
                      <a:pt x="354621" y="90814"/>
                      <a:pt x="362780" y="88094"/>
                      <a:pt x="368219" y="85375"/>
                    </a:cubicBezTo>
                    <a:cubicBezTo>
                      <a:pt x="381818" y="82655"/>
                      <a:pt x="417173" y="79935"/>
                      <a:pt x="422613" y="79935"/>
                    </a:cubicBezTo>
                    <a:cubicBezTo>
                      <a:pt x="428052" y="79935"/>
                      <a:pt x="433491" y="79935"/>
                      <a:pt x="444370" y="79935"/>
                    </a:cubicBezTo>
                    <a:cubicBezTo>
                      <a:pt x="449809" y="74496"/>
                      <a:pt x="455248" y="71776"/>
                      <a:pt x="463407" y="71776"/>
                    </a:cubicBezTo>
                    <a:cubicBezTo>
                      <a:pt x="471566" y="71776"/>
                      <a:pt x="477006" y="74496"/>
                      <a:pt x="477006" y="79935"/>
                    </a:cubicBezTo>
                    <a:cubicBezTo>
                      <a:pt x="493324" y="79935"/>
                      <a:pt x="506922" y="79935"/>
                      <a:pt x="515081" y="79935"/>
                    </a:cubicBezTo>
                    <a:lnTo>
                      <a:pt x="515081" y="79935"/>
                    </a:lnTo>
                    <a:close/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0" name="Freeform: Shape 43">
                <a:extLst>
                  <a:ext uri="{FF2B5EF4-FFF2-40B4-BE49-F238E27FC236}">
                    <a16:creationId xmlns:a16="http://schemas.microsoft.com/office/drawing/2014/main" id="{0C7A623E-E5BC-2F4C-8C12-4B1571446356}"/>
                  </a:ext>
                </a:extLst>
              </p:cNvPr>
              <p:cNvSpPr/>
              <p:nvPr/>
            </p:nvSpPr>
            <p:spPr>
              <a:xfrm>
                <a:off x="5139126" y="4192158"/>
                <a:ext cx="516735" cy="788700"/>
              </a:xfrm>
              <a:custGeom>
                <a:avLst/>
                <a:gdLst>
                  <a:gd name="connsiteX0" fmla="*/ 464616 w 516735"/>
                  <a:gd name="connsiteY0" fmla="*/ 436210 h 788699"/>
                  <a:gd name="connsiteX1" fmla="*/ 445578 w 516735"/>
                  <a:gd name="connsiteY1" fmla="*/ 455248 h 788699"/>
                  <a:gd name="connsiteX2" fmla="*/ 404784 w 516735"/>
                  <a:gd name="connsiteY2" fmla="*/ 466126 h 788699"/>
                  <a:gd name="connsiteX3" fmla="*/ 385746 w 516735"/>
                  <a:gd name="connsiteY3" fmla="*/ 479725 h 788699"/>
                  <a:gd name="connsiteX4" fmla="*/ 388466 w 516735"/>
                  <a:gd name="connsiteY4" fmla="*/ 512361 h 788699"/>
                  <a:gd name="connsiteX5" fmla="*/ 388466 w 516735"/>
                  <a:gd name="connsiteY5" fmla="*/ 544997 h 788699"/>
                  <a:gd name="connsiteX6" fmla="*/ 388466 w 516735"/>
                  <a:gd name="connsiteY6" fmla="*/ 566754 h 788699"/>
                  <a:gd name="connsiteX7" fmla="*/ 391185 w 516735"/>
                  <a:gd name="connsiteY7" fmla="*/ 632026 h 788699"/>
                  <a:gd name="connsiteX8" fmla="*/ 393905 w 516735"/>
                  <a:gd name="connsiteY8" fmla="*/ 683699 h 788699"/>
                  <a:gd name="connsiteX9" fmla="*/ 377587 w 516735"/>
                  <a:gd name="connsiteY9" fmla="*/ 724494 h 788699"/>
                  <a:gd name="connsiteX10" fmla="*/ 361269 w 516735"/>
                  <a:gd name="connsiteY10" fmla="*/ 719054 h 788699"/>
                  <a:gd name="connsiteX11" fmla="*/ 353110 w 516735"/>
                  <a:gd name="connsiteY11" fmla="*/ 702737 h 788699"/>
                  <a:gd name="connsiteX12" fmla="*/ 350390 w 516735"/>
                  <a:gd name="connsiteY12" fmla="*/ 686419 h 788699"/>
                  <a:gd name="connsiteX13" fmla="*/ 353110 w 516735"/>
                  <a:gd name="connsiteY13" fmla="*/ 659222 h 788699"/>
                  <a:gd name="connsiteX14" fmla="*/ 353110 w 516735"/>
                  <a:gd name="connsiteY14" fmla="*/ 656502 h 788699"/>
                  <a:gd name="connsiteX15" fmla="*/ 317755 w 516735"/>
                  <a:gd name="connsiteY15" fmla="*/ 708176 h 788699"/>
                  <a:gd name="connsiteX16" fmla="*/ 241604 w 516735"/>
                  <a:gd name="connsiteY16" fmla="*/ 735372 h 788699"/>
                  <a:gd name="connsiteX17" fmla="*/ 187211 w 516735"/>
                  <a:gd name="connsiteY17" fmla="*/ 727214 h 788699"/>
                  <a:gd name="connsiteX18" fmla="*/ 135538 w 516735"/>
                  <a:gd name="connsiteY18" fmla="*/ 694578 h 788699"/>
                  <a:gd name="connsiteX19" fmla="*/ 86584 w 516735"/>
                  <a:gd name="connsiteY19" fmla="*/ 621147 h 788699"/>
                  <a:gd name="connsiteX20" fmla="*/ 67546 w 516735"/>
                  <a:gd name="connsiteY20" fmla="*/ 555875 h 788699"/>
                  <a:gd name="connsiteX21" fmla="*/ 59387 w 516735"/>
                  <a:gd name="connsiteY21" fmla="*/ 509641 h 788699"/>
                  <a:gd name="connsiteX22" fmla="*/ 59387 w 516735"/>
                  <a:gd name="connsiteY22" fmla="*/ 468846 h 788699"/>
                  <a:gd name="connsiteX23" fmla="*/ 86584 w 516735"/>
                  <a:gd name="connsiteY23" fmla="*/ 302947 h 788699"/>
                  <a:gd name="connsiteX24" fmla="*/ 108341 w 516735"/>
                  <a:gd name="connsiteY24" fmla="*/ 224077 h 788699"/>
                  <a:gd name="connsiteX25" fmla="*/ 146416 w 516735"/>
                  <a:gd name="connsiteY25" fmla="*/ 145207 h 788699"/>
                  <a:gd name="connsiteX26" fmla="*/ 198090 w 516735"/>
                  <a:gd name="connsiteY26" fmla="*/ 85375 h 788699"/>
                  <a:gd name="connsiteX27" fmla="*/ 228006 w 516735"/>
                  <a:gd name="connsiteY27" fmla="*/ 69057 h 788699"/>
                  <a:gd name="connsiteX28" fmla="*/ 268801 w 516735"/>
                  <a:gd name="connsiteY28" fmla="*/ 58178 h 788699"/>
                  <a:gd name="connsiteX29" fmla="*/ 274240 w 516735"/>
                  <a:gd name="connsiteY29" fmla="*/ 58178 h 788699"/>
                  <a:gd name="connsiteX30" fmla="*/ 295997 w 516735"/>
                  <a:gd name="connsiteY30" fmla="*/ 60898 h 788699"/>
                  <a:gd name="connsiteX31" fmla="*/ 331353 w 516735"/>
                  <a:gd name="connsiteY31" fmla="*/ 71776 h 788699"/>
                  <a:gd name="connsiteX32" fmla="*/ 350390 w 516735"/>
                  <a:gd name="connsiteY32" fmla="*/ 93534 h 788699"/>
                  <a:gd name="connsiteX33" fmla="*/ 353110 w 516735"/>
                  <a:gd name="connsiteY33" fmla="*/ 74496 h 788699"/>
                  <a:gd name="connsiteX34" fmla="*/ 358549 w 516735"/>
                  <a:gd name="connsiteY34" fmla="*/ 63618 h 788699"/>
                  <a:gd name="connsiteX35" fmla="*/ 366708 w 516735"/>
                  <a:gd name="connsiteY35" fmla="*/ 58178 h 788699"/>
                  <a:gd name="connsiteX36" fmla="*/ 374867 w 516735"/>
                  <a:gd name="connsiteY36" fmla="*/ 63618 h 788699"/>
                  <a:gd name="connsiteX37" fmla="*/ 383026 w 516735"/>
                  <a:gd name="connsiteY37" fmla="*/ 82655 h 788699"/>
                  <a:gd name="connsiteX38" fmla="*/ 385746 w 516735"/>
                  <a:gd name="connsiteY38" fmla="*/ 126170 h 788699"/>
                  <a:gd name="connsiteX39" fmla="*/ 388466 w 516735"/>
                  <a:gd name="connsiteY39" fmla="*/ 186002 h 788699"/>
                  <a:gd name="connsiteX40" fmla="*/ 391185 w 516735"/>
                  <a:gd name="connsiteY40" fmla="*/ 237676 h 788699"/>
                  <a:gd name="connsiteX41" fmla="*/ 374867 w 516735"/>
                  <a:gd name="connsiteY41" fmla="*/ 278470 h 788699"/>
                  <a:gd name="connsiteX42" fmla="*/ 358549 w 516735"/>
                  <a:gd name="connsiteY42" fmla="*/ 273031 h 788699"/>
                  <a:gd name="connsiteX43" fmla="*/ 350390 w 516735"/>
                  <a:gd name="connsiteY43" fmla="*/ 256713 h 788699"/>
                  <a:gd name="connsiteX44" fmla="*/ 347671 w 516735"/>
                  <a:gd name="connsiteY44" fmla="*/ 240395 h 788699"/>
                  <a:gd name="connsiteX45" fmla="*/ 347671 w 516735"/>
                  <a:gd name="connsiteY45" fmla="*/ 213199 h 788699"/>
                  <a:gd name="connsiteX46" fmla="*/ 344951 w 516735"/>
                  <a:gd name="connsiteY46" fmla="*/ 194161 h 788699"/>
                  <a:gd name="connsiteX47" fmla="*/ 339512 w 516735"/>
                  <a:gd name="connsiteY47" fmla="*/ 150647 h 788699"/>
                  <a:gd name="connsiteX48" fmla="*/ 323194 w 516735"/>
                  <a:gd name="connsiteY48" fmla="*/ 112571 h 788699"/>
                  <a:gd name="connsiteX49" fmla="*/ 293278 w 516735"/>
                  <a:gd name="connsiteY49" fmla="*/ 101693 h 788699"/>
                  <a:gd name="connsiteX50" fmla="*/ 263361 w 516735"/>
                  <a:gd name="connsiteY50" fmla="*/ 120730 h 788699"/>
                  <a:gd name="connsiteX51" fmla="*/ 241604 w 516735"/>
                  <a:gd name="connsiteY51" fmla="*/ 153366 h 788699"/>
                  <a:gd name="connsiteX52" fmla="*/ 233445 w 516735"/>
                  <a:gd name="connsiteY52" fmla="*/ 194161 h 788699"/>
                  <a:gd name="connsiteX53" fmla="*/ 225286 w 516735"/>
                  <a:gd name="connsiteY53" fmla="*/ 232236 h 788699"/>
                  <a:gd name="connsiteX54" fmla="*/ 217127 w 516735"/>
                  <a:gd name="connsiteY54" fmla="*/ 275751 h 788699"/>
                  <a:gd name="connsiteX55" fmla="*/ 211688 w 516735"/>
                  <a:gd name="connsiteY55" fmla="*/ 316545 h 788699"/>
                  <a:gd name="connsiteX56" fmla="*/ 206249 w 516735"/>
                  <a:gd name="connsiteY56" fmla="*/ 354621 h 788699"/>
                  <a:gd name="connsiteX57" fmla="*/ 200809 w 516735"/>
                  <a:gd name="connsiteY57" fmla="*/ 398135 h 788699"/>
                  <a:gd name="connsiteX58" fmla="*/ 195370 w 516735"/>
                  <a:gd name="connsiteY58" fmla="*/ 438930 h 788699"/>
                  <a:gd name="connsiteX59" fmla="*/ 192650 w 516735"/>
                  <a:gd name="connsiteY59" fmla="*/ 474286 h 788699"/>
                  <a:gd name="connsiteX60" fmla="*/ 195370 w 516735"/>
                  <a:gd name="connsiteY60" fmla="*/ 525959 h 788699"/>
                  <a:gd name="connsiteX61" fmla="*/ 208968 w 516735"/>
                  <a:gd name="connsiteY61" fmla="*/ 596670 h 788699"/>
                  <a:gd name="connsiteX62" fmla="*/ 214407 w 516735"/>
                  <a:gd name="connsiteY62" fmla="*/ 623867 h 788699"/>
                  <a:gd name="connsiteX63" fmla="*/ 228006 w 516735"/>
                  <a:gd name="connsiteY63" fmla="*/ 656502 h 788699"/>
                  <a:gd name="connsiteX64" fmla="*/ 271520 w 516735"/>
                  <a:gd name="connsiteY64" fmla="*/ 689138 h 788699"/>
                  <a:gd name="connsiteX65" fmla="*/ 306876 w 516735"/>
                  <a:gd name="connsiteY65" fmla="*/ 664661 h 788699"/>
                  <a:gd name="connsiteX66" fmla="*/ 331353 w 516735"/>
                  <a:gd name="connsiteY66" fmla="*/ 602109 h 788699"/>
                  <a:gd name="connsiteX67" fmla="*/ 336792 w 516735"/>
                  <a:gd name="connsiteY67" fmla="*/ 544997 h 788699"/>
                  <a:gd name="connsiteX68" fmla="*/ 336792 w 516735"/>
                  <a:gd name="connsiteY68" fmla="*/ 498762 h 788699"/>
                  <a:gd name="connsiteX69" fmla="*/ 336792 w 516735"/>
                  <a:gd name="connsiteY69" fmla="*/ 490603 h 788699"/>
                  <a:gd name="connsiteX70" fmla="*/ 320474 w 516735"/>
                  <a:gd name="connsiteY70" fmla="*/ 477005 h 788699"/>
                  <a:gd name="connsiteX71" fmla="*/ 282399 w 516735"/>
                  <a:gd name="connsiteY71" fmla="*/ 479725 h 788699"/>
                  <a:gd name="connsiteX72" fmla="*/ 252483 w 516735"/>
                  <a:gd name="connsiteY72" fmla="*/ 474286 h 788699"/>
                  <a:gd name="connsiteX73" fmla="*/ 247043 w 516735"/>
                  <a:gd name="connsiteY73" fmla="*/ 466126 h 788699"/>
                  <a:gd name="connsiteX74" fmla="*/ 249763 w 516735"/>
                  <a:gd name="connsiteY74" fmla="*/ 457968 h 788699"/>
                  <a:gd name="connsiteX75" fmla="*/ 268801 w 516735"/>
                  <a:gd name="connsiteY75" fmla="*/ 447089 h 788699"/>
                  <a:gd name="connsiteX76" fmla="*/ 312315 w 516735"/>
                  <a:gd name="connsiteY76" fmla="*/ 436210 h 788699"/>
                  <a:gd name="connsiteX77" fmla="*/ 353110 w 516735"/>
                  <a:gd name="connsiteY77" fmla="*/ 430771 h 788699"/>
                  <a:gd name="connsiteX78" fmla="*/ 385746 w 516735"/>
                  <a:gd name="connsiteY78" fmla="*/ 430771 h 788699"/>
                  <a:gd name="connsiteX79" fmla="*/ 437420 w 516735"/>
                  <a:gd name="connsiteY79" fmla="*/ 428051 h 788699"/>
                  <a:gd name="connsiteX80" fmla="*/ 464616 w 516735"/>
                  <a:gd name="connsiteY80" fmla="*/ 436210 h 788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516735" h="788699">
                    <a:moveTo>
                      <a:pt x="464616" y="436210"/>
                    </a:moveTo>
                    <a:cubicBezTo>
                      <a:pt x="464616" y="447089"/>
                      <a:pt x="453737" y="452528"/>
                      <a:pt x="445578" y="455248"/>
                    </a:cubicBezTo>
                    <a:cubicBezTo>
                      <a:pt x="434700" y="460687"/>
                      <a:pt x="415662" y="463407"/>
                      <a:pt x="404784" y="466126"/>
                    </a:cubicBezTo>
                    <a:cubicBezTo>
                      <a:pt x="393905" y="466126"/>
                      <a:pt x="385746" y="468846"/>
                      <a:pt x="385746" y="479725"/>
                    </a:cubicBezTo>
                    <a:cubicBezTo>
                      <a:pt x="385746" y="487884"/>
                      <a:pt x="388466" y="506921"/>
                      <a:pt x="388466" y="512361"/>
                    </a:cubicBezTo>
                    <a:cubicBezTo>
                      <a:pt x="388466" y="515080"/>
                      <a:pt x="388466" y="539557"/>
                      <a:pt x="388466" y="544997"/>
                    </a:cubicBezTo>
                    <a:cubicBezTo>
                      <a:pt x="388466" y="550436"/>
                      <a:pt x="388466" y="558595"/>
                      <a:pt x="388466" y="566754"/>
                    </a:cubicBezTo>
                    <a:cubicBezTo>
                      <a:pt x="388466" y="591231"/>
                      <a:pt x="388466" y="621147"/>
                      <a:pt x="391185" y="632026"/>
                    </a:cubicBezTo>
                    <a:cubicBezTo>
                      <a:pt x="393905" y="653783"/>
                      <a:pt x="393905" y="661942"/>
                      <a:pt x="393905" y="683699"/>
                    </a:cubicBezTo>
                    <a:cubicBezTo>
                      <a:pt x="393905" y="694578"/>
                      <a:pt x="393905" y="724494"/>
                      <a:pt x="377587" y="724494"/>
                    </a:cubicBezTo>
                    <a:cubicBezTo>
                      <a:pt x="369428" y="724494"/>
                      <a:pt x="366708" y="721774"/>
                      <a:pt x="361269" y="719054"/>
                    </a:cubicBezTo>
                    <a:cubicBezTo>
                      <a:pt x="355830" y="716335"/>
                      <a:pt x="353110" y="708176"/>
                      <a:pt x="353110" y="702737"/>
                    </a:cubicBezTo>
                    <a:cubicBezTo>
                      <a:pt x="350390" y="694578"/>
                      <a:pt x="350390" y="689138"/>
                      <a:pt x="350390" y="686419"/>
                    </a:cubicBezTo>
                    <a:cubicBezTo>
                      <a:pt x="350390" y="678260"/>
                      <a:pt x="353110" y="672820"/>
                      <a:pt x="353110" y="659222"/>
                    </a:cubicBezTo>
                    <a:lnTo>
                      <a:pt x="353110" y="656502"/>
                    </a:lnTo>
                    <a:cubicBezTo>
                      <a:pt x="347671" y="675540"/>
                      <a:pt x="334072" y="694578"/>
                      <a:pt x="317755" y="708176"/>
                    </a:cubicBezTo>
                    <a:cubicBezTo>
                      <a:pt x="293278" y="727214"/>
                      <a:pt x="274240" y="735372"/>
                      <a:pt x="241604" y="735372"/>
                    </a:cubicBezTo>
                    <a:cubicBezTo>
                      <a:pt x="222566" y="735372"/>
                      <a:pt x="203529" y="732653"/>
                      <a:pt x="187211" y="727214"/>
                    </a:cubicBezTo>
                    <a:cubicBezTo>
                      <a:pt x="165454" y="719054"/>
                      <a:pt x="149136" y="708176"/>
                      <a:pt x="135538" y="694578"/>
                    </a:cubicBezTo>
                    <a:cubicBezTo>
                      <a:pt x="113780" y="672820"/>
                      <a:pt x="100182" y="648343"/>
                      <a:pt x="86584" y="621147"/>
                    </a:cubicBezTo>
                    <a:cubicBezTo>
                      <a:pt x="75705" y="599390"/>
                      <a:pt x="70266" y="580352"/>
                      <a:pt x="67546" y="555875"/>
                    </a:cubicBezTo>
                    <a:cubicBezTo>
                      <a:pt x="64826" y="539557"/>
                      <a:pt x="62107" y="525959"/>
                      <a:pt x="59387" y="509641"/>
                    </a:cubicBezTo>
                    <a:cubicBezTo>
                      <a:pt x="56667" y="493323"/>
                      <a:pt x="59387" y="485164"/>
                      <a:pt x="59387" y="468846"/>
                    </a:cubicBezTo>
                    <a:cubicBezTo>
                      <a:pt x="59387" y="414453"/>
                      <a:pt x="72985" y="362780"/>
                      <a:pt x="86584" y="302947"/>
                    </a:cubicBezTo>
                    <a:cubicBezTo>
                      <a:pt x="92023" y="275751"/>
                      <a:pt x="100182" y="248554"/>
                      <a:pt x="108341" y="224077"/>
                    </a:cubicBezTo>
                    <a:cubicBezTo>
                      <a:pt x="116500" y="196881"/>
                      <a:pt x="130098" y="169684"/>
                      <a:pt x="146416" y="145207"/>
                    </a:cubicBezTo>
                    <a:cubicBezTo>
                      <a:pt x="160014" y="123450"/>
                      <a:pt x="176332" y="101693"/>
                      <a:pt x="198090" y="85375"/>
                    </a:cubicBezTo>
                    <a:cubicBezTo>
                      <a:pt x="206249" y="77216"/>
                      <a:pt x="217127" y="71776"/>
                      <a:pt x="228006" y="69057"/>
                    </a:cubicBezTo>
                    <a:cubicBezTo>
                      <a:pt x="241604" y="63618"/>
                      <a:pt x="255202" y="58178"/>
                      <a:pt x="268801" y="58178"/>
                    </a:cubicBezTo>
                    <a:cubicBezTo>
                      <a:pt x="271520" y="58178"/>
                      <a:pt x="274240" y="58178"/>
                      <a:pt x="274240" y="58178"/>
                    </a:cubicBezTo>
                    <a:cubicBezTo>
                      <a:pt x="279679" y="58178"/>
                      <a:pt x="285119" y="58178"/>
                      <a:pt x="295997" y="60898"/>
                    </a:cubicBezTo>
                    <a:cubicBezTo>
                      <a:pt x="309595" y="63618"/>
                      <a:pt x="320474" y="66337"/>
                      <a:pt x="331353" y="71776"/>
                    </a:cubicBezTo>
                    <a:cubicBezTo>
                      <a:pt x="339512" y="77216"/>
                      <a:pt x="347671" y="85375"/>
                      <a:pt x="350390" y="93534"/>
                    </a:cubicBezTo>
                    <a:cubicBezTo>
                      <a:pt x="350390" y="88095"/>
                      <a:pt x="353110" y="79936"/>
                      <a:pt x="353110" y="74496"/>
                    </a:cubicBezTo>
                    <a:cubicBezTo>
                      <a:pt x="355830" y="71776"/>
                      <a:pt x="355830" y="69057"/>
                      <a:pt x="358549" y="63618"/>
                    </a:cubicBezTo>
                    <a:cubicBezTo>
                      <a:pt x="361269" y="60898"/>
                      <a:pt x="363989" y="58178"/>
                      <a:pt x="366708" y="58178"/>
                    </a:cubicBezTo>
                    <a:cubicBezTo>
                      <a:pt x="369428" y="58178"/>
                      <a:pt x="372148" y="60898"/>
                      <a:pt x="374867" y="63618"/>
                    </a:cubicBezTo>
                    <a:cubicBezTo>
                      <a:pt x="377587" y="69057"/>
                      <a:pt x="380307" y="77216"/>
                      <a:pt x="383026" y="82655"/>
                    </a:cubicBezTo>
                    <a:cubicBezTo>
                      <a:pt x="383026" y="90814"/>
                      <a:pt x="385746" y="107132"/>
                      <a:pt x="385746" y="126170"/>
                    </a:cubicBezTo>
                    <a:cubicBezTo>
                      <a:pt x="385746" y="150647"/>
                      <a:pt x="385746" y="177843"/>
                      <a:pt x="388466" y="186002"/>
                    </a:cubicBezTo>
                    <a:cubicBezTo>
                      <a:pt x="391185" y="207759"/>
                      <a:pt x="391185" y="215918"/>
                      <a:pt x="391185" y="237676"/>
                    </a:cubicBezTo>
                    <a:cubicBezTo>
                      <a:pt x="391185" y="248554"/>
                      <a:pt x="391185" y="278470"/>
                      <a:pt x="374867" y="278470"/>
                    </a:cubicBezTo>
                    <a:cubicBezTo>
                      <a:pt x="366708" y="278470"/>
                      <a:pt x="363989" y="275751"/>
                      <a:pt x="358549" y="273031"/>
                    </a:cubicBezTo>
                    <a:cubicBezTo>
                      <a:pt x="353110" y="270311"/>
                      <a:pt x="350390" y="262152"/>
                      <a:pt x="350390" y="256713"/>
                    </a:cubicBezTo>
                    <a:cubicBezTo>
                      <a:pt x="350390" y="251274"/>
                      <a:pt x="347671" y="245834"/>
                      <a:pt x="347671" y="240395"/>
                    </a:cubicBezTo>
                    <a:cubicBezTo>
                      <a:pt x="347671" y="232236"/>
                      <a:pt x="347671" y="224077"/>
                      <a:pt x="347671" y="213199"/>
                    </a:cubicBezTo>
                    <a:cubicBezTo>
                      <a:pt x="347671" y="207759"/>
                      <a:pt x="347671" y="199600"/>
                      <a:pt x="344951" y="194161"/>
                    </a:cubicBezTo>
                    <a:cubicBezTo>
                      <a:pt x="342232" y="180563"/>
                      <a:pt x="342232" y="164245"/>
                      <a:pt x="339512" y="150647"/>
                    </a:cubicBezTo>
                    <a:cubicBezTo>
                      <a:pt x="336792" y="137048"/>
                      <a:pt x="331353" y="123450"/>
                      <a:pt x="323194" y="112571"/>
                    </a:cubicBezTo>
                    <a:cubicBezTo>
                      <a:pt x="317755" y="104412"/>
                      <a:pt x="304156" y="101693"/>
                      <a:pt x="293278" y="101693"/>
                    </a:cubicBezTo>
                    <a:cubicBezTo>
                      <a:pt x="279679" y="101693"/>
                      <a:pt x="271520" y="109852"/>
                      <a:pt x="263361" y="120730"/>
                    </a:cubicBezTo>
                    <a:cubicBezTo>
                      <a:pt x="257922" y="131609"/>
                      <a:pt x="247043" y="139768"/>
                      <a:pt x="241604" y="153366"/>
                    </a:cubicBezTo>
                    <a:cubicBezTo>
                      <a:pt x="236165" y="166964"/>
                      <a:pt x="233445" y="180563"/>
                      <a:pt x="233445" y="194161"/>
                    </a:cubicBezTo>
                    <a:cubicBezTo>
                      <a:pt x="233445" y="207759"/>
                      <a:pt x="230726" y="218638"/>
                      <a:pt x="225286" y="232236"/>
                    </a:cubicBezTo>
                    <a:cubicBezTo>
                      <a:pt x="219847" y="245834"/>
                      <a:pt x="219847" y="262152"/>
                      <a:pt x="217127" y="275751"/>
                    </a:cubicBezTo>
                    <a:cubicBezTo>
                      <a:pt x="214407" y="289349"/>
                      <a:pt x="214407" y="302947"/>
                      <a:pt x="211688" y="316545"/>
                    </a:cubicBezTo>
                    <a:cubicBezTo>
                      <a:pt x="211688" y="330144"/>
                      <a:pt x="206249" y="341022"/>
                      <a:pt x="206249" y="354621"/>
                    </a:cubicBezTo>
                    <a:cubicBezTo>
                      <a:pt x="203529" y="368219"/>
                      <a:pt x="203529" y="381817"/>
                      <a:pt x="200809" y="398135"/>
                    </a:cubicBezTo>
                    <a:cubicBezTo>
                      <a:pt x="198090" y="411733"/>
                      <a:pt x="198090" y="425332"/>
                      <a:pt x="195370" y="438930"/>
                    </a:cubicBezTo>
                    <a:cubicBezTo>
                      <a:pt x="195370" y="449809"/>
                      <a:pt x="192650" y="463407"/>
                      <a:pt x="192650" y="474286"/>
                    </a:cubicBezTo>
                    <a:cubicBezTo>
                      <a:pt x="192650" y="490603"/>
                      <a:pt x="195370" y="509641"/>
                      <a:pt x="195370" y="525959"/>
                    </a:cubicBezTo>
                    <a:cubicBezTo>
                      <a:pt x="195370" y="550436"/>
                      <a:pt x="203529" y="572193"/>
                      <a:pt x="208968" y="596670"/>
                    </a:cubicBezTo>
                    <a:cubicBezTo>
                      <a:pt x="211688" y="604829"/>
                      <a:pt x="211688" y="615708"/>
                      <a:pt x="214407" y="623867"/>
                    </a:cubicBezTo>
                    <a:cubicBezTo>
                      <a:pt x="217127" y="634745"/>
                      <a:pt x="222566" y="645624"/>
                      <a:pt x="228006" y="656502"/>
                    </a:cubicBezTo>
                    <a:cubicBezTo>
                      <a:pt x="236165" y="670101"/>
                      <a:pt x="252483" y="689138"/>
                      <a:pt x="271520" y="689138"/>
                    </a:cubicBezTo>
                    <a:cubicBezTo>
                      <a:pt x="287838" y="689138"/>
                      <a:pt x="298717" y="675540"/>
                      <a:pt x="306876" y="664661"/>
                    </a:cubicBezTo>
                    <a:cubicBezTo>
                      <a:pt x="320474" y="645624"/>
                      <a:pt x="325914" y="623867"/>
                      <a:pt x="331353" y="602109"/>
                    </a:cubicBezTo>
                    <a:cubicBezTo>
                      <a:pt x="334072" y="583072"/>
                      <a:pt x="336792" y="564034"/>
                      <a:pt x="336792" y="544997"/>
                    </a:cubicBezTo>
                    <a:cubicBezTo>
                      <a:pt x="336792" y="531398"/>
                      <a:pt x="336792" y="512361"/>
                      <a:pt x="336792" y="498762"/>
                    </a:cubicBezTo>
                    <a:cubicBezTo>
                      <a:pt x="336792" y="496043"/>
                      <a:pt x="336792" y="493323"/>
                      <a:pt x="336792" y="490603"/>
                    </a:cubicBezTo>
                    <a:cubicBezTo>
                      <a:pt x="336792" y="479725"/>
                      <a:pt x="336792" y="477005"/>
                      <a:pt x="320474" y="477005"/>
                    </a:cubicBezTo>
                    <a:cubicBezTo>
                      <a:pt x="309595" y="477005"/>
                      <a:pt x="295997" y="479725"/>
                      <a:pt x="282399" y="479725"/>
                    </a:cubicBezTo>
                    <a:cubicBezTo>
                      <a:pt x="271520" y="479725"/>
                      <a:pt x="260642" y="479725"/>
                      <a:pt x="252483" y="474286"/>
                    </a:cubicBezTo>
                    <a:cubicBezTo>
                      <a:pt x="249763" y="471566"/>
                      <a:pt x="247043" y="468846"/>
                      <a:pt x="247043" y="466126"/>
                    </a:cubicBezTo>
                    <a:cubicBezTo>
                      <a:pt x="247043" y="463407"/>
                      <a:pt x="247043" y="460687"/>
                      <a:pt x="249763" y="457968"/>
                    </a:cubicBezTo>
                    <a:cubicBezTo>
                      <a:pt x="255202" y="452528"/>
                      <a:pt x="260642" y="449809"/>
                      <a:pt x="268801" y="447089"/>
                    </a:cubicBezTo>
                    <a:cubicBezTo>
                      <a:pt x="282399" y="441650"/>
                      <a:pt x="295997" y="438930"/>
                      <a:pt x="312315" y="436210"/>
                    </a:cubicBezTo>
                    <a:cubicBezTo>
                      <a:pt x="325914" y="433491"/>
                      <a:pt x="339512" y="433491"/>
                      <a:pt x="353110" y="430771"/>
                    </a:cubicBezTo>
                    <a:cubicBezTo>
                      <a:pt x="363989" y="430771"/>
                      <a:pt x="374867" y="430771"/>
                      <a:pt x="385746" y="430771"/>
                    </a:cubicBezTo>
                    <a:cubicBezTo>
                      <a:pt x="402064" y="430771"/>
                      <a:pt x="426541" y="428051"/>
                      <a:pt x="437420" y="428051"/>
                    </a:cubicBezTo>
                    <a:cubicBezTo>
                      <a:pt x="451018" y="419892"/>
                      <a:pt x="464616" y="425332"/>
                      <a:pt x="464616" y="436210"/>
                    </a:cubicBezTo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1" name="Freeform: Shape 44">
                <a:extLst>
                  <a:ext uri="{FF2B5EF4-FFF2-40B4-BE49-F238E27FC236}">
                    <a16:creationId xmlns:a16="http://schemas.microsoft.com/office/drawing/2014/main" id="{4A1D28D5-C9D1-224D-AFB0-72BD1ECB9B64}"/>
                  </a:ext>
                </a:extLst>
              </p:cNvPr>
              <p:cNvSpPr/>
              <p:nvPr/>
            </p:nvSpPr>
            <p:spPr>
              <a:xfrm>
                <a:off x="5651630" y="4181279"/>
                <a:ext cx="734308" cy="788700"/>
              </a:xfrm>
              <a:custGeom>
                <a:avLst/>
                <a:gdLst>
                  <a:gd name="connsiteX0" fmla="*/ 653783 w 734307"/>
                  <a:gd name="connsiteY0" fmla="*/ 678259 h 788699"/>
                  <a:gd name="connsiteX1" fmla="*/ 691859 w 734307"/>
                  <a:gd name="connsiteY1" fmla="*/ 694577 h 788699"/>
                  <a:gd name="connsiteX2" fmla="*/ 686419 w 734307"/>
                  <a:gd name="connsiteY2" fmla="*/ 710895 h 788699"/>
                  <a:gd name="connsiteX3" fmla="*/ 670101 w 734307"/>
                  <a:gd name="connsiteY3" fmla="*/ 719054 h 788699"/>
                  <a:gd name="connsiteX4" fmla="*/ 648344 w 734307"/>
                  <a:gd name="connsiteY4" fmla="*/ 721774 h 788699"/>
                  <a:gd name="connsiteX5" fmla="*/ 618428 w 734307"/>
                  <a:gd name="connsiteY5" fmla="*/ 721774 h 788699"/>
                  <a:gd name="connsiteX6" fmla="*/ 572194 w 734307"/>
                  <a:gd name="connsiteY6" fmla="*/ 735372 h 788699"/>
                  <a:gd name="connsiteX7" fmla="*/ 544997 w 734307"/>
                  <a:gd name="connsiteY7" fmla="*/ 729933 h 788699"/>
                  <a:gd name="connsiteX8" fmla="*/ 534119 w 734307"/>
                  <a:gd name="connsiteY8" fmla="*/ 721774 h 788699"/>
                  <a:gd name="connsiteX9" fmla="*/ 496043 w 734307"/>
                  <a:gd name="connsiteY9" fmla="*/ 721774 h 788699"/>
                  <a:gd name="connsiteX10" fmla="*/ 471566 w 734307"/>
                  <a:gd name="connsiteY10" fmla="*/ 721774 h 788699"/>
                  <a:gd name="connsiteX11" fmla="*/ 444370 w 734307"/>
                  <a:gd name="connsiteY11" fmla="*/ 716335 h 788699"/>
                  <a:gd name="connsiteX12" fmla="*/ 428052 w 734307"/>
                  <a:gd name="connsiteY12" fmla="*/ 700017 h 788699"/>
                  <a:gd name="connsiteX13" fmla="*/ 433491 w 734307"/>
                  <a:gd name="connsiteY13" fmla="*/ 691858 h 788699"/>
                  <a:gd name="connsiteX14" fmla="*/ 455248 w 734307"/>
                  <a:gd name="connsiteY14" fmla="*/ 683699 h 788699"/>
                  <a:gd name="connsiteX15" fmla="*/ 506922 w 734307"/>
                  <a:gd name="connsiteY15" fmla="*/ 678259 h 788699"/>
                  <a:gd name="connsiteX16" fmla="*/ 509641 w 734307"/>
                  <a:gd name="connsiteY16" fmla="*/ 678259 h 788699"/>
                  <a:gd name="connsiteX17" fmla="*/ 506922 w 734307"/>
                  <a:gd name="connsiteY17" fmla="*/ 664661 h 788699"/>
                  <a:gd name="connsiteX18" fmla="*/ 498763 w 734307"/>
                  <a:gd name="connsiteY18" fmla="*/ 580352 h 788699"/>
                  <a:gd name="connsiteX19" fmla="*/ 496043 w 734307"/>
                  <a:gd name="connsiteY19" fmla="*/ 479725 h 788699"/>
                  <a:gd name="connsiteX20" fmla="*/ 493324 w 734307"/>
                  <a:gd name="connsiteY20" fmla="*/ 389976 h 788699"/>
                  <a:gd name="connsiteX21" fmla="*/ 490604 w 734307"/>
                  <a:gd name="connsiteY21" fmla="*/ 302947 h 788699"/>
                  <a:gd name="connsiteX22" fmla="*/ 487884 w 734307"/>
                  <a:gd name="connsiteY22" fmla="*/ 229516 h 788699"/>
                  <a:gd name="connsiteX23" fmla="*/ 485165 w 734307"/>
                  <a:gd name="connsiteY23" fmla="*/ 221357 h 788699"/>
                  <a:gd name="connsiteX24" fmla="*/ 482445 w 734307"/>
                  <a:gd name="connsiteY24" fmla="*/ 226797 h 788699"/>
                  <a:gd name="connsiteX25" fmla="*/ 477006 w 734307"/>
                  <a:gd name="connsiteY25" fmla="*/ 262152 h 788699"/>
                  <a:gd name="connsiteX26" fmla="*/ 460688 w 734307"/>
                  <a:gd name="connsiteY26" fmla="*/ 341022 h 788699"/>
                  <a:gd name="connsiteX27" fmla="*/ 444370 w 734307"/>
                  <a:gd name="connsiteY27" fmla="*/ 417173 h 788699"/>
                  <a:gd name="connsiteX28" fmla="*/ 436211 w 734307"/>
                  <a:gd name="connsiteY28" fmla="*/ 455248 h 788699"/>
                  <a:gd name="connsiteX29" fmla="*/ 425332 w 734307"/>
                  <a:gd name="connsiteY29" fmla="*/ 493323 h 788699"/>
                  <a:gd name="connsiteX30" fmla="*/ 411734 w 734307"/>
                  <a:gd name="connsiteY30" fmla="*/ 531398 h 788699"/>
                  <a:gd name="connsiteX31" fmla="*/ 376378 w 734307"/>
                  <a:gd name="connsiteY31" fmla="*/ 547716 h 788699"/>
                  <a:gd name="connsiteX32" fmla="*/ 319265 w 734307"/>
                  <a:gd name="connsiteY32" fmla="*/ 525959 h 788699"/>
                  <a:gd name="connsiteX33" fmla="*/ 289349 w 734307"/>
                  <a:gd name="connsiteY33" fmla="*/ 455248 h 788699"/>
                  <a:gd name="connsiteX34" fmla="*/ 273031 w 734307"/>
                  <a:gd name="connsiteY34" fmla="*/ 373658 h 788699"/>
                  <a:gd name="connsiteX35" fmla="*/ 262153 w 734307"/>
                  <a:gd name="connsiteY35" fmla="*/ 316545 h 788699"/>
                  <a:gd name="connsiteX36" fmla="*/ 245835 w 734307"/>
                  <a:gd name="connsiteY36" fmla="*/ 237675 h 788699"/>
                  <a:gd name="connsiteX37" fmla="*/ 234956 w 734307"/>
                  <a:gd name="connsiteY37" fmla="*/ 196881 h 788699"/>
                  <a:gd name="connsiteX38" fmla="*/ 232236 w 734307"/>
                  <a:gd name="connsiteY38" fmla="*/ 191441 h 788699"/>
                  <a:gd name="connsiteX39" fmla="*/ 226797 w 734307"/>
                  <a:gd name="connsiteY39" fmla="*/ 207759 h 788699"/>
                  <a:gd name="connsiteX40" fmla="*/ 226797 w 734307"/>
                  <a:gd name="connsiteY40" fmla="*/ 232236 h 788699"/>
                  <a:gd name="connsiteX41" fmla="*/ 224077 w 734307"/>
                  <a:gd name="connsiteY41" fmla="*/ 267592 h 788699"/>
                  <a:gd name="connsiteX42" fmla="*/ 221358 w 734307"/>
                  <a:gd name="connsiteY42" fmla="*/ 311106 h 788699"/>
                  <a:gd name="connsiteX43" fmla="*/ 218638 w 734307"/>
                  <a:gd name="connsiteY43" fmla="*/ 360060 h 788699"/>
                  <a:gd name="connsiteX44" fmla="*/ 215919 w 734307"/>
                  <a:gd name="connsiteY44" fmla="*/ 398135 h 788699"/>
                  <a:gd name="connsiteX45" fmla="*/ 213199 w 734307"/>
                  <a:gd name="connsiteY45" fmla="*/ 430771 h 788699"/>
                  <a:gd name="connsiteX46" fmla="*/ 213199 w 734307"/>
                  <a:gd name="connsiteY46" fmla="*/ 455248 h 788699"/>
                  <a:gd name="connsiteX47" fmla="*/ 213199 w 734307"/>
                  <a:gd name="connsiteY47" fmla="*/ 477005 h 788699"/>
                  <a:gd name="connsiteX48" fmla="*/ 207759 w 734307"/>
                  <a:gd name="connsiteY48" fmla="*/ 520520 h 788699"/>
                  <a:gd name="connsiteX49" fmla="*/ 196881 w 734307"/>
                  <a:gd name="connsiteY49" fmla="*/ 610268 h 788699"/>
                  <a:gd name="connsiteX50" fmla="*/ 194161 w 734307"/>
                  <a:gd name="connsiteY50" fmla="*/ 653783 h 788699"/>
                  <a:gd name="connsiteX51" fmla="*/ 191441 w 734307"/>
                  <a:gd name="connsiteY51" fmla="*/ 667381 h 788699"/>
                  <a:gd name="connsiteX52" fmla="*/ 243115 w 734307"/>
                  <a:gd name="connsiteY52" fmla="*/ 667381 h 788699"/>
                  <a:gd name="connsiteX53" fmla="*/ 273031 w 734307"/>
                  <a:gd name="connsiteY53" fmla="*/ 683699 h 788699"/>
                  <a:gd name="connsiteX54" fmla="*/ 262153 w 734307"/>
                  <a:gd name="connsiteY54" fmla="*/ 697297 h 788699"/>
                  <a:gd name="connsiteX55" fmla="*/ 248554 w 734307"/>
                  <a:gd name="connsiteY55" fmla="*/ 705456 h 788699"/>
                  <a:gd name="connsiteX56" fmla="*/ 232236 w 734307"/>
                  <a:gd name="connsiteY56" fmla="*/ 708176 h 788699"/>
                  <a:gd name="connsiteX57" fmla="*/ 166965 w 734307"/>
                  <a:gd name="connsiteY57" fmla="*/ 708176 h 788699"/>
                  <a:gd name="connsiteX58" fmla="*/ 109852 w 734307"/>
                  <a:gd name="connsiteY58" fmla="*/ 708176 h 788699"/>
                  <a:gd name="connsiteX59" fmla="*/ 90814 w 734307"/>
                  <a:gd name="connsiteY59" fmla="*/ 708176 h 788699"/>
                  <a:gd name="connsiteX60" fmla="*/ 69057 w 734307"/>
                  <a:gd name="connsiteY60" fmla="*/ 702736 h 788699"/>
                  <a:gd name="connsiteX61" fmla="*/ 58178 w 734307"/>
                  <a:gd name="connsiteY61" fmla="*/ 686418 h 788699"/>
                  <a:gd name="connsiteX62" fmla="*/ 60898 w 734307"/>
                  <a:gd name="connsiteY62" fmla="*/ 678259 h 788699"/>
                  <a:gd name="connsiteX63" fmla="*/ 77216 w 734307"/>
                  <a:gd name="connsiteY63" fmla="*/ 670101 h 788699"/>
                  <a:gd name="connsiteX64" fmla="*/ 126170 w 734307"/>
                  <a:gd name="connsiteY64" fmla="*/ 664661 h 788699"/>
                  <a:gd name="connsiteX65" fmla="*/ 142487 w 734307"/>
                  <a:gd name="connsiteY65" fmla="*/ 664661 h 788699"/>
                  <a:gd name="connsiteX66" fmla="*/ 147927 w 734307"/>
                  <a:gd name="connsiteY66" fmla="*/ 588511 h 788699"/>
                  <a:gd name="connsiteX67" fmla="*/ 153366 w 734307"/>
                  <a:gd name="connsiteY67" fmla="*/ 493323 h 788699"/>
                  <a:gd name="connsiteX68" fmla="*/ 156086 w 734307"/>
                  <a:gd name="connsiteY68" fmla="*/ 411733 h 788699"/>
                  <a:gd name="connsiteX69" fmla="*/ 161525 w 734307"/>
                  <a:gd name="connsiteY69" fmla="*/ 297508 h 788699"/>
                  <a:gd name="connsiteX70" fmla="*/ 166965 w 734307"/>
                  <a:gd name="connsiteY70" fmla="*/ 240395 h 788699"/>
                  <a:gd name="connsiteX71" fmla="*/ 177843 w 734307"/>
                  <a:gd name="connsiteY71" fmla="*/ 161525 h 788699"/>
                  <a:gd name="connsiteX72" fmla="*/ 183282 w 734307"/>
                  <a:gd name="connsiteY72" fmla="*/ 118011 h 788699"/>
                  <a:gd name="connsiteX73" fmla="*/ 183282 w 734307"/>
                  <a:gd name="connsiteY73" fmla="*/ 115291 h 788699"/>
                  <a:gd name="connsiteX74" fmla="*/ 161525 w 734307"/>
                  <a:gd name="connsiteY74" fmla="*/ 115291 h 788699"/>
                  <a:gd name="connsiteX75" fmla="*/ 137048 w 734307"/>
                  <a:gd name="connsiteY75" fmla="*/ 115291 h 788699"/>
                  <a:gd name="connsiteX76" fmla="*/ 109852 w 734307"/>
                  <a:gd name="connsiteY76" fmla="*/ 109851 h 788699"/>
                  <a:gd name="connsiteX77" fmla="*/ 93534 w 734307"/>
                  <a:gd name="connsiteY77" fmla="*/ 93534 h 788699"/>
                  <a:gd name="connsiteX78" fmla="*/ 98973 w 734307"/>
                  <a:gd name="connsiteY78" fmla="*/ 85375 h 788699"/>
                  <a:gd name="connsiteX79" fmla="*/ 120730 w 734307"/>
                  <a:gd name="connsiteY79" fmla="*/ 77216 h 788699"/>
                  <a:gd name="connsiteX80" fmla="*/ 172404 w 734307"/>
                  <a:gd name="connsiteY80" fmla="*/ 71776 h 788699"/>
                  <a:gd name="connsiteX81" fmla="*/ 234956 w 734307"/>
                  <a:gd name="connsiteY81" fmla="*/ 69057 h 788699"/>
                  <a:gd name="connsiteX82" fmla="*/ 243115 w 734307"/>
                  <a:gd name="connsiteY82" fmla="*/ 69057 h 788699"/>
                  <a:gd name="connsiteX83" fmla="*/ 270312 w 734307"/>
                  <a:gd name="connsiteY83" fmla="*/ 74496 h 788699"/>
                  <a:gd name="connsiteX84" fmla="*/ 308387 w 734307"/>
                  <a:gd name="connsiteY84" fmla="*/ 123450 h 788699"/>
                  <a:gd name="connsiteX85" fmla="*/ 332864 w 734307"/>
                  <a:gd name="connsiteY85" fmla="*/ 202320 h 788699"/>
                  <a:gd name="connsiteX86" fmla="*/ 338303 w 734307"/>
                  <a:gd name="connsiteY86" fmla="*/ 237675 h 788699"/>
                  <a:gd name="connsiteX87" fmla="*/ 349182 w 734307"/>
                  <a:gd name="connsiteY87" fmla="*/ 281190 h 788699"/>
                  <a:gd name="connsiteX88" fmla="*/ 357341 w 734307"/>
                  <a:gd name="connsiteY88" fmla="*/ 316545 h 788699"/>
                  <a:gd name="connsiteX89" fmla="*/ 365500 w 734307"/>
                  <a:gd name="connsiteY89" fmla="*/ 351901 h 788699"/>
                  <a:gd name="connsiteX90" fmla="*/ 376378 w 734307"/>
                  <a:gd name="connsiteY90" fmla="*/ 389976 h 788699"/>
                  <a:gd name="connsiteX91" fmla="*/ 387257 w 734307"/>
                  <a:gd name="connsiteY91" fmla="*/ 414453 h 788699"/>
                  <a:gd name="connsiteX92" fmla="*/ 398136 w 734307"/>
                  <a:gd name="connsiteY92" fmla="*/ 376378 h 788699"/>
                  <a:gd name="connsiteX93" fmla="*/ 406295 w 734307"/>
                  <a:gd name="connsiteY93" fmla="*/ 332863 h 788699"/>
                  <a:gd name="connsiteX94" fmla="*/ 425332 w 734307"/>
                  <a:gd name="connsiteY94" fmla="*/ 243115 h 788699"/>
                  <a:gd name="connsiteX95" fmla="*/ 444370 w 734307"/>
                  <a:gd name="connsiteY95" fmla="*/ 150646 h 788699"/>
                  <a:gd name="connsiteX96" fmla="*/ 477006 w 734307"/>
                  <a:gd name="connsiteY96" fmla="*/ 79935 h 788699"/>
                  <a:gd name="connsiteX97" fmla="*/ 523240 w 734307"/>
                  <a:gd name="connsiteY97" fmla="*/ 58178 h 788699"/>
                  <a:gd name="connsiteX98" fmla="*/ 544997 w 734307"/>
                  <a:gd name="connsiteY98" fmla="*/ 63617 h 788699"/>
                  <a:gd name="connsiteX99" fmla="*/ 612988 w 734307"/>
                  <a:gd name="connsiteY99" fmla="*/ 63617 h 788699"/>
                  <a:gd name="connsiteX100" fmla="*/ 651064 w 734307"/>
                  <a:gd name="connsiteY100" fmla="*/ 79935 h 788699"/>
                  <a:gd name="connsiteX101" fmla="*/ 645624 w 734307"/>
                  <a:gd name="connsiteY101" fmla="*/ 96253 h 788699"/>
                  <a:gd name="connsiteX102" fmla="*/ 629307 w 734307"/>
                  <a:gd name="connsiteY102" fmla="*/ 104412 h 788699"/>
                  <a:gd name="connsiteX103" fmla="*/ 607549 w 734307"/>
                  <a:gd name="connsiteY103" fmla="*/ 107132 h 788699"/>
                  <a:gd name="connsiteX104" fmla="*/ 580353 w 734307"/>
                  <a:gd name="connsiteY104" fmla="*/ 107132 h 788699"/>
                  <a:gd name="connsiteX105" fmla="*/ 583072 w 734307"/>
                  <a:gd name="connsiteY105" fmla="*/ 115291 h 788699"/>
                  <a:gd name="connsiteX106" fmla="*/ 588512 w 734307"/>
                  <a:gd name="connsiteY106" fmla="*/ 156086 h 788699"/>
                  <a:gd name="connsiteX107" fmla="*/ 593951 w 734307"/>
                  <a:gd name="connsiteY107" fmla="*/ 196881 h 788699"/>
                  <a:gd name="connsiteX108" fmla="*/ 599390 w 734307"/>
                  <a:gd name="connsiteY108" fmla="*/ 226797 h 788699"/>
                  <a:gd name="connsiteX109" fmla="*/ 599390 w 734307"/>
                  <a:gd name="connsiteY109" fmla="*/ 232236 h 788699"/>
                  <a:gd name="connsiteX110" fmla="*/ 599390 w 734307"/>
                  <a:gd name="connsiteY110" fmla="*/ 240395 h 788699"/>
                  <a:gd name="connsiteX111" fmla="*/ 602110 w 734307"/>
                  <a:gd name="connsiteY111" fmla="*/ 270311 h 788699"/>
                  <a:gd name="connsiteX112" fmla="*/ 607549 w 734307"/>
                  <a:gd name="connsiteY112" fmla="*/ 308386 h 788699"/>
                  <a:gd name="connsiteX113" fmla="*/ 607549 w 734307"/>
                  <a:gd name="connsiteY113" fmla="*/ 319265 h 788699"/>
                  <a:gd name="connsiteX114" fmla="*/ 612988 w 734307"/>
                  <a:gd name="connsiteY114" fmla="*/ 335583 h 788699"/>
                  <a:gd name="connsiteX115" fmla="*/ 612988 w 734307"/>
                  <a:gd name="connsiteY115" fmla="*/ 346462 h 788699"/>
                  <a:gd name="connsiteX116" fmla="*/ 612988 w 734307"/>
                  <a:gd name="connsiteY116" fmla="*/ 370939 h 788699"/>
                  <a:gd name="connsiteX117" fmla="*/ 612988 w 734307"/>
                  <a:gd name="connsiteY117" fmla="*/ 395415 h 788699"/>
                  <a:gd name="connsiteX118" fmla="*/ 615708 w 734307"/>
                  <a:gd name="connsiteY118" fmla="*/ 422612 h 788699"/>
                  <a:gd name="connsiteX119" fmla="*/ 618428 w 734307"/>
                  <a:gd name="connsiteY119" fmla="*/ 441650 h 788699"/>
                  <a:gd name="connsiteX120" fmla="*/ 618428 w 734307"/>
                  <a:gd name="connsiteY120" fmla="*/ 455248 h 788699"/>
                  <a:gd name="connsiteX121" fmla="*/ 621147 w 734307"/>
                  <a:gd name="connsiteY121" fmla="*/ 463407 h 788699"/>
                  <a:gd name="connsiteX122" fmla="*/ 626587 w 734307"/>
                  <a:gd name="connsiteY122" fmla="*/ 482444 h 788699"/>
                  <a:gd name="connsiteX123" fmla="*/ 629307 w 734307"/>
                  <a:gd name="connsiteY123" fmla="*/ 517800 h 788699"/>
                  <a:gd name="connsiteX124" fmla="*/ 634746 w 734307"/>
                  <a:gd name="connsiteY124" fmla="*/ 561314 h 788699"/>
                  <a:gd name="connsiteX125" fmla="*/ 634746 w 734307"/>
                  <a:gd name="connsiteY125" fmla="*/ 566754 h 788699"/>
                  <a:gd name="connsiteX126" fmla="*/ 634746 w 734307"/>
                  <a:gd name="connsiteY126" fmla="*/ 583072 h 788699"/>
                  <a:gd name="connsiteX127" fmla="*/ 637466 w 734307"/>
                  <a:gd name="connsiteY127" fmla="*/ 607548 h 788699"/>
                  <a:gd name="connsiteX128" fmla="*/ 640185 w 734307"/>
                  <a:gd name="connsiteY128" fmla="*/ 618427 h 788699"/>
                  <a:gd name="connsiteX129" fmla="*/ 640185 w 734307"/>
                  <a:gd name="connsiteY129" fmla="*/ 632025 h 788699"/>
                  <a:gd name="connsiteX130" fmla="*/ 640185 w 734307"/>
                  <a:gd name="connsiteY130" fmla="*/ 640184 h 788699"/>
                  <a:gd name="connsiteX131" fmla="*/ 642905 w 734307"/>
                  <a:gd name="connsiteY131" fmla="*/ 659222 h 788699"/>
                  <a:gd name="connsiteX132" fmla="*/ 642905 w 734307"/>
                  <a:gd name="connsiteY132" fmla="*/ 664661 h 788699"/>
                  <a:gd name="connsiteX133" fmla="*/ 653783 w 734307"/>
                  <a:gd name="connsiteY133" fmla="*/ 678259 h 788699"/>
                  <a:gd name="connsiteX134" fmla="*/ 653783 w 734307"/>
                  <a:gd name="connsiteY134" fmla="*/ 678259 h 788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</a:cxnLst>
                <a:rect l="l" t="t" r="r" b="b"/>
                <a:pathLst>
                  <a:path w="734307" h="788699">
                    <a:moveTo>
                      <a:pt x="653783" y="678259"/>
                    </a:moveTo>
                    <a:cubicBezTo>
                      <a:pt x="667382" y="678259"/>
                      <a:pt x="691859" y="678259"/>
                      <a:pt x="691859" y="694577"/>
                    </a:cubicBezTo>
                    <a:cubicBezTo>
                      <a:pt x="691859" y="702736"/>
                      <a:pt x="689139" y="705456"/>
                      <a:pt x="686419" y="710895"/>
                    </a:cubicBezTo>
                    <a:cubicBezTo>
                      <a:pt x="683700" y="716335"/>
                      <a:pt x="675541" y="719054"/>
                      <a:pt x="670101" y="719054"/>
                    </a:cubicBezTo>
                    <a:cubicBezTo>
                      <a:pt x="661942" y="721774"/>
                      <a:pt x="653783" y="721774"/>
                      <a:pt x="648344" y="721774"/>
                    </a:cubicBezTo>
                    <a:cubicBezTo>
                      <a:pt x="645624" y="721774"/>
                      <a:pt x="634746" y="721774"/>
                      <a:pt x="618428" y="721774"/>
                    </a:cubicBezTo>
                    <a:cubicBezTo>
                      <a:pt x="604829" y="729933"/>
                      <a:pt x="588512" y="735372"/>
                      <a:pt x="572194" y="735372"/>
                    </a:cubicBezTo>
                    <a:cubicBezTo>
                      <a:pt x="564035" y="735372"/>
                      <a:pt x="553156" y="732653"/>
                      <a:pt x="544997" y="729933"/>
                    </a:cubicBezTo>
                    <a:cubicBezTo>
                      <a:pt x="539558" y="727213"/>
                      <a:pt x="536838" y="724494"/>
                      <a:pt x="534119" y="721774"/>
                    </a:cubicBezTo>
                    <a:cubicBezTo>
                      <a:pt x="520520" y="721774"/>
                      <a:pt x="509641" y="721774"/>
                      <a:pt x="496043" y="721774"/>
                    </a:cubicBezTo>
                    <a:cubicBezTo>
                      <a:pt x="487884" y="721774"/>
                      <a:pt x="479725" y="721774"/>
                      <a:pt x="471566" y="721774"/>
                    </a:cubicBezTo>
                    <a:cubicBezTo>
                      <a:pt x="463407" y="721774"/>
                      <a:pt x="452529" y="721774"/>
                      <a:pt x="444370" y="716335"/>
                    </a:cubicBezTo>
                    <a:cubicBezTo>
                      <a:pt x="436211" y="713615"/>
                      <a:pt x="428052" y="705456"/>
                      <a:pt x="428052" y="700017"/>
                    </a:cubicBezTo>
                    <a:cubicBezTo>
                      <a:pt x="428052" y="697297"/>
                      <a:pt x="428052" y="694577"/>
                      <a:pt x="433491" y="691858"/>
                    </a:cubicBezTo>
                    <a:cubicBezTo>
                      <a:pt x="438930" y="689138"/>
                      <a:pt x="449809" y="686418"/>
                      <a:pt x="455248" y="683699"/>
                    </a:cubicBezTo>
                    <a:cubicBezTo>
                      <a:pt x="474286" y="680979"/>
                      <a:pt x="498763" y="678259"/>
                      <a:pt x="506922" y="678259"/>
                    </a:cubicBezTo>
                    <a:cubicBezTo>
                      <a:pt x="506922" y="678259"/>
                      <a:pt x="509641" y="678259"/>
                      <a:pt x="509641" y="678259"/>
                    </a:cubicBezTo>
                    <a:cubicBezTo>
                      <a:pt x="509641" y="672820"/>
                      <a:pt x="506922" y="670101"/>
                      <a:pt x="506922" y="664661"/>
                    </a:cubicBezTo>
                    <a:cubicBezTo>
                      <a:pt x="501483" y="640184"/>
                      <a:pt x="501483" y="612988"/>
                      <a:pt x="498763" y="580352"/>
                    </a:cubicBezTo>
                    <a:cubicBezTo>
                      <a:pt x="496043" y="547716"/>
                      <a:pt x="498763" y="512361"/>
                      <a:pt x="496043" y="479725"/>
                    </a:cubicBezTo>
                    <a:cubicBezTo>
                      <a:pt x="493324" y="449808"/>
                      <a:pt x="493324" y="419892"/>
                      <a:pt x="493324" y="389976"/>
                    </a:cubicBezTo>
                    <a:cubicBezTo>
                      <a:pt x="493324" y="360060"/>
                      <a:pt x="490604" y="332863"/>
                      <a:pt x="490604" y="302947"/>
                    </a:cubicBezTo>
                    <a:cubicBezTo>
                      <a:pt x="487884" y="275751"/>
                      <a:pt x="487884" y="240395"/>
                      <a:pt x="487884" y="229516"/>
                    </a:cubicBezTo>
                    <a:cubicBezTo>
                      <a:pt x="487884" y="224077"/>
                      <a:pt x="487884" y="221357"/>
                      <a:pt x="485165" y="221357"/>
                    </a:cubicBezTo>
                    <a:cubicBezTo>
                      <a:pt x="485165" y="221357"/>
                      <a:pt x="482445" y="224077"/>
                      <a:pt x="482445" y="226797"/>
                    </a:cubicBezTo>
                    <a:cubicBezTo>
                      <a:pt x="479725" y="237675"/>
                      <a:pt x="479725" y="251274"/>
                      <a:pt x="477006" y="262152"/>
                    </a:cubicBezTo>
                    <a:cubicBezTo>
                      <a:pt x="471566" y="289349"/>
                      <a:pt x="466127" y="316545"/>
                      <a:pt x="460688" y="341022"/>
                    </a:cubicBezTo>
                    <a:cubicBezTo>
                      <a:pt x="455248" y="365499"/>
                      <a:pt x="447090" y="392696"/>
                      <a:pt x="444370" y="417173"/>
                    </a:cubicBezTo>
                    <a:cubicBezTo>
                      <a:pt x="441650" y="430771"/>
                      <a:pt x="438930" y="441650"/>
                      <a:pt x="436211" y="455248"/>
                    </a:cubicBezTo>
                    <a:cubicBezTo>
                      <a:pt x="433491" y="468846"/>
                      <a:pt x="428052" y="479725"/>
                      <a:pt x="425332" y="493323"/>
                    </a:cubicBezTo>
                    <a:cubicBezTo>
                      <a:pt x="422612" y="506921"/>
                      <a:pt x="419893" y="520520"/>
                      <a:pt x="411734" y="531398"/>
                    </a:cubicBezTo>
                    <a:cubicBezTo>
                      <a:pt x="406295" y="539557"/>
                      <a:pt x="395416" y="547716"/>
                      <a:pt x="376378" y="547716"/>
                    </a:cubicBezTo>
                    <a:cubicBezTo>
                      <a:pt x="357341" y="547716"/>
                      <a:pt x="335583" y="539557"/>
                      <a:pt x="319265" y="525959"/>
                    </a:cubicBezTo>
                    <a:cubicBezTo>
                      <a:pt x="300228" y="506921"/>
                      <a:pt x="294788" y="479725"/>
                      <a:pt x="289349" y="455248"/>
                    </a:cubicBezTo>
                    <a:cubicBezTo>
                      <a:pt x="283910" y="428051"/>
                      <a:pt x="278470" y="400855"/>
                      <a:pt x="273031" y="373658"/>
                    </a:cubicBezTo>
                    <a:cubicBezTo>
                      <a:pt x="273031" y="368219"/>
                      <a:pt x="267592" y="346462"/>
                      <a:pt x="262153" y="316545"/>
                    </a:cubicBezTo>
                    <a:cubicBezTo>
                      <a:pt x="256713" y="292068"/>
                      <a:pt x="251274" y="262152"/>
                      <a:pt x="245835" y="237675"/>
                    </a:cubicBezTo>
                    <a:cubicBezTo>
                      <a:pt x="240395" y="218638"/>
                      <a:pt x="237675" y="205039"/>
                      <a:pt x="234956" y="196881"/>
                    </a:cubicBezTo>
                    <a:cubicBezTo>
                      <a:pt x="232236" y="191441"/>
                      <a:pt x="232236" y="191441"/>
                      <a:pt x="232236" y="191441"/>
                    </a:cubicBezTo>
                    <a:cubicBezTo>
                      <a:pt x="229517" y="191441"/>
                      <a:pt x="229517" y="196881"/>
                      <a:pt x="226797" y="207759"/>
                    </a:cubicBezTo>
                    <a:cubicBezTo>
                      <a:pt x="226797" y="215918"/>
                      <a:pt x="226797" y="229516"/>
                      <a:pt x="226797" y="232236"/>
                    </a:cubicBezTo>
                    <a:cubicBezTo>
                      <a:pt x="226797" y="243115"/>
                      <a:pt x="224077" y="256713"/>
                      <a:pt x="224077" y="267592"/>
                    </a:cubicBezTo>
                    <a:cubicBezTo>
                      <a:pt x="224077" y="278470"/>
                      <a:pt x="224077" y="294788"/>
                      <a:pt x="221358" y="311106"/>
                    </a:cubicBezTo>
                    <a:cubicBezTo>
                      <a:pt x="221358" y="327424"/>
                      <a:pt x="218638" y="343742"/>
                      <a:pt x="218638" y="360060"/>
                    </a:cubicBezTo>
                    <a:cubicBezTo>
                      <a:pt x="218638" y="373658"/>
                      <a:pt x="215919" y="384537"/>
                      <a:pt x="215919" y="398135"/>
                    </a:cubicBezTo>
                    <a:cubicBezTo>
                      <a:pt x="215919" y="409014"/>
                      <a:pt x="213199" y="419892"/>
                      <a:pt x="213199" y="430771"/>
                    </a:cubicBezTo>
                    <a:cubicBezTo>
                      <a:pt x="213199" y="438930"/>
                      <a:pt x="213199" y="447089"/>
                      <a:pt x="213199" y="455248"/>
                    </a:cubicBezTo>
                    <a:cubicBezTo>
                      <a:pt x="213199" y="463407"/>
                      <a:pt x="213199" y="471566"/>
                      <a:pt x="213199" y="477005"/>
                    </a:cubicBezTo>
                    <a:cubicBezTo>
                      <a:pt x="210479" y="490603"/>
                      <a:pt x="207759" y="506921"/>
                      <a:pt x="207759" y="520520"/>
                    </a:cubicBezTo>
                    <a:cubicBezTo>
                      <a:pt x="202320" y="550436"/>
                      <a:pt x="199600" y="580352"/>
                      <a:pt x="196881" y="610268"/>
                    </a:cubicBezTo>
                    <a:cubicBezTo>
                      <a:pt x="196881" y="623866"/>
                      <a:pt x="196881" y="640184"/>
                      <a:pt x="194161" y="653783"/>
                    </a:cubicBezTo>
                    <a:cubicBezTo>
                      <a:pt x="194161" y="659222"/>
                      <a:pt x="194161" y="661942"/>
                      <a:pt x="191441" y="667381"/>
                    </a:cubicBezTo>
                    <a:cubicBezTo>
                      <a:pt x="213199" y="667381"/>
                      <a:pt x="232236" y="667381"/>
                      <a:pt x="243115" y="667381"/>
                    </a:cubicBezTo>
                    <a:cubicBezTo>
                      <a:pt x="253994" y="667381"/>
                      <a:pt x="273031" y="670101"/>
                      <a:pt x="273031" y="683699"/>
                    </a:cubicBezTo>
                    <a:cubicBezTo>
                      <a:pt x="273031" y="691858"/>
                      <a:pt x="267592" y="691858"/>
                      <a:pt x="262153" y="697297"/>
                    </a:cubicBezTo>
                    <a:cubicBezTo>
                      <a:pt x="259433" y="702736"/>
                      <a:pt x="253994" y="705456"/>
                      <a:pt x="248554" y="705456"/>
                    </a:cubicBezTo>
                    <a:cubicBezTo>
                      <a:pt x="240395" y="708176"/>
                      <a:pt x="234956" y="708176"/>
                      <a:pt x="232236" y="708176"/>
                    </a:cubicBezTo>
                    <a:cubicBezTo>
                      <a:pt x="226797" y="708176"/>
                      <a:pt x="175124" y="708176"/>
                      <a:pt x="166965" y="708176"/>
                    </a:cubicBezTo>
                    <a:cubicBezTo>
                      <a:pt x="156086" y="708176"/>
                      <a:pt x="120730" y="708176"/>
                      <a:pt x="109852" y="708176"/>
                    </a:cubicBezTo>
                    <a:cubicBezTo>
                      <a:pt x="104412" y="708176"/>
                      <a:pt x="96253" y="708176"/>
                      <a:pt x="90814" y="708176"/>
                    </a:cubicBezTo>
                    <a:cubicBezTo>
                      <a:pt x="85375" y="708176"/>
                      <a:pt x="77216" y="705456"/>
                      <a:pt x="69057" y="702736"/>
                    </a:cubicBezTo>
                    <a:cubicBezTo>
                      <a:pt x="63617" y="700017"/>
                      <a:pt x="58178" y="691858"/>
                      <a:pt x="58178" y="686418"/>
                    </a:cubicBezTo>
                    <a:cubicBezTo>
                      <a:pt x="58178" y="683699"/>
                      <a:pt x="58178" y="680979"/>
                      <a:pt x="60898" y="678259"/>
                    </a:cubicBezTo>
                    <a:cubicBezTo>
                      <a:pt x="63617" y="675540"/>
                      <a:pt x="71777" y="672820"/>
                      <a:pt x="77216" y="670101"/>
                    </a:cubicBezTo>
                    <a:cubicBezTo>
                      <a:pt x="90814" y="667381"/>
                      <a:pt x="120730" y="664661"/>
                      <a:pt x="126170" y="664661"/>
                    </a:cubicBezTo>
                    <a:cubicBezTo>
                      <a:pt x="128889" y="664661"/>
                      <a:pt x="134329" y="664661"/>
                      <a:pt x="142487" y="664661"/>
                    </a:cubicBezTo>
                    <a:cubicBezTo>
                      <a:pt x="142487" y="640184"/>
                      <a:pt x="147927" y="612988"/>
                      <a:pt x="147927" y="588511"/>
                    </a:cubicBezTo>
                    <a:cubicBezTo>
                      <a:pt x="150646" y="555875"/>
                      <a:pt x="153366" y="523239"/>
                      <a:pt x="153366" y="493323"/>
                    </a:cubicBezTo>
                    <a:cubicBezTo>
                      <a:pt x="153366" y="466126"/>
                      <a:pt x="156086" y="438930"/>
                      <a:pt x="156086" y="411733"/>
                    </a:cubicBezTo>
                    <a:cubicBezTo>
                      <a:pt x="158806" y="373658"/>
                      <a:pt x="158806" y="335583"/>
                      <a:pt x="161525" y="297508"/>
                    </a:cubicBezTo>
                    <a:cubicBezTo>
                      <a:pt x="161525" y="278470"/>
                      <a:pt x="164245" y="259433"/>
                      <a:pt x="166965" y="240395"/>
                    </a:cubicBezTo>
                    <a:cubicBezTo>
                      <a:pt x="169684" y="210479"/>
                      <a:pt x="172404" y="191441"/>
                      <a:pt x="177843" y="161525"/>
                    </a:cubicBezTo>
                    <a:cubicBezTo>
                      <a:pt x="180563" y="147927"/>
                      <a:pt x="180563" y="131609"/>
                      <a:pt x="183282" y="118011"/>
                    </a:cubicBezTo>
                    <a:cubicBezTo>
                      <a:pt x="183282" y="118011"/>
                      <a:pt x="183282" y="115291"/>
                      <a:pt x="183282" y="115291"/>
                    </a:cubicBezTo>
                    <a:cubicBezTo>
                      <a:pt x="177843" y="115291"/>
                      <a:pt x="172404" y="115291"/>
                      <a:pt x="161525" y="115291"/>
                    </a:cubicBezTo>
                    <a:cubicBezTo>
                      <a:pt x="153366" y="115291"/>
                      <a:pt x="145207" y="115291"/>
                      <a:pt x="137048" y="115291"/>
                    </a:cubicBezTo>
                    <a:cubicBezTo>
                      <a:pt x="128889" y="115291"/>
                      <a:pt x="118011" y="115291"/>
                      <a:pt x="109852" y="109851"/>
                    </a:cubicBezTo>
                    <a:cubicBezTo>
                      <a:pt x="101693" y="107132"/>
                      <a:pt x="93534" y="98973"/>
                      <a:pt x="93534" y="93534"/>
                    </a:cubicBezTo>
                    <a:cubicBezTo>
                      <a:pt x="93534" y="90814"/>
                      <a:pt x="93534" y="88094"/>
                      <a:pt x="98973" y="85375"/>
                    </a:cubicBezTo>
                    <a:cubicBezTo>
                      <a:pt x="104412" y="82655"/>
                      <a:pt x="115291" y="79935"/>
                      <a:pt x="120730" y="77216"/>
                    </a:cubicBezTo>
                    <a:cubicBezTo>
                      <a:pt x="139768" y="74496"/>
                      <a:pt x="164245" y="71776"/>
                      <a:pt x="172404" y="71776"/>
                    </a:cubicBezTo>
                    <a:cubicBezTo>
                      <a:pt x="194161" y="71776"/>
                      <a:pt x="210479" y="69057"/>
                      <a:pt x="234956" y="69057"/>
                    </a:cubicBezTo>
                    <a:cubicBezTo>
                      <a:pt x="237675" y="69057"/>
                      <a:pt x="240395" y="69057"/>
                      <a:pt x="243115" y="69057"/>
                    </a:cubicBezTo>
                    <a:cubicBezTo>
                      <a:pt x="251274" y="69057"/>
                      <a:pt x="262153" y="69057"/>
                      <a:pt x="270312" y="74496"/>
                    </a:cubicBezTo>
                    <a:cubicBezTo>
                      <a:pt x="283910" y="82655"/>
                      <a:pt x="300228" y="96253"/>
                      <a:pt x="308387" y="123450"/>
                    </a:cubicBezTo>
                    <a:cubicBezTo>
                      <a:pt x="316546" y="147927"/>
                      <a:pt x="327424" y="175123"/>
                      <a:pt x="332864" y="202320"/>
                    </a:cubicBezTo>
                    <a:cubicBezTo>
                      <a:pt x="335583" y="213198"/>
                      <a:pt x="335583" y="226797"/>
                      <a:pt x="338303" y="237675"/>
                    </a:cubicBezTo>
                    <a:cubicBezTo>
                      <a:pt x="343742" y="251274"/>
                      <a:pt x="346462" y="264872"/>
                      <a:pt x="349182" y="281190"/>
                    </a:cubicBezTo>
                    <a:cubicBezTo>
                      <a:pt x="351901" y="292068"/>
                      <a:pt x="351901" y="305667"/>
                      <a:pt x="357341" y="316545"/>
                    </a:cubicBezTo>
                    <a:cubicBezTo>
                      <a:pt x="362780" y="327424"/>
                      <a:pt x="362780" y="338303"/>
                      <a:pt x="365500" y="351901"/>
                    </a:cubicBezTo>
                    <a:cubicBezTo>
                      <a:pt x="365500" y="357340"/>
                      <a:pt x="373658" y="373658"/>
                      <a:pt x="376378" y="389976"/>
                    </a:cubicBezTo>
                    <a:cubicBezTo>
                      <a:pt x="381817" y="403574"/>
                      <a:pt x="384537" y="414453"/>
                      <a:pt x="387257" y="414453"/>
                    </a:cubicBezTo>
                    <a:cubicBezTo>
                      <a:pt x="392696" y="414453"/>
                      <a:pt x="395416" y="381817"/>
                      <a:pt x="398136" y="376378"/>
                    </a:cubicBezTo>
                    <a:cubicBezTo>
                      <a:pt x="400855" y="362779"/>
                      <a:pt x="403575" y="346462"/>
                      <a:pt x="406295" y="332863"/>
                    </a:cubicBezTo>
                    <a:cubicBezTo>
                      <a:pt x="411734" y="302947"/>
                      <a:pt x="417173" y="273031"/>
                      <a:pt x="425332" y="243115"/>
                    </a:cubicBezTo>
                    <a:cubicBezTo>
                      <a:pt x="430771" y="213198"/>
                      <a:pt x="436211" y="180563"/>
                      <a:pt x="444370" y="150646"/>
                    </a:cubicBezTo>
                    <a:cubicBezTo>
                      <a:pt x="449809" y="126170"/>
                      <a:pt x="460688" y="98973"/>
                      <a:pt x="477006" y="79935"/>
                    </a:cubicBezTo>
                    <a:cubicBezTo>
                      <a:pt x="487884" y="66337"/>
                      <a:pt x="506922" y="58178"/>
                      <a:pt x="523240" y="58178"/>
                    </a:cubicBezTo>
                    <a:cubicBezTo>
                      <a:pt x="528679" y="58178"/>
                      <a:pt x="539558" y="58178"/>
                      <a:pt x="544997" y="63617"/>
                    </a:cubicBezTo>
                    <a:lnTo>
                      <a:pt x="612988" y="63617"/>
                    </a:lnTo>
                    <a:cubicBezTo>
                      <a:pt x="626587" y="63617"/>
                      <a:pt x="651064" y="63617"/>
                      <a:pt x="651064" y="79935"/>
                    </a:cubicBezTo>
                    <a:cubicBezTo>
                      <a:pt x="651064" y="88094"/>
                      <a:pt x="648344" y="88094"/>
                      <a:pt x="645624" y="96253"/>
                    </a:cubicBezTo>
                    <a:cubicBezTo>
                      <a:pt x="640185" y="101693"/>
                      <a:pt x="634746" y="104412"/>
                      <a:pt x="629307" y="104412"/>
                    </a:cubicBezTo>
                    <a:cubicBezTo>
                      <a:pt x="621147" y="107132"/>
                      <a:pt x="612988" y="107132"/>
                      <a:pt x="607549" y="107132"/>
                    </a:cubicBezTo>
                    <a:cubicBezTo>
                      <a:pt x="604829" y="107132"/>
                      <a:pt x="591231" y="107132"/>
                      <a:pt x="580353" y="107132"/>
                    </a:cubicBezTo>
                    <a:cubicBezTo>
                      <a:pt x="580353" y="109851"/>
                      <a:pt x="583072" y="112571"/>
                      <a:pt x="583072" y="115291"/>
                    </a:cubicBezTo>
                    <a:cubicBezTo>
                      <a:pt x="585792" y="128889"/>
                      <a:pt x="585792" y="142487"/>
                      <a:pt x="588512" y="156086"/>
                    </a:cubicBezTo>
                    <a:cubicBezTo>
                      <a:pt x="591231" y="169684"/>
                      <a:pt x="591231" y="183282"/>
                      <a:pt x="593951" y="196881"/>
                    </a:cubicBezTo>
                    <a:cubicBezTo>
                      <a:pt x="593951" y="207759"/>
                      <a:pt x="599390" y="215918"/>
                      <a:pt x="599390" y="226797"/>
                    </a:cubicBezTo>
                    <a:cubicBezTo>
                      <a:pt x="599390" y="229516"/>
                      <a:pt x="599390" y="229516"/>
                      <a:pt x="599390" y="232236"/>
                    </a:cubicBezTo>
                    <a:cubicBezTo>
                      <a:pt x="599390" y="234956"/>
                      <a:pt x="599390" y="237675"/>
                      <a:pt x="599390" y="240395"/>
                    </a:cubicBezTo>
                    <a:cubicBezTo>
                      <a:pt x="599390" y="251274"/>
                      <a:pt x="599390" y="259433"/>
                      <a:pt x="602110" y="270311"/>
                    </a:cubicBezTo>
                    <a:cubicBezTo>
                      <a:pt x="604829" y="283909"/>
                      <a:pt x="607549" y="294788"/>
                      <a:pt x="607549" y="308386"/>
                    </a:cubicBezTo>
                    <a:cubicBezTo>
                      <a:pt x="607549" y="311106"/>
                      <a:pt x="607549" y="316545"/>
                      <a:pt x="607549" y="319265"/>
                    </a:cubicBezTo>
                    <a:cubicBezTo>
                      <a:pt x="607549" y="324704"/>
                      <a:pt x="610269" y="330144"/>
                      <a:pt x="612988" y="335583"/>
                    </a:cubicBezTo>
                    <a:cubicBezTo>
                      <a:pt x="612988" y="338303"/>
                      <a:pt x="612988" y="343742"/>
                      <a:pt x="612988" y="346462"/>
                    </a:cubicBezTo>
                    <a:cubicBezTo>
                      <a:pt x="612988" y="354620"/>
                      <a:pt x="612988" y="362779"/>
                      <a:pt x="612988" y="370939"/>
                    </a:cubicBezTo>
                    <a:cubicBezTo>
                      <a:pt x="612988" y="379097"/>
                      <a:pt x="612988" y="387256"/>
                      <a:pt x="612988" y="395415"/>
                    </a:cubicBezTo>
                    <a:cubicBezTo>
                      <a:pt x="612988" y="403574"/>
                      <a:pt x="615708" y="414453"/>
                      <a:pt x="615708" y="422612"/>
                    </a:cubicBezTo>
                    <a:cubicBezTo>
                      <a:pt x="618428" y="430771"/>
                      <a:pt x="618428" y="436210"/>
                      <a:pt x="618428" y="441650"/>
                    </a:cubicBezTo>
                    <a:cubicBezTo>
                      <a:pt x="618428" y="444369"/>
                      <a:pt x="618428" y="449808"/>
                      <a:pt x="618428" y="455248"/>
                    </a:cubicBezTo>
                    <a:cubicBezTo>
                      <a:pt x="618428" y="460687"/>
                      <a:pt x="618428" y="460687"/>
                      <a:pt x="621147" y="463407"/>
                    </a:cubicBezTo>
                    <a:cubicBezTo>
                      <a:pt x="623867" y="471566"/>
                      <a:pt x="623867" y="477005"/>
                      <a:pt x="626587" y="482444"/>
                    </a:cubicBezTo>
                    <a:cubicBezTo>
                      <a:pt x="629307" y="493323"/>
                      <a:pt x="629307" y="506921"/>
                      <a:pt x="629307" y="517800"/>
                    </a:cubicBezTo>
                    <a:cubicBezTo>
                      <a:pt x="632026" y="534118"/>
                      <a:pt x="632026" y="547716"/>
                      <a:pt x="634746" y="561314"/>
                    </a:cubicBezTo>
                    <a:cubicBezTo>
                      <a:pt x="634746" y="564034"/>
                      <a:pt x="634746" y="564034"/>
                      <a:pt x="634746" y="566754"/>
                    </a:cubicBezTo>
                    <a:cubicBezTo>
                      <a:pt x="634746" y="572193"/>
                      <a:pt x="634746" y="577632"/>
                      <a:pt x="634746" y="583072"/>
                    </a:cubicBezTo>
                    <a:cubicBezTo>
                      <a:pt x="634746" y="596670"/>
                      <a:pt x="637466" y="602109"/>
                      <a:pt x="637466" y="607548"/>
                    </a:cubicBezTo>
                    <a:cubicBezTo>
                      <a:pt x="637466" y="610268"/>
                      <a:pt x="640185" y="615708"/>
                      <a:pt x="640185" y="618427"/>
                    </a:cubicBezTo>
                    <a:cubicBezTo>
                      <a:pt x="640185" y="623866"/>
                      <a:pt x="640185" y="629306"/>
                      <a:pt x="640185" y="632025"/>
                    </a:cubicBezTo>
                    <a:cubicBezTo>
                      <a:pt x="640185" y="634745"/>
                      <a:pt x="640185" y="637465"/>
                      <a:pt x="640185" y="640184"/>
                    </a:cubicBezTo>
                    <a:cubicBezTo>
                      <a:pt x="640185" y="645624"/>
                      <a:pt x="642905" y="653783"/>
                      <a:pt x="642905" y="659222"/>
                    </a:cubicBezTo>
                    <a:cubicBezTo>
                      <a:pt x="642905" y="661942"/>
                      <a:pt x="642905" y="661942"/>
                      <a:pt x="642905" y="664661"/>
                    </a:cubicBezTo>
                    <a:cubicBezTo>
                      <a:pt x="645624" y="678259"/>
                      <a:pt x="651064" y="678259"/>
                      <a:pt x="653783" y="678259"/>
                    </a:cubicBezTo>
                    <a:lnTo>
                      <a:pt x="653783" y="678259"/>
                    </a:lnTo>
                    <a:close/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2" name="Freeform: Shape 45">
                <a:extLst>
                  <a:ext uri="{FF2B5EF4-FFF2-40B4-BE49-F238E27FC236}">
                    <a16:creationId xmlns:a16="http://schemas.microsoft.com/office/drawing/2014/main" id="{680A11E8-42C0-AC46-8BDC-938DB604E287}"/>
                  </a:ext>
                </a:extLst>
              </p:cNvPr>
              <p:cNvSpPr/>
              <p:nvPr/>
            </p:nvSpPr>
            <p:spPr>
              <a:xfrm>
                <a:off x="6362526" y="4242177"/>
                <a:ext cx="492259" cy="674476"/>
              </a:xfrm>
              <a:custGeom>
                <a:avLst/>
                <a:gdLst>
                  <a:gd name="connsiteX0" fmla="*/ 225733 w 492259"/>
                  <a:gd name="connsiteY0" fmla="*/ 97907 h 674476"/>
                  <a:gd name="connsiteX1" fmla="*/ 209415 w 492259"/>
                  <a:gd name="connsiteY1" fmla="*/ 119665 h 674476"/>
                  <a:gd name="connsiteX2" fmla="*/ 201256 w 492259"/>
                  <a:gd name="connsiteY2" fmla="*/ 152300 h 674476"/>
                  <a:gd name="connsiteX3" fmla="*/ 198536 w 492259"/>
                  <a:gd name="connsiteY3" fmla="*/ 168618 h 674476"/>
                  <a:gd name="connsiteX4" fmla="*/ 195817 w 492259"/>
                  <a:gd name="connsiteY4" fmla="*/ 184936 h 674476"/>
                  <a:gd name="connsiteX5" fmla="*/ 187658 w 492259"/>
                  <a:gd name="connsiteY5" fmla="*/ 220292 h 674476"/>
                  <a:gd name="connsiteX6" fmla="*/ 168620 w 492259"/>
                  <a:gd name="connsiteY6" fmla="*/ 291003 h 674476"/>
                  <a:gd name="connsiteX7" fmla="*/ 160461 w 492259"/>
                  <a:gd name="connsiteY7" fmla="*/ 323639 h 674476"/>
                  <a:gd name="connsiteX8" fmla="*/ 149582 w 492259"/>
                  <a:gd name="connsiteY8" fmla="*/ 361714 h 674476"/>
                  <a:gd name="connsiteX9" fmla="*/ 144143 w 492259"/>
                  <a:gd name="connsiteY9" fmla="*/ 388910 h 674476"/>
                  <a:gd name="connsiteX10" fmla="*/ 149582 w 492259"/>
                  <a:gd name="connsiteY10" fmla="*/ 391630 h 674476"/>
                  <a:gd name="connsiteX11" fmla="*/ 171340 w 492259"/>
                  <a:gd name="connsiteY11" fmla="*/ 391630 h 674476"/>
                  <a:gd name="connsiteX12" fmla="*/ 193097 w 492259"/>
                  <a:gd name="connsiteY12" fmla="*/ 388910 h 674476"/>
                  <a:gd name="connsiteX13" fmla="*/ 212135 w 492259"/>
                  <a:gd name="connsiteY13" fmla="*/ 388910 h 674476"/>
                  <a:gd name="connsiteX14" fmla="*/ 236611 w 492259"/>
                  <a:gd name="connsiteY14" fmla="*/ 388910 h 674476"/>
                  <a:gd name="connsiteX15" fmla="*/ 250210 w 492259"/>
                  <a:gd name="connsiteY15" fmla="*/ 386191 h 674476"/>
                  <a:gd name="connsiteX16" fmla="*/ 258369 w 492259"/>
                  <a:gd name="connsiteY16" fmla="*/ 386191 h 674476"/>
                  <a:gd name="connsiteX17" fmla="*/ 255649 w 492259"/>
                  <a:gd name="connsiteY17" fmla="*/ 367153 h 674476"/>
                  <a:gd name="connsiteX18" fmla="*/ 250210 w 492259"/>
                  <a:gd name="connsiteY18" fmla="*/ 331797 h 674476"/>
                  <a:gd name="connsiteX19" fmla="*/ 247490 w 492259"/>
                  <a:gd name="connsiteY19" fmla="*/ 244769 h 674476"/>
                  <a:gd name="connsiteX20" fmla="*/ 242051 w 492259"/>
                  <a:gd name="connsiteY20" fmla="*/ 203974 h 674476"/>
                  <a:gd name="connsiteX21" fmla="*/ 236611 w 492259"/>
                  <a:gd name="connsiteY21" fmla="*/ 157740 h 674476"/>
                  <a:gd name="connsiteX22" fmla="*/ 233892 w 492259"/>
                  <a:gd name="connsiteY22" fmla="*/ 119665 h 674476"/>
                  <a:gd name="connsiteX23" fmla="*/ 225733 w 492259"/>
                  <a:gd name="connsiteY23" fmla="*/ 97907 h 674476"/>
                  <a:gd name="connsiteX24" fmla="*/ 274687 w 492259"/>
                  <a:gd name="connsiteY24" fmla="*/ 0 h 674476"/>
                  <a:gd name="connsiteX25" fmla="*/ 304603 w 492259"/>
                  <a:gd name="connsiteY25" fmla="*/ 5439 h 674476"/>
                  <a:gd name="connsiteX26" fmla="*/ 320921 w 492259"/>
                  <a:gd name="connsiteY26" fmla="*/ 24477 h 674476"/>
                  <a:gd name="connsiteX27" fmla="*/ 334519 w 492259"/>
                  <a:gd name="connsiteY27" fmla="*/ 43515 h 674476"/>
                  <a:gd name="connsiteX28" fmla="*/ 339959 w 492259"/>
                  <a:gd name="connsiteY28" fmla="*/ 65272 h 674476"/>
                  <a:gd name="connsiteX29" fmla="*/ 348118 w 492259"/>
                  <a:gd name="connsiteY29" fmla="*/ 114226 h 674476"/>
                  <a:gd name="connsiteX30" fmla="*/ 361716 w 492259"/>
                  <a:gd name="connsiteY30" fmla="*/ 163180 h 674476"/>
                  <a:gd name="connsiteX31" fmla="*/ 369875 w 492259"/>
                  <a:gd name="connsiteY31" fmla="*/ 220293 h 674476"/>
                  <a:gd name="connsiteX32" fmla="*/ 378034 w 492259"/>
                  <a:gd name="connsiteY32" fmla="*/ 274686 h 674476"/>
                  <a:gd name="connsiteX33" fmla="*/ 383473 w 492259"/>
                  <a:gd name="connsiteY33" fmla="*/ 301883 h 674476"/>
                  <a:gd name="connsiteX34" fmla="*/ 391632 w 492259"/>
                  <a:gd name="connsiteY34" fmla="*/ 337238 h 674476"/>
                  <a:gd name="connsiteX35" fmla="*/ 397071 w 492259"/>
                  <a:gd name="connsiteY35" fmla="*/ 364435 h 674476"/>
                  <a:gd name="connsiteX36" fmla="*/ 405230 w 492259"/>
                  <a:gd name="connsiteY36" fmla="*/ 383473 h 674476"/>
                  <a:gd name="connsiteX37" fmla="*/ 416109 w 492259"/>
                  <a:gd name="connsiteY37" fmla="*/ 386192 h 674476"/>
                  <a:gd name="connsiteX38" fmla="*/ 426988 w 492259"/>
                  <a:gd name="connsiteY38" fmla="*/ 386192 h 674476"/>
                  <a:gd name="connsiteX39" fmla="*/ 454184 w 492259"/>
                  <a:gd name="connsiteY39" fmla="*/ 397071 h 674476"/>
                  <a:gd name="connsiteX40" fmla="*/ 456904 w 492259"/>
                  <a:gd name="connsiteY40" fmla="*/ 405230 h 674476"/>
                  <a:gd name="connsiteX41" fmla="*/ 451464 w 492259"/>
                  <a:gd name="connsiteY41" fmla="*/ 416108 h 674476"/>
                  <a:gd name="connsiteX42" fmla="*/ 432427 w 492259"/>
                  <a:gd name="connsiteY42" fmla="*/ 429707 h 674476"/>
                  <a:gd name="connsiteX43" fmla="*/ 421548 w 492259"/>
                  <a:gd name="connsiteY43" fmla="*/ 432426 h 674476"/>
                  <a:gd name="connsiteX44" fmla="*/ 413389 w 492259"/>
                  <a:gd name="connsiteY44" fmla="*/ 435146 h 674476"/>
                  <a:gd name="connsiteX45" fmla="*/ 413389 w 492259"/>
                  <a:gd name="connsiteY45" fmla="*/ 440585 h 674476"/>
                  <a:gd name="connsiteX46" fmla="*/ 416109 w 492259"/>
                  <a:gd name="connsiteY46" fmla="*/ 451464 h 674476"/>
                  <a:gd name="connsiteX47" fmla="*/ 418829 w 492259"/>
                  <a:gd name="connsiteY47" fmla="*/ 465062 h 674476"/>
                  <a:gd name="connsiteX48" fmla="*/ 418829 w 492259"/>
                  <a:gd name="connsiteY48" fmla="*/ 475941 h 674476"/>
                  <a:gd name="connsiteX49" fmla="*/ 418829 w 492259"/>
                  <a:gd name="connsiteY49" fmla="*/ 486820 h 674476"/>
                  <a:gd name="connsiteX50" fmla="*/ 426988 w 492259"/>
                  <a:gd name="connsiteY50" fmla="*/ 516736 h 674476"/>
                  <a:gd name="connsiteX51" fmla="*/ 432427 w 492259"/>
                  <a:gd name="connsiteY51" fmla="*/ 543932 h 674476"/>
                  <a:gd name="connsiteX52" fmla="*/ 437866 w 492259"/>
                  <a:gd name="connsiteY52" fmla="*/ 573848 h 674476"/>
                  <a:gd name="connsiteX53" fmla="*/ 443306 w 492259"/>
                  <a:gd name="connsiteY53" fmla="*/ 606484 h 674476"/>
                  <a:gd name="connsiteX54" fmla="*/ 446025 w 492259"/>
                  <a:gd name="connsiteY54" fmla="*/ 617363 h 674476"/>
                  <a:gd name="connsiteX55" fmla="*/ 470502 w 492259"/>
                  <a:gd name="connsiteY55" fmla="*/ 617363 h 674476"/>
                  <a:gd name="connsiteX56" fmla="*/ 492259 w 492259"/>
                  <a:gd name="connsiteY56" fmla="*/ 641840 h 674476"/>
                  <a:gd name="connsiteX57" fmla="*/ 484101 w 492259"/>
                  <a:gd name="connsiteY57" fmla="*/ 655438 h 674476"/>
                  <a:gd name="connsiteX58" fmla="*/ 467782 w 492259"/>
                  <a:gd name="connsiteY58" fmla="*/ 663597 h 674476"/>
                  <a:gd name="connsiteX59" fmla="*/ 443306 w 492259"/>
                  <a:gd name="connsiteY59" fmla="*/ 666317 h 674476"/>
                  <a:gd name="connsiteX60" fmla="*/ 421548 w 492259"/>
                  <a:gd name="connsiteY60" fmla="*/ 666317 h 674476"/>
                  <a:gd name="connsiteX61" fmla="*/ 413389 w 492259"/>
                  <a:gd name="connsiteY61" fmla="*/ 666317 h 674476"/>
                  <a:gd name="connsiteX62" fmla="*/ 399791 w 492259"/>
                  <a:gd name="connsiteY62" fmla="*/ 671756 h 674476"/>
                  <a:gd name="connsiteX63" fmla="*/ 383473 w 492259"/>
                  <a:gd name="connsiteY63" fmla="*/ 674476 h 674476"/>
                  <a:gd name="connsiteX64" fmla="*/ 348118 w 492259"/>
                  <a:gd name="connsiteY64" fmla="*/ 669036 h 674476"/>
                  <a:gd name="connsiteX65" fmla="*/ 326360 w 492259"/>
                  <a:gd name="connsiteY65" fmla="*/ 669036 h 674476"/>
                  <a:gd name="connsiteX66" fmla="*/ 277406 w 492259"/>
                  <a:gd name="connsiteY66" fmla="*/ 669036 h 674476"/>
                  <a:gd name="connsiteX67" fmla="*/ 252930 w 492259"/>
                  <a:gd name="connsiteY67" fmla="*/ 663597 h 674476"/>
                  <a:gd name="connsiteX68" fmla="*/ 236611 w 492259"/>
                  <a:gd name="connsiteY68" fmla="*/ 647279 h 674476"/>
                  <a:gd name="connsiteX69" fmla="*/ 261088 w 492259"/>
                  <a:gd name="connsiteY69" fmla="*/ 630961 h 674476"/>
                  <a:gd name="connsiteX70" fmla="*/ 288285 w 492259"/>
                  <a:gd name="connsiteY70" fmla="*/ 628241 h 674476"/>
                  <a:gd name="connsiteX71" fmla="*/ 285565 w 492259"/>
                  <a:gd name="connsiteY71" fmla="*/ 609204 h 674476"/>
                  <a:gd name="connsiteX72" fmla="*/ 282846 w 492259"/>
                  <a:gd name="connsiteY72" fmla="*/ 582007 h 674476"/>
                  <a:gd name="connsiteX73" fmla="*/ 280126 w 492259"/>
                  <a:gd name="connsiteY73" fmla="*/ 568409 h 674476"/>
                  <a:gd name="connsiteX74" fmla="*/ 282846 w 492259"/>
                  <a:gd name="connsiteY74" fmla="*/ 554811 h 674476"/>
                  <a:gd name="connsiteX75" fmla="*/ 277406 w 492259"/>
                  <a:gd name="connsiteY75" fmla="*/ 538493 h 674476"/>
                  <a:gd name="connsiteX76" fmla="*/ 271967 w 492259"/>
                  <a:gd name="connsiteY76" fmla="*/ 505857 h 674476"/>
                  <a:gd name="connsiteX77" fmla="*/ 269247 w 492259"/>
                  <a:gd name="connsiteY77" fmla="*/ 478660 h 674476"/>
                  <a:gd name="connsiteX78" fmla="*/ 266528 w 492259"/>
                  <a:gd name="connsiteY78" fmla="*/ 446025 h 674476"/>
                  <a:gd name="connsiteX79" fmla="*/ 261088 w 492259"/>
                  <a:gd name="connsiteY79" fmla="*/ 437866 h 674476"/>
                  <a:gd name="connsiteX80" fmla="*/ 250210 w 492259"/>
                  <a:gd name="connsiteY80" fmla="*/ 437866 h 674476"/>
                  <a:gd name="connsiteX81" fmla="*/ 220293 w 492259"/>
                  <a:gd name="connsiteY81" fmla="*/ 440585 h 674476"/>
                  <a:gd name="connsiteX82" fmla="*/ 190377 w 492259"/>
                  <a:gd name="connsiteY82" fmla="*/ 443305 h 674476"/>
                  <a:gd name="connsiteX83" fmla="*/ 165900 w 492259"/>
                  <a:gd name="connsiteY83" fmla="*/ 443305 h 674476"/>
                  <a:gd name="connsiteX84" fmla="*/ 144143 w 492259"/>
                  <a:gd name="connsiteY84" fmla="*/ 440585 h 674476"/>
                  <a:gd name="connsiteX85" fmla="*/ 135984 w 492259"/>
                  <a:gd name="connsiteY85" fmla="*/ 454184 h 674476"/>
                  <a:gd name="connsiteX86" fmla="*/ 130545 w 492259"/>
                  <a:gd name="connsiteY86" fmla="*/ 486820 h 674476"/>
                  <a:gd name="connsiteX87" fmla="*/ 119666 w 492259"/>
                  <a:gd name="connsiteY87" fmla="*/ 541213 h 674476"/>
                  <a:gd name="connsiteX88" fmla="*/ 103348 w 492259"/>
                  <a:gd name="connsiteY88" fmla="*/ 614643 h 674476"/>
                  <a:gd name="connsiteX89" fmla="*/ 133264 w 492259"/>
                  <a:gd name="connsiteY89" fmla="*/ 614643 h 674476"/>
                  <a:gd name="connsiteX90" fmla="*/ 168620 w 492259"/>
                  <a:gd name="connsiteY90" fmla="*/ 630961 h 674476"/>
                  <a:gd name="connsiteX91" fmla="*/ 163181 w 492259"/>
                  <a:gd name="connsiteY91" fmla="*/ 647279 h 674476"/>
                  <a:gd name="connsiteX92" fmla="*/ 146863 w 492259"/>
                  <a:gd name="connsiteY92" fmla="*/ 655438 h 674476"/>
                  <a:gd name="connsiteX93" fmla="*/ 127825 w 492259"/>
                  <a:gd name="connsiteY93" fmla="*/ 658158 h 674476"/>
                  <a:gd name="connsiteX94" fmla="*/ 106068 w 492259"/>
                  <a:gd name="connsiteY94" fmla="*/ 658158 h 674476"/>
                  <a:gd name="connsiteX95" fmla="*/ 62552 w 492259"/>
                  <a:gd name="connsiteY95" fmla="*/ 658158 h 674476"/>
                  <a:gd name="connsiteX96" fmla="*/ 40795 w 492259"/>
                  <a:gd name="connsiteY96" fmla="*/ 658158 h 674476"/>
                  <a:gd name="connsiteX97" fmla="*/ 16318 w 492259"/>
                  <a:gd name="connsiteY97" fmla="*/ 652718 h 674476"/>
                  <a:gd name="connsiteX98" fmla="*/ 0 w 492259"/>
                  <a:gd name="connsiteY98" fmla="*/ 636401 h 674476"/>
                  <a:gd name="connsiteX99" fmla="*/ 2720 w 492259"/>
                  <a:gd name="connsiteY99" fmla="*/ 628241 h 674476"/>
                  <a:gd name="connsiteX100" fmla="*/ 24477 w 492259"/>
                  <a:gd name="connsiteY100" fmla="*/ 620082 h 674476"/>
                  <a:gd name="connsiteX101" fmla="*/ 62552 w 492259"/>
                  <a:gd name="connsiteY101" fmla="*/ 617363 h 674476"/>
                  <a:gd name="connsiteX102" fmla="*/ 62552 w 492259"/>
                  <a:gd name="connsiteY102" fmla="*/ 614643 h 674476"/>
                  <a:gd name="connsiteX103" fmla="*/ 65272 w 492259"/>
                  <a:gd name="connsiteY103" fmla="*/ 587447 h 674476"/>
                  <a:gd name="connsiteX104" fmla="*/ 76151 w 492259"/>
                  <a:gd name="connsiteY104" fmla="*/ 522175 h 674476"/>
                  <a:gd name="connsiteX105" fmla="*/ 87029 w 492259"/>
                  <a:gd name="connsiteY105" fmla="*/ 470501 h 674476"/>
                  <a:gd name="connsiteX106" fmla="*/ 92468 w 492259"/>
                  <a:gd name="connsiteY106" fmla="*/ 446025 h 674476"/>
                  <a:gd name="connsiteX107" fmla="*/ 65272 w 492259"/>
                  <a:gd name="connsiteY107" fmla="*/ 432426 h 674476"/>
                  <a:gd name="connsiteX108" fmla="*/ 54393 w 492259"/>
                  <a:gd name="connsiteY108" fmla="*/ 421548 h 674476"/>
                  <a:gd name="connsiteX109" fmla="*/ 73431 w 492259"/>
                  <a:gd name="connsiteY109" fmla="*/ 407949 h 674476"/>
                  <a:gd name="connsiteX110" fmla="*/ 100629 w 492259"/>
                  <a:gd name="connsiteY110" fmla="*/ 399790 h 674476"/>
                  <a:gd name="connsiteX111" fmla="*/ 108788 w 492259"/>
                  <a:gd name="connsiteY111" fmla="*/ 369874 h 674476"/>
                  <a:gd name="connsiteX112" fmla="*/ 125105 w 492259"/>
                  <a:gd name="connsiteY112" fmla="*/ 307322 h 674476"/>
                  <a:gd name="connsiteX113" fmla="*/ 141423 w 492259"/>
                  <a:gd name="connsiteY113" fmla="*/ 242051 h 674476"/>
                  <a:gd name="connsiteX114" fmla="*/ 155022 w 492259"/>
                  <a:gd name="connsiteY114" fmla="*/ 179498 h 674476"/>
                  <a:gd name="connsiteX115" fmla="*/ 168620 w 492259"/>
                  <a:gd name="connsiteY115" fmla="*/ 119665 h 674476"/>
                  <a:gd name="connsiteX116" fmla="*/ 193097 w 492259"/>
                  <a:gd name="connsiteY116" fmla="*/ 57113 h 674476"/>
                  <a:gd name="connsiteX117" fmla="*/ 201256 w 492259"/>
                  <a:gd name="connsiteY117" fmla="*/ 38075 h 674476"/>
                  <a:gd name="connsiteX118" fmla="*/ 217574 w 492259"/>
                  <a:gd name="connsiteY118" fmla="*/ 13598 h 674476"/>
                  <a:gd name="connsiteX119" fmla="*/ 274687 w 492259"/>
                  <a:gd name="connsiteY119" fmla="*/ 0 h 674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</a:cxnLst>
                <a:rect l="l" t="t" r="r" b="b"/>
                <a:pathLst>
                  <a:path w="492259" h="674476">
                    <a:moveTo>
                      <a:pt x="225733" y="97907"/>
                    </a:moveTo>
                    <a:cubicBezTo>
                      <a:pt x="217574" y="97907"/>
                      <a:pt x="209415" y="114225"/>
                      <a:pt x="209415" y="119665"/>
                    </a:cubicBezTo>
                    <a:cubicBezTo>
                      <a:pt x="206695" y="130543"/>
                      <a:pt x="203976" y="144141"/>
                      <a:pt x="201256" y="152300"/>
                    </a:cubicBezTo>
                    <a:cubicBezTo>
                      <a:pt x="198536" y="157740"/>
                      <a:pt x="198536" y="163179"/>
                      <a:pt x="198536" y="168618"/>
                    </a:cubicBezTo>
                    <a:cubicBezTo>
                      <a:pt x="198536" y="174058"/>
                      <a:pt x="195817" y="179497"/>
                      <a:pt x="195817" y="184936"/>
                    </a:cubicBezTo>
                    <a:cubicBezTo>
                      <a:pt x="193097" y="195815"/>
                      <a:pt x="190377" y="209413"/>
                      <a:pt x="187658" y="220292"/>
                    </a:cubicBezTo>
                    <a:cubicBezTo>
                      <a:pt x="184938" y="244769"/>
                      <a:pt x="176779" y="269246"/>
                      <a:pt x="168620" y="291003"/>
                    </a:cubicBezTo>
                    <a:cubicBezTo>
                      <a:pt x="165900" y="301881"/>
                      <a:pt x="163181" y="312760"/>
                      <a:pt x="160461" y="323639"/>
                    </a:cubicBezTo>
                    <a:cubicBezTo>
                      <a:pt x="157742" y="337237"/>
                      <a:pt x="155022" y="348115"/>
                      <a:pt x="149582" y="361714"/>
                    </a:cubicBezTo>
                    <a:cubicBezTo>
                      <a:pt x="146863" y="367153"/>
                      <a:pt x="144143" y="383471"/>
                      <a:pt x="144143" y="388910"/>
                    </a:cubicBezTo>
                    <a:cubicBezTo>
                      <a:pt x="144143" y="391630"/>
                      <a:pt x="146863" y="391630"/>
                      <a:pt x="149582" y="391630"/>
                    </a:cubicBezTo>
                    <a:cubicBezTo>
                      <a:pt x="155022" y="391630"/>
                      <a:pt x="168620" y="391630"/>
                      <a:pt x="171340" y="391630"/>
                    </a:cubicBezTo>
                    <a:cubicBezTo>
                      <a:pt x="179498" y="391630"/>
                      <a:pt x="187658" y="391630"/>
                      <a:pt x="193097" y="388910"/>
                    </a:cubicBezTo>
                    <a:cubicBezTo>
                      <a:pt x="198536" y="388910"/>
                      <a:pt x="203976" y="388910"/>
                      <a:pt x="212135" y="388910"/>
                    </a:cubicBezTo>
                    <a:cubicBezTo>
                      <a:pt x="217574" y="388910"/>
                      <a:pt x="225733" y="388910"/>
                      <a:pt x="236611" y="388910"/>
                    </a:cubicBezTo>
                    <a:cubicBezTo>
                      <a:pt x="242051" y="388910"/>
                      <a:pt x="247490" y="388910"/>
                      <a:pt x="250210" y="386191"/>
                    </a:cubicBezTo>
                    <a:cubicBezTo>
                      <a:pt x="255649" y="391630"/>
                      <a:pt x="258369" y="388910"/>
                      <a:pt x="258369" y="386191"/>
                    </a:cubicBezTo>
                    <a:cubicBezTo>
                      <a:pt x="258369" y="380751"/>
                      <a:pt x="255649" y="372592"/>
                      <a:pt x="255649" y="367153"/>
                    </a:cubicBezTo>
                    <a:cubicBezTo>
                      <a:pt x="252930" y="353555"/>
                      <a:pt x="250210" y="342676"/>
                      <a:pt x="250210" y="331797"/>
                    </a:cubicBezTo>
                    <a:cubicBezTo>
                      <a:pt x="250210" y="301881"/>
                      <a:pt x="250210" y="274685"/>
                      <a:pt x="247490" y="244769"/>
                    </a:cubicBezTo>
                    <a:cubicBezTo>
                      <a:pt x="247490" y="231170"/>
                      <a:pt x="244771" y="217572"/>
                      <a:pt x="242051" y="203974"/>
                    </a:cubicBezTo>
                    <a:cubicBezTo>
                      <a:pt x="239331" y="187656"/>
                      <a:pt x="236611" y="174058"/>
                      <a:pt x="236611" y="157740"/>
                    </a:cubicBezTo>
                    <a:cubicBezTo>
                      <a:pt x="236611" y="152300"/>
                      <a:pt x="236611" y="133263"/>
                      <a:pt x="233892" y="119665"/>
                    </a:cubicBezTo>
                    <a:cubicBezTo>
                      <a:pt x="233892" y="106066"/>
                      <a:pt x="231172" y="97907"/>
                      <a:pt x="225733" y="97907"/>
                    </a:cubicBezTo>
                    <a:close/>
                    <a:moveTo>
                      <a:pt x="274687" y="0"/>
                    </a:moveTo>
                    <a:cubicBezTo>
                      <a:pt x="288285" y="0"/>
                      <a:pt x="293724" y="2720"/>
                      <a:pt x="304603" y="5439"/>
                    </a:cubicBezTo>
                    <a:cubicBezTo>
                      <a:pt x="315481" y="10879"/>
                      <a:pt x="315481" y="16318"/>
                      <a:pt x="320921" y="24477"/>
                    </a:cubicBezTo>
                    <a:cubicBezTo>
                      <a:pt x="326360" y="29916"/>
                      <a:pt x="331800" y="35356"/>
                      <a:pt x="334519" y="43515"/>
                    </a:cubicBezTo>
                    <a:cubicBezTo>
                      <a:pt x="337239" y="51674"/>
                      <a:pt x="337239" y="57113"/>
                      <a:pt x="339959" y="65272"/>
                    </a:cubicBezTo>
                    <a:cubicBezTo>
                      <a:pt x="345398" y="78870"/>
                      <a:pt x="342678" y="97908"/>
                      <a:pt x="348118" y="114226"/>
                    </a:cubicBezTo>
                    <a:cubicBezTo>
                      <a:pt x="350837" y="130544"/>
                      <a:pt x="358996" y="146863"/>
                      <a:pt x="361716" y="163180"/>
                    </a:cubicBezTo>
                    <a:cubicBezTo>
                      <a:pt x="364435" y="182218"/>
                      <a:pt x="364435" y="201256"/>
                      <a:pt x="369875" y="220293"/>
                    </a:cubicBezTo>
                    <a:cubicBezTo>
                      <a:pt x="375314" y="239331"/>
                      <a:pt x="378034" y="255649"/>
                      <a:pt x="378034" y="274686"/>
                    </a:cubicBezTo>
                    <a:cubicBezTo>
                      <a:pt x="378034" y="282845"/>
                      <a:pt x="380753" y="293724"/>
                      <a:pt x="383473" y="301883"/>
                    </a:cubicBezTo>
                    <a:cubicBezTo>
                      <a:pt x="386193" y="312762"/>
                      <a:pt x="388913" y="326360"/>
                      <a:pt x="391632" y="337238"/>
                    </a:cubicBezTo>
                    <a:cubicBezTo>
                      <a:pt x="391632" y="342678"/>
                      <a:pt x="394352" y="353556"/>
                      <a:pt x="397071" y="364435"/>
                    </a:cubicBezTo>
                    <a:cubicBezTo>
                      <a:pt x="399791" y="372594"/>
                      <a:pt x="402511" y="380753"/>
                      <a:pt x="405230" y="383473"/>
                    </a:cubicBezTo>
                    <a:cubicBezTo>
                      <a:pt x="407950" y="386192"/>
                      <a:pt x="413389" y="386192"/>
                      <a:pt x="416109" y="386192"/>
                    </a:cubicBezTo>
                    <a:cubicBezTo>
                      <a:pt x="418829" y="386192"/>
                      <a:pt x="424268" y="386192"/>
                      <a:pt x="426988" y="386192"/>
                    </a:cubicBezTo>
                    <a:cubicBezTo>
                      <a:pt x="437866" y="386192"/>
                      <a:pt x="448745" y="388912"/>
                      <a:pt x="454184" y="397071"/>
                    </a:cubicBezTo>
                    <a:cubicBezTo>
                      <a:pt x="456904" y="399790"/>
                      <a:pt x="456904" y="402510"/>
                      <a:pt x="456904" y="405230"/>
                    </a:cubicBezTo>
                    <a:cubicBezTo>
                      <a:pt x="456904" y="407949"/>
                      <a:pt x="454184" y="410669"/>
                      <a:pt x="451464" y="416108"/>
                    </a:cubicBezTo>
                    <a:cubicBezTo>
                      <a:pt x="446025" y="421548"/>
                      <a:pt x="440586" y="426987"/>
                      <a:pt x="432427" y="429707"/>
                    </a:cubicBezTo>
                    <a:cubicBezTo>
                      <a:pt x="429707" y="429707"/>
                      <a:pt x="426988" y="432426"/>
                      <a:pt x="421548" y="432426"/>
                    </a:cubicBezTo>
                    <a:cubicBezTo>
                      <a:pt x="418829" y="432426"/>
                      <a:pt x="416109" y="432426"/>
                      <a:pt x="413389" y="435146"/>
                    </a:cubicBezTo>
                    <a:cubicBezTo>
                      <a:pt x="413389" y="435146"/>
                      <a:pt x="413389" y="437866"/>
                      <a:pt x="413389" y="440585"/>
                    </a:cubicBezTo>
                    <a:cubicBezTo>
                      <a:pt x="413389" y="443305"/>
                      <a:pt x="413389" y="448744"/>
                      <a:pt x="416109" y="451464"/>
                    </a:cubicBezTo>
                    <a:cubicBezTo>
                      <a:pt x="416109" y="456903"/>
                      <a:pt x="418829" y="462343"/>
                      <a:pt x="418829" y="465062"/>
                    </a:cubicBezTo>
                    <a:lnTo>
                      <a:pt x="418829" y="475941"/>
                    </a:lnTo>
                    <a:cubicBezTo>
                      <a:pt x="418829" y="481380"/>
                      <a:pt x="418829" y="484100"/>
                      <a:pt x="418829" y="486820"/>
                    </a:cubicBezTo>
                    <a:cubicBezTo>
                      <a:pt x="421548" y="497698"/>
                      <a:pt x="424268" y="505857"/>
                      <a:pt x="426988" y="516736"/>
                    </a:cubicBezTo>
                    <a:cubicBezTo>
                      <a:pt x="426988" y="524895"/>
                      <a:pt x="429707" y="535773"/>
                      <a:pt x="432427" y="543932"/>
                    </a:cubicBezTo>
                    <a:cubicBezTo>
                      <a:pt x="435147" y="554811"/>
                      <a:pt x="437866" y="562970"/>
                      <a:pt x="437866" y="573848"/>
                    </a:cubicBezTo>
                    <a:cubicBezTo>
                      <a:pt x="437866" y="587447"/>
                      <a:pt x="440586" y="595606"/>
                      <a:pt x="443306" y="606484"/>
                    </a:cubicBezTo>
                    <a:cubicBezTo>
                      <a:pt x="443306" y="609204"/>
                      <a:pt x="446025" y="614643"/>
                      <a:pt x="446025" y="617363"/>
                    </a:cubicBezTo>
                    <a:cubicBezTo>
                      <a:pt x="454184" y="617363"/>
                      <a:pt x="462343" y="617363"/>
                      <a:pt x="470502" y="617363"/>
                    </a:cubicBezTo>
                    <a:cubicBezTo>
                      <a:pt x="475942" y="625522"/>
                      <a:pt x="492259" y="630961"/>
                      <a:pt x="492259" y="641840"/>
                    </a:cubicBezTo>
                    <a:cubicBezTo>
                      <a:pt x="492259" y="647279"/>
                      <a:pt x="486820" y="649999"/>
                      <a:pt x="484101" y="655438"/>
                    </a:cubicBezTo>
                    <a:cubicBezTo>
                      <a:pt x="481381" y="660877"/>
                      <a:pt x="473222" y="663597"/>
                      <a:pt x="467782" y="663597"/>
                    </a:cubicBezTo>
                    <a:cubicBezTo>
                      <a:pt x="456904" y="666317"/>
                      <a:pt x="451464" y="666317"/>
                      <a:pt x="443306" y="666317"/>
                    </a:cubicBezTo>
                    <a:cubicBezTo>
                      <a:pt x="437866" y="666317"/>
                      <a:pt x="429707" y="666317"/>
                      <a:pt x="421548" y="666317"/>
                    </a:cubicBezTo>
                    <a:cubicBezTo>
                      <a:pt x="418829" y="666317"/>
                      <a:pt x="416109" y="666317"/>
                      <a:pt x="413389" y="666317"/>
                    </a:cubicBezTo>
                    <a:cubicBezTo>
                      <a:pt x="407950" y="669036"/>
                      <a:pt x="405230" y="669036"/>
                      <a:pt x="399791" y="671756"/>
                    </a:cubicBezTo>
                    <a:cubicBezTo>
                      <a:pt x="394352" y="671756"/>
                      <a:pt x="388913" y="674476"/>
                      <a:pt x="383473" y="674476"/>
                    </a:cubicBezTo>
                    <a:cubicBezTo>
                      <a:pt x="372594" y="674476"/>
                      <a:pt x="358996" y="671756"/>
                      <a:pt x="348118" y="669036"/>
                    </a:cubicBezTo>
                    <a:cubicBezTo>
                      <a:pt x="339959" y="669036"/>
                      <a:pt x="331800" y="669036"/>
                      <a:pt x="326360" y="669036"/>
                    </a:cubicBezTo>
                    <a:cubicBezTo>
                      <a:pt x="304603" y="669036"/>
                      <a:pt x="285565" y="669036"/>
                      <a:pt x="277406" y="669036"/>
                    </a:cubicBezTo>
                    <a:cubicBezTo>
                      <a:pt x="269247" y="669036"/>
                      <a:pt x="258369" y="669036"/>
                      <a:pt x="252930" y="663597"/>
                    </a:cubicBezTo>
                    <a:cubicBezTo>
                      <a:pt x="247490" y="660877"/>
                      <a:pt x="236611" y="655438"/>
                      <a:pt x="236611" y="647279"/>
                    </a:cubicBezTo>
                    <a:cubicBezTo>
                      <a:pt x="236611" y="636401"/>
                      <a:pt x="252930" y="633681"/>
                      <a:pt x="261088" y="630961"/>
                    </a:cubicBezTo>
                    <a:cubicBezTo>
                      <a:pt x="266528" y="630961"/>
                      <a:pt x="274687" y="630961"/>
                      <a:pt x="288285" y="628241"/>
                    </a:cubicBezTo>
                    <a:cubicBezTo>
                      <a:pt x="288285" y="620082"/>
                      <a:pt x="288285" y="614643"/>
                      <a:pt x="285565" y="609204"/>
                    </a:cubicBezTo>
                    <a:cubicBezTo>
                      <a:pt x="285565" y="601045"/>
                      <a:pt x="282846" y="590166"/>
                      <a:pt x="282846" y="582007"/>
                    </a:cubicBezTo>
                    <a:cubicBezTo>
                      <a:pt x="282846" y="576568"/>
                      <a:pt x="280126" y="573848"/>
                      <a:pt x="280126" y="568409"/>
                    </a:cubicBezTo>
                    <a:cubicBezTo>
                      <a:pt x="280126" y="562970"/>
                      <a:pt x="282846" y="557531"/>
                      <a:pt x="282846" y="554811"/>
                    </a:cubicBezTo>
                    <a:cubicBezTo>
                      <a:pt x="282846" y="549371"/>
                      <a:pt x="280126" y="546652"/>
                      <a:pt x="277406" y="538493"/>
                    </a:cubicBezTo>
                    <a:cubicBezTo>
                      <a:pt x="277406" y="527614"/>
                      <a:pt x="271967" y="516736"/>
                      <a:pt x="271967" y="505857"/>
                    </a:cubicBezTo>
                    <a:cubicBezTo>
                      <a:pt x="271967" y="494978"/>
                      <a:pt x="271967" y="486820"/>
                      <a:pt x="269247" y="478660"/>
                    </a:cubicBezTo>
                    <a:cubicBezTo>
                      <a:pt x="266528" y="467782"/>
                      <a:pt x="266528" y="456903"/>
                      <a:pt x="266528" y="446025"/>
                    </a:cubicBezTo>
                    <a:cubicBezTo>
                      <a:pt x="266528" y="440585"/>
                      <a:pt x="263808" y="437866"/>
                      <a:pt x="261088" y="437866"/>
                    </a:cubicBezTo>
                    <a:cubicBezTo>
                      <a:pt x="258369" y="437866"/>
                      <a:pt x="255649" y="437866"/>
                      <a:pt x="250210" y="437866"/>
                    </a:cubicBezTo>
                    <a:cubicBezTo>
                      <a:pt x="239331" y="437866"/>
                      <a:pt x="228452" y="437866"/>
                      <a:pt x="220293" y="440585"/>
                    </a:cubicBezTo>
                    <a:cubicBezTo>
                      <a:pt x="209415" y="440585"/>
                      <a:pt x="201256" y="443305"/>
                      <a:pt x="190377" y="443305"/>
                    </a:cubicBezTo>
                    <a:cubicBezTo>
                      <a:pt x="182218" y="443305"/>
                      <a:pt x="174059" y="443305"/>
                      <a:pt x="165900" y="443305"/>
                    </a:cubicBezTo>
                    <a:cubicBezTo>
                      <a:pt x="163181" y="443305"/>
                      <a:pt x="152302" y="440585"/>
                      <a:pt x="144143" y="440585"/>
                    </a:cubicBezTo>
                    <a:cubicBezTo>
                      <a:pt x="135984" y="440585"/>
                      <a:pt x="135984" y="448744"/>
                      <a:pt x="135984" y="454184"/>
                    </a:cubicBezTo>
                    <a:cubicBezTo>
                      <a:pt x="135984" y="465062"/>
                      <a:pt x="133264" y="475941"/>
                      <a:pt x="130545" y="486820"/>
                    </a:cubicBezTo>
                    <a:cubicBezTo>
                      <a:pt x="127825" y="505857"/>
                      <a:pt x="122386" y="522175"/>
                      <a:pt x="119666" y="541213"/>
                    </a:cubicBezTo>
                    <a:cubicBezTo>
                      <a:pt x="116947" y="560250"/>
                      <a:pt x="108788" y="595606"/>
                      <a:pt x="103348" y="614643"/>
                    </a:cubicBezTo>
                    <a:cubicBezTo>
                      <a:pt x="111507" y="614643"/>
                      <a:pt x="122386" y="614643"/>
                      <a:pt x="133264" y="614643"/>
                    </a:cubicBezTo>
                    <a:cubicBezTo>
                      <a:pt x="146863" y="614643"/>
                      <a:pt x="168620" y="614643"/>
                      <a:pt x="168620" y="630961"/>
                    </a:cubicBezTo>
                    <a:cubicBezTo>
                      <a:pt x="168620" y="639120"/>
                      <a:pt x="165900" y="639120"/>
                      <a:pt x="163181" y="647279"/>
                    </a:cubicBezTo>
                    <a:cubicBezTo>
                      <a:pt x="160461" y="652718"/>
                      <a:pt x="152302" y="655438"/>
                      <a:pt x="146863" y="655438"/>
                    </a:cubicBezTo>
                    <a:cubicBezTo>
                      <a:pt x="138704" y="658158"/>
                      <a:pt x="133264" y="658158"/>
                      <a:pt x="127825" y="658158"/>
                    </a:cubicBezTo>
                    <a:cubicBezTo>
                      <a:pt x="122386" y="658158"/>
                      <a:pt x="116947" y="658158"/>
                      <a:pt x="106068" y="658158"/>
                    </a:cubicBezTo>
                    <a:cubicBezTo>
                      <a:pt x="92468" y="658158"/>
                      <a:pt x="78870" y="658158"/>
                      <a:pt x="62552" y="658158"/>
                    </a:cubicBezTo>
                    <a:cubicBezTo>
                      <a:pt x="54393" y="658158"/>
                      <a:pt x="46234" y="658158"/>
                      <a:pt x="40795" y="658158"/>
                    </a:cubicBezTo>
                    <a:cubicBezTo>
                      <a:pt x="32636" y="658158"/>
                      <a:pt x="21758" y="658158"/>
                      <a:pt x="16318" y="652718"/>
                    </a:cubicBezTo>
                    <a:cubicBezTo>
                      <a:pt x="8159" y="649999"/>
                      <a:pt x="0" y="641840"/>
                      <a:pt x="0" y="636401"/>
                    </a:cubicBezTo>
                    <a:cubicBezTo>
                      <a:pt x="0" y="633681"/>
                      <a:pt x="0" y="630961"/>
                      <a:pt x="2720" y="628241"/>
                    </a:cubicBezTo>
                    <a:cubicBezTo>
                      <a:pt x="8159" y="625522"/>
                      <a:pt x="16318" y="622802"/>
                      <a:pt x="24477" y="620082"/>
                    </a:cubicBezTo>
                    <a:cubicBezTo>
                      <a:pt x="38075" y="617363"/>
                      <a:pt x="48954" y="617363"/>
                      <a:pt x="62552" y="617363"/>
                    </a:cubicBezTo>
                    <a:cubicBezTo>
                      <a:pt x="62552" y="617363"/>
                      <a:pt x="62552" y="614643"/>
                      <a:pt x="62552" y="614643"/>
                    </a:cubicBezTo>
                    <a:cubicBezTo>
                      <a:pt x="62552" y="603765"/>
                      <a:pt x="65272" y="590166"/>
                      <a:pt x="65272" y="587447"/>
                    </a:cubicBezTo>
                    <a:cubicBezTo>
                      <a:pt x="67992" y="565689"/>
                      <a:pt x="73431" y="543932"/>
                      <a:pt x="76151" y="522175"/>
                    </a:cubicBezTo>
                    <a:cubicBezTo>
                      <a:pt x="78870" y="505857"/>
                      <a:pt x="81590" y="486820"/>
                      <a:pt x="87029" y="470501"/>
                    </a:cubicBezTo>
                    <a:cubicBezTo>
                      <a:pt x="87029" y="465062"/>
                      <a:pt x="92468" y="451464"/>
                      <a:pt x="92468" y="446025"/>
                    </a:cubicBezTo>
                    <a:cubicBezTo>
                      <a:pt x="92468" y="437866"/>
                      <a:pt x="73431" y="437866"/>
                      <a:pt x="65272" y="432426"/>
                    </a:cubicBezTo>
                    <a:cubicBezTo>
                      <a:pt x="59833" y="429707"/>
                      <a:pt x="54393" y="426987"/>
                      <a:pt x="54393" y="421548"/>
                    </a:cubicBezTo>
                    <a:cubicBezTo>
                      <a:pt x="54393" y="413389"/>
                      <a:pt x="62552" y="410669"/>
                      <a:pt x="73431" y="407949"/>
                    </a:cubicBezTo>
                    <a:cubicBezTo>
                      <a:pt x="78870" y="407949"/>
                      <a:pt x="92468" y="405230"/>
                      <a:pt x="100629" y="399790"/>
                    </a:cubicBezTo>
                    <a:cubicBezTo>
                      <a:pt x="106068" y="394351"/>
                      <a:pt x="106068" y="378033"/>
                      <a:pt x="108788" y="369874"/>
                    </a:cubicBezTo>
                    <a:cubicBezTo>
                      <a:pt x="114227" y="348117"/>
                      <a:pt x="119666" y="326360"/>
                      <a:pt x="125105" y="307322"/>
                    </a:cubicBezTo>
                    <a:cubicBezTo>
                      <a:pt x="130545" y="285565"/>
                      <a:pt x="135984" y="263808"/>
                      <a:pt x="141423" y="242051"/>
                    </a:cubicBezTo>
                    <a:cubicBezTo>
                      <a:pt x="146863" y="220293"/>
                      <a:pt x="152302" y="198536"/>
                      <a:pt x="155022" y="179498"/>
                    </a:cubicBezTo>
                    <a:cubicBezTo>
                      <a:pt x="157742" y="160461"/>
                      <a:pt x="163181" y="138703"/>
                      <a:pt x="168620" y="119665"/>
                    </a:cubicBezTo>
                    <a:cubicBezTo>
                      <a:pt x="176779" y="100627"/>
                      <a:pt x="182218" y="76150"/>
                      <a:pt x="193097" y="57113"/>
                    </a:cubicBezTo>
                    <a:lnTo>
                      <a:pt x="201256" y="38075"/>
                    </a:lnTo>
                    <a:cubicBezTo>
                      <a:pt x="206695" y="29916"/>
                      <a:pt x="209415" y="19038"/>
                      <a:pt x="217574" y="13598"/>
                    </a:cubicBezTo>
                    <a:cubicBezTo>
                      <a:pt x="231172" y="2720"/>
                      <a:pt x="255649" y="0"/>
                      <a:pt x="274687" y="0"/>
                    </a:cubicBezTo>
                    <a:close/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3" name="Freeform: Shape 46">
                <a:extLst>
                  <a:ext uri="{FF2B5EF4-FFF2-40B4-BE49-F238E27FC236}">
                    <a16:creationId xmlns:a16="http://schemas.microsoft.com/office/drawing/2014/main" id="{12B8217B-10F4-6848-9D27-1210B67B2FDA}"/>
                  </a:ext>
                </a:extLst>
              </p:cNvPr>
              <p:cNvSpPr/>
              <p:nvPr/>
            </p:nvSpPr>
            <p:spPr>
              <a:xfrm>
                <a:off x="6876542" y="4244897"/>
                <a:ext cx="462342" cy="677195"/>
              </a:xfrm>
              <a:custGeom>
                <a:avLst/>
                <a:gdLst>
                  <a:gd name="connsiteX0" fmla="*/ 214853 w 462342"/>
                  <a:gd name="connsiteY0" fmla="*/ 65272 h 677195"/>
                  <a:gd name="connsiteX1" fmla="*/ 195815 w 462342"/>
                  <a:gd name="connsiteY1" fmla="*/ 73431 h 677195"/>
                  <a:gd name="connsiteX2" fmla="*/ 193096 w 462342"/>
                  <a:gd name="connsiteY2" fmla="*/ 125105 h 677195"/>
                  <a:gd name="connsiteX3" fmla="*/ 190376 w 462342"/>
                  <a:gd name="connsiteY3" fmla="*/ 280125 h 677195"/>
                  <a:gd name="connsiteX4" fmla="*/ 190376 w 462342"/>
                  <a:gd name="connsiteY4" fmla="*/ 301882 h 677195"/>
                  <a:gd name="connsiteX5" fmla="*/ 193096 w 462342"/>
                  <a:gd name="connsiteY5" fmla="*/ 342677 h 677195"/>
                  <a:gd name="connsiteX6" fmla="*/ 195815 w 462342"/>
                  <a:gd name="connsiteY6" fmla="*/ 397070 h 677195"/>
                  <a:gd name="connsiteX7" fmla="*/ 195815 w 462342"/>
                  <a:gd name="connsiteY7" fmla="*/ 443304 h 677195"/>
                  <a:gd name="connsiteX8" fmla="*/ 195815 w 462342"/>
                  <a:gd name="connsiteY8" fmla="*/ 530333 h 677195"/>
                  <a:gd name="connsiteX9" fmla="*/ 193096 w 462342"/>
                  <a:gd name="connsiteY9" fmla="*/ 554810 h 677195"/>
                  <a:gd name="connsiteX10" fmla="*/ 190376 w 462342"/>
                  <a:gd name="connsiteY10" fmla="*/ 603764 h 677195"/>
                  <a:gd name="connsiteX11" fmla="*/ 198535 w 462342"/>
                  <a:gd name="connsiteY11" fmla="*/ 611923 h 677195"/>
                  <a:gd name="connsiteX12" fmla="*/ 214853 w 462342"/>
                  <a:gd name="connsiteY12" fmla="*/ 611923 h 677195"/>
                  <a:gd name="connsiteX13" fmla="*/ 236610 w 462342"/>
                  <a:gd name="connsiteY13" fmla="*/ 611923 h 677195"/>
                  <a:gd name="connsiteX14" fmla="*/ 263807 w 462342"/>
                  <a:gd name="connsiteY14" fmla="*/ 598325 h 677195"/>
                  <a:gd name="connsiteX15" fmla="*/ 277405 w 462342"/>
                  <a:gd name="connsiteY15" fmla="*/ 592885 h 677195"/>
                  <a:gd name="connsiteX16" fmla="*/ 291004 w 462342"/>
                  <a:gd name="connsiteY16" fmla="*/ 573848 h 677195"/>
                  <a:gd name="connsiteX17" fmla="*/ 307322 w 462342"/>
                  <a:gd name="connsiteY17" fmla="*/ 543931 h 677195"/>
                  <a:gd name="connsiteX18" fmla="*/ 326359 w 462342"/>
                  <a:gd name="connsiteY18" fmla="*/ 481379 h 677195"/>
                  <a:gd name="connsiteX19" fmla="*/ 337238 w 462342"/>
                  <a:gd name="connsiteY19" fmla="*/ 413388 h 677195"/>
                  <a:gd name="connsiteX20" fmla="*/ 337238 w 462342"/>
                  <a:gd name="connsiteY20" fmla="*/ 350836 h 677195"/>
                  <a:gd name="connsiteX21" fmla="*/ 334518 w 462342"/>
                  <a:gd name="connsiteY21" fmla="*/ 296443 h 677195"/>
                  <a:gd name="connsiteX22" fmla="*/ 329079 w 462342"/>
                  <a:gd name="connsiteY22" fmla="*/ 244769 h 677195"/>
                  <a:gd name="connsiteX23" fmla="*/ 307322 w 462342"/>
                  <a:gd name="connsiteY23" fmla="*/ 135983 h 677195"/>
                  <a:gd name="connsiteX24" fmla="*/ 271966 w 462342"/>
                  <a:gd name="connsiteY24" fmla="*/ 78870 h 677195"/>
                  <a:gd name="connsiteX25" fmla="*/ 214853 w 462342"/>
                  <a:gd name="connsiteY25" fmla="*/ 65272 h 677195"/>
                  <a:gd name="connsiteX26" fmla="*/ 114226 w 462342"/>
                  <a:gd name="connsiteY26" fmla="*/ 0 h 677195"/>
                  <a:gd name="connsiteX27" fmla="*/ 127824 w 462342"/>
                  <a:gd name="connsiteY27" fmla="*/ 0 h 677195"/>
                  <a:gd name="connsiteX28" fmla="*/ 146862 w 462342"/>
                  <a:gd name="connsiteY28" fmla="*/ 2720 h 677195"/>
                  <a:gd name="connsiteX29" fmla="*/ 174059 w 462342"/>
                  <a:gd name="connsiteY29" fmla="*/ 21758 h 677195"/>
                  <a:gd name="connsiteX30" fmla="*/ 193096 w 462342"/>
                  <a:gd name="connsiteY30" fmla="*/ 21758 h 677195"/>
                  <a:gd name="connsiteX31" fmla="*/ 261088 w 462342"/>
                  <a:gd name="connsiteY31" fmla="*/ 27197 h 677195"/>
                  <a:gd name="connsiteX32" fmla="*/ 310042 w 462342"/>
                  <a:gd name="connsiteY32" fmla="*/ 35356 h 677195"/>
                  <a:gd name="connsiteX33" fmla="*/ 334518 w 462342"/>
                  <a:gd name="connsiteY33" fmla="*/ 40795 h 677195"/>
                  <a:gd name="connsiteX34" fmla="*/ 356276 w 462342"/>
                  <a:gd name="connsiteY34" fmla="*/ 59833 h 677195"/>
                  <a:gd name="connsiteX35" fmla="*/ 372593 w 462342"/>
                  <a:gd name="connsiteY35" fmla="*/ 76151 h 677195"/>
                  <a:gd name="connsiteX36" fmla="*/ 380752 w 462342"/>
                  <a:gd name="connsiteY36" fmla="*/ 95188 h 677195"/>
                  <a:gd name="connsiteX37" fmla="*/ 405230 w 462342"/>
                  <a:gd name="connsiteY37" fmla="*/ 114226 h 677195"/>
                  <a:gd name="connsiteX38" fmla="*/ 416108 w 462342"/>
                  <a:gd name="connsiteY38" fmla="*/ 141422 h 677195"/>
                  <a:gd name="connsiteX39" fmla="*/ 451464 w 462342"/>
                  <a:gd name="connsiteY39" fmla="*/ 201256 h 677195"/>
                  <a:gd name="connsiteX40" fmla="*/ 456903 w 462342"/>
                  <a:gd name="connsiteY40" fmla="*/ 252929 h 677195"/>
                  <a:gd name="connsiteX41" fmla="*/ 456903 w 462342"/>
                  <a:gd name="connsiteY41" fmla="*/ 291004 h 677195"/>
                  <a:gd name="connsiteX42" fmla="*/ 459623 w 462342"/>
                  <a:gd name="connsiteY42" fmla="*/ 318201 h 677195"/>
                  <a:gd name="connsiteX43" fmla="*/ 459623 w 462342"/>
                  <a:gd name="connsiteY43" fmla="*/ 326360 h 677195"/>
                  <a:gd name="connsiteX44" fmla="*/ 459623 w 462342"/>
                  <a:gd name="connsiteY44" fmla="*/ 348117 h 677195"/>
                  <a:gd name="connsiteX45" fmla="*/ 462342 w 462342"/>
                  <a:gd name="connsiteY45" fmla="*/ 367155 h 677195"/>
                  <a:gd name="connsiteX46" fmla="*/ 456903 w 462342"/>
                  <a:gd name="connsiteY46" fmla="*/ 391632 h 677195"/>
                  <a:gd name="connsiteX47" fmla="*/ 456903 w 462342"/>
                  <a:gd name="connsiteY47" fmla="*/ 418828 h 677195"/>
                  <a:gd name="connsiteX48" fmla="*/ 451464 w 462342"/>
                  <a:gd name="connsiteY48" fmla="*/ 437866 h 677195"/>
                  <a:gd name="connsiteX49" fmla="*/ 446025 w 462342"/>
                  <a:gd name="connsiteY49" fmla="*/ 454184 h 677195"/>
                  <a:gd name="connsiteX50" fmla="*/ 440585 w 462342"/>
                  <a:gd name="connsiteY50" fmla="*/ 481380 h 677195"/>
                  <a:gd name="connsiteX51" fmla="*/ 432426 w 462342"/>
                  <a:gd name="connsiteY51" fmla="*/ 508577 h 677195"/>
                  <a:gd name="connsiteX52" fmla="*/ 418828 w 462342"/>
                  <a:gd name="connsiteY52" fmla="*/ 530334 h 677195"/>
                  <a:gd name="connsiteX53" fmla="*/ 410669 w 462342"/>
                  <a:gd name="connsiteY53" fmla="*/ 549371 h 677195"/>
                  <a:gd name="connsiteX54" fmla="*/ 391631 w 462342"/>
                  <a:gd name="connsiteY54" fmla="*/ 579288 h 677195"/>
                  <a:gd name="connsiteX55" fmla="*/ 337238 w 462342"/>
                  <a:gd name="connsiteY55" fmla="*/ 630961 h 677195"/>
                  <a:gd name="connsiteX56" fmla="*/ 301883 w 462342"/>
                  <a:gd name="connsiteY56" fmla="*/ 647279 h 677195"/>
                  <a:gd name="connsiteX57" fmla="*/ 263807 w 462342"/>
                  <a:gd name="connsiteY57" fmla="*/ 652718 h 677195"/>
                  <a:gd name="connsiteX58" fmla="*/ 233891 w 462342"/>
                  <a:gd name="connsiteY58" fmla="*/ 649999 h 677195"/>
                  <a:gd name="connsiteX59" fmla="*/ 187657 w 462342"/>
                  <a:gd name="connsiteY59" fmla="*/ 652718 h 677195"/>
                  <a:gd name="connsiteX60" fmla="*/ 171339 w 462342"/>
                  <a:gd name="connsiteY60" fmla="*/ 669036 h 677195"/>
                  <a:gd name="connsiteX61" fmla="*/ 155021 w 462342"/>
                  <a:gd name="connsiteY61" fmla="*/ 671756 h 677195"/>
                  <a:gd name="connsiteX62" fmla="*/ 138703 w 462342"/>
                  <a:gd name="connsiteY62" fmla="*/ 674476 h 677195"/>
                  <a:gd name="connsiteX63" fmla="*/ 125105 w 462342"/>
                  <a:gd name="connsiteY63" fmla="*/ 677195 h 677195"/>
                  <a:gd name="connsiteX64" fmla="*/ 106067 w 462342"/>
                  <a:gd name="connsiteY64" fmla="*/ 671756 h 677195"/>
                  <a:gd name="connsiteX65" fmla="*/ 87029 w 462342"/>
                  <a:gd name="connsiteY65" fmla="*/ 658158 h 677195"/>
                  <a:gd name="connsiteX66" fmla="*/ 81590 w 462342"/>
                  <a:gd name="connsiteY66" fmla="*/ 652718 h 677195"/>
                  <a:gd name="connsiteX67" fmla="*/ 67992 w 462342"/>
                  <a:gd name="connsiteY67" fmla="*/ 652718 h 677195"/>
                  <a:gd name="connsiteX68" fmla="*/ 43515 w 462342"/>
                  <a:gd name="connsiteY68" fmla="*/ 652718 h 677195"/>
                  <a:gd name="connsiteX69" fmla="*/ 16318 w 462342"/>
                  <a:gd name="connsiteY69" fmla="*/ 647279 h 677195"/>
                  <a:gd name="connsiteX70" fmla="*/ 0 w 462342"/>
                  <a:gd name="connsiteY70" fmla="*/ 630961 h 677195"/>
                  <a:gd name="connsiteX71" fmla="*/ 5439 w 462342"/>
                  <a:gd name="connsiteY71" fmla="*/ 620083 h 677195"/>
                  <a:gd name="connsiteX72" fmla="*/ 27197 w 462342"/>
                  <a:gd name="connsiteY72" fmla="*/ 611924 h 677195"/>
                  <a:gd name="connsiteX73" fmla="*/ 65272 w 462342"/>
                  <a:gd name="connsiteY73" fmla="*/ 609204 h 677195"/>
                  <a:gd name="connsiteX74" fmla="*/ 65272 w 462342"/>
                  <a:gd name="connsiteY74" fmla="*/ 584727 h 677195"/>
                  <a:gd name="connsiteX75" fmla="*/ 62552 w 462342"/>
                  <a:gd name="connsiteY75" fmla="*/ 456903 h 677195"/>
                  <a:gd name="connsiteX76" fmla="*/ 65272 w 462342"/>
                  <a:gd name="connsiteY76" fmla="*/ 337238 h 677195"/>
                  <a:gd name="connsiteX77" fmla="*/ 67992 w 462342"/>
                  <a:gd name="connsiteY77" fmla="*/ 203975 h 677195"/>
                  <a:gd name="connsiteX78" fmla="*/ 70712 w 462342"/>
                  <a:gd name="connsiteY78" fmla="*/ 119665 h 677195"/>
                  <a:gd name="connsiteX79" fmla="*/ 73431 w 462342"/>
                  <a:gd name="connsiteY79" fmla="*/ 67992 h 677195"/>
                  <a:gd name="connsiteX80" fmla="*/ 67992 w 462342"/>
                  <a:gd name="connsiteY80" fmla="*/ 67992 h 677195"/>
                  <a:gd name="connsiteX81" fmla="*/ 43515 w 462342"/>
                  <a:gd name="connsiteY81" fmla="*/ 67992 h 677195"/>
                  <a:gd name="connsiteX82" fmla="*/ 16318 w 462342"/>
                  <a:gd name="connsiteY82" fmla="*/ 62552 h 677195"/>
                  <a:gd name="connsiteX83" fmla="*/ 0 w 462342"/>
                  <a:gd name="connsiteY83" fmla="*/ 46234 h 677195"/>
                  <a:gd name="connsiteX84" fmla="*/ 5439 w 462342"/>
                  <a:gd name="connsiteY84" fmla="*/ 35356 h 677195"/>
                  <a:gd name="connsiteX85" fmla="*/ 27197 w 462342"/>
                  <a:gd name="connsiteY85" fmla="*/ 27197 h 677195"/>
                  <a:gd name="connsiteX86" fmla="*/ 76151 w 462342"/>
                  <a:gd name="connsiteY86" fmla="*/ 21758 h 677195"/>
                  <a:gd name="connsiteX87" fmla="*/ 81590 w 462342"/>
                  <a:gd name="connsiteY87" fmla="*/ 13598 h 677195"/>
                  <a:gd name="connsiteX88" fmla="*/ 97908 w 462342"/>
                  <a:gd name="connsiteY88" fmla="*/ 5439 h 677195"/>
                  <a:gd name="connsiteX89" fmla="*/ 114226 w 462342"/>
                  <a:gd name="connsiteY89" fmla="*/ 0 h 6771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</a:cxnLst>
                <a:rect l="l" t="t" r="r" b="b"/>
                <a:pathLst>
                  <a:path w="462342" h="677195">
                    <a:moveTo>
                      <a:pt x="214853" y="65272"/>
                    </a:moveTo>
                    <a:cubicBezTo>
                      <a:pt x="203975" y="65272"/>
                      <a:pt x="195815" y="67992"/>
                      <a:pt x="195815" y="73431"/>
                    </a:cubicBezTo>
                    <a:cubicBezTo>
                      <a:pt x="193096" y="78870"/>
                      <a:pt x="193096" y="100628"/>
                      <a:pt x="193096" y="125105"/>
                    </a:cubicBezTo>
                    <a:cubicBezTo>
                      <a:pt x="193096" y="182217"/>
                      <a:pt x="193096" y="266527"/>
                      <a:pt x="190376" y="280125"/>
                    </a:cubicBezTo>
                    <a:cubicBezTo>
                      <a:pt x="190376" y="288284"/>
                      <a:pt x="190376" y="293723"/>
                      <a:pt x="190376" y="301882"/>
                    </a:cubicBezTo>
                    <a:cubicBezTo>
                      <a:pt x="190376" y="315480"/>
                      <a:pt x="190376" y="329079"/>
                      <a:pt x="193096" y="342677"/>
                    </a:cubicBezTo>
                    <a:cubicBezTo>
                      <a:pt x="193096" y="361715"/>
                      <a:pt x="193096" y="378033"/>
                      <a:pt x="195815" y="397070"/>
                    </a:cubicBezTo>
                    <a:cubicBezTo>
                      <a:pt x="195815" y="413388"/>
                      <a:pt x="195815" y="426986"/>
                      <a:pt x="195815" y="443304"/>
                    </a:cubicBezTo>
                    <a:cubicBezTo>
                      <a:pt x="195815" y="465061"/>
                      <a:pt x="198535" y="508576"/>
                      <a:pt x="195815" y="530333"/>
                    </a:cubicBezTo>
                    <a:cubicBezTo>
                      <a:pt x="195815" y="538492"/>
                      <a:pt x="193096" y="546651"/>
                      <a:pt x="193096" y="554810"/>
                    </a:cubicBezTo>
                    <a:cubicBezTo>
                      <a:pt x="193096" y="560249"/>
                      <a:pt x="190376" y="590166"/>
                      <a:pt x="190376" y="603764"/>
                    </a:cubicBezTo>
                    <a:cubicBezTo>
                      <a:pt x="190376" y="609203"/>
                      <a:pt x="190376" y="611923"/>
                      <a:pt x="198535" y="611923"/>
                    </a:cubicBezTo>
                    <a:cubicBezTo>
                      <a:pt x="206694" y="611923"/>
                      <a:pt x="209414" y="611923"/>
                      <a:pt x="214853" y="611923"/>
                    </a:cubicBezTo>
                    <a:cubicBezTo>
                      <a:pt x="223012" y="611923"/>
                      <a:pt x="220293" y="611923"/>
                      <a:pt x="236610" y="611923"/>
                    </a:cubicBezTo>
                    <a:cubicBezTo>
                      <a:pt x="242050" y="611923"/>
                      <a:pt x="258368" y="601044"/>
                      <a:pt x="263807" y="598325"/>
                    </a:cubicBezTo>
                    <a:cubicBezTo>
                      <a:pt x="266527" y="598325"/>
                      <a:pt x="274686" y="592885"/>
                      <a:pt x="277405" y="592885"/>
                    </a:cubicBezTo>
                    <a:cubicBezTo>
                      <a:pt x="285564" y="587446"/>
                      <a:pt x="288284" y="579287"/>
                      <a:pt x="291004" y="573848"/>
                    </a:cubicBezTo>
                    <a:cubicBezTo>
                      <a:pt x="296443" y="562969"/>
                      <a:pt x="301882" y="554810"/>
                      <a:pt x="307322" y="543931"/>
                    </a:cubicBezTo>
                    <a:cubicBezTo>
                      <a:pt x="315481" y="524894"/>
                      <a:pt x="320920" y="524894"/>
                      <a:pt x="326359" y="481379"/>
                    </a:cubicBezTo>
                    <a:cubicBezTo>
                      <a:pt x="329079" y="456903"/>
                      <a:pt x="334518" y="435145"/>
                      <a:pt x="337238" y="413388"/>
                    </a:cubicBezTo>
                    <a:cubicBezTo>
                      <a:pt x="337238" y="391631"/>
                      <a:pt x="337238" y="369873"/>
                      <a:pt x="337238" y="350836"/>
                    </a:cubicBezTo>
                    <a:cubicBezTo>
                      <a:pt x="337238" y="339957"/>
                      <a:pt x="337238" y="320920"/>
                      <a:pt x="334518" y="296443"/>
                    </a:cubicBezTo>
                    <a:cubicBezTo>
                      <a:pt x="331798" y="269246"/>
                      <a:pt x="329079" y="250209"/>
                      <a:pt x="329079" y="244769"/>
                    </a:cubicBezTo>
                    <a:cubicBezTo>
                      <a:pt x="323640" y="206694"/>
                      <a:pt x="318200" y="174058"/>
                      <a:pt x="307322" y="135983"/>
                    </a:cubicBezTo>
                    <a:cubicBezTo>
                      <a:pt x="304602" y="125105"/>
                      <a:pt x="304602" y="108787"/>
                      <a:pt x="271966" y="78870"/>
                    </a:cubicBezTo>
                    <a:cubicBezTo>
                      <a:pt x="263807" y="73431"/>
                      <a:pt x="233891" y="65272"/>
                      <a:pt x="214853" y="65272"/>
                    </a:cubicBezTo>
                    <a:close/>
                    <a:moveTo>
                      <a:pt x="114226" y="0"/>
                    </a:moveTo>
                    <a:cubicBezTo>
                      <a:pt x="119665" y="0"/>
                      <a:pt x="125105" y="0"/>
                      <a:pt x="127824" y="0"/>
                    </a:cubicBezTo>
                    <a:cubicBezTo>
                      <a:pt x="133264" y="0"/>
                      <a:pt x="141422" y="0"/>
                      <a:pt x="146862" y="2720"/>
                    </a:cubicBezTo>
                    <a:cubicBezTo>
                      <a:pt x="157741" y="5439"/>
                      <a:pt x="165900" y="13598"/>
                      <a:pt x="174059" y="21758"/>
                    </a:cubicBezTo>
                    <a:cubicBezTo>
                      <a:pt x="179498" y="21758"/>
                      <a:pt x="187657" y="21758"/>
                      <a:pt x="193096" y="21758"/>
                    </a:cubicBezTo>
                    <a:cubicBezTo>
                      <a:pt x="212134" y="21758"/>
                      <a:pt x="228452" y="27197"/>
                      <a:pt x="261088" y="27197"/>
                    </a:cubicBezTo>
                    <a:cubicBezTo>
                      <a:pt x="277405" y="27197"/>
                      <a:pt x="293723" y="35356"/>
                      <a:pt x="310042" y="35356"/>
                    </a:cubicBezTo>
                    <a:cubicBezTo>
                      <a:pt x="318200" y="35356"/>
                      <a:pt x="329079" y="35356"/>
                      <a:pt x="334518" y="40795"/>
                    </a:cubicBezTo>
                    <a:cubicBezTo>
                      <a:pt x="342677" y="46234"/>
                      <a:pt x="348117" y="54393"/>
                      <a:pt x="356276" y="59833"/>
                    </a:cubicBezTo>
                    <a:cubicBezTo>
                      <a:pt x="361715" y="65272"/>
                      <a:pt x="369874" y="67992"/>
                      <a:pt x="372593" y="76151"/>
                    </a:cubicBezTo>
                    <a:cubicBezTo>
                      <a:pt x="375313" y="81590"/>
                      <a:pt x="378033" y="89749"/>
                      <a:pt x="380752" y="95188"/>
                    </a:cubicBezTo>
                    <a:cubicBezTo>
                      <a:pt x="386192" y="103347"/>
                      <a:pt x="391631" y="106067"/>
                      <a:pt x="405230" y="114226"/>
                    </a:cubicBezTo>
                    <a:cubicBezTo>
                      <a:pt x="413388" y="119665"/>
                      <a:pt x="410669" y="133263"/>
                      <a:pt x="416108" y="141422"/>
                    </a:cubicBezTo>
                    <a:cubicBezTo>
                      <a:pt x="426987" y="160461"/>
                      <a:pt x="446025" y="182218"/>
                      <a:pt x="451464" y="201256"/>
                    </a:cubicBezTo>
                    <a:cubicBezTo>
                      <a:pt x="456903" y="220293"/>
                      <a:pt x="456903" y="236611"/>
                      <a:pt x="456903" y="252929"/>
                    </a:cubicBezTo>
                    <a:cubicBezTo>
                      <a:pt x="456903" y="266527"/>
                      <a:pt x="456903" y="277406"/>
                      <a:pt x="456903" y="291004"/>
                    </a:cubicBezTo>
                    <a:cubicBezTo>
                      <a:pt x="456903" y="299163"/>
                      <a:pt x="456903" y="307322"/>
                      <a:pt x="459623" y="318201"/>
                    </a:cubicBezTo>
                    <a:cubicBezTo>
                      <a:pt x="459623" y="320921"/>
                      <a:pt x="459623" y="323640"/>
                      <a:pt x="459623" y="326360"/>
                    </a:cubicBezTo>
                    <a:cubicBezTo>
                      <a:pt x="462342" y="331799"/>
                      <a:pt x="459623" y="337238"/>
                      <a:pt x="459623" y="348117"/>
                    </a:cubicBezTo>
                    <a:cubicBezTo>
                      <a:pt x="459623" y="350837"/>
                      <a:pt x="462342" y="361715"/>
                      <a:pt x="462342" y="367155"/>
                    </a:cubicBezTo>
                    <a:cubicBezTo>
                      <a:pt x="462342" y="375314"/>
                      <a:pt x="456903" y="383473"/>
                      <a:pt x="456903" y="391632"/>
                    </a:cubicBezTo>
                    <a:cubicBezTo>
                      <a:pt x="456903" y="399790"/>
                      <a:pt x="456903" y="410669"/>
                      <a:pt x="456903" y="418828"/>
                    </a:cubicBezTo>
                    <a:cubicBezTo>
                      <a:pt x="456903" y="421548"/>
                      <a:pt x="454183" y="429707"/>
                      <a:pt x="451464" y="437866"/>
                    </a:cubicBezTo>
                    <a:cubicBezTo>
                      <a:pt x="448744" y="443305"/>
                      <a:pt x="448744" y="451464"/>
                      <a:pt x="446025" y="454184"/>
                    </a:cubicBezTo>
                    <a:cubicBezTo>
                      <a:pt x="443305" y="462343"/>
                      <a:pt x="440585" y="473221"/>
                      <a:pt x="440585" y="481380"/>
                    </a:cubicBezTo>
                    <a:cubicBezTo>
                      <a:pt x="437865" y="489539"/>
                      <a:pt x="437865" y="500418"/>
                      <a:pt x="432426" y="508577"/>
                    </a:cubicBezTo>
                    <a:cubicBezTo>
                      <a:pt x="429706" y="516736"/>
                      <a:pt x="424267" y="522175"/>
                      <a:pt x="418828" y="530334"/>
                    </a:cubicBezTo>
                    <a:cubicBezTo>
                      <a:pt x="416108" y="535773"/>
                      <a:pt x="413388" y="543932"/>
                      <a:pt x="410669" y="549371"/>
                    </a:cubicBezTo>
                    <a:cubicBezTo>
                      <a:pt x="405230" y="557531"/>
                      <a:pt x="397071" y="573848"/>
                      <a:pt x="391631" y="579288"/>
                    </a:cubicBezTo>
                    <a:cubicBezTo>
                      <a:pt x="369874" y="609204"/>
                      <a:pt x="350836" y="620083"/>
                      <a:pt x="337238" y="630961"/>
                    </a:cubicBezTo>
                    <a:cubicBezTo>
                      <a:pt x="326359" y="639120"/>
                      <a:pt x="315481" y="641840"/>
                      <a:pt x="301883" y="647279"/>
                    </a:cubicBezTo>
                    <a:cubicBezTo>
                      <a:pt x="291004" y="649999"/>
                      <a:pt x="277405" y="652718"/>
                      <a:pt x="263807" y="652718"/>
                    </a:cubicBezTo>
                    <a:cubicBezTo>
                      <a:pt x="252929" y="652718"/>
                      <a:pt x="244770" y="649999"/>
                      <a:pt x="233891" y="649999"/>
                    </a:cubicBezTo>
                    <a:cubicBezTo>
                      <a:pt x="206694" y="649999"/>
                      <a:pt x="217573" y="652718"/>
                      <a:pt x="187657" y="652718"/>
                    </a:cubicBezTo>
                    <a:cubicBezTo>
                      <a:pt x="184937" y="660877"/>
                      <a:pt x="179498" y="666317"/>
                      <a:pt x="171339" y="669036"/>
                    </a:cubicBezTo>
                    <a:cubicBezTo>
                      <a:pt x="165900" y="671756"/>
                      <a:pt x="160460" y="671756"/>
                      <a:pt x="155021" y="671756"/>
                    </a:cubicBezTo>
                    <a:cubicBezTo>
                      <a:pt x="149581" y="671756"/>
                      <a:pt x="144142" y="674476"/>
                      <a:pt x="138703" y="674476"/>
                    </a:cubicBezTo>
                    <a:cubicBezTo>
                      <a:pt x="135983" y="674476"/>
                      <a:pt x="127824" y="677195"/>
                      <a:pt x="125105" y="677195"/>
                    </a:cubicBezTo>
                    <a:cubicBezTo>
                      <a:pt x="116946" y="677195"/>
                      <a:pt x="108787" y="671756"/>
                      <a:pt x="106067" y="671756"/>
                    </a:cubicBezTo>
                    <a:cubicBezTo>
                      <a:pt x="100628" y="669036"/>
                      <a:pt x="95188" y="663597"/>
                      <a:pt x="87029" y="658158"/>
                    </a:cubicBezTo>
                    <a:cubicBezTo>
                      <a:pt x="84310" y="655438"/>
                      <a:pt x="81590" y="655438"/>
                      <a:pt x="81590" y="652718"/>
                    </a:cubicBezTo>
                    <a:cubicBezTo>
                      <a:pt x="73431" y="652718"/>
                      <a:pt x="81590" y="652718"/>
                      <a:pt x="67992" y="652718"/>
                    </a:cubicBezTo>
                    <a:cubicBezTo>
                      <a:pt x="59833" y="652718"/>
                      <a:pt x="51674" y="652718"/>
                      <a:pt x="43515" y="652718"/>
                    </a:cubicBezTo>
                    <a:cubicBezTo>
                      <a:pt x="35356" y="652718"/>
                      <a:pt x="24477" y="652718"/>
                      <a:pt x="16318" y="647279"/>
                    </a:cubicBezTo>
                    <a:cubicBezTo>
                      <a:pt x="8159" y="644559"/>
                      <a:pt x="0" y="636401"/>
                      <a:pt x="0" y="630961"/>
                    </a:cubicBezTo>
                    <a:cubicBezTo>
                      <a:pt x="0" y="625522"/>
                      <a:pt x="0" y="622802"/>
                      <a:pt x="5439" y="620083"/>
                    </a:cubicBezTo>
                    <a:cubicBezTo>
                      <a:pt x="10879" y="617363"/>
                      <a:pt x="21758" y="614643"/>
                      <a:pt x="27197" y="611924"/>
                    </a:cubicBezTo>
                    <a:cubicBezTo>
                      <a:pt x="38076" y="609204"/>
                      <a:pt x="54393" y="609204"/>
                      <a:pt x="65272" y="609204"/>
                    </a:cubicBezTo>
                    <a:cubicBezTo>
                      <a:pt x="65272" y="601045"/>
                      <a:pt x="65272" y="592886"/>
                      <a:pt x="65272" y="584727"/>
                    </a:cubicBezTo>
                    <a:cubicBezTo>
                      <a:pt x="65272" y="541213"/>
                      <a:pt x="62552" y="500418"/>
                      <a:pt x="62552" y="456903"/>
                    </a:cubicBezTo>
                    <a:cubicBezTo>
                      <a:pt x="62552" y="440585"/>
                      <a:pt x="65272" y="397071"/>
                      <a:pt x="65272" y="337238"/>
                    </a:cubicBezTo>
                    <a:cubicBezTo>
                      <a:pt x="65272" y="293724"/>
                      <a:pt x="67992" y="247490"/>
                      <a:pt x="67992" y="203975"/>
                    </a:cubicBezTo>
                    <a:cubicBezTo>
                      <a:pt x="67992" y="179498"/>
                      <a:pt x="67992" y="149582"/>
                      <a:pt x="70712" y="119665"/>
                    </a:cubicBezTo>
                    <a:cubicBezTo>
                      <a:pt x="70712" y="103347"/>
                      <a:pt x="73431" y="84309"/>
                      <a:pt x="73431" y="67992"/>
                    </a:cubicBezTo>
                    <a:cubicBezTo>
                      <a:pt x="73431" y="67992"/>
                      <a:pt x="70712" y="67992"/>
                      <a:pt x="67992" y="67992"/>
                    </a:cubicBezTo>
                    <a:cubicBezTo>
                      <a:pt x="59833" y="67992"/>
                      <a:pt x="51674" y="67992"/>
                      <a:pt x="43515" y="67992"/>
                    </a:cubicBezTo>
                    <a:cubicBezTo>
                      <a:pt x="35356" y="67992"/>
                      <a:pt x="24477" y="67992"/>
                      <a:pt x="16318" y="62552"/>
                    </a:cubicBezTo>
                    <a:cubicBezTo>
                      <a:pt x="8159" y="59833"/>
                      <a:pt x="0" y="51674"/>
                      <a:pt x="0" y="46234"/>
                    </a:cubicBezTo>
                    <a:cubicBezTo>
                      <a:pt x="0" y="43515"/>
                      <a:pt x="0" y="38075"/>
                      <a:pt x="5439" y="35356"/>
                    </a:cubicBezTo>
                    <a:cubicBezTo>
                      <a:pt x="10879" y="32636"/>
                      <a:pt x="21758" y="29916"/>
                      <a:pt x="27197" y="27197"/>
                    </a:cubicBezTo>
                    <a:cubicBezTo>
                      <a:pt x="46234" y="24477"/>
                      <a:pt x="65272" y="21758"/>
                      <a:pt x="76151" y="21758"/>
                    </a:cubicBezTo>
                    <a:cubicBezTo>
                      <a:pt x="76151" y="19038"/>
                      <a:pt x="78871" y="16318"/>
                      <a:pt x="81590" y="13598"/>
                    </a:cubicBezTo>
                    <a:cubicBezTo>
                      <a:pt x="84310" y="10879"/>
                      <a:pt x="92469" y="5439"/>
                      <a:pt x="97908" y="5439"/>
                    </a:cubicBezTo>
                    <a:cubicBezTo>
                      <a:pt x="103347" y="2720"/>
                      <a:pt x="108787" y="0"/>
                      <a:pt x="114226" y="0"/>
                    </a:cubicBezTo>
                    <a:close/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4" name="Freeform: Shape 47">
                <a:extLst>
                  <a:ext uri="{FF2B5EF4-FFF2-40B4-BE49-F238E27FC236}">
                    <a16:creationId xmlns:a16="http://schemas.microsoft.com/office/drawing/2014/main" id="{385C219A-663D-2E4F-AC32-EA119AB20906}"/>
                  </a:ext>
                </a:extLst>
              </p:cNvPr>
              <p:cNvSpPr/>
              <p:nvPr/>
            </p:nvSpPr>
            <p:spPr>
              <a:xfrm>
                <a:off x="7310622" y="4197597"/>
                <a:ext cx="489539" cy="761503"/>
              </a:xfrm>
              <a:custGeom>
                <a:avLst/>
                <a:gdLst>
                  <a:gd name="connsiteX0" fmla="*/ 433491 w 489538"/>
                  <a:gd name="connsiteY0" fmla="*/ 651063 h 761503"/>
                  <a:gd name="connsiteX1" fmla="*/ 438930 w 489538"/>
                  <a:gd name="connsiteY1" fmla="*/ 661942 h 761503"/>
                  <a:gd name="connsiteX2" fmla="*/ 425332 w 489538"/>
                  <a:gd name="connsiteY2" fmla="*/ 683699 h 761503"/>
                  <a:gd name="connsiteX3" fmla="*/ 400855 w 489538"/>
                  <a:gd name="connsiteY3" fmla="*/ 691858 h 761503"/>
                  <a:gd name="connsiteX4" fmla="*/ 343742 w 489538"/>
                  <a:gd name="connsiteY4" fmla="*/ 700017 h 761503"/>
                  <a:gd name="connsiteX5" fmla="*/ 316546 w 489538"/>
                  <a:gd name="connsiteY5" fmla="*/ 705456 h 761503"/>
                  <a:gd name="connsiteX6" fmla="*/ 275751 w 489538"/>
                  <a:gd name="connsiteY6" fmla="*/ 705456 h 761503"/>
                  <a:gd name="connsiteX7" fmla="*/ 264872 w 489538"/>
                  <a:gd name="connsiteY7" fmla="*/ 708176 h 761503"/>
                  <a:gd name="connsiteX8" fmla="*/ 253994 w 489538"/>
                  <a:gd name="connsiteY8" fmla="*/ 708176 h 761503"/>
                  <a:gd name="connsiteX9" fmla="*/ 240395 w 489538"/>
                  <a:gd name="connsiteY9" fmla="*/ 719054 h 761503"/>
                  <a:gd name="connsiteX10" fmla="*/ 224077 w 489538"/>
                  <a:gd name="connsiteY10" fmla="*/ 721774 h 761503"/>
                  <a:gd name="connsiteX11" fmla="*/ 205040 w 489538"/>
                  <a:gd name="connsiteY11" fmla="*/ 724494 h 761503"/>
                  <a:gd name="connsiteX12" fmla="*/ 191441 w 489538"/>
                  <a:gd name="connsiteY12" fmla="*/ 727213 h 761503"/>
                  <a:gd name="connsiteX13" fmla="*/ 169684 w 489538"/>
                  <a:gd name="connsiteY13" fmla="*/ 721774 h 761503"/>
                  <a:gd name="connsiteX14" fmla="*/ 150646 w 489538"/>
                  <a:gd name="connsiteY14" fmla="*/ 708176 h 761503"/>
                  <a:gd name="connsiteX15" fmla="*/ 139768 w 489538"/>
                  <a:gd name="connsiteY15" fmla="*/ 708176 h 761503"/>
                  <a:gd name="connsiteX16" fmla="*/ 120730 w 489538"/>
                  <a:gd name="connsiteY16" fmla="*/ 708176 h 761503"/>
                  <a:gd name="connsiteX17" fmla="*/ 98973 w 489538"/>
                  <a:gd name="connsiteY17" fmla="*/ 708176 h 761503"/>
                  <a:gd name="connsiteX18" fmla="*/ 74496 w 489538"/>
                  <a:gd name="connsiteY18" fmla="*/ 702736 h 761503"/>
                  <a:gd name="connsiteX19" fmla="*/ 58178 w 489538"/>
                  <a:gd name="connsiteY19" fmla="*/ 683699 h 761503"/>
                  <a:gd name="connsiteX20" fmla="*/ 63617 w 489538"/>
                  <a:gd name="connsiteY20" fmla="*/ 675540 h 761503"/>
                  <a:gd name="connsiteX21" fmla="*/ 85375 w 489538"/>
                  <a:gd name="connsiteY21" fmla="*/ 667381 h 761503"/>
                  <a:gd name="connsiteX22" fmla="*/ 128889 w 489538"/>
                  <a:gd name="connsiteY22" fmla="*/ 661942 h 761503"/>
                  <a:gd name="connsiteX23" fmla="*/ 128889 w 489538"/>
                  <a:gd name="connsiteY23" fmla="*/ 602109 h 761503"/>
                  <a:gd name="connsiteX24" fmla="*/ 126170 w 489538"/>
                  <a:gd name="connsiteY24" fmla="*/ 523239 h 761503"/>
                  <a:gd name="connsiteX25" fmla="*/ 126170 w 489538"/>
                  <a:gd name="connsiteY25" fmla="*/ 468846 h 761503"/>
                  <a:gd name="connsiteX26" fmla="*/ 123450 w 489538"/>
                  <a:gd name="connsiteY26" fmla="*/ 409014 h 761503"/>
                  <a:gd name="connsiteX27" fmla="*/ 123450 w 489538"/>
                  <a:gd name="connsiteY27" fmla="*/ 384537 h 761503"/>
                  <a:gd name="connsiteX28" fmla="*/ 126170 w 489538"/>
                  <a:gd name="connsiteY28" fmla="*/ 349181 h 761503"/>
                  <a:gd name="connsiteX29" fmla="*/ 126170 w 489538"/>
                  <a:gd name="connsiteY29" fmla="*/ 324704 h 761503"/>
                  <a:gd name="connsiteX30" fmla="*/ 128889 w 489538"/>
                  <a:gd name="connsiteY30" fmla="*/ 292068 h 761503"/>
                  <a:gd name="connsiteX31" fmla="*/ 134329 w 489538"/>
                  <a:gd name="connsiteY31" fmla="*/ 234956 h 761503"/>
                  <a:gd name="connsiteX32" fmla="*/ 134329 w 489538"/>
                  <a:gd name="connsiteY32" fmla="*/ 172404 h 761503"/>
                  <a:gd name="connsiteX33" fmla="*/ 137048 w 489538"/>
                  <a:gd name="connsiteY33" fmla="*/ 123450 h 761503"/>
                  <a:gd name="connsiteX34" fmla="*/ 123450 w 489538"/>
                  <a:gd name="connsiteY34" fmla="*/ 123450 h 761503"/>
                  <a:gd name="connsiteX35" fmla="*/ 101693 w 489538"/>
                  <a:gd name="connsiteY35" fmla="*/ 123450 h 761503"/>
                  <a:gd name="connsiteX36" fmla="*/ 77216 w 489538"/>
                  <a:gd name="connsiteY36" fmla="*/ 118011 h 761503"/>
                  <a:gd name="connsiteX37" fmla="*/ 60898 w 489538"/>
                  <a:gd name="connsiteY37" fmla="*/ 98973 h 761503"/>
                  <a:gd name="connsiteX38" fmla="*/ 66337 w 489538"/>
                  <a:gd name="connsiteY38" fmla="*/ 90814 h 761503"/>
                  <a:gd name="connsiteX39" fmla="*/ 88094 w 489538"/>
                  <a:gd name="connsiteY39" fmla="*/ 82655 h 761503"/>
                  <a:gd name="connsiteX40" fmla="*/ 145207 w 489538"/>
                  <a:gd name="connsiteY40" fmla="*/ 77216 h 761503"/>
                  <a:gd name="connsiteX41" fmla="*/ 145207 w 489538"/>
                  <a:gd name="connsiteY41" fmla="*/ 77216 h 761503"/>
                  <a:gd name="connsiteX42" fmla="*/ 153366 w 489538"/>
                  <a:gd name="connsiteY42" fmla="*/ 69057 h 761503"/>
                  <a:gd name="connsiteX43" fmla="*/ 177843 w 489538"/>
                  <a:gd name="connsiteY43" fmla="*/ 60898 h 761503"/>
                  <a:gd name="connsiteX44" fmla="*/ 196881 w 489538"/>
                  <a:gd name="connsiteY44" fmla="*/ 58178 h 761503"/>
                  <a:gd name="connsiteX45" fmla="*/ 205040 w 489538"/>
                  <a:gd name="connsiteY45" fmla="*/ 58178 h 761503"/>
                  <a:gd name="connsiteX46" fmla="*/ 215919 w 489538"/>
                  <a:gd name="connsiteY46" fmla="*/ 63617 h 761503"/>
                  <a:gd name="connsiteX47" fmla="*/ 229517 w 489538"/>
                  <a:gd name="connsiteY47" fmla="*/ 69057 h 761503"/>
                  <a:gd name="connsiteX48" fmla="*/ 256713 w 489538"/>
                  <a:gd name="connsiteY48" fmla="*/ 77216 h 761503"/>
                  <a:gd name="connsiteX49" fmla="*/ 264872 w 489538"/>
                  <a:gd name="connsiteY49" fmla="*/ 77216 h 761503"/>
                  <a:gd name="connsiteX50" fmla="*/ 281190 w 489538"/>
                  <a:gd name="connsiteY50" fmla="*/ 77216 h 761503"/>
                  <a:gd name="connsiteX51" fmla="*/ 330144 w 489538"/>
                  <a:gd name="connsiteY51" fmla="*/ 77216 h 761503"/>
                  <a:gd name="connsiteX52" fmla="*/ 357341 w 489538"/>
                  <a:gd name="connsiteY52" fmla="*/ 79935 h 761503"/>
                  <a:gd name="connsiteX53" fmla="*/ 387257 w 489538"/>
                  <a:gd name="connsiteY53" fmla="*/ 82655 h 761503"/>
                  <a:gd name="connsiteX54" fmla="*/ 406295 w 489538"/>
                  <a:gd name="connsiteY54" fmla="*/ 85375 h 761503"/>
                  <a:gd name="connsiteX55" fmla="*/ 417173 w 489538"/>
                  <a:gd name="connsiteY55" fmla="*/ 79935 h 761503"/>
                  <a:gd name="connsiteX56" fmla="*/ 425332 w 489538"/>
                  <a:gd name="connsiteY56" fmla="*/ 85375 h 761503"/>
                  <a:gd name="connsiteX57" fmla="*/ 433491 w 489538"/>
                  <a:gd name="connsiteY57" fmla="*/ 104412 h 761503"/>
                  <a:gd name="connsiteX58" fmla="*/ 436211 w 489538"/>
                  <a:gd name="connsiteY58" fmla="*/ 137048 h 761503"/>
                  <a:gd name="connsiteX59" fmla="*/ 438930 w 489538"/>
                  <a:gd name="connsiteY59" fmla="*/ 183282 h 761503"/>
                  <a:gd name="connsiteX60" fmla="*/ 422612 w 489538"/>
                  <a:gd name="connsiteY60" fmla="*/ 218638 h 761503"/>
                  <a:gd name="connsiteX61" fmla="*/ 406295 w 489538"/>
                  <a:gd name="connsiteY61" fmla="*/ 213198 h 761503"/>
                  <a:gd name="connsiteX62" fmla="*/ 398136 w 489538"/>
                  <a:gd name="connsiteY62" fmla="*/ 196881 h 761503"/>
                  <a:gd name="connsiteX63" fmla="*/ 395416 w 489538"/>
                  <a:gd name="connsiteY63" fmla="*/ 175123 h 761503"/>
                  <a:gd name="connsiteX64" fmla="*/ 395416 w 489538"/>
                  <a:gd name="connsiteY64" fmla="*/ 153366 h 761503"/>
                  <a:gd name="connsiteX65" fmla="*/ 395416 w 489538"/>
                  <a:gd name="connsiteY65" fmla="*/ 126170 h 761503"/>
                  <a:gd name="connsiteX66" fmla="*/ 370939 w 489538"/>
                  <a:gd name="connsiteY66" fmla="*/ 128889 h 761503"/>
                  <a:gd name="connsiteX67" fmla="*/ 338303 w 489538"/>
                  <a:gd name="connsiteY67" fmla="*/ 131609 h 761503"/>
                  <a:gd name="connsiteX68" fmla="*/ 286629 w 489538"/>
                  <a:gd name="connsiteY68" fmla="*/ 134328 h 761503"/>
                  <a:gd name="connsiteX69" fmla="*/ 273031 w 489538"/>
                  <a:gd name="connsiteY69" fmla="*/ 137048 h 761503"/>
                  <a:gd name="connsiteX70" fmla="*/ 262153 w 489538"/>
                  <a:gd name="connsiteY70" fmla="*/ 142487 h 761503"/>
                  <a:gd name="connsiteX71" fmla="*/ 259433 w 489538"/>
                  <a:gd name="connsiteY71" fmla="*/ 153366 h 761503"/>
                  <a:gd name="connsiteX72" fmla="*/ 262153 w 489538"/>
                  <a:gd name="connsiteY72" fmla="*/ 166964 h 761503"/>
                  <a:gd name="connsiteX73" fmla="*/ 262153 w 489538"/>
                  <a:gd name="connsiteY73" fmla="*/ 196881 h 761503"/>
                  <a:gd name="connsiteX74" fmla="*/ 262153 w 489538"/>
                  <a:gd name="connsiteY74" fmla="*/ 215918 h 761503"/>
                  <a:gd name="connsiteX75" fmla="*/ 262153 w 489538"/>
                  <a:gd name="connsiteY75" fmla="*/ 251274 h 761503"/>
                  <a:gd name="connsiteX76" fmla="*/ 259433 w 489538"/>
                  <a:gd name="connsiteY76" fmla="*/ 278470 h 761503"/>
                  <a:gd name="connsiteX77" fmla="*/ 259433 w 489538"/>
                  <a:gd name="connsiteY77" fmla="*/ 308386 h 761503"/>
                  <a:gd name="connsiteX78" fmla="*/ 259433 w 489538"/>
                  <a:gd name="connsiteY78" fmla="*/ 321985 h 761503"/>
                  <a:gd name="connsiteX79" fmla="*/ 259433 w 489538"/>
                  <a:gd name="connsiteY79" fmla="*/ 332863 h 761503"/>
                  <a:gd name="connsiteX80" fmla="*/ 267592 w 489538"/>
                  <a:gd name="connsiteY80" fmla="*/ 335583 h 761503"/>
                  <a:gd name="connsiteX81" fmla="*/ 281190 w 489538"/>
                  <a:gd name="connsiteY81" fmla="*/ 335583 h 761503"/>
                  <a:gd name="connsiteX82" fmla="*/ 327424 w 489538"/>
                  <a:gd name="connsiteY82" fmla="*/ 338303 h 761503"/>
                  <a:gd name="connsiteX83" fmla="*/ 351901 w 489538"/>
                  <a:gd name="connsiteY83" fmla="*/ 341022 h 761503"/>
                  <a:gd name="connsiteX84" fmla="*/ 351901 w 489538"/>
                  <a:gd name="connsiteY84" fmla="*/ 335583 h 761503"/>
                  <a:gd name="connsiteX85" fmla="*/ 351901 w 489538"/>
                  <a:gd name="connsiteY85" fmla="*/ 313826 h 761503"/>
                  <a:gd name="connsiteX86" fmla="*/ 357341 w 489538"/>
                  <a:gd name="connsiteY86" fmla="*/ 289349 h 761503"/>
                  <a:gd name="connsiteX87" fmla="*/ 373658 w 489538"/>
                  <a:gd name="connsiteY87" fmla="*/ 273031 h 761503"/>
                  <a:gd name="connsiteX88" fmla="*/ 381817 w 489538"/>
                  <a:gd name="connsiteY88" fmla="*/ 278470 h 761503"/>
                  <a:gd name="connsiteX89" fmla="*/ 389977 w 489538"/>
                  <a:gd name="connsiteY89" fmla="*/ 300228 h 761503"/>
                  <a:gd name="connsiteX90" fmla="*/ 395416 w 489538"/>
                  <a:gd name="connsiteY90" fmla="*/ 351901 h 761503"/>
                  <a:gd name="connsiteX91" fmla="*/ 398136 w 489538"/>
                  <a:gd name="connsiteY91" fmla="*/ 409014 h 761503"/>
                  <a:gd name="connsiteX92" fmla="*/ 381817 w 489538"/>
                  <a:gd name="connsiteY92" fmla="*/ 444369 h 761503"/>
                  <a:gd name="connsiteX93" fmla="*/ 365500 w 489538"/>
                  <a:gd name="connsiteY93" fmla="*/ 438930 h 761503"/>
                  <a:gd name="connsiteX94" fmla="*/ 357341 w 489538"/>
                  <a:gd name="connsiteY94" fmla="*/ 422612 h 761503"/>
                  <a:gd name="connsiteX95" fmla="*/ 354621 w 489538"/>
                  <a:gd name="connsiteY95" fmla="*/ 400855 h 761503"/>
                  <a:gd name="connsiteX96" fmla="*/ 354621 w 489538"/>
                  <a:gd name="connsiteY96" fmla="*/ 381817 h 761503"/>
                  <a:gd name="connsiteX97" fmla="*/ 270312 w 489538"/>
                  <a:gd name="connsiteY97" fmla="*/ 381817 h 761503"/>
                  <a:gd name="connsiteX98" fmla="*/ 256713 w 489538"/>
                  <a:gd name="connsiteY98" fmla="*/ 395415 h 761503"/>
                  <a:gd name="connsiteX99" fmla="*/ 253994 w 489538"/>
                  <a:gd name="connsiteY99" fmla="*/ 422612 h 761503"/>
                  <a:gd name="connsiteX100" fmla="*/ 253994 w 489538"/>
                  <a:gd name="connsiteY100" fmla="*/ 433490 h 761503"/>
                  <a:gd name="connsiteX101" fmla="*/ 253994 w 489538"/>
                  <a:gd name="connsiteY101" fmla="*/ 449809 h 761503"/>
                  <a:gd name="connsiteX102" fmla="*/ 256713 w 489538"/>
                  <a:gd name="connsiteY102" fmla="*/ 474285 h 761503"/>
                  <a:gd name="connsiteX103" fmla="*/ 256713 w 489538"/>
                  <a:gd name="connsiteY103" fmla="*/ 496043 h 761503"/>
                  <a:gd name="connsiteX104" fmla="*/ 259433 w 489538"/>
                  <a:gd name="connsiteY104" fmla="*/ 534118 h 761503"/>
                  <a:gd name="connsiteX105" fmla="*/ 259433 w 489538"/>
                  <a:gd name="connsiteY105" fmla="*/ 591231 h 761503"/>
                  <a:gd name="connsiteX106" fmla="*/ 262153 w 489538"/>
                  <a:gd name="connsiteY106" fmla="*/ 618427 h 761503"/>
                  <a:gd name="connsiteX107" fmla="*/ 267592 w 489538"/>
                  <a:gd name="connsiteY107" fmla="*/ 648343 h 761503"/>
                  <a:gd name="connsiteX108" fmla="*/ 292069 w 489538"/>
                  <a:gd name="connsiteY108" fmla="*/ 651063 h 761503"/>
                  <a:gd name="connsiteX109" fmla="*/ 327424 w 489538"/>
                  <a:gd name="connsiteY109" fmla="*/ 651063 h 761503"/>
                  <a:gd name="connsiteX110" fmla="*/ 362780 w 489538"/>
                  <a:gd name="connsiteY110" fmla="*/ 653783 h 761503"/>
                  <a:gd name="connsiteX111" fmla="*/ 395416 w 489538"/>
                  <a:gd name="connsiteY111" fmla="*/ 648343 h 761503"/>
                  <a:gd name="connsiteX112" fmla="*/ 395416 w 489538"/>
                  <a:gd name="connsiteY112" fmla="*/ 618427 h 761503"/>
                  <a:gd name="connsiteX113" fmla="*/ 395416 w 489538"/>
                  <a:gd name="connsiteY113" fmla="*/ 596670 h 761503"/>
                  <a:gd name="connsiteX114" fmla="*/ 398136 w 489538"/>
                  <a:gd name="connsiteY114" fmla="*/ 574913 h 761503"/>
                  <a:gd name="connsiteX115" fmla="*/ 406295 w 489538"/>
                  <a:gd name="connsiteY115" fmla="*/ 558595 h 761503"/>
                  <a:gd name="connsiteX116" fmla="*/ 422612 w 489538"/>
                  <a:gd name="connsiteY116" fmla="*/ 553155 h 761503"/>
                  <a:gd name="connsiteX117" fmla="*/ 438930 w 489538"/>
                  <a:gd name="connsiteY117" fmla="*/ 588511 h 761503"/>
                  <a:gd name="connsiteX118" fmla="*/ 436211 w 489538"/>
                  <a:gd name="connsiteY118" fmla="*/ 645624 h 761503"/>
                  <a:gd name="connsiteX119" fmla="*/ 433491 w 489538"/>
                  <a:gd name="connsiteY119" fmla="*/ 651063 h 761503"/>
                  <a:gd name="connsiteX120" fmla="*/ 433491 w 489538"/>
                  <a:gd name="connsiteY120" fmla="*/ 651063 h 761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</a:cxnLst>
                <a:rect l="l" t="t" r="r" b="b"/>
                <a:pathLst>
                  <a:path w="489538" h="761503">
                    <a:moveTo>
                      <a:pt x="433491" y="651063"/>
                    </a:moveTo>
                    <a:cubicBezTo>
                      <a:pt x="436211" y="653783"/>
                      <a:pt x="438930" y="656502"/>
                      <a:pt x="438930" y="661942"/>
                    </a:cubicBezTo>
                    <a:cubicBezTo>
                      <a:pt x="438930" y="670101"/>
                      <a:pt x="433491" y="678259"/>
                      <a:pt x="425332" y="683699"/>
                    </a:cubicBezTo>
                    <a:cubicBezTo>
                      <a:pt x="417173" y="689138"/>
                      <a:pt x="409014" y="689138"/>
                      <a:pt x="400855" y="691858"/>
                    </a:cubicBezTo>
                    <a:cubicBezTo>
                      <a:pt x="381817" y="694578"/>
                      <a:pt x="362780" y="694578"/>
                      <a:pt x="343742" y="700017"/>
                    </a:cubicBezTo>
                    <a:cubicBezTo>
                      <a:pt x="335583" y="702736"/>
                      <a:pt x="324705" y="702736"/>
                      <a:pt x="316546" y="705456"/>
                    </a:cubicBezTo>
                    <a:cubicBezTo>
                      <a:pt x="308387" y="705456"/>
                      <a:pt x="289349" y="705456"/>
                      <a:pt x="275751" y="705456"/>
                    </a:cubicBezTo>
                    <a:cubicBezTo>
                      <a:pt x="270312" y="705456"/>
                      <a:pt x="267592" y="708176"/>
                      <a:pt x="264872" y="708176"/>
                    </a:cubicBezTo>
                    <a:cubicBezTo>
                      <a:pt x="264872" y="708176"/>
                      <a:pt x="259433" y="708176"/>
                      <a:pt x="253994" y="708176"/>
                    </a:cubicBezTo>
                    <a:cubicBezTo>
                      <a:pt x="251274" y="713615"/>
                      <a:pt x="245835" y="716335"/>
                      <a:pt x="240395" y="719054"/>
                    </a:cubicBezTo>
                    <a:cubicBezTo>
                      <a:pt x="234956" y="721774"/>
                      <a:pt x="229517" y="721774"/>
                      <a:pt x="224077" y="721774"/>
                    </a:cubicBezTo>
                    <a:cubicBezTo>
                      <a:pt x="218638" y="721774"/>
                      <a:pt x="213199" y="724494"/>
                      <a:pt x="205040" y="724494"/>
                    </a:cubicBezTo>
                    <a:cubicBezTo>
                      <a:pt x="202320" y="724494"/>
                      <a:pt x="194161" y="727213"/>
                      <a:pt x="191441" y="727213"/>
                    </a:cubicBezTo>
                    <a:cubicBezTo>
                      <a:pt x="183282" y="727213"/>
                      <a:pt x="172404" y="721774"/>
                      <a:pt x="169684" y="721774"/>
                    </a:cubicBezTo>
                    <a:cubicBezTo>
                      <a:pt x="164245" y="719054"/>
                      <a:pt x="156086" y="713615"/>
                      <a:pt x="150646" y="708176"/>
                    </a:cubicBezTo>
                    <a:cubicBezTo>
                      <a:pt x="145207" y="708176"/>
                      <a:pt x="139768" y="708176"/>
                      <a:pt x="139768" y="708176"/>
                    </a:cubicBezTo>
                    <a:cubicBezTo>
                      <a:pt x="126170" y="708176"/>
                      <a:pt x="137048" y="708176"/>
                      <a:pt x="120730" y="708176"/>
                    </a:cubicBezTo>
                    <a:cubicBezTo>
                      <a:pt x="112571" y="708176"/>
                      <a:pt x="104412" y="708176"/>
                      <a:pt x="98973" y="708176"/>
                    </a:cubicBezTo>
                    <a:cubicBezTo>
                      <a:pt x="90814" y="708176"/>
                      <a:pt x="79936" y="708176"/>
                      <a:pt x="74496" y="702736"/>
                    </a:cubicBezTo>
                    <a:cubicBezTo>
                      <a:pt x="66337" y="700017"/>
                      <a:pt x="58178" y="689138"/>
                      <a:pt x="58178" y="683699"/>
                    </a:cubicBezTo>
                    <a:cubicBezTo>
                      <a:pt x="58178" y="680979"/>
                      <a:pt x="58178" y="678259"/>
                      <a:pt x="63617" y="675540"/>
                    </a:cubicBezTo>
                    <a:cubicBezTo>
                      <a:pt x="69057" y="672820"/>
                      <a:pt x="77216" y="670101"/>
                      <a:pt x="85375" y="667381"/>
                    </a:cubicBezTo>
                    <a:cubicBezTo>
                      <a:pt x="98973" y="664661"/>
                      <a:pt x="115291" y="664661"/>
                      <a:pt x="128889" y="661942"/>
                    </a:cubicBezTo>
                    <a:cubicBezTo>
                      <a:pt x="128889" y="645624"/>
                      <a:pt x="128889" y="623866"/>
                      <a:pt x="128889" y="602109"/>
                    </a:cubicBezTo>
                    <a:cubicBezTo>
                      <a:pt x="128889" y="566754"/>
                      <a:pt x="128889" y="531398"/>
                      <a:pt x="126170" y="523239"/>
                    </a:cubicBezTo>
                    <a:cubicBezTo>
                      <a:pt x="126170" y="517800"/>
                      <a:pt x="126170" y="487884"/>
                      <a:pt x="126170" y="468846"/>
                    </a:cubicBezTo>
                    <a:cubicBezTo>
                      <a:pt x="126170" y="449809"/>
                      <a:pt x="123450" y="430771"/>
                      <a:pt x="123450" y="409014"/>
                    </a:cubicBezTo>
                    <a:cubicBezTo>
                      <a:pt x="123450" y="400855"/>
                      <a:pt x="123450" y="392696"/>
                      <a:pt x="123450" y="384537"/>
                    </a:cubicBezTo>
                    <a:cubicBezTo>
                      <a:pt x="123450" y="373658"/>
                      <a:pt x="126170" y="360060"/>
                      <a:pt x="126170" y="349181"/>
                    </a:cubicBezTo>
                    <a:cubicBezTo>
                      <a:pt x="126170" y="341022"/>
                      <a:pt x="126170" y="332863"/>
                      <a:pt x="126170" y="324704"/>
                    </a:cubicBezTo>
                    <a:cubicBezTo>
                      <a:pt x="126170" y="313826"/>
                      <a:pt x="126170" y="302947"/>
                      <a:pt x="128889" y="292068"/>
                    </a:cubicBezTo>
                    <a:cubicBezTo>
                      <a:pt x="131609" y="273031"/>
                      <a:pt x="134329" y="253993"/>
                      <a:pt x="134329" y="234956"/>
                    </a:cubicBezTo>
                    <a:cubicBezTo>
                      <a:pt x="134329" y="213198"/>
                      <a:pt x="134329" y="191441"/>
                      <a:pt x="134329" y="172404"/>
                    </a:cubicBezTo>
                    <a:cubicBezTo>
                      <a:pt x="134329" y="156086"/>
                      <a:pt x="134329" y="139768"/>
                      <a:pt x="137048" y="123450"/>
                    </a:cubicBezTo>
                    <a:cubicBezTo>
                      <a:pt x="131609" y="123450"/>
                      <a:pt x="134329" y="123450"/>
                      <a:pt x="123450" y="123450"/>
                    </a:cubicBezTo>
                    <a:cubicBezTo>
                      <a:pt x="115291" y="123450"/>
                      <a:pt x="107132" y="123450"/>
                      <a:pt x="101693" y="123450"/>
                    </a:cubicBezTo>
                    <a:cubicBezTo>
                      <a:pt x="93534" y="123450"/>
                      <a:pt x="82655" y="123450"/>
                      <a:pt x="77216" y="118011"/>
                    </a:cubicBezTo>
                    <a:cubicBezTo>
                      <a:pt x="69057" y="115291"/>
                      <a:pt x="60898" y="101693"/>
                      <a:pt x="60898" y="98973"/>
                    </a:cubicBezTo>
                    <a:cubicBezTo>
                      <a:pt x="60898" y="96253"/>
                      <a:pt x="60898" y="93534"/>
                      <a:pt x="66337" y="90814"/>
                    </a:cubicBezTo>
                    <a:cubicBezTo>
                      <a:pt x="71777" y="88094"/>
                      <a:pt x="79936" y="85375"/>
                      <a:pt x="88094" y="82655"/>
                    </a:cubicBezTo>
                    <a:cubicBezTo>
                      <a:pt x="104412" y="79935"/>
                      <a:pt x="131609" y="77216"/>
                      <a:pt x="145207" y="77216"/>
                    </a:cubicBezTo>
                    <a:cubicBezTo>
                      <a:pt x="145207" y="77216"/>
                      <a:pt x="145207" y="77216"/>
                      <a:pt x="145207" y="77216"/>
                    </a:cubicBezTo>
                    <a:cubicBezTo>
                      <a:pt x="145207" y="74496"/>
                      <a:pt x="150646" y="71776"/>
                      <a:pt x="153366" y="69057"/>
                    </a:cubicBezTo>
                    <a:cubicBezTo>
                      <a:pt x="161525" y="63617"/>
                      <a:pt x="169684" y="63617"/>
                      <a:pt x="177843" y="60898"/>
                    </a:cubicBezTo>
                    <a:cubicBezTo>
                      <a:pt x="183282" y="58178"/>
                      <a:pt x="191441" y="58178"/>
                      <a:pt x="196881" y="58178"/>
                    </a:cubicBezTo>
                    <a:cubicBezTo>
                      <a:pt x="199600" y="58178"/>
                      <a:pt x="202320" y="58178"/>
                      <a:pt x="205040" y="58178"/>
                    </a:cubicBezTo>
                    <a:cubicBezTo>
                      <a:pt x="207759" y="58178"/>
                      <a:pt x="213199" y="60898"/>
                      <a:pt x="215919" y="63617"/>
                    </a:cubicBezTo>
                    <a:cubicBezTo>
                      <a:pt x="221358" y="66337"/>
                      <a:pt x="224077" y="66337"/>
                      <a:pt x="229517" y="69057"/>
                    </a:cubicBezTo>
                    <a:cubicBezTo>
                      <a:pt x="237675" y="71776"/>
                      <a:pt x="245835" y="77216"/>
                      <a:pt x="256713" y="77216"/>
                    </a:cubicBezTo>
                    <a:cubicBezTo>
                      <a:pt x="259433" y="77216"/>
                      <a:pt x="262153" y="77216"/>
                      <a:pt x="264872" y="77216"/>
                    </a:cubicBezTo>
                    <a:cubicBezTo>
                      <a:pt x="270312" y="77216"/>
                      <a:pt x="275751" y="77216"/>
                      <a:pt x="281190" y="77216"/>
                    </a:cubicBezTo>
                    <a:cubicBezTo>
                      <a:pt x="292069" y="77216"/>
                      <a:pt x="321985" y="77216"/>
                      <a:pt x="330144" y="77216"/>
                    </a:cubicBezTo>
                    <a:cubicBezTo>
                      <a:pt x="338303" y="77216"/>
                      <a:pt x="349182" y="77216"/>
                      <a:pt x="357341" y="79935"/>
                    </a:cubicBezTo>
                    <a:cubicBezTo>
                      <a:pt x="368219" y="79935"/>
                      <a:pt x="379098" y="82655"/>
                      <a:pt x="387257" y="82655"/>
                    </a:cubicBezTo>
                    <a:cubicBezTo>
                      <a:pt x="392696" y="82655"/>
                      <a:pt x="400855" y="85375"/>
                      <a:pt x="406295" y="85375"/>
                    </a:cubicBezTo>
                    <a:cubicBezTo>
                      <a:pt x="409014" y="82655"/>
                      <a:pt x="414453" y="79935"/>
                      <a:pt x="417173" y="79935"/>
                    </a:cubicBezTo>
                    <a:cubicBezTo>
                      <a:pt x="419893" y="79935"/>
                      <a:pt x="422612" y="79935"/>
                      <a:pt x="425332" y="85375"/>
                    </a:cubicBezTo>
                    <a:cubicBezTo>
                      <a:pt x="428052" y="90814"/>
                      <a:pt x="433491" y="98973"/>
                      <a:pt x="433491" y="104412"/>
                    </a:cubicBezTo>
                    <a:cubicBezTo>
                      <a:pt x="436211" y="131609"/>
                      <a:pt x="436211" y="120730"/>
                      <a:pt x="436211" y="137048"/>
                    </a:cubicBezTo>
                    <a:cubicBezTo>
                      <a:pt x="438930" y="158805"/>
                      <a:pt x="438930" y="158805"/>
                      <a:pt x="438930" y="183282"/>
                    </a:cubicBezTo>
                    <a:cubicBezTo>
                      <a:pt x="438930" y="194161"/>
                      <a:pt x="438930" y="218638"/>
                      <a:pt x="422612" y="218638"/>
                    </a:cubicBezTo>
                    <a:cubicBezTo>
                      <a:pt x="414453" y="218638"/>
                      <a:pt x="411734" y="215918"/>
                      <a:pt x="406295" y="213198"/>
                    </a:cubicBezTo>
                    <a:cubicBezTo>
                      <a:pt x="400855" y="210479"/>
                      <a:pt x="398136" y="202320"/>
                      <a:pt x="398136" y="196881"/>
                    </a:cubicBezTo>
                    <a:cubicBezTo>
                      <a:pt x="395416" y="188722"/>
                      <a:pt x="395416" y="183282"/>
                      <a:pt x="395416" y="175123"/>
                    </a:cubicBezTo>
                    <a:cubicBezTo>
                      <a:pt x="395416" y="169684"/>
                      <a:pt x="395416" y="164245"/>
                      <a:pt x="395416" y="153366"/>
                    </a:cubicBezTo>
                    <a:cubicBezTo>
                      <a:pt x="395416" y="145207"/>
                      <a:pt x="395416" y="134328"/>
                      <a:pt x="395416" y="126170"/>
                    </a:cubicBezTo>
                    <a:cubicBezTo>
                      <a:pt x="387257" y="128889"/>
                      <a:pt x="379098" y="128889"/>
                      <a:pt x="370939" y="128889"/>
                    </a:cubicBezTo>
                    <a:cubicBezTo>
                      <a:pt x="360060" y="128889"/>
                      <a:pt x="349182" y="128889"/>
                      <a:pt x="338303" y="131609"/>
                    </a:cubicBezTo>
                    <a:cubicBezTo>
                      <a:pt x="327424" y="131609"/>
                      <a:pt x="319265" y="134328"/>
                      <a:pt x="286629" y="134328"/>
                    </a:cubicBezTo>
                    <a:cubicBezTo>
                      <a:pt x="281190" y="134328"/>
                      <a:pt x="278470" y="134328"/>
                      <a:pt x="273031" y="137048"/>
                    </a:cubicBezTo>
                    <a:cubicBezTo>
                      <a:pt x="270312" y="137048"/>
                      <a:pt x="264872" y="137048"/>
                      <a:pt x="262153" y="142487"/>
                    </a:cubicBezTo>
                    <a:cubicBezTo>
                      <a:pt x="259433" y="145207"/>
                      <a:pt x="259433" y="150647"/>
                      <a:pt x="259433" y="153366"/>
                    </a:cubicBezTo>
                    <a:cubicBezTo>
                      <a:pt x="259433" y="158805"/>
                      <a:pt x="259433" y="164245"/>
                      <a:pt x="262153" y="166964"/>
                    </a:cubicBezTo>
                    <a:cubicBezTo>
                      <a:pt x="262153" y="177843"/>
                      <a:pt x="262153" y="186002"/>
                      <a:pt x="262153" y="196881"/>
                    </a:cubicBezTo>
                    <a:cubicBezTo>
                      <a:pt x="262153" y="202320"/>
                      <a:pt x="262153" y="210479"/>
                      <a:pt x="262153" y="215918"/>
                    </a:cubicBezTo>
                    <a:cubicBezTo>
                      <a:pt x="262153" y="229516"/>
                      <a:pt x="262153" y="240395"/>
                      <a:pt x="262153" y="251274"/>
                    </a:cubicBezTo>
                    <a:cubicBezTo>
                      <a:pt x="262153" y="259433"/>
                      <a:pt x="259433" y="270311"/>
                      <a:pt x="259433" y="278470"/>
                    </a:cubicBezTo>
                    <a:cubicBezTo>
                      <a:pt x="259433" y="289349"/>
                      <a:pt x="259433" y="297508"/>
                      <a:pt x="259433" y="308386"/>
                    </a:cubicBezTo>
                    <a:cubicBezTo>
                      <a:pt x="259433" y="313826"/>
                      <a:pt x="259433" y="319265"/>
                      <a:pt x="259433" y="321985"/>
                    </a:cubicBezTo>
                    <a:cubicBezTo>
                      <a:pt x="259433" y="324704"/>
                      <a:pt x="259433" y="330144"/>
                      <a:pt x="259433" y="332863"/>
                    </a:cubicBezTo>
                    <a:cubicBezTo>
                      <a:pt x="262153" y="335583"/>
                      <a:pt x="264872" y="335583"/>
                      <a:pt x="267592" y="335583"/>
                    </a:cubicBezTo>
                    <a:cubicBezTo>
                      <a:pt x="273031" y="335583"/>
                      <a:pt x="275751" y="335583"/>
                      <a:pt x="281190" y="335583"/>
                    </a:cubicBezTo>
                    <a:cubicBezTo>
                      <a:pt x="311107" y="335583"/>
                      <a:pt x="319265" y="335583"/>
                      <a:pt x="327424" y="338303"/>
                    </a:cubicBezTo>
                    <a:cubicBezTo>
                      <a:pt x="335583" y="341022"/>
                      <a:pt x="343742" y="341022"/>
                      <a:pt x="351901" y="341022"/>
                    </a:cubicBezTo>
                    <a:cubicBezTo>
                      <a:pt x="351901" y="338303"/>
                      <a:pt x="351901" y="338303"/>
                      <a:pt x="351901" y="335583"/>
                    </a:cubicBezTo>
                    <a:cubicBezTo>
                      <a:pt x="351901" y="327424"/>
                      <a:pt x="351901" y="319265"/>
                      <a:pt x="351901" y="313826"/>
                    </a:cubicBezTo>
                    <a:cubicBezTo>
                      <a:pt x="351901" y="305667"/>
                      <a:pt x="351901" y="294788"/>
                      <a:pt x="357341" y="289349"/>
                    </a:cubicBezTo>
                    <a:cubicBezTo>
                      <a:pt x="360060" y="281190"/>
                      <a:pt x="368219" y="273031"/>
                      <a:pt x="373658" y="273031"/>
                    </a:cubicBezTo>
                    <a:cubicBezTo>
                      <a:pt x="376378" y="273031"/>
                      <a:pt x="379098" y="273031"/>
                      <a:pt x="381817" y="278470"/>
                    </a:cubicBezTo>
                    <a:cubicBezTo>
                      <a:pt x="384537" y="283909"/>
                      <a:pt x="387257" y="292068"/>
                      <a:pt x="389977" y="300228"/>
                    </a:cubicBezTo>
                    <a:cubicBezTo>
                      <a:pt x="392696" y="316545"/>
                      <a:pt x="392696" y="335583"/>
                      <a:pt x="395416" y="351901"/>
                    </a:cubicBezTo>
                    <a:cubicBezTo>
                      <a:pt x="398136" y="373658"/>
                      <a:pt x="398136" y="384537"/>
                      <a:pt x="398136" y="409014"/>
                    </a:cubicBezTo>
                    <a:cubicBezTo>
                      <a:pt x="398136" y="422612"/>
                      <a:pt x="398136" y="444369"/>
                      <a:pt x="381817" y="444369"/>
                    </a:cubicBezTo>
                    <a:cubicBezTo>
                      <a:pt x="373658" y="444369"/>
                      <a:pt x="370939" y="441650"/>
                      <a:pt x="365500" y="438930"/>
                    </a:cubicBezTo>
                    <a:cubicBezTo>
                      <a:pt x="360060" y="436210"/>
                      <a:pt x="357341" y="428051"/>
                      <a:pt x="357341" y="422612"/>
                    </a:cubicBezTo>
                    <a:cubicBezTo>
                      <a:pt x="354621" y="414453"/>
                      <a:pt x="354621" y="409014"/>
                      <a:pt x="354621" y="400855"/>
                    </a:cubicBezTo>
                    <a:cubicBezTo>
                      <a:pt x="354621" y="395415"/>
                      <a:pt x="354621" y="389976"/>
                      <a:pt x="354621" y="381817"/>
                    </a:cubicBezTo>
                    <a:cubicBezTo>
                      <a:pt x="335583" y="381817"/>
                      <a:pt x="308387" y="384537"/>
                      <a:pt x="270312" y="381817"/>
                    </a:cubicBezTo>
                    <a:cubicBezTo>
                      <a:pt x="262153" y="381817"/>
                      <a:pt x="256713" y="387256"/>
                      <a:pt x="256713" y="395415"/>
                    </a:cubicBezTo>
                    <a:cubicBezTo>
                      <a:pt x="256713" y="403574"/>
                      <a:pt x="256713" y="414453"/>
                      <a:pt x="253994" y="422612"/>
                    </a:cubicBezTo>
                    <a:cubicBezTo>
                      <a:pt x="253994" y="425332"/>
                      <a:pt x="253994" y="430771"/>
                      <a:pt x="253994" y="433490"/>
                    </a:cubicBezTo>
                    <a:cubicBezTo>
                      <a:pt x="253994" y="438930"/>
                      <a:pt x="253994" y="444369"/>
                      <a:pt x="253994" y="449809"/>
                    </a:cubicBezTo>
                    <a:cubicBezTo>
                      <a:pt x="253994" y="457967"/>
                      <a:pt x="256713" y="466126"/>
                      <a:pt x="256713" y="474285"/>
                    </a:cubicBezTo>
                    <a:cubicBezTo>
                      <a:pt x="256713" y="482444"/>
                      <a:pt x="256713" y="490603"/>
                      <a:pt x="256713" y="496043"/>
                    </a:cubicBezTo>
                    <a:cubicBezTo>
                      <a:pt x="256713" y="509641"/>
                      <a:pt x="259433" y="520520"/>
                      <a:pt x="259433" y="534118"/>
                    </a:cubicBezTo>
                    <a:cubicBezTo>
                      <a:pt x="259433" y="553155"/>
                      <a:pt x="259433" y="572193"/>
                      <a:pt x="259433" y="591231"/>
                    </a:cubicBezTo>
                    <a:cubicBezTo>
                      <a:pt x="259433" y="602109"/>
                      <a:pt x="262153" y="610268"/>
                      <a:pt x="262153" y="618427"/>
                    </a:cubicBezTo>
                    <a:cubicBezTo>
                      <a:pt x="264872" y="626586"/>
                      <a:pt x="262153" y="642904"/>
                      <a:pt x="267592" y="648343"/>
                    </a:cubicBezTo>
                    <a:cubicBezTo>
                      <a:pt x="270312" y="651063"/>
                      <a:pt x="275751" y="651063"/>
                      <a:pt x="292069" y="651063"/>
                    </a:cubicBezTo>
                    <a:cubicBezTo>
                      <a:pt x="305667" y="651063"/>
                      <a:pt x="319265" y="651063"/>
                      <a:pt x="327424" y="651063"/>
                    </a:cubicBezTo>
                    <a:cubicBezTo>
                      <a:pt x="338303" y="651063"/>
                      <a:pt x="351901" y="653783"/>
                      <a:pt x="362780" y="653783"/>
                    </a:cubicBezTo>
                    <a:cubicBezTo>
                      <a:pt x="376378" y="653783"/>
                      <a:pt x="384537" y="651063"/>
                      <a:pt x="395416" y="648343"/>
                    </a:cubicBezTo>
                    <a:cubicBezTo>
                      <a:pt x="395416" y="637465"/>
                      <a:pt x="395416" y="629306"/>
                      <a:pt x="395416" y="618427"/>
                    </a:cubicBezTo>
                    <a:cubicBezTo>
                      <a:pt x="395416" y="610268"/>
                      <a:pt x="395416" y="602109"/>
                      <a:pt x="395416" y="596670"/>
                    </a:cubicBezTo>
                    <a:cubicBezTo>
                      <a:pt x="395416" y="591231"/>
                      <a:pt x="395416" y="585791"/>
                      <a:pt x="398136" y="574913"/>
                    </a:cubicBezTo>
                    <a:cubicBezTo>
                      <a:pt x="400855" y="569473"/>
                      <a:pt x="400855" y="564034"/>
                      <a:pt x="406295" y="558595"/>
                    </a:cubicBezTo>
                    <a:cubicBezTo>
                      <a:pt x="411734" y="553155"/>
                      <a:pt x="414453" y="553155"/>
                      <a:pt x="422612" y="553155"/>
                    </a:cubicBezTo>
                    <a:cubicBezTo>
                      <a:pt x="436211" y="553155"/>
                      <a:pt x="438930" y="577632"/>
                      <a:pt x="438930" y="588511"/>
                    </a:cubicBezTo>
                    <a:cubicBezTo>
                      <a:pt x="438930" y="612988"/>
                      <a:pt x="438930" y="623866"/>
                      <a:pt x="436211" y="645624"/>
                    </a:cubicBezTo>
                    <a:cubicBezTo>
                      <a:pt x="433491" y="648343"/>
                      <a:pt x="433491" y="648343"/>
                      <a:pt x="433491" y="651063"/>
                    </a:cubicBezTo>
                    <a:lnTo>
                      <a:pt x="433491" y="651063"/>
                    </a:lnTo>
                    <a:close/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5" name="Freeform: Shape 48">
                <a:extLst>
                  <a:ext uri="{FF2B5EF4-FFF2-40B4-BE49-F238E27FC236}">
                    <a16:creationId xmlns:a16="http://schemas.microsoft.com/office/drawing/2014/main" id="{FF9CC2AF-879B-4348-8CBD-D62225B2750A}"/>
                  </a:ext>
                </a:extLst>
              </p:cNvPr>
              <p:cNvSpPr/>
              <p:nvPr/>
            </p:nvSpPr>
            <p:spPr>
              <a:xfrm>
                <a:off x="7912732" y="4250336"/>
                <a:ext cx="465062" cy="658157"/>
              </a:xfrm>
              <a:custGeom>
                <a:avLst/>
                <a:gdLst>
                  <a:gd name="connsiteX0" fmla="*/ 193096 w 465062"/>
                  <a:gd name="connsiteY0" fmla="*/ 59832 h 658157"/>
                  <a:gd name="connsiteX1" fmla="*/ 193096 w 465062"/>
                  <a:gd name="connsiteY1" fmla="*/ 114226 h 658157"/>
                  <a:gd name="connsiteX2" fmla="*/ 198536 w 465062"/>
                  <a:gd name="connsiteY2" fmla="*/ 209414 h 658157"/>
                  <a:gd name="connsiteX3" fmla="*/ 201255 w 465062"/>
                  <a:gd name="connsiteY3" fmla="*/ 282845 h 658157"/>
                  <a:gd name="connsiteX4" fmla="*/ 203975 w 465062"/>
                  <a:gd name="connsiteY4" fmla="*/ 315481 h 658157"/>
                  <a:gd name="connsiteX5" fmla="*/ 203975 w 465062"/>
                  <a:gd name="connsiteY5" fmla="*/ 320920 h 658157"/>
                  <a:gd name="connsiteX6" fmla="*/ 212134 w 465062"/>
                  <a:gd name="connsiteY6" fmla="*/ 329079 h 658157"/>
                  <a:gd name="connsiteX7" fmla="*/ 223013 w 465062"/>
                  <a:gd name="connsiteY7" fmla="*/ 329079 h 658157"/>
                  <a:gd name="connsiteX8" fmla="*/ 239331 w 465062"/>
                  <a:gd name="connsiteY8" fmla="*/ 329079 h 658157"/>
                  <a:gd name="connsiteX9" fmla="*/ 280126 w 465062"/>
                  <a:gd name="connsiteY9" fmla="*/ 312761 h 658157"/>
                  <a:gd name="connsiteX10" fmla="*/ 296443 w 465062"/>
                  <a:gd name="connsiteY10" fmla="*/ 288284 h 658157"/>
                  <a:gd name="connsiteX11" fmla="*/ 304602 w 465062"/>
                  <a:gd name="connsiteY11" fmla="*/ 258368 h 658157"/>
                  <a:gd name="connsiteX12" fmla="*/ 312761 w 465062"/>
                  <a:gd name="connsiteY12" fmla="*/ 225732 h 658157"/>
                  <a:gd name="connsiteX13" fmla="*/ 315481 w 465062"/>
                  <a:gd name="connsiteY13" fmla="*/ 195816 h 658157"/>
                  <a:gd name="connsiteX14" fmla="*/ 318201 w 465062"/>
                  <a:gd name="connsiteY14" fmla="*/ 168619 h 658157"/>
                  <a:gd name="connsiteX15" fmla="*/ 312761 w 465062"/>
                  <a:gd name="connsiteY15" fmla="*/ 135983 h 658157"/>
                  <a:gd name="connsiteX16" fmla="*/ 312761 w 465062"/>
                  <a:gd name="connsiteY16" fmla="*/ 122385 h 658157"/>
                  <a:gd name="connsiteX17" fmla="*/ 293724 w 465062"/>
                  <a:gd name="connsiteY17" fmla="*/ 84309 h 658157"/>
                  <a:gd name="connsiteX18" fmla="*/ 280126 w 465062"/>
                  <a:gd name="connsiteY18" fmla="*/ 73430 h 658157"/>
                  <a:gd name="connsiteX19" fmla="*/ 258368 w 465062"/>
                  <a:gd name="connsiteY19" fmla="*/ 62552 h 658157"/>
                  <a:gd name="connsiteX20" fmla="*/ 217573 w 465062"/>
                  <a:gd name="connsiteY20" fmla="*/ 59832 h 658157"/>
                  <a:gd name="connsiteX21" fmla="*/ 111506 w 465062"/>
                  <a:gd name="connsiteY21" fmla="*/ 0 h 658157"/>
                  <a:gd name="connsiteX22" fmla="*/ 127824 w 465062"/>
                  <a:gd name="connsiteY22" fmla="*/ 0 h 658157"/>
                  <a:gd name="connsiteX23" fmla="*/ 157741 w 465062"/>
                  <a:gd name="connsiteY23" fmla="*/ 5440 h 658157"/>
                  <a:gd name="connsiteX24" fmla="*/ 179497 w 465062"/>
                  <a:gd name="connsiteY24" fmla="*/ 16318 h 658157"/>
                  <a:gd name="connsiteX25" fmla="*/ 209414 w 465062"/>
                  <a:gd name="connsiteY25" fmla="*/ 16318 h 658157"/>
                  <a:gd name="connsiteX26" fmla="*/ 247489 w 465062"/>
                  <a:gd name="connsiteY26" fmla="*/ 16318 h 658157"/>
                  <a:gd name="connsiteX27" fmla="*/ 266527 w 465062"/>
                  <a:gd name="connsiteY27" fmla="*/ 16318 h 658157"/>
                  <a:gd name="connsiteX28" fmla="*/ 312761 w 465062"/>
                  <a:gd name="connsiteY28" fmla="*/ 27197 h 658157"/>
                  <a:gd name="connsiteX29" fmla="*/ 337238 w 465062"/>
                  <a:gd name="connsiteY29" fmla="*/ 38075 h 658157"/>
                  <a:gd name="connsiteX30" fmla="*/ 364434 w 465062"/>
                  <a:gd name="connsiteY30" fmla="*/ 54393 h 658157"/>
                  <a:gd name="connsiteX31" fmla="*/ 386192 w 465062"/>
                  <a:gd name="connsiteY31" fmla="*/ 73431 h 658157"/>
                  <a:gd name="connsiteX32" fmla="*/ 407949 w 465062"/>
                  <a:gd name="connsiteY32" fmla="*/ 103347 h 658157"/>
                  <a:gd name="connsiteX33" fmla="*/ 416108 w 465062"/>
                  <a:gd name="connsiteY33" fmla="*/ 141422 h 658157"/>
                  <a:gd name="connsiteX34" fmla="*/ 418828 w 465062"/>
                  <a:gd name="connsiteY34" fmla="*/ 163179 h 658157"/>
                  <a:gd name="connsiteX35" fmla="*/ 418828 w 465062"/>
                  <a:gd name="connsiteY35" fmla="*/ 171339 h 658157"/>
                  <a:gd name="connsiteX36" fmla="*/ 421547 w 465062"/>
                  <a:gd name="connsiteY36" fmla="*/ 187656 h 658157"/>
                  <a:gd name="connsiteX37" fmla="*/ 418828 w 465062"/>
                  <a:gd name="connsiteY37" fmla="*/ 206694 h 658157"/>
                  <a:gd name="connsiteX38" fmla="*/ 416108 w 465062"/>
                  <a:gd name="connsiteY38" fmla="*/ 233891 h 658157"/>
                  <a:gd name="connsiteX39" fmla="*/ 405229 w 465062"/>
                  <a:gd name="connsiteY39" fmla="*/ 263807 h 658157"/>
                  <a:gd name="connsiteX40" fmla="*/ 394351 w 465062"/>
                  <a:gd name="connsiteY40" fmla="*/ 274686 h 658157"/>
                  <a:gd name="connsiteX41" fmla="*/ 388912 w 465062"/>
                  <a:gd name="connsiteY41" fmla="*/ 285564 h 658157"/>
                  <a:gd name="connsiteX42" fmla="*/ 369874 w 465062"/>
                  <a:gd name="connsiteY42" fmla="*/ 304602 h 658157"/>
                  <a:gd name="connsiteX43" fmla="*/ 358995 w 465062"/>
                  <a:gd name="connsiteY43" fmla="*/ 310041 h 658157"/>
                  <a:gd name="connsiteX44" fmla="*/ 348117 w 465062"/>
                  <a:gd name="connsiteY44" fmla="*/ 320920 h 658157"/>
                  <a:gd name="connsiteX45" fmla="*/ 326359 w 465062"/>
                  <a:gd name="connsiteY45" fmla="*/ 339957 h 658157"/>
                  <a:gd name="connsiteX46" fmla="*/ 312761 w 465062"/>
                  <a:gd name="connsiteY46" fmla="*/ 353555 h 658157"/>
                  <a:gd name="connsiteX47" fmla="*/ 337238 w 465062"/>
                  <a:gd name="connsiteY47" fmla="*/ 380752 h 658157"/>
                  <a:gd name="connsiteX48" fmla="*/ 358995 w 465062"/>
                  <a:gd name="connsiteY48" fmla="*/ 421547 h 658157"/>
                  <a:gd name="connsiteX49" fmla="*/ 372593 w 465062"/>
                  <a:gd name="connsiteY49" fmla="*/ 459622 h 658157"/>
                  <a:gd name="connsiteX50" fmla="*/ 386192 w 465062"/>
                  <a:gd name="connsiteY50" fmla="*/ 514015 h 658157"/>
                  <a:gd name="connsiteX51" fmla="*/ 407949 w 465062"/>
                  <a:gd name="connsiteY51" fmla="*/ 568408 h 658157"/>
                  <a:gd name="connsiteX52" fmla="*/ 421547 w 465062"/>
                  <a:gd name="connsiteY52" fmla="*/ 598324 h 658157"/>
                  <a:gd name="connsiteX53" fmla="*/ 451463 w 465062"/>
                  <a:gd name="connsiteY53" fmla="*/ 628241 h 658157"/>
                  <a:gd name="connsiteX54" fmla="*/ 465062 w 465062"/>
                  <a:gd name="connsiteY54" fmla="*/ 644559 h 658157"/>
                  <a:gd name="connsiteX55" fmla="*/ 462342 w 465062"/>
                  <a:gd name="connsiteY55" fmla="*/ 649998 h 658157"/>
                  <a:gd name="connsiteX56" fmla="*/ 437865 w 465062"/>
                  <a:gd name="connsiteY56" fmla="*/ 658157 h 658157"/>
                  <a:gd name="connsiteX57" fmla="*/ 361715 w 465062"/>
                  <a:gd name="connsiteY57" fmla="*/ 622801 h 658157"/>
                  <a:gd name="connsiteX58" fmla="*/ 320920 w 465062"/>
                  <a:gd name="connsiteY58" fmla="*/ 565689 h 658157"/>
                  <a:gd name="connsiteX59" fmla="*/ 304602 w 465062"/>
                  <a:gd name="connsiteY59" fmla="*/ 530333 h 658157"/>
                  <a:gd name="connsiteX60" fmla="*/ 293723 w 465062"/>
                  <a:gd name="connsiteY60" fmla="*/ 497697 h 658157"/>
                  <a:gd name="connsiteX61" fmla="*/ 282845 w 465062"/>
                  <a:gd name="connsiteY61" fmla="*/ 462342 h 658157"/>
                  <a:gd name="connsiteX62" fmla="*/ 269246 w 465062"/>
                  <a:gd name="connsiteY62" fmla="*/ 424267 h 658157"/>
                  <a:gd name="connsiteX63" fmla="*/ 255648 w 465062"/>
                  <a:gd name="connsiteY63" fmla="*/ 391631 h 658157"/>
                  <a:gd name="connsiteX64" fmla="*/ 236610 w 465062"/>
                  <a:gd name="connsiteY64" fmla="*/ 367154 h 658157"/>
                  <a:gd name="connsiteX65" fmla="*/ 217573 w 465062"/>
                  <a:gd name="connsiteY65" fmla="*/ 361714 h 658157"/>
                  <a:gd name="connsiteX66" fmla="*/ 201255 w 465062"/>
                  <a:gd name="connsiteY66" fmla="*/ 361714 h 658157"/>
                  <a:gd name="connsiteX67" fmla="*/ 198535 w 465062"/>
                  <a:gd name="connsiteY67" fmla="*/ 367154 h 658157"/>
                  <a:gd name="connsiteX68" fmla="*/ 201255 w 465062"/>
                  <a:gd name="connsiteY68" fmla="*/ 388911 h 658157"/>
                  <a:gd name="connsiteX69" fmla="*/ 198535 w 465062"/>
                  <a:gd name="connsiteY69" fmla="*/ 426986 h 658157"/>
                  <a:gd name="connsiteX70" fmla="*/ 203975 w 465062"/>
                  <a:gd name="connsiteY70" fmla="*/ 478660 h 658157"/>
                  <a:gd name="connsiteX71" fmla="*/ 198535 w 465062"/>
                  <a:gd name="connsiteY71" fmla="*/ 552090 h 658157"/>
                  <a:gd name="connsiteX72" fmla="*/ 195816 w 465062"/>
                  <a:gd name="connsiteY72" fmla="*/ 576567 h 658157"/>
                  <a:gd name="connsiteX73" fmla="*/ 198535 w 465062"/>
                  <a:gd name="connsiteY73" fmla="*/ 592885 h 658157"/>
                  <a:gd name="connsiteX74" fmla="*/ 233891 w 465062"/>
                  <a:gd name="connsiteY74" fmla="*/ 592885 h 658157"/>
                  <a:gd name="connsiteX75" fmla="*/ 271966 w 465062"/>
                  <a:gd name="connsiteY75" fmla="*/ 611923 h 658157"/>
                  <a:gd name="connsiteX76" fmla="*/ 266527 w 465062"/>
                  <a:gd name="connsiteY76" fmla="*/ 628241 h 658157"/>
                  <a:gd name="connsiteX77" fmla="*/ 250209 w 465062"/>
                  <a:gd name="connsiteY77" fmla="*/ 636400 h 658157"/>
                  <a:gd name="connsiteX78" fmla="*/ 228451 w 465062"/>
                  <a:gd name="connsiteY78" fmla="*/ 639119 h 658157"/>
                  <a:gd name="connsiteX79" fmla="*/ 187657 w 465062"/>
                  <a:gd name="connsiteY79" fmla="*/ 639119 h 658157"/>
                  <a:gd name="connsiteX80" fmla="*/ 152301 w 465062"/>
                  <a:gd name="connsiteY80" fmla="*/ 652717 h 658157"/>
                  <a:gd name="connsiteX81" fmla="*/ 133263 w 465062"/>
                  <a:gd name="connsiteY81" fmla="*/ 655437 h 658157"/>
                  <a:gd name="connsiteX82" fmla="*/ 122385 w 465062"/>
                  <a:gd name="connsiteY82" fmla="*/ 652717 h 658157"/>
                  <a:gd name="connsiteX83" fmla="*/ 97908 w 465062"/>
                  <a:gd name="connsiteY83" fmla="*/ 639119 h 658157"/>
                  <a:gd name="connsiteX84" fmla="*/ 70711 w 465062"/>
                  <a:gd name="connsiteY84" fmla="*/ 639119 h 658157"/>
                  <a:gd name="connsiteX85" fmla="*/ 46234 w 465062"/>
                  <a:gd name="connsiteY85" fmla="*/ 639119 h 658157"/>
                  <a:gd name="connsiteX86" fmla="*/ 19038 w 465062"/>
                  <a:gd name="connsiteY86" fmla="*/ 630960 h 658157"/>
                  <a:gd name="connsiteX87" fmla="*/ 2720 w 465062"/>
                  <a:gd name="connsiteY87" fmla="*/ 614642 h 658157"/>
                  <a:gd name="connsiteX88" fmla="*/ 8159 w 465062"/>
                  <a:gd name="connsiteY88" fmla="*/ 606483 h 658157"/>
                  <a:gd name="connsiteX89" fmla="*/ 29916 w 465062"/>
                  <a:gd name="connsiteY89" fmla="*/ 598324 h 658157"/>
                  <a:gd name="connsiteX90" fmla="*/ 76151 w 465062"/>
                  <a:gd name="connsiteY90" fmla="*/ 592885 h 658157"/>
                  <a:gd name="connsiteX91" fmla="*/ 73431 w 465062"/>
                  <a:gd name="connsiteY91" fmla="*/ 573848 h 658157"/>
                  <a:gd name="connsiteX92" fmla="*/ 70711 w 465062"/>
                  <a:gd name="connsiteY92" fmla="*/ 500417 h 658157"/>
                  <a:gd name="connsiteX93" fmla="*/ 73431 w 465062"/>
                  <a:gd name="connsiteY93" fmla="*/ 437865 h 658157"/>
                  <a:gd name="connsiteX94" fmla="*/ 70711 w 465062"/>
                  <a:gd name="connsiteY94" fmla="*/ 369873 h 658157"/>
                  <a:gd name="connsiteX95" fmla="*/ 70711 w 465062"/>
                  <a:gd name="connsiteY95" fmla="*/ 293723 h 658157"/>
                  <a:gd name="connsiteX96" fmla="*/ 73431 w 465062"/>
                  <a:gd name="connsiteY96" fmla="*/ 212133 h 658157"/>
                  <a:gd name="connsiteX97" fmla="*/ 76151 w 465062"/>
                  <a:gd name="connsiteY97" fmla="*/ 155021 h 658157"/>
                  <a:gd name="connsiteX98" fmla="*/ 76151 w 465062"/>
                  <a:gd name="connsiteY98" fmla="*/ 119665 h 658157"/>
                  <a:gd name="connsiteX99" fmla="*/ 78870 w 465062"/>
                  <a:gd name="connsiteY99" fmla="*/ 84310 h 658157"/>
                  <a:gd name="connsiteX100" fmla="*/ 76151 w 465062"/>
                  <a:gd name="connsiteY100" fmla="*/ 62552 h 658157"/>
                  <a:gd name="connsiteX101" fmla="*/ 67992 w 465062"/>
                  <a:gd name="connsiteY101" fmla="*/ 62552 h 658157"/>
                  <a:gd name="connsiteX102" fmla="*/ 43515 w 465062"/>
                  <a:gd name="connsiteY102" fmla="*/ 62552 h 658157"/>
                  <a:gd name="connsiteX103" fmla="*/ 16318 w 465062"/>
                  <a:gd name="connsiteY103" fmla="*/ 57113 h 658157"/>
                  <a:gd name="connsiteX104" fmla="*/ 0 w 465062"/>
                  <a:gd name="connsiteY104" fmla="*/ 40795 h 658157"/>
                  <a:gd name="connsiteX105" fmla="*/ 5439 w 465062"/>
                  <a:gd name="connsiteY105" fmla="*/ 32636 h 658157"/>
                  <a:gd name="connsiteX106" fmla="*/ 27197 w 465062"/>
                  <a:gd name="connsiteY106" fmla="*/ 24477 h 658157"/>
                  <a:gd name="connsiteX107" fmla="*/ 76151 w 465062"/>
                  <a:gd name="connsiteY107" fmla="*/ 19038 h 658157"/>
                  <a:gd name="connsiteX108" fmla="*/ 78870 w 465062"/>
                  <a:gd name="connsiteY108" fmla="*/ 13598 h 658157"/>
                  <a:gd name="connsiteX109" fmla="*/ 95188 w 465062"/>
                  <a:gd name="connsiteY109" fmla="*/ 5440 h 658157"/>
                  <a:gd name="connsiteX110" fmla="*/ 111506 w 465062"/>
                  <a:gd name="connsiteY110" fmla="*/ 0 h 6581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</a:cxnLst>
                <a:rect l="l" t="t" r="r" b="b"/>
                <a:pathLst>
                  <a:path w="465062" h="658157">
                    <a:moveTo>
                      <a:pt x="193096" y="59832"/>
                    </a:moveTo>
                    <a:cubicBezTo>
                      <a:pt x="193096" y="73430"/>
                      <a:pt x="193096" y="89748"/>
                      <a:pt x="193096" y="114226"/>
                    </a:cubicBezTo>
                    <a:cubicBezTo>
                      <a:pt x="193096" y="144142"/>
                      <a:pt x="195816" y="176778"/>
                      <a:pt x="198536" y="209414"/>
                    </a:cubicBezTo>
                    <a:cubicBezTo>
                      <a:pt x="198536" y="247489"/>
                      <a:pt x="201255" y="277406"/>
                      <a:pt x="201255" y="282845"/>
                    </a:cubicBezTo>
                    <a:cubicBezTo>
                      <a:pt x="201255" y="293723"/>
                      <a:pt x="203975" y="304602"/>
                      <a:pt x="203975" y="315481"/>
                    </a:cubicBezTo>
                    <a:cubicBezTo>
                      <a:pt x="203975" y="318200"/>
                      <a:pt x="203975" y="318200"/>
                      <a:pt x="203975" y="320920"/>
                    </a:cubicBezTo>
                    <a:cubicBezTo>
                      <a:pt x="203975" y="326359"/>
                      <a:pt x="206695" y="329079"/>
                      <a:pt x="212134" y="329079"/>
                    </a:cubicBezTo>
                    <a:cubicBezTo>
                      <a:pt x="214854" y="329079"/>
                      <a:pt x="220293" y="329079"/>
                      <a:pt x="223013" y="329079"/>
                    </a:cubicBezTo>
                    <a:cubicBezTo>
                      <a:pt x="228452" y="329079"/>
                      <a:pt x="233891" y="329079"/>
                      <a:pt x="239331" y="329079"/>
                    </a:cubicBezTo>
                    <a:cubicBezTo>
                      <a:pt x="252929" y="329079"/>
                      <a:pt x="271967" y="323640"/>
                      <a:pt x="280126" y="312761"/>
                    </a:cubicBezTo>
                    <a:cubicBezTo>
                      <a:pt x="288284" y="304602"/>
                      <a:pt x="291004" y="299163"/>
                      <a:pt x="296443" y="288284"/>
                    </a:cubicBezTo>
                    <a:cubicBezTo>
                      <a:pt x="299163" y="277406"/>
                      <a:pt x="301883" y="269247"/>
                      <a:pt x="304602" y="258368"/>
                    </a:cubicBezTo>
                    <a:cubicBezTo>
                      <a:pt x="307322" y="244770"/>
                      <a:pt x="310042" y="239330"/>
                      <a:pt x="312761" y="225732"/>
                    </a:cubicBezTo>
                    <a:cubicBezTo>
                      <a:pt x="315481" y="212134"/>
                      <a:pt x="315481" y="209414"/>
                      <a:pt x="315481" y="195816"/>
                    </a:cubicBezTo>
                    <a:cubicBezTo>
                      <a:pt x="315481" y="179498"/>
                      <a:pt x="315481" y="184937"/>
                      <a:pt x="318201" y="168619"/>
                    </a:cubicBezTo>
                    <a:cubicBezTo>
                      <a:pt x="312761" y="152302"/>
                      <a:pt x="312761" y="149582"/>
                      <a:pt x="312761" y="135983"/>
                    </a:cubicBezTo>
                    <a:cubicBezTo>
                      <a:pt x="312761" y="133264"/>
                      <a:pt x="312761" y="127825"/>
                      <a:pt x="312761" y="122385"/>
                    </a:cubicBezTo>
                    <a:cubicBezTo>
                      <a:pt x="312761" y="111507"/>
                      <a:pt x="301883" y="95188"/>
                      <a:pt x="293724" y="84309"/>
                    </a:cubicBezTo>
                    <a:cubicBezTo>
                      <a:pt x="288284" y="78870"/>
                      <a:pt x="285565" y="76150"/>
                      <a:pt x="280126" y="73430"/>
                    </a:cubicBezTo>
                    <a:cubicBezTo>
                      <a:pt x="271967" y="67991"/>
                      <a:pt x="266527" y="65271"/>
                      <a:pt x="258368" y="62552"/>
                    </a:cubicBezTo>
                    <a:cubicBezTo>
                      <a:pt x="244770" y="59832"/>
                      <a:pt x="228452" y="59832"/>
                      <a:pt x="217573" y="59832"/>
                    </a:cubicBezTo>
                    <a:close/>
                    <a:moveTo>
                      <a:pt x="111506" y="0"/>
                    </a:moveTo>
                    <a:cubicBezTo>
                      <a:pt x="114226" y="0"/>
                      <a:pt x="122385" y="0"/>
                      <a:pt x="127824" y="0"/>
                    </a:cubicBezTo>
                    <a:cubicBezTo>
                      <a:pt x="135983" y="0"/>
                      <a:pt x="146862" y="2720"/>
                      <a:pt x="157741" y="5440"/>
                    </a:cubicBezTo>
                    <a:cubicBezTo>
                      <a:pt x="168619" y="8159"/>
                      <a:pt x="176778" y="10879"/>
                      <a:pt x="179497" y="16318"/>
                    </a:cubicBezTo>
                    <a:cubicBezTo>
                      <a:pt x="193096" y="16318"/>
                      <a:pt x="201255" y="16318"/>
                      <a:pt x="209414" y="16318"/>
                    </a:cubicBezTo>
                    <a:cubicBezTo>
                      <a:pt x="220292" y="16318"/>
                      <a:pt x="231171" y="16318"/>
                      <a:pt x="247489" y="16318"/>
                    </a:cubicBezTo>
                    <a:cubicBezTo>
                      <a:pt x="250209" y="16318"/>
                      <a:pt x="258368" y="16318"/>
                      <a:pt x="266527" y="16318"/>
                    </a:cubicBezTo>
                    <a:cubicBezTo>
                      <a:pt x="277405" y="16318"/>
                      <a:pt x="291004" y="21758"/>
                      <a:pt x="312761" y="27197"/>
                    </a:cubicBezTo>
                    <a:cubicBezTo>
                      <a:pt x="320920" y="29917"/>
                      <a:pt x="329079" y="35356"/>
                      <a:pt x="337238" y="38075"/>
                    </a:cubicBezTo>
                    <a:cubicBezTo>
                      <a:pt x="342677" y="40795"/>
                      <a:pt x="353556" y="48954"/>
                      <a:pt x="364434" y="54393"/>
                    </a:cubicBezTo>
                    <a:cubicBezTo>
                      <a:pt x="375313" y="62552"/>
                      <a:pt x="386192" y="67992"/>
                      <a:pt x="386192" y="73431"/>
                    </a:cubicBezTo>
                    <a:cubicBezTo>
                      <a:pt x="391631" y="84310"/>
                      <a:pt x="402510" y="92469"/>
                      <a:pt x="407949" y="103347"/>
                    </a:cubicBezTo>
                    <a:cubicBezTo>
                      <a:pt x="413388" y="116945"/>
                      <a:pt x="416108" y="130544"/>
                      <a:pt x="416108" y="141422"/>
                    </a:cubicBezTo>
                    <a:cubicBezTo>
                      <a:pt x="416108" y="152301"/>
                      <a:pt x="418828" y="157740"/>
                      <a:pt x="418828" y="163179"/>
                    </a:cubicBezTo>
                    <a:cubicBezTo>
                      <a:pt x="418828" y="165899"/>
                      <a:pt x="418828" y="168619"/>
                      <a:pt x="418828" y="171339"/>
                    </a:cubicBezTo>
                    <a:cubicBezTo>
                      <a:pt x="418828" y="174058"/>
                      <a:pt x="421547" y="182217"/>
                      <a:pt x="421547" y="187656"/>
                    </a:cubicBezTo>
                    <a:cubicBezTo>
                      <a:pt x="421547" y="193096"/>
                      <a:pt x="418828" y="201255"/>
                      <a:pt x="418828" y="206694"/>
                    </a:cubicBezTo>
                    <a:cubicBezTo>
                      <a:pt x="418828" y="217573"/>
                      <a:pt x="418828" y="223012"/>
                      <a:pt x="416108" y="233891"/>
                    </a:cubicBezTo>
                    <a:cubicBezTo>
                      <a:pt x="413388" y="244769"/>
                      <a:pt x="410668" y="255648"/>
                      <a:pt x="405229" y="263807"/>
                    </a:cubicBezTo>
                    <a:cubicBezTo>
                      <a:pt x="402510" y="269246"/>
                      <a:pt x="397070" y="269246"/>
                      <a:pt x="394351" y="274686"/>
                    </a:cubicBezTo>
                    <a:cubicBezTo>
                      <a:pt x="391631" y="277405"/>
                      <a:pt x="391631" y="282844"/>
                      <a:pt x="388912" y="285564"/>
                    </a:cubicBezTo>
                    <a:cubicBezTo>
                      <a:pt x="383472" y="291003"/>
                      <a:pt x="375313" y="301882"/>
                      <a:pt x="369874" y="304602"/>
                    </a:cubicBezTo>
                    <a:cubicBezTo>
                      <a:pt x="367154" y="307321"/>
                      <a:pt x="361715" y="307321"/>
                      <a:pt x="358995" y="310041"/>
                    </a:cubicBezTo>
                    <a:cubicBezTo>
                      <a:pt x="356275" y="312761"/>
                      <a:pt x="350836" y="318200"/>
                      <a:pt x="348117" y="320920"/>
                    </a:cubicBezTo>
                    <a:cubicBezTo>
                      <a:pt x="339958" y="326359"/>
                      <a:pt x="334518" y="334518"/>
                      <a:pt x="326359" y="339957"/>
                    </a:cubicBezTo>
                    <a:cubicBezTo>
                      <a:pt x="320920" y="342677"/>
                      <a:pt x="312761" y="342677"/>
                      <a:pt x="312761" y="353555"/>
                    </a:cubicBezTo>
                    <a:cubicBezTo>
                      <a:pt x="312761" y="361714"/>
                      <a:pt x="334518" y="372593"/>
                      <a:pt x="337238" y="380752"/>
                    </a:cubicBezTo>
                    <a:cubicBezTo>
                      <a:pt x="345397" y="394350"/>
                      <a:pt x="353556" y="407948"/>
                      <a:pt x="358995" y="421547"/>
                    </a:cubicBezTo>
                    <a:cubicBezTo>
                      <a:pt x="364434" y="435145"/>
                      <a:pt x="367154" y="446024"/>
                      <a:pt x="372593" y="459622"/>
                    </a:cubicBezTo>
                    <a:cubicBezTo>
                      <a:pt x="378033" y="478660"/>
                      <a:pt x="383472" y="494978"/>
                      <a:pt x="386192" y="514015"/>
                    </a:cubicBezTo>
                    <a:cubicBezTo>
                      <a:pt x="391631" y="533053"/>
                      <a:pt x="402510" y="549371"/>
                      <a:pt x="407949" y="568408"/>
                    </a:cubicBezTo>
                    <a:cubicBezTo>
                      <a:pt x="410668" y="579287"/>
                      <a:pt x="416108" y="590165"/>
                      <a:pt x="421547" y="598324"/>
                    </a:cubicBezTo>
                    <a:cubicBezTo>
                      <a:pt x="435146" y="614642"/>
                      <a:pt x="443305" y="622801"/>
                      <a:pt x="451463" y="628241"/>
                    </a:cubicBezTo>
                    <a:cubicBezTo>
                      <a:pt x="456903" y="630960"/>
                      <a:pt x="465062" y="636400"/>
                      <a:pt x="465062" y="644559"/>
                    </a:cubicBezTo>
                    <a:cubicBezTo>
                      <a:pt x="465062" y="647278"/>
                      <a:pt x="465062" y="647278"/>
                      <a:pt x="462342" y="649998"/>
                    </a:cubicBezTo>
                    <a:cubicBezTo>
                      <a:pt x="456903" y="655437"/>
                      <a:pt x="446024" y="658157"/>
                      <a:pt x="437865" y="658157"/>
                    </a:cubicBezTo>
                    <a:cubicBezTo>
                      <a:pt x="413388" y="658157"/>
                      <a:pt x="378033" y="641839"/>
                      <a:pt x="361715" y="622801"/>
                    </a:cubicBezTo>
                    <a:cubicBezTo>
                      <a:pt x="345397" y="606483"/>
                      <a:pt x="334518" y="584726"/>
                      <a:pt x="320920" y="565689"/>
                    </a:cubicBezTo>
                    <a:cubicBezTo>
                      <a:pt x="315480" y="554810"/>
                      <a:pt x="310041" y="543931"/>
                      <a:pt x="304602" y="530333"/>
                    </a:cubicBezTo>
                    <a:cubicBezTo>
                      <a:pt x="299163" y="519454"/>
                      <a:pt x="296443" y="508576"/>
                      <a:pt x="293723" y="497697"/>
                    </a:cubicBezTo>
                    <a:cubicBezTo>
                      <a:pt x="291004" y="486819"/>
                      <a:pt x="288284" y="473220"/>
                      <a:pt x="282845" y="462342"/>
                    </a:cubicBezTo>
                    <a:cubicBezTo>
                      <a:pt x="280125" y="448743"/>
                      <a:pt x="274686" y="437865"/>
                      <a:pt x="269246" y="424267"/>
                    </a:cubicBezTo>
                    <a:cubicBezTo>
                      <a:pt x="266527" y="416108"/>
                      <a:pt x="261087" y="402509"/>
                      <a:pt x="255648" y="391631"/>
                    </a:cubicBezTo>
                    <a:cubicBezTo>
                      <a:pt x="250209" y="380752"/>
                      <a:pt x="244770" y="375313"/>
                      <a:pt x="236610" y="367154"/>
                    </a:cubicBezTo>
                    <a:cubicBezTo>
                      <a:pt x="231171" y="361714"/>
                      <a:pt x="223012" y="361714"/>
                      <a:pt x="217573" y="361714"/>
                    </a:cubicBezTo>
                    <a:cubicBezTo>
                      <a:pt x="212134" y="361714"/>
                      <a:pt x="206694" y="361714"/>
                      <a:pt x="201255" y="361714"/>
                    </a:cubicBezTo>
                    <a:cubicBezTo>
                      <a:pt x="198535" y="361714"/>
                      <a:pt x="198535" y="364434"/>
                      <a:pt x="198535" y="367154"/>
                    </a:cubicBezTo>
                    <a:cubicBezTo>
                      <a:pt x="198535" y="375313"/>
                      <a:pt x="201255" y="386191"/>
                      <a:pt x="201255" y="388911"/>
                    </a:cubicBezTo>
                    <a:cubicBezTo>
                      <a:pt x="201255" y="402509"/>
                      <a:pt x="198535" y="413388"/>
                      <a:pt x="198535" y="426986"/>
                    </a:cubicBezTo>
                    <a:cubicBezTo>
                      <a:pt x="198535" y="446024"/>
                      <a:pt x="203975" y="456902"/>
                      <a:pt x="203975" y="478660"/>
                    </a:cubicBezTo>
                    <a:cubicBezTo>
                      <a:pt x="203975" y="503136"/>
                      <a:pt x="201255" y="527613"/>
                      <a:pt x="198535" y="552090"/>
                    </a:cubicBezTo>
                    <a:cubicBezTo>
                      <a:pt x="198535" y="560249"/>
                      <a:pt x="195816" y="568408"/>
                      <a:pt x="195816" y="576567"/>
                    </a:cubicBezTo>
                    <a:cubicBezTo>
                      <a:pt x="195816" y="582006"/>
                      <a:pt x="195816" y="587446"/>
                      <a:pt x="198535" y="592885"/>
                    </a:cubicBezTo>
                    <a:cubicBezTo>
                      <a:pt x="212134" y="592885"/>
                      <a:pt x="225732" y="592885"/>
                      <a:pt x="233891" y="592885"/>
                    </a:cubicBezTo>
                    <a:cubicBezTo>
                      <a:pt x="247489" y="592885"/>
                      <a:pt x="271966" y="592885"/>
                      <a:pt x="271966" y="611923"/>
                    </a:cubicBezTo>
                    <a:cubicBezTo>
                      <a:pt x="271966" y="620082"/>
                      <a:pt x="269246" y="622801"/>
                      <a:pt x="266527" y="628241"/>
                    </a:cubicBezTo>
                    <a:cubicBezTo>
                      <a:pt x="261087" y="633680"/>
                      <a:pt x="255648" y="636400"/>
                      <a:pt x="250209" y="636400"/>
                    </a:cubicBezTo>
                    <a:cubicBezTo>
                      <a:pt x="239330" y="639119"/>
                      <a:pt x="233891" y="639119"/>
                      <a:pt x="228451" y="639119"/>
                    </a:cubicBezTo>
                    <a:cubicBezTo>
                      <a:pt x="223012" y="639119"/>
                      <a:pt x="206694" y="639119"/>
                      <a:pt x="187657" y="639119"/>
                    </a:cubicBezTo>
                    <a:cubicBezTo>
                      <a:pt x="176778" y="647278"/>
                      <a:pt x="163180" y="649998"/>
                      <a:pt x="152301" y="652717"/>
                    </a:cubicBezTo>
                    <a:cubicBezTo>
                      <a:pt x="146862" y="652717"/>
                      <a:pt x="138703" y="655437"/>
                      <a:pt x="133263" y="655437"/>
                    </a:cubicBezTo>
                    <a:cubicBezTo>
                      <a:pt x="130544" y="655437"/>
                      <a:pt x="125104" y="655437"/>
                      <a:pt x="122385" y="652717"/>
                    </a:cubicBezTo>
                    <a:cubicBezTo>
                      <a:pt x="114226" y="649998"/>
                      <a:pt x="103347" y="644559"/>
                      <a:pt x="97908" y="639119"/>
                    </a:cubicBezTo>
                    <a:cubicBezTo>
                      <a:pt x="87029" y="639119"/>
                      <a:pt x="78870" y="639119"/>
                      <a:pt x="70711" y="639119"/>
                    </a:cubicBezTo>
                    <a:cubicBezTo>
                      <a:pt x="62552" y="639119"/>
                      <a:pt x="54393" y="639119"/>
                      <a:pt x="46234" y="639119"/>
                    </a:cubicBezTo>
                    <a:cubicBezTo>
                      <a:pt x="38075" y="639119"/>
                      <a:pt x="27197" y="633680"/>
                      <a:pt x="19038" y="630960"/>
                    </a:cubicBezTo>
                    <a:cubicBezTo>
                      <a:pt x="10879" y="628241"/>
                      <a:pt x="2720" y="620082"/>
                      <a:pt x="2720" y="614642"/>
                    </a:cubicBezTo>
                    <a:cubicBezTo>
                      <a:pt x="2720" y="611923"/>
                      <a:pt x="2720" y="609203"/>
                      <a:pt x="8159" y="606483"/>
                    </a:cubicBezTo>
                    <a:cubicBezTo>
                      <a:pt x="13599" y="603764"/>
                      <a:pt x="24477" y="601044"/>
                      <a:pt x="29916" y="598324"/>
                    </a:cubicBezTo>
                    <a:cubicBezTo>
                      <a:pt x="43515" y="595605"/>
                      <a:pt x="62552" y="595605"/>
                      <a:pt x="76151" y="592885"/>
                    </a:cubicBezTo>
                    <a:cubicBezTo>
                      <a:pt x="76151" y="587446"/>
                      <a:pt x="73431" y="582006"/>
                      <a:pt x="73431" y="573848"/>
                    </a:cubicBezTo>
                    <a:cubicBezTo>
                      <a:pt x="73431" y="565689"/>
                      <a:pt x="70711" y="516735"/>
                      <a:pt x="70711" y="500417"/>
                    </a:cubicBezTo>
                    <a:cubicBezTo>
                      <a:pt x="70711" y="481379"/>
                      <a:pt x="73431" y="456902"/>
                      <a:pt x="73431" y="437865"/>
                    </a:cubicBezTo>
                    <a:cubicBezTo>
                      <a:pt x="73431" y="416108"/>
                      <a:pt x="70711" y="391631"/>
                      <a:pt x="70711" y="369873"/>
                    </a:cubicBezTo>
                    <a:cubicBezTo>
                      <a:pt x="70711" y="345397"/>
                      <a:pt x="70711" y="318200"/>
                      <a:pt x="70711" y="293723"/>
                    </a:cubicBezTo>
                    <a:cubicBezTo>
                      <a:pt x="70711" y="266526"/>
                      <a:pt x="73431" y="239330"/>
                      <a:pt x="73431" y="212133"/>
                    </a:cubicBezTo>
                    <a:cubicBezTo>
                      <a:pt x="73431" y="187656"/>
                      <a:pt x="76151" y="179498"/>
                      <a:pt x="76151" y="155021"/>
                    </a:cubicBezTo>
                    <a:cubicBezTo>
                      <a:pt x="76151" y="144142"/>
                      <a:pt x="76151" y="130544"/>
                      <a:pt x="76151" y="119665"/>
                    </a:cubicBezTo>
                    <a:cubicBezTo>
                      <a:pt x="76151" y="106067"/>
                      <a:pt x="78870" y="95188"/>
                      <a:pt x="78870" y="84310"/>
                    </a:cubicBezTo>
                    <a:cubicBezTo>
                      <a:pt x="78870" y="78870"/>
                      <a:pt x="78870" y="70711"/>
                      <a:pt x="76151" y="62552"/>
                    </a:cubicBezTo>
                    <a:cubicBezTo>
                      <a:pt x="76151" y="62552"/>
                      <a:pt x="73431" y="62552"/>
                      <a:pt x="67992" y="62552"/>
                    </a:cubicBezTo>
                    <a:cubicBezTo>
                      <a:pt x="59833" y="62552"/>
                      <a:pt x="51674" y="62552"/>
                      <a:pt x="43515" y="62552"/>
                    </a:cubicBezTo>
                    <a:cubicBezTo>
                      <a:pt x="35356" y="62552"/>
                      <a:pt x="24477" y="59833"/>
                      <a:pt x="16318" y="57113"/>
                    </a:cubicBezTo>
                    <a:cubicBezTo>
                      <a:pt x="8159" y="54393"/>
                      <a:pt x="0" y="43515"/>
                      <a:pt x="0" y="40795"/>
                    </a:cubicBezTo>
                    <a:cubicBezTo>
                      <a:pt x="0" y="38075"/>
                      <a:pt x="0" y="35356"/>
                      <a:pt x="5439" y="32636"/>
                    </a:cubicBezTo>
                    <a:cubicBezTo>
                      <a:pt x="10879" y="29917"/>
                      <a:pt x="21758" y="27197"/>
                      <a:pt x="27197" y="24477"/>
                    </a:cubicBezTo>
                    <a:cubicBezTo>
                      <a:pt x="46234" y="21758"/>
                      <a:pt x="62552" y="19038"/>
                      <a:pt x="76151" y="19038"/>
                    </a:cubicBezTo>
                    <a:cubicBezTo>
                      <a:pt x="76151" y="16318"/>
                      <a:pt x="78870" y="16318"/>
                      <a:pt x="78870" y="13598"/>
                    </a:cubicBezTo>
                    <a:cubicBezTo>
                      <a:pt x="84309" y="10879"/>
                      <a:pt x="89749" y="8159"/>
                      <a:pt x="95188" y="5440"/>
                    </a:cubicBezTo>
                    <a:cubicBezTo>
                      <a:pt x="100628" y="2720"/>
                      <a:pt x="106067" y="0"/>
                      <a:pt x="111506" y="0"/>
                    </a:cubicBezTo>
                    <a:close/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6" name="Freeform: Shape 49">
                <a:extLst>
                  <a:ext uri="{FF2B5EF4-FFF2-40B4-BE49-F238E27FC236}">
                    <a16:creationId xmlns:a16="http://schemas.microsoft.com/office/drawing/2014/main" id="{A03A3D18-9F49-1F46-BEF3-F8A12A42DA69}"/>
                  </a:ext>
                </a:extLst>
              </p:cNvPr>
              <p:cNvSpPr/>
              <p:nvPr/>
            </p:nvSpPr>
            <p:spPr>
              <a:xfrm>
                <a:off x="8346812" y="4186718"/>
                <a:ext cx="353556" cy="761503"/>
              </a:xfrm>
              <a:custGeom>
                <a:avLst/>
                <a:gdLst>
                  <a:gd name="connsiteX0" fmla="*/ 283910 w 353555"/>
                  <a:gd name="connsiteY0" fmla="*/ 672820 h 761503"/>
                  <a:gd name="connsiteX1" fmla="*/ 321985 w 353555"/>
                  <a:gd name="connsiteY1" fmla="*/ 689138 h 761503"/>
                  <a:gd name="connsiteX2" fmla="*/ 316546 w 353555"/>
                  <a:gd name="connsiteY2" fmla="*/ 705456 h 761503"/>
                  <a:gd name="connsiteX3" fmla="*/ 300228 w 353555"/>
                  <a:gd name="connsiteY3" fmla="*/ 713615 h 761503"/>
                  <a:gd name="connsiteX4" fmla="*/ 278471 w 353555"/>
                  <a:gd name="connsiteY4" fmla="*/ 716335 h 761503"/>
                  <a:gd name="connsiteX5" fmla="*/ 237676 w 353555"/>
                  <a:gd name="connsiteY5" fmla="*/ 716335 h 761503"/>
                  <a:gd name="connsiteX6" fmla="*/ 180563 w 353555"/>
                  <a:gd name="connsiteY6" fmla="*/ 719054 h 761503"/>
                  <a:gd name="connsiteX7" fmla="*/ 126170 w 353555"/>
                  <a:gd name="connsiteY7" fmla="*/ 719054 h 761503"/>
                  <a:gd name="connsiteX8" fmla="*/ 101693 w 353555"/>
                  <a:gd name="connsiteY8" fmla="*/ 719054 h 761503"/>
                  <a:gd name="connsiteX9" fmla="*/ 74496 w 353555"/>
                  <a:gd name="connsiteY9" fmla="*/ 713615 h 761503"/>
                  <a:gd name="connsiteX10" fmla="*/ 58178 w 353555"/>
                  <a:gd name="connsiteY10" fmla="*/ 697297 h 761503"/>
                  <a:gd name="connsiteX11" fmla="*/ 63618 w 353555"/>
                  <a:gd name="connsiteY11" fmla="*/ 689138 h 761503"/>
                  <a:gd name="connsiteX12" fmla="*/ 85375 w 353555"/>
                  <a:gd name="connsiteY12" fmla="*/ 680979 h 761503"/>
                  <a:gd name="connsiteX13" fmla="*/ 131609 w 353555"/>
                  <a:gd name="connsiteY13" fmla="*/ 675540 h 761503"/>
                  <a:gd name="connsiteX14" fmla="*/ 142488 w 353555"/>
                  <a:gd name="connsiteY14" fmla="*/ 675540 h 761503"/>
                  <a:gd name="connsiteX15" fmla="*/ 131609 w 353555"/>
                  <a:gd name="connsiteY15" fmla="*/ 653783 h 761503"/>
                  <a:gd name="connsiteX16" fmla="*/ 128890 w 353555"/>
                  <a:gd name="connsiteY16" fmla="*/ 640184 h 761503"/>
                  <a:gd name="connsiteX17" fmla="*/ 128890 w 353555"/>
                  <a:gd name="connsiteY17" fmla="*/ 629306 h 761503"/>
                  <a:gd name="connsiteX18" fmla="*/ 128890 w 353555"/>
                  <a:gd name="connsiteY18" fmla="*/ 621147 h 761503"/>
                  <a:gd name="connsiteX19" fmla="*/ 128890 w 353555"/>
                  <a:gd name="connsiteY19" fmla="*/ 593950 h 761503"/>
                  <a:gd name="connsiteX20" fmla="*/ 128890 w 353555"/>
                  <a:gd name="connsiteY20" fmla="*/ 583072 h 761503"/>
                  <a:gd name="connsiteX21" fmla="*/ 128890 w 353555"/>
                  <a:gd name="connsiteY21" fmla="*/ 436210 h 761503"/>
                  <a:gd name="connsiteX22" fmla="*/ 128890 w 353555"/>
                  <a:gd name="connsiteY22" fmla="*/ 357340 h 761503"/>
                  <a:gd name="connsiteX23" fmla="*/ 131609 w 353555"/>
                  <a:gd name="connsiteY23" fmla="*/ 289349 h 761503"/>
                  <a:gd name="connsiteX24" fmla="*/ 131609 w 353555"/>
                  <a:gd name="connsiteY24" fmla="*/ 251274 h 761503"/>
                  <a:gd name="connsiteX25" fmla="*/ 131609 w 353555"/>
                  <a:gd name="connsiteY25" fmla="*/ 205040 h 761503"/>
                  <a:gd name="connsiteX26" fmla="*/ 131609 w 353555"/>
                  <a:gd name="connsiteY26" fmla="*/ 139768 h 761503"/>
                  <a:gd name="connsiteX27" fmla="*/ 131609 w 353555"/>
                  <a:gd name="connsiteY27" fmla="*/ 128889 h 761503"/>
                  <a:gd name="connsiteX28" fmla="*/ 126170 w 353555"/>
                  <a:gd name="connsiteY28" fmla="*/ 128889 h 761503"/>
                  <a:gd name="connsiteX29" fmla="*/ 101693 w 353555"/>
                  <a:gd name="connsiteY29" fmla="*/ 128889 h 761503"/>
                  <a:gd name="connsiteX30" fmla="*/ 74496 w 353555"/>
                  <a:gd name="connsiteY30" fmla="*/ 123450 h 761503"/>
                  <a:gd name="connsiteX31" fmla="*/ 58178 w 353555"/>
                  <a:gd name="connsiteY31" fmla="*/ 107132 h 761503"/>
                  <a:gd name="connsiteX32" fmla="*/ 60898 w 353555"/>
                  <a:gd name="connsiteY32" fmla="*/ 98973 h 761503"/>
                  <a:gd name="connsiteX33" fmla="*/ 82655 w 353555"/>
                  <a:gd name="connsiteY33" fmla="*/ 93534 h 761503"/>
                  <a:gd name="connsiteX34" fmla="*/ 131609 w 353555"/>
                  <a:gd name="connsiteY34" fmla="*/ 88094 h 761503"/>
                  <a:gd name="connsiteX35" fmla="*/ 131609 w 353555"/>
                  <a:gd name="connsiteY35" fmla="*/ 82655 h 761503"/>
                  <a:gd name="connsiteX36" fmla="*/ 134329 w 353555"/>
                  <a:gd name="connsiteY36" fmla="*/ 71776 h 761503"/>
                  <a:gd name="connsiteX37" fmla="*/ 147927 w 353555"/>
                  <a:gd name="connsiteY37" fmla="*/ 63617 h 761503"/>
                  <a:gd name="connsiteX38" fmla="*/ 164245 w 353555"/>
                  <a:gd name="connsiteY38" fmla="*/ 58178 h 761503"/>
                  <a:gd name="connsiteX39" fmla="*/ 177843 w 353555"/>
                  <a:gd name="connsiteY39" fmla="*/ 58178 h 761503"/>
                  <a:gd name="connsiteX40" fmla="*/ 196881 w 353555"/>
                  <a:gd name="connsiteY40" fmla="*/ 60898 h 761503"/>
                  <a:gd name="connsiteX41" fmla="*/ 232237 w 353555"/>
                  <a:gd name="connsiteY41" fmla="*/ 88094 h 761503"/>
                  <a:gd name="connsiteX42" fmla="*/ 278471 w 353555"/>
                  <a:gd name="connsiteY42" fmla="*/ 88094 h 761503"/>
                  <a:gd name="connsiteX43" fmla="*/ 316546 w 353555"/>
                  <a:gd name="connsiteY43" fmla="*/ 104412 h 761503"/>
                  <a:gd name="connsiteX44" fmla="*/ 311107 w 353555"/>
                  <a:gd name="connsiteY44" fmla="*/ 120730 h 761503"/>
                  <a:gd name="connsiteX45" fmla="*/ 294789 w 353555"/>
                  <a:gd name="connsiteY45" fmla="*/ 128889 h 761503"/>
                  <a:gd name="connsiteX46" fmla="*/ 273032 w 353555"/>
                  <a:gd name="connsiteY46" fmla="*/ 131609 h 761503"/>
                  <a:gd name="connsiteX47" fmla="*/ 243115 w 353555"/>
                  <a:gd name="connsiteY47" fmla="*/ 131609 h 761503"/>
                  <a:gd name="connsiteX48" fmla="*/ 243115 w 353555"/>
                  <a:gd name="connsiteY48" fmla="*/ 134329 h 761503"/>
                  <a:gd name="connsiteX49" fmla="*/ 248554 w 353555"/>
                  <a:gd name="connsiteY49" fmla="*/ 169684 h 761503"/>
                  <a:gd name="connsiteX50" fmla="*/ 251274 w 353555"/>
                  <a:gd name="connsiteY50" fmla="*/ 205040 h 761503"/>
                  <a:gd name="connsiteX51" fmla="*/ 251274 w 353555"/>
                  <a:gd name="connsiteY51" fmla="*/ 240395 h 761503"/>
                  <a:gd name="connsiteX52" fmla="*/ 251274 w 353555"/>
                  <a:gd name="connsiteY52" fmla="*/ 256713 h 761503"/>
                  <a:gd name="connsiteX53" fmla="*/ 253994 w 353555"/>
                  <a:gd name="connsiteY53" fmla="*/ 270311 h 761503"/>
                  <a:gd name="connsiteX54" fmla="*/ 259433 w 353555"/>
                  <a:gd name="connsiteY54" fmla="*/ 343742 h 761503"/>
                  <a:gd name="connsiteX55" fmla="*/ 262153 w 353555"/>
                  <a:gd name="connsiteY55" fmla="*/ 425332 h 761503"/>
                  <a:gd name="connsiteX56" fmla="*/ 264872 w 353555"/>
                  <a:gd name="connsiteY56" fmla="*/ 490603 h 761503"/>
                  <a:gd name="connsiteX57" fmla="*/ 270312 w 353555"/>
                  <a:gd name="connsiteY57" fmla="*/ 564034 h 761503"/>
                  <a:gd name="connsiteX58" fmla="*/ 270312 w 353555"/>
                  <a:gd name="connsiteY58" fmla="*/ 599390 h 761503"/>
                  <a:gd name="connsiteX59" fmla="*/ 270312 w 353555"/>
                  <a:gd name="connsiteY59" fmla="*/ 637465 h 761503"/>
                  <a:gd name="connsiteX60" fmla="*/ 264872 w 353555"/>
                  <a:gd name="connsiteY60" fmla="*/ 670101 h 761503"/>
                  <a:gd name="connsiteX61" fmla="*/ 283910 w 353555"/>
                  <a:gd name="connsiteY61" fmla="*/ 672820 h 761503"/>
                  <a:gd name="connsiteX62" fmla="*/ 283910 w 353555"/>
                  <a:gd name="connsiteY62" fmla="*/ 672820 h 761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</a:cxnLst>
                <a:rect l="l" t="t" r="r" b="b"/>
                <a:pathLst>
                  <a:path w="353555" h="761503">
                    <a:moveTo>
                      <a:pt x="283910" y="672820"/>
                    </a:moveTo>
                    <a:cubicBezTo>
                      <a:pt x="297508" y="672820"/>
                      <a:pt x="321985" y="672820"/>
                      <a:pt x="321985" y="689138"/>
                    </a:cubicBezTo>
                    <a:cubicBezTo>
                      <a:pt x="321985" y="697297"/>
                      <a:pt x="319266" y="697297"/>
                      <a:pt x="316546" y="705456"/>
                    </a:cubicBezTo>
                    <a:cubicBezTo>
                      <a:pt x="311107" y="710895"/>
                      <a:pt x="305667" y="713615"/>
                      <a:pt x="300228" y="713615"/>
                    </a:cubicBezTo>
                    <a:cubicBezTo>
                      <a:pt x="292069" y="716335"/>
                      <a:pt x="283910" y="716335"/>
                      <a:pt x="278471" y="716335"/>
                    </a:cubicBezTo>
                    <a:cubicBezTo>
                      <a:pt x="275751" y="716335"/>
                      <a:pt x="256713" y="716335"/>
                      <a:pt x="237676" y="716335"/>
                    </a:cubicBezTo>
                    <a:cubicBezTo>
                      <a:pt x="213199" y="716335"/>
                      <a:pt x="186003" y="719054"/>
                      <a:pt x="180563" y="719054"/>
                    </a:cubicBezTo>
                    <a:cubicBezTo>
                      <a:pt x="166965" y="719054"/>
                      <a:pt x="142488" y="719054"/>
                      <a:pt x="126170" y="719054"/>
                    </a:cubicBezTo>
                    <a:cubicBezTo>
                      <a:pt x="118011" y="719054"/>
                      <a:pt x="109852" y="719054"/>
                      <a:pt x="101693" y="719054"/>
                    </a:cubicBezTo>
                    <a:cubicBezTo>
                      <a:pt x="93534" y="719054"/>
                      <a:pt x="82655" y="719054"/>
                      <a:pt x="74496" y="713615"/>
                    </a:cubicBezTo>
                    <a:cubicBezTo>
                      <a:pt x="66337" y="710895"/>
                      <a:pt x="58178" y="702736"/>
                      <a:pt x="58178" y="697297"/>
                    </a:cubicBezTo>
                    <a:cubicBezTo>
                      <a:pt x="58178" y="694578"/>
                      <a:pt x="58178" y="691858"/>
                      <a:pt x="63618" y="689138"/>
                    </a:cubicBezTo>
                    <a:cubicBezTo>
                      <a:pt x="69057" y="686418"/>
                      <a:pt x="79936" y="683699"/>
                      <a:pt x="85375" y="680979"/>
                    </a:cubicBezTo>
                    <a:cubicBezTo>
                      <a:pt x="104413" y="678260"/>
                      <a:pt x="123450" y="675540"/>
                      <a:pt x="131609" y="675540"/>
                    </a:cubicBezTo>
                    <a:cubicBezTo>
                      <a:pt x="134329" y="675540"/>
                      <a:pt x="137049" y="675540"/>
                      <a:pt x="142488" y="675540"/>
                    </a:cubicBezTo>
                    <a:cubicBezTo>
                      <a:pt x="134329" y="670101"/>
                      <a:pt x="131609" y="661942"/>
                      <a:pt x="131609" y="653783"/>
                    </a:cubicBezTo>
                    <a:cubicBezTo>
                      <a:pt x="131609" y="648343"/>
                      <a:pt x="131609" y="642904"/>
                      <a:pt x="128890" y="640184"/>
                    </a:cubicBezTo>
                    <a:cubicBezTo>
                      <a:pt x="128890" y="637465"/>
                      <a:pt x="128890" y="634745"/>
                      <a:pt x="128890" y="629306"/>
                    </a:cubicBezTo>
                    <a:cubicBezTo>
                      <a:pt x="128890" y="626586"/>
                      <a:pt x="128890" y="623867"/>
                      <a:pt x="128890" y="621147"/>
                    </a:cubicBezTo>
                    <a:cubicBezTo>
                      <a:pt x="128890" y="612988"/>
                      <a:pt x="128890" y="604829"/>
                      <a:pt x="128890" y="593950"/>
                    </a:cubicBezTo>
                    <a:cubicBezTo>
                      <a:pt x="128890" y="591231"/>
                      <a:pt x="128890" y="585791"/>
                      <a:pt x="128890" y="583072"/>
                    </a:cubicBezTo>
                    <a:cubicBezTo>
                      <a:pt x="128890" y="534118"/>
                      <a:pt x="131609" y="485164"/>
                      <a:pt x="128890" y="436210"/>
                    </a:cubicBezTo>
                    <a:cubicBezTo>
                      <a:pt x="128890" y="409014"/>
                      <a:pt x="128890" y="384537"/>
                      <a:pt x="128890" y="357340"/>
                    </a:cubicBezTo>
                    <a:cubicBezTo>
                      <a:pt x="128890" y="335583"/>
                      <a:pt x="131609" y="313826"/>
                      <a:pt x="131609" y="289349"/>
                    </a:cubicBezTo>
                    <a:cubicBezTo>
                      <a:pt x="131609" y="275751"/>
                      <a:pt x="131609" y="264872"/>
                      <a:pt x="131609" y="251274"/>
                    </a:cubicBezTo>
                    <a:cubicBezTo>
                      <a:pt x="131609" y="234956"/>
                      <a:pt x="131609" y="221357"/>
                      <a:pt x="131609" y="205040"/>
                    </a:cubicBezTo>
                    <a:cubicBezTo>
                      <a:pt x="131609" y="183282"/>
                      <a:pt x="131609" y="161525"/>
                      <a:pt x="131609" y="139768"/>
                    </a:cubicBezTo>
                    <a:cubicBezTo>
                      <a:pt x="131609" y="137048"/>
                      <a:pt x="131609" y="134329"/>
                      <a:pt x="131609" y="128889"/>
                    </a:cubicBezTo>
                    <a:cubicBezTo>
                      <a:pt x="128890" y="128889"/>
                      <a:pt x="126170" y="128889"/>
                      <a:pt x="126170" y="128889"/>
                    </a:cubicBezTo>
                    <a:cubicBezTo>
                      <a:pt x="118011" y="128889"/>
                      <a:pt x="109852" y="128889"/>
                      <a:pt x="101693" y="128889"/>
                    </a:cubicBezTo>
                    <a:cubicBezTo>
                      <a:pt x="93534" y="128889"/>
                      <a:pt x="82655" y="128889"/>
                      <a:pt x="74496" y="123450"/>
                    </a:cubicBezTo>
                    <a:cubicBezTo>
                      <a:pt x="66337" y="120730"/>
                      <a:pt x="58178" y="112571"/>
                      <a:pt x="58178" y="107132"/>
                    </a:cubicBezTo>
                    <a:cubicBezTo>
                      <a:pt x="58178" y="104412"/>
                      <a:pt x="58178" y="101693"/>
                      <a:pt x="60898" y="98973"/>
                    </a:cubicBezTo>
                    <a:cubicBezTo>
                      <a:pt x="63618" y="96253"/>
                      <a:pt x="77216" y="93534"/>
                      <a:pt x="82655" y="93534"/>
                    </a:cubicBezTo>
                    <a:cubicBezTo>
                      <a:pt x="98973" y="90814"/>
                      <a:pt x="123450" y="88094"/>
                      <a:pt x="131609" y="88094"/>
                    </a:cubicBezTo>
                    <a:cubicBezTo>
                      <a:pt x="131609" y="85375"/>
                      <a:pt x="131609" y="85375"/>
                      <a:pt x="131609" y="82655"/>
                    </a:cubicBezTo>
                    <a:cubicBezTo>
                      <a:pt x="131609" y="77216"/>
                      <a:pt x="131609" y="74496"/>
                      <a:pt x="134329" y="71776"/>
                    </a:cubicBezTo>
                    <a:cubicBezTo>
                      <a:pt x="137049" y="69057"/>
                      <a:pt x="145208" y="66337"/>
                      <a:pt x="147927" y="63617"/>
                    </a:cubicBezTo>
                    <a:cubicBezTo>
                      <a:pt x="153366" y="60898"/>
                      <a:pt x="158806" y="58178"/>
                      <a:pt x="164245" y="58178"/>
                    </a:cubicBezTo>
                    <a:cubicBezTo>
                      <a:pt x="169684" y="58178"/>
                      <a:pt x="175124" y="58178"/>
                      <a:pt x="177843" y="58178"/>
                    </a:cubicBezTo>
                    <a:cubicBezTo>
                      <a:pt x="183283" y="58178"/>
                      <a:pt x="191442" y="58178"/>
                      <a:pt x="196881" y="60898"/>
                    </a:cubicBezTo>
                    <a:cubicBezTo>
                      <a:pt x="213199" y="63617"/>
                      <a:pt x="224078" y="74496"/>
                      <a:pt x="232237" y="88094"/>
                    </a:cubicBezTo>
                    <a:cubicBezTo>
                      <a:pt x="253994" y="88094"/>
                      <a:pt x="270312" y="88094"/>
                      <a:pt x="278471" y="88094"/>
                    </a:cubicBezTo>
                    <a:cubicBezTo>
                      <a:pt x="292069" y="88094"/>
                      <a:pt x="316546" y="88094"/>
                      <a:pt x="316546" y="104412"/>
                    </a:cubicBezTo>
                    <a:cubicBezTo>
                      <a:pt x="316546" y="112571"/>
                      <a:pt x="313826" y="112571"/>
                      <a:pt x="311107" y="120730"/>
                    </a:cubicBezTo>
                    <a:cubicBezTo>
                      <a:pt x="305667" y="126170"/>
                      <a:pt x="300228" y="128889"/>
                      <a:pt x="294789" y="128889"/>
                    </a:cubicBezTo>
                    <a:cubicBezTo>
                      <a:pt x="286630" y="131609"/>
                      <a:pt x="278471" y="131609"/>
                      <a:pt x="273032" y="131609"/>
                    </a:cubicBezTo>
                    <a:cubicBezTo>
                      <a:pt x="270312" y="131609"/>
                      <a:pt x="259433" y="131609"/>
                      <a:pt x="243115" y="131609"/>
                    </a:cubicBezTo>
                    <a:lnTo>
                      <a:pt x="243115" y="134329"/>
                    </a:lnTo>
                    <a:cubicBezTo>
                      <a:pt x="245835" y="145207"/>
                      <a:pt x="245835" y="158805"/>
                      <a:pt x="248554" y="169684"/>
                    </a:cubicBezTo>
                    <a:cubicBezTo>
                      <a:pt x="251274" y="180563"/>
                      <a:pt x="251274" y="194161"/>
                      <a:pt x="251274" y="205040"/>
                    </a:cubicBezTo>
                    <a:cubicBezTo>
                      <a:pt x="251274" y="215918"/>
                      <a:pt x="251274" y="226797"/>
                      <a:pt x="251274" y="240395"/>
                    </a:cubicBezTo>
                    <a:cubicBezTo>
                      <a:pt x="251274" y="245834"/>
                      <a:pt x="251274" y="251274"/>
                      <a:pt x="251274" y="256713"/>
                    </a:cubicBezTo>
                    <a:cubicBezTo>
                      <a:pt x="251274" y="262152"/>
                      <a:pt x="251274" y="267592"/>
                      <a:pt x="253994" y="270311"/>
                    </a:cubicBezTo>
                    <a:cubicBezTo>
                      <a:pt x="256713" y="294788"/>
                      <a:pt x="256713" y="319265"/>
                      <a:pt x="259433" y="343742"/>
                    </a:cubicBezTo>
                    <a:cubicBezTo>
                      <a:pt x="259433" y="370939"/>
                      <a:pt x="262153" y="398135"/>
                      <a:pt x="262153" y="425332"/>
                    </a:cubicBezTo>
                    <a:cubicBezTo>
                      <a:pt x="262153" y="447089"/>
                      <a:pt x="262153" y="468846"/>
                      <a:pt x="264872" y="490603"/>
                    </a:cubicBezTo>
                    <a:cubicBezTo>
                      <a:pt x="264872" y="515080"/>
                      <a:pt x="270312" y="539557"/>
                      <a:pt x="270312" y="564034"/>
                    </a:cubicBezTo>
                    <a:cubicBezTo>
                      <a:pt x="270312" y="574913"/>
                      <a:pt x="270312" y="588511"/>
                      <a:pt x="270312" y="599390"/>
                    </a:cubicBezTo>
                    <a:cubicBezTo>
                      <a:pt x="270312" y="612988"/>
                      <a:pt x="270312" y="623867"/>
                      <a:pt x="270312" y="637465"/>
                    </a:cubicBezTo>
                    <a:cubicBezTo>
                      <a:pt x="270312" y="648343"/>
                      <a:pt x="270312" y="661942"/>
                      <a:pt x="264872" y="670101"/>
                    </a:cubicBezTo>
                    <a:cubicBezTo>
                      <a:pt x="273032" y="672820"/>
                      <a:pt x="278471" y="672820"/>
                      <a:pt x="283910" y="672820"/>
                    </a:cubicBezTo>
                    <a:lnTo>
                      <a:pt x="283910" y="672820"/>
                    </a:lnTo>
                    <a:close/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7" name="Freeform: Shape 50">
                <a:extLst>
                  <a:ext uri="{FF2B5EF4-FFF2-40B4-BE49-F238E27FC236}">
                    <a16:creationId xmlns:a16="http://schemas.microsoft.com/office/drawing/2014/main" id="{BC51D14C-67B0-094C-9A9B-6CEEEDA67762}"/>
                  </a:ext>
                </a:extLst>
              </p:cNvPr>
              <p:cNvSpPr/>
              <p:nvPr/>
            </p:nvSpPr>
            <p:spPr>
              <a:xfrm>
                <a:off x="8652924" y="4192158"/>
                <a:ext cx="516735" cy="788700"/>
              </a:xfrm>
              <a:custGeom>
                <a:avLst/>
                <a:gdLst>
                  <a:gd name="connsiteX0" fmla="*/ 464616 w 516735"/>
                  <a:gd name="connsiteY0" fmla="*/ 436210 h 788699"/>
                  <a:gd name="connsiteX1" fmla="*/ 445578 w 516735"/>
                  <a:gd name="connsiteY1" fmla="*/ 455248 h 788699"/>
                  <a:gd name="connsiteX2" fmla="*/ 404783 w 516735"/>
                  <a:gd name="connsiteY2" fmla="*/ 466126 h 788699"/>
                  <a:gd name="connsiteX3" fmla="*/ 385746 w 516735"/>
                  <a:gd name="connsiteY3" fmla="*/ 479725 h 788699"/>
                  <a:gd name="connsiteX4" fmla="*/ 388466 w 516735"/>
                  <a:gd name="connsiteY4" fmla="*/ 512361 h 788699"/>
                  <a:gd name="connsiteX5" fmla="*/ 388466 w 516735"/>
                  <a:gd name="connsiteY5" fmla="*/ 544997 h 788699"/>
                  <a:gd name="connsiteX6" fmla="*/ 388466 w 516735"/>
                  <a:gd name="connsiteY6" fmla="*/ 566754 h 788699"/>
                  <a:gd name="connsiteX7" fmla="*/ 391185 w 516735"/>
                  <a:gd name="connsiteY7" fmla="*/ 632026 h 788699"/>
                  <a:gd name="connsiteX8" fmla="*/ 393905 w 516735"/>
                  <a:gd name="connsiteY8" fmla="*/ 683699 h 788699"/>
                  <a:gd name="connsiteX9" fmla="*/ 377587 w 516735"/>
                  <a:gd name="connsiteY9" fmla="*/ 724494 h 788699"/>
                  <a:gd name="connsiteX10" fmla="*/ 361269 w 516735"/>
                  <a:gd name="connsiteY10" fmla="*/ 719054 h 788699"/>
                  <a:gd name="connsiteX11" fmla="*/ 353110 w 516735"/>
                  <a:gd name="connsiteY11" fmla="*/ 702737 h 788699"/>
                  <a:gd name="connsiteX12" fmla="*/ 350390 w 516735"/>
                  <a:gd name="connsiteY12" fmla="*/ 686419 h 788699"/>
                  <a:gd name="connsiteX13" fmla="*/ 353110 w 516735"/>
                  <a:gd name="connsiteY13" fmla="*/ 659222 h 788699"/>
                  <a:gd name="connsiteX14" fmla="*/ 353110 w 516735"/>
                  <a:gd name="connsiteY14" fmla="*/ 656502 h 788699"/>
                  <a:gd name="connsiteX15" fmla="*/ 317754 w 516735"/>
                  <a:gd name="connsiteY15" fmla="*/ 708176 h 788699"/>
                  <a:gd name="connsiteX16" fmla="*/ 241604 w 516735"/>
                  <a:gd name="connsiteY16" fmla="*/ 735372 h 788699"/>
                  <a:gd name="connsiteX17" fmla="*/ 187211 w 516735"/>
                  <a:gd name="connsiteY17" fmla="*/ 727214 h 788699"/>
                  <a:gd name="connsiteX18" fmla="*/ 135537 w 516735"/>
                  <a:gd name="connsiteY18" fmla="*/ 694578 h 788699"/>
                  <a:gd name="connsiteX19" fmla="*/ 86583 w 516735"/>
                  <a:gd name="connsiteY19" fmla="*/ 621147 h 788699"/>
                  <a:gd name="connsiteX20" fmla="*/ 67546 w 516735"/>
                  <a:gd name="connsiteY20" fmla="*/ 555875 h 788699"/>
                  <a:gd name="connsiteX21" fmla="*/ 59387 w 516735"/>
                  <a:gd name="connsiteY21" fmla="*/ 509641 h 788699"/>
                  <a:gd name="connsiteX22" fmla="*/ 59387 w 516735"/>
                  <a:gd name="connsiteY22" fmla="*/ 468846 h 788699"/>
                  <a:gd name="connsiteX23" fmla="*/ 86583 w 516735"/>
                  <a:gd name="connsiteY23" fmla="*/ 302947 h 788699"/>
                  <a:gd name="connsiteX24" fmla="*/ 108341 w 516735"/>
                  <a:gd name="connsiteY24" fmla="*/ 224077 h 788699"/>
                  <a:gd name="connsiteX25" fmla="*/ 146416 w 516735"/>
                  <a:gd name="connsiteY25" fmla="*/ 145207 h 788699"/>
                  <a:gd name="connsiteX26" fmla="*/ 198090 w 516735"/>
                  <a:gd name="connsiteY26" fmla="*/ 85375 h 788699"/>
                  <a:gd name="connsiteX27" fmla="*/ 228006 w 516735"/>
                  <a:gd name="connsiteY27" fmla="*/ 69057 h 788699"/>
                  <a:gd name="connsiteX28" fmla="*/ 268801 w 516735"/>
                  <a:gd name="connsiteY28" fmla="*/ 58178 h 788699"/>
                  <a:gd name="connsiteX29" fmla="*/ 274240 w 516735"/>
                  <a:gd name="connsiteY29" fmla="*/ 58178 h 788699"/>
                  <a:gd name="connsiteX30" fmla="*/ 295997 w 516735"/>
                  <a:gd name="connsiteY30" fmla="*/ 60898 h 788699"/>
                  <a:gd name="connsiteX31" fmla="*/ 331353 w 516735"/>
                  <a:gd name="connsiteY31" fmla="*/ 71776 h 788699"/>
                  <a:gd name="connsiteX32" fmla="*/ 350390 w 516735"/>
                  <a:gd name="connsiteY32" fmla="*/ 93534 h 788699"/>
                  <a:gd name="connsiteX33" fmla="*/ 353110 w 516735"/>
                  <a:gd name="connsiteY33" fmla="*/ 74496 h 788699"/>
                  <a:gd name="connsiteX34" fmla="*/ 358549 w 516735"/>
                  <a:gd name="connsiteY34" fmla="*/ 63618 h 788699"/>
                  <a:gd name="connsiteX35" fmla="*/ 366708 w 516735"/>
                  <a:gd name="connsiteY35" fmla="*/ 58178 h 788699"/>
                  <a:gd name="connsiteX36" fmla="*/ 374867 w 516735"/>
                  <a:gd name="connsiteY36" fmla="*/ 63618 h 788699"/>
                  <a:gd name="connsiteX37" fmla="*/ 383027 w 516735"/>
                  <a:gd name="connsiteY37" fmla="*/ 82655 h 788699"/>
                  <a:gd name="connsiteX38" fmla="*/ 385746 w 516735"/>
                  <a:gd name="connsiteY38" fmla="*/ 126170 h 788699"/>
                  <a:gd name="connsiteX39" fmla="*/ 388466 w 516735"/>
                  <a:gd name="connsiteY39" fmla="*/ 186002 h 788699"/>
                  <a:gd name="connsiteX40" fmla="*/ 391185 w 516735"/>
                  <a:gd name="connsiteY40" fmla="*/ 237676 h 788699"/>
                  <a:gd name="connsiteX41" fmla="*/ 374867 w 516735"/>
                  <a:gd name="connsiteY41" fmla="*/ 278470 h 788699"/>
                  <a:gd name="connsiteX42" fmla="*/ 358549 w 516735"/>
                  <a:gd name="connsiteY42" fmla="*/ 273031 h 788699"/>
                  <a:gd name="connsiteX43" fmla="*/ 350390 w 516735"/>
                  <a:gd name="connsiteY43" fmla="*/ 256713 h 788699"/>
                  <a:gd name="connsiteX44" fmla="*/ 347671 w 516735"/>
                  <a:gd name="connsiteY44" fmla="*/ 240395 h 788699"/>
                  <a:gd name="connsiteX45" fmla="*/ 347671 w 516735"/>
                  <a:gd name="connsiteY45" fmla="*/ 213199 h 788699"/>
                  <a:gd name="connsiteX46" fmla="*/ 344951 w 516735"/>
                  <a:gd name="connsiteY46" fmla="*/ 194161 h 788699"/>
                  <a:gd name="connsiteX47" fmla="*/ 339512 w 516735"/>
                  <a:gd name="connsiteY47" fmla="*/ 150647 h 788699"/>
                  <a:gd name="connsiteX48" fmla="*/ 323194 w 516735"/>
                  <a:gd name="connsiteY48" fmla="*/ 112571 h 788699"/>
                  <a:gd name="connsiteX49" fmla="*/ 293278 w 516735"/>
                  <a:gd name="connsiteY49" fmla="*/ 101693 h 788699"/>
                  <a:gd name="connsiteX50" fmla="*/ 263361 w 516735"/>
                  <a:gd name="connsiteY50" fmla="*/ 120730 h 788699"/>
                  <a:gd name="connsiteX51" fmla="*/ 241604 w 516735"/>
                  <a:gd name="connsiteY51" fmla="*/ 153366 h 788699"/>
                  <a:gd name="connsiteX52" fmla="*/ 233445 w 516735"/>
                  <a:gd name="connsiteY52" fmla="*/ 194161 h 788699"/>
                  <a:gd name="connsiteX53" fmla="*/ 225286 w 516735"/>
                  <a:gd name="connsiteY53" fmla="*/ 232236 h 788699"/>
                  <a:gd name="connsiteX54" fmla="*/ 217127 w 516735"/>
                  <a:gd name="connsiteY54" fmla="*/ 275751 h 788699"/>
                  <a:gd name="connsiteX55" fmla="*/ 211688 w 516735"/>
                  <a:gd name="connsiteY55" fmla="*/ 316545 h 788699"/>
                  <a:gd name="connsiteX56" fmla="*/ 206249 w 516735"/>
                  <a:gd name="connsiteY56" fmla="*/ 354621 h 788699"/>
                  <a:gd name="connsiteX57" fmla="*/ 200809 w 516735"/>
                  <a:gd name="connsiteY57" fmla="*/ 398135 h 788699"/>
                  <a:gd name="connsiteX58" fmla="*/ 195370 w 516735"/>
                  <a:gd name="connsiteY58" fmla="*/ 438930 h 788699"/>
                  <a:gd name="connsiteX59" fmla="*/ 192650 w 516735"/>
                  <a:gd name="connsiteY59" fmla="*/ 474286 h 788699"/>
                  <a:gd name="connsiteX60" fmla="*/ 195370 w 516735"/>
                  <a:gd name="connsiteY60" fmla="*/ 525959 h 788699"/>
                  <a:gd name="connsiteX61" fmla="*/ 208968 w 516735"/>
                  <a:gd name="connsiteY61" fmla="*/ 596670 h 788699"/>
                  <a:gd name="connsiteX62" fmla="*/ 214407 w 516735"/>
                  <a:gd name="connsiteY62" fmla="*/ 623867 h 788699"/>
                  <a:gd name="connsiteX63" fmla="*/ 228006 w 516735"/>
                  <a:gd name="connsiteY63" fmla="*/ 656502 h 788699"/>
                  <a:gd name="connsiteX64" fmla="*/ 271520 w 516735"/>
                  <a:gd name="connsiteY64" fmla="*/ 689138 h 788699"/>
                  <a:gd name="connsiteX65" fmla="*/ 306876 w 516735"/>
                  <a:gd name="connsiteY65" fmla="*/ 664661 h 788699"/>
                  <a:gd name="connsiteX66" fmla="*/ 331353 w 516735"/>
                  <a:gd name="connsiteY66" fmla="*/ 602109 h 788699"/>
                  <a:gd name="connsiteX67" fmla="*/ 336792 w 516735"/>
                  <a:gd name="connsiteY67" fmla="*/ 544997 h 788699"/>
                  <a:gd name="connsiteX68" fmla="*/ 336792 w 516735"/>
                  <a:gd name="connsiteY68" fmla="*/ 498762 h 788699"/>
                  <a:gd name="connsiteX69" fmla="*/ 336792 w 516735"/>
                  <a:gd name="connsiteY69" fmla="*/ 490603 h 788699"/>
                  <a:gd name="connsiteX70" fmla="*/ 320474 w 516735"/>
                  <a:gd name="connsiteY70" fmla="*/ 477005 h 788699"/>
                  <a:gd name="connsiteX71" fmla="*/ 282399 w 516735"/>
                  <a:gd name="connsiteY71" fmla="*/ 479725 h 788699"/>
                  <a:gd name="connsiteX72" fmla="*/ 252483 w 516735"/>
                  <a:gd name="connsiteY72" fmla="*/ 474286 h 788699"/>
                  <a:gd name="connsiteX73" fmla="*/ 247044 w 516735"/>
                  <a:gd name="connsiteY73" fmla="*/ 466126 h 788699"/>
                  <a:gd name="connsiteX74" fmla="*/ 249763 w 516735"/>
                  <a:gd name="connsiteY74" fmla="*/ 457968 h 788699"/>
                  <a:gd name="connsiteX75" fmla="*/ 268801 w 516735"/>
                  <a:gd name="connsiteY75" fmla="*/ 447089 h 788699"/>
                  <a:gd name="connsiteX76" fmla="*/ 312315 w 516735"/>
                  <a:gd name="connsiteY76" fmla="*/ 436210 h 788699"/>
                  <a:gd name="connsiteX77" fmla="*/ 353110 w 516735"/>
                  <a:gd name="connsiteY77" fmla="*/ 430771 h 788699"/>
                  <a:gd name="connsiteX78" fmla="*/ 385746 w 516735"/>
                  <a:gd name="connsiteY78" fmla="*/ 430771 h 788699"/>
                  <a:gd name="connsiteX79" fmla="*/ 437420 w 516735"/>
                  <a:gd name="connsiteY79" fmla="*/ 428051 h 788699"/>
                  <a:gd name="connsiteX80" fmla="*/ 464616 w 516735"/>
                  <a:gd name="connsiteY80" fmla="*/ 436210 h 788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516735" h="788699">
                    <a:moveTo>
                      <a:pt x="464616" y="436210"/>
                    </a:moveTo>
                    <a:cubicBezTo>
                      <a:pt x="464616" y="447089"/>
                      <a:pt x="453738" y="452528"/>
                      <a:pt x="445578" y="455248"/>
                    </a:cubicBezTo>
                    <a:cubicBezTo>
                      <a:pt x="434700" y="460687"/>
                      <a:pt x="415662" y="463407"/>
                      <a:pt x="404783" y="466126"/>
                    </a:cubicBezTo>
                    <a:cubicBezTo>
                      <a:pt x="393905" y="466126"/>
                      <a:pt x="385746" y="468846"/>
                      <a:pt x="385746" y="479725"/>
                    </a:cubicBezTo>
                    <a:cubicBezTo>
                      <a:pt x="385746" y="487884"/>
                      <a:pt x="388466" y="506921"/>
                      <a:pt x="388466" y="512361"/>
                    </a:cubicBezTo>
                    <a:cubicBezTo>
                      <a:pt x="388466" y="515080"/>
                      <a:pt x="388466" y="539557"/>
                      <a:pt x="388466" y="544997"/>
                    </a:cubicBezTo>
                    <a:cubicBezTo>
                      <a:pt x="388466" y="550436"/>
                      <a:pt x="388466" y="558595"/>
                      <a:pt x="388466" y="566754"/>
                    </a:cubicBezTo>
                    <a:cubicBezTo>
                      <a:pt x="388466" y="591231"/>
                      <a:pt x="388466" y="621147"/>
                      <a:pt x="391185" y="632026"/>
                    </a:cubicBezTo>
                    <a:cubicBezTo>
                      <a:pt x="393905" y="653783"/>
                      <a:pt x="393905" y="661942"/>
                      <a:pt x="393905" y="683699"/>
                    </a:cubicBezTo>
                    <a:cubicBezTo>
                      <a:pt x="393905" y="694578"/>
                      <a:pt x="393905" y="724494"/>
                      <a:pt x="377587" y="724494"/>
                    </a:cubicBezTo>
                    <a:cubicBezTo>
                      <a:pt x="369428" y="724494"/>
                      <a:pt x="366708" y="721774"/>
                      <a:pt x="361269" y="719054"/>
                    </a:cubicBezTo>
                    <a:cubicBezTo>
                      <a:pt x="355830" y="716335"/>
                      <a:pt x="353110" y="708176"/>
                      <a:pt x="353110" y="702737"/>
                    </a:cubicBezTo>
                    <a:cubicBezTo>
                      <a:pt x="350390" y="694578"/>
                      <a:pt x="350390" y="689138"/>
                      <a:pt x="350390" y="686419"/>
                    </a:cubicBezTo>
                    <a:cubicBezTo>
                      <a:pt x="350390" y="678260"/>
                      <a:pt x="353110" y="672820"/>
                      <a:pt x="353110" y="659222"/>
                    </a:cubicBezTo>
                    <a:lnTo>
                      <a:pt x="353110" y="656502"/>
                    </a:lnTo>
                    <a:cubicBezTo>
                      <a:pt x="347671" y="675540"/>
                      <a:pt x="334073" y="694578"/>
                      <a:pt x="317754" y="708176"/>
                    </a:cubicBezTo>
                    <a:cubicBezTo>
                      <a:pt x="293278" y="727214"/>
                      <a:pt x="274240" y="735372"/>
                      <a:pt x="241604" y="735372"/>
                    </a:cubicBezTo>
                    <a:cubicBezTo>
                      <a:pt x="222566" y="735372"/>
                      <a:pt x="203529" y="732653"/>
                      <a:pt x="187211" y="727214"/>
                    </a:cubicBezTo>
                    <a:cubicBezTo>
                      <a:pt x="165454" y="719054"/>
                      <a:pt x="149136" y="708176"/>
                      <a:pt x="135537" y="694578"/>
                    </a:cubicBezTo>
                    <a:cubicBezTo>
                      <a:pt x="113780" y="672820"/>
                      <a:pt x="100182" y="648343"/>
                      <a:pt x="86583" y="621147"/>
                    </a:cubicBezTo>
                    <a:cubicBezTo>
                      <a:pt x="75705" y="599390"/>
                      <a:pt x="70266" y="580352"/>
                      <a:pt x="67546" y="555875"/>
                    </a:cubicBezTo>
                    <a:cubicBezTo>
                      <a:pt x="64826" y="539557"/>
                      <a:pt x="62107" y="525959"/>
                      <a:pt x="59387" y="509641"/>
                    </a:cubicBezTo>
                    <a:cubicBezTo>
                      <a:pt x="56667" y="493323"/>
                      <a:pt x="59387" y="485164"/>
                      <a:pt x="59387" y="468846"/>
                    </a:cubicBezTo>
                    <a:cubicBezTo>
                      <a:pt x="59387" y="414453"/>
                      <a:pt x="72985" y="362780"/>
                      <a:pt x="86583" y="302947"/>
                    </a:cubicBezTo>
                    <a:cubicBezTo>
                      <a:pt x="92023" y="275751"/>
                      <a:pt x="100182" y="248554"/>
                      <a:pt x="108341" y="224077"/>
                    </a:cubicBezTo>
                    <a:cubicBezTo>
                      <a:pt x="116500" y="196881"/>
                      <a:pt x="130098" y="169684"/>
                      <a:pt x="146416" y="145207"/>
                    </a:cubicBezTo>
                    <a:cubicBezTo>
                      <a:pt x="160014" y="123450"/>
                      <a:pt x="176332" y="101693"/>
                      <a:pt x="198090" y="85375"/>
                    </a:cubicBezTo>
                    <a:cubicBezTo>
                      <a:pt x="206249" y="77216"/>
                      <a:pt x="217127" y="71776"/>
                      <a:pt x="228006" y="69057"/>
                    </a:cubicBezTo>
                    <a:cubicBezTo>
                      <a:pt x="241604" y="63618"/>
                      <a:pt x="255202" y="58178"/>
                      <a:pt x="268801" y="58178"/>
                    </a:cubicBezTo>
                    <a:cubicBezTo>
                      <a:pt x="271520" y="58178"/>
                      <a:pt x="274240" y="58178"/>
                      <a:pt x="274240" y="58178"/>
                    </a:cubicBezTo>
                    <a:cubicBezTo>
                      <a:pt x="279679" y="58178"/>
                      <a:pt x="285119" y="58178"/>
                      <a:pt x="295997" y="60898"/>
                    </a:cubicBezTo>
                    <a:cubicBezTo>
                      <a:pt x="309595" y="63618"/>
                      <a:pt x="320474" y="66337"/>
                      <a:pt x="331353" y="71776"/>
                    </a:cubicBezTo>
                    <a:cubicBezTo>
                      <a:pt x="339512" y="77216"/>
                      <a:pt x="347671" y="85375"/>
                      <a:pt x="350390" y="93534"/>
                    </a:cubicBezTo>
                    <a:cubicBezTo>
                      <a:pt x="350390" y="88095"/>
                      <a:pt x="353110" y="79936"/>
                      <a:pt x="353110" y="74496"/>
                    </a:cubicBezTo>
                    <a:cubicBezTo>
                      <a:pt x="355830" y="71776"/>
                      <a:pt x="355830" y="69057"/>
                      <a:pt x="358549" y="63618"/>
                    </a:cubicBezTo>
                    <a:cubicBezTo>
                      <a:pt x="361269" y="60898"/>
                      <a:pt x="363989" y="58178"/>
                      <a:pt x="366708" y="58178"/>
                    </a:cubicBezTo>
                    <a:cubicBezTo>
                      <a:pt x="369428" y="58178"/>
                      <a:pt x="372148" y="60898"/>
                      <a:pt x="374867" y="63618"/>
                    </a:cubicBezTo>
                    <a:cubicBezTo>
                      <a:pt x="377587" y="69057"/>
                      <a:pt x="380307" y="77216"/>
                      <a:pt x="383027" y="82655"/>
                    </a:cubicBezTo>
                    <a:cubicBezTo>
                      <a:pt x="383027" y="90814"/>
                      <a:pt x="385746" y="107132"/>
                      <a:pt x="385746" y="126170"/>
                    </a:cubicBezTo>
                    <a:cubicBezTo>
                      <a:pt x="385746" y="150647"/>
                      <a:pt x="385746" y="177843"/>
                      <a:pt x="388466" y="186002"/>
                    </a:cubicBezTo>
                    <a:cubicBezTo>
                      <a:pt x="391185" y="207759"/>
                      <a:pt x="391185" y="215918"/>
                      <a:pt x="391185" y="237676"/>
                    </a:cubicBezTo>
                    <a:cubicBezTo>
                      <a:pt x="391185" y="248554"/>
                      <a:pt x="391185" y="278470"/>
                      <a:pt x="374867" y="278470"/>
                    </a:cubicBezTo>
                    <a:cubicBezTo>
                      <a:pt x="366708" y="278470"/>
                      <a:pt x="363989" y="275751"/>
                      <a:pt x="358549" y="273031"/>
                    </a:cubicBezTo>
                    <a:cubicBezTo>
                      <a:pt x="353110" y="270311"/>
                      <a:pt x="350390" y="262152"/>
                      <a:pt x="350390" y="256713"/>
                    </a:cubicBezTo>
                    <a:cubicBezTo>
                      <a:pt x="350390" y="251274"/>
                      <a:pt x="347671" y="245834"/>
                      <a:pt x="347671" y="240395"/>
                    </a:cubicBezTo>
                    <a:cubicBezTo>
                      <a:pt x="347671" y="232236"/>
                      <a:pt x="347671" y="224077"/>
                      <a:pt x="347671" y="213199"/>
                    </a:cubicBezTo>
                    <a:cubicBezTo>
                      <a:pt x="347671" y="207759"/>
                      <a:pt x="347671" y="199600"/>
                      <a:pt x="344951" y="194161"/>
                    </a:cubicBezTo>
                    <a:cubicBezTo>
                      <a:pt x="342232" y="180563"/>
                      <a:pt x="342232" y="164245"/>
                      <a:pt x="339512" y="150647"/>
                    </a:cubicBezTo>
                    <a:cubicBezTo>
                      <a:pt x="336792" y="137048"/>
                      <a:pt x="331353" y="123450"/>
                      <a:pt x="323194" y="112571"/>
                    </a:cubicBezTo>
                    <a:cubicBezTo>
                      <a:pt x="317754" y="104412"/>
                      <a:pt x="304156" y="101693"/>
                      <a:pt x="293278" y="101693"/>
                    </a:cubicBezTo>
                    <a:cubicBezTo>
                      <a:pt x="279679" y="101693"/>
                      <a:pt x="271520" y="109852"/>
                      <a:pt x="263361" y="120730"/>
                    </a:cubicBezTo>
                    <a:cubicBezTo>
                      <a:pt x="257922" y="131609"/>
                      <a:pt x="247044" y="139768"/>
                      <a:pt x="241604" y="153366"/>
                    </a:cubicBezTo>
                    <a:cubicBezTo>
                      <a:pt x="236165" y="166964"/>
                      <a:pt x="233445" y="180563"/>
                      <a:pt x="233445" y="194161"/>
                    </a:cubicBezTo>
                    <a:cubicBezTo>
                      <a:pt x="233445" y="207759"/>
                      <a:pt x="230725" y="218638"/>
                      <a:pt x="225286" y="232236"/>
                    </a:cubicBezTo>
                    <a:cubicBezTo>
                      <a:pt x="219847" y="245834"/>
                      <a:pt x="219847" y="262152"/>
                      <a:pt x="217127" y="275751"/>
                    </a:cubicBezTo>
                    <a:cubicBezTo>
                      <a:pt x="214407" y="289349"/>
                      <a:pt x="214407" y="302947"/>
                      <a:pt x="211688" y="316545"/>
                    </a:cubicBezTo>
                    <a:cubicBezTo>
                      <a:pt x="211688" y="330144"/>
                      <a:pt x="206249" y="341022"/>
                      <a:pt x="206249" y="354621"/>
                    </a:cubicBezTo>
                    <a:cubicBezTo>
                      <a:pt x="203529" y="368219"/>
                      <a:pt x="203529" y="381817"/>
                      <a:pt x="200809" y="398135"/>
                    </a:cubicBezTo>
                    <a:cubicBezTo>
                      <a:pt x="198090" y="411733"/>
                      <a:pt x="198090" y="425332"/>
                      <a:pt x="195370" y="438930"/>
                    </a:cubicBezTo>
                    <a:cubicBezTo>
                      <a:pt x="195370" y="449809"/>
                      <a:pt x="192650" y="463407"/>
                      <a:pt x="192650" y="474286"/>
                    </a:cubicBezTo>
                    <a:cubicBezTo>
                      <a:pt x="192650" y="490603"/>
                      <a:pt x="195370" y="509641"/>
                      <a:pt x="195370" y="525959"/>
                    </a:cubicBezTo>
                    <a:cubicBezTo>
                      <a:pt x="195370" y="550436"/>
                      <a:pt x="203529" y="572193"/>
                      <a:pt x="208968" y="596670"/>
                    </a:cubicBezTo>
                    <a:cubicBezTo>
                      <a:pt x="211688" y="604829"/>
                      <a:pt x="211688" y="615708"/>
                      <a:pt x="214407" y="623867"/>
                    </a:cubicBezTo>
                    <a:cubicBezTo>
                      <a:pt x="217127" y="634745"/>
                      <a:pt x="222566" y="645624"/>
                      <a:pt x="228006" y="656502"/>
                    </a:cubicBezTo>
                    <a:cubicBezTo>
                      <a:pt x="236165" y="670101"/>
                      <a:pt x="252483" y="689138"/>
                      <a:pt x="271520" y="689138"/>
                    </a:cubicBezTo>
                    <a:cubicBezTo>
                      <a:pt x="287838" y="689138"/>
                      <a:pt x="298717" y="675540"/>
                      <a:pt x="306876" y="664661"/>
                    </a:cubicBezTo>
                    <a:cubicBezTo>
                      <a:pt x="320474" y="645624"/>
                      <a:pt x="325914" y="623867"/>
                      <a:pt x="331353" y="602109"/>
                    </a:cubicBezTo>
                    <a:cubicBezTo>
                      <a:pt x="334073" y="583072"/>
                      <a:pt x="336792" y="564034"/>
                      <a:pt x="336792" y="544997"/>
                    </a:cubicBezTo>
                    <a:cubicBezTo>
                      <a:pt x="336792" y="531398"/>
                      <a:pt x="336792" y="512361"/>
                      <a:pt x="336792" y="498762"/>
                    </a:cubicBezTo>
                    <a:cubicBezTo>
                      <a:pt x="336792" y="496043"/>
                      <a:pt x="336792" y="493323"/>
                      <a:pt x="336792" y="490603"/>
                    </a:cubicBezTo>
                    <a:cubicBezTo>
                      <a:pt x="336792" y="479725"/>
                      <a:pt x="336792" y="477005"/>
                      <a:pt x="320474" y="477005"/>
                    </a:cubicBezTo>
                    <a:cubicBezTo>
                      <a:pt x="309595" y="477005"/>
                      <a:pt x="295997" y="479725"/>
                      <a:pt x="282399" y="479725"/>
                    </a:cubicBezTo>
                    <a:cubicBezTo>
                      <a:pt x="271520" y="479725"/>
                      <a:pt x="260642" y="479725"/>
                      <a:pt x="252483" y="474286"/>
                    </a:cubicBezTo>
                    <a:cubicBezTo>
                      <a:pt x="249763" y="471566"/>
                      <a:pt x="247044" y="468846"/>
                      <a:pt x="247044" y="466126"/>
                    </a:cubicBezTo>
                    <a:cubicBezTo>
                      <a:pt x="247044" y="463407"/>
                      <a:pt x="247044" y="460687"/>
                      <a:pt x="249763" y="457968"/>
                    </a:cubicBezTo>
                    <a:cubicBezTo>
                      <a:pt x="255202" y="452528"/>
                      <a:pt x="260642" y="449809"/>
                      <a:pt x="268801" y="447089"/>
                    </a:cubicBezTo>
                    <a:cubicBezTo>
                      <a:pt x="282399" y="441650"/>
                      <a:pt x="295997" y="438930"/>
                      <a:pt x="312315" y="436210"/>
                    </a:cubicBezTo>
                    <a:cubicBezTo>
                      <a:pt x="325914" y="433491"/>
                      <a:pt x="339512" y="433491"/>
                      <a:pt x="353110" y="430771"/>
                    </a:cubicBezTo>
                    <a:cubicBezTo>
                      <a:pt x="363989" y="430771"/>
                      <a:pt x="374867" y="430771"/>
                      <a:pt x="385746" y="430771"/>
                    </a:cubicBezTo>
                    <a:cubicBezTo>
                      <a:pt x="402064" y="430771"/>
                      <a:pt x="426541" y="428051"/>
                      <a:pt x="437420" y="428051"/>
                    </a:cubicBezTo>
                    <a:cubicBezTo>
                      <a:pt x="451018" y="422612"/>
                      <a:pt x="464616" y="425332"/>
                      <a:pt x="464616" y="436210"/>
                    </a:cubicBezTo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8" name="Freeform: Shape 51">
                <a:extLst>
                  <a:ext uri="{FF2B5EF4-FFF2-40B4-BE49-F238E27FC236}">
                    <a16:creationId xmlns:a16="http://schemas.microsoft.com/office/drawing/2014/main" id="{C64A3456-F561-CC40-B034-7BBB6FCA1D85}"/>
                  </a:ext>
                </a:extLst>
              </p:cNvPr>
              <p:cNvSpPr/>
              <p:nvPr/>
            </p:nvSpPr>
            <p:spPr>
              <a:xfrm>
                <a:off x="9053923" y="4178559"/>
                <a:ext cx="625521" cy="788700"/>
              </a:xfrm>
              <a:custGeom>
                <a:avLst/>
                <a:gdLst>
                  <a:gd name="connsiteX0" fmla="*/ 536838 w 625521"/>
                  <a:gd name="connsiteY0" fmla="*/ 680979 h 788699"/>
                  <a:gd name="connsiteX1" fmla="*/ 574913 w 625521"/>
                  <a:gd name="connsiteY1" fmla="*/ 697297 h 788699"/>
                  <a:gd name="connsiteX2" fmla="*/ 566755 w 625521"/>
                  <a:gd name="connsiteY2" fmla="*/ 713615 h 788699"/>
                  <a:gd name="connsiteX3" fmla="*/ 550437 w 625521"/>
                  <a:gd name="connsiteY3" fmla="*/ 721774 h 788699"/>
                  <a:gd name="connsiteX4" fmla="*/ 528680 w 625521"/>
                  <a:gd name="connsiteY4" fmla="*/ 724494 h 788699"/>
                  <a:gd name="connsiteX5" fmla="*/ 417174 w 625521"/>
                  <a:gd name="connsiteY5" fmla="*/ 724494 h 788699"/>
                  <a:gd name="connsiteX6" fmla="*/ 398136 w 625521"/>
                  <a:gd name="connsiteY6" fmla="*/ 724494 h 788699"/>
                  <a:gd name="connsiteX7" fmla="*/ 373659 w 625521"/>
                  <a:gd name="connsiteY7" fmla="*/ 724494 h 788699"/>
                  <a:gd name="connsiteX8" fmla="*/ 346462 w 625521"/>
                  <a:gd name="connsiteY8" fmla="*/ 719054 h 788699"/>
                  <a:gd name="connsiteX9" fmla="*/ 330144 w 625521"/>
                  <a:gd name="connsiteY9" fmla="*/ 702737 h 788699"/>
                  <a:gd name="connsiteX10" fmla="*/ 335584 w 625521"/>
                  <a:gd name="connsiteY10" fmla="*/ 694578 h 788699"/>
                  <a:gd name="connsiteX11" fmla="*/ 357341 w 625521"/>
                  <a:gd name="connsiteY11" fmla="*/ 686419 h 788699"/>
                  <a:gd name="connsiteX12" fmla="*/ 395416 w 625521"/>
                  <a:gd name="connsiteY12" fmla="*/ 680979 h 788699"/>
                  <a:gd name="connsiteX13" fmla="*/ 381817 w 625521"/>
                  <a:gd name="connsiteY13" fmla="*/ 656502 h 788699"/>
                  <a:gd name="connsiteX14" fmla="*/ 379098 w 625521"/>
                  <a:gd name="connsiteY14" fmla="*/ 585791 h 788699"/>
                  <a:gd name="connsiteX15" fmla="*/ 379098 w 625521"/>
                  <a:gd name="connsiteY15" fmla="*/ 517800 h 788699"/>
                  <a:gd name="connsiteX16" fmla="*/ 379098 w 625521"/>
                  <a:gd name="connsiteY16" fmla="*/ 474286 h 788699"/>
                  <a:gd name="connsiteX17" fmla="*/ 379098 w 625521"/>
                  <a:gd name="connsiteY17" fmla="*/ 430771 h 788699"/>
                  <a:gd name="connsiteX18" fmla="*/ 381817 w 625521"/>
                  <a:gd name="connsiteY18" fmla="*/ 411733 h 788699"/>
                  <a:gd name="connsiteX19" fmla="*/ 379098 w 625521"/>
                  <a:gd name="connsiteY19" fmla="*/ 400855 h 788699"/>
                  <a:gd name="connsiteX20" fmla="*/ 370939 w 625521"/>
                  <a:gd name="connsiteY20" fmla="*/ 398135 h 788699"/>
                  <a:gd name="connsiteX21" fmla="*/ 338304 w 625521"/>
                  <a:gd name="connsiteY21" fmla="*/ 400855 h 788699"/>
                  <a:gd name="connsiteX22" fmla="*/ 289349 w 625521"/>
                  <a:gd name="connsiteY22" fmla="*/ 403575 h 788699"/>
                  <a:gd name="connsiteX23" fmla="*/ 264872 w 625521"/>
                  <a:gd name="connsiteY23" fmla="*/ 400855 h 788699"/>
                  <a:gd name="connsiteX24" fmla="*/ 259433 w 625521"/>
                  <a:gd name="connsiteY24" fmla="*/ 406294 h 788699"/>
                  <a:gd name="connsiteX25" fmla="*/ 259433 w 625521"/>
                  <a:gd name="connsiteY25" fmla="*/ 425332 h 788699"/>
                  <a:gd name="connsiteX26" fmla="*/ 259433 w 625521"/>
                  <a:gd name="connsiteY26" fmla="*/ 449809 h 788699"/>
                  <a:gd name="connsiteX27" fmla="*/ 259433 w 625521"/>
                  <a:gd name="connsiteY27" fmla="*/ 471566 h 788699"/>
                  <a:gd name="connsiteX28" fmla="*/ 259433 w 625521"/>
                  <a:gd name="connsiteY28" fmla="*/ 504202 h 788699"/>
                  <a:gd name="connsiteX29" fmla="*/ 259433 w 625521"/>
                  <a:gd name="connsiteY29" fmla="*/ 509641 h 788699"/>
                  <a:gd name="connsiteX30" fmla="*/ 256714 w 625521"/>
                  <a:gd name="connsiteY30" fmla="*/ 542277 h 788699"/>
                  <a:gd name="connsiteX31" fmla="*/ 256714 w 625521"/>
                  <a:gd name="connsiteY31" fmla="*/ 577632 h 788699"/>
                  <a:gd name="connsiteX32" fmla="*/ 256714 w 625521"/>
                  <a:gd name="connsiteY32" fmla="*/ 612988 h 788699"/>
                  <a:gd name="connsiteX33" fmla="*/ 253994 w 625521"/>
                  <a:gd name="connsiteY33" fmla="*/ 656502 h 788699"/>
                  <a:gd name="connsiteX34" fmla="*/ 256714 w 625521"/>
                  <a:gd name="connsiteY34" fmla="*/ 678260 h 788699"/>
                  <a:gd name="connsiteX35" fmla="*/ 286629 w 625521"/>
                  <a:gd name="connsiteY35" fmla="*/ 694578 h 788699"/>
                  <a:gd name="connsiteX36" fmla="*/ 281191 w 625521"/>
                  <a:gd name="connsiteY36" fmla="*/ 710895 h 788699"/>
                  <a:gd name="connsiteX37" fmla="*/ 264872 w 625521"/>
                  <a:gd name="connsiteY37" fmla="*/ 719054 h 788699"/>
                  <a:gd name="connsiteX38" fmla="*/ 243116 w 625521"/>
                  <a:gd name="connsiteY38" fmla="*/ 721774 h 788699"/>
                  <a:gd name="connsiteX39" fmla="*/ 243116 w 625521"/>
                  <a:gd name="connsiteY39" fmla="*/ 721774 h 788699"/>
                  <a:gd name="connsiteX40" fmla="*/ 232236 w 625521"/>
                  <a:gd name="connsiteY40" fmla="*/ 727214 h 788699"/>
                  <a:gd name="connsiteX41" fmla="*/ 224078 w 625521"/>
                  <a:gd name="connsiteY41" fmla="*/ 735372 h 788699"/>
                  <a:gd name="connsiteX42" fmla="*/ 213199 w 625521"/>
                  <a:gd name="connsiteY42" fmla="*/ 738092 h 788699"/>
                  <a:gd name="connsiteX43" fmla="*/ 183283 w 625521"/>
                  <a:gd name="connsiteY43" fmla="*/ 727214 h 788699"/>
                  <a:gd name="connsiteX44" fmla="*/ 175124 w 625521"/>
                  <a:gd name="connsiteY44" fmla="*/ 719054 h 788699"/>
                  <a:gd name="connsiteX45" fmla="*/ 145208 w 625521"/>
                  <a:gd name="connsiteY45" fmla="*/ 719054 h 788699"/>
                  <a:gd name="connsiteX46" fmla="*/ 126170 w 625521"/>
                  <a:gd name="connsiteY46" fmla="*/ 719054 h 788699"/>
                  <a:gd name="connsiteX47" fmla="*/ 101693 w 625521"/>
                  <a:gd name="connsiteY47" fmla="*/ 719054 h 788699"/>
                  <a:gd name="connsiteX48" fmla="*/ 74496 w 625521"/>
                  <a:gd name="connsiteY48" fmla="*/ 713615 h 788699"/>
                  <a:gd name="connsiteX49" fmla="*/ 58178 w 625521"/>
                  <a:gd name="connsiteY49" fmla="*/ 697297 h 788699"/>
                  <a:gd name="connsiteX50" fmla="*/ 63618 w 625521"/>
                  <a:gd name="connsiteY50" fmla="*/ 689138 h 788699"/>
                  <a:gd name="connsiteX51" fmla="*/ 85375 w 625521"/>
                  <a:gd name="connsiteY51" fmla="*/ 680979 h 788699"/>
                  <a:gd name="connsiteX52" fmla="*/ 131609 w 625521"/>
                  <a:gd name="connsiteY52" fmla="*/ 675540 h 788699"/>
                  <a:gd name="connsiteX53" fmla="*/ 131609 w 625521"/>
                  <a:gd name="connsiteY53" fmla="*/ 667381 h 788699"/>
                  <a:gd name="connsiteX54" fmla="*/ 131609 w 625521"/>
                  <a:gd name="connsiteY54" fmla="*/ 651063 h 788699"/>
                  <a:gd name="connsiteX55" fmla="*/ 131609 w 625521"/>
                  <a:gd name="connsiteY55" fmla="*/ 618427 h 788699"/>
                  <a:gd name="connsiteX56" fmla="*/ 131609 w 625521"/>
                  <a:gd name="connsiteY56" fmla="*/ 580352 h 788699"/>
                  <a:gd name="connsiteX57" fmla="*/ 131609 w 625521"/>
                  <a:gd name="connsiteY57" fmla="*/ 531398 h 788699"/>
                  <a:gd name="connsiteX58" fmla="*/ 131609 w 625521"/>
                  <a:gd name="connsiteY58" fmla="*/ 466126 h 788699"/>
                  <a:gd name="connsiteX59" fmla="*/ 131609 w 625521"/>
                  <a:gd name="connsiteY59" fmla="*/ 422612 h 788699"/>
                  <a:gd name="connsiteX60" fmla="*/ 131609 w 625521"/>
                  <a:gd name="connsiteY60" fmla="*/ 411733 h 788699"/>
                  <a:gd name="connsiteX61" fmla="*/ 131609 w 625521"/>
                  <a:gd name="connsiteY61" fmla="*/ 398135 h 788699"/>
                  <a:gd name="connsiteX62" fmla="*/ 126170 w 625521"/>
                  <a:gd name="connsiteY62" fmla="*/ 389976 h 788699"/>
                  <a:gd name="connsiteX63" fmla="*/ 101693 w 625521"/>
                  <a:gd name="connsiteY63" fmla="*/ 387257 h 788699"/>
                  <a:gd name="connsiteX64" fmla="*/ 77216 w 625521"/>
                  <a:gd name="connsiteY64" fmla="*/ 376378 h 788699"/>
                  <a:gd name="connsiteX65" fmla="*/ 82655 w 625521"/>
                  <a:gd name="connsiteY65" fmla="*/ 368219 h 788699"/>
                  <a:gd name="connsiteX66" fmla="*/ 98973 w 625521"/>
                  <a:gd name="connsiteY66" fmla="*/ 360060 h 788699"/>
                  <a:gd name="connsiteX67" fmla="*/ 118011 w 625521"/>
                  <a:gd name="connsiteY67" fmla="*/ 357340 h 788699"/>
                  <a:gd name="connsiteX68" fmla="*/ 131609 w 625521"/>
                  <a:gd name="connsiteY68" fmla="*/ 351901 h 788699"/>
                  <a:gd name="connsiteX69" fmla="*/ 131609 w 625521"/>
                  <a:gd name="connsiteY69" fmla="*/ 343742 h 788699"/>
                  <a:gd name="connsiteX70" fmla="*/ 131609 w 625521"/>
                  <a:gd name="connsiteY70" fmla="*/ 270311 h 788699"/>
                  <a:gd name="connsiteX71" fmla="*/ 137048 w 625521"/>
                  <a:gd name="connsiteY71" fmla="*/ 145207 h 788699"/>
                  <a:gd name="connsiteX72" fmla="*/ 139768 w 625521"/>
                  <a:gd name="connsiteY72" fmla="*/ 123450 h 788699"/>
                  <a:gd name="connsiteX73" fmla="*/ 123450 w 625521"/>
                  <a:gd name="connsiteY73" fmla="*/ 123450 h 788699"/>
                  <a:gd name="connsiteX74" fmla="*/ 118011 w 625521"/>
                  <a:gd name="connsiteY74" fmla="*/ 123450 h 788699"/>
                  <a:gd name="connsiteX75" fmla="*/ 101693 w 625521"/>
                  <a:gd name="connsiteY75" fmla="*/ 123450 h 788699"/>
                  <a:gd name="connsiteX76" fmla="*/ 74496 w 625521"/>
                  <a:gd name="connsiteY76" fmla="*/ 118011 h 788699"/>
                  <a:gd name="connsiteX77" fmla="*/ 58178 w 625521"/>
                  <a:gd name="connsiteY77" fmla="*/ 101693 h 788699"/>
                  <a:gd name="connsiteX78" fmla="*/ 63618 w 625521"/>
                  <a:gd name="connsiteY78" fmla="*/ 93534 h 788699"/>
                  <a:gd name="connsiteX79" fmla="*/ 85375 w 625521"/>
                  <a:gd name="connsiteY79" fmla="*/ 85375 h 788699"/>
                  <a:gd name="connsiteX80" fmla="*/ 137048 w 625521"/>
                  <a:gd name="connsiteY80" fmla="*/ 82655 h 788699"/>
                  <a:gd name="connsiteX81" fmla="*/ 147927 w 625521"/>
                  <a:gd name="connsiteY81" fmla="*/ 82655 h 788699"/>
                  <a:gd name="connsiteX82" fmla="*/ 186003 w 625521"/>
                  <a:gd name="connsiteY82" fmla="*/ 58178 h 788699"/>
                  <a:gd name="connsiteX83" fmla="*/ 226797 w 625521"/>
                  <a:gd name="connsiteY83" fmla="*/ 79936 h 788699"/>
                  <a:gd name="connsiteX84" fmla="*/ 253994 w 625521"/>
                  <a:gd name="connsiteY84" fmla="*/ 79936 h 788699"/>
                  <a:gd name="connsiteX85" fmla="*/ 294789 w 625521"/>
                  <a:gd name="connsiteY85" fmla="*/ 96253 h 788699"/>
                  <a:gd name="connsiteX86" fmla="*/ 283910 w 625521"/>
                  <a:gd name="connsiteY86" fmla="*/ 112571 h 788699"/>
                  <a:gd name="connsiteX87" fmla="*/ 267592 w 625521"/>
                  <a:gd name="connsiteY87" fmla="*/ 120730 h 788699"/>
                  <a:gd name="connsiteX88" fmla="*/ 245835 w 625521"/>
                  <a:gd name="connsiteY88" fmla="*/ 123450 h 788699"/>
                  <a:gd name="connsiteX89" fmla="*/ 237676 w 625521"/>
                  <a:gd name="connsiteY89" fmla="*/ 123450 h 788699"/>
                  <a:gd name="connsiteX90" fmla="*/ 240396 w 625521"/>
                  <a:gd name="connsiteY90" fmla="*/ 128889 h 788699"/>
                  <a:gd name="connsiteX91" fmla="*/ 251274 w 625521"/>
                  <a:gd name="connsiteY91" fmla="*/ 177843 h 788699"/>
                  <a:gd name="connsiteX92" fmla="*/ 256714 w 625521"/>
                  <a:gd name="connsiteY92" fmla="*/ 226797 h 788699"/>
                  <a:gd name="connsiteX93" fmla="*/ 262153 w 625521"/>
                  <a:gd name="connsiteY93" fmla="*/ 273031 h 788699"/>
                  <a:gd name="connsiteX94" fmla="*/ 262153 w 625521"/>
                  <a:gd name="connsiteY94" fmla="*/ 289349 h 788699"/>
                  <a:gd name="connsiteX95" fmla="*/ 262153 w 625521"/>
                  <a:gd name="connsiteY95" fmla="*/ 297508 h 788699"/>
                  <a:gd name="connsiteX96" fmla="*/ 264872 w 625521"/>
                  <a:gd name="connsiteY96" fmla="*/ 321985 h 788699"/>
                  <a:gd name="connsiteX97" fmla="*/ 270312 w 625521"/>
                  <a:gd name="connsiteY97" fmla="*/ 335583 h 788699"/>
                  <a:gd name="connsiteX98" fmla="*/ 270312 w 625521"/>
                  <a:gd name="connsiteY98" fmla="*/ 338303 h 788699"/>
                  <a:gd name="connsiteX99" fmla="*/ 270312 w 625521"/>
                  <a:gd name="connsiteY99" fmla="*/ 346462 h 788699"/>
                  <a:gd name="connsiteX100" fmla="*/ 278471 w 625521"/>
                  <a:gd name="connsiteY100" fmla="*/ 354621 h 788699"/>
                  <a:gd name="connsiteX101" fmla="*/ 338304 w 625521"/>
                  <a:gd name="connsiteY101" fmla="*/ 349181 h 788699"/>
                  <a:gd name="connsiteX102" fmla="*/ 365500 w 625521"/>
                  <a:gd name="connsiteY102" fmla="*/ 349181 h 788699"/>
                  <a:gd name="connsiteX103" fmla="*/ 381817 w 625521"/>
                  <a:gd name="connsiteY103" fmla="*/ 349181 h 788699"/>
                  <a:gd name="connsiteX104" fmla="*/ 392697 w 625521"/>
                  <a:gd name="connsiteY104" fmla="*/ 338303 h 788699"/>
                  <a:gd name="connsiteX105" fmla="*/ 389977 w 625521"/>
                  <a:gd name="connsiteY105" fmla="*/ 313826 h 788699"/>
                  <a:gd name="connsiteX106" fmla="*/ 392697 w 625521"/>
                  <a:gd name="connsiteY106" fmla="*/ 262152 h 788699"/>
                  <a:gd name="connsiteX107" fmla="*/ 395416 w 625521"/>
                  <a:gd name="connsiteY107" fmla="*/ 224077 h 788699"/>
                  <a:gd name="connsiteX108" fmla="*/ 398136 w 625521"/>
                  <a:gd name="connsiteY108" fmla="*/ 177843 h 788699"/>
                  <a:gd name="connsiteX109" fmla="*/ 395416 w 625521"/>
                  <a:gd name="connsiteY109" fmla="*/ 153366 h 788699"/>
                  <a:gd name="connsiteX110" fmla="*/ 395416 w 625521"/>
                  <a:gd name="connsiteY110" fmla="*/ 137048 h 788699"/>
                  <a:gd name="connsiteX111" fmla="*/ 379098 w 625521"/>
                  <a:gd name="connsiteY111" fmla="*/ 137048 h 788699"/>
                  <a:gd name="connsiteX112" fmla="*/ 351902 w 625521"/>
                  <a:gd name="connsiteY112" fmla="*/ 131609 h 788699"/>
                  <a:gd name="connsiteX113" fmla="*/ 338304 w 625521"/>
                  <a:gd name="connsiteY113" fmla="*/ 115291 h 788699"/>
                  <a:gd name="connsiteX114" fmla="*/ 343742 w 625521"/>
                  <a:gd name="connsiteY114" fmla="*/ 107132 h 788699"/>
                  <a:gd name="connsiteX115" fmla="*/ 362780 w 625521"/>
                  <a:gd name="connsiteY115" fmla="*/ 98973 h 788699"/>
                  <a:gd name="connsiteX116" fmla="*/ 395416 w 625521"/>
                  <a:gd name="connsiteY116" fmla="*/ 96253 h 788699"/>
                  <a:gd name="connsiteX117" fmla="*/ 403575 w 625521"/>
                  <a:gd name="connsiteY117" fmla="*/ 90814 h 788699"/>
                  <a:gd name="connsiteX118" fmla="*/ 422612 w 625521"/>
                  <a:gd name="connsiteY118" fmla="*/ 88095 h 788699"/>
                  <a:gd name="connsiteX119" fmla="*/ 428052 w 625521"/>
                  <a:gd name="connsiteY119" fmla="*/ 88095 h 788699"/>
                  <a:gd name="connsiteX120" fmla="*/ 447090 w 625521"/>
                  <a:gd name="connsiteY120" fmla="*/ 90814 h 788699"/>
                  <a:gd name="connsiteX121" fmla="*/ 455249 w 625521"/>
                  <a:gd name="connsiteY121" fmla="*/ 96253 h 788699"/>
                  <a:gd name="connsiteX122" fmla="*/ 525960 w 625521"/>
                  <a:gd name="connsiteY122" fmla="*/ 93534 h 788699"/>
                  <a:gd name="connsiteX123" fmla="*/ 561315 w 625521"/>
                  <a:gd name="connsiteY123" fmla="*/ 109852 h 788699"/>
                  <a:gd name="connsiteX124" fmla="*/ 555876 w 625521"/>
                  <a:gd name="connsiteY124" fmla="*/ 126170 h 788699"/>
                  <a:gd name="connsiteX125" fmla="*/ 539558 w 625521"/>
                  <a:gd name="connsiteY125" fmla="*/ 134329 h 788699"/>
                  <a:gd name="connsiteX126" fmla="*/ 517800 w 625521"/>
                  <a:gd name="connsiteY126" fmla="*/ 137048 h 788699"/>
                  <a:gd name="connsiteX127" fmla="*/ 477006 w 625521"/>
                  <a:gd name="connsiteY127" fmla="*/ 137048 h 788699"/>
                  <a:gd name="connsiteX128" fmla="*/ 485165 w 625521"/>
                  <a:gd name="connsiteY128" fmla="*/ 161525 h 788699"/>
                  <a:gd name="connsiteX129" fmla="*/ 496043 w 625521"/>
                  <a:gd name="connsiteY129" fmla="*/ 210479 h 788699"/>
                  <a:gd name="connsiteX130" fmla="*/ 501483 w 625521"/>
                  <a:gd name="connsiteY130" fmla="*/ 251274 h 788699"/>
                  <a:gd name="connsiteX131" fmla="*/ 506922 w 625521"/>
                  <a:gd name="connsiteY131" fmla="*/ 292069 h 788699"/>
                  <a:gd name="connsiteX132" fmla="*/ 506922 w 625521"/>
                  <a:gd name="connsiteY132" fmla="*/ 321985 h 788699"/>
                  <a:gd name="connsiteX133" fmla="*/ 509642 w 625521"/>
                  <a:gd name="connsiteY133" fmla="*/ 341022 h 788699"/>
                  <a:gd name="connsiteX134" fmla="*/ 509642 w 625521"/>
                  <a:gd name="connsiteY134" fmla="*/ 343742 h 788699"/>
                  <a:gd name="connsiteX135" fmla="*/ 517800 w 625521"/>
                  <a:gd name="connsiteY135" fmla="*/ 349181 h 788699"/>
                  <a:gd name="connsiteX136" fmla="*/ 528680 w 625521"/>
                  <a:gd name="connsiteY136" fmla="*/ 349181 h 788699"/>
                  <a:gd name="connsiteX137" fmla="*/ 550437 w 625521"/>
                  <a:gd name="connsiteY137" fmla="*/ 357340 h 788699"/>
                  <a:gd name="connsiteX138" fmla="*/ 550437 w 625521"/>
                  <a:gd name="connsiteY138" fmla="*/ 362780 h 788699"/>
                  <a:gd name="connsiteX139" fmla="*/ 534119 w 625521"/>
                  <a:gd name="connsiteY139" fmla="*/ 384537 h 788699"/>
                  <a:gd name="connsiteX140" fmla="*/ 520520 w 625521"/>
                  <a:gd name="connsiteY140" fmla="*/ 389976 h 788699"/>
                  <a:gd name="connsiteX141" fmla="*/ 512362 w 625521"/>
                  <a:gd name="connsiteY141" fmla="*/ 395415 h 788699"/>
                  <a:gd name="connsiteX142" fmla="*/ 512362 w 625521"/>
                  <a:gd name="connsiteY142" fmla="*/ 398135 h 788699"/>
                  <a:gd name="connsiteX143" fmla="*/ 512362 w 625521"/>
                  <a:gd name="connsiteY143" fmla="*/ 409014 h 788699"/>
                  <a:gd name="connsiteX144" fmla="*/ 512362 w 625521"/>
                  <a:gd name="connsiteY144" fmla="*/ 414453 h 788699"/>
                  <a:gd name="connsiteX145" fmla="*/ 512362 w 625521"/>
                  <a:gd name="connsiteY145" fmla="*/ 438930 h 788699"/>
                  <a:gd name="connsiteX146" fmla="*/ 515081 w 625521"/>
                  <a:gd name="connsiteY146" fmla="*/ 504202 h 788699"/>
                  <a:gd name="connsiteX147" fmla="*/ 520520 w 625521"/>
                  <a:gd name="connsiteY147" fmla="*/ 572193 h 788699"/>
                  <a:gd name="connsiteX148" fmla="*/ 517800 w 625521"/>
                  <a:gd name="connsiteY148" fmla="*/ 604829 h 788699"/>
                  <a:gd name="connsiteX149" fmla="*/ 512362 w 625521"/>
                  <a:gd name="connsiteY149" fmla="*/ 661942 h 788699"/>
                  <a:gd name="connsiteX150" fmla="*/ 509642 w 625521"/>
                  <a:gd name="connsiteY150" fmla="*/ 670101 h 788699"/>
                  <a:gd name="connsiteX151" fmla="*/ 512362 w 625521"/>
                  <a:gd name="connsiteY151" fmla="*/ 680979 h 788699"/>
                  <a:gd name="connsiteX152" fmla="*/ 512362 w 625521"/>
                  <a:gd name="connsiteY152" fmla="*/ 686419 h 788699"/>
                  <a:gd name="connsiteX153" fmla="*/ 536838 w 625521"/>
                  <a:gd name="connsiteY153" fmla="*/ 680979 h 788699"/>
                  <a:gd name="connsiteX154" fmla="*/ 536838 w 625521"/>
                  <a:gd name="connsiteY154" fmla="*/ 680979 h 788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</a:cxnLst>
                <a:rect l="l" t="t" r="r" b="b"/>
                <a:pathLst>
                  <a:path w="625521" h="788699">
                    <a:moveTo>
                      <a:pt x="536838" y="680979"/>
                    </a:moveTo>
                    <a:cubicBezTo>
                      <a:pt x="550437" y="680979"/>
                      <a:pt x="574913" y="680979"/>
                      <a:pt x="574913" y="697297"/>
                    </a:cubicBezTo>
                    <a:cubicBezTo>
                      <a:pt x="574913" y="705456"/>
                      <a:pt x="572194" y="708176"/>
                      <a:pt x="566755" y="713615"/>
                    </a:cubicBezTo>
                    <a:cubicBezTo>
                      <a:pt x="561315" y="719054"/>
                      <a:pt x="555876" y="721774"/>
                      <a:pt x="550437" y="721774"/>
                    </a:cubicBezTo>
                    <a:cubicBezTo>
                      <a:pt x="539558" y="724494"/>
                      <a:pt x="534119" y="724494"/>
                      <a:pt x="528680" y="724494"/>
                    </a:cubicBezTo>
                    <a:cubicBezTo>
                      <a:pt x="517800" y="724494"/>
                      <a:pt x="428052" y="724494"/>
                      <a:pt x="417174" y="724494"/>
                    </a:cubicBezTo>
                    <a:cubicBezTo>
                      <a:pt x="403575" y="724494"/>
                      <a:pt x="414454" y="724494"/>
                      <a:pt x="398136" y="724494"/>
                    </a:cubicBezTo>
                    <a:cubicBezTo>
                      <a:pt x="389977" y="724494"/>
                      <a:pt x="381817" y="724494"/>
                      <a:pt x="373659" y="724494"/>
                    </a:cubicBezTo>
                    <a:cubicBezTo>
                      <a:pt x="365500" y="724494"/>
                      <a:pt x="354621" y="721774"/>
                      <a:pt x="346462" y="719054"/>
                    </a:cubicBezTo>
                    <a:cubicBezTo>
                      <a:pt x="338304" y="716335"/>
                      <a:pt x="330144" y="708176"/>
                      <a:pt x="330144" y="702737"/>
                    </a:cubicBezTo>
                    <a:cubicBezTo>
                      <a:pt x="330144" y="700017"/>
                      <a:pt x="330144" y="697297"/>
                      <a:pt x="335584" y="694578"/>
                    </a:cubicBezTo>
                    <a:cubicBezTo>
                      <a:pt x="341023" y="691858"/>
                      <a:pt x="351902" y="689138"/>
                      <a:pt x="357341" y="686419"/>
                    </a:cubicBezTo>
                    <a:cubicBezTo>
                      <a:pt x="373659" y="683699"/>
                      <a:pt x="387257" y="680979"/>
                      <a:pt x="395416" y="680979"/>
                    </a:cubicBezTo>
                    <a:cubicBezTo>
                      <a:pt x="387257" y="675540"/>
                      <a:pt x="384537" y="670101"/>
                      <a:pt x="381817" y="656502"/>
                    </a:cubicBezTo>
                    <a:cubicBezTo>
                      <a:pt x="379098" y="632026"/>
                      <a:pt x="379098" y="610268"/>
                      <a:pt x="379098" y="585791"/>
                    </a:cubicBezTo>
                    <a:cubicBezTo>
                      <a:pt x="379098" y="564034"/>
                      <a:pt x="379098" y="542277"/>
                      <a:pt x="379098" y="517800"/>
                    </a:cubicBezTo>
                    <a:cubicBezTo>
                      <a:pt x="379098" y="504202"/>
                      <a:pt x="379098" y="487884"/>
                      <a:pt x="379098" y="474286"/>
                    </a:cubicBezTo>
                    <a:cubicBezTo>
                      <a:pt x="379098" y="457968"/>
                      <a:pt x="376379" y="444369"/>
                      <a:pt x="379098" y="430771"/>
                    </a:cubicBezTo>
                    <a:cubicBezTo>
                      <a:pt x="379098" y="425332"/>
                      <a:pt x="381817" y="417173"/>
                      <a:pt x="381817" y="411733"/>
                    </a:cubicBezTo>
                    <a:cubicBezTo>
                      <a:pt x="381817" y="406294"/>
                      <a:pt x="381817" y="403575"/>
                      <a:pt x="379098" y="400855"/>
                    </a:cubicBezTo>
                    <a:cubicBezTo>
                      <a:pt x="376379" y="400855"/>
                      <a:pt x="373659" y="398135"/>
                      <a:pt x="370939" y="398135"/>
                    </a:cubicBezTo>
                    <a:cubicBezTo>
                      <a:pt x="360061" y="398135"/>
                      <a:pt x="343742" y="400855"/>
                      <a:pt x="338304" y="400855"/>
                    </a:cubicBezTo>
                    <a:cubicBezTo>
                      <a:pt x="330144" y="400855"/>
                      <a:pt x="319266" y="403575"/>
                      <a:pt x="289349" y="403575"/>
                    </a:cubicBezTo>
                    <a:cubicBezTo>
                      <a:pt x="275751" y="403575"/>
                      <a:pt x="267592" y="400855"/>
                      <a:pt x="264872" y="400855"/>
                    </a:cubicBezTo>
                    <a:cubicBezTo>
                      <a:pt x="262153" y="400855"/>
                      <a:pt x="259433" y="400855"/>
                      <a:pt x="259433" y="406294"/>
                    </a:cubicBezTo>
                    <a:cubicBezTo>
                      <a:pt x="259433" y="414453"/>
                      <a:pt x="259433" y="419892"/>
                      <a:pt x="259433" y="425332"/>
                    </a:cubicBezTo>
                    <a:cubicBezTo>
                      <a:pt x="259433" y="433491"/>
                      <a:pt x="259433" y="441650"/>
                      <a:pt x="259433" y="449809"/>
                    </a:cubicBezTo>
                    <a:cubicBezTo>
                      <a:pt x="259433" y="457968"/>
                      <a:pt x="259433" y="463407"/>
                      <a:pt x="259433" y="471566"/>
                    </a:cubicBezTo>
                    <a:cubicBezTo>
                      <a:pt x="259433" y="482445"/>
                      <a:pt x="259433" y="493323"/>
                      <a:pt x="259433" y="504202"/>
                    </a:cubicBezTo>
                    <a:cubicBezTo>
                      <a:pt x="259433" y="506921"/>
                      <a:pt x="259433" y="506921"/>
                      <a:pt x="259433" y="509641"/>
                    </a:cubicBezTo>
                    <a:cubicBezTo>
                      <a:pt x="259433" y="520520"/>
                      <a:pt x="256714" y="531398"/>
                      <a:pt x="256714" y="542277"/>
                    </a:cubicBezTo>
                    <a:cubicBezTo>
                      <a:pt x="256714" y="553156"/>
                      <a:pt x="256714" y="566754"/>
                      <a:pt x="256714" y="577632"/>
                    </a:cubicBezTo>
                    <a:cubicBezTo>
                      <a:pt x="256714" y="588511"/>
                      <a:pt x="256714" y="599390"/>
                      <a:pt x="256714" y="612988"/>
                    </a:cubicBezTo>
                    <a:cubicBezTo>
                      <a:pt x="256714" y="629306"/>
                      <a:pt x="253994" y="642904"/>
                      <a:pt x="253994" y="656502"/>
                    </a:cubicBezTo>
                    <a:cubicBezTo>
                      <a:pt x="253994" y="664661"/>
                      <a:pt x="256714" y="672820"/>
                      <a:pt x="256714" y="678260"/>
                    </a:cubicBezTo>
                    <a:cubicBezTo>
                      <a:pt x="270312" y="678260"/>
                      <a:pt x="286629" y="680979"/>
                      <a:pt x="286629" y="694578"/>
                    </a:cubicBezTo>
                    <a:cubicBezTo>
                      <a:pt x="286629" y="702737"/>
                      <a:pt x="283910" y="705456"/>
                      <a:pt x="281191" y="710895"/>
                    </a:cubicBezTo>
                    <a:cubicBezTo>
                      <a:pt x="275751" y="716335"/>
                      <a:pt x="270312" y="719054"/>
                      <a:pt x="264872" y="719054"/>
                    </a:cubicBezTo>
                    <a:cubicBezTo>
                      <a:pt x="256714" y="721774"/>
                      <a:pt x="248554" y="721774"/>
                      <a:pt x="243116" y="721774"/>
                    </a:cubicBezTo>
                    <a:cubicBezTo>
                      <a:pt x="243116" y="721774"/>
                      <a:pt x="243116" y="721774"/>
                      <a:pt x="243116" y="721774"/>
                    </a:cubicBezTo>
                    <a:cubicBezTo>
                      <a:pt x="237676" y="724494"/>
                      <a:pt x="237676" y="724494"/>
                      <a:pt x="232236" y="727214"/>
                    </a:cubicBezTo>
                    <a:cubicBezTo>
                      <a:pt x="229517" y="729933"/>
                      <a:pt x="229517" y="732653"/>
                      <a:pt x="224078" y="735372"/>
                    </a:cubicBezTo>
                    <a:cubicBezTo>
                      <a:pt x="221358" y="738092"/>
                      <a:pt x="215919" y="738092"/>
                      <a:pt x="213199" y="738092"/>
                    </a:cubicBezTo>
                    <a:cubicBezTo>
                      <a:pt x="199601" y="738092"/>
                      <a:pt x="188722" y="735372"/>
                      <a:pt x="183283" y="727214"/>
                    </a:cubicBezTo>
                    <a:cubicBezTo>
                      <a:pt x="180563" y="724494"/>
                      <a:pt x="177843" y="721774"/>
                      <a:pt x="175124" y="719054"/>
                    </a:cubicBezTo>
                    <a:cubicBezTo>
                      <a:pt x="161526" y="719054"/>
                      <a:pt x="150646" y="719054"/>
                      <a:pt x="145208" y="719054"/>
                    </a:cubicBezTo>
                    <a:cubicBezTo>
                      <a:pt x="131609" y="719054"/>
                      <a:pt x="142488" y="719054"/>
                      <a:pt x="126170" y="719054"/>
                    </a:cubicBezTo>
                    <a:cubicBezTo>
                      <a:pt x="118011" y="719054"/>
                      <a:pt x="109852" y="719054"/>
                      <a:pt x="101693" y="719054"/>
                    </a:cubicBezTo>
                    <a:cubicBezTo>
                      <a:pt x="93534" y="719054"/>
                      <a:pt x="82655" y="719054"/>
                      <a:pt x="74496" y="713615"/>
                    </a:cubicBezTo>
                    <a:cubicBezTo>
                      <a:pt x="66338" y="710895"/>
                      <a:pt x="58178" y="702737"/>
                      <a:pt x="58178" y="697297"/>
                    </a:cubicBezTo>
                    <a:cubicBezTo>
                      <a:pt x="58178" y="694578"/>
                      <a:pt x="58178" y="691858"/>
                      <a:pt x="63618" y="689138"/>
                    </a:cubicBezTo>
                    <a:cubicBezTo>
                      <a:pt x="69057" y="686419"/>
                      <a:pt x="79936" y="683699"/>
                      <a:pt x="85375" y="680979"/>
                    </a:cubicBezTo>
                    <a:cubicBezTo>
                      <a:pt x="98973" y="678260"/>
                      <a:pt x="118011" y="678260"/>
                      <a:pt x="131609" y="675540"/>
                    </a:cubicBezTo>
                    <a:cubicBezTo>
                      <a:pt x="131609" y="672820"/>
                      <a:pt x="131609" y="670101"/>
                      <a:pt x="131609" y="667381"/>
                    </a:cubicBezTo>
                    <a:cubicBezTo>
                      <a:pt x="131609" y="661942"/>
                      <a:pt x="131609" y="656502"/>
                      <a:pt x="131609" y="651063"/>
                    </a:cubicBezTo>
                    <a:cubicBezTo>
                      <a:pt x="131609" y="640184"/>
                      <a:pt x="131609" y="629306"/>
                      <a:pt x="131609" y="618427"/>
                    </a:cubicBezTo>
                    <a:cubicBezTo>
                      <a:pt x="131609" y="604829"/>
                      <a:pt x="131609" y="593950"/>
                      <a:pt x="131609" y="580352"/>
                    </a:cubicBezTo>
                    <a:cubicBezTo>
                      <a:pt x="131609" y="564034"/>
                      <a:pt x="131609" y="547716"/>
                      <a:pt x="131609" y="531398"/>
                    </a:cubicBezTo>
                    <a:cubicBezTo>
                      <a:pt x="131609" y="509641"/>
                      <a:pt x="131609" y="487884"/>
                      <a:pt x="131609" y="466126"/>
                    </a:cubicBezTo>
                    <a:cubicBezTo>
                      <a:pt x="131609" y="452528"/>
                      <a:pt x="131609" y="436210"/>
                      <a:pt x="131609" y="422612"/>
                    </a:cubicBezTo>
                    <a:cubicBezTo>
                      <a:pt x="131609" y="419892"/>
                      <a:pt x="131609" y="414453"/>
                      <a:pt x="131609" y="411733"/>
                    </a:cubicBezTo>
                    <a:cubicBezTo>
                      <a:pt x="131609" y="409014"/>
                      <a:pt x="131609" y="400855"/>
                      <a:pt x="131609" y="398135"/>
                    </a:cubicBezTo>
                    <a:cubicBezTo>
                      <a:pt x="131609" y="392696"/>
                      <a:pt x="131609" y="392696"/>
                      <a:pt x="126170" y="389976"/>
                    </a:cubicBezTo>
                    <a:cubicBezTo>
                      <a:pt x="123450" y="389976"/>
                      <a:pt x="109852" y="387257"/>
                      <a:pt x="101693" y="387257"/>
                    </a:cubicBezTo>
                    <a:cubicBezTo>
                      <a:pt x="90814" y="384537"/>
                      <a:pt x="77216" y="381817"/>
                      <a:pt x="77216" y="376378"/>
                    </a:cubicBezTo>
                    <a:cubicBezTo>
                      <a:pt x="77216" y="373658"/>
                      <a:pt x="79936" y="370939"/>
                      <a:pt x="82655" y="368219"/>
                    </a:cubicBezTo>
                    <a:cubicBezTo>
                      <a:pt x="88095" y="365499"/>
                      <a:pt x="93534" y="362780"/>
                      <a:pt x="98973" y="360060"/>
                    </a:cubicBezTo>
                    <a:cubicBezTo>
                      <a:pt x="104413" y="360060"/>
                      <a:pt x="112571" y="357340"/>
                      <a:pt x="118011" y="357340"/>
                    </a:cubicBezTo>
                    <a:cubicBezTo>
                      <a:pt x="126170" y="354621"/>
                      <a:pt x="128890" y="357340"/>
                      <a:pt x="131609" y="351901"/>
                    </a:cubicBezTo>
                    <a:cubicBezTo>
                      <a:pt x="131609" y="349181"/>
                      <a:pt x="131609" y="346462"/>
                      <a:pt x="131609" y="343742"/>
                    </a:cubicBezTo>
                    <a:cubicBezTo>
                      <a:pt x="131609" y="319265"/>
                      <a:pt x="131609" y="294788"/>
                      <a:pt x="131609" y="270311"/>
                    </a:cubicBezTo>
                    <a:cubicBezTo>
                      <a:pt x="131609" y="226797"/>
                      <a:pt x="131609" y="186002"/>
                      <a:pt x="137048" y="145207"/>
                    </a:cubicBezTo>
                    <a:cubicBezTo>
                      <a:pt x="137048" y="139768"/>
                      <a:pt x="137048" y="131609"/>
                      <a:pt x="139768" y="123450"/>
                    </a:cubicBezTo>
                    <a:cubicBezTo>
                      <a:pt x="134329" y="123450"/>
                      <a:pt x="137048" y="123450"/>
                      <a:pt x="123450" y="123450"/>
                    </a:cubicBezTo>
                    <a:cubicBezTo>
                      <a:pt x="120731" y="123450"/>
                      <a:pt x="120731" y="123450"/>
                      <a:pt x="118011" y="123450"/>
                    </a:cubicBezTo>
                    <a:cubicBezTo>
                      <a:pt x="112571" y="123450"/>
                      <a:pt x="107133" y="123450"/>
                      <a:pt x="101693" y="123450"/>
                    </a:cubicBezTo>
                    <a:cubicBezTo>
                      <a:pt x="93534" y="123450"/>
                      <a:pt x="82655" y="120730"/>
                      <a:pt x="74496" y="118011"/>
                    </a:cubicBezTo>
                    <a:cubicBezTo>
                      <a:pt x="66338" y="115291"/>
                      <a:pt x="58178" y="107132"/>
                      <a:pt x="58178" y="101693"/>
                    </a:cubicBezTo>
                    <a:cubicBezTo>
                      <a:pt x="58178" y="98973"/>
                      <a:pt x="58178" y="96253"/>
                      <a:pt x="63618" y="93534"/>
                    </a:cubicBezTo>
                    <a:cubicBezTo>
                      <a:pt x="66338" y="90814"/>
                      <a:pt x="77216" y="88095"/>
                      <a:pt x="85375" y="85375"/>
                    </a:cubicBezTo>
                    <a:cubicBezTo>
                      <a:pt x="104413" y="82655"/>
                      <a:pt x="128890" y="82655"/>
                      <a:pt x="137048" y="82655"/>
                    </a:cubicBezTo>
                    <a:cubicBezTo>
                      <a:pt x="139768" y="82655"/>
                      <a:pt x="142488" y="82655"/>
                      <a:pt x="147927" y="82655"/>
                    </a:cubicBezTo>
                    <a:cubicBezTo>
                      <a:pt x="153366" y="69057"/>
                      <a:pt x="164245" y="58178"/>
                      <a:pt x="186003" y="58178"/>
                    </a:cubicBezTo>
                    <a:cubicBezTo>
                      <a:pt x="202321" y="58178"/>
                      <a:pt x="215919" y="66337"/>
                      <a:pt x="226797" y="79936"/>
                    </a:cubicBezTo>
                    <a:cubicBezTo>
                      <a:pt x="237676" y="79936"/>
                      <a:pt x="248554" y="79936"/>
                      <a:pt x="253994" y="79936"/>
                    </a:cubicBezTo>
                    <a:cubicBezTo>
                      <a:pt x="267592" y="79936"/>
                      <a:pt x="294789" y="79936"/>
                      <a:pt x="294789" y="96253"/>
                    </a:cubicBezTo>
                    <a:cubicBezTo>
                      <a:pt x="294789" y="104412"/>
                      <a:pt x="289349" y="107132"/>
                      <a:pt x="283910" y="112571"/>
                    </a:cubicBezTo>
                    <a:cubicBezTo>
                      <a:pt x="278471" y="118011"/>
                      <a:pt x="273031" y="120730"/>
                      <a:pt x="267592" y="120730"/>
                    </a:cubicBezTo>
                    <a:cubicBezTo>
                      <a:pt x="259433" y="123450"/>
                      <a:pt x="251274" y="123450"/>
                      <a:pt x="245835" y="123450"/>
                    </a:cubicBezTo>
                    <a:cubicBezTo>
                      <a:pt x="245835" y="123450"/>
                      <a:pt x="243116" y="123450"/>
                      <a:pt x="237676" y="123450"/>
                    </a:cubicBezTo>
                    <a:cubicBezTo>
                      <a:pt x="237676" y="126170"/>
                      <a:pt x="237676" y="126170"/>
                      <a:pt x="240396" y="128889"/>
                    </a:cubicBezTo>
                    <a:cubicBezTo>
                      <a:pt x="245835" y="145207"/>
                      <a:pt x="248554" y="161525"/>
                      <a:pt x="251274" y="177843"/>
                    </a:cubicBezTo>
                    <a:cubicBezTo>
                      <a:pt x="253994" y="194161"/>
                      <a:pt x="253994" y="210479"/>
                      <a:pt x="256714" y="226797"/>
                    </a:cubicBezTo>
                    <a:cubicBezTo>
                      <a:pt x="259433" y="243115"/>
                      <a:pt x="262153" y="256713"/>
                      <a:pt x="262153" y="273031"/>
                    </a:cubicBezTo>
                    <a:cubicBezTo>
                      <a:pt x="262153" y="278470"/>
                      <a:pt x="262153" y="283910"/>
                      <a:pt x="262153" y="289349"/>
                    </a:cubicBezTo>
                    <a:lnTo>
                      <a:pt x="262153" y="297508"/>
                    </a:lnTo>
                    <a:cubicBezTo>
                      <a:pt x="262153" y="305667"/>
                      <a:pt x="262153" y="313826"/>
                      <a:pt x="264872" y="321985"/>
                    </a:cubicBezTo>
                    <a:cubicBezTo>
                      <a:pt x="264872" y="327424"/>
                      <a:pt x="270312" y="330144"/>
                      <a:pt x="270312" y="335583"/>
                    </a:cubicBezTo>
                    <a:cubicBezTo>
                      <a:pt x="270312" y="335583"/>
                      <a:pt x="270312" y="338303"/>
                      <a:pt x="270312" y="338303"/>
                    </a:cubicBezTo>
                    <a:cubicBezTo>
                      <a:pt x="270312" y="341022"/>
                      <a:pt x="270312" y="343742"/>
                      <a:pt x="270312" y="346462"/>
                    </a:cubicBezTo>
                    <a:cubicBezTo>
                      <a:pt x="270312" y="351901"/>
                      <a:pt x="273031" y="354621"/>
                      <a:pt x="278471" y="354621"/>
                    </a:cubicBezTo>
                    <a:cubicBezTo>
                      <a:pt x="289349" y="354621"/>
                      <a:pt x="335584" y="351901"/>
                      <a:pt x="338304" y="349181"/>
                    </a:cubicBezTo>
                    <a:cubicBezTo>
                      <a:pt x="346462" y="349181"/>
                      <a:pt x="357341" y="349181"/>
                      <a:pt x="365500" y="349181"/>
                    </a:cubicBezTo>
                    <a:cubicBezTo>
                      <a:pt x="370939" y="349181"/>
                      <a:pt x="376379" y="349181"/>
                      <a:pt x="381817" y="349181"/>
                    </a:cubicBezTo>
                    <a:cubicBezTo>
                      <a:pt x="387257" y="349181"/>
                      <a:pt x="392697" y="346462"/>
                      <a:pt x="392697" y="338303"/>
                    </a:cubicBezTo>
                    <a:cubicBezTo>
                      <a:pt x="392697" y="330144"/>
                      <a:pt x="389977" y="316545"/>
                      <a:pt x="389977" y="313826"/>
                    </a:cubicBezTo>
                    <a:cubicBezTo>
                      <a:pt x="389977" y="294788"/>
                      <a:pt x="389977" y="278470"/>
                      <a:pt x="392697" y="262152"/>
                    </a:cubicBezTo>
                    <a:cubicBezTo>
                      <a:pt x="392697" y="259433"/>
                      <a:pt x="395416" y="243115"/>
                      <a:pt x="395416" y="224077"/>
                    </a:cubicBezTo>
                    <a:cubicBezTo>
                      <a:pt x="395416" y="207759"/>
                      <a:pt x="398136" y="188722"/>
                      <a:pt x="398136" y="177843"/>
                    </a:cubicBezTo>
                    <a:cubicBezTo>
                      <a:pt x="398136" y="169684"/>
                      <a:pt x="395416" y="158806"/>
                      <a:pt x="395416" y="153366"/>
                    </a:cubicBezTo>
                    <a:cubicBezTo>
                      <a:pt x="395416" y="145207"/>
                      <a:pt x="395416" y="142488"/>
                      <a:pt x="395416" y="137048"/>
                    </a:cubicBezTo>
                    <a:cubicBezTo>
                      <a:pt x="389977" y="137048"/>
                      <a:pt x="384537" y="137048"/>
                      <a:pt x="379098" y="137048"/>
                    </a:cubicBezTo>
                    <a:cubicBezTo>
                      <a:pt x="370939" y="137048"/>
                      <a:pt x="360061" y="134329"/>
                      <a:pt x="351902" y="131609"/>
                    </a:cubicBezTo>
                    <a:cubicBezTo>
                      <a:pt x="343742" y="128889"/>
                      <a:pt x="338304" y="120730"/>
                      <a:pt x="338304" y="115291"/>
                    </a:cubicBezTo>
                    <a:cubicBezTo>
                      <a:pt x="338304" y="112571"/>
                      <a:pt x="338304" y="109852"/>
                      <a:pt x="343742" y="107132"/>
                    </a:cubicBezTo>
                    <a:cubicBezTo>
                      <a:pt x="349182" y="104412"/>
                      <a:pt x="357341" y="101693"/>
                      <a:pt x="362780" y="98973"/>
                    </a:cubicBezTo>
                    <a:cubicBezTo>
                      <a:pt x="373659" y="96253"/>
                      <a:pt x="387257" y="96253"/>
                      <a:pt x="395416" y="96253"/>
                    </a:cubicBezTo>
                    <a:cubicBezTo>
                      <a:pt x="398136" y="93534"/>
                      <a:pt x="400855" y="90814"/>
                      <a:pt x="403575" y="90814"/>
                    </a:cubicBezTo>
                    <a:cubicBezTo>
                      <a:pt x="411734" y="90814"/>
                      <a:pt x="419893" y="88095"/>
                      <a:pt x="422612" y="88095"/>
                    </a:cubicBezTo>
                    <a:cubicBezTo>
                      <a:pt x="425332" y="88095"/>
                      <a:pt x="425332" y="88095"/>
                      <a:pt x="428052" y="88095"/>
                    </a:cubicBezTo>
                    <a:cubicBezTo>
                      <a:pt x="433492" y="88095"/>
                      <a:pt x="441650" y="88095"/>
                      <a:pt x="447090" y="90814"/>
                    </a:cubicBezTo>
                    <a:cubicBezTo>
                      <a:pt x="449809" y="90814"/>
                      <a:pt x="452529" y="93534"/>
                      <a:pt x="455249" y="96253"/>
                    </a:cubicBezTo>
                    <a:cubicBezTo>
                      <a:pt x="482445" y="96253"/>
                      <a:pt x="509642" y="93534"/>
                      <a:pt x="525960" y="93534"/>
                    </a:cubicBezTo>
                    <a:cubicBezTo>
                      <a:pt x="539558" y="93534"/>
                      <a:pt x="561315" y="93534"/>
                      <a:pt x="561315" y="109852"/>
                    </a:cubicBezTo>
                    <a:cubicBezTo>
                      <a:pt x="561315" y="118011"/>
                      <a:pt x="561315" y="120730"/>
                      <a:pt x="555876" y="126170"/>
                    </a:cubicBezTo>
                    <a:cubicBezTo>
                      <a:pt x="550437" y="131609"/>
                      <a:pt x="544997" y="134329"/>
                      <a:pt x="539558" y="134329"/>
                    </a:cubicBezTo>
                    <a:cubicBezTo>
                      <a:pt x="531399" y="137048"/>
                      <a:pt x="523240" y="137048"/>
                      <a:pt x="517800" y="137048"/>
                    </a:cubicBezTo>
                    <a:cubicBezTo>
                      <a:pt x="515081" y="137048"/>
                      <a:pt x="498763" y="137048"/>
                      <a:pt x="477006" y="137048"/>
                    </a:cubicBezTo>
                    <a:cubicBezTo>
                      <a:pt x="479725" y="145207"/>
                      <a:pt x="485165" y="153366"/>
                      <a:pt x="485165" y="161525"/>
                    </a:cubicBezTo>
                    <a:cubicBezTo>
                      <a:pt x="487885" y="177843"/>
                      <a:pt x="493324" y="194161"/>
                      <a:pt x="496043" y="210479"/>
                    </a:cubicBezTo>
                    <a:cubicBezTo>
                      <a:pt x="498763" y="224077"/>
                      <a:pt x="498763" y="237676"/>
                      <a:pt x="501483" y="251274"/>
                    </a:cubicBezTo>
                    <a:cubicBezTo>
                      <a:pt x="504202" y="264872"/>
                      <a:pt x="506922" y="275751"/>
                      <a:pt x="506922" y="292069"/>
                    </a:cubicBezTo>
                    <a:cubicBezTo>
                      <a:pt x="506922" y="302947"/>
                      <a:pt x="506922" y="311106"/>
                      <a:pt x="506922" y="321985"/>
                    </a:cubicBezTo>
                    <a:cubicBezTo>
                      <a:pt x="506922" y="327424"/>
                      <a:pt x="509642" y="335583"/>
                      <a:pt x="509642" y="341022"/>
                    </a:cubicBezTo>
                    <a:cubicBezTo>
                      <a:pt x="509642" y="343742"/>
                      <a:pt x="509642" y="343742"/>
                      <a:pt x="509642" y="343742"/>
                    </a:cubicBezTo>
                    <a:cubicBezTo>
                      <a:pt x="509642" y="349181"/>
                      <a:pt x="515081" y="349181"/>
                      <a:pt x="517800" y="349181"/>
                    </a:cubicBezTo>
                    <a:cubicBezTo>
                      <a:pt x="520520" y="349181"/>
                      <a:pt x="523240" y="349181"/>
                      <a:pt x="528680" y="349181"/>
                    </a:cubicBezTo>
                    <a:cubicBezTo>
                      <a:pt x="536838" y="349181"/>
                      <a:pt x="547717" y="349181"/>
                      <a:pt x="550437" y="357340"/>
                    </a:cubicBezTo>
                    <a:cubicBezTo>
                      <a:pt x="550437" y="360060"/>
                      <a:pt x="550437" y="360060"/>
                      <a:pt x="550437" y="362780"/>
                    </a:cubicBezTo>
                    <a:cubicBezTo>
                      <a:pt x="550437" y="370939"/>
                      <a:pt x="539558" y="381817"/>
                      <a:pt x="534119" y="384537"/>
                    </a:cubicBezTo>
                    <a:cubicBezTo>
                      <a:pt x="531399" y="387257"/>
                      <a:pt x="523240" y="387257"/>
                      <a:pt x="520520" y="389976"/>
                    </a:cubicBezTo>
                    <a:cubicBezTo>
                      <a:pt x="515081" y="389976"/>
                      <a:pt x="512362" y="392696"/>
                      <a:pt x="512362" y="395415"/>
                    </a:cubicBezTo>
                    <a:cubicBezTo>
                      <a:pt x="512362" y="395415"/>
                      <a:pt x="512362" y="398135"/>
                      <a:pt x="512362" y="398135"/>
                    </a:cubicBezTo>
                    <a:cubicBezTo>
                      <a:pt x="512362" y="400855"/>
                      <a:pt x="512362" y="406294"/>
                      <a:pt x="512362" y="409014"/>
                    </a:cubicBezTo>
                    <a:cubicBezTo>
                      <a:pt x="512362" y="411733"/>
                      <a:pt x="512362" y="411733"/>
                      <a:pt x="512362" y="414453"/>
                    </a:cubicBezTo>
                    <a:cubicBezTo>
                      <a:pt x="512362" y="422612"/>
                      <a:pt x="512362" y="430771"/>
                      <a:pt x="512362" y="438930"/>
                    </a:cubicBezTo>
                    <a:cubicBezTo>
                      <a:pt x="512362" y="460687"/>
                      <a:pt x="512362" y="482445"/>
                      <a:pt x="515081" y="504202"/>
                    </a:cubicBezTo>
                    <a:cubicBezTo>
                      <a:pt x="517800" y="525959"/>
                      <a:pt x="520520" y="550436"/>
                      <a:pt x="520520" y="572193"/>
                    </a:cubicBezTo>
                    <a:cubicBezTo>
                      <a:pt x="520520" y="583072"/>
                      <a:pt x="520520" y="593950"/>
                      <a:pt x="517800" y="604829"/>
                    </a:cubicBezTo>
                    <a:cubicBezTo>
                      <a:pt x="515081" y="623867"/>
                      <a:pt x="515081" y="642904"/>
                      <a:pt x="512362" y="661942"/>
                    </a:cubicBezTo>
                    <a:cubicBezTo>
                      <a:pt x="512362" y="664661"/>
                      <a:pt x="509642" y="667381"/>
                      <a:pt x="509642" y="670101"/>
                    </a:cubicBezTo>
                    <a:cubicBezTo>
                      <a:pt x="509642" y="672820"/>
                      <a:pt x="512362" y="678260"/>
                      <a:pt x="512362" y="680979"/>
                    </a:cubicBezTo>
                    <a:cubicBezTo>
                      <a:pt x="512362" y="683699"/>
                      <a:pt x="512362" y="686419"/>
                      <a:pt x="512362" y="686419"/>
                    </a:cubicBezTo>
                    <a:cubicBezTo>
                      <a:pt x="517800" y="680979"/>
                      <a:pt x="528680" y="680979"/>
                      <a:pt x="536838" y="680979"/>
                    </a:cubicBezTo>
                    <a:lnTo>
                      <a:pt x="536838" y="680979"/>
                    </a:lnTo>
                    <a:close/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9" name="Freeform: Shape 52">
                <a:extLst>
                  <a:ext uri="{FF2B5EF4-FFF2-40B4-BE49-F238E27FC236}">
                    <a16:creationId xmlns:a16="http://schemas.microsoft.com/office/drawing/2014/main" id="{3E9987C9-6BBF-1C44-9278-CBD585F987C5}"/>
                  </a:ext>
                </a:extLst>
              </p:cNvPr>
              <p:cNvSpPr/>
              <p:nvPr/>
            </p:nvSpPr>
            <p:spPr>
              <a:xfrm>
                <a:off x="9592416" y="4192158"/>
                <a:ext cx="516735" cy="761503"/>
              </a:xfrm>
              <a:custGeom>
                <a:avLst/>
                <a:gdLst>
                  <a:gd name="connsiteX0" fmla="*/ 463407 w 516735"/>
                  <a:gd name="connsiteY0" fmla="*/ 194161 h 761503"/>
                  <a:gd name="connsiteX1" fmla="*/ 447089 w 516735"/>
                  <a:gd name="connsiteY1" fmla="*/ 226797 h 761503"/>
                  <a:gd name="connsiteX2" fmla="*/ 430771 w 516735"/>
                  <a:gd name="connsiteY2" fmla="*/ 221357 h 761503"/>
                  <a:gd name="connsiteX3" fmla="*/ 422612 w 516735"/>
                  <a:gd name="connsiteY3" fmla="*/ 207759 h 761503"/>
                  <a:gd name="connsiteX4" fmla="*/ 419893 w 516735"/>
                  <a:gd name="connsiteY4" fmla="*/ 188722 h 761503"/>
                  <a:gd name="connsiteX5" fmla="*/ 419893 w 516735"/>
                  <a:gd name="connsiteY5" fmla="*/ 139768 h 761503"/>
                  <a:gd name="connsiteX6" fmla="*/ 419893 w 516735"/>
                  <a:gd name="connsiteY6" fmla="*/ 120730 h 761503"/>
                  <a:gd name="connsiteX7" fmla="*/ 395416 w 516735"/>
                  <a:gd name="connsiteY7" fmla="*/ 120730 h 761503"/>
                  <a:gd name="connsiteX8" fmla="*/ 370939 w 516735"/>
                  <a:gd name="connsiteY8" fmla="*/ 120730 h 761503"/>
                  <a:gd name="connsiteX9" fmla="*/ 346461 w 516735"/>
                  <a:gd name="connsiteY9" fmla="*/ 123450 h 761503"/>
                  <a:gd name="connsiteX10" fmla="*/ 335583 w 516735"/>
                  <a:gd name="connsiteY10" fmla="*/ 123450 h 761503"/>
                  <a:gd name="connsiteX11" fmla="*/ 335583 w 516735"/>
                  <a:gd name="connsiteY11" fmla="*/ 123450 h 761503"/>
                  <a:gd name="connsiteX12" fmla="*/ 324704 w 516735"/>
                  <a:gd name="connsiteY12" fmla="*/ 128889 h 761503"/>
                  <a:gd name="connsiteX13" fmla="*/ 327424 w 516735"/>
                  <a:gd name="connsiteY13" fmla="*/ 139768 h 761503"/>
                  <a:gd name="connsiteX14" fmla="*/ 330144 w 516735"/>
                  <a:gd name="connsiteY14" fmla="*/ 175123 h 761503"/>
                  <a:gd name="connsiteX15" fmla="*/ 330144 w 516735"/>
                  <a:gd name="connsiteY15" fmla="*/ 199600 h 761503"/>
                  <a:gd name="connsiteX16" fmla="*/ 327424 w 516735"/>
                  <a:gd name="connsiteY16" fmla="*/ 224077 h 761503"/>
                  <a:gd name="connsiteX17" fmla="*/ 330144 w 516735"/>
                  <a:gd name="connsiteY17" fmla="*/ 251274 h 761503"/>
                  <a:gd name="connsiteX18" fmla="*/ 327424 w 516735"/>
                  <a:gd name="connsiteY18" fmla="*/ 278470 h 761503"/>
                  <a:gd name="connsiteX19" fmla="*/ 327424 w 516735"/>
                  <a:gd name="connsiteY19" fmla="*/ 332864 h 761503"/>
                  <a:gd name="connsiteX20" fmla="*/ 330144 w 516735"/>
                  <a:gd name="connsiteY20" fmla="*/ 357340 h 761503"/>
                  <a:gd name="connsiteX21" fmla="*/ 330144 w 516735"/>
                  <a:gd name="connsiteY21" fmla="*/ 368219 h 761503"/>
                  <a:gd name="connsiteX22" fmla="*/ 332863 w 516735"/>
                  <a:gd name="connsiteY22" fmla="*/ 387257 h 761503"/>
                  <a:gd name="connsiteX23" fmla="*/ 332863 w 516735"/>
                  <a:gd name="connsiteY23" fmla="*/ 433491 h 761503"/>
                  <a:gd name="connsiteX24" fmla="*/ 332863 w 516735"/>
                  <a:gd name="connsiteY24" fmla="*/ 487884 h 761503"/>
                  <a:gd name="connsiteX25" fmla="*/ 330144 w 516735"/>
                  <a:gd name="connsiteY25" fmla="*/ 512361 h 761503"/>
                  <a:gd name="connsiteX26" fmla="*/ 330144 w 516735"/>
                  <a:gd name="connsiteY26" fmla="*/ 539557 h 761503"/>
                  <a:gd name="connsiteX27" fmla="*/ 332863 w 516735"/>
                  <a:gd name="connsiteY27" fmla="*/ 593950 h 761503"/>
                  <a:gd name="connsiteX28" fmla="*/ 332863 w 516735"/>
                  <a:gd name="connsiteY28" fmla="*/ 648343 h 761503"/>
                  <a:gd name="connsiteX29" fmla="*/ 332863 w 516735"/>
                  <a:gd name="connsiteY29" fmla="*/ 656502 h 761503"/>
                  <a:gd name="connsiteX30" fmla="*/ 357341 w 516735"/>
                  <a:gd name="connsiteY30" fmla="*/ 656502 h 761503"/>
                  <a:gd name="connsiteX31" fmla="*/ 395416 w 516735"/>
                  <a:gd name="connsiteY31" fmla="*/ 675540 h 761503"/>
                  <a:gd name="connsiteX32" fmla="*/ 389976 w 516735"/>
                  <a:gd name="connsiteY32" fmla="*/ 691858 h 761503"/>
                  <a:gd name="connsiteX33" fmla="*/ 373658 w 516735"/>
                  <a:gd name="connsiteY33" fmla="*/ 700017 h 761503"/>
                  <a:gd name="connsiteX34" fmla="*/ 351901 w 516735"/>
                  <a:gd name="connsiteY34" fmla="*/ 702737 h 761503"/>
                  <a:gd name="connsiteX35" fmla="*/ 319265 w 516735"/>
                  <a:gd name="connsiteY35" fmla="*/ 702737 h 761503"/>
                  <a:gd name="connsiteX36" fmla="*/ 311106 w 516735"/>
                  <a:gd name="connsiteY36" fmla="*/ 708176 h 761503"/>
                  <a:gd name="connsiteX37" fmla="*/ 289349 w 516735"/>
                  <a:gd name="connsiteY37" fmla="*/ 713615 h 761503"/>
                  <a:gd name="connsiteX38" fmla="*/ 270311 w 516735"/>
                  <a:gd name="connsiteY38" fmla="*/ 713615 h 761503"/>
                  <a:gd name="connsiteX39" fmla="*/ 243115 w 516735"/>
                  <a:gd name="connsiteY39" fmla="*/ 705456 h 761503"/>
                  <a:gd name="connsiteX40" fmla="*/ 237675 w 516735"/>
                  <a:gd name="connsiteY40" fmla="*/ 702737 h 761503"/>
                  <a:gd name="connsiteX41" fmla="*/ 199600 w 516735"/>
                  <a:gd name="connsiteY41" fmla="*/ 702737 h 761503"/>
                  <a:gd name="connsiteX42" fmla="*/ 175123 w 516735"/>
                  <a:gd name="connsiteY42" fmla="*/ 702737 h 761503"/>
                  <a:gd name="connsiteX43" fmla="*/ 147927 w 516735"/>
                  <a:gd name="connsiteY43" fmla="*/ 697297 h 761503"/>
                  <a:gd name="connsiteX44" fmla="*/ 131609 w 516735"/>
                  <a:gd name="connsiteY44" fmla="*/ 678260 h 761503"/>
                  <a:gd name="connsiteX45" fmla="*/ 137048 w 516735"/>
                  <a:gd name="connsiteY45" fmla="*/ 670101 h 761503"/>
                  <a:gd name="connsiteX46" fmla="*/ 158805 w 516735"/>
                  <a:gd name="connsiteY46" fmla="*/ 661942 h 761503"/>
                  <a:gd name="connsiteX47" fmla="*/ 199600 w 516735"/>
                  <a:gd name="connsiteY47" fmla="*/ 659222 h 761503"/>
                  <a:gd name="connsiteX48" fmla="*/ 199600 w 516735"/>
                  <a:gd name="connsiteY48" fmla="*/ 659222 h 761503"/>
                  <a:gd name="connsiteX49" fmla="*/ 196880 w 516735"/>
                  <a:gd name="connsiteY49" fmla="*/ 629306 h 761503"/>
                  <a:gd name="connsiteX50" fmla="*/ 199600 w 516735"/>
                  <a:gd name="connsiteY50" fmla="*/ 574913 h 761503"/>
                  <a:gd name="connsiteX51" fmla="*/ 202320 w 516735"/>
                  <a:gd name="connsiteY51" fmla="*/ 523239 h 761503"/>
                  <a:gd name="connsiteX52" fmla="*/ 205040 w 516735"/>
                  <a:gd name="connsiteY52" fmla="*/ 460687 h 761503"/>
                  <a:gd name="connsiteX53" fmla="*/ 205040 w 516735"/>
                  <a:gd name="connsiteY53" fmla="*/ 417173 h 761503"/>
                  <a:gd name="connsiteX54" fmla="*/ 207759 w 516735"/>
                  <a:gd name="connsiteY54" fmla="*/ 392696 h 761503"/>
                  <a:gd name="connsiteX55" fmla="*/ 210478 w 516735"/>
                  <a:gd name="connsiteY55" fmla="*/ 368219 h 761503"/>
                  <a:gd name="connsiteX56" fmla="*/ 210478 w 516735"/>
                  <a:gd name="connsiteY56" fmla="*/ 313826 h 761503"/>
                  <a:gd name="connsiteX57" fmla="*/ 210478 w 516735"/>
                  <a:gd name="connsiteY57" fmla="*/ 259433 h 761503"/>
                  <a:gd name="connsiteX58" fmla="*/ 210478 w 516735"/>
                  <a:gd name="connsiteY58" fmla="*/ 213199 h 761503"/>
                  <a:gd name="connsiteX59" fmla="*/ 210478 w 516735"/>
                  <a:gd name="connsiteY59" fmla="*/ 145207 h 761503"/>
                  <a:gd name="connsiteX60" fmla="*/ 213198 w 516735"/>
                  <a:gd name="connsiteY60" fmla="*/ 131609 h 761503"/>
                  <a:gd name="connsiteX61" fmla="*/ 205040 w 516735"/>
                  <a:gd name="connsiteY61" fmla="*/ 123450 h 761503"/>
                  <a:gd name="connsiteX62" fmla="*/ 161525 w 516735"/>
                  <a:gd name="connsiteY62" fmla="*/ 123450 h 761503"/>
                  <a:gd name="connsiteX63" fmla="*/ 112571 w 516735"/>
                  <a:gd name="connsiteY63" fmla="*/ 120730 h 761503"/>
                  <a:gd name="connsiteX64" fmla="*/ 104412 w 516735"/>
                  <a:gd name="connsiteY64" fmla="*/ 118011 h 761503"/>
                  <a:gd name="connsiteX65" fmla="*/ 107132 w 516735"/>
                  <a:gd name="connsiteY65" fmla="*/ 191441 h 761503"/>
                  <a:gd name="connsiteX66" fmla="*/ 90814 w 516735"/>
                  <a:gd name="connsiteY66" fmla="*/ 224077 h 761503"/>
                  <a:gd name="connsiteX67" fmla="*/ 74496 w 516735"/>
                  <a:gd name="connsiteY67" fmla="*/ 218638 h 761503"/>
                  <a:gd name="connsiteX68" fmla="*/ 66337 w 516735"/>
                  <a:gd name="connsiteY68" fmla="*/ 205040 h 761503"/>
                  <a:gd name="connsiteX69" fmla="*/ 63617 w 516735"/>
                  <a:gd name="connsiteY69" fmla="*/ 186002 h 761503"/>
                  <a:gd name="connsiteX70" fmla="*/ 63617 w 516735"/>
                  <a:gd name="connsiteY70" fmla="*/ 145207 h 761503"/>
                  <a:gd name="connsiteX71" fmla="*/ 63617 w 516735"/>
                  <a:gd name="connsiteY71" fmla="*/ 109852 h 761503"/>
                  <a:gd name="connsiteX72" fmla="*/ 58178 w 516735"/>
                  <a:gd name="connsiteY72" fmla="*/ 96253 h 761503"/>
                  <a:gd name="connsiteX73" fmla="*/ 66337 w 516735"/>
                  <a:gd name="connsiteY73" fmla="*/ 85375 h 761503"/>
                  <a:gd name="connsiteX74" fmla="*/ 93533 w 516735"/>
                  <a:gd name="connsiteY74" fmla="*/ 77216 h 761503"/>
                  <a:gd name="connsiteX75" fmla="*/ 115290 w 516735"/>
                  <a:gd name="connsiteY75" fmla="*/ 77216 h 761503"/>
                  <a:gd name="connsiteX76" fmla="*/ 169684 w 516735"/>
                  <a:gd name="connsiteY76" fmla="*/ 74496 h 761503"/>
                  <a:gd name="connsiteX77" fmla="*/ 194161 w 516735"/>
                  <a:gd name="connsiteY77" fmla="*/ 71776 h 761503"/>
                  <a:gd name="connsiteX78" fmla="*/ 196880 w 516735"/>
                  <a:gd name="connsiteY78" fmla="*/ 71776 h 761503"/>
                  <a:gd name="connsiteX79" fmla="*/ 210478 w 516735"/>
                  <a:gd name="connsiteY79" fmla="*/ 71776 h 761503"/>
                  <a:gd name="connsiteX80" fmla="*/ 218638 w 516735"/>
                  <a:gd name="connsiteY80" fmla="*/ 71776 h 761503"/>
                  <a:gd name="connsiteX81" fmla="*/ 237675 w 516735"/>
                  <a:gd name="connsiteY81" fmla="*/ 60898 h 761503"/>
                  <a:gd name="connsiteX82" fmla="*/ 253993 w 516735"/>
                  <a:gd name="connsiteY82" fmla="*/ 58178 h 761503"/>
                  <a:gd name="connsiteX83" fmla="*/ 283910 w 516735"/>
                  <a:gd name="connsiteY83" fmla="*/ 60898 h 761503"/>
                  <a:gd name="connsiteX84" fmla="*/ 294788 w 516735"/>
                  <a:gd name="connsiteY84" fmla="*/ 66337 h 761503"/>
                  <a:gd name="connsiteX85" fmla="*/ 305667 w 516735"/>
                  <a:gd name="connsiteY85" fmla="*/ 74496 h 761503"/>
                  <a:gd name="connsiteX86" fmla="*/ 313826 w 516735"/>
                  <a:gd name="connsiteY86" fmla="*/ 74496 h 761503"/>
                  <a:gd name="connsiteX87" fmla="*/ 327424 w 516735"/>
                  <a:gd name="connsiteY87" fmla="*/ 74496 h 761503"/>
                  <a:gd name="connsiteX88" fmla="*/ 354621 w 516735"/>
                  <a:gd name="connsiteY88" fmla="*/ 74496 h 761503"/>
                  <a:gd name="connsiteX89" fmla="*/ 422612 w 516735"/>
                  <a:gd name="connsiteY89" fmla="*/ 74496 h 761503"/>
                  <a:gd name="connsiteX90" fmla="*/ 455248 w 516735"/>
                  <a:gd name="connsiteY90" fmla="*/ 79936 h 761503"/>
                  <a:gd name="connsiteX91" fmla="*/ 466127 w 516735"/>
                  <a:gd name="connsiteY91" fmla="*/ 98973 h 761503"/>
                  <a:gd name="connsiteX92" fmla="*/ 463407 w 516735"/>
                  <a:gd name="connsiteY92" fmla="*/ 109852 h 761503"/>
                  <a:gd name="connsiteX93" fmla="*/ 463407 w 516735"/>
                  <a:gd name="connsiteY93" fmla="*/ 120730 h 761503"/>
                  <a:gd name="connsiteX94" fmla="*/ 463407 w 516735"/>
                  <a:gd name="connsiteY94" fmla="*/ 194161 h 761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</a:cxnLst>
                <a:rect l="l" t="t" r="r" b="b"/>
                <a:pathLst>
                  <a:path w="516735" h="761503">
                    <a:moveTo>
                      <a:pt x="463407" y="194161"/>
                    </a:moveTo>
                    <a:cubicBezTo>
                      <a:pt x="463407" y="205040"/>
                      <a:pt x="463407" y="226797"/>
                      <a:pt x="447089" y="226797"/>
                    </a:cubicBezTo>
                    <a:cubicBezTo>
                      <a:pt x="438930" y="226797"/>
                      <a:pt x="436211" y="226797"/>
                      <a:pt x="430771" y="221357"/>
                    </a:cubicBezTo>
                    <a:cubicBezTo>
                      <a:pt x="425332" y="218638"/>
                      <a:pt x="422612" y="210479"/>
                      <a:pt x="422612" y="207759"/>
                    </a:cubicBezTo>
                    <a:cubicBezTo>
                      <a:pt x="419893" y="199600"/>
                      <a:pt x="419893" y="194161"/>
                      <a:pt x="419893" y="188722"/>
                    </a:cubicBezTo>
                    <a:cubicBezTo>
                      <a:pt x="419893" y="183282"/>
                      <a:pt x="419893" y="147927"/>
                      <a:pt x="419893" y="139768"/>
                    </a:cubicBezTo>
                    <a:cubicBezTo>
                      <a:pt x="419893" y="134329"/>
                      <a:pt x="419893" y="128889"/>
                      <a:pt x="419893" y="120730"/>
                    </a:cubicBezTo>
                    <a:cubicBezTo>
                      <a:pt x="411734" y="120730"/>
                      <a:pt x="403574" y="120730"/>
                      <a:pt x="395416" y="120730"/>
                    </a:cubicBezTo>
                    <a:cubicBezTo>
                      <a:pt x="387256" y="120730"/>
                      <a:pt x="379098" y="120730"/>
                      <a:pt x="370939" y="120730"/>
                    </a:cubicBezTo>
                    <a:cubicBezTo>
                      <a:pt x="362780" y="120730"/>
                      <a:pt x="354621" y="123450"/>
                      <a:pt x="346461" y="123450"/>
                    </a:cubicBezTo>
                    <a:cubicBezTo>
                      <a:pt x="343742" y="123450"/>
                      <a:pt x="341023" y="123450"/>
                      <a:pt x="335583" y="123450"/>
                    </a:cubicBezTo>
                    <a:cubicBezTo>
                      <a:pt x="335583" y="123450"/>
                      <a:pt x="335583" y="123450"/>
                      <a:pt x="335583" y="123450"/>
                    </a:cubicBezTo>
                    <a:cubicBezTo>
                      <a:pt x="327424" y="123450"/>
                      <a:pt x="324704" y="126170"/>
                      <a:pt x="324704" y="128889"/>
                    </a:cubicBezTo>
                    <a:cubicBezTo>
                      <a:pt x="324704" y="131609"/>
                      <a:pt x="324704" y="137048"/>
                      <a:pt x="327424" y="139768"/>
                    </a:cubicBezTo>
                    <a:cubicBezTo>
                      <a:pt x="330144" y="147927"/>
                      <a:pt x="330144" y="166964"/>
                      <a:pt x="330144" y="175123"/>
                    </a:cubicBezTo>
                    <a:cubicBezTo>
                      <a:pt x="330144" y="183282"/>
                      <a:pt x="330144" y="191441"/>
                      <a:pt x="330144" y="199600"/>
                    </a:cubicBezTo>
                    <a:cubicBezTo>
                      <a:pt x="330144" y="207759"/>
                      <a:pt x="327424" y="215918"/>
                      <a:pt x="327424" y="224077"/>
                    </a:cubicBezTo>
                    <a:cubicBezTo>
                      <a:pt x="327424" y="232236"/>
                      <a:pt x="330144" y="243115"/>
                      <a:pt x="330144" y="251274"/>
                    </a:cubicBezTo>
                    <a:cubicBezTo>
                      <a:pt x="330144" y="259433"/>
                      <a:pt x="330144" y="267592"/>
                      <a:pt x="327424" y="278470"/>
                    </a:cubicBezTo>
                    <a:cubicBezTo>
                      <a:pt x="327424" y="294788"/>
                      <a:pt x="327424" y="313826"/>
                      <a:pt x="327424" y="332864"/>
                    </a:cubicBezTo>
                    <a:cubicBezTo>
                      <a:pt x="327424" y="341022"/>
                      <a:pt x="327424" y="349181"/>
                      <a:pt x="330144" y="357340"/>
                    </a:cubicBezTo>
                    <a:cubicBezTo>
                      <a:pt x="330144" y="360060"/>
                      <a:pt x="330144" y="365499"/>
                      <a:pt x="330144" y="368219"/>
                    </a:cubicBezTo>
                    <a:cubicBezTo>
                      <a:pt x="330144" y="373658"/>
                      <a:pt x="332863" y="384537"/>
                      <a:pt x="332863" y="387257"/>
                    </a:cubicBezTo>
                    <a:cubicBezTo>
                      <a:pt x="332863" y="406294"/>
                      <a:pt x="332863" y="414453"/>
                      <a:pt x="332863" y="433491"/>
                    </a:cubicBezTo>
                    <a:cubicBezTo>
                      <a:pt x="332863" y="452528"/>
                      <a:pt x="335583" y="468846"/>
                      <a:pt x="332863" y="487884"/>
                    </a:cubicBezTo>
                    <a:cubicBezTo>
                      <a:pt x="332863" y="496043"/>
                      <a:pt x="330144" y="504202"/>
                      <a:pt x="330144" y="512361"/>
                    </a:cubicBezTo>
                    <a:cubicBezTo>
                      <a:pt x="330144" y="520520"/>
                      <a:pt x="330144" y="531398"/>
                      <a:pt x="330144" y="539557"/>
                    </a:cubicBezTo>
                    <a:cubicBezTo>
                      <a:pt x="330144" y="558595"/>
                      <a:pt x="330144" y="574913"/>
                      <a:pt x="332863" y="593950"/>
                    </a:cubicBezTo>
                    <a:cubicBezTo>
                      <a:pt x="332863" y="610268"/>
                      <a:pt x="332863" y="632026"/>
                      <a:pt x="332863" y="648343"/>
                    </a:cubicBezTo>
                    <a:cubicBezTo>
                      <a:pt x="332863" y="651063"/>
                      <a:pt x="332863" y="653783"/>
                      <a:pt x="332863" y="656502"/>
                    </a:cubicBezTo>
                    <a:cubicBezTo>
                      <a:pt x="343742" y="656502"/>
                      <a:pt x="351901" y="656502"/>
                      <a:pt x="357341" y="656502"/>
                    </a:cubicBezTo>
                    <a:cubicBezTo>
                      <a:pt x="370939" y="656502"/>
                      <a:pt x="395416" y="659222"/>
                      <a:pt x="395416" y="675540"/>
                    </a:cubicBezTo>
                    <a:cubicBezTo>
                      <a:pt x="395416" y="683699"/>
                      <a:pt x="392696" y="686419"/>
                      <a:pt x="389976" y="691858"/>
                    </a:cubicBezTo>
                    <a:cubicBezTo>
                      <a:pt x="384537" y="697297"/>
                      <a:pt x="379098" y="700017"/>
                      <a:pt x="373658" y="700017"/>
                    </a:cubicBezTo>
                    <a:cubicBezTo>
                      <a:pt x="365499" y="702737"/>
                      <a:pt x="357341" y="702737"/>
                      <a:pt x="351901" y="702737"/>
                    </a:cubicBezTo>
                    <a:cubicBezTo>
                      <a:pt x="349181" y="702737"/>
                      <a:pt x="335583" y="702737"/>
                      <a:pt x="319265" y="702737"/>
                    </a:cubicBezTo>
                    <a:cubicBezTo>
                      <a:pt x="316546" y="705456"/>
                      <a:pt x="313826" y="705456"/>
                      <a:pt x="311106" y="708176"/>
                    </a:cubicBezTo>
                    <a:cubicBezTo>
                      <a:pt x="302948" y="713615"/>
                      <a:pt x="297508" y="713615"/>
                      <a:pt x="289349" y="713615"/>
                    </a:cubicBezTo>
                    <a:cubicBezTo>
                      <a:pt x="283910" y="713615"/>
                      <a:pt x="278470" y="713615"/>
                      <a:pt x="270311" y="713615"/>
                    </a:cubicBezTo>
                    <a:cubicBezTo>
                      <a:pt x="259433" y="713615"/>
                      <a:pt x="251273" y="710895"/>
                      <a:pt x="243115" y="705456"/>
                    </a:cubicBezTo>
                    <a:cubicBezTo>
                      <a:pt x="240395" y="705456"/>
                      <a:pt x="237675" y="702737"/>
                      <a:pt x="237675" y="702737"/>
                    </a:cubicBezTo>
                    <a:cubicBezTo>
                      <a:pt x="224077" y="702737"/>
                      <a:pt x="213198" y="702737"/>
                      <a:pt x="199600" y="702737"/>
                    </a:cubicBezTo>
                    <a:cubicBezTo>
                      <a:pt x="191441" y="702737"/>
                      <a:pt x="183282" y="702737"/>
                      <a:pt x="175123" y="702737"/>
                    </a:cubicBezTo>
                    <a:cubicBezTo>
                      <a:pt x="166965" y="702737"/>
                      <a:pt x="156085" y="702737"/>
                      <a:pt x="147927" y="697297"/>
                    </a:cubicBezTo>
                    <a:cubicBezTo>
                      <a:pt x="139768" y="694578"/>
                      <a:pt x="131609" y="680979"/>
                      <a:pt x="131609" y="678260"/>
                    </a:cubicBezTo>
                    <a:cubicBezTo>
                      <a:pt x="131609" y="675540"/>
                      <a:pt x="131609" y="672820"/>
                      <a:pt x="137048" y="670101"/>
                    </a:cubicBezTo>
                    <a:cubicBezTo>
                      <a:pt x="142487" y="667381"/>
                      <a:pt x="153366" y="664661"/>
                      <a:pt x="158805" y="661942"/>
                    </a:cubicBezTo>
                    <a:cubicBezTo>
                      <a:pt x="175123" y="659222"/>
                      <a:pt x="191441" y="659222"/>
                      <a:pt x="199600" y="659222"/>
                    </a:cubicBezTo>
                    <a:lnTo>
                      <a:pt x="199600" y="659222"/>
                    </a:lnTo>
                    <a:cubicBezTo>
                      <a:pt x="199600" y="648343"/>
                      <a:pt x="196880" y="640184"/>
                      <a:pt x="196880" y="629306"/>
                    </a:cubicBezTo>
                    <a:cubicBezTo>
                      <a:pt x="196880" y="612988"/>
                      <a:pt x="196880" y="591231"/>
                      <a:pt x="199600" y="574913"/>
                    </a:cubicBezTo>
                    <a:cubicBezTo>
                      <a:pt x="199600" y="558595"/>
                      <a:pt x="199600" y="539557"/>
                      <a:pt x="202320" y="523239"/>
                    </a:cubicBezTo>
                    <a:cubicBezTo>
                      <a:pt x="202320" y="501482"/>
                      <a:pt x="205040" y="482445"/>
                      <a:pt x="205040" y="460687"/>
                    </a:cubicBezTo>
                    <a:cubicBezTo>
                      <a:pt x="205040" y="447089"/>
                      <a:pt x="205040" y="430771"/>
                      <a:pt x="205040" y="417173"/>
                    </a:cubicBezTo>
                    <a:cubicBezTo>
                      <a:pt x="205040" y="409014"/>
                      <a:pt x="207759" y="400855"/>
                      <a:pt x="207759" y="392696"/>
                    </a:cubicBezTo>
                    <a:cubicBezTo>
                      <a:pt x="207759" y="384537"/>
                      <a:pt x="210478" y="376378"/>
                      <a:pt x="210478" y="368219"/>
                    </a:cubicBezTo>
                    <a:cubicBezTo>
                      <a:pt x="210478" y="351901"/>
                      <a:pt x="210478" y="332864"/>
                      <a:pt x="210478" y="313826"/>
                    </a:cubicBezTo>
                    <a:cubicBezTo>
                      <a:pt x="210478" y="294788"/>
                      <a:pt x="210478" y="275751"/>
                      <a:pt x="210478" y="259433"/>
                    </a:cubicBezTo>
                    <a:cubicBezTo>
                      <a:pt x="210478" y="243115"/>
                      <a:pt x="210478" y="226797"/>
                      <a:pt x="210478" y="213199"/>
                    </a:cubicBezTo>
                    <a:cubicBezTo>
                      <a:pt x="210478" y="194161"/>
                      <a:pt x="210478" y="164245"/>
                      <a:pt x="210478" y="145207"/>
                    </a:cubicBezTo>
                    <a:cubicBezTo>
                      <a:pt x="210478" y="139768"/>
                      <a:pt x="213198" y="134329"/>
                      <a:pt x="213198" y="131609"/>
                    </a:cubicBezTo>
                    <a:cubicBezTo>
                      <a:pt x="213198" y="126170"/>
                      <a:pt x="207759" y="123450"/>
                      <a:pt x="205040" y="123450"/>
                    </a:cubicBezTo>
                    <a:cubicBezTo>
                      <a:pt x="199600" y="123450"/>
                      <a:pt x="166965" y="123450"/>
                      <a:pt x="161525" y="123450"/>
                    </a:cubicBezTo>
                    <a:cubicBezTo>
                      <a:pt x="145207" y="123450"/>
                      <a:pt x="128889" y="123450"/>
                      <a:pt x="112571" y="120730"/>
                    </a:cubicBezTo>
                    <a:cubicBezTo>
                      <a:pt x="109852" y="120730"/>
                      <a:pt x="107132" y="120730"/>
                      <a:pt x="104412" y="118011"/>
                    </a:cubicBezTo>
                    <a:cubicBezTo>
                      <a:pt x="107132" y="137048"/>
                      <a:pt x="107132" y="172404"/>
                      <a:pt x="107132" y="191441"/>
                    </a:cubicBezTo>
                    <a:cubicBezTo>
                      <a:pt x="107132" y="202320"/>
                      <a:pt x="107132" y="224077"/>
                      <a:pt x="90814" y="224077"/>
                    </a:cubicBezTo>
                    <a:cubicBezTo>
                      <a:pt x="82655" y="224077"/>
                      <a:pt x="79935" y="221357"/>
                      <a:pt x="74496" y="218638"/>
                    </a:cubicBezTo>
                    <a:cubicBezTo>
                      <a:pt x="69057" y="215918"/>
                      <a:pt x="66337" y="210479"/>
                      <a:pt x="66337" y="205040"/>
                    </a:cubicBezTo>
                    <a:cubicBezTo>
                      <a:pt x="63617" y="196881"/>
                      <a:pt x="63617" y="191441"/>
                      <a:pt x="63617" y="186002"/>
                    </a:cubicBezTo>
                    <a:cubicBezTo>
                      <a:pt x="63617" y="180563"/>
                      <a:pt x="63617" y="153366"/>
                      <a:pt x="63617" y="145207"/>
                    </a:cubicBezTo>
                    <a:cubicBezTo>
                      <a:pt x="63617" y="134329"/>
                      <a:pt x="63617" y="120730"/>
                      <a:pt x="63617" y="109852"/>
                    </a:cubicBezTo>
                    <a:cubicBezTo>
                      <a:pt x="60897" y="104412"/>
                      <a:pt x="58178" y="101693"/>
                      <a:pt x="58178" y="96253"/>
                    </a:cubicBezTo>
                    <a:cubicBezTo>
                      <a:pt x="58178" y="93534"/>
                      <a:pt x="60897" y="88095"/>
                      <a:pt x="66337" y="85375"/>
                    </a:cubicBezTo>
                    <a:cubicBezTo>
                      <a:pt x="74496" y="79936"/>
                      <a:pt x="77215" y="77216"/>
                      <a:pt x="93533" y="77216"/>
                    </a:cubicBezTo>
                    <a:cubicBezTo>
                      <a:pt x="101692" y="77216"/>
                      <a:pt x="109852" y="77216"/>
                      <a:pt x="115290" y="77216"/>
                    </a:cubicBezTo>
                    <a:cubicBezTo>
                      <a:pt x="134328" y="77216"/>
                      <a:pt x="150646" y="77216"/>
                      <a:pt x="169684" y="74496"/>
                    </a:cubicBezTo>
                    <a:cubicBezTo>
                      <a:pt x="177843" y="74496"/>
                      <a:pt x="186002" y="71776"/>
                      <a:pt x="194161" y="71776"/>
                    </a:cubicBezTo>
                    <a:cubicBezTo>
                      <a:pt x="194161" y="71776"/>
                      <a:pt x="196880" y="71776"/>
                      <a:pt x="196880" y="71776"/>
                    </a:cubicBezTo>
                    <a:cubicBezTo>
                      <a:pt x="199600" y="71776"/>
                      <a:pt x="205040" y="71776"/>
                      <a:pt x="210478" y="71776"/>
                    </a:cubicBezTo>
                    <a:cubicBezTo>
                      <a:pt x="213198" y="71776"/>
                      <a:pt x="215918" y="71776"/>
                      <a:pt x="218638" y="71776"/>
                    </a:cubicBezTo>
                    <a:cubicBezTo>
                      <a:pt x="224077" y="69057"/>
                      <a:pt x="229516" y="63618"/>
                      <a:pt x="237675" y="60898"/>
                    </a:cubicBezTo>
                    <a:cubicBezTo>
                      <a:pt x="243115" y="58178"/>
                      <a:pt x="248554" y="58178"/>
                      <a:pt x="253993" y="58178"/>
                    </a:cubicBezTo>
                    <a:cubicBezTo>
                      <a:pt x="264872" y="58178"/>
                      <a:pt x="273031" y="58178"/>
                      <a:pt x="283910" y="60898"/>
                    </a:cubicBezTo>
                    <a:cubicBezTo>
                      <a:pt x="286629" y="60898"/>
                      <a:pt x="292068" y="63618"/>
                      <a:pt x="294788" y="66337"/>
                    </a:cubicBezTo>
                    <a:cubicBezTo>
                      <a:pt x="297508" y="69057"/>
                      <a:pt x="302948" y="71776"/>
                      <a:pt x="305667" y="74496"/>
                    </a:cubicBezTo>
                    <a:cubicBezTo>
                      <a:pt x="308386" y="74496"/>
                      <a:pt x="311106" y="74496"/>
                      <a:pt x="313826" y="74496"/>
                    </a:cubicBezTo>
                    <a:cubicBezTo>
                      <a:pt x="319265" y="74496"/>
                      <a:pt x="321985" y="74496"/>
                      <a:pt x="327424" y="74496"/>
                    </a:cubicBezTo>
                    <a:cubicBezTo>
                      <a:pt x="335583" y="74496"/>
                      <a:pt x="346461" y="74496"/>
                      <a:pt x="354621" y="74496"/>
                    </a:cubicBezTo>
                    <a:cubicBezTo>
                      <a:pt x="376378" y="74496"/>
                      <a:pt x="400855" y="74496"/>
                      <a:pt x="422612" y="74496"/>
                    </a:cubicBezTo>
                    <a:cubicBezTo>
                      <a:pt x="433491" y="74496"/>
                      <a:pt x="447089" y="74496"/>
                      <a:pt x="455248" y="79936"/>
                    </a:cubicBezTo>
                    <a:cubicBezTo>
                      <a:pt x="460687" y="82655"/>
                      <a:pt x="466127" y="90814"/>
                      <a:pt x="466127" y="98973"/>
                    </a:cubicBezTo>
                    <a:cubicBezTo>
                      <a:pt x="466127" y="101693"/>
                      <a:pt x="466127" y="107132"/>
                      <a:pt x="463407" y="109852"/>
                    </a:cubicBezTo>
                    <a:cubicBezTo>
                      <a:pt x="463407" y="112571"/>
                      <a:pt x="463407" y="112571"/>
                      <a:pt x="463407" y="120730"/>
                    </a:cubicBezTo>
                    <a:cubicBezTo>
                      <a:pt x="463407" y="142488"/>
                      <a:pt x="463407" y="172404"/>
                      <a:pt x="463407" y="194161"/>
                    </a:cubicBezTo>
                  </a:path>
                </a:pathLst>
              </a:custGeom>
              <a:grpFill/>
              <a:ln w="271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>
                  <a:ln>
                    <a:noFill/>
                  </a:ln>
                  <a:solidFill>
                    <a:srgbClr val="6666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pic>
          <p:nvPicPr>
            <p:cNvPr id="56" name="Graphic 55">
              <a:extLst>
                <a:ext uri="{FF2B5EF4-FFF2-40B4-BE49-F238E27FC236}">
                  <a16:creationId xmlns:a16="http://schemas.microsoft.com/office/drawing/2014/main" id="{491E9F99-6F99-7E44-B24D-27C8E656D98D}"/>
                </a:ext>
              </a:extLst>
            </p:cNvPr>
            <p:cNvPicPr>
              <a:picLocks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 rot="16200000">
              <a:off x="10574141" y="4497173"/>
              <a:ext cx="44157" cy="1413011"/>
            </a:xfrm>
            <a:prstGeom prst="rect">
              <a:avLst/>
            </a:prstGeom>
          </p:spPr>
        </p:pic>
      </p:grpSp>
      <p:pic>
        <p:nvPicPr>
          <p:cNvPr id="3" name="Picture 2" descr="Diagram&#10;&#10;Description automatically generated">
            <a:extLst>
              <a:ext uri="{FF2B5EF4-FFF2-40B4-BE49-F238E27FC236}">
                <a16:creationId xmlns:a16="http://schemas.microsoft.com/office/drawing/2014/main" id="{97137987-16EB-447E-A481-8E33DC5BA27E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9669082" y="5359191"/>
            <a:ext cx="1854273" cy="10665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71971487"/>
      </p:ext>
    </p:extLst>
  </p:cSld>
  <p:clrMapOvr>
    <a:masterClrMapping/>
  </p:clrMapOvr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I_Title Slide Func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10">
            <a:extLst>
              <a:ext uri="{FF2B5EF4-FFF2-40B4-BE49-F238E27FC236}">
                <a16:creationId xmlns:a16="http://schemas.microsoft.com/office/drawing/2014/main" id="{655B1FCA-4D49-4122-B6E9-D550AA0C5E76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0" y="2"/>
            <a:ext cx="5266036" cy="6857999"/>
          </a:xfrm>
          <a:custGeom>
            <a:avLst/>
            <a:gdLst>
              <a:gd name="connsiteX0" fmla="*/ 0 w 5266036"/>
              <a:gd name="connsiteY0" fmla="*/ 0 h 6857999"/>
              <a:gd name="connsiteX1" fmla="*/ 3014696 w 5266036"/>
              <a:gd name="connsiteY1" fmla="*/ 0 h 6857999"/>
              <a:gd name="connsiteX2" fmla="*/ 3040982 w 5266036"/>
              <a:gd name="connsiteY2" fmla="*/ 11408 h 6857999"/>
              <a:gd name="connsiteX3" fmla="*/ 5250901 w 5266036"/>
              <a:gd name="connsiteY3" fmla="*/ 4085922 h 6857999"/>
              <a:gd name="connsiteX4" fmla="*/ 3435696 w 5266036"/>
              <a:gd name="connsiteY4" fmla="*/ 6839477 h 6857999"/>
              <a:gd name="connsiteX5" fmla="*/ 3398838 w 5266036"/>
              <a:gd name="connsiteY5" fmla="*/ 6857999 h 6857999"/>
              <a:gd name="connsiteX6" fmla="*/ 0 w 5266036"/>
              <a:gd name="connsiteY6" fmla="*/ 6857999 h 6857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266036" h="6857999">
                <a:moveTo>
                  <a:pt x="0" y="0"/>
                </a:moveTo>
                <a:lnTo>
                  <a:pt x="3014696" y="0"/>
                </a:lnTo>
                <a:lnTo>
                  <a:pt x="3040982" y="11408"/>
                </a:lnTo>
                <a:cubicBezTo>
                  <a:pt x="4562919" y="717837"/>
                  <a:pt x="5390071" y="2397951"/>
                  <a:pt x="5250901" y="4085922"/>
                </a:cubicBezTo>
                <a:cubicBezTo>
                  <a:pt x="5138669" y="5484335"/>
                  <a:pt x="4361602" y="6343612"/>
                  <a:pt x="3435696" y="6839477"/>
                </a:cubicBezTo>
                <a:lnTo>
                  <a:pt x="3398838" y="6857999"/>
                </a:lnTo>
                <a:lnTo>
                  <a:pt x="0" y="6857999"/>
                </a:lnTo>
                <a:close/>
              </a:path>
            </a:pathLst>
          </a:custGeom>
          <a:solidFill>
            <a:srgbClr val="D9D9D9"/>
          </a:solidFill>
        </p:spPr>
        <p:txBody>
          <a:bodyPr wrap="square" tIns="3657600">
            <a:noAutofit/>
          </a:bodyPr>
          <a:lstStyle>
            <a:lvl1pPr marL="0" marR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tx1"/>
              </a:buClr>
              <a:buSzTx/>
              <a:buFont typeface="Arial" panose="020B0604020202020204" pitchFamily="34" charset="0"/>
              <a:buNone/>
              <a:tabLst/>
              <a:defRPr sz="1600"/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1200"/>
              </a:spcBef>
              <a:spcAft>
                <a:spcPts val="0"/>
              </a:spcAft>
              <a:buClr>
                <a:schemeClr val="tx1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t>Click icon to insert picture</a:t>
            </a:r>
            <a:br>
              <a:rPr/>
            </a:br>
            <a:r>
              <a:t>(minimum recommended size for </a:t>
            </a:r>
            <a:br>
              <a:rPr/>
            </a:br>
            <a:r>
              <a:t>half slide image is 640 x 720 pixels)</a:t>
            </a:r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76608E2E-E744-4878-A234-60F6B6711C89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6096000" y="3306349"/>
            <a:ext cx="5715000" cy="731520"/>
          </a:xfrm>
        </p:spPr>
        <p:txBody>
          <a:bodyPr/>
          <a:lstStyle>
            <a:lvl1pPr marL="0" indent="0">
              <a:spcBef>
                <a:spcPts val="0"/>
              </a:spcBef>
              <a:buFontTx/>
              <a:buNone/>
              <a:defRPr sz="2000"/>
            </a:lvl1pPr>
            <a:lvl2pPr marL="0" indent="0">
              <a:spcBef>
                <a:spcPts val="0"/>
              </a:spcBef>
              <a:buFontTx/>
              <a:buNone/>
              <a:defRPr sz="2000"/>
            </a:lvl2pPr>
            <a:lvl3pPr marL="0" indent="0">
              <a:spcBef>
                <a:spcPts val="0"/>
              </a:spcBef>
              <a:buFontTx/>
              <a:buNone/>
              <a:defRPr sz="2000"/>
            </a:lvl3pPr>
            <a:lvl4pPr marL="0" indent="0">
              <a:spcBef>
                <a:spcPts val="0"/>
              </a:spcBef>
              <a:buFontTx/>
              <a:buNone/>
              <a:defRPr sz="2000"/>
            </a:lvl4pPr>
            <a:lvl5pPr marL="0" indent="0">
              <a:spcBef>
                <a:spcPts val="0"/>
              </a:spcBef>
              <a:buFontTx/>
              <a:buNone/>
              <a:defRPr sz="2000"/>
            </a:lvl5pPr>
            <a:lvl6pPr marL="0" indent="0">
              <a:spcBef>
                <a:spcPts val="0"/>
              </a:spcBef>
              <a:buFontTx/>
              <a:buNone/>
              <a:defRPr sz="2000"/>
            </a:lvl6pPr>
            <a:lvl7pPr marL="0" indent="0">
              <a:spcBef>
                <a:spcPts val="0"/>
              </a:spcBef>
              <a:buFontTx/>
              <a:buNone/>
              <a:defRPr sz="2000"/>
            </a:lvl7pPr>
            <a:lvl8pPr marL="0" indent="0">
              <a:spcBef>
                <a:spcPts val="0"/>
              </a:spcBef>
              <a:buFontTx/>
              <a:buNone/>
              <a:defRPr sz="2000"/>
            </a:lvl8pPr>
            <a:lvl9pPr marL="0" indent="0">
              <a:spcBef>
                <a:spcPts val="0"/>
              </a:spcBef>
              <a:buFontTx/>
              <a:buNone/>
              <a:defRPr sz="2000"/>
            </a:lvl9pPr>
          </a:lstStyle>
          <a:p>
            <a:pPr lvl="0"/>
            <a:r>
              <a:t>Subtitle or Presenter Name</a:t>
            </a:r>
          </a:p>
        </p:txBody>
      </p:sp>
      <p:sp>
        <p:nvSpPr>
          <p:cNvPr id="10" name="Title 9">
            <a:extLst>
              <a:ext uri="{FF2B5EF4-FFF2-40B4-BE49-F238E27FC236}">
                <a16:creationId xmlns:a16="http://schemas.microsoft.com/office/drawing/2014/main" id="{3534CB02-81D9-4803-9899-8E6A2EABA97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0" y="457200"/>
            <a:ext cx="5715000" cy="2565401"/>
          </a:xfrm>
        </p:spPr>
        <p:txBody>
          <a:bodyPr/>
          <a:lstStyle>
            <a:lvl1pPr>
              <a:lnSpc>
                <a:spcPct val="82000"/>
              </a:lnSpc>
              <a:defRPr sz="6600" b="0"/>
            </a:lvl1pPr>
          </a:lstStyle>
          <a:p>
            <a:r>
              <a:rPr lang="en-US"/>
              <a:t>Click to edit Master title style</a:t>
            </a:r>
            <a:endParaRPr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AEE9A9CE-0E17-47B6-B3AA-E91053E6699D}"/>
              </a:ext>
            </a:extLst>
          </p:cNvPr>
          <p:cNvGrpSpPr/>
          <p:nvPr userDrawn="1"/>
        </p:nvGrpSpPr>
        <p:grpSpPr>
          <a:xfrm>
            <a:off x="7052978" y="5240354"/>
            <a:ext cx="4681822" cy="1348711"/>
            <a:chOff x="7052978" y="5240354"/>
            <a:chExt cx="4681822" cy="1348711"/>
          </a:xfrm>
        </p:grpSpPr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9413EA83-00B5-1E45-818B-E37D94CAA65A}"/>
                </a:ext>
              </a:extLst>
            </p:cNvPr>
            <p:cNvGrpSpPr/>
            <p:nvPr userDrawn="1"/>
          </p:nvGrpSpPr>
          <p:grpSpPr>
            <a:xfrm>
              <a:off x="9162579" y="5240354"/>
              <a:ext cx="2572221" cy="1348711"/>
              <a:chOff x="9162579" y="5240354"/>
              <a:chExt cx="2572221" cy="1348711"/>
            </a:xfrm>
          </p:grpSpPr>
          <p:grpSp>
            <p:nvGrpSpPr>
              <p:cNvPr id="11" name="Group 10">
                <a:extLst>
                  <a:ext uri="{FF2B5EF4-FFF2-40B4-BE49-F238E27FC236}">
                    <a16:creationId xmlns:a16="http://schemas.microsoft.com/office/drawing/2014/main" id="{0A6D84BC-9F4C-46D1-BCFD-02C11A706D43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9448800" y="5543531"/>
                <a:ext cx="2286000" cy="880288"/>
                <a:chOff x="2078951" y="1888610"/>
                <a:chExt cx="8030200" cy="3092248"/>
              </a:xfrm>
              <a:solidFill>
                <a:srgbClr val="4F2170"/>
              </a:solidFill>
            </p:grpSpPr>
            <p:sp>
              <p:nvSpPr>
                <p:cNvPr id="12" name="Freeform: Shape 11">
                  <a:extLst>
                    <a:ext uri="{FF2B5EF4-FFF2-40B4-BE49-F238E27FC236}">
                      <a16:creationId xmlns:a16="http://schemas.microsoft.com/office/drawing/2014/main" id="{5272DA5A-B0A1-4433-AF19-58D29499701D}"/>
                    </a:ext>
                  </a:extLst>
                </p:cNvPr>
                <p:cNvSpPr/>
                <p:nvPr/>
              </p:nvSpPr>
              <p:spPr>
                <a:xfrm>
                  <a:off x="2078951" y="2872694"/>
                  <a:ext cx="951880" cy="652717"/>
                </a:xfrm>
                <a:custGeom>
                  <a:avLst/>
                  <a:gdLst>
                    <a:gd name="connsiteX0" fmla="*/ 903041 w 951880"/>
                    <a:gd name="connsiteY0" fmla="*/ 330574 h 652717"/>
                    <a:gd name="connsiteX1" fmla="*/ 780656 w 951880"/>
                    <a:gd name="connsiteY1" fmla="*/ 379528 h 652717"/>
                    <a:gd name="connsiteX2" fmla="*/ 598439 w 951880"/>
                    <a:gd name="connsiteY2" fmla="*/ 311537 h 652717"/>
                    <a:gd name="connsiteX3" fmla="*/ 505970 w 951880"/>
                    <a:gd name="connsiteY3" fmla="*/ 164675 h 652717"/>
                    <a:gd name="connsiteX4" fmla="*/ 266640 w 951880"/>
                    <a:gd name="connsiteY4" fmla="*/ 61329 h 652717"/>
                    <a:gd name="connsiteX5" fmla="*/ 103461 w 951880"/>
                    <a:gd name="connsiteY5" fmla="*/ 458398 h 652717"/>
                    <a:gd name="connsiteX6" fmla="*/ 756179 w 951880"/>
                    <a:gd name="connsiteY6" fmla="*/ 485595 h 652717"/>
                    <a:gd name="connsiteX7" fmla="*/ 903041 w 951880"/>
                    <a:gd name="connsiteY7" fmla="*/ 330574 h 652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951880" h="652717">
                      <a:moveTo>
                        <a:pt x="903041" y="330574"/>
                      </a:moveTo>
                      <a:cubicBezTo>
                        <a:pt x="867685" y="363210"/>
                        <a:pt x="813292" y="374089"/>
                        <a:pt x="780656" y="379528"/>
                      </a:cubicBezTo>
                      <a:cubicBezTo>
                        <a:pt x="712664" y="387687"/>
                        <a:pt x="641953" y="365930"/>
                        <a:pt x="598439" y="311537"/>
                      </a:cubicBezTo>
                      <a:cubicBezTo>
                        <a:pt x="563083" y="268022"/>
                        <a:pt x="544046" y="210910"/>
                        <a:pt x="505970" y="164675"/>
                      </a:cubicBezTo>
                      <a:cubicBezTo>
                        <a:pt x="448858" y="93964"/>
                        <a:pt x="359109" y="45011"/>
                        <a:pt x="266640" y="61329"/>
                      </a:cubicBezTo>
                      <a:cubicBezTo>
                        <a:pt x="81704" y="93964"/>
                        <a:pt x="114" y="308817"/>
                        <a:pt x="103461" y="458398"/>
                      </a:cubicBezTo>
                      <a:cubicBezTo>
                        <a:pt x="253042" y="670531"/>
                        <a:pt x="584840" y="635176"/>
                        <a:pt x="756179" y="485595"/>
                      </a:cubicBezTo>
                      <a:cubicBezTo>
                        <a:pt x="813292" y="442080"/>
                        <a:pt x="862246" y="390407"/>
                        <a:pt x="903041" y="330574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13" name="Freeform: Shape 12">
                  <a:extLst>
                    <a:ext uri="{FF2B5EF4-FFF2-40B4-BE49-F238E27FC236}">
                      <a16:creationId xmlns:a16="http://schemas.microsoft.com/office/drawing/2014/main" id="{010AB75D-54FA-4127-838D-A2CDC911B648}"/>
                    </a:ext>
                  </a:extLst>
                </p:cNvPr>
                <p:cNvSpPr/>
                <p:nvPr/>
              </p:nvSpPr>
              <p:spPr>
                <a:xfrm>
                  <a:off x="9151831" y="2872694"/>
                  <a:ext cx="951880" cy="652717"/>
                </a:xfrm>
                <a:custGeom>
                  <a:avLst/>
                  <a:gdLst>
                    <a:gd name="connsiteX0" fmla="*/ 58178 w 951880"/>
                    <a:gd name="connsiteY0" fmla="*/ 330574 h 652717"/>
                    <a:gd name="connsiteX1" fmla="*/ 180563 w 951880"/>
                    <a:gd name="connsiteY1" fmla="*/ 379528 h 652717"/>
                    <a:gd name="connsiteX2" fmla="*/ 362780 w 951880"/>
                    <a:gd name="connsiteY2" fmla="*/ 311537 h 652717"/>
                    <a:gd name="connsiteX3" fmla="*/ 455249 w 951880"/>
                    <a:gd name="connsiteY3" fmla="*/ 164675 h 652717"/>
                    <a:gd name="connsiteX4" fmla="*/ 694578 w 951880"/>
                    <a:gd name="connsiteY4" fmla="*/ 61329 h 652717"/>
                    <a:gd name="connsiteX5" fmla="*/ 857758 w 951880"/>
                    <a:gd name="connsiteY5" fmla="*/ 458398 h 652717"/>
                    <a:gd name="connsiteX6" fmla="*/ 205040 w 951880"/>
                    <a:gd name="connsiteY6" fmla="*/ 485595 h 652717"/>
                    <a:gd name="connsiteX7" fmla="*/ 58178 w 951880"/>
                    <a:gd name="connsiteY7" fmla="*/ 330574 h 652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951880" h="652717">
                      <a:moveTo>
                        <a:pt x="58178" y="330574"/>
                      </a:moveTo>
                      <a:cubicBezTo>
                        <a:pt x="96253" y="363210"/>
                        <a:pt x="147927" y="374089"/>
                        <a:pt x="180563" y="379528"/>
                      </a:cubicBezTo>
                      <a:cubicBezTo>
                        <a:pt x="248554" y="387687"/>
                        <a:pt x="319266" y="365930"/>
                        <a:pt x="362780" y="311537"/>
                      </a:cubicBezTo>
                      <a:cubicBezTo>
                        <a:pt x="398136" y="268022"/>
                        <a:pt x="417174" y="210910"/>
                        <a:pt x="455249" y="164675"/>
                      </a:cubicBezTo>
                      <a:cubicBezTo>
                        <a:pt x="512362" y="93964"/>
                        <a:pt x="602110" y="45011"/>
                        <a:pt x="694578" y="61329"/>
                      </a:cubicBezTo>
                      <a:cubicBezTo>
                        <a:pt x="879515" y="93964"/>
                        <a:pt x="961105" y="308817"/>
                        <a:pt x="857758" y="458398"/>
                      </a:cubicBezTo>
                      <a:cubicBezTo>
                        <a:pt x="708176" y="670531"/>
                        <a:pt x="376379" y="635176"/>
                        <a:pt x="205040" y="485595"/>
                      </a:cubicBezTo>
                      <a:cubicBezTo>
                        <a:pt x="150646" y="442080"/>
                        <a:pt x="101693" y="390407"/>
                        <a:pt x="58178" y="330574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14" name="Freeform: Shape 13">
                  <a:extLst>
                    <a:ext uri="{FF2B5EF4-FFF2-40B4-BE49-F238E27FC236}">
                      <a16:creationId xmlns:a16="http://schemas.microsoft.com/office/drawing/2014/main" id="{C73C4E44-0B9D-4D7D-A72A-E10AA3E25788}"/>
                    </a:ext>
                  </a:extLst>
                </p:cNvPr>
                <p:cNvSpPr/>
                <p:nvPr/>
              </p:nvSpPr>
              <p:spPr>
                <a:xfrm>
                  <a:off x="8001294" y="2010994"/>
                  <a:ext cx="734308" cy="299162"/>
                </a:xfrm>
                <a:custGeom>
                  <a:avLst/>
                  <a:gdLst>
                    <a:gd name="connsiteX0" fmla="*/ 596792 w 734307"/>
                    <a:gd name="connsiteY0" fmla="*/ 58178 h 299162"/>
                    <a:gd name="connsiteX1" fmla="*/ 148048 w 734307"/>
                    <a:gd name="connsiteY1" fmla="*/ 58178 h 299162"/>
                    <a:gd name="connsiteX2" fmla="*/ 58299 w 734307"/>
                    <a:gd name="connsiteY2" fmla="*/ 150646 h 299162"/>
                    <a:gd name="connsiteX3" fmla="*/ 148048 w 734307"/>
                    <a:gd name="connsiteY3" fmla="*/ 251274 h 299162"/>
                    <a:gd name="connsiteX4" fmla="*/ 596792 w 734307"/>
                    <a:gd name="connsiteY4" fmla="*/ 251274 h 299162"/>
                    <a:gd name="connsiteX5" fmla="*/ 686541 w 734307"/>
                    <a:gd name="connsiteY5" fmla="*/ 158805 h 299162"/>
                    <a:gd name="connsiteX6" fmla="*/ 596792 w 734307"/>
                    <a:gd name="connsiteY6" fmla="*/ 58178 h 2991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34307" h="299162">
                      <a:moveTo>
                        <a:pt x="596792" y="58178"/>
                      </a:moveTo>
                      <a:cubicBezTo>
                        <a:pt x="591353" y="58178"/>
                        <a:pt x="153487" y="58178"/>
                        <a:pt x="148048" y="58178"/>
                      </a:cubicBezTo>
                      <a:cubicBezTo>
                        <a:pt x="99094" y="60898"/>
                        <a:pt x="61019" y="104412"/>
                        <a:pt x="58299" y="150646"/>
                      </a:cubicBezTo>
                      <a:cubicBezTo>
                        <a:pt x="55580" y="199600"/>
                        <a:pt x="99094" y="248554"/>
                        <a:pt x="148048" y="251274"/>
                      </a:cubicBezTo>
                      <a:cubicBezTo>
                        <a:pt x="153487" y="251274"/>
                        <a:pt x="591353" y="251274"/>
                        <a:pt x="596792" y="251274"/>
                      </a:cubicBezTo>
                      <a:cubicBezTo>
                        <a:pt x="645746" y="248554"/>
                        <a:pt x="683821" y="205040"/>
                        <a:pt x="686541" y="158805"/>
                      </a:cubicBezTo>
                      <a:cubicBezTo>
                        <a:pt x="689260" y="109852"/>
                        <a:pt x="648465" y="60898"/>
                        <a:pt x="596792" y="58178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15" name="Freeform: Shape 14">
                  <a:extLst>
                    <a:ext uri="{FF2B5EF4-FFF2-40B4-BE49-F238E27FC236}">
                      <a16:creationId xmlns:a16="http://schemas.microsoft.com/office/drawing/2014/main" id="{5F17AEE1-933D-430A-938B-044F9EEF7E0F}"/>
                    </a:ext>
                  </a:extLst>
                </p:cNvPr>
                <p:cNvSpPr/>
                <p:nvPr/>
              </p:nvSpPr>
              <p:spPr>
                <a:xfrm>
                  <a:off x="4920042" y="2277520"/>
                  <a:ext cx="1006274" cy="951879"/>
                </a:xfrm>
                <a:custGeom>
                  <a:avLst/>
                  <a:gdLst>
                    <a:gd name="connsiteX0" fmla="*/ 884954 w 1006273"/>
                    <a:gd name="connsiteY0" fmla="*/ 746251 h 951879"/>
                    <a:gd name="connsiteX1" fmla="*/ 874076 w 1006273"/>
                    <a:gd name="connsiteY1" fmla="*/ 670101 h 951879"/>
                    <a:gd name="connsiteX2" fmla="*/ 874076 w 1006273"/>
                    <a:gd name="connsiteY2" fmla="*/ 536837 h 951879"/>
                    <a:gd name="connsiteX3" fmla="*/ 689139 w 1006273"/>
                    <a:gd name="connsiteY3" fmla="*/ 88094 h 951879"/>
                    <a:gd name="connsiteX4" fmla="*/ 428052 w 1006273"/>
                    <a:gd name="connsiteY4" fmla="*/ 253993 h 951879"/>
                    <a:gd name="connsiteX5" fmla="*/ 196881 w 1006273"/>
                    <a:gd name="connsiteY5" fmla="*/ 58178 h 951879"/>
                    <a:gd name="connsiteX6" fmla="*/ 58178 w 1006273"/>
                    <a:gd name="connsiteY6" fmla="*/ 128889 h 951879"/>
                    <a:gd name="connsiteX7" fmla="*/ 142488 w 1006273"/>
                    <a:gd name="connsiteY7" fmla="*/ 273031 h 951879"/>
                    <a:gd name="connsiteX8" fmla="*/ 142488 w 1006273"/>
                    <a:gd name="connsiteY8" fmla="*/ 757130 h 951879"/>
                    <a:gd name="connsiteX9" fmla="*/ 283910 w 1006273"/>
                    <a:gd name="connsiteY9" fmla="*/ 895832 h 951879"/>
                    <a:gd name="connsiteX10" fmla="*/ 428052 w 1006273"/>
                    <a:gd name="connsiteY10" fmla="*/ 757130 h 951879"/>
                    <a:gd name="connsiteX11" fmla="*/ 428052 w 1006273"/>
                    <a:gd name="connsiteY11" fmla="*/ 400855 h 951879"/>
                    <a:gd name="connsiteX12" fmla="*/ 523240 w 1006273"/>
                    <a:gd name="connsiteY12" fmla="*/ 283910 h 951879"/>
                    <a:gd name="connsiteX13" fmla="*/ 591231 w 1006273"/>
                    <a:gd name="connsiteY13" fmla="*/ 354621 h 951879"/>
                    <a:gd name="connsiteX14" fmla="*/ 591231 w 1006273"/>
                    <a:gd name="connsiteY14" fmla="*/ 697297 h 951879"/>
                    <a:gd name="connsiteX15" fmla="*/ 593951 w 1006273"/>
                    <a:gd name="connsiteY15" fmla="*/ 729933 h 951879"/>
                    <a:gd name="connsiteX16" fmla="*/ 610269 w 1006273"/>
                    <a:gd name="connsiteY16" fmla="*/ 778887 h 951879"/>
                    <a:gd name="connsiteX17" fmla="*/ 822402 w 1006273"/>
                    <a:gd name="connsiteY17" fmla="*/ 893112 h 951879"/>
                    <a:gd name="connsiteX18" fmla="*/ 961105 w 1006273"/>
                    <a:gd name="connsiteY18" fmla="*/ 822401 h 951879"/>
                    <a:gd name="connsiteX19" fmla="*/ 884954 w 1006273"/>
                    <a:gd name="connsiteY19" fmla="*/ 746251 h 9518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006273" h="951879">
                      <a:moveTo>
                        <a:pt x="884954" y="746251"/>
                      </a:moveTo>
                      <a:cubicBezTo>
                        <a:pt x="879515" y="721774"/>
                        <a:pt x="876795" y="694578"/>
                        <a:pt x="874076" y="670101"/>
                      </a:cubicBezTo>
                      <a:cubicBezTo>
                        <a:pt x="874076" y="634745"/>
                        <a:pt x="874076" y="583072"/>
                        <a:pt x="874076" y="536837"/>
                      </a:cubicBezTo>
                      <a:cubicBezTo>
                        <a:pt x="879515" y="373658"/>
                        <a:pt x="909431" y="88094"/>
                        <a:pt x="689139" y="88094"/>
                      </a:cubicBezTo>
                      <a:cubicBezTo>
                        <a:pt x="539558" y="88094"/>
                        <a:pt x="452529" y="213199"/>
                        <a:pt x="428052" y="253993"/>
                      </a:cubicBezTo>
                      <a:cubicBezTo>
                        <a:pt x="425332" y="139768"/>
                        <a:pt x="335583" y="58178"/>
                        <a:pt x="196881" y="58178"/>
                      </a:cubicBezTo>
                      <a:cubicBezTo>
                        <a:pt x="109852" y="58178"/>
                        <a:pt x="58178" y="128889"/>
                        <a:pt x="58178" y="128889"/>
                      </a:cubicBezTo>
                      <a:cubicBezTo>
                        <a:pt x="58178" y="128889"/>
                        <a:pt x="142488" y="158805"/>
                        <a:pt x="142488" y="273031"/>
                      </a:cubicBezTo>
                      <a:cubicBezTo>
                        <a:pt x="142488" y="354621"/>
                        <a:pt x="142488" y="757130"/>
                        <a:pt x="142488" y="757130"/>
                      </a:cubicBezTo>
                      <a:cubicBezTo>
                        <a:pt x="145207" y="827841"/>
                        <a:pt x="194161" y="895832"/>
                        <a:pt x="283910" y="895832"/>
                      </a:cubicBezTo>
                      <a:cubicBezTo>
                        <a:pt x="373659" y="895832"/>
                        <a:pt x="428052" y="827841"/>
                        <a:pt x="428052" y="757130"/>
                      </a:cubicBezTo>
                      <a:lnTo>
                        <a:pt x="428052" y="400855"/>
                      </a:lnTo>
                      <a:cubicBezTo>
                        <a:pt x="441650" y="343742"/>
                        <a:pt x="474286" y="283910"/>
                        <a:pt x="523240" y="283910"/>
                      </a:cubicBezTo>
                      <a:cubicBezTo>
                        <a:pt x="585792" y="283910"/>
                        <a:pt x="591231" y="354621"/>
                        <a:pt x="591231" y="354621"/>
                      </a:cubicBezTo>
                      <a:lnTo>
                        <a:pt x="591231" y="697297"/>
                      </a:lnTo>
                      <a:cubicBezTo>
                        <a:pt x="591231" y="708176"/>
                        <a:pt x="593951" y="719054"/>
                        <a:pt x="593951" y="729933"/>
                      </a:cubicBezTo>
                      <a:cubicBezTo>
                        <a:pt x="596671" y="748971"/>
                        <a:pt x="602110" y="765289"/>
                        <a:pt x="610269" y="778887"/>
                      </a:cubicBezTo>
                      <a:cubicBezTo>
                        <a:pt x="645624" y="846878"/>
                        <a:pt x="719055" y="893112"/>
                        <a:pt x="822402" y="893112"/>
                      </a:cubicBezTo>
                      <a:cubicBezTo>
                        <a:pt x="909431" y="893112"/>
                        <a:pt x="961105" y="822401"/>
                        <a:pt x="961105" y="822401"/>
                      </a:cubicBezTo>
                      <a:cubicBezTo>
                        <a:pt x="961105" y="822401"/>
                        <a:pt x="909431" y="808803"/>
                        <a:pt x="884954" y="746251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16" name="Freeform: Shape 15">
                  <a:extLst>
                    <a:ext uri="{FF2B5EF4-FFF2-40B4-BE49-F238E27FC236}">
                      <a16:creationId xmlns:a16="http://schemas.microsoft.com/office/drawing/2014/main" id="{4A198EB9-1147-497F-9629-D20241548224}"/>
                    </a:ext>
                  </a:extLst>
                </p:cNvPr>
                <p:cNvSpPr/>
                <p:nvPr/>
              </p:nvSpPr>
              <p:spPr>
                <a:xfrm>
                  <a:off x="7552331" y="1888610"/>
                  <a:ext cx="489539" cy="1332631"/>
                </a:xfrm>
                <a:custGeom>
                  <a:avLst/>
                  <a:gdLst>
                    <a:gd name="connsiteX0" fmla="*/ 368560 w 489538"/>
                    <a:gd name="connsiteY0" fmla="*/ 1135162 h 1332630"/>
                    <a:gd name="connsiteX1" fmla="*/ 357681 w 489538"/>
                    <a:gd name="connsiteY1" fmla="*/ 1059011 h 1332630"/>
                    <a:gd name="connsiteX2" fmla="*/ 357681 w 489538"/>
                    <a:gd name="connsiteY2" fmla="*/ 207759 h 1332630"/>
                    <a:gd name="connsiteX3" fmla="*/ 208099 w 489538"/>
                    <a:gd name="connsiteY3" fmla="*/ 58178 h 1332630"/>
                    <a:gd name="connsiteX4" fmla="*/ 58518 w 489538"/>
                    <a:gd name="connsiteY4" fmla="*/ 207759 h 1332630"/>
                    <a:gd name="connsiteX5" fmla="*/ 58518 w 489538"/>
                    <a:gd name="connsiteY5" fmla="*/ 961104 h 1332630"/>
                    <a:gd name="connsiteX6" fmla="*/ 85715 w 489538"/>
                    <a:gd name="connsiteY6" fmla="*/ 1159639 h 1332630"/>
                    <a:gd name="connsiteX7" fmla="*/ 306007 w 489538"/>
                    <a:gd name="connsiteY7" fmla="*/ 1282023 h 1332630"/>
                    <a:gd name="connsiteX8" fmla="*/ 444710 w 489538"/>
                    <a:gd name="connsiteY8" fmla="*/ 1211312 h 1332630"/>
                    <a:gd name="connsiteX9" fmla="*/ 368560 w 489538"/>
                    <a:gd name="connsiteY9" fmla="*/ 1135162 h 13326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89538" h="1332630">
                      <a:moveTo>
                        <a:pt x="368560" y="1135162"/>
                      </a:moveTo>
                      <a:cubicBezTo>
                        <a:pt x="363120" y="1110685"/>
                        <a:pt x="357681" y="1083488"/>
                        <a:pt x="357681" y="1059011"/>
                      </a:cubicBezTo>
                      <a:lnTo>
                        <a:pt x="357681" y="207759"/>
                      </a:lnTo>
                      <a:cubicBezTo>
                        <a:pt x="357681" y="126170"/>
                        <a:pt x="289689" y="58178"/>
                        <a:pt x="208099" y="58178"/>
                      </a:cubicBezTo>
                      <a:cubicBezTo>
                        <a:pt x="126510" y="58178"/>
                        <a:pt x="58518" y="126170"/>
                        <a:pt x="58518" y="207759"/>
                      </a:cubicBezTo>
                      <a:lnTo>
                        <a:pt x="58518" y="961104"/>
                      </a:lnTo>
                      <a:cubicBezTo>
                        <a:pt x="58518" y="1029095"/>
                        <a:pt x="53079" y="1097086"/>
                        <a:pt x="85715" y="1159639"/>
                      </a:cubicBezTo>
                      <a:cubicBezTo>
                        <a:pt x="118351" y="1227630"/>
                        <a:pt x="202660" y="1282023"/>
                        <a:pt x="306007" y="1282023"/>
                      </a:cubicBezTo>
                      <a:cubicBezTo>
                        <a:pt x="393036" y="1282023"/>
                        <a:pt x="444710" y="1211312"/>
                        <a:pt x="444710" y="1211312"/>
                      </a:cubicBezTo>
                      <a:cubicBezTo>
                        <a:pt x="444710" y="1211312"/>
                        <a:pt x="393036" y="1197714"/>
                        <a:pt x="368560" y="1135162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17" name="Freeform: Shape 16">
                  <a:extLst>
                    <a:ext uri="{FF2B5EF4-FFF2-40B4-BE49-F238E27FC236}">
                      <a16:creationId xmlns:a16="http://schemas.microsoft.com/office/drawing/2014/main" id="{C489DA5D-3FDF-41B6-8FEC-3BAA766E6DD2}"/>
                    </a:ext>
                  </a:extLst>
                </p:cNvPr>
                <p:cNvSpPr/>
                <p:nvPr/>
              </p:nvSpPr>
              <p:spPr>
                <a:xfrm>
                  <a:off x="4162324" y="2357456"/>
                  <a:ext cx="815899" cy="815898"/>
                </a:xfrm>
                <a:custGeom>
                  <a:avLst/>
                  <a:gdLst>
                    <a:gd name="connsiteX0" fmla="*/ 407949 w 815899"/>
                    <a:gd name="connsiteY0" fmla="*/ 174058 h 815898"/>
                    <a:gd name="connsiteX1" fmla="*/ 293723 w 815899"/>
                    <a:gd name="connsiteY1" fmla="*/ 407950 h 815898"/>
                    <a:gd name="connsiteX2" fmla="*/ 410669 w 815899"/>
                    <a:gd name="connsiteY2" fmla="*/ 641840 h 815898"/>
                    <a:gd name="connsiteX3" fmla="*/ 522175 w 815899"/>
                    <a:gd name="connsiteY3" fmla="*/ 407950 h 815898"/>
                    <a:gd name="connsiteX4" fmla="*/ 407949 w 815899"/>
                    <a:gd name="connsiteY4" fmla="*/ 174058 h 815898"/>
                    <a:gd name="connsiteX5" fmla="*/ 407950 w 815899"/>
                    <a:gd name="connsiteY5" fmla="*/ 0 h 815898"/>
                    <a:gd name="connsiteX6" fmla="*/ 815899 w 815899"/>
                    <a:gd name="connsiteY6" fmla="*/ 407949 h 815898"/>
                    <a:gd name="connsiteX7" fmla="*/ 407950 w 815899"/>
                    <a:gd name="connsiteY7" fmla="*/ 815898 h 815898"/>
                    <a:gd name="connsiteX8" fmla="*/ 0 w 815899"/>
                    <a:gd name="connsiteY8" fmla="*/ 407949 h 815898"/>
                    <a:gd name="connsiteX9" fmla="*/ 407950 w 815899"/>
                    <a:gd name="connsiteY9" fmla="*/ 0 h 8158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15899" h="815898">
                      <a:moveTo>
                        <a:pt x="407949" y="174058"/>
                      </a:moveTo>
                      <a:cubicBezTo>
                        <a:pt x="342677" y="174058"/>
                        <a:pt x="293723" y="263807"/>
                        <a:pt x="293723" y="407950"/>
                      </a:cubicBezTo>
                      <a:cubicBezTo>
                        <a:pt x="293723" y="552091"/>
                        <a:pt x="331799" y="639120"/>
                        <a:pt x="410669" y="641840"/>
                      </a:cubicBezTo>
                      <a:cubicBezTo>
                        <a:pt x="489539" y="641840"/>
                        <a:pt x="527614" y="552091"/>
                        <a:pt x="522175" y="407950"/>
                      </a:cubicBezTo>
                      <a:cubicBezTo>
                        <a:pt x="522175" y="263807"/>
                        <a:pt x="473221" y="176778"/>
                        <a:pt x="407949" y="174058"/>
                      </a:cubicBezTo>
                      <a:close/>
                      <a:moveTo>
                        <a:pt x="407950" y="0"/>
                      </a:moveTo>
                      <a:cubicBezTo>
                        <a:pt x="633682" y="0"/>
                        <a:pt x="815899" y="182217"/>
                        <a:pt x="815899" y="407949"/>
                      </a:cubicBezTo>
                      <a:cubicBezTo>
                        <a:pt x="815899" y="633681"/>
                        <a:pt x="633682" y="815898"/>
                        <a:pt x="407950" y="815898"/>
                      </a:cubicBezTo>
                      <a:cubicBezTo>
                        <a:pt x="182218" y="815898"/>
                        <a:pt x="0" y="633681"/>
                        <a:pt x="0" y="407949"/>
                      </a:cubicBezTo>
                      <a:cubicBezTo>
                        <a:pt x="0" y="182217"/>
                        <a:pt x="182218" y="0"/>
                        <a:pt x="407950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18" name="Freeform: Shape 17">
                  <a:extLst>
                    <a:ext uri="{FF2B5EF4-FFF2-40B4-BE49-F238E27FC236}">
                      <a16:creationId xmlns:a16="http://schemas.microsoft.com/office/drawing/2014/main" id="{97AA4C2C-CCD9-4698-B061-F47DE3A46C84}"/>
                    </a:ext>
                  </a:extLst>
                </p:cNvPr>
                <p:cNvSpPr/>
                <p:nvPr/>
              </p:nvSpPr>
              <p:spPr>
                <a:xfrm>
                  <a:off x="5884871" y="1946788"/>
                  <a:ext cx="912802" cy="1223846"/>
                </a:xfrm>
                <a:custGeom>
                  <a:avLst/>
                  <a:gdLst>
                    <a:gd name="connsiteX0" fmla="*/ 387907 w 912802"/>
                    <a:gd name="connsiteY0" fmla="*/ 620081 h 1223846"/>
                    <a:gd name="connsiteX1" fmla="*/ 273681 w 912802"/>
                    <a:gd name="connsiteY1" fmla="*/ 824055 h 1223846"/>
                    <a:gd name="connsiteX2" fmla="*/ 390627 w 912802"/>
                    <a:gd name="connsiteY2" fmla="*/ 1028029 h 1223846"/>
                    <a:gd name="connsiteX3" fmla="*/ 502132 w 912802"/>
                    <a:gd name="connsiteY3" fmla="*/ 824055 h 1223846"/>
                    <a:gd name="connsiteX4" fmla="*/ 387907 w 912802"/>
                    <a:gd name="connsiteY4" fmla="*/ 620081 h 1223846"/>
                    <a:gd name="connsiteX5" fmla="*/ 676192 w 912802"/>
                    <a:gd name="connsiteY5" fmla="*/ 0 h 1223846"/>
                    <a:gd name="connsiteX6" fmla="*/ 825773 w 912802"/>
                    <a:gd name="connsiteY6" fmla="*/ 149581 h 1223846"/>
                    <a:gd name="connsiteX7" fmla="*/ 825773 w 912802"/>
                    <a:gd name="connsiteY7" fmla="*/ 1000834 h 1223846"/>
                    <a:gd name="connsiteX8" fmla="*/ 836651 w 912802"/>
                    <a:gd name="connsiteY8" fmla="*/ 1076985 h 1223846"/>
                    <a:gd name="connsiteX9" fmla="*/ 912802 w 912802"/>
                    <a:gd name="connsiteY9" fmla="*/ 1150415 h 1223846"/>
                    <a:gd name="connsiteX10" fmla="*/ 774099 w 912802"/>
                    <a:gd name="connsiteY10" fmla="*/ 1221126 h 1223846"/>
                    <a:gd name="connsiteX11" fmla="*/ 553807 w 912802"/>
                    <a:gd name="connsiteY11" fmla="*/ 1098742 h 1223846"/>
                    <a:gd name="connsiteX12" fmla="*/ 548367 w 912802"/>
                    <a:gd name="connsiteY12" fmla="*/ 1085144 h 1223846"/>
                    <a:gd name="connsiteX13" fmla="*/ 398786 w 912802"/>
                    <a:gd name="connsiteY13" fmla="*/ 1212967 h 1223846"/>
                    <a:gd name="connsiteX14" fmla="*/ 156736 w 912802"/>
                    <a:gd name="connsiteY14" fmla="*/ 1180332 h 1223846"/>
                    <a:gd name="connsiteX15" fmla="*/ 287280 w 912802"/>
                    <a:gd name="connsiteY15" fmla="*/ 416107 h 1223846"/>
                    <a:gd name="connsiteX16" fmla="*/ 526611 w 912802"/>
                    <a:gd name="connsiteY16" fmla="*/ 552091 h 1223846"/>
                    <a:gd name="connsiteX17" fmla="*/ 526611 w 912802"/>
                    <a:gd name="connsiteY17" fmla="*/ 149581 h 1223846"/>
                    <a:gd name="connsiteX18" fmla="*/ 676192 w 912802"/>
                    <a:gd name="connsiteY18" fmla="*/ 0 h 12238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912802" h="1223846">
                      <a:moveTo>
                        <a:pt x="387907" y="620081"/>
                      </a:moveTo>
                      <a:cubicBezTo>
                        <a:pt x="322635" y="620081"/>
                        <a:pt x="273681" y="698951"/>
                        <a:pt x="273681" y="824055"/>
                      </a:cubicBezTo>
                      <a:cubicBezTo>
                        <a:pt x="273681" y="949160"/>
                        <a:pt x="311756" y="1028029"/>
                        <a:pt x="390627" y="1028029"/>
                      </a:cubicBezTo>
                      <a:cubicBezTo>
                        <a:pt x="466777" y="1025310"/>
                        <a:pt x="504852" y="949160"/>
                        <a:pt x="502132" y="824055"/>
                      </a:cubicBezTo>
                      <a:cubicBezTo>
                        <a:pt x="502132" y="698951"/>
                        <a:pt x="455898" y="622801"/>
                        <a:pt x="387907" y="620081"/>
                      </a:cubicBezTo>
                      <a:close/>
                      <a:moveTo>
                        <a:pt x="676192" y="0"/>
                      </a:moveTo>
                      <a:cubicBezTo>
                        <a:pt x="757781" y="0"/>
                        <a:pt x="825773" y="67992"/>
                        <a:pt x="825773" y="149581"/>
                      </a:cubicBezTo>
                      <a:lnTo>
                        <a:pt x="825773" y="1000834"/>
                      </a:lnTo>
                      <a:cubicBezTo>
                        <a:pt x="828492" y="1025311"/>
                        <a:pt x="831212" y="1052508"/>
                        <a:pt x="836651" y="1076985"/>
                      </a:cubicBezTo>
                      <a:cubicBezTo>
                        <a:pt x="861128" y="1139537"/>
                        <a:pt x="912802" y="1150415"/>
                        <a:pt x="912802" y="1150415"/>
                      </a:cubicBezTo>
                      <a:cubicBezTo>
                        <a:pt x="912802" y="1150415"/>
                        <a:pt x="861128" y="1221126"/>
                        <a:pt x="774099" y="1221126"/>
                      </a:cubicBezTo>
                      <a:cubicBezTo>
                        <a:pt x="670752" y="1221126"/>
                        <a:pt x="589162" y="1166733"/>
                        <a:pt x="553807" y="1098742"/>
                      </a:cubicBezTo>
                      <a:cubicBezTo>
                        <a:pt x="551087" y="1093303"/>
                        <a:pt x="551087" y="1090583"/>
                        <a:pt x="548367" y="1085144"/>
                      </a:cubicBezTo>
                      <a:cubicBezTo>
                        <a:pt x="534769" y="1147696"/>
                        <a:pt x="450460" y="1199369"/>
                        <a:pt x="398786" y="1212967"/>
                      </a:cubicBezTo>
                      <a:cubicBezTo>
                        <a:pt x="322636" y="1234725"/>
                        <a:pt x="222008" y="1223846"/>
                        <a:pt x="156736" y="1180332"/>
                      </a:cubicBezTo>
                      <a:cubicBezTo>
                        <a:pt x="-79874" y="1028031"/>
                        <a:pt x="-58117" y="416107"/>
                        <a:pt x="287280" y="416107"/>
                      </a:cubicBezTo>
                      <a:cubicBezTo>
                        <a:pt x="412385" y="416107"/>
                        <a:pt x="491255" y="503137"/>
                        <a:pt x="526611" y="552091"/>
                      </a:cubicBezTo>
                      <a:lnTo>
                        <a:pt x="526611" y="149581"/>
                      </a:lnTo>
                      <a:cubicBezTo>
                        <a:pt x="526611" y="67992"/>
                        <a:pt x="594602" y="0"/>
                        <a:pt x="676192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19" name="Freeform: Shape 18">
                  <a:extLst>
                    <a:ext uri="{FF2B5EF4-FFF2-40B4-BE49-F238E27FC236}">
                      <a16:creationId xmlns:a16="http://schemas.microsoft.com/office/drawing/2014/main" id="{6899E50A-6EE7-43FA-8BC5-A3FC97DE7DC4}"/>
                    </a:ext>
                  </a:extLst>
                </p:cNvPr>
                <p:cNvSpPr/>
                <p:nvPr/>
              </p:nvSpPr>
              <p:spPr>
                <a:xfrm>
                  <a:off x="6789513" y="2362895"/>
                  <a:ext cx="747906" cy="810458"/>
                </a:xfrm>
                <a:custGeom>
                  <a:avLst/>
                  <a:gdLst>
                    <a:gd name="connsiteX0" fmla="*/ 394818 w 747906"/>
                    <a:gd name="connsiteY0" fmla="*/ 163222 h 810458"/>
                    <a:gd name="connsiteX1" fmla="*/ 356275 w 747906"/>
                    <a:gd name="connsiteY1" fmla="*/ 174058 h 810458"/>
                    <a:gd name="connsiteX2" fmla="*/ 274685 w 747906"/>
                    <a:gd name="connsiteY2" fmla="*/ 356275 h 810458"/>
                    <a:gd name="connsiteX3" fmla="*/ 375313 w 747906"/>
                    <a:gd name="connsiteY3" fmla="*/ 358994 h 810458"/>
                    <a:gd name="connsiteX4" fmla="*/ 473220 w 747906"/>
                    <a:gd name="connsiteY4" fmla="*/ 239329 h 810458"/>
                    <a:gd name="connsiteX5" fmla="*/ 394818 w 747906"/>
                    <a:gd name="connsiteY5" fmla="*/ 163222 h 810458"/>
                    <a:gd name="connsiteX6" fmla="*/ 386192 w 747906"/>
                    <a:gd name="connsiteY6" fmla="*/ 0 h 810458"/>
                    <a:gd name="connsiteX7" fmla="*/ 747906 w 747906"/>
                    <a:gd name="connsiteY7" fmla="*/ 266526 h 810458"/>
                    <a:gd name="connsiteX8" fmla="*/ 291004 w 747906"/>
                    <a:gd name="connsiteY8" fmla="*/ 484100 h 810458"/>
                    <a:gd name="connsiteX9" fmla="*/ 497698 w 747906"/>
                    <a:gd name="connsiteY9" fmla="*/ 617363 h 810458"/>
                    <a:gd name="connsiteX10" fmla="*/ 712551 w 747906"/>
                    <a:gd name="connsiteY10" fmla="*/ 557530 h 810458"/>
                    <a:gd name="connsiteX11" fmla="*/ 388912 w 747906"/>
                    <a:gd name="connsiteY11" fmla="*/ 810458 h 810458"/>
                    <a:gd name="connsiteX12" fmla="*/ 0 w 747906"/>
                    <a:gd name="connsiteY12" fmla="*/ 413389 h 810458"/>
                    <a:gd name="connsiteX13" fmla="*/ 386192 w 747906"/>
                    <a:gd name="connsiteY13" fmla="*/ 0 h 8104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747906" h="810458">
                      <a:moveTo>
                        <a:pt x="394818" y="163222"/>
                      </a:moveTo>
                      <a:cubicBezTo>
                        <a:pt x="381772" y="163179"/>
                        <a:pt x="368514" y="166579"/>
                        <a:pt x="356275" y="174058"/>
                      </a:cubicBezTo>
                      <a:cubicBezTo>
                        <a:pt x="299162" y="212133"/>
                        <a:pt x="282844" y="291003"/>
                        <a:pt x="274685" y="356275"/>
                      </a:cubicBezTo>
                      <a:cubicBezTo>
                        <a:pt x="274685" y="364434"/>
                        <a:pt x="369873" y="358994"/>
                        <a:pt x="375313" y="358994"/>
                      </a:cubicBezTo>
                      <a:cubicBezTo>
                        <a:pt x="432425" y="345396"/>
                        <a:pt x="473220" y="301881"/>
                        <a:pt x="473220" y="239329"/>
                      </a:cubicBezTo>
                      <a:cubicBezTo>
                        <a:pt x="471181" y="194455"/>
                        <a:pt x="433956" y="163349"/>
                        <a:pt x="394818" y="163222"/>
                      </a:cubicBezTo>
                      <a:close/>
                      <a:moveTo>
                        <a:pt x="386192" y="0"/>
                      </a:moveTo>
                      <a:cubicBezTo>
                        <a:pt x="519455" y="0"/>
                        <a:pt x="747906" y="65272"/>
                        <a:pt x="747906" y="266526"/>
                      </a:cubicBezTo>
                      <a:cubicBezTo>
                        <a:pt x="747906" y="467782"/>
                        <a:pt x="538493" y="484100"/>
                        <a:pt x="291004" y="484100"/>
                      </a:cubicBezTo>
                      <a:cubicBezTo>
                        <a:pt x="291004" y="484100"/>
                        <a:pt x="326359" y="617363"/>
                        <a:pt x="497698" y="617363"/>
                      </a:cubicBezTo>
                      <a:cubicBezTo>
                        <a:pt x="669036" y="617363"/>
                        <a:pt x="712551" y="557530"/>
                        <a:pt x="712551" y="557530"/>
                      </a:cubicBezTo>
                      <a:cubicBezTo>
                        <a:pt x="712551" y="557530"/>
                        <a:pt x="696233" y="810458"/>
                        <a:pt x="388912" y="810458"/>
                      </a:cubicBezTo>
                      <a:cubicBezTo>
                        <a:pt x="212134" y="810458"/>
                        <a:pt x="0" y="677195"/>
                        <a:pt x="0" y="413389"/>
                      </a:cubicBezTo>
                      <a:cubicBezTo>
                        <a:pt x="0" y="176778"/>
                        <a:pt x="163180" y="0"/>
                        <a:pt x="386192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20" name="Freeform: Shape 19">
                  <a:extLst>
                    <a:ext uri="{FF2B5EF4-FFF2-40B4-BE49-F238E27FC236}">
                      <a16:creationId xmlns:a16="http://schemas.microsoft.com/office/drawing/2014/main" id="{AAB6D96F-3061-42BC-92D0-1BF63F8246F4}"/>
                    </a:ext>
                  </a:extLst>
                </p:cNvPr>
                <p:cNvSpPr/>
                <p:nvPr/>
              </p:nvSpPr>
              <p:spPr>
                <a:xfrm>
                  <a:off x="7988882" y="2362895"/>
                  <a:ext cx="747906" cy="810458"/>
                </a:xfrm>
                <a:custGeom>
                  <a:avLst/>
                  <a:gdLst>
                    <a:gd name="connsiteX0" fmla="*/ 394818 w 747906"/>
                    <a:gd name="connsiteY0" fmla="*/ 163222 h 810458"/>
                    <a:gd name="connsiteX1" fmla="*/ 356275 w 747906"/>
                    <a:gd name="connsiteY1" fmla="*/ 174058 h 810458"/>
                    <a:gd name="connsiteX2" fmla="*/ 274685 w 747906"/>
                    <a:gd name="connsiteY2" fmla="*/ 356275 h 810458"/>
                    <a:gd name="connsiteX3" fmla="*/ 375313 w 747906"/>
                    <a:gd name="connsiteY3" fmla="*/ 358994 h 810458"/>
                    <a:gd name="connsiteX4" fmla="*/ 473220 w 747906"/>
                    <a:gd name="connsiteY4" fmla="*/ 239329 h 810458"/>
                    <a:gd name="connsiteX5" fmla="*/ 394818 w 747906"/>
                    <a:gd name="connsiteY5" fmla="*/ 163222 h 810458"/>
                    <a:gd name="connsiteX6" fmla="*/ 386192 w 747906"/>
                    <a:gd name="connsiteY6" fmla="*/ 0 h 810458"/>
                    <a:gd name="connsiteX7" fmla="*/ 747906 w 747906"/>
                    <a:gd name="connsiteY7" fmla="*/ 266526 h 810458"/>
                    <a:gd name="connsiteX8" fmla="*/ 291004 w 747906"/>
                    <a:gd name="connsiteY8" fmla="*/ 484100 h 810458"/>
                    <a:gd name="connsiteX9" fmla="*/ 497697 w 747906"/>
                    <a:gd name="connsiteY9" fmla="*/ 617363 h 810458"/>
                    <a:gd name="connsiteX10" fmla="*/ 712551 w 747906"/>
                    <a:gd name="connsiteY10" fmla="*/ 557530 h 810458"/>
                    <a:gd name="connsiteX11" fmla="*/ 388911 w 747906"/>
                    <a:gd name="connsiteY11" fmla="*/ 810458 h 810458"/>
                    <a:gd name="connsiteX12" fmla="*/ 0 w 747906"/>
                    <a:gd name="connsiteY12" fmla="*/ 413389 h 810458"/>
                    <a:gd name="connsiteX13" fmla="*/ 386192 w 747906"/>
                    <a:gd name="connsiteY13" fmla="*/ 0 h 8104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747906" h="810458">
                      <a:moveTo>
                        <a:pt x="394818" y="163222"/>
                      </a:moveTo>
                      <a:cubicBezTo>
                        <a:pt x="381772" y="163179"/>
                        <a:pt x="368514" y="166579"/>
                        <a:pt x="356275" y="174058"/>
                      </a:cubicBezTo>
                      <a:cubicBezTo>
                        <a:pt x="299162" y="212133"/>
                        <a:pt x="282844" y="291003"/>
                        <a:pt x="274685" y="356275"/>
                      </a:cubicBezTo>
                      <a:cubicBezTo>
                        <a:pt x="274685" y="364434"/>
                        <a:pt x="369873" y="358994"/>
                        <a:pt x="375313" y="358994"/>
                      </a:cubicBezTo>
                      <a:cubicBezTo>
                        <a:pt x="432426" y="345396"/>
                        <a:pt x="473220" y="301881"/>
                        <a:pt x="473220" y="239329"/>
                      </a:cubicBezTo>
                      <a:cubicBezTo>
                        <a:pt x="471181" y="194455"/>
                        <a:pt x="433955" y="163349"/>
                        <a:pt x="394818" y="163222"/>
                      </a:cubicBezTo>
                      <a:close/>
                      <a:moveTo>
                        <a:pt x="386192" y="0"/>
                      </a:moveTo>
                      <a:cubicBezTo>
                        <a:pt x="519455" y="0"/>
                        <a:pt x="747906" y="65272"/>
                        <a:pt x="747906" y="266526"/>
                      </a:cubicBezTo>
                      <a:cubicBezTo>
                        <a:pt x="747906" y="467782"/>
                        <a:pt x="538492" y="484100"/>
                        <a:pt x="291004" y="484100"/>
                      </a:cubicBezTo>
                      <a:cubicBezTo>
                        <a:pt x="291004" y="484100"/>
                        <a:pt x="326359" y="617363"/>
                        <a:pt x="497697" y="617363"/>
                      </a:cubicBezTo>
                      <a:cubicBezTo>
                        <a:pt x="669036" y="617363"/>
                        <a:pt x="712551" y="557530"/>
                        <a:pt x="712551" y="557530"/>
                      </a:cubicBezTo>
                      <a:cubicBezTo>
                        <a:pt x="712551" y="557530"/>
                        <a:pt x="696233" y="810458"/>
                        <a:pt x="388911" y="810458"/>
                      </a:cubicBezTo>
                      <a:cubicBezTo>
                        <a:pt x="212133" y="810458"/>
                        <a:pt x="0" y="677195"/>
                        <a:pt x="0" y="413389"/>
                      </a:cubicBezTo>
                      <a:cubicBezTo>
                        <a:pt x="0" y="176778"/>
                        <a:pt x="163180" y="0"/>
                        <a:pt x="386192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21" name="Freeform: Shape 20">
                  <a:extLst>
                    <a:ext uri="{FF2B5EF4-FFF2-40B4-BE49-F238E27FC236}">
                      <a16:creationId xmlns:a16="http://schemas.microsoft.com/office/drawing/2014/main" id="{46E90DD0-D326-4354-B19D-6B25CA8E122A}"/>
                    </a:ext>
                  </a:extLst>
                </p:cNvPr>
                <p:cNvSpPr/>
                <p:nvPr/>
              </p:nvSpPr>
              <p:spPr>
                <a:xfrm>
                  <a:off x="8683414" y="2274801"/>
                  <a:ext cx="897487" cy="951879"/>
                </a:xfrm>
                <a:custGeom>
                  <a:avLst/>
                  <a:gdLst>
                    <a:gd name="connsiteX0" fmla="*/ 580988 w 897487"/>
                    <a:gd name="connsiteY0" fmla="*/ 667381 h 951879"/>
                    <a:gd name="connsiteX1" fmla="*/ 409649 w 897487"/>
                    <a:gd name="connsiteY1" fmla="*/ 667381 h 951879"/>
                    <a:gd name="connsiteX2" fmla="*/ 591866 w 897487"/>
                    <a:gd name="connsiteY2" fmla="*/ 525959 h 951879"/>
                    <a:gd name="connsiteX3" fmla="*/ 842075 w 897487"/>
                    <a:gd name="connsiteY3" fmla="*/ 123450 h 951879"/>
                    <a:gd name="connsiteX4" fmla="*/ 842075 w 897487"/>
                    <a:gd name="connsiteY4" fmla="*/ 123450 h 951879"/>
                    <a:gd name="connsiteX5" fmla="*/ 798560 w 897487"/>
                    <a:gd name="connsiteY5" fmla="*/ 58178 h 951879"/>
                    <a:gd name="connsiteX6" fmla="*/ 746887 w 897487"/>
                    <a:gd name="connsiteY6" fmla="*/ 107132 h 951879"/>
                    <a:gd name="connsiteX7" fmla="*/ 697933 w 897487"/>
                    <a:gd name="connsiteY7" fmla="*/ 115291 h 951879"/>
                    <a:gd name="connsiteX8" fmla="*/ 219273 w 897487"/>
                    <a:gd name="connsiteY8" fmla="*/ 115291 h 951879"/>
                    <a:gd name="connsiteX9" fmla="*/ 102328 w 897487"/>
                    <a:gd name="connsiteY9" fmla="*/ 224077 h 951879"/>
                    <a:gd name="connsiteX10" fmla="*/ 213834 w 897487"/>
                    <a:gd name="connsiteY10" fmla="*/ 332863 h 951879"/>
                    <a:gd name="connsiteX11" fmla="*/ 485800 w 897487"/>
                    <a:gd name="connsiteY11" fmla="*/ 335583 h 951879"/>
                    <a:gd name="connsiteX12" fmla="*/ 134964 w 897487"/>
                    <a:gd name="connsiteY12" fmla="*/ 615708 h 951879"/>
                    <a:gd name="connsiteX13" fmla="*/ 61533 w 897487"/>
                    <a:gd name="connsiteY13" fmla="*/ 884953 h 951879"/>
                    <a:gd name="connsiteX14" fmla="*/ 398771 w 897487"/>
                    <a:gd name="connsiteY14" fmla="*/ 806083 h 951879"/>
                    <a:gd name="connsiteX15" fmla="*/ 529314 w 897487"/>
                    <a:gd name="connsiteY15" fmla="*/ 863196 h 951879"/>
                    <a:gd name="connsiteX16" fmla="*/ 782242 w 897487"/>
                    <a:gd name="connsiteY16" fmla="*/ 607549 h 951879"/>
                    <a:gd name="connsiteX17" fmla="*/ 580988 w 897487"/>
                    <a:gd name="connsiteY17" fmla="*/ 667381 h 9518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897487" h="951879">
                      <a:moveTo>
                        <a:pt x="580988" y="667381"/>
                      </a:moveTo>
                      <a:lnTo>
                        <a:pt x="409649" y="667381"/>
                      </a:lnTo>
                      <a:cubicBezTo>
                        <a:pt x="423248" y="667381"/>
                        <a:pt x="548352" y="561314"/>
                        <a:pt x="591866" y="525959"/>
                      </a:cubicBezTo>
                      <a:cubicBezTo>
                        <a:pt x="700653" y="433491"/>
                        <a:pt x="899188" y="297508"/>
                        <a:pt x="842075" y="123450"/>
                      </a:cubicBezTo>
                      <a:lnTo>
                        <a:pt x="842075" y="123450"/>
                      </a:lnTo>
                      <a:cubicBezTo>
                        <a:pt x="831197" y="82655"/>
                        <a:pt x="798560" y="58178"/>
                        <a:pt x="798560" y="58178"/>
                      </a:cubicBezTo>
                      <a:cubicBezTo>
                        <a:pt x="798560" y="58178"/>
                        <a:pt x="787682" y="90814"/>
                        <a:pt x="746887" y="107132"/>
                      </a:cubicBezTo>
                      <a:cubicBezTo>
                        <a:pt x="730569" y="109852"/>
                        <a:pt x="714251" y="115291"/>
                        <a:pt x="697933" y="115291"/>
                      </a:cubicBezTo>
                      <a:cubicBezTo>
                        <a:pt x="684334" y="115291"/>
                        <a:pt x="219273" y="115291"/>
                        <a:pt x="219273" y="115291"/>
                      </a:cubicBezTo>
                      <a:cubicBezTo>
                        <a:pt x="156721" y="115291"/>
                        <a:pt x="105048" y="166964"/>
                        <a:pt x="102328" y="224077"/>
                      </a:cubicBezTo>
                      <a:cubicBezTo>
                        <a:pt x="102328" y="283910"/>
                        <a:pt x="151282" y="332863"/>
                        <a:pt x="213834" y="332863"/>
                      </a:cubicBezTo>
                      <a:lnTo>
                        <a:pt x="485800" y="335583"/>
                      </a:lnTo>
                      <a:cubicBezTo>
                        <a:pt x="360695" y="406294"/>
                        <a:pt x="211114" y="487884"/>
                        <a:pt x="134964" y="615708"/>
                      </a:cubicBezTo>
                      <a:cubicBezTo>
                        <a:pt x="91449" y="689138"/>
                        <a:pt x="45215" y="800644"/>
                        <a:pt x="61533" y="884953"/>
                      </a:cubicBezTo>
                      <a:cubicBezTo>
                        <a:pt x="121366" y="830560"/>
                        <a:pt x="279106" y="778887"/>
                        <a:pt x="398771" y="806083"/>
                      </a:cubicBezTo>
                      <a:cubicBezTo>
                        <a:pt x="445005" y="814242"/>
                        <a:pt x="491239" y="838719"/>
                        <a:pt x="529314" y="863196"/>
                      </a:cubicBezTo>
                      <a:cubicBezTo>
                        <a:pt x="755046" y="1004618"/>
                        <a:pt x="891029" y="727213"/>
                        <a:pt x="782242" y="607549"/>
                      </a:cubicBezTo>
                      <a:cubicBezTo>
                        <a:pt x="784962" y="607549"/>
                        <a:pt x="722410" y="667381"/>
                        <a:pt x="580988" y="667381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22" name="Freeform: Shape 21">
                  <a:extLst>
                    <a:ext uri="{FF2B5EF4-FFF2-40B4-BE49-F238E27FC236}">
                      <a16:creationId xmlns:a16="http://schemas.microsoft.com/office/drawing/2014/main" id="{FC8EBEE1-EF8C-4C52-8690-44C2ACEA5D70}"/>
                    </a:ext>
                  </a:extLst>
                </p:cNvPr>
                <p:cNvSpPr/>
                <p:nvPr/>
              </p:nvSpPr>
              <p:spPr>
                <a:xfrm>
                  <a:off x="2624650" y="1948442"/>
                  <a:ext cx="1903761" cy="1577400"/>
                </a:xfrm>
                <a:custGeom>
                  <a:avLst/>
                  <a:gdLst>
                    <a:gd name="connsiteX0" fmla="*/ 1559430 w 1903760"/>
                    <a:gd name="connsiteY0" fmla="*/ 1165078 h 1577399"/>
                    <a:gd name="connsiteX1" fmla="*/ 1369054 w 1903760"/>
                    <a:gd name="connsiteY1" fmla="*/ 593950 h 1577399"/>
                    <a:gd name="connsiteX2" fmla="*/ 1483279 w 1903760"/>
                    <a:gd name="connsiteY2" fmla="*/ 126170 h 1577399"/>
                    <a:gd name="connsiteX3" fmla="*/ 1311941 w 1903760"/>
                    <a:gd name="connsiteY3" fmla="*/ 58178 h 1577399"/>
                    <a:gd name="connsiteX4" fmla="*/ 1078050 w 1903760"/>
                    <a:gd name="connsiteY4" fmla="*/ 205040 h 1577399"/>
                    <a:gd name="connsiteX5" fmla="*/ 846879 w 1903760"/>
                    <a:gd name="connsiteY5" fmla="*/ 523239 h 1577399"/>
                    <a:gd name="connsiteX6" fmla="*/ 645624 w 1903760"/>
                    <a:gd name="connsiteY6" fmla="*/ 210479 h 1577399"/>
                    <a:gd name="connsiteX7" fmla="*/ 455248 w 1903760"/>
                    <a:gd name="connsiteY7" fmla="*/ 63617 h 1577399"/>
                    <a:gd name="connsiteX8" fmla="*/ 234956 w 1903760"/>
                    <a:gd name="connsiteY8" fmla="*/ 137048 h 1577399"/>
                    <a:gd name="connsiteX9" fmla="*/ 316546 w 1903760"/>
                    <a:gd name="connsiteY9" fmla="*/ 588511 h 1577399"/>
                    <a:gd name="connsiteX10" fmla="*/ 58178 w 1903760"/>
                    <a:gd name="connsiteY10" fmla="*/ 1072610 h 1577399"/>
                    <a:gd name="connsiteX11" fmla="*/ 474286 w 1903760"/>
                    <a:gd name="connsiteY11" fmla="*/ 1020936 h 1577399"/>
                    <a:gd name="connsiteX12" fmla="*/ 555876 w 1903760"/>
                    <a:gd name="connsiteY12" fmla="*/ 572193 h 1577399"/>
                    <a:gd name="connsiteX13" fmla="*/ 830561 w 1903760"/>
                    <a:gd name="connsiteY13" fmla="*/ 993740 h 1577399"/>
                    <a:gd name="connsiteX14" fmla="*/ 1140602 w 1903760"/>
                    <a:gd name="connsiteY14" fmla="*/ 574913 h 1577399"/>
                    <a:gd name="connsiteX15" fmla="*/ 1567589 w 1903760"/>
                    <a:gd name="connsiteY15" fmla="*/ 1526792 h 1577399"/>
                    <a:gd name="connsiteX16" fmla="*/ 1866751 w 1903760"/>
                    <a:gd name="connsiteY16" fmla="*/ 1322818 h 1577399"/>
                    <a:gd name="connsiteX17" fmla="*/ 1559430 w 1903760"/>
                    <a:gd name="connsiteY17" fmla="*/ 1165078 h 1577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1903760" h="1577399">
                      <a:moveTo>
                        <a:pt x="1559430" y="1165078"/>
                      </a:moveTo>
                      <a:cubicBezTo>
                        <a:pt x="1420727" y="1012777"/>
                        <a:pt x="1377213" y="762569"/>
                        <a:pt x="1369054" y="593950"/>
                      </a:cubicBezTo>
                      <a:cubicBezTo>
                        <a:pt x="1360895" y="449809"/>
                        <a:pt x="1369054" y="199600"/>
                        <a:pt x="1483279" y="126170"/>
                      </a:cubicBezTo>
                      <a:cubicBezTo>
                        <a:pt x="1445204" y="77216"/>
                        <a:pt x="1369054" y="58178"/>
                        <a:pt x="1311941" y="58178"/>
                      </a:cubicBezTo>
                      <a:cubicBezTo>
                        <a:pt x="1184117" y="58178"/>
                        <a:pt x="1121565" y="142488"/>
                        <a:pt x="1078050" y="205040"/>
                      </a:cubicBezTo>
                      <a:cubicBezTo>
                        <a:pt x="1064452" y="224077"/>
                        <a:pt x="846879" y="523239"/>
                        <a:pt x="846879" y="523239"/>
                      </a:cubicBezTo>
                      <a:cubicBezTo>
                        <a:pt x="846879" y="523239"/>
                        <a:pt x="667382" y="243115"/>
                        <a:pt x="645624" y="210479"/>
                      </a:cubicBezTo>
                      <a:cubicBezTo>
                        <a:pt x="615708" y="164245"/>
                        <a:pt x="555876" y="77216"/>
                        <a:pt x="455248" y="63617"/>
                      </a:cubicBezTo>
                      <a:cubicBezTo>
                        <a:pt x="411734" y="58178"/>
                        <a:pt x="297508" y="52739"/>
                        <a:pt x="234956" y="137048"/>
                      </a:cubicBezTo>
                      <a:cubicBezTo>
                        <a:pt x="341023" y="221357"/>
                        <a:pt x="338303" y="438930"/>
                        <a:pt x="316546" y="588511"/>
                      </a:cubicBezTo>
                      <a:cubicBezTo>
                        <a:pt x="248554" y="1031815"/>
                        <a:pt x="58178" y="1072610"/>
                        <a:pt x="58178" y="1072610"/>
                      </a:cubicBezTo>
                      <a:cubicBezTo>
                        <a:pt x="156086" y="1333696"/>
                        <a:pt x="403575" y="1230350"/>
                        <a:pt x="474286" y="1020936"/>
                      </a:cubicBezTo>
                      <a:cubicBezTo>
                        <a:pt x="520520" y="884953"/>
                        <a:pt x="550436" y="713615"/>
                        <a:pt x="555876" y="572193"/>
                      </a:cubicBezTo>
                      <a:lnTo>
                        <a:pt x="830561" y="993740"/>
                      </a:lnTo>
                      <a:cubicBezTo>
                        <a:pt x="830561" y="993740"/>
                        <a:pt x="1140602" y="574913"/>
                        <a:pt x="1140602" y="574913"/>
                      </a:cubicBezTo>
                      <a:cubicBezTo>
                        <a:pt x="1088929" y="1314659"/>
                        <a:pt x="1344577" y="1526792"/>
                        <a:pt x="1567589" y="1526792"/>
                      </a:cubicBezTo>
                      <a:cubicBezTo>
                        <a:pt x="1790601" y="1526792"/>
                        <a:pt x="1866751" y="1322818"/>
                        <a:pt x="1866751" y="1322818"/>
                      </a:cubicBezTo>
                      <a:cubicBezTo>
                        <a:pt x="1744367" y="1314659"/>
                        <a:pt x="1641019" y="1252107"/>
                        <a:pt x="1559430" y="1165078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23" name="Freeform: Shape 22">
                  <a:extLst>
                    <a:ext uri="{FF2B5EF4-FFF2-40B4-BE49-F238E27FC236}">
                      <a16:creationId xmlns:a16="http://schemas.microsoft.com/office/drawing/2014/main" id="{60406D85-B240-4DDD-A872-237D9A7B6040}"/>
                    </a:ext>
                  </a:extLst>
                </p:cNvPr>
                <p:cNvSpPr/>
                <p:nvPr/>
              </p:nvSpPr>
              <p:spPr>
                <a:xfrm>
                  <a:off x="4792218" y="3234839"/>
                  <a:ext cx="271966" cy="652717"/>
                </a:xfrm>
                <a:custGeom>
                  <a:avLst/>
                  <a:gdLst>
                    <a:gd name="connsiteX0" fmla="*/ 88095 w 271965"/>
                    <a:gd name="connsiteY0" fmla="*/ 120730 h 652717"/>
                    <a:gd name="connsiteX1" fmla="*/ 93534 w 271965"/>
                    <a:gd name="connsiteY1" fmla="*/ 153366 h 652717"/>
                    <a:gd name="connsiteX2" fmla="*/ 93534 w 271965"/>
                    <a:gd name="connsiteY2" fmla="*/ 544997 h 652717"/>
                    <a:gd name="connsiteX3" fmla="*/ 156086 w 271965"/>
                    <a:gd name="connsiteY3" fmla="*/ 604829 h 652717"/>
                    <a:gd name="connsiteX4" fmla="*/ 221358 w 271965"/>
                    <a:gd name="connsiteY4" fmla="*/ 544997 h 652717"/>
                    <a:gd name="connsiteX5" fmla="*/ 221358 w 271965"/>
                    <a:gd name="connsiteY5" fmla="*/ 194161 h 652717"/>
                    <a:gd name="connsiteX6" fmla="*/ 210479 w 271965"/>
                    <a:gd name="connsiteY6" fmla="*/ 109852 h 652717"/>
                    <a:gd name="connsiteX7" fmla="*/ 118011 w 271965"/>
                    <a:gd name="connsiteY7" fmla="*/ 58178 h 652717"/>
                    <a:gd name="connsiteX8" fmla="*/ 58178 w 271965"/>
                    <a:gd name="connsiteY8" fmla="*/ 88094 h 652717"/>
                    <a:gd name="connsiteX9" fmla="*/ 88095 w 271965"/>
                    <a:gd name="connsiteY9" fmla="*/ 120730 h 652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71965" h="652717">
                      <a:moveTo>
                        <a:pt x="88095" y="120730"/>
                      </a:moveTo>
                      <a:cubicBezTo>
                        <a:pt x="90814" y="131609"/>
                        <a:pt x="90814" y="142487"/>
                        <a:pt x="93534" y="153366"/>
                      </a:cubicBezTo>
                      <a:cubicBezTo>
                        <a:pt x="93534" y="156086"/>
                        <a:pt x="93534" y="542277"/>
                        <a:pt x="93534" y="544997"/>
                      </a:cubicBezTo>
                      <a:cubicBezTo>
                        <a:pt x="93534" y="577632"/>
                        <a:pt x="123450" y="604829"/>
                        <a:pt x="156086" y="604829"/>
                      </a:cubicBezTo>
                      <a:cubicBezTo>
                        <a:pt x="188722" y="607548"/>
                        <a:pt x="221358" y="577632"/>
                        <a:pt x="221358" y="544997"/>
                      </a:cubicBezTo>
                      <a:cubicBezTo>
                        <a:pt x="221358" y="539557"/>
                        <a:pt x="221358" y="194161"/>
                        <a:pt x="221358" y="194161"/>
                      </a:cubicBezTo>
                      <a:cubicBezTo>
                        <a:pt x="221358" y="164245"/>
                        <a:pt x="224078" y="134329"/>
                        <a:pt x="210479" y="109852"/>
                      </a:cubicBezTo>
                      <a:cubicBezTo>
                        <a:pt x="196881" y="79935"/>
                        <a:pt x="158806" y="58178"/>
                        <a:pt x="118011" y="58178"/>
                      </a:cubicBezTo>
                      <a:cubicBezTo>
                        <a:pt x="79936" y="58178"/>
                        <a:pt x="58178" y="88094"/>
                        <a:pt x="58178" y="88094"/>
                      </a:cubicBezTo>
                      <a:cubicBezTo>
                        <a:pt x="58178" y="88094"/>
                        <a:pt x="77216" y="93534"/>
                        <a:pt x="88095" y="120730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24" name="Freeform: Shape 23">
                  <a:extLst>
                    <a:ext uri="{FF2B5EF4-FFF2-40B4-BE49-F238E27FC236}">
                      <a16:creationId xmlns:a16="http://schemas.microsoft.com/office/drawing/2014/main" id="{14692158-F77E-4CC1-B129-4C7D59571AEE}"/>
                    </a:ext>
                  </a:extLst>
                </p:cNvPr>
                <p:cNvSpPr/>
                <p:nvPr/>
              </p:nvSpPr>
              <p:spPr>
                <a:xfrm>
                  <a:off x="8751819" y="3234667"/>
                  <a:ext cx="271966" cy="652717"/>
                </a:xfrm>
                <a:custGeom>
                  <a:avLst/>
                  <a:gdLst>
                    <a:gd name="connsiteX0" fmla="*/ 191663 w 271965"/>
                    <a:gd name="connsiteY0" fmla="*/ 542449 h 652717"/>
                    <a:gd name="connsiteX1" fmla="*/ 186224 w 271965"/>
                    <a:gd name="connsiteY1" fmla="*/ 509813 h 652717"/>
                    <a:gd name="connsiteX2" fmla="*/ 186224 w 271965"/>
                    <a:gd name="connsiteY2" fmla="*/ 118183 h 652717"/>
                    <a:gd name="connsiteX3" fmla="*/ 123672 w 271965"/>
                    <a:gd name="connsiteY3" fmla="*/ 58350 h 652717"/>
                    <a:gd name="connsiteX4" fmla="*/ 58400 w 271965"/>
                    <a:gd name="connsiteY4" fmla="*/ 118183 h 652717"/>
                    <a:gd name="connsiteX5" fmla="*/ 58400 w 271965"/>
                    <a:gd name="connsiteY5" fmla="*/ 469018 h 652717"/>
                    <a:gd name="connsiteX6" fmla="*/ 69279 w 271965"/>
                    <a:gd name="connsiteY6" fmla="*/ 553328 h 652717"/>
                    <a:gd name="connsiteX7" fmla="*/ 161747 w 271965"/>
                    <a:gd name="connsiteY7" fmla="*/ 605001 h 652717"/>
                    <a:gd name="connsiteX8" fmla="*/ 221580 w 271965"/>
                    <a:gd name="connsiteY8" fmla="*/ 575085 h 652717"/>
                    <a:gd name="connsiteX9" fmla="*/ 191663 w 271965"/>
                    <a:gd name="connsiteY9" fmla="*/ 542449 h 652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71965" h="652717">
                      <a:moveTo>
                        <a:pt x="191663" y="542449"/>
                      </a:moveTo>
                      <a:cubicBezTo>
                        <a:pt x="188944" y="531570"/>
                        <a:pt x="186224" y="520692"/>
                        <a:pt x="186224" y="509813"/>
                      </a:cubicBezTo>
                      <a:cubicBezTo>
                        <a:pt x="186224" y="507093"/>
                        <a:pt x="186224" y="120902"/>
                        <a:pt x="186224" y="118183"/>
                      </a:cubicBezTo>
                      <a:cubicBezTo>
                        <a:pt x="186224" y="85547"/>
                        <a:pt x="156308" y="58350"/>
                        <a:pt x="123672" y="58350"/>
                      </a:cubicBezTo>
                      <a:cubicBezTo>
                        <a:pt x="91036" y="55631"/>
                        <a:pt x="58400" y="85547"/>
                        <a:pt x="58400" y="118183"/>
                      </a:cubicBezTo>
                      <a:cubicBezTo>
                        <a:pt x="58400" y="123622"/>
                        <a:pt x="58400" y="469018"/>
                        <a:pt x="58400" y="469018"/>
                      </a:cubicBezTo>
                      <a:cubicBezTo>
                        <a:pt x="58400" y="498934"/>
                        <a:pt x="55680" y="528851"/>
                        <a:pt x="69279" y="553328"/>
                      </a:cubicBezTo>
                      <a:cubicBezTo>
                        <a:pt x="82877" y="583244"/>
                        <a:pt x="120953" y="605001"/>
                        <a:pt x="161747" y="605001"/>
                      </a:cubicBezTo>
                      <a:cubicBezTo>
                        <a:pt x="199822" y="605001"/>
                        <a:pt x="221580" y="575085"/>
                        <a:pt x="221580" y="575085"/>
                      </a:cubicBezTo>
                      <a:cubicBezTo>
                        <a:pt x="221580" y="575085"/>
                        <a:pt x="202542" y="566926"/>
                        <a:pt x="191663" y="542449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25" name="Freeform: Shape 24">
                  <a:extLst>
                    <a:ext uri="{FF2B5EF4-FFF2-40B4-BE49-F238E27FC236}">
                      <a16:creationId xmlns:a16="http://schemas.microsoft.com/office/drawing/2014/main" id="{C0135833-3309-460C-8E4A-15D74B05AF6B}"/>
                    </a:ext>
                  </a:extLst>
                </p:cNvPr>
                <p:cNvSpPr/>
                <p:nvPr/>
              </p:nvSpPr>
              <p:spPr>
                <a:xfrm>
                  <a:off x="6320666" y="3416868"/>
                  <a:ext cx="435145" cy="462341"/>
                </a:xfrm>
                <a:custGeom>
                  <a:avLst/>
                  <a:gdLst>
                    <a:gd name="connsiteX0" fmla="*/ 302948 w 435145"/>
                    <a:gd name="connsiteY0" fmla="*/ 74684 h 462341"/>
                    <a:gd name="connsiteX1" fmla="*/ 186003 w 435145"/>
                    <a:gd name="connsiteY1" fmla="*/ 148115 h 462341"/>
                    <a:gd name="connsiteX2" fmla="*/ 186003 w 435145"/>
                    <a:gd name="connsiteY2" fmla="*/ 148115 h 462341"/>
                    <a:gd name="connsiteX3" fmla="*/ 186003 w 435145"/>
                    <a:gd name="connsiteY3" fmla="*/ 115479 h 462341"/>
                    <a:gd name="connsiteX4" fmla="*/ 123450 w 435145"/>
                    <a:gd name="connsiteY4" fmla="*/ 58366 h 462341"/>
                    <a:gd name="connsiteX5" fmla="*/ 58178 w 435145"/>
                    <a:gd name="connsiteY5" fmla="*/ 115479 h 462341"/>
                    <a:gd name="connsiteX6" fmla="*/ 58178 w 435145"/>
                    <a:gd name="connsiteY6" fmla="*/ 362967 h 462341"/>
                    <a:gd name="connsiteX7" fmla="*/ 120730 w 435145"/>
                    <a:gd name="connsiteY7" fmla="*/ 422800 h 462341"/>
                    <a:gd name="connsiteX8" fmla="*/ 186003 w 435145"/>
                    <a:gd name="connsiteY8" fmla="*/ 362967 h 462341"/>
                    <a:gd name="connsiteX9" fmla="*/ 186003 w 435145"/>
                    <a:gd name="connsiteY9" fmla="*/ 213386 h 462341"/>
                    <a:gd name="connsiteX10" fmla="*/ 186003 w 435145"/>
                    <a:gd name="connsiteY10" fmla="*/ 213386 h 462341"/>
                    <a:gd name="connsiteX11" fmla="*/ 229517 w 435145"/>
                    <a:gd name="connsiteY11" fmla="*/ 161713 h 462341"/>
                    <a:gd name="connsiteX12" fmla="*/ 259433 w 435145"/>
                    <a:gd name="connsiteY12" fmla="*/ 194349 h 462341"/>
                    <a:gd name="connsiteX13" fmla="*/ 259433 w 435145"/>
                    <a:gd name="connsiteY13" fmla="*/ 362967 h 462341"/>
                    <a:gd name="connsiteX14" fmla="*/ 321985 w 435145"/>
                    <a:gd name="connsiteY14" fmla="*/ 422800 h 462341"/>
                    <a:gd name="connsiteX15" fmla="*/ 387257 w 435145"/>
                    <a:gd name="connsiteY15" fmla="*/ 362967 h 462341"/>
                    <a:gd name="connsiteX16" fmla="*/ 387257 w 435145"/>
                    <a:gd name="connsiteY16" fmla="*/ 273219 h 462341"/>
                    <a:gd name="connsiteX17" fmla="*/ 302948 w 435145"/>
                    <a:gd name="connsiteY17" fmla="*/ 74684 h 4623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435145" h="462341">
                      <a:moveTo>
                        <a:pt x="302948" y="74684"/>
                      </a:moveTo>
                      <a:cubicBezTo>
                        <a:pt x="234956" y="74684"/>
                        <a:pt x="196881" y="131797"/>
                        <a:pt x="186003" y="148115"/>
                      </a:cubicBezTo>
                      <a:lnTo>
                        <a:pt x="186003" y="148115"/>
                      </a:lnTo>
                      <a:cubicBezTo>
                        <a:pt x="186003" y="129077"/>
                        <a:pt x="186003" y="115479"/>
                        <a:pt x="186003" y="115479"/>
                      </a:cubicBezTo>
                      <a:cubicBezTo>
                        <a:pt x="186003" y="82843"/>
                        <a:pt x="156086" y="58366"/>
                        <a:pt x="123450" y="58366"/>
                      </a:cubicBezTo>
                      <a:cubicBezTo>
                        <a:pt x="90814" y="55646"/>
                        <a:pt x="58178" y="82843"/>
                        <a:pt x="58178" y="115479"/>
                      </a:cubicBezTo>
                      <a:cubicBezTo>
                        <a:pt x="58178" y="120918"/>
                        <a:pt x="58178" y="360248"/>
                        <a:pt x="58178" y="362967"/>
                      </a:cubicBezTo>
                      <a:cubicBezTo>
                        <a:pt x="58178" y="395603"/>
                        <a:pt x="88095" y="422800"/>
                        <a:pt x="120730" y="422800"/>
                      </a:cubicBezTo>
                      <a:cubicBezTo>
                        <a:pt x="153366" y="425519"/>
                        <a:pt x="186003" y="395603"/>
                        <a:pt x="186003" y="362967"/>
                      </a:cubicBezTo>
                      <a:cubicBezTo>
                        <a:pt x="186003" y="360248"/>
                        <a:pt x="186003" y="281378"/>
                        <a:pt x="186003" y="213386"/>
                      </a:cubicBezTo>
                      <a:lnTo>
                        <a:pt x="186003" y="213386"/>
                      </a:lnTo>
                      <a:cubicBezTo>
                        <a:pt x="191442" y="186190"/>
                        <a:pt x="205040" y="161713"/>
                        <a:pt x="229517" y="161713"/>
                      </a:cubicBezTo>
                      <a:cubicBezTo>
                        <a:pt x="259433" y="161713"/>
                        <a:pt x="259433" y="194349"/>
                        <a:pt x="259433" y="194349"/>
                      </a:cubicBezTo>
                      <a:lnTo>
                        <a:pt x="259433" y="362967"/>
                      </a:lnTo>
                      <a:cubicBezTo>
                        <a:pt x="259433" y="395603"/>
                        <a:pt x="289349" y="422800"/>
                        <a:pt x="321985" y="422800"/>
                      </a:cubicBezTo>
                      <a:cubicBezTo>
                        <a:pt x="354621" y="425519"/>
                        <a:pt x="387257" y="395603"/>
                        <a:pt x="387257" y="362967"/>
                      </a:cubicBezTo>
                      <a:lnTo>
                        <a:pt x="387257" y="273219"/>
                      </a:lnTo>
                      <a:cubicBezTo>
                        <a:pt x="387257" y="183470"/>
                        <a:pt x="395416" y="71964"/>
                        <a:pt x="302948" y="74684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26" name="Freeform: Shape 25">
                  <a:extLst>
                    <a:ext uri="{FF2B5EF4-FFF2-40B4-BE49-F238E27FC236}">
                      <a16:creationId xmlns:a16="http://schemas.microsoft.com/office/drawing/2014/main" id="{25215576-30F2-4AAD-8485-216D0761A724}"/>
                    </a:ext>
                  </a:extLst>
                </p:cNvPr>
                <p:cNvSpPr/>
                <p:nvPr/>
              </p:nvSpPr>
              <p:spPr>
                <a:xfrm>
                  <a:off x="7960620" y="3416868"/>
                  <a:ext cx="435145" cy="462341"/>
                </a:xfrm>
                <a:custGeom>
                  <a:avLst/>
                  <a:gdLst>
                    <a:gd name="connsiteX0" fmla="*/ 302948 w 435145"/>
                    <a:gd name="connsiteY0" fmla="*/ 74684 h 462341"/>
                    <a:gd name="connsiteX1" fmla="*/ 186002 w 435145"/>
                    <a:gd name="connsiteY1" fmla="*/ 148115 h 462341"/>
                    <a:gd name="connsiteX2" fmla="*/ 186002 w 435145"/>
                    <a:gd name="connsiteY2" fmla="*/ 148115 h 462341"/>
                    <a:gd name="connsiteX3" fmla="*/ 186002 w 435145"/>
                    <a:gd name="connsiteY3" fmla="*/ 115479 h 462341"/>
                    <a:gd name="connsiteX4" fmla="*/ 123450 w 435145"/>
                    <a:gd name="connsiteY4" fmla="*/ 58366 h 462341"/>
                    <a:gd name="connsiteX5" fmla="*/ 58178 w 435145"/>
                    <a:gd name="connsiteY5" fmla="*/ 115479 h 462341"/>
                    <a:gd name="connsiteX6" fmla="*/ 58178 w 435145"/>
                    <a:gd name="connsiteY6" fmla="*/ 362967 h 462341"/>
                    <a:gd name="connsiteX7" fmla="*/ 120730 w 435145"/>
                    <a:gd name="connsiteY7" fmla="*/ 422800 h 462341"/>
                    <a:gd name="connsiteX8" fmla="*/ 186002 w 435145"/>
                    <a:gd name="connsiteY8" fmla="*/ 362967 h 462341"/>
                    <a:gd name="connsiteX9" fmla="*/ 186002 w 435145"/>
                    <a:gd name="connsiteY9" fmla="*/ 213386 h 462341"/>
                    <a:gd name="connsiteX10" fmla="*/ 186002 w 435145"/>
                    <a:gd name="connsiteY10" fmla="*/ 213386 h 462341"/>
                    <a:gd name="connsiteX11" fmla="*/ 229517 w 435145"/>
                    <a:gd name="connsiteY11" fmla="*/ 161713 h 462341"/>
                    <a:gd name="connsiteX12" fmla="*/ 259433 w 435145"/>
                    <a:gd name="connsiteY12" fmla="*/ 194349 h 462341"/>
                    <a:gd name="connsiteX13" fmla="*/ 259433 w 435145"/>
                    <a:gd name="connsiteY13" fmla="*/ 362967 h 462341"/>
                    <a:gd name="connsiteX14" fmla="*/ 321985 w 435145"/>
                    <a:gd name="connsiteY14" fmla="*/ 422800 h 462341"/>
                    <a:gd name="connsiteX15" fmla="*/ 387257 w 435145"/>
                    <a:gd name="connsiteY15" fmla="*/ 362967 h 462341"/>
                    <a:gd name="connsiteX16" fmla="*/ 387257 w 435145"/>
                    <a:gd name="connsiteY16" fmla="*/ 273219 h 462341"/>
                    <a:gd name="connsiteX17" fmla="*/ 302948 w 435145"/>
                    <a:gd name="connsiteY17" fmla="*/ 74684 h 4623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435145" h="462341">
                      <a:moveTo>
                        <a:pt x="302948" y="74684"/>
                      </a:moveTo>
                      <a:cubicBezTo>
                        <a:pt x="234956" y="74684"/>
                        <a:pt x="196881" y="131797"/>
                        <a:pt x="186002" y="148115"/>
                      </a:cubicBezTo>
                      <a:lnTo>
                        <a:pt x="186002" y="148115"/>
                      </a:lnTo>
                      <a:cubicBezTo>
                        <a:pt x="186002" y="129077"/>
                        <a:pt x="186002" y="115479"/>
                        <a:pt x="186002" y="115479"/>
                      </a:cubicBezTo>
                      <a:cubicBezTo>
                        <a:pt x="186002" y="82843"/>
                        <a:pt x="156086" y="58366"/>
                        <a:pt x="123450" y="58366"/>
                      </a:cubicBezTo>
                      <a:cubicBezTo>
                        <a:pt x="90814" y="55646"/>
                        <a:pt x="58178" y="82843"/>
                        <a:pt x="58178" y="115479"/>
                      </a:cubicBezTo>
                      <a:cubicBezTo>
                        <a:pt x="58178" y="120918"/>
                        <a:pt x="58178" y="360248"/>
                        <a:pt x="58178" y="362967"/>
                      </a:cubicBezTo>
                      <a:cubicBezTo>
                        <a:pt x="58178" y="395603"/>
                        <a:pt x="88095" y="422800"/>
                        <a:pt x="120730" y="422800"/>
                      </a:cubicBezTo>
                      <a:cubicBezTo>
                        <a:pt x="153366" y="425519"/>
                        <a:pt x="186002" y="395603"/>
                        <a:pt x="186002" y="362967"/>
                      </a:cubicBezTo>
                      <a:cubicBezTo>
                        <a:pt x="186002" y="360248"/>
                        <a:pt x="186002" y="281378"/>
                        <a:pt x="186002" y="213386"/>
                      </a:cubicBezTo>
                      <a:lnTo>
                        <a:pt x="186002" y="213386"/>
                      </a:lnTo>
                      <a:cubicBezTo>
                        <a:pt x="191442" y="186190"/>
                        <a:pt x="205040" y="161713"/>
                        <a:pt x="229517" y="161713"/>
                      </a:cubicBezTo>
                      <a:cubicBezTo>
                        <a:pt x="259433" y="161713"/>
                        <a:pt x="259433" y="194349"/>
                        <a:pt x="259433" y="194349"/>
                      </a:cubicBezTo>
                      <a:lnTo>
                        <a:pt x="259433" y="362967"/>
                      </a:lnTo>
                      <a:cubicBezTo>
                        <a:pt x="259433" y="395603"/>
                        <a:pt x="289349" y="422800"/>
                        <a:pt x="321985" y="422800"/>
                      </a:cubicBezTo>
                      <a:cubicBezTo>
                        <a:pt x="354621" y="425519"/>
                        <a:pt x="387257" y="395603"/>
                        <a:pt x="387257" y="362967"/>
                      </a:cubicBezTo>
                      <a:lnTo>
                        <a:pt x="387257" y="273219"/>
                      </a:lnTo>
                      <a:cubicBezTo>
                        <a:pt x="384537" y="183470"/>
                        <a:pt x="395416" y="71964"/>
                        <a:pt x="302948" y="74684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27" name="Freeform: Shape 26">
                  <a:extLst>
                    <a:ext uri="{FF2B5EF4-FFF2-40B4-BE49-F238E27FC236}">
                      <a16:creationId xmlns:a16="http://schemas.microsoft.com/office/drawing/2014/main" id="{197F4014-0506-40C3-9D6E-9D29B34F6404}"/>
                    </a:ext>
                  </a:extLst>
                </p:cNvPr>
                <p:cNvSpPr/>
                <p:nvPr/>
              </p:nvSpPr>
              <p:spPr>
                <a:xfrm>
                  <a:off x="5020669" y="3416868"/>
                  <a:ext cx="435145" cy="462341"/>
                </a:xfrm>
                <a:custGeom>
                  <a:avLst/>
                  <a:gdLst>
                    <a:gd name="connsiteX0" fmla="*/ 302948 w 435145"/>
                    <a:gd name="connsiteY0" fmla="*/ 74684 h 462341"/>
                    <a:gd name="connsiteX1" fmla="*/ 186002 w 435145"/>
                    <a:gd name="connsiteY1" fmla="*/ 148115 h 462341"/>
                    <a:gd name="connsiteX2" fmla="*/ 186002 w 435145"/>
                    <a:gd name="connsiteY2" fmla="*/ 148115 h 462341"/>
                    <a:gd name="connsiteX3" fmla="*/ 186002 w 435145"/>
                    <a:gd name="connsiteY3" fmla="*/ 115479 h 462341"/>
                    <a:gd name="connsiteX4" fmla="*/ 123450 w 435145"/>
                    <a:gd name="connsiteY4" fmla="*/ 58366 h 462341"/>
                    <a:gd name="connsiteX5" fmla="*/ 58178 w 435145"/>
                    <a:gd name="connsiteY5" fmla="*/ 115479 h 462341"/>
                    <a:gd name="connsiteX6" fmla="*/ 58178 w 435145"/>
                    <a:gd name="connsiteY6" fmla="*/ 362967 h 462341"/>
                    <a:gd name="connsiteX7" fmla="*/ 120730 w 435145"/>
                    <a:gd name="connsiteY7" fmla="*/ 422800 h 462341"/>
                    <a:gd name="connsiteX8" fmla="*/ 186002 w 435145"/>
                    <a:gd name="connsiteY8" fmla="*/ 362967 h 462341"/>
                    <a:gd name="connsiteX9" fmla="*/ 186002 w 435145"/>
                    <a:gd name="connsiteY9" fmla="*/ 213386 h 462341"/>
                    <a:gd name="connsiteX10" fmla="*/ 186002 w 435145"/>
                    <a:gd name="connsiteY10" fmla="*/ 213386 h 462341"/>
                    <a:gd name="connsiteX11" fmla="*/ 229517 w 435145"/>
                    <a:gd name="connsiteY11" fmla="*/ 161713 h 462341"/>
                    <a:gd name="connsiteX12" fmla="*/ 259433 w 435145"/>
                    <a:gd name="connsiteY12" fmla="*/ 194349 h 462341"/>
                    <a:gd name="connsiteX13" fmla="*/ 259433 w 435145"/>
                    <a:gd name="connsiteY13" fmla="*/ 362967 h 462341"/>
                    <a:gd name="connsiteX14" fmla="*/ 321985 w 435145"/>
                    <a:gd name="connsiteY14" fmla="*/ 422800 h 462341"/>
                    <a:gd name="connsiteX15" fmla="*/ 387257 w 435145"/>
                    <a:gd name="connsiteY15" fmla="*/ 362967 h 462341"/>
                    <a:gd name="connsiteX16" fmla="*/ 387257 w 435145"/>
                    <a:gd name="connsiteY16" fmla="*/ 273219 h 462341"/>
                    <a:gd name="connsiteX17" fmla="*/ 302948 w 435145"/>
                    <a:gd name="connsiteY17" fmla="*/ 74684 h 4623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435145" h="462341">
                      <a:moveTo>
                        <a:pt x="302948" y="74684"/>
                      </a:moveTo>
                      <a:cubicBezTo>
                        <a:pt x="234956" y="74684"/>
                        <a:pt x="196881" y="131797"/>
                        <a:pt x="186002" y="148115"/>
                      </a:cubicBezTo>
                      <a:lnTo>
                        <a:pt x="186002" y="148115"/>
                      </a:lnTo>
                      <a:cubicBezTo>
                        <a:pt x="186002" y="129077"/>
                        <a:pt x="186002" y="115479"/>
                        <a:pt x="186002" y="115479"/>
                      </a:cubicBezTo>
                      <a:cubicBezTo>
                        <a:pt x="186002" y="82843"/>
                        <a:pt x="156086" y="58366"/>
                        <a:pt x="123450" y="58366"/>
                      </a:cubicBezTo>
                      <a:cubicBezTo>
                        <a:pt x="90814" y="55646"/>
                        <a:pt x="58178" y="82843"/>
                        <a:pt x="58178" y="115479"/>
                      </a:cubicBezTo>
                      <a:cubicBezTo>
                        <a:pt x="58178" y="120918"/>
                        <a:pt x="58178" y="360248"/>
                        <a:pt x="58178" y="362967"/>
                      </a:cubicBezTo>
                      <a:cubicBezTo>
                        <a:pt x="58178" y="395603"/>
                        <a:pt x="88094" y="422800"/>
                        <a:pt x="120730" y="422800"/>
                      </a:cubicBezTo>
                      <a:cubicBezTo>
                        <a:pt x="153366" y="425519"/>
                        <a:pt x="186002" y="395603"/>
                        <a:pt x="186002" y="362967"/>
                      </a:cubicBezTo>
                      <a:cubicBezTo>
                        <a:pt x="186002" y="360248"/>
                        <a:pt x="186002" y="281378"/>
                        <a:pt x="186002" y="213386"/>
                      </a:cubicBezTo>
                      <a:lnTo>
                        <a:pt x="186002" y="213386"/>
                      </a:lnTo>
                      <a:cubicBezTo>
                        <a:pt x="191442" y="186190"/>
                        <a:pt x="205040" y="161713"/>
                        <a:pt x="229517" y="161713"/>
                      </a:cubicBezTo>
                      <a:cubicBezTo>
                        <a:pt x="259433" y="161713"/>
                        <a:pt x="259433" y="194349"/>
                        <a:pt x="259433" y="194349"/>
                      </a:cubicBezTo>
                      <a:lnTo>
                        <a:pt x="259433" y="362967"/>
                      </a:lnTo>
                      <a:cubicBezTo>
                        <a:pt x="259433" y="395603"/>
                        <a:pt x="289349" y="422800"/>
                        <a:pt x="321985" y="422800"/>
                      </a:cubicBezTo>
                      <a:cubicBezTo>
                        <a:pt x="354621" y="425519"/>
                        <a:pt x="387257" y="395603"/>
                        <a:pt x="387257" y="362967"/>
                      </a:cubicBezTo>
                      <a:lnTo>
                        <a:pt x="387257" y="273219"/>
                      </a:lnTo>
                      <a:cubicBezTo>
                        <a:pt x="384537" y="183470"/>
                        <a:pt x="395416" y="71964"/>
                        <a:pt x="302948" y="74684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28" name="Freeform: Shape 27">
                  <a:extLst>
                    <a:ext uri="{FF2B5EF4-FFF2-40B4-BE49-F238E27FC236}">
                      <a16:creationId xmlns:a16="http://schemas.microsoft.com/office/drawing/2014/main" id="{2CECD138-51CC-425A-86A7-D780954B759C}"/>
                    </a:ext>
                  </a:extLst>
                </p:cNvPr>
                <p:cNvSpPr/>
                <p:nvPr/>
              </p:nvSpPr>
              <p:spPr>
                <a:xfrm>
                  <a:off x="7616289" y="3475234"/>
                  <a:ext cx="364436" cy="364434"/>
                </a:xfrm>
                <a:custGeom>
                  <a:avLst/>
                  <a:gdLst>
                    <a:gd name="connsiteX0" fmla="*/ 182218 w 364436"/>
                    <a:gd name="connsiteY0" fmla="*/ 73431 h 364434"/>
                    <a:gd name="connsiteX1" fmla="*/ 130544 w 364436"/>
                    <a:gd name="connsiteY1" fmla="*/ 179499 h 364434"/>
                    <a:gd name="connsiteX2" fmla="*/ 182218 w 364436"/>
                    <a:gd name="connsiteY2" fmla="*/ 285565 h 364434"/>
                    <a:gd name="connsiteX3" fmla="*/ 233891 w 364436"/>
                    <a:gd name="connsiteY3" fmla="*/ 179499 h 364434"/>
                    <a:gd name="connsiteX4" fmla="*/ 182218 w 364436"/>
                    <a:gd name="connsiteY4" fmla="*/ 73431 h 364434"/>
                    <a:gd name="connsiteX5" fmla="*/ 182219 w 364436"/>
                    <a:gd name="connsiteY5" fmla="*/ 0 h 364434"/>
                    <a:gd name="connsiteX6" fmla="*/ 364436 w 364436"/>
                    <a:gd name="connsiteY6" fmla="*/ 182217 h 364434"/>
                    <a:gd name="connsiteX7" fmla="*/ 182219 w 364436"/>
                    <a:gd name="connsiteY7" fmla="*/ 364434 h 364434"/>
                    <a:gd name="connsiteX8" fmla="*/ 0 w 364436"/>
                    <a:gd name="connsiteY8" fmla="*/ 182217 h 364434"/>
                    <a:gd name="connsiteX9" fmla="*/ 182219 w 364436"/>
                    <a:gd name="connsiteY9" fmla="*/ 0 h 3644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64436" h="364434">
                      <a:moveTo>
                        <a:pt x="182218" y="73431"/>
                      </a:moveTo>
                      <a:cubicBezTo>
                        <a:pt x="152302" y="76151"/>
                        <a:pt x="130544" y="114226"/>
                        <a:pt x="130544" y="179499"/>
                      </a:cubicBezTo>
                      <a:cubicBezTo>
                        <a:pt x="130544" y="244770"/>
                        <a:pt x="146862" y="285565"/>
                        <a:pt x="182218" y="285565"/>
                      </a:cubicBezTo>
                      <a:cubicBezTo>
                        <a:pt x="217573" y="285565"/>
                        <a:pt x="233891" y="247490"/>
                        <a:pt x="233891" y="179499"/>
                      </a:cubicBezTo>
                      <a:cubicBezTo>
                        <a:pt x="233891" y="114226"/>
                        <a:pt x="212134" y="73431"/>
                        <a:pt x="182218" y="73431"/>
                      </a:cubicBezTo>
                      <a:close/>
                      <a:moveTo>
                        <a:pt x="182219" y="0"/>
                      </a:moveTo>
                      <a:cubicBezTo>
                        <a:pt x="282846" y="0"/>
                        <a:pt x="364436" y="81590"/>
                        <a:pt x="364436" y="182217"/>
                      </a:cubicBezTo>
                      <a:cubicBezTo>
                        <a:pt x="364436" y="282844"/>
                        <a:pt x="282846" y="364434"/>
                        <a:pt x="182219" y="364434"/>
                      </a:cubicBezTo>
                      <a:cubicBezTo>
                        <a:pt x="81591" y="364434"/>
                        <a:pt x="0" y="282844"/>
                        <a:pt x="0" y="182217"/>
                      </a:cubicBezTo>
                      <a:cubicBezTo>
                        <a:pt x="0" y="81590"/>
                        <a:pt x="81591" y="0"/>
                        <a:pt x="182219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29" name="Freeform: Shape 28">
                  <a:extLst>
                    <a:ext uri="{FF2B5EF4-FFF2-40B4-BE49-F238E27FC236}">
                      <a16:creationId xmlns:a16="http://schemas.microsoft.com/office/drawing/2014/main" id="{2672872F-0F50-4B3B-9CEE-35C229AA0CF9}"/>
                    </a:ext>
                  </a:extLst>
                </p:cNvPr>
                <p:cNvSpPr/>
                <p:nvPr/>
              </p:nvSpPr>
              <p:spPr>
                <a:xfrm>
                  <a:off x="6743101" y="3464184"/>
                  <a:ext cx="372773" cy="375657"/>
                </a:xfrm>
                <a:custGeom>
                  <a:avLst/>
                  <a:gdLst>
                    <a:gd name="connsiteX0" fmla="*/ 176958 w 372773"/>
                    <a:gd name="connsiteY0" fmla="*/ 98080 h 375657"/>
                    <a:gd name="connsiteX1" fmla="*/ 125284 w 372773"/>
                    <a:gd name="connsiteY1" fmla="*/ 190548 h 375657"/>
                    <a:gd name="connsiteX2" fmla="*/ 176958 w 372773"/>
                    <a:gd name="connsiteY2" fmla="*/ 283017 h 375657"/>
                    <a:gd name="connsiteX3" fmla="*/ 228631 w 372773"/>
                    <a:gd name="connsiteY3" fmla="*/ 190548 h 375657"/>
                    <a:gd name="connsiteX4" fmla="*/ 176958 w 372773"/>
                    <a:gd name="connsiteY4" fmla="*/ 98080 h 375657"/>
                    <a:gd name="connsiteX5" fmla="*/ 307501 w 372773"/>
                    <a:gd name="connsiteY5" fmla="*/ 172 h 375657"/>
                    <a:gd name="connsiteX6" fmla="*/ 372773 w 372773"/>
                    <a:gd name="connsiteY6" fmla="*/ 62724 h 375657"/>
                    <a:gd name="connsiteX7" fmla="*/ 372773 w 372773"/>
                    <a:gd name="connsiteY7" fmla="*/ 312934 h 375657"/>
                    <a:gd name="connsiteX8" fmla="*/ 302061 w 372773"/>
                    <a:gd name="connsiteY8" fmla="*/ 375486 h 375657"/>
                    <a:gd name="connsiteX9" fmla="*/ 239509 w 372773"/>
                    <a:gd name="connsiteY9" fmla="*/ 326532 h 375657"/>
                    <a:gd name="connsiteX10" fmla="*/ 179677 w 372773"/>
                    <a:gd name="connsiteY10" fmla="*/ 370046 h 375657"/>
                    <a:gd name="connsiteX11" fmla="*/ 70890 w 372773"/>
                    <a:gd name="connsiteY11" fmla="*/ 353728 h 375657"/>
                    <a:gd name="connsiteX12" fmla="*/ 128003 w 372773"/>
                    <a:gd name="connsiteY12" fmla="*/ 11051 h 375657"/>
                    <a:gd name="connsiteX13" fmla="*/ 236790 w 372773"/>
                    <a:gd name="connsiteY13" fmla="*/ 70883 h 375657"/>
                    <a:gd name="connsiteX14" fmla="*/ 236790 w 372773"/>
                    <a:gd name="connsiteY14" fmla="*/ 62724 h 375657"/>
                    <a:gd name="connsiteX15" fmla="*/ 307501 w 372773"/>
                    <a:gd name="connsiteY15" fmla="*/ 172 h 3756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773" h="375657">
                      <a:moveTo>
                        <a:pt x="176958" y="98080"/>
                      </a:moveTo>
                      <a:cubicBezTo>
                        <a:pt x="147042" y="100800"/>
                        <a:pt x="125284" y="133436"/>
                        <a:pt x="125284" y="190548"/>
                      </a:cubicBezTo>
                      <a:cubicBezTo>
                        <a:pt x="125284" y="247661"/>
                        <a:pt x="141602" y="283017"/>
                        <a:pt x="176958" y="283017"/>
                      </a:cubicBezTo>
                      <a:cubicBezTo>
                        <a:pt x="212314" y="283017"/>
                        <a:pt x="228631" y="247661"/>
                        <a:pt x="228631" y="190548"/>
                      </a:cubicBezTo>
                      <a:cubicBezTo>
                        <a:pt x="228631" y="133436"/>
                        <a:pt x="206874" y="98080"/>
                        <a:pt x="176958" y="98080"/>
                      </a:cubicBezTo>
                      <a:close/>
                      <a:moveTo>
                        <a:pt x="307501" y="172"/>
                      </a:moveTo>
                      <a:cubicBezTo>
                        <a:pt x="340137" y="172"/>
                        <a:pt x="372773" y="30088"/>
                        <a:pt x="372773" y="62724"/>
                      </a:cubicBezTo>
                      <a:cubicBezTo>
                        <a:pt x="372773" y="65444"/>
                        <a:pt x="372773" y="307494"/>
                        <a:pt x="372773" y="312934"/>
                      </a:cubicBezTo>
                      <a:cubicBezTo>
                        <a:pt x="370053" y="348289"/>
                        <a:pt x="337417" y="378205"/>
                        <a:pt x="302061" y="375486"/>
                      </a:cubicBezTo>
                      <a:cubicBezTo>
                        <a:pt x="274865" y="372766"/>
                        <a:pt x="247668" y="353728"/>
                        <a:pt x="239509" y="326532"/>
                      </a:cubicBezTo>
                      <a:cubicBezTo>
                        <a:pt x="225911" y="348289"/>
                        <a:pt x="198715" y="364607"/>
                        <a:pt x="179677" y="370046"/>
                      </a:cubicBezTo>
                      <a:cubicBezTo>
                        <a:pt x="147041" y="378205"/>
                        <a:pt x="100807" y="372766"/>
                        <a:pt x="70890" y="353728"/>
                      </a:cubicBezTo>
                      <a:cubicBezTo>
                        <a:pt x="-35177" y="285737"/>
                        <a:pt x="-27018" y="11051"/>
                        <a:pt x="128003" y="11051"/>
                      </a:cubicBezTo>
                      <a:cubicBezTo>
                        <a:pt x="185116" y="11051"/>
                        <a:pt x="220471" y="49126"/>
                        <a:pt x="236790" y="70883"/>
                      </a:cubicBezTo>
                      <a:cubicBezTo>
                        <a:pt x="236790" y="70883"/>
                        <a:pt x="236790" y="65444"/>
                        <a:pt x="236790" y="62724"/>
                      </a:cubicBezTo>
                      <a:cubicBezTo>
                        <a:pt x="239509" y="27369"/>
                        <a:pt x="272145" y="-2547"/>
                        <a:pt x="307501" y="172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30" name="Freeform: Shape 29">
                  <a:extLst>
                    <a:ext uri="{FF2B5EF4-FFF2-40B4-BE49-F238E27FC236}">
                      <a16:creationId xmlns:a16="http://schemas.microsoft.com/office/drawing/2014/main" id="{04A581DD-06BD-44EA-9E2D-8FB253851F92}"/>
                    </a:ext>
                  </a:extLst>
                </p:cNvPr>
                <p:cNvSpPr/>
                <p:nvPr/>
              </p:nvSpPr>
              <p:spPr>
                <a:xfrm>
                  <a:off x="8380335" y="3464184"/>
                  <a:ext cx="372772" cy="375657"/>
                </a:xfrm>
                <a:custGeom>
                  <a:avLst/>
                  <a:gdLst>
                    <a:gd name="connsiteX0" fmla="*/ 176957 w 372772"/>
                    <a:gd name="connsiteY0" fmla="*/ 98080 h 375657"/>
                    <a:gd name="connsiteX1" fmla="*/ 125282 w 372772"/>
                    <a:gd name="connsiteY1" fmla="*/ 190548 h 375657"/>
                    <a:gd name="connsiteX2" fmla="*/ 176957 w 372772"/>
                    <a:gd name="connsiteY2" fmla="*/ 283017 h 375657"/>
                    <a:gd name="connsiteX3" fmla="*/ 228630 w 372772"/>
                    <a:gd name="connsiteY3" fmla="*/ 190548 h 375657"/>
                    <a:gd name="connsiteX4" fmla="*/ 176957 w 372772"/>
                    <a:gd name="connsiteY4" fmla="*/ 98080 h 375657"/>
                    <a:gd name="connsiteX5" fmla="*/ 307501 w 372772"/>
                    <a:gd name="connsiteY5" fmla="*/ 172 h 375657"/>
                    <a:gd name="connsiteX6" fmla="*/ 372772 w 372772"/>
                    <a:gd name="connsiteY6" fmla="*/ 62724 h 375657"/>
                    <a:gd name="connsiteX7" fmla="*/ 372772 w 372772"/>
                    <a:gd name="connsiteY7" fmla="*/ 312934 h 375657"/>
                    <a:gd name="connsiteX8" fmla="*/ 302062 w 372772"/>
                    <a:gd name="connsiteY8" fmla="*/ 375486 h 375657"/>
                    <a:gd name="connsiteX9" fmla="*/ 239509 w 372772"/>
                    <a:gd name="connsiteY9" fmla="*/ 326532 h 375657"/>
                    <a:gd name="connsiteX10" fmla="*/ 179677 w 372772"/>
                    <a:gd name="connsiteY10" fmla="*/ 370046 h 375657"/>
                    <a:gd name="connsiteX11" fmla="*/ 70890 w 372772"/>
                    <a:gd name="connsiteY11" fmla="*/ 353728 h 375657"/>
                    <a:gd name="connsiteX12" fmla="*/ 128002 w 372772"/>
                    <a:gd name="connsiteY12" fmla="*/ 11051 h 375657"/>
                    <a:gd name="connsiteX13" fmla="*/ 236790 w 372772"/>
                    <a:gd name="connsiteY13" fmla="*/ 70883 h 375657"/>
                    <a:gd name="connsiteX14" fmla="*/ 236790 w 372772"/>
                    <a:gd name="connsiteY14" fmla="*/ 62724 h 375657"/>
                    <a:gd name="connsiteX15" fmla="*/ 307501 w 372772"/>
                    <a:gd name="connsiteY15" fmla="*/ 172 h 3756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772" h="375657">
                      <a:moveTo>
                        <a:pt x="176957" y="98080"/>
                      </a:moveTo>
                      <a:cubicBezTo>
                        <a:pt x="147039" y="100800"/>
                        <a:pt x="125282" y="133436"/>
                        <a:pt x="125282" y="190548"/>
                      </a:cubicBezTo>
                      <a:cubicBezTo>
                        <a:pt x="125282" y="247661"/>
                        <a:pt x="141600" y="283017"/>
                        <a:pt x="176957" y="283017"/>
                      </a:cubicBezTo>
                      <a:cubicBezTo>
                        <a:pt x="212312" y="283017"/>
                        <a:pt x="228630" y="247661"/>
                        <a:pt x="228630" y="190548"/>
                      </a:cubicBezTo>
                      <a:cubicBezTo>
                        <a:pt x="228630" y="133436"/>
                        <a:pt x="206873" y="98080"/>
                        <a:pt x="176957" y="98080"/>
                      </a:cubicBezTo>
                      <a:close/>
                      <a:moveTo>
                        <a:pt x="307501" y="172"/>
                      </a:moveTo>
                      <a:cubicBezTo>
                        <a:pt x="340137" y="172"/>
                        <a:pt x="372772" y="30088"/>
                        <a:pt x="372772" y="62724"/>
                      </a:cubicBezTo>
                      <a:cubicBezTo>
                        <a:pt x="372772" y="65444"/>
                        <a:pt x="372772" y="307494"/>
                        <a:pt x="372772" y="312934"/>
                      </a:cubicBezTo>
                      <a:cubicBezTo>
                        <a:pt x="370053" y="348289"/>
                        <a:pt x="337417" y="378205"/>
                        <a:pt x="302062" y="375486"/>
                      </a:cubicBezTo>
                      <a:cubicBezTo>
                        <a:pt x="274865" y="372766"/>
                        <a:pt x="247668" y="353728"/>
                        <a:pt x="239509" y="326532"/>
                      </a:cubicBezTo>
                      <a:cubicBezTo>
                        <a:pt x="228630" y="348289"/>
                        <a:pt x="198714" y="364607"/>
                        <a:pt x="179677" y="370046"/>
                      </a:cubicBezTo>
                      <a:cubicBezTo>
                        <a:pt x="147040" y="378205"/>
                        <a:pt x="100806" y="372766"/>
                        <a:pt x="70890" y="353728"/>
                      </a:cubicBezTo>
                      <a:cubicBezTo>
                        <a:pt x="-35177" y="285737"/>
                        <a:pt x="-27018" y="11051"/>
                        <a:pt x="128002" y="11051"/>
                      </a:cubicBezTo>
                      <a:cubicBezTo>
                        <a:pt x="185116" y="11051"/>
                        <a:pt x="220472" y="49126"/>
                        <a:pt x="236790" y="70883"/>
                      </a:cubicBezTo>
                      <a:cubicBezTo>
                        <a:pt x="236790" y="70883"/>
                        <a:pt x="236790" y="65444"/>
                        <a:pt x="236790" y="62724"/>
                      </a:cubicBezTo>
                      <a:cubicBezTo>
                        <a:pt x="239509" y="27369"/>
                        <a:pt x="272145" y="-2547"/>
                        <a:pt x="307501" y="172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31" name="Freeform: Shape 30">
                  <a:extLst>
                    <a:ext uri="{FF2B5EF4-FFF2-40B4-BE49-F238E27FC236}">
                      <a16:creationId xmlns:a16="http://schemas.microsoft.com/office/drawing/2014/main" id="{78E29341-2391-4754-93F4-DE7EF2D3370D}"/>
                    </a:ext>
                  </a:extLst>
                </p:cNvPr>
                <p:cNvSpPr/>
                <p:nvPr/>
              </p:nvSpPr>
              <p:spPr>
                <a:xfrm>
                  <a:off x="7389492" y="3444253"/>
                  <a:ext cx="217573" cy="435145"/>
                </a:xfrm>
                <a:custGeom>
                  <a:avLst/>
                  <a:gdLst>
                    <a:gd name="connsiteX0" fmla="*/ 186002 w 217572"/>
                    <a:gd name="connsiteY0" fmla="*/ 118011 h 435144"/>
                    <a:gd name="connsiteX1" fmla="*/ 128890 w 217572"/>
                    <a:gd name="connsiteY1" fmla="*/ 58178 h 435144"/>
                    <a:gd name="connsiteX2" fmla="*/ 123450 w 217572"/>
                    <a:gd name="connsiteY2" fmla="*/ 58178 h 435144"/>
                    <a:gd name="connsiteX3" fmla="*/ 58178 w 217572"/>
                    <a:gd name="connsiteY3" fmla="*/ 115291 h 435144"/>
                    <a:gd name="connsiteX4" fmla="*/ 58178 w 217572"/>
                    <a:gd name="connsiteY4" fmla="*/ 232236 h 435144"/>
                    <a:gd name="connsiteX5" fmla="*/ 58178 w 217572"/>
                    <a:gd name="connsiteY5" fmla="*/ 232236 h 435144"/>
                    <a:gd name="connsiteX6" fmla="*/ 58178 w 217572"/>
                    <a:gd name="connsiteY6" fmla="*/ 335583 h 435144"/>
                    <a:gd name="connsiteX7" fmla="*/ 115291 w 217572"/>
                    <a:gd name="connsiteY7" fmla="*/ 395415 h 435144"/>
                    <a:gd name="connsiteX8" fmla="*/ 120730 w 217572"/>
                    <a:gd name="connsiteY8" fmla="*/ 395415 h 435144"/>
                    <a:gd name="connsiteX9" fmla="*/ 186002 w 217572"/>
                    <a:gd name="connsiteY9" fmla="*/ 338303 h 435144"/>
                    <a:gd name="connsiteX10" fmla="*/ 186002 w 217572"/>
                    <a:gd name="connsiteY10" fmla="*/ 240395 h 435144"/>
                    <a:gd name="connsiteX11" fmla="*/ 186002 w 217572"/>
                    <a:gd name="connsiteY11" fmla="*/ 240395 h 435144"/>
                    <a:gd name="connsiteX12" fmla="*/ 186002 w 217572"/>
                    <a:gd name="connsiteY12" fmla="*/ 118011 h 4351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17572" h="435144">
                      <a:moveTo>
                        <a:pt x="186002" y="118011"/>
                      </a:moveTo>
                      <a:cubicBezTo>
                        <a:pt x="183283" y="85375"/>
                        <a:pt x="158806" y="60898"/>
                        <a:pt x="128890" y="58178"/>
                      </a:cubicBezTo>
                      <a:cubicBezTo>
                        <a:pt x="126170" y="58178"/>
                        <a:pt x="126170" y="58178"/>
                        <a:pt x="123450" y="58178"/>
                      </a:cubicBezTo>
                      <a:cubicBezTo>
                        <a:pt x="96254" y="58178"/>
                        <a:pt x="58178" y="82655"/>
                        <a:pt x="58178" y="115291"/>
                      </a:cubicBezTo>
                      <a:lnTo>
                        <a:pt x="58178" y="232236"/>
                      </a:lnTo>
                      <a:lnTo>
                        <a:pt x="58178" y="232236"/>
                      </a:lnTo>
                      <a:cubicBezTo>
                        <a:pt x="58178" y="270311"/>
                        <a:pt x="58178" y="335583"/>
                        <a:pt x="58178" y="335583"/>
                      </a:cubicBezTo>
                      <a:cubicBezTo>
                        <a:pt x="60898" y="368219"/>
                        <a:pt x="85375" y="392696"/>
                        <a:pt x="115291" y="395415"/>
                      </a:cubicBezTo>
                      <a:cubicBezTo>
                        <a:pt x="118011" y="395415"/>
                        <a:pt x="118011" y="395415"/>
                        <a:pt x="120730" y="395415"/>
                      </a:cubicBezTo>
                      <a:cubicBezTo>
                        <a:pt x="147927" y="395415"/>
                        <a:pt x="186002" y="370938"/>
                        <a:pt x="186002" y="338303"/>
                      </a:cubicBezTo>
                      <a:lnTo>
                        <a:pt x="186002" y="240395"/>
                      </a:lnTo>
                      <a:lnTo>
                        <a:pt x="186002" y="240395"/>
                      </a:lnTo>
                      <a:cubicBezTo>
                        <a:pt x="186002" y="202320"/>
                        <a:pt x="186002" y="118011"/>
                        <a:pt x="186002" y="118011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32" name="Freeform: Shape 31">
                  <a:extLst>
                    <a:ext uri="{FF2B5EF4-FFF2-40B4-BE49-F238E27FC236}">
                      <a16:creationId xmlns:a16="http://schemas.microsoft.com/office/drawing/2014/main" id="{95B7127F-7A53-40C2-B41D-3D96503E3CC7}"/>
                    </a:ext>
                  </a:extLst>
                </p:cNvPr>
                <p:cNvSpPr/>
                <p:nvPr/>
              </p:nvSpPr>
              <p:spPr>
                <a:xfrm>
                  <a:off x="7392212" y="3280901"/>
                  <a:ext cx="217573" cy="217572"/>
                </a:xfrm>
                <a:custGeom>
                  <a:avLst/>
                  <a:gdLst>
                    <a:gd name="connsiteX0" fmla="*/ 183282 w 217572"/>
                    <a:gd name="connsiteY0" fmla="*/ 120902 h 217572"/>
                    <a:gd name="connsiteX1" fmla="*/ 120730 w 217572"/>
                    <a:gd name="connsiteY1" fmla="*/ 183454 h 217572"/>
                    <a:gd name="connsiteX2" fmla="*/ 58178 w 217572"/>
                    <a:gd name="connsiteY2" fmla="*/ 120902 h 217572"/>
                    <a:gd name="connsiteX3" fmla="*/ 120730 w 217572"/>
                    <a:gd name="connsiteY3" fmla="*/ 58350 h 217572"/>
                    <a:gd name="connsiteX4" fmla="*/ 183282 w 217572"/>
                    <a:gd name="connsiteY4" fmla="*/ 120902 h 2175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7572" h="217572">
                      <a:moveTo>
                        <a:pt x="183282" y="120902"/>
                      </a:moveTo>
                      <a:cubicBezTo>
                        <a:pt x="183282" y="156258"/>
                        <a:pt x="156086" y="183454"/>
                        <a:pt x="120730" y="183454"/>
                      </a:cubicBezTo>
                      <a:cubicBezTo>
                        <a:pt x="85375" y="183454"/>
                        <a:pt x="58178" y="156258"/>
                        <a:pt x="58178" y="120902"/>
                      </a:cubicBezTo>
                      <a:cubicBezTo>
                        <a:pt x="58178" y="85547"/>
                        <a:pt x="85375" y="58350"/>
                        <a:pt x="120730" y="58350"/>
                      </a:cubicBezTo>
                      <a:cubicBezTo>
                        <a:pt x="153366" y="55630"/>
                        <a:pt x="183282" y="85547"/>
                        <a:pt x="183282" y="120902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33" name="Freeform: Shape 32">
                  <a:extLst>
                    <a:ext uri="{FF2B5EF4-FFF2-40B4-BE49-F238E27FC236}">
                      <a16:creationId xmlns:a16="http://schemas.microsoft.com/office/drawing/2014/main" id="{214B5140-BD02-4841-AF70-6D377E4DF2E9}"/>
                    </a:ext>
                  </a:extLst>
                </p:cNvPr>
                <p:cNvSpPr/>
                <p:nvPr/>
              </p:nvSpPr>
              <p:spPr>
                <a:xfrm>
                  <a:off x="6005186" y="3416884"/>
                  <a:ext cx="380752" cy="462341"/>
                </a:xfrm>
                <a:custGeom>
                  <a:avLst/>
                  <a:gdLst>
                    <a:gd name="connsiteX0" fmla="*/ 270312 w 380752"/>
                    <a:gd name="connsiteY0" fmla="*/ 69229 h 462341"/>
                    <a:gd name="connsiteX1" fmla="*/ 188722 w 380752"/>
                    <a:gd name="connsiteY1" fmla="*/ 134501 h 462341"/>
                    <a:gd name="connsiteX2" fmla="*/ 188722 w 380752"/>
                    <a:gd name="connsiteY2" fmla="*/ 118183 h 462341"/>
                    <a:gd name="connsiteX3" fmla="*/ 126170 w 380752"/>
                    <a:gd name="connsiteY3" fmla="*/ 58350 h 462341"/>
                    <a:gd name="connsiteX4" fmla="*/ 58178 w 380752"/>
                    <a:gd name="connsiteY4" fmla="*/ 118183 h 462341"/>
                    <a:gd name="connsiteX5" fmla="*/ 58178 w 380752"/>
                    <a:gd name="connsiteY5" fmla="*/ 210651 h 462341"/>
                    <a:gd name="connsiteX6" fmla="*/ 58178 w 380752"/>
                    <a:gd name="connsiteY6" fmla="*/ 365671 h 462341"/>
                    <a:gd name="connsiteX7" fmla="*/ 58178 w 380752"/>
                    <a:gd name="connsiteY7" fmla="*/ 365671 h 462341"/>
                    <a:gd name="connsiteX8" fmla="*/ 120730 w 380752"/>
                    <a:gd name="connsiteY8" fmla="*/ 425504 h 462341"/>
                    <a:gd name="connsiteX9" fmla="*/ 186002 w 380752"/>
                    <a:gd name="connsiteY9" fmla="*/ 365671 h 462341"/>
                    <a:gd name="connsiteX10" fmla="*/ 186002 w 380752"/>
                    <a:gd name="connsiteY10" fmla="*/ 365671 h 462341"/>
                    <a:gd name="connsiteX11" fmla="*/ 186002 w 380752"/>
                    <a:gd name="connsiteY11" fmla="*/ 210651 h 462341"/>
                    <a:gd name="connsiteX12" fmla="*/ 215919 w 380752"/>
                    <a:gd name="connsiteY12" fmla="*/ 158978 h 462341"/>
                    <a:gd name="connsiteX13" fmla="*/ 275751 w 380752"/>
                    <a:gd name="connsiteY13" fmla="*/ 221530 h 462341"/>
                    <a:gd name="connsiteX14" fmla="*/ 270312 w 380752"/>
                    <a:gd name="connsiteY14" fmla="*/ 69229 h 4623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80752" h="462341">
                      <a:moveTo>
                        <a:pt x="270312" y="69229"/>
                      </a:moveTo>
                      <a:cubicBezTo>
                        <a:pt x="232236" y="71949"/>
                        <a:pt x="213199" y="99145"/>
                        <a:pt x="188722" y="134501"/>
                      </a:cubicBezTo>
                      <a:cubicBezTo>
                        <a:pt x="188722" y="134501"/>
                        <a:pt x="188722" y="118183"/>
                        <a:pt x="188722" y="118183"/>
                      </a:cubicBezTo>
                      <a:cubicBezTo>
                        <a:pt x="188722" y="85547"/>
                        <a:pt x="158806" y="58350"/>
                        <a:pt x="126170" y="58350"/>
                      </a:cubicBezTo>
                      <a:cubicBezTo>
                        <a:pt x="93534" y="55631"/>
                        <a:pt x="60898" y="85547"/>
                        <a:pt x="58178" y="118183"/>
                      </a:cubicBezTo>
                      <a:lnTo>
                        <a:pt x="58178" y="210651"/>
                      </a:lnTo>
                      <a:lnTo>
                        <a:pt x="58178" y="365671"/>
                      </a:lnTo>
                      <a:lnTo>
                        <a:pt x="58178" y="365671"/>
                      </a:lnTo>
                      <a:cubicBezTo>
                        <a:pt x="58178" y="398307"/>
                        <a:pt x="88094" y="425504"/>
                        <a:pt x="120730" y="425504"/>
                      </a:cubicBezTo>
                      <a:cubicBezTo>
                        <a:pt x="153366" y="428224"/>
                        <a:pt x="186002" y="398307"/>
                        <a:pt x="186002" y="365671"/>
                      </a:cubicBezTo>
                      <a:lnTo>
                        <a:pt x="186002" y="365671"/>
                      </a:lnTo>
                      <a:lnTo>
                        <a:pt x="186002" y="210651"/>
                      </a:lnTo>
                      <a:cubicBezTo>
                        <a:pt x="188722" y="188894"/>
                        <a:pt x="196881" y="158978"/>
                        <a:pt x="215919" y="158978"/>
                      </a:cubicBezTo>
                      <a:cubicBezTo>
                        <a:pt x="243115" y="158978"/>
                        <a:pt x="215919" y="221530"/>
                        <a:pt x="275751" y="221530"/>
                      </a:cubicBezTo>
                      <a:cubicBezTo>
                        <a:pt x="362780" y="221530"/>
                        <a:pt x="373658" y="63790"/>
                        <a:pt x="270312" y="69229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34" name="Freeform: Shape 33">
                  <a:extLst>
                    <a:ext uri="{FF2B5EF4-FFF2-40B4-BE49-F238E27FC236}">
                      <a16:creationId xmlns:a16="http://schemas.microsoft.com/office/drawing/2014/main" id="{16C21D7B-C520-4401-BFFD-43EA75B9B3F0}"/>
                    </a:ext>
                  </a:extLst>
                </p:cNvPr>
                <p:cNvSpPr/>
                <p:nvPr/>
              </p:nvSpPr>
              <p:spPr>
                <a:xfrm>
                  <a:off x="5693490" y="3475234"/>
                  <a:ext cx="337238" cy="364434"/>
                </a:xfrm>
                <a:custGeom>
                  <a:avLst/>
                  <a:gdLst>
                    <a:gd name="connsiteX0" fmla="*/ 180433 w 337238"/>
                    <a:gd name="connsiteY0" fmla="*/ 73984 h 364434"/>
                    <a:gd name="connsiteX1" fmla="*/ 163180 w 337238"/>
                    <a:gd name="connsiteY1" fmla="*/ 78870 h 364434"/>
                    <a:gd name="connsiteX2" fmla="*/ 125105 w 337238"/>
                    <a:gd name="connsiteY2" fmla="*/ 160461 h 364434"/>
                    <a:gd name="connsiteX3" fmla="*/ 171339 w 337238"/>
                    <a:gd name="connsiteY3" fmla="*/ 163180 h 364434"/>
                    <a:gd name="connsiteX4" fmla="*/ 214854 w 337238"/>
                    <a:gd name="connsiteY4" fmla="*/ 108787 h 364434"/>
                    <a:gd name="connsiteX5" fmla="*/ 180433 w 337238"/>
                    <a:gd name="connsiteY5" fmla="*/ 73984 h 364434"/>
                    <a:gd name="connsiteX6" fmla="*/ 174059 w 337238"/>
                    <a:gd name="connsiteY6" fmla="*/ 0 h 364434"/>
                    <a:gd name="connsiteX7" fmla="*/ 337238 w 337238"/>
                    <a:gd name="connsiteY7" fmla="*/ 119665 h 364434"/>
                    <a:gd name="connsiteX8" fmla="*/ 133264 w 337238"/>
                    <a:gd name="connsiteY8" fmla="*/ 217573 h 364434"/>
                    <a:gd name="connsiteX9" fmla="*/ 225732 w 337238"/>
                    <a:gd name="connsiteY9" fmla="*/ 277405 h 364434"/>
                    <a:gd name="connsiteX10" fmla="*/ 320920 w 337238"/>
                    <a:gd name="connsiteY10" fmla="*/ 250208 h 364434"/>
                    <a:gd name="connsiteX11" fmla="*/ 174059 w 337238"/>
                    <a:gd name="connsiteY11" fmla="*/ 364434 h 364434"/>
                    <a:gd name="connsiteX12" fmla="*/ 0 w 337238"/>
                    <a:gd name="connsiteY12" fmla="*/ 184937 h 364434"/>
                    <a:gd name="connsiteX13" fmla="*/ 174059 w 337238"/>
                    <a:gd name="connsiteY13" fmla="*/ 0 h 3644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37238" h="364434">
                      <a:moveTo>
                        <a:pt x="180433" y="73984"/>
                      </a:moveTo>
                      <a:cubicBezTo>
                        <a:pt x="174569" y="73941"/>
                        <a:pt x="168620" y="75471"/>
                        <a:pt x="163180" y="78870"/>
                      </a:cubicBezTo>
                      <a:cubicBezTo>
                        <a:pt x="135984" y="95189"/>
                        <a:pt x="127825" y="130544"/>
                        <a:pt x="125105" y="160461"/>
                      </a:cubicBezTo>
                      <a:cubicBezTo>
                        <a:pt x="125105" y="163180"/>
                        <a:pt x="168620" y="160461"/>
                        <a:pt x="171339" y="163180"/>
                      </a:cubicBezTo>
                      <a:cubicBezTo>
                        <a:pt x="195816" y="157741"/>
                        <a:pt x="214854" y="135984"/>
                        <a:pt x="214854" y="108787"/>
                      </a:cubicBezTo>
                      <a:cubicBezTo>
                        <a:pt x="214854" y="88389"/>
                        <a:pt x="198026" y="74111"/>
                        <a:pt x="180433" y="73984"/>
                      </a:cubicBezTo>
                      <a:close/>
                      <a:moveTo>
                        <a:pt x="174059" y="0"/>
                      </a:moveTo>
                      <a:cubicBezTo>
                        <a:pt x="233891" y="0"/>
                        <a:pt x="337238" y="29916"/>
                        <a:pt x="337238" y="119665"/>
                      </a:cubicBezTo>
                      <a:cubicBezTo>
                        <a:pt x="337238" y="209414"/>
                        <a:pt x="244770" y="217573"/>
                        <a:pt x="133264" y="217573"/>
                      </a:cubicBezTo>
                      <a:cubicBezTo>
                        <a:pt x="133264" y="217573"/>
                        <a:pt x="149581" y="277405"/>
                        <a:pt x="225732" y="277405"/>
                      </a:cubicBezTo>
                      <a:cubicBezTo>
                        <a:pt x="301883" y="277405"/>
                        <a:pt x="320920" y="250208"/>
                        <a:pt x="320920" y="250208"/>
                      </a:cubicBezTo>
                      <a:cubicBezTo>
                        <a:pt x="320920" y="250208"/>
                        <a:pt x="315481" y="364434"/>
                        <a:pt x="174059" y="364434"/>
                      </a:cubicBezTo>
                      <a:cubicBezTo>
                        <a:pt x="95188" y="364434"/>
                        <a:pt x="0" y="304602"/>
                        <a:pt x="0" y="184937"/>
                      </a:cubicBezTo>
                      <a:cubicBezTo>
                        <a:pt x="0" y="78870"/>
                        <a:pt x="73431" y="0"/>
                        <a:pt x="174059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35" name="Freeform: Shape 34">
                  <a:extLst>
                    <a:ext uri="{FF2B5EF4-FFF2-40B4-BE49-F238E27FC236}">
                      <a16:creationId xmlns:a16="http://schemas.microsoft.com/office/drawing/2014/main" id="{DB9B60B4-35FC-49B0-906A-7C704B6B94BA}"/>
                    </a:ext>
                  </a:extLst>
                </p:cNvPr>
                <p:cNvSpPr/>
                <p:nvPr/>
              </p:nvSpPr>
              <p:spPr>
                <a:xfrm>
                  <a:off x="5376945" y="3338014"/>
                  <a:ext cx="353556" cy="543931"/>
                </a:xfrm>
                <a:custGeom>
                  <a:avLst/>
                  <a:gdLst>
                    <a:gd name="connsiteX0" fmla="*/ 311107 w 353555"/>
                    <a:gd name="connsiteY0" fmla="*/ 433663 h 543931"/>
                    <a:gd name="connsiteX1" fmla="*/ 215919 w 353555"/>
                    <a:gd name="connsiteY1" fmla="*/ 501654 h 543931"/>
                    <a:gd name="connsiteX2" fmla="*/ 98973 w 353555"/>
                    <a:gd name="connsiteY2" fmla="*/ 392868 h 543931"/>
                    <a:gd name="connsiteX3" fmla="*/ 98973 w 353555"/>
                    <a:gd name="connsiteY3" fmla="*/ 221530 h 543931"/>
                    <a:gd name="connsiteX4" fmla="*/ 82655 w 353555"/>
                    <a:gd name="connsiteY4" fmla="*/ 221530 h 543931"/>
                    <a:gd name="connsiteX5" fmla="*/ 58178 w 353555"/>
                    <a:gd name="connsiteY5" fmla="*/ 191614 h 543931"/>
                    <a:gd name="connsiteX6" fmla="*/ 85375 w 353555"/>
                    <a:gd name="connsiteY6" fmla="*/ 164417 h 543931"/>
                    <a:gd name="connsiteX7" fmla="*/ 101693 w 353555"/>
                    <a:gd name="connsiteY7" fmla="*/ 164417 h 543931"/>
                    <a:gd name="connsiteX8" fmla="*/ 101693 w 353555"/>
                    <a:gd name="connsiteY8" fmla="*/ 118183 h 543931"/>
                    <a:gd name="connsiteX9" fmla="*/ 166965 w 353555"/>
                    <a:gd name="connsiteY9" fmla="*/ 58350 h 543931"/>
                    <a:gd name="connsiteX10" fmla="*/ 229517 w 353555"/>
                    <a:gd name="connsiteY10" fmla="*/ 118183 h 543931"/>
                    <a:gd name="connsiteX11" fmla="*/ 229517 w 353555"/>
                    <a:gd name="connsiteY11" fmla="*/ 118183 h 543931"/>
                    <a:gd name="connsiteX12" fmla="*/ 229517 w 353555"/>
                    <a:gd name="connsiteY12" fmla="*/ 164417 h 543931"/>
                    <a:gd name="connsiteX13" fmla="*/ 283910 w 353555"/>
                    <a:gd name="connsiteY13" fmla="*/ 164417 h 543931"/>
                    <a:gd name="connsiteX14" fmla="*/ 308387 w 353555"/>
                    <a:gd name="connsiteY14" fmla="*/ 194333 h 543931"/>
                    <a:gd name="connsiteX15" fmla="*/ 281190 w 353555"/>
                    <a:gd name="connsiteY15" fmla="*/ 221530 h 543931"/>
                    <a:gd name="connsiteX16" fmla="*/ 229517 w 353555"/>
                    <a:gd name="connsiteY16" fmla="*/ 221530 h 543931"/>
                    <a:gd name="connsiteX17" fmla="*/ 229517 w 353555"/>
                    <a:gd name="connsiteY17" fmla="*/ 365671 h 543931"/>
                    <a:gd name="connsiteX18" fmla="*/ 311107 w 353555"/>
                    <a:gd name="connsiteY18" fmla="*/ 433663 h 5439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353555" h="543931">
                      <a:moveTo>
                        <a:pt x="311107" y="433663"/>
                      </a:moveTo>
                      <a:cubicBezTo>
                        <a:pt x="311107" y="433663"/>
                        <a:pt x="278471" y="501654"/>
                        <a:pt x="215919" y="501654"/>
                      </a:cubicBezTo>
                      <a:cubicBezTo>
                        <a:pt x="164245" y="501654"/>
                        <a:pt x="101693" y="458140"/>
                        <a:pt x="98973" y="392868"/>
                      </a:cubicBezTo>
                      <a:cubicBezTo>
                        <a:pt x="98973" y="392868"/>
                        <a:pt x="98973" y="297680"/>
                        <a:pt x="98973" y="221530"/>
                      </a:cubicBezTo>
                      <a:lnTo>
                        <a:pt x="82655" y="221530"/>
                      </a:lnTo>
                      <a:cubicBezTo>
                        <a:pt x="74496" y="221530"/>
                        <a:pt x="58178" y="216090"/>
                        <a:pt x="58178" y="191614"/>
                      </a:cubicBezTo>
                      <a:cubicBezTo>
                        <a:pt x="58178" y="167137"/>
                        <a:pt x="77216" y="164417"/>
                        <a:pt x="85375" y="164417"/>
                      </a:cubicBezTo>
                      <a:lnTo>
                        <a:pt x="101693" y="164417"/>
                      </a:lnTo>
                      <a:cubicBezTo>
                        <a:pt x="101693" y="137220"/>
                        <a:pt x="101693" y="118183"/>
                        <a:pt x="101693" y="118183"/>
                      </a:cubicBezTo>
                      <a:cubicBezTo>
                        <a:pt x="104413" y="85547"/>
                        <a:pt x="134329" y="55631"/>
                        <a:pt x="166965" y="58350"/>
                      </a:cubicBezTo>
                      <a:cubicBezTo>
                        <a:pt x="196881" y="61070"/>
                        <a:pt x="229517" y="85547"/>
                        <a:pt x="229517" y="118183"/>
                      </a:cubicBezTo>
                      <a:lnTo>
                        <a:pt x="229517" y="118183"/>
                      </a:lnTo>
                      <a:lnTo>
                        <a:pt x="229517" y="164417"/>
                      </a:lnTo>
                      <a:lnTo>
                        <a:pt x="283910" y="164417"/>
                      </a:lnTo>
                      <a:cubicBezTo>
                        <a:pt x="292069" y="164417"/>
                        <a:pt x="308387" y="169856"/>
                        <a:pt x="308387" y="194333"/>
                      </a:cubicBezTo>
                      <a:cubicBezTo>
                        <a:pt x="308387" y="218810"/>
                        <a:pt x="292069" y="221530"/>
                        <a:pt x="281190" y="221530"/>
                      </a:cubicBezTo>
                      <a:lnTo>
                        <a:pt x="229517" y="221530"/>
                      </a:lnTo>
                      <a:lnTo>
                        <a:pt x="229517" y="365671"/>
                      </a:lnTo>
                      <a:cubicBezTo>
                        <a:pt x="226797" y="409186"/>
                        <a:pt x="267592" y="433663"/>
                        <a:pt x="311107" y="433663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36" name="Freeform: Shape 35">
                  <a:extLst>
                    <a:ext uri="{FF2B5EF4-FFF2-40B4-BE49-F238E27FC236}">
                      <a16:creationId xmlns:a16="http://schemas.microsoft.com/office/drawing/2014/main" id="{B550272F-F181-4670-9AB4-62C5CF01BC3A}"/>
                    </a:ext>
                  </a:extLst>
                </p:cNvPr>
                <p:cNvSpPr/>
                <p:nvPr/>
              </p:nvSpPr>
              <p:spPr>
                <a:xfrm>
                  <a:off x="7090329" y="3338014"/>
                  <a:ext cx="353556" cy="543931"/>
                </a:xfrm>
                <a:custGeom>
                  <a:avLst/>
                  <a:gdLst>
                    <a:gd name="connsiteX0" fmla="*/ 311107 w 353555"/>
                    <a:gd name="connsiteY0" fmla="*/ 433663 h 543931"/>
                    <a:gd name="connsiteX1" fmla="*/ 215919 w 353555"/>
                    <a:gd name="connsiteY1" fmla="*/ 501654 h 543931"/>
                    <a:gd name="connsiteX2" fmla="*/ 98973 w 353555"/>
                    <a:gd name="connsiteY2" fmla="*/ 392868 h 543931"/>
                    <a:gd name="connsiteX3" fmla="*/ 98973 w 353555"/>
                    <a:gd name="connsiteY3" fmla="*/ 221530 h 543931"/>
                    <a:gd name="connsiteX4" fmla="*/ 82655 w 353555"/>
                    <a:gd name="connsiteY4" fmla="*/ 221530 h 543931"/>
                    <a:gd name="connsiteX5" fmla="*/ 58178 w 353555"/>
                    <a:gd name="connsiteY5" fmla="*/ 191614 h 543931"/>
                    <a:gd name="connsiteX6" fmla="*/ 85375 w 353555"/>
                    <a:gd name="connsiteY6" fmla="*/ 164417 h 543931"/>
                    <a:gd name="connsiteX7" fmla="*/ 101693 w 353555"/>
                    <a:gd name="connsiteY7" fmla="*/ 164417 h 543931"/>
                    <a:gd name="connsiteX8" fmla="*/ 101693 w 353555"/>
                    <a:gd name="connsiteY8" fmla="*/ 118183 h 543931"/>
                    <a:gd name="connsiteX9" fmla="*/ 166965 w 353555"/>
                    <a:gd name="connsiteY9" fmla="*/ 58350 h 543931"/>
                    <a:gd name="connsiteX10" fmla="*/ 229517 w 353555"/>
                    <a:gd name="connsiteY10" fmla="*/ 118183 h 543931"/>
                    <a:gd name="connsiteX11" fmla="*/ 229517 w 353555"/>
                    <a:gd name="connsiteY11" fmla="*/ 118183 h 543931"/>
                    <a:gd name="connsiteX12" fmla="*/ 229517 w 353555"/>
                    <a:gd name="connsiteY12" fmla="*/ 164417 h 543931"/>
                    <a:gd name="connsiteX13" fmla="*/ 283910 w 353555"/>
                    <a:gd name="connsiteY13" fmla="*/ 164417 h 543931"/>
                    <a:gd name="connsiteX14" fmla="*/ 308387 w 353555"/>
                    <a:gd name="connsiteY14" fmla="*/ 194333 h 543931"/>
                    <a:gd name="connsiteX15" fmla="*/ 281190 w 353555"/>
                    <a:gd name="connsiteY15" fmla="*/ 221530 h 543931"/>
                    <a:gd name="connsiteX16" fmla="*/ 229517 w 353555"/>
                    <a:gd name="connsiteY16" fmla="*/ 221530 h 543931"/>
                    <a:gd name="connsiteX17" fmla="*/ 229517 w 353555"/>
                    <a:gd name="connsiteY17" fmla="*/ 365671 h 543931"/>
                    <a:gd name="connsiteX18" fmla="*/ 311107 w 353555"/>
                    <a:gd name="connsiteY18" fmla="*/ 433663 h 5439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353555" h="543931">
                      <a:moveTo>
                        <a:pt x="311107" y="433663"/>
                      </a:moveTo>
                      <a:cubicBezTo>
                        <a:pt x="311107" y="433663"/>
                        <a:pt x="278471" y="501654"/>
                        <a:pt x="215919" y="501654"/>
                      </a:cubicBezTo>
                      <a:cubicBezTo>
                        <a:pt x="164245" y="501654"/>
                        <a:pt x="101693" y="458140"/>
                        <a:pt x="98973" y="392868"/>
                      </a:cubicBezTo>
                      <a:cubicBezTo>
                        <a:pt x="98973" y="392868"/>
                        <a:pt x="98973" y="297680"/>
                        <a:pt x="98973" y="221530"/>
                      </a:cubicBezTo>
                      <a:lnTo>
                        <a:pt x="82655" y="221530"/>
                      </a:lnTo>
                      <a:cubicBezTo>
                        <a:pt x="74496" y="221530"/>
                        <a:pt x="58178" y="216090"/>
                        <a:pt x="58178" y="191614"/>
                      </a:cubicBezTo>
                      <a:cubicBezTo>
                        <a:pt x="58178" y="167137"/>
                        <a:pt x="77216" y="164417"/>
                        <a:pt x="85375" y="164417"/>
                      </a:cubicBezTo>
                      <a:lnTo>
                        <a:pt x="101693" y="164417"/>
                      </a:lnTo>
                      <a:cubicBezTo>
                        <a:pt x="101693" y="137220"/>
                        <a:pt x="101693" y="118183"/>
                        <a:pt x="101693" y="118183"/>
                      </a:cubicBezTo>
                      <a:cubicBezTo>
                        <a:pt x="104412" y="85547"/>
                        <a:pt x="134329" y="55631"/>
                        <a:pt x="166965" y="58350"/>
                      </a:cubicBezTo>
                      <a:cubicBezTo>
                        <a:pt x="196881" y="61070"/>
                        <a:pt x="229517" y="85547"/>
                        <a:pt x="229517" y="118183"/>
                      </a:cubicBezTo>
                      <a:lnTo>
                        <a:pt x="229517" y="118183"/>
                      </a:lnTo>
                      <a:lnTo>
                        <a:pt x="229517" y="164417"/>
                      </a:lnTo>
                      <a:lnTo>
                        <a:pt x="283910" y="164417"/>
                      </a:lnTo>
                      <a:cubicBezTo>
                        <a:pt x="292069" y="164417"/>
                        <a:pt x="308387" y="169856"/>
                        <a:pt x="308387" y="194333"/>
                      </a:cubicBezTo>
                      <a:cubicBezTo>
                        <a:pt x="308387" y="218810"/>
                        <a:pt x="292069" y="221530"/>
                        <a:pt x="281190" y="221530"/>
                      </a:cubicBezTo>
                      <a:lnTo>
                        <a:pt x="229517" y="221530"/>
                      </a:lnTo>
                      <a:lnTo>
                        <a:pt x="229517" y="365671"/>
                      </a:lnTo>
                      <a:cubicBezTo>
                        <a:pt x="229517" y="409186"/>
                        <a:pt x="270312" y="433663"/>
                        <a:pt x="311107" y="433663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37" name="Freeform: Shape 36">
                  <a:extLst>
                    <a:ext uri="{FF2B5EF4-FFF2-40B4-BE49-F238E27FC236}">
                      <a16:creationId xmlns:a16="http://schemas.microsoft.com/office/drawing/2014/main" id="{BF128CAF-7E33-41B3-941E-1DA081A62D07}"/>
                    </a:ext>
                  </a:extLst>
                </p:cNvPr>
                <p:cNvSpPr/>
                <p:nvPr/>
              </p:nvSpPr>
              <p:spPr>
                <a:xfrm>
                  <a:off x="2080719" y="4178559"/>
                  <a:ext cx="462342" cy="788700"/>
                </a:xfrm>
                <a:custGeom>
                  <a:avLst/>
                  <a:gdLst>
                    <a:gd name="connsiteX0" fmla="*/ 403575 w 462341"/>
                    <a:gd name="connsiteY0" fmla="*/ 583072 h 788699"/>
                    <a:gd name="connsiteX1" fmla="*/ 406295 w 462341"/>
                    <a:gd name="connsiteY1" fmla="*/ 596670 h 788699"/>
                    <a:gd name="connsiteX2" fmla="*/ 400855 w 462341"/>
                    <a:gd name="connsiteY2" fmla="*/ 610268 h 788699"/>
                    <a:gd name="connsiteX3" fmla="*/ 389977 w 462341"/>
                    <a:gd name="connsiteY3" fmla="*/ 626586 h 788699"/>
                    <a:gd name="connsiteX4" fmla="*/ 354621 w 462341"/>
                    <a:gd name="connsiteY4" fmla="*/ 675540 h 788699"/>
                    <a:gd name="connsiteX5" fmla="*/ 327424 w 462341"/>
                    <a:gd name="connsiteY5" fmla="*/ 691858 h 788699"/>
                    <a:gd name="connsiteX6" fmla="*/ 292069 w 462341"/>
                    <a:gd name="connsiteY6" fmla="*/ 713615 h 788699"/>
                    <a:gd name="connsiteX7" fmla="*/ 251274 w 462341"/>
                    <a:gd name="connsiteY7" fmla="*/ 724494 h 788699"/>
                    <a:gd name="connsiteX8" fmla="*/ 221358 w 462341"/>
                    <a:gd name="connsiteY8" fmla="*/ 721774 h 788699"/>
                    <a:gd name="connsiteX9" fmla="*/ 191442 w 462341"/>
                    <a:gd name="connsiteY9" fmla="*/ 721774 h 788699"/>
                    <a:gd name="connsiteX10" fmla="*/ 153366 w 462341"/>
                    <a:gd name="connsiteY10" fmla="*/ 713615 h 788699"/>
                    <a:gd name="connsiteX11" fmla="*/ 104412 w 462341"/>
                    <a:gd name="connsiteY11" fmla="*/ 675540 h 788699"/>
                    <a:gd name="connsiteX12" fmla="*/ 104412 w 462341"/>
                    <a:gd name="connsiteY12" fmla="*/ 689138 h 788699"/>
                    <a:gd name="connsiteX13" fmla="*/ 101693 w 462341"/>
                    <a:gd name="connsiteY13" fmla="*/ 710895 h 788699"/>
                    <a:gd name="connsiteX14" fmla="*/ 85375 w 462341"/>
                    <a:gd name="connsiteY14" fmla="*/ 732653 h 788699"/>
                    <a:gd name="connsiteX15" fmla="*/ 69057 w 462341"/>
                    <a:gd name="connsiteY15" fmla="*/ 727214 h 788699"/>
                    <a:gd name="connsiteX16" fmla="*/ 60898 w 462341"/>
                    <a:gd name="connsiteY16" fmla="*/ 710895 h 788699"/>
                    <a:gd name="connsiteX17" fmla="*/ 58178 w 462341"/>
                    <a:gd name="connsiteY17" fmla="*/ 691858 h 788699"/>
                    <a:gd name="connsiteX18" fmla="*/ 60898 w 462341"/>
                    <a:gd name="connsiteY18" fmla="*/ 664661 h 788699"/>
                    <a:gd name="connsiteX19" fmla="*/ 60898 w 462341"/>
                    <a:gd name="connsiteY19" fmla="*/ 607549 h 788699"/>
                    <a:gd name="connsiteX20" fmla="*/ 63618 w 462341"/>
                    <a:gd name="connsiteY20" fmla="*/ 528679 h 788699"/>
                    <a:gd name="connsiteX21" fmla="*/ 69057 w 462341"/>
                    <a:gd name="connsiteY21" fmla="*/ 504202 h 788699"/>
                    <a:gd name="connsiteX22" fmla="*/ 74496 w 462341"/>
                    <a:gd name="connsiteY22" fmla="*/ 493323 h 788699"/>
                    <a:gd name="connsiteX23" fmla="*/ 82655 w 462341"/>
                    <a:gd name="connsiteY23" fmla="*/ 487884 h 788699"/>
                    <a:gd name="connsiteX24" fmla="*/ 90814 w 462341"/>
                    <a:gd name="connsiteY24" fmla="*/ 493323 h 788699"/>
                    <a:gd name="connsiteX25" fmla="*/ 98973 w 462341"/>
                    <a:gd name="connsiteY25" fmla="*/ 512361 h 788699"/>
                    <a:gd name="connsiteX26" fmla="*/ 101693 w 462341"/>
                    <a:gd name="connsiteY26" fmla="*/ 555875 h 788699"/>
                    <a:gd name="connsiteX27" fmla="*/ 101693 w 462341"/>
                    <a:gd name="connsiteY27" fmla="*/ 596670 h 788699"/>
                    <a:gd name="connsiteX28" fmla="*/ 109852 w 462341"/>
                    <a:gd name="connsiteY28" fmla="*/ 626586 h 788699"/>
                    <a:gd name="connsiteX29" fmla="*/ 128889 w 462341"/>
                    <a:gd name="connsiteY29" fmla="*/ 651063 h 788699"/>
                    <a:gd name="connsiteX30" fmla="*/ 153366 w 462341"/>
                    <a:gd name="connsiteY30" fmla="*/ 670101 h 788699"/>
                    <a:gd name="connsiteX31" fmla="*/ 196881 w 462341"/>
                    <a:gd name="connsiteY31" fmla="*/ 678260 h 788699"/>
                    <a:gd name="connsiteX32" fmla="*/ 221358 w 462341"/>
                    <a:gd name="connsiteY32" fmla="*/ 667381 h 788699"/>
                    <a:gd name="connsiteX33" fmla="*/ 253994 w 462341"/>
                    <a:gd name="connsiteY33" fmla="*/ 659222 h 788699"/>
                    <a:gd name="connsiteX34" fmla="*/ 275751 w 462341"/>
                    <a:gd name="connsiteY34" fmla="*/ 637465 h 788699"/>
                    <a:gd name="connsiteX35" fmla="*/ 281190 w 462341"/>
                    <a:gd name="connsiteY35" fmla="*/ 615708 h 788699"/>
                    <a:gd name="connsiteX36" fmla="*/ 278471 w 462341"/>
                    <a:gd name="connsiteY36" fmla="*/ 602109 h 788699"/>
                    <a:gd name="connsiteX37" fmla="*/ 262153 w 462341"/>
                    <a:gd name="connsiteY37" fmla="*/ 572193 h 788699"/>
                    <a:gd name="connsiteX38" fmla="*/ 245835 w 462341"/>
                    <a:gd name="connsiteY38" fmla="*/ 536838 h 788699"/>
                    <a:gd name="connsiteX39" fmla="*/ 196881 w 462341"/>
                    <a:gd name="connsiteY39" fmla="*/ 477005 h 788699"/>
                    <a:gd name="connsiteX40" fmla="*/ 145207 w 462341"/>
                    <a:gd name="connsiteY40" fmla="*/ 419892 h 788699"/>
                    <a:gd name="connsiteX41" fmla="*/ 93534 w 462341"/>
                    <a:gd name="connsiteY41" fmla="*/ 357340 h 788699"/>
                    <a:gd name="connsiteX42" fmla="*/ 66337 w 462341"/>
                    <a:gd name="connsiteY42" fmla="*/ 283910 h 788699"/>
                    <a:gd name="connsiteX43" fmla="*/ 58178 w 462341"/>
                    <a:gd name="connsiteY43" fmla="*/ 224077 h 788699"/>
                    <a:gd name="connsiteX44" fmla="*/ 82655 w 462341"/>
                    <a:gd name="connsiteY44" fmla="*/ 150647 h 788699"/>
                    <a:gd name="connsiteX45" fmla="*/ 137048 w 462341"/>
                    <a:gd name="connsiteY45" fmla="*/ 96253 h 788699"/>
                    <a:gd name="connsiteX46" fmla="*/ 196881 w 462341"/>
                    <a:gd name="connsiteY46" fmla="*/ 77216 h 788699"/>
                    <a:gd name="connsiteX47" fmla="*/ 232236 w 462341"/>
                    <a:gd name="connsiteY47" fmla="*/ 69057 h 788699"/>
                    <a:gd name="connsiteX48" fmla="*/ 262153 w 462341"/>
                    <a:gd name="connsiteY48" fmla="*/ 74496 h 788699"/>
                    <a:gd name="connsiteX49" fmla="*/ 294789 w 462341"/>
                    <a:gd name="connsiteY49" fmla="*/ 85375 h 788699"/>
                    <a:gd name="connsiteX50" fmla="*/ 327424 w 462341"/>
                    <a:gd name="connsiteY50" fmla="*/ 104412 h 788699"/>
                    <a:gd name="connsiteX51" fmla="*/ 332864 w 462341"/>
                    <a:gd name="connsiteY51" fmla="*/ 74496 h 788699"/>
                    <a:gd name="connsiteX52" fmla="*/ 338303 w 462341"/>
                    <a:gd name="connsiteY52" fmla="*/ 63618 h 788699"/>
                    <a:gd name="connsiteX53" fmla="*/ 349182 w 462341"/>
                    <a:gd name="connsiteY53" fmla="*/ 58178 h 788699"/>
                    <a:gd name="connsiteX54" fmla="*/ 357341 w 462341"/>
                    <a:gd name="connsiteY54" fmla="*/ 63618 h 788699"/>
                    <a:gd name="connsiteX55" fmla="*/ 365500 w 462341"/>
                    <a:gd name="connsiteY55" fmla="*/ 82655 h 788699"/>
                    <a:gd name="connsiteX56" fmla="*/ 368219 w 462341"/>
                    <a:gd name="connsiteY56" fmla="*/ 142488 h 788699"/>
                    <a:gd name="connsiteX57" fmla="*/ 368219 w 462341"/>
                    <a:gd name="connsiteY57" fmla="*/ 188722 h 788699"/>
                    <a:gd name="connsiteX58" fmla="*/ 370939 w 462341"/>
                    <a:gd name="connsiteY58" fmla="*/ 245834 h 788699"/>
                    <a:gd name="connsiteX59" fmla="*/ 354621 w 462341"/>
                    <a:gd name="connsiteY59" fmla="*/ 286629 h 788699"/>
                    <a:gd name="connsiteX60" fmla="*/ 338303 w 462341"/>
                    <a:gd name="connsiteY60" fmla="*/ 281190 h 788699"/>
                    <a:gd name="connsiteX61" fmla="*/ 330144 w 462341"/>
                    <a:gd name="connsiteY61" fmla="*/ 264872 h 788699"/>
                    <a:gd name="connsiteX62" fmla="*/ 327424 w 462341"/>
                    <a:gd name="connsiteY62" fmla="*/ 248554 h 788699"/>
                    <a:gd name="connsiteX63" fmla="*/ 330144 w 462341"/>
                    <a:gd name="connsiteY63" fmla="*/ 221357 h 788699"/>
                    <a:gd name="connsiteX64" fmla="*/ 330144 w 462341"/>
                    <a:gd name="connsiteY64" fmla="*/ 188722 h 788699"/>
                    <a:gd name="connsiteX65" fmla="*/ 327424 w 462341"/>
                    <a:gd name="connsiteY65" fmla="*/ 164245 h 788699"/>
                    <a:gd name="connsiteX66" fmla="*/ 311107 w 462341"/>
                    <a:gd name="connsiteY66" fmla="*/ 134329 h 788699"/>
                    <a:gd name="connsiteX67" fmla="*/ 283910 w 462341"/>
                    <a:gd name="connsiteY67" fmla="*/ 118011 h 788699"/>
                    <a:gd name="connsiteX68" fmla="*/ 251274 w 462341"/>
                    <a:gd name="connsiteY68" fmla="*/ 112571 h 788699"/>
                    <a:gd name="connsiteX69" fmla="*/ 215918 w 462341"/>
                    <a:gd name="connsiteY69" fmla="*/ 123450 h 788699"/>
                    <a:gd name="connsiteX70" fmla="*/ 202320 w 462341"/>
                    <a:gd name="connsiteY70" fmla="*/ 147927 h 788699"/>
                    <a:gd name="connsiteX71" fmla="*/ 188722 w 462341"/>
                    <a:gd name="connsiteY71" fmla="*/ 180563 h 788699"/>
                    <a:gd name="connsiteX72" fmla="*/ 183283 w 462341"/>
                    <a:gd name="connsiteY72" fmla="*/ 210479 h 788699"/>
                    <a:gd name="connsiteX73" fmla="*/ 188722 w 462341"/>
                    <a:gd name="connsiteY73" fmla="*/ 226797 h 788699"/>
                    <a:gd name="connsiteX74" fmla="*/ 188722 w 462341"/>
                    <a:gd name="connsiteY74" fmla="*/ 248554 h 788699"/>
                    <a:gd name="connsiteX75" fmla="*/ 210479 w 462341"/>
                    <a:gd name="connsiteY75" fmla="*/ 273031 h 788699"/>
                    <a:gd name="connsiteX76" fmla="*/ 226797 w 462341"/>
                    <a:gd name="connsiteY76" fmla="*/ 300228 h 788699"/>
                    <a:gd name="connsiteX77" fmla="*/ 256713 w 462341"/>
                    <a:gd name="connsiteY77" fmla="*/ 332864 h 788699"/>
                    <a:gd name="connsiteX78" fmla="*/ 275751 w 462341"/>
                    <a:gd name="connsiteY78" fmla="*/ 351901 h 788699"/>
                    <a:gd name="connsiteX79" fmla="*/ 324705 w 462341"/>
                    <a:gd name="connsiteY79" fmla="*/ 400855 h 788699"/>
                    <a:gd name="connsiteX80" fmla="*/ 343742 w 462341"/>
                    <a:gd name="connsiteY80" fmla="*/ 428051 h 788699"/>
                    <a:gd name="connsiteX81" fmla="*/ 351901 w 462341"/>
                    <a:gd name="connsiteY81" fmla="*/ 433491 h 788699"/>
                    <a:gd name="connsiteX82" fmla="*/ 360060 w 462341"/>
                    <a:gd name="connsiteY82" fmla="*/ 447089 h 788699"/>
                    <a:gd name="connsiteX83" fmla="*/ 384537 w 462341"/>
                    <a:gd name="connsiteY83" fmla="*/ 474286 h 788699"/>
                    <a:gd name="connsiteX84" fmla="*/ 395416 w 462341"/>
                    <a:gd name="connsiteY84" fmla="*/ 506921 h 788699"/>
                    <a:gd name="connsiteX85" fmla="*/ 406295 w 462341"/>
                    <a:gd name="connsiteY85" fmla="*/ 536838 h 788699"/>
                    <a:gd name="connsiteX86" fmla="*/ 409014 w 462341"/>
                    <a:gd name="connsiteY86" fmla="*/ 547716 h 788699"/>
                    <a:gd name="connsiteX87" fmla="*/ 406295 w 462341"/>
                    <a:gd name="connsiteY87" fmla="*/ 569473 h 788699"/>
                    <a:gd name="connsiteX88" fmla="*/ 403575 w 462341"/>
                    <a:gd name="connsiteY88" fmla="*/ 583072 h 788699"/>
                    <a:gd name="connsiteX89" fmla="*/ 403575 w 462341"/>
                    <a:gd name="connsiteY89" fmla="*/ 583072 h 788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</a:cxnLst>
                  <a:rect l="l" t="t" r="r" b="b"/>
                  <a:pathLst>
                    <a:path w="462341" h="788699">
                      <a:moveTo>
                        <a:pt x="403575" y="583072"/>
                      </a:moveTo>
                      <a:cubicBezTo>
                        <a:pt x="403575" y="588511"/>
                        <a:pt x="406295" y="591231"/>
                        <a:pt x="406295" y="596670"/>
                      </a:cubicBezTo>
                      <a:cubicBezTo>
                        <a:pt x="406295" y="602109"/>
                        <a:pt x="403575" y="604829"/>
                        <a:pt x="400855" y="610268"/>
                      </a:cubicBezTo>
                      <a:cubicBezTo>
                        <a:pt x="398136" y="615708"/>
                        <a:pt x="392696" y="621147"/>
                        <a:pt x="389977" y="626586"/>
                      </a:cubicBezTo>
                      <a:cubicBezTo>
                        <a:pt x="381818" y="645624"/>
                        <a:pt x="368219" y="661942"/>
                        <a:pt x="354621" y="675540"/>
                      </a:cubicBezTo>
                      <a:cubicBezTo>
                        <a:pt x="346462" y="683699"/>
                        <a:pt x="338303" y="686419"/>
                        <a:pt x="327424" y="691858"/>
                      </a:cubicBezTo>
                      <a:cubicBezTo>
                        <a:pt x="316546" y="700017"/>
                        <a:pt x="302948" y="708176"/>
                        <a:pt x="292069" y="713615"/>
                      </a:cubicBezTo>
                      <a:cubicBezTo>
                        <a:pt x="281190" y="719054"/>
                        <a:pt x="264872" y="724494"/>
                        <a:pt x="251274" y="724494"/>
                      </a:cubicBezTo>
                      <a:cubicBezTo>
                        <a:pt x="240395" y="724494"/>
                        <a:pt x="229517" y="721774"/>
                        <a:pt x="221358" y="721774"/>
                      </a:cubicBezTo>
                      <a:cubicBezTo>
                        <a:pt x="213199" y="721774"/>
                        <a:pt x="202320" y="721774"/>
                        <a:pt x="191442" y="721774"/>
                      </a:cubicBezTo>
                      <a:cubicBezTo>
                        <a:pt x="172404" y="721774"/>
                        <a:pt x="172404" y="721774"/>
                        <a:pt x="153366" y="713615"/>
                      </a:cubicBezTo>
                      <a:cubicBezTo>
                        <a:pt x="134329" y="708176"/>
                        <a:pt x="118011" y="691858"/>
                        <a:pt x="104412" y="675540"/>
                      </a:cubicBezTo>
                      <a:cubicBezTo>
                        <a:pt x="104412" y="678260"/>
                        <a:pt x="104412" y="680979"/>
                        <a:pt x="104412" y="689138"/>
                      </a:cubicBezTo>
                      <a:cubicBezTo>
                        <a:pt x="104412" y="694578"/>
                        <a:pt x="104412" y="702737"/>
                        <a:pt x="101693" y="710895"/>
                      </a:cubicBezTo>
                      <a:cubicBezTo>
                        <a:pt x="101693" y="721774"/>
                        <a:pt x="96253" y="732653"/>
                        <a:pt x="85375" y="732653"/>
                      </a:cubicBezTo>
                      <a:cubicBezTo>
                        <a:pt x="77216" y="732653"/>
                        <a:pt x="74496" y="729933"/>
                        <a:pt x="69057" y="727214"/>
                      </a:cubicBezTo>
                      <a:cubicBezTo>
                        <a:pt x="63618" y="724494"/>
                        <a:pt x="60898" y="716335"/>
                        <a:pt x="60898" y="710895"/>
                      </a:cubicBezTo>
                      <a:cubicBezTo>
                        <a:pt x="58178" y="702737"/>
                        <a:pt x="58178" y="697297"/>
                        <a:pt x="58178" y="691858"/>
                      </a:cubicBezTo>
                      <a:cubicBezTo>
                        <a:pt x="58178" y="683699"/>
                        <a:pt x="60898" y="678260"/>
                        <a:pt x="60898" y="664661"/>
                      </a:cubicBezTo>
                      <a:cubicBezTo>
                        <a:pt x="60898" y="656502"/>
                        <a:pt x="60898" y="632026"/>
                        <a:pt x="60898" y="607549"/>
                      </a:cubicBezTo>
                      <a:cubicBezTo>
                        <a:pt x="60898" y="574913"/>
                        <a:pt x="60898" y="542277"/>
                        <a:pt x="63618" y="528679"/>
                      </a:cubicBezTo>
                      <a:cubicBezTo>
                        <a:pt x="63618" y="520520"/>
                        <a:pt x="63618" y="509641"/>
                        <a:pt x="69057" y="504202"/>
                      </a:cubicBezTo>
                      <a:cubicBezTo>
                        <a:pt x="71777" y="501482"/>
                        <a:pt x="71777" y="498762"/>
                        <a:pt x="74496" y="493323"/>
                      </a:cubicBezTo>
                      <a:cubicBezTo>
                        <a:pt x="77216" y="490603"/>
                        <a:pt x="79936" y="487884"/>
                        <a:pt x="82655" y="487884"/>
                      </a:cubicBezTo>
                      <a:cubicBezTo>
                        <a:pt x="85375" y="487884"/>
                        <a:pt x="90814" y="490603"/>
                        <a:pt x="90814" y="493323"/>
                      </a:cubicBezTo>
                      <a:cubicBezTo>
                        <a:pt x="93534" y="498762"/>
                        <a:pt x="98973" y="506921"/>
                        <a:pt x="98973" y="512361"/>
                      </a:cubicBezTo>
                      <a:cubicBezTo>
                        <a:pt x="98973" y="520520"/>
                        <a:pt x="101693" y="536838"/>
                        <a:pt x="101693" y="555875"/>
                      </a:cubicBezTo>
                      <a:cubicBezTo>
                        <a:pt x="101693" y="569473"/>
                        <a:pt x="101693" y="583072"/>
                        <a:pt x="101693" y="596670"/>
                      </a:cubicBezTo>
                      <a:cubicBezTo>
                        <a:pt x="101693" y="607549"/>
                        <a:pt x="104412" y="618427"/>
                        <a:pt x="109852" y="626586"/>
                      </a:cubicBezTo>
                      <a:cubicBezTo>
                        <a:pt x="115291" y="637465"/>
                        <a:pt x="123450" y="642904"/>
                        <a:pt x="128889" y="651063"/>
                      </a:cubicBezTo>
                      <a:cubicBezTo>
                        <a:pt x="137048" y="661942"/>
                        <a:pt x="139768" y="667381"/>
                        <a:pt x="153366" y="670101"/>
                      </a:cubicBezTo>
                      <a:cubicBezTo>
                        <a:pt x="161525" y="670101"/>
                        <a:pt x="183283" y="678260"/>
                        <a:pt x="196881" y="678260"/>
                      </a:cubicBezTo>
                      <a:cubicBezTo>
                        <a:pt x="207759" y="678260"/>
                        <a:pt x="210479" y="672820"/>
                        <a:pt x="221358" y="667381"/>
                      </a:cubicBezTo>
                      <a:cubicBezTo>
                        <a:pt x="232236" y="661942"/>
                        <a:pt x="245835" y="664661"/>
                        <a:pt x="253994" y="659222"/>
                      </a:cubicBezTo>
                      <a:cubicBezTo>
                        <a:pt x="262153" y="653783"/>
                        <a:pt x="273031" y="645624"/>
                        <a:pt x="275751" y="637465"/>
                      </a:cubicBezTo>
                      <a:cubicBezTo>
                        <a:pt x="281190" y="629306"/>
                        <a:pt x="281190" y="621147"/>
                        <a:pt x="281190" y="615708"/>
                      </a:cubicBezTo>
                      <a:cubicBezTo>
                        <a:pt x="281190" y="610268"/>
                        <a:pt x="281190" y="607549"/>
                        <a:pt x="278471" y="602109"/>
                      </a:cubicBezTo>
                      <a:cubicBezTo>
                        <a:pt x="275751" y="591231"/>
                        <a:pt x="267592" y="583072"/>
                        <a:pt x="262153" y="572193"/>
                      </a:cubicBezTo>
                      <a:cubicBezTo>
                        <a:pt x="256713" y="561314"/>
                        <a:pt x="253994" y="547716"/>
                        <a:pt x="245835" y="536838"/>
                      </a:cubicBezTo>
                      <a:cubicBezTo>
                        <a:pt x="232236" y="515080"/>
                        <a:pt x="213199" y="498762"/>
                        <a:pt x="196881" y="477005"/>
                      </a:cubicBezTo>
                      <a:cubicBezTo>
                        <a:pt x="180563" y="457968"/>
                        <a:pt x="164245" y="438930"/>
                        <a:pt x="145207" y="419892"/>
                      </a:cubicBezTo>
                      <a:cubicBezTo>
                        <a:pt x="126170" y="400855"/>
                        <a:pt x="109852" y="379098"/>
                        <a:pt x="93534" y="357340"/>
                      </a:cubicBezTo>
                      <a:cubicBezTo>
                        <a:pt x="77216" y="335583"/>
                        <a:pt x="71777" y="308387"/>
                        <a:pt x="66337" y="283910"/>
                      </a:cubicBezTo>
                      <a:cubicBezTo>
                        <a:pt x="63618" y="267592"/>
                        <a:pt x="58178" y="245834"/>
                        <a:pt x="58178" y="224077"/>
                      </a:cubicBezTo>
                      <a:cubicBezTo>
                        <a:pt x="58178" y="194161"/>
                        <a:pt x="69057" y="175123"/>
                        <a:pt x="82655" y="150647"/>
                      </a:cubicBezTo>
                      <a:cubicBezTo>
                        <a:pt x="96253" y="128889"/>
                        <a:pt x="115291" y="109852"/>
                        <a:pt x="137048" y="96253"/>
                      </a:cubicBezTo>
                      <a:cubicBezTo>
                        <a:pt x="158806" y="82655"/>
                        <a:pt x="172404" y="79936"/>
                        <a:pt x="196881" y="77216"/>
                      </a:cubicBezTo>
                      <a:cubicBezTo>
                        <a:pt x="210479" y="77216"/>
                        <a:pt x="215918" y="69057"/>
                        <a:pt x="232236" y="69057"/>
                      </a:cubicBezTo>
                      <a:cubicBezTo>
                        <a:pt x="243115" y="69057"/>
                        <a:pt x="251274" y="71776"/>
                        <a:pt x="262153" y="74496"/>
                      </a:cubicBezTo>
                      <a:cubicBezTo>
                        <a:pt x="273031" y="77216"/>
                        <a:pt x="283910" y="82655"/>
                        <a:pt x="294789" y="85375"/>
                      </a:cubicBezTo>
                      <a:cubicBezTo>
                        <a:pt x="308387" y="90814"/>
                        <a:pt x="319265" y="96253"/>
                        <a:pt x="327424" y="104412"/>
                      </a:cubicBezTo>
                      <a:cubicBezTo>
                        <a:pt x="327424" y="90814"/>
                        <a:pt x="327424" y="79936"/>
                        <a:pt x="332864" y="74496"/>
                      </a:cubicBezTo>
                      <a:cubicBezTo>
                        <a:pt x="335583" y="71776"/>
                        <a:pt x="335583" y="69057"/>
                        <a:pt x="338303" y="63618"/>
                      </a:cubicBezTo>
                      <a:cubicBezTo>
                        <a:pt x="341023" y="60898"/>
                        <a:pt x="346462" y="58178"/>
                        <a:pt x="349182" y="58178"/>
                      </a:cubicBezTo>
                      <a:cubicBezTo>
                        <a:pt x="351901" y="58178"/>
                        <a:pt x="357341" y="60898"/>
                        <a:pt x="357341" y="63618"/>
                      </a:cubicBezTo>
                      <a:cubicBezTo>
                        <a:pt x="360060" y="69057"/>
                        <a:pt x="365500" y="77216"/>
                        <a:pt x="365500" y="82655"/>
                      </a:cubicBezTo>
                      <a:cubicBezTo>
                        <a:pt x="365500" y="90814"/>
                        <a:pt x="368219" y="123450"/>
                        <a:pt x="368219" y="142488"/>
                      </a:cubicBezTo>
                      <a:cubicBezTo>
                        <a:pt x="368219" y="158806"/>
                        <a:pt x="368219" y="177843"/>
                        <a:pt x="368219" y="188722"/>
                      </a:cubicBezTo>
                      <a:cubicBezTo>
                        <a:pt x="368219" y="213199"/>
                        <a:pt x="370939" y="224077"/>
                        <a:pt x="370939" y="245834"/>
                      </a:cubicBezTo>
                      <a:cubicBezTo>
                        <a:pt x="370939" y="256713"/>
                        <a:pt x="370939" y="286629"/>
                        <a:pt x="354621" y="286629"/>
                      </a:cubicBezTo>
                      <a:cubicBezTo>
                        <a:pt x="346462" y="286629"/>
                        <a:pt x="343742" y="283910"/>
                        <a:pt x="338303" y="281190"/>
                      </a:cubicBezTo>
                      <a:cubicBezTo>
                        <a:pt x="332864" y="278470"/>
                        <a:pt x="330144" y="270311"/>
                        <a:pt x="330144" y="264872"/>
                      </a:cubicBezTo>
                      <a:cubicBezTo>
                        <a:pt x="327424" y="256713"/>
                        <a:pt x="327424" y="251274"/>
                        <a:pt x="327424" y="248554"/>
                      </a:cubicBezTo>
                      <a:cubicBezTo>
                        <a:pt x="327424" y="240395"/>
                        <a:pt x="330144" y="234956"/>
                        <a:pt x="330144" y="221357"/>
                      </a:cubicBezTo>
                      <a:cubicBezTo>
                        <a:pt x="330144" y="213199"/>
                        <a:pt x="330144" y="202320"/>
                        <a:pt x="330144" y="188722"/>
                      </a:cubicBezTo>
                      <a:cubicBezTo>
                        <a:pt x="330144" y="180563"/>
                        <a:pt x="327424" y="172404"/>
                        <a:pt x="327424" y="164245"/>
                      </a:cubicBezTo>
                      <a:cubicBezTo>
                        <a:pt x="324705" y="153366"/>
                        <a:pt x="319265" y="142488"/>
                        <a:pt x="311107" y="134329"/>
                      </a:cubicBezTo>
                      <a:cubicBezTo>
                        <a:pt x="302948" y="126170"/>
                        <a:pt x="294789" y="120730"/>
                        <a:pt x="283910" y="118011"/>
                      </a:cubicBezTo>
                      <a:cubicBezTo>
                        <a:pt x="275751" y="115291"/>
                        <a:pt x="262153" y="112571"/>
                        <a:pt x="251274" y="112571"/>
                      </a:cubicBezTo>
                      <a:cubicBezTo>
                        <a:pt x="237676" y="112571"/>
                        <a:pt x="224077" y="115291"/>
                        <a:pt x="215918" y="123450"/>
                      </a:cubicBezTo>
                      <a:cubicBezTo>
                        <a:pt x="207759" y="128889"/>
                        <a:pt x="205040" y="139768"/>
                        <a:pt x="202320" y="147927"/>
                      </a:cubicBezTo>
                      <a:cubicBezTo>
                        <a:pt x="196881" y="158806"/>
                        <a:pt x="191442" y="166964"/>
                        <a:pt x="188722" y="180563"/>
                      </a:cubicBezTo>
                      <a:cubicBezTo>
                        <a:pt x="186002" y="191441"/>
                        <a:pt x="183283" y="199600"/>
                        <a:pt x="183283" y="210479"/>
                      </a:cubicBezTo>
                      <a:cubicBezTo>
                        <a:pt x="183283" y="215918"/>
                        <a:pt x="186002" y="221357"/>
                        <a:pt x="188722" y="226797"/>
                      </a:cubicBezTo>
                      <a:cubicBezTo>
                        <a:pt x="191442" y="234956"/>
                        <a:pt x="188722" y="243115"/>
                        <a:pt x="188722" y="248554"/>
                      </a:cubicBezTo>
                      <a:cubicBezTo>
                        <a:pt x="191442" y="259433"/>
                        <a:pt x="202320" y="264872"/>
                        <a:pt x="210479" y="273031"/>
                      </a:cubicBezTo>
                      <a:cubicBezTo>
                        <a:pt x="218638" y="281190"/>
                        <a:pt x="221358" y="292069"/>
                        <a:pt x="226797" y="300228"/>
                      </a:cubicBezTo>
                      <a:cubicBezTo>
                        <a:pt x="234956" y="311106"/>
                        <a:pt x="245835" y="321985"/>
                        <a:pt x="256713" y="332864"/>
                      </a:cubicBezTo>
                      <a:cubicBezTo>
                        <a:pt x="259433" y="338303"/>
                        <a:pt x="267592" y="343742"/>
                        <a:pt x="275751" y="351901"/>
                      </a:cubicBezTo>
                      <a:cubicBezTo>
                        <a:pt x="292069" y="368219"/>
                        <a:pt x="311107" y="384537"/>
                        <a:pt x="324705" y="400855"/>
                      </a:cubicBezTo>
                      <a:cubicBezTo>
                        <a:pt x="332864" y="409014"/>
                        <a:pt x="335583" y="419892"/>
                        <a:pt x="343742" y="428051"/>
                      </a:cubicBezTo>
                      <a:cubicBezTo>
                        <a:pt x="346462" y="430771"/>
                        <a:pt x="349182" y="430771"/>
                        <a:pt x="351901" y="433491"/>
                      </a:cubicBezTo>
                      <a:cubicBezTo>
                        <a:pt x="354621" y="436210"/>
                        <a:pt x="357341" y="441650"/>
                        <a:pt x="360060" y="447089"/>
                      </a:cubicBezTo>
                      <a:cubicBezTo>
                        <a:pt x="368219" y="455248"/>
                        <a:pt x="376378" y="463407"/>
                        <a:pt x="384537" y="474286"/>
                      </a:cubicBezTo>
                      <a:cubicBezTo>
                        <a:pt x="389977" y="482445"/>
                        <a:pt x="392696" y="496043"/>
                        <a:pt x="395416" y="506921"/>
                      </a:cubicBezTo>
                      <a:cubicBezTo>
                        <a:pt x="400855" y="517800"/>
                        <a:pt x="400855" y="528679"/>
                        <a:pt x="406295" y="536838"/>
                      </a:cubicBezTo>
                      <a:cubicBezTo>
                        <a:pt x="409014" y="539557"/>
                        <a:pt x="409014" y="544997"/>
                        <a:pt x="409014" y="547716"/>
                      </a:cubicBezTo>
                      <a:cubicBezTo>
                        <a:pt x="409014" y="555875"/>
                        <a:pt x="406295" y="561314"/>
                        <a:pt x="406295" y="569473"/>
                      </a:cubicBezTo>
                      <a:cubicBezTo>
                        <a:pt x="406295" y="574913"/>
                        <a:pt x="403575" y="577632"/>
                        <a:pt x="403575" y="583072"/>
                      </a:cubicBezTo>
                      <a:lnTo>
                        <a:pt x="403575" y="583072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38" name="Freeform: Shape 37">
                  <a:extLst>
                    <a:ext uri="{FF2B5EF4-FFF2-40B4-BE49-F238E27FC236}">
                      <a16:creationId xmlns:a16="http://schemas.microsoft.com/office/drawing/2014/main" id="{FC35D844-DD99-4858-9C8F-7E64319ECEC1}"/>
                    </a:ext>
                  </a:extLst>
                </p:cNvPr>
                <p:cNvSpPr/>
                <p:nvPr/>
              </p:nvSpPr>
              <p:spPr>
                <a:xfrm>
                  <a:off x="2456032" y="4192158"/>
                  <a:ext cx="571128" cy="761503"/>
                </a:xfrm>
                <a:custGeom>
                  <a:avLst/>
                  <a:gdLst>
                    <a:gd name="connsiteX0" fmla="*/ 512361 w 571128"/>
                    <a:gd name="connsiteY0" fmla="*/ 79936 h 761503"/>
                    <a:gd name="connsiteX1" fmla="*/ 539558 w 571128"/>
                    <a:gd name="connsiteY1" fmla="*/ 96253 h 761503"/>
                    <a:gd name="connsiteX2" fmla="*/ 534118 w 571128"/>
                    <a:gd name="connsiteY2" fmla="*/ 112571 h 761503"/>
                    <a:gd name="connsiteX3" fmla="*/ 523240 w 571128"/>
                    <a:gd name="connsiteY3" fmla="*/ 120730 h 761503"/>
                    <a:gd name="connsiteX4" fmla="*/ 506922 w 571128"/>
                    <a:gd name="connsiteY4" fmla="*/ 123450 h 761503"/>
                    <a:gd name="connsiteX5" fmla="*/ 477006 w 571128"/>
                    <a:gd name="connsiteY5" fmla="*/ 123450 h 761503"/>
                    <a:gd name="connsiteX6" fmla="*/ 479725 w 571128"/>
                    <a:gd name="connsiteY6" fmla="*/ 145207 h 761503"/>
                    <a:gd name="connsiteX7" fmla="*/ 477006 w 571128"/>
                    <a:gd name="connsiteY7" fmla="*/ 180563 h 761503"/>
                    <a:gd name="connsiteX8" fmla="*/ 482445 w 571128"/>
                    <a:gd name="connsiteY8" fmla="*/ 232236 h 761503"/>
                    <a:gd name="connsiteX9" fmla="*/ 485165 w 571128"/>
                    <a:gd name="connsiteY9" fmla="*/ 283910 h 761503"/>
                    <a:gd name="connsiteX10" fmla="*/ 485165 w 571128"/>
                    <a:gd name="connsiteY10" fmla="*/ 327424 h 761503"/>
                    <a:gd name="connsiteX11" fmla="*/ 487884 w 571128"/>
                    <a:gd name="connsiteY11" fmla="*/ 373658 h 761503"/>
                    <a:gd name="connsiteX12" fmla="*/ 485165 w 571128"/>
                    <a:gd name="connsiteY12" fmla="*/ 419892 h 761503"/>
                    <a:gd name="connsiteX13" fmla="*/ 485165 w 571128"/>
                    <a:gd name="connsiteY13" fmla="*/ 463407 h 761503"/>
                    <a:gd name="connsiteX14" fmla="*/ 482445 w 571128"/>
                    <a:gd name="connsiteY14" fmla="*/ 515080 h 761503"/>
                    <a:gd name="connsiteX15" fmla="*/ 482445 w 571128"/>
                    <a:gd name="connsiteY15" fmla="*/ 558595 h 761503"/>
                    <a:gd name="connsiteX16" fmla="*/ 479725 w 571128"/>
                    <a:gd name="connsiteY16" fmla="*/ 602109 h 761503"/>
                    <a:gd name="connsiteX17" fmla="*/ 485165 w 571128"/>
                    <a:gd name="connsiteY17" fmla="*/ 648343 h 761503"/>
                    <a:gd name="connsiteX18" fmla="*/ 474286 w 571128"/>
                    <a:gd name="connsiteY18" fmla="*/ 675540 h 761503"/>
                    <a:gd name="connsiteX19" fmla="*/ 428052 w 571128"/>
                    <a:gd name="connsiteY19" fmla="*/ 691858 h 761503"/>
                    <a:gd name="connsiteX20" fmla="*/ 387257 w 571128"/>
                    <a:gd name="connsiteY20" fmla="*/ 683699 h 761503"/>
                    <a:gd name="connsiteX21" fmla="*/ 351901 w 571128"/>
                    <a:gd name="connsiteY21" fmla="*/ 664661 h 761503"/>
                    <a:gd name="connsiteX22" fmla="*/ 305667 w 571128"/>
                    <a:gd name="connsiteY22" fmla="*/ 596670 h 761503"/>
                    <a:gd name="connsiteX23" fmla="*/ 270312 w 571128"/>
                    <a:gd name="connsiteY23" fmla="*/ 509641 h 761503"/>
                    <a:gd name="connsiteX24" fmla="*/ 251274 w 571128"/>
                    <a:gd name="connsiteY24" fmla="*/ 460687 h 761503"/>
                    <a:gd name="connsiteX25" fmla="*/ 224077 w 571128"/>
                    <a:gd name="connsiteY25" fmla="*/ 381817 h 761503"/>
                    <a:gd name="connsiteX26" fmla="*/ 207759 w 571128"/>
                    <a:gd name="connsiteY26" fmla="*/ 330144 h 761503"/>
                    <a:gd name="connsiteX27" fmla="*/ 191442 w 571128"/>
                    <a:gd name="connsiteY27" fmla="*/ 286629 h 761503"/>
                    <a:gd name="connsiteX28" fmla="*/ 183283 w 571128"/>
                    <a:gd name="connsiteY28" fmla="*/ 278470 h 761503"/>
                    <a:gd name="connsiteX29" fmla="*/ 180563 w 571128"/>
                    <a:gd name="connsiteY29" fmla="*/ 292069 h 761503"/>
                    <a:gd name="connsiteX30" fmla="*/ 180563 w 571128"/>
                    <a:gd name="connsiteY30" fmla="*/ 305667 h 761503"/>
                    <a:gd name="connsiteX31" fmla="*/ 183283 w 571128"/>
                    <a:gd name="connsiteY31" fmla="*/ 354621 h 761503"/>
                    <a:gd name="connsiteX32" fmla="*/ 188722 w 571128"/>
                    <a:gd name="connsiteY32" fmla="*/ 449809 h 761503"/>
                    <a:gd name="connsiteX33" fmla="*/ 188722 w 571128"/>
                    <a:gd name="connsiteY33" fmla="*/ 479725 h 761503"/>
                    <a:gd name="connsiteX34" fmla="*/ 188722 w 571128"/>
                    <a:gd name="connsiteY34" fmla="*/ 542277 h 761503"/>
                    <a:gd name="connsiteX35" fmla="*/ 186002 w 571128"/>
                    <a:gd name="connsiteY35" fmla="*/ 615708 h 761503"/>
                    <a:gd name="connsiteX36" fmla="*/ 186002 w 571128"/>
                    <a:gd name="connsiteY36" fmla="*/ 637465 h 761503"/>
                    <a:gd name="connsiteX37" fmla="*/ 183283 w 571128"/>
                    <a:gd name="connsiteY37" fmla="*/ 664661 h 761503"/>
                    <a:gd name="connsiteX38" fmla="*/ 226797 w 571128"/>
                    <a:gd name="connsiteY38" fmla="*/ 664661 h 761503"/>
                    <a:gd name="connsiteX39" fmla="*/ 253994 w 571128"/>
                    <a:gd name="connsiteY39" fmla="*/ 680979 h 761503"/>
                    <a:gd name="connsiteX40" fmla="*/ 248554 w 571128"/>
                    <a:gd name="connsiteY40" fmla="*/ 697297 h 761503"/>
                    <a:gd name="connsiteX41" fmla="*/ 234956 w 571128"/>
                    <a:gd name="connsiteY41" fmla="*/ 705456 h 761503"/>
                    <a:gd name="connsiteX42" fmla="*/ 218638 w 571128"/>
                    <a:gd name="connsiteY42" fmla="*/ 708176 h 761503"/>
                    <a:gd name="connsiteX43" fmla="*/ 183283 w 571128"/>
                    <a:gd name="connsiteY43" fmla="*/ 708176 h 761503"/>
                    <a:gd name="connsiteX44" fmla="*/ 150647 w 571128"/>
                    <a:gd name="connsiteY44" fmla="*/ 708176 h 761503"/>
                    <a:gd name="connsiteX45" fmla="*/ 107132 w 571128"/>
                    <a:gd name="connsiteY45" fmla="*/ 708176 h 761503"/>
                    <a:gd name="connsiteX46" fmla="*/ 88094 w 571128"/>
                    <a:gd name="connsiteY46" fmla="*/ 708176 h 761503"/>
                    <a:gd name="connsiteX47" fmla="*/ 69057 w 571128"/>
                    <a:gd name="connsiteY47" fmla="*/ 702737 h 761503"/>
                    <a:gd name="connsiteX48" fmla="*/ 58178 w 571128"/>
                    <a:gd name="connsiteY48" fmla="*/ 686419 h 761503"/>
                    <a:gd name="connsiteX49" fmla="*/ 60898 w 571128"/>
                    <a:gd name="connsiteY49" fmla="*/ 678260 h 761503"/>
                    <a:gd name="connsiteX50" fmla="*/ 77216 w 571128"/>
                    <a:gd name="connsiteY50" fmla="*/ 670101 h 761503"/>
                    <a:gd name="connsiteX51" fmla="*/ 120730 w 571128"/>
                    <a:gd name="connsiteY51" fmla="*/ 664661 h 761503"/>
                    <a:gd name="connsiteX52" fmla="*/ 131609 w 571128"/>
                    <a:gd name="connsiteY52" fmla="*/ 664661 h 761503"/>
                    <a:gd name="connsiteX53" fmla="*/ 134329 w 571128"/>
                    <a:gd name="connsiteY53" fmla="*/ 539557 h 761503"/>
                    <a:gd name="connsiteX54" fmla="*/ 134329 w 571128"/>
                    <a:gd name="connsiteY54" fmla="*/ 504202 h 761503"/>
                    <a:gd name="connsiteX55" fmla="*/ 131609 w 571128"/>
                    <a:gd name="connsiteY55" fmla="*/ 376378 h 761503"/>
                    <a:gd name="connsiteX56" fmla="*/ 131609 w 571128"/>
                    <a:gd name="connsiteY56" fmla="*/ 302947 h 761503"/>
                    <a:gd name="connsiteX57" fmla="*/ 134329 w 571128"/>
                    <a:gd name="connsiteY57" fmla="*/ 221357 h 761503"/>
                    <a:gd name="connsiteX58" fmla="*/ 137048 w 571128"/>
                    <a:gd name="connsiteY58" fmla="*/ 123450 h 761503"/>
                    <a:gd name="connsiteX59" fmla="*/ 107132 w 571128"/>
                    <a:gd name="connsiteY59" fmla="*/ 123450 h 761503"/>
                    <a:gd name="connsiteX60" fmla="*/ 88094 w 571128"/>
                    <a:gd name="connsiteY60" fmla="*/ 123450 h 761503"/>
                    <a:gd name="connsiteX61" fmla="*/ 69057 w 571128"/>
                    <a:gd name="connsiteY61" fmla="*/ 118011 h 761503"/>
                    <a:gd name="connsiteX62" fmla="*/ 58178 w 571128"/>
                    <a:gd name="connsiteY62" fmla="*/ 101693 h 761503"/>
                    <a:gd name="connsiteX63" fmla="*/ 60898 w 571128"/>
                    <a:gd name="connsiteY63" fmla="*/ 93534 h 761503"/>
                    <a:gd name="connsiteX64" fmla="*/ 77216 w 571128"/>
                    <a:gd name="connsiteY64" fmla="*/ 85375 h 761503"/>
                    <a:gd name="connsiteX65" fmla="*/ 131609 w 571128"/>
                    <a:gd name="connsiteY65" fmla="*/ 79936 h 761503"/>
                    <a:gd name="connsiteX66" fmla="*/ 161525 w 571128"/>
                    <a:gd name="connsiteY66" fmla="*/ 79936 h 761503"/>
                    <a:gd name="connsiteX67" fmla="*/ 177843 w 571128"/>
                    <a:gd name="connsiteY67" fmla="*/ 66337 h 761503"/>
                    <a:gd name="connsiteX68" fmla="*/ 202320 w 571128"/>
                    <a:gd name="connsiteY68" fmla="*/ 58178 h 761503"/>
                    <a:gd name="connsiteX69" fmla="*/ 234956 w 571128"/>
                    <a:gd name="connsiteY69" fmla="*/ 77216 h 761503"/>
                    <a:gd name="connsiteX70" fmla="*/ 251274 w 571128"/>
                    <a:gd name="connsiteY70" fmla="*/ 107132 h 761503"/>
                    <a:gd name="connsiteX71" fmla="*/ 267592 w 571128"/>
                    <a:gd name="connsiteY71" fmla="*/ 147927 h 761503"/>
                    <a:gd name="connsiteX72" fmla="*/ 281190 w 571128"/>
                    <a:gd name="connsiteY72" fmla="*/ 183282 h 761503"/>
                    <a:gd name="connsiteX73" fmla="*/ 297508 w 571128"/>
                    <a:gd name="connsiteY73" fmla="*/ 224077 h 761503"/>
                    <a:gd name="connsiteX74" fmla="*/ 308387 w 571128"/>
                    <a:gd name="connsiteY74" fmla="*/ 264872 h 761503"/>
                    <a:gd name="connsiteX75" fmla="*/ 319265 w 571128"/>
                    <a:gd name="connsiteY75" fmla="*/ 300228 h 761503"/>
                    <a:gd name="connsiteX76" fmla="*/ 351901 w 571128"/>
                    <a:gd name="connsiteY76" fmla="*/ 379098 h 761503"/>
                    <a:gd name="connsiteX77" fmla="*/ 365500 w 571128"/>
                    <a:gd name="connsiteY77" fmla="*/ 417173 h 761503"/>
                    <a:gd name="connsiteX78" fmla="*/ 379098 w 571128"/>
                    <a:gd name="connsiteY78" fmla="*/ 457968 h 761503"/>
                    <a:gd name="connsiteX79" fmla="*/ 395416 w 571128"/>
                    <a:gd name="connsiteY79" fmla="*/ 496043 h 761503"/>
                    <a:gd name="connsiteX80" fmla="*/ 406295 w 571128"/>
                    <a:gd name="connsiteY80" fmla="*/ 512361 h 761503"/>
                    <a:gd name="connsiteX81" fmla="*/ 411734 w 571128"/>
                    <a:gd name="connsiteY81" fmla="*/ 531398 h 761503"/>
                    <a:gd name="connsiteX82" fmla="*/ 419893 w 571128"/>
                    <a:gd name="connsiteY82" fmla="*/ 558595 h 761503"/>
                    <a:gd name="connsiteX83" fmla="*/ 425332 w 571128"/>
                    <a:gd name="connsiteY83" fmla="*/ 564034 h 761503"/>
                    <a:gd name="connsiteX84" fmla="*/ 430771 w 571128"/>
                    <a:gd name="connsiteY84" fmla="*/ 558595 h 761503"/>
                    <a:gd name="connsiteX85" fmla="*/ 430771 w 571128"/>
                    <a:gd name="connsiteY85" fmla="*/ 550436 h 761503"/>
                    <a:gd name="connsiteX86" fmla="*/ 430771 w 571128"/>
                    <a:gd name="connsiteY86" fmla="*/ 501482 h 761503"/>
                    <a:gd name="connsiteX87" fmla="*/ 430771 w 571128"/>
                    <a:gd name="connsiteY87" fmla="*/ 403575 h 761503"/>
                    <a:gd name="connsiteX88" fmla="*/ 425332 w 571128"/>
                    <a:gd name="connsiteY88" fmla="*/ 313826 h 761503"/>
                    <a:gd name="connsiteX89" fmla="*/ 425332 w 571128"/>
                    <a:gd name="connsiteY89" fmla="*/ 248554 h 761503"/>
                    <a:gd name="connsiteX90" fmla="*/ 425332 w 571128"/>
                    <a:gd name="connsiteY90" fmla="*/ 210479 h 761503"/>
                    <a:gd name="connsiteX91" fmla="*/ 422613 w 571128"/>
                    <a:gd name="connsiteY91" fmla="*/ 153366 h 761503"/>
                    <a:gd name="connsiteX92" fmla="*/ 425332 w 571128"/>
                    <a:gd name="connsiteY92" fmla="*/ 123450 h 761503"/>
                    <a:gd name="connsiteX93" fmla="*/ 398136 w 571128"/>
                    <a:gd name="connsiteY93" fmla="*/ 123450 h 761503"/>
                    <a:gd name="connsiteX94" fmla="*/ 379098 w 571128"/>
                    <a:gd name="connsiteY94" fmla="*/ 123450 h 761503"/>
                    <a:gd name="connsiteX95" fmla="*/ 360060 w 571128"/>
                    <a:gd name="connsiteY95" fmla="*/ 118011 h 761503"/>
                    <a:gd name="connsiteX96" fmla="*/ 349182 w 571128"/>
                    <a:gd name="connsiteY96" fmla="*/ 101693 h 761503"/>
                    <a:gd name="connsiteX97" fmla="*/ 351901 w 571128"/>
                    <a:gd name="connsiteY97" fmla="*/ 93534 h 761503"/>
                    <a:gd name="connsiteX98" fmla="*/ 368219 w 571128"/>
                    <a:gd name="connsiteY98" fmla="*/ 85375 h 761503"/>
                    <a:gd name="connsiteX99" fmla="*/ 422613 w 571128"/>
                    <a:gd name="connsiteY99" fmla="*/ 79936 h 761503"/>
                    <a:gd name="connsiteX100" fmla="*/ 444370 w 571128"/>
                    <a:gd name="connsiteY100" fmla="*/ 79936 h 761503"/>
                    <a:gd name="connsiteX101" fmla="*/ 463407 w 571128"/>
                    <a:gd name="connsiteY101" fmla="*/ 71776 h 761503"/>
                    <a:gd name="connsiteX102" fmla="*/ 477006 w 571128"/>
                    <a:gd name="connsiteY102" fmla="*/ 79936 h 761503"/>
                    <a:gd name="connsiteX103" fmla="*/ 512361 w 571128"/>
                    <a:gd name="connsiteY103" fmla="*/ 79936 h 761503"/>
                    <a:gd name="connsiteX104" fmla="*/ 512361 w 571128"/>
                    <a:gd name="connsiteY104" fmla="*/ 79936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</a:cxnLst>
                  <a:rect l="l" t="t" r="r" b="b"/>
                  <a:pathLst>
                    <a:path w="571128" h="761503">
                      <a:moveTo>
                        <a:pt x="512361" y="79936"/>
                      </a:moveTo>
                      <a:cubicBezTo>
                        <a:pt x="520520" y="79936"/>
                        <a:pt x="539558" y="79936"/>
                        <a:pt x="539558" y="96253"/>
                      </a:cubicBezTo>
                      <a:cubicBezTo>
                        <a:pt x="539558" y="104412"/>
                        <a:pt x="539558" y="107132"/>
                        <a:pt x="534118" y="112571"/>
                      </a:cubicBezTo>
                      <a:cubicBezTo>
                        <a:pt x="531399" y="118011"/>
                        <a:pt x="525960" y="120730"/>
                        <a:pt x="523240" y="120730"/>
                      </a:cubicBezTo>
                      <a:cubicBezTo>
                        <a:pt x="515081" y="123450"/>
                        <a:pt x="512361" y="123450"/>
                        <a:pt x="506922" y="123450"/>
                      </a:cubicBezTo>
                      <a:cubicBezTo>
                        <a:pt x="504202" y="123450"/>
                        <a:pt x="490604" y="123450"/>
                        <a:pt x="477006" y="123450"/>
                      </a:cubicBezTo>
                      <a:cubicBezTo>
                        <a:pt x="477006" y="131609"/>
                        <a:pt x="479725" y="137048"/>
                        <a:pt x="479725" y="145207"/>
                      </a:cubicBezTo>
                      <a:cubicBezTo>
                        <a:pt x="479725" y="156086"/>
                        <a:pt x="477006" y="166964"/>
                        <a:pt x="477006" y="180563"/>
                      </a:cubicBezTo>
                      <a:cubicBezTo>
                        <a:pt x="477006" y="196881"/>
                        <a:pt x="479725" y="215918"/>
                        <a:pt x="482445" y="232236"/>
                      </a:cubicBezTo>
                      <a:cubicBezTo>
                        <a:pt x="485165" y="248554"/>
                        <a:pt x="485165" y="267592"/>
                        <a:pt x="485165" y="283910"/>
                      </a:cubicBezTo>
                      <a:cubicBezTo>
                        <a:pt x="485165" y="297508"/>
                        <a:pt x="485165" y="313826"/>
                        <a:pt x="485165" y="327424"/>
                      </a:cubicBezTo>
                      <a:cubicBezTo>
                        <a:pt x="485165" y="343742"/>
                        <a:pt x="487884" y="357340"/>
                        <a:pt x="487884" y="373658"/>
                      </a:cubicBezTo>
                      <a:cubicBezTo>
                        <a:pt x="487884" y="389976"/>
                        <a:pt x="485165" y="403575"/>
                        <a:pt x="485165" y="419892"/>
                      </a:cubicBezTo>
                      <a:cubicBezTo>
                        <a:pt x="485165" y="436210"/>
                        <a:pt x="485165" y="449809"/>
                        <a:pt x="485165" y="463407"/>
                      </a:cubicBezTo>
                      <a:cubicBezTo>
                        <a:pt x="485165" y="479725"/>
                        <a:pt x="485165" y="498762"/>
                        <a:pt x="482445" y="515080"/>
                      </a:cubicBezTo>
                      <a:cubicBezTo>
                        <a:pt x="482445" y="528679"/>
                        <a:pt x="482445" y="542277"/>
                        <a:pt x="482445" y="558595"/>
                      </a:cubicBezTo>
                      <a:cubicBezTo>
                        <a:pt x="482445" y="572193"/>
                        <a:pt x="479725" y="588511"/>
                        <a:pt x="479725" y="602109"/>
                      </a:cubicBezTo>
                      <a:cubicBezTo>
                        <a:pt x="479725" y="615708"/>
                        <a:pt x="485165" y="632026"/>
                        <a:pt x="485165" y="648343"/>
                      </a:cubicBezTo>
                      <a:cubicBezTo>
                        <a:pt x="485165" y="659222"/>
                        <a:pt x="482445" y="670101"/>
                        <a:pt x="474286" y="675540"/>
                      </a:cubicBezTo>
                      <a:cubicBezTo>
                        <a:pt x="460688" y="686419"/>
                        <a:pt x="444370" y="691858"/>
                        <a:pt x="428052" y="691858"/>
                      </a:cubicBezTo>
                      <a:cubicBezTo>
                        <a:pt x="414454" y="691858"/>
                        <a:pt x="400855" y="689138"/>
                        <a:pt x="387257" y="683699"/>
                      </a:cubicBezTo>
                      <a:cubicBezTo>
                        <a:pt x="373659" y="678260"/>
                        <a:pt x="360060" y="672820"/>
                        <a:pt x="351901" y="664661"/>
                      </a:cubicBezTo>
                      <a:cubicBezTo>
                        <a:pt x="330144" y="645624"/>
                        <a:pt x="316546" y="621147"/>
                        <a:pt x="305667" y="596670"/>
                      </a:cubicBezTo>
                      <a:cubicBezTo>
                        <a:pt x="292069" y="569473"/>
                        <a:pt x="281190" y="539557"/>
                        <a:pt x="270312" y="509641"/>
                      </a:cubicBezTo>
                      <a:cubicBezTo>
                        <a:pt x="264872" y="493323"/>
                        <a:pt x="256713" y="477005"/>
                        <a:pt x="251274" y="460687"/>
                      </a:cubicBezTo>
                      <a:cubicBezTo>
                        <a:pt x="240395" y="433491"/>
                        <a:pt x="232236" y="409014"/>
                        <a:pt x="224077" y="381817"/>
                      </a:cubicBezTo>
                      <a:cubicBezTo>
                        <a:pt x="218638" y="365499"/>
                        <a:pt x="213199" y="346462"/>
                        <a:pt x="207759" y="330144"/>
                      </a:cubicBezTo>
                      <a:cubicBezTo>
                        <a:pt x="202320" y="316545"/>
                        <a:pt x="196881" y="300228"/>
                        <a:pt x="191442" y="286629"/>
                      </a:cubicBezTo>
                      <a:cubicBezTo>
                        <a:pt x="188722" y="281190"/>
                        <a:pt x="186002" y="278470"/>
                        <a:pt x="183283" y="278470"/>
                      </a:cubicBezTo>
                      <a:cubicBezTo>
                        <a:pt x="180563" y="278470"/>
                        <a:pt x="180563" y="286629"/>
                        <a:pt x="180563" y="292069"/>
                      </a:cubicBezTo>
                      <a:cubicBezTo>
                        <a:pt x="180563" y="297508"/>
                        <a:pt x="180563" y="302947"/>
                        <a:pt x="180563" y="305667"/>
                      </a:cubicBezTo>
                      <a:cubicBezTo>
                        <a:pt x="180563" y="321985"/>
                        <a:pt x="183283" y="338303"/>
                        <a:pt x="183283" y="354621"/>
                      </a:cubicBezTo>
                      <a:cubicBezTo>
                        <a:pt x="183283" y="387257"/>
                        <a:pt x="186002" y="417173"/>
                        <a:pt x="188722" y="449809"/>
                      </a:cubicBezTo>
                      <a:cubicBezTo>
                        <a:pt x="188722" y="460687"/>
                        <a:pt x="188722" y="468846"/>
                        <a:pt x="188722" y="479725"/>
                      </a:cubicBezTo>
                      <a:cubicBezTo>
                        <a:pt x="188722" y="501482"/>
                        <a:pt x="188722" y="523239"/>
                        <a:pt x="188722" y="542277"/>
                      </a:cubicBezTo>
                      <a:cubicBezTo>
                        <a:pt x="188722" y="566754"/>
                        <a:pt x="186002" y="591231"/>
                        <a:pt x="186002" y="615708"/>
                      </a:cubicBezTo>
                      <a:cubicBezTo>
                        <a:pt x="186002" y="623867"/>
                        <a:pt x="186002" y="632026"/>
                        <a:pt x="186002" y="637465"/>
                      </a:cubicBezTo>
                      <a:cubicBezTo>
                        <a:pt x="186002" y="645624"/>
                        <a:pt x="183283" y="656502"/>
                        <a:pt x="183283" y="664661"/>
                      </a:cubicBezTo>
                      <a:cubicBezTo>
                        <a:pt x="202320" y="664661"/>
                        <a:pt x="218638" y="664661"/>
                        <a:pt x="226797" y="664661"/>
                      </a:cubicBezTo>
                      <a:cubicBezTo>
                        <a:pt x="234956" y="664661"/>
                        <a:pt x="253994" y="664661"/>
                        <a:pt x="253994" y="680979"/>
                      </a:cubicBezTo>
                      <a:cubicBezTo>
                        <a:pt x="253994" y="689138"/>
                        <a:pt x="253994" y="691858"/>
                        <a:pt x="248554" y="697297"/>
                      </a:cubicBezTo>
                      <a:cubicBezTo>
                        <a:pt x="245835" y="702737"/>
                        <a:pt x="240395" y="705456"/>
                        <a:pt x="234956" y="705456"/>
                      </a:cubicBezTo>
                      <a:cubicBezTo>
                        <a:pt x="226797" y="708176"/>
                        <a:pt x="224077" y="708176"/>
                        <a:pt x="218638" y="708176"/>
                      </a:cubicBezTo>
                      <a:cubicBezTo>
                        <a:pt x="215918" y="708176"/>
                        <a:pt x="199600" y="708176"/>
                        <a:pt x="183283" y="708176"/>
                      </a:cubicBezTo>
                      <a:cubicBezTo>
                        <a:pt x="166965" y="708176"/>
                        <a:pt x="153366" y="708176"/>
                        <a:pt x="150647" y="708176"/>
                      </a:cubicBezTo>
                      <a:cubicBezTo>
                        <a:pt x="139768" y="708176"/>
                        <a:pt x="120730" y="708176"/>
                        <a:pt x="107132" y="708176"/>
                      </a:cubicBezTo>
                      <a:cubicBezTo>
                        <a:pt x="101693" y="708176"/>
                        <a:pt x="96253" y="708176"/>
                        <a:pt x="88094" y="708176"/>
                      </a:cubicBezTo>
                      <a:cubicBezTo>
                        <a:pt x="82655" y="708176"/>
                        <a:pt x="74496" y="708176"/>
                        <a:pt x="69057" y="702737"/>
                      </a:cubicBezTo>
                      <a:cubicBezTo>
                        <a:pt x="63618" y="700017"/>
                        <a:pt x="58178" y="691858"/>
                        <a:pt x="58178" y="686419"/>
                      </a:cubicBezTo>
                      <a:cubicBezTo>
                        <a:pt x="58178" y="683699"/>
                        <a:pt x="58178" y="680979"/>
                        <a:pt x="60898" y="678260"/>
                      </a:cubicBezTo>
                      <a:cubicBezTo>
                        <a:pt x="63618" y="675540"/>
                        <a:pt x="71777" y="672820"/>
                        <a:pt x="77216" y="670101"/>
                      </a:cubicBezTo>
                      <a:cubicBezTo>
                        <a:pt x="90814" y="667381"/>
                        <a:pt x="115291" y="664661"/>
                        <a:pt x="120730" y="664661"/>
                      </a:cubicBezTo>
                      <a:cubicBezTo>
                        <a:pt x="123450" y="664661"/>
                        <a:pt x="126170" y="664661"/>
                        <a:pt x="131609" y="664661"/>
                      </a:cubicBezTo>
                      <a:cubicBezTo>
                        <a:pt x="131609" y="623867"/>
                        <a:pt x="134329" y="583072"/>
                        <a:pt x="134329" y="539557"/>
                      </a:cubicBezTo>
                      <a:cubicBezTo>
                        <a:pt x="134329" y="528679"/>
                        <a:pt x="134329" y="515080"/>
                        <a:pt x="134329" y="504202"/>
                      </a:cubicBezTo>
                      <a:cubicBezTo>
                        <a:pt x="131609" y="460687"/>
                        <a:pt x="131609" y="417173"/>
                        <a:pt x="131609" y="376378"/>
                      </a:cubicBezTo>
                      <a:cubicBezTo>
                        <a:pt x="131609" y="351901"/>
                        <a:pt x="131609" y="327424"/>
                        <a:pt x="131609" y="302947"/>
                      </a:cubicBezTo>
                      <a:cubicBezTo>
                        <a:pt x="131609" y="275751"/>
                        <a:pt x="131609" y="248554"/>
                        <a:pt x="134329" y="221357"/>
                      </a:cubicBezTo>
                      <a:cubicBezTo>
                        <a:pt x="134329" y="188722"/>
                        <a:pt x="137048" y="156086"/>
                        <a:pt x="137048" y="123450"/>
                      </a:cubicBezTo>
                      <a:cubicBezTo>
                        <a:pt x="126170" y="123450"/>
                        <a:pt x="115291" y="123450"/>
                        <a:pt x="107132" y="123450"/>
                      </a:cubicBezTo>
                      <a:cubicBezTo>
                        <a:pt x="101693" y="123450"/>
                        <a:pt x="96253" y="123450"/>
                        <a:pt x="88094" y="123450"/>
                      </a:cubicBezTo>
                      <a:cubicBezTo>
                        <a:pt x="82655" y="123450"/>
                        <a:pt x="74496" y="120730"/>
                        <a:pt x="69057" y="118011"/>
                      </a:cubicBezTo>
                      <a:cubicBezTo>
                        <a:pt x="63618" y="115291"/>
                        <a:pt x="58178" y="107132"/>
                        <a:pt x="58178" y="101693"/>
                      </a:cubicBezTo>
                      <a:cubicBezTo>
                        <a:pt x="58178" y="98973"/>
                        <a:pt x="58178" y="96253"/>
                        <a:pt x="60898" y="93534"/>
                      </a:cubicBezTo>
                      <a:cubicBezTo>
                        <a:pt x="63618" y="90814"/>
                        <a:pt x="71777" y="88095"/>
                        <a:pt x="77216" y="85375"/>
                      </a:cubicBezTo>
                      <a:cubicBezTo>
                        <a:pt x="90814" y="82655"/>
                        <a:pt x="126170" y="79936"/>
                        <a:pt x="131609" y="79936"/>
                      </a:cubicBezTo>
                      <a:cubicBezTo>
                        <a:pt x="137048" y="79936"/>
                        <a:pt x="147927" y="79936"/>
                        <a:pt x="161525" y="79936"/>
                      </a:cubicBezTo>
                      <a:cubicBezTo>
                        <a:pt x="166965" y="74496"/>
                        <a:pt x="172404" y="71776"/>
                        <a:pt x="177843" y="66337"/>
                      </a:cubicBezTo>
                      <a:cubicBezTo>
                        <a:pt x="186002" y="60898"/>
                        <a:pt x="194161" y="58178"/>
                        <a:pt x="202320" y="58178"/>
                      </a:cubicBezTo>
                      <a:cubicBezTo>
                        <a:pt x="215918" y="58178"/>
                        <a:pt x="226797" y="63618"/>
                        <a:pt x="234956" y="77216"/>
                      </a:cubicBezTo>
                      <a:cubicBezTo>
                        <a:pt x="240395" y="88095"/>
                        <a:pt x="248554" y="96253"/>
                        <a:pt x="251274" y="107132"/>
                      </a:cubicBezTo>
                      <a:cubicBezTo>
                        <a:pt x="256713" y="120730"/>
                        <a:pt x="259433" y="134329"/>
                        <a:pt x="267592" y="147927"/>
                      </a:cubicBezTo>
                      <a:cubicBezTo>
                        <a:pt x="273031" y="158806"/>
                        <a:pt x="275751" y="172404"/>
                        <a:pt x="281190" y="183282"/>
                      </a:cubicBezTo>
                      <a:cubicBezTo>
                        <a:pt x="286630" y="196881"/>
                        <a:pt x="292069" y="210479"/>
                        <a:pt x="297508" y="224077"/>
                      </a:cubicBezTo>
                      <a:cubicBezTo>
                        <a:pt x="300228" y="237676"/>
                        <a:pt x="305667" y="251274"/>
                        <a:pt x="308387" y="264872"/>
                      </a:cubicBezTo>
                      <a:cubicBezTo>
                        <a:pt x="311107" y="278470"/>
                        <a:pt x="311107" y="289349"/>
                        <a:pt x="319265" y="300228"/>
                      </a:cubicBezTo>
                      <a:cubicBezTo>
                        <a:pt x="332864" y="324704"/>
                        <a:pt x="346462" y="351901"/>
                        <a:pt x="351901" y="379098"/>
                      </a:cubicBezTo>
                      <a:cubicBezTo>
                        <a:pt x="354621" y="392696"/>
                        <a:pt x="360060" y="403575"/>
                        <a:pt x="365500" y="417173"/>
                      </a:cubicBezTo>
                      <a:cubicBezTo>
                        <a:pt x="373659" y="430771"/>
                        <a:pt x="373659" y="444369"/>
                        <a:pt x="379098" y="457968"/>
                      </a:cubicBezTo>
                      <a:cubicBezTo>
                        <a:pt x="381818" y="471566"/>
                        <a:pt x="387257" y="482445"/>
                        <a:pt x="395416" y="496043"/>
                      </a:cubicBezTo>
                      <a:cubicBezTo>
                        <a:pt x="398136" y="501482"/>
                        <a:pt x="403575" y="506921"/>
                        <a:pt x="406295" y="512361"/>
                      </a:cubicBezTo>
                      <a:cubicBezTo>
                        <a:pt x="409014" y="517800"/>
                        <a:pt x="409014" y="525959"/>
                        <a:pt x="411734" y="531398"/>
                      </a:cubicBezTo>
                      <a:cubicBezTo>
                        <a:pt x="414454" y="539557"/>
                        <a:pt x="417173" y="550436"/>
                        <a:pt x="419893" y="558595"/>
                      </a:cubicBezTo>
                      <a:cubicBezTo>
                        <a:pt x="422613" y="561314"/>
                        <a:pt x="422613" y="564034"/>
                        <a:pt x="425332" y="564034"/>
                      </a:cubicBezTo>
                      <a:cubicBezTo>
                        <a:pt x="428052" y="564034"/>
                        <a:pt x="428052" y="561314"/>
                        <a:pt x="430771" y="558595"/>
                      </a:cubicBezTo>
                      <a:cubicBezTo>
                        <a:pt x="430771" y="555875"/>
                        <a:pt x="430771" y="553156"/>
                        <a:pt x="430771" y="550436"/>
                      </a:cubicBezTo>
                      <a:cubicBezTo>
                        <a:pt x="430771" y="534118"/>
                        <a:pt x="430771" y="517800"/>
                        <a:pt x="430771" y="501482"/>
                      </a:cubicBezTo>
                      <a:cubicBezTo>
                        <a:pt x="430771" y="468846"/>
                        <a:pt x="433491" y="436210"/>
                        <a:pt x="430771" y="403575"/>
                      </a:cubicBezTo>
                      <a:cubicBezTo>
                        <a:pt x="430771" y="373658"/>
                        <a:pt x="425332" y="343742"/>
                        <a:pt x="425332" y="313826"/>
                      </a:cubicBezTo>
                      <a:cubicBezTo>
                        <a:pt x="425332" y="292069"/>
                        <a:pt x="425332" y="270311"/>
                        <a:pt x="425332" y="248554"/>
                      </a:cubicBezTo>
                      <a:cubicBezTo>
                        <a:pt x="425332" y="234956"/>
                        <a:pt x="425332" y="224077"/>
                        <a:pt x="425332" y="210479"/>
                      </a:cubicBezTo>
                      <a:cubicBezTo>
                        <a:pt x="425332" y="191441"/>
                        <a:pt x="422613" y="172404"/>
                        <a:pt x="422613" y="153366"/>
                      </a:cubicBezTo>
                      <a:cubicBezTo>
                        <a:pt x="422613" y="142488"/>
                        <a:pt x="422613" y="134329"/>
                        <a:pt x="425332" y="123450"/>
                      </a:cubicBezTo>
                      <a:cubicBezTo>
                        <a:pt x="417173" y="123450"/>
                        <a:pt x="406295" y="123450"/>
                        <a:pt x="398136" y="123450"/>
                      </a:cubicBezTo>
                      <a:cubicBezTo>
                        <a:pt x="392696" y="123450"/>
                        <a:pt x="387257" y="123450"/>
                        <a:pt x="379098" y="123450"/>
                      </a:cubicBezTo>
                      <a:cubicBezTo>
                        <a:pt x="373659" y="123450"/>
                        <a:pt x="365500" y="120730"/>
                        <a:pt x="360060" y="118011"/>
                      </a:cubicBezTo>
                      <a:cubicBezTo>
                        <a:pt x="354621" y="115291"/>
                        <a:pt x="349182" y="107132"/>
                        <a:pt x="349182" y="101693"/>
                      </a:cubicBezTo>
                      <a:cubicBezTo>
                        <a:pt x="349182" y="98973"/>
                        <a:pt x="349182" y="96253"/>
                        <a:pt x="351901" y="93534"/>
                      </a:cubicBezTo>
                      <a:cubicBezTo>
                        <a:pt x="354621" y="90814"/>
                        <a:pt x="362780" y="88095"/>
                        <a:pt x="368219" y="85375"/>
                      </a:cubicBezTo>
                      <a:cubicBezTo>
                        <a:pt x="381818" y="82655"/>
                        <a:pt x="417173" y="79936"/>
                        <a:pt x="422613" y="79936"/>
                      </a:cubicBezTo>
                      <a:cubicBezTo>
                        <a:pt x="428052" y="79936"/>
                        <a:pt x="433491" y="79936"/>
                        <a:pt x="444370" y="79936"/>
                      </a:cubicBezTo>
                      <a:cubicBezTo>
                        <a:pt x="449809" y="74496"/>
                        <a:pt x="455248" y="71776"/>
                        <a:pt x="463407" y="71776"/>
                      </a:cubicBezTo>
                      <a:cubicBezTo>
                        <a:pt x="471566" y="71776"/>
                        <a:pt x="477006" y="74496"/>
                        <a:pt x="477006" y="79936"/>
                      </a:cubicBezTo>
                      <a:cubicBezTo>
                        <a:pt x="490604" y="82655"/>
                        <a:pt x="504202" y="79936"/>
                        <a:pt x="512361" y="79936"/>
                      </a:cubicBezTo>
                      <a:lnTo>
                        <a:pt x="512361" y="79936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39" name="Freeform: Shape 38">
                  <a:extLst>
                    <a:ext uri="{FF2B5EF4-FFF2-40B4-BE49-F238E27FC236}">
                      <a16:creationId xmlns:a16="http://schemas.microsoft.com/office/drawing/2014/main" id="{B5B50CFE-2A9A-43B6-BAED-D4D319AF496E}"/>
                    </a:ext>
                  </a:extLst>
                </p:cNvPr>
                <p:cNvSpPr/>
                <p:nvPr/>
              </p:nvSpPr>
              <p:spPr>
                <a:xfrm>
                  <a:off x="2987430" y="4242177"/>
                  <a:ext cx="494979" cy="674476"/>
                </a:xfrm>
                <a:custGeom>
                  <a:avLst/>
                  <a:gdLst>
                    <a:gd name="connsiteX0" fmla="*/ 228453 w 494979"/>
                    <a:gd name="connsiteY0" fmla="*/ 97907 h 674476"/>
                    <a:gd name="connsiteX1" fmla="*/ 212135 w 494979"/>
                    <a:gd name="connsiteY1" fmla="*/ 119665 h 674476"/>
                    <a:gd name="connsiteX2" fmla="*/ 203976 w 494979"/>
                    <a:gd name="connsiteY2" fmla="*/ 152300 h 674476"/>
                    <a:gd name="connsiteX3" fmla="*/ 201256 w 494979"/>
                    <a:gd name="connsiteY3" fmla="*/ 168618 h 674476"/>
                    <a:gd name="connsiteX4" fmla="*/ 198537 w 494979"/>
                    <a:gd name="connsiteY4" fmla="*/ 184936 h 674476"/>
                    <a:gd name="connsiteX5" fmla="*/ 190378 w 494979"/>
                    <a:gd name="connsiteY5" fmla="*/ 220292 h 674476"/>
                    <a:gd name="connsiteX6" fmla="*/ 171340 w 494979"/>
                    <a:gd name="connsiteY6" fmla="*/ 291003 h 674476"/>
                    <a:gd name="connsiteX7" fmla="*/ 163180 w 494979"/>
                    <a:gd name="connsiteY7" fmla="*/ 323639 h 674476"/>
                    <a:gd name="connsiteX8" fmla="*/ 152302 w 494979"/>
                    <a:gd name="connsiteY8" fmla="*/ 361714 h 674476"/>
                    <a:gd name="connsiteX9" fmla="*/ 146862 w 494979"/>
                    <a:gd name="connsiteY9" fmla="*/ 388910 h 674476"/>
                    <a:gd name="connsiteX10" fmla="*/ 152302 w 494979"/>
                    <a:gd name="connsiteY10" fmla="*/ 391630 h 674476"/>
                    <a:gd name="connsiteX11" fmla="*/ 174060 w 494979"/>
                    <a:gd name="connsiteY11" fmla="*/ 391630 h 674476"/>
                    <a:gd name="connsiteX12" fmla="*/ 195817 w 494979"/>
                    <a:gd name="connsiteY12" fmla="*/ 388910 h 674476"/>
                    <a:gd name="connsiteX13" fmla="*/ 214855 w 494979"/>
                    <a:gd name="connsiteY13" fmla="*/ 388910 h 674476"/>
                    <a:gd name="connsiteX14" fmla="*/ 239332 w 494979"/>
                    <a:gd name="connsiteY14" fmla="*/ 388910 h 674476"/>
                    <a:gd name="connsiteX15" fmla="*/ 252930 w 494979"/>
                    <a:gd name="connsiteY15" fmla="*/ 386191 h 674476"/>
                    <a:gd name="connsiteX16" fmla="*/ 261089 w 494979"/>
                    <a:gd name="connsiteY16" fmla="*/ 386191 h 674476"/>
                    <a:gd name="connsiteX17" fmla="*/ 258369 w 494979"/>
                    <a:gd name="connsiteY17" fmla="*/ 367153 h 674476"/>
                    <a:gd name="connsiteX18" fmla="*/ 252930 w 494979"/>
                    <a:gd name="connsiteY18" fmla="*/ 331797 h 674476"/>
                    <a:gd name="connsiteX19" fmla="*/ 250210 w 494979"/>
                    <a:gd name="connsiteY19" fmla="*/ 244769 h 674476"/>
                    <a:gd name="connsiteX20" fmla="*/ 244771 w 494979"/>
                    <a:gd name="connsiteY20" fmla="*/ 203974 h 674476"/>
                    <a:gd name="connsiteX21" fmla="*/ 239332 w 494979"/>
                    <a:gd name="connsiteY21" fmla="*/ 157740 h 674476"/>
                    <a:gd name="connsiteX22" fmla="*/ 236612 w 494979"/>
                    <a:gd name="connsiteY22" fmla="*/ 119665 h 674476"/>
                    <a:gd name="connsiteX23" fmla="*/ 228453 w 494979"/>
                    <a:gd name="connsiteY23" fmla="*/ 97907 h 674476"/>
                    <a:gd name="connsiteX24" fmla="*/ 274687 w 494979"/>
                    <a:gd name="connsiteY24" fmla="*/ 0 h 674476"/>
                    <a:gd name="connsiteX25" fmla="*/ 304603 w 494979"/>
                    <a:gd name="connsiteY25" fmla="*/ 5439 h 674476"/>
                    <a:gd name="connsiteX26" fmla="*/ 320921 w 494979"/>
                    <a:gd name="connsiteY26" fmla="*/ 24477 h 674476"/>
                    <a:gd name="connsiteX27" fmla="*/ 334519 w 494979"/>
                    <a:gd name="connsiteY27" fmla="*/ 43515 h 674476"/>
                    <a:gd name="connsiteX28" fmla="*/ 339959 w 494979"/>
                    <a:gd name="connsiteY28" fmla="*/ 65272 h 674476"/>
                    <a:gd name="connsiteX29" fmla="*/ 348118 w 494979"/>
                    <a:gd name="connsiteY29" fmla="*/ 114226 h 674476"/>
                    <a:gd name="connsiteX30" fmla="*/ 361716 w 494979"/>
                    <a:gd name="connsiteY30" fmla="*/ 163180 h 674476"/>
                    <a:gd name="connsiteX31" fmla="*/ 369875 w 494979"/>
                    <a:gd name="connsiteY31" fmla="*/ 220293 h 674476"/>
                    <a:gd name="connsiteX32" fmla="*/ 378034 w 494979"/>
                    <a:gd name="connsiteY32" fmla="*/ 274686 h 674476"/>
                    <a:gd name="connsiteX33" fmla="*/ 383473 w 494979"/>
                    <a:gd name="connsiteY33" fmla="*/ 301883 h 674476"/>
                    <a:gd name="connsiteX34" fmla="*/ 391632 w 494979"/>
                    <a:gd name="connsiteY34" fmla="*/ 337238 h 674476"/>
                    <a:gd name="connsiteX35" fmla="*/ 397071 w 494979"/>
                    <a:gd name="connsiteY35" fmla="*/ 364435 h 674476"/>
                    <a:gd name="connsiteX36" fmla="*/ 405230 w 494979"/>
                    <a:gd name="connsiteY36" fmla="*/ 383473 h 674476"/>
                    <a:gd name="connsiteX37" fmla="*/ 416109 w 494979"/>
                    <a:gd name="connsiteY37" fmla="*/ 386192 h 674476"/>
                    <a:gd name="connsiteX38" fmla="*/ 426988 w 494979"/>
                    <a:gd name="connsiteY38" fmla="*/ 386192 h 674476"/>
                    <a:gd name="connsiteX39" fmla="*/ 454184 w 494979"/>
                    <a:gd name="connsiteY39" fmla="*/ 397071 h 674476"/>
                    <a:gd name="connsiteX40" fmla="*/ 456904 w 494979"/>
                    <a:gd name="connsiteY40" fmla="*/ 405230 h 674476"/>
                    <a:gd name="connsiteX41" fmla="*/ 451465 w 494979"/>
                    <a:gd name="connsiteY41" fmla="*/ 416108 h 674476"/>
                    <a:gd name="connsiteX42" fmla="*/ 432427 w 494979"/>
                    <a:gd name="connsiteY42" fmla="*/ 429707 h 674476"/>
                    <a:gd name="connsiteX43" fmla="*/ 421548 w 494979"/>
                    <a:gd name="connsiteY43" fmla="*/ 432426 h 674476"/>
                    <a:gd name="connsiteX44" fmla="*/ 413389 w 494979"/>
                    <a:gd name="connsiteY44" fmla="*/ 435146 h 674476"/>
                    <a:gd name="connsiteX45" fmla="*/ 413389 w 494979"/>
                    <a:gd name="connsiteY45" fmla="*/ 440585 h 674476"/>
                    <a:gd name="connsiteX46" fmla="*/ 416109 w 494979"/>
                    <a:gd name="connsiteY46" fmla="*/ 451464 h 674476"/>
                    <a:gd name="connsiteX47" fmla="*/ 418829 w 494979"/>
                    <a:gd name="connsiteY47" fmla="*/ 465062 h 674476"/>
                    <a:gd name="connsiteX48" fmla="*/ 418829 w 494979"/>
                    <a:gd name="connsiteY48" fmla="*/ 475941 h 674476"/>
                    <a:gd name="connsiteX49" fmla="*/ 418829 w 494979"/>
                    <a:gd name="connsiteY49" fmla="*/ 486820 h 674476"/>
                    <a:gd name="connsiteX50" fmla="*/ 426988 w 494979"/>
                    <a:gd name="connsiteY50" fmla="*/ 516736 h 674476"/>
                    <a:gd name="connsiteX51" fmla="*/ 432427 w 494979"/>
                    <a:gd name="connsiteY51" fmla="*/ 543932 h 674476"/>
                    <a:gd name="connsiteX52" fmla="*/ 437866 w 494979"/>
                    <a:gd name="connsiteY52" fmla="*/ 573848 h 674476"/>
                    <a:gd name="connsiteX53" fmla="*/ 443306 w 494979"/>
                    <a:gd name="connsiteY53" fmla="*/ 606484 h 674476"/>
                    <a:gd name="connsiteX54" fmla="*/ 446025 w 494979"/>
                    <a:gd name="connsiteY54" fmla="*/ 617363 h 674476"/>
                    <a:gd name="connsiteX55" fmla="*/ 470502 w 494979"/>
                    <a:gd name="connsiteY55" fmla="*/ 617363 h 674476"/>
                    <a:gd name="connsiteX56" fmla="*/ 494979 w 494979"/>
                    <a:gd name="connsiteY56" fmla="*/ 641840 h 674476"/>
                    <a:gd name="connsiteX57" fmla="*/ 486820 w 494979"/>
                    <a:gd name="connsiteY57" fmla="*/ 655438 h 674476"/>
                    <a:gd name="connsiteX58" fmla="*/ 470502 w 494979"/>
                    <a:gd name="connsiteY58" fmla="*/ 663597 h 674476"/>
                    <a:gd name="connsiteX59" fmla="*/ 446025 w 494979"/>
                    <a:gd name="connsiteY59" fmla="*/ 666317 h 674476"/>
                    <a:gd name="connsiteX60" fmla="*/ 424268 w 494979"/>
                    <a:gd name="connsiteY60" fmla="*/ 666317 h 674476"/>
                    <a:gd name="connsiteX61" fmla="*/ 416109 w 494979"/>
                    <a:gd name="connsiteY61" fmla="*/ 666317 h 674476"/>
                    <a:gd name="connsiteX62" fmla="*/ 402511 w 494979"/>
                    <a:gd name="connsiteY62" fmla="*/ 671756 h 674476"/>
                    <a:gd name="connsiteX63" fmla="*/ 386193 w 494979"/>
                    <a:gd name="connsiteY63" fmla="*/ 674476 h 674476"/>
                    <a:gd name="connsiteX64" fmla="*/ 350837 w 494979"/>
                    <a:gd name="connsiteY64" fmla="*/ 669036 h 674476"/>
                    <a:gd name="connsiteX65" fmla="*/ 329080 w 494979"/>
                    <a:gd name="connsiteY65" fmla="*/ 669036 h 674476"/>
                    <a:gd name="connsiteX66" fmla="*/ 280126 w 494979"/>
                    <a:gd name="connsiteY66" fmla="*/ 669036 h 674476"/>
                    <a:gd name="connsiteX67" fmla="*/ 255649 w 494979"/>
                    <a:gd name="connsiteY67" fmla="*/ 663597 h 674476"/>
                    <a:gd name="connsiteX68" fmla="*/ 239331 w 494979"/>
                    <a:gd name="connsiteY68" fmla="*/ 647279 h 674476"/>
                    <a:gd name="connsiteX69" fmla="*/ 263808 w 494979"/>
                    <a:gd name="connsiteY69" fmla="*/ 630961 h 674476"/>
                    <a:gd name="connsiteX70" fmla="*/ 291005 w 494979"/>
                    <a:gd name="connsiteY70" fmla="*/ 628241 h 674476"/>
                    <a:gd name="connsiteX71" fmla="*/ 288285 w 494979"/>
                    <a:gd name="connsiteY71" fmla="*/ 609204 h 674476"/>
                    <a:gd name="connsiteX72" fmla="*/ 285565 w 494979"/>
                    <a:gd name="connsiteY72" fmla="*/ 582007 h 674476"/>
                    <a:gd name="connsiteX73" fmla="*/ 282846 w 494979"/>
                    <a:gd name="connsiteY73" fmla="*/ 568409 h 674476"/>
                    <a:gd name="connsiteX74" fmla="*/ 285565 w 494979"/>
                    <a:gd name="connsiteY74" fmla="*/ 554811 h 674476"/>
                    <a:gd name="connsiteX75" fmla="*/ 280126 w 494979"/>
                    <a:gd name="connsiteY75" fmla="*/ 538493 h 674476"/>
                    <a:gd name="connsiteX76" fmla="*/ 274687 w 494979"/>
                    <a:gd name="connsiteY76" fmla="*/ 505857 h 674476"/>
                    <a:gd name="connsiteX77" fmla="*/ 271967 w 494979"/>
                    <a:gd name="connsiteY77" fmla="*/ 478660 h 674476"/>
                    <a:gd name="connsiteX78" fmla="*/ 269247 w 494979"/>
                    <a:gd name="connsiteY78" fmla="*/ 446025 h 674476"/>
                    <a:gd name="connsiteX79" fmla="*/ 263808 w 494979"/>
                    <a:gd name="connsiteY79" fmla="*/ 437866 h 674476"/>
                    <a:gd name="connsiteX80" fmla="*/ 252929 w 494979"/>
                    <a:gd name="connsiteY80" fmla="*/ 437866 h 674476"/>
                    <a:gd name="connsiteX81" fmla="*/ 223013 w 494979"/>
                    <a:gd name="connsiteY81" fmla="*/ 440585 h 674476"/>
                    <a:gd name="connsiteX82" fmla="*/ 193097 w 494979"/>
                    <a:gd name="connsiteY82" fmla="*/ 443305 h 674476"/>
                    <a:gd name="connsiteX83" fmla="*/ 168620 w 494979"/>
                    <a:gd name="connsiteY83" fmla="*/ 443305 h 674476"/>
                    <a:gd name="connsiteX84" fmla="*/ 146862 w 494979"/>
                    <a:gd name="connsiteY84" fmla="*/ 440585 h 674476"/>
                    <a:gd name="connsiteX85" fmla="*/ 138703 w 494979"/>
                    <a:gd name="connsiteY85" fmla="*/ 454184 h 674476"/>
                    <a:gd name="connsiteX86" fmla="*/ 133263 w 494979"/>
                    <a:gd name="connsiteY86" fmla="*/ 486820 h 674476"/>
                    <a:gd name="connsiteX87" fmla="*/ 122385 w 494979"/>
                    <a:gd name="connsiteY87" fmla="*/ 541213 h 674476"/>
                    <a:gd name="connsiteX88" fmla="*/ 106067 w 494979"/>
                    <a:gd name="connsiteY88" fmla="*/ 614643 h 674476"/>
                    <a:gd name="connsiteX89" fmla="*/ 135983 w 494979"/>
                    <a:gd name="connsiteY89" fmla="*/ 614643 h 674476"/>
                    <a:gd name="connsiteX90" fmla="*/ 171340 w 494979"/>
                    <a:gd name="connsiteY90" fmla="*/ 630961 h 674476"/>
                    <a:gd name="connsiteX91" fmla="*/ 165900 w 494979"/>
                    <a:gd name="connsiteY91" fmla="*/ 647279 h 674476"/>
                    <a:gd name="connsiteX92" fmla="*/ 149581 w 494979"/>
                    <a:gd name="connsiteY92" fmla="*/ 655438 h 674476"/>
                    <a:gd name="connsiteX93" fmla="*/ 127824 w 494979"/>
                    <a:gd name="connsiteY93" fmla="*/ 658158 h 674476"/>
                    <a:gd name="connsiteX94" fmla="*/ 106067 w 494979"/>
                    <a:gd name="connsiteY94" fmla="*/ 658158 h 674476"/>
                    <a:gd name="connsiteX95" fmla="*/ 62552 w 494979"/>
                    <a:gd name="connsiteY95" fmla="*/ 658158 h 674476"/>
                    <a:gd name="connsiteX96" fmla="*/ 40795 w 494979"/>
                    <a:gd name="connsiteY96" fmla="*/ 658158 h 674476"/>
                    <a:gd name="connsiteX97" fmla="*/ 16318 w 494979"/>
                    <a:gd name="connsiteY97" fmla="*/ 652718 h 674476"/>
                    <a:gd name="connsiteX98" fmla="*/ 0 w 494979"/>
                    <a:gd name="connsiteY98" fmla="*/ 636401 h 674476"/>
                    <a:gd name="connsiteX99" fmla="*/ 2720 w 494979"/>
                    <a:gd name="connsiteY99" fmla="*/ 628241 h 674476"/>
                    <a:gd name="connsiteX100" fmla="*/ 24477 w 494979"/>
                    <a:gd name="connsiteY100" fmla="*/ 620082 h 674476"/>
                    <a:gd name="connsiteX101" fmla="*/ 62552 w 494979"/>
                    <a:gd name="connsiteY101" fmla="*/ 617363 h 674476"/>
                    <a:gd name="connsiteX102" fmla="*/ 62552 w 494979"/>
                    <a:gd name="connsiteY102" fmla="*/ 614643 h 674476"/>
                    <a:gd name="connsiteX103" fmla="*/ 65272 w 494979"/>
                    <a:gd name="connsiteY103" fmla="*/ 587447 h 674476"/>
                    <a:gd name="connsiteX104" fmla="*/ 76151 w 494979"/>
                    <a:gd name="connsiteY104" fmla="*/ 522175 h 674476"/>
                    <a:gd name="connsiteX105" fmla="*/ 87029 w 494979"/>
                    <a:gd name="connsiteY105" fmla="*/ 470501 h 674476"/>
                    <a:gd name="connsiteX106" fmla="*/ 92469 w 494979"/>
                    <a:gd name="connsiteY106" fmla="*/ 446025 h 674476"/>
                    <a:gd name="connsiteX107" fmla="*/ 65272 w 494979"/>
                    <a:gd name="connsiteY107" fmla="*/ 432426 h 674476"/>
                    <a:gd name="connsiteX108" fmla="*/ 54393 w 494979"/>
                    <a:gd name="connsiteY108" fmla="*/ 421548 h 674476"/>
                    <a:gd name="connsiteX109" fmla="*/ 73431 w 494979"/>
                    <a:gd name="connsiteY109" fmla="*/ 407949 h 674476"/>
                    <a:gd name="connsiteX110" fmla="*/ 100628 w 494979"/>
                    <a:gd name="connsiteY110" fmla="*/ 399790 h 674476"/>
                    <a:gd name="connsiteX111" fmla="*/ 108787 w 494979"/>
                    <a:gd name="connsiteY111" fmla="*/ 369874 h 674476"/>
                    <a:gd name="connsiteX112" fmla="*/ 125105 w 494979"/>
                    <a:gd name="connsiteY112" fmla="*/ 307322 h 674476"/>
                    <a:gd name="connsiteX113" fmla="*/ 141423 w 494979"/>
                    <a:gd name="connsiteY113" fmla="*/ 242051 h 674476"/>
                    <a:gd name="connsiteX114" fmla="*/ 155021 w 494979"/>
                    <a:gd name="connsiteY114" fmla="*/ 179498 h 674476"/>
                    <a:gd name="connsiteX115" fmla="*/ 168620 w 494979"/>
                    <a:gd name="connsiteY115" fmla="*/ 119665 h 674476"/>
                    <a:gd name="connsiteX116" fmla="*/ 193097 w 494979"/>
                    <a:gd name="connsiteY116" fmla="*/ 57113 h 674476"/>
                    <a:gd name="connsiteX117" fmla="*/ 201256 w 494979"/>
                    <a:gd name="connsiteY117" fmla="*/ 38075 h 674476"/>
                    <a:gd name="connsiteX118" fmla="*/ 217574 w 494979"/>
                    <a:gd name="connsiteY118" fmla="*/ 13598 h 674476"/>
                    <a:gd name="connsiteX119" fmla="*/ 274687 w 494979"/>
                    <a:gd name="connsiteY119" fmla="*/ 0 h 6744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</a:cxnLst>
                  <a:rect l="l" t="t" r="r" b="b"/>
                  <a:pathLst>
                    <a:path w="494979" h="674476">
                      <a:moveTo>
                        <a:pt x="228453" y="97907"/>
                      </a:moveTo>
                      <a:cubicBezTo>
                        <a:pt x="220294" y="97907"/>
                        <a:pt x="212135" y="114225"/>
                        <a:pt x="212135" y="119665"/>
                      </a:cubicBezTo>
                      <a:cubicBezTo>
                        <a:pt x="209415" y="130543"/>
                        <a:pt x="206696" y="144141"/>
                        <a:pt x="203976" y="152300"/>
                      </a:cubicBezTo>
                      <a:cubicBezTo>
                        <a:pt x="201256" y="157740"/>
                        <a:pt x="201256" y="163179"/>
                        <a:pt x="201256" y="168618"/>
                      </a:cubicBezTo>
                      <a:cubicBezTo>
                        <a:pt x="201256" y="174058"/>
                        <a:pt x="198537" y="179497"/>
                        <a:pt x="198537" y="184936"/>
                      </a:cubicBezTo>
                      <a:cubicBezTo>
                        <a:pt x="195817" y="195815"/>
                        <a:pt x="193097" y="209413"/>
                        <a:pt x="190378" y="220292"/>
                      </a:cubicBezTo>
                      <a:cubicBezTo>
                        <a:pt x="187658" y="244769"/>
                        <a:pt x="179499" y="269246"/>
                        <a:pt x="171340" y="291003"/>
                      </a:cubicBezTo>
                      <a:cubicBezTo>
                        <a:pt x="168620" y="301881"/>
                        <a:pt x="165900" y="312760"/>
                        <a:pt x="163180" y="323639"/>
                      </a:cubicBezTo>
                      <a:cubicBezTo>
                        <a:pt x="160461" y="337237"/>
                        <a:pt x="157741" y="348115"/>
                        <a:pt x="152302" y="361714"/>
                      </a:cubicBezTo>
                      <a:cubicBezTo>
                        <a:pt x="149582" y="367153"/>
                        <a:pt x="146862" y="383471"/>
                        <a:pt x="146862" y="388910"/>
                      </a:cubicBezTo>
                      <a:cubicBezTo>
                        <a:pt x="146862" y="391630"/>
                        <a:pt x="149582" y="391630"/>
                        <a:pt x="152302" y="391630"/>
                      </a:cubicBezTo>
                      <a:cubicBezTo>
                        <a:pt x="157741" y="391630"/>
                        <a:pt x="171340" y="391630"/>
                        <a:pt x="174060" y="391630"/>
                      </a:cubicBezTo>
                      <a:cubicBezTo>
                        <a:pt x="182219" y="391630"/>
                        <a:pt x="190378" y="391630"/>
                        <a:pt x="195817" y="388910"/>
                      </a:cubicBezTo>
                      <a:cubicBezTo>
                        <a:pt x="201256" y="388910"/>
                        <a:pt x="206696" y="388910"/>
                        <a:pt x="214855" y="388910"/>
                      </a:cubicBezTo>
                      <a:cubicBezTo>
                        <a:pt x="220294" y="388910"/>
                        <a:pt x="228453" y="388910"/>
                        <a:pt x="239332" y="388910"/>
                      </a:cubicBezTo>
                      <a:cubicBezTo>
                        <a:pt x="244771" y="388910"/>
                        <a:pt x="250210" y="388910"/>
                        <a:pt x="252930" y="386191"/>
                      </a:cubicBezTo>
                      <a:cubicBezTo>
                        <a:pt x="258369" y="391630"/>
                        <a:pt x="261089" y="388910"/>
                        <a:pt x="261089" y="386191"/>
                      </a:cubicBezTo>
                      <a:cubicBezTo>
                        <a:pt x="261089" y="380751"/>
                        <a:pt x="258369" y="372592"/>
                        <a:pt x="258369" y="367153"/>
                      </a:cubicBezTo>
                      <a:cubicBezTo>
                        <a:pt x="255650" y="353555"/>
                        <a:pt x="252930" y="342676"/>
                        <a:pt x="252930" y="331797"/>
                      </a:cubicBezTo>
                      <a:cubicBezTo>
                        <a:pt x="252930" y="301881"/>
                        <a:pt x="252930" y="274685"/>
                        <a:pt x="250210" y="244769"/>
                      </a:cubicBezTo>
                      <a:cubicBezTo>
                        <a:pt x="250210" y="231170"/>
                        <a:pt x="247491" y="217572"/>
                        <a:pt x="244771" y="203974"/>
                      </a:cubicBezTo>
                      <a:cubicBezTo>
                        <a:pt x="242051" y="187656"/>
                        <a:pt x="239332" y="174058"/>
                        <a:pt x="239332" y="157740"/>
                      </a:cubicBezTo>
                      <a:cubicBezTo>
                        <a:pt x="239332" y="152300"/>
                        <a:pt x="239332" y="133263"/>
                        <a:pt x="236612" y="119665"/>
                      </a:cubicBezTo>
                      <a:cubicBezTo>
                        <a:pt x="236612" y="106066"/>
                        <a:pt x="233892" y="97907"/>
                        <a:pt x="228453" y="97907"/>
                      </a:cubicBezTo>
                      <a:close/>
                      <a:moveTo>
                        <a:pt x="274687" y="0"/>
                      </a:moveTo>
                      <a:cubicBezTo>
                        <a:pt x="288285" y="0"/>
                        <a:pt x="293724" y="2720"/>
                        <a:pt x="304603" y="5439"/>
                      </a:cubicBezTo>
                      <a:cubicBezTo>
                        <a:pt x="315482" y="10879"/>
                        <a:pt x="315482" y="16318"/>
                        <a:pt x="320921" y="24477"/>
                      </a:cubicBezTo>
                      <a:cubicBezTo>
                        <a:pt x="326360" y="29916"/>
                        <a:pt x="331800" y="35356"/>
                        <a:pt x="334519" y="43515"/>
                      </a:cubicBezTo>
                      <a:cubicBezTo>
                        <a:pt x="337239" y="51674"/>
                        <a:pt x="337239" y="57113"/>
                        <a:pt x="339959" y="65272"/>
                      </a:cubicBezTo>
                      <a:cubicBezTo>
                        <a:pt x="345398" y="78870"/>
                        <a:pt x="342678" y="97908"/>
                        <a:pt x="348118" y="114226"/>
                      </a:cubicBezTo>
                      <a:cubicBezTo>
                        <a:pt x="350837" y="130544"/>
                        <a:pt x="358996" y="146863"/>
                        <a:pt x="361716" y="163180"/>
                      </a:cubicBezTo>
                      <a:cubicBezTo>
                        <a:pt x="364435" y="182218"/>
                        <a:pt x="364435" y="201256"/>
                        <a:pt x="369875" y="220293"/>
                      </a:cubicBezTo>
                      <a:cubicBezTo>
                        <a:pt x="375314" y="239331"/>
                        <a:pt x="378034" y="255649"/>
                        <a:pt x="378034" y="274686"/>
                      </a:cubicBezTo>
                      <a:cubicBezTo>
                        <a:pt x="378034" y="282845"/>
                        <a:pt x="380753" y="293724"/>
                        <a:pt x="383473" y="301883"/>
                      </a:cubicBezTo>
                      <a:cubicBezTo>
                        <a:pt x="386193" y="312762"/>
                        <a:pt x="388912" y="326360"/>
                        <a:pt x="391632" y="337238"/>
                      </a:cubicBezTo>
                      <a:cubicBezTo>
                        <a:pt x="391632" y="342678"/>
                        <a:pt x="394352" y="353556"/>
                        <a:pt x="397071" y="364435"/>
                      </a:cubicBezTo>
                      <a:cubicBezTo>
                        <a:pt x="399791" y="372594"/>
                        <a:pt x="402511" y="380753"/>
                        <a:pt x="405230" y="383473"/>
                      </a:cubicBezTo>
                      <a:cubicBezTo>
                        <a:pt x="407950" y="386192"/>
                        <a:pt x="413389" y="386192"/>
                        <a:pt x="416109" y="386192"/>
                      </a:cubicBezTo>
                      <a:cubicBezTo>
                        <a:pt x="418829" y="386192"/>
                        <a:pt x="424268" y="386192"/>
                        <a:pt x="426988" y="386192"/>
                      </a:cubicBezTo>
                      <a:cubicBezTo>
                        <a:pt x="437866" y="386192"/>
                        <a:pt x="448745" y="388912"/>
                        <a:pt x="454184" y="397071"/>
                      </a:cubicBezTo>
                      <a:cubicBezTo>
                        <a:pt x="456904" y="399790"/>
                        <a:pt x="456904" y="402510"/>
                        <a:pt x="456904" y="405230"/>
                      </a:cubicBezTo>
                      <a:cubicBezTo>
                        <a:pt x="456904" y="407949"/>
                        <a:pt x="454184" y="410669"/>
                        <a:pt x="451465" y="416108"/>
                      </a:cubicBezTo>
                      <a:cubicBezTo>
                        <a:pt x="446025" y="421548"/>
                        <a:pt x="440586" y="426987"/>
                        <a:pt x="432427" y="429707"/>
                      </a:cubicBezTo>
                      <a:cubicBezTo>
                        <a:pt x="429707" y="429707"/>
                        <a:pt x="426988" y="432426"/>
                        <a:pt x="421548" y="432426"/>
                      </a:cubicBezTo>
                      <a:cubicBezTo>
                        <a:pt x="418829" y="432426"/>
                        <a:pt x="416109" y="432426"/>
                        <a:pt x="413389" y="435146"/>
                      </a:cubicBezTo>
                      <a:cubicBezTo>
                        <a:pt x="413389" y="435146"/>
                        <a:pt x="413389" y="437866"/>
                        <a:pt x="413389" y="440585"/>
                      </a:cubicBezTo>
                      <a:cubicBezTo>
                        <a:pt x="413389" y="443305"/>
                        <a:pt x="413389" y="448744"/>
                        <a:pt x="416109" y="451464"/>
                      </a:cubicBezTo>
                      <a:cubicBezTo>
                        <a:pt x="416109" y="456903"/>
                        <a:pt x="418829" y="462343"/>
                        <a:pt x="418829" y="465062"/>
                      </a:cubicBezTo>
                      <a:lnTo>
                        <a:pt x="418829" y="475941"/>
                      </a:lnTo>
                      <a:cubicBezTo>
                        <a:pt x="418829" y="481380"/>
                        <a:pt x="418829" y="484100"/>
                        <a:pt x="418829" y="486820"/>
                      </a:cubicBezTo>
                      <a:cubicBezTo>
                        <a:pt x="421548" y="497698"/>
                        <a:pt x="424268" y="505857"/>
                        <a:pt x="426988" y="516736"/>
                      </a:cubicBezTo>
                      <a:cubicBezTo>
                        <a:pt x="426988" y="524895"/>
                        <a:pt x="429707" y="535773"/>
                        <a:pt x="432427" y="543932"/>
                      </a:cubicBezTo>
                      <a:cubicBezTo>
                        <a:pt x="435147" y="554811"/>
                        <a:pt x="437866" y="562970"/>
                        <a:pt x="437866" y="573848"/>
                      </a:cubicBezTo>
                      <a:cubicBezTo>
                        <a:pt x="437866" y="587447"/>
                        <a:pt x="440586" y="595606"/>
                        <a:pt x="443306" y="606484"/>
                      </a:cubicBezTo>
                      <a:cubicBezTo>
                        <a:pt x="443306" y="609204"/>
                        <a:pt x="446025" y="614643"/>
                        <a:pt x="446025" y="617363"/>
                      </a:cubicBezTo>
                      <a:cubicBezTo>
                        <a:pt x="454184" y="617363"/>
                        <a:pt x="462343" y="617363"/>
                        <a:pt x="470502" y="617363"/>
                      </a:cubicBezTo>
                      <a:cubicBezTo>
                        <a:pt x="478661" y="625522"/>
                        <a:pt x="492259" y="630961"/>
                        <a:pt x="494979" y="641840"/>
                      </a:cubicBezTo>
                      <a:cubicBezTo>
                        <a:pt x="494979" y="647279"/>
                        <a:pt x="489540" y="649999"/>
                        <a:pt x="486820" y="655438"/>
                      </a:cubicBezTo>
                      <a:cubicBezTo>
                        <a:pt x="484100" y="660877"/>
                        <a:pt x="475942" y="663597"/>
                        <a:pt x="470502" y="663597"/>
                      </a:cubicBezTo>
                      <a:cubicBezTo>
                        <a:pt x="459623" y="666317"/>
                        <a:pt x="454184" y="666317"/>
                        <a:pt x="446025" y="666317"/>
                      </a:cubicBezTo>
                      <a:cubicBezTo>
                        <a:pt x="440586" y="666317"/>
                        <a:pt x="432427" y="666317"/>
                        <a:pt x="424268" y="666317"/>
                      </a:cubicBezTo>
                      <a:cubicBezTo>
                        <a:pt x="421548" y="666317"/>
                        <a:pt x="418829" y="666317"/>
                        <a:pt x="416109" y="666317"/>
                      </a:cubicBezTo>
                      <a:cubicBezTo>
                        <a:pt x="410670" y="669036"/>
                        <a:pt x="407950" y="669036"/>
                        <a:pt x="402511" y="671756"/>
                      </a:cubicBezTo>
                      <a:cubicBezTo>
                        <a:pt x="397071" y="671756"/>
                        <a:pt x="391632" y="674476"/>
                        <a:pt x="386193" y="674476"/>
                      </a:cubicBezTo>
                      <a:cubicBezTo>
                        <a:pt x="375314" y="674476"/>
                        <a:pt x="361716" y="671756"/>
                        <a:pt x="350837" y="669036"/>
                      </a:cubicBezTo>
                      <a:cubicBezTo>
                        <a:pt x="342678" y="669036"/>
                        <a:pt x="334519" y="669036"/>
                        <a:pt x="329080" y="669036"/>
                      </a:cubicBezTo>
                      <a:cubicBezTo>
                        <a:pt x="307323" y="669036"/>
                        <a:pt x="288285" y="669036"/>
                        <a:pt x="280126" y="669036"/>
                      </a:cubicBezTo>
                      <a:cubicBezTo>
                        <a:pt x="271967" y="669036"/>
                        <a:pt x="261088" y="669036"/>
                        <a:pt x="255649" y="663597"/>
                      </a:cubicBezTo>
                      <a:cubicBezTo>
                        <a:pt x="250210" y="660877"/>
                        <a:pt x="239331" y="655438"/>
                        <a:pt x="239331" y="647279"/>
                      </a:cubicBezTo>
                      <a:cubicBezTo>
                        <a:pt x="239331" y="636401"/>
                        <a:pt x="255649" y="633681"/>
                        <a:pt x="263808" y="630961"/>
                      </a:cubicBezTo>
                      <a:cubicBezTo>
                        <a:pt x="269247" y="630961"/>
                        <a:pt x="277406" y="630961"/>
                        <a:pt x="291005" y="628241"/>
                      </a:cubicBezTo>
                      <a:cubicBezTo>
                        <a:pt x="291005" y="620082"/>
                        <a:pt x="291005" y="614643"/>
                        <a:pt x="288285" y="609204"/>
                      </a:cubicBezTo>
                      <a:cubicBezTo>
                        <a:pt x="288285" y="601045"/>
                        <a:pt x="285565" y="590166"/>
                        <a:pt x="285565" y="582007"/>
                      </a:cubicBezTo>
                      <a:cubicBezTo>
                        <a:pt x="285565" y="576568"/>
                        <a:pt x="282846" y="573848"/>
                        <a:pt x="282846" y="568409"/>
                      </a:cubicBezTo>
                      <a:cubicBezTo>
                        <a:pt x="282846" y="562970"/>
                        <a:pt x="285565" y="557531"/>
                        <a:pt x="285565" y="554811"/>
                      </a:cubicBezTo>
                      <a:cubicBezTo>
                        <a:pt x="285565" y="549371"/>
                        <a:pt x="282846" y="546652"/>
                        <a:pt x="280126" y="538493"/>
                      </a:cubicBezTo>
                      <a:cubicBezTo>
                        <a:pt x="280126" y="527614"/>
                        <a:pt x="274687" y="516736"/>
                        <a:pt x="274687" y="505857"/>
                      </a:cubicBezTo>
                      <a:cubicBezTo>
                        <a:pt x="274687" y="494978"/>
                        <a:pt x="274687" y="486820"/>
                        <a:pt x="271967" y="478660"/>
                      </a:cubicBezTo>
                      <a:cubicBezTo>
                        <a:pt x="269247" y="467782"/>
                        <a:pt x="269247" y="456903"/>
                        <a:pt x="269247" y="446025"/>
                      </a:cubicBezTo>
                      <a:cubicBezTo>
                        <a:pt x="269247" y="440585"/>
                        <a:pt x="266528" y="437866"/>
                        <a:pt x="263808" y="437866"/>
                      </a:cubicBezTo>
                      <a:cubicBezTo>
                        <a:pt x="261088" y="437866"/>
                        <a:pt x="258369" y="437866"/>
                        <a:pt x="252929" y="437866"/>
                      </a:cubicBezTo>
                      <a:cubicBezTo>
                        <a:pt x="242051" y="437866"/>
                        <a:pt x="231172" y="437866"/>
                        <a:pt x="223013" y="440585"/>
                      </a:cubicBezTo>
                      <a:cubicBezTo>
                        <a:pt x="212135" y="440585"/>
                        <a:pt x="203976" y="443305"/>
                        <a:pt x="193097" y="443305"/>
                      </a:cubicBezTo>
                      <a:cubicBezTo>
                        <a:pt x="184938" y="443305"/>
                        <a:pt x="176779" y="443305"/>
                        <a:pt x="168620" y="443305"/>
                      </a:cubicBezTo>
                      <a:cubicBezTo>
                        <a:pt x="165900" y="443305"/>
                        <a:pt x="155021" y="440585"/>
                        <a:pt x="146862" y="440585"/>
                      </a:cubicBezTo>
                      <a:cubicBezTo>
                        <a:pt x="138703" y="440585"/>
                        <a:pt x="138703" y="448744"/>
                        <a:pt x="138703" y="454184"/>
                      </a:cubicBezTo>
                      <a:cubicBezTo>
                        <a:pt x="138703" y="465062"/>
                        <a:pt x="135983" y="475941"/>
                        <a:pt x="133263" y="486820"/>
                      </a:cubicBezTo>
                      <a:cubicBezTo>
                        <a:pt x="130544" y="505857"/>
                        <a:pt x="125105" y="522175"/>
                        <a:pt x="122385" y="541213"/>
                      </a:cubicBezTo>
                      <a:cubicBezTo>
                        <a:pt x="119665" y="560250"/>
                        <a:pt x="111506" y="595606"/>
                        <a:pt x="106067" y="614643"/>
                      </a:cubicBezTo>
                      <a:cubicBezTo>
                        <a:pt x="114226" y="614643"/>
                        <a:pt x="125105" y="614643"/>
                        <a:pt x="135983" y="614643"/>
                      </a:cubicBezTo>
                      <a:cubicBezTo>
                        <a:pt x="149581" y="614643"/>
                        <a:pt x="171340" y="614643"/>
                        <a:pt x="171340" y="630961"/>
                      </a:cubicBezTo>
                      <a:cubicBezTo>
                        <a:pt x="171340" y="639120"/>
                        <a:pt x="168620" y="639120"/>
                        <a:pt x="165900" y="647279"/>
                      </a:cubicBezTo>
                      <a:cubicBezTo>
                        <a:pt x="163181" y="652718"/>
                        <a:pt x="155021" y="655438"/>
                        <a:pt x="149581" y="655438"/>
                      </a:cubicBezTo>
                      <a:cubicBezTo>
                        <a:pt x="141423" y="658158"/>
                        <a:pt x="135983" y="658158"/>
                        <a:pt x="127824" y="658158"/>
                      </a:cubicBezTo>
                      <a:cubicBezTo>
                        <a:pt x="122385" y="658158"/>
                        <a:pt x="116946" y="658158"/>
                        <a:pt x="106067" y="658158"/>
                      </a:cubicBezTo>
                      <a:cubicBezTo>
                        <a:pt x="92469" y="658158"/>
                        <a:pt x="78870" y="658158"/>
                        <a:pt x="62552" y="658158"/>
                      </a:cubicBezTo>
                      <a:cubicBezTo>
                        <a:pt x="54393" y="658158"/>
                        <a:pt x="46234" y="658158"/>
                        <a:pt x="40795" y="658158"/>
                      </a:cubicBezTo>
                      <a:cubicBezTo>
                        <a:pt x="32636" y="658158"/>
                        <a:pt x="21758" y="658158"/>
                        <a:pt x="16318" y="652718"/>
                      </a:cubicBezTo>
                      <a:cubicBezTo>
                        <a:pt x="8159" y="649999"/>
                        <a:pt x="0" y="641840"/>
                        <a:pt x="0" y="636401"/>
                      </a:cubicBezTo>
                      <a:cubicBezTo>
                        <a:pt x="0" y="633681"/>
                        <a:pt x="0" y="630961"/>
                        <a:pt x="2720" y="628241"/>
                      </a:cubicBezTo>
                      <a:cubicBezTo>
                        <a:pt x="8159" y="625522"/>
                        <a:pt x="16318" y="622802"/>
                        <a:pt x="24477" y="620082"/>
                      </a:cubicBezTo>
                      <a:cubicBezTo>
                        <a:pt x="38075" y="617363"/>
                        <a:pt x="48954" y="617363"/>
                        <a:pt x="62552" y="617363"/>
                      </a:cubicBezTo>
                      <a:cubicBezTo>
                        <a:pt x="62552" y="617363"/>
                        <a:pt x="62552" y="614643"/>
                        <a:pt x="62552" y="614643"/>
                      </a:cubicBezTo>
                      <a:cubicBezTo>
                        <a:pt x="62552" y="603765"/>
                        <a:pt x="65272" y="590166"/>
                        <a:pt x="65272" y="587447"/>
                      </a:cubicBezTo>
                      <a:cubicBezTo>
                        <a:pt x="67992" y="565689"/>
                        <a:pt x="73431" y="543932"/>
                        <a:pt x="76151" y="522175"/>
                      </a:cubicBezTo>
                      <a:cubicBezTo>
                        <a:pt x="78870" y="505857"/>
                        <a:pt x="81590" y="486820"/>
                        <a:pt x="87029" y="470501"/>
                      </a:cubicBezTo>
                      <a:cubicBezTo>
                        <a:pt x="87029" y="465062"/>
                        <a:pt x="92469" y="451464"/>
                        <a:pt x="92469" y="446025"/>
                      </a:cubicBezTo>
                      <a:cubicBezTo>
                        <a:pt x="92469" y="437866"/>
                        <a:pt x="73431" y="437866"/>
                        <a:pt x="65272" y="432426"/>
                      </a:cubicBezTo>
                      <a:cubicBezTo>
                        <a:pt x="59833" y="429707"/>
                        <a:pt x="54393" y="426987"/>
                        <a:pt x="54393" y="421548"/>
                      </a:cubicBezTo>
                      <a:cubicBezTo>
                        <a:pt x="54393" y="413389"/>
                        <a:pt x="62552" y="410669"/>
                        <a:pt x="73431" y="407949"/>
                      </a:cubicBezTo>
                      <a:cubicBezTo>
                        <a:pt x="78870" y="407949"/>
                        <a:pt x="92469" y="405230"/>
                        <a:pt x="100628" y="399790"/>
                      </a:cubicBezTo>
                      <a:cubicBezTo>
                        <a:pt x="106067" y="394351"/>
                        <a:pt x="106067" y="378033"/>
                        <a:pt x="108787" y="369874"/>
                      </a:cubicBezTo>
                      <a:cubicBezTo>
                        <a:pt x="114226" y="348117"/>
                        <a:pt x="119665" y="326360"/>
                        <a:pt x="125105" y="307322"/>
                      </a:cubicBezTo>
                      <a:cubicBezTo>
                        <a:pt x="130544" y="285565"/>
                        <a:pt x="135983" y="263808"/>
                        <a:pt x="141423" y="242051"/>
                      </a:cubicBezTo>
                      <a:cubicBezTo>
                        <a:pt x="146862" y="220293"/>
                        <a:pt x="152301" y="198536"/>
                        <a:pt x="155021" y="179498"/>
                      </a:cubicBezTo>
                      <a:cubicBezTo>
                        <a:pt x="157740" y="160461"/>
                        <a:pt x="163181" y="138703"/>
                        <a:pt x="168620" y="119665"/>
                      </a:cubicBezTo>
                      <a:cubicBezTo>
                        <a:pt x="176779" y="100627"/>
                        <a:pt x="182218" y="76150"/>
                        <a:pt x="193097" y="57113"/>
                      </a:cubicBezTo>
                      <a:lnTo>
                        <a:pt x="201256" y="38075"/>
                      </a:lnTo>
                      <a:cubicBezTo>
                        <a:pt x="206695" y="29916"/>
                        <a:pt x="209415" y="19038"/>
                        <a:pt x="217574" y="13598"/>
                      </a:cubicBezTo>
                      <a:cubicBezTo>
                        <a:pt x="231172" y="2720"/>
                        <a:pt x="255649" y="0"/>
                        <a:pt x="274687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40" name="Freeform: Shape 39">
                  <a:extLst>
                    <a:ext uri="{FF2B5EF4-FFF2-40B4-BE49-F238E27FC236}">
                      <a16:creationId xmlns:a16="http://schemas.microsoft.com/office/drawing/2014/main" id="{3A3220ED-525E-42D0-945D-DABC984A9613}"/>
                    </a:ext>
                  </a:extLst>
                </p:cNvPr>
                <p:cNvSpPr/>
                <p:nvPr/>
              </p:nvSpPr>
              <p:spPr>
                <a:xfrm>
                  <a:off x="3443268" y="4186718"/>
                  <a:ext cx="435145" cy="761503"/>
                </a:xfrm>
                <a:custGeom>
                  <a:avLst/>
                  <a:gdLst>
                    <a:gd name="connsiteX0" fmla="*/ 400855 w 435145"/>
                    <a:gd name="connsiteY0" fmla="*/ 678260 h 761503"/>
                    <a:gd name="connsiteX1" fmla="*/ 384537 w 435145"/>
                    <a:gd name="connsiteY1" fmla="*/ 719054 h 761503"/>
                    <a:gd name="connsiteX2" fmla="*/ 368219 w 435145"/>
                    <a:gd name="connsiteY2" fmla="*/ 713615 h 761503"/>
                    <a:gd name="connsiteX3" fmla="*/ 360060 w 435145"/>
                    <a:gd name="connsiteY3" fmla="*/ 697297 h 761503"/>
                    <a:gd name="connsiteX4" fmla="*/ 360060 w 435145"/>
                    <a:gd name="connsiteY4" fmla="*/ 651063 h 761503"/>
                    <a:gd name="connsiteX5" fmla="*/ 332864 w 435145"/>
                    <a:gd name="connsiteY5" fmla="*/ 686418 h 761503"/>
                    <a:gd name="connsiteX6" fmla="*/ 251274 w 435145"/>
                    <a:gd name="connsiteY6" fmla="*/ 721774 h 761503"/>
                    <a:gd name="connsiteX7" fmla="*/ 229517 w 435145"/>
                    <a:gd name="connsiteY7" fmla="*/ 719054 h 761503"/>
                    <a:gd name="connsiteX8" fmla="*/ 158806 w 435145"/>
                    <a:gd name="connsiteY8" fmla="*/ 694578 h 761503"/>
                    <a:gd name="connsiteX9" fmla="*/ 112571 w 435145"/>
                    <a:gd name="connsiteY9" fmla="*/ 659222 h 761503"/>
                    <a:gd name="connsiteX10" fmla="*/ 79936 w 435145"/>
                    <a:gd name="connsiteY10" fmla="*/ 607548 h 761503"/>
                    <a:gd name="connsiteX11" fmla="*/ 63618 w 435145"/>
                    <a:gd name="connsiteY11" fmla="*/ 542277 h 761503"/>
                    <a:gd name="connsiteX12" fmla="*/ 58178 w 435145"/>
                    <a:gd name="connsiteY12" fmla="*/ 471566 h 761503"/>
                    <a:gd name="connsiteX13" fmla="*/ 60898 w 435145"/>
                    <a:gd name="connsiteY13" fmla="*/ 400855 h 761503"/>
                    <a:gd name="connsiteX14" fmla="*/ 66337 w 435145"/>
                    <a:gd name="connsiteY14" fmla="*/ 335583 h 761503"/>
                    <a:gd name="connsiteX15" fmla="*/ 85375 w 435145"/>
                    <a:gd name="connsiteY15" fmla="*/ 267592 h 761503"/>
                    <a:gd name="connsiteX16" fmla="*/ 109852 w 435145"/>
                    <a:gd name="connsiteY16" fmla="*/ 199600 h 761503"/>
                    <a:gd name="connsiteX17" fmla="*/ 145207 w 435145"/>
                    <a:gd name="connsiteY17" fmla="*/ 145207 h 761503"/>
                    <a:gd name="connsiteX18" fmla="*/ 188722 w 435145"/>
                    <a:gd name="connsiteY18" fmla="*/ 96253 h 761503"/>
                    <a:gd name="connsiteX19" fmla="*/ 243115 w 435145"/>
                    <a:gd name="connsiteY19" fmla="*/ 71776 h 761503"/>
                    <a:gd name="connsiteX20" fmla="*/ 286630 w 435145"/>
                    <a:gd name="connsiteY20" fmla="*/ 63617 h 761503"/>
                    <a:gd name="connsiteX21" fmla="*/ 305667 w 435145"/>
                    <a:gd name="connsiteY21" fmla="*/ 66337 h 761503"/>
                    <a:gd name="connsiteX22" fmla="*/ 324705 w 435145"/>
                    <a:gd name="connsiteY22" fmla="*/ 79936 h 761503"/>
                    <a:gd name="connsiteX23" fmla="*/ 341023 w 435145"/>
                    <a:gd name="connsiteY23" fmla="*/ 101693 h 761503"/>
                    <a:gd name="connsiteX24" fmla="*/ 354621 w 435145"/>
                    <a:gd name="connsiteY24" fmla="*/ 123450 h 761503"/>
                    <a:gd name="connsiteX25" fmla="*/ 354621 w 435145"/>
                    <a:gd name="connsiteY25" fmla="*/ 98973 h 761503"/>
                    <a:gd name="connsiteX26" fmla="*/ 360060 w 435145"/>
                    <a:gd name="connsiteY26" fmla="*/ 74496 h 761503"/>
                    <a:gd name="connsiteX27" fmla="*/ 365500 w 435145"/>
                    <a:gd name="connsiteY27" fmla="*/ 63617 h 761503"/>
                    <a:gd name="connsiteX28" fmla="*/ 373659 w 435145"/>
                    <a:gd name="connsiteY28" fmla="*/ 58178 h 761503"/>
                    <a:gd name="connsiteX29" fmla="*/ 381818 w 435145"/>
                    <a:gd name="connsiteY29" fmla="*/ 63617 h 761503"/>
                    <a:gd name="connsiteX30" fmla="*/ 389977 w 435145"/>
                    <a:gd name="connsiteY30" fmla="*/ 82655 h 761503"/>
                    <a:gd name="connsiteX31" fmla="*/ 392696 w 435145"/>
                    <a:gd name="connsiteY31" fmla="*/ 126170 h 761503"/>
                    <a:gd name="connsiteX32" fmla="*/ 395416 w 435145"/>
                    <a:gd name="connsiteY32" fmla="*/ 186002 h 761503"/>
                    <a:gd name="connsiteX33" fmla="*/ 398136 w 435145"/>
                    <a:gd name="connsiteY33" fmla="*/ 237675 h 761503"/>
                    <a:gd name="connsiteX34" fmla="*/ 398136 w 435145"/>
                    <a:gd name="connsiteY34" fmla="*/ 243115 h 761503"/>
                    <a:gd name="connsiteX35" fmla="*/ 395416 w 435145"/>
                    <a:gd name="connsiteY35" fmla="*/ 256713 h 761503"/>
                    <a:gd name="connsiteX36" fmla="*/ 379098 w 435145"/>
                    <a:gd name="connsiteY36" fmla="*/ 278470 h 761503"/>
                    <a:gd name="connsiteX37" fmla="*/ 362780 w 435145"/>
                    <a:gd name="connsiteY37" fmla="*/ 273031 h 761503"/>
                    <a:gd name="connsiteX38" fmla="*/ 354621 w 435145"/>
                    <a:gd name="connsiteY38" fmla="*/ 256713 h 761503"/>
                    <a:gd name="connsiteX39" fmla="*/ 354621 w 435145"/>
                    <a:gd name="connsiteY39" fmla="*/ 213198 h 761503"/>
                    <a:gd name="connsiteX40" fmla="*/ 354621 w 435145"/>
                    <a:gd name="connsiteY40" fmla="*/ 205040 h 761503"/>
                    <a:gd name="connsiteX41" fmla="*/ 338303 w 435145"/>
                    <a:gd name="connsiteY41" fmla="*/ 147927 h 761503"/>
                    <a:gd name="connsiteX42" fmla="*/ 292069 w 435145"/>
                    <a:gd name="connsiteY42" fmla="*/ 107132 h 761503"/>
                    <a:gd name="connsiteX43" fmla="*/ 262153 w 435145"/>
                    <a:gd name="connsiteY43" fmla="*/ 120730 h 761503"/>
                    <a:gd name="connsiteX44" fmla="*/ 251274 w 435145"/>
                    <a:gd name="connsiteY44" fmla="*/ 131609 h 761503"/>
                    <a:gd name="connsiteX45" fmla="*/ 240395 w 435145"/>
                    <a:gd name="connsiteY45" fmla="*/ 139768 h 761503"/>
                    <a:gd name="connsiteX46" fmla="*/ 237676 w 435145"/>
                    <a:gd name="connsiteY46" fmla="*/ 164245 h 761503"/>
                    <a:gd name="connsiteX47" fmla="*/ 226797 w 435145"/>
                    <a:gd name="connsiteY47" fmla="*/ 196881 h 761503"/>
                    <a:gd name="connsiteX48" fmla="*/ 213199 w 435145"/>
                    <a:gd name="connsiteY48" fmla="*/ 259433 h 761503"/>
                    <a:gd name="connsiteX49" fmla="*/ 207759 w 435145"/>
                    <a:gd name="connsiteY49" fmla="*/ 324704 h 761503"/>
                    <a:gd name="connsiteX50" fmla="*/ 207759 w 435145"/>
                    <a:gd name="connsiteY50" fmla="*/ 335583 h 761503"/>
                    <a:gd name="connsiteX51" fmla="*/ 205040 w 435145"/>
                    <a:gd name="connsiteY51" fmla="*/ 349181 h 761503"/>
                    <a:gd name="connsiteX52" fmla="*/ 207759 w 435145"/>
                    <a:gd name="connsiteY52" fmla="*/ 368219 h 761503"/>
                    <a:gd name="connsiteX53" fmla="*/ 207759 w 435145"/>
                    <a:gd name="connsiteY53" fmla="*/ 376378 h 761503"/>
                    <a:gd name="connsiteX54" fmla="*/ 205040 w 435145"/>
                    <a:gd name="connsiteY54" fmla="*/ 387256 h 761503"/>
                    <a:gd name="connsiteX55" fmla="*/ 205040 w 435145"/>
                    <a:gd name="connsiteY55" fmla="*/ 395415 h 761503"/>
                    <a:gd name="connsiteX56" fmla="*/ 205040 w 435145"/>
                    <a:gd name="connsiteY56" fmla="*/ 406294 h 761503"/>
                    <a:gd name="connsiteX57" fmla="*/ 205040 w 435145"/>
                    <a:gd name="connsiteY57" fmla="*/ 425332 h 761503"/>
                    <a:gd name="connsiteX58" fmla="*/ 213199 w 435145"/>
                    <a:gd name="connsiteY58" fmla="*/ 493323 h 761503"/>
                    <a:gd name="connsiteX59" fmla="*/ 221358 w 435145"/>
                    <a:gd name="connsiteY59" fmla="*/ 561314 h 761503"/>
                    <a:gd name="connsiteX60" fmla="*/ 226797 w 435145"/>
                    <a:gd name="connsiteY60" fmla="*/ 591231 h 761503"/>
                    <a:gd name="connsiteX61" fmla="*/ 240395 w 435145"/>
                    <a:gd name="connsiteY61" fmla="*/ 618427 h 761503"/>
                    <a:gd name="connsiteX62" fmla="*/ 283910 w 435145"/>
                    <a:gd name="connsiteY62" fmla="*/ 651063 h 761503"/>
                    <a:gd name="connsiteX63" fmla="*/ 338303 w 435145"/>
                    <a:gd name="connsiteY63" fmla="*/ 612988 h 761503"/>
                    <a:gd name="connsiteX64" fmla="*/ 354621 w 435145"/>
                    <a:gd name="connsiteY64" fmla="*/ 577632 h 761503"/>
                    <a:gd name="connsiteX65" fmla="*/ 357341 w 435145"/>
                    <a:gd name="connsiteY65" fmla="*/ 509641 h 761503"/>
                    <a:gd name="connsiteX66" fmla="*/ 362780 w 435145"/>
                    <a:gd name="connsiteY66" fmla="*/ 485164 h 761503"/>
                    <a:gd name="connsiteX67" fmla="*/ 368219 w 435145"/>
                    <a:gd name="connsiteY67" fmla="*/ 474286 h 761503"/>
                    <a:gd name="connsiteX68" fmla="*/ 376378 w 435145"/>
                    <a:gd name="connsiteY68" fmla="*/ 468846 h 761503"/>
                    <a:gd name="connsiteX69" fmla="*/ 384537 w 435145"/>
                    <a:gd name="connsiteY69" fmla="*/ 474286 h 761503"/>
                    <a:gd name="connsiteX70" fmla="*/ 392696 w 435145"/>
                    <a:gd name="connsiteY70" fmla="*/ 493323 h 761503"/>
                    <a:gd name="connsiteX71" fmla="*/ 395416 w 435145"/>
                    <a:gd name="connsiteY71" fmla="*/ 558595 h 761503"/>
                    <a:gd name="connsiteX72" fmla="*/ 398136 w 435145"/>
                    <a:gd name="connsiteY72" fmla="*/ 618427 h 761503"/>
                    <a:gd name="connsiteX73" fmla="*/ 400855 w 435145"/>
                    <a:gd name="connsiteY73" fmla="*/ 678260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</a:cxnLst>
                  <a:rect l="l" t="t" r="r" b="b"/>
                  <a:pathLst>
                    <a:path w="435145" h="761503">
                      <a:moveTo>
                        <a:pt x="400855" y="678260"/>
                      </a:moveTo>
                      <a:cubicBezTo>
                        <a:pt x="400855" y="689138"/>
                        <a:pt x="400855" y="719054"/>
                        <a:pt x="384537" y="719054"/>
                      </a:cubicBezTo>
                      <a:cubicBezTo>
                        <a:pt x="376378" y="719054"/>
                        <a:pt x="373659" y="716335"/>
                        <a:pt x="368219" y="713615"/>
                      </a:cubicBezTo>
                      <a:cubicBezTo>
                        <a:pt x="362780" y="710895"/>
                        <a:pt x="360060" y="702736"/>
                        <a:pt x="360060" y="697297"/>
                      </a:cubicBezTo>
                      <a:cubicBezTo>
                        <a:pt x="357341" y="680979"/>
                        <a:pt x="357341" y="664661"/>
                        <a:pt x="360060" y="651063"/>
                      </a:cubicBezTo>
                      <a:cubicBezTo>
                        <a:pt x="354621" y="659222"/>
                        <a:pt x="341023" y="678260"/>
                        <a:pt x="332864" y="686418"/>
                      </a:cubicBezTo>
                      <a:cubicBezTo>
                        <a:pt x="311107" y="708176"/>
                        <a:pt x="283910" y="721774"/>
                        <a:pt x="251274" y="721774"/>
                      </a:cubicBezTo>
                      <a:cubicBezTo>
                        <a:pt x="243115" y="721774"/>
                        <a:pt x="237676" y="721774"/>
                        <a:pt x="229517" y="719054"/>
                      </a:cubicBezTo>
                      <a:cubicBezTo>
                        <a:pt x="207759" y="716335"/>
                        <a:pt x="183283" y="708176"/>
                        <a:pt x="158806" y="694578"/>
                      </a:cubicBezTo>
                      <a:cubicBezTo>
                        <a:pt x="142488" y="686418"/>
                        <a:pt x="126170" y="672820"/>
                        <a:pt x="112571" y="659222"/>
                      </a:cubicBezTo>
                      <a:cubicBezTo>
                        <a:pt x="98973" y="642904"/>
                        <a:pt x="88095" y="626586"/>
                        <a:pt x="79936" y="607548"/>
                      </a:cubicBezTo>
                      <a:cubicBezTo>
                        <a:pt x="71777" y="585791"/>
                        <a:pt x="66337" y="566754"/>
                        <a:pt x="63618" y="542277"/>
                      </a:cubicBezTo>
                      <a:cubicBezTo>
                        <a:pt x="60898" y="517800"/>
                        <a:pt x="58178" y="493323"/>
                        <a:pt x="58178" y="471566"/>
                      </a:cubicBezTo>
                      <a:cubicBezTo>
                        <a:pt x="58178" y="447089"/>
                        <a:pt x="58178" y="425332"/>
                        <a:pt x="60898" y="400855"/>
                      </a:cubicBezTo>
                      <a:cubicBezTo>
                        <a:pt x="63618" y="379098"/>
                        <a:pt x="60898" y="357340"/>
                        <a:pt x="66337" y="335583"/>
                      </a:cubicBezTo>
                      <a:cubicBezTo>
                        <a:pt x="69057" y="313826"/>
                        <a:pt x="77216" y="289349"/>
                        <a:pt x="85375" y="267592"/>
                      </a:cubicBezTo>
                      <a:cubicBezTo>
                        <a:pt x="93534" y="243115"/>
                        <a:pt x="98973" y="221357"/>
                        <a:pt x="109852" y="199600"/>
                      </a:cubicBezTo>
                      <a:cubicBezTo>
                        <a:pt x="118011" y="177843"/>
                        <a:pt x="131609" y="161525"/>
                        <a:pt x="145207" y="145207"/>
                      </a:cubicBezTo>
                      <a:cubicBezTo>
                        <a:pt x="158806" y="128889"/>
                        <a:pt x="172404" y="109852"/>
                        <a:pt x="188722" y="96253"/>
                      </a:cubicBezTo>
                      <a:cubicBezTo>
                        <a:pt x="205040" y="82655"/>
                        <a:pt x="224077" y="77216"/>
                        <a:pt x="243115" y="71776"/>
                      </a:cubicBezTo>
                      <a:cubicBezTo>
                        <a:pt x="256713" y="69057"/>
                        <a:pt x="273031" y="63617"/>
                        <a:pt x="286630" y="63617"/>
                      </a:cubicBezTo>
                      <a:cubicBezTo>
                        <a:pt x="292069" y="63617"/>
                        <a:pt x="297508" y="63617"/>
                        <a:pt x="305667" y="66337"/>
                      </a:cubicBezTo>
                      <a:cubicBezTo>
                        <a:pt x="313826" y="69057"/>
                        <a:pt x="319266" y="74496"/>
                        <a:pt x="324705" y="79936"/>
                      </a:cubicBezTo>
                      <a:cubicBezTo>
                        <a:pt x="332864" y="85375"/>
                        <a:pt x="332864" y="93534"/>
                        <a:pt x="341023" y="101693"/>
                      </a:cubicBezTo>
                      <a:cubicBezTo>
                        <a:pt x="346462" y="107132"/>
                        <a:pt x="349182" y="118011"/>
                        <a:pt x="354621" y="123450"/>
                      </a:cubicBezTo>
                      <a:cubicBezTo>
                        <a:pt x="354621" y="115291"/>
                        <a:pt x="354621" y="101693"/>
                        <a:pt x="354621" y="98973"/>
                      </a:cubicBezTo>
                      <a:cubicBezTo>
                        <a:pt x="354621" y="90814"/>
                        <a:pt x="354621" y="79936"/>
                        <a:pt x="360060" y="74496"/>
                      </a:cubicBezTo>
                      <a:cubicBezTo>
                        <a:pt x="362780" y="71776"/>
                        <a:pt x="362780" y="69057"/>
                        <a:pt x="365500" y="63617"/>
                      </a:cubicBezTo>
                      <a:cubicBezTo>
                        <a:pt x="368219" y="60898"/>
                        <a:pt x="370939" y="58178"/>
                        <a:pt x="373659" y="58178"/>
                      </a:cubicBezTo>
                      <a:cubicBezTo>
                        <a:pt x="376378" y="58178"/>
                        <a:pt x="379098" y="60898"/>
                        <a:pt x="381818" y="63617"/>
                      </a:cubicBezTo>
                      <a:cubicBezTo>
                        <a:pt x="384537" y="69057"/>
                        <a:pt x="387257" y="77216"/>
                        <a:pt x="389977" y="82655"/>
                      </a:cubicBezTo>
                      <a:cubicBezTo>
                        <a:pt x="389977" y="90814"/>
                        <a:pt x="392696" y="107132"/>
                        <a:pt x="392696" y="126170"/>
                      </a:cubicBezTo>
                      <a:cubicBezTo>
                        <a:pt x="392696" y="150647"/>
                        <a:pt x="392696" y="177843"/>
                        <a:pt x="395416" y="186002"/>
                      </a:cubicBezTo>
                      <a:cubicBezTo>
                        <a:pt x="398136" y="205040"/>
                        <a:pt x="398136" y="215918"/>
                        <a:pt x="398136" y="237675"/>
                      </a:cubicBezTo>
                      <a:cubicBezTo>
                        <a:pt x="398136" y="240395"/>
                        <a:pt x="398136" y="243115"/>
                        <a:pt x="398136" y="243115"/>
                      </a:cubicBezTo>
                      <a:cubicBezTo>
                        <a:pt x="398136" y="248554"/>
                        <a:pt x="398136" y="251274"/>
                        <a:pt x="395416" y="256713"/>
                      </a:cubicBezTo>
                      <a:cubicBezTo>
                        <a:pt x="392696" y="267592"/>
                        <a:pt x="389977" y="278470"/>
                        <a:pt x="379098" y="278470"/>
                      </a:cubicBezTo>
                      <a:cubicBezTo>
                        <a:pt x="370939" y="278470"/>
                        <a:pt x="368219" y="275751"/>
                        <a:pt x="362780" y="273031"/>
                      </a:cubicBezTo>
                      <a:cubicBezTo>
                        <a:pt x="357341" y="270311"/>
                        <a:pt x="354621" y="262152"/>
                        <a:pt x="354621" y="256713"/>
                      </a:cubicBezTo>
                      <a:cubicBezTo>
                        <a:pt x="349182" y="237675"/>
                        <a:pt x="354621" y="232236"/>
                        <a:pt x="354621" y="213198"/>
                      </a:cubicBezTo>
                      <a:cubicBezTo>
                        <a:pt x="354621" y="210479"/>
                        <a:pt x="354621" y="207759"/>
                        <a:pt x="354621" y="205040"/>
                      </a:cubicBezTo>
                      <a:cubicBezTo>
                        <a:pt x="349182" y="186002"/>
                        <a:pt x="343742" y="169684"/>
                        <a:pt x="338303" y="147927"/>
                      </a:cubicBezTo>
                      <a:cubicBezTo>
                        <a:pt x="332864" y="131609"/>
                        <a:pt x="311107" y="107132"/>
                        <a:pt x="292069" y="107132"/>
                      </a:cubicBezTo>
                      <a:cubicBezTo>
                        <a:pt x="281190" y="107132"/>
                        <a:pt x="270312" y="115291"/>
                        <a:pt x="262153" y="120730"/>
                      </a:cubicBezTo>
                      <a:cubicBezTo>
                        <a:pt x="259433" y="123450"/>
                        <a:pt x="256713" y="126170"/>
                        <a:pt x="251274" y="131609"/>
                      </a:cubicBezTo>
                      <a:cubicBezTo>
                        <a:pt x="248554" y="134329"/>
                        <a:pt x="243115" y="137048"/>
                        <a:pt x="240395" y="139768"/>
                      </a:cubicBezTo>
                      <a:cubicBezTo>
                        <a:pt x="237676" y="145207"/>
                        <a:pt x="240395" y="156086"/>
                        <a:pt x="237676" y="164245"/>
                      </a:cubicBezTo>
                      <a:cubicBezTo>
                        <a:pt x="232236" y="175123"/>
                        <a:pt x="229517" y="186002"/>
                        <a:pt x="226797" y="196881"/>
                      </a:cubicBezTo>
                      <a:cubicBezTo>
                        <a:pt x="221358" y="218638"/>
                        <a:pt x="218638" y="237675"/>
                        <a:pt x="213199" y="259433"/>
                      </a:cubicBezTo>
                      <a:cubicBezTo>
                        <a:pt x="210479" y="281190"/>
                        <a:pt x="207759" y="302947"/>
                        <a:pt x="207759" y="324704"/>
                      </a:cubicBezTo>
                      <a:cubicBezTo>
                        <a:pt x="207759" y="327424"/>
                        <a:pt x="207759" y="332863"/>
                        <a:pt x="207759" y="335583"/>
                      </a:cubicBezTo>
                      <a:cubicBezTo>
                        <a:pt x="207759" y="341022"/>
                        <a:pt x="205040" y="343742"/>
                        <a:pt x="205040" y="349181"/>
                      </a:cubicBezTo>
                      <a:cubicBezTo>
                        <a:pt x="205040" y="354621"/>
                        <a:pt x="207759" y="362779"/>
                        <a:pt x="207759" y="368219"/>
                      </a:cubicBezTo>
                      <a:cubicBezTo>
                        <a:pt x="207759" y="370939"/>
                        <a:pt x="207759" y="373658"/>
                        <a:pt x="207759" y="376378"/>
                      </a:cubicBezTo>
                      <a:cubicBezTo>
                        <a:pt x="205040" y="381817"/>
                        <a:pt x="205040" y="384537"/>
                        <a:pt x="205040" y="387256"/>
                      </a:cubicBezTo>
                      <a:cubicBezTo>
                        <a:pt x="205040" y="389976"/>
                        <a:pt x="205040" y="392696"/>
                        <a:pt x="205040" y="395415"/>
                      </a:cubicBezTo>
                      <a:cubicBezTo>
                        <a:pt x="205040" y="398135"/>
                        <a:pt x="205040" y="403574"/>
                        <a:pt x="205040" y="406294"/>
                      </a:cubicBezTo>
                      <a:cubicBezTo>
                        <a:pt x="205040" y="411733"/>
                        <a:pt x="205040" y="417173"/>
                        <a:pt x="205040" y="425332"/>
                      </a:cubicBezTo>
                      <a:cubicBezTo>
                        <a:pt x="205040" y="449809"/>
                        <a:pt x="213199" y="471566"/>
                        <a:pt x="213199" y="493323"/>
                      </a:cubicBezTo>
                      <a:cubicBezTo>
                        <a:pt x="213199" y="517800"/>
                        <a:pt x="215919" y="539557"/>
                        <a:pt x="221358" y="561314"/>
                      </a:cubicBezTo>
                      <a:cubicBezTo>
                        <a:pt x="224077" y="572193"/>
                        <a:pt x="224077" y="580352"/>
                        <a:pt x="226797" y="591231"/>
                      </a:cubicBezTo>
                      <a:cubicBezTo>
                        <a:pt x="229517" y="599390"/>
                        <a:pt x="237676" y="607548"/>
                        <a:pt x="240395" y="618427"/>
                      </a:cubicBezTo>
                      <a:cubicBezTo>
                        <a:pt x="248554" y="637465"/>
                        <a:pt x="262153" y="651063"/>
                        <a:pt x="283910" y="651063"/>
                      </a:cubicBezTo>
                      <a:cubicBezTo>
                        <a:pt x="302948" y="651063"/>
                        <a:pt x="330144" y="629306"/>
                        <a:pt x="338303" y="612988"/>
                      </a:cubicBezTo>
                      <a:cubicBezTo>
                        <a:pt x="346462" y="599390"/>
                        <a:pt x="351901" y="591231"/>
                        <a:pt x="354621" y="577632"/>
                      </a:cubicBezTo>
                      <a:cubicBezTo>
                        <a:pt x="354621" y="550436"/>
                        <a:pt x="354621" y="517800"/>
                        <a:pt x="357341" y="509641"/>
                      </a:cubicBezTo>
                      <a:cubicBezTo>
                        <a:pt x="357341" y="501482"/>
                        <a:pt x="357341" y="490603"/>
                        <a:pt x="362780" y="485164"/>
                      </a:cubicBezTo>
                      <a:cubicBezTo>
                        <a:pt x="365500" y="482444"/>
                        <a:pt x="365500" y="479725"/>
                        <a:pt x="368219" y="474286"/>
                      </a:cubicBezTo>
                      <a:cubicBezTo>
                        <a:pt x="370939" y="471566"/>
                        <a:pt x="373659" y="468846"/>
                        <a:pt x="376378" y="468846"/>
                      </a:cubicBezTo>
                      <a:cubicBezTo>
                        <a:pt x="379098" y="468846"/>
                        <a:pt x="381818" y="471566"/>
                        <a:pt x="384537" y="474286"/>
                      </a:cubicBezTo>
                      <a:cubicBezTo>
                        <a:pt x="387257" y="479725"/>
                        <a:pt x="389977" y="487884"/>
                        <a:pt x="392696" y="493323"/>
                      </a:cubicBezTo>
                      <a:cubicBezTo>
                        <a:pt x="392696" y="501482"/>
                        <a:pt x="395416" y="539557"/>
                        <a:pt x="395416" y="558595"/>
                      </a:cubicBezTo>
                      <a:cubicBezTo>
                        <a:pt x="395416" y="583072"/>
                        <a:pt x="395416" y="610268"/>
                        <a:pt x="398136" y="618427"/>
                      </a:cubicBezTo>
                      <a:cubicBezTo>
                        <a:pt x="398136" y="648343"/>
                        <a:pt x="400855" y="659222"/>
                        <a:pt x="400855" y="678260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41" name="Freeform: Shape 40">
                  <a:extLst>
                    <a:ext uri="{FF2B5EF4-FFF2-40B4-BE49-F238E27FC236}">
                      <a16:creationId xmlns:a16="http://schemas.microsoft.com/office/drawing/2014/main" id="{FF9C0273-E1F4-49D7-992B-B560253BF396}"/>
                    </a:ext>
                  </a:extLst>
                </p:cNvPr>
                <p:cNvSpPr/>
                <p:nvPr/>
              </p:nvSpPr>
              <p:spPr>
                <a:xfrm>
                  <a:off x="3829459" y="4200317"/>
                  <a:ext cx="598325" cy="761503"/>
                </a:xfrm>
                <a:custGeom>
                  <a:avLst/>
                  <a:gdLst>
                    <a:gd name="connsiteX0" fmla="*/ 360060 w 598324"/>
                    <a:gd name="connsiteY0" fmla="*/ 332863 h 761503"/>
                    <a:gd name="connsiteX1" fmla="*/ 341023 w 598324"/>
                    <a:gd name="connsiteY1" fmla="*/ 370939 h 761503"/>
                    <a:gd name="connsiteX2" fmla="*/ 376378 w 598324"/>
                    <a:gd name="connsiteY2" fmla="*/ 389976 h 761503"/>
                    <a:gd name="connsiteX3" fmla="*/ 425332 w 598324"/>
                    <a:gd name="connsiteY3" fmla="*/ 433491 h 761503"/>
                    <a:gd name="connsiteX4" fmla="*/ 438930 w 598324"/>
                    <a:gd name="connsiteY4" fmla="*/ 463407 h 761503"/>
                    <a:gd name="connsiteX5" fmla="*/ 449809 w 598324"/>
                    <a:gd name="connsiteY5" fmla="*/ 498762 h 761503"/>
                    <a:gd name="connsiteX6" fmla="*/ 457968 w 598324"/>
                    <a:gd name="connsiteY6" fmla="*/ 528679 h 761503"/>
                    <a:gd name="connsiteX7" fmla="*/ 466127 w 598324"/>
                    <a:gd name="connsiteY7" fmla="*/ 564034 h 761503"/>
                    <a:gd name="connsiteX8" fmla="*/ 471566 w 598324"/>
                    <a:gd name="connsiteY8" fmla="*/ 593950 h 761503"/>
                    <a:gd name="connsiteX9" fmla="*/ 479725 w 598324"/>
                    <a:gd name="connsiteY9" fmla="*/ 607548 h 761503"/>
                    <a:gd name="connsiteX10" fmla="*/ 487884 w 598324"/>
                    <a:gd name="connsiteY10" fmla="*/ 623867 h 761503"/>
                    <a:gd name="connsiteX11" fmla="*/ 501482 w 598324"/>
                    <a:gd name="connsiteY11" fmla="*/ 651063 h 761503"/>
                    <a:gd name="connsiteX12" fmla="*/ 523240 w 598324"/>
                    <a:gd name="connsiteY12" fmla="*/ 670101 h 761503"/>
                    <a:gd name="connsiteX13" fmla="*/ 534119 w 598324"/>
                    <a:gd name="connsiteY13" fmla="*/ 686418 h 761503"/>
                    <a:gd name="connsiteX14" fmla="*/ 531399 w 598324"/>
                    <a:gd name="connsiteY14" fmla="*/ 694578 h 761503"/>
                    <a:gd name="connsiteX15" fmla="*/ 498763 w 598324"/>
                    <a:gd name="connsiteY15" fmla="*/ 708176 h 761503"/>
                    <a:gd name="connsiteX16" fmla="*/ 449809 w 598324"/>
                    <a:gd name="connsiteY16" fmla="*/ 700017 h 761503"/>
                    <a:gd name="connsiteX17" fmla="*/ 400855 w 598324"/>
                    <a:gd name="connsiteY17" fmla="*/ 667381 h 761503"/>
                    <a:gd name="connsiteX18" fmla="*/ 381817 w 598324"/>
                    <a:gd name="connsiteY18" fmla="*/ 642904 h 761503"/>
                    <a:gd name="connsiteX19" fmla="*/ 368219 w 598324"/>
                    <a:gd name="connsiteY19" fmla="*/ 610268 h 761503"/>
                    <a:gd name="connsiteX20" fmla="*/ 349182 w 598324"/>
                    <a:gd name="connsiteY20" fmla="*/ 550436 h 761503"/>
                    <a:gd name="connsiteX21" fmla="*/ 338303 w 598324"/>
                    <a:gd name="connsiteY21" fmla="*/ 504202 h 761503"/>
                    <a:gd name="connsiteX22" fmla="*/ 330144 w 598324"/>
                    <a:gd name="connsiteY22" fmla="*/ 477005 h 761503"/>
                    <a:gd name="connsiteX23" fmla="*/ 321985 w 598324"/>
                    <a:gd name="connsiteY23" fmla="*/ 455248 h 761503"/>
                    <a:gd name="connsiteX24" fmla="*/ 305667 w 598324"/>
                    <a:gd name="connsiteY24" fmla="*/ 436210 h 761503"/>
                    <a:gd name="connsiteX25" fmla="*/ 294788 w 598324"/>
                    <a:gd name="connsiteY25" fmla="*/ 441650 h 761503"/>
                    <a:gd name="connsiteX26" fmla="*/ 278471 w 598324"/>
                    <a:gd name="connsiteY26" fmla="*/ 463407 h 761503"/>
                    <a:gd name="connsiteX27" fmla="*/ 264872 w 598324"/>
                    <a:gd name="connsiteY27" fmla="*/ 496043 h 761503"/>
                    <a:gd name="connsiteX28" fmla="*/ 262153 w 598324"/>
                    <a:gd name="connsiteY28" fmla="*/ 517800 h 761503"/>
                    <a:gd name="connsiteX29" fmla="*/ 262153 w 598324"/>
                    <a:gd name="connsiteY29" fmla="*/ 523239 h 761503"/>
                    <a:gd name="connsiteX30" fmla="*/ 262153 w 598324"/>
                    <a:gd name="connsiteY30" fmla="*/ 553155 h 761503"/>
                    <a:gd name="connsiteX31" fmla="*/ 262153 w 598324"/>
                    <a:gd name="connsiteY31" fmla="*/ 629306 h 761503"/>
                    <a:gd name="connsiteX32" fmla="*/ 259433 w 598324"/>
                    <a:gd name="connsiteY32" fmla="*/ 659222 h 761503"/>
                    <a:gd name="connsiteX33" fmla="*/ 283910 w 598324"/>
                    <a:gd name="connsiteY33" fmla="*/ 659222 h 761503"/>
                    <a:gd name="connsiteX34" fmla="*/ 321985 w 598324"/>
                    <a:gd name="connsiteY34" fmla="*/ 675540 h 761503"/>
                    <a:gd name="connsiteX35" fmla="*/ 316546 w 598324"/>
                    <a:gd name="connsiteY35" fmla="*/ 691858 h 761503"/>
                    <a:gd name="connsiteX36" fmla="*/ 300228 w 598324"/>
                    <a:gd name="connsiteY36" fmla="*/ 700017 h 761503"/>
                    <a:gd name="connsiteX37" fmla="*/ 278471 w 598324"/>
                    <a:gd name="connsiteY37" fmla="*/ 702736 h 761503"/>
                    <a:gd name="connsiteX38" fmla="*/ 243115 w 598324"/>
                    <a:gd name="connsiteY38" fmla="*/ 702736 h 761503"/>
                    <a:gd name="connsiteX39" fmla="*/ 221358 w 598324"/>
                    <a:gd name="connsiteY39" fmla="*/ 710895 h 761503"/>
                    <a:gd name="connsiteX40" fmla="*/ 194161 w 598324"/>
                    <a:gd name="connsiteY40" fmla="*/ 702736 h 761503"/>
                    <a:gd name="connsiteX41" fmla="*/ 177843 w 598324"/>
                    <a:gd name="connsiteY41" fmla="*/ 702736 h 761503"/>
                    <a:gd name="connsiteX42" fmla="*/ 126170 w 598324"/>
                    <a:gd name="connsiteY42" fmla="*/ 702736 h 761503"/>
                    <a:gd name="connsiteX43" fmla="*/ 101693 w 598324"/>
                    <a:gd name="connsiteY43" fmla="*/ 702736 h 761503"/>
                    <a:gd name="connsiteX44" fmla="*/ 74496 w 598324"/>
                    <a:gd name="connsiteY44" fmla="*/ 697297 h 761503"/>
                    <a:gd name="connsiteX45" fmla="*/ 58178 w 598324"/>
                    <a:gd name="connsiteY45" fmla="*/ 680979 h 761503"/>
                    <a:gd name="connsiteX46" fmla="*/ 63617 w 598324"/>
                    <a:gd name="connsiteY46" fmla="*/ 672820 h 761503"/>
                    <a:gd name="connsiteX47" fmla="*/ 85375 w 598324"/>
                    <a:gd name="connsiteY47" fmla="*/ 664661 h 761503"/>
                    <a:gd name="connsiteX48" fmla="*/ 128889 w 598324"/>
                    <a:gd name="connsiteY48" fmla="*/ 659222 h 761503"/>
                    <a:gd name="connsiteX49" fmla="*/ 147927 w 598324"/>
                    <a:gd name="connsiteY49" fmla="*/ 659222 h 761503"/>
                    <a:gd name="connsiteX50" fmla="*/ 145207 w 598324"/>
                    <a:gd name="connsiteY50" fmla="*/ 653783 h 761503"/>
                    <a:gd name="connsiteX51" fmla="*/ 131609 w 598324"/>
                    <a:gd name="connsiteY51" fmla="*/ 585791 h 761503"/>
                    <a:gd name="connsiteX52" fmla="*/ 134329 w 598324"/>
                    <a:gd name="connsiteY52" fmla="*/ 498762 h 761503"/>
                    <a:gd name="connsiteX53" fmla="*/ 137048 w 598324"/>
                    <a:gd name="connsiteY53" fmla="*/ 406294 h 761503"/>
                    <a:gd name="connsiteX54" fmla="*/ 134329 w 598324"/>
                    <a:gd name="connsiteY54" fmla="*/ 327424 h 761503"/>
                    <a:gd name="connsiteX55" fmla="*/ 137048 w 598324"/>
                    <a:gd name="connsiteY55" fmla="*/ 253993 h 761503"/>
                    <a:gd name="connsiteX56" fmla="*/ 139768 w 598324"/>
                    <a:gd name="connsiteY56" fmla="*/ 207759 h 761503"/>
                    <a:gd name="connsiteX57" fmla="*/ 137048 w 598324"/>
                    <a:gd name="connsiteY57" fmla="*/ 172404 h 761503"/>
                    <a:gd name="connsiteX58" fmla="*/ 137048 w 598324"/>
                    <a:gd name="connsiteY58" fmla="*/ 112571 h 761503"/>
                    <a:gd name="connsiteX59" fmla="*/ 126170 w 598324"/>
                    <a:gd name="connsiteY59" fmla="*/ 112571 h 761503"/>
                    <a:gd name="connsiteX60" fmla="*/ 101693 w 598324"/>
                    <a:gd name="connsiteY60" fmla="*/ 112571 h 761503"/>
                    <a:gd name="connsiteX61" fmla="*/ 74496 w 598324"/>
                    <a:gd name="connsiteY61" fmla="*/ 107132 h 761503"/>
                    <a:gd name="connsiteX62" fmla="*/ 58178 w 598324"/>
                    <a:gd name="connsiteY62" fmla="*/ 90814 h 761503"/>
                    <a:gd name="connsiteX63" fmla="*/ 63617 w 598324"/>
                    <a:gd name="connsiteY63" fmla="*/ 82655 h 761503"/>
                    <a:gd name="connsiteX64" fmla="*/ 85375 w 598324"/>
                    <a:gd name="connsiteY64" fmla="*/ 74496 h 761503"/>
                    <a:gd name="connsiteX65" fmla="*/ 137048 w 598324"/>
                    <a:gd name="connsiteY65" fmla="*/ 69057 h 761503"/>
                    <a:gd name="connsiteX66" fmla="*/ 145207 w 598324"/>
                    <a:gd name="connsiteY66" fmla="*/ 69057 h 761503"/>
                    <a:gd name="connsiteX67" fmla="*/ 169684 w 598324"/>
                    <a:gd name="connsiteY67" fmla="*/ 58178 h 761503"/>
                    <a:gd name="connsiteX68" fmla="*/ 177843 w 598324"/>
                    <a:gd name="connsiteY68" fmla="*/ 58178 h 761503"/>
                    <a:gd name="connsiteX69" fmla="*/ 205040 w 598324"/>
                    <a:gd name="connsiteY69" fmla="*/ 66337 h 761503"/>
                    <a:gd name="connsiteX70" fmla="*/ 286629 w 598324"/>
                    <a:gd name="connsiteY70" fmla="*/ 63617 h 761503"/>
                    <a:gd name="connsiteX71" fmla="*/ 324705 w 598324"/>
                    <a:gd name="connsiteY71" fmla="*/ 79936 h 761503"/>
                    <a:gd name="connsiteX72" fmla="*/ 319265 w 598324"/>
                    <a:gd name="connsiteY72" fmla="*/ 96253 h 761503"/>
                    <a:gd name="connsiteX73" fmla="*/ 302948 w 598324"/>
                    <a:gd name="connsiteY73" fmla="*/ 104412 h 761503"/>
                    <a:gd name="connsiteX74" fmla="*/ 278471 w 598324"/>
                    <a:gd name="connsiteY74" fmla="*/ 112571 h 761503"/>
                    <a:gd name="connsiteX75" fmla="*/ 232236 w 598324"/>
                    <a:gd name="connsiteY75" fmla="*/ 112571 h 761503"/>
                    <a:gd name="connsiteX76" fmla="*/ 240395 w 598324"/>
                    <a:gd name="connsiteY76" fmla="*/ 137048 h 761503"/>
                    <a:gd name="connsiteX77" fmla="*/ 240395 w 598324"/>
                    <a:gd name="connsiteY77" fmla="*/ 150647 h 761503"/>
                    <a:gd name="connsiteX78" fmla="*/ 243115 w 598324"/>
                    <a:gd name="connsiteY78" fmla="*/ 158805 h 761503"/>
                    <a:gd name="connsiteX79" fmla="*/ 248554 w 598324"/>
                    <a:gd name="connsiteY79" fmla="*/ 188722 h 761503"/>
                    <a:gd name="connsiteX80" fmla="*/ 248554 w 598324"/>
                    <a:gd name="connsiteY80" fmla="*/ 199600 h 761503"/>
                    <a:gd name="connsiteX81" fmla="*/ 248554 w 598324"/>
                    <a:gd name="connsiteY81" fmla="*/ 221357 h 761503"/>
                    <a:gd name="connsiteX82" fmla="*/ 253994 w 598324"/>
                    <a:gd name="connsiteY82" fmla="*/ 264872 h 761503"/>
                    <a:gd name="connsiteX83" fmla="*/ 262153 w 598324"/>
                    <a:gd name="connsiteY83" fmla="*/ 297508 h 761503"/>
                    <a:gd name="connsiteX84" fmla="*/ 264872 w 598324"/>
                    <a:gd name="connsiteY84" fmla="*/ 324704 h 761503"/>
                    <a:gd name="connsiteX85" fmla="*/ 264872 w 598324"/>
                    <a:gd name="connsiteY85" fmla="*/ 332863 h 761503"/>
                    <a:gd name="connsiteX86" fmla="*/ 264872 w 598324"/>
                    <a:gd name="connsiteY86" fmla="*/ 351901 h 761503"/>
                    <a:gd name="connsiteX87" fmla="*/ 262153 w 598324"/>
                    <a:gd name="connsiteY87" fmla="*/ 370939 h 761503"/>
                    <a:gd name="connsiteX88" fmla="*/ 267592 w 598324"/>
                    <a:gd name="connsiteY88" fmla="*/ 384537 h 761503"/>
                    <a:gd name="connsiteX89" fmla="*/ 278471 w 598324"/>
                    <a:gd name="connsiteY89" fmla="*/ 370939 h 761503"/>
                    <a:gd name="connsiteX90" fmla="*/ 297508 w 598324"/>
                    <a:gd name="connsiteY90" fmla="*/ 332863 h 761503"/>
                    <a:gd name="connsiteX91" fmla="*/ 311106 w 598324"/>
                    <a:gd name="connsiteY91" fmla="*/ 305667 h 761503"/>
                    <a:gd name="connsiteX92" fmla="*/ 335583 w 598324"/>
                    <a:gd name="connsiteY92" fmla="*/ 259433 h 761503"/>
                    <a:gd name="connsiteX93" fmla="*/ 354621 w 598324"/>
                    <a:gd name="connsiteY93" fmla="*/ 224077 h 761503"/>
                    <a:gd name="connsiteX94" fmla="*/ 381817 w 598324"/>
                    <a:gd name="connsiteY94" fmla="*/ 172404 h 761503"/>
                    <a:gd name="connsiteX95" fmla="*/ 409014 w 598324"/>
                    <a:gd name="connsiteY95" fmla="*/ 118011 h 761503"/>
                    <a:gd name="connsiteX96" fmla="*/ 411734 w 598324"/>
                    <a:gd name="connsiteY96" fmla="*/ 115291 h 761503"/>
                    <a:gd name="connsiteX97" fmla="*/ 398136 w 598324"/>
                    <a:gd name="connsiteY97" fmla="*/ 115291 h 761503"/>
                    <a:gd name="connsiteX98" fmla="*/ 379098 w 598324"/>
                    <a:gd name="connsiteY98" fmla="*/ 109852 h 761503"/>
                    <a:gd name="connsiteX99" fmla="*/ 368219 w 598324"/>
                    <a:gd name="connsiteY99" fmla="*/ 93534 h 761503"/>
                    <a:gd name="connsiteX100" fmla="*/ 370939 w 598324"/>
                    <a:gd name="connsiteY100" fmla="*/ 85375 h 761503"/>
                    <a:gd name="connsiteX101" fmla="*/ 387257 w 598324"/>
                    <a:gd name="connsiteY101" fmla="*/ 77216 h 761503"/>
                    <a:gd name="connsiteX102" fmla="*/ 422612 w 598324"/>
                    <a:gd name="connsiteY102" fmla="*/ 71776 h 761503"/>
                    <a:gd name="connsiteX103" fmla="*/ 436211 w 598324"/>
                    <a:gd name="connsiteY103" fmla="*/ 71776 h 761503"/>
                    <a:gd name="connsiteX104" fmla="*/ 438930 w 598324"/>
                    <a:gd name="connsiteY104" fmla="*/ 69057 h 761503"/>
                    <a:gd name="connsiteX105" fmla="*/ 452529 w 598324"/>
                    <a:gd name="connsiteY105" fmla="*/ 66337 h 761503"/>
                    <a:gd name="connsiteX106" fmla="*/ 466127 w 598324"/>
                    <a:gd name="connsiteY106" fmla="*/ 69057 h 761503"/>
                    <a:gd name="connsiteX107" fmla="*/ 471566 w 598324"/>
                    <a:gd name="connsiteY107" fmla="*/ 71776 h 761503"/>
                    <a:gd name="connsiteX108" fmla="*/ 515081 w 598324"/>
                    <a:gd name="connsiteY108" fmla="*/ 71776 h 761503"/>
                    <a:gd name="connsiteX109" fmla="*/ 542277 w 598324"/>
                    <a:gd name="connsiteY109" fmla="*/ 88094 h 761503"/>
                    <a:gd name="connsiteX110" fmla="*/ 536838 w 598324"/>
                    <a:gd name="connsiteY110" fmla="*/ 104412 h 761503"/>
                    <a:gd name="connsiteX111" fmla="*/ 525959 w 598324"/>
                    <a:gd name="connsiteY111" fmla="*/ 112571 h 761503"/>
                    <a:gd name="connsiteX112" fmla="*/ 509642 w 598324"/>
                    <a:gd name="connsiteY112" fmla="*/ 115291 h 761503"/>
                    <a:gd name="connsiteX113" fmla="*/ 468847 w 598324"/>
                    <a:gd name="connsiteY113" fmla="*/ 115291 h 761503"/>
                    <a:gd name="connsiteX114" fmla="*/ 457968 w 598324"/>
                    <a:gd name="connsiteY114" fmla="*/ 137048 h 761503"/>
                    <a:gd name="connsiteX115" fmla="*/ 430771 w 598324"/>
                    <a:gd name="connsiteY115" fmla="*/ 194161 h 761503"/>
                    <a:gd name="connsiteX116" fmla="*/ 400855 w 598324"/>
                    <a:gd name="connsiteY116" fmla="*/ 262152 h 761503"/>
                    <a:gd name="connsiteX117" fmla="*/ 360060 w 598324"/>
                    <a:gd name="connsiteY117" fmla="*/ 332863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</a:cxnLst>
                  <a:rect l="l" t="t" r="r" b="b"/>
                  <a:pathLst>
                    <a:path w="598324" h="761503">
                      <a:moveTo>
                        <a:pt x="360060" y="332863"/>
                      </a:moveTo>
                      <a:cubicBezTo>
                        <a:pt x="351901" y="343742"/>
                        <a:pt x="341023" y="357340"/>
                        <a:pt x="341023" y="370939"/>
                      </a:cubicBezTo>
                      <a:cubicBezTo>
                        <a:pt x="341023" y="379098"/>
                        <a:pt x="357341" y="381817"/>
                        <a:pt x="376378" y="389976"/>
                      </a:cubicBezTo>
                      <a:cubicBezTo>
                        <a:pt x="395416" y="398135"/>
                        <a:pt x="417173" y="417173"/>
                        <a:pt x="425332" y="433491"/>
                      </a:cubicBezTo>
                      <a:cubicBezTo>
                        <a:pt x="430771" y="444369"/>
                        <a:pt x="436211" y="452528"/>
                        <a:pt x="438930" y="463407"/>
                      </a:cubicBezTo>
                      <a:cubicBezTo>
                        <a:pt x="444370" y="474286"/>
                        <a:pt x="447089" y="487884"/>
                        <a:pt x="449809" y="498762"/>
                      </a:cubicBezTo>
                      <a:cubicBezTo>
                        <a:pt x="452529" y="512361"/>
                        <a:pt x="452529" y="517800"/>
                        <a:pt x="457968" y="528679"/>
                      </a:cubicBezTo>
                      <a:cubicBezTo>
                        <a:pt x="463407" y="539557"/>
                        <a:pt x="463407" y="553155"/>
                        <a:pt x="466127" y="564034"/>
                      </a:cubicBezTo>
                      <a:cubicBezTo>
                        <a:pt x="468847" y="572193"/>
                        <a:pt x="468847" y="585791"/>
                        <a:pt x="471566" y="593950"/>
                      </a:cubicBezTo>
                      <a:cubicBezTo>
                        <a:pt x="474286" y="599390"/>
                        <a:pt x="477006" y="602109"/>
                        <a:pt x="479725" y="607548"/>
                      </a:cubicBezTo>
                      <a:cubicBezTo>
                        <a:pt x="482445" y="612988"/>
                        <a:pt x="487884" y="618427"/>
                        <a:pt x="487884" y="623867"/>
                      </a:cubicBezTo>
                      <a:cubicBezTo>
                        <a:pt x="490604" y="634745"/>
                        <a:pt x="496043" y="642904"/>
                        <a:pt x="501482" y="651063"/>
                      </a:cubicBezTo>
                      <a:cubicBezTo>
                        <a:pt x="506922" y="661942"/>
                        <a:pt x="512361" y="664661"/>
                        <a:pt x="523240" y="670101"/>
                      </a:cubicBezTo>
                      <a:cubicBezTo>
                        <a:pt x="528679" y="672820"/>
                        <a:pt x="534119" y="680979"/>
                        <a:pt x="534119" y="686418"/>
                      </a:cubicBezTo>
                      <a:cubicBezTo>
                        <a:pt x="534119" y="689138"/>
                        <a:pt x="534119" y="691858"/>
                        <a:pt x="531399" y="694578"/>
                      </a:cubicBezTo>
                      <a:cubicBezTo>
                        <a:pt x="525959" y="702736"/>
                        <a:pt x="512361" y="708176"/>
                        <a:pt x="498763" y="708176"/>
                      </a:cubicBezTo>
                      <a:cubicBezTo>
                        <a:pt x="485165" y="708176"/>
                        <a:pt x="466127" y="705456"/>
                        <a:pt x="449809" y="700017"/>
                      </a:cubicBezTo>
                      <a:cubicBezTo>
                        <a:pt x="430771" y="694578"/>
                        <a:pt x="409014" y="675540"/>
                        <a:pt x="400855" y="667381"/>
                      </a:cubicBezTo>
                      <a:cubicBezTo>
                        <a:pt x="392696" y="659222"/>
                        <a:pt x="387257" y="651063"/>
                        <a:pt x="381817" y="642904"/>
                      </a:cubicBezTo>
                      <a:cubicBezTo>
                        <a:pt x="376378" y="632025"/>
                        <a:pt x="370939" y="623867"/>
                        <a:pt x="368219" y="610268"/>
                      </a:cubicBezTo>
                      <a:cubicBezTo>
                        <a:pt x="360060" y="588511"/>
                        <a:pt x="357341" y="574913"/>
                        <a:pt x="349182" y="550436"/>
                      </a:cubicBezTo>
                      <a:cubicBezTo>
                        <a:pt x="343742" y="534118"/>
                        <a:pt x="341023" y="520520"/>
                        <a:pt x="338303" y="504202"/>
                      </a:cubicBezTo>
                      <a:cubicBezTo>
                        <a:pt x="335583" y="493323"/>
                        <a:pt x="332864" y="485164"/>
                        <a:pt x="330144" y="477005"/>
                      </a:cubicBezTo>
                      <a:cubicBezTo>
                        <a:pt x="327424" y="471566"/>
                        <a:pt x="324705" y="463407"/>
                        <a:pt x="321985" y="455248"/>
                      </a:cubicBezTo>
                      <a:cubicBezTo>
                        <a:pt x="316546" y="444369"/>
                        <a:pt x="311106" y="436210"/>
                        <a:pt x="305667" y="436210"/>
                      </a:cubicBezTo>
                      <a:cubicBezTo>
                        <a:pt x="302948" y="436210"/>
                        <a:pt x="300228" y="438930"/>
                        <a:pt x="294788" y="441650"/>
                      </a:cubicBezTo>
                      <a:cubicBezTo>
                        <a:pt x="289349" y="447089"/>
                        <a:pt x="283910" y="455248"/>
                        <a:pt x="278471" y="463407"/>
                      </a:cubicBezTo>
                      <a:cubicBezTo>
                        <a:pt x="270312" y="474286"/>
                        <a:pt x="267592" y="485164"/>
                        <a:pt x="264872" y="496043"/>
                      </a:cubicBezTo>
                      <a:cubicBezTo>
                        <a:pt x="264872" y="504202"/>
                        <a:pt x="262153" y="512361"/>
                        <a:pt x="262153" y="517800"/>
                      </a:cubicBezTo>
                      <a:cubicBezTo>
                        <a:pt x="262153" y="520520"/>
                        <a:pt x="262153" y="520520"/>
                        <a:pt x="262153" y="523239"/>
                      </a:cubicBezTo>
                      <a:cubicBezTo>
                        <a:pt x="262153" y="528679"/>
                        <a:pt x="262153" y="544997"/>
                        <a:pt x="262153" y="553155"/>
                      </a:cubicBezTo>
                      <a:cubicBezTo>
                        <a:pt x="262153" y="583072"/>
                        <a:pt x="264872" y="599390"/>
                        <a:pt x="262153" y="629306"/>
                      </a:cubicBezTo>
                      <a:cubicBezTo>
                        <a:pt x="262153" y="640184"/>
                        <a:pt x="262153" y="648343"/>
                        <a:pt x="259433" y="659222"/>
                      </a:cubicBezTo>
                      <a:cubicBezTo>
                        <a:pt x="270312" y="659222"/>
                        <a:pt x="278471" y="659222"/>
                        <a:pt x="283910" y="659222"/>
                      </a:cubicBezTo>
                      <a:cubicBezTo>
                        <a:pt x="297508" y="659222"/>
                        <a:pt x="321985" y="659222"/>
                        <a:pt x="321985" y="675540"/>
                      </a:cubicBezTo>
                      <a:cubicBezTo>
                        <a:pt x="321985" y="683699"/>
                        <a:pt x="319265" y="686418"/>
                        <a:pt x="316546" y="691858"/>
                      </a:cubicBezTo>
                      <a:cubicBezTo>
                        <a:pt x="311106" y="697297"/>
                        <a:pt x="305667" y="700017"/>
                        <a:pt x="300228" y="700017"/>
                      </a:cubicBezTo>
                      <a:cubicBezTo>
                        <a:pt x="292069" y="702736"/>
                        <a:pt x="283910" y="702736"/>
                        <a:pt x="278471" y="702736"/>
                      </a:cubicBezTo>
                      <a:cubicBezTo>
                        <a:pt x="275751" y="702736"/>
                        <a:pt x="259433" y="702736"/>
                        <a:pt x="243115" y="702736"/>
                      </a:cubicBezTo>
                      <a:cubicBezTo>
                        <a:pt x="237676" y="708176"/>
                        <a:pt x="229517" y="710895"/>
                        <a:pt x="221358" y="710895"/>
                      </a:cubicBezTo>
                      <a:cubicBezTo>
                        <a:pt x="213199" y="710895"/>
                        <a:pt x="202320" y="708176"/>
                        <a:pt x="194161" y="702736"/>
                      </a:cubicBezTo>
                      <a:cubicBezTo>
                        <a:pt x="186002" y="702736"/>
                        <a:pt x="180563" y="702736"/>
                        <a:pt x="177843" y="702736"/>
                      </a:cubicBezTo>
                      <a:cubicBezTo>
                        <a:pt x="164245" y="702736"/>
                        <a:pt x="139768" y="702736"/>
                        <a:pt x="126170" y="702736"/>
                      </a:cubicBezTo>
                      <a:cubicBezTo>
                        <a:pt x="118011" y="702736"/>
                        <a:pt x="109852" y="702736"/>
                        <a:pt x="101693" y="702736"/>
                      </a:cubicBezTo>
                      <a:cubicBezTo>
                        <a:pt x="93534" y="702736"/>
                        <a:pt x="82655" y="702736"/>
                        <a:pt x="74496" y="697297"/>
                      </a:cubicBezTo>
                      <a:cubicBezTo>
                        <a:pt x="66337" y="694578"/>
                        <a:pt x="58178" y="686418"/>
                        <a:pt x="58178" y="680979"/>
                      </a:cubicBezTo>
                      <a:cubicBezTo>
                        <a:pt x="58178" y="678260"/>
                        <a:pt x="58178" y="675540"/>
                        <a:pt x="63617" y="672820"/>
                      </a:cubicBezTo>
                      <a:cubicBezTo>
                        <a:pt x="69057" y="670101"/>
                        <a:pt x="79935" y="667381"/>
                        <a:pt x="85375" y="664661"/>
                      </a:cubicBezTo>
                      <a:cubicBezTo>
                        <a:pt x="104412" y="661942"/>
                        <a:pt x="123450" y="659222"/>
                        <a:pt x="128889" y="659222"/>
                      </a:cubicBezTo>
                      <a:cubicBezTo>
                        <a:pt x="134329" y="659222"/>
                        <a:pt x="139768" y="659222"/>
                        <a:pt x="147927" y="659222"/>
                      </a:cubicBezTo>
                      <a:cubicBezTo>
                        <a:pt x="147927" y="656502"/>
                        <a:pt x="145207" y="653783"/>
                        <a:pt x="145207" y="653783"/>
                      </a:cubicBezTo>
                      <a:cubicBezTo>
                        <a:pt x="131609" y="632025"/>
                        <a:pt x="131609" y="610268"/>
                        <a:pt x="131609" y="585791"/>
                      </a:cubicBezTo>
                      <a:cubicBezTo>
                        <a:pt x="131609" y="555875"/>
                        <a:pt x="131609" y="528679"/>
                        <a:pt x="134329" y="498762"/>
                      </a:cubicBezTo>
                      <a:cubicBezTo>
                        <a:pt x="134329" y="468846"/>
                        <a:pt x="137048" y="436210"/>
                        <a:pt x="137048" y="406294"/>
                      </a:cubicBezTo>
                      <a:cubicBezTo>
                        <a:pt x="137048" y="379098"/>
                        <a:pt x="134329" y="354621"/>
                        <a:pt x="134329" y="327424"/>
                      </a:cubicBezTo>
                      <a:cubicBezTo>
                        <a:pt x="134329" y="302947"/>
                        <a:pt x="137048" y="278470"/>
                        <a:pt x="137048" y="253993"/>
                      </a:cubicBezTo>
                      <a:cubicBezTo>
                        <a:pt x="137048" y="237675"/>
                        <a:pt x="139768" y="224077"/>
                        <a:pt x="139768" y="207759"/>
                      </a:cubicBezTo>
                      <a:cubicBezTo>
                        <a:pt x="139768" y="196881"/>
                        <a:pt x="137048" y="183282"/>
                        <a:pt x="137048" y="172404"/>
                      </a:cubicBezTo>
                      <a:cubicBezTo>
                        <a:pt x="137048" y="150647"/>
                        <a:pt x="137048" y="131609"/>
                        <a:pt x="137048" y="112571"/>
                      </a:cubicBezTo>
                      <a:cubicBezTo>
                        <a:pt x="134329" y="112571"/>
                        <a:pt x="137048" y="112571"/>
                        <a:pt x="126170" y="112571"/>
                      </a:cubicBezTo>
                      <a:cubicBezTo>
                        <a:pt x="118011" y="112571"/>
                        <a:pt x="109852" y="112571"/>
                        <a:pt x="101693" y="112571"/>
                      </a:cubicBezTo>
                      <a:cubicBezTo>
                        <a:pt x="93534" y="112571"/>
                        <a:pt x="82655" y="109852"/>
                        <a:pt x="74496" y="107132"/>
                      </a:cubicBezTo>
                      <a:cubicBezTo>
                        <a:pt x="66337" y="104412"/>
                        <a:pt x="58178" y="96253"/>
                        <a:pt x="58178" y="90814"/>
                      </a:cubicBezTo>
                      <a:cubicBezTo>
                        <a:pt x="58178" y="88094"/>
                        <a:pt x="58178" y="85375"/>
                        <a:pt x="63617" y="82655"/>
                      </a:cubicBezTo>
                      <a:cubicBezTo>
                        <a:pt x="69057" y="79936"/>
                        <a:pt x="79935" y="77216"/>
                        <a:pt x="85375" y="74496"/>
                      </a:cubicBezTo>
                      <a:cubicBezTo>
                        <a:pt x="104412" y="71776"/>
                        <a:pt x="128889" y="69057"/>
                        <a:pt x="137048" y="69057"/>
                      </a:cubicBezTo>
                      <a:cubicBezTo>
                        <a:pt x="137048" y="69057"/>
                        <a:pt x="139768" y="69057"/>
                        <a:pt x="145207" y="69057"/>
                      </a:cubicBezTo>
                      <a:cubicBezTo>
                        <a:pt x="150646" y="60898"/>
                        <a:pt x="158806" y="58178"/>
                        <a:pt x="169684" y="58178"/>
                      </a:cubicBezTo>
                      <a:cubicBezTo>
                        <a:pt x="172404" y="58178"/>
                        <a:pt x="175123" y="58178"/>
                        <a:pt x="177843" y="58178"/>
                      </a:cubicBezTo>
                      <a:cubicBezTo>
                        <a:pt x="186002" y="58178"/>
                        <a:pt x="196881" y="63617"/>
                        <a:pt x="205040" y="66337"/>
                      </a:cubicBezTo>
                      <a:cubicBezTo>
                        <a:pt x="237676" y="66337"/>
                        <a:pt x="273031" y="63617"/>
                        <a:pt x="286629" y="63617"/>
                      </a:cubicBezTo>
                      <a:cubicBezTo>
                        <a:pt x="300228" y="63617"/>
                        <a:pt x="324705" y="63617"/>
                        <a:pt x="324705" y="79936"/>
                      </a:cubicBezTo>
                      <a:cubicBezTo>
                        <a:pt x="324705" y="88094"/>
                        <a:pt x="321985" y="90814"/>
                        <a:pt x="319265" y="96253"/>
                      </a:cubicBezTo>
                      <a:cubicBezTo>
                        <a:pt x="313826" y="101693"/>
                        <a:pt x="308387" y="104412"/>
                        <a:pt x="302948" y="104412"/>
                      </a:cubicBezTo>
                      <a:cubicBezTo>
                        <a:pt x="289349" y="112571"/>
                        <a:pt x="283910" y="112571"/>
                        <a:pt x="278471" y="112571"/>
                      </a:cubicBezTo>
                      <a:cubicBezTo>
                        <a:pt x="273031" y="112571"/>
                        <a:pt x="253994" y="112571"/>
                        <a:pt x="232236" y="112571"/>
                      </a:cubicBezTo>
                      <a:cubicBezTo>
                        <a:pt x="237676" y="120730"/>
                        <a:pt x="240395" y="128889"/>
                        <a:pt x="240395" y="137048"/>
                      </a:cubicBezTo>
                      <a:cubicBezTo>
                        <a:pt x="240395" y="142487"/>
                        <a:pt x="240395" y="145207"/>
                        <a:pt x="240395" y="150647"/>
                      </a:cubicBezTo>
                      <a:cubicBezTo>
                        <a:pt x="240395" y="153366"/>
                        <a:pt x="240395" y="156086"/>
                        <a:pt x="243115" y="158805"/>
                      </a:cubicBezTo>
                      <a:cubicBezTo>
                        <a:pt x="245835" y="169684"/>
                        <a:pt x="245835" y="180563"/>
                        <a:pt x="248554" y="188722"/>
                      </a:cubicBezTo>
                      <a:cubicBezTo>
                        <a:pt x="248554" y="191441"/>
                        <a:pt x="248554" y="194161"/>
                        <a:pt x="248554" y="199600"/>
                      </a:cubicBezTo>
                      <a:cubicBezTo>
                        <a:pt x="248554" y="207759"/>
                        <a:pt x="248554" y="213198"/>
                        <a:pt x="248554" y="221357"/>
                      </a:cubicBezTo>
                      <a:cubicBezTo>
                        <a:pt x="248554" y="234956"/>
                        <a:pt x="251274" y="248554"/>
                        <a:pt x="253994" y="264872"/>
                      </a:cubicBezTo>
                      <a:cubicBezTo>
                        <a:pt x="256713" y="275751"/>
                        <a:pt x="259433" y="286629"/>
                        <a:pt x="262153" y="297508"/>
                      </a:cubicBezTo>
                      <a:cubicBezTo>
                        <a:pt x="264872" y="305667"/>
                        <a:pt x="264872" y="313826"/>
                        <a:pt x="264872" y="324704"/>
                      </a:cubicBezTo>
                      <a:cubicBezTo>
                        <a:pt x="264872" y="327424"/>
                        <a:pt x="264872" y="330144"/>
                        <a:pt x="264872" y="332863"/>
                      </a:cubicBezTo>
                      <a:cubicBezTo>
                        <a:pt x="264872" y="338303"/>
                        <a:pt x="264872" y="346462"/>
                        <a:pt x="264872" y="351901"/>
                      </a:cubicBezTo>
                      <a:cubicBezTo>
                        <a:pt x="264872" y="357340"/>
                        <a:pt x="262153" y="365499"/>
                        <a:pt x="262153" y="370939"/>
                      </a:cubicBezTo>
                      <a:cubicBezTo>
                        <a:pt x="262153" y="376378"/>
                        <a:pt x="264872" y="384537"/>
                        <a:pt x="267592" y="384537"/>
                      </a:cubicBezTo>
                      <a:cubicBezTo>
                        <a:pt x="273031" y="384537"/>
                        <a:pt x="275751" y="376378"/>
                        <a:pt x="278471" y="370939"/>
                      </a:cubicBezTo>
                      <a:cubicBezTo>
                        <a:pt x="283910" y="360060"/>
                        <a:pt x="289349" y="346462"/>
                        <a:pt x="297508" y="332863"/>
                      </a:cubicBezTo>
                      <a:cubicBezTo>
                        <a:pt x="302948" y="324704"/>
                        <a:pt x="305667" y="313826"/>
                        <a:pt x="311106" y="305667"/>
                      </a:cubicBezTo>
                      <a:cubicBezTo>
                        <a:pt x="319265" y="289349"/>
                        <a:pt x="327424" y="275751"/>
                        <a:pt x="335583" y="259433"/>
                      </a:cubicBezTo>
                      <a:cubicBezTo>
                        <a:pt x="341023" y="248554"/>
                        <a:pt x="349182" y="234956"/>
                        <a:pt x="354621" y="224077"/>
                      </a:cubicBezTo>
                      <a:cubicBezTo>
                        <a:pt x="362780" y="207759"/>
                        <a:pt x="370939" y="191441"/>
                        <a:pt x="381817" y="172404"/>
                      </a:cubicBezTo>
                      <a:cubicBezTo>
                        <a:pt x="389977" y="153366"/>
                        <a:pt x="400855" y="134329"/>
                        <a:pt x="409014" y="118011"/>
                      </a:cubicBezTo>
                      <a:cubicBezTo>
                        <a:pt x="409014" y="115291"/>
                        <a:pt x="409014" y="115291"/>
                        <a:pt x="411734" y="115291"/>
                      </a:cubicBezTo>
                      <a:cubicBezTo>
                        <a:pt x="406294" y="115291"/>
                        <a:pt x="400855" y="115291"/>
                        <a:pt x="398136" y="115291"/>
                      </a:cubicBezTo>
                      <a:cubicBezTo>
                        <a:pt x="392696" y="115291"/>
                        <a:pt x="384537" y="115291"/>
                        <a:pt x="379098" y="109852"/>
                      </a:cubicBezTo>
                      <a:cubicBezTo>
                        <a:pt x="373659" y="107132"/>
                        <a:pt x="368219" y="98973"/>
                        <a:pt x="368219" y="93534"/>
                      </a:cubicBezTo>
                      <a:cubicBezTo>
                        <a:pt x="368219" y="90814"/>
                        <a:pt x="368219" y="88094"/>
                        <a:pt x="370939" y="85375"/>
                      </a:cubicBezTo>
                      <a:cubicBezTo>
                        <a:pt x="373659" y="82655"/>
                        <a:pt x="381817" y="79936"/>
                        <a:pt x="387257" y="77216"/>
                      </a:cubicBezTo>
                      <a:cubicBezTo>
                        <a:pt x="400855" y="74496"/>
                        <a:pt x="414453" y="71776"/>
                        <a:pt x="422612" y="71776"/>
                      </a:cubicBezTo>
                      <a:cubicBezTo>
                        <a:pt x="425332" y="71776"/>
                        <a:pt x="430771" y="71776"/>
                        <a:pt x="436211" y="71776"/>
                      </a:cubicBezTo>
                      <a:cubicBezTo>
                        <a:pt x="436211" y="71776"/>
                        <a:pt x="438930" y="69057"/>
                        <a:pt x="438930" y="69057"/>
                      </a:cubicBezTo>
                      <a:cubicBezTo>
                        <a:pt x="444370" y="66337"/>
                        <a:pt x="447089" y="66337"/>
                        <a:pt x="452529" y="66337"/>
                      </a:cubicBezTo>
                      <a:cubicBezTo>
                        <a:pt x="457968" y="66337"/>
                        <a:pt x="460688" y="66337"/>
                        <a:pt x="466127" y="69057"/>
                      </a:cubicBezTo>
                      <a:cubicBezTo>
                        <a:pt x="468847" y="69057"/>
                        <a:pt x="471566" y="71776"/>
                        <a:pt x="471566" y="71776"/>
                      </a:cubicBezTo>
                      <a:cubicBezTo>
                        <a:pt x="490604" y="71776"/>
                        <a:pt x="506922" y="71776"/>
                        <a:pt x="515081" y="71776"/>
                      </a:cubicBezTo>
                      <a:cubicBezTo>
                        <a:pt x="523240" y="71776"/>
                        <a:pt x="542277" y="71776"/>
                        <a:pt x="542277" y="88094"/>
                      </a:cubicBezTo>
                      <a:cubicBezTo>
                        <a:pt x="542277" y="96253"/>
                        <a:pt x="542277" y="98973"/>
                        <a:pt x="536838" y="104412"/>
                      </a:cubicBezTo>
                      <a:cubicBezTo>
                        <a:pt x="534119" y="109852"/>
                        <a:pt x="528679" y="112571"/>
                        <a:pt x="525959" y="112571"/>
                      </a:cubicBezTo>
                      <a:cubicBezTo>
                        <a:pt x="520520" y="115291"/>
                        <a:pt x="515081" y="115291"/>
                        <a:pt x="509642" y="115291"/>
                      </a:cubicBezTo>
                      <a:cubicBezTo>
                        <a:pt x="506922" y="115291"/>
                        <a:pt x="487884" y="115291"/>
                        <a:pt x="468847" y="115291"/>
                      </a:cubicBezTo>
                      <a:cubicBezTo>
                        <a:pt x="466127" y="123450"/>
                        <a:pt x="460688" y="128889"/>
                        <a:pt x="457968" y="137048"/>
                      </a:cubicBezTo>
                      <a:cubicBezTo>
                        <a:pt x="447089" y="156086"/>
                        <a:pt x="438930" y="175123"/>
                        <a:pt x="430771" y="194161"/>
                      </a:cubicBezTo>
                      <a:cubicBezTo>
                        <a:pt x="419893" y="215918"/>
                        <a:pt x="411734" y="240395"/>
                        <a:pt x="400855" y="262152"/>
                      </a:cubicBezTo>
                      <a:cubicBezTo>
                        <a:pt x="387257" y="289349"/>
                        <a:pt x="373659" y="311106"/>
                        <a:pt x="360060" y="332863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42" name="Freeform: Shape 41">
                  <a:extLst>
                    <a:ext uri="{FF2B5EF4-FFF2-40B4-BE49-F238E27FC236}">
                      <a16:creationId xmlns:a16="http://schemas.microsoft.com/office/drawing/2014/main" id="{C93ECA97-B97C-4583-903C-CA4913633E3F}"/>
                    </a:ext>
                  </a:extLst>
                </p:cNvPr>
                <p:cNvSpPr/>
                <p:nvPr/>
              </p:nvSpPr>
              <p:spPr>
                <a:xfrm>
                  <a:off x="4335316" y="4186718"/>
                  <a:ext cx="353556" cy="761503"/>
                </a:xfrm>
                <a:custGeom>
                  <a:avLst/>
                  <a:gdLst>
                    <a:gd name="connsiteX0" fmla="*/ 283910 w 353555"/>
                    <a:gd name="connsiteY0" fmla="*/ 672820 h 761503"/>
                    <a:gd name="connsiteX1" fmla="*/ 321985 w 353555"/>
                    <a:gd name="connsiteY1" fmla="*/ 689138 h 761503"/>
                    <a:gd name="connsiteX2" fmla="*/ 316546 w 353555"/>
                    <a:gd name="connsiteY2" fmla="*/ 705456 h 761503"/>
                    <a:gd name="connsiteX3" fmla="*/ 300228 w 353555"/>
                    <a:gd name="connsiteY3" fmla="*/ 713615 h 761503"/>
                    <a:gd name="connsiteX4" fmla="*/ 278471 w 353555"/>
                    <a:gd name="connsiteY4" fmla="*/ 716335 h 761503"/>
                    <a:gd name="connsiteX5" fmla="*/ 237676 w 353555"/>
                    <a:gd name="connsiteY5" fmla="*/ 716335 h 761503"/>
                    <a:gd name="connsiteX6" fmla="*/ 180563 w 353555"/>
                    <a:gd name="connsiteY6" fmla="*/ 719054 h 761503"/>
                    <a:gd name="connsiteX7" fmla="*/ 126170 w 353555"/>
                    <a:gd name="connsiteY7" fmla="*/ 719054 h 761503"/>
                    <a:gd name="connsiteX8" fmla="*/ 101693 w 353555"/>
                    <a:gd name="connsiteY8" fmla="*/ 719054 h 761503"/>
                    <a:gd name="connsiteX9" fmla="*/ 74496 w 353555"/>
                    <a:gd name="connsiteY9" fmla="*/ 713615 h 761503"/>
                    <a:gd name="connsiteX10" fmla="*/ 58178 w 353555"/>
                    <a:gd name="connsiteY10" fmla="*/ 697297 h 761503"/>
                    <a:gd name="connsiteX11" fmla="*/ 63617 w 353555"/>
                    <a:gd name="connsiteY11" fmla="*/ 689138 h 761503"/>
                    <a:gd name="connsiteX12" fmla="*/ 85375 w 353555"/>
                    <a:gd name="connsiteY12" fmla="*/ 680979 h 761503"/>
                    <a:gd name="connsiteX13" fmla="*/ 131609 w 353555"/>
                    <a:gd name="connsiteY13" fmla="*/ 675540 h 761503"/>
                    <a:gd name="connsiteX14" fmla="*/ 142488 w 353555"/>
                    <a:gd name="connsiteY14" fmla="*/ 675540 h 761503"/>
                    <a:gd name="connsiteX15" fmla="*/ 131609 w 353555"/>
                    <a:gd name="connsiteY15" fmla="*/ 653783 h 761503"/>
                    <a:gd name="connsiteX16" fmla="*/ 128889 w 353555"/>
                    <a:gd name="connsiteY16" fmla="*/ 640184 h 761503"/>
                    <a:gd name="connsiteX17" fmla="*/ 128889 w 353555"/>
                    <a:gd name="connsiteY17" fmla="*/ 629306 h 761503"/>
                    <a:gd name="connsiteX18" fmla="*/ 128889 w 353555"/>
                    <a:gd name="connsiteY18" fmla="*/ 621147 h 761503"/>
                    <a:gd name="connsiteX19" fmla="*/ 128889 w 353555"/>
                    <a:gd name="connsiteY19" fmla="*/ 593950 h 761503"/>
                    <a:gd name="connsiteX20" fmla="*/ 128889 w 353555"/>
                    <a:gd name="connsiteY20" fmla="*/ 583072 h 761503"/>
                    <a:gd name="connsiteX21" fmla="*/ 128889 w 353555"/>
                    <a:gd name="connsiteY21" fmla="*/ 436210 h 761503"/>
                    <a:gd name="connsiteX22" fmla="*/ 128889 w 353555"/>
                    <a:gd name="connsiteY22" fmla="*/ 357340 h 761503"/>
                    <a:gd name="connsiteX23" fmla="*/ 131609 w 353555"/>
                    <a:gd name="connsiteY23" fmla="*/ 289349 h 761503"/>
                    <a:gd name="connsiteX24" fmla="*/ 131609 w 353555"/>
                    <a:gd name="connsiteY24" fmla="*/ 251274 h 761503"/>
                    <a:gd name="connsiteX25" fmla="*/ 131609 w 353555"/>
                    <a:gd name="connsiteY25" fmla="*/ 205040 h 761503"/>
                    <a:gd name="connsiteX26" fmla="*/ 131609 w 353555"/>
                    <a:gd name="connsiteY26" fmla="*/ 139768 h 761503"/>
                    <a:gd name="connsiteX27" fmla="*/ 131609 w 353555"/>
                    <a:gd name="connsiteY27" fmla="*/ 128889 h 761503"/>
                    <a:gd name="connsiteX28" fmla="*/ 126170 w 353555"/>
                    <a:gd name="connsiteY28" fmla="*/ 128889 h 761503"/>
                    <a:gd name="connsiteX29" fmla="*/ 101693 w 353555"/>
                    <a:gd name="connsiteY29" fmla="*/ 128889 h 761503"/>
                    <a:gd name="connsiteX30" fmla="*/ 74496 w 353555"/>
                    <a:gd name="connsiteY30" fmla="*/ 123450 h 761503"/>
                    <a:gd name="connsiteX31" fmla="*/ 58178 w 353555"/>
                    <a:gd name="connsiteY31" fmla="*/ 107132 h 761503"/>
                    <a:gd name="connsiteX32" fmla="*/ 60898 w 353555"/>
                    <a:gd name="connsiteY32" fmla="*/ 98973 h 761503"/>
                    <a:gd name="connsiteX33" fmla="*/ 82655 w 353555"/>
                    <a:gd name="connsiteY33" fmla="*/ 93534 h 761503"/>
                    <a:gd name="connsiteX34" fmla="*/ 131609 w 353555"/>
                    <a:gd name="connsiteY34" fmla="*/ 88094 h 761503"/>
                    <a:gd name="connsiteX35" fmla="*/ 131609 w 353555"/>
                    <a:gd name="connsiteY35" fmla="*/ 82655 h 761503"/>
                    <a:gd name="connsiteX36" fmla="*/ 134329 w 353555"/>
                    <a:gd name="connsiteY36" fmla="*/ 71776 h 761503"/>
                    <a:gd name="connsiteX37" fmla="*/ 147927 w 353555"/>
                    <a:gd name="connsiteY37" fmla="*/ 63617 h 761503"/>
                    <a:gd name="connsiteX38" fmla="*/ 164245 w 353555"/>
                    <a:gd name="connsiteY38" fmla="*/ 58178 h 761503"/>
                    <a:gd name="connsiteX39" fmla="*/ 177843 w 353555"/>
                    <a:gd name="connsiteY39" fmla="*/ 58178 h 761503"/>
                    <a:gd name="connsiteX40" fmla="*/ 196881 w 353555"/>
                    <a:gd name="connsiteY40" fmla="*/ 60898 h 761503"/>
                    <a:gd name="connsiteX41" fmla="*/ 232236 w 353555"/>
                    <a:gd name="connsiteY41" fmla="*/ 88094 h 761503"/>
                    <a:gd name="connsiteX42" fmla="*/ 278471 w 353555"/>
                    <a:gd name="connsiteY42" fmla="*/ 88094 h 761503"/>
                    <a:gd name="connsiteX43" fmla="*/ 316546 w 353555"/>
                    <a:gd name="connsiteY43" fmla="*/ 104412 h 761503"/>
                    <a:gd name="connsiteX44" fmla="*/ 311106 w 353555"/>
                    <a:gd name="connsiteY44" fmla="*/ 120730 h 761503"/>
                    <a:gd name="connsiteX45" fmla="*/ 294788 w 353555"/>
                    <a:gd name="connsiteY45" fmla="*/ 128889 h 761503"/>
                    <a:gd name="connsiteX46" fmla="*/ 273031 w 353555"/>
                    <a:gd name="connsiteY46" fmla="*/ 131609 h 761503"/>
                    <a:gd name="connsiteX47" fmla="*/ 243115 w 353555"/>
                    <a:gd name="connsiteY47" fmla="*/ 131609 h 761503"/>
                    <a:gd name="connsiteX48" fmla="*/ 243115 w 353555"/>
                    <a:gd name="connsiteY48" fmla="*/ 134329 h 761503"/>
                    <a:gd name="connsiteX49" fmla="*/ 248554 w 353555"/>
                    <a:gd name="connsiteY49" fmla="*/ 169684 h 761503"/>
                    <a:gd name="connsiteX50" fmla="*/ 251274 w 353555"/>
                    <a:gd name="connsiteY50" fmla="*/ 205040 h 761503"/>
                    <a:gd name="connsiteX51" fmla="*/ 251274 w 353555"/>
                    <a:gd name="connsiteY51" fmla="*/ 240395 h 761503"/>
                    <a:gd name="connsiteX52" fmla="*/ 251274 w 353555"/>
                    <a:gd name="connsiteY52" fmla="*/ 256713 h 761503"/>
                    <a:gd name="connsiteX53" fmla="*/ 253994 w 353555"/>
                    <a:gd name="connsiteY53" fmla="*/ 270311 h 761503"/>
                    <a:gd name="connsiteX54" fmla="*/ 259433 w 353555"/>
                    <a:gd name="connsiteY54" fmla="*/ 343742 h 761503"/>
                    <a:gd name="connsiteX55" fmla="*/ 262153 w 353555"/>
                    <a:gd name="connsiteY55" fmla="*/ 425332 h 761503"/>
                    <a:gd name="connsiteX56" fmla="*/ 264872 w 353555"/>
                    <a:gd name="connsiteY56" fmla="*/ 490603 h 761503"/>
                    <a:gd name="connsiteX57" fmla="*/ 270312 w 353555"/>
                    <a:gd name="connsiteY57" fmla="*/ 564034 h 761503"/>
                    <a:gd name="connsiteX58" fmla="*/ 270312 w 353555"/>
                    <a:gd name="connsiteY58" fmla="*/ 599390 h 761503"/>
                    <a:gd name="connsiteX59" fmla="*/ 270312 w 353555"/>
                    <a:gd name="connsiteY59" fmla="*/ 637465 h 761503"/>
                    <a:gd name="connsiteX60" fmla="*/ 264872 w 353555"/>
                    <a:gd name="connsiteY60" fmla="*/ 670101 h 761503"/>
                    <a:gd name="connsiteX61" fmla="*/ 283910 w 353555"/>
                    <a:gd name="connsiteY61" fmla="*/ 672820 h 761503"/>
                    <a:gd name="connsiteX62" fmla="*/ 283910 w 353555"/>
                    <a:gd name="connsiteY62" fmla="*/ 672820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</a:cxnLst>
                  <a:rect l="l" t="t" r="r" b="b"/>
                  <a:pathLst>
                    <a:path w="353555" h="761503">
                      <a:moveTo>
                        <a:pt x="283910" y="672820"/>
                      </a:moveTo>
                      <a:cubicBezTo>
                        <a:pt x="297508" y="672820"/>
                        <a:pt x="321985" y="672820"/>
                        <a:pt x="321985" y="689138"/>
                      </a:cubicBezTo>
                      <a:cubicBezTo>
                        <a:pt x="321985" y="697297"/>
                        <a:pt x="319265" y="697297"/>
                        <a:pt x="316546" y="705456"/>
                      </a:cubicBezTo>
                      <a:cubicBezTo>
                        <a:pt x="311106" y="710895"/>
                        <a:pt x="305667" y="713615"/>
                        <a:pt x="300228" y="713615"/>
                      </a:cubicBezTo>
                      <a:cubicBezTo>
                        <a:pt x="292069" y="716335"/>
                        <a:pt x="283910" y="716335"/>
                        <a:pt x="278471" y="716335"/>
                      </a:cubicBezTo>
                      <a:cubicBezTo>
                        <a:pt x="275751" y="716335"/>
                        <a:pt x="256713" y="716335"/>
                        <a:pt x="237676" y="716335"/>
                      </a:cubicBezTo>
                      <a:cubicBezTo>
                        <a:pt x="213199" y="716335"/>
                        <a:pt x="186002" y="719054"/>
                        <a:pt x="180563" y="719054"/>
                      </a:cubicBezTo>
                      <a:cubicBezTo>
                        <a:pt x="166965" y="719054"/>
                        <a:pt x="142488" y="719054"/>
                        <a:pt x="126170" y="719054"/>
                      </a:cubicBezTo>
                      <a:cubicBezTo>
                        <a:pt x="118011" y="719054"/>
                        <a:pt x="109852" y="719054"/>
                        <a:pt x="101693" y="719054"/>
                      </a:cubicBezTo>
                      <a:cubicBezTo>
                        <a:pt x="93534" y="719054"/>
                        <a:pt x="82655" y="719054"/>
                        <a:pt x="74496" y="713615"/>
                      </a:cubicBezTo>
                      <a:cubicBezTo>
                        <a:pt x="66337" y="710895"/>
                        <a:pt x="58178" y="702736"/>
                        <a:pt x="58178" y="697297"/>
                      </a:cubicBezTo>
                      <a:cubicBezTo>
                        <a:pt x="58178" y="694578"/>
                        <a:pt x="58178" y="691858"/>
                        <a:pt x="63617" y="689138"/>
                      </a:cubicBezTo>
                      <a:cubicBezTo>
                        <a:pt x="69057" y="686418"/>
                        <a:pt x="79935" y="683699"/>
                        <a:pt x="85375" y="680979"/>
                      </a:cubicBezTo>
                      <a:cubicBezTo>
                        <a:pt x="104412" y="678260"/>
                        <a:pt x="123450" y="675540"/>
                        <a:pt x="131609" y="675540"/>
                      </a:cubicBezTo>
                      <a:cubicBezTo>
                        <a:pt x="134329" y="675540"/>
                        <a:pt x="137048" y="675540"/>
                        <a:pt x="142488" y="675540"/>
                      </a:cubicBezTo>
                      <a:cubicBezTo>
                        <a:pt x="134329" y="670101"/>
                        <a:pt x="131609" y="661942"/>
                        <a:pt x="131609" y="653783"/>
                      </a:cubicBezTo>
                      <a:cubicBezTo>
                        <a:pt x="131609" y="648343"/>
                        <a:pt x="131609" y="642904"/>
                        <a:pt x="128889" y="640184"/>
                      </a:cubicBezTo>
                      <a:cubicBezTo>
                        <a:pt x="128889" y="637465"/>
                        <a:pt x="128889" y="634745"/>
                        <a:pt x="128889" y="629306"/>
                      </a:cubicBezTo>
                      <a:cubicBezTo>
                        <a:pt x="128889" y="626586"/>
                        <a:pt x="128889" y="623867"/>
                        <a:pt x="128889" y="621147"/>
                      </a:cubicBezTo>
                      <a:cubicBezTo>
                        <a:pt x="128889" y="612988"/>
                        <a:pt x="128889" y="604829"/>
                        <a:pt x="128889" y="593950"/>
                      </a:cubicBezTo>
                      <a:cubicBezTo>
                        <a:pt x="128889" y="591231"/>
                        <a:pt x="128889" y="585791"/>
                        <a:pt x="128889" y="583072"/>
                      </a:cubicBezTo>
                      <a:cubicBezTo>
                        <a:pt x="128889" y="534118"/>
                        <a:pt x="131609" y="485164"/>
                        <a:pt x="128889" y="436210"/>
                      </a:cubicBezTo>
                      <a:cubicBezTo>
                        <a:pt x="128889" y="409014"/>
                        <a:pt x="128889" y="384537"/>
                        <a:pt x="128889" y="357340"/>
                      </a:cubicBezTo>
                      <a:cubicBezTo>
                        <a:pt x="128889" y="335583"/>
                        <a:pt x="131609" y="313826"/>
                        <a:pt x="131609" y="289349"/>
                      </a:cubicBezTo>
                      <a:cubicBezTo>
                        <a:pt x="131609" y="275751"/>
                        <a:pt x="131609" y="264872"/>
                        <a:pt x="131609" y="251274"/>
                      </a:cubicBezTo>
                      <a:cubicBezTo>
                        <a:pt x="131609" y="234956"/>
                        <a:pt x="131609" y="221357"/>
                        <a:pt x="131609" y="205040"/>
                      </a:cubicBezTo>
                      <a:cubicBezTo>
                        <a:pt x="131609" y="183282"/>
                        <a:pt x="131609" y="161525"/>
                        <a:pt x="131609" y="139768"/>
                      </a:cubicBezTo>
                      <a:cubicBezTo>
                        <a:pt x="131609" y="137048"/>
                        <a:pt x="131609" y="134329"/>
                        <a:pt x="131609" y="128889"/>
                      </a:cubicBezTo>
                      <a:cubicBezTo>
                        <a:pt x="128889" y="128889"/>
                        <a:pt x="126170" y="128889"/>
                        <a:pt x="126170" y="128889"/>
                      </a:cubicBezTo>
                      <a:cubicBezTo>
                        <a:pt x="118011" y="128889"/>
                        <a:pt x="109852" y="128889"/>
                        <a:pt x="101693" y="128889"/>
                      </a:cubicBezTo>
                      <a:cubicBezTo>
                        <a:pt x="93534" y="128889"/>
                        <a:pt x="82655" y="128889"/>
                        <a:pt x="74496" y="123450"/>
                      </a:cubicBezTo>
                      <a:cubicBezTo>
                        <a:pt x="66337" y="120730"/>
                        <a:pt x="58178" y="112571"/>
                        <a:pt x="58178" y="107132"/>
                      </a:cubicBezTo>
                      <a:cubicBezTo>
                        <a:pt x="58178" y="104412"/>
                        <a:pt x="58178" y="101693"/>
                        <a:pt x="60898" y="98973"/>
                      </a:cubicBezTo>
                      <a:cubicBezTo>
                        <a:pt x="63617" y="96253"/>
                        <a:pt x="77216" y="93534"/>
                        <a:pt x="82655" y="93534"/>
                      </a:cubicBezTo>
                      <a:cubicBezTo>
                        <a:pt x="98973" y="90814"/>
                        <a:pt x="123450" y="88094"/>
                        <a:pt x="131609" y="88094"/>
                      </a:cubicBezTo>
                      <a:cubicBezTo>
                        <a:pt x="131609" y="85375"/>
                        <a:pt x="131609" y="85375"/>
                        <a:pt x="131609" y="82655"/>
                      </a:cubicBezTo>
                      <a:cubicBezTo>
                        <a:pt x="131609" y="77216"/>
                        <a:pt x="131609" y="74496"/>
                        <a:pt x="134329" y="71776"/>
                      </a:cubicBezTo>
                      <a:cubicBezTo>
                        <a:pt x="137048" y="69057"/>
                        <a:pt x="145207" y="66337"/>
                        <a:pt x="147927" y="63617"/>
                      </a:cubicBezTo>
                      <a:cubicBezTo>
                        <a:pt x="153366" y="60898"/>
                        <a:pt x="158806" y="58178"/>
                        <a:pt x="164245" y="58178"/>
                      </a:cubicBezTo>
                      <a:cubicBezTo>
                        <a:pt x="169684" y="58178"/>
                        <a:pt x="175123" y="58178"/>
                        <a:pt x="177843" y="58178"/>
                      </a:cubicBezTo>
                      <a:cubicBezTo>
                        <a:pt x="183283" y="58178"/>
                        <a:pt x="191442" y="58178"/>
                        <a:pt x="196881" y="60898"/>
                      </a:cubicBezTo>
                      <a:cubicBezTo>
                        <a:pt x="213199" y="63617"/>
                        <a:pt x="224077" y="74496"/>
                        <a:pt x="232236" y="88094"/>
                      </a:cubicBezTo>
                      <a:cubicBezTo>
                        <a:pt x="253994" y="88094"/>
                        <a:pt x="270312" y="88094"/>
                        <a:pt x="278471" y="88094"/>
                      </a:cubicBezTo>
                      <a:cubicBezTo>
                        <a:pt x="292069" y="88094"/>
                        <a:pt x="316546" y="88094"/>
                        <a:pt x="316546" y="104412"/>
                      </a:cubicBezTo>
                      <a:cubicBezTo>
                        <a:pt x="316546" y="112571"/>
                        <a:pt x="313826" y="112571"/>
                        <a:pt x="311106" y="120730"/>
                      </a:cubicBezTo>
                      <a:cubicBezTo>
                        <a:pt x="305667" y="126170"/>
                        <a:pt x="300228" y="128889"/>
                        <a:pt x="294788" y="128889"/>
                      </a:cubicBezTo>
                      <a:cubicBezTo>
                        <a:pt x="286630" y="131609"/>
                        <a:pt x="278471" y="131609"/>
                        <a:pt x="273031" y="131609"/>
                      </a:cubicBezTo>
                      <a:cubicBezTo>
                        <a:pt x="270312" y="131609"/>
                        <a:pt x="259433" y="131609"/>
                        <a:pt x="243115" y="131609"/>
                      </a:cubicBezTo>
                      <a:lnTo>
                        <a:pt x="243115" y="134329"/>
                      </a:lnTo>
                      <a:cubicBezTo>
                        <a:pt x="245835" y="145207"/>
                        <a:pt x="245835" y="158805"/>
                        <a:pt x="248554" y="169684"/>
                      </a:cubicBezTo>
                      <a:cubicBezTo>
                        <a:pt x="251274" y="180563"/>
                        <a:pt x="251274" y="194161"/>
                        <a:pt x="251274" y="205040"/>
                      </a:cubicBezTo>
                      <a:cubicBezTo>
                        <a:pt x="251274" y="215918"/>
                        <a:pt x="251274" y="226797"/>
                        <a:pt x="251274" y="240395"/>
                      </a:cubicBezTo>
                      <a:cubicBezTo>
                        <a:pt x="251274" y="245834"/>
                        <a:pt x="251274" y="251274"/>
                        <a:pt x="251274" y="256713"/>
                      </a:cubicBezTo>
                      <a:cubicBezTo>
                        <a:pt x="251274" y="262152"/>
                        <a:pt x="251274" y="267592"/>
                        <a:pt x="253994" y="270311"/>
                      </a:cubicBezTo>
                      <a:cubicBezTo>
                        <a:pt x="256713" y="294788"/>
                        <a:pt x="256713" y="319265"/>
                        <a:pt x="259433" y="343742"/>
                      </a:cubicBezTo>
                      <a:cubicBezTo>
                        <a:pt x="259433" y="370939"/>
                        <a:pt x="262153" y="398135"/>
                        <a:pt x="262153" y="425332"/>
                      </a:cubicBezTo>
                      <a:cubicBezTo>
                        <a:pt x="262153" y="447089"/>
                        <a:pt x="262153" y="468846"/>
                        <a:pt x="264872" y="490603"/>
                      </a:cubicBezTo>
                      <a:cubicBezTo>
                        <a:pt x="264872" y="515080"/>
                        <a:pt x="270312" y="539557"/>
                        <a:pt x="270312" y="564034"/>
                      </a:cubicBezTo>
                      <a:cubicBezTo>
                        <a:pt x="270312" y="574913"/>
                        <a:pt x="270312" y="588511"/>
                        <a:pt x="270312" y="599390"/>
                      </a:cubicBezTo>
                      <a:cubicBezTo>
                        <a:pt x="270312" y="612988"/>
                        <a:pt x="270312" y="623867"/>
                        <a:pt x="270312" y="637465"/>
                      </a:cubicBezTo>
                      <a:cubicBezTo>
                        <a:pt x="270312" y="648343"/>
                        <a:pt x="270312" y="661942"/>
                        <a:pt x="264872" y="670101"/>
                      </a:cubicBezTo>
                      <a:cubicBezTo>
                        <a:pt x="273031" y="672820"/>
                        <a:pt x="278471" y="672820"/>
                        <a:pt x="283910" y="672820"/>
                      </a:cubicBezTo>
                      <a:lnTo>
                        <a:pt x="283910" y="672820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43" name="Freeform: Shape 42">
                  <a:extLst>
                    <a:ext uri="{FF2B5EF4-FFF2-40B4-BE49-F238E27FC236}">
                      <a16:creationId xmlns:a16="http://schemas.microsoft.com/office/drawing/2014/main" id="{27E45CBE-6678-447C-B516-5E394D02935C}"/>
                    </a:ext>
                  </a:extLst>
                </p:cNvPr>
                <p:cNvSpPr/>
                <p:nvPr/>
              </p:nvSpPr>
              <p:spPr>
                <a:xfrm>
                  <a:off x="4620880" y="4194877"/>
                  <a:ext cx="598325" cy="761503"/>
                </a:xfrm>
                <a:custGeom>
                  <a:avLst/>
                  <a:gdLst>
                    <a:gd name="connsiteX0" fmla="*/ 515081 w 598324"/>
                    <a:gd name="connsiteY0" fmla="*/ 79935 h 761503"/>
                    <a:gd name="connsiteX1" fmla="*/ 542277 w 598324"/>
                    <a:gd name="connsiteY1" fmla="*/ 96253 h 761503"/>
                    <a:gd name="connsiteX2" fmla="*/ 536838 w 598324"/>
                    <a:gd name="connsiteY2" fmla="*/ 112571 h 761503"/>
                    <a:gd name="connsiteX3" fmla="*/ 523240 w 598324"/>
                    <a:gd name="connsiteY3" fmla="*/ 120730 h 761503"/>
                    <a:gd name="connsiteX4" fmla="*/ 506922 w 598324"/>
                    <a:gd name="connsiteY4" fmla="*/ 123450 h 761503"/>
                    <a:gd name="connsiteX5" fmla="*/ 477006 w 598324"/>
                    <a:gd name="connsiteY5" fmla="*/ 123450 h 761503"/>
                    <a:gd name="connsiteX6" fmla="*/ 479725 w 598324"/>
                    <a:gd name="connsiteY6" fmla="*/ 145207 h 761503"/>
                    <a:gd name="connsiteX7" fmla="*/ 477006 w 598324"/>
                    <a:gd name="connsiteY7" fmla="*/ 180563 h 761503"/>
                    <a:gd name="connsiteX8" fmla="*/ 482445 w 598324"/>
                    <a:gd name="connsiteY8" fmla="*/ 232236 h 761503"/>
                    <a:gd name="connsiteX9" fmla="*/ 485165 w 598324"/>
                    <a:gd name="connsiteY9" fmla="*/ 283909 h 761503"/>
                    <a:gd name="connsiteX10" fmla="*/ 485165 w 598324"/>
                    <a:gd name="connsiteY10" fmla="*/ 327424 h 761503"/>
                    <a:gd name="connsiteX11" fmla="*/ 487884 w 598324"/>
                    <a:gd name="connsiteY11" fmla="*/ 373658 h 761503"/>
                    <a:gd name="connsiteX12" fmla="*/ 485165 w 598324"/>
                    <a:gd name="connsiteY12" fmla="*/ 419892 h 761503"/>
                    <a:gd name="connsiteX13" fmla="*/ 485165 w 598324"/>
                    <a:gd name="connsiteY13" fmla="*/ 463407 h 761503"/>
                    <a:gd name="connsiteX14" fmla="*/ 482445 w 598324"/>
                    <a:gd name="connsiteY14" fmla="*/ 515080 h 761503"/>
                    <a:gd name="connsiteX15" fmla="*/ 482445 w 598324"/>
                    <a:gd name="connsiteY15" fmla="*/ 558595 h 761503"/>
                    <a:gd name="connsiteX16" fmla="*/ 479725 w 598324"/>
                    <a:gd name="connsiteY16" fmla="*/ 602109 h 761503"/>
                    <a:gd name="connsiteX17" fmla="*/ 485165 w 598324"/>
                    <a:gd name="connsiteY17" fmla="*/ 648343 h 761503"/>
                    <a:gd name="connsiteX18" fmla="*/ 474286 w 598324"/>
                    <a:gd name="connsiteY18" fmla="*/ 675540 h 761503"/>
                    <a:gd name="connsiteX19" fmla="*/ 428052 w 598324"/>
                    <a:gd name="connsiteY19" fmla="*/ 691858 h 761503"/>
                    <a:gd name="connsiteX20" fmla="*/ 387257 w 598324"/>
                    <a:gd name="connsiteY20" fmla="*/ 683699 h 761503"/>
                    <a:gd name="connsiteX21" fmla="*/ 351901 w 598324"/>
                    <a:gd name="connsiteY21" fmla="*/ 664661 h 761503"/>
                    <a:gd name="connsiteX22" fmla="*/ 305667 w 598324"/>
                    <a:gd name="connsiteY22" fmla="*/ 596670 h 761503"/>
                    <a:gd name="connsiteX23" fmla="*/ 270312 w 598324"/>
                    <a:gd name="connsiteY23" fmla="*/ 509641 h 761503"/>
                    <a:gd name="connsiteX24" fmla="*/ 251274 w 598324"/>
                    <a:gd name="connsiteY24" fmla="*/ 460687 h 761503"/>
                    <a:gd name="connsiteX25" fmla="*/ 224077 w 598324"/>
                    <a:gd name="connsiteY25" fmla="*/ 381817 h 761503"/>
                    <a:gd name="connsiteX26" fmla="*/ 207759 w 598324"/>
                    <a:gd name="connsiteY26" fmla="*/ 330144 h 761503"/>
                    <a:gd name="connsiteX27" fmla="*/ 191442 w 598324"/>
                    <a:gd name="connsiteY27" fmla="*/ 286629 h 761503"/>
                    <a:gd name="connsiteX28" fmla="*/ 183283 w 598324"/>
                    <a:gd name="connsiteY28" fmla="*/ 278470 h 761503"/>
                    <a:gd name="connsiteX29" fmla="*/ 180563 w 598324"/>
                    <a:gd name="connsiteY29" fmla="*/ 292068 h 761503"/>
                    <a:gd name="connsiteX30" fmla="*/ 180563 w 598324"/>
                    <a:gd name="connsiteY30" fmla="*/ 305667 h 761503"/>
                    <a:gd name="connsiteX31" fmla="*/ 183283 w 598324"/>
                    <a:gd name="connsiteY31" fmla="*/ 354620 h 761503"/>
                    <a:gd name="connsiteX32" fmla="*/ 188722 w 598324"/>
                    <a:gd name="connsiteY32" fmla="*/ 449808 h 761503"/>
                    <a:gd name="connsiteX33" fmla="*/ 188722 w 598324"/>
                    <a:gd name="connsiteY33" fmla="*/ 479725 h 761503"/>
                    <a:gd name="connsiteX34" fmla="*/ 188722 w 598324"/>
                    <a:gd name="connsiteY34" fmla="*/ 542277 h 761503"/>
                    <a:gd name="connsiteX35" fmla="*/ 186002 w 598324"/>
                    <a:gd name="connsiteY35" fmla="*/ 615708 h 761503"/>
                    <a:gd name="connsiteX36" fmla="*/ 186002 w 598324"/>
                    <a:gd name="connsiteY36" fmla="*/ 637465 h 761503"/>
                    <a:gd name="connsiteX37" fmla="*/ 183283 w 598324"/>
                    <a:gd name="connsiteY37" fmla="*/ 664661 h 761503"/>
                    <a:gd name="connsiteX38" fmla="*/ 226797 w 598324"/>
                    <a:gd name="connsiteY38" fmla="*/ 664661 h 761503"/>
                    <a:gd name="connsiteX39" fmla="*/ 253994 w 598324"/>
                    <a:gd name="connsiteY39" fmla="*/ 680979 h 761503"/>
                    <a:gd name="connsiteX40" fmla="*/ 248554 w 598324"/>
                    <a:gd name="connsiteY40" fmla="*/ 697297 h 761503"/>
                    <a:gd name="connsiteX41" fmla="*/ 234956 w 598324"/>
                    <a:gd name="connsiteY41" fmla="*/ 705456 h 761503"/>
                    <a:gd name="connsiteX42" fmla="*/ 218638 w 598324"/>
                    <a:gd name="connsiteY42" fmla="*/ 708176 h 761503"/>
                    <a:gd name="connsiteX43" fmla="*/ 183283 w 598324"/>
                    <a:gd name="connsiteY43" fmla="*/ 708176 h 761503"/>
                    <a:gd name="connsiteX44" fmla="*/ 150647 w 598324"/>
                    <a:gd name="connsiteY44" fmla="*/ 708176 h 761503"/>
                    <a:gd name="connsiteX45" fmla="*/ 107132 w 598324"/>
                    <a:gd name="connsiteY45" fmla="*/ 708176 h 761503"/>
                    <a:gd name="connsiteX46" fmla="*/ 88094 w 598324"/>
                    <a:gd name="connsiteY46" fmla="*/ 708176 h 761503"/>
                    <a:gd name="connsiteX47" fmla="*/ 69057 w 598324"/>
                    <a:gd name="connsiteY47" fmla="*/ 702736 h 761503"/>
                    <a:gd name="connsiteX48" fmla="*/ 58178 w 598324"/>
                    <a:gd name="connsiteY48" fmla="*/ 686418 h 761503"/>
                    <a:gd name="connsiteX49" fmla="*/ 60898 w 598324"/>
                    <a:gd name="connsiteY49" fmla="*/ 678259 h 761503"/>
                    <a:gd name="connsiteX50" fmla="*/ 77216 w 598324"/>
                    <a:gd name="connsiteY50" fmla="*/ 670101 h 761503"/>
                    <a:gd name="connsiteX51" fmla="*/ 120730 w 598324"/>
                    <a:gd name="connsiteY51" fmla="*/ 664661 h 761503"/>
                    <a:gd name="connsiteX52" fmla="*/ 131609 w 598324"/>
                    <a:gd name="connsiteY52" fmla="*/ 664661 h 761503"/>
                    <a:gd name="connsiteX53" fmla="*/ 134329 w 598324"/>
                    <a:gd name="connsiteY53" fmla="*/ 539557 h 761503"/>
                    <a:gd name="connsiteX54" fmla="*/ 134329 w 598324"/>
                    <a:gd name="connsiteY54" fmla="*/ 504201 h 761503"/>
                    <a:gd name="connsiteX55" fmla="*/ 131609 w 598324"/>
                    <a:gd name="connsiteY55" fmla="*/ 376378 h 761503"/>
                    <a:gd name="connsiteX56" fmla="*/ 131609 w 598324"/>
                    <a:gd name="connsiteY56" fmla="*/ 302947 h 761503"/>
                    <a:gd name="connsiteX57" fmla="*/ 134329 w 598324"/>
                    <a:gd name="connsiteY57" fmla="*/ 221357 h 761503"/>
                    <a:gd name="connsiteX58" fmla="*/ 137048 w 598324"/>
                    <a:gd name="connsiteY58" fmla="*/ 123450 h 761503"/>
                    <a:gd name="connsiteX59" fmla="*/ 107132 w 598324"/>
                    <a:gd name="connsiteY59" fmla="*/ 123450 h 761503"/>
                    <a:gd name="connsiteX60" fmla="*/ 88094 w 598324"/>
                    <a:gd name="connsiteY60" fmla="*/ 123450 h 761503"/>
                    <a:gd name="connsiteX61" fmla="*/ 69057 w 598324"/>
                    <a:gd name="connsiteY61" fmla="*/ 118011 h 761503"/>
                    <a:gd name="connsiteX62" fmla="*/ 58178 w 598324"/>
                    <a:gd name="connsiteY62" fmla="*/ 101693 h 761503"/>
                    <a:gd name="connsiteX63" fmla="*/ 60898 w 598324"/>
                    <a:gd name="connsiteY63" fmla="*/ 93534 h 761503"/>
                    <a:gd name="connsiteX64" fmla="*/ 77216 w 598324"/>
                    <a:gd name="connsiteY64" fmla="*/ 85375 h 761503"/>
                    <a:gd name="connsiteX65" fmla="*/ 131609 w 598324"/>
                    <a:gd name="connsiteY65" fmla="*/ 79935 h 761503"/>
                    <a:gd name="connsiteX66" fmla="*/ 161525 w 598324"/>
                    <a:gd name="connsiteY66" fmla="*/ 79935 h 761503"/>
                    <a:gd name="connsiteX67" fmla="*/ 177843 w 598324"/>
                    <a:gd name="connsiteY67" fmla="*/ 66337 h 761503"/>
                    <a:gd name="connsiteX68" fmla="*/ 202320 w 598324"/>
                    <a:gd name="connsiteY68" fmla="*/ 58178 h 761503"/>
                    <a:gd name="connsiteX69" fmla="*/ 234956 w 598324"/>
                    <a:gd name="connsiteY69" fmla="*/ 77216 h 761503"/>
                    <a:gd name="connsiteX70" fmla="*/ 251274 w 598324"/>
                    <a:gd name="connsiteY70" fmla="*/ 107132 h 761503"/>
                    <a:gd name="connsiteX71" fmla="*/ 267592 w 598324"/>
                    <a:gd name="connsiteY71" fmla="*/ 147927 h 761503"/>
                    <a:gd name="connsiteX72" fmla="*/ 281190 w 598324"/>
                    <a:gd name="connsiteY72" fmla="*/ 183282 h 761503"/>
                    <a:gd name="connsiteX73" fmla="*/ 297508 w 598324"/>
                    <a:gd name="connsiteY73" fmla="*/ 224077 h 761503"/>
                    <a:gd name="connsiteX74" fmla="*/ 308387 w 598324"/>
                    <a:gd name="connsiteY74" fmla="*/ 264872 h 761503"/>
                    <a:gd name="connsiteX75" fmla="*/ 319265 w 598324"/>
                    <a:gd name="connsiteY75" fmla="*/ 300227 h 761503"/>
                    <a:gd name="connsiteX76" fmla="*/ 351901 w 598324"/>
                    <a:gd name="connsiteY76" fmla="*/ 379097 h 761503"/>
                    <a:gd name="connsiteX77" fmla="*/ 365500 w 598324"/>
                    <a:gd name="connsiteY77" fmla="*/ 417173 h 761503"/>
                    <a:gd name="connsiteX78" fmla="*/ 379098 w 598324"/>
                    <a:gd name="connsiteY78" fmla="*/ 457967 h 761503"/>
                    <a:gd name="connsiteX79" fmla="*/ 395416 w 598324"/>
                    <a:gd name="connsiteY79" fmla="*/ 496043 h 761503"/>
                    <a:gd name="connsiteX80" fmla="*/ 406294 w 598324"/>
                    <a:gd name="connsiteY80" fmla="*/ 512361 h 761503"/>
                    <a:gd name="connsiteX81" fmla="*/ 411734 w 598324"/>
                    <a:gd name="connsiteY81" fmla="*/ 531398 h 761503"/>
                    <a:gd name="connsiteX82" fmla="*/ 419893 w 598324"/>
                    <a:gd name="connsiteY82" fmla="*/ 558595 h 761503"/>
                    <a:gd name="connsiteX83" fmla="*/ 425332 w 598324"/>
                    <a:gd name="connsiteY83" fmla="*/ 564034 h 761503"/>
                    <a:gd name="connsiteX84" fmla="*/ 430771 w 598324"/>
                    <a:gd name="connsiteY84" fmla="*/ 558595 h 761503"/>
                    <a:gd name="connsiteX85" fmla="*/ 430771 w 598324"/>
                    <a:gd name="connsiteY85" fmla="*/ 550436 h 761503"/>
                    <a:gd name="connsiteX86" fmla="*/ 430771 w 598324"/>
                    <a:gd name="connsiteY86" fmla="*/ 501482 h 761503"/>
                    <a:gd name="connsiteX87" fmla="*/ 430771 w 598324"/>
                    <a:gd name="connsiteY87" fmla="*/ 403574 h 761503"/>
                    <a:gd name="connsiteX88" fmla="*/ 425332 w 598324"/>
                    <a:gd name="connsiteY88" fmla="*/ 313826 h 761503"/>
                    <a:gd name="connsiteX89" fmla="*/ 425332 w 598324"/>
                    <a:gd name="connsiteY89" fmla="*/ 248554 h 761503"/>
                    <a:gd name="connsiteX90" fmla="*/ 425332 w 598324"/>
                    <a:gd name="connsiteY90" fmla="*/ 210479 h 761503"/>
                    <a:gd name="connsiteX91" fmla="*/ 422613 w 598324"/>
                    <a:gd name="connsiteY91" fmla="*/ 153366 h 761503"/>
                    <a:gd name="connsiteX92" fmla="*/ 425332 w 598324"/>
                    <a:gd name="connsiteY92" fmla="*/ 123450 h 761503"/>
                    <a:gd name="connsiteX93" fmla="*/ 398136 w 598324"/>
                    <a:gd name="connsiteY93" fmla="*/ 123450 h 761503"/>
                    <a:gd name="connsiteX94" fmla="*/ 379098 w 598324"/>
                    <a:gd name="connsiteY94" fmla="*/ 123450 h 761503"/>
                    <a:gd name="connsiteX95" fmla="*/ 360060 w 598324"/>
                    <a:gd name="connsiteY95" fmla="*/ 118011 h 761503"/>
                    <a:gd name="connsiteX96" fmla="*/ 349182 w 598324"/>
                    <a:gd name="connsiteY96" fmla="*/ 101693 h 761503"/>
                    <a:gd name="connsiteX97" fmla="*/ 351901 w 598324"/>
                    <a:gd name="connsiteY97" fmla="*/ 93534 h 761503"/>
                    <a:gd name="connsiteX98" fmla="*/ 368219 w 598324"/>
                    <a:gd name="connsiteY98" fmla="*/ 85375 h 761503"/>
                    <a:gd name="connsiteX99" fmla="*/ 422613 w 598324"/>
                    <a:gd name="connsiteY99" fmla="*/ 79935 h 761503"/>
                    <a:gd name="connsiteX100" fmla="*/ 444370 w 598324"/>
                    <a:gd name="connsiteY100" fmla="*/ 79935 h 761503"/>
                    <a:gd name="connsiteX101" fmla="*/ 463407 w 598324"/>
                    <a:gd name="connsiteY101" fmla="*/ 71776 h 761503"/>
                    <a:gd name="connsiteX102" fmla="*/ 477006 w 598324"/>
                    <a:gd name="connsiteY102" fmla="*/ 79935 h 761503"/>
                    <a:gd name="connsiteX103" fmla="*/ 515081 w 598324"/>
                    <a:gd name="connsiteY103" fmla="*/ 79935 h 761503"/>
                    <a:gd name="connsiteX104" fmla="*/ 515081 w 598324"/>
                    <a:gd name="connsiteY104" fmla="*/ 79935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</a:cxnLst>
                  <a:rect l="l" t="t" r="r" b="b"/>
                  <a:pathLst>
                    <a:path w="598324" h="761503">
                      <a:moveTo>
                        <a:pt x="515081" y="79935"/>
                      </a:moveTo>
                      <a:cubicBezTo>
                        <a:pt x="523240" y="79935"/>
                        <a:pt x="542277" y="79935"/>
                        <a:pt x="542277" y="96253"/>
                      </a:cubicBezTo>
                      <a:cubicBezTo>
                        <a:pt x="542277" y="104412"/>
                        <a:pt x="542277" y="107132"/>
                        <a:pt x="536838" y="112571"/>
                      </a:cubicBezTo>
                      <a:cubicBezTo>
                        <a:pt x="534119" y="118011"/>
                        <a:pt x="528679" y="120730"/>
                        <a:pt x="523240" y="120730"/>
                      </a:cubicBezTo>
                      <a:cubicBezTo>
                        <a:pt x="515081" y="123450"/>
                        <a:pt x="512361" y="123450"/>
                        <a:pt x="506922" y="123450"/>
                      </a:cubicBezTo>
                      <a:cubicBezTo>
                        <a:pt x="504202" y="123450"/>
                        <a:pt x="490604" y="123450"/>
                        <a:pt x="477006" y="123450"/>
                      </a:cubicBezTo>
                      <a:cubicBezTo>
                        <a:pt x="477006" y="131609"/>
                        <a:pt x="479725" y="137048"/>
                        <a:pt x="479725" y="145207"/>
                      </a:cubicBezTo>
                      <a:cubicBezTo>
                        <a:pt x="479725" y="156086"/>
                        <a:pt x="477006" y="166964"/>
                        <a:pt x="477006" y="180563"/>
                      </a:cubicBezTo>
                      <a:cubicBezTo>
                        <a:pt x="477006" y="196881"/>
                        <a:pt x="479725" y="215918"/>
                        <a:pt x="482445" y="232236"/>
                      </a:cubicBezTo>
                      <a:cubicBezTo>
                        <a:pt x="485165" y="248554"/>
                        <a:pt x="485165" y="267592"/>
                        <a:pt x="485165" y="283909"/>
                      </a:cubicBezTo>
                      <a:cubicBezTo>
                        <a:pt x="485165" y="297508"/>
                        <a:pt x="485165" y="313826"/>
                        <a:pt x="485165" y="327424"/>
                      </a:cubicBezTo>
                      <a:cubicBezTo>
                        <a:pt x="485165" y="343742"/>
                        <a:pt x="487884" y="357340"/>
                        <a:pt x="487884" y="373658"/>
                      </a:cubicBezTo>
                      <a:cubicBezTo>
                        <a:pt x="487884" y="389976"/>
                        <a:pt x="485165" y="403574"/>
                        <a:pt x="485165" y="419892"/>
                      </a:cubicBezTo>
                      <a:cubicBezTo>
                        <a:pt x="485165" y="436210"/>
                        <a:pt x="485165" y="449808"/>
                        <a:pt x="485165" y="463407"/>
                      </a:cubicBezTo>
                      <a:cubicBezTo>
                        <a:pt x="485165" y="479725"/>
                        <a:pt x="485165" y="498762"/>
                        <a:pt x="482445" y="515080"/>
                      </a:cubicBezTo>
                      <a:cubicBezTo>
                        <a:pt x="482445" y="528678"/>
                        <a:pt x="482445" y="542277"/>
                        <a:pt x="482445" y="558595"/>
                      </a:cubicBezTo>
                      <a:cubicBezTo>
                        <a:pt x="482445" y="572193"/>
                        <a:pt x="479725" y="588511"/>
                        <a:pt x="479725" y="602109"/>
                      </a:cubicBezTo>
                      <a:cubicBezTo>
                        <a:pt x="479725" y="615708"/>
                        <a:pt x="485165" y="632025"/>
                        <a:pt x="485165" y="648343"/>
                      </a:cubicBezTo>
                      <a:cubicBezTo>
                        <a:pt x="485165" y="659222"/>
                        <a:pt x="482445" y="670101"/>
                        <a:pt x="474286" y="675540"/>
                      </a:cubicBezTo>
                      <a:cubicBezTo>
                        <a:pt x="460688" y="686418"/>
                        <a:pt x="444370" y="691858"/>
                        <a:pt x="428052" y="691858"/>
                      </a:cubicBezTo>
                      <a:cubicBezTo>
                        <a:pt x="414453" y="691858"/>
                        <a:pt x="400855" y="689138"/>
                        <a:pt x="387257" y="683699"/>
                      </a:cubicBezTo>
                      <a:cubicBezTo>
                        <a:pt x="373659" y="678259"/>
                        <a:pt x="360060" y="672820"/>
                        <a:pt x="351901" y="664661"/>
                      </a:cubicBezTo>
                      <a:cubicBezTo>
                        <a:pt x="330144" y="645624"/>
                        <a:pt x="316546" y="621147"/>
                        <a:pt x="305667" y="596670"/>
                      </a:cubicBezTo>
                      <a:cubicBezTo>
                        <a:pt x="292069" y="569473"/>
                        <a:pt x="281190" y="539557"/>
                        <a:pt x="270312" y="509641"/>
                      </a:cubicBezTo>
                      <a:cubicBezTo>
                        <a:pt x="264872" y="493323"/>
                        <a:pt x="256713" y="477005"/>
                        <a:pt x="251274" y="460687"/>
                      </a:cubicBezTo>
                      <a:cubicBezTo>
                        <a:pt x="240395" y="433490"/>
                        <a:pt x="232236" y="409014"/>
                        <a:pt x="224077" y="381817"/>
                      </a:cubicBezTo>
                      <a:cubicBezTo>
                        <a:pt x="218638" y="365499"/>
                        <a:pt x="213199" y="346462"/>
                        <a:pt x="207759" y="330144"/>
                      </a:cubicBezTo>
                      <a:cubicBezTo>
                        <a:pt x="202320" y="316545"/>
                        <a:pt x="196881" y="300227"/>
                        <a:pt x="191442" y="286629"/>
                      </a:cubicBezTo>
                      <a:cubicBezTo>
                        <a:pt x="188722" y="281190"/>
                        <a:pt x="186002" y="278470"/>
                        <a:pt x="183283" y="278470"/>
                      </a:cubicBezTo>
                      <a:cubicBezTo>
                        <a:pt x="180563" y="278470"/>
                        <a:pt x="180563" y="286629"/>
                        <a:pt x="180563" y="292068"/>
                      </a:cubicBezTo>
                      <a:cubicBezTo>
                        <a:pt x="180563" y="297508"/>
                        <a:pt x="180563" y="302947"/>
                        <a:pt x="180563" y="305667"/>
                      </a:cubicBezTo>
                      <a:cubicBezTo>
                        <a:pt x="180563" y="321985"/>
                        <a:pt x="183283" y="338303"/>
                        <a:pt x="183283" y="354620"/>
                      </a:cubicBezTo>
                      <a:cubicBezTo>
                        <a:pt x="183283" y="387256"/>
                        <a:pt x="186002" y="417173"/>
                        <a:pt x="188722" y="449808"/>
                      </a:cubicBezTo>
                      <a:cubicBezTo>
                        <a:pt x="188722" y="460687"/>
                        <a:pt x="188722" y="468846"/>
                        <a:pt x="188722" y="479725"/>
                      </a:cubicBezTo>
                      <a:cubicBezTo>
                        <a:pt x="188722" y="501482"/>
                        <a:pt x="188722" y="523239"/>
                        <a:pt x="188722" y="542277"/>
                      </a:cubicBezTo>
                      <a:cubicBezTo>
                        <a:pt x="188722" y="566754"/>
                        <a:pt x="186002" y="591231"/>
                        <a:pt x="186002" y="615708"/>
                      </a:cubicBezTo>
                      <a:cubicBezTo>
                        <a:pt x="186002" y="623866"/>
                        <a:pt x="186002" y="632025"/>
                        <a:pt x="186002" y="637465"/>
                      </a:cubicBezTo>
                      <a:cubicBezTo>
                        <a:pt x="186002" y="645624"/>
                        <a:pt x="183283" y="656502"/>
                        <a:pt x="183283" y="664661"/>
                      </a:cubicBezTo>
                      <a:cubicBezTo>
                        <a:pt x="202320" y="664661"/>
                        <a:pt x="218638" y="664661"/>
                        <a:pt x="226797" y="664661"/>
                      </a:cubicBezTo>
                      <a:cubicBezTo>
                        <a:pt x="234956" y="664661"/>
                        <a:pt x="253994" y="664661"/>
                        <a:pt x="253994" y="680979"/>
                      </a:cubicBezTo>
                      <a:cubicBezTo>
                        <a:pt x="253994" y="689138"/>
                        <a:pt x="253994" y="691858"/>
                        <a:pt x="248554" y="697297"/>
                      </a:cubicBezTo>
                      <a:cubicBezTo>
                        <a:pt x="245835" y="702736"/>
                        <a:pt x="240395" y="705456"/>
                        <a:pt x="234956" y="705456"/>
                      </a:cubicBezTo>
                      <a:cubicBezTo>
                        <a:pt x="226797" y="708176"/>
                        <a:pt x="224077" y="708176"/>
                        <a:pt x="218638" y="708176"/>
                      </a:cubicBezTo>
                      <a:cubicBezTo>
                        <a:pt x="215918" y="708176"/>
                        <a:pt x="199600" y="708176"/>
                        <a:pt x="183283" y="708176"/>
                      </a:cubicBezTo>
                      <a:cubicBezTo>
                        <a:pt x="166965" y="708176"/>
                        <a:pt x="153366" y="708176"/>
                        <a:pt x="150647" y="708176"/>
                      </a:cubicBezTo>
                      <a:cubicBezTo>
                        <a:pt x="139768" y="708176"/>
                        <a:pt x="120730" y="708176"/>
                        <a:pt x="107132" y="708176"/>
                      </a:cubicBezTo>
                      <a:cubicBezTo>
                        <a:pt x="101693" y="708176"/>
                        <a:pt x="96254" y="708176"/>
                        <a:pt x="88094" y="708176"/>
                      </a:cubicBezTo>
                      <a:cubicBezTo>
                        <a:pt x="82655" y="708176"/>
                        <a:pt x="74496" y="708176"/>
                        <a:pt x="69057" y="702736"/>
                      </a:cubicBezTo>
                      <a:cubicBezTo>
                        <a:pt x="63617" y="700017"/>
                        <a:pt x="58178" y="691858"/>
                        <a:pt x="58178" y="686418"/>
                      </a:cubicBezTo>
                      <a:cubicBezTo>
                        <a:pt x="58178" y="683699"/>
                        <a:pt x="58178" y="680979"/>
                        <a:pt x="60898" y="678259"/>
                      </a:cubicBezTo>
                      <a:cubicBezTo>
                        <a:pt x="63617" y="675540"/>
                        <a:pt x="71777" y="672820"/>
                        <a:pt x="77216" y="670101"/>
                      </a:cubicBezTo>
                      <a:cubicBezTo>
                        <a:pt x="90814" y="667381"/>
                        <a:pt x="115291" y="664661"/>
                        <a:pt x="120730" y="664661"/>
                      </a:cubicBezTo>
                      <a:cubicBezTo>
                        <a:pt x="123450" y="664661"/>
                        <a:pt x="126170" y="664661"/>
                        <a:pt x="131609" y="664661"/>
                      </a:cubicBezTo>
                      <a:cubicBezTo>
                        <a:pt x="131609" y="623866"/>
                        <a:pt x="134329" y="583072"/>
                        <a:pt x="134329" y="539557"/>
                      </a:cubicBezTo>
                      <a:cubicBezTo>
                        <a:pt x="134329" y="528678"/>
                        <a:pt x="134329" y="515080"/>
                        <a:pt x="134329" y="504201"/>
                      </a:cubicBezTo>
                      <a:cubicBezTo>
                        <a:pt x="131609" y="460687"/>
                        <a:pt x="131609" y="417173"/>
                        <a:pt x="131609" y="376378"/>
                      </a:cubicBezTo>
                      <a:cubicBezTo>
                        <a:pt x="131609" y="351901"/>
                        <a:pt x="131609" y="327424"/>
                        <a:pt x="131609" y="302947"/>
                      </a:cubicBezTo>
                      <a:cubicBezTo>
                        <a:pt x="131609" y="275751"/>
                        <a:pt x="131609" y="248554"/>
                        <a:pt x="134329" y="221357"/>
                      </a:cubicBezTo>
                      <a:cubicBezTo>
                        <a:pt x="134329" y="188722"/>
                        <a:pt x="137048" y="156086"/>
                        <a:pt x="137048" y="123450"/>
                      </a:cubicBezTo>
                      <a:cubicBezTo>
                        <a:pt x="126170" y="123450"/>
                        <a:pt x="115291" y="123450"/>
                        <a:pt x="107132" y="123450"/>
                      </a:cubicBezTo>
                      <a:cubicBezTo>
                        <a:pt x="101693" y="123450"/>
                        <a:pt x="96254" y="123450"/>
                        <a:pt x="88094" y="123450"/>
                      </a:cubicBezTo>
                      <a:cubicBezTo>
                        <a:pt x="82655" y="123450"/>
                        <a:pt x="74496" y="120730"/>
                        <a:pt x="69057" y="118011"/>
                      </a:cubicBezTo>
                      <a:cubicBezTo>
                        <a:pt x="63617" y="115291"/>
                        <a:pt x="58178" y="107132"/>
                        <a:pt x="58178" y="101693"/>
                      </a:cubicBezTo>
                      <a:cubicBezTo>
                        <a:pt x="58178" y="98973"/>
                        <a:pt x="58178" y="96253"/>
                        <a:pt x="60898" y="93534"/>
                      </a:cubicBezTo>
                      <a:cubicBezTo>
                        <a:pt x="63617" y="90814"/>
                        <a:pt x="71777" y="88094"/>
                        <a:pt x="77216" y="85375"/>
                      </a:cubicBezTo>
                      <a:cubicBezTo>
                        <a:pt x="90814" y="82655"/>
                        <a:pt x="126170" y="79935"/>
                        <a:pt x="131609" y="79935"/>
                      </a:cubicBezTo>
                      <a:cubicBezTo>
                        <a:pt x="137048" y="79935"/>
                        <a:pt x="147927" y="79935"/>
                        <a:pt x="161525" y="79935"/>
                      </a:cubicBezTo>
                      <a:cubicBezTo>
                        <a:pt x="166965" y="74496"/>
                        <a:pt x="172404" y="71776"/>
                        <a:pt x="177843" y="66337"/>
                      </a:cubicBezTo>
                      <a:cubicBezTo>
                        <a:pt x="186002" y="60898"/>
                        <a:pt x="194161" y="58178"/>
                        <a:pt x="202320" y="58178"/>
                      </a:cubicBezTo>
                      <a:cubicBezTo>
                        <a:pt x="215918" y="58178"/>
                        <a:pt x="226797" y="63617"/>
                        <a:pt x="234956" y="77216"/>
                      </a:cubicBezTo>
                      <a:cubicBezTo>
                        <a:pt x="240395" y="88094"/>
                        <a:pt x="248554" y="96253"/>
                        <a:pt x="251274" y="107132"/>
                      </a:cubicBezTo>
                      <a:cubicBezTo>
                        <a:pt x="256713" y="120730"/>
                        <a:pt x="259433" y="134328"/>
                        <a:pt x="267592" y="147927"/>
                      </a:cubicBezTo>
                      <a:cubicBezTo>
                        <a:pt x="273031" y="158805"/>
                        <a:pt x="275751" y="172404"/>
                        <a:pt x="281190" y="183282"/>
                      </a:cubicBezTo>
                      <a:cubicBezTo>
                        <a:pt x="286630" y="196881"/>
                        <a:pt x="292069" y="210479"/>
                        <a:pt x="297508" y="224077"/>
                      </a:cubicBezTo>
                      <a:cubicBezTo>
                        <a:pt x="300228" y="237675"/>
                        <a:pt x="305667" y="251274"/>
                        <a:pt x="308387" y="264872"/>
                      </a:cubicBezTo>
                      <a:cubicBezTo>
                        <a:pt x="311106" y="278470"/>
                        <a:pt x="311106" y="289349"/>
                        <a:pt x="319265" y="300227"/>
                      </a:cubicBezTo>
                      <a:cubicBezTo>
                        <a:pt x="332864" y="324704"/>
                        <a:pt x="346462" y="351901"/>
                        <a:pt x="351901" y="379097"/>
                      </a:cubicBezTo>
                      <a:cubicBezTo>
                        <a:pt x="354621" y="392696"/>
                        <a:pt x="360060" y="403574"/>
                        <a:pt x="365500" y="417173"/>
                      </a:cubicBezTo>
                      <a:cubicBezTo>
                        <a:pt x="373659" y="430771"/>
                        <a:pt x="373659" y="444369"/>
                        <a:pt x="379098" y="457967"/>
                      </a:cubicBezTo>
                      <a:cubicBezTo>
                        <a:pt x="381818" y="471566"/>
                        <a:pt x="387257" y="482444"/>
                        <a:pt x="395416" y="496043"/>
                      </a:cubicBezTo>
                      <a:cubicBezTo>
                        <a:pt x="398136" y="501482"/>
                        <a:pt x="403575" y="506921"/>
                        <a:pt x="406294" y="512361"/>
                      </a:cubicBezTo>
                      <a:cubicBezTo>
                        <a:pt x="409014" y="517800"/>
                        <a:pt x="409014" y="525959"/>
                        <a:pt x="411734" y="531398"/>
                      </a:cubicBezTo>
                      <a:cubicBezTo>
                        <a:pt x="414453" y="539557"/>
                        <a:pt x="417173" y="550436"/>
                        <a:pt x="419893" y="558595"/>
                      </a:cubicBezTo>
                      <a:cubicBezTo>
                        <a:pt x="422613" y="561314"/>
                        <a:pt x="422613" y="564034"/>
                        <a:pt x="425332" y="564034"/>
                      </a:cubicBezTo>
                      <a:cubicBezTo>
                        <a:pt x="428052" y="564034"/>
                        <a:pt x="428052" y="561314"/>
                        <a:pt x="430771" y="558595"/>
                      </a:cubicBezTo>
                      <a:cubicBezTo>
                        <a:pt x="430771" y="555875"/>
                        <a:pt x="430771" y="553155"/>
                        <a:pt x="430771" y="550436"/>
                      </a:cubicBezTo>
                      <a:cubicBezTo>
                        <a:pt x="430771" y="534118"/>
                        <a:pt x="430771" y="517800"/>
                        <a:pt x="430771" y="501482"/>
                      </a:cubicBezTo>
                      <a:cubicBezTo>
                        <a:pt x="430771" y="468846"/>
                        <a:pt x="433491" y="436210"/>
                        <a:pt x="430771" y="403574"/>
                      </a:cubicBezTo>
                      <a:cubicBezTo>
                        <a:pt x="430771" y="373658"/>
                        <a:pt x="425332" y="343742"/>
                        <a:pt x="425332" y="313826"/>
                      </a:cubicBezTo>
                      <a:cubicBezTo>
                        <a:pt x="425332" y="292068"/>
                        <a:pt x="425332" y="270311"/>
                        <a:pt x="425332" y="248554"/>
                      </a:cubicBezTo>
                      <a:cubicBezTo>
                        <a:pt x="425332" y="234956"/>
                        <a:pt x="425332" y="224077"/>
                        <a:pt x="425332" y="210479"/>
                      </a:cubicBezTo>
                      <a:cubicBezTo>
                        <a:pt x="425332" y="191441"/>
                        <a:pt x="422613" y="172404"/>
                        <a:pt x="422613" y="153366"/>
                      </a:cubicBezTo>
                      <a:cubicBezTo>
                        <a:pt x="422613" y="142487"/>
                        <a:pt x="422613" y="134328"/>
                        <a:pt x="425332" y="123450"/>
                      </a:cubicBezTo>
                      <a:cubicBezTo>
                        <a:pt x="417173" y="123450"/>
                        <a:pt x="406294" y="123450"/>
                        <a:pt x="398136" y="123450"/>
                      </a:cubicBezTo>
                      <a:cubicBezTo>
                        <a:pt x="392696" y="123450"/>
                        <a:pt x="387257" y="123450"/>
                        <a:pt x="379098" y="123450"/>
                      </a:cubicBezTo>
                      <a:cubicBezTo>
                        <a:pt x="373659" y="123450"/>
                        <a:pt x="365500" y="120730"/>
                        <a:pt x="360060" y="118011"/>
                      </a:cubicBezTo>
                      <a:cubicBezTo>
                        <a:pt x="354621" y="115291"/>
                        <a:pt x="349182" y="107132"/>
                        <a:pt x="349182" y="101693"/>
                      </a:cubicBezTo>
                      <a:cubicBezTo>
                        <a:pt x="349182" y="98973"/>
                        <a:pt x="349182" y="96253"/>
                        <a:pt x="351901" y="93534"/>
                      </a:cubicBezTo>
                      <a:cubicBezTo>
                        <a:pt x="354621" y="90814"/>
                        <a:pt x="362780" y="88094"/>
                        <a:pt x="368219" y="85375"/>
                      </a:cubicBezTo>
                      <a:cubicBezTo>
                        <a:pt x="381818" y="82655"/>
                        <a:pt x="417173" y="79935"/>
                        <a:pt x="422613" y="79935"/>
                      </a:cubicBezTo>
                      <a:cubicBezTo>
                        <a:pt x="428052" y="79935"/>
                        <a:pt x="433491" y="79935"/>
                        <a:pt x="444370" y="79935"/>
                      </a:cubicBezTo>
                      <a:cubicBezTo>
                        <a:pt x="449809" y="74496"/>
                        <a:pt x="455248" y="71776"/>
                        <a:pt x="463407" y="71776"/>
                      </a:cubicBezTo>
                      <a:cubicBezTo>
                        <a:pt x="471566" y="71776"/>
                        <a:pt x="477006" y="74496"/>
                        <a:pt x="477006" y="79935"/>
                      </a:cubicBezTo>
                      <a:cubicBezTo>
                        <a:pt x="493324" y="79935"/>
                        <a:pt x="506922" y="79935"/>
                        <a:pt x="515081" y="79935"/>
                      </a:cubicBezTo>
                      <a:lnTo>
                        <a:pt x="515081" y="79935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44" name="Freeform: Shape 43">
                  <a:extLst>
                    <a:ext uri="{FF2B5EF4-FFF2-40B4-BE49-F238E27FC236}">
                      <a16:creationId xmlns:a16="http://schemas.microsoft.com/office/drawing/2014/main" id="{891440AF-BE0A-4FCF-8580-12C0D6978EDB}"/>
                    </a:ext>
                  </a:extLst>
                </p:cNvPr>
                <p:cNvSpPr/>
                <p:nvPr/>
              </p:nvSpPr>
              <p:spPr>
                <a:xfrm>
                  <a:off x="5139126" y="4192158"/>
                  <a:ext cx="516735" cy="788700"/>
                </a:xfrm>
                <a:custGeom>
                  <a:avLst/>
                  <a:gdLst>
                    <a:gd name="connsiteX0" fmla="*/ 464616 w 516735"/>
                    <a:gd name="connsiteY0" fmla="*/ 436210 h 788699"/>
                    <a:gd name="connsiteX1" fmla="*/ 445578 w 516735"/>
                    <a:gd name="connsiteY1" fmla="*/ 455248 h 788699"/>
                    <a:gd name="connsiteX2" fmla="*/ 404784 w 516735"/>
                    <a:gd name="connsiteY2" fmla="*/ 466126 h 788699"/>
                    <a:gd name="connsiteX3" fmla="*/ 385746 w 516735"/>
                    <a:gd name="connsiteY3" fmla="*/ 479725 h 788699"/>
                    <a:gd name="connsiteX4" fmla="*/ 388466 w 516735"/>
                    <a:gd name="connsiteY4" fmla="*/ 512361 h 788699"/>
                    <a:gd name="connsiteX5" fmla="*/ 388466 w 516735"/>
                    <a:gd name="connsiteY5" fmla="*/ 544997 h 788699"/>
                    <a:gd name="connsiteX6" fmla="*/ 388466 w 516735"/>
                    <a:gd name="connsiteY6" fmla="*/ 566754 h 788699"/>
                    <a:gd name="connsiteX7" fmla="*/ 391185 w 516735"/>
                    <a:gd name="connsiteY7" fmla="*/ 632026 h 788699"/>
                    <a:gd name="connsiteX8" fmla="*/ 393905 w 516735"/>
                    <a:gd name="connsiteY8" fmla="*/ 683699 h 788699"/>
                    <a:gd name="connsiteX9" fmla="*/ 377587 w 516735"/>
                    <a:gd name="connsiteY9" fmla="*/ 724494 h 788699"/>
                    <a:gd name="connsiteX10" fmla="*/ 361269 w 516735"/>
                    <a:gd name="connsiteY10" fmla="*/ 719054 h 788699"/>
                    <a:gd name="connsiteX11" fmla="*/ 353110 w 516735"/>
                    <a:gd name="connsiteY11" fmla="*/ 702737 h 788699"/>
                    <a:gd name="connsiteX12" fmla="*/ 350390 w 516735"/>
                    <a:gd name="connsiteY12" fmla="*/ 686419 h 788699"/>
                    <a:gd name="connsiteX13" fmla="*/ 353110 w 516735"/>
                    <a:gd name="connsiteY13" fmla="*/ 659222 h 788699"/>
                    <a:gd name="connsiteX14" fmla="*/ 353110 w 516735"/>
                    <a:gd name="connsiteY14" fmla="*/ 656502 h 788699"/>
                    <a:gd name="connsiteX15" fmla="*/ 317755 w 516735"/>
                    <a:gd name="connsiteY15" fmla="*/ 708176 h 788699"/>
                    <a:gd name="connsiteX16" fmla="*/ 241604 w 516735"/>
                    <a:gd name="connsiteY16" fmla="*/ 735372 h 788699"/>
                    <a:gd name="connsiteX17" fmla="*/ 187211 w 516735"/>
                    <a:gd name="connsiteY17" fmla="*/ 727214 h 788699"/>
                    <a:gd name="connsiteX18" fmla="*/ 135538 w 516735"/>
                    <a:gd name="connsiteY18" fmla="*/ 694578 h 788699"/>
                    <a:gd name="connsiteX19" fmla="*/ 86584 w 516735"/>
                    <a:gd name="connsiteY19" fmla="*/ 621147 h 788699"/>
                    <a:gd name="connsiteX20" fmla="*/ 67546 w 516735"/>
                    <a:gd name="connsiteY20" fmla="*/ 555875 h 788699"/>
                    <a:gd name="connsiteX21" fmla="*/ 59387 w 516735"/>
                    <a:gd name="connsiteY21" fmla="*/ 509641 h 788699"/>
                    <a:gd name="connsiteX22" fmla="*/ 59387 w 516735"/>
                    <a:gd name="connsiteY22" fmla="*/ 468846 h 788699"/>
                    <a:gd name="connsiteX23" fmla="*/ 86584 w 516735"/>
                    <a:gd name="connsiteY23" fmla="*/ 302947 h 788699"/>
                    <a:gd name="connsiteX24" fmla="*/ 108341 w 516735"/>
                    <a:gd name="connsiteY24" fmla="*/ 224077 h 788699"/>
                    <a:gd name="connsiteX25" fmla="*/ 146416 w 516735"/>
                    <a:gd name="connsiteY25" fmla="*/ 145207 h 788699"/>
                    <a:gd name="connsiteX26" fmla="*/ 198090 w 516735"/>
                    <a:gd name="connsiteY26" fmla="*/ 85375 h 788699"/>
                    <a:gd name="connsiteX27" fmla="*/ 228006 w 516735"/>
                    <a:gd name="connsiteY27" fmla="*/ 69057 h 788699"/>
                    <a:gd name="connsiteX28" fmla="*/ 268801 w 516735"/>
                    <a:gd name="connsiteY28" fmla="*/ 58178 h 788699"/>
                    <a:gd name="connsiteX29" fmla="*/ 274240 w 516735"/>
                    <a:gd name="connsiteY29" fmla="*/ 58178 h 788699"/>
                    <a:gd name="connsiteX30" fmla="*/ 295997 w 516735"/>
                    <a:gd name="connsiteY30" fmla="*/ 60898 h 788699"/>
                    <a:gd name="connsiteX31" fmla="*/ 331353 w 516735"/>
                    <a:gd name="connsiteY31" fmla="*/ 71776 h 788699"/>
                    <a:gd name="connsiteX32" fmla="*/ 350390 w 516735"/>
                    <a:gd name="connsiteY32" fmla="*/ 93534 h 788699"/>
                    <a:gd name="connsiteX33" fmla="*/ 353110 w 516735"/>
                    <a:gd name="connsiteY33" fmla="*/ 74496 h 788699"/>
                    <a:gd name="connsiteX34" fmla="*/ 358549 w 516735"/>
                    <a:gd name="connsiteY34" fmla="*/ 63618 h 788699"/>
                    <a:gd name="connsiteX35" fmla="*/ 366708 w 516735"/>
                    <a:gd name="connsiteY35" fmla="*/ 58178 h 788699"/>
                    <a:gd name="connsiteX36" fmla="*/ 374867 w 516735"/>
                    <a:gd name="connsiteY36" fmla="*/ 63618 h 788699"/>
                    <a:gd name="connsiteX37" fmla="*/ 383026 w 516735"/>
                    <a:gd name="connsiteY37" fmla="*/ 82655 h 788699"/>
                    <a:gd name="connsiteX38" fmla="*/ 385746 w 516735"/>
                    <a:gd name="connsiteY38" fmla="*/ 126170 h 788699"/>
                    <a:gd name="connsiteX39" fmla="*/ 388466 w 516735"/>
                    <a:gd name="connsiteY39" fmla="*/ 186002 h 788699"/>
                    <a:gd name="connsiteX40" fmla="*/ 391185 w 516735"/>
                    <a:gd name="connsiteY40" fmla="*/ 237676 h 788699"/>
                    <a:gd name="connsiteX41" fmla="*/ 374867 w 516735"/>
                    <a:gd name="connsiteY41" fmla="*/ 278470 h 788699"/>
                    <a:gd name="connsiteX42" fmla="*/ 358549 w 516735"/>
                    <a:gd name="connsiteY42" fmla="*/ 273031 h 788699"/>
                    <a:gd name="connsiteX43" fmla="*/ 350390 w 516735"/>
                    <a:gd name="connsiteY43" fmla="*/ 256713 h 788699"/>
                    <a:gd name="connsiteX44" fmla="*/ 347671 w 516735"/>
                    <a:gd name="connsiteY44" fmla="*/ 240395 h 788699"/>
                    <a:gd name="connsiteX45" fmla="*/ 347671 w 516735"/>
                    <a:gd name="connsiteY45" fmla="*/ 213199 h 788699"/>
                    <a:gd name="connsiteX46" fmla="*/ 344951 w 516735"/>
                    <a:gd name="connsiteY46" fmla="*/ 194161 h 788699"/>
                    <a:gd name="connsiteX47" fmla="*/ 339512 w 516735"/>
                    <a:gd name="connsiteY47" fmla="*/ 150647 h 788699"/>
                    <a:gd name="connsiteX48" fmla="*/ 323194 w 516735"/>
                    <a:gd name="connsiteY48" fmla="*/ 112571 h 788699"/>
                    <a:gd name="connsiteX49" fmla="*/ 293278 w 516735"/>
                    <a:gd name="connsiteY49" fmla="*/ 101693 h 788699"/>
                    <a:gd name="connsiteX50" fmla="*/ 263361 w 516735"/>
                    <a:gd name="connsiteY50" fmla="*/ 120730 h 788699"/>
                    <a:gd name="connsiteX51" fmla="*/ 241604 w 516735"/>
                    <a:gd name="connsiteY51" fmla="*/ 153366 h 788699"/>
                    <a:gd name="connsiteX52" fmla="*/ 233445 w 516735"/>
                    <a:gd name="connsiteY52" fmla="*/ 194161 h 788699"/>
                    <a:gd name="connsiteX53" fmla="*/ 225286 w 516735"/>
                    <a:gd name="connsiteY53" fmla="*/ 232236 h 788699"/>
                    <a:gd name="connsiteX54" fmla="*/ 217127 w 516735"/>
                    <a:gd name="connsiteY54" fmla="*/ 275751 h 788699"/>
                    <a:gd name="connsiteX55" fmla="*/ 211688 w 516735"/>
                    <a:gd name="connsiteY55" fmla="*/ 316545 h 788699"/>
                    <a:gd name="connsiteX56" fmla="*/ 206249 w 516735"/>
                    <a:gd name="connsiteY56" fmla="*/ 354621 h 788699"/>
                    <a:gd name="connsiteX57" fmla="*/ 200809 w 516735"/>
                    <a:gd name="connsiteY57" fmla="*/ 398135 h 788699"/>
                    <a:gd name="connsiteX58" fmla="*/ 195370 w 516735"/>
                    <a:gd name="connsiteY58" fmla="*/ 438930 h 788699"/>
                    <a:gd name="connsiteX59" fmla="*/ 192650 w 516735"/>
                    <a:gd name="connsiteY59" fmla="*/ 474286 h 788699"/>
                    <a:gd name="connsiteX60" fmla="*/ 195370 w 516735"/>
                    <a:gd name="connsiteY60" fmla="*/ 525959 h 788699"/>
                    <a:gd name="connsiteX61" fmla="*/ 208968 w 516735"/>
                    <a:gd name="connsiteY61" fmla="*/ 596670 h 788699"/>
                    <a:gd name="connsiteX62" fmla="*/ 214407 w 516735"/>
                    <a:gd name="connsiteY62" fmla="*/ 623867 h 788699"/>
                    <a:gd name="connsiteX63" fmla="*/ 228006 w 516735"/>
                    <a:gd name="connsiteY63" fmla="*/ 656502 h 788699"/>
                    <a:gd name="connsiteX64" fmla="*/ 271520 w 516735"/>
                    <a:gd name="connsiteY64" fmla="*/ 689138 h 788699"/>
                    <a:gd name="connsiteX65" fmla="*/ 306876 w 516735"/>
                    <a:gd name="connsiteY65" fmla="*/ 664661 h 788699"/>
                    <a:gd name="connsiteX66" fmla="*/ 331353 w 516735"/>
                    <a:gd name="connsiteY66" fmla="*/ 602109 h 788699"/>
                    <a:gd name="connsiteX67" fmla="*/ 336792 w 516735"/>
                    <a:gd name="connsiteY67" fmla="*/ 544997 h 788699"/>
                    <a:gd name="connsiteX68" fmla="*/ 336792 w 516735"/>
                    <a:gd name="connsiteY68" fmla="*/ 498762 h 788699"/>
                    <a:gd name="connsiteX69" fmla="*/ 336792 w 516735"/>
                    <a:gd name="connsiteY69" fmla="*/ 490603 h 788699"/>
                    <a:gd name="connsiteX70" fmla="*/ 320474 w 516735"/>
                    <a:gd name="connsiteY70" fmla="*/ 477005 h 788699"/>
                    <a:gd name="connsiteX71" fmla="*/ 282399 w 516735"/>
                    <a:gd name="connsiteY71" fmla="*/ 479725 h 788699"/>
                    <a:gd name="connsiteX72" fmla="*/ 252483 w 516735"/>
                    <a:gd name="connsiteY72" fmla="*/ 474286 h 788699"/>
                    <a:gd name="connsiteX73" fmla="*/ 247043 w 516735"/>
                    <a:gd name="connsiteY73" fmla="*/ 466126 h 788699"/>
                    <a:gd name="connsiteX74" fmla="*/ 249763 w 516735"/>
                    <a:gd name="connsiteY74" fmla="*/ 457968 h 788699"/>
                    <a:gd name="connsiteX75" fmla="*/ 268801 w 516735"/>
                    <a:gd name="connsiteY75" fmla="*/ 447089 h 788699"/>
                    <a:gd name="connsiteX76" fmla="*/ 312315 w 516735"/>
                    <a:gd name="connsiteY76" fmla="*/ 436210 h 788699"/>
                    <a:gd name="connsiteX77" fmla="*/ 353110 w 516735"/>
                    <a:gd name="connsiteY77" fmla="*/ 430771 h 788699"/>
                    <a:gd name="connsiteX78" fmla="*/ 385746 w 516735"/>
                    <a:gd name="connsiteY78" fmla="*/ 430771 h 788699"/>
                    <a:gd name="connsiteX79" fmla="*/ 437420 w 516735"/>
                    <a:gd name="connsiteY79" fmla="*/ 428051 h 788699"/>
                    <a:gd name="connsiteX80" fmla="*/ 464616 w 516735"/>
                    <a:gd name="connsiteY80" fmla="*/ 436210 h 788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</a:cxnLst>
                  <a:rect l="l" t="t" r="r" b="b"/>
                  <a:pathLst>
                    <a:path w="516735" h="788699">
                      <a:moveTo>
                        <a:pt x="464616" y="436210"/>
                      </a:moveTo>
                      <a:cubicBezTo>
                        <a:pt x="464616" y="447089"/>
                        <a:pt x="453737" y="452528"/>
                        <a:pt x="445578" y="455248"/>
                      </a:cubicBezTo>
                      <a:cubicBezTo>
                        <a:pt x="434700" y="460687"/>
                        <a:pt x="415662" y="463407"/>
                        <a:pt x="404784" y="466126"/>
                      </a:cubicBezTo>
                      <a:cubicBezTo>
                        <a:pt x="393905" y="466126"/>
                        <a:pt x="385746" y="468846"/>
                        <a:pt x="385746" y="479725"/>
                      </a:cubicBezTo>
                      <a:cubicBezTo>
                        <a:pt x="385746" y="487884"/>
                        <a:pt x="388466" y="506921"/>
                        <a:pt x="388466" y="512361"/>
                      </a:cubicBezTo>
                      <a:cubicBezTo>
                        <a:pt x="388466" y="515080"/>
                        <a:pt x="388466" y="539557"/>
                        <a:pt x="388466" y="544997"/>
                      </a:cubicBezTo>
                      <a:cubicBezTo>
                        <a:pt x="388466" y="550436"/>
                        <a:pt x="388466" y="558595"/>
                        <a:pt x="388466" y="566754"/>
                      </a:cubicBezTo>
                      <a:cubicBezTo>
                        <a:pt x="388466" y="591231"/>
                        <a:pt x="388466" y="621147"/>
                        <a:pt x="391185" y="632026"/>
                      </a:cubicBezTo>
                      <a:cubicBezTo>
                        <a:pt x="393905" y="653783"/>
                        <a:pt x="393905" y="661942"/>
                        <a:pt x="393905" y="683699"/>
                      </a:cubicBezTo>
                      <a:cubicBezTo>
                        <a:pt x="393905" y="694578"/>
                        <a:pt x="393905" y="724494"/>
                        <a:pt x="377587" y="724494"/>
                      </a:cubicBezTo>
                      <a:cubicBezTo>
                        <a:pt x="369428" y="724494"/>
                        <a:pt x="366708" y="721774"/>
                        <a:pt x="361269" y="719054"/>
                      </a:cubicBezTo>
                      <a:cubicBezTo>
                        <a:pt x="355830" y="716335"/>
                        <a:pt x="353110" y="708176"/>
                        <a:pt x="353110" y="702737"/>
                      </a:cubicBezTo>
                      <a:cubicBezTo>
                        <a:pt x="350390" y="694578"/>
                        <a:pt x="350390" y="689138"/>
                        <a:pt x="350390" y="686419"/>
                      </a:cubicBezTo>
                      <a:cubicBezTo>
                        <a:pt x="350390" y="678260"/>
                        <a:pt x="353110" y="672820"/>
                        <a:pt x="353110" y="659222"/>
                      </a:cubicBezTo>
                      <a:lnTo>
                        <a:pt x="353110" y="656502"/>
                      </a:lnTo>
                      <a:cubicBezTo>
                        <a:pt x="347671" y="675540"/>
                        <a:pt x="334072" y="694578"/>
                        <a:pt x="317755" y="708176"/>
                      </a:cubicBezTo>
                      <a:cubicBezTo>
                        <a:pt x="293278" y="727214"/>
                        <a:pt x="274240" y="735372"/>
                        <a:pt x="241604" y="735372"/>
                      </a:cubicBezTo>
                      <a:cubicBezTo>
                        <a:pt x="222566" y="735372"/>
                        <a:pt x="203529" y="732653"/>
                        <a:pt x="187211" y="727214"/>
                      </a:cubicBezTo>
                      <a:cubicBezTo>
                        <a:pt x="165454" y="719054"/>
                        <a:pt x="149136" y="708176"/>
                        <a:pt x="135538" y="694578"/>
                      </a:cubicBezTo>
                      <a:cubicBezTo>
                        <a:pt x="113780" y="672820"/>
                        <a:pt x="100182" y="648343"/>
                        <a:pt x="86584" y="621147"/>
                      </a:cubicBezTo>
                      <a:cubicBezTo>
                        <a:pt x="75705" y="599390"/>
                        <a:pt x="70266" y="580352"/>
                        <a:pt x="67546" y="555875"/>
                      </a:cubicBezTo>
                      <a:cubicBezTo>
                        <a:pt x="64826" y="539557"/>
                        <a:pt x="62107" y="525959"/>
                        <a:pt x="59387" y="509641"/>
                      </a:cubicBezTo>
                      <a:cubicBezTo>
                        <a:pt x="56667" y="493323"/>
                        <a:pt x="59387" y="485164"/>
                        <a:pt x="59387" y="468846"/>
                      </a:cubicBezTo>
                      <a:cubicBezTo>
                        <a:pt x="59387" y="414453"/>
                        <a:pt x="72985" y="362780"/>
                        <a:pt x="86584" y="302947"/>
                      </a:cubicBezTo>
                      <a:cubicBezTo>
                        <a:pt x="92023" y="275751"/>
                        <a:pt x="100182" y="248554"/>
                        <a:pt x="108341" y="224077"/>
                      </a:cubicBezTo>
                      <a:cubicBezTo>
                        <a:pt x="116500" y="196881"/>
                        <a:pt x="130098" y="169684"/>
                        <a:pt x="146416" y="145207"/>
                      </a:cubicBezTo>
                      <a:cubicBezTo>
                        <a:pt x="160014" y="123450"/>
                        <a:pt x="176332" y="101693"/>
                        <a:pt x="198090" y="85375"/>
                      </a:cubicBezTo>
                      <a:cubicBezTo>
                        <a:pt x="206249" y="77216"/>
                        <a:pt x="217127" y="71776"/>
                        <a:pt x="228006" y="69057"/>
                      </a:cubicBezTo>
                      <a:cubicBezTo>
                        <a:pt x="241604" y="63618"/>
                        <a:pt x="255202" y="58178"/>
                        <a:pt x="268801" y="58178"/>
                      </a:cubicBezTo>
                      <a:cubicBezTo>
                        <a:pt x="271520" y="58178"/>
                        <a:pt x="274240" y="58178"/>
                        <a:pt x="274240" y="58178"/>
                      </a:cubicBezTo>
                      <a:cubicBezTo>
                        <a:pt x="279679" y="58178"/>
                        <a:pt x="285119" y="58178"/>
                        <a:pt x="295997" y="60898"/>
                      </a:cubicBezTo>
                      <a:cubicBezTo>
                        <a:pt x="309595" y="63618"/>
                        <a:pt x="320474" y="66337"/>
                        <a:pt x="331353" y="71776"/>
                      </a:cubicBezTo>
                      <a:cubicBezTo>
                        <a:pt x="339512" y="77216"/>
                        <a:pt x="347671" y="85375"/>
                        <a:pt x="350390" y="93534"/>
                      </a:cubicBezTo>
                      <a:cubicBezTo>
                        <a:pt x="350390" y="88095"/>
                        <a:pt x="353110" y="79936"/>
                        <a:pt x="353110" y="74496"/>
                      </a:cubicBezTo>
                      <a:cubicBezTo>
                        <a:pt x="355830" y="71776"/>
                        <a:pt x="355830" y="69057"/>
                        <a:pt x="358549" y="63618"/>
                      </a:cubicBezTo>
                      <a:cubicBezTo>
                        <a:pt x="361269" y="60898"/>
                        <a:pt x="363989" y="58178"/>
                        <a:pt x="366708" y="58178"/>
                      </a:cubicBezTo>
                      <a:cubicBezTo>
                        <a:pt x="369428" y="58178"/>
                        <a:pt x="372148" y="60898"/>
                        <a:pt x="374867" y="63618"/>
                      </a:cubicBezTo>
                      <a:cubicBezTo>
                        <a:pt x="377587" y="69057"/>
                        <a:pt x="380307" y="77216"/>
                        <a:pt x="383026" y="82655"/>
                      </a:cubicBezTo>
                      <a:cubicBezTo>
                        <a:pt x="383026" y="90814"/>
                        <a:pt x="385746" y="107132"/>
                        <a:pt x="385746" y="126170"/>
                      </a:cubicBezTo>
                      <a:cubicBezTo>
                        <a:pt x="385746" y="150647"/>
                        <a:pt x="385746" y="177843"/>
                        <a:pt x="388466" y="186002"/>
                      </a:cubicBezTo>
                      <a:cubicBezTo>
                        <a:pt x="391185" y="207759"/>
                        <a:pt x="391185" y="215918"/>
                        <a:pt x="391185" y="237676"/>
                      </a:cubicBezTo>
                      <a:cubicBezTo>
                        <a:pt x="391185" y="248554"/>
                        <a:pt x="391185" y="278470"/>
                        <a:pt x="374867" y="278470"/>
                      </a:cubicBezTo>
                      <a:cubicBezTo>
                        <a:pt x="366708" y="278470"/>
                        <a:pt x="363989" y="275751"/>
                        <a:pt x="358549" y="273031"/>
                      </a:cubicBezTo>
                      <a:cubicBezTo>
                        <a:pt x="353110" y="270311"/>
                        <a:pt x="350390" y="262152"/>
                        <a:pt x="350390" y="256713"/>
                      </a:cubicBezTo>
                      <a:cubicBezTo>
                        <a:pt x="350390" y="251274"/>
                        <a:pt x="347671" y="245834"/>
                        <a:pt x="347671" y="240395"/>
                      </a:cubicBezTo>
                      <a:cubicBezTo>
                        <a:pt x="347671" y="232236"/>
                        <a:pt x="347671" y="224077"/>
                        <a:pt x="347671" y="213199"/>
                      </a:cubicBezTo>
                      <a:cubicBezTo>
                        <a:pt x="347671" y="207759"/>
                        <a:pt x="347671" y="199600"/>
                        <a:pt x="344951" y="194161"/>
                      </a:cubicBezTo>
                      <a:cubicBezTo>
                        <a:pt x="342232" y="180563"/>
                        <a:pt x="342232" y="164245"/>
                        <a:pt x="339512" y="150647"/>
                      </a:cubicBezTo>
                      <a:cubicBezTo>
                        <a:pt x="336792" y="137048"/>
                        <a:pt x="331353" y="123450"/>
                        <a:pt x="323194" y="112571"/>
                      </a:cubicBezTo>
                      <a:cubicBezTo>
                        <a:pt x="317755" y="104412"/>
                        <a:pt x="304156" y="101693"/>
                        <a:pt x="293278" y="101693"/>
                      </a:cubicBezTo>
                      <a:cubicBezTo>
                        <a:pt x="279679" y="101693"/>
                        <a:pt x="271520" y="109852"/>
                        <a:pt x="263361" y="120730"/>
                      </a:cubicBezTo>
                      <a:cubicBezTo>
                        <a:pt x="257922" y="131609"/>
                        <a:pt x="247043" y="139768"/>
                        <a:pt x="241604" y="153366"/>
                      </a:cubicBezTo>
                      <a:cubicBezTo>
                        <a:pt x="236165" y="166964"/>
                        <a:pt x="233445" y="180563"/>
                        <a:pt x="233445" y="194161"/>
                      </a:cubicBezTo>
                      <a:cubicBezTo>
                        <a:pt x="233445" y="207759"/>
                        <a:pt x="230726" y="218638"/>
                        <a:pt x="225286" y="232236"/>
                      </a:cubicBezTo>
                      <a:cubicBezTo>
                        <a:pt x="219847" y="245834"/>
                        <a:pt x="219847" y="262152"/>
                        <a:pt x="217127" y="275751"/>
                      </a:cubicBezTo>
                      <a:cubicBezTo>
                        <a:pt x="214407" y="289349"/>
                        <a:pt x="214407" y="302947"/>
                        <a:pt x="211688" y="316545"/>
                      </a:cubicBezTo>
                      <a:cubicBezTo>
                        <a:pt x="211688" y="330144"/>
                        <a:pt x="206249" y="341022"/>
                        <a:pt x="206249" y="354621"/>
                      </a:cubicBezTo>
                      <a:cubicBezTo>
                        <a:pt x="203529" y="368219"/>
                        <a:pt x="203529" y="381817"/>
                        <a:pt x="200809" y="398135"/>
                      </a:cubicBezTo>
                      <a:cubicBezTo>
                        <a:pt x="198090" y="411733"/>
                        <a:pt x="198090" y="425332"/>
                        <a:pt x="195370" y="438930"/>
                      </a:cubicBezTo>
                      <a:cubicBezTo>
                        <a:pt x="195370" y="449809"/>
                        <a:pt x="192650" y="463407"/>
                        <a:pt x="192650" y="474286"/>
                      </a:cubicBezTo>
                      <a:cubicBezTo>
                        <a:pt x="192650" y="490603"/>
                        <a:pt x="195370" y="509641"/>
                        <a:pt x="195370" y="525959"/>
                      </a:cubicBezTo>
                      <a:cubicBezTo>
                        <a:pt x="195370" y="550436"/>
                        <a:pt x="203529" y="572193"/>
                        <a:pt x="208968" y="596670"/>
                      </a:cubicBezTo>
                      <a:cubicBezTo>
                        <a:pt x="211688" y="604829"/>
                        <a:pt x="211688" y="615708"/>
                        <a:pt x="214407" y="623867"/>
                      </a:cubicBezTo>
                      <a:cubicBezTo>
                        <a:pt x="217127" y="634745"/>
                        <a:pt x="222566" y="645624"/>
                        <a:pt x="228006" y="656502"/>
                      </a:cubicBezTo>
                      <a:cubicBezTo>
                        <a:pt x="236165" y="670101"/>
                        <a:pt x="252483" y="689138"/>
                        <a:pt x="271520" y="689138"/>
                      </a:cubicBezTo>
                      <a:cubicBezTo>
                        <a:pt x="287838" y="689138"/>
                        <a:pt x="298717" y="675540"/>
                        <a:pt x="306876" y="664661"/>
                      </a:cubicBezTo>
                      <a:cubicBezTo>
                        <a:pt x="320474" y="645624"/>
                        <a:pt x="325914" y="623867"/>
                        <a:pt x="331353" y="602109"/>
                      </a:cubicBezTo>
                      <a:cubicBezTo>
                        <a:pt x="334072" y="583072"/>
                        <a:pt x="336792" y="564034"/>
                        <a:pt x="336792" y="544997"/>
                      </a:cubicBezTo>
                      <a:cubicBezTo>
                        <a:pt x="336792" y="531398"/>
                        <a:pt x="336792" y="512361"/>
                        <a:pt x="336792" y="498762"/>
                      </a:cubicBezTo>
                      <a:cubicBezTo>
                        <a:pt x="336792" y="496043"/>
                        <a:pt x="336792" y="493323"/>
                        <a:pt x="336792" y="490603"/>
                      </a:cubicBezTo>
                      <a:cubicBezTo>
                        <a:pt x="336792" y="479725"/>
                        <a:pt x="336792" y="477005"/>
                        <a:pt x="320474" y="477005"/>
                      </a:cubicBezTo>
                      <a:cubicBezTo>
                        <a:pt x="309595" y="477005"/>
                        <a:pt x="295997" y="479725"/>
                        <a:pt x="282399" y="479725"/>
                      </a:cubicBezTo>
                      <a:cubicBezTo>
                        <a:pt x="271520" y="479725"/>
                        <a:pt x="260642" y="479725"/>
                        <a:pt x="252483" y="474286"/>
                      </a:cubicBezTo>
                      <a:cubicBezTo>
                        <a:pt x="249763" y="471566"/>
                        <a:pt x="247043" y="468846"/>
                        <a:pt x="247043" y="466126"/>
                      </a:cubicBezTo>
                      <a:cubicBezTo>
                        <a:pt x="247043" y="463407"/>
                        <a:pt x="247043" y="460687"/>
                        <a:pt x="249763" y="457968"/>
                      </a:cubicBezTo>
                      <a:cubicBezTo>
                        <a:pt x="255202" y="452528"/>
                        <a:pt x="260642" y="449809"/>
                        <a:pt x="268801" y="447089"/>
                      </a:cubicBezTo>
                      <a:cubicBezTo>
                        <a:pt x="282399" y="441650"/>
                        <a:pt x="295997" y="438930"/>
                        <a:pt x="312315" y="436210"/>
                      </a:cubicBezTo>
                      <a:cubicBezTo>
                        <a:pt x="325914" y="433491"/>
                        <a:pt x="339512" y="433491"/>
                        <a:pt x="353110" y="430771"/>
                      </a:cubicBezTo>
                      <a:cubicBezTo>
                        <a:pt x="363989" y="430771"/>
                        <a:pt x="374867" y="430771"/>
                        <a:pt x="385746" y="430771"/>
                      </a:cubicBezTo>
                      <a:cubicBezTo>
                        <a:pt x="402064" y="430771"/>
                        <a:pt x="426541" y="428051"/>
                        <a:pt x="437420" y="428051"/>
                      </a:cubicBezTo>
                      <a:cubicBezTo>
                        <a:pt x="451018" y="419892"/>
                        <a:pt x="464616" y="425332"/>
                        <a:pt x="464616" y="436210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45" name="Freeform: Shape 44">
                  <a:extLst>
                    <a:ext uri="{FF2B5EF4-FFF2-40B4-BE49-F238E27FC236}">
                      <a16:creationId xmlns:a16="http://schemas.microsoft.com/office/drawing/2014/main" id="{2824A636-A433-4E44-BCE1-4D747AEE8B2B}"/>
                    </a:ext>
                  </a:extLst>
                </p:cNvPr>
                <p:cNvSpPr/>
                <p:nvPr/>
              </p:nvSpPr>
              <p:spPr>
                <a:xfrm>
                  <a:off x="5651630" y="4181279"/>
                  <a:ext cx="734308" cy="788700"/>
                </a:xfrm>
                <a:custGeom>
                  <a:avLst/>
                  <a:gdLst>
                    <a:gd name="connsiteX0" fmla="*/ 653783 w 734307"/>
                    <a:gd name="connsiteY0" fmla="*/ 678259 h 788699"/>
                    <a:gd name="connsiteX1" fmla="*/ 691859 w 734307"/>
                    <a:gd name="connsiteY1" fmla="*/ 694577 h 788699"/>
                    <a:gd name="connsiteX2" fmla="*/ 686419 w 734307"/>
                    <a:gd name="connsiteY2" fmla="*/ 710895 h 788699"/>
                    <a:gd name="connsiteX3" fmla="*/ 670101 w 734307"/>
                    <a:gd name="connsiteY3" fmla="*/ 719054 h 788699"/>
                    <a:gd name="connsiteX4" fmla="*/ 648344 w 734307"/>
                    <a:gd name="connsiteY4" fmla="*/ 721774 h 788699"/>
                    <a:gd name="connsiteX5" fmla="*/ 618428 w 734307"/>
                    <a:gd name="connsiteY5" fmla="*/ 721774 h 788699"/>
                    <a:gd name="connsiteX6" fmla="*/ 572194 w 734307"/>
                    <a:gd name="connsiteY6" fmla="*/ 735372 h 788699"/>
                    <a:gd name="connsiteX7" fmla="*/ 544997 w 734307"/>
                    <a:gd name="connsiteY7" fmla="*/ 729933 h 788699"/>
                    <a:gd name="connsiteX8" fmla="*/ 534119 w 734307"/>
                    <a:gd name="connsiteY8" fmla="*/ 721774 h 788699"/>
                    <a:gd name="connsiteX9" fmla="*/ 496043 w 734307"/>
                    <a:gd name="connsiteY9" fmla="*/ 721774 h 788699"/>
                    <a:gd name="connsiteX10" fmla="*/ 471566 w 734307"/>
                    <a:gd name="connsiteY10" fmla="*/ 721774 h 788699"/>
                    <a:gd name="connsiteX11" fmla="*/ 444370 w 734307"/>
                    <a:gd name="connsiteY11" fmla="*/ 716335 h 788699"/>
                    <a:gd name="connsiteX12" fmla="*/ 428052 w 734307"/>
                    <a:gd name="connsiteY12" fmla="*/ 700017 h 788699"/>
                    <a:gd name="connsiteX13" fmla="*/ 433491 w 734307"/>
                    <a:gd name="connsiteY13" fmla="*/ 691858 h 788699"/>
                    <a:gd name="connsiteX14" fmla="*/ 455248 w 734307"/>
                    <a:gd name="connsiteY14" fmla="*/ 683699 h 788699"/>
                    <a:gd name="connsiteX15" fmla="*/ 506922 w 734307"/>
                    <a:gd name="connsiteY15" fmla="*/ 678259 h 788699"/>
                    <a:gd name="connsiteX16" fmla="*/ 509641 w 734307"/>
                    <a:gd name="connsiteY16" fmla="*/ 678259 h 788699"/>
                    <a:gd name="connsiteX17" fmla="*/ 506922 w 734307"/>
                    <a:gd name="connsiteY17" fmla="*/ 664661 h 788699"/>
                    <a:gd name="connsiteX18" fmla="*/ 498763 w 734307"/>
                    <a:gd name="connsiteY18" fmla="*/ 580352 h 788699"/>
                    <a:gd name="connsiteX19" fmla="*/ 496043 w 734307"/>
                    <a:gd name="connsiteY19" fmla="*/ 479725 h 788699"/>
                    <a:gd name="connsiteX20" fmla="*/ 493324 w 734307"/>
                    <a:gd name="connsiteY20" fmla="*/ 389976 h 788699"/>
                    <a:gd name="connsiteX21" fmla="*/ 490604 w 734307"/>
                    <a:gd name="connsiteY21" fmla="*/ 302947 h 788699"/>
                    <a:gd name="connsiteX22" fmla="*/ 487884 w 734307"/>
                    <a:gd name="connsiteY22" fmla="*/ 229516 h 788699"/>
                    <a:gd name="connsiteX23" fmla="*/ 485165 w 734307"/>
                    <a:gd name="connsiteY23" fmla="*/ 221357 h 788699"/>
                    <a:gd name="connsiteX24" fmla="*/ 482445 w 734307"/>
                    <a:gd name="connsiteY24" fmla="*/ 226797 h 788699"/>
                    <a:gd name="connsiteX25" fmla="*/ 477006 w 734307"/>
                    <a:gd name="connsiteY25" fmla="*/ 262152 h 788699"/>
                    <a:gd name="connsiteX26" fmla="*/ 460688 w 734307"/>
                    <a:gd name="connsiteY26" fmla="*/ 341022 h 788699"/>
                    <a:gd name="connsiteX27" fmla="*/ 444370 w 734307"/>
                    <a:gd name="connsiteY27" fmla="*/ 417173 h 788699"/>
                    <a:gd name="connsiteX28" fmla="*/ 436211 w 734307"/>
                    <a:gd name="connsiteY28" fmla="*/ 455248 h 788699"/>
                    <a:gd name="connsiteX29" fmla="*/ 425332 w 734307"/>
                    <a:gd name="connsiteY29" fmla="*/ 493323 h 788699"/>
                    <a:gd name="connsiteX30" fmla="*/ 411734 w 734307"/>
                    <a:gd name="connsiteY30" fmla="*/ 531398 h 788699"/>
                    <a:gd name="connsiteX31" fmla="*/ 376378 w 734307"/>
                    <a:gd name="connsiteY31" fmla="*/ 547716 h 788699"/>
                    <a:gd name="connsiteX32" fmla="*/ 319265 w 734307"/>
                    <a:gd name="connsiteY32" fmla="*/ 525959 h 788699"/>
                    <a:gd name="connsiteX33" fmla="*/ 289349 w 734307"/>
                    <a:gd name="connsiteY33" fmla="*/ 455248 h 788699"/>
                    <a:gd name="connsiteX34" fmla="*/ 273031 w 734307"/>
                    <a:gd name="connsiteY34" fmla="*/ 373658 h 788699"/>
                    <a:gd name="connsiteX35" fmla="*/ 262153 w 734307"/>
                    <a:gd name="connsiteY35" fmla="*/ 316545 h 788699"/>
                    <a:gd name="connsiteX36" fmla="*/ 245835 w 734307"/>
                    <a:gd name="connsiteY36" fmla="*/ 237675 h 788699"/>
                    <a:gd name="connsiteX37" fmla="*/ 234956 w 734307"/>
                    <a:gd name="connsiteY37" fmla="*/ 196881 h 788699"/>
                    <a:gd name="connsiteX38" fmla="*/ 232236 w 734307"/>
                    <a:gd name="connsiteY38" fmla="*/ 191441 h 788699"/>
                    <a:gd name="connsiteX39" fmla="*/ 226797 w 734307"/>
                    <a:gd name="connsiteY39" fmla="*/ 207759 h 788699"/>
                    <a:gd name="connsiteX40" fmla="*/ 226797 w 734307"/>
                    <a:gd name="connsiteY40" fmla="*/ 232236 h 788699"/>
                    <a:gd name="connsiteX41" fmla="*/ 224077 w 734307"/>
                    <a:gd name="connsiteY41" fmla="*/ 267592 h 788699"/>
                    <a:gd name="connsiteX42" fmla="*/ 221358 w 734307"/>
                    <a:gd name="connsiteY42" fmla="*/ 311106 h 788699"/>
                    <a:gd name="connsiteX43" fmla="*/ 218638 w 734307"/>
                    <a:gd name="connsiteY43" fmla="*/ 360060 h 788699"/>
                    <a:gd name="connsiteX44" fmla="*/ 215919 w 734307"/>
                    <a:gd name="connsiteY44" fmla="*/ 398135 h 788699"/>
                    <a:gd name="connsiteX45" fmla="*/ 213199 w 734307"/>
                    <a:gd name="connsiteY45" fmla="*/ 430771 h 788699"/>
                    <a:gd name="connsiteX46" fmla="*/ 213199 w 734307"/>
                    <a:gd name="connsiteY46" fmla="*/ 455248 h 788699"/>
                    <a:gd name="connsiteX47" fmla="*/ 213199 w 734307"/>
                    <a:gd name="connsiteY47" fmla="*/ 477005 h 788699"/>
                    <a:gd name="connsiteX48" fmla="*/ 207759 w 734307"/>
                    <a:gd name="connsiteY48" fmla="*/ 520520 h 788699"/>
                    <a:gd name="connsiteX49" fmla="*/ 196881 w 734307"/>
                    <a:gd name="connsiteY49" fmla="*/ 610268 h 788699"/>
                    <a:gd name="connsiteX50" fmla="*/ 194161 w 734307"/>
                    <a:gd name="connsiteY50" fmla="*/ 653783 h 788699"/>
                    <a:gd name="connsiteX51" fmla="*/ 191441 w 734307"/>
                    <a:gd name="connsiteY51" fmla="*/ 667381 h 788699"/>
                    <a:gd name="connsiteX52" fmla="*/ 243115 w 734307"/>
                    <a:gd name="connsiteY52" fmla="*/ 667381 h 788699"/>
                    <a:gd name="connsiteX53" fmla="*/ 273031 w 734307"/>
                    <a:gd name="connsiteY53" fmla="*/ 683699 h 788699"/>
                    <a:gd name="connsiteX54" fmla="*/ 262153 w 734307"/>
                    <a:gd name="connsiteY54" fmla="*/ 697297 h 788699"/>
                    <a:gd name="connsiteX55" fmla="*/ 248554 w 734307"/>
                    <a:gd name="connsiteY55" fmla="*/ 705456 h 788699"/>
                    <a:gd name="connsiteX56" fmla="*/ 232236 w 734307"/>
                    <a:gd name="connsiteY56" fmla="*/ 708176 h 788699"/>
                    <a:gd name="connsiteX57" fmla="*/ 166965 w 734307"/>
                    <a:gd name="connsiteY57" fmla="*/ 708176 h 788699"/>
                    <a:gd name="connsiteX58" fmla="*/ 109852 w 734307"/>
                    <a:gd name="connsiteY58" fmla="*/ 708176 h 788699"/>
                    <a:gd name="connsiteX59" fmla="*/ 90814 w 734307"/>
                    <a:gd name="connsiteY59" fmla="*/ 708176 h 788699"/>
                    <a:gd name="connsiteX60" fmla="*/ 69057 w 734307"/>
                    <a:gd name="connsiteY60" fmla="*/ 702736 h 788699"/>
                    <a:gd name="connsiteX61" fmla="*/ 58178 w 734307"/>
                    <a:gd name="connsiteY61" fmla="*/ 686418 h 788699"/>
                    <a:gd name="connsiteX62" fmla="*/ 60898 w 734307"/>
                    <a:gd name="connsiteY62" fmla="*/ 678259 h 788699"/>
                    <a:gd name="connsiteX63" fmla="*/ 77216 w 734307"/>
                    <a:gd name="connsiteY63" fmla="*/ 670101 h 788699"/>
                    <a:gd name="connsiteX64" fmla="*/ 126170 w 734307"/>
                    <a:gd name="connsiteY64" fmla="*/ 664661 h 788699"/>
                    <a:gd name="connsiteX65" fmla="*/ 142487 w 734307"/>
                    <a:gd name="connsiteY65" fmla="*/ 664661 h 788699"/>
                    <a:gd name="connsiteX66" fmla="*/ 147927 w 734307"/>
                    <a:gd name="connsiteY66" fmla="*/ 588511 h 788699"/>
                    <a:gd name="connsiteX67" fmla="*/ 153366 w 734307"/>
                    <a:gd name="connsiteY67" fmla="*/ 493323 h 788699"/>
                    <a:gd name="connsiteX68" fmla="*/ 156086 w 734307"/>
                    <a:gd name="connsiteY68" fmla="*/ 411733 h 788699"/>
                    <a:gd name="connsiteX69" fmla="*/ 161525 w 734307"/>
                    <a:gd name="connsiteY69" fmla="*/ 297508 h 788699"/>
                    <a:gd name="connsiteX70" fmla="*/ 166965 w 734307"/>
                    <a:gd name="connsiteY70" fmla="*/ 240395 h 788699"/>
                    <a:gd name="connsiteX71" fmla="*/ 177843 w 734307"/>
                    <a:gd name="connsiteY71" fmla="*/ 161525 h 788699"/>
                    <a:gd name="connsiteX72" fmla="*/ 183282 w 734307"/>
                    <a:gd name="connsiteY72" fmla="*/ 118011 h 788699"/>
                    <a:gd name="connsiteX73" fmla="*/ 183282 w 734307"/>
                    <a:gd name="connsiteY73" fmla="*/ 115291 h 788699"/>
                    <a:gd name="connsiteX74" fmla="*/ 161525 w 734307"/>
                    <a:gd name="connsiteY74" fmla="*/ 115291 h 788699"/>
                    <a:gd name="connsiteX75" fmla="*/ 137048 w 734307"/>
                    <a:gd name="connsiteY75" fmla="*/ 115291 h 788699"/>
                    <a:gd name="connsiteX76" fmla="*/ 109852 w 734307"/>
                    <a:gd name="connsiteY76" fmla="*/ 109851 h 788699"/>
                    <a:gd name="connsiteX77" fmla="*/ 93534 w 734307"/>
                    <a:gd name="connsiteY77" fmla="*/ 93534 h 788699"/>
                    <a:gd name="connsiteX78" fmla="*/ 98973 w 734307"/>
                    <a:gd name="connsiteY78" fmla="*/ 85375 h 788699"/>
                    <a:gd name="connsiteX79" fmla="*/ 120730 w 734307"/>
                    <a:gd name="connsiteY79" fmla="*/ 77216 h 788699"/>
                    <a:gd name="connsiteX80" fmla="*/ 172404 w 734307"/>
                    <a:gd name="connsiteY80" fmla="*/ 71776 h 788699"/>
                    <a:gd name="connsiteX81" fmla="*/ 234956 w 734307"/>
                    <a:gd name="connsiteY81" fmla="*/ 69057 h 788699"/>
                    <a:gd name="connsiteX82" fmla="*/ 243115 w 734307"/>
                    <a:gd name="connsiteY82" fmla="*/ 69057 h 788699"/>
                    <a:gd name="connsiteX83" fmla="*/ 270312 w 734307"/>
                    <a:gd name="connsiteY83" fmla="*/ 74496 h 788699"/>
                    <a:gd name="connsiteX84" fmla="*/ 308387 w 734307"/>
                    <a:gd name="connsiteY84" fmla="*/ 123450 h 788699"/>
                    <a:gd name="connsiteX85" fmla="*/ 332864 w 734307"/>
                    <a:gd name="connsiteY85" fmla="*/ 202320 h 788699"/>
                    <a:gd name="connsiteX86" fmla="*/ 338303 w 734307"/>
                    <a:gd name="connsiteY86" fmla="*/ 237675 h 788699"/>
                    <a:gd name="connsiteX87" fmla="*/ 349182 w 734307"/>
                    <a:gd name="connsiteY87" fmla="*/ 281190 h 788699"/>
                    <a:gd name="connsiteX88" fmla="*/ 357341 w 734307"/>
                    <a:gd name="connsiteY88" fmla="*/ 316545 h 788699"/>
                    <a:gd name="connsiteX89" fmla="*/ 365500 w 734307"/>
                    <a:gd name="connsiteY89" fmla="*/ 351901 h 788699"/>
                    <a:gd name="connsiteX90" fmla="*/ 376378 w 734307"/>
                    <a:gd name="connsiteY90" fmla="*/ 389976 h 788699"/>
                    <a:gd name="connsiteX91" fmla="*/ 387257 w 734307"/>
                    <a:gd name="connsiteY91" fmla="*/ 414453 h 788699"/>
                    <a:gd name="connsiteX92" fmla="*/ 398136 w 734307"/>
                    <a:gd name="connsiteY92" fmla="*/ 376378 h 788699"/>
                    <a:gd name="connsiteX93" fmla="*/ 406295 w 734307"/>
                    <a:gd name="connsiteY93" fmla="*/ 332863 h 788699"/>
                    <a:gd name="connsiteX94" fmla="*/ 425332 w 734307"/>
                    <a:gd name="connsiteY94" fmla="*/ 243115 h 788699"/>
                    <a:gd name="connsiteX95" fmla="*/ 444370 w 734307"/>
                    <a:gd name="connsiteY95" fmla="*/ 150646 h 788699"/>
                    <a:gd name="connsiteX96" fmla="*/ 477006 w 734307"/>
                    <a:gd name="connsiteY96" fmla="*/ 79935 h 788699"/>
                    <a:gd name="connsiteX97" fmla="*/ 523240 w 734307"/>
                    <a:gd name="connsiteY97" fmla="*/ 58178 h 788699"/>
                    <a:gd name="connsiteX98" fmla="*/ 544997 w 734307"/>
                    <a:gd name="connsiteY98" fmla="*/ 63617 h 788699"/>
                    <a:gd name="connsiteX99" fmla="*/ 612988 w 734307"/>
                    <a:gd name="connsiteY99" fmla="*/ 63617 h 788699"/>
                    <a:gd name="connsiteX100" fmla="*/ 651064 w 734307"/>
                    <a:gd name="connsiteY100" fmla="*/ 79935 h 788699"/>
                    <a:gd name="connsiteX101" fmla="*/ 645624 w 734307"/>
                    <a:gd name="connsiteY101" fmla="*/ 96253 h 788699"/>
                    <a:gd name="connsiteX102" fmla="*/ 629307 w 734307"/>
                    <a:gd name="connsiteY102" fmla="*/ 104412 h 788699"/>
                    <a:gd name="connsiteX103" fmla="*/ 607549 w 734307"/>
                    <a:gd name="connsiteY103" fmla="*/ 107132 h 788699"/>
                    <a:gd name="connsiteX104" fmla="*/ 580353 w 734307"/>
                    <a:gd name="connsiteY104" fmla="*/ 107132 h 788699"/>
                    <a:gd name="connsiteX105" fmla="*/ 583072 w 734307"/>
                    <a:gd name="connsiteY105" fmla="*/ 115291 h 788699"/>
                    <a:gd name="connsiteX106" fmla="*/ 588512 w 734307"/>
                    <a:gd name="connsiteY106" fmla="*/ 156086 h 788699"/>
                    <a:gd name="connsiteX107" fmla="*/ 593951 w 734307"/>
                    <a:gd name="connsiteY107" fmla="*/ 196881 h 788699"/>
                    <a:gd name="connsiteX108" fmla="*/ 599390 w 734307"/>
                    <a:gd name="connsiteY108" fmla="*/ 226797 h 788699"/>
                    <a:gd name="connsiteX109" fmla="*/ 599390 w 734307"/>
                    <a:gd name="connsiteY109" fmla="*/ 232236 h 788699"/>
                    <a:gd name="connsiteX110" fmla="*/ 599390 w 734307"/>
                    <a:gd name="connsiteY110" fmla="*/ 240395 h 788699"/>
                    <a:gd name="connsiteX111" fmla="*/ 602110 w 734307"/>
                    <a:gd name="connsiteY111" fmla="*/ 270311 h 788699"/>
                    <a:gd name="connsiteX112" fmla="*/ 607549 w 734307"/>
                    <a:gd name="connsiteY112" fmla="*/ 308386 h 788699"/>
                    <a:gd name="connsiteX113" fmla="*/ 607549 w 734307"/>
                    <a:gd name="connsiteY113" fmla="*/ 319265 h 788699"/>
                    <a:gd name="connsiteX114" fmla="*/ 612988 w 734307"/>
                    <a:gd name="connsiteY114" fmla="*/ 335583 h 788699"/>
                    <a:gd name="connsiteX115" fmla="*/ 612988 w 734307"/>
                    <a:gd name="connsiteY115" fmla="*/ 346462 h 788699"/>
                    <a:gd name="connsiteX116" fmla="*/ 612988 w 734307"/>
                    <a:gd name="connsiteY116" fmla="*/ 370939 h 788699"/>
                    <a:gd name="connsiteX117" fmla="*/ 612988 w 734307"/>
                    <a:gd name="connsiteY117" fmla="*/ 395415 h 788699"/>
                    <a:gd name="connsiteX118" fmla="*/ 615708 w 734307"/>
                    <a:gd name="connsiteY118" fmla="*/ 422612 h 788699"/>
                    <a:gd name="connsiteX119" fmla="*/ 618428 w 734307"/>
                    <a:gd name="connsiteY119" fmla="*/ 441650 h 788699"/>
                    <a:gd name="connsiteX120" fmla="*/ 618428 w 734307"/>
                    <a:gd name="connsiteY120" fmla="*/ 455248 h 788699"/>
                    <a:gd name="connsiteX121" fmla="*/ 621147 w 734307"/>
                    <a:gd name="connsiteY121" fmla="*/ 463407 h 788699"/>
                    <a:gd name="connsiteX122" fmla="*/ 626587 w 734307"/>
                    <a:gd name="connsiteY122" fmla="*/ 482444 h 788699"/>
                    <a:gd name="connsiteX123" fmla="*/ 629307 w 734307"/>
                    <a:gd name="connsiteY123" fmla="*/ 517800 h 788699"/>
                    <a:gd name="connsiteX124" fmla="*/ 634746 w 734307"/>
                    <a:gd name="connsiteY124" fmla="*/ 561314 h 788699"/>
                    <a:gd name="connsiteX125" fmla="*/ 634746 w 734307"/>
                    <a:gd name="connsiteY125" fmla="*/ 566754 h 788699"/>
                    <a:gd name="connsiteX126" fmla="*/ 634746 w 734307"/>
                    <a:gd name="connsiteY126" fmla="*/ 583072 h 788699"/>
                    <a:gd name="connsiteX127" fmla="*/ 637466 w 734307"/>
                    <a:gd name="connsiteY127" fmla="*/ 607548 h 788699"/>
                    <a:gd name="connsiteX128" fmla="*/ 640185 w 734307"/>
                    <a:gd name="connsiteY128" fmla="*/ 618427 h 788699"/>
                    <a:gd name="connsiteX129" fmla="*/ 640185 w 734307"/>
                    <a:gd name="connsiteY129" fmla="*/ 632025 h 788699"/>
                    <a:gd name="connsiteX130" fmla="*/ 640185 w 734307"/>
                    <a:gd name="connsiteY130" fmla="*/ 640184 h 788699"/>
                    <a:gd name="connsiteX131" fmla="*/ 642905 w 734307"/>
                    <a:gd name="connsiteY131" fmla="*/ 659222 h 788699"/>
                    <a:gd name="connsiteX132" fmla="*/ 642905 w 734307"/>
                    <a:gd name="connsiteY132" fmla="*/ 664661 h 788699"/>
                    <a:gd name="connsiteX133" fmla="*/ 653783 w 734307"/>
                    <a:gd name="connsiteY133" fmla="*/ 678259 h 788699"/>
                    <a:gd name="connsiteX134" fmla="*/ 653783 w 734307"/>
                    <a:gd name="connsiteY134" fmla="*/ 678259 h 788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</a:cxnLst>
                  <a:rect l="l" t="t" r="r" b="b"/>
                  <a:pathLst>
                    <a:path w="734307" h="788699">
                      <a:moveTo>
                        <a:pt x="653783" y="678259"/>
                      </a:moveTo>
                      <a:cubicBezTo>
                        <a:pt x="667382" y="678259"/>
                        <a:pt x="691859" y="678259"/>
                        <a:pt x="691859" y="694577"/>
                      </a:cubicBezTo>
                      <a:cubicBezTo>
                        <a:pt x="691859" y="702736"/>
                        <a:pt x="689139" y="705456"/>
                        <a:pt x="686419" y="710895"/>
                      </a:cubicBezTo>
                      <a:cubicBezTo>
                        <a:pt x="683700" y="716335"/>
                        <a:pt x="675541" y="719054"/>
                        <a:pt x="670101" y="719054"/>
                      </a:cubicBezTo>
                      <a:cubicBezTo>
                        <a:pt x="661942" y="721774"/>
                        <a:pt x="653783" y="721774"/>
                        <a:pt x="648344" y="721774"/>
                      </a:cubicBezTo>
                      <a:cubicBezTo>
                        <a:pt x="645624" y="721774"/>
                        <a:pt x="634746" y="721774"/>
                        <a:pt x="618428" y="721774"/>
                      </a:cubicBezTo>
                      <a:cubicBezTo>
                        <a:pt x="604829" y="729933"/>
                        <a:pt x="588512" y="735372"/>
                        <a:pt x="572194" y="735372"/>
                      </a:cubicBezTo>
                      <a:cubicBezTo>
                        <a:pt x="564035" y="735372"/>
                        <a:pt x="553156" y="732653"/>
                        <a:pt x="544997" y="729933"/>
                      </a:cubicBezTo>
                      <a:cubicBezTo>
                        <a:pt x="539558" y="727213"/>
                        <a:pt x="536838" y="724494"/>
                        <a:pt x="534119" y="721774"/>
                      </a:cubicBezTo>
                      <a:cubicBezTo>
                        <a:pt x="520520" y="721774"/>
                        <a:pt x="509641" y="721774"/>
                        <a:pt x="496043" y="721774"/>
                      </a:cubicBezTo>
                      <a:cubicBezTo>
                        <a:pt x="487884" y="721774"/>
                        <a:pt x="479725" y="721774"/>
                        <a:pt x="471566" y="721774"/>
                      </a:cubicBezTo>
                      <a:cubicBezTo>
                        <a:pt x="463407" y="721774"/>
                        <a:pt x="452529" y="721774"/>
                        <a:pt x="444370" y="716335"/>
                      </a:cubicBezTo>
                      <a:cubicBezTo>
                        <a:pt x="436211" y="713615"/>
                        <a:pt x="428052" y="705456"/>
                        <a:pt x="428052" y="700017"/>
                      </a:cubicBezTo>
                      <a:cubicBezTo>
                        <a:pt x="428052" y="697297"/>
                        <a:pt x="428052" y="694577"/>
                        <a:pt x="433491" y="691858"/>
                      </a:cubicBezTo>
                      <a:cubicBezTo>
                        <a:pt x="438930" y="689138"/>
                        <a:pt x="449809" y="686418"/>
                        <a:pt x="455248" y="683699"/>
                      </a:cubicBezTo>
                      <a:cubicBezTo>
                        <a:pt x="474286" y="680979"/>
                        <a:pt x="498763" y="678259"/>
                        <a:pt x="506922" y="678259"/>
                      </a:cubicBezTo>
                      <a:cubicBezTo>
                        <a:pt x="506922" y="678259"/>
                        <a:pt x="509641" y="678259"/>
                        <a:pt x="509641" y="678259"/>
                      </a:cubicBezTo>
                      <a:cubicBezTo>
                        <a:pt x="509641" y="672820"/>
                        <a:pt x="506922" y="670101"/>
                        <a:pt x="506922" y="664661"/>
                      </a:cubicBezTo>
                      <a:cubicBezTo>
                        <a:pt x="501483" y="640184"/>
                        <a:pt x="501483" y="612988"/>
                        <a:pt x="498763" y="580352"/>
                      </a:cubicBezTo>
                      <a:cubicBezTo>
                        <a:pt x="496043" y="547716"/>
                        <a:pt x="498763" y="512361"/>
                        <a:pt x="496043" y="479725"/>
                      </a:cubicBezTo>
                      <a:cubicBezTo>
                        <a:pt x="493324" y="449808"/>
                        <a:pt x="493324" y="419892"/>
                        <a:pt x="493324" y="389976"/>
                      </a:cubicBezTo>
                      <a:cubicBezTo>
                        <a:pt x="493324" y="360060"/>
                        <a:pt x="490604" y="332863"/>
                        <a:pt x="490604" y="302947"/>
                      </a:cubicBezTo>
                      <a:cubicBezTo>
                        <a:pt x="487884" y="275751"/>
                        <a:pt x="487884" y="240395"/>
                        <a:pt x="487884" y="229516"/>
                      </a:cubicBezTo>
                      <a:cubicBezTo>
                        <a:pt x="487884" y="224077"/>
                        <a:pt x="487884" y="221357"/>
                        <a:pt x="485165" y="221357"/>
                      </a:cubicBezTo>
                      <a:cubicBezTo>
                        <a:pt x="485165" y="221357"/>
                        <a:pt x="482445" y="224077"/>
                        <a:pt x="482445" y="226797"/>
                      </a:cubicBezTo>
                      <a:cubicBezTo>
                        <a:pt x="479725" y="237675"/>
                        <a:pt x="479725" y="251274"/>
                        <a:pt x="477006" y="262152"/>
                      </a:cubicBezTo>
                      <a:cubicBezTo>
                        <a:pt x="471566" y="289349"/>
                        <a:pt x="466127" y="316545"/>
                        <a:pt x="460688" y="341022"/>
                      </a:cubicBezTo>
                      <a:cubicBezTo>
                        <a:pt x="455248" y="365499"/>
                        <a:pt x="447090" y="392696"/>
                        <a:pt x="444370" y="417173"/>
                      </a:cubicBezTo>
                      <a:cubicBezTo>
                        <a:pt x="441650" y="430771"/>
                        <a:pt x="438930" y="441650"/>
                        <a:pt x="436211" y="455248"/>
                      </a:cubicBezTo>
                      <a:cubicBezTo>
                        <a:pt x="433491" y="468846"/>
                        <a:pt x="428052" y="479725"/>
                        <a:pt x="425332" y="493323"/>
                      </a:cubicBezTo>
                      <a:cubicBezTo>
                        <a:pt x="422612" y="506921"/>
                        <a:pt x="419893" y="520520"/>
                        <a:pt x="411734" y="531398"/>
                      </a:cubicBezTo>
                      <a:cubicBezTo>
                        <a:pt x="406295" y="539557"/>
                        <a:pt x="395416" y="547716"/>
                        <a:pt x="376378" y="547716"/>
                      </a:cubicBezTo>
                      <a:cubicBezTo>
                        <a:pt x="357341" y="547716"/>
                        <a:pt x="335583" y="539557"/>
                        <a:pt x="319265" y="525959"/>
                      </a:cubicBezTo>
                      <a:cubicBezTo>
                        <a:pt x="300228" y="506921"/>
                        <a:pt x="294788" y="479725"/>
                        <a:pt x="289349" y="455248"/>
                      </a:cubicBezTo>
                      <a:cubicBezTo>
                        <a:pt x="283910" y="428051"/>
                        <a:pt x="278470" y="400855"/>
                        <a:pt x="273031" y="373658"/>
                      </a:cubicBezTo>
                      <a:cubicBezTo>
                        <a:pt x="273031" y="368219"/>
                        <a:pt x="267592" y="346462"/>
                        <a:pt x="262153" y="316545"/>
                      </a:cubicBezTo>
                      <a:cubicBezTo>
                        <a:pt x="256713" y="292068"/>
                        <a:pt x="251274" y="262152"/>
                        <a:pt x="245835" y="237675"/>
                      </a:cubicBezTo>
                      <a:cubicBezTo>
                        <a:pt x="240395" y="218638"/>
                        <a:pt x="237675" y="205039"/>
                        <a:pt x="234956" y="196881"/>
                      </a:cubicBezTo>
                      <a:cubicBezTo>
                        <a:pt x="232236" y="191441"/>
                        <a:pt x="232236" y="191441"/>
                        <a:pt x="232236" y="191441"/>
                      </a:cubicBezTo>
                      <a:cubicBezTo>
                        <a:pt x="229517" y="191441"/>
                        <a:pt x="229517" y="196881"/>
                        <a:pt x="226797" y="207759"/>
                      </a:cubicBezTo>
                      <a:cubicBezTo>
                        <a:pt x="226797" y="215918"/>
                        <a:pt x="226797" y="229516"/>
                        <a:pt x="226797" y="232236"/>
                      </a:cubicBezTo>
                      <a:cubicBezTo>
                        <a:pt x="226797" y="243115"/>
                        <a:pt x="224077" y="256713"/>
                        <a:pt x="224077" y="267592"/>
                      </a:cubicBezTo>
                      <a:cubicBezTo>
                        <a:pt x="224077" y="278470"/>
                        <a:pt x="224077" y="294788"/>
                        <a:pt x="221358" y="311106"/>
                      </a:cubicBezTo>
                      <a:cubicBezTo>
                        <a:pt x="221358" y="327424"/>
                        <a:pt x="218638" y="343742"/>
                        <a:pt x="218638" y="360060"/>
                      </a:cubicBezTo>
                      <a:cubicBezTo>
                        <a:pt x="218638" y="373658"/>
                        <a:pt x="215919" y="384537"/>
                        <a:pt x="215919" y="398135"/>
                      </a:cubicBezTo>
                      <a:cubicBezTo>
                        <a:pt x="215919" y="409014"/>
                        <a:pt x="213199" y="419892"/>
                        <a:pt x="213199" y="430771"/>
                      </a:cubicBezTo>
                      <a:cubicBezTo>
                        <a:pt x="213199" y="438930"/>
                        <a:pt x="213199" y="447089"/>
                        <a:pt x="213199" y="455248"/>
                      </a:cubicBezTo>
                      <a:cubicBezTo>
                        <a:pt x="213199" y="463407"/>
                        <a:pt x="213199" y="471566"/>
                        <a:pt x="213199" y="477005"/>
                      </a:cubicBezTo>
                      <a:cubicBezTo>
                        <a:pt x="210479" y="490603"/>
                        <a:pt x="207759" y="506921"/>
                        <a:pt x="207759" y="520520"/>
                      </a:cubicBezTo>
                      <a:cubicBezTo>
                        <a:pt x="202320" y="550436"/>
                        <a:pt x="199600" y="580352"/>
                        <a:pt x="196881" y="610268"/>
                      </a:cubicBezTo>
                      <a:cubicBezTo>
                        <a:pt x="196881" y="623866"/>
                        <a:pt x="196881" y="640184"/>
                        <a:pt x="194161" y="653783"/>
                      </a:cubicBezTo>
                      <a:cubicBezTo>
                        <a:pt x="194161" y="659222"/>
                        <a:pt x="194161" y="661942"/>
                        <a:pt x="191441" y="667381"/>
                      </a:cubicBezTo>
                      <a:cubicBezTo>
                        <a:pt x="213199" y="667381"/>
                        <a:pt x="232236" y="667381"/>
                        <a:pt x="243115" y="667381"/>
                      </a:cubicBezTo>
                      <a:cubicBezTo>
                        <a:pt x="253994" y="667381"/>
                        <a:pt x="273031" y="670101"/>
                        <a:pt x="273031" y="683699"/>
                      </a:cubicBezTo>
                      <a:cubicBezTo>
                        <a:pt x="273031" y="691858"/>
                        <a:pt x="267592" y="691858"/>
                        <a:pt x="262153" y="697297"/>
                      </a:cubicBezTo>
                      <a:cubicBezTo>
                        <a:pt x="259433" y="702736"/>
                        <a:pt x="253994" y="705456"/>
                        <a:pt x="248554" y="705456"/>
                      </a:cubicBezTo>
                      <a:cubicBezTo>
                        <a:pt x="240395" y="708176"/>
                        <a:pt x="234956" y="708176"/>
                        <a:pt x="232236" y="708176"/>
                      </a:cubicBezTo>
                      <a:cubicBezTo>
                        <a:pt x="226797" y="708176"/>
                        <a:pt x="175124" y="708176"/>
                        <a:pt x="166965" y="708176"/>
                      </a:cubicBezTo>
                      <a:cubicBezTo>
                        <a:pt x="156086" y="708176"/>
                        <a:pt x="120730" y="708176"/>
                        <a:pt x="109852" y="708176"/>
                      </a:cubicBezTo>
                      <a:cubicBezTo>
                        <a:pt x="104412" y="708176"/>
                        <a:pt x="96253" y="708176"/>
                        <a:pt x="90814" y="708176"/>
                      </a:cubicBezTo>
                      <a:cubicBezTo>
                        <a:pt x="85375" y="708176"/>
                        <a:pt x="77216" y="705456"/>
                        <a:pt x="69057" y="702736"/>
                      </a:cubicBezTo>
                      <a:cubicBezTo>
                        <a:pt x="63617" y="700017"/>
                        <a:pt x="58178" y="691858"/>
                        <a:pt x="58178" y="686418"/>
                      </a:cubicBezTo>
                      <a:cubicBezTo>
                        <a:pt x="58178" y="683699"/>
                        <a:pt x="58178" y="680979"/>
                        <a:pt x="60898" y="678259"/>
                      </a:cubicBezTo>
                      <a:cubicBezTo>
                        <a:pt x="63617" y="675540"/>
                        <a:pt x="71777" y="672820"/>
                        <a:pt x="77216" y="670101"/>
                      </a:cubicBezTo>
                      <a:cubicBezTo>
                        <a:pt x="90814" y="667381"/>
                        <a:pt x="120730" y="664661"/>
                        <a:pt x="126170" y="664661"/>
                      </a:cubicBezTo>
                      <a:cubicBezTo>
                        <a:pt x="128889" y="664661"/>
                        <a:pt x="134329" y="664661"/>
                        <a:pt x="142487" y="664661"/>
                      </a:cubicBezTo>
                      <a:cubicBezTo>
                        <a:pt x="142487" y="640184"/>
                        <a:pt x="147927" y="612988"/>
                        <a:pt x="147927" y="588511"/>
                      </a:cubicBezTo>
                      <a:cubicBezTo>
                        <a:pt x="150646" y="555875"/>
                        <a:pt x="153366" y="523239"/>
                        <a:pt x="153366" y="493323"/>
                      </a:cubicBezTo>
                      <a:cubicBezTo>
                        <a:pt x="153366" y="466126"/>
                        <a:pt x="156086" y="438930"/>
                        <a:pt x="156086" y="411733"/>
                      </a:cubicBezTo>
                      <a:cubicBezTo>
                        <a:pt x="158806" y="373658"/>
                        <a:pt x="158806" y="335583"/>
                        <a:pt x="161525" y="297508"/>
                      </a:cubicBezTo>
                      <a:cubicBezTo>
                        <a:pt x="161525" y="278470"/>
                        <a:pt x="164245" y="259433"/>
                        <a:pt x="166965" y="240395"/>
                      </a:cubicBezTo>
                      <a:cubicBezTo>
                        <a:pt x="169684" y="210479"/>
                        <a:pt x="172404" y="191441"/>
                        <a:pt x="177843" y="161525"/>
                      </a:cubicBezTo>
                      <a:cubicBezTo>
                        <a:pt x="180563" y="147927"/>
                        <a:pt x="180563" y="131609"/>
                        <a:pt x="183282" y="118011"/>
                      </a:cubicBezTo>
                      <a:cubicBezTo>
                        <a:pt x="183282" y="118011"/>
                        <a:pt x="183282" y="115291"/>
                        <a:pt x="183282" y="115291"/>
                      </a:cubicBezTo>
                      <a:cubicBezTo>
                        <a:pt x="177843" y="115291"/>
                        <a:pt x="172404" y="115291"/>
                        <a:pt x="161525" y="115291"/>
                      </a:cubicBezTo>
                      <a:cubicBezTo>
                        <a:pt x="153366" y="115291"/>
                        <a:pt x="145207" y="115291"/>
                        <a:pt x="137048" y="115291"/>
                      </a:cubicBezTo>
                      <a:cubicBezTo>
                        <a:pt x="128889" y="115291"/>
                        <a:pt x="118011" y="115291"/>
                        <a:pt x="109852" y="109851"/>
                      </a:cubicBezTo>
                      <a:cubicBezTo>
                        <a:pt x="101693" y="107132"/>
                        <a:pt x="93534" y="98973"/>
                        <a:pt x="93534" y="93534"/>
                      </a:cubicBezTo>
                      <a:cubicBezTo>
                        <a:pt x="93534" y="90814"/>
                        <a:pt x="93534" y="88094"/>
                        <a:pt x="98973" y="85375"/>
                      </a:cubicBezTo>
                      <a:cubicBezTo>
                        <a:pt x="104412" y="82655"/>
                        <a:pt x="115291" y="79935"/>
                        <a:pt x="120730" y="77216"/>
                      </a:cubicBezTo>
                      <a:cubicBezTo>
                        <a:pt x="139768" y="74496"/>
                        <a:pt x="164245" y="71776"/>
                        <a:pt x="172404" y="71776"/>
                      </a:cubicBezTo>
                      <a:cubicBezTo>
                        <a:pt x="194161" y="71776"/>
                        <a:pt x="210479" y="69057"/>
                        <a:pt x="234956" y="69057"/>
                      </a:cubicBezTo>
                      <a:cubicBezTo>
                        <a:pt x="237675" y="69057"/>
                        <a:pt x="240395" y="69057"/>
                        <a:pt x="243115" y="69057"/>
                      </a:cubicBezTo>
                      <a:cubicBezTo>
                        <a:pt x="251274" y="69057"/>
                        <a:pt x="262153" y="69057"/>
                        <a:pt x="270312" y="74496"/>
                      </a:cubicBezTo>
                      <a:cubicBezTo>
                        <a:pt x="283910" y="82655"/>
                        <a:pt x="300228" y="96253"/>
                        <a:pt x="308387" y="123450"/>
                      </a:cubicBezTo>
                      <a:cubicBezTo>
                        <a:pt x="316546" y="147927"/>
                        <a:pt x="327424" y="175123"/>
                        <a:pt x="332864" y="202320"/>
                      </a:cubicBezTo>
                      <a:cubicBezTo>
                        <a:pt x="335583" y="213198"/>
                        <a:pt x="335583" y="226797"/>
                        <a:pt x="338303" y="237675"/>
                      </a:cubicBezTo>
                      <a:cubicBezTo>
                        <a:pt x="343742" y="251274"/>
                        <a:pt x="346462" y="264872"/>
                        <a:pt x="349182" y="281190"/>
                      </a:cubicBezTo>
                      <a:cubicBezTo>
                        <a:pt x="351901" y="292068"/>
                        <a:pt x="351901" y="305667"/>
                        <a:pt x="357341" y="316545"/>
                      </a:cubicBezTo>
                      <a:cubicBezTo>
                        <a:pt x="362780" y="327424"/>
                        <a:pt x="362780" y="338303"/>
                        <a:pt x="365500" y="351901"/>
                      </a:cubicBezTo>
                      <a:cubicBezTo>
                        <a:pt x="365500" y="357340"/>
                        <a:pt x="373658" y="373658"/>
                        <a:pt x="376378" y="389976"/>
                      </a:cubicBezTo>
                      <a:cubicBezTo>
                        <a:pt x="381817" y="403574"/>
                        <a:pt x="384537" y="414453"/>
                        <a:pt x="387257" y="414453"/>
                      </a:cubicBezTo>
                      <a:cubicBezTo>
                        <a:pt x="392696" y="414453"/>
                        <a:pt x="395416" y="381817"/>
                        <a:pt x="398136" y="376378"/>
                      </a:cubicBezTo>
                      <a:cubicBezTo>
                        <a:pt x="400855" y="362779"/>
                        <a:pt x="403575" y="346462"/>
                        <a:pt x="406295" y="332863"/>
                      </a:cubicBezTo>
                      <a:cubicBezTo>
                        <a:pt x="411734" y="302947"/>
                        <a:pt x="417173" y="273031"/>
                        <a:pt x="425332" y="243115"/>
                      </a:cubicBezTo>
                      <a:cubicBezTo>
                        <a:pt x="430771" y="213198"/>
                        <a:pt x="436211" y="180563"/>
                        <a:pt x="444370" y="150646"/>
                      </a:cubicBezTo>
                      <a:cubicBezTo>
                        <a:pt x="449809" y="126170"/>
                        <a:pt x="460688" y="98973"/>
                        <a:pt x="477006" y="79935"/>
                      </a:cubicBezTo>
                      <a:cubicBezTo>
                        <a:pt x="487884" y="66337"/>
                        <a:pt x="506922" y="58178"/>
                        <a:pt x="523240" y="58178"/>
                      </a:cubicBezTo>
                      <a:cubicBezTo>
                        <a:pt x="528679" y="58178"/>
                        <a:pt x="539558" y="58178"/>
                        <a:pt x="544997" y="63617"/>
                      </a:cubicBezTo>
                      <a:lnTo>
                        <a:pt x="612988" y="63617"/>
                      </a:lnTo>
                      <a:cubicBezTo>
                        <a:pt x="626587" y="63617"/>
                        <a:pt x="651064" y="63617"/>
                        <a:pt x="651064" y="79935"/>
                      </a:cubicBezTo>
                      <a:cubicBezTo>
                        <a:pt x="651064" y="88094"/>
                        <a:pt x="648344" y="88094"/>
                        <a:pt x="645624" y="96253"/>
                      </a:cubicBezTo>
                      <a:cubicBezTo>
                        <a:pt x="640185" y="101693"/>
                        <a:pt x="634746" y="104412"/>
                        <a:pt x="629307" y="104412"/>
                      </a:cubicBezTo>
                      <a:cubicBezTo>
                        <a:pt x="621147" y="107132"/>
                        <a:pt x="612988" y="107132"/>
                        <a:pt x="607549" y="107132"/>
                      </a:cubicBezTo>
                      <a:cubicBezTo>
                        <a:pt x="604829" y="107132"/>
                        <a:pt x="591231" y="107132"/>
                        <a:pt x="580353" y="107132"/>
                      </a:cubicBezTo>
                      <a:cubicBezTo>
                        <a:pt x="580353" y="109851"/>
                        <a:pt x="583072" y="112571"/>
                        <a:pt x="583072" y="115291"/>
                      </a:cubicBezTo>
                      <a:cubicBezTo>
                        <a:pt x="585792" y="128889"/>
                        <a:pt x="585792" y="142487"/>
                        <a:pt x="588512" y="156086"/>
                      </a:cubicBezTo>
                      <a:cubicBezTo>
                        <a:pt x="591231" y="169684"/>
                        <a:pt x="591231" y="183282"/>
                        <a:pt x="593951" y="196881"/>
                      </a:cubicBezTo>
                      <a:cubicBezTo>
                        <a:pt x="593951" y="207759"/>
                        <a:pt x="599390" y="215918"/>
                        <a:pt x="599390" y="226797"/>
                      </a:cubicBezTo>
                      <a:cubicBezTo>
                        <a:pt x="599390" y="229516"/>
                        <a:pt x="599390" y="229516"/>
                        <a:pt x="599390" y="232236"/>
                      </a:cubicBezTo>
                      <a:cubicBezTo>
                        <a:pt x="599390" y="234956"/>
                        <a:pt x="599390" y="237675"/>
                        <a:pt x="599390" y="240395"/>
                      </a:cubicBezTo>
                      <a:cubicBezTo>
                        <a:pt x="599390" y="251274"/>
                        <a:pt x="599390" y="259433"/>
                        <a:pt x="602110" y="270311"/>
                      </a:cubicBezTo>
                      <a:cubicBezTo>
                        <a:pt x="604829" y="283909"/>
                        <a:pt x="607549" y="294788"/>
                        <a:pt x="607549" y="308386"/>
                      </a:cubicBezTo>
                      <a:cubicBezTo>
                        <a:pt x="607549" y="311106"/>
                        <a:pt x="607549" y="316545"/>
                        <a:pt x="607549" y="319265"/>
                      </a:cubicBezTo>
                      <a:cubicBezTo>
                        <a:pt x="607549" y="324704"/>
                        <a:pt x="610269" y="330144"/>
                        <a:pt x="612988" y="335583"/>
                      </a:cubicBezTo>
                      <a:cubicBezTo>
                        <a:pt x="612988" y="338303"/>
                        <a:pt x="612988" y="343742"/>
                        <a:pt x="612988" y="346462"/>
                      </a:cubicBezTo>
                      <a:cubicBezTo>
                        <a:pt x="612988" y="354620"/>
                        <a:pt x="612988" y="362779"/>
                        <a:pt x="612988" y="370939"/>
                      </a:cubicBezTo>
                      <a:cubicBezTo>
                        <a:pt x="612988" y="379097"/>
                        <a:pt x="612988" y="387256"/>
                        <a:pt x="612988" y="395415"/>
                      </a:cubicBezTo>
                      <a:cubicBezTo>
                        <a:pt x="612988" y="403574"/>
                        <a:pt x="615708" y="414453"/>
                        <a:pt x="615708" y="422612"/>
                      </a:cubicBezTo>
                      <a:cubicBezTo>
                        <a:pt x="618428" y="430771"/>
                        <a:pt x="618428" y="436210"/>
                        <a:pt x="618428" y="441650"/>
                      </a:cubicBezTo>
                      <a:cubicBezTo>
                        <a:pt x="618428" y="444369"/>
                        <a:pt x="618428" y="449808"/>
                        <a:pt x="618428" y="455248"/>
                      </a:cubicBezTo>
                      <a:cubicBezTo>
                        <a:pt x="618428" y="460687"/>
                        <a:pt x="618428" y="460687"/>
                        <a:pt x="621147" y="463407"/>
                      </a:cubicBezTo>
                      <a:cubicBezTo>
                        <a:pt x="623867" y="471566"/>
                        <a:pt x="623867" y="477005"/>
                        <a:pt x="626587" y="482444"/>
                      </a:cubicBezTo>
                      <a:cubicBezTo>
                        <a:pt x="629307" y="493323"/>
                        <a:pt x="629307" y="506921"/>
                        <a:pt x="629307" y="517800"/>
                      </a:cubicBezTo>
                      <a:cubicBezTo>
                        <a:pt x="632026" y="534118"/>
                        <a:pt x="632026" y="547716"/>
                        <a:pt x="634746" y="561314"/>
                      </a:cubicBezTo>
                      <a:cubicBezTo>
                        <a:pt x="634746" y="564034"/>
                        <a:pt x="634746" y="564034"/>
                        <a:pt x="634746" y="566754"/>
                      </a:cubicBezTo>
                      <a:cubicBezTo>
                        <a:pt x="634746" y="572193"/>
                        <a:pt x="634746" y="577632"/>
                        <a:pt x="634746" y="583072"/>
                      </a:cubicBezTo>
                      <a:cubicBezTo>
                        <a:pt x="634746" y="596670"/>
                        <a:pt x="637466" y="602109"/>
                        <a:pt x="637466" y="607548"/>
                      </a:cubicBezTo>
                      <a:cubicBezTo>
                        <a:pt x="637466" y="610268"/>
                        <a:pt x="640185" y="615708"/>
                        <a:pt x="640185" y="618427"/>
                      </a:cubicBezTo>
                      <a:cubicBezTo>
                        <a:pt x="640185" y="623866"/>
                        <a:pt x="640185" y="629306"/>
                        <a:pt x="640185" y="632025"/>
                      </a:cubicBezTo>
                      <a:cubicBezTo>
                        <a:pt x="640185" y="634745"/>
                        <a:pt x="640185" y="637465"/>
                        <a:pt x="640185" y="640184"/>
                      </a:cubicBezTo>
                      <a:cubicBezTo>
                        <a:pt x="640185" y="645624"/>
                        <a:pt x="642905" y="653783"/>
                        <a:pt x="642905" y="659222"/>
                      </a:cubicBezTo>
                      <a:cubicBezTo>
                        <a:pt x="642905" y="661942"/>
                        <a:pt x="642905" y="661942"/>
                        <a:pt x="642905" y="664661"/>
                      </a:cubicBezTo>
                      <a:cubicBezTo>
                        <a:pt x="645624" y="678259"/>
                        <a:pt x="651064" y="678259"/>
                        <a:pt x="653783" y="678259"/>
                      </a:cubicBezTo>
                      <a:lnTo>
                        <a:pt x="653783" y="678259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46" name="Freeform: Shape 45">
                  <a:extLst>
                    <a:ext uri="{FF2B5EF4-FFF2-40B4-BE49-F238E27FC236}">
                      <a16:creationId xmlns:a16="http://schemas.microsoft.com/office/drawing/2014/main" id="{BC039864-996D-45FB-8953-B06D02EC1B41}"/>
                    </a:ext>
                  </a:extLst>
                </p:cNvPr>
                <p:cNvSpPr/>
                <p:nvPr/>
              </p:nvSpPr>
              <p:spPr>
                <a:xfrm>
                  <a:off x="6362526" y="4242177"/>
                  <a:ext cx="492259" cy="674476"/>
                </a:xfrm>
                <a:custGeom>
                  <a:avLst/>
                  <a:gdLst>
                    <a:gd name="connsiteX0" fmla="*/ 225733 w 492259"/>
                    <a:gd name="connsiteY0" fmla="*/ 97907 h 674476"/>
                    <a:gd name="connsiteX1" fmla="*/ 209415 w 492259"/>
                    <a:gd name="connsiteY1" fmla="*/ 119665 h 674476"/>
                    <a:gd name="connsiteX2" fmla="*/ 201256 w 492259"/>
                    <a:gd name="connsiteY2" fmla="*/ 152300 h 674476"/>
                    <a:gd name="connsiteX3" fmla="*/ 198536 w 492259"/>
                    <a:gd name="connsiteY3" fmla="*/ 168618 h 674476"/>
                    <a:gd name="connsiteX4" fmla="*/ 195817 w 492259"/>
                    <a:gd name="connsiteY4" fmla="*/ 184936 h 674476"/>
                    <a:gd name="connsiteX5" fmla="*/ 187658 w 492259"/>
                    <a:gd name="connsiteY5" fmla="*/ 220292 h 674476"/>
                    <a:gd name="connsiteX6" fmla="*/ 168620 w 492259"/>
                    <a:gd name="connsiteY6" fmla="*/ 291003 h 674476"/>
                    <a:gd name="connsiteX7" fmla="*/ 160461 w 492259"/>
                    <a:gd name="connsiteY7" fmla="*/ 323639 h 674476"/>
                    <a:gd name="connsiteX8" fmla="*/ 149582 w 492259"/>
                    <a:gd name="connsiteY8" fmla="*/ 361714 h 674476"/>
                    <a:gd name="connsiteX9" fmla="*/ 144143 w 492259"/>
                    <a:gd name="connsiteY9" fmla="*/ 388910 h 674476"/>
                    <a:gd name="connsiteX10" fmla="*/ 149582 w 492259"/>
                    <a:gd name="connsiteY10" fmla="*/ 391630 h 674476"/>
                    <a:gd name="connsiteX11" fmla="*/ 171340 w 492259"/>
                    <a:gd name="connsiteY11" fmla="*/ 391630 h 674476"/>
                    <a:gd name="connsiteX12" fmla="*/ 193097 w 492259"/>
                    <a:gd name="connsiteY12" fmla="*/ 388910 h 674476"/>
                    <a:gd name="connsiteX13" fmla="*/ 212135 w 492259"/>
                    <a:gd name="connsiteY13" fmla="*/ 388910 h 674476"/>
                    <a:gd name="connsiteX14" fmla="*/ 236611 w 492259"/>
                    <a:gd name="connsiteY14" fmla="*/ 388910 h 674476"/>
                    <a:gd name="connsiteX15" fmla="*/ 250210 w 492259"/>
                    <a:gd name="connsiteY15" fmla="*/ 386191 h 674476"/>
                    <a:gd name="connsiteX16" fmla="*/ 258369 w 492259"/>
                    <a:gd name="connsiteY16" fmla="*/ 386191 h 674476"/>
                    <a:gd name="connsiteX17" fmla="*/ 255649 w 492259"/>
                    <a:gd name="connsiteY17" fmla="*/ 367153 h 674476"/>
                    <a:gd name="connsiteX18" fmla="*/ 250210 w 492259"/>
                    <a:gd name="connsiteY18" fmla="*/ 331797 h 674476"/>
                    <a:gd name="connsiteX19" fmla="*/ 247490 w 492259"/>
                    <a:gd name="connsiteY19" fmla="*/ 244769 h 674476"/>
                    <a:gd name="connsiteX20" fmla="*/ 242051 w 492259"/>
                    <a:gd name="connsiteY20" fmla="*/ 203974 h 674476"/>
                    <a:gd name="connsiteX21" fmla="*/ 236611 w 492259"/>
                    <a:gd name="connsiteY21" fmla="*/ 157740 h 674476"/>
                    <a:gd name="connsiteX22" fmla="*/ 233892 w 492259"/>
                    <a:gd name="connsiteY22" fmla="*/ 119665 h 674476"/>
                    <a:gd name="connsiteX23" fmla="*/ 225733 w 492259"/>
                    <a:gd name="connsiteY23" fmla="*/ 97907 h 674476"/>
                    <a:gd name="connsiteX24" fmla="*/ 274687 w 492259"/>
                    <a:gd name="connsiteY24" fmla="*/ 0 h 674476"/>
                    <a:gd name="connsiteX25" fmla="*/ 304603 w 492259"/>
                    <a:gd name="connsiteY25" fmla="*/ 5439 h 674476"/>
                    <a:gd name="connsiteX26" fmla="*/ 320921 w 492259"/>
                    <a:gd name="connsiteY26" fmla="*/ 24477 h 674476"/>
                    <a:gd name="connsiteX27" fmla="*/ 334519 w 492259"/>
                    <a:gd name="connsiteY27" fmla="*/ 43515 h 674476"/>
                    <a:gd name="connsiteX28" fmla="*/ 339959 w 492259"/>
                    <a:gd name="connsiteY28" fmla="*/ 65272 h 674476"/>
                    <a:gd name="connsiteX29" fmla="*/ 348118 w 492259"/>
                    <a:gd name="connsiteY29" fmla="*/ 114226 h 674476"/>
                    <a:gd name="connsiteX30" fmla="*/ 361716 w 492259"/>
                    <a:gd name="connsiteY30" fmla="*/ 163180 h 674476"/>
                    <a:gd name="connsiteX31" fmla="*/ 369875 w 492259"/>
                    <a:gd name="connsiteY31" fmla="*/ 220293 h 674476"/>
                    <a:gd name="connsiteX32" fmla="*/ 378034 w 492259"/>
                    <a:gd name="connsiteY32" fmla="*/ 274686 h 674476"/>
                    <a:gd name="connsiteX33" fmla="*/ 383473 w 492259"/>
                    <a:gd name="connsiteY33" fmla="*/ 301883 h 674476"/>
                    <a:gd name="connsiteX34" fmla="*/ 391632 w 492259"/>
                    <a:gd name="connsiteY34" fmla="*/ 337238 h 674476"/>
                    <a:gd name="connsiteX35" fmla="*/ 397071 w 492259"/>
                    <a:gd name="connsiteY35" fmla="*/ 364435 h 674476"/>
                    <a:gd name="connsiteX36" fmla="*/ 405230 w 492259"/>
                    <a:gd name="connsiteY36" fmla="*/ 383473 h 674476"/>
                    <a:gd name="connsiteX37" fmla="*/ 416109 w 492259"/>
                    <a:gd name="connsiteY37" fmla="*/ 386192 h 674476"/>
                    <a:gd name="connsiteX38" fmla="*/ 426988 w 492259"/>
                    <a:gd name="connsiteY38" fmla="*/ 386192 h 674476"/>
                    <a:gd name="connsiteX39" fmla="*/ 454184 w 492259"/>
                    <a:gd name="connsiteY39" fmla="*/ 397071 h 674476"/>
                    <a:gd name="connsiteX40" fmla="*/ 456904 w 492259"/>
                    <a:gd name="connsiteY40" fmla="*/ 405230 h 674476"/>
                    <a:gd name="connsiteX41" fmla="*/ 451464 w 492259"/>
                    <a:gd name="connsiteY41" fmla="*/ 416108 h 674476"/>
                    <a:gd name="connsiteX42" fmla="*/ 432427 w 492259"/>
                    <a:gd name="connsiteY42" fmla="*/ 429707 h 674476"/>
                    <a:gd name="connsiteX43" fmla="*/ 421548 w 492259"/>
                    <a:gd name="connsiteY43" fmla="*/ 432426 h 674476"/>
                    <a:gd name="connsiteX44" fmla="*/ 413389 w 492259"/>
                    <a:gd name="connsiteY44" fmla="*/ 435146 h 674476"/>
                    <a:gd name="connsiteX45" fmla="*/ 413389 w 492259"/>
                    <a:gd name="connsiteY45" fmla="*/ 440585 h 674476"/>
                    <a:gd name="connsiteX46" fmla="*/ 416109 w 492259"/>
                    <a:gd name="connsiteY46" fmla="*/ 451464 h 674476"/>
                    <a:gd name="connsiteX47" fmla="*/ 418829 w 492259"/>
                    <a:gd name="connsiteY47" fmla="*/ 465062 h 674476"/>
                    <a:gd name="connsiteX48" fmla="*/ 418829 w 492259"/>
                    <a:gd name="connsiteY48" fmla="*/ 475941 h 674476"/>
                    <a:gd name="connsiteX49" fmla="*/ 418829 w 492259"/>
                    <a:gd name="connsiteY49" fmla="*/ 486820 h 674476"/>
                    <a:gd name="connsiteX50" fmla="*/ 426988 w 492259"/>
                    <a:gd name="connsiteY50" fmla="*/ 516736 h 674476"/>
                    <a:gd name="connsiteX51" fmla="*/ 432427 w 492259"/>
                    <a:gd name="connsiteY51" fmla="*/ 543932 h 674476"/>
                    <a:gd name="connsiteX52" fmla="*/ 437866 w 492259"/>
                    <a:gd name="connsiteY52" fmla="*/ 573848 h 674476"/>
                    <a:gd name="connsiteX53" fmla="*/ 443306 w 492259"/>
                    <a:gd name="connsiteY53" fmla="*/ 606484 h 674476"/>
                    <a:gd name="connsiteX54" fmla="*/ 446025 w 492259"/>
                    <a:gd name="connsiteY54" fmla="*/ 617363 h 674476"/>
                    <a:gd name="connsiteX55" fmla="*/ 470502 w 492259"/>
                    <a:gd name="connsiteY55" fmla="*/ 617363 h 674476"/>
                    <a:gd name="connsiteX56" fmla="*/ 492259 w 492259"/>
                    <a:gd name="connsiteY56" fmla="*/ 641840 h 674476"/>
                    <a:gd name="connsiteX57" fmla="*/ 484101 w 492259"/>
                    <a:gd name="connsiteY57" fmla="*/ 655438 h 674476"/>
                    <a:gd name="connsiteX58" fmla="*/ 467782 w 492259"/>
                    <a:gd name="connsiteY58" fmla="*/ 663597 h 674476"/>
                    <a:gd name="connsiteX59" fmla="*/ 443306 w 492259"/>
                    <a:gd name="connsiteY59" fmla="*/ 666317 h 674476"/>
                    <a:gd name="connsiteX60" fmla="*/ 421548 w 492259"/>
                    <a:gd name="connsiteY60" fmla="*/ 666317 h 674476"/>
                    <a:gd name="connsiteX61" fmla="*/ 413389 w 492259"/>
                    <a:gd name="connsiteY61" fmla="*/ 666317 h 674476"/>
                    <a:gd name="connsiteX62" fmla="*/ 399791 w 492259"/>
                    <a:gd name="connsiteY62" fmla="*/ 671756 h 674476"/>
                    <a:gd name="connsiteX63" fmla="*/ 383473 w 492259"/>
                    <a:gd name="connsiteY63" fmla="*/ 674476 h 674476"/>
                    <a:gd name="connsiteX64" fmla="*/ 348118 w 492259"/>
                    <a:gd name="connsiteY64" fmla="*/ 669036 h 674476"/>
                    <a:gd name="connsiteX65" fmla="*/ 326360 w 492259"/>
                    <a:gd name="connsiteY65" fmla="*/ 669036 h 674476"/>
                    <a:gd name="connsiteX66" fmla="*/ 277406 w 492259"/>
                    <a:gd name="connsiteY66" fmla="*/ 669036 h 674476"/>
                    <a:gd name="connsiteX67" fmla="*/ 252930 w 492259"/>
                    <a:gd name="connsiteY67" fmla="*/ 663597 h 674476"/>
                    <a:gd name="connsiteX68" fmla="*/ 236611 w 492259"/>
                    <a:gd name="connsiteY68" fmla="*/ 647279 h 674476"/>
                    <a:gd name="connsiteX69" fmla="*/ 261088 w 492259"/>
                    <a:gd name="connsiteY69" fmla="*/ 630961 h 674476"/>
                    <a:gd name="connsiteX70" fmla="*/ 288285 w 492259"/>
                    <a:gd name="connsiteY70" fmla="*/ 628241 h 674476"/>
                    <a:gd name="connsiteX71" fmla="*/ 285565 w 492259"/>
                    <a:gd name="connsiteY71" fmla="*/ 609204 h 674476"/>
                    <a:gd name="connsiteX72" fmla="*/ 282846 w 492259"/>
                    <a:gd name="connsiteY72" fmla="*/ 582007 h 674476"/>
                    <a:gd name="connsiteX73" fmla="*/ 280126 w 492259"/>
                    <a:gd name="connsiteY73" fmla="*/ 568409 h 674476"/>
                    <a:gd name="connsiteX74" fmla="*/ 282846 w 492259"/>
                    <a:gd name="connsiteY74" fmla="*/ 554811 h 674476"/>
                    <a:gd name="connsiteX75" fmla="*/ 277406 w 492259"/>
                    <a:gd name="connsiteY75" fmla="*/ 538493 h 674476"/>
                    <a:gd name="connsiteX76" fmla="*/ 271967 w 492259"/>
                    <a:gd name="connsiteY76" fmla="*/ 505857 h 674476"/>
                    <a:gd name="connsiteX77" fmla="*/ 269247 w 492259"/>
                    <a:gd name="connsiteY77" fmla="*/ 478660 h 674476"/>
                    <a:gd name="connsiteX78" fmla="*/ 266528 w 492259"/>
                    <a:gd name="connsiteY78" fmla="*/ 446025 h 674476"/>
                    <a:gd name="connsiteX79" fmla="*/ 261088 w 492259"/>
                    <a:gd name="connsiteY79" fmla="*/ 437866 h 674476"/>
                    <a:gd name="connsiteX80" fmla="*/ 250210 w 492259"/>
                    <a:gd name="connsiteY80" fmla="*/ 437866 h 674476"/>
                    <a:gd name="connsiteX81" fmla="*/ 220293 w 492259"/>
                    <a:gd name="connsiteY81" fmla="*/ 440585 h 674476"/>
                    <a:gd name="connsiteX82" fmla="*/ 190377 w 492259"/>
                    <a:gd name="connsiteY82" fmla="*/ 443305 h 674476"/>
                    <a:gd name="connsiteX83" fmla="*/ 165900 w 492259"/>
                    <a:gd name="connsiteY83" fmla="*/ 443305 h 674476"/>
                    <a:gd name="connsiteX84" fmla="*/ 144143 w 492259"/>
                    <a:gd name="connsiteY84" fmla="*/ 440585 h 674476"/>
                    <a:gd name="connsiteX85" fmla="*/ 135984 w 492259"/>
                    <a:gd name="connsiteY85" fmla="*/ 454184 h 674476"/>
                    <a:gd name="connsiteX86" fmla="*/ 130545 w 492259"/>
                    <a:gd name="connsiteY86" fmla="*/ 486820 h 674476"/>
                    <a:gd name="connsiteX87" fmla="*/ 119666 w 492259"/>
                    <a:gd name="connsiteY87" fmla="*/ 541213 h 674476"/>
                    <a:gd name="connsiteX88" fmla="*/ 103348 w 492259"/>
                    <a:gd name="connsiteY88" fmla="*/ 614643 h 674476"/>
                    <a:gd name="connsiteX89" fmla="*/ 133264 w 492259"/>
                    <a:gd name="connsiteY89" fmla="*/ 614643 h 674476"/>
                    <a:gd name="connsiteX90" fmla="*/ 168620 w 492259"/>
                    <a:gd name="connsiteY90" fmla="*/ 630961 h 674476"/>
                    <a:gd name="connsiteX91" fmla="*/ 163181 w 492259"/>
                    <a:gd name="connsiteY91" fmla="*/ 647279 h 674476"/>
                    <a:gd name="connsiteX92" fmla="*/ 146863 w 492259"/>
                    <a:gd name="connsiteY92" fmla="*/ 655438 h 674476"/>
                    <a:gd name="connsiteX93" fmla="*/ 127825 w 492259"/>
                    <a:gd name="connsiteY93" fmla="*/ 658158 h 674476"/>
                    <a:gd name="connsiteX94" fmla="*/ 106068 w 492259"/>
                    <a:gd name="connsiteY94" fmla="*/ 658158 h 674476"/>
                    <a:gd name="connsiteX95" fmla="*/ 62552 w 492259"/>
                    <a:gd name="connsiteY95" fmla="*/ 658158 h 674476"/>
                    <a:gd name="connsiteX96" fmla="*/ 40795 w 492259"/>
                    <a:gd name="connsiteY96" fmla="*/ 658158 h 674476"/>
                    <a:gd name="connsiteX97" fmla="*/ 16318 w 492259"/>
                    <a:gd name="connsiteY97" fmla="*/ 652718 h 674476"/>
                    <a:gd name="connsiteX98" fmla="*/ 0 w 492259"/>
                    <a:gd name="connsiteY98" fmla="*/ 636401 h 674476"/>
                    <a:gd name="connsiteX99" fmla="*/ 2720 w 492259"/>
                    <a:gd name="connsiteY99" fmla="*/ 628241 h 674476"/>
                    <a:gd name="connsiteX100" fmla="*/ 24477 w 492259"/>
                    <a:gd name="connsiteY100" fmla="*/ 620082 h 674476"/>
                    <a:gd name="connsiteX101" fmla="*/ 62552 w 492259"/>
                    <a:gd name="connsiteY101" fmla="*/ 617363 h 674476"/>
                    <a:gd name="connsiteX102" fmla="*/ 62552 w 492259"/>
                    <a:gd name="connsiteY102" fmla="*/ 614643 h 674476"/>
                    <a:gd name="connsiteX103" fmla="*/ 65272 w 492259"/>
                    <a:gd name="connsiteY103" fmla="*/ 587447 h 674476"/>
                    <a:gd name="connsiteX104" fmla="*/ 76151 w 492259"/>
                    <a:gd name="connsiteY104" fmla="*/ 522175 h 674476"/>
                    <a:gd name="connsiteX105" fmla="*/ 87029 w 492259"/>
                    <a:gd name="connsiteY105" fmla="*/ 470501 h 674476"/>
                    <a:gd name="connsiteX106" fmla="*/ 92468 w 492259"/>
                    <a:gd name="connsiteY106" fmla="*/ 446025 h 674476"/>
                    <a:gd name="connsiteX107" fmla="*/ 65272 w 492259"/>
                    <a:gd name="connsiteY107" fmla="*/ 432426 h 674476"/>
                    <a:gd name="connsiteX108" fmla="*/ 54393 w 492259"/>
                    <a:gd name="connsiteY108" fmla="*/ 421548 h 674476"/>
                    <a:gd name="connsiteX109" fmla="*/ 73431 w 492259"/>
                    <a:gd name="connsiteY109" fmla="*/ 407949 h 674476"/>
                    <a:gd name="connsiteX110" fmla="*/ 100629 w 492259"/>
                    <a:gd name="connsiteY110" fmla="*/ 399790 h 674476"/>
                    <a:gd name="connsiteX111" fmla="*/ 108788 w 492259"/>
                    <a:gd name="connsiteY111" fmla="*/ 369874 h 674476"/>
                    <a:gd name="connsiteX112" fmla="*/ 125105 w 492259"/>
                    <a:gd name="connsiteY112" fmla="*/ 307322 h 674476"/>
                    <a:gd name="connsiteX113" fmla="*/ 141423 w 492259"/>
                    <a:gd name="connsiteY113" fmla="*/ 242051 h 674476"/>
                    <a:gd name="connsiteX114" fmla="*/ 155022 w 492259"/>
                    <a:gd name="connsiteY114" fmla="*/ 179498 h 674476"/>
                    <a:gd name="connsiteX115" fmla="*/ 168620 w 492259"/>
                    <a:gd name="connsiteY115" fmla="*/ 119665 h 674476"/>
                    <a:gd name="connsiteX116" fmla="*/ 193097 w 492259"/>
                    <a:gd name="connsiteY116" fmla="*/ 57113 h 674476"/>
                    <a:gd name="connsiteX117" fmla="*/ 201256 w 492259"/>
                    <a:gd name="connsiteY117" fmla="*/ 38075 h 674476"/>
                    <a:gd name="connsiteX118" fmla="*/ 217574 w 492259"/>
                    <a:gd name="connsiteY118" fmla="*/ 13598 h 674476"/>
                    <a:gd name="connsiteX119" fmla="*/ 274687 w 492259"/>
                    <a:gd name="connsiteY119" fmla="*/ 0 h 6744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</a:cxnLst>
                  <a:rect l="l" t="t" r="r" b="b"/>
                  <a:pathLst>
                    <a:path w="492259" h="674476">
                      <a:moveTo>
                        <a:pt x="225733" y="97907"/>
                      </a:moveTo>
                      <a:cubicBezTo>
                        <a:pt x="217574" y="97907"/>
                        <a:pt x="209415" y="114225"/>
                        <a:pt x="209415" y="119665"/>
                      </a:cubicBezTo>
                      <a:cubicBezTo>
                        <a:pt x="206695" y="130543"/>
                        <a:pt x="203976" y="144141"/>
                        <a:pt x="201256" y="152300"/>
                      </a:cubicBezTo>
                      <a:cubicBezTo>
                        <a:pt x="198536" y="157740"/>
                        <a:pt x="198536" y="163179"/>
                        <a:pt x="198536" y="168618"/>
                      </a:cubicBezTo>
                      <a:cubicBezTo>
                        <a:pt x="198536" y="174058"/>
                        <a:pt x="195817" y="179497"/>
                        <a:pt x="195817" y="184936"/>
                      </a:cubicBezTo>
                      <a:cubicBezTo>
                        <a:pt x="193097" y="195815"/>
                        <a:pt x="190377" y="209413"/>
                        <a:pt x="187658" y="220292"/>
                      </a:cubicBezTo>
                      <a:cubicBezTo>
                        <a:pt x="184938" y="244769"/>
                        <a:pt x="176779" y="269246"/>
                        <a:pt x="168620" y="291003"/>
                      </a:cubicBezTo>
                      <a:cubicBezTo>
                        <a:pt x="165900" y="301881"/>
                        <a:pt x="163181" y="312760"/>
                        <a:pt x="160461" y="323639"/>
                      </a:cubicBezTo>
                      <a:cubicBezTo>
                        <a:pt x="157742" y="337237"/>
                        <a:pt x="155022" y="348115"/>
                        <a:pt x="149582" y="361714"/>
                      </a:cubicBezTo>
                      <a:cubicBezTo>
                        <a:pt x="146863" y="367153"/>
                        <a:pt x="144143" y="383471"/>
                        <a:pt x="144143" y="388910"/>
                      </a:cubicBezTo>
                      <a:cubicBezTo>
                        <a:pt x="144143" y="391630"/>
                        <a:pt x="146863" y="391630"/>
                        <a:pt x="149582" y="391630"/>
                      </a:cubicBezTo>
                      <a:cubicBezTo>
                        <a:pt x="155022" y="391630"/>
                        <a:pt x="168620" y="391630"/>
                        <a:pt x="171340" y="391630"/>
                      </a:cubicBezTo>
                      <a:cubicBezTo>
                        <a:pt x="179498" y="391630"/>
                        <a:pt x="187658" y="391630"/>
                        <a:pt x="193097" y="388910"/>
                      </a:cubicBezTo>
                      <a:cubicBezTo>
                        <a:pt x="198536" y="388910"/>
                        <a:pt x="203976" y="388910"/>
                        <a:pt x="212135" y="388910"/>
                      </a:cubicBezTo>
                      <a:cubicBezTo>
                        <a:pt x="217574" y="388910"/>
                        <a:pt x="225733" y="388910"/>
                        <a:pt x="236611" y="388910"/>
                      </a:cubicBezTo>
                      <a:cubicBezTo>
                        <a:pt x="242051" y="388910"/>
                        <a:pt x="247490" y="388910"/>
                        <a:pt x="250210" y="386191"/>
                      </a:cubicBezTo>
                      <a:cubicBezTo>
                        <a:pt x="255649" y="391630"/>
                        <a:pt x="258369" y="388910"/>
                        <a:pt x="258369" y="386191"/>
                      </a:cubicBezTo>
                      <a:cubicBezTo>
                        <a:pt x="258369" y="380751"/>
                        <a:pt x="255649" y="372592"/>
                        <a:pt x="255649" y="367153"/>
                      </a:cubicBezTo>
                      <a:cubicBezTo>
                        <a:pt x="252930" y="353555"/>
                        <a:pt x="250210" y="342676"/>
                        <a:pt x="250210" y="331797"/>
                      </a:cubicBezTo>
                      <a:cubicBezTo>
                        <a:pt x="250210" y="301881"/>
                        <a:pt x="250210" y="274685"/>
                        <a:pt x="247490" y="244769"/>
                      </a:cubicBezTo>
                      <a:cubicBezTo>
                        <a:pt x="247490" y="231170"/>
                        <a:pt x="244771" y="217572"/>
                        <a:pt x="242051" y="203974"/>
                      </a:cubicBezTo>
                      <a:cubicBezTo>
                        <a:pt x="239331" y="187656"/>
                        <a:pt x="236611" y="174058"/>
                        <a:pt x="236611" y="157740"/>
                      </a:cubicBezTo>
                      <a:cubicBezTo>
                        <a:pt x="236611" y="152300"/>
                        <a:pt x="236611" y="133263"/>
                        <a:pt x="233892" y="119665"/>
                      </a:cubicBezTo>
                      <a:cubicBezTo>
                        <a:pt x="233892" y="106066"/>
                        <a:pt x="231172" y="97907"/>
                        <a:pt x="225733" y="97907"/>
                      </a:cubicBezTo>
                      <a:close/>
                      <a:moveTo>
                        <a:pt x="274687" y="0"/>
                      </a:moveTo>
                      <a:cubicBezTo>
                        <a:pt x="288285" y="0"/>
                        <a:pt x="293724" y="2720"/>
                        <a:pt x="304603" y="5439"/>
                      </a:cubicBezTo>
                      <a:cubicBezTo>
                        <a:pt x="315481" y="10879"/>
                        <a:pt x="315481" y="16318"/>
                        <a:pt x="320921" y="24477"/>
                      </a:cubicBezTo>
                      <a:cubicBezTo>
                        <a:pt x="326360" y="29916"/>
                        <a:pt x="331800" y="35356"/>
                        <a:pt x="334519" y="43515"/>
                      </a:cubicBezTo>
                      <a:cubicBezTo>
                        <a:pt x="337239" y="51674"/>
                        <a:pt x="337239" y="57113"/>
                        <a:pt x="339959" y="65272"/>
                      </a:cubicBezTo>
                      <a:cubicBezTo>
                        <a:pt x="345398" y="78870"/>
                        <a:pt x="342678" y="97908"/>
                        <a:pt x="348118" y="114226"/>
                      </a:cubicBezTo>
                      <a:cubicBezTo>
                        <a:pt x="350837" y="130544"/>
                        <a:pt x="358996" y="146863"/>
                        <a:pt x="361716" y="163180"/>
                      </a:cubicBezTo>
                      <a:cubicBezTo>
                        <a:pt x="364435" y="182218"/>
                        <a:pt x="364435" y="201256"/>
                        <a:pt x="369875" y="220293"/>
                      </a:cubicBezTo>
                      <a:cubicBezTo>
                        <a:pt x="375314" y="239331"/>
                        <a:pt x="378034" y="255649"/>
                        <a:pt x="378034" y="274686"/>
                      </a:cubicBezTo>
                      <a:cubicBezTo>
                        <a:pt x="378034" y="282845"/>
                        <a:pt x="380753" y="293724"/>
                        <a:pt x="383473" y="301883"/>
                      </a:cubicBezTo>
                      <a:cubicBezTo>
                        <a:pt x="386193" y="312762"/>
                        <a:pt x="388913" y="326360"/>
                        <a:pt x="391632" y="337238"/>
                      </a:cubicBezTo>
                      <a:cubicBezTo>
                        <a:pt x="391632" y="342678"/>
                        <a:pt x="394352" y="353556"/>
                        <a:pt x="397071" y="364435"/>
                      </a:cubicBezTo>
                      <a:cubicBezTo>
                        <a:pt x="399791" y="372594"/>
                        <a:pt x="402511" y="380753"/>
                        <a:pt x="405230" y="383473"/>
                      </a:cubicBezTo>
                      <a:cubicBezTo>
                        <a:pt x="407950" y="386192"/>
                        <a:pt x="413389" y="386192"/>
                        <a:pt x="416109" y="386192"/>
                      </a:cubicBezTo>
                      <a:cubicBezTo>
                        <a:pt x="418829" y="386192"/>
                        <a:pt x="424268" y="386192"/>
                        <a:pt x="426988" y="386192"/>
                      </a:cubicBezTo>
                      <a:cubicBezTo>
                        <a:pt x="437866" y="386192"/>
                        <a:pt x="448745" y="388912"/>
                        <a:pt x="454184" y="397071"/>
                      </a:cubicBezTo>
                      <a:cubicBezTo>
                        <a:pt x="456904" y="399790"/>
                        <a:pt x="456904" y="402510"/>
                        <a:pt x="456904" y="405230"/>
                      </a:cubicBezTo>
                      <a:cubicBezTo>
                        <a:pt x="456904" y="407949"/>
                        <a:pt x="454184" y="410669"/>
                        <a:pt x="451464" y="416108"/>
                      </a:cubicBezTo>
                      <a:cubicBezTo>
                        <a:pt x="446025" y="421548"/>
                        <a:pt x="440586" y="426987"/>
                        <a:pt x="432427" y="429707"/>
                      </a:cubicBezTo>
                      <a:cubicBezTo>
                        <a:pt x="429707" y="429707"/>
                        <a:pt x="426988" y="432426"/>
                        <a:pt x="421548" y="432426"/>
                      </a:cubicBezTo>
                      <a:cubicBezTo>
                        <a:pt x="418829" y="432426"/>
                        <a:pt x="416109" y="432426"/>
                        <a:pt x="413389" y="435146"/>
                      </a:cubicBezTo>
                      <a:cubicBezTo>
                        <a:pt x="413389" y="435146"/>
                        <a:pt x="413389" y="437866"/>
                        <a:pt x="413389" y="440585"/>
                      </a:cubicBezTo>
                      <a:cubicBezTo>
                        <a:pt x="413389" y="443305"/>
                        <a:pt x="413389" y="448744"/>
                        <a:pt x="416109" y="451464"/>
                      </a:cubicBezTo>
                      <a:cubicBezTo>
                        <a:pt x="416109" y="456903"/>
                        <a:pt x="418829" y="462343"/>
                        <a:pt x="418829" y="465062"/>
                      </a:cubicBezTo>
                      <a:lnTo>
                        <a:pt x="418829" y="475941"/>
                      </a:lnTo>
                      <a:cubicBezTo>
                        <a:pt x="418829" y="481380"/>
                        <a:pt x="418829" y="484100"/>
                        <a:pt x="418829" y="486820"/>
                      </a:cubicBezTo>
                      <a:cubicBezTo>
                        <a:pt x="421548" y="497698"/>
                        <a:pt x="424268" y="505857"/>
                        <a:pt x="426988" y="516736"/>
                      </a:cubicBezTo>
                      <a:cubicBezTo>
                        <a:pt x="426988" y="524895"/>
                        <a:pt x="429707" y="535773"/>
                        <a:pt x="432427" y="543932"/>
                      </a:cubicBezTo>
                      <a:cubicBezTo>
                        <a:pt x="435147" y="554811"/>
                        <a:pt x="437866" y="562970"/>
                        <a:pt x="437866" y="573848"/>
                      </a:cubicBezTo>
                      <a:cubicBezTo>
                        <a:pt x="437866" y="587447"/>
                        <a:pt x="440586" y="595606"/>
                        <a:pt x="443306" y="606484"/>
                      </a:cubicBezTo>
                      <a:cubicBezTo>
                        <a:pt x="443306" y="609204"/>
                        <a:pt x="446025" y="614643"/>
                        <a:pt x="446025" y="617363"/>
                      </a:cubicBezTo>
                      <a:cubicBezTo>
                        <a:pt x="454184" y="617363"/>
                        <a:pt x="462343" y="617363"/>
                        <a:pt x="470502" y="617363"/>
                      </a:cubicBezTo>
                      <a:cubicBezTo>
                        <a:pt x="475942" y="625522"/>
                        <a:pt x="492259" y="630961"/>
                        <a:pt x="492259" y="641840"/>
                      </a:cubicBezTo>
                      <a:cubicBezTo>
                        <a:pt x="492259" y="647279"/>
                        <a:pt x="486820" y="649999"/>
                        <a:pt x="484101" y="655438"/>
                      </a:cubicBezTo>
                      <a:cubicBezTo>
                        <a:pt x="481381" y="660877"/>
                        <a:pt x="473222" y="663597"/>
                        <a:pt x="467782" y="663597"/>
                      </a:cubicBezTo>
                      <a:cubicBezTo>
                        <a:pt x="456904" y="666317"/>
                        <a:pt x="451464" y="666317"/>
                        <a:pt x="443306" y="666317"/>
                      </a:cubicBezTo>
                      <a:cubicBezTo>
                        <a:pt x="437866" y="666317"/>
                        <a:pt x="429707" y="666317"/>
                        <a:pt x="421548" y="666317"/>
                      </a:cubicBezTo>
                      <a:cubicBezTo>
                        <a:pt x="418829" y="666317"/>
                        <a:pt x="416109" y="666317"/>
                        <a:pt x="413389" y="666317"/>
                      </a:cubicBezTo>
                      <a:cubicBezTo>
                        <a:pt x="407950" y="669036"/>
                        <a:pt x="405230" y="669036"/>
                        <a:pt x="399791" y="671756"/>
                      </a:cubicBezTo>
                      <a:cubicBezTo>
                        <a:pt x="394352" y="671756"/>
                        <a:pt x="388913" y="674476"/>
                        <a:pt x="383473" y="674476"/>
                      </a:cubicBezTo>
                      <a:cubicBezTo>
                        <a:pt x="372594" y="674476"/>
                        <a:pt x="358996" y="671756"/>
                        <a:pt x="348118" y="669036"/>
                      </a:cubicBezTo>
                      <a:cubicBezTo>
                        <a:pt x="339959" y="669036"/>
                        <a:pt x="331800" y="669036"/>
                        <a:pt x="326360" y="669036"/>
                      </a:cubicBezTo>
                      <a:cubicBezTo>
                        <a:pt x="304603" y="669036"/>
                        <a:pt x="285565" y="669036"/>
                        <a:pt x="277406" y="669036"/>
                      </a:cubicBezTo>
                      <a:cubicBezTo>
                        <a:pt x="269247" y="669036"/>
                        <a:pt x="258369" y="669036"/>
                        <a:pt x="252930" y="663597"/>
                      </a:cubicBezTo>
                      <a:cubicBezTo>
                        <a:pt x="247490" y="660877"/>
                        <a:pt x="236611" y="655438"/>
                        <a:pt x="236611" y="647279"/>
                      </a:cubicBezTo>
                      <a:cubicBezTo>
                        <a:pt x="236611" y="636401"/>
                        <a:pt x="252930" y="633681"/>
                        <a:pt x="261088" y="630961"/>
                      </a:cubicBezTo>
                      <a:cubicBezTo>
                        <a:pt x="266528" y="630961"/>
                        <a:pt x="274687" y="630961"/>
                        <a:pt x="288285" y="628241"/>
                      </a:cubicBezTo>
                      <a:cubicBezTo>
                        <a:pt x="288285" y="620082"/>
                        <a:pt x="288285" y="614643"/>
                        <a:pt x="285565" y="609204"/>
                      </a:cubicBezTo>
                      <a:cubicBezTo>
                        <a:pt x="285565" y="601045"/>
                        <a:pt x="282846" y="590166"/>
                        <a:pt x="282846" y="582007"/>
                      </a:cubicBezTo>
                      <a:cubicBezTo>
                        <a:pt x="282846" y="576568"/>
                        <a:pt x="280126" y="573848"/>
                        <a:pt x="280126" y="568409"/>
                      </a:cubicBezTo>
                      <a:cubicBezTo>
                        <a:pt x="280126" y="562970"/>
                        <a:pt x="282846" y="557531"/>
                        <a:pt x="282846" y="554811"/>
                      </a:cubicBezTo>
                      <a:cubicBezTo>
                        <a:pt x="282846" y="549371"/>
                        <a:pt x="280126" y="546652"/>
                        <a:pt x="277406" y="538493"/>
                      </a:cubicBezTo>
                      <a:cubicBezTo>
                        <a:pt x="277406" y="527614"/>
                        <a:pt x="271967" y="516736"/>
                        <a:pt x="271967" y="505857"/>
                      </a:cubicBezTo>
                      <a:cubicBezTo>
                        <a:pt x="271967" y="494978"/>
                        <a:pt x="271967" y="486820"/>
                        <a:pt x="269247" y="478660"/>
                      </a:cubicBezTo>
                      <a:cubicBezTo>
                        <a:pt x="266528" y="467782"/>
                        <a:pt x="266528" y="456903"/>
                        <a:pt x="266528" y="446025"/>
                      </a:cubicBezTo>
                      <a:cubicBezTo>
                        <a:pt x="266528" y="440585"/>
                        <a:pt x="263808" y="437866"/>
                        <a:pt x="261088" y="437866"/>
                      </a:cubicBezTo>
                      <a:cubicBezTo>
                        <a:pt x="258369" y="437866"/>
                        <a:pt x="255649" y="437866"/>
                        <a:pt x="250210" y="437866"/>
                      </a:cubicBezTo>
                      <a:cubicBezTo>
                        <a:pt x="239331" y="437866"/>
                        <a:pt x="228452" y="437866"/>
                        <a:pt x="220293" y="440585"/>
                      </a:cubicBezTo>
                      <a:cubicBezTo>
                        <a:pt x="209415" y="440585"/>
                        <a:pt x="201256" y="443305"/>
                        <a:pt x="190377" y="443305"/>
                      </a:cubicBezTo>
                      <a:cubicBezTo>
                        <a:pt x="182218" y="443305"/>
                        <a:pt x="174059" y="443305"/>
                        <a:pt x="165900" y="443305"/>
                      </a:cubicBezTo>
                      <a:cubicBezTo>
                        <a:pt x="163181" y="443305"/>
                        <a:pt x="152302" y="440585"/>
                        <a:pt x="144143" y="440585"/>
                      </a:cubicBezTo>
                      <a:cubicBezTo>
                        <a:pt x="135984" y="440585"/>
                        <a:pt x="135984" y="448744"/>
                        <a:pt x="135984" y="454184"/>
                      </a:cubicBezTo>
                      <a:cubicBezTo>
                        <a:pt x="135984" y="465062"/>
                        <a:pt x="133264" y="475941"/>
                        <a:pt x="130545" y="486820"/>
                      </a:cubicBezTo>
                      <a:cubicBezTo>
                        <a:pt x="127825" y="505857"/>
                        <a:pt x="122386" y="522175"/>
                        <a:pt x="119666" y="541213"/>
                      </a:cubicBezTo>
                      <a:cubicBezTo>
                        <a:pt x="116947" y="560250"/>
                        <a:pt x="108788" y="595606"/>
                        <a:pt x="103348" y="614643"/>
                      </a:cubicBezTo>
                      <a:cubicBezTo>
                        <a:pt x="111507" y="614643"/>
                        <a:pt x="122386" y="614643"/>
                        <a:pt x="133264" y="614643"/>
                      </a:cubicBezTo>
                      <a:cubicBezTo>
                        <a:pt x="146863" y="614643"/>
                        <a:pt x="168620" y="614643"/>
                        <a:pt x="168620" y="630961"/>
                      </a:cubicBezTo>
                      <a:cubicBezTo>
                        <a:pt x="168620" y="639120"/>
                        <a:pt x="165900" y="639120"/>
                        <a:pt x="163181" y="647279"/>
                      </a:cubicBezTo>
                      <a:cubicBezTo>
                        <a:pt x="160461" y="652718"/>
                        <a:pt x="152302" y="655438"/>
                        <a:pt x="146863" y="655438"/>
                      </a:cubicBezTo>
                      <a:cubicBezTo>
                        <a:pt x="138704" y="658158"/>
                        <a:pt x="133264" y="658158"/>
                        <a:pt x="127825" y="658158"/>
                      </a:cubicBezTo>
                      <a:cubicBezTo>
                        <a:pt x="122386" y="658158"/>
                        <a:pt x="116947" y="658158"/>
                        <a:pt x="106068" y="658158"/>
                      </a:cubicBezTo>
                      <a:cubicBezTo>
                        <a:pt x="92468" y="658158"/>
                        <a:pt x="78870" y="658158"/>
                        <a:pt x="62552" y="658158"/>
                      </a:cubicBezTo>
                      <a:cubicBezTo>
                        <a:pt x="54393" y="658158"/>
                        <a:pt x="46234" y="658158"/>
                        <a:pt x="40795" y="658158"/>
                      </a:cubicBezTo>
                      <a:cubicBezTo>
                        <a:pt x="32636" y="658158"/>
                        <a:pt x="21758" y="658158"/>
                        <a:pt x="16318" y="652718"/>
                      </a:cubicBezTo>
                      <a:cubicBezTo>
                        <a:pt x="8159" y="649999"/>
                        <a:pt x="0" y="641840"/>
                        <a:pt x="0" y="636401"/>
                      </a:cubicBezTo>
                      <a:cubicBezTo>
                        <a:pt x="0" y="633681"/>
                        <a:pt x="0" y="630961"/>
                        <a:pt x="2720" y="628241"/>
                      </a:cubicBezTo>
                      <a:cubicBezTo>
                        <a:pt x="8159" y="625522"/>
                        <a:pt x="16318" y="622802"/>
                        <a:pt x="24477" y="620082"/>
                      </a:cubicBezTo>
                      <a:cubicBezTo>
                        <a:pt x="38075" y="617363"/>
                        <a:pt x="48954" y="617363"/>
                        <a:pt x="62552" y="617363"/>
                      </a:cubicBezTo>
                      <a:cubicBezTo>
                        <a:pt x="62552" y="617363"/>
                        <a:pt x="62552" y="614643"/>
                        <a:pt x="62552" y="614643"/>
                      </a:cubicBezTo>
                      <a:cubicBezTo>
                        <a:pt x="62552" y="603765"/>
                        <a:pt x="65272" y="590166"/>
                        <a:pt x="65272" y="587447"/>
                      </a:cubicBezTo>
                      <a:cubicBezTo>
                        <a:pt x="67992" y="565689"/>
                        <a:pt x="73431" y="543932"/>
                        <a:pt x="76151" y="522175"/>
                      </a:cubicBezTo>
                      <a:cubicBezTo>
                        <a:pt x="78870" y="505857"/>
                        <a:pt x="81590" y="486820"/>
                        <a:pt x="87029" y="470501"/>
                      </a:cubicBezTo>
                      <a:cubicBezTo>
                        <a:pt x="87029" y="465062"/>
                        <a:pt x="92468" y="451464"/>
                        <a:pt x="92468" y="446025"/>
                      </a:cubicBezTo>
                      <a:cubicBezTo>
                        <a:pt x="92468" y="437866"/>
                        <a:pt x="73431" y="437866"/>
                        <a:pt x="65272" y="432426"/>
                      </a:cubicBezTo>
                      <a:cubicBezTo>
                        <a:pt x="59833" y="429707"/>
                        <a:pt x="54393" y="426987"/>
                        <a:pt x="54393" y="421548"/>
                      </a:cubicBezTo>
                      <a:cubicBezTo>
                        <a:pt x="54393" y="413389"/>
                        <a:pt x="62552" y="410669"/>
                        <a:pt x="73431" y="407949"/>
                      </a:cubicBezTo>
                      <a:cubicBezTo>
                        <a:pt x="78870" y="407949"/>
                        <a:pt x="92468" y="405230"/>
                        <a:pt x="100629" y="399790"/>
                      </a:cubicBezTo>
                      <a:cubicBezTo>
                        <a:pt x="106068" y="394351"/>
                        <a:pt x="106068" y="378033"/>
                        <a:pt x="108788" y="369874"/>
                      </a:cubicBezTo>
                      <a:cubicBezTo>
                        <a:pt x="114227" y="348117"/>
                        <a:pt x="119666" y="326360"/>
                        <a:pt x="125105" y="307322"/>
                      </a:cubicBezTo>
                      <a:cubicBezTo>
                        <a:pt x="130545" y="285565"/>
                        <a:pt x="135984" y="263808"/>
                        <a:pt x="141423" y="242051"/>
                      </a:cubicBezTo>
                      <a:cubicBezTo>
                        <a:pt x="146863" y="220293"/>
                        <a:pt x="152302" y="198536"/>
                        <a:pt x="155022" y="179498"/>
                      </a:cubicBezTo>
                      <a:cubicBezTo>
                        <a:pt x="157742" y="160461"/>
                        <a:pt x="163181" y="138703"/>
                        <a:pt x="168620" y="119665"/>
                      </a:cubicBezTo>
                      <a:cubicBezTo>
                        <a:pt x="176779" y="100627"/>
                        <a:pt x="182218" y="76150"/>
                        <a:pt x="193097" y="57113"/>
                      </a:cubicBezTo>
                      <a:lnTo>
                        <a:pt x="201256" y="38075"/>
                      </a:lnTo>
                      <a:cubicBezTo>
                        <a:pt x="206695" y="29916"/>
                        <a:pt x="209415" y="19038"/>
                        <a:pt x="217574" y="13598"/>
                      </a:cubicBezTo>
                      <a:cubicBezTo>
                        <a:pt x="231172" y="2720"/>
                        <a:pt x="255649" y="0"/>
                        <a:pt x="274687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47" name="Freeform: Shape 46">
                  <a:extLst>
                    <a:ext uri="{FF2B5EF4-FFF2-40B4-BE49-F238E27FC236}">
                      <a16:creationId xmlns:a16="http://schemas.microsoft.com/office/drawing/2014/main" id="{E252413E-95D4-436B-9CDD-1C43CDFDF645}"/>
                    </a:ext>
                  </a:extLst>
                </p:cNvPr>
                <p:cNvSpPr/>
                <p:nvPr/>
              </p:nvSpPr>
              <p:spPr>
                <a:xfrm>
                  <a:off x="6876542" y="4244897"/>
                  <a:ext cx="462342" cy="677195"/>
                </a:xfrm>
                <a:custGeom>
                  <a:avLst/>
                  <a:gdLst>
                    <a:gd name="connsiteX0" fmla="*/ 214853 w 462342"/>
                    <a:gd name="connsiteY0" fmla="*/ 65272 h 677195"/>
                    <a:gd name="connsiteX1" fmla="*/ 195815 w 462342"/>
                    <a:gd name="connsiteY1" fmla="*/ 73431 h 677195"/>
                    <a:gd name="connsiteX2" fmla="*/ 193096 w 462342"/>
                    <a:gd name="connsiteY2" fmla="*/ 125105 h 677195"/>
                    <a:gd name="connsiteX3" fmla="*/ 190376 w 462342"/>
                    <a:gd name="connsiteY3" fmla="*/ 280125 h 677195"/>
                    <a:gd name="connsiteX4" fmla="*/ 190376 w 462342"/>
                    <a:gd name="connsiteY4" fmla="*/ 301882 h 677195"/>
                    <a:gd name="connsiteX5" fmla="*/ 193096 w 462342"/>
                    <a:gd name="connsiteY5" fmla="*/ 342677 h 677195"/>
                    <a:gd name="connsiteX6" fmla="*/ 195815 w 462342"/>
                    <a:gd name="connsiteY6" fmla="*/ 397070 h 677195"/>
                    <a:gd name="connsiteX7" fmla="*/ 195815 w 462342"/>
                    <a:gd name="connsiteY7" fmla="*/ 443304 h 677195"/>
                    <a:gd name="connsiteX8" fmla="*/ 195815 w 462342"/>
                    <a:gd name="connsiteY8" fmla="*/ 530333 h 677195"/>
                    <a:gd name="connsiteX9" fmla="*/ 193096 w 462342"/>
                    <a:gd name="connsiteY9" fmla="*/ 554810 h 677195"/>
                    <a:gd name="connsiteX10" fmla="*/ 190376 w 462342"/>
                    <a:gd name="connsiteY10" fmla="*/ 603764 h 677195"/>
                    <a:gd name="connsiteX11" fmla="*/ 198535 w 462342"/>
                    <a:gd name="connsiteY11" fmla="*/ 611923 h 677195"/>
                    <a:gd name="connsiteX12" fmla="*/ 214853 w 462342"/>
                    <a:gd name="connsiteY12" fmla="*/ 611923 h 677195"/>
                    <a:gd name="connsiteX13" fmla="*/ 236610 w 462342"/>
                    <a:gd name="connsiteY13" fmla="*/ 611923 h 677195"/>
                    <a:gd name="connsiteX14" fmla="*/ 263807 w 462342"/>
                    <a:gd name="connsiteY14" fmla="*/ 598325 h 677195"/>
                    <a:gd name="connsiteX15" fmla="*/ 277405 w 462342"/>
                    <a:gd name="connsiteY15" fmla="*/ 592885 h 677195"/>
                    <a:gd name="connsiteX16" fmla="*/ 291004 w 462342"/>
                    <a:gd name="connsiteY16" fmla="*/ 573848 h 677195"/>
                    <a:gd name="connsiteX17" fmla="*/ 307322 w 462342"/>
                    <a:gd name="connsiteY17" fmla="*/ 543931 h 677195"/>
                    <a:gd name="connsiteX18" fmla="*/ 326359 w 462342"/>
                    <a:gd name="connsiteY18" fmla="*/ 481379 h 677195"/>
                    <a:gd name="connsiteX19" fmla="*/ 337238 w 462342"/>
                    <a:gd name="connsiteY19" fmla="*/ 413388 h 677195"/>
                    <a:gd name="connsiteX20" fmla="*/ 337238 w 462342"/>
                    <a:gd name="connsiteY20" fmla="*/ 350836 h 677195"/>
                    <a:gd name="connsiteX21" fmla="*/ 334518 w 462342"/>
                    <a:gd name="connsiteY21" fmla="*/ 296443 h 677195"/>
                    <a:gd name="connsiteX22" fmla="*/ 329079 w 462342"/>
                    <a:gd name="connsiteY22" fmla="*/ 244769 h 677195"/>
                    <a:gd name="connsiteX23" fmla="*/ 307322 w 462342"/>
                    <a:gd name="connsiteY23" fmla="*/ 135983 h 677195"/>
                    <a:gd name="connsiteX24" fmla="*/ 271966 w 462342"/>
                    <a:gd name="connsiteY24" fmla="*/ 78870 h 677195"/>
                    <a:gd name="connsiteX25" fmla="*/ 214853 w 462342"/>
                    <a:gd name="connsiteY25" fmla="*/ 65272 h 677195"/>
                    <a:gd name="connsiteX26" fmla="*/ 114226 w 462342"/>
                    <a:gd name="connsiteY26" fmla="*/ 0 h 677195"/>
                    <a:gd name="connsiteX27" fmla="*/ 127824 w 462342"/>
                    <a:gd name="connsiteY27" fmla="*/ 0 h 677195"/>
                    <a:gd name="connsiteX28" fmla="*/ 146862 w 462342"/>
                    <a:gd name="connsiteY28" fmla="*/ 2720 h 677195"/>
                    <a:gd name="connsiteX29" fmla="*/ 174059 w 462342"/>
                    <a:gd name="connsiteY29" fmla="*/ 21758 h 677195"/>
                    <a:gd name="connsiteX30" fmla="*/ 193096 w 462342"/>
                    <a:gd name="connsiteY30" fmla="*/ 21758 h 677195"/>
                    <a:gd name="connsiteX31" fmla="*/ 261088 w 462342"/>
                    <a:gd name="connsiteY31" fmla="*/ 27197 h 677195"/>
                    <a:gd name="connsiteX32" fmla="*/ 310042 w 462342"/>
                    <a:gd name="connsiteY32" fmla="*/ 35356 h 677195"/>
                    <a:gd name="connsiteX33" fmla="*/ 334518 w 462342"/>
                    <a:gd name="connsiteY33" fmla="*/ 40795 h 677195"/>
                    <a:gd name="connsiteX34" fmla="*/ 356276 w 462342"/>
                    <a:gd name="connsiteY34" fmla="*/ 59833 h 677195"/>
                    <a:gd name="connsiteX35" fmla="*/ 372593 w 462342"/>
                    <a:gd name="connsiteY35" fmla="*/ 76151 h 677195"/>
                    <a:gd name="connsiteX36" fmla="*/ 380752 w 462342"/>
                    <a:gd name="connsiteY36" fmla="*/ 95188 h 677195"/>
                    <a:gd name="connsiteX37" fmla="*/ 405230 w 462342"/>
                    <a:gd name="connsiteY37" fmla="*/ 114226 h 677195"/>
                    <a:gd name="connsiteX38" fmla="*/ 416108 w 462342"/>
                    <a:gd name="connsiteY38" fmla="*/ 141422 h 677195"/>
                    <a:gd name="connsiteX39" fmla="*/ 451464 w 462342"/>
                    <a:gd name="connsiteY39" fmla="*/ 201256 h 677195"/>
                    <a:gd name="connsiteX40" fmla="*/ 456903 w 462342"/>
                    <a:gd name="connsiteY40" fmla="*/ 252929 h 677195"/>
                    <a:gd name="connsiteX41" fmla="*/ 456903 w 462342"/>
                    <a:gd name="connsiteY41" fmla="*/ 291004 h 677195"/>
                    <a:gd name="connsiteX42" fmla="*/ 459623 w 462342"/>
                    <a:gd name="connsiteY42" fmla="*/ 318201 h 677195"/>
                    <a:gd name="connsiteX43" fmla="*/ 459623 w 462342"/>
                    <a:gd name="connsiteY43" fmla="*/ 326360 h 677195"/>
                    <a:gd name="connsiteX44" fmla="*/ 459623 w 462342"/>
                    <a:gd name="connsiteY44" fmla="*/ 348117 h 677195"/>
                    <a:gd name="connsiteX45" fmla="*/ 462342 w 462342"/>
                    <a:gd name="connsiteY45" fmla="*/ 367155 h 677195"/>
                    <a:gd name="connsiteX46" fmla="*/ 456903 w 462342"/>
                    <a:gd name="connsiteY46" fmla="*/ 391632 h 677195"/>
                    <a:gd name="connsiteX47" fmla="*/ 456903 w 462342"/>
                    <a:gd name="connsiteY47" fmla="*/ 418828 h 677195"/>
                    <a:gd name="connsiteX48" fmla="*/ 451464 w 462342"/>
                    <a:gd name="connsiteY48" fmla="*/ 437866 h 677195"/>
                    <a:gd name="connsiteX49" fmla="*/ 446025 w 462342"/>
                    <a:gd name="connsiteY49" fmla="*/ 454184 h 677195"/>
                    <a:gd name="connsiteX50" fmla="*/ 440585 w 462342"/>
                    <a:gd name="connsiteY50" fmla="*/ 481380 h 677195"/>
                    <a:gd name="connsiteX51" fmla="*/ 432426 w 462342"/>
                    <a:gd name="connsiteY51" fmla="*/ 508577 h 677195"/>
                    <a:gd name="connsiteX52" fmla="*/ 418828 w 462342"/>
                    <a:gd name="connsiteY52" fmla="*/ 530334 h 677195"/>
                    <a:gd name="connsiteX53" fmla="*/ 410669 w 462342"/>
                    <a:gd name="connsiteY53" fmla="*/ 549371 h 677195"/>
                    <a:gd name="connsiteX54" fmla="*/ 391631 w 462342"/>
                    <a:gd name="connsiteY54" fmla="*/ 579288 h 677195"/>
                    <a:gd name="connsiteX55" fmla="*/ 337238 w 462342"/>
                    <a:gd name="connsiteY55" fmla="*/ 630961 h 677195"/>
                    <a:gd name="connsiteX56" fmla="*/ 301883 w 462342"/>
                    <a:gd name="connsiteY56" fmla="*/ 647279 h 677195"/>
                    <a:gd name="connsiteX57" fmla="*/ 263807 w 462342"/>
                    <a:gd name="connsiteY57" fmla="*/ 652718 h 677195"/>
                    <a:gd name="connsiteX58" fmla="*/ 233891 w 462342"/>
                    <a:gd name="connsiteY58" fmla="*/ 649999 h 677195"/>
                    <a:gd name="connsiteX59" fmla="*/ 187657 w 462342"/>
                    <a:gd name="connsiteY59" fmla="*/ 652718 h 677195"/>
                    <a:gd name="connsiteX60" fmla="*/ 171339 w 462342"/>
                    <a:gd name="connsiteY60" fmla="*/ 669036 h 677195"/>
                    <a:gd name="connsiteX61" fmla="*/ 155021 w 462342"/>
                    <a:gd name="connsiteY61" fmla="*/ 671756 h 677195"/>
                    <a:gd name="connsiteX62" fmla="*/ 138703 w 462342"/>
                    <a:gd name="connsiteY62" fmla="*/ 674476 h 677195"/>
                    <a:gd name="connsiteX63" fmla="*/ 125105 w 462342"/>
                    <a:gd name="connsiteY63" fmla="*/ 677195 h 677195"/>
                    <a:gd name="connsiteX64" fmla="*/ 106067 w 462342"/>
                    <a:gd name="connsiteY64" fmla="*/ 671756 h 677195"/>
                    <a:gd name="connsiteX65" fmla="*/ 87029 w 462342"/>
                    <a:gd name="connsiteY65" fmla="*/ 658158 h 677195"/>
                    <a:gd name="connsiteX66" fmla="*/ 81590 w 462342"/>
                    <a:gd name="connsiteY66" fmla="*/ 652718 h 677195"/>
                    <a:gd name="connsiteX67" fmla="*/ 67992 w 462342"/>
                    <a:gd name="connsiteY67" fmla="*/ 652718 h 677195"/>
                    <a:gd name="connsiteX68" fmla="*/ 43515 w 462342"/>
                    <a:gd name="connsiteY68" fmla="*/ 652718 h 677195"/>
                    <a:gd name="connsiteX69" fmla="*/ 16318 w 462342"/>
                    <a:gd name="connsiteY69" fmla="*/ 647279 h 677195"/>
                    <a:gd name="connsiteX70" fmla="*/ 0 w 462342"/>
                    <a:gd name="connsiteY70" fmla="*/ 630961 h 677195"/>
                    <a:gd name="connsiteX71" fmla="*/ 5439 w 462342"/>
                    <a:gd name="connsiteY71" fmla="*/ 620083 h 677195"/>
                    <a:gd name="connsiteX72" fmla="*/ 27197 w 462342"/>
                    <a:gd name="connsiteY72" fmla="*/ 611924 h 677195"/>
                    <a:gd name="connsiteX73" fmla="*/ 65272 w 462342"/>
                    <a:gd name="connsiteY73" fmla="*/ 609204 h 677195"/>
                    <a:gd name="connsiteX74" fmla="*/ 65272 w 462342"/>
                    <a:gd name="connsiteY74" fmla="*/ 584727 h 677195"/>
                    <a:gd name="connsiteX75" fmla="*/ 62552 w 462342"/>
                    <a:gd name="connsiteY75" fmla="*/ 456903 h 677195"/>
                    <a:gd name="connsiteX76" fmla="*/ 65272 w 462342"/>
                    <a:gd name="connsiteY76" fmla="*/ 337238 h 677195"/>
                    <a:gd name="connsiteX77" fmla="*/ 67992 w 462342"/>
                    <a:gd name="connsiteY77" fmla="*/ 203975 h 677195"/>
                    <a:gd name="connsiteX78" fmla="*/ 70712 w 462342"/>
                    <a:gd name="connsiteY78" fmla="*/ 119665 h 677195"/>
                    <a:gd name="connsiteX79" fmla="*/ 73431 w 462342"/>
                    <a:gd name="connsiteY79" fmla="*/ 67992 h 677195"/>
                    <a:gd name="connsiteX80" fmla="*/ 67992 w 462342"/>
                    <a:gd name="connsiteY80" fmla="*/ 67992 h 677195"/>
                    <a:gd name="connsiteX81" fmla="*/ 43515 w 462342"/>
                    <a:gd name="connsiteY81" fmla="*/ 67992 h 677195"/>
                    <a:gd name="connsiteX82" fmla="*/ 16318 w 462342"/>
                    <a:gd name="connsiteY82" fmla="*/ 62552 h 677195"/>
                    <a:gd name="connsiteX83" fmla="*/ 0 w 462342"/>
                    <a:gd name="connsiteY83" fmla="*/ 46234 h 677195"/>
                    <a:gd name="connsiteX84" fmla="*/ 5439 w 462342"/>
                    <a:gd name="connsiteY84" fmla="*/ 35356 h 677195"/>
                    <a:gd name="connsiteX85" fmla="*/ 27197 w 462342"/>
                    <a:gd name="connsiteY85" fmla="*/ 27197 h 677195"/>
                    <a:gd name="connsiteX86" fmla="*/ 76151 w 462342"/>
                    <a:gd name="connsiteY86" fmla="*/ 21758 h 677195"/>
                    <a:gd name="connsiteX87" fmla="*/ 81590 w 462342"/>
                    <a:gd name="connsiteY87" fmla="*/ 13598 h 677195"/>
                    <a:gd name="connsiteX88" fmla="*/ 97908 w 462342"/>
                    <a:gd name="connsiteY88" fmla="*/ 5439 h 677195"/>
                    <a:gd name="connsiteX89" fmla="*/ 114226 w 462342"/>
                    <a:gd name="connsiteY89" fmla="*/ 0 h 6771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</a:cxnLst>
                  <a:rect l="l" t="t" r="r" b="b"/>
                  <a:pathLst>
                    <a:path w="462342" h="677195">
                      <a:moveTo>
                        <a:pt x="214853" y="65272"/>
                      </a:moveTo>
                      <a:cubicBezTo>
                        <a:pt x="203975" y="65272"/>
                        <a:pt x="195815" y="67992"/>
                        <a:pt x="195815" y="73431"/>
                      </a:cubicBezTo>
                      <a:cubicBezTo>
                        <a:pt x="193096" y="78870"/>
                        <a:pt x="193096" y="100628"/>
                        <a:pt x="193096" y="125105"/>
                      </a:cubicBezTo>
                      <a:cubicBezTo>
                        <a:pt x="193096" y="182217"/>
                        <a:pt x="193096" y="266527"/>
                        <a:pt x="190376" y="280125"/>
                      </a:cubicBezTo>
                      <a:cubicBezTo>
                        <a:pt x="190376" y="288284"/>
                        <a:pt x="190376" y="293723"/>
                        <a:pt x="190376" y="301882"/>
                      </a:cubicBezTo>
                      <a:cubicBezTo>
                        <a:pt x="190376" y="315480"/>
                        <a:pt x="190376" y="329079"/>
                        <a:pt x="193096" y="342677"/>
                      </a:cubicBezTo>
                      <a:cubicBezTo>
                        <a:pt x="193096" y="361715"/>
                        <a:pt x="193096" y="378033"/>
                        <a:pt x="195815" y="397070"/>
                      </a:cubicBezTo>
                      <a:cubicBezTo>
                        <a:pt x="195815" y="413388"/>
                        <a:pt x="195815" y="426986"/>
                        <a:pt x="195815" y="443304"/>
                      </a:cubicBezTo>
                      <a:cubicBezTo>
                        <a:pt x="195815" y="465061"/>
                        <a:pt x="198535" y="508576"/>
                        <a:pt x="195815" y="530333"/>
                      </a:cubicBezTo>
                      <a:cubicBezTo>
                        <a:pt x="195815" y="538492"/>
                        <a:pt x="193096" y="546651"/>
                        <a:pt x="193096" y="554810"/>
                      </a:cubicBezTo>
                      <a:cubicBezTo>
                        <a:pt x="193096" y="560249"/>
                        <a:pt x="190376" y="590166"/>
                        <a:pt x="190376" y="603764"/>
                      </a:cubicBezTo>
                      <a:cubicBezTo>
                        <a:pt x="190376" y="609203"/>
                        <a:pt x="190376" y="611923"/>
                        <a:pt x="198535" y="611923"/>
                      </a:cubicBezTo>
                      <a:cubicBezTo>
                        <a:pt x="206694" y="611923"/>
                        <a:pt x="209414" y="611923"/>
                        <a:pt x="214853" y="611923"/>
                      </a:cubicBezTo>
                      <a:cubicBezTo>
                        <a:pt x="223012" y="611923"/>
                        <a:pt x="220293" y="611923"/>
                        <a:pt x="236610" y="611923"/>
                      </a:cubicBezTo>
                      <a:cubicBezTo>
                        <a:pt x="242050" y="611923"/>
                        <a:pt x="258368" y="601044"/>
                        <a:pt x="263807" y="598325"/>
                      </a:cubicBezTo>
                      <a:cubicBezTo>
                        <a:pt x="266527" y="598325"/>
                        <a:pt x="274686" y="592885"/>
                        <a:pt x="277405" y="592885"/>
                      </a:cubicBezTo>
                      <a:cubicBezTo>
                        <a:pt x="285564" y="587446"/>
                        <a:pt x="288284" y="579287"/>
                        <a:pt x="291004" y="573848"/>
                      </a:cubicBezTo>
                      <a:cubicBezTo>
                        <a:pt x="296443" y="562969"/>
                        <a:pt x="301882" y="554810"/>
                        <a:pt x="307322" y="543931"/>
                      </a:cubicBezTo>
                      <a:cubicBezTo>
                        <a:pt x="315481" y="524894"/>
                        <a:pt x="320920" y="524894"/>
                        <a:pt x="326359" y="481379"/>
                      </a:cubicBezTo>
                      <a:cubicBezTo>
                        <a:pt x="329079" y="456903"/>
                        <a:pt x="334518" y="435145"/>
                        <a:pt x="337238" y="413388"/>
                      </a:cubicBezTo>
                      <a:cubicBezTo>
                        <a:pt x="337238" y="391631"/>
                        <a:pt x="337238" y="369873"/>
                        <a:pt x="337238" y="350836"/>
                      </a:cubicBezTo>
                      <a:cubicBezTo>
                        <a:pt x="337238" y="339957"/>
                        <a:pt x="337238" y="320920"/>
                        <a:pt x="334518" y="296443"/>
                      </a:cubicBezTo>
                      <a:cubicBezTo>
                        <a:pt x="331798" y="269246"/>
                        <a:pt x="329079" y="250209"/>
                        <a:pt x="329079" y="244769"/>
                      </a:cubicBezTo>
                      <a:cubicBezTo>
                        <a:pt x="323640" y="206694"/>
                        <a:pt x="318200" y="174058"/>
                        <a:pt x="307322" y="135983"/>
                      </a:cubicBezTo>
                      <a:cubicBezTo>
                        <a:pt x="304602" y="125105"/>
                        <a:pt x="304602" y="108787"/>
                        <a:pt x="271966" y="78870"/>
                      </a:cubicBezTo>
                      <a:cubicBezTo>
                        <a:pt x="263807" y="73431"/>
                        <a:pt x="233891" y="65272"/>
                        <a:pt x="214853" y="65272"/>
                      </a:cubicBezTo>
                      <a:close/>
                      <a:moveTo>
                        <a:pt x="114226" y="0"/>
                      </a:moveTo>
                      <a:cubicBezTo>
                        <a:pt x="119665" y="0"/>
                        <a:pt x="125105" y="0"/>
                        <a:pt x="127824" y="0"/>
                      </a:cubicBezTo>
                      <a:cubicBezTo>
                        <a:pt x="133264" y="0"/>
                        <a:pt x="141422" y="0"/>
                        <a:pt x="146862" y="2720"/>
                      </a:cubicBezTo>
                      <a:cubicBezTo>
                        <a:pt x="157741" y="5439"/>
                        <a:pt x="165900" y="13598"/>
                        <a:pt x="174059" y="21758"/>
                      </a:cubicBezTo>
                      <a:cubicBezTo>
                        <a:pt x="179498" y="21758"/>
                        <a:pt x="187657" y="21758"/>
                        <a:pt x="193096" y="21758"/>
                      </a:cubicBezTo>
                      <a:cubicBezTo>
                        <a:pt x="212134" y="21758"/>
                        <a:pt x="228452" y="27197"/>
                        <a:pt x="261088" y="27197"/>
                      </a:cubicBezTo>
                      <a:cubicBezTo>
                        <a:pt x="277405" y="27197"/>
                        <a:pt x="293723" y="35356"/>
                        <a:pt x="310042" y="35356"/>
                      </a:cubicBezTo>
                      <a:cubicBezTo>
                        <a:pt x="318200" y="35356"/>
                        <a:pt x="329079" y="35356"/>
                        <a:pt x="334518" y="40795"/>
                      </a:cubicBezTo>
                      <a:cubicBezTo>
                        <a:pt x="342677" y="46234"/>
                        <a:pt x="348117" y="54393"/>
                        <a:pt x="356276" y="59833"/>
                      </a:cubicBezTo>
                      <a:cubicBezTo>
                        <a:pt x="361715" y="65272"/>
                        <a:pt x="369874" y="67992"/>
                        <a:pt x="372593" y="76151"/>
                      </a:cubicBezTo>
                      <a:cubicBezTo>
                        <a:pt x="375313" y="81590"/>
                        <a:pt x="378033" y="89749"/>
                        <a:pt x="380752" y="95188"/>
                      </a:cubicBezTo>
                      <a:cubicBezTo>
                        <a:pt x="386192" y="103347"/>
                        <a:pt x="391631" y="106067"/>
                        <a:pt x="405230" y="114226"/>
                      </a:cubicBezTo>
                      <a:cubicBezTo>
                        <a:pt x="413388" y="119665"/>
                        <a:pt x="410669" y="133263"/>
                        <a:pt x="416108" y="141422"/>
                      </a:cubicBezTo>
                      <a:cubicBezTo>
                        <a:pt x="426987" y="160461"/>
                        <a:pt x="446025" y="182218"/>
                        <a:pt x="451464" y="201256"/>
                      </a:cubicBezTo>
                      <a:cubicBezTo>
                        <a:pt x="456903" y="220293"/>
                        <a:pt x="456903" y="236611"/>
                        <a:pt x="456903" y="252929"/>
                      </a:cubicBezTo>
                      <a:cubicBezTo>
                        <a:pt x="456903" y="266527"/>
                        <a:pt x="456903" y="277406"/>
                        <a:pt x="456903" y="291004"/>
                      </a:cubicBezTo>
                      <a:cubicBezTo>
                        <a:pt x="456903" y="299163"/>
                        <a:pt x="456903" y="307322"/>
                        <a:pt x="459623" y="318201"/>
                      </a:cubicBezTo>
                      <a:cubicBezTo>
                        <a:pt x="459623" y="320921"/>
                        <a:pt x="459623" y="323640"/>
                        <a:pt x="459623" y="326360"/>
                      </a:cubicBezTo>
                      <a:cubicBezTo>
                        <a:pt x="462342" y="331799"/>
                        <a:pt x="459623" y="337238"/>
                        <a:pt x="459623" y="348117"/>
                      </a:cubicBezTo>
                      <a:cubicBezTo>
                        <a:pt x="459623" y="350837"/>
                        <a:pt x="462342" y="361715"/>
                        <a:pt x="462342" y="367155"/>
                      </a:cubicBezTo>
                      <a:cubicBezTo>
                        <a:pt x="462342" y="375314"/>
                        <a:pt x="456903" y="383473"/>
                        <a:pt x="456903" y="391632"/>
                      </a:cubicBezTo>
                      <a:cubicBezTo>
                        <a:pt x="456903" y="399790"/>
                        <a:pt x="456903" y="410669"/>
                        <a:pt x="456903" y="418828"/>
                      </a:cubicBezTo>
                      <a:cubicBezTo>
                        <a:pt x="456903" y="421548"/>
                        <a:pt x="454183" y="429707"/>
                        <a:pt x="451464" y="437866"/>
                      </a:cubicBezTo>
                      <a:cubicBezTo>
                        <a:pt x="448744" y="443305"/>
                        <a:pt x="448744" y="451464"/>
                        <a:pt x="446025" y="454184"/>
                      </a:cubicBezTo>
                      <a:cubicBezTo>
                        <a:pt x="443305" y="462343"/>
                        <a:pt x="440585" y="473221"/>
                        <a:pt x="440585" y="481380"/>
                      </a:cubicBezTo>
                      <a:cubicBezTo>
                        <a:pt x="437865" y="489539"/>
                        <a:pt x="437865" y="500418"/>
                        <a:pt x="432426" y="508577"/>
                      </a:cubicBezTo>
                      <a:cubicBezTo>
                        <a:pt x="429706" y="516736"/>
                        <a:pt x="424267" y="522175"/>
                        <a:pt x="418828" y="530334"/>
                      </a:cubicBezTo>
                      <a:cubicBezTo>
                        <a:pt x="416108" y="535773"/>
                        <a:pt x="413388" y="543932"/>
                        <a:pt x="410669" y="549371"/>
                      </a:cubicBezTo>
                      <a:cubicBezTo>
                        <a:pt x="405230" y="557531"/>
                        <a:pt x="397071" y="573848"/>
                        <a:pt x="391631" y="579288"/>
                      </a:cubicBezTo>
                      <a:cubicBezTo>
                        <a:pt x="369874" y="609204"/>
                        <a:pt x="350836" y="620083"/>
                        <a:pt x="337238" y="630961"/>
                      </a:cubicBezTo>
                      <a:cubicBezTo>
                        <a:pt x="326359" y="639120"/>
                        <a:pt x="315481" y="641840"/>
                        <a:pt x="301883" y="647279"/>
                      </a:cubicBezTo>
                      <a:cubicBezTo>
                        <a:pt x="291004" y="649999"/>
                        <a:pt x="277405" y="652718"/>
                        <a:pt x="263807" y="652718"/>
                      </a:cubicBezTo>
                      <a:cubicBezTo>
                        <a:pt x="252929" y="652718"/>
                        <a:pt x="244770" y="649999"/>
                        <a:pt x="233891" y="649999"/>
                      </a:cubicBezTo>
                      <a:cubicBezTo>
                        <a:pt x="206694" y="649999"/>
                        <a:pt x="217573" y="652718"/>
                        <a:pt x="187657" y="652718"/>
                      </a:cubicBezTo>
                      <a:cubicBezTo>
                        <a:pt x="184937" y="660877"/>
                        <a:pt x="179498" y="666317"/>
                        <a:pt x="171339" y="669036"/>
                      </a:cubicBezTo>
                      <a:cubicBezTo>
                        <a:pt x="165900" y="671756"/>
                        <a:pt x="160460" y="671756"/>
                        <a:pt x="155021" y="671756"/>
                      </a:cubicBezTo>
                      <a:cubicBezTo>
                        <a:pt x="149581" y="671756"/>
                        <a:pt x="144142" y="674476"/>
                        <a:pt x="138703" y="674476"/>
                      </a:cubicBezTo>
                      <a:cubicBezTo>
                        <a:pt x="135983" y="674476"/>
                        <a:pt x="127824" y="677195"/>
                        <a:pt x="125105" y="677195"/>
                      </a:cubicBezTo>
                      <a:cubicBezTo>
                        <a:pt x="116946" y="677195"/>
                        <a:pt x="108787" y="671756"/>
                        <a:pt x="106067" y="671756"/>
                      </a:cubicBezTo>
                      <a:cubicBezTo>
                        <a:pt x="100628" y="669036"/>
                        <a:pt x="95188" y="663597"/>
                        <a:pt x="87029" y="658158"/>
                      </a:cubicBezTo>
                      <a:cubicBezTo>
                        <a:pt x="84310" y="655438"/>
                        <a:pt x="81590" y="655438"/>
                        <a:pt x="81590" y="652718"/>
                      </a:cubicBezTo>
                      <a:cubicBezTo>
                        <a:pt x="73431" y="652718"/>
                        <a:pt x="81590" y="652718"/>
                        <a:pt x="67992" y="652718"/>
                      </a:cubicBezTo>
                      <a:cubicBezTo>
                        <a:pt x="59833" y="652718"/>
                        <a:pt x="51674" y="652718"/>
                        <a:pt x="43515" y="652718"/>
                      </a:cubicBezTo>
                      <a:cubicBezTo>
                        <a:pt x="35356" y="652718"/>
                        <a:pt x="24477" y="652718"/>
                        <a:pt x="16318" y="647279"/>
                      </a:cubicBezTo>
                      <a:cubicBezTo>
                        <a:pt x="8159" y="644559"/>
                        <a:pt x="0" y="636401"/>
                        <a:pt x="0" y="630961"/>
                      </a:cubicBezTo>
                      <a:cubicBezTo>
                        <a:pt x="0" y="625522"/>
                        <a:pt x="0" y="622802"/>
                        <a:pt x="5439" y="620083"/>
                      </a:cubicBezTo>
                      <a:cubicBezTo>
                        <a:pt x="10879" y="617363"/>
                        <a:pt x="21758" y="614643"/>
                        <a:pt x="27197" y="611924"/>
                      </a:cubicBezTo>
                      <a:cubicBezTo>
                        <a:pt x="38076" y="609204"/>
                        <a:pt x="54393" y="609204"/>
                        <a:pt x="65272" y="609204"/>
                      </a:cubicBezTo>
                      <a:cubicBezTo>
                        <a:pt x="65272" y="601045"/>
                        <a:pt x="65272" y="592886"/>
                        <a:pt x="65272" y="584727"/>
                      </a:cubicBezTo>
                      <a:cubicBezTo>
                        <a:pt x="65272" y="541213"/>
                        <a:pt x="62552" y="500418"/>
                        <a:pt x="62552" y="456903"/>
                      </a:cubicBezTo>
                      <a:cubicBezTo>
                        <a:pt x="62552" y="440585"/>
                        <a:pt x="65272" y="397071"/>
                        <a:pt x="65272" y="337238"/>
                      </a:cubicBezTo>
                      <a:cubicBezTo>
                        <a:pt x="65272" y="293724"/>
                        <a:pt x="67992" y="247490"/>
                        <a:pt x="67992" y="203975"/>
                      </a:cubicBezTo>
                      <a:cubicBezTo>
                        <a:pt x="67992" y="179498"/>
                        <a:pt x="67992" y="149582"/>
                        <a:pt x="70712" y="119665"/>
                      </a:cubicBezTo>
                      <a:cubicBezTo>
                        <a:pt x="70712" y="103347"/>
                        <a:pt x="73431" y="84309"/>
                        <a:pt x="73431" y="67992"/>
                      </a:cubicBezTo>
                      <a:cubicBezTo>
                        <a:pt x="73431" y="67992"/>
                        <a:pt x="70712" y="67992"/>
                        <a:pt x="67992" y="67992"/>
                      </a:cubicBezTo>
                      <a:cubicBezTo>
                        <a:pt x="59833" y="67992"/>
                        <a:pt x="51674" y="67992"/>
                        <a:pt x="43515" y="67992"/>
                      </a:cubicBezTo>
                      <a:cubicBezTo>
                        <a:pt x="35356" y="67992"/>
                        <a:pt x="24477" y="67992"/>
                        <a:pt x="16318" y="62552"/>
                      </a:cubicBezTo>
                      <a:cubicBezTo>
                        <a:pt x="8159" y="59833"/>
                        <a:pt x="0" y="51674"/>
                        <a:pt x="0" y="46234"/>
                      </a:cubicBezTo>
                      <a:cubicBezTo>
                        <a:pt x="0" y="43515"/>
                        <a:pt x="0" y="38075"/>
                        <a:pt x="5439" y="35356"/>
                      </a:cubicBezTo>
                      <a:cubicBezTo>
                        <a:pt x="10879" y="32636"/>
                        <a:pt x="21758" y="29916"/>
                        <a:pt x="27197" y="27197"/>
                      </a:cubicBezTo>
                      <a:cubicBezTo>
                        <a:pt x="46234" y="24477"/>
                        <a:pt x="65272" y="21758"/>
                        <a:pt x="76151" y="21758"/>
                      </a:cubicBezTo>
                      <a:cubicBezTo>
                        <a:pt x="76151" y="19038"/>
                        <a:pt x="78871" y="16318"/>
                        <a:pt x="81590" y="13598"/>
                      </a:cubicBezTo>
                      <a:cubicBezTo>
                        <a:pt x="84310" y="10879"/>
                        <a:pt x="92469" y="5439"/>
                        <a:pt x="97908" y="5439"/>
                      </a:cubicBezTo>
                      <a:cubicBezTo>
                        <a:pt x="103347" y="2720"/>
                        <a:pt x="108787" y="0"/>
                        <a:pt x="114226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48" name="Freeform: Shape 47">
                  <a:extLst>
                    <a:ext uri="{FF2B5EF4-FFF2-40B4-BE49-F238E27FC236}">
                      <a16:creationId xmlns:a16="http://schemas.microsoft.com/office/drawing/2014/main" id="{788C5136-65D1-40F1-A383-12AEB2FDD611}"/>
                    </a:ext>
                  </a:extLst>
                </p:cNvPr>
                <p:cNvSpPr/>
                <p:nvPr/>
              </p:nvSpPr>
              <p:spPr>
                <a:xfrm>
                  <a:off x="7310622" y="4197597"/>
                  <a:ext cx="489539" cy="761503"/>
                </a:xfrm>
                <a:custGeom>
                  <a:avLst/>
                  <a:gdLst>
                    <a:gd name="connsiteX0" fmla="*/ 433491 w 489538"/>
                    <a:gd name="connsiteY0" fmla="*/ 651063 h 761503"/>
                    <a:gd name="connsiteX1" fmla="*/ 438930 w 489538"/>
                    <a:gd name="connsiteY1" fmla="*/ 661942 h 761503"/>
                    <a:gd name="connsiteX2" fmla="*/ 425332 w 489538"/>
                    <a:gd name="connsiteY2" fmla="*/ 683699 h 761503"/>
                    <a:gd name="connsiteX3" fmla="*/ 400855 w 489538"/>
                    <a:gd name="connsiteY3" fmla="*/ 691858 h 761503"/>
                    <a:gd name="connsiteX4" fmla="*/ 343742 w 489538"/>
                    <a:gd name="connsiteY4" fmla="*/ 700017 h 761503"/>
                    <a:gd name="connsiteX5" fmla="*/ 316546 w 489538"/>
                    <a:gd name="connsiteY5" fmla="*/ 705456 h 761503"/>
                    <a:gd name="connsiteX6" fmla="*/ 275751 w 489538"/>
                    <a:gd name="connsiteY6" fmla="*/ 705456 h 761503"/>
                    <a:gd name="connsiteX7" fmla="*/ 264872 w 489538"/>
                    <a:gd name="connsiteY7" fmla="*/ 708176 h 761503"/>
                    <a:gd name="connsiteX8" fmla="*/ 253994 w 489538"/>
                    <a:gd name="connsiteY8" fmla="*/ 708176 h 761503"/>
                    <a:gd name="connsiteX9" fmla="*/ 240395 w 489538"/>
                    <a:gd name="connsiteY9" fmla="*/ 719054 h 761503"/>
                    <a:gd name="connsiteX10" fmla="*/ 224077 w 489538"/>
                    <a:gd name="connsiteY10" fmla="*/ 721774 h 761503"/>
                    <a:gd name="connsiteX11" fmla="*/ 205040 w 489538"/>
                    <a:gd name="connsiteY11" fmla="*/ 724494 h 761503"/>
                    <a:gd name="connsiteX12" fmla="*/ 191441 w 489538"/>
                    <a:gd name="connsiteY12" fmla="*/ 727213 h 761503"/>
                    <a:gd name="connsiteX13" fmla="*/ 169684 w 489538"/>
                    <a:gd name="connsiteY13" fmla="*/ 721774 h 761503"/>
                    <a:gd name="connsiteX14" fmla="*/ 150646 w 489538"/>
                    <a:gd name="connsiteY14" fmla="*/ 708176 h 761503"/>
                    <a:gd name="connsiteX15" fmla="*/ 139768 w 489538"/>
                    <a:gd name="connsiteY15" fmla="*/ 708176 h 761503"/>
                    <a:gd name="connsiteX16" fmla="*/ 120730 w 489538"/>
                    <a:gd name="connsiteY16" fmla="*/ 708176 h 761503"/>
                    <a:gd name="connsiteX17" fmla="*/ 98973 w 489538"/>
                    <a:gd name="connsiteY17" fmla="*/ 708176 h 761503"/>
                    <a:gd name="connsiteX18" fmla="*/ 74496 w 489538"/>
                    <a:gd name="connsiteY18" fmla="*/ 702736 h 761503"/>
                    <a:gd name="connsiteX19" fmla="*/ 58178 w 489538"/>
                    <a:gd name="connsiteY19" fmla="*/ 683699 h 761503"/>
                    <a:gd name="connsiteX20" fmla="*/ 63617 w 489538"/>
                    <a:gd name="connsiteY20" fmla="*/ 675540 h 761503"/>
                    <a:gd name="connsiteX21" fmla="*/ 85375 w 489538"/>
                    <a:gd name="connsiteY21" fmla="*/ 667381 h 761503"/>
                    <a:gd name="connsiteX22" fmla="*/ 128889 w 489538"/>
                    <a:gd name="connsiteY22" fmla="*/ 661942 h 761503"/>
                    <a:gd name="connsiteX23" fmla="*/ 128889 w 489538"/>
                    <a:gd name="connsiteY23" fmla="*/ 602109 h 761503"/>
                    <a:gd name="connsiteX24" fmla="*/ 126170 w 489538"/>
                    <a:gd name="connsiteY24" fmla="*/ 523239 h 761503"/>
                    <a:gd name="connsiteX25" fmla="*/ 126170 w 489538"/>
                    <a:gd name="connsiteY25" fmla="*/ 468846 h 761503"/>
                    <a:gd name="connsiteX26" fmla="*/ 123450 w 489538"/>
                    <a:gd name="connsiteY26" fmla="*/ 409014 h 761503"/>
                    <a:gd name="connsiteX27" fmla="*/ 123450 w 489538"/>
                    <a:gd name="connsiteY27" fmla="*/ 384537 h 761503"/>
                    <a:gd name="connsiteX28" fmla="*/ 126170 w 489538"/>
                    <a:gd name="connsiteY28" fmla="*/ 349181 h 761503"/>
                    <a:gd name="connsiteX29" fmla="*/ 126170 w 489538"/>
                    <a:gd name="connsiteY29" fmla="*/ 324704 h 761503"/>
                    <a:gd name="connsiteX30" fmla="*/ 128889 w 489538"/>
                    <a:gd name="connsiteY30" fmla="*/ 292068 h 761503"/>
                    <a:gd name="connsiteX31" fmla="*/ 134329 w 489538"/>
                    <a:gd name="connsiteY31" fmla="*/ 234956 h 761503"/>
                    <a:gd name="connsiteX32" fmla="*/ 134329 w 489538"/>
                    <a:gd name="connsiteY32" fmla="*/ 172404 h 761503"/>
                    <a:gd name="connsiteX33" fmla="*/ 137048 w 489538"/>
                    <a:gd name="connsiteY33" fmla="*/ 123450 h 761503"/>
                    <a:gd name="connsiteX34" fmla="*/ 123450 w 489538"/>
                    <a:gd name="connsiteY34" fmla="*/ 123450 h 761503"/>
                    <a:gd name="connsiteX35" fmla="*/ 101693 w 489538"/>
                    <a:gd name="connsiteY35" fmla="*/ 123450 h 761503"/>
                    <a:gd name="connsiteX36" fmla="*/ 77216 w 489538"/>
                    <a:gd name="connsiteY36" fmla="*/ 118011 h 761503"/>
                    <a:gd name="connsiteX37" fmla="*/ 60898 w 489538"/>
                    <a:gd name="connsiteY37" fmla="*/ 98973 h 761503"/>
                    <a:gd name="connsiteX38" fmla="*/ 66337 w 489538"/>
                    <a:gd name="connsiteY38" fmla="*/ 90814 h 761503"/>
                    <a:gd name="connsiteX39" fmla="*/ 88094 w 489538"/>
                    <a:gd name="connsiteY39" fmla="*/ 82655 h 761503"/>
                    <a:gd name="connsiteX40" fmla="*/ 145207 w 489538"/>
                    <a:gd name="connsiteY40" fmla="*/ 77216 h 761503"/>
                    <a:gd name="connsiteX41" fmla="*/ 145207 w 489538"/>
                    <a:gd name="connsiteY41" fmla="*/ 77216 h 761503"/>
                    <a:gd name="connsiteX42" fmla="*/ 153366 w 489538"/>
                    <a:gd name="connsiteY42" fmla="*/ 69057 h 761503"/>
                    <a:gd name="connsiteX43" fmla="*/ 177843 w 489538"/>
                    <a:gd name="connsiteY43" fmla="*/ 60898 h 761503"/>
                    <a:gd name="connsiteX44" fmla="*/ 196881 w 489538"/>
                    <a:gd name="connsiteY44" fmla="*/ 58178 h 761503"/>
                    <a:gd name="connsiteX45" fmla="*/ 205040 w 489538"/>
                    <a:gd name="connsiteY45" fmla="*/ 58178 h 761503"/>
                    <a:gd name="connsiteX46" fmla="*/ 215919 w 489538"/>
                    <a:gd name="connsiteY46" fmla="*/ 63617 h 761503"/>
                    <a:gd name="connsiteX47" fmla="*/ 229517 w 489538"/>
                    <a:gd name="connsiteY47" fmla="*/ 69057 h 761503"/>
                    <a:gd name="connsiteX48" fmla="*/ 256713 w 489538"/>
                    <a:gd name="connsiteY48" fmla="*/ 77216 h 761503"/>
                    <a:gd name="connsiteX49" fmla="*/ 264872 w 489538"/>
                    <a:gd name="connsiteY49" fmla="*/ 77216 h 761503"/>
                    <a:gd name="connsiteX50" fmla="*/ 281190 w 489538"/>
                    <a:gd name="connsiteY50" fmla="*/ 77216 h 761503"/>
                    <a:gd name="connsiteX51" fmla="*/ 330144 w 489538"/>
                    <a:gd name="connsiteY51" fmla="*/ 77216 h 761503"/>
                    <a:gd name="connsiteX52" fmla="*/ 357341 w 489538"/>
                    <a:gd name="connsiteY52" fmla="*/ 79935 h 761503"/>
                    <a:gd name="connsiteX53" fmla="*/ 387257 w 489538"/>
                    <a:gd name="connsiteY53" fmla="*/ 82655 h 761503"/>
                    <a:gd name="connsiteX54" fmla="*/ 406295 w 489538"/>
                    <a:gd name="connsiteY54" fmla="*/ 85375 h 761503"/>
                    <a:gd name="connsiteX55" fmla="*/ 417173 w 489538"/>
                    <a:gd name="connsiteY55" fmla="*/ 79935 h 761503"/>
                    <a:gd name="connsiteX56" fmla="*/ 425332 w 489538"/>
                    <a:gd name="connsiteY56" fmla="*/ 85375 h 761503"/>
                    <a:gd name="connsiteX57" fmla="*/ 433491 w 489538"/>
                    <a:gd name="connsiteY57" fmla="*/ 104412 h 761503"/>
                    <a:gd name="connsiteX58" fmla="*/ 436211 w 489538"/>
                    <a:gd name="connsiteY58" fmla="*/ 137048 h 761503"/>
                    <a:gd name="connsiteX59" fmla="*/ 438930 w 489538"/>
                    <a:gd name="connsiteY59" fmla="*/ 183282 h 761503"/>
                    <a:gd name="connsiteX60" fmla="*/ 422612 w 489538"/>
                    <a:gd name="connsiteY60" fmla="*/ 218638 h 761503"/>
                    <a:gd name="connsiteX61" fmla="*/ 406295 w 489538"/>
                    <a:gd name="connsiteY61" fmla="*/ 213198 h 761503"/>
                    <a:gd name="connsiteX62" fmla="*/ 398136 w 489538"/>
                    <a:gd name="connsiteY62" fmla="*/ 196881 h 761503"/>
                    <a:gd name="connsiteX63" fmla="*/ 395416 w 489538"/>
                    <a:gd name="connsiteY63" fmla="*/ 175123 h 761503"/>
                    <a:gd name="connsiteX64" fmla="*/ 395416 w 489538"/>
                    <a:gd name="connsiteY64" fmla="*/ 153366 h 761503"/>
                    <a:gd name="connsiteX65" fmla="*/ 395416 w 489538"/>
                    <a:gd name="connsiteY65" fmla="*/ 126170 h 761503"/>
                    <a:gd name="connsiteX66" fmla="*/ 370939 w 489538"/>
                    <a:gd name="connsiteY66" fmla="*/ 128889 h 761503"/>
                    <a:gd name="connsiteX67" fmla="*/ 338303 w 489538"/>
                    <a:gd name="connsiteY67" fmla="*/ 131609 h 761503"/>
                    <a:gd name="connsiteX68" fmla="*/ 286629 w 489538"/>
                    <a:gd name="connsiteY68" fmla="*/ 134328 h 761503"/>
                    <a:gd name="connsiteX69" fmla="*/ 273031 w 489538"/>
                    <a:gd name="connsiteY69" fmla="*/ 137048 h 761503"/>
                    <a:gd name="connsiteX70" fmla="*/ 262153 w 489538"/>
                    <a:gd name="connsiteY70" fmla="*/ 142487 h 761503"/>
                    <a:gd name="connsiteX71" fmla="*/ 259433 w 489538"/>
                    <a:gd name="connsiteY71" fmla="*/ 153366 h 761503"/>
                    <a:gd name="connsiteX72" fmla="*/ 262153 w 489538"/>
                    <a:gd name="connsiteY72" fmla="*/ 166964 h 761503"/>
                    <a:gd name="connsiteX73" fmla="*/ 262153 w 489538"/>
                    <a:gd name="connsiteY73" fmla="*/ 196881 h 761503"/>
                    <a:gd name="connsiteX74" fmla="*/ 262153 w 489538"/>
                    <a:gd name="connsiteY74" fmla="*/ 215918 h 761503"/>
                    <a:gd name="connsiteX75" fmla="*/ 262153 w 489538"/>
                    <a:gd name="connsiteY75" fmla="*/ 251274 h 761503"/>
                    <a:gd name="connsiteX76" fmla="*/ 259433 w 489538"/>
                    <a:gd name="connsiteY76" fmla="*/ 278470 h 761503"/>
                    <a:gd name="connsiteX77" fmla="*/ 259433 w 489538"/>
                    <a:gd name="connsiteY77" fmla="*/ 308386 h 761503"/>
                    <a:gd name="connsiteX78" fmla="*/ 259433 w 489538"/>
                    <a:gd name="connsiteY78" fmla="*/ 321985 h 761503"/>
                    <a:gd name="connsiteX79" fmla="*/ 259433 w 489538"/>
                    <a:gd name="connsiteY79" fmla="*/ 332863 h 761503"/>
                    <a:gd name="connsiteX80" fmla="*/ 267592 w 489538"/>
                    <a:gd name="connsiteY80" fmla="*/ 335583 h 761503"/>
                    <a:gd name="connsiteX81" fmla="*/ 281190 w 489538"/>
                    <a:gd name="connsiteY81" fmla="*/ 335583 h 761503"/>
                    <a:gd name="connsiteX82" fmla="*/ 327424 w 489538"/>
                    <a:gd name="connsiteY82" fmla="*/ 338303 h 761503"/>
                    <a:gd name="connsiteX83" fmla="*/ 351901 w 489538"/>
                    <a:gd name="connsiteY83" fmla="*/ 341022 h 761503"/>
                    <a:gd name="connsiteX84" fmla="*/ 351901 w 489538"/>
                    <a:gd name="connsiteY84" fmla="*/ 335583 h 761503"/>
                    <a:gd name="connsiteX85" fmla="*/ 351901 w 489538"/>
                    <a:gd name="connsiteY85" fmla="*/ 313826 h 761503"/>
                    <a:gd name="connsiteX86" fmla="*/ 357341 w 489538"/>
                    <a:gd name="connsiteY86" fmla="*/ 289349 h 761503"/>
                    <a:gd name="connsiteX87" fmla="*/ 373658 w 489538"/>
                    <a:gd name="connsiteY87" fmla="*/ 273031 h 761503"/>
                    <a:gd name="connsiteX88" fmla="*/ 381817 w 489538"/>
                    <a:gd name="connsiteY88" fmla="*/ 278470 h 761503"/>
                    <a:gd name="connsiteX89" fmla="*/ 389977 w 489538"/>
                    <a:gd name="connsiteY89" fmla="*/ 300228 h 761503"/>
                    <a:gd name="connsiteX90" fmla="*/ 395416 w 489538"/>
                    <a:gd name="connsiteY90" fmla="*/ 351901 h 761503"/>
                    <a:gd name="connsiteX91" fmla="*/ 398136 w 489538"/>
                    <a:gd name="connsiteY91" fmla="*/ 409014 h 761503"/>
                    <a:gd name="connsiteX92" fmla="*/ 381817 w 489538"/>
                    <a:gd name="connsiteY92" fmla="*/ 444369 h 761503"/>
                    <a:gd name="connsiteX93" fmla="*/ 365500 w 489538"/>
                    <a:gd name="connsiteY93" fmla="*/ 438930 h 761503"/>
                    <a:gd name="connsiteX94" fmla="*/ 357341 w 489538"/>
                    <a:gd name="connsiteY94" fmla="*/ 422612 h 761503"/>
                    <a:gd name="connsiteX95" fmla="*/ 354621 w 489538"/>
                    <a:gd name="connsiteY95" fmla="*/ 400855 h 761503"/>
                    <a:gd name="connsiteX96" fmla="*/ 354621 w 489538"/>
                    <a:gd name="connsiteY96" fmla="*/ 381817 h 761503"/>
                    <a:gd name="connsiteX97" fmla="*/ 270312 w 489538"/>
                    <a:gd name="connsiteY97" fmla="*/ 381817 h 761503"/>
                    <a:gd name="connsiteX98" fmla="*/ 256713 w 489538"/>
                    <a:gd name="connsiteY98" fmla="*/ 395415 h 761503"/>
                    <a:gd name="connsiteX99" fmla="*/ 253994 w 489538"/>
                    <a:gd name="connsiteY99" fmla="*/ 422612 h 761503"/>
                    <a:gd name="connsiteX100" fmla="*/ 253994 w 489538"/>
                    <a:gd name="connsiteY100" fmla="*/ 433490 h 761503"/>
                    <a:gd name="connsiteX101" fmla="*/ 253994 w 489538"/>
                    <a:gd name="connsiteY101" fmla="*/ 449809 h 761503"/>
                    <a:gd name="connsiteX102" fmla="*/ 256713 w 489538"/>
                    <a:gd name="connsiteY102" fmla="*/ 474285 h 761503"/>
                    <a:gd name="connsiteX103" fmla="*/ 256713 w 489538"/>
                    <a:gd name="connsiteY103" fmla="*/ 496043 h 761503"/>
                    <a:gd name="connsiteX104" fmla="*/ 259433 w 489538"/>
                    <a:gd name="connsiteY104" fmla="*/ 534118 h 761503"/>
                    <a:gd name="connsiteX105" fmla="*/ 259433 w 489538"/>
                    <a:gd name="connsiteY105" fmla="*/ 591231 h 761503"/>
                    <a:gd name="connsiteX106" fmla="*/ 262153 w 489538"/>
                    <a:gd name="connsiteY106" fmla="*/ 618427 h 761503"/>
                    <a:gd name="connsiteX107" fmla="*/ 267592 w 489538"/>
                    <a:gd name="connsiteY107" fmla="*/ 648343 h 761503"/>
                    <a:gd name="connsiteX108" fmla="*/ 292069 w 489538"/>
                    <a:gd name="connsiteY108" fmla="*/ 651063 h 761503"/>
                    <a:gd name="connsiteX109" fmla="*/ 327424 w 489538"/>
                    <a:gd name="connsiteY109" fmla="*/ 651063 h 761503"/>
                    <a:gd name="connsiteX110" fmla="*/ 362780 w 489538"/>
                    <a:gd name="connsiteY110" fmla="*/ 653783 h 761503"/>
                    <a:gd name="connsiteX111" fmla="*/ 395416 w 489538"/>
                    <a:gd name="connsiteY111" fmla="*/ 648343 h 761503"/>
                    <a:gd name="connsiteX112" fmla="*/ 395416 w 489538"/>
                    <a:gd name="connsiteY112" fmla="*/ 618427 h 761503"/>
                    <a:gd name="connsiteX113" fmla="*/ 395416 w 489538"/>
                    <a:gd name="connsiteY113" fmla="*/ 596670 h 761503"/>
                    <a:gd name="connsiteX114" fmla="*/ 398136 w 489538"/>
                    <a:gd name="connsiteY114" fmla="*/ 574913 h 761503"/>
                    <a:gd name="connsiteX115" fmla="*/ 406295 w 489538"/>
                    <a:gd name="connsiteY115" fmla="*/ 558595 h 761503"/>
                    <a:gd name="connsiteX116" fmla="*/ 422612 w 489538"/>
                    <a:gd name="connsiteY116" fmla="*/ 553155 h 761503"/>
                    <a:gd name="connsiteX117" fmla="*/ 438930 w 489538"/>
                    <a:gd name="connsiteY117" fmla="*/ 588511 h 761503"/>
                    <a:gd name="connsiteX118" fmla="*/ 436211 w 489538"/>
                    <a:gd name="connsiteY118" fmla="*/ 645624 h 761503"/>
                    <a:gd name="connsiteX119" fmla="*/ 433491 w 489538"/>
                    <a:gd name="connsiteY119" fmla="*/ 651063 h 761503"/>
                    <a:gd name="connsiteX120" fmla="*/ 433491 w 489538"/>
                    <a:gd name="connsiteY120" fmla="*/ 651063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</a:cxnLst>
                  <a:rect l="l" t="t" r="r" b="b"/>
                  <a:pathLst>
                    <a:path w="489538" h="761503">
                      <a:moveTo>
                        <a:pt x="433491" y="651063"/>
                      </a:moveTo>
                      <a:cubicBezTo>
                        <a:pt x="436211" y="653783"/>
                        <a:pt x="438930" y="656502"/>
                        <a:pt x="438930" y="661942"/>
                      </a:cubicBezTo>
                      <a:cubicBezTo>
                        <a:pt x="438930" y="670101"/>
                        <a:pt x="433491" y="678259"/>
                        <a:pt x="425332" y="683699"/>
                      </a:cubicBezTo>
                      <a:cubicBezTo>
                        <a:pt x="417173" y="689138"/>
                        <a:pt x="409014" y="689138"/>
                        <a:pt x="400855" y="691858"/>
                      </a:cubicBezTo>
                      <a:cubicBezTo>
                        <a:pt x="381817" y="694578"/>
                        <a:pt x="362780" y="694578"/>
                        <a:pt x="343742" y="700017"/>
                      </a:cubicBezTo>
                      <a:cubicBezTo>
                        <a:pt x="335583" y="702736"/>
                        <a:pt x="324705" y="702736"/>
                        <a:pt x="316546" y="705456"/>
                      </a:cubicBezTo>
                      <a:cubicBezTo>
                        <a:pt x="308387" y="705456"/>
                        <a:pt x="289349" y="705456"/>
                        <a:pt x="275751" y="705456"/>
                      </a:cubicBezTo>
                      <a:cubicBezTo>
                        <a:pt x="270312" y="705456"/>
                        <a:pt x="267592" y="708176"/>
                        <a:pt x="264872" y="708176"/>
                      </a:cubicBezTo>
                      <a:cubicBezTo>
                        <a:pt x="264872" y="708176"/>
                        <a:pt x="259433" y="708176"/>
                        <a:pt x="253994" y="708176"/>
                      </a:cubicBezTo>
                      <a:cubicBezTo>
                        <a:pt x="251274" y="713615"/>
                        <a:pt x="245835" y="716335"/>
                        <a:pt x="240395" y="719054"/>
                      </a:cubicBezTo>
                      <a:cubicBezTo>
                        <a:pt x="234956" y="721774"/>
                        <a:pt x="229517" y="721774"/>
                        <a:pt x="224077" y="721774"/>
                      </a:cubicBezTo>
                      <a:cubicBezTo>
                        <a:pt x="218638" y="721774"/>
                        <a:pt x="213199" y="724494"/>
                        <a:pt x="205040" y="724494"/>
                      </a:cubicBezTo>
                      <a:cubicBezTo>
                        <a:pt x="202320" y="724494"/>
                        <a:pt x="194161" y="727213"/>
                        <a:pt x="191441" y="727213"/>
                      </a:cubicBezTo>
                      <a:cubicBezTo>
                        <a:pt x="183282" y="727213"/>
                        <a:pt x="172404" y="721774"/>
                        <a:pt x="169684" y="721774"/>
                      </a:cubicBezTo>
                      <a:cubicBezTo>
                        <a:pt x="164245" y="719054"/>
                        <a:pt x="156086" y="713615"/>
                        <a:pt x="150646" y="708176"/>
                      </a:cubicBezTo>
                      <a:cubicBezTo>
                        <a:pt x="145207" y="708176"/>
                        <a:pt x="139768" y="708176"/>
                        <a:pt x="139768" y="708176"/>
                      </a:cubicBezTo>
                      <a:cubicBezTo>
                        <a:pt x="126170" y="708176"/>
                        <a:pt x="137048" y="708176"/>
                        <a:pt x="120730" y="708176"/>
                      </a:cubicBezTo>
                      <a:cubicBezTo>
                        <a:pt x="112571" y="708176"/>
                        <a:pt x="104412" y="708176"/>
                        <a:pt x="98973" y="708176"/>
                      </a:cubicBezTo>
                      <a:cubicBezTo>
                        <a:pt x="90814" y="708176"/>
                        <a:pt x="79936" y="708176"/>
                        <a:pt x="74496" y="702736"/>
                      </a:cubicBezTo>
                      <a:cubicBezTo>
                        <a:pt x="66337" y="700017"/>
                        <a:pt x="58178" y="689138"/>
                        <a:pt x="58178" y="683699"/>
                      </a:cubicBezTo>
                      <a:cubicBezTo>
                        <a:pt x="58178" y="680979"/>
                        <a:pt x="58178" y="678259"/>
                        <a:pt x="63617" y="675540"/>
                      </a:cubicBezTo>
                      <a:cubicBezTo>
                        <a:pt x="69057" y="672820"/>
                        <a:pt x="77216" y="670101"/>
                        <a:pt x="85375" y="667381"/>
                      </a:cubicBezTo>
                      <a:cubicBezTo>
                        <a:pt x="98973" y="664661"/>
                        <a:pt x="115291" y="664661"/>
                        <a:pt x="128889" y="661942"/>
                      </a:cubicBezTo>
                      <a:cubicBezTo>
                        <a:pt x="128889" y="645624"/>
                        <a:pt x="128889" y="623866"/>
                        <a:pt x="128889" y="602109"/>
                      </a:cubicBezTo>
                      <a:cubicBezTo>
                        <a:pt x="128889" y="566754"/>
                        <a:pt x="128889" y="531398"/>
                        <a:pt x="126170" y="523239"/>
                      </a:cubicBezTo>
                      <a:cubicBezTo>
                        <a:pt x="126170" y="517800"/>
                        <a:pt x="126170" y="487884"/>
                        <a:pt x="126170" y="468846"/>
                      </a:cubicBezTo>
                      <a:cubicBezTo>
                        <a:pt x="126170" y="449809"/>
                        <a:pt x="123450" y="430771"/>
                        <a:pt x="123450" y="409014"/>
                      </a:cubicBezTo>
                      <a:cubicBezTo>
                        <a:pt x="123450" y="400855"/>
                        <a:pt x="123450" y="392696"/>
                        <a:pt x="123450" y="384537"/>
                      </a:cubicBezTo>
                      <a:cubicBezTo>
                        <a:pt x="123450" y="373658"/>
                        <a:pt x="126170" y="360060"/>
                        <a:pt x="126170" y="349181"/>
                      </a:cubicBezTo>
                      <a:cubicBezTo>
                        <a:pt x="126170" y="341022"/>
                        <a:pt x="126170" y="332863"/>
                        <a:pt x="126170" y="324704"/>
                      </a:cubicBezTo>
                      <a:cubicBezTo>
                        <a:pt x="126170" y="313826"/>
                        <a:pt x="126170" y="302947"/>
                        <a:pt x="128889" y="292068"/>
                      </a:cubicBezTo>
                      <a:cubicBezTo>
                        <a:pt x="131609" y="273031"/>
                        <a:pt x="134329" y="253993"/>
                        <a:pt x="134329" y="234956"/>
                      </a:cubicBezTo>
                      <a:cubicBezTo>
                        <a:pt x="134329" y="213198"/>
                        <a:pt x="134329" y="191441"/>
                        <a:pt x="134329" y="172404"/>
                      </a:cubicBezTo>
                      <a:cubicBezTo>
                        <a:pt x="134329" y="156086"/>
                        <a:pt x="134329" y="139768"/>
                        <a:pt x="137048" y="123450"/>
                      </a:cubicBezTo>
                      <a:cubicBezTo>
                        <a:pt x="131609" y="123450"/>
                        <a:pt x="134329" y="123450"/>
                        <a:pt x="123450" y="123450"/>
                      </a:cubicBezTo>
                      <a:cubicBezTo>
                        <a:pt x="115291" y="123450"/>
                        <a:pt x="107132" y="123450"/>
                        <a:pt x="101693" y="123450"/>
                      </a:cubicBezTo>
                      <a:cubicBezTo>
                        <a:pt x="93534" y="123450"/>
                        <a:pt x="82655" y="123450"/>
                        <a:pt x="77216" y="118011"/>
                      </a:cubicBezTo>
                      <a:cubicBezTo>
                        <a:pt x="69057" y="115291"/>
                        <a:pt x="60898" y="101693"/>
                        <a:pt x="60898" y="98973"/>
                      </a:cubicBezTo>
                      <a:cubicBezTo>
                        <a:pt x="60898" y="96253"/>
                        <a:pt x="60898" y="93534"/>
                        <a:pt x="66337" y="90814"/>
                      </a:cubicBezTo>
                      <a:cubicBezTo>
                        <a:pt x="71777" y="88094"/>
                        <a:pt x="79936" y="85375"/>
                        <a:pt x="88094" y="82655"/>
                      </a:cubicBezTo>
                      <a:cubicBezTo>
                        <a:pt x="104412" y="79935"/>
                        <a:pt x="131609" y="77216"/>
                        <a:pt x="145207" y="77216"/>
                      </a:cubicBezTo>
                      <a:cubicBezTo>
                        <a:pt x="145207" y="77216"/>
                        <a:pt x="145207" y="77216"/>
                        <a:pt x="145207" y="77216"/>
                      </a:cubicBezTo>
                      <a:cubicBezTo>
                        <a:pt x="145207" y="74496"/>
                        <a:pt x="150646" y="71776"/>
                        <a:pt x="153366" y="69057"/>
                      </a:cubicBezTo>
                      <a:cubicBezTo>
                        <a:pt x="161525" y="63617"/>
                        <a:pt x="169684" y="63617"/>
                        <a:pt x="177843" y="60898"/>
                      </a:cubicBezTo>
                      <a:cubicBezTo>
                        <a:pt x="183282" y="58178"/>
                        <a:pt x="191441" y="58178"/>
                        <a:pt x="196881" y="58178"/>
                      </a:cubicBezTo>
                      <a:cubicBezTo>
                        <a:pt x="199600" y="58178"/>
                        <a:pt x="202320" y="58178"/>
                        <a:pt x="205040" y="58178"/>
                      </a:cubicBezTo>
                      <a:cubicBezTo>
                        <a:pt x="207759" y="58178"/>
                        <a:pt x="213199" y="60898"/>
                        <a:pt x="215919" y="63617"/>
                      </a:cubicBezTo>
                      <a:cubicBezTo>
                        <a:pt x="221358" y="66337"/>
                        <a:pt x="224077" y="66337"/>
                        <a:pt x="229517" y="69057"/>
                      </a:cubicBezTo>
                      <a:cubicBezTo>
                        <a:pt x="237675" y="71776"/>
                        <a:pt x="245835" y="77216"/>
                        <a:pt x="256713" y="77216"/>
                      </a:cubicBezTo>
                      <a:cubicBezTo>
                        <a:pt x="259433" y="77216"/>
                        <a:pt x="262153" y="77216"/>
                        <a:pt x="264872" y="77216"/>
                      </a:cubicBezTo>
                      <a:cubicBezTo>
                        <a:pt x="270312" y="77216"/>
                        <a:pt x="275751" y="77216"/>
                        <a:pt x="281190" y="77216"/>
                      </a:cubicBezTo>
                      <a:cubicBezTo>
                        <a:pt x="292069" y="77216"/>
                        <a:pt x="321985" y="77216"/>
                        <a:pt x="330144" y="77216"/>
                      </a:cubicBezTo>
                      <a:cubicBezTo>
                        <a:pt x="338303" y="77216"/>
                        <a:pt x="349182" y="77216"/>
                        <a:pt x="357341" y="79935"/>
                      </a:cubicBezTo>
                      <a:cubicBezTo>
                        <a:pt x="368219" y="79935"/>
                        <a:pt x="379098" y="82655"/>
                        <a:pt x="387257" y="82655"/>
                      </a:cubicBezTo>
                      <a:cubicBezTo>
                        <a:pt x="392696" y="82655"/>
                        <a:pt x="400855" y="85375"/>
                        <a:pt x="406295" y="85375"/>
                      </a:cubicBezTo>
                      <a:cubicBezTo>
                        <a:pt x="409014" y="82655"/>
                        <a:pt x="414453" y="79935"/>
                        <a:pt x="417173" y="79935"/>
                      </a:cubicBezTo>
                      <a:cubicBezTo>
                        <a:pt x="419893" y="79935"/>
                        <a:pt x="422612" y="79935"/>
                        <a:pt x="425332" y="85375"/>
                      </a:cubicBezTo>
                      <a:cubicBezTo>
                        <a:pt x="428052" y="90814"/>
                        <a:pt x="433491" y="98973"/>
                        <a:pt x="433491" y="104412"/>
                      </a:cubicBezTo>
                      <a:cubicBezTo>
                        <a:pt x="436211" y="131609"/>
                        <a:pt x="436211" y="120730"/>
                        <a:pt x="436211" y="137048"/>
                      </a:cubicBezTo>
                      <a:cubicBezTo>
                        <a:pt x="438930" y="158805"/>
                        <a:pt x="438930" y="158805"/>
                        <a:pt x="438930" y="183282"/>
                      </a:cubicBezTo>
                      <a:cubicBezTo>
                        <a:pt x="438930" y="194161"/>
                        <a:pt x="438930" y="218638"/>
                        <a:pt x="422612" y="218638"/>
                      </a:cubicBezTo>
                      <a:cubicBezTo>
                        <a:pt x="414453" y="218638"/>
                        <a:pt x="411734" y="215918"/>
                        <a:pt x="406295" y="213198"/>
                      </a:cubicBezTo>
                      <a:cubicBezTo>
                        <a:pt x="400855" y="210479"/>
                        <a:pt x="398136" y="202320"/>
                        <a:pt x="398136" y="196881"/>
                      </a:cubicBezTo>
                      <a:cubicBezTo>
                        <a:pt x="395416" y="188722"/>
                        <a:pt x="395416" y="183282"/>
                        <a:pt x="395416" y="175123"/>
                      </a:cubicBezTo>
                      <a:cubicBezTo>
                        <a:pt x="395416" y="169684"/>
                        <a:pt x="395416" y="164245"/>
                        <a:pt x="395416" y="153366"/>
                      </a:cubicBezTo>
                      <a:cubicBezTo>
                        <a:pt x="395416" y="145207"/>
                        <a:pt x="395416" y="134328"/>
                        <a:pt x="395416" y="126170"/>
                      </a:cubicBezTo>
                      <a:cubicBezTo>
                        <a:pt x="387257" y="128889"/>
                        <a:pt x="379098" y="128889"/>
                        <a:pt x="370939" y="128889"/>
                      </a:cubicBezTo>
                      <a:cubicBezTo>
                        <a:pt x="360060" y="128889"/>
                        <a:pt x="349182" y="128889"/>
                        <a:pt x="338303" y="131609"/>
                      </a:cubicBezTo>
                      <a:cubicBezTo>
                        <a:pt x="327424" y="131609"/>
                        <a:pt x="319265" y="134328"/>
                        <a:pt x="286629" y="134328"/>
                      </a:cubicBezTo>
                      <a:cubicBezTo>
                        <a:pt x="281190" y="134328"/>
                        <a:pt x="278470" y="134328"/>
                        <a:pt x="273031" y="137048"/>
                      </a:cubicBezTo>
                      <a:cubicBezTo>
                        <a:pt x="270312" y="137048"/>
                        <a:pt x="264872" y="137048"/>
                        <a:pt x="262153" y="142487"/>
                      </a:cubicBezTo>
                      <a:cubicBezTo>
                        <a:pt x="259433" y="145207"/>
                        <a:pt x="259433" y="150647"/>
                        <a:pt x="259433" y="153366"/>
                      </a:cubicBezTo>
                      <a:cubicBezTo>
                        <a:pt x="259433" y="158805"/>
                        <a:pt x="259433" y="164245"/>
                        <a:pt x="262153" y="166964"/>
                      </a:cubicBezTo>
                      <a:cubicBezTo>
                        <a:pt x="262153" y="177843"/>
                        <a:pt x="262153" y="186002"/>
                        <a:pt x="262153" y="196881"/>
                      </a:cubicBezTo>
                      <a:cubicBezTo>
                        <a:pt x="262153" y="202320"/>
                        <a:pt x="262153" y="210479"/>
                        <a:pt x="262153" y="215918"/>
                      </a:cubicBezTo>
                      <a:cubicBezTo>
                        <a:pt x="262153" y="229516"/>
                        <a:pt x="262153" y="240395"/>
                        <a:pt x="262153" y="251274"/>
                      </a:cubicBezTo>
                      <a:cubicBezTo>
                        <a:pt x="262153" y="259433"/>
                        <a:pt x="259433" y="270311"/>
                        <a:pt x="259433" y="278470"/>
                      </a:cubicBezTo>
                      <a:cubicBezTo>
                        <a:pt x="259433" y="289349"/>
                        <a:pt x="259433" y="297508"/>
                        <a:pt x="259433" y="308386"/>
                      </a:cubicBezTo>
                      <a:cubicBezTo>
                        <a:pt x="259433" y="313826"/>
                        <a:pt x="259433" y="319265"/>
                        <a:pt x="259433" y="321985"/>
                      </a:cubicBezTo>
                      <a:cubicBezTo>
                        <a:pt x="259433" y="324704"/>
                        <a:pt x="259433" y="330144"/>
                        <a:pt x="259433" y="332863"/>
                      </a:cubicBezTo>
                      <a:cubicBezTo>
                        <a:pt x="262153" y="335583"/>
                        <a:pt x="264872" y="335583"/>
                        <a:pt x="267592" y="335583"/>
                      </a:cubicBezTo>
                      <a:cubicBezTo>
                        <a:pt x="273031" y="335583"/>
                        <a:pt x="275751" y="335583"/>
                        <a:pt x="281190" y="335583"/>
                      </a:cubicBezTo>
                      <a:cubicBezTo>
                        <a:pt x="311107" y="335583"/>
                        <a:pt x="319265" y="335583"/>
                        <a:pt x="327424" y="338303"/>
                      </a:cubicBezTo>
                      <a:cubicBezTo>
                        <a:pt x="335583" y="341022"/>
                        <a:pt x="343742" y="341022"/>
                        <a:pt x="351901" y="341022"/>
                      </a:cubicBezTo>
                      <a:cubicBezTo>
                        <a:pt x="351901" y="338303"/>
                        <a:pt x="351901" y="338303"/>
                        <a:pt x="351901" y="335583"/>
                      </a:cubicBezTo>
                      <a:cubicBezTo>
                        <a:pt x="351901" y="327424"/>
                        <a:pt x="351901" y="319265"/>
                        <a:pt x="351901" y="313826"/>
                      </a:cubicBezTo>
                      <a:cubicBezTo>
                        <a:pt x="351901" y="305667"/>
                        <a:pt x="351901" y="294788"/>
                        <a:pt x="357341" y="289349"/>
                      </a:cubicBezTo>
                      <a:cubicBezTo>
                        <a:pt x="360060" y="281190"/>
                        <a:pt x="368219" y="273031"/>
                        <a:pt x="373658" y="273031"/>
                      </a:cubicBezTo>
                      <a:cubicBezTo>
                        <a:pt x="376378" y="273031"/>
                        <a:pt x="379098" y="273031"/>
                        <a:pt x="381817" y="278470"/>
                      </a:cubicBezTo>
                      <a:cubicBezTo>
                        <a:pt x="384537" y="283909"/>
                        <a:pt x="387257" y="292068"/>
                        <a:pt x="389977" y="300228"/>
                      </a:cubicBezTo>
                      <a:cubicBezTo>
                        <a:pt x="392696" y="316545"/>
                        <a:pt x="392696" y="335583"/>
                        <a:pt x="395416" y="351901"/>
                      </a:cubicBezTo>
                      <a:cubicBezTo>
                        <a:pt x="398136" y="373658"/>
                        <a:pt x="398136" y="384537"/>
                        <a:pt x="398136" y="409014"/>
                      </a:cubicBezTo>
                      <a:cubicBezTo>
                        <a:pt x="398136" y="422612"/>
                        <a:pt x="398136" y="444369"/>
                        <a:pt x="381817" y="444369"/>
                      </a:cubicBezTo>
                      <a:cubicBezTo>
                        <a:pt x="373658" y="444369"/>
                        <a:pt x="370939" y="441650"/>
                        <a:pt x="365500" y="438930"/>
                      </a:cubicBezTo>
                      <a:cubicBezTo>
                        <a:pt x="360060" y="436210"/>
                        <a:pt x="357341" y="428051"/>
                        <a:pt x="357341" y="422612"/>
                      </a:cubicBezTo>
                      <a:cubicBezTo>
                        <a:pt x="354621" y="414453"/>
                        <a:pt x="354621" y="409014"/>
                        <a:pt x="354621" y="400855"/>
                      </a:cubicBezTo>
                      <a:cubicBezTo>
                        <a:pt x="354621" y="395415"/>
                        <a:pt x="354621" y="389976"/>
                        <a:pt x="354621" y="381817"/>
                      </a:cubicBezTo>
                      <a:cubicBezTo>
                        <a:pt x="335583" y="381817"/>
                        <a:pt x="308387" y="384537"/>
                        <a:pt x="270312" y="381817"/>
                      </a:cubicBezTo>
                      <a:cubicBezTo>
                        <a:pt x="262153" y="381817"/>
                        <a:pt x="256713" y="387256"/>
                        <a:pt x="256713" y="395415"/>
                      </a:cubicBezTo>
                      <a:cubicBezTo>
                        <a:pt x="256713" y="403574"/>
                        <a:pt x="256713" y="414453"/>
                        <a:pt x="253994" y="422612"/>
                      </a:cubicBezTo>
                      <a:cubicBezTo>
                        <a:pt x="253994" y="425332"/>
                        <a:pt x="253994" y="430771"/>
                        <a:pt x="253994" y="433490"/>
                      </a:cubicBezTo>
                      <a:cubicBezTo>
                        <a:pt x="253994" y="438930"/>
                        <a:pt x="253994" y="444369"/>
                        <a:pt x="253994" y="449809"/>
                      </a:cubicBezTo>
                      <a:cubicBezTo>
                        <a:pt x="253994" y="457967"/>
                        <a:pt x="256713" y="466126"/>
                        <a:pt x="256713" y="474285"/>
                      </a:cubicBezTo>
                      <a:cubicBezTo>
                        <a:pt x="256713" y="482444"/>
                        <a:pt x="256713" y="490603"/>
                        <a:pt x="256713" y="496043"/>
                      </a:cubicBezTo>
                      <a:cubicBezTo>
                        <a:pt x="256713" y="509641"/>
                        <a:pt x="259433" y="520520"/>
                        <a:pt x="259433" y="534118"/>
                      </a:cubicBezTo>
                      <a:cubicBezTo>
                        <a:pt x="259433" y="553155"/>
                        <a:pt x="259433" y="572193"/>
                        <a:pt x="259433" y="591231"/>
                      </a:cubicBezTo>
                      <a:cubicBezTo>
                        <a:pt x="259433" y="602109"/>
                        <a:pt x="262153" y="610268"/>
                        <a:pt x="262153" y="618427"/>
                      </a:cubicBezTo>
                      <a:cubicBezTo>
                        <a:pt x="264872" y="626586"/>
                        <a:pt x="262153" y="642904"/>
                        <a:pt x="267592" y="648343"/>
                      </a:cubicBezTo>
                      <a:cubicBezTo>
                        <a:pt x="270312" y="651063"/>
                        <a:pt x="275751" y="651063"/>
                        <a:pt x="292069" y="651063"/>
                      </a:cubicBezTo>
                      <a:cubicBezTo>
                        <a:pt x="305667" y="651063"/>
                        <a:pt x="319265" y="651063"/>
                        <a:pt x="327424" y="651063"/>
                      </a:cubicBezTo>
                      <a:cubicBezTo>
                        <a:pt x="338303" y="651063"/>
                        <a:pt x="351901" y="653783"/>
                        <a:pt x="362780" y="653783"/>
                      </a:cubicBezTo>
                      <a:cubicBezTo>
                        <a:pt x="376378" y="653783"/>
                        <a:pt x="384537" y="651063"/>
                        <a:pt x="395416" y="648343"/>
                      </a:cubicBezTo>
                      <a:cubicBezTo>
                        <a:pt x="395416" y="637465"/>
                        <a:pt x="395416" y="629306"/>
                        <a:pt x="395416" y="618427"/>
                      </a:cubicBezTo>
                      <a:cubicBezTo>
                        <a:pt x="395416" y="610268"/>
                        <a:pt x="395416" y="602109"/>
                        <a:pt x="395416" y="596670"/>
                      </a:cubicBezTo>
                      <a:cubicBezTo>
                        <a:pt x="395416" y="591231"/>
                        <a:pt x="395416" y="585791"/>
                        <a:pt x="398136" y="574913"/>
                      </a:cubicBezTo>
                      <a:cubicBezTo>
                        <a:pt x="400855" y="569473"/>
                        <a:pt x="400855" y="564034"/>
                        <a:pt x="406295" y="558595"/>
                      </a:cubicBezTo>
                      <a:cubicBezTo>
                        <a:pt x="411734" y="553155"/>
                        <a:pt x="414453" y="553155"/>
                        <a:pt x="422612" y="553155"/>
                      </a:cubicBezTo>
                      <a:cubicBezTo>
                        <a:pt x="436211" y="553155"/>
                        <a:pt x="438930" y="577632"/>
                        <a:pt x="438930" y="588511"/>
                      </a:cubicBezTo>
                      <a:cubicBezTo>
                        <a:pt x="438930" y="612988"/>
                        <a:pt x="438930" y="623866"/>
                        <a:pt x="436211" y="645624"/>
                      </a:cubicBezTo>
                      <a:cubicBezTo>
                        <a:pt x="433491" y="648343"/>
                        <a:pt x="433491" y="648343"/>
                        <a:pt x="433491" y="651063"/>
                      </a:cubicBezTo>
                      <a:lnTo>
                        <a:pt x="433491" y="651063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49" name="Freeform: Shape 48">
                  <a:extLst>
                    <a:ext uri="{FF2B5EF4-FFF2-40B4-BE49-F238E27FC236}">
                      <a16:creationId xmlns:a16="http://schemas.microsoft.com/office/drawing/2014/main" id="{9724F851-AB55-47D5-B0E8-62214C52C678}"/>
                    </a:ext>
                  </a:extLst>
                </p:cNvPr>
                <p:cNvSpPr/>
                <p:nvPr/>
              </p:nvSpPr>
              <p:spPr>
                <a:xfrm>
                  <a:off x="7912732" y="4250336"/>
                  <a:ext cx="465062" cy="658157"/>
                </a:xfrm>
                <a:custGeom>
                  <a:avLst/>
                  <a:gdLst>
                    <a:gd name="connsiteX0" fmla="*/ 193096 w 465062"/>
                    <a:gd name="connsiteY0" fmla="*/ 59832 h 658157"/>
                    <a:gd name="connsiteX1" fmla="*/ 193096 w 465062"/>
                    <a:gd name="connsiteY1" fmla="*/ 114226 h 658157"/>
                    <a:gd name="connsiteX2" fmla="*/ 198536 w 465062"/>
                    <a:gd name="connsiteY2" fmla="*/ 209414 h 658157"/>
                    <a:gd name="connsiteX3" fmla="*/ 201255 w 465062"/>
                    <a:gd name="connsiteY3" fmla="*/ 282845 h 658157"/>
                    <a:gd name="connsiteX4" fmla="*/ 203975 w 465062"/>
                    <a:gd name="connsiteY4" fmla="*/ 315481 h 658157"/>
                    <a:gd name="connsiteX5" fmla="*/ 203975 w 465062"/>
                    <a:gd name="connsiteY5" fmla="*/ 320920 h 658157"/>
                    <a:gd name="connsiteX6" fmla="*/ 212134 w 465062"/>
                    <a:gd name="connsiteY6" fmla="*/ 329079 h 658157"/>
                    <a:gd name="connsiteX7" fmla="*/ 223013 w 465062"/>
                    <a:gd name="connsiteY7" fmla="*/ 329079 h 658157"/>
                    <a:gd name="connsiteX8" fmla="*/ 239331 w 465062"/>
                    <a:gd name="connsiteY8" fmla="*/ 329079 h 658157"/>
                    <a:gd name="connsiteX9" fmla="*/ 280126 w 465062"/>
                    <a:gd name="connsiteY9" fmla="*/ 312761 h 658157"/>
                    <a:gd name="connsiteX10" fmla="*/ 296443 w 465062"/>
                    <a:gd name="connsiteY10" fmla="*/ 288284 h 658157"/>
                    <a:gd name="connsiteX11" fmla="*/ 304602 w 465062"/>
                    <a:gd name="connsiteY11" fmla="*/ 258368 h 658157"/>
                    <a:gd name="connsiteX12" fmla="*/ 312761 w 465062"/>
                    <a:gd name="connsiteY12" fmla="*/ 225732 h 658157"/>
                    <a:gd name="connsiteX13" fmla="*/ 315481 w 465062"/>
                    <a:gd name="connsiteY13" fmla="*/ 195816 h 658157"/>
                    <a:gd name="connsiteX14" fmla="*/ 318201 w 465062"/>
                    <a:gd name="connsiteY14" fmla="*/ 168619 h 658157"/>
                    <a:gd name="connsiteX15" fmla="*/ 312761 w 465062"/>
                    <a:gd name="connsiteY15" fmla="*/ 135983 h 658157"/>
                    <a:gd name="connsiteX16" fmla="*/ 312761 w 465062"/>
                    <a:gd name="connsiteY16" fmla="*/ 122385 h 658157"/>
                    <a:gd name="connsiteX17" fmla="*/ 293724 w 465062"/>
                    <a:gd name="connsiteY17" fmla="*/ 84309 h 658157"/>
                    <a:gd name="connsiteX18" fmla="*/ 280126 w 465062"/>
                    <a:gd name="connsiteY18" fmla="*/ 73430 h 658157"/>
                    <a:gd name="connsiteX19" fmla="*/ 258368 w 465062"/>
                    <a:gd name="connsiteY19" fmla="*/ 62552 h 658157"/>
                    <a:gd name="connsiteX20" fmla="*/ 217573 w 465062"/>
                    <a:gd name="connsiteY20" fmla="*/ 59832 h 658157"/>
                    <a:gd name="connsiteX21" fmla="*/ 111506 w 465062"/>
                    <a:gd name="connsiteY21" fmla="*/ 0 h 658157"/>
                    <a:gd name="connsiteX22" fmla="*/ 127824 w 465062"/>
                    <a:gd name="connsiteY22" fmla="*/ 0 h 658157"/>
                    <a:gd name="connsiteX23" fmla="*/ 157741 w 465062"/>
                    <a:gd name="connsiteY23" fmla="*/ 5440 h 658157"/>
                    <a:gd name="connsiteX24" fmla="*/ 179497 w 465062"/>
                    <a:gd name="connsiteY24" fmla="*/ 16318 h 658157"/>
                    <a:gd name="connsiteX25" fmla="*/ 209414 w 465062"/>
                    <a:gd name="connsiteY25" fmla="*/ 16318 h 658157"/>
                    <a:gd name="connsiteX26" fmla="*/ 247489 w 465062"/>
                    <a:gd name="connsiteY26" fmla="*/ 16318 h 658157"/>
                    <a:gd name="connsiteX27" fmla="*/ 266527 w 465062"/>
                    <a:gd name="connsiteY27" fmla="*/ 16318 h 658157"/>
                    <a:gd name="connsiteX28" fmla="*/ 312761 w 465062"/>
                    <a:gd name="connsiteY28" fmla="*/ 27197 h 658157"/>
                    <a:gd name="connsiteX29" fmla="*/ 337238 w 465062"/>
                    <a:gd name="connsiteY29" fmla="*/ 38075 h 658157"/>
                    <a:gd name="connsiteX30" fmla="*/ 364434 w 465062"/>
                    <a:gd name="connsiteY30" fmla="*/ 54393 h 658157"/>
                    <a:gd name="connsiteX31" fmla="*/ 386192 w 465062"/>
                    <a:gd name="connsiteY31" fmla="*/ 73431 h 658157"/>
                    <a:gd name="connsiteX32" fmla="*/ 407949 w 465062"/>
                    <a:gd name="connsiteY32" fmla="*/ 103347 h 658157"/>
                    <a:gd name="connsiteX33" fmla="*/ 416108 w 465062"/>
                    <a:gd name="connsiteY33" fmla="*/ 141422 h 658157"/>
                    <a:gd name="connsiteX34" fmla="*/ 418828 w 465062"/>
                    <a:gd name="connsiteY34" fmla="*/ 163179 h 658157"/>
                    <a:gd name="connsiteX35" fmla="*/ 418828 w 465062"/>
                    <a:gd name="connsiteY35" fmla="*/ 171339 h 658157"/>
                    <a:gd name="connsiteX36" fmla="*/ 421547 w 465062"/>
                    <a:gd name="connsiteY36" fmla="*/ 187656 h 658157"/>
                    <a:gd name="connsiteX37" fmla="*/ 418828 w 465062"/>
                    <a:gd name="connsiteY37" fmla="*/ 206694 h 658157"/>
                    <a:gd name="connsiteX38" fmla="*/ 416108 w 465062"/>
                    <a:gd name="connsiteY38" fmla="*/ 233891 h 658157"/>
                    <a:gd name="connsiteX39" fmla="*/ 405229 w 465062"/>
                    <a:gd name="connsiteY39" fmla="*/ 263807 h 658157"/>
                    <a:gd name="connsiteX40" fmla="*/ 394351 w 465062"/>
                    <a:gd name="connsiteY40" fmla="*/ 274686 h 658157"/>
                    <a:gd name="connsiteX41" fmla="*/ 388912 w 465062"/>
                    <a:gd name="connsiteY41" fmla="*/ 285564 h 658157"/>
                    <a:gd name="connsiteX42" fmla="*/ 369874 w 465062"/>
                    <a:gd name="connsiteY42" fmla="*/ 304602 h 658157"/>
                    <a:gd name="connsiteX43" fmla="*/ 358995 w 465062"/>
                    <a:gd name="connsiteY43" fmla="*/ 310041 h 658157"/>
                    <a:gd name="connsiteX44" fmla="*/ 348117 w 465062"/>
                    <a:gd name="connsiteY44" fmla="*/ 320920 h 658157"/>
                    <a:gd name="connsiteX45" fmla="*/ 326359 w 465062"/>
                    <a:gd name="connsiteY45" fmla="*/ 339957 h 658157"/>
                    <a:gd name="connsiteX46" fmla="*/ 312761 w 465062"/>
                    <a:gd name="connsiteY46" fmla="*/ 353555 h 658157"/>
                    <a:gd name="connsiteX47" fmla="*/ 337238 w 465062"/>
                    <a:gd name="connsiteY47" fmla="*/ 380752 h 658157"/>
                    <a:gd name="connsiteX48" fmla="*/ 358995 w 465062"/>
                    <a:gd name="connsiteY48" fmla="*/ 421547 h 658157"/>
                    <a:gd name="connsiteX49" fmla="*/ 372593 w 465062"/>
                    <a:gd name="connsiteY49" fmla="*/ 459622 h 658157"/>
                    <a:gd name="connsiteX50" fmla="*/ 386192 w 465062"/>
                    <a:gd name="connsiteY50" fmla="*/ 514015 h 658157"/>
                    <a:gd name="connsiteX51" fmla="*/ 407949 w 465062"/>
                    <a:gd name="connsiteY51" fmla="*/ 568408 h 658157"/>
                    <a:gd name="connsiteX52" fmla="*/ 421547 w 465062"/>
                    <a:gd name="connsiteY52" fmla="*/ 598324 h 658157"/>
                    <a:gd name="connsiteX53" fmla="*/ 451463 w 465062"/>
                    <a:gd name="connsiteY53" fmla="*/ 628241 h 658157"/>
                    <a:gd name="connsiteX54" fmla="*/ 465062 w 465062"/>
                    <a:gd name="connsiteY54" fmla="*/ 644559 h 658157"/>
                    <a:gd name="connsiteX55" fmla="*/ 462342 w 465062"/>
                    <a:gd name="connsiteY55" fmla="*/ 649998 h 658157"/>
                    <a:gd name="connsiteX56" fmla="*/ 437865 w 465062"/>
                    <a:gd name="connsiteY56" fmla="*/ 658157 h 658157"/>
                    <a:gd name="connsiteX57" fmla="*/ 361715 w 465062"/>
                    <a:gd name="connsiteY57" fmla="*/ 622801 h 658157"/>
                    <a:gd name="connsiteX58" fmla="*/ 320920 w 465062"/>
                    <a:gd name="connsiteY58" fmla="*/ 565689 h 658157"/>
                    <a:gd name="connsiteX59" fmla="*/ 304602 w 465062"/>
                    <a:gd name="connsiteY59" fmla="*/ 530333 h 658157"/>
                    <a:gd name="connsiteX60" fmla="*/ 293723 w 465062"/>
                    <a:gd name="connsiteY60" fmla="*/ 497697 h 658157"/>
                    <a:gd name="connsiteX61" fmla="*/ 282845 w 465062"/>
                    <a:gd name="connsiteY61" fmla="*/ 462342 h 658157"/>
                    <a:gd name="connsiteX62" fmla="*/ 269246 w 465062"/>
                    <a:gd name="connsiteY62" fmla="*/ 424267 h 658157"/>
                    <a:gd name="connsiteX63" fmla="*/ 255648 w 465062"/>
                    <a:gd name="connsiteY63" fmla="*/ 391631 h 658157"/>
                    <a:gd name="connsiteX64" fmla="*/ 236610 w 465062"/>
                    <a:gd name="connsiteY64" fmla="*/ 367154 h 658157"/>
                    <a:gd name="connsiteX65" fmla="*/ 217573 w 465062"/>
                    <a:gd name="connsiteY65" fmla="*/ 361714 h 658157"/>
                    <a:gd name="connsiteX66" fmla="*/ 201255 w 465062"/>
                    <a:gd name="connsiteY66" fmla="*/ 361714 h 658157"/>
                    <a:gd name="connsiteX67" fmla="*/ 198535 w 465062"/>
                    <a:gd name="connsiteY67" fmla="*/ 367154 h 658157"/>
                    <a:gd name="connsiteX68" fmla="*/ 201255 w 465062"/>
                    <a:gd name="connsiteY68" fmla="*/ 388911 h 658157"/>
                    <a:gd name="connsiteX69" fmla="*/ 198535 w 465062"/>
                    <a:gd name="connsiteY69" fmla="*/ 426986 h 658157"/>
                    <a:gd name="connsiteX70" fmla="*/ 203975 w 465062"/>
                    <a:gd name="connsiteY70" fmla="*/ 478660 h 658157"/>
                    <a:gd name="connsiteX71" fmla="*/ 198535 w 465062"/>
                    <a:gd name="connsiteY71" fmla="*/ 552090 h 658157"/>
                    <a:gd name="connsiteX72" fmla="*/ 195816 w 465062"/>
                    <a:gd name="connsiteY72" fmla="*/ 576567 h 658157"/>
                    <a:gd name="connsiteX73" fmla="*/ 198535 w 465062"/>
                    <a:gd name="connsiteY73" fmla="*/ 592885 h 658157"/>
                    <a:gd name="connsiteX74" fmla="*/ 233891 w 465062"/>
                    <a:gd name="connsiteY74" fmla="*/ 592885 h 658157"/>
                    <a:gd name="connsiteX75" fmla="*/ 271966 w 465062"/>
                    <a:gd name="connsiteY75" fmla="*/ 611923 h 658157"/>
                    <a:gd name="connsiteX76" fmla="*/ 266527 w 465062"/>
                    <a:gd name="connsiteY76" fmla="*/ 628241 h 658157"/>
                    <a:gd name="connsiteX77" fmla="*/ 250209 w 465062"/>
                    <a:gd name="connsiteY77" fmla="*/ 636400 h 658157"/>
                    <a:gd name="connsiteX78" fmla="*/ 228451 w 465062"/>
                    <a:gd name="connsiteY78" fmla="*/ 639119 h 658157"/>
                    <a:gd name="connsiteX79" fmla="*/ 187657 w 465062"/>
                    <a:gd name="connsiteY79" fmla="*/ 639119 h 658157"/>
                    <a:gd name="connsiteX80" fmla="*/ 152301 w 465062"/>
                    <a:gd name="connsiteY80" fmla="*/ 652717 h 658157"/>
                    <a:gd name="connsiteX81" fmla="*/ 133263 w 465062"/>
                    <a:gd name="connsiteY81" fmla="*/ 655437 h 658157"/>
                    <a:gd name="connsiteX82" fmla="*/ 122385 w 465062"/>
                    <a:gd name="connsiteY82" fmla="*/ 652717 h 658157"/>
                    <a:gd name="connsiteX83" fmla="*/ 97908 w 465062"/>
                    <a:gd name="connsiteY83" fmla="*/ 639119 h 658157"/>
                    <a:gd name="connsiteX84" fmla="*/ 70711 w 465062"/>
                    <a:gd name="connsiteY84" fmla="*/ 639119 h 658157"/>
                    <a:gd name="connsiteX85" fmla="*/ 46234 w 465062"/>
                    <a:gd name="connsiteY85" fmla="*/ 639119 h 658157"/>
                    <a:gd name="connsiteX86" fmla="*/ 19038 w 465062"/>
                    <a:gd name="connsiteY86" fmla="*/ 630960 h 658157"/>
                    <a:gd name="connsiteX87" fmla="*/ 2720 w 465062"/>
                    <a:gd name="connsiteY87" fmla="*/ 614642 h 658157"/>
                    <a:gd name="connsiteX88" fmla="*/ 8159 w 465062"/>
                    <a:gd name="connsiteY88" fmla="*/ 606483 h 658157"/>
                    <a:gd name="connsiteX89" fmla="*/ 29916 w 465062"/>
                    <a:gd name="connsiteY89" fmla="*/ 598324 h 658157"/>
                    <a:gd name="connsiteX90" fmla="*/ 76151 w 465062"/>
                    <a:gd name="connsiteY90" fmla="*/ 592885 h 658157"/>
                    <a:gd name="connsiteX91" fmla="*/ 73431 w 465062"/>
                    <a:gd name="connsiteY91" fmla="*/ 573848 h 658157"/>
                    <a:gd name="connsiteX92" fmla="*/ 70711 w 465062"/>
                    <a:gd name="connsiteY92" fmla="*/ 500417 h 658157"/>
                    <a:gd name="connsiteX93" fmla="*/ 73431 w 465062"/>
                    <a:gd name="connsiteY93" fmla="*/ 437865 h 658157"/>
                    <a:gd name="connsiteX94" fmla="*/ 70711 w 465062"/>
                    <a:gd name="connsiteY94" fmla="*/ 369873 h 658157"/>
                    <a:gd name="connsiteX95" fmla="*/ 70711 w 465062"/>
                    <a:gd name="connsiteY95" fmla="*/ 293723 h 658157"/>
                    <a:gd name="connsiteX96" fmla="*/ 73431 w 465062"/>
                    <a:gd name="connsiteY96" fmla="*/ 212133 h 658157"/>
                    <a:gd name="connsiteX97" fmla="*/ 76151 w 465062"/>
                    <a:gd name="connsiteY97" fmla="*/ 155021 h 658157"/>
                    <a:gd name="connsiteX98" fmla="*/ 76151 w 465062"/>
                    <a:gd name="connsiteY98" fmla="*/ 119665 h 658157"/>
                    <a:gd name="connsiteX99" fmla="*/ 78870 w 465062"/>
                    <a:gd name="connsiteY99" fmla="*/ 84310 h 658157"/>
                    <a:gd name="connsiteX100" fmla="*/ 76151 w 465062"/>
                    <a:gd name="connsiteY100" fmla="*/ 62552 h 658157"/>
                    <a:gd name="connsiteX101" fmla="*/ 67992 w 465062"/>
                    <a:gd name="connsiteY101" fmla="*/ 62552 h 658157"/>
                    <a:gd name="connsiteX102" fmla="*/ 43515 w 465062"/>
                    <a:gd name="connsiteY102" fmla="*/ 62552 h 658157"/>
                    <a:gd name="connsiteX103" fmla="*/ 16318 w 465062"/>
                    <a:gd name="connsiteY103" fmla="*/ 57113 h 658157"/>
                    <a:gd name="connsiteX104" fmla="*/ 0 w 465062"/>
                    <a:gd name="connsiteY104" fmla="*/ 40795 h 658157"/>
                    <a:gd name="connsiteX105" fmla="*/ 5439 w 465062"/>
                    <a:gd name="connsiteY105" fmla="*/ 32636 h 658157"/>
                    <a:gd name="connsiteX106" fmla="*/ 27197 w 465062"/>
                    <a:gd name="connsiteY106" fmla="*/ 24477 h 658157"/>
                    <a:gd name="connsiteX107" fmla="*/ 76151 w 465062"/>
                    <a:gd name="connsiteY107" fmla="*/ 19038 h 658157"/>
                    <a:gd name="connsiteX108" fmla="*/ 78870 w 465062"/>
                    <a:gd name="connsiteY108" fmla="*/ 13598 h 658157"/>
                    <a:gd name="connsiteX109" fmla="*/ 95188 w 465062"/>
                    <a:gd name="connsiteY109" fmla="*/ 5440 h 658157"/>
                    <a:gd name="connsiteX110" fmla="*/ 111506 w 465062"/>
                    <a:gd name="connsiteY110" fmla="*/ 0 h 6581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</a:cxnLst>
                  <a:rect l="l" t="t" r="r" b="b"/>
                  <a:pathLst>
                    <a:path w="465062" h="658157">
                      <a:moveTo>
                        <a:pt x="193096" y="59832"/>
                      </a:moveTo>
                      <a:cubicBezTo>
                        <a:pt x="193096" y="73430"/>
                        <a:pt x="193096" y="89748"/>
                        <a:pt x="193096" y="114226"/>
                      </a:cubicBezTo>
                      <a:cubicBezTo>
                        <a:pt x="193096" y="144142"/>
                        <a:pt x="195816" y="176778"/>
                        <a:pt x="198536" y="209414"/>
                      </a:cubicBezTo>
                      <a:cubicBezTo>
                        <a:pt x="198536" y="247489"/>
                        <a:pt x="201255" y="277406"/>
                        <a:pt x="201255" y="282845"/>
                      </a:cubicBezTo>
                      <a:cubicBezTo>
                        <a:pt x="201255" y="293723"/>
                        <a:pt x="203975" y="304602"/>
                        <a:pt x="203975" y="315481"/>
                      </a:cubicBezTo>
                      <a:cubicBezTo>
                        <a:pt x="203975" y="318200"/>
                        <a:pt x="203975" y="318200"/>
                        <a:pt x="203975" y="320920"/>
                      </a:cubicBezTo>
                      <a:cubicBezTo>
                        <a:pt x="203975" y="326359"/>
                        <a:pt x="206695" y="329079"/>
                        <a:pt x="212134" y="329079"/>
                      </a:cubicBezTo>
                      <a:cubicBezTo>
                        <a:pt x="214854" y="329079"/>
                        <a:pt x="220293" y="329079"/>
                        <a:pt x="223013" y="329079"/>
                      </a:cubicBezTo>
                      <a:cubicBezTo>
                        <a:pt x="228452" y="329079"/>
                        <a:pt x="233891" y="329079"/>
                        <a:pt x="239331" y="329079"/>
                      </a:cubicBezTo>
                      <a:cubicBezTo>
                        <a:pt x="252929" y="329079"/>
                        <a:pt x="271967" y="323640"/>
                        <a:pt x="280126" y="312761"/>
                      </a:cubicBezTo>
                      <a:cubicBezTo>
                        <a:pt x="288284" y="304602"/>
                        <a:pt x="291004" y="299163"/>
                        <a:pt x="296443" y="288284"/>
                      </a:cubicBezTo>
                      <a:cubicBezTo>
                        <a:pt x="299163" y="277406"/>
                        <a:pt x="301883" y="269247"/>
                        <a:pt x="304602" y="258368"/>
                      </a:cubicBezTo>
                      <a:cubicBezTo>
                        <a:pt x="307322" y="244770"/>
                        <a:pt x="310042" y="239330"/>
                        <a:pt x="312761" y="225732"/>
                      </a:cubicBezTo>
                      <a:cubicBezTo>
                        <a:pt x="315481" y="212134"/>
                        <a:pt x="315481" y="209414"/>
                        <a:pt x="315481" y="195816"/>
                      </a:cubicBezTo>
                      <a:cubicBezTo>
                        <a:pt x="315481" y="179498"/>
                        <a:pt x="315481" y="184937"/>
                        <a:pt x="318201" y="168619"/>
                      </a:cubicBezTo>
                      <a:cubicBezTo>
                        <a:pt x="312761" y="152302"/>
                        <a:pt x="312761" y="149582"/>
                        <a:pt x="312761" y="135983"/>
                      </a:cubicBezTo>
                      <a:cubicBezTo>
                        <a:pt x="312761" y="133264"/>
                        <a:pt x="312761" y="127825"/>
                        <a:pt x="312761" y="122385"/>
                      </a:cubicBezTo>
                      <a:cubicBezTo>
                        <a:pt x="312761" y="111507"/>
                        <a:pt x="301883" y="95188"/>
                        <a:pt x="293724" y="84309"/>
                      </a:cubicBezTo>
                      <a:cubicBezTo>
                        <a:pt x="288284" y="78870"/>
                        <a:pt x="285565" y="76150"/>
                        <a:pt x="280126" y="73430"/>
                      </a:cubicBezTo>
                      <a:cubicBezTo>
                        <a:pt x="271967" y="67991"/>
                        <a:pt x="266527" y="65271"/>
                        <a:pt x="258368" y="62552"/>
                      </a:cubicBezTo>
                      <a:cubicBezTo>
                        <a:pt x="244770" y="59832"/>
                        <a:pt x="228452" y="59832"/>
                        <a:pt x="217573" y="59832"/>
                      </a:cubicBezTo>
                      <a:close/>
                      <a:moveTo>
                        <a:pt x="111506" y="0"/>
                      </a:moveTo>
                      <a:cubicBezTo>
                        <a:pt x="114226" y="0"/>
                        <a:pt x="122385" y="0"/>
                        <a:pt x="127824" y="0"/>
                      </a:cubicBezTo>
                      <a:cubicBezTo>
                        <a:pt x="135983" y="0"/>
                        <a:pt x="146862" y="2720"/>
                        <a:pt x="157741" y="5440"/>
                      </a:cubicBezTo>
                      <a:cubicBezTo>
                        <a:pt x="168619" y="8159"/>
                        <a:pt x="176778" y="10879"/>
                        <a:pt x="179497" y="16318"/>
                      </a:cubicBezTo>
                      <a:cubicBezTo>
                        <a:pt x="193096" y="16318"/>
                        <a:pt x="201255" y="16318"/>
                        <a:pt x="209414" y="16318"/>
                      </a:cubicBezTo>
                      <a:cubicBezTo>
                        <a:pt x="220292" y="16318"/>
                        <a:pt x="231171" y="16318"/>
                        <a:pt x="247489" y="16318"/>
                      </a:cubicBezTo>
                      <a:cubicBezTo>
                        <a:pt x="250209" y="16318"/>
                        <a:pt x="258368" y="16318"/>
                        <a:pt x="266527" y="16318"/>
                      </a:cubicBezTo>
                      <a:cubicBezTo>
                        <a:pt x="277405" y="16318"/>
                        <a:pt x="291004" y="21758"/>
                        <a:pt x="312761" y="27197"/>
                      </a:cubicBezTo>
                      <a:cubicBezTo>
                        <a:pt x="320920" y="29917"/>
                        <a:pt x="329079" y="35356"/>
                        <a:pt x="337238" y="38075"/>
                      </a:cubicBezTo>
                      <a:cubicBezTo>
                        <a:pt x="342677" y="40795"/>
                        <a:pt x="353556" y="48954"/>
                        <a:pt x="364434" y="54393"/>
                      </a:cubicBezTo>
                      <a:cubicBezTo>
                        <a:pt x="375313" y="62552"/>
                        <a:pt x="386192" y="67992"/>
                        <a:pt x="386192" y="73431"/>
                      </a:cubicBezTo>
                      <a:cubicBezTo>
                        <a:pt x="391631" y="84310"/>
                        <a:pt x="402510" y="92469"/>
                        <a:pt x="407949" y="103347"/>
                      </a:cubicBezTo>
                      <a:cubicBezTo>
                        <a:pt x="413388" y="116945"/>
                        <a:pt x="416108" y="130544"/>
                        <a:pt x="416108" y="141422"/>
                      </a:cubicBezTo>
                      <a:cubicBezTo>
                        <a:pt x="416108" y="152301"/>
                        <a:pt x="418828" y="157740"/>
                        <a:pt x="418828" y="163179"/>
                      </a:cubicBezTo>
                      <a:cubicBezTo>
                        <a:pt x="418828" y="165899"/>
                        <a:pt x="418828" y="168619"/>
                        <a:pt x="418828" y="171339"/>
                      </a:cubicBezTo>
                      <a:cubicBezTo>
                        <a:pt x="418828" y="174058"/>
                        <a:pt x="421547" y="182217"/>
                        <a:pt x="421547" y="187656"/>
                      </a:cubicBezTo>
                      <a:cubicBezTo>
                        <a:pt x="421547" y="193096"/>
                        <a:pt x="418828" y="201255"/>
                        <a:pt x="418828" y="206694"/>
                      </a:cubicBezTo>
                      <a:cubicBezTo>
                        <a:pt x="418828" y="217573"/>
                        <a:pt x="418828" y="223012"/>
                        <a:pt x="416108" y="233891"/>
                      </a:cubicBezTo>
                      <a:cubicBezTo>
                        <a:pt x="413388" y="244769"/>
                        <a:pt x="410668" y="255648"/>
                        <a:pt x="405229" y="263807"/>
                      </a:cubicBezTo>
                      <a:cubicBezTo>
                        <a:pt x="402510" y="269246"/>
                        <a:pt x="397070" y="269246"/>
                        <a:pt x="394351" y="274686"/>
                      </a:cubicBezTo>
                      <a:cubicBezTo>
                        <a:pt x="391631" y="277405"/>
                        <a:pt x="391631" y="282844"/>
                        <a:pt x="388912" y="285564"/>
                      </a:cubicBezTo>
                      <a:cubicBezTo>
                        <a:pt x="383472" y="291003"/>
                        <a:pt x="375313" y="301882"/>
                        <a:pt x="369874" y="304602"/>
                      </a:cubicBezTo>
                      <a:cubicBezTo>
                        <a:pt x="367154" y="307321"/>
                        <a:pt x="361715" y="307321"/>
                        <a:pt x="358995" y="310041"/>
                      </a:cubicBezTo>
                      <a:cubicBezTo>
                        <a:pt x="356275" y="312761"/>
                        <a:pt x="350836" y="318200"/>
                        <a:pt x="348117" y="320920"/>
                      </a:cubicBezTo>
                      <a:cubicBezTo>
                        <a:pt x="339958" y="326359"/>
                        <a:pt x="334518" y="334518"/>
                        <a:pt x="326359" y="339957"/>
                      </a:cubicBezTo>
                      <a:cubicBezTo>
                        <a:pt x="320920" y="342677"/>
                        <a:pt x="312761" y="342677"/>
                        <a:pt x="312761" y="353555"/>
                      </a:cubicBezTo>
                      <a:cubicBezTo>
                        <a:pt x="312761" y="361714"/>
                        <a:pt x="334518" y="372593"/>
                        <a:pt x="337238" y="380752"/>
                      </a:cubicBezTo>
                      <a:cubicBezTo>
                        <a:pt x="345397" y="394350"/>
                        <a:pt x="353556" y="407948"/>
                        <a:pt x="358995" y="421547"/>
                      </a:cubicBezTo>
                      <a:cubicBezTo>
                        <a:pt x="364434" y="435145"/>
                        <a:pt x="367154" y="446024"/>
                        <a:pt x="372593" y="459622"/>
                      </a:cubicBezTo>
                      <a:cubicBezTo>
                        <a:pt x="378033" y="478660"/>
                        <a:pt x="383472" y="494978"/>
                        <a:pt x="386192" y="514015"/>
                      </a:cubicBezTo>
                      <a:cubicBezTo>
                        <a:pt x="391631" y="533053"/>
                        <a:pt x="402510" y="549371"/>
                        <a:pt x="407949" y="568408"/>
                      </a:cubicBezTo>
                      <a:cubicBezTo>
                        <a:pt x="410668" y="579287"/>
                        <a:pt x="416108" y="590165"/>
                        <a:pt x="421547" y="598324"/>
                      </a:cubicBezTo>
                      <a:cubicBezTo>
                        <a:pt x="435146" y="614642"/>
                        <a:pt x="443305" y="622801"/>
                        <a:pt x="451463" y="628241"/>
                      </a:cubicBezTo>
                      <a:cubicBezTo>
                        <a:pt x="456903" y="630960"/>
                        <a:pt x="465062" y="636400"/>
                        <a:pt x="465062" y="644559"/>
                      </a:cubicBezTo>
                      <a:cubicBezTo>
                        <a:pt x="465062" y="647278"/>
                        <a:pt x="465062" y="647278"/>
                        <a:pt x="462342" y="649998"/>
                      </a:cubicBezTo>
                      <a:cubicBezTo>
                        <a:pt x="456903" y="655437"/>
                        <a:pt x="446024" y="658157"/>
                        <a:pt x="437865" y="658157"/>
                      </a:cubicBezTo>
                      <a:cubicBezTo>
                        <a:pt x="413388" y="658157"/>
                        <a:pt x="378033" y="641839"/>
                        <a:pt x="361715" y="622801"/>
                      </a:cubicBezTo>
                      <a:cubicBezTo>
                        <a:pt x="345397" y="606483"/>
                        <a:pt x="334518" y="584726"/>
                        <a:pt x="320920" y="565689"/>
                      </a:cubicBezTo>
                      <a:cubicBezTo>
                        <a:pt x="315480" y="554810"/>
                        <a:pt x="310041" y="543931"/>
                        <a:pt x="304602" y="530333"/>
                      </a:cubicBezTo>
                      <a:cubicBezTo>
                        <a:pt x="299163" y="519454"/>
                        <a:pt x="296443" y="508576"/>
                        <a:pt x="293723" y="497697"/>
                      </a:cubicBezTo>
                      <a:cubicBezTo>
                        <a:pt x="291004" y="486819"/>
                        <a:pt x="288284" y="473220"/>
                        <a:pt x="282845" y="462342"/>
                      </a:cubicBezTo>
                      <a:cubicBezTo>
                        <a:pt x="280125" y="448743"/>
                        <a:pt x="274686" y="437865"/>
                        <a:pt x="269246" y="424267"/>
                      </a:cubicBezTo>
                      <a:cubicBezTo>
                        <a:pt x="266527" y="416108"/>
                        <a:pt x="261087" y="402509"/>
                        <a:pt x="255648" y="391631"/>
                      </a:cubicBezTo>
                      <a:cubicBezTo>
                        <a:pt x="250209" y="380752"/>
                        <a:pt x="244770" y="375313"/>
                        <a:pt x="236610" y="367154"/>
                      </a:cubicBezTo>
                      <a:cubicBezTo>
                        <a:pt x="231171" y="361714"/>
                        <a:pt x="223012" y="361714"/>
                        <a:pt x="217573" y="361714"/>
                      </a:cubicBezTo>
                      <a:cubicBezTo>
                        <a:pt x="212134" y="361714"/>
                        <a:pt x="206694" y="361714"/>
                        <a:pt x="201255" y="361714"/>
                      </a:cubicBezTo>
                      <a:cubicBezTo>
                        <a:pt x="198535" y="361714"/>
                        <a:pt x="198535" y="364434"/>
                        <a:pt x="198535" y="367154"/>
                      </a:cubicBezTo>
                      <a:cubicBezTo>
                        <a:pt x="198535" y="375313"/>
                        <a:pt x="201255" y="386191"/>
                        <a:pt x="201255" y="388911"/>
                      </a:cubicBezTo>
                      <a:cubicBezTo>
                        <a:pt x="201255" y="402509"/>
                        <a:pt x="198535" y="413388"/>
                        <a:pt x="198535" y="426986"/>
                      </a:cubicBezTo>
                      <a:cubicBezTo>
                        <a:pt x="198535" y="446024"/>
                        <a:pt x="203975" y="456902"/>
                        <a:pt x="203975" y="478660"/>
                      </a:cubicBezTo>
                      <a:cubicBezTo>
                        <a:pt x="203975" y="503136"/>
                        <a:pt x="201255" y="527613"/>
                        <a:pt x="198535" y="552090"/>
                      </a:cubicBezTo>
                      <a:cubicBezTo>
                        <a:pt x="198535" y="560249"/>
                        <a:pt x="195816" y="568408"/>
                        <a:pt x="195816" y="576567"/>
                      </a:cubicBezTo>
                      <a:cubicBezTo>
                        <a:pt x="195816" y="582006"/>
                        <a:pt x="195816" y="587446"/>
                        <a:pt x="198535" y="592885"/>
                      </a:cubicBezTo>
                      <a:cubicBezTo>
                        <a:pt x="212134" y="592885"/>
                        <a:pt x="225732" y="592885"/>
                        <a:pt x="233891" y="592885"/>
                      </a:cubicBezTo>
                      <a:cubicBezTo>
                        <a:pt x="247489" y="592885"/>
                        <a:pt x="271966" y="592885"/>
                        <a:pt x="271966" y="611923"/>
                      </a:cubicBezTo>
                      <a:cubicBezTo>
                        <a:pt x="271966" y="620082"/>
                        <a:pt x="269246" y="622801"/>
                        <a:pt x="266527" y="628241"/>
                      </a:cubicBezTo>
                      <a:cubicBezTo>
                        <a:pt x="261087" y="633680"/>
                        <a:pt x="255648" y="636400"/>
                        <a:pt x="250209" y="636400"/>
                      </a:cubicBezTo>
                      <a:cubicBezTo>
                        <a:pt x="239330" y="639119"/>
                        <a:pt x="233891" y="639119"/>
                        <a:pt x="228451" y="639119"/>
                      </a:cubicBezTo>
                      <a:cubicBezTo>
                        <a:pt x="223012" y="639119"/>
                        <a:pt x="206694" y="639119"/>
                        <a:pt x="187657" y="639119"/>
                      </a:cubicBezTo>
                      <a:cubicBezTo>
                        <a:pt x="176778" y="647278"/>
                        <a:pt x="163180" y="649998"/>
                        <a:pt x="152301" y="652717"/>
                      </a:cubicBezTo>
                      <a:cubicBezTo>
                        <a:pt x="146862" y="652717"/>
                        <a:pt x="138703" y="655437"/>
                        <a:pt x="133263" y="655437"/>
                      </a:cubicBezTo>
                      <a:cubicBezTo>
                        <a:pt x="130544" y="655437"/>
                        <a:pt x="125104" y="655437"/>
                        <a:pt x="122385" y="652717"/>
                      </a:cubicBezTo>
                      <a:cubicBezTo>
                        <a:pt x="114226" y="649998"/>
                        <a:pt x="103347" y="644559"/>
                        <a:pt x="97908" y="639119"/>
                      </a:cubicBezTo>
                      <a:cubicBezTo>
                        <a:pt x="87029" y="639119"/>
                        <a:pt x="78870" y="639119"/>
                        <a:pt x="70711" y="639119"/>
                      </a:cubicBezTo>
                      <a:cubicBezTo>
                        <a:pt x="62552" y="639119"/>
                        <a:pt x="54393" y="639119"/>
                        <a:pt x="46234" y="639119"/>
                      </a:cubicBezTo>
                      <a:cubicBezTo>
                        <a:pt x="38075" y="639119"/>
                        <a:pt x="27197" y="633680"/>
                        <a:pt x="19038" y="630960"/>
                      </a:cubicBezTo>
                      <a:cubicBezTo>
                        <a:pt x="10879" y="628241"/>
                        <a:pt x="2720" y="620082"/>
                        <a:pt x="2720" y="614642"/>
                      </a:cubicBezTo>
                      <a:cubicBezTo>
                        <a:pt x="2720" y="611923"/>
                        <a:pt x="2720" y="609203"/>
                        <a:pt x="8159" y="606483"/>
                      </a:cubicBezTo>
                      <a:cubicBezTo>
                        <a:pt x="13599" y="603764"/>
                        <a:pt x="24477" y="601044"/>
                        <a:pt x="29916" y="598324"/>
                      </a:cubicBezTo>
                      <a:cubicBezTo>
                        <a:pt x="43515" y="595605"/>
                        <a:pt x="62552" y="595605"/>
                        <a:pt x="76151" y="592885"/>
                      </a:cubicBezTo>
                      <a:cubicBezTo>
                        <a:pt x="76151" y="587446"/>
                        <a:pt x="73431" y="582006"/>
                        <a:pt x="73431" y="573848"/>
                      </a:cubicBezTo>
                      <a:cubicBezTo>
                        <a:pt x="73431" y="565689"/>
                        <a:pt x="70711" y="516735"/>
                        <a:pt x="70711" y="500417"/>
                      </a:cubicBezTo>
                      <a:cubicBezTo>
                        <a:pt x="70711" y="481379"/>
                        <a:pt x="73431" y="456902"/>
                        <a:pt x="73431" y="437865"/>
                      </a:cubicBezTo>
                      <a:cubicBezTo>
                        <a:pt x="73431" y="416108"/>
                        <a:pt x="70711" y="391631"/>
                        <a:pt x="70711" y="369873"/>
                      </a:cubicBezTo>
                      <a:cubicBezTo>
                        <a:pt x="70711" y="345397"/>
                        <a:pt x="70711" y="318200"/>
                        <a:pt x="70711" y="293723"/>
                      </a:cubicBezTo>
                      <a:cubicBezTo>
                        <a:pt x="70711" y="266526"/>
                        <a:pt x="73431" y="239330"/>
                        <a:pt x="73431" y="212133"/>
                      </a:cubicBezTo>
                      <a:cubicBezTo>
                        <a:pt x="73431" y="187656"/>
                        <a:pt x="76151" y="179498"/>
                        <a:pt x="76151" y="155021"/>
                      </a:cubicBezTo>
                      <a:cubicBezTo>
                        <a:pt x="76151" y="144142"/>
                        <a:pt x="76151" y="130544"/>
                        <a:pt x="76151" y="119665"/>
                      </a:cubicBezTo>
                      <a:cubicBezTo>
                        <a:pt x="76151" y="106067"/>
                        <a:pt x="78870" y="95188"/>
                        <a:pt x="78870" y="84310"/>
                      </a:cubicBezTo>
                      <a:cubicBezTo>
                        <a:pt x="78870" y="78870"/>
                        <a:pt x="78870" y="70711"/>
                        <a:pt x="76151" y="62552"/>
                      </a:cubicBezTo>
                      <a:cubicBezTo>
                        <a:pt x="76151" y="62552"/>
                        <a:pt x="73431" y="62552"/>
                        <a:pt x="67992" y="62552"/>
                      </a:cubicBezTo>
                      <a:cubicBezTo>
                        <a:pt x="59833" y="62552"/>
                        <a:pt x="51674" y="62552"/>
                        <a:pt x="43515" y="62552"/>
                      </a:cubicBezTo>
                      <a:cubicBezTo>
                        <a:pt x="35356" y="62552"/>
                        <a:pt x="24477" y="59833"/>
                        <a:pt x="16318" y="57113"/>
                      </a:cubicBezTo>
                      <a:cubicBezTo>
                        <a:pt x="8159" y="54393"/>
                        <a:pt x="0" y="43515"/>
                        <a:pt x="0" y="40795"/>
                      </a:cubicBezTo>
                      <a:cubicBezTo>
                        <a:pt x="0" y="38075"/>
                        <a:pt x="0" y="35356"/>
                        <a:pt x="5439" y="32636"/>
                      </a:cubicBezTo>
                      <a:cubicBezTo>
                        <a:pt x="10879" y="29917"/>
                        <a:pt x="21758" y="27197"/>
                        <a:pt x="27197" y="24477"/>
                      </a:cubicBezTo>
                      <a:cubicBezTo>
                        <a:pt x="46234" y="21758"/>
                        <a:pt x="62552" y="19038"/>
                        <a:pt x="76151" y="19038"/>
                      </a:cubicBezTo>
                      <a:cubicBezTo>
                        <a:pt x="76151" y="16318"/>
                        <a:pt x="78870" y="16318"/>
                        <a:pt x="78870" y="13598"/>
                      </a:cubicBezTo>
                      <a:cubicBezTo>
                        <a:pt x="84309" y="10879"/>
                        <a:pt x="89749" y="8159"/>
                        <a:pt x="95188" y="5440"/>
                      </a:cubicBezTo>
                      <a:cubicBezTo>
                        <a:pt x="100628" y="2720"/>
                        <a:pt x="106067" y="0"/>
                        <a:pt x="111506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50" name="Freeform: Shape 49">
                  <a:extLst>
                    <a:ext uri="{FF2B5EF4-FFF2-40B4-BE49-F238E27FC236}">
                      <a16:creationId xmlns:a16="http://schemas.microsoft.com/office/drawing/2014/main" id="{100ABB2F-82B3-4313-9667-9D4CAE736D8E}"/>
                    </a:ext>
                  </a:extLst>
                </p:cNvPr>
                <p:cNvSpPr/>
                <p:nvPr/>
              </p:nvSpPr>
              <p:spPr>
                <a:xfrm>
                  <a:off x="8346812" y="4186718"/>
                  <a:ext cx="353556" cy="761503"/>
                </a:xfrm>
                <a:custGeom>
                  <a:avLst/>
                  <a:gdLst>
                    <a:gd name="connsiteX0" fmla="*/ 283910 w 353555"/>
                    <a:gd name="connsiteY0" fmla="*/ 672820 h 761503"/>
                    <a:gd name="connsiteX1" fmla="*/ 321985 w 353555"/>
                    <a:gd name="connsiteY1" fmla="*/ 689138 h 761503"/>
                    <a:gd name="connsiteX2" fmla="*/ 316546 w 353555"/>
                    <a:gd name="connsiteY2" fmla="*/ 705456 h 761503"/>
                    <a:gd name="connsiteX3" fmla="*/ 300228 w 353555"/>
                    <a:gd name="connsiteY3" fmla="*/ 713615 h 761503"/>
                    <a:gd name="connsiteX4" fmla="*/ 278471 w 353555"/>
                    <a:gd name="connsiteY4" fmla="*/ 716335 h 761503"/>
                    <a:gd name="connsiteX5" fmla="*/ 237676 w 353555"/>
                    <a:gd name="connsiteY5" fmla="*/ 716335 h 761503"/>
                    <a:gd name="connsiteX6" fmla="*/ 180563 w 353555"/>
                    <a:gd name="connsiteY6" fmla="*/ 719054 h 761503"/>
                    <a:gd name="connsiteX7" fmla="*/ 126170 w 353555"/>
                    <a:gd name="connsiteY7" fmla="*/ 719054 h 761503"/>
                    <a:gd name="connsiteX8" fmla="*/ 101693 w 353555"/>
                    <a:gd name="connsiteY8" fmla="*/ 719054 h 761503"/>
                    <a:gd name="connsiteX9" fmla="*/ 74496 w 353555"/>
                    <a:gd name="connsiteY9" fmla="*/ 713615 h 761503"/>
                    <a:gd name="connsiteX10" fmla="*/ 58178 w 353555"/>
                    <a:gd name="connsiteY10" fmla="*/ 697297 h 761503"/>
                    <a:gd name="connsiteX11" fmla="*/ 63618 w 353555"/>
                    <a:gd name="connsiteY11" fmla="*/ 689138 h 761503"/>
                    <a:gd name="connsiteX12" fmla="*/ 85375 w 353555"/>
                    <a:gd name="connsiteY12" fmla="*/ 680979 h 761503"/>
                    <a:gd name="connsiteX13" fmla="*/ 131609 w 353555"/>
                    <a:gd name="connsiteY13" fmla="*/ 675540 h 761503"/>
                    <a:gd name="connsiteX14" fmla="*/ 142488 w 353555"/>
                    <a:gd name="connsiteY14" fmla="*/ 675540 h 761503"/>
                    <a:gd name="connsiteX15" fmla="*/ 131609 w 353555"/>
                    <a:gd name="connsiteY15" fmla="*/ 653783 h 761503"/>
                    <a:gd name="connsiteX16" fmla="*/ 128890 w 353555"/>
                    <a:gd name="connsiteY16" fmla="*/ 640184 h 761503"/>
                    <a:gd name="connsiteX17" fmla="*/ 128890 w 353555"/>
                    <a:gd name="connsiteY17" fmla="*/ 629306 h 761503"/>
                    <a:gd name="connsiteX18" fmla="*/ 128890 w 353555"/>
                    <a:gd name="connsiteY18" fmla="*/ 621147 h 761503"/>
                    <a:gd name="connsiteX19" fmla="*/ 128890 w 353555"/>
                    <a:gd name="connsiteY19" fmla="*/ 593950 h 761503"/>
                    <a:gd name="connsiteX20" fmla="*/ 128890 w 353555"/>
                    <a:gd name="connsiteY20" fmla="*/ 583072 h 761503"/>
                    <a:gd name="connsiteX21" fmla="*/ 128890 w 353555"/>
                    <a:gd name="connsiteY21" fmla="*/ 436210 h 761503"/>
                    <a:gd name="connsiteX22" fmla="*/ 128890 w 353555"/>
                    <a:gd name="connsiteY22" fmla="*/ 357340 h 761503"/>
                    <a:gd name="connsiteX23" fmla="*/ 131609 w 353555"/>
                    <a:gd name="connsiteY23" fmla="*/ 289349 h 761503"/>
                    <a:gd name="connsiteX24" fmla="*/ 131609 w 353555"/>
                    <a:gd name="connsiteY24" fmla="*/ 251274 h 761503"/>
                    <a:gd name="connsiteX25" fmla="*/ 131609 w 353555"/>
                    <a:gd name="connsiteY25" fmla="*/ 205040 h 761503"/>
                    <a:gd name="connsiteX26" fmla="*/ 131609 w 353555"/>
                    <a:gd name="connsiteY26" fmla="*/ 139768 h 761503"/>
                    <a:gd name="connsiteX27" fmla="*/ 131609 w 353555"/>
                    <a:gd name="connsiteY27" fmla="*/ 128889 h 761503"/>
                    <a:gd name="connsiteX28" fmla="*/ 126170 w 353555"/>
                    <a:gd name="connsiteY28" fmla="*/ 128889 h 761503"/>
                    <a:gd name="connsiteX29" fmla="*/ 101693 w 353555"/>
                    <a:gd name="connsiteY29" fmla="*/ 128889 h 761503"/>
                    <a:gd name="connsiteX30" fmla="*/ 74496 w 353555"/>
                    <a:gd name="connsiteY30" fmla="*/ 123450 h 761503"/>
                    <a:gd name="connsiteX31" fmla="*/ 58178 w 353555"/>
                    <a:gd name="connsiteY31" fmla="*/ 107132 h 761503"/>
                    <a:gd name="connsiteX32" fmla="*/ 60898 w 353555"/>
                    <a:gd name="connsiteY32" fmla="*/ 98973 h 761503"/>
                    <a:gd name="connsiteX33" fmla="*/ 82655 w 353555"/>
                    <a:gd name="connsiteY33" fmla="*/ 93534 h 761503"/>
                    <a:gd name="connsiteX34" fmla="*/ 131609 w 353555"/>
                    <a:gd name="connsiteY34" fmla="*/ 88094 h 761503"/>
                    <a:gd name="connsiteX35" fmla="*/ 131609 w 353555"/>
                    <a:gd name="connsiteY35" fmla="*/ 82655 h 761503"/>
                    <a:gd name="connsiteX36" fmla="*/ 134329 w 353555"/>
                    <a:gd name="connsiteY36" fmla="*/ 71776 h 761503"/>
                    <a:gd name="connsiteX37" fmla="*/ 147927 w 353555"/>
                    <a:gd name="connsiteY37" fmla="*/ 63617 h 761503"/>
                    <a:gd name="connsiteX38" fmla="*/ 164245 w 353555"/>
                    <a:gd name="connsiteY38" fmla="*/ 58178 h 761503"/>
                    <a:gd name="connsiteX39" fmla="*/ 177843 w 353555"/>
                    <a:gd name="connsiteY39" fmla="*/ 58178 h 761503"/>
                    <a:gd name="connsiteX40" fmla="*/ 196881 w 353555"/>
                    <a:gd name="connsiteY40" fmla="*/ 60898 h 761503"/>
                    <a:gd name="connsiteX41" fmla="*/ 232237 w 353555"/>
                    <a:gd name="connsiteY41" fmla="*/ 88094 h 761503"/>
                    <a:gd name="connsiteX42" fmla="*/ 278471 w 353555"/>
                    <a:gd name="connsiteY42" fmla="*/ 88094 h 761503"/>
                    <a:gd name="connsiteX43" fmla="*/ 316546 w 353555"/>
                    <a:gd name="connsiteY43" fmla="*/ 104412 h 761503"/>
                    <a:gd name="connsiteX44" fmla="*/ 311107 w 353555"/>
                    <a:gd name="connsiteY44" fmla="*/ 120730 h 761503"/>
                    <a:gd name="connsiteX45" fmla="*/ 294789 w 353555"/>
                    <a:gd name="connsiteY45" fmla="*/ 128889 h 761503"/>
                    <a:gd name="connsiteX46" fmla="*/ 273032 w 353555"/>
                    <a:gd name="connsiteY46" fmla="*/ 131609 h 761503"/>
                    <a:gd name="connsiteX47" fmla="*/ 243115 w 353555"/>
                    <a:gd name="connsiteY47" fmla="*/ 131609 h 761503"/>
                    <a:gd name="connsiteX48" fmla="*/ 243115 w 353555"/>
                    <a:gd name="connsiteY48" fmla="*/ 134329 h 761503"/>
                    <a:gd name="connsiteX49" fmla="*/ 248554 w 353555"/>
                    <a:gd name="connsiteY49" fmla="*/ 169684 h 761503"/>
                    <a:gd name="connsiteX50" fmla="*/ 251274 w 353555"/>
                    <a:gd name="connsiteY50" fmla="*/ 205040 h 761503"/>
                    <a:gd name="connsiteX51" fmla="*/ 251274 w 353555"/>
                    <a:gd name="connsiteY51" fmla="*/ 240395 h 761503"/>
                    <a:gd name="connsiteX52" fmla="*/ 251274 w 353555"/>
                    <a:gd name="connsiteY52" fmla="*/ 256713 h 761503"/>
                    <a:gd name="connsiteX53" fmla="*/ 253994 w 353555"/>
                    <a:gd name="connsiteY53" fmla="*/ 270311 h 761503"/>
                    <a:gd name="connsiteX54" fmla="*/ 259433 w 353555"/>
                    <a:gd name="connsiteY54" fmla="*/ 343742 h 761503"/>
                    <a:gd name="connsiteX55" fmla="*/ 262153 w 353555"/>
                    <a:gd name="connsiteY55" fmla="*/ 425332 h 761503"/>
                    <a:gd name="connsiteX56" fmla="*/ 264872 w 353555"/>
                    <a:gd name="connsiteY56" fmla="*/ 490603 h 761503"/>
                    <a:gd name="connsiteX57" fmla="*/ 270312 w 353555"/>
                    <a:gd name="connsiteY57" fmla="*/ 564034 h 761503"/>
                    <a:gd name="connsiteX58" fmla="*/ 270312 w 353555"/>
                    <a:gd name="connsiteY58" fmla="*/ 599390 h 761503"/>
                    <a:gd name="connsiteX59" fmla="*/ 270312 w 353555"/>
                    <a:gd name="connsiteY59" fmla="*/ 637465 h 761503"/>
                    <a:gd name="connsiteX60" fmla="*/ 264872 w 353555"/>
                    <a:gd name="connsiteY60" fmla="*/ 670101 h 761503"/>
                    <a:gd name="connsiteX61" fmla="*/ 283910 w 353555"/>
                    <a:gd name="connsiteY61" fmla="*/ 672820 h 761503"/>
                    <a:gd name="connsiteX62" fmla="*/ 283910 w 353555"/>
                    <a:gd name="connsiteY62" fmla="*/ 672820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</a:cxnLst>
                  <a:rect l="l" t="t" r="r" b="b"/>
                  <a:pathLst>
                    <a:path w="353555" h="761503">
                      <a:moveTo>
                        <a:pt x="283910" y="672820"/>
                      </a:moveTo>
                      <a:cubicBezTo>
                        <a:pt x="297508" y="672820"/>
                        <a:pt x="321985" y="672820"/>
                        <a:pt x="321985" y="689138"/>
                      </a:cubicBezTo>
                      <a:cubicBezTo>
                        <a:pt x="321985" y="697297"/>
                        <a:pt x="319266" y="697297"/>
                        <a:pt x="316546" y="705456"/>
                      </a:cubicBezTo>
                      <a:cubicBezTo>
                        <a:pt x="311107" y="710895"/>
                        <a:pt x="305667" y="713615"/>
                        <a:pt x="300228" y="713615"/>
                      </a:cubicBezTo>
                      <a:cubicBezTo>
                        <a:pt x="292069" y="716335"/>
                        <a:pt x="283910" y="716335"/>
                        <a:pt x="278471" y="716335"/>
                      </a:cubicBezTo>
                      <a:cubicBezTo>
                        <a:pt x="275751" y="716335"/>
                        <a:pt x="256713" y="716335"/>
                        <a:pt x="237676" y="716335"/>
                      </a:cubicBezTo>
                      <a:cubicBezTo>
                        <a:pt x="213199" y="716335"/>
                        <a:pt x="186003" y="719054"/>
                        <a:pt x="180563" y="719054"/>
                      </a:cubicBezTo>
                      <a:cubicBezTo>
                        <a:pt x="166965" y="719054"/>
                        <a:pt x="142488" y="719054"/>
                        <a:pt x="126170" y="719054"/>
                      </a:cubicBezTo>
                      <a:cubicBezTo>
                        <a:pt x="118011" y="719054"/>
                        <a:pt x="109852" y="719054"/>
                        <a:pt x="101693" y="719054"/>
                      </a:cubicBezTo>
                      <a:cubicBezTo>
                        <a:pt x="93534" y="719054"/>
                        <a:pt x="82655" y="719054"/>
                        <a:pt x="74496" y="713615"/>
                      </a:cubicBezTo>
                      <a:cubicBezTo>
                        <a:pt x="66337" y="710895"/>
                        <a:pt x="58178" y="702736"/>
                        <a:pt x="58178" y="697297"/>
                      </a:cubicBezTo>
                      <a:cubicBezTo>
                        <a:pt x="58178" y="694578"/>
                        <a:pt x="58178" y="691858"/>
                        <a:pt x="63618" y="689138"/>
                      </a:cubicBezTo>
                      <a:cubicBezTo>
                        <a:pt x="69057" y="686418"/>
                        <a:pt x="79936" y="683699"/>
                        <a:pt x="85375" y="680979"/>
                      </a:cubicBezTo>
                      <a:cubicBezTo>
                        <a:pt x="104413" y="678260"/>
                        <a:pt x="123450" y="675540"/>
                        <a:pt x="131609" y="675540"/>
                      </a:cubicBezTo>
                      <a:cubicBezTo>
                        <a:pt x="134329" y="675540"/>
                        <a:pt x="137049" y="675540"/>
                        <a:pt x="142488" y="675540"/>
                      </a:cubicBezTo>
                      <a:cubicBezTo>
                        <a:pt x="134329" y="670101"/>
                        <a:pt x="131609" y="661942"/>
                        <a:pt x="131609" y="653783"/>
                      </a:cubicBezTo>
                      <a:cubicBezTo>
                        <a:pt x="131609" y="648343"/>
                        <a:pt x="131609" y="642904"/>
                        <a:pt x="128890" y="640184"/>
                      </a:cubicBezTo>
                      <a:cubicBezTo>
                        <a:pt x="128890" y="637465"/>
                        <a:pt x="128890" y="634745"/>
                        <a:pt x="128890" y="629306"/>
                      </a:cubicBezTo>
                      <a:cubicBezTo>
                        <a:pt x="128890" y="626586"/>
                        <a:pt x="128890" y="623867"/>
                        <a:pt x="128890" y="621147"/>
                      </a:cubicBezTo>
                      <a:cubicBezTo>
                        <a:pt x="128890" y="612988"/>
                        <a:pt x="128890" y="604829"/>
                        <a:pt x="128890" y="593950"/>
                      </a:cubicBezTo>
                      <a:cubicBezTo>
                        <a:pt x="128890" y="591231"/>
                        <a:pt x="128890" y="585791"/>
                        <a:pt x="128890" y="583072"/>
                      </a:cubicBezTo>
                      <a:cubicBezTo>
                        <a:pt x="128890" y="534118"/>
                        <a:pt x="131609" y="485164"/>
                        <a:pt x="128890" y="436210"/>
                      </a:cubicBezTo>
                      <a:cubicBezTo>
                        <a:pt x="128890" y="409014"/>
                        <a:pt x="128890" y="384537"/>
                        <a:pt x="128890" y="357340"/>
                      </a:cubicBezTo>
                      <a:cubicBezTo>
                        <a:pt x="128890" y="335583"/>
                        <a:pt x="131609" y="313826"/>
                        <a:pt x="131609" y="289349"/>
                      </a:cubicBezTo>
                      <a:cubicBezTo>
                        <a:pt x="131609" y="275751"/>
                        <a:pt x="131609" y="264872"/>
                        <a:pt x="131609" y="251274"/>
                      </a:cubicBezTo>
                      <a:cubicBezTo>
                        <a:pt x="131609" y="234956"/>
                        <a:pt x="131609" y="221357"/>
                        <a:pt x="131609" y="205040"/>
                      </a:cubicBezTo>
                      <a:cubicBezTo>
                        <a:pt x="131609" y="183282"/>
                        <a:pt x="131609" y="161525"/>
                        <a:pt x="131609" y="139768"/>
                      </a:cubicBezTo>
                      <a:cubicBezTo>
                        <a:pt x="131609" y="137048"/>
                        <a:pt x="131609" y="134329"/>
                        <a:pt x="131609" y="128889"/>
                      </a:cubicBezTo>
                      <a:cubicBezTo>
                        <a:pt x="128890" y="128889"/>
                        <a:pt x="126170" y="128889"/>
                        <a:pt x="126170" y="128889"/>
                      </a:cubicBezTo>
                      <a:cubicBezTo>
                        <a:pt x="118011" y="128889"/>
                        <a:pt x="109852" y="128889"/>
                        <a:pt x="101693" y="128889"/>
                      </a:cubicBezTo>
                      <a:cubicBezTo>
                        <a:pt x="93534" y="128889"/>
                        <a:pt x="82655" y="128889"/>
                        <a:pt x="74496" y="123450"/>
                      </a:cubicBezTo>
                      <a:cubicBezTo>
                        <a:pt x="66337" y="120730"/>
                        <a:pt x="58178" y="112571"/>
                        <a:pt x="58178" y="107132"/>
                      </a:cubicBezTo>
                      <a:cubicBezTo>
                        <a:pt x="58178" y="104412"/>
                        <a:pt x="58178" y="101693"/>
                        <a:pt x="60898" y="98973"/>
                      </a:cubicBezTo>
                      <a:cubicBezTo>
                        <a:pt x="63618" y="96253"/>
                        <a:pt x="77216" y="93534"/>
                        <a:pt x="82655" y="93534"/>
                      </a:cubicBezTo>
                      <a:cubicBezTo>
                        <a:pt x="98973" y="90814"/>
                        <a:pt x="123450" y="88094"/>
                        <a:pt x="131609" y="88094"/>
                      </a:cubicBezTo>
                      <a:cubicBezTo>
                        <a:pt x="131609" y="85375"/>
                        <a:pt x="131609" y="85375"/>
                        <a:pt x="131609" y="82655"/>
                      </a:cubicBezTo>
                      <a:cubicBezTo>
                        <a:pt x="131609" y="77216"/>
                        <a:pt x="131609" y="74496"/>
                        <a:pt x="134329" y="71776"/>
                      </a:cubicBezTo>
                      <a:cubicBezTo>
                        <a:pt x="137049" y="69057"/>
                        <a:pt x="145208" y="66337"/>
                        <a:pt x="147927" y="63617"/>
                      </a:cubicBezTo>
                      <a:cubicBezTo>
                        <a:pt x="153366" y="60898"/>
                        <a:pt x="158806" y="58178"/>
                        <a:pt x="164245" y="58178"/>
                      </a:cubicBezTo>
                      <a:cubicBezTo>
                        <a:pt x="169684" y="58178"/>
                        <a:pt x="175124" y="58178"/>
                        <a:pt x="177843" y="58178"/>
                      </a:cubicBezTo>
                      <a:cubicBezTo>
                        <a:pt x="183283" y="58178"/>
                        <a:pt x="191442" y="58178"/>
                        <a:pt x="196881" y="60898"/>
                      </a:cubicBezTo>
                      <a:cubicBezTo>
                        <a:pt x="213199" y="63617"/>
                        <a:pt x="224078" y="74496"/>
                        <a:pt x="232237" y="88094"/>
                      </a:cubicBezTo>
                      <a:cubicBezTo>
                        <a:pt x="253994" y="88094"/>
                        <a:pt x="270312" y="88094"/>
                        <a:pt x="278471" y="88094"/>
                      </a:cubicBezTo>
                      <a:cubicBezTo>
                        <a:pt x="292069" y="88094"/>
                        <a:pt x="316546" y="88094"/>
                        <a:pt x="316546" y="104412"/>
                      </a:cubicBezTo>
                      <a:cubicBezTo>
                        <a:pt x="316546" y="112571"/>
                        <a:pt x="313826" y="112571"/>
                        <a:pt x="311107" y="120730"/>
                      </a:cubicBezTo>
                      <a:cubicBezTo>
                        <a:pt x="305667" y="126170"/>
                        <a:pt x="300228" y="128889"/>
                        <a:pt x="294789" y="128889"/>
                      </a:cubicBezTo>
                      <a:cubicBezTo>
                        <a:pt x="286630" y="131609"/>
                        <a:pt x="278471" y="131609"/>
                        <a:pt x="273032" y="131609"/>
                      </a:cubicBezTo>
                      <a:cubicBezTo>
                        <a:pt x="270312" y="131609"/>
                        <a:pt x="259433" y="131609"/>
                        <a:pt x="243115" y="131609"/>
                      </a:cubicBezTo>
                      <a:lnTo>
                        <a:pt x="243115" y="134329"/>
                      </a:lnTo>
                      <a:cubicBezTo>
                        <a:pt x="245835" y="145207"/>
                        <a:pt x="245835" y="158805"/>
                        <a:pt x="248554" y="169684"/>
                      </a:cubicBezTo>
                      <a:cubicBezTo>
                        <a:pt x="251274" y="180563"/>
                        <a:pt x="251274" y="194161"/>
                        <a:pt x="251274" y="205040"/>
                      </a:cubicBezTo>
                      <a:cubicBezTo>
                        <a:pt x="251274" y="215918"/>
                        <a:pt x="251274" y="226797"/>
                        <a:pt x="251274" y="240395"/>
                      </a:cubicBezTo>
                      <a:cubicBezTo>
                        <a:pt x="251274" y="245834"/>
                        <a:pt x="251274" y="251274"/>
                        <a:pt x="251274" y="256713"/>
                      </a:cubicBezTo>
                      <a:cubicBezTo>
                        <a:pt x="251274" y="262152"/>
                        <a:pt x="251274" y="267592"/>
                        <a:pt x="253994" y="270311"/>
                      </a:cubicBezTo>
                      <a:cubicBezTo>
                        <a:pt x="256713" y="294788"/>
                        <a:pt x="256713" y="319265"/>
                        <a:pt x="259433" y="343742"/>
                      </a:cubicBezTo>
                      <a:cubicBezTo>
                        <a:pt x="259433" y="370939"/>
                        <a:pt x="262153" y="398135"/>
                        <a:pt x="262153" y="425332"/>
                      </a:cubicBezTo>
                      <a:cubicBezTo>
                        <a:pt x="262153" y="447089"/>
                        <a:pt x="262153" y="468846"/>
                        <a:pt x="264872" y="490603"/>
                      </a:cubicBezTo>
                      <a:cubicBezTo>
                        <a:pt x="264872" y="515080"/>
                        <a:pt x="270312" y="539557"/>
                        <a:pt x="270312" y="564034"/>
                      </a:cubicBezTo>
                      <a:cubicBezTo>
                        <a:pt x="270312" y="574913"/>
                        <a:pt x="270312" y="588511"/>
                        <a:pt x="270312" y="599390"/>
                      </a:cubicBezTo>
                      <a:cubicBezTo>
                        <a:pt x="270312" y="612988"/>
                        <a:pt x="270312" y="623867"/>
                        <a:pt x="270312" y="637465"/>
                      </a:cubicBezTo>
                      <a:cubicBezTo>
                        <a:pt x="270312" y="648343"/>
                        <a:pt x="270312" y="661942"/>
                        <a:pt x="264872" y="670101"/>
                      </a:cubicBezTo>
                      <a:cubicBezTo>
                        <a:pt x="273032" y="672820"/>
                        <a:pt x="278471" y="672820"/>
                        <a:pt x="283910" y="672820"/>
                      </a:cubicBezTo>
                      <a:lnTo>
                        <a:pt x="283910" y="672820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51" name="Freeform: Shape 50">
                  <a:extLst>
                    <a:ext uri="{FF2B5EF4-FFF2-40B4-BE49-F238E27FC236}">
                      <a16:creationId xmlns:a16="http://schemas.microsoft.com/office/drawing/2014/main" id="{BF1535FC-5A93-427B-B4B5-A62EC2FC69C2}"/>
                    </a:ext>
                  </a:extLst>
                </p:cNvPr>
                <p:cNvSpPr/>
                <p:nvPr/>
              </p:nvSpPr>
              <p:spPr>
                <a:xfrm>
                  <a:off x="8652924" y="4192158"/>
                  <a:ext cx="516735" cy="788700"/>
                </a:xfrm>
                <a:custGeom>
                  <a:avLst/>
                  <a:gdLst>
                    <a:gd name="connsiteX0" fmla="*/ 464616 w 516735"/>
                    <a:gd name="connsiteY0" fmla="*/ 436210 h 788699"/>
                    <a:gd name="connsiteX1" fmla="*/ 445578 w 516735"/>
                    <a:gd name="connsiteY1" fmla="*/ 455248 h 788699"/>
                    <a:gd name="connsiteX2" fmla="*/ 404783 w 516735"/>
                    <a:gd name="connsiteY2" fmla="*/ 466126 h 788699"/>
                    <a:gd name="connsiteX3" fmla="*/ 385746 w 516735"/>
                    <a:gd name="connsiteY3" fmla="*/ 479725 h 788699"/>
                    <a:gd name="connsiteX4" fmla="*/ 388466 w 516735"/>
                    <a:gd name="connsiteY4" fmla="*/ 512361 h 788699"/>
                    <a:gd name="connsiteX5" fmla="*/ 388466 w 516735"/>
                    <a:gd name="connsiteY5" fmla="*/ 544997 h 788699"/>
                    <a:gd name="connsiteX6" fmla="*/ 388466 w 516735"/>
                    <a:gd name="connsiteY6" fmla="*/ 566754 h 788699"/>
                    <a:gd name="connsiteX7" fmla="*/ 391185 w 516735"/>
                    <a:gd name="connsiteY7" fmla="*/ 632026 h 788699"/>
                    <a:gd name="connsiteX8" fmla="*/ 393905 w 516735"/>
                    <a:gd name="connsiteY8" fmla="*/ 683699 h 788699"/>
                    <a:gd name="connsiteX9" fmla="*/ 377587 w 516735"/>
                    <a:gd name="connsiteY9" fmla="*/ 724494 h 788699"/>
                    <a:gd name="connsiteX10" fmla="*/ 361269 w 516735"/>
                    <a:gd name="connsiteY10" fmla="*/ 719054 h 788699"/>
                    <a:gd name="connsiteX11" fmla="*/ 353110 w 516735"/>
                    <a:gd name="connsiteY11" fmla="*/ 702737 h 788699"/>
                    <a:gd name="connsiteX12" fmla="*/ 350390 w 516735"/>
                    <a:gd name="connsiteY12" fmla="*/ 686419 h 788699"/>
                    <a:gd name="connsiteX13" fmla="*/ 353110 w 516735"/>
                    <a:gd name="connsiteY13" fmla="*/ 659222 h 788699"/>
                    <a:gd name="connsiteX14" fmla="*/ 353110 w 516735"/>
                    <a:gd name="connsiteY14" fmla="*/ 656502 h 788699"/>
                    <a:gd name="connsiteX15" fmla="*/ 317754 w 516735"/>
                    <a:gd name="connsiteY15" fmla="*/ 708176 h 788699"/>
                    <a:gd name="connsiteX16" fmla="*/ 241604 w 516735"/>
                    <a:gd name="connsiteY16" fmla="*/ 735372 h 788699"/>
                    <a:gd name="connsiteX17" fmla="*/ 187211 w 516735"/>
                    <a:gd name="connsiteY17" fmla="*/ 727214 h 788699"/>
                    <a:gd name="connsiteX18" fmla="*/ 135537 w 516735"/>
                    <a:gd name="connsiteY18" fmla="*/ 694578 h 788699"/>
                    <a:gd name="connsiteX19" fmla="*/ 86583 w 516735"/>
                    <a:gd name="connsiteY19" fmla="*/ 621147 h 788699"/>
                    <a:gd name="connsiteX20" fmla="*/ 67546 w 516735"/>
                    <a:gd name="connsiteY20" fmla="*/ 555875 h 788699"/>
                    <a:gd name="connsiteX21" fmla="*/ 59387 w 516735"/>
                    <a:gd name="connsiteY21" fmla="*/ 509641 h 788699"/>
                    <a:gd name="connsiteX22" fmla="*/ 59387 w 516735"/>
                    <a:gd name="connsiteY22" fmla="*/ 468846 h 788699"/>
                    <a:gd name="connsiteX23" fmla="*/ 86583 w 516735"/>
                    <a:gd name="connsiteY23" fmla="*/ 302947 h 788699"/>
                    <a:gd name="connsiteX24" fmla="*/ 108341 w 516735"/>
                    <a:gd name="connsiteY24" fmla="*/ 224077 h 788699"/>
                    <a:gd name="connsiteX25" fmla="*/ 146416 w 516735"/>
                    <a:gd name="connsiteY25" fmla="*/ 145207 h 788699"/>
                    <a:gd name="connsiteX26" fmla="*/ 198090 w 516735"/>
                    <a:gd name="connsiteY26" fmla="*/ 85375 h 788699"/>
                    <a:gd name="connsiteX27" fmla="*/ 228006 w 516735"/>
                    <a:gd name="connsiteY27" fmla="*/ 69057 h 788699"/>
                    <a:gd name="connsiteX28" fmla="*/ 268801 w 516735"/>
                    <a:gd name="connsiteY28" fmla="*/ 58178 h 788699"/>
                    <a:gd name="connsiteX29" fmla="*/ 274240 w 516735"/>
                    <a:gd name="connsiteY29" fmla="*/ 58178 h 788699"/>
                    <a:gd name="connsiteX30" fmla="*/ 295997 w 516735"/>
                    <a:gd name="connsiteY30" fmla="*/ 60898 h 788699"/>
                    <a:gd name="connsiteX31" fmla="*/ 331353 w 516735"/>
                    <a:gd name="connsiteY31" fmla="*/ 71776 h 788699"/>
                    <a:gd name="connsiteX32" fmla="*/ 350390 w 516735"/>
                    <a:gd name="connsiteY32" fmla="*/ 93534 h 788699"/>
                    <a:gd name="connsiteX33" fmla="*/ 353110 w 516735"/>
                    <a:gd name="connsiteY33" fmla="*/ 74496 h 788699"/>
                    <a:gd name="connsiteX34" fmla="*/ 358549 w 516735"/>
                    <a:gd name="connsiteY34" fmla="*/ 63618 h 788699"/>
                    <a:gd name="connsiteX35" fmla="*/ 366708 w 516735"/>
                    <a:gd name="connsiteY35" fmla="*/ 58178 h 788699"/>
                    <a:gd name="connsiteX36" fmla="*/ 374867 w 516735"/>
                    <a:gd name="connsiteY36" fmla="*/ 63618 h 788699"/>
                    <a:gd name="connsiteX37" fmla="*/ 383027 w 516735"/>
                    <a:gd name="connsiteY37" fmla="*/ 82655 h 788699"/>
                    <a:gd name="connsiteX38" fmla="*/ 385746 w 516735"/>
                    <a:gd name="connsiteY38" fmla="*/ 126170 h 788699"/>
                    <a:gd name="connsiteX39" fmla="*/ 388466 w 516735"/>
                    <a:gd name="connsiteY39" fmla="*/ 186002 h 788699"/>
                    <a:gd name="connsiteX40" fmla="*/ 391185 w 516735"/>
                    <a:gd name="connsiteY40" fmla="*/ 237676 h 788699"/>
                    <a:gd name="connsiteX41" fmla="*/ 374867 w 516735"/>
                    <a:gd name="connsiteY41" fmla="*/ 278470 h 788699"/>
                    <a:gd name="connsiteX42" fmla="*/ 358549 w 516735"/>
                    <a:gd name="connsiteY42" fmla="*/ 273031 h 788699"/>
                    <a:gd name="connsiteX43" fmla="*/ 350390 w 516735"/>
                    <a:gd name="connsiteY43" fmla="*/ 256713 h 788699"/>
                    <a:gd name="connsiteX44" fmla="*/ 347671 w 516735"/>
                    <a:gd name="connsiteY44" fmla="*/ 240395 h 788699"/>
                    <a:gd name="connsiteX45" fmla="*/ 347671 w 516735"/>
                    <a:gd name="connsiteY45" fmla="*/ 213199 h 788699"/>
                    <a:gd name="connsiteX46" fmla="*/ 344951 w 516735"/>
                    <a:gd name="connsiteY46" fmla="*/ 194161 h 788699"/>
                    <a:gd name="connsiteX47" fmla="*/ 339512 w 516735"/>
                    <a:gd name="connsiteY47" fmla="*/ 150647 h 788699"/>
                    <a:gd name="connsiteX48" fmla="*/ 323194 w 516735"/>
                    <a:gd name="connsiteY48" fmla="*/ 112571 h 788699"/>
                    <a:gd name="connsiteX49" fmla="*/ 293278 w 516735"/>
                    <a:gd name="connsiteY49" fmla="*/ 101693 h 788699"/>
                    <a:gd name="connsiteX50" fmla="*/ 263361 w 516735"/>
                    <a:gd name="connsiteY50" fmla="*/ 120730 h 788699"/>
                    <a:gd name="connsiteX51" fmla="*/ 241604 w 516735"/>
                    <a:gd name="connsiteY51" fmla="*/ 153366 h 788699"/>
                    <a:gd name="connsiteX52" fmla="*/ 233445 w 516735"/>
                    <a:gd name="connsiteY52" fmla="*/ 194161 h 788699"/>
                    <a:gd name="connsiteX53" fmla="*/ 225286 w 516735"/>
                    <a:gd name="connsiteY53" fmla="*/ 232236 h 788699"/>
                    <a:gd name="connsiteX54" fmla="*/ 217127 w 516735"/>
                    <a:gd name="connsiteY54" fmla="*/ 275751 h 788699"/>
                    <a:gd name="connsiteX55" fmla="*/ 211688 w 516735"/>
                    <a:gd name="connsiteY55" fmla="*/ 316545 h 788699"/>
                    <a:gd name="connsiteX56" fmla="*/ 206249 w 516735"/>
                    <a:gd name="connsiteY56" fmla="*/ 354621 h 788699"/>
                    <a:gd name="connsiteX57" fmla="*/ 200809 w 516735"/>
                    <a:gd name="connsiteY57" fmla="*/ 398135 h 788699"/>
                    <a:gd name="connsiteX58" fmla="*/ 195370 w 516735"/>
                    <a:gd name="connsiteY58" fmla="*/ 438930 h 788699"/>
                    <a:gd name="connsiteX59" fmla="*/ 192650 w 516735"/>
                    <a:gd name="connsiteY59" fmla="*/ 474286 h 788699"/>
                    <a:gd name="connsiteX60" fmla="*/ 195370 w 516735"/>
                    <a:gd name="connsiteY60" fmla="*/ 525959 h 788699"/>
                    <a:gd name="connsiteX61" fmla="*/ 208968 w 516735"/>
                    <a:gd name="connsiteY61" fmla="*/ 596670 h 788699"/>
                    <a:gd name="connsiteX62" fmla="*/ 214407 w 516735"/>
                    <a:gd name="connsiteY62" fmla="*/ 623867 h 788699"/>
                    <a:gd name="connsiteX63" fmla="*/ 228006 w 516735"/>
                    <a:gd name="connsiteY63" fmla="*/ 656502 h 788699"/>
                    <a:gd name="connsiteX64" fmla="*/ 271520 w 516735"/>
                    <a:gd name="connsiteY64" fmla="*/ 689138 h 788699"/>
                    <a:gd name="connsiteX65" fmla="*/ 306876 w 516735"/>
                    <a:gd name="connsiteY65" fmla="*/ 664661 h 788699"/>
                    <a:gd name="connsiteX66" fmla="*/ 331353 w 516735"/>
                    <a:gd name="connsiteY66" fmla="*/ 602109 h 788699"/>
                    <a:gd name="connsiteX67" fmla="*/ 336792 w 516735"/>
                    <a:gd name="connsiteY67" fmla="*/ 544997 h 788699"/>
                    <a:gd name="connsiteX68" fmla="*/ 336792 w 516735"/>
                    <a:gd name="connsiteY68" fmla="*/ 498762 h 788699"/>
                    <a:gd name="connsiteX69" fmla="*/ 336792 w 516735"/>
                    <a:gd name="connsiteY69" fmla="*/ 490603 h 788699"/>
                    <a:gd name="connsiteX70" fmla="*/ 320474 w 516735"/>
                    <a:gd name="connsiteY70" fmla="*/ 477005 h 788699"/>
                    <a:gd name="connsiteX71" fmla="*/ 282399 w 516735"/>
                    <a:gd name="connsiteY71" fmla="*/ 479725 h 788699"/>
                    <a:gd name="connsiteX72" fmla="*/ 252483 w 516735"/>
                    <a:gd name="connsiteY72" fmla="*/ 474286 h 788699"/>
                    <a:gd name="connsiteX73" fmla="*/ 247044 w 516735"/>
                    <a:gd name="connsiteY73" fmla="*/ 466126 h 788699"/>
                    <a:gd name="connsiteX74" fmla="*/ 249763 w 516735"/>
                    <a:gd name="connsiteY74" fmla="*/ 457968 h 788699"/>
                    <a:gd name="connsiteX75" fmla="*/ 268801 w 516735"/>
                    <a:gd name="connsiteY75" fmla="*/ 447089 h 788699"/>
                    <a:gd name="connsiteX76" fmla="*/ 312315 w 516735"/>
                    <a:gd name="connsiteY76" fmla="*/ 436210 h 788699"/>
                    <a:gd name="connsiteX77" fmla="*/ 353110 w 516735"/>
                    <a:gd name="connsiteY77" fmla="*/ 430771 h 788699"/>
                    <a:gd name="connsiteX78" fmla="*/ 385746 w 516735"/>
                    <a:gd name="connsiteY78" fmla="*/ 430771 h 788699"/>
                    <a:gd name="connsiteX79" fmla="*/ 437420 w 516735"/>
                    <a:gd name="connsiteY79" fmla="*/ 428051 h 788699"/>
                    <a:gd name="connsiteX80" fmla="*/ 464616 w 516735"/>
                    <a:gd name="connsiteY80" fmla="*/ 436210 h 788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</a:cxnLst>
                  <a:rect l="l" t="t" r="r" b="b"/>
                  <a:pathLst>
                    <a:path w="516735" h="788699">
                      <a:moveTo>
                        <a:pt x="464616" y="436210"/>
                      </a:moveTo>
                      <a:cubicBezTo>
                        <a:pt x="464616" y="447089"/>
                        <a:pt x="453738" y="452528"/>
                        <a:pt x="445578" y="455248"/>
                      </a:cubicBezTo>
                      <a:cubicBezTo>
                        <a:pt x="434700" y="460687"/>
                        <a:pt x="415662" y="463407"/>
                        <a:pt x="404783" y="466126"/>
                      </a:cubicBezTo>
                      <a:cubicBezTo>
                        <a:pt x="393905" y="466126"/>
                        <a:pt x="385746" y="468846"/>
                        <a:pt x="385746" y="479725"/>
                      </a:cubicBezTo>
                      <a:cubicBezTo>
                        <a:pt x="385746" y="487884"/>
                        <a:pt x="388466" y="506921"/>
                        <a:pt x="388466" y="512361"/>
                      </a:cubicBezTo>
                      <a:cubicBezTo>
                        <a:pt x="388466" y="515080"/>
                        <a:pt x="388466" y="539557"/>
                        <a:pt x="388466" y="544997"/>
                      </a:cubicBezTo>
                      <a:cubicBezTo>
                        <a:pt x="388466" y="550436"/>
                        <a:pt x="388466" y="558595"/>
                        <a:pt x="388466" y="566754"/>
                      </a:cubicBezTo>
                      <a:cubicBezTo>
                        <a:pt x="388466" y="591231"/>
                        <a:pt x="388466" y="621147"/>
                        <a:pt x="391185" y="632026"/>
                      </a:cubicBezTo>
                      <a:cubicBezTo>
                        <a:pt x="393905" y="653783"/>
                        <a:pt x="393905" y="661942"/>
                        <a:pt x="393905" y="683699"/>
                      </a:cubicBezTo>
                      <a:cubicBezTo>
                        <a:pt x="393905" y="694578"/>
                        <a:pt x="393905" y="724494"/>
                        <a:pt x="377587" y="724494"/>
                      </a:cubicBezTo>
                      <a:cubicBezTo>
                        <a:pt x="369428" y="724494"/>
                        <a:pt x="366708" y="721774"/>
                        <a:pt x="361269" y="719054"/>
                      </a:cubicBezTo>
                      <a:cubicBezTo>
                        <a:pt x="355830" y="716335"/>
                        <a:pt x="353110" y="708176"/>
                        <a:pt x="353110" y="702737"/>
                      </a:cubicBezTo>
                      <a:cubicBezTo>
                        <a:pt x="350390" y="694578"/>
                        <a:pt x="350390" y="689138"/>
                        <a:pt x="350390" y="686419"/>
                      </a:cubicBezTo>
                      <a:cubicBezTo>
                        <a:pt x="350390" y="678260"/>
                        <a:pt x="353110" y="672820"/>
                        <a:pt x="353110" y="659222"/>
                      </a:cubicBezTo>
                      <a:lnTo>
                        <a:pt x="353110" y="656502"/>
                      </a:lnTo>
                      <a:cubicBezTo>
                        <a:pt x="347671" y="675540"/>
                        <a:pt x="334073" y="694578"/>
                        <a:pt x="317754" y="708176"/>
                      </a:cubicBezTo>
                      <a:cubicBezTo>
                        <a:pt x="293278" y="727214"/>
                        <a:pt x="274240" y="735372"/>
                        <a:pt x="241604" y="735372"/>
                      </a:cubicBezTo>
                      <a:cubicBezTo>
                        <a:pt x="222566" y="735372"/>
                        <a:pt x="203529" y="732653"/>
                        <a:pt x="187211" y="727214"/>
                      </a:cubicBezTo>
                      <a:cubicBezTo>
                        <a:pt x="165454" y="719054"/>
                        <a:pt x="149136" y="708176"/>
                        <a:pt x="135537" y="694578"/>
                      </a:cubicBezTo>
                      <a:cubicBezTo>
                        <a:pt x="113780" y="672820"/>
                        <a:pt x="100182" y="648343"/>
                        <a:pt x="86583" y="621147"/>
                      </a:cubicBezTo>
                      <a:cubicBezTo>
                        <a:pt x="75705" y="599390"/>
                        <a:pt x="70266" y="580352"/>
                        <a:pt x="67546" y="555875"/>
                      </a:cubicBezTo>
                      <a:cubicBezTo>
                        <a:pt x="64826" y="539557"/>
                        <a:pt x="62107" y="525959"/>
                        <a:pt x="59387" y="509641"/>
                      </a:cubicBezTo>
                      <a:cubicBezTo>
                        <a:pt x="56667" y="493323"/>
                        <a:pt x="59387" y="485164"/>
                        <a:pt x="59387" y="468846"/>
                      </a:cubicBezTo>
                      <a:cubicBezTo>
                        <a:pt x="59387" y="414453"/>
                        <a:pt x="72985" y="362780"/>
                        <a:pt x="86583" y="302947"/>
                      </a:cubicBezTo>
                      <a:cubicBezTo>
                        <a:pt x="92023" y="275751"/>
                        <a:pt x="100182" y="248554"/>
                        <a:pt x="108341" y="224077"/>
                      </a:cubicBezTo>
                      <a:cubicBezTo>
                        <a:pt x="116500" y="196881"/>
                        <a:pt x="130098" y="169684"/>
                        <a:pt x="146416" y="145207"/>
                      </a:cubicBezTo>
                      <a:cubicBezTo>
                        <a:pt x="160014" y="123450"/>
                        <a:pt x="176332" y="101693"/>
                        <a:pt x="198090" y="85375"/>
                      </a:cubicBezTo>
                      <a:cubicBezTo>
                        <a:pt x="206249" y="77216"/>
                        <a:pt x="217127" y="71776"/>
                        <a:pt x="228006" y="69057"/>
                      </a:cubicBezTo>
                      <a:cubicBezTo>
                        <a:pt x="241604" y="63618"/>
                        <a:pt x="255202" y="58178"/>
                        <a:pt x="268801" y="58178"/>
                      </a:cubicBezTo>
                      <a:cubicBezTo>
                        <a:pt x="271520" y="58178"/>
                        <a:pt x="274240" y="58178"/>
                        <a:pt x="274240" y="58178"/>
                      </a:cubicBezTo>
                      <a:cubicBezTo>
                        <a:pt x="279679" y="58178"/>
                        <a:pt x="285119" y="58178"/>
                        <a:pt x="295997" y="60898"/>
                      </a:cubicBezTo>
                      <a:cubicBezTo>
                        <a:pt x="309595" y="63618"/>
                        <a:pt x="320474" y="66337"/>
                        <a:pt x="331353" y="71776"/>
                      </a:cubicBezTo>
                      <a:cubicBezTo>
                        <a:pt x="339512" y="77216"/>
                        <a:pt x="347671" y="85375"/>
                        <a:pt x="350390" y="93534"/>
                      </a:cubicBezTo>
                      <a:cubicBezTo>
                        <a:pt x="350390" y="88095"/>
                        <a:pt x="353110" y="79936"/>
                        <a:pt x="353110" y="74496"/>
                      </a:cubicBezTo>
                      <a:cubicBezTo>
                        <a:pt x="355830" y="71776"/>
                        <a:pt x="355830" y="69057"/>
                        <a:pt x="358549" y="63618"/>
                      </a:cubicBezTo>
                      <a:cubicBezTo>
                        <a:pt x="361269" y="60898"/>
                        <a:pt x="363989" y="58178"/>
                        <a:pt x="366708" y="58178"/>
                      </a:cubicBezTo>
                      <a:cubicBezTo>
                        <a:pt x="369428" y="58178"/>
                        <a:pt x="372148" y="60898"/>
                        <a:pt x="374867" y="63618"/>
                      </a:cubicBezTo>
                      <a:cubicBezTo>
                        <a:pt x="377587" y="69057"/>
                        <a:pt x="380307" y="77216"/>
                        <a:pt x="383027" y="82655"/>
                      </a:cubicBezTo>
                      <a:cubicBezTo>
                        <a:pt x="383027" y="90814"/>
                        <a:pt x="385746" y="107132"/>
                        <a:pt x="385746" y="126170"/>
                      </a:cubicBezTo>
                      <a:cubicBezTo>
                        <a:pt x="385746" y="150647"/>
                        <a:pt x="385746" y="177843"/>
                        <a:pt x="388466" y="186002"/>
                      </a:cubicBezTo>
                      <a:cubicBezTo>
                        <a:pt x="391185" y="207759"/>
                        <a:pt x="391185" y="215918"/>
                        <a:pt x="391185" y="237676"/>
                      </a:cubicBezTo>
                      <a:cubicBezTo>
                        <a:pt x="391185" y="248554"/>
                        <a:pt x="391185" y="278470"/>
                        <a:pt x="374867" y="278470"/>
                      </a:cubicBezTo>
                      <a:cubicBezTo>
                        <a:pt x="366708" y="278470"/>
                        <a:pt x="363989" y="275751"/>
                        <a:pt x="358549" y="273031"/>
                      </a:cubicBezTo>
                      <a:cubicBezTo>
                        <a:pt x="353110" y="270311"/>
                        <a:pt x="350390" y="262152"/>
                        <a:pt x="350390" y="256713"/>
                      </a:cubicBezTo>
                      <a:cubicBezTo>
                        <a:pt x="350390" y="251274"/>
                        <a:pt x="347671" y="245834"/>
                        <a:pt x="347671" y="240395"/>
                      </a:cubicBezTo>
                      <a:cubicBezTo>
                        <a:pt x="347671" y="232236"/>
                        <a:pt x="347671" y="224077"/>
                        <a:pt x="347671" y="213199"/>
                      </a:cubicBezTo>
                      <a:cubicBezTo>
                        <a:pt x="347671" y="207759"/>
                        <a:pt x="347671" y="199600"/>
                        <a:pt x="344951" y="194161"/>
                      </a:cubicBezTo>
                      <a:cubicBezTo>
                        <a:pt x="342232" y="180563"/>
                        <a:pt x="342232" y="164245"/>
                        <a:pt x="339512" y="150647"/>
                      </a:cubicBezTo>
                      <a:cubicBezTo>
                        <a:pt x="336792" y="137048"/>
                        <a:pt x="331353" y="123450"/>
                        <a:pt x="323194" y="112571"/>
                      </a:cubicBezTo>
                      <a:cubicBezTo>
                        <a:pt x="317754" y="104412"/>
                        <a:pt x="304156" y="101693"/>
                        <a:pt x="293278" y="101693"/>
                      </a:cubicBezTo>
                      <a:cubicBezTo>
                        <a:pt x="279679" y="101693"/>
                        <a:pt x="271520" y="109852"/>
                        <a:pt x="263361" y="120730"/>
                      </a:cubicBezTo>
                      <a:cubicBezTo>
                        <a:pt x="257922" y="131609"/>
                        <a:pt x="247044" y="139768"/>
                        <a:pt x="241604" y="153366"/>
                      </a:cubicBezTo>
                      <a:cubicBezTo>
                        <a:pt x="236165" y="166964"/>
                        <a:pt x="233445" y="180563"/>
                        <a:pt x="233445" y="194161"/>
                      </a:cubicBezTo>
                      <a:cubicBezTo>
                        <a:pt x="233445" y="207759"/>
                        <a:pt x="230725" y="218638"/>
                        <a:pt x="225286" y="232236"/>
                      </a:cubicBezTo>
                      <a:cubicBezTo>
                        <a:pt x="219847" y="245834"/>
                        <a:pt x="219847" y="262152"/>
                        <a:pt x="217127" y="275751"/>
                      </a:cubicBezTo>
                      <a:cubicBezTo>
                        <a:pt x="214407" y="289349"/>
                        <a:pt x="214407" y="302947"/>
                        <a:pt x="211688" y="316545"/>
                      </a:cubicBezTo>
                      <a:cubicBezTo>
                        <a:pt x="211688" y="330144"/>
                        <a:pt x="206249" y="341022"/>
                        <a:pt x="206249" y="354621"/>
                      </a:cubicBezTo>
                      <a:cubicBezTo>
                        <a:pt x="203529" y="368219"/>
                        <a:pt x="203529" y="381817"/>
                        <a:pt x="200809" y="398135"/>
                      </a:cubicBezTo>
                      <a:cubicBezTo>
                        <a:pt x="198090" y="411733"/>
                        <a:pt x="198090" y="425332"/>
                        <a:pt x="195370" y="438930"/>
                      </a:cubicBezTo>
                      <a:cubicBezTo>
                        <a:pt x="195370" y="449809"/>
                        <a:pt x="192650" y="463407"/>
                        <a:pt x="192650" y="474286"/>
                      </a:cubicBezTo>
                      <a:cubicBezTo>
                        <a:pt x="192650" y="490603"/>
                        <a:pt x="195370" y="509641"/>
                        <a:pt x="195370" y="525959"/>
                      </a:cubicBezTo>
                      <a:cubicBezTo>
                        <a:pt x="195370" y="550436"/>
                        <a:pt x="203529" y="572193"/>
                        <a:pt x="208968" y="596670"/>
                      </a:cubicBezTo>
                      <a:cubicBezTo>
                        <a:pt x="211688" y="604829"/>
                        <a:pt x="211688" y="615708"/>
                        <a:pt x="214407" y="623867"/>
                      </a:cubicBezTo>
                      <a:cubicBezTo>
                        <a:pt x="217127" y="634745"/>
                        <a:pt x="222566" y="645624"/>
                        <a:pt x="228006" y="656502"/>
                      </a:cubicBezTo>
                      <a:cubicBezTo>
                        <a:pt x="236165" y="670101"/>
                        <a:pt x="252483" y="689138"/>
                        <a:pt x="271520" y="689138"/>
                      </a:cubicBezTo>
                      <a:cubicBezTo>
                        <a:pt x="287838" y="689138"/>
                        <a:pt x="298717" y="675540"/>
                        <a:pt x="306876" y="664661"/>
                      </a:cubicBezTo>
                      <a:cubicBezTo>
                        <a:pt x="320474" y="645624"/>
                        <a:pt x="325914" y="623867"/>
                        <a:pt x="331353" y="602109"/>
                      </a:cubicBezTo>
                      <a:cubicBezTo>
                        <a:pt x="334073" y="583072"/>
                        <a:pt x="336792" y="564034"/>
                        <a:pt x="336792" y="544997"/>
                      </a:cubicBezTo>
                      <a:cubicBezTo>
                        <a:pt x="336792" y="531398"/>
                        <a:pt x="336792" y="512361"/>
                        <a:pt x="336792" y="498762"/>
                      </a:cubicBezTo>
                      <a:cubicBezTo>
                        <a:pt x="336792" y="496043"/>
                        <a:pt x="336792" y="493323"/>
                        <a:pt x="336792" y="490603"/>
                      </a:cubicBezTo>
                      <a:cubicBezTo>
                        <a:pt x="336792" y="479725"/>
                        <a:pt x="336792" y="477005"/>
                        <a:pt x="320474" y="477005"/>
                      </a:cubicBezTo>
                      <a:cubicBezTo>
                        <a:pt x="309595" y="477005"/>
                        <a:pt x="295997" y="479725"/>
                        <a:pt x="282399" y="479725"/>
                      </a:cubicBezTo>
                      <a:cubicBezTo>
                        <a:pt x="271520" y="479725"/>
                        <a:pt x="260642" y="479725"/>
                        <a:pt x="252483" y="474286"/>
                      </a:cubicBezTo>
                      <a:cubicBezTo>
                        <a:pt x="249763" y="471566"/>
                        <a:pt x="247044" y="468846"/>
                        <a:pt x="247044" y="466126"/>
                      </a:cubicBezTo>
                      <a:cubicBezTo>
                        <a:pt x="247044" y="463407"/>
                        <a:pt x="247044" y="460687"/>
                        <a:pt x="249763" y="457968"/>
                      </a:cubicBezTo>
                      <a:cubicBezTo>
                        <a:pt x="255202" y="452528"/>
                        <a:pt x="260642" y="449809"/>
                        <a:pt x="268801" y="447089"/>
                      </a:cubicBezTo>
                      <a:cubicBezTo>
                        <a:pt x="282399" y="441650"/>
                        <a:pt x="295997" y="438930"/>
                        <a:pt x="312315" y="436210"/>
                      </a:cubicBezTo>
                      <a:cubicBezTo>
                        <a:pt x="325914" y="433491"/>
                        <a:pt x="339512" y="433491"/>
                        <a:pt x="353110" y="430771"/>
                      </a:cubicBezTo>
                      <a:cubicBezTo>
                        <a:pt x="363989" y="430771"/>
                        <a:pt x="374867" y="430771"/>
                        <a:pt x="385746" y="430771"/>
                      </a:cubicBezTo>
                      <a:cubicBezTo>
                        <a:pt x="402064" y="430771"/>
                        <a:pt x="426541" y="428051"/>
                        <a:pt x="437420" y="428051"/>
                      </a:cubicBezTo>
                      <a:cubicBezTo>
                        <a:pt x="451018" y="422612"/>
                        <a:pt x="464616" y="425332"/>
                        <a:pt x="464616" y="436210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52" name="Freeform: Shape 51">
                  <a:extLst>
                    <a:ext uri="{FF2B5EF4-FFF2-40B4-BE49-F238E27FC236}">
                      <a16:creationId xmlns:a16="http://schemas.microsoft.com/office/drawing/2014/main" id="{B88832EF-632C-43A0-AFE1-06D043A20CAF}"/>
                    </a:ext>
                  </a:extLst>
                </p:cNvPr>
                <p:cNvSpPr/>
                <p:nvPr/>
              </p:nvSpPr>
              <p:spPr>
                <a:xfrm>
                  <a:off x="9053923" y="4178559"/>
                  <a:ext cx="625521" cy="788700"/>
                </a:xfrm>
                <a:custGeom>
                  <a:avLst/>
                  <a:gdLst>
                    <a:gd name="connsiteX0" fmla="*/ 536838 w 625521"/>
                    <a:gd name="connsiteY0" fmla="*/ 680979 h 788699"/>
                    <a:gd name="connsiteX1" fmla="*/ 574913 w 625521"/>
                    <a:gd name="connsiteY1" fmla="*/ 697297 h 788699"/>
                    <a:gd name="connsiteX2" fmla="*/ 566755 w 625521"/>
                    <a:gd name="connsiteY2" fmla="*/ 713615 h 788699"/>
                    <a:gd name="connsiteX3" fmla="*/ 550437 w 625521"/>
                    <a:gd name="connsiteY3" fmla="*/ 721774 h 788699"/>
                    <a:gd name="connsiteX4" fmla="*/ 528680 w 625521"/>
                    <a:gd name="connsiteY4" fmla="*/ 724494 h 788699"/>
                    <a:gd name="connsiteX5" fmla="*/ 417174 w 625521"/>
                    <a:gd name="connsiteY5" fmla="*/ 724494 h 788699"/>
                    <a:gd name="connsiteX6" fmla="*/ 398136 w 625521"/>
                    <a:gd name="connsiteY6" fmla="*/ 724494 h 788699"/>
                    <a:gd name="connsiteX7" fmla="*/ 373659 w 625521"/>
                    <a:gd name="connsiteY7" fmla="*/ 724494 h 788699"/>
                    <a:gd name="connsiteX8" fmla="*/ 346462 w 625521"/>
                    <a:gd name="connsiteY8" fmla="*/ 719054 h 788699"/>
                    <a:gd name="connsiteX9" fmla="*/ 330144 w 625521"/>
                    <a:gd name="connsiteY9" fmla="*/ 702737 h 788699"/>
                    <a:gd name="connsiteX10" fmla="*/ 335584 w 625521"/>
                    <a:gd name="connsiteY10" fmla="*/ 694578 h 788699"/>
                    <a:gd name="connsiteX11" fmla="*/ 357341 w 625521"/>
                    <a:gd name="connsiteY11" fmla="*/ 686419 h 788699"/>
                    <a:gd name="connsiteX12" fmla="*/ 395416 w 625521"/>
                    <a:gd name="connsiteY12" fmla="*/ 680979 h 788699"/>
                    <a:gd name="connsiteX13" fmla="*/ 381817 w 625521"/>
                    <a:gd name="connsiteY13" fmla="*/ 656502 h 788699"/>
                    <a:gd name="connsiteX14" fmla="*/ 379098 w 625521"/>
                    <a:gd name="connsiteY14" fmla="*/ 585791 h 788699"/>
                    <a:gd name="connsiteX15" fmla="*/ 379098 w 625521"/>
                    <a:gd name="connsiteY15" fmla="*/ 517800 h 788699"/>
                    <a:gd name="connsiteX16" fmla="*/ 379098 w 625521"/>
                    <a:gd name="connsiteY16" fmla="*/ 474286 h 788699"/>
                    <a:gd name="connsiteX17" fmla="*/ 379098 w 625521"/>
                    <a:gd name="connsiteY17" fmla="*/ 430771 h 788699"/>
                    <a:gd name="connsiteX18" fmla="*/ 381817 w 625521"/>
                    <a:gd name="connsiteY18" fmla="*/ 411733 h 788699"/>
                    <a:gd name="connsiteX19" fmla="*/ 379098 w 625521"/>
                    <a:gd name="connsiteY19" fmla="*/ 400855 h 788699"/>
                    <a:gd name="connsiteX20" fmla="*/ 370939 w 625521"/>
                    <a:gd name="connsiteY20" fmla="*/ 398135 h 788699"/>
                    <a:gd name="connsiteX21" fmla="*/ 338304 w 625521"/>
                    <a:gd name="connsiteY21" fmla="*/ 400855 h 788699"/>
                    <a:gd name="connsiteX22" fmla="*/ 289349 w 625521"/>
                    <a:gd name="connsiteY22" fmla="*/ 403575 h 788699"/>
                    <a:gd name="connsiteX23" fmla="*/ 264872 w 625521"/>
                    <a:gd name="connsiteY23" fmla="*/ 400855 h 788699"/>
                    <a:gd name="connsiteX24" fmla="*/ 259433 w 625521"/>
                    <a:gd name="connsiteY24" fmla="*/ 406294 h 788699"/>
                    <a:gd name="connsiteX25" fmla="*/ 259433 w 625521"/>
                    <a:gd name="connsiteY25" fmla="*/ 425332 h 788699"/>
                    <a:gd name="connsiteX26" fmla="*/ 259433 w 625521"/>
                    <a:gd name="connsiteY26" fmla="*/ 449809 h 788699"/>
                    <a:gd name="connsiteX27" fmla="*/ 259433 w 625521"/>
                    <a:gd name="connsiteY27" fmla="*/ 471566 h 788699"/>
                    <a:gd name="connsiteX28" fmla="*/ 259433 w 625521"/>
                    <a:gd name="connsiteY28" fmla="*/ 504202 h 788699"/>
                    <a:gd name="connsiteX29" fmla="*/ 259433 w 625521"/>
                    <a:gd name="connsiteY29" fmla="*/ 509641 h 788699"/>
                    <a:gd name="connsiteX30" fmla="*/ 256714 w 625521"/>
                    <a:gd name="connsiteY30" fmla="*/ 542277 h 788699"/>
                    <a:gd name="connsiteX31" fmla="*/ 256714 w 625521"/>
                    <a:gd name="connsiteY31" fmla="*/ 577632 h 788699"/>
                    <a:gd name="connsiteX32" fmla="*/ 256714 w 625521"/>
                    <a:gd name="connsiteY32" fmla="*/ 612988 h 788699"/>
                    <a:gd name="connsiteX33" fmla="*/ 253994 w 625521"/>
                    <a:gd name="connsiteY33" fmla="*/ 656502 h 788699"/>
                    <a:gd name="connsiteX34" fmla="*/ 256714 w 625521"/>
                    <a:gd name="connsiteY34" fmla="*/ 678260 h 788699"/>
                    <a:gd name="connsiteX35" fmla="*/ 286629 w 625521"/>
                    <a:gd name="connsiteY35" fmla="*/ 694578 h 788699"/>
                    <a:gd name="connsiteX36" fmla="*/ 281191 w 625521"/>
                    <a:gd name="connsiteY36" fmla="*/ 710895 h 788699"/>
                    <a:gd name="connsiteX37" fmla="*/ 264872 w 625521"/>
                    <a:gd name="connsiteY37" fmla="*/ 719054 h 788699"/>
                    <a:gd name="connsiteX38" fmla="*/ 243116 w 625521"/>
                    <a:gd name="connsiteY38" fmla="*/ 721774 h 788699"/>
                    <a:gd name="connsiteX39" fmla="*/ 243116 w 625521"/>
                    <a:gd name="connsiteY39" fmla="*/ 721774 h 788699"/>
                    <a:gd name="connsiteX40" fmla="*/ 232236 w 625521"/>
                    <a:gd name="connsiteY40" fmla="*/ 727214 h 788699"/>
                    <a:gd name="connsiteX41" fmla="*/ 224078 w 625521"/>
                    <a:gd name="connsiteY41" fmla="*/ 735372 h 788699"/>
                    <a:gd name="connsiteX42" fmla="*/ 213199 w 625521"/>
                    <a:gd name="connsiteY42" fmla="*/ 738092 h 788699"/>
                    <a:gd name="connsiteX43" fmla="*/ 183283 w 625521"/>
                    <a:gd name="connsiteY43" fmla="*/ 727214 h 788699"/>
                    <a:gd name="connsiteX44" fmla="*/ 175124 w 625521"/>
                    <a:gd name="connsiteY44" fmla="*/ 719054 h 788699"/>
                    <a:gd name="connsiteX45" fmla="*/ 145208 w 625521"/>
                    <a:gd name="connsiteY45" fmla="*/ 719054 h 788699"/>
                    <a:gd name="connsiteX46" fmla="*/ 126170 w 625521"/>
                    <a:gd name="connsiteY46" fmla="*/ 719054 h 788699"/>
                    <a:gd name="connsiteX47" fmla="*/ 101693 w 625521"/>
                    <a:gd name="connsiteY47" fmla="*/ 719054 h 788699"/>
                    <a:gd name="connsiteX48" fmla="*/ 74496 w 625521"/>
                    <a:gd name="connsiteY48" fmla="*/ 713615 h 788699"/>
                    <a:gd name="connsiteX49" fmla="*/ 58178 w 625521"/>
                    <a:gd name="connsiteY49" fmla="*/ 697297 h 788699"/>
                    <a:gd name="connsiteX50" fmla="*/ 63618 w 625521"/>
                    <a:gd name="connsiteY50" fmla="*/ 689138 h 788699"/>
                    <a:gd name="connsiteX51" fmla="*/ 85375 w 625521"/>
                    <a:gd name="connsiteY51" fmla="*/ 680979 h 788699"/>
                    <a:gd name="connsiteX52" fmla="*/ 131609 w 625521"/>
                    <a:gd name="connsiteY52" fmla="*/ 675540 h 788699"/>
                    <a:gd name="connsiteX53" fmla="*/ 131609 w 625521"/>
                    <a:gd name="connsiteY53" fmla="*/ 667381 h 788699"/>
                    <a:gd name="connsiteX54" fmla="*/ 131609 w 625521"/>
                    <a:gd name="connsiteY54" fmla="*/ 651063 h 788699"/>
                    <a:gd name="connsiteX55" fmla="*/ 131609 w 625521"/>
                    <a:gd name="connsiteY55" fmla="*/ 618427 h 788699"/>
                    <a:gd name="connsiteX56" fmla="*/ 131609 w 625521"/>
                    <a:gd name="connsiteY56" fmla="*/ 580352 h 788699"/>
                    <a:gd name="connsiteX57" fmla="*/ 131609 w 625521"/>
                    <a:gd name="connsiteY57" fmla="*/ 531398 h 788699"/>
                    <a:gd name="connsiteX58" fmla="*/ 131609 w 625521"/>
                    <a:gd name="connsiteY58" fmla="*/ 466126 h 788699"/>
                    <a:gd name="connsiteX59" fmla="*/ 131609 w 625521"/>
                    <a:gd name="connsiteY59" fmla="*/ 422612 h 788699"/>
                    <a:gd name="connsiteX60" fmla="*/ 131609 w 625521"/>
                    <a:gd name="connsiteY60" fmla="*/ 411733 h 788699"/>
                    <a:gd name="connsiteX61" fmla="*/ 131609 w 625521"/>
                    <a:gd name="connsiteY61" fmla="*/ 398135 h 788699"/>
                    <a:gd name="connsiteX62" fmla="*/ 126170 w 625521"/>
                    <a:gd name="connsiteY62" fmla="*/ 389976 h 788699"/>
                    <a:gd name="connsiteX63" fmla="*/ 101693 w 625521"/>
                    <a:gd name="connsiteY63" fmla="*/ 387257 h 788699"/>
                    <a:gd name="connsiteX64" fmla="*/ 77216 w 625521"/>
                    <a:gd name="connsiteY64" fmla="*/ 376378 h 788699"/>
                    <a:gd name="connsiteX65" fmla="*/ 82655 w 625521"/>
                    <a:gd name="connsiteY65" fmla="*/ 368219 h 788699"/>
                    <a:gd name="connsiteX66" fmla="*/ 98973 w 625521"/>
                    <a:gd name="connsiteY66" fmla="*/ 360060 h 788699"/>
                    <a:gd name="connsiteX67" fmla="*/ 118011 w 625521"/>
                    <a:gd name="connsiteY67" fmla="*/ 357340 h 788699"/>
                    <a:gd name="connsiteX68" fmla="*/ 131609 w 625521"/>
                    <a:gd name="connsiteY68" fmla="*/ 351901 h 788699"/>
                    <a:gd name="connsiteX69" fmla="*/ 131609 w 625521"/>
                    <a:gd name="connsiteY69" fmla="*/ 343742 h 788699"/>
                    <a:gd name="connsiteX70" fmla="*/ 131609 w 625521"/>
                    <a:gd name="connsiteY70" fmla="*/ 270311 h 788699"/>
                    <a:gd name="connsiteX71" fmla="*/ 137048 w 625521"/>
                    <a:gd name="connsiteY71" fmla="*/ 145207 h 788699"/>
                    <a:gd name="connsiteX72" fmla="*/ 139768 w 625521"/>
                    <a:gd name="connsiteY72" fmla="*/ 123450 h 788699"/>
                    <a:gd name="connsiteX73" fmla="*/ 123450 w 625521"/>
                    <a:gd name="connsiteY73" fmla="*/ 123450 h 788699"/>
                    <a:gd name="connsiteX74" fmla="*/ 118011 w 625521"/>
                    <a:gd name="connsiteY74" fmla="*/ 123450 h 788699"/>
                    <a:gd name="connsiteX75" fmla="*/ 101693 w 625521"/>
                    <a:gd name="connsiteY75" fmla="*/ 123450 h 788699"/>
                    <a:gd name="connsiteX76" fmla="*/ 74496 w 625521"/>
                    <a:gd name="connsiteY76" fmla="*/ 118011 h 788699"/>
                    <a:gd name="connsiteX77" fmla="*/ 58178 w 625521"/>
                    <a:gd name="connsiteY77" fmla="*/ 101693 h 788699"/>
                    <a:gd name="connsiteX78" fmla="*/ 63618 w 625521"/>
                    <a:gd name="connsiteY78" fmla="*/ 93534 h 788699"/>
                    <a:gd name="connsiteX79" fmla="*/ 85375 w 625521"/>
                    <a:gd name="connsiteY79" fmla="*/ 85375 h 788699"/>
                    <a:gd name="connsiteX80" fmla="*/ 137048 w 625521"/>
                    <a:gd name="connsiteY80" fmla="*/ 82655 h 788699"/>
                    <a:gd name="connsiteX81" fmla="*/ 147927 w 625521"/>
                    <a:gd name="connsiteY81" fmla="*/ 82655 h 788699"/>
                    <a:gd name="connsiteX82" fmla="*/ 186003 w 625521"/>
                    <a:gd name="connsiteY82" fmla="*/ 58178 h 788699"/>
                    <a:gd name="connsiteX83" fmla="*/ 226797 w 625521"/>
                    <a:gd name="connsiteY83" fmla="*/ 79936 h 788699"/>
                    <a:gd name="connsiteX84" fmla="*/ 253994 w 625521"/>
                    <a:gd name="connsiteY84" fmla="*/ 79936 h 788699"/>
                    <a:gd name="connsiteX85" fmla="*/ 294789 w 625521"/>
                    <a:gd name="connsiteY85" fmla="*/ 96253 h 788699"/>
                    <a:gd name="connsiteX86" fmla="*/ 283910 w 625521"/>
                    <a:gd name="connsiteY86" fmla="*/ 112571 h 788699"/>
                    <a:gd name="connsiteX87" fmla="*/ 267592 w 625521"/>
                    <a:gd name="connsiteY87" fmla="*/ 120730 h 788699"/>
                    <a:gd name="connsiteX88" fmla="*/ 245835 w 625521"/>
                    <a:gd name="connsiteY88" fmla="*/ 123450 h 788699"/>
                    <a:gd name="connsiteX89" fmla="*/ 237676 w 625521"/>
                    <a:gd name="connsiteY89" fmla="*/ 123450 h 788699"/>
                    <a:gd name="connsiteX90" fmla="*/ 240396 w 625521"/>
                    <a:gd name="connsiteY90" fmla="*/ 128889 h 788699"/>
                    <a:gd name="connsiteX91" fmla="*/ 251274 w 625521"/>
                    <a:gd name="connsiteY91" fmla="*/ 177843 h 788699"/>
                    <a:gd name="connsiteX92" fmla="*/ 256714 w 625521"/>
                    <a:gd name="connsiteY92" fmla="*/ 226797 h 788699"/>
                    <a:gd name="connsiteX93" fmla="*/ 262153 w 625521"/>
                    <a:gd name="connsiteY93" fmla="*/ 273031 h 788699"/>
                    <a:gd name="connsiteX94" fmla="*/ 262153 w 625521"/>
                    <a:gd name="connsiteY94" fmla="*/ 289349 h 788699"/>
                    <a:gd name="connsiteX95" fmla="*/ 262153 w 625521"/>
                    <a:gd name="connsiteY95" fmla="*/ 297508 h 788699"/>
                    <a:gd name="connsiteX96" fmla="*/ 264872 w 625521"/>
                    <a:gd name="connsiteY96" fmla="*/ 321985 h 788699"/>
                    <a:gd name="connsiteX97" fmla="*/ 270312 w 625521"/>
                    <a:gd name="connsiteY97" fmla="*/ 335583 h 788699"/>
                    <a:gd name="connsiteX98" fmla="*/ 270312 w 625521"/>
                    <a:gd name="connsiteY98" fmla="*/ 338303 h 788699"/>
                    <a:gd name="connsiteX99" fmla="*/ 270312 w 625521"/>
                    <a:gd name="connsiteY99" fmla="*/ 346462 h 788699"/>
                    <a:gd name="connsiteX100" fmla="*/ 278471 w 625521"/>
                    <a:gd name="connsiteY100" fmla="*/ 354621 h 788699"/>
                    <a:gd name="connsiteX101" fmla="*/ 338304 w 625521"/>
                    <a:gd name="connsiteY101" fmla="*/ 349181 h 788699"/>
                    <a:gd name="connsiteX102" fmla="*/ 365500 w 625521"/>
                    <a:gd name="connsiteY102" fmla="*/ 349181 h 788699"/>
                    <a:gd name="connsiteX103" fmla="*/ 381817 w 625521"/>
                    <a:gd name="connsiteY103" fmla="*/ 349181 h 788699"/>
                    <a:gd name="connsiteX104" fmla="*/ 392697 w 625521"/>
                    <a:gd name="connsiteY104" fmla="*/ 338303 h 788699"/>
                    <a:gd name="connsiteX105" fmla="*/ 389977 w 625521"/>
                    <a:gd name="connsiteY105" fmla="*/ 313826 h 788699"/>
                    <a:gd name="connsiteX106" fmla="*/ 392697 w 625521"/>
                    <a:gd name="connsiteY106" fmla="*/ 262152 h 788699"/>
                    <a:gd name="connsiteX107" fmla="*/ 395416 w 625521"/>
                    <a:gd name="connsiteY107" fmla="*/ 224077 h 788699"/>
                    <a:gd name="connsiteX108" fmla="*/ 398136 w 625521"/>
                    <a:gd name="connsiteY108" fmla="*/ 177843 h 788699"/>
                    <a:gd name="connsiteX109" fmla="*/ 395416 w 625521"/>
                    <a:gd name="connsiteY109" fmla="*/ 153366 h 788699"/>
                    <a:gd name="connsiteX110" fmla="*/ 395416 w 625521"/>
                    <a:gd name="connsiteY110" fmla="*/ 137048 h 788699"/>
                    <a:gd name="connsiteX111" fmla="*/ 379098 w 625521"/>
                    <a:gd name="connsiteY111" fmla="*/ 137048 h 788699"/>
                    <a:gd name="connsiteX112" fmla="*/ 351902 w 625521"/>
                    <a:gd name="connsiteY112" fmla="*/ 131609 h 788699"/>
                    <a:gd name="connsiteX113" fmla="*/ 338304 w 625521"/>
                    <a:gd name="connsiteY113" fmla="*/ 115291 h 788699"/>
                    <a:gd name="connsiteX114" fmla="*/ 343742 w 625521"/>
                    <a:gd name="connsiteY114" fmla="*/ 107132 h 788699"/>
                    <a:gd name="connsiteX115" fmla="*/ 362780 w 625521"/>
                    <a:gd name="connsiteY115" fmla="*/ 98973 h 788699"/>
                    <a:gd name="connsiteX116" fmla="*/ 395416 w 625521"/>
                    <a:gd name="connsiteY116" fmla="*/ 96253 h 788699"/>
                    <a:gd name="connsiteX117" fmla="*/ 403575 w 625521"/>
                    <a:gd name="connsiteY117" fmla="*/ 90814 h 788699"/>
                    <a:gd name="connsiteX118" fmla="*/ 422612 w 625521"/>
                    <a:gd name="connsiteY118" fmla="*/ 88095 h 788699"/>
                    <a:gd name="connsiteX119" fmla="*/ 428052 w 625521"/>
                    <a:gd name="connsiteY119" fmla="*/ 88095 h 788699"/>
                    <a:gd name="connsiteX120" fmla="*/ 447090 w 625521"/>
                    <a:gd name="connsiteY120" fmla="*/ 90814 h 788699"/>
                    <a:gd name="connsiteX121" fmla="*/ 455249 w 625521"/>
                    <a:gd name="connsiteY121" fmla="*/ 96253 h 788699"/>
                    <a:gd name="connsiteX122" fmla="*/ 525960 w 625521"/>
                    <a:gd name="connsiteY122" fmla="*/ 93534 h 788699"/>
                    <a:gd name="connsiteX123" fmla="*/ 561315 w 625521"/>
                    <a:gd name="connsiteY123" fmla="*/ 109852 h 788699"/>
                    <a:gd name="connsiteX124" fmla="*/ 555876 w 625521"/>
                    <a:gd name="connsiteY124" fmla="*/ 126170 h 788699"/>
                    <a:gd name="connsiteX125" fmla="*/ 539558 w 625521"/>
                    <a:gd name="connsiteY125" fmla="*/ 134329 h 788699"/>
                    <a:gd name="connsiteX126" fmla="*/ 517800 w 625521"/>
                    <a:gd name="connsiteY126" fmla="*/ 137048 h 788699"/>
                    <a:gd name="connsiteX127" fmla="*/ 477006 w 625521"/>
                    <a:gd name="connsiteY127" fmla="*/ 137048 h 788699"/>
                    <a:gd name="connsiteX128" fmla="*/ 485165 w 625521"/>
                    <a:gd name="connsiteY128" fmla="*/ 161525 h 788699"/>
                    <a:gd name="connsiteX129" fmla="*/ 496043 w 625521"/>
                    <a:gd name="connsiteY129" fmla="*/ 210479 h 788699"/>
                    <a:gd name="connsiteX130" fmla="*/ 501483 w 625521"/>
                    <a:gd name="connsiteY130" fmla="*/ 251274 h 788699"/>
                    <a:gd name="connsiteX131" fmla="*/ 506922 w 625521"/>
                    <a:gd name="connsiteY131" fmla="*/ 292069 h 788699"/>
                    <a:gd name="connsiteX132" fmla="*/ 506922 w 625521"/>
                    <a:gd name="connsiteY132" fmla="*/ 321985 h 788699"/>
                    <a:gd name="connsiteX133" fmla="*/ 509642 w 625521"/>
                    <a:gd name="connsiteY133" fmla="*/ 341022 h 788699"/>
                    <a:gd name="connsiteX134" fmla="*/ 509642 w 625521"/>
                    <a:gd name="connsiteY134" fmla="*/ 343742 h 788699"/>
                    <a:gd name="connsiteX135" fmla="*/ 517800 w 625521"/>
                    <a:gd name="connsiteY135" fmla="*/ 349181 h 788699"/>
                    <a:gd name="connsiteX136" fmla="*/ 528680 w 625521"/>
                    <a:gd name="connsiteY136" fmla="*/ 349181 h 788699"/>
                    <a:gd name="connsiteX137" fmla="*/ 550437 w 625521"/>
                    <a:gd name="connsiteY137" fmla="*/ 357340 h 788699"/>
                    <a:gd name="connsiteX138" fmla="*/ 550437 w 625521"/>
                    <a:gd name="connsiteY138" fmla="*/ 362780 h 788699"/>
                    <a:gd name="connsiteX139" fmla="*/ 534119 w 625521"/>
                    <a:gd name="connsiteY139" fmla="*/ 384537 h 788699"/>
                    <a:gd name="connsiteX140" fmla="*/ 520520 w 625521"/>
                    <a:gd name="connsiteY140" fmla="*/ 389976 h 788699"/>
                    <a:gd name="connsiteX141" fmla="*/ 512362 w 625521"/>
                    <a:gd name="connsiteY141" fmla="*/ 395415 h 788699"/>
                    <a:gd name="connsiteX142" fmla="*/ 512362 w 625521"/>
                    <a:gd name="connsiteY142" fmla="*/ 398135 h 788699"/>
                    <a:gd name="connsiteX143" fmla="*/ 512362 w 625521"/>
                    <a:gd name="connsiteY143" fmla="*/ 409014 h 788699"/>
                    <a:gd name="connsiteX144" fmla="*/ 512362 w 625521"/>
                    <a:gd name="connsiteY144" fmla="*/ 414453 h 788699"/>
                    <a:gd name="connsiteX145" fmla="*/ 512362 w 625521"/>
                    <a:gd name="connsiteY145" fmla="*/ 438930 h 788699"/>
                    <a:gd name="connsiteX146" fmla="*/ 515081 w 625521"/>
                    <a:gd name="connsiteY146" fmla="*/ 504202 h 788699"/>
                    <a:gd name="connsiteX147" fmla="*/ 520520 w 625521"/>
                    <a:gd name="connsiteY147" fmla="*/ 572193 h 788699"/>
                    <a:gd name="connsiteX148" fmla="*/ 517800 w 625521"/>
                    <a:gd name="connsiteY148" fmla="*/ 604829 h 788699"/>
                    <a:gd name="connsiteX149" fmla="*/ 512362 w 625521"/>
                    <a:gd name="connsiteY149" fmla="*/ 661942 h 788699"/>
                    <a:gd name="connsiteX150" fmla="*/ 509642 w 625521"/>
                    <a:gd name="connsiteY150" fmla="*/ 670101 h 788699"/>
                    <a:gd name="connsiteX151" fmla="*/ 512362 w 625521"/>
                    <a:gd name="connsiteY151" fmla="*/ 680979 h 788699"/>
                    <a:gd name="connsiteX152" fmla="*/ 512362 w 625521"/>
                    <a:gd name="connsiteY152" fmla="*/ 686419 h 788699"/>
                    <a:gd name="connsiteX153" fmla="*/ 536838 w 625521"/>
                    <a:gd name="connsiteY153" fmla="*/ 680979 h 788699"/>
                    <a:gd name="connsiteX154" fmla="*/ 536838 w 625521"/>
                    <a:gd name="connsiteY154" fmla="*/ 680979 h 788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</a:cxnLst>
                  <a:rect l="l" t="t" r="r" b="b"/>
                  <a:pathLst>
                    <a:path w="625521" h="788699">
                      <a:moveTo>
                        <a:pt x="536838" y="680979"/>
                      </a:moveTo>
                      <a:cubicBezTo>
                        <a:pt x="550437" y="680979"/>
                        <a:pt x="574913" y="680979"/>
                        <a:pt x="574913" y="697297"/>
                      </a:cubicBezTo>
                      <a:cubicBezTo>
                        <a:pt x="574913" y="705456"/>
                        <a:pt x="572194" y="708176"/>
                        <a:pt x="566755" y="713615"/>
                      </a:cubicBezTo>
                      <a:cubicBezTo>
                        <a:pt x="561315" y="719054"/>
                        <a:pt x="555876" y="721774"/>
                        <a:pt x="550437" y="721774"/>
                      </a:cubicBezTo>
                      <a:cubicBezTo>
                        <a:pt x="539558" y="724494"/>
                        <a:pt x="534119" y="724494"/>
                        <a:pt x="528680" y="724494"/>
                      </a:cubicBezTo>
                      <a:cubicBezTo>
                        <a:pt x="517800" y="724494"/>
                        <a:pt x="428052" y="724494"/>
                        <a:pt x="417174" y="724494"/>
                      </a:cubicBezTo>
                      <a:cubicBezTo>
                        <a:pt x="403575" y="724494"/>
                        <a:pt x="414454" y="724494"/>
                        <a:pt x="398136" y="724494"/>
                      </a:cubicBezTo>
                      <a:cubicBezTo>
                        <a:pt x="389977" y="724494"/>
                        <a:pt x="381817" y="724494"/>
                        <a:pt x="373659" y="724494"/>
                      </a:cubicBezTo>
                      <a:cubicBezTo>
                        <a:pt x="365500" y="724494"/>
                        <a:pt x="354621" y="721774"/>
                        <a:pt x="346462" y="719054"/>
                      </a:cubicBezTo>
                      <a:cubicBezTo>
                        <a:pt x="338304" y="716335"/>
                        <a:pt x="330144" y="708176"/>
                        <a:pt x="330144" y="702737"/>
                      </a:cubicBezTo>
                      <a:cubicBezTo>
                        <a:pt x="330144" y="700017"/>
                        <a:pt x="330144" y="697297"/>
                        <a:pt x="335584" y="694578"/>
                      </a:cubicBezTo>
                      <a:cubicBezTo>
                        <a:pt x="341023" y="691858"/>
                        <a:pt x="351902" y="689138"/>
                        <a:pt x="357341" y="686419"/>
                      </a:cubicBezTo>
                      <a:cubicBezTo>
                        <a:pt x="373659" y="683699"/>
                        <a:pt x="387257" y="680979"/>
                        <a:pt x="395416" y="680979"/>
                      </a:cubicBezTo>
                      <a:cubicBezTo>
                        <a:pt x="387257" y="675540"/>
                        <a:pt x="384537" y="670101"/>
                        <a:pt x="381817" y="656502"/>
                      </a:cubicBezTo>
                      <a:cubicBezTo>
                        <a:pt x="379098" y="632026"/>
                        <a:pt x="379098" y="610268"/>
                        <a:pt x="379098" y="585791"/>
                      </a:cubicBezTo>
                      <a:cubicBezTo>
                        <a:pt x="379098" y="564034"/>
                        <a:pt x="379098" y="542277"/>
                        <a:pt x="379098" y="517800"/>
                      </a:cubicBezTo>
                      <a:cubicBezTo>
                        <a:pt x="379098" y="504202"/>
                        <a:pt x="379098" y="487884"/>
                        <a:pt x="379098" y="474286"/>
                      </a:cubicBezTo>
                      <a:cubicBezTo>
                        <a:pt x="379098" y="457968"/>
                        <a:pt x="376379" y="444369"/>
                        <a:pt x="379098" y="430771"/>
                      </a:cubicBezTo>
                      <a:cubicBezTo>
                        <a:pt x="379098" y="425332"/>
                        <a:pt x="381817" y="417173"/>
                        <a:pt x="381817" y="411733"/>
                      </a:cubicBezTo>
                      <a:cubicBezTo>
                        <a:pt x="381817" y="406294"/>
                        <a:pt x="381817" y="403575"/>
                        <a:pt x="379098" y="400855"/>
                      </a:cubicBezTo>
                      <a:cubicBezTo>
                        <a:pt x="376379" y="400855"/>
                        <a:pt x="373659" y="398135"/>
                        <a:pt x="370939" y="398135"/>
                      </a:cubicBezTo>
                      <a:cubicBezTo>
                        <a:pt x="360061" y="398135"/>
                        <a:pt x="343742" y="400855"/>
                        <a:pt x="338304" y="400855"/>
                      </a:cubicBezTo>
                      <a:cubicBezTo>
                        <a:pt x="330144" y="400855"/>
                        <a:pt x="319266" y="403575"/>
                        <a:pt x="289349" y="403575"/>
                      </a:cubicBezTo>
                      <a:cubicBezTo>
                        <a:pt x="275751" y="403575"/>
                        <a:pt x="267592" y="400855"/>
                        <a:pt x="264872" y="400855"/>
                      </a:cubicBezTo>
                      <a:cubicBezTo>
                        <a:pt x="262153" y="400855"/>
                        <a:pt x="259433" y="400855"/>
                        <a:pt x="259433" y="406294"/>
                      </a:cubicBezTo>
                      <a:cubicBezTo>
                        <a:pt x="259433" y="414453"/>
                        <a:pt x="259433" y="419892"/>
                        <a:pt x="259433" y="425332"/>
                      </a:cubicBezTo>
                      <a:cubicBezTo>
                        <a:pt x="259433" y="433491"/>
                        <a:pt x="259433" y="441650"/>
                        <a:pt x="259433" y="449809"/>
                      </a:cubicBezTo>
                      <a:cubicBezTo>
                        <a:pt x="259433" y="457968"/>
                        <a:pt x="259433" y="463407"/>
                        <a:pt x="259433" y="471566"/>
                      </a:cubicBezTo>
                      <a:cubicBezTo>
                        <a:pt x="259433" y="482445"/>
                        <a:pt x="259433" y="493323"/>
                        <a:pt x="259433" y="504202"/>
                      </a:cubicBezTo>
                      <a:cubicBezTo>
                        <a:pt x="259433" y="506921"/>
                        <a:pt x="259433" y="506921"/>
                        <a:pt x="259433" y="509641"/>
                      </a:cubicBezTo>
                      <a:cubicBezTo>
                        <a:pt x="259433" y="520520"/>
                        <a:pt x="256714" y="531398"/>
                        <a:pt x="256714" y="542277"/>
                      </a:cubicBezTo>
                      <a:cubicBezTo>
                        <a:pt x="256714" y="553156"/>
                        <a:pt x="256714" y="566754"/>
                        <a:pt x="256714" y="577632"/>
                      </a:cubicBezTo>
                      <a:cubicBezTo>
                        <a:pt x="256714" y="588511"/>
                        <a:pt x="256714" y="599390"/>
                        <a:pt x="256714" y="612988"/>
                      </a:cubicBezTo>
                      <a:cubicBezTo>
                        <a:pt x="256714" y="629306"/>
                        <a:pt x="253994" y="642904"/>
                        <a:pt x="253994" y="656502"/>
                      </a:cubicBezTo>
                      <a:cubicBezTo>
                        <a:pt x="253994" y="664661"/>
                        <a:pt x="256714" y="672820"/>
                        <a:pt x="256714" y="678260"/>
                      </a:cubicBezTo>
                      <a:cubicBezTo>
                        <a:pt x="270312" y="678260"/>
                        <a:pt x="286629" y="680979"/>
                        <a:pt x="286629" y="694578"/>
                      </a:cubicBezTo>
                      <a:cubicBezTo>
                        <a:pt x="286629" y="702737"/>
                        <a:pt x="283910" y="705456"/>
                        <a:pt x="281191" y="710895"/>
                      </a:cubicBezTo>
                      <a:cubicBezTo>
                        <a:pt x="275751" y="716335"/>
                        <a:pt x="270312" y="719054"/>
                        <a:pt x="264872" y="719054"/>
                      </a:cubicBezTo>
                      <a:cubicBezTo>
                        <a:pt x="256714" y="721774"/>
                        <a:pt x="248554" y="721774"/>
                        <a:pt x="243116" y="721774"/>
                      </a:cubicBezTo>
                      <a:cubicBezTo>
                        <a:pt x="243116" y="721774"/>
                        <a:pt x="243116" y="721774"/>
                        <a:pt x="243116" y="721774"/>
                      </a:cubicBezTo>
                      <a:cubicBezTo>
                        <a:pt x="237676" y="724494"/>
                        <a:pt x="237676" y="724494"/>
                        <a:pt x="232236" y="727214"/>
                      </a:cubicBezTo>
                      <a:cubicBezTo>
                        <a:pt x="229517" y="729933"/>
                        <a:pt x="229517" y="732653"/>
                        <a:pt x="224078" y="735372"/>
                      </a:cubicBezTo>
                      <a:cubicBezTo>
                        <a:pt x="221358" y="738092"/>
                        <a:pt x="215919" y="738092"/>
                        <a:pt x="213199" y="738092"/>
                      </a:cubicBezTo>
                      <a:cubicBezTo>
                        <a:pt x="199601" y="738092"/>
                        <a:pt x="188722" y="735372"/>
                        <a:pt x="183283" y="727214"/>
                      </a:cubicBezTo>
                      <a:cubicBezTo>
                        <a:pt x="180563" y="724494"/>
                        <a:pt x="177843" y="721774"/>
                        <a:pt x="175124" y="719054"/>
                      </a:cubicBezTo>
                      <a:cubicBezTo>
                        <a:pt x="161526" y="719054"/>
                        <a:pt x="150646" y="719054"/>
                        <a:pt x="145208" y="719054"/>
                      </a:cubicBezTo>
                      <a:cubicBezTo>
                        <a:pt x="131609" y="719054"/>
                        <a:pt x="142488" y="719054"/>
                        <a:pt x="126170" y="719054"/>
                      </a:cubicBezTo>
                      <a:cubicBezTo>
                        <a:pt x="118011" y="719054"/>
                        <a:pt x="109852" y="719054"/>
                        <a:pt x="101693" y="719054"/>
                      </a:cubicBezTo>
                      <a:cubicBezTo>
                        <a:pt x="93534" y="719054"/>
                        <a:pt x="82655" y="719054"/>
                        <a:pt x="74496" y="713615"/>
                      </a:cubicBezTo>
                      <a:cubicBezTo>
                        <a:pt x="66338" y="710895"/>
                        <a:pt x="58178" y="702737"/>
                        <a:pt x="58178" y="697297"/>
                      </a:cubicBezTo>
                      <a:cubicBezTo>
                        <a:pt x="58178" y="694578"/>
                        <a:pt x="58178" y="691858"/>
                        <a:pt x="63618" y="689138"/>
                      </a:cubicBezTo>
                      <a:cubicBezTo>
                        <a:pt x="69057" y="686419"/>
                        <a:pt x="79936" y="683699"/>
                        <a:pt x="85375" y="680979"/>
                      </a:cubicBezTo>
                      <a:cubicBezTo>
                        <a:pt x="98973" y="678260"/>
                        <a:pt x="118011" y="678260"/>
                        <a:pt x="131609" y="675540"/>
                      </a:cubicBezTo>
                      <a:cubicBezTo>
                        <a:pt x="131609" y="672820"/>
                        <a:pt x="131609" y="670101"/>
                        <a:pt x="131609" y="667381"/>
                      </a:cubicBezTo>
                      <a:cubicBezTo>
                        <a:pt x="131609" y="661942"/>
                        <a:pt x="131609" y="656502"/>
                        <a:pt x="131609" y="651063"/>
                      </a:cubicBezTo>
                      <a:cubicBezTo>
                        <a:pt x="131609" y="640184"/>
                        <a:pt x="131609" y="629306"/>
                        <a:pt x="131609" y="618427"/>
                      </a:cubicBezTo>
                      <a:cubicBezTo>
                        <a:pt x="131609" y="604829"/>
                        <a:pt x="131609" y="593950"/>
                        <a:pt x="131609" y="580352"/>
                      </a:cubicBezTo>
                      <a:cubicBezTo>
                        <a:pt x="131609" y="564034"/>
                        <a:pt x="131609" y="547716"/>
                        <a:pt x="131609" y="531398"/>
                      </a:cubicBezTo>
                      <a:cubicBezTo>
                        <a:pt x="131609" y="509641"/>
                        <a:pt x="131609" y="487884"/>
                        <a:pt x="131609" y="466126"/>
                      </a:cubicBezTo>
                      <a:cubicBezTo>
                        <a:pt x="131609" y="452528"/>
                        <a:pt x="131609" y="436210"/>
                        <a:pt x="131609" y="422612"/>
                      </a:cubicBezTo>
                      <a:cubicBezTo>
                        <a:pt x="131609" y="419892"/>
                        <a:pt x="131609" y="414453"/>
                        <a:pt x="131609" y="411733"/>
                      </a:cubicBezTo>
                      <a:cubicBezTo>
                        <a:pt x="131609" y="409014"/>
                        <a:pt x="131609" y="400855"/>
                        <a:pt x="131609" y="398135"/>
                      </a:cubicBezTo>
                      <a:cubicBezTo>
                        <a:pt x="131609" y="392696"/>
                        <a:pt x="131609" y="392696"/>
                        <a:pt x="126170" y="389976"/>
                      </a:cubicBezTo>
                      <a:cubicBezTo>
                        <a:pt x="123450" y="389976"/>
                        <a:pt x="109852" y="387257"/>
                        <a:pt x="101693" y="387257"/>
                      </a:cubicBezTo>
                      <a:cubicBezTo>
                        <a:pt x="90814" y="384537"/>
                        <a:pt x="77216" y="381817"/>
                        <a:pt x="77216" y="376378"/>
                      </a:cubicBezTo>
                      <a:cubicBezTo>
                        <a:pt x="77216" y="373658"/>
                        <a:pt x="79936" y="370939"/>
                        <a:pt x="82655" y="368219"/>
                      </a:cubicBezTo>
                      <a:cubicBezTo>
                        <a:pt x="88095" y="365499"/>
                        <a:pt x="93534" y="362780"/>
                        <a:pt x="98973" y="360060"/>
                      </a:cubicBezTo>
                      <a:cubicBezTo>
                        <a:pt x="104413" y="360060"/>
                        <a:pt x="112571" y="357340"/>
                        <a:pt x="118011" y="357340"/>
                      </a:cubicBezTo>
                      <a:cubicBezTo>
                        <a:pt x="126170" y="354621"/>
                        <a:pt x="128890" y="357340"/>
                        <a:pt x="131609" y="351901"/>
                      </a:cubicBezTo>
                      <a:cubicBezTo>
                        <a:pt x="131609" y="349181"/>
                        <a:pt x="131609" y="346462"/>
                        <a:pt x="131609" y="343742"/>
                      </a:cubicBezTo>
                      <a:cubicBezTo>
                        <a:pt x="131609" y="319265"/>
                        <a:pt x="131609" y="294788"/>
                        <a:pt x="131609" y="270311"/>
                      </a:cubicBezTo>
                      <a:cubicBezTo>
                        <a:pt x="131609" y="226797"/>
                        <a:pt x="131609" y="186002"/>
                        <a:pt x="137048" y="145207"/>
                      </a:cubicBezTo>
                      <a:cubicBezTo>
                        <a:pt x="137048" y="139768"/>
                        <a:pt x="137048" y="131609"/>
                        <a:pt x="139768" y="123450"/>
                      </a:cubicBezTo>
                      <a:cubicBezTo>
                        <a:pt x="134329" y="123450"/>
                        <a:pt x="137048" y="123450"/>
                        <a:pt x="123450" y="123450"/>
                      </a:cubicBezTo>
                      <a:cubicBezTo>
                        <a:pt x="120731" y="123450"/>
                        <a:pt x="120731" y="123450"/>
                        <a:pt x="118011" y="123450"/>
                      </a:cubicBezTo>
                      <a:cubicBezTo>
                        <a:pt x="112571" y="123450"/>
                        <a:pt x="107133" y="123450"/>
                        <a:pt x="101693" y="123450"/>
                      </a:cubicBezTo>
                      <a:cubicBezTo>
                        <a:pt x="93534" y="123450"/>
                        <a:pt x="82655" y="120730"/>
                        <a:pt x="74496" y="118011"/>
                      </a:cubicBezTo>
                      <a:cubicBezTo>
                        <a:pt x="66338" y="115291"/>
                        <a:pt x="58178" y="107132"/>
                        <a:pt x="58178" y="101693"/>
                      </a:cubicBezTo>
                      <a:cubicBezTo>
                        <a:pt x="58178" y="98973"/>
                        <a:pt x="58178" y="96253"/>
                        <a:pt x="63618" y="93534"/>
                      </a:cubicBezTo>
                      <a:cubicBezTo>
                        <a:pt x="66338" y="90814"/>
                        <a:pt x="77216" y="88095"/>
                        <a:pt x="85375" y="85375"/>
                      </a:cubicBezTo>
                      <a:cubicBezTo>
                        <a:pt x="104413" y="82655"/>
                        <a:pt x="128890" y="82655"/>
                        <a:pt x="137048" y="82655"/>
                      </a:cubicBezTo>
                      <a:cubicBezTo>
                        <a:pt x="139768" y="82655"/>
                        <a:pt x="142488" y="82655"/>
                        <a:pt x="147927" y="82655"/>
                      </a:cubicBezTo>
                      <a:cubicBezTo>
                        <a:pt x="153366" y="69057"/>
                        <a:pt x="164245" y="58178"/>
                        <a:pt x="186003" y="58178"/>
                      </a:cubicBezTo>
                      <a:cubicBezTo>
                        <a:pt x="202321" y="58178"/>
                        <a:pt x="215919" y="66337"/>
                        <a:pt x="226797" y="79936"/>
                      </a:cubicBezTo>
                      <a:cubicBezTo>
                        <a:pt x="237676" y="79936"/>
                        <a:pt x="248554" y="79936"/>
                        <a:pt x="253994" y="79936"/>
                      </a:cubicBezTo>
                      <a:cubicBezTo>
                        <a:pt x="267592" y="79936"/>
                        <a:pt x="294789" y="79936"/>
                        <a:pt x="294789" y="96253"/>
                      </a:cubicBezTo>
                      <a:cubicBezTo>
                        <a:pt x="294789" y="104412"/>
                        <a:pt x="289349" y="107132"/>
                        <a:pt x="283910" y="112571"/>
                      </a:cubicBezTo>
                      <a:cubicBezTo>
                        <a:pt x="278471" y="118011"/>
                        <a:pt x="273031" y="120730"/>
                        <a:pt x="267592" y="120730"/>
                      </a:cubicBezTo>
                      <a:cubicBezTo>
                        <a:pt x="259433" y="123450"/>
                        <a:pt x="251274" y="123450"/>
                        <a:pt x="245835" y="123450"/>
                      </a:cubicBezTo>
                      <a:cubicBezTo>
                        <a:pt x="245835" y="123450"/>
                        <a:pt x="243116" y="123450"/>
                        <a:pt x="237676" y="123450"/>
                      </a:cubicBezTo>
                      <a:cubicBezTo>
                        <a:pt x="237676" y="126170"/>
                        <a:pt x="237676" y="126170"/>
                        <a:pt x="240396" y="128889"/>
                      </a:cubicBezTo>
                      <a:cubicBezTo>
                        <a:pt x="245835" y="145207"/>
                        <a:pt x="248554" y="161525"/>
                        <a:pt x="251274" y="177843"/>
                      </a:cubicBezTo>
                      <a:cubicBezTo>
                        <a:pt x="253994" y="194161"/>
                        <a:pt x="253994" y="210479"/>
                        <a:pt x="256714" y="226797"/>
                      </a:cubicBezTo>
                      <a:cubicBezTo>
                        <a:pt x="259433" y="243115"/>
                        <a:pt x="262153" y="256713"/>
                        <a:pt x="262153" y="273031"/>
                      </a:cubicBezTo>
                      <a:cubicBezTo>
                        <a:pt x="262153" y="278470"/>
                        <a:pt x="262153" y="283910"/>
                        <a:pt x="262153" y="289349"/>
                      </a:cubicBezTo>
                      <a:lnTo>
                        <a:pt x="262153" y="297508"/>
                      </a:lnTo>
                      <a:cubicBezTo>
                        <a:pt x="262153" y="305667"/>
                        <a:pt x="262153" y="313826"/>
                        <a:pt x="264872" y="321985"/>
                      </a:cubicBezTo>
                      <a:cubicBezTo>
                        <a:pt x="264872" y="327424"/>
                        <a:pt x="270312" y="330144"/>
                        <a:pt x="270312" y="335583"/>
                      </a:cubicBezTo>
                      <a:cubicBezTo>
                        <a:pt x="270312" y="335583"/>
                        <a:pt x="270312" y="338303"/>
                        <a:pt x="270312" y="338303"/>
                      </a:cubicBezTo>
                      <a:cubicBezTo>
                        <a:pt x="270312" y="341022"/>
                        <a:pt x="270312" y="343742"/>
                        <a:pt x="270312" y="346462"/>
                      </a:cubicBezTo>
                      <a:cubicBezTo>
                        <a:pt x="270312" y="351901"/>
                        <a:pt x="273031" y="354621"/>
                        <a:pt x="278471" y="354621"/>
                      </a:cubicBezTo>
                      <a:cubicBezTo>
                        <a:pt x="289349" y="354621"/>
                        <a:pt x="335584" y="351901"/>
                        <a:pt x="338304" y="349181"/>
                      </a:cubicBezTo>
                      <a:cubicBezTo>
                        <a:pt x="346462" y="349181"/>
                        <a:pt x="357341" y="349181"/>
                        <a:pt x="365500" y="349181"/>
                      </a:cubicBezTo>
                      <a:cubicBezTo>
                        <a:pt x="370939" y="349181"/>
                        <a:pt x="376379" y="349181"/>
                        <a:pt x="381817" y="349181"/>
                      </a:cubicBezTo>
                      <a:cubicBezTo>
                        <a:pt x="387257" y="349181"/>
                        <a:pt x="392697" y="346462"/>
                        <a:pt x="392697" y="338303"/>
                      </a:cubicBezTo>
                      <a:cubicBezTo>
                        <a:pt x="392697" y="330144"/>
                        <a:pt x="389977" y="316545"/>
                        <a:pt x="389977" y="313826"/>
                      </a:cubicBezTo>
                      <a:cubicBezTo>
                        <a:pt x="389977" y="294788"/>
                        <a:pt x="389977" y="278470"/>
                        <a:pt x="392697" y="262152"/>
                      </a:cubicBezTo>
                      <a:cubicBezTo>
                        <a:pt x="392697" y="259433"/>
                        <a:pt x="395416" y="243115"/>
                        <a:pt x="395416" y="224077"/>
                      </a:cubicBezTo>
                      <a:cubicBezTo>
                        <a:pt x="395416" y="207759"/>
                        <a:pt x="398136" y="188722"/>
                        <a:pt x="398136" y="177843"/>
                      </a:cubicBezTo>
                      <a:cubicBezTo>
                        <a:pt x="398136" y="169684"/>
                        <a:pt x="395416" y="158806"/>
                        <a:pt x="395416" y="153366"/>
                      </a:cubicBezTo>
                      <a:cubicBezTo>
                        <a:pt x="395416" y="145207"/>
                        <a:pt x="395416" y="142488"/>
                        <a:pt x="395416" y="137048"/>
                      </a:cubicBezTo>
                      <a:cubicBezTo>
                        <a:pt x="389977" y="137048"/>
                        <a:pt x="384537" y="137048"/>
                        <a:pt x="379098" y="137048"/>
                      </a:cubicBezTo>
                      <a:cubicBezTo>
                        <a:pt x="370939" y="137048"/>
                        <a:pt x="360061" y="134329"/>
                        <a:pt x="351902" y="131609"/>
                      </a:cubicBezTo>
                      <a:cubicBezTo>
                        <a:pt x="343742" y="128889"/>
                        <a:pt x="338304" y="120730"/>
                        <a:pt x="338304" y="115291"/>
                      </a:cubicBezTo>
                      <a:cubicBezTo>
                        <a:pt x="338304" y="112571"/>
                        <a:pt x="338304" y="109852"/>
                        <a:pt x="343742" y="107132"/>
                      </a:cubicBezTo>
                      <a:cubicBezTo>
                        <a:pt x="349182" y="104412"/>
                        <a:pt x="357341" y="101693"/>
                        <a:pt x="362780" y="98973"/>
                      </a:cubicBezTo>
                      <a:cubicBezTo>
                        <a:pt x="373659" y="96253"/>
                        <a:pt x="387257" y="96253"/>
                        <a:pt x="395416" y="96253"/>
                      </a:cubicBezTo>
                      <a:cubicBezTo>
                        <a:pt x="398136" y="93534"/>
                        <a:pt x="400855" y="90814"/>
                        <a:pt x="403575" y="90814"/>
                      </a:cubicBezTo>
                      <a:cubicBezTo>
                        <a:pt x="411734" y="90814"/>
                        <a:pt x="419893" y="88095"/>
                        <a:pt x="422612" y="88095"/>
                      </a:cubicBezTo>
                      <a:cubicBezTo>
                        <a:pt x="425332" y="88095"/>
                        <a:pt x="425332" y="88095"/>
                        <a:pt x="428052" y="88095"/>
                      </a:cubicBezTo>
                      <a:cubicBezTo>
                        <a:pt x="433492" y="88095"/>
                        <a:pt x="441650" y="88095"/>
                        <a:pt x="447090" y="90814"/>
                      </a:cubicBezTo>
                      <a:cubicBezTo>
                        <a:pt x="449809" y="90814"/>
                        <a:pt x="452529" y="93534"/>
                        <a:pt x="455249" y="96253"/>
                      </a:cubicBezTo>
                      <a:cubicBezTo>
                        <a:pt x="482445" y="96253"/>
                        <a:pt x="509642" y="93534"/>
                        <a:pt x="525960" y="93534"/>
                      </a:cubicBezTo>
                      <a:cubicBezTo>
                        <a:pt x="539558" y="93534"/>
                        <a:pt x="561315" y="93534"/>
                        <a:pt x="561315" y="109852"/>
                      </a:cubicBezTo>
                      <a:cubicBezTo>
                        <a:pt x="561315" y="118011"/>
                        <a:pt x="561315" y="120730"/>
                        <a:pt x="555876" y="126170"/>
                      </a:cubicBezTo>
                      <a:cubicBezTo>
                        <a:pt x="550437" y="131609"/>
                        <a:pt x="544997" y="134329"/>
                        <a:pt x="539558" y="134329"/>
                      </a:cubicBezTo>
                      <a:cubicBezTo>
                        <a:pt x="531399" y="137048"/>
                        <a:pt x="523240" y="137048"/>
                        <a:pt x="517800" y="137048"/>
                      </a:cubicBezTo>
                      <a:cubicBezTo>
                        <a:pt x="515081" y="137048"/>
                        <a:pt x="498763" y="137048"/>
                        <a:pt x="477006" y="137048"/>
                      </a:cubicBezTo>
                      <a:cubicBezTo>
                        <a:pt x="479725" y="145207"/>
                        <a:pt x="485165" y="153366"/>
                        <a:pt x="485165" y="161525"/>
                      </a:cubicBezTo>
                      <a:cubicBezTo>
                        <a:pt x="487885" y="177843"/>
                        <a:pt x="493324" y="194161"/>
                        <a:pt x="496043" y="210479"/>
                      </a:cubicBezTo>
                      <a:cubicBezTo>
                        <a:pt x="498763" y="224077"/>
                        <a:pt x="498763" y="237676"/>
                        <a:pt x="501483" y="251274"/>
                      </a:cubicBezTo>
                      <a:cubicBezTo>
                        <a:pt x="504202" y="264872"/>
                        <a:pt x="506922" y="275751"/>
                        <a:pt x="506922" y="292069"/>
                      </a:cubicBezTo>
                      <a:cubicBezTo>
                        <a:pt x="506922" y="302947"/>
                        <a:pt x="506922" y="311106"/>
                        <a:pt x="506922" y="321985"/>
                      </a:cubicBezTo>
                      <a:cubicBezTo>
                        <a:pt x="506922" y="327424"/>
                        <a:pt x="509642" y="335583"/>
                        <a:pt x="509642" y="341022"/>
                      </a:cubicBezTo>
                      <a:cubicBezTo>
                        <a:pt x="509642" y="343742"/>
                        <a:pt x="509642" y="343742"/>
                        <a:pt x="509642" y="343742"/>
                      </a:cubicBezTo>
                      <a:cubicBezTo>
                        <a:pt x="509642" y="349181"/>
                        <a:pt x="515081" y="349181"/>
                        <a:pt x="517800" y="349181"/>
                      </a:cubicBezTo>
                      <a:cubicBezTo>
                        <a:pt x="520520" y="349181"/>
                        <a:pt x="523240" y="349181"/>
                        <a:pt x="528680" y="349181"/>
                      </a:cubicBezTo>
                      <a:cubicBezTo>
                        <a:pt x="536838" y="349181"/>
                        <a:pt x="547717" y="349181"/>
                        <a:pt x="550437" y="357340"/>
                      </a:cubicBezTo>
                      <a:cubicBezTo>
                        <a:pt x="550437" y="360060"/>
                        <a:pt x="550437" y="360060"/>
                        <a:pt x="550437" y="362780"/>
                      </a:cubicBezTo>
                      <a:cubicBezTo>
                        <a:pt x="550437" y="370939"/>
                        <a:pt x="539558" y="381817"/>
                        <a:pt x="534119" y="384537"/>
                      </a:cubicBezTo>
                      <a:cubicBezTo>
                        <a:pt x="531399" y="387257"/>
                        <a:pt x="523240" y="387257"/>
                        <a:pt x="520520" y="389976"/>
                      </a:cubicBezTo>
                      <a:cubicBezTo>
                        <a:pt x="515081" y="389976"/>
                        <a:pt x="512362" y="392696"/>
                        <a:pt x="512362" y="395415"/>
                      </a:cubicBezTo>
                      <a:cubicBezTo>
                        <a:pt x="512362" y="395415"/>
                        <a:pt x="512362" y="398135"/>
                        <a:pt x="512362" y="398135"/>
                      </a:cubicBezTo>
                      <a:cubicBezTo>
                        <a:pt x="512362" y="400855"/>
                        <a:pt x="512362" y="406294"/>
                        <a:pt x="512362" y="409014"/>
                      </a:cubicBezTo>
                      <a:cubicBezTo>
                        <a:pt x="512362" y="411733"/>
                        <a:pt x="512362" y="411733"/>
                        <a:pt x="512362" y="414453"/>
                      </a:cubicBezTo>
                      <a:cubicBezTo>
                        <a:pt x="512362" y="422612"/>
                        <a:pt x="512362" y="430771"/>
                        <a:pt x="512362" y="438930"/>
                      </a:cubicBezTo>
                      <a:cubicBezTo>
                        <a:pt x="512362" y="460687"/>
                        <a:pt x="512362" y="482445"/>
                        <a:pt x="515081" y="504202"/>
                      </a:cubicBezTo>
                      <a:cubicBezTo>
                        <a:pt x="517800" y="525959"/>
                        <a:pt x="520520" y="550436"/>
                        <a:pt x="520520" y="572193"/>
                      </a:cubicBezTo>
                      <a:cubicBezTo>
                        <a:pt x="520520" y="583072"/>
                        <a:pt x="520520" y="593950"/>
                        <a:pt x="517800" y="604829"/>
                      </a:cubicBezTo>
                      <a:cubicBezTo>
                        <a:pt x="515081" y="623867"/>
                        <a:pt x="515081" y="642904"/>
                        <a:pt x="512362" y="661942"/>
                      </a:cubicBezTo>
                      <a:cubicBezTo>
                        <a:pt x="512362" y="664661"/>
                        <a:pt x="509642" y="667381"/>
                        <a:pt x="509642" y="670101"/>
                      </a:cubicBezTo>
                      <a:cubicBezTo>
                        <a:pt x="509642" y="672820"/>
                        <a:pt x="512362" y="678260"/>
                        <a:pt x="512362" y="680979"/>
                      </a:cubicBezTo>
                      <a:cubicBezTo>
                        <a:pt x="512362" y="683699"/>
                        <a:pt x="512362" y="686419"/>
                        <a:pt x="512362" y="686419"/>
                      </a:cubicBezTo>
                      <a:cubicBezTo>
                        <a:pt x="517800" y="680979"/>
                        <a:pt x="528680" y="680979"/>
                        <a:pt x="536838" y="680979"/>
                      </a:cubicBezTo>
                      <a:lnTo>
                        <a:pt x="536838" y="680979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53" name="Freeform: Shape 52">
                  <a:extLst>
                    <a:ext uri="{FF2B5EF4-FFF2-40B4-BE49-F238E27FC236}">
                      <a16:creationId xmlns:a16="http://schemas.microsoft.com/office/drawing/2014/main" id="{872BE12F-3FBC-4635-99C7-4788DC937AE2}"/>
                    </a:ext>
                  </a:extLst>
                </p:cNvPr>
                <p:cNvSpPr/>
                <p:nvPr/>
              </p:nvSpPr>
              <p:spPr>
                <a:xfrm>
                  <a:off x="9592416" y="4192158"/>
                  <a:ext cx="516735" cy="761503"/>
                </a:xfrm>
                <a:custGeom>
                  <a:avLst/>
                  <a:gdLst>
                    <a:gd name="connsiteX0" fmla="*/ 463407 w 516735"/>
                    <a:gd name="connsiteY0" fmla="*/ 194161 h 761503"/>
                    <a:gd name="connsiteX1" fmla="*/ 447089 w 516735"/>
                    <a:gd name="connsiteY1" fmla="*/ 226797 h 761503"/>
                    <a:gd name="connsiteX2" fmla="*/ 430771 w 516735"/>
                    <a:gd name="connsiteY2" fmla="*/ 221357 h 761503"/>
                    <a:gd name="connsiteX3" fmla="*/ 422612 w 516735"/>
                    <a:gd name="connsiteY3" fmla="*/ 207759 h 761503"/>
                    <a:gd name="connsiteX4" fmla="*/ 419893 w 516735"/>
                    <a:gd name="connsiteY4" fmla="*/ 188722 h 761503"/>
                    <a:gd name="connsiteX5" fmla="*/ 419893 w 516735"/>
                    <a:gd name="connsiteY5" fmla="*/ 139768 h 761503"/>
                    <a:gd name="connsiteX6" fmla="*/ 419893 w 516735"/>
                    <a:gd name="connsiteY6" fmla="*/ 120730 h 761503"/>
                    <a:gd name="connsiteX7" fmla="*/ 395416 w 516735"/>
                    <a:gd name="connsiteY7" fmla="*/ 120730 h 761503"/>
                    <a:gd name="connsiteX8" fmla="*/ 370939 w 516735"/>
                    <a:gd name="connsiteY8" fmla="*/ 120730 h 761503"/>
                    <a:gd name="connsiteX9" fmla="*/ 346461 w 516735"/>
                    <a:gd name="connsiteY9" fmla="*/ 123450 h 761503"/>
                    <a:gd name="connsiteX10" fmla="*/ 335583 w 516735"/>
                    <a:gd name="connsiteY10" fmla="*/ 123450 h 761503"/>
                    <a:gd name="connsiteX11" fmla="*/ 335583 w 516735"/>
                    <a:gd name="connsiteY11" fmla="*/ 123450 h 761503"/>
                    <a:gd name="connsiteX12" fmla="*/ 324704 w 516735"/>
                    <a:gd name="connsiteY12" fmla="*/ 128889 h 761503"/>
                    <a:gd name="connsiteX13" fmla="*/ 327424 w 516735"/>
                    <a:gd name="connsiteY13" fmla="*/ 139768 h 761503"/>
                    <a:gd name="connsiteX14" fmla="*/ 330144 w 516735"/>
                    <a:gd name="connsiteY14" fmla="*/ 175123 h 761503"/>
                    <a:gd name="connsiteX15" fmla="*/ 330144 w 516735"/>
                    <a:gd name="connsiteY15" fmla="*/ 199600 h 761503"/>
                    <a:gd name="connsiteX16" fmla="*/ 327424 w 516735"/>
                    <a:gd name="connsiteY16" fmla="*/ 224077 h 761503"/>
                    <a:gd name="connsiteX17" fmla="*/ 330144 w 516735"/>
                    <a:gd name="connsiteY17" fmla="*/ 251274 h 761503"/>
                    <a:gd name="connsiteX18" fmla="*/ 327424 w 516735"/>
                    <a:gd name="connsiteY18" fmla="*/ 278470 h 761503"/>
                    <a:gd name="connsiteX19" fmla="*/ 327424 w 516735"/>
                    <a:gd name="connsiteY19" fmla="*/ 332864 h 761503"/>
                    <a:gd name="connsiteX20" fmla="*/ 330144 w 516735"/>
                    <a:gd name="connsiteY20" fmla="*/ 357340 h 761503"/>
                    <a:gd name="connsiteX21" fmla="*/ 330144 w 516735"/>
                    <a:gd name="connsiteY21" fmla="*/ 368219 h 761503"/>
                    <a:gd name="connsiteX22" fmla="*/ 332863 w 516735"/>
                    <a:gd name="connsiteY22" fmla="*/ 387257 h 761503"/>
                    <a:gd name="connsiteX23" fmla="*/ 332863 w 516735"/>
                    <a:gd name="connsiteY23" fmla="*/ 433491 h 761503"/>
                    <a:gd name="connsiteX24" fmla="*/ 332863 w 516735"/>
                    <a:gd name="connsiteY24" fmla="*/ 487884 h 761503"/>
                    <a:gd name="connsiteX25" fmla="*/ 330144 w 516735"/>
                    <a:gd name="connsiteY25" fmla="*/ 512361 h 761503"/>
                    <a:gd name="connsiteX26" fmla="*/ 330144 w 516735"/>
                    <a:gd name="connsiteY26" fmla="*/ 539557 h 761503"/>
                    <a:gd name="connsiteX27" fmla="*/ 332863 w 516735"/>
                    <a:gd name="connsiteY27" fmla="*/ 593950 h 761503"/>
                    <a:gd name="connsiteX28" fmla="*/ 332863 w 516735"/>
                    <a:gd name="connsiteY28" fmla="*/ 648343 h 761503"/>
                    <a:gd name="connsiteX29" fmla="*/ 332863 w 516735"/>
                    <a:gd name="connsiteY29" fmla="*/ 656502 h 761503"/>
                    <a:gd name="connsiteX30" fmla="*/ 357341 w 516735"/>
                    <a:gd name="connsiteY30" fmla="*/ 656502 h 761503"/>
                    <a:gd name="connsiteX31" fmla="*/ 395416 w 516735"/>
                    <a:gd name="connsiteY31" fmla="*/ 675540 h 761503"/>
                    <a:gd name="connsiteX32" fmla="*/ 389976 w 516735"/>
                    <a:gd name="connsiteY32" fmla="*/ 691858 h 761503"/>
                    <a:gd name="connsiteX33" fmla="*/ 373658 w 516735"/>
                    <a:gd name="connsiteY33" fmla="*/ 700017 h 761503"/>
                    <a:gd name="connsiteX34" fmla="*/ 351901 w 516735"/>
                    <a:gd name="connsiteY34" fmla="*/ 702737 h 761503"/>
                    <a:gd name="connsiteX35" fmla="*/ 319265 w 516735"/>
                    <a:gd name="connsiteY35" fmla="*/ 702737 h 761503"/>
                    <a:gd name="connsiteX36" fmla="*/ 311106 w 516735"/>
                    <a:gd name="connsiteY36" fmla="*/ 708176 h 761503"/>
                    <a:gd name="connsiteX37" fmla="*/ 289349 w 516735"/>
                    <a:gd name="connsiteY37" fmla="*/ 713615 h 761503"/>
                    <a:gd name="connsiteX38" fmla="*/ 270311 w 516735"/>
                    <a:gd name="connsiteY38" fmla="*/ 713615 h 761503"/>
                    <a:gd name="connsiteX39" fmla="*/ 243115 w 516735"/>
                    <a:gd name="connsiteY39" fmla="*/ 705456 h 761503"/>
                    <a:gd name="connsiteX40" fmla="*/ 237675 w 516735"/>
                    <a:gd name="connsiteY40" fmla="*/ 702737 h 761503"/>
                    <a:gd name="connsiteX41" fmla="*/ 199600 w 516735"/>
                    <a:gd name="connsiteY41" fmla="*/ 702737 h 761503"/>
                    <a:gd name="connsiteX42" fmla="*/ 175123 w 516735"/>
                    <a:gd name="connsiteY42" fmla="*/ 702737 h 761503"/>
                    <a:gd name="connsiteX43" fmla="*/ 147927 w 516735"/>
                    <a:gd name="connsiteY43" fmla="*/ 697297 h 761503"/>
                    <a:gd name="connsiteX44" fmla="*/ 131609 w 516735"/>
                    <a:gd name="connsiteY44" fmla="*/ 678260 h 761503"/>
                    <a:gd name="connsiteX45" fmla="*/ 137048 w 516735"/>
                    <a:gd name="connsiteY45" fmla="*/ 670101 h 761503"/>
                    <a:gd name="connsiteX46" fmla="*/ 158805 w 516735"/>
                    <a:gd name="connsiteY46" fmla="*/ 661942 h 761503"/>
                    <a:gd name="connsiteX47" fmla="*/ 199600 w 516735"/>
                    <a:gd name="connsiteY47" fmla="*/ 659222 h 761503"/>
                    <a:gd name="connsiteX48" fmla="*/ 199600 w 516735"/>
                    <a:gd name="connsiteY48" fmla="*/ 659222 h 761503"/>
                    <a:gd name="connsiteX49" fmla="*/ 196880 w 516735"/>
                    <a:gd name="connsiteY49" fmla="*/ 629306 h 761503"/>
                    <a:gd name="connsiteX50" fmla="*/ 199600 w 516735"/>
                    <a:gd name="connsiteY50" fmla="*/ 574913 h 761503"/>
                    <a:gd name="connsiteX51" fmla="*/ 202320 w 516735"/>
                    <a:gd name="connsiteY51" fmla="*/ 523239 h 761503"/>
                    <a:gd name="connsiteX52" fmla="*/ 205040 w 516735"/>
                    <a:gd name="connsiteY52" fmla="*/ 460687 h 761503"/>
                    <a:gd name="connsiteX53" fmla="*/ 205040 w 516735"/>
                    <a:gd name="connsiteY53" fmla="*/ 417173 h 761503"/>
                    <a:gd name="connsiteX54" fmla="*/ 207759 w 516735"/>
                    <a:gd name="connsiteY54" fmla="*/ 392696 h 761503"/>
                    <a:gd name="connsiteX55" fmla="*/ 210478 w 516735"/>
                    <a:gd name="connsiteY55" fmla="*/ 368219 h 761503"/>
                    <a:gd name="connsiteX56" fmla="*/ 210478 w 516735"/>
                    <a:gd name="connsiteY56" fmla="*/ 313826 h 761503"/>
                    <a:gd name="connsiteX57" fmla="*/ 210478 w 516735"/>
                    <a:gd name="connsiteY57" fmla="*/ 259433 h 761503"/>
                    <a:gd name="connsiteX58" fmla="*/ 210478 w 516735"/>
                    <a:gd name="connsiteY58" fmla="*/ 213199 h 761503"/>
                    <a:gd name="connsiteX59" fmla="*/ 210478 w 516735"/>
                    <a:gd name="connsiteY59" fmla="*/ 145207 h 761503"/>
                    <a:gd name="connsiteX60" fmla="*/ 213198 w 516735"/>
                    <a:gd name="connsiteY60" fmla="*/ 131609 h 761503"/>
                    <a:gd name="connsiteX61" fmla="*/ 205040 w 516735"/>
                    <a:gd name="connsiteY61" fmla="*/ 123450 h 761503"/>
                    <a:gd name="connsiteX62" fmla="*/ 161525 w 516735"/>
                    <a:gd name="connsiteY62" fmla="*/ 123450 h 761503"/>
                    <a:gd name="connsiteX63" fmla="*/ 112571 w 516735"/>
                    <a:gd name="connsiteY63" fmla="*/ 120730 h 761503"/>
                    <a:gd name="connsiteX64" fmla="*/ 104412 w 516735"/>
                    <a:gd name="connsiteY64" fmla="*/ 118011 h 761503"/>
                    <a:gd name="connsiteX65" fmla="*/ 107132 w 516735"/>
                    <a:gd name="connsiteY65" fmla="*/ 191441 h 761503"/>
                    <a:gd name="connsiteX66" fmla="*/ 90814 w 516735"/>
                    <a:gd name="connsiteY66" fmla="*/ 224077 h 761503"/>
                    <a:gd name="connsiteX67" fmla="*/ 74496 w 516735"/>
                    <a:gd name="connsiteY67" fmla="*/ 218638 h 761503"/>
                    <a:gd name="connsiteX68" fmla="*/ 66337 w 516735"/>
                    <a:gd name="connsiteY68" fmla="*/ 205040 h 761503"/>
                    <a:gd name="connsiteX69" fmla="*/ 63617 w 516735"/>
                    <a:gd name="connsiteY69" fmla="*/ 186002 h 761503"/>
                    <a:gd name="connsiteX70" fmla="*/ 63617 w 516735"/>
                    <a:gd name="connsiteY70" fmla="*/ 145207 h 761503"/>
                    <a:gd name="connsiteX71" fmla="*/ 63617 w 516735"/>
                    <a:gd name="connsiteY71" fmla="*/ 109852 h 761503"/>
                    <a:gd name="connsiteX72" fmla="*/ 58178 w 516735"/>
                    <a:gd name="connsiteY72" fmla="*/ 96253 h 761503"/>
                    <a:gd name="connsiteX73" fmla="*/ 66337 w 516735"/>
                    <a:gd name="connsiteY73" fmla="*/ 85375 h 761503"/>
                    <a:gd name="connsiteX74" fmla="*/ 93533 w 516735"/>
                    <a:gd name="connsiteY74" fmla="*/ 77216 h 761503"/>
                    <a:gd name="connsiteX75" fmla="*/ 115290 w 516735"/>
                    <a:gd name="connsiteY75" fmla="*/ 77216 h 761503"/>
                    <a:gd name="connsiteX76" fmla="*/ 169684 w 516735"/>
                    <a:gd name="connsiteY76" fmla="*/ 74496 h 761503"/>
                    <a:gd name="connsiteX77" fmla="*/ 194161 w 516735"/>
                    <a:gd name="connsiteY77" fmla="*/ 71776 h 761503"/>
                    <a:gd name="connsiteX78" fmla="*/ 196880 w 516735"/>
                    <a:gd name="connsiteY78" fmla="*/ 71776 h 761503"/>
                    <a:gd name="connsiteX79" fmla="*/ 210478 w 516735"/>
                    <a:gd name="connsiteY79" fmla="*/ 71776 h 761503"/>
                    <a:gd name="connsiteX80" fmla="*/ 218638 w 516735"/>
                    <a:gd name="connsiteY80" fmla="*/ 71776 h 761503"/>
                    <a:gd name="connsiteX81" fmla="*/ 237675 w 516735"/>
                    <a:gd name="connsiteY81" fmla="*/ 60898 h 761503"/>
                    <a:gd name="connsiteX82" fmla="*/ 253993 w 516735"/>
                    <a:gd name="connsiteY82" fmla="*/ 58178 h 761503"/>
                    <a:gd name="connsiteX83" fmla="*/ 283910 w 516735"/>
                    <a:gd name="connsiteY83" fmla="*/ 60898 h 761503"/>
                    <a:gd name="connsiteX84" fmla="*/ 294788 w 516735"/>
                    <a:gd name="connsiteY84" fmla="*/ 66337 h 761503"/>
                    <a:gd name="connsiteX85" fmla="*/ 305667 w 516735"/>
                    <a:gd name="connsiteY85" fmla="*/ 74496 h 761503"/>
                    <a:gd name="connsiteX86" fmla="*/ 313826 w 516735"/>
                    <a:gd name="connsiteY86" fmla="*/ 74496 h 761503"/>
                    <a:gd name="connsiteX87" fmla="*/ 327424 w 516735"/>
                    <a:gd name="connsiteY87" fmla="*/ 74496 h 761503"/>
                    <a:gd name="connsiteX88" fmla="*/ 354621 w 516735"/>
                    <a:gd name="connsiteY88" fmla="*/ 74496 h 761503"/>
                    <a:gd name="connsiteX89" fmla="*/ 422612 w 516735"/>
                    <a:gd name="connsiteY89" fmla="*/ 74496 h 761503"/>
                    <a:gd name="connsiteX90" fmla="*/ 455248 w 516735"/>
                    <a:gd name="connsiteY90" fmla="*/ 79936 h 761503"/>
                    <a:gd name="connsiteX91" fmla="*/ 466127 w 516735"/>
                    <a:gd name="connsiteY91" fmla="*/ 98973 h 761503"/>
                    <a:gd name="connsiteX92" fmla="*/ 463407 w 516735"/>
                    <a:gd name="connsiteY92" fmla="*/ 109852 h 761503"/>
                    <a:gd name="connsiteX93" fmla="*/ 463407 w 516735"/>
                    <a:gd name="connsiteY93" fmla="*/ 120730 h 761503"/>
                    <a:gd name="connsiteX94" fmla="*/ 463407 w 516735"/>
                    <a:gd name="connsiteY94" fmla="*/ 194161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</a:cxnLst>
                  <a:rect l="l" t="t" r="r" b="b"/>
                  <a:pathLst>
                    <a:path w="516735" h="761503">
                      <a:moveTo>
                        <a:pt x="463407" y="194161"/>
                      </a:moveTo>
                      <a:cubicBezTo>
                        <a:pt x="463407" y="205040"/>
                        <a:pt x="463407" y="226797"/>
                        <a:pt x="447089" y="226797"/>
                      </a:cubicBezTo>
                      <a:cubicBezTo>
                        <a:pt x="438930" y="226797"/>
                        <a:pt x="436211" y="226797"/>
                        <a:pt x="430771" y="221357"/>
                      </a:cubicBezTo>
                      <a:cubicBezTo>
                        <a:pt x="425332" y="218638"/>
                        <a:pt x="422612" y="210479"/>
                        <a:pt x="422612" y="207759"/>
                      </a:cubicBezTo>
                      <a:cubicBezTo>
                        <a:pt x="419893" y="199600"/>
                        <a:pt x="419893" y="194161"/>
                        <a:pt x="419893" y="188722"/>
                      </a:cubicBezTo>
                      <a:cubicBezTo>
                        <a:pt x="419893" y="183282"/>
                        <a:pt x="419893" y="147927"/>
                        <a:pt x="419893" y="139768"/>
                      </a:cubicBezTo>
                      <a:cubicBezTo>
                        <a:pt x="419893" y="134329"/>
                        <a:pt x="419893" y="128889"/>
                        <a:pt x="419893" y="120730"/>
                      </a:cubicBezTo>
                      <a:cubicBezTo>
                        <a:pt x="411734" y="120730"/>
                        <a:pt x="403574" y="120730"/>
                        <a:pt x="395416" y="120730"/>
                      </a:cubicBezTo>
                      <a:cubicBezTo>
                        <a:pt x="387256" y="120730"/>
                        <a:pt x="379098" y="120730"/>
                        <a:pt x="370939" y="120730"/>
                      </a:cubicBezTo>
                      <a:cubicBezTo>
                        <a:pt x="362780" y="120730"/>
                        <a:pt x="354621" y="123450"/>
                        <a:pt x="346461" y="123450"/>
                      </a:cubicBezTo>
                      <a:cubicBezTo>
                        <a:pt x="343742" y="123450"/>
                        <a:pt x="341023" y="123450"/>
                        <a:pt x="335583" y="123450"/>
                      </a:cubicBezTo>
                      <a:cubicBezTo>
                        <a:pt x="335583" y="123450"/>
                        <a:pt x="335583" y="123450"/>
                        <a:pt x="335583" y="123450"/>
                      </a:cubicBezTo>
                      <a:cubicBezTo>
                        <a:pt x="327424" y="123450"/>
                        <a:pt x="324704" y="126170"/>
                        <a:pt x="324704" y="128889"/>
                      </a:cubicBezTo>
                      <a:cubicBezTo>
                        <a:pt x="324704" y="131609"/>
                        <a:pt x="324704" y="137048"/>
                        <a:pt x="327424" y="139768"/>
                      </a:cubicBezTo>
                      <a:cubicBezTo>
                        <a:pt x="330144" y="147927"/>
                        <a:pt x="330144" y="166964"/>
                        <a:pt x="330144" y="175123"/>
                      </a:cubicBezTo>
                      <a:cubicBezTo>
                        <a:pt x="330144" y="183282"/>
                        <a:pt x="330144" y="191441"/>
                        <a:pt x="330144" y="199600"/>
                      </a:cubicBezTo>
                      <a:cubicBezTo>
                        <a:pt x="330144" y="207759"/>
                        <a:pt x="327424" y="215918"/>
                        <a:pt x="327424" y="224077"/>
                      </a:cubicBezTo>
                      <a:cubicBezTo>
                        <a:pt x="327424" y="232236"/>
                        <a:pt x="330144" y="243115"/>
                        <a:pt x="330144" y="251274"/>
                      </a:cubicBezTo>
                      <a:cubicBezTo>
                        <a:pt x="330144" y="259433"/>
                        <a:pt x="330144" y="267592"/>
                        <a:pt x="327424" y="278470"/>
                      </a:cubicBezTo>
                      <a:cubicBezTo>
                        <a:pt x="327424" y="294788"/>
                        <a:pt x="327424" y="313826"/>
                        <a:pt x="327424" y="332864"/>
                      </a:cubicBezTo>
                      <a:cubicBezTo>
                        <a:pt x="327424" y="341022"/>
                        <a:pt x="327424" y="349181"/>
                        <a:pt x="330144" y="357340"/>
                      </a:cubicBezTo>
                      <a:cubicBezTo>
                        <a:pt x="330144" y="360060"/>
                        <a:pt x="330144" y="365499"/>
                        <a:pt x="330144" y="368219"/>
                      </a:cubicBezTo>
                      <a:cubicBezTo>
                        <a:pt x="330144" y="373658"/>
                        <a:pt x="332863" y="384537"/>
                        <a:pt x="332863" y="387257"/>
                      </a:cubicBezTo>
                      <a:cubicBezTo>
                        <a:pt x="332863" y="406294"/>
                        <a:pt x="332863" y="414453"/>
                        <a:pt x="332863" y="433491"/>
                      </a:cubicBezTo>
                      <a:cubicBezTo>
                        <a:pt x="332863" y="452528"/>
                        <a:pt x="335583" y="468846"/>
                        <a:pt x="332863" y="487884"/>
                      </a:cubicBezTo>
                      <a:cubicBezTo>
                        <a:pt x="332863" y="496043"/>
                        <a:pt x="330144" y="504202"/>
                        <a:pt x="330144" y="512361"/>
                      </a:cubicBezTo>
                      <a:cubicBezTo>
                        <a:pt x="330144" y="520520"/>
                        <a:pt x="330144" y="531398"/>
                        <a:pt x="330144" y="539557"/>
                      </a:cubicBezTo>
                      <a:cubicBezTo>
                        <a:pt x="330144" y="558595"/>
                        <a:pt x="330144" y="574913"/>
                        <a:pt x="332863" y="593950"/>
                      </a:cubicBezTo>
                      <a:cubicBezTo>
                        <a:pt x="332863" y="610268"/>
                        <a:pt x="332863" y="632026"/>
                        <a:pt x="332863" y="648343"/>
                      </a:cubicBezTo>
                      <a:cubicBezTo>
                        <a:pt x="332863" y="651063"/>
                        <a:pt x="332863" y="653783"/>
                        <a:pt x="332863" y="656502"/>
                      </a:cubicBezTo>
                      <a:cubicBezTo>
                        <a:pt x="343742" y="656502"/>
                        <a:pt x="351901" y="656502"/>
                        <a:pt x="357341" y="656502"/>
                      </a:cubicBezTo>
                      <a:cubicBezTo>
                        <a:pt x="370939" y="656502"/>
                        <a:pt x="395416" y="659222"/>
                        <a:pt x="395416" y="675540"/>
                      </a:cubicBezTo>
                      <a:cubicBezTo>
                        <a:pt x="395416" y="683699"/>
                        <a:pt x="392696" y="686419"/>
                        <a:pt x="389976" y="691858"/>
                      </a:cubicBezTo>
                      <a:cubicBezTo>
                        <a:pt x="384537" y="697297"/>
                        <a:pt x="379098" y="700017"/>
                        <a:pt x="373658" y="700017"/>
                      </a:cubicBezTo>
                      <a:cubicBezTo>
                        <a:pt x="365499" y="702737"/>
                        <a:pt x="357341" y="702737"/>
                        <a:pt x="351901" y="702737"/>
                      </a:cubicBezTo>
                      <a:cubicBezTo>
                        <a:pt x="349181" y="702737"/>
                        <a:pt x="335583" y="702737"/>
                        <a:pt x="319265" y="702737"/>
                      </a:cubicBezTo>
                      <a:cubicBezTo>
                        <a:pt x="316546" y="705456"/>
                        <a:pt x="313826" y="705456"/>
                        <a:pt x="311106" y="708176"/>
                      </a:cubicBezTo>
                      <a:cubicBezTo>
                        <a:pt x="302948" y="713615"/>
                        <a:pt x="297508" y="713615"/>
                        <a:pt x="289349" y="713615"/>
                      </a:cubicBezTo>
                      <a:cubicBezTo>
                        <a:pt x="283910" y="713615"/>
                        <a:pt x="278470" y="713615"/>
                        <a:pt x="270311" y="713615"/>
                      </a:cubicBezTo>
                      <a:cubicBezTo>
                        <a:pt x="259433" y="713615"/>
                        <a:pt x="251273" y="710895"/>
                        <a:pt x="243115" y="705456"/>
                      </a:cubicBezTo>
                      <a:cubicBezTo>
                        <a:pt x="240395" y="705456"/>
                        <a:pt x="237675" y="702737"/>
                        <a:pt x="237675" y="702737"/>
                      </a:cubicBezTo>
                      <a:cubicBezTo>
                        <a:pt x="224077" y="702737"/>
                        <a:pt x="213198" y="702737"/>
                        <a:pt x="199600" y="702737"/>
                      </a:cubicBezTo>
                      <a:cubicBezTo>
                        <a:pt x="191441" y="702737"/>
                        <a:pt x="183282" y="702737"/>
                        <a:pt x="175123" y="702737"/>
                      </a:cubicBezTo>
                      <a:cubicBezTo>
                        <a:pt x="166965" y="702737"/>
                        <a:pt x="156085" y="702737"/>
                        <a:pt x="147927" y="697297"/>
                      </a:cubicBezTo>
                      <a:cubicBezTo>
                        <a:pt x="139768" y="694578"/>
                        <a:pt x="131609" y="680979"/>
                        <a:pt x="131609" y="678260"/>
                      </a:cubicBezTo>
                      <a:cubicBezTo>
                        <a:pt x="131609" y="675540"/>
                        <a:pt x="131609" y="672820"/>
                        <a:pt x="137048" y="670101"/>
                      </a:cubicBezTo>
                      <a:cubicBezTo>
                        <a:pt x="142487" y="667381"/>
                        <a:pt x="153366" y="664661"/>
                        <a:pt x="158805" y="661942"/>
                      </a:cubicBezTo>
                      <a:cubicBezTo>
                        <a:pt x="175123" y="659222"/>
                        <a:pt x="191441" y="659222"/>
                        <a:pt x="199600" y="659222"/>
                      </a:cubicBezTo>
                      <a:lnTo>
                        <a:pt x="199600" y="659222"/>
                      </a:lnTo>
                      <a:cubicBezTo>
                        <a:pt x="199600" y="648343"/>
                        <a:pt x="196880" y="640184"/>
                        <a:pt x="196880" y="629306"/>
                      </a:cubicBezTo>
                      <a:cubicBezTo>
                        <a:pt x="196880" y="612988"/>
                        <a:pt x="196880" y="591231"/>
                        <a:pt x="199600" y="574913"/>
                      </a:cubicBezTo>
                      <a:cubicBezTo>
                        <a:pt x="199600" y="558595"/>
                        <a:pt x="199600" y="539557"/>
                        <a:pt x="202320" y="523239"/>
                      </a:cubicBezTo>
                      <a:cubicBezTo>
                        <a:pt x="202320" y="501482"/>
                        <a:pt x="205040" y="482445"/>
                        <a:pt x="205040" y="460687"/>
                      </a:cubicBezTo>
                      <a:cubicBezTo>
                        <a:pt x="205040" y="447089"/>
                        <a:pt x="205040" y="430771"/>
                        <a:pt x="205040" y="417173"/>
                      </a:cubicBezTo>
                      <a:cubicBezTo>
                        <a:pt x="205040" y="409014"/>
                        <a:pt x="207759" y="400855"/>
                        <a:pt x="207759" y="392696"/>
                      </a:cubicBezTo>
                      <a:cubicBezTo>
                        <a:pt x="207759" y="384537"/>
                        <a:pt x="210478" y="376378"/>
                        <a:pt x="210478" y="368219"/>
                      </a:cubicBezTo>
                      <a:cubicBezTo>
                        <a:pt x="210478" y="351901"/>
                        <a:pt x="210478" y="332864"/>
                        <a:pt x="210478" y="313826"/>
                      </a:cubicBezTo>
                      <a:cubicBezTo>
                        <a:pt x="210478" y="294788"/>
                        <a:pt x="210478" y="275751"/>
                        <a:pt x="210478" y="259433"/>
                      </a:cubicBezTo>
                      <a:cubicBezTo>
                        <a:pt x="210478" y="243115"/>
                        <a:pt x="210478" y="226797"/>
                        <a:pt x="210478" y="213199"/>
                      </a:cubicBezTo>
                      <a:cubicBezTo>
                        <a:pt x="210478" y="194161"/>
                        <a:pt x="210478" y="164245"/>
                        <a:pt x="210478" y="145207"/>
                      </a:cubicBezTo>
                      <a:cubicBezTo>
                        <a:pt x="210478" y="139768"/>
                        <a:pt x="213198" y="134329"/>
                        <a:pt x="213198" y="131609"/>
                      </a:cubicBezTo>
                      <a:cubicBezTo>
                        <a:pt x="213198" y="126170"/>
                        <a:pt x="207759" y="123450"/>
                        <a:pt x="205040" y="123450"/>
                      </a:cubicBezTo>
                      <a:cubicBezTo>
                        <a:pt x="199600" y="123450"/>
                        <a:pt x="166965" y="123450"/>
                        <a:pt x="161525" y="123450"/>
                      </a:cubicBezTo>
                      <a:cubicBezTo>
                        <a:pt x="145207" y="123450"/>
                        <a:pt x="128889" y="123450"/>
                        <a:pt x="112571" y="120730"/>
                      </a:cubicBezTo>
                      <a:cubicBezTo>
                        <a:pt x="109852" y="120730"/>
                        <a:pt x="107132" y="120730"/>
                        <a:pt x="104412" y="118011"/>
                      </a:cubicBezTo>
                      <a:cubicBezTo>
                        <a:pt x="107132" y="137048"/>
                        <a:pt x="107132" y="172404"/>
                        <a:pt x="107132" y="191441"/>
                      </a:cubicBezTo>
                      <a:cubicBezTo>
                        <a:pt x="107132" y="202320"/>
                        <a:pt x="107132" y="224077"/>
                        <a:pt x="90814" y="224077"/>
                      </a:cubicBezTo>
                      <a:cubicBezTo>
                        <a:pt x="82655" y="224077"/>
                        <a:pt x="79935" y="221357"/>
                        <a:pt x="74496" y="218638"/>
                      </a:cubicBezTo>
                      <a:cubicBezTo>
                        <a:pt x="69057" y="215918"/>
                        <a:pt x="66337" y="210479"/>
                        <a:pt x="66337" y="205040"/>
                      </a:cubicBezTo>
                      <a:cubicBezTo>
                        <a:pt x="63617" y="196881"/>
                        <a:pt x="63617" y="191441"/>
                        <a:pt x="63617" y="186002"/>
                      </a:cubicBezTo>
                      <a:cubicBezTo>
                        <a:pt x="63617" y="180563"/>
                        <a:pt x="63617" y="153366"/>
                        <a:pt x="63617" y="145207"/>
                      </a:cubicBezTo>
                      <a:cubicBezTo>
                        <a:pt x="63617" y="134329"/>
                        <a:pt x="63617" y="120730"/>
                        <a:pt x="63617" y="109852"/>
                      </a:cubicBezTo>
                      <a:cubicBezTo>
                        <a:pt x="60897" y="104412"/>
                        <a:pt x="58178" y="101693"/>
                        <a:pt x="58178" y="96253"/>
                      </a:cubicBezTo>
                      <a:cubicBezTo>
                        <a:pt x="58178" y="93534"/>
                        <a:pt x="60897" y="88095"/>
                        <a:pt x="66337" y="85375"/>
                      </a:cubicBezTo>
                      <a:cubicBezTo>
                        <a:pt x="74496" y="79936"/>
                        <a:pt x="77215" y="77216"/>
                        <a:pt x="93533" y="77216"/>
                      </a:cubicBezTo>
                      <a:cubicBezTo>
                        <a:pt x="101692" y="77216"/>
                        <a:pt x="109852" y="77216"/>
                        <a:pt x="115290" y="77216"/>
                      </a:cubicBezTo>
                      <a:cubicBezTo>
                        <a:pt x="134328" y="77216"/>
                        <a:pt x="150646" y="77216"/>
                        <a:pt x="169684" y="74496"/>
                      </a:cubicBezTo>
                      <a:cubicBezTo>
                        <a:pt x="177843" y="74496"/>
                        <a:pt x="186002" y="71776"/>
                        <a:pt x="194161" y="71776"/>
                      </a:cubicBezTo>
                      <a:cubicBezTo>
                        <a:pt x="194161" y="71776"/>
                        <a:pt x="196880" y="71776"/>
                        <a:pt x="196880" y="71776"/>
                      </a:cubicBezTo>
                      <a:cubicBezTo>
                        <a:pt x="199600" y="71776"/>
                        <a:pt x="205040" y="71776"/>
                        <a:pt x="210478" y="71776"/>
                      </a:cubicBezTo>
                      <a:cubicBezTo>
                        <a:pt x="213198" y="71776"/>
                        <a:pt x="215918" y="71776"/>
                        <a:pt x="218638" y="71776"/>
                      </a:cubicBezTo>
                      <a:cubicBezTo>
                        <a:pt x="224077" y="69057"/>
                        <a:pt x="229516" y="63618"/>
                        <a:pt x="237675" y="60898"/>
                      </a:cubicBezTo>
                      <a:cubicBezTo>
                        <a:pt x="243115" y="58178"/>
                        <a:pt x="248554" y="58178"/>
                        <a:pt x="253993" y="58178"/>
                      </a:cubicBezTo>
                      <a:cubicBezTo>
                        <a:pt x="264872" y="58178"/>
                        <a:pt x="273031" y="58178"/>
                        <a:pt x="283910" y="60898"/>
                      </a:cubicBezTo>
                      <a:cubicBezTo>
                        <a:pt x="286629" y="60898"/>
                        <a:pt x="292068" y="63618"/>
                        <a:pt x="294788" y="66337"/>
                      </a:cubicBezTo>
                      <a:cubicBezTo>
                        <a:pt x="297508" y="69057"/>
                        <a:pt x="302948" y="71776"/>
                        <a:pt x="305667" y="74496"/>
                      </a:cubicBezTo>
                      <a:cubicBezTo>
                        <a:pt x="308386" y="74496"/>
                        <a:pt x="311106" y="74496"/>
                        <a:pt x="313826" y="74496"/>
                      </a:cubicBezTo>
                      <a:cubicBezTo>
                        <a:pt x="319265" y="74496"/>
                        <a:pt x="321985" y="74496"/>
                        <a:pt x="327424" y="74496"/>
                      </a:cubicBezTo>
                      <a:cubicBezTo>
                        <a:pt x="335583" y="74496"/>
                        <a:pt x="346461" y="74496"/>
                        <a:pt x="354621" y="74496"/>
                      </a:cubicBezTo>
                      <a:cubicBezTo>
                        <a:pt x="376378" y="74496"/>
                        <a:pt x="400855" y="74496"/>
                        <a:pt x="422612" y="74496"/>
                      </a:cubicBezTo>
                      <a:cubicBezTo>
                        <a:pt x="433491" y="74496"/>
                        <a:pt x="447089" y="74496"/>
                        <a:pt x="455248" y="79936"/>
                      </a:cubicBezTo>
                      <a:cubicBezTo>
                        <a:pt x="460687" y="82655"/>
                        <a:pt x="466127" y="90814"/>
                        <a:pt x="466127" y="98973"/>
                      </a:cubicBezTo>
                      <a:cubicBezTo>
                        <a:pt x="466127" y="101693"/>
                        <a:pt x="466127" y="107132"/>
                        <a:pt x="463407" y="109852"/>
                      </a:cubicBezTo>
                      <a:cubicBezTo>
                        <a:pt x="463407" y="112571"/>
                        <a:pt x="463407" y="112571"/>
                        <a:pt x="463407" y="120730"/>
                      </a:cubicBezTo>
                      <a:cubicBezTo>
                        <a:pt x="463407" y="142488"/>
                        <a:pt x="463407" y="172404"/>
                        <a:pt x="463407" y="194161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</p:grpSp>
          <p:pic>
            <p:nvPicPr>
              <p:cNvPr id="54" name="Graphic 53">
                <a:extLst>
                  <a:ext uri="{FF2B5EF4-FFF2-40B4-BE49-F238E27FC236}">
                    <a16:creationId xmlns:a16="http://schemas.microsoft.com/office/drawing/2014/main" id="{7044E344-4143-45A0-BB19-DE4ABD7362F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tretch>
                <a:fillRect/>
              </a:stretch>
            </p:blipFill>
            <p:spPr>
              <a:xfrm>
                <a:off x="9162579" y="5240354"/>
                <a:ext cx="45719" cy="1348711"/>
              </a:xfrm>
              <a:prstGeom prst="rect">
                <a:avLst/>
              </a:prstGeom>
            </p:spPr>
          </p:pic>
        </p:grpSp>
        <p:pic>
          <p:nvPicPr>
            <p:cNvPr id="55" name="Picture 54" descr="Diagram&#10;&#10;Description automatically generated">
              <a:extLst>
                <a:ext uri="{FF2B5EF4-FFF2-40B4-BE49-F238E27FC236}">
                  <a16:creationId xmlns:a16="http://schemas.microsoft.com/office/drawing/2014/main" id="{85C2B5E0-82FB-4743-8E0E-A5DFB28F412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/>
            <a:stretch>
              <a:fillRect/>
            </a:stretch>
          </p:blipFill>
          <p:spPr>
            <a:xfrm>
              <a:off x="7052978" y="5406588"/>
              <a:ext cx="1854273" cy="1066587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728747797"/>
      </p:ext>
    </p:extLst>
  </p:cSld>
  <p:clrMapOvr>
    <a:masterClrMapping/>
  </p:clrMapOvr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I_Title Slide Wor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>
            <a:extLst>
              <a:ext uri="{FF2B5EF4-FFF2-40B4-BE49-F238E27FC236}">
                <a16:creationId xmlns:a16="http://schemas.microsoft.com/office/drawing/2014/main" id="{CA58538C-6DCE-48AB-8A34-6553092FE476}"/>
              </a:ext>
            </a:extLst>
          </p:cNvPr>
          <p:cNvGrpSpPr/>
          <p:nvPr/>
        </p:nvGrpSpPr>
        <p:grpSpPr bwMode="ltGray">
          <a:xfrm>
            <a:off x="0" y="1"/>
            <a:ext cx="5266036" cy="6858000"/>
            <a:chOff x="0" y="1"/>
            <a:chExt cx="5266036" cy="6858000"/>
          </a:xfrm>
        </p:grpSpPr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284F7992-9D3F-4C17-B64D-6183DCA4456E}"/>
                </a:ext>
              </a:extLst>
            </p:cNvPr>
            <p:cNvSpPr/>
            <p:nvPr/>
          </p:nvSpPr>
          <p:spPr bwMode="ltGray">
            <a:xfrm>
              <a:off x="0" y="1"/>
              <a:ext cx="5266036" cy="6858000"/>
            </a:xfrm>
            <a:custGeom>
              <a:avLst/>
              <a:gdLst>
                <a:gd name="connsiteX0" fmla="*/ 0 w 5266036"/>
                <a:gd name="connsiteY0" fmla="*/ 0 h 6858000"/>
                <a:gd name="connsiteX1" fmla="*/ 3014696 w 5266036"/>
                <a:gd name="connsiteY1" fmla="*/ 0 h 6858000"/>
                <a:gd name="connsiteX2" fmla="*/ 3040982 w 5266036"/>
                <a:gd name="connsiteY2" fmla="*/ 11408 h 6858000"/>
                <a:gd name="connsiteX3" fmla="*/ 5250901 w 5266036"/>
                <a:gd name="connsiteY3" fmla="*/ 4085922 h 6858000"/>
                <a:gd name="connsiteX4" fmla="*/ 3435696 w 5266036"/>
                <a:gd name="connsiteY4" fmla="*/ 6839477 h 6858000"/>
                <a:gd name="connsiteX5" fmla="*/ 3398836 w 5266036"/>
                <a:gd name="connsiteY5" fmla="*/ 6858000 h 6858000"/>
                <a:gd name="connsiteX6" fmla="*/ 0 w 5266036"/>
                <a:gd name="connsiteY6" fmla="*/ 6858000 h 6858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66036" h="6858000">
                  <a:moveTo>
                    <a:pt x="0" y="0"/>
                  </a:moveTo>
                  <a:lnTo>
                    <a:pt x="3014696" y="0"/>
                  </a:lnTo>
                  <a:lnTo>
                    <a:pt x="3040982" y="11408"/>
                  </a:lnTo>
                  <a:cubicBezTo>
                    <a:pt x="4562919" y="717837"/>
                    <a:pt x="5390071" y="2397951"/>
                    <a:pt x="5250901" y="4085922"/>
                  </a:cubicBezTo>
                  <a:cubicBezTo>
                    <a:pt x="5138669" y="5484335"/>
                    <a:pt x="4361602" y="6343612"/>
                    <a:pt x="3435696" y="6839477"/>
                  </a:cubicBezTo>
                  <a:lnTo>
                    <a:pt x="3398836" y="6858000"/>
                  </a:lnTo>
                  <a:lnTo>
                    <a:pt x="0" y="6858000"/>
                  </a:lnTo>
                  <a:close/>
                </a:path>
              </a:pathLst>
            </a:custGeom>
            <a:solidFill>
              <a:srgbClr val="4F2170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768B0534-2EEE-4824-8F44-ACC22A3132AF}"/>
                </a:ext>
              </a:extLst>
            </p:cNvPr>
            <p:cNvSpPr/>
            <p:nvPr/>
          </p:nvSpPr>
          <p:spPr bwMode="ltGray">
            <a:xfrm>
              <a:off x="1" y="99439"/>
              <a:ext cx="287275" cy="1443098"/>
            </a:xfrm>
            <a:custGeom>
              <a:avLst/>
              <a:gdLst>
                <a:gd name="connsiteX0" fmla="*/ 94635 w 287275"/>
                <a:gd name="connsiteY0" fmla="*/ 646457 h 1443098"/>
                <a:gd name="connsiteX1" fmla="*/ 110030 w 287275"/>
                <a:gd name="connsiteY1" fmla="*/ 646457 h 1443098"/>
                <a:gd name="connsiteX2" fmla="*/ 176725 w 287275"/>
                <a:gd name="connsiteY2" fmla="*/ 1205691 h 1443098"/>
                <a:gd name="connsiteX3" fmla="*/ 17148 w 287275"/>
                <a:gd name="connsiteY3" fmla="*/ 1435626 h 1443098"/>
                <a:gd name="connsiteX4" fmla="*/ 0 w 287275"/>
                <a:gd name="connsiteY4" fmla="*/ 1443098 h 1443098"/>
                <a:gd name="connsiteX5" fmla="*/ 0 w 287275"/>
                <a:gd name="connsiteY5" fmla="*/ 675806 h 1443098"/>
                <a:gd name="connsiteX6" fmla="*/ 79246 w 287275"/>
                <a:gd name="connsiteY6" fmla="*/ 0 h 1443098"/>
                <a:gd name="connsiteX7" fmla="*/ 161336 w 287275"/>
                <a:gd name="connsiteY7" fmla="*/ 10261 h 1443098"/>
                <a:gd name="connsiteX8" fmla="*/ 145941 w 287275"/>
                <a:gd name="connsiteY8" fmla="*/ 287314 h 1443098"/>
                <a:gd name="connsiteX9" fmla="*/ 62169 w 287275"/>
                <a:gd name="connsiteY9" fmla="*/ 305030 h 1443098"/>
                <a:gd name="connsiteX10" fmla="*/ 0 w 287275"/>
                <a:gd name="connsiteY10" fmla="*/ 311825 h 1443098"/>
                <a:gd name="connsiteX11" fmla="*/ 0 w 287275"/>
                <a:gd name="connsiteY11" fmla="*/ 20391 h 14430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87275" h="1443098">
                  <a:moveTo>
                    <a:pt x="94635" y="646457"/>
                  </a:moveTo>
                  <a:cubicBezTo>
                    <a:pt x="99769" y="646457"/>
                    <a:pt x="104897" y="646457"/>
                    <a:pt x="110030" y="646457"/>
                  </a:cubicBezTo>
                  <a:cubicBezTo>
                    <a:pt x="438389" y="692630"/>
                    <a:pt x="217770" y="1000466"/>
                    <a:pt x="176725" y="1205691"/>
                  </a:cubicBezTo>
                  <a:cubicBezTo>
                    <a:pt x="145302" y="1376283"/>
                    <a:pt x="141374" y="1381895"/>
                    <a:pt x="17148" y="1435626"/>
                  </a:cubicBezTo>
                  <a:lnTo>
                    <a:pt x="0" y="1443098"/>
                  </a:lnTo>
                  <a:lnTo>
                    <a:pt x="0" y="675806"/>
                  </a:lnTo>
                  <a:close/>
                  <a:moveTo>
                    <a:pt x="79246" y="0"/>
                  </a:moveTo>
                  <a:cubicBezTo>
                    <a:pt x="99769" y="0"/>
                    <a:pt x="120291" y="5128"/>
                    <a:pt x="161336" y="10261"/>
                  </a:cubicBezTo>
                  <a:cubicBezTo>
                    <a:pt x="325515" y="92351"/>
                    <a:pt x="274209" y="246269"/>
                    <a:pt x="145941" y="287314"/>
                  </a:cubicBezTo>
                  <a:cubicBezTo>
                    <a:pt x="116441" y="296292"/>
                    <a:pt x="88864" y="301422"/>
                    <a:pt x="62169" y="305030"/>
                  </a:cubicBezTo>
                  <a:lnTo>
                    <a:pt x="0" y="311825"/>
                  </a:lnTo>
                  <a:lnTo>
                    <a:pt x="0" y="20391"/>
                  </a:lnTo>
                  <a:close/>
                </a:path>
              </a:pathLst>
            </a:custGeom>
            <a:solidFill>
              <a:srgbClr val="724D8D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89E5AB32-14B9-4441-BD18-CA3B7FA72F4A}"/>
                </a:ext>
              </a:extLst>
            </p:cNvPr>
            <p:cNvSpPr/>
            <p:nvPr/>
          </p:nvSpPr>
          <p:spPr bwMode="ltGray">
            <a:xfrm>
              <a:off x="0" y="3622695"/>
              <a:ext cx="911379" cy="2599608"/>
            </a:xfrm>
            <a:custGeom>
              <a:avLst/>
              <a:gdLst>
                <a:gd name="connsiteX0" fmla="*/ 0 w 911379"/>
                <a:gd name="connsiteY0" fmla="*/ 3000131 h 3315846"/>
                <a:gd name="connsiteX1" fmla="*/ 9176 w 911379"/>
                <a:gd name="connsiteY1" fmla="*/ 3027252 h 3315846"/>
                <a:gd name="connsiteX2" fmla="*/ 27935 w 911379"/>
                <a:gd name="connsiteY2" fmla="*/ 3315846 h 3315846"/>
                <a:gd name="connsiteX3" fmla="*/ 17673 w 911379"/>
                <a:gd name="connsiteY3" fmla="*/ 3315846 h 3315846"/>
                <a:gd name="connsiteX4" fmla="*/ 0 w 911379"/>
                <a:gd name="connsiteY4" fmla="*/ 3309186 h 3315846"/>
                <a:gd name="connsiteX5" fmla="*/ 0 w 911379"/>
                <a:gd name="connsiteY5" fmla="*/ 0 h 3315846"/>
                <a:gd name="connsiteX6" fmla="*/ 63852 w 911379"/>
                <a:gd name="connsiteY6" fmla="*/ 32258 h 3315846"/>
                <a:gd name="connsiteX7" fmla="*/ 253681 w 911379"/>
                <a:gd name="connsiteY7" fmla="*/ 140003 h 3315846"/>
                <a:gd name="connsiteX8" fmla="*/ 376816 w 911379"/>
                <a:gd name="connsiteY8" fmla="*/ 432445 h 3315846"/>
                <a:gd name="connsiteX9" fmla="*/ 587173 w 911379"/>
                <a:gd name="connsiteY9" fmla="*/ 545318 h 3315846"/>
                <a:gd name="connsiteX10" fmla="*/ 900137 w 911379"/>
                <a:gd name="connsiteY10" fmla="*/ 919855 h 3315846"/>
                <a:gd name="connsiteX11" fmla="*/ 664129 w 911379"/>
                <a:gd name="connsiteY11" fmla="*/ 1284126 h 3315846"/>
                <a:gd name="connsiteX12" fmla="*/ 566651 w 911379"/>
                <a:gd name="connsiteY12" fmla="*/ 1684313 h 3315846"/>
                <a:gd name="connsiteX13" fmla="*/ 304987 w 911379"/>
                <a:gd name="connsiteY13" fmla="*/ 2002411 h 3315846"/>
                <a:gd name="connsiteX14" fmla="*/ 63852 w 911379"/>
                <a:gd name="connsiteY14" fmla="*/ 2489821 h 3315846"/>
                <a:gd name="connsiteX15" fmla="*/ 0 w 911379"/>
                <a:gd name="connsiteY15" fmla="*/ 2599608 h 3315846"/>
                <a:gd name="connsiteX0" fmla="*/ 0 w 911379"/>
                <a:gd name="connsiteY0" fmla="*/ 3000131 h 3315846"/>
                <a:gd name="connsiteX1" fmla="*/ 9176 w 911379"/>
                <a:gd name="connsiteY1" fmla="*/ 3027252 h 3315846"/>
                <a:gd name="connsiteX2" fmla="*/ 27935 w 911379"/>
                <a:gd name="connsiteY2" fmla="*/ 3315846 h 3315846"/>
                <a:gd name="connsiteX3" fmla="*/ 17673 w 911379"/>
                <a:gd name="connsiteY3" fmla="*/ 3315846 h 3315846"/>
                <a:gd name="connsiteX4" fmla="*/ 0 w 911379"/>
                <a:gd name="connsiteY4" fmla="*/ 3000131 h 3315846"/>
                <a:gd name="connsiteX5" fmla="*/ 0 w 911379"/>
                <a:gd name="connsiteY5" fmla="*/ 0 h 3315846"/>
                <a:gd name="connsiteX6" fmla="*/ 63852 w 911379"/>
                <a:gd name="connsiteY6" fmla="*/ 32258 h 3315846"/>
                <a:gd name="connsiteX7" fmla="*/ 253681 w 911379"/>
                <a:gd name="connsiteY7" fmla="*/ 140003 h 3315846"/>
                <a:gd name="connsiteX8" fmla="*/ 376816 w 911379"/>
                <a:gd name="connsiteY8" fmla="*/ 432445 h 3315846"/>
                <a:gd name="connsiteX9" fmla="*/ 587173 w 911379"/>
                <a:gd name="connsiteY9" fmla="*/ 545318 h 3315846"/>
                <a:gd name="connsiteX10" fmla="*/ 900137 w 911379"/>
                <a:gd name="connsiteY10" fmla="*/ 919855 h 3315846"/>
                <a:gd name="connsiteX11" fmla="*/ 664129 w 911379"/>
                <a:gd name="connsiteY11" fmla="*/ 1284126 h 3315846"/>
                <a:gd name="connsiteX12" fmla="*/ 566651 w 911379"/>
                <a:gd name="connsiteY12" fmla="*/ 1684313 h 3315846"/>
                <a:gd name="connsiteX13" fmla="*/ 304987 w 911379"/>
                <a:gd name="connsiteY13" fmla="*/ 2002411 h 3315846"/>
                <a:gd name="connsiteX14" fmla="*/ 63852 w 911379"/>
                <a:gd name="connsiteY14" fmla="*/ 2489821 h 3315846"/>
                <a:gd name="connsiteX15" fmla="*/ 0 w 911379"/>
                <a:gd name="connsiteY15" fmla="*/ 2599608 h 3315846"/>
                <a:gd name="connsiteX16" fmla="*/ 0 w 911379"/>
                <a:gd name="connsiteY16" fmla="*/ 0 h 3315846"/>
                <a:gd name="connsiteX0" fmla="*/ 0 w 911379"/>
                <a:gd name="connsiteY0" fmla="*/ 3000131 h 3315846"/>
                <a:gd name="connsiteX1" fmla="*/ 9176 w 911379"/>
                <a:gd name="connsiteY1" fmla="*/ 3027252 h 3315846"/>
                <a:gd name="connsiteX2" fmla="*/ 27935 w 911379"/>
                <a:gd name="connsiteY2" fmla="*/ 3315846 h 3315846"/>
                <a:gd name="connsiteX3" fmla="*/ 0 w 911379"/>
                <a:gd name="connsiteY3" fmla="*/ 3000131 h 3315846"/>
                <a:gd name="connsiteX4" fmla="*/ 0 w 911379"/>
                <a:gd name="connsiteY4" fmla="*/ 0 h 3315846"/>
                <a:gd name="connsiteX5" fmla="*/ 63852 w 911379"/>
                <a:gd name="connsiteY5" fmla="*/ 32258 h 3315846"/>
                <a:gd name="connsiteX6" fmla="*/ 253681 w 911379"/>
                <a:gd name="connsiteY6" fmla="*/ 140003 h 3315846"/>
                <a:gd name="connsiteX7" fmla="*/ 376816 w 911379"/>
                <a:gd name="connsiteY7" fmla="*/ 432445 h 3315846"/>
                <a:gd name="connsiteX8" fmla="*/ 587173 w 911379"/>
                <a:gd name="connsiteY8" fmla="*/ 545318 h 3315846"/>
                <a:gd name="connsiteX9" fmla="*/ 900137 w 911379"/>
                <a:gd name="connsiteY9" fmla="*/ 919855 h 3315846"/>
                <a:gd name="connsiteX10" fmla="*/ 664129 w 911379"/>
                <a:gd name="connsiteY10" fmla="*/ 1284126 h 3315846"/>
                <a:gd name="connsiteX11" fmla="*/ 566651 w 911379"/>
                <a:gd name="connsiteY11" fmla="*/ 1684313 h 3315846"/>
                <a:gd name="connsiteX12" fmla="*/ 304987 w 911379"/>
                <a:gd name="connsiteY12" fmla="*/ 2002411 h 3315846"/>
                <a:gd name="connsiteX13" fmla="*/ 63852 w 911379"/>
                <a:gd name="connsiteY13" fmla="*/ 2489821 h 3315846"/>
                <a:gd name="connsiteX14" fmla="*/ 0 w 911379"/>
                <a:gd name="connsiteY14" fmla="*/ 2599608 h 3315846"/>
                <a:gd name="connsiteX15" fmla="*/ 0 w 911379"/>
                <a:gd name="connsiteY15" fmla="*/ 0 h 3315846"/>
                <a:gd name="connsiteX0" fmla="*/ 0 w 911379"/>
                <a:gd name="connsiteY0" fmla="*/ 3000131 h 3027252"/>
                <a:gd name="connsiteX1" fmla="*/ 9176 w 911379"/>
                <a:gd name="connsiteY1" fmla="*/ 3027252 h 3027252"/>
                <a:gd name="connsiteX2" fmla="*/ 0 w 911379"/>
                <a:gd name="connsiteY2" fmla="*/ 3000131 h 3027252"/>
                <a:gd name="connsiteX3" fmla="*/ 0 w 911379"/>
                <a:gd name="connsiteY3" fmla="*/ 0 h 3027252"/>
                <a:gd name="connsiteX4" fmla="*/ 63852 w 911379"/>
                <a:gd name="connsiteY4" fmla="*/ 32258 h 3027252"/>
                <a:gd name="connsiteX5" fmla="*/ 253681 w 911379"/>
                <a:gd name="connsiteY5" fmla="*/ 140003 h 3027252"/>
                <a:gd name="connsiteX6" fmla="*/ 376816 w 911379"/>
                <a:gd name="connsiteY6" fmla="*/ 432445 h 3027252"/>
                <a:gd name="connsiteX7" fmla="*/ 587173 w 911379"/>
                <a:gd name="connsiteY7" fmla="*/ 545318 h 3027252"/>
                <a:gd name="connsiteX8" fmla="*/ 900137 w 911379"/>
                <a:gd name="connsiteY8" fmla="*/ 919855 h 3027252"/>
                <a:gd name="connsiteX9" fmla="*/ 664129 w 911379"/>
                <a:gd name="connsiteY9" fmla="*/ 1284126 h 3027252"/>
                <a:gd name="connsiteX10" fmla="*/ 566651 w 911379"/>
                <a:gd name="connsiteY10" fmla="*/ 1684313 h 3027252"/>
                <a:gd name="connsiteX11" fmla="*/ 304987 w 911379"/>
                <a:gd name="connsiteY11" fmla="*/ 2002411 h 3027252"/>
                <a:gd name="connsiteX12" fmla="*/ 63852 w 911379"/>
                <a:gd name="connsiteY12" fmla="*/ 2489821 h 3027252"/>
                <a:gd name="connsiteX13" fmla="*/ 0 w 911379"/>
                <a:gd name="connsiteY13" fmla="*/ 2599608 h 3027252"/>
                <a:gd name="connsiteX14" fmla="*/ 0 w 911379"/>
                <a:gd name="connsiteY14" fmla="*/ 0 h 3027252"/>
                <a:gd name="connsiteX0" fmla="*/ 0 w 911379"/>
                <a:gd name="connsiteY0" fmla="*/ 0 h 2599608"/>
                <a:gd name="connsiteX1" fmla="*/ 63852 w 911379"/>
                <a:gd name="connsiteY1" fmla="*/ 32258 h 2599608"/>
                <a:gd name="connsiteX2" fmla="*/ 253681 w 911379"/>
                <a:gd name="connsiteY2" fmla="*/ 140003 h 2599608"/>
                <a:gd name="connsiteX3" fmla="*/ 376816 w 911379"/>
                <a:gd name="connsiteY3" fmla="*/ 432445 h 2599608"/>
                <a:gd name="connsiteX4" fmla="*/ 587173 w 911379"/>
                <a:gd name="connsiteY4" fmla="*/ 545318 h 2599608"/>
                <a:gd name="connsiteX5" fmla="*/ 900137 w 911379"/>
                <a:gd name="connsiteY5" fmla="*/ 919855 h 2599608"/>
                <a:gd name="connsiteX6" fmla="*/ 664129 w 911379"/>
                <a:gd name="connsiteY6" fmla="*/ 1284126 h 2599608"/>
                <a:gd name="connsiteX7" fmla="*/ 566651 w 911379"/>
                <a:gd name="connsiteY7" fmla="*/ 1684313 h 2599608"/>
                <a:gd name="connsiteX8" fmla="*/ 304987 w 911379"/>
                <a:gd name="connsiteY8" fmla="*/ 2002411 h 2599608"/>
                <a:gd name="connsiteX9" fmla="*/ 63852 w 911379"/>
                <a:gd name="connsiteY9" fmla="*/ 2489821 h 2599608"/>
                <a:gd name="connsiteX10" fmla="*/ 0 w 911379"/>
                <a:gd name="connsiteY10" fmla="*/ 2599608 h 2599608"/>
                <a:gd name="connsiteX11" fmla="*/ 0 w 911379"/>
                <a:gd name="connsiteY11" fmla="*/ 0 h 2599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11379" h="2599608">
                  <a:moveTo>
                    <a:pt x="0" y="0"/>
                  </a:moveTo>
                  <a:lnTo>
                    <a:pt x="63852" y="32258"/>
                  </a:lnTo>
                  <a:cubicBezTo>
                    <a:pt x="140808" y="68175"/>
                    <a:pt x="192114" y="57913"/>
                    <a:pt x="253681" y="140003"/>
                  </a:cubicBezTo>
                  <a:cubicBezTo>
                    <a:pt x="320382" y="232354"/>
                    <a:pt x="289598" y="340094"/>
                    <a:pt x="376816" y="432445"/>
                  </a:cubicBezTo>
                  <a:cubicBezTo>
                    <a:pt x="433255" y="494012"/>
                    <a:pt x="520473" y="504273"/>
                    <a:pt x="587173" y="545318"/>
                  </a:cubicBezTo>
                  <a:cubicBezTo>
                    <a:pt x="720569" y="627408"/>
                    <a:pt x="966838" y="724892"/>
                    <a:pt x="900137" y="919855"/>
                  </a:cubicBezTo>
                  <a:cubicBezTo>
                    <a:pt x="843703" y="1089163"/>
                    <a:pt x="623085" y="1058379"/>
                    <a:pt x="664129" y="1284126"/>
                  </a:cubicBezTo>
                  <a:cubicBezTo>
                    <a:pt x="700046" y="1509872"/>
                    <a:pt x="828309" y="1550917"/>
                    <a:pt x="566651" y="1684313"/>
                  </a:cubicBezTo>
                  <a:cubicBezTo>
                    <a:pt x="366555" y="1786925"/>
                    <a:pt x="366555" y="1812581"/>
                    <a:pt x="304987" y="2002411"/>
                  </a:cubicBezTo>
                  <a:cubicBezTo>
                    <a:pt x="253681" y="2166590"/>
                    <a:pt x="156202" y="2341031"/>
                    <a:pt x="63852" y="2489821"/>
                  </a:cubicBezTo>
                  <a:lnTo>
                    <a:pt x="0" y="25996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24D8D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DD488622-94FE-4C3B-93ED-066BAA75BF59}"/>
                </a:ext>
              </a:extLst>
            </p:cNvPr>
            <p:cNvSpPr/>
            <p:nvPr/>
          </p:nvSpPr>
          <p:spPr bwMode="ltGray">
            <a:xfrm>
              <a:off x="266515" y="81480"/>
              <a:ext cx="1128733" cy="1128733"/>
            </a:xfrm>
            <a:custGeom>
              <a:avLst/>
              <a:gdLst>
                <a:gd name="connsiteX0" fmla="*/ 92869 w 209550"/>
                <a:gd name="connsiteY0" fmla="*/ 7144 h 209550"/>
                <a:gd name="connsiteX1" fmla="*/ 92869 w 209550"/>
                <a:gd name="connsiteY1" fmla="*/ 7144 h 209550"/>
                <a:gd name="connsiteX2" fmla="*/ 7144 w 209550"/>
                <a:gd name="connsiteY2" fmla="*/ 29051 h 209550"/>
                <a:gd name="connsiteX3" fmla="*/ 7144 w 209550"/>
                <a:gd name="connsiteY3" fmla="*/ 30004 h 209550"/>
                <a:gd name="connsiteX4" fmla="*/ 16669 w 209550"/>
                <a:gd name="connsiteY4" fmla="*/ 42386 h 209550"/>
                <a:gd name="connsiteX5" fmla="*/ 25241 w 209550"/>
                <a:gd name="connsiteY5" fmla="*/ 41434 h 209550"/>
                <a:gd name="connsiteX6" fmla="*/ 63341 w 209550"/>
                <a:gd name="connsiteY6" fmla="*/ 165259 h 209550"/>
                <a:gd name="connsiteX7" fmla="*/ 88106 w 209550"/>
                <a:gd name="connsiteY7" fmla="*/ 202406 h 209550"/>
                <a:gd name="connsiteX8" fmla="*/ 105251 w 209550"/>
                <a:gd name="connsiteY8" fmla="*/ 193834 h 209550"/>
                <a:gd name="connsiteX9" fmla="*/ 128111 w 209550"/>
                <a:gd name="connsiteY9" fmla="*/ 149066 h 209550"/>
                <a:gd name="connsiteX10" fmla="*/ 165259 w 209550"/>
                <a:gd name="connsiteY10" fmla="*/ 120491 h 209550"/>
                <a:gd name="connsiteX11" fmla="*/ 92869 w 209550"/>
                <a:gd name="connsiteY11" fmla="*/ 7144 h 209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9550" h="209550">
                  <a:moveTo>
                    <a:pt x="92869" y="7144"/>
                  </a:moveTo>
                  <a:cubicBezTo>
                    <a:pt x="91916" y="7144"/>
                    <a:pt x="91916" y="7144"/>
                    <a:pt x="92869" y="7144"/>
                  </a:cubicBezTo>
                  <a:cubicBezTo>
                    <a:pt x="63341" y="12859"/>
                    <a:pt x="34766" y="20479"/>
                    <a:pt x="7144" y="29051"/>
                  </a:cubicBezTo>
                  <a:cubicBezTo>
                    <a:pt x="7144" y="29051"/>
                    <a:pt x="7144" y="30004"/>
                    <a:pt x="7144" y="30004"/>
                  </a:cubicBezTo>
                  <a:lnTo>
                    <a:pt x="16669" y="42386"/>
                  </a:lnTo>
                  <a:cubicBezTo>
                    <a:pt x="19526" y="41434"/>
                    <a:pt x="22384" y="41434"/>
                    <a:pt x="25241" y="41434"/>
                  </a:cubicBezTo>
                  <a:cubicBezTo>
                    <a:pt x="74771" y="41434"/>
                    <a:pt x="57626" y="134779"/>
                    <a:pt x="63341" y="165259"/>
                  </a:cubicBezTo>
                  <a:cubicBezTo>
                    <a:pt x="67151" y="183356"/>
                    <a:pt x="74771" y="202406"/>
                    <a:pt x="88106" y="202406"/>
                  </a:cubicBezTo>
                  <a:cubicBezTo>
                    <a:pt x="92869" y="202406"/>
                    <a:pt x="98584" y="199549"/>
                    <a:pt x="105251" y="193834"/>
                  </a:cubicBezTo>
                  <a:cubicBezTo>
                    <a:pt x="115729" y="183356"/>
                    <a:pt x="116681" y="162401"/>
                    <a:pt x="128111" y="149066"/>
                  </a:cubicBezTo>
                  <a:cubicBezTo>
                    <a:pt x="138589" y="136684"/>
                    <a:pt x="152876" y="130969"/>
                    <a:pt x="165259" y="120491"/>
                  </a:cubicBezTo>
                  <a:cubicBezTo>
                    <a:pt x="265271" y="38576"/>
                    <a:pt x="172879" y="7144"/>
                    <a:pt x="92869" y="7144"/>
                  </a:cubicBezTo>
                </a:path>
              </a:pathLst>
            </a:custGeom>
            <a:solidFill>
              <a:srgbClr val="724D8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0C0FA815-C9EC-4D30-BDA4-05095D08506E}"/>
                </a:ext>
              </a:extLst>
            </p:cNvPr>
            <p:cNvSpPr/>
            <p:nvPr/>
          </p:nvSpPr>
          <p:spPr bwMode="ltGray">
            <a:xfrm>
              <a:off x="1807406" y="19914"/>
              <a:ext cx="3232281" cy="5848895"/>
            </a:xfrm>
            <a:custGeom>
              <a:avLst/>
              <a:gdLst>
                <a:gd name="connsiteX0" fmla="*/ 227806 w 600075"/>
                <a:gd name="connsiteY0" fmla="*/ 7144 h 1085850"/>
                <a:gd name="connsiteX1" fmla="*/ 219234 w 600075"/>
                <a:gd name="connsiteY1" fmla="*/ 18574 h 1085850"/>
                <a:gd name="connsiteX2" fmla="*/ 183039 w 600075"/>
                <a:gd name="connsiteY2" fmla="*/ 66199 h 1085850"/>
                <a:gd name="connsiteX3" fmla="*/ 161131 w 600075"/>
                <a:gd name="connsiteY3" fmla="*/ 73819 h 1085850"/>
                <a:gd name="connsiteX4" fmla="*/ 130651 w 600075"/>
                <a:gd name="connsiteY4" fmla="*/ 63341 h 1085850"/>
                <a:gd name="connsiteX5" fmla="*/ 105886 w 600075"/>
                <a:gd name="connsiteY5" fmla="*/ 57626 h 1085850"/>
                <a:gd name="connsiteX6" fmla="*/ 83979 w 600075"/>
                <a:gd name="connsiteY6" fmla="*/ 113824 h 1085850"/>
                <a:gd name="connsiteX7" fmla="*/ 104934 w 600075"/>
                <a:gd name="connsiteY7" fmla="*/ 173831 h 1085850"/>
                <a:gd name="connsiteX8" fmla="*/ 124936 w 600075"/>
                <a:gd name="connsiteY8" fmla="*/ 167164 h 1085850"/>
                <a:gd name="connsiteX9" fmla="*/ 156369 w 600075"/>
                <a:gd name="connsiteY9" fmla="*/ 135731 h 1085850"/>
                <a:gd name="connsiteX10" fmla="*/ 172561 w 600075"/>
                <a:gd name="connsiteY10" fmla="*/ 151924 h 1085850"/>
                <a:gd name="connsiteX11" fmla="*/ 157321 w 600075"/>
                <a:gd name="connsiteY11" fmla="*/ 202406 h 1085850"/>
                <a:gd name="connsiteX12" fmla="*/ 71596 w 600075"/>
                <a:gd name="connsiteY12" fmla="*/ 252889 h 1085850"/>
                <a:gd name="connsiteX13" fmla="*/ 68739 w 600075"/>
                <a:gd name="connsiteY13" fmla="*/ 294799 h 1085850"/>
                <a:gd name="connsiteX14" fmla="*/ 43021 w 600075"/>
                <a:gd name="connsiteY14" fmla="*/ 356711 h 1085850"/>
                <a:gd name="connsiteX15" fmla="*/ 62071 w 600075"/>
                <a:gd name="connsiteY15" fmla="*/ 370999 h 1085850"/>
                <a:gd name="connsiteX16" fmla="*/ 131604 w 600075"/>
                <a:gd name="connsiteY16" fmla="*/ 313849 h 1085850"/>
                <a:gd name="connsiteX17" fmla="*/ 167799 w 600075"/>
                <a:gd name="connsiteY17" fmla="*/ 295751 h 1085850"/>
                <a:gd name="connsiteX18" fmla="*/ 199231 w 600075"/>
                <a:gd name="connsiteY18" fmla="*/ 308134 h 1085850"/>
                <a:gd name="connsiteX19" fmla="*/ 237331 w 600075"/>
                <a:gd name="connsiteY19" fmla="*/ 320516 h 1085850"/>
                <a:gd name="connsiteX20" fmla="*/ 242094 w 600075"/>
                <a:gd name="connsiteY20" fmla="*/ 320516 h 1085850"/>
                <a:gd name="connsiteX21" fmla="*/ 270669 w 600075"/>
                <a:gd name="connsiteY21" fmla="*/ 291941 h 1085850"/>
                <a:gd name="connsiteX22" fmla="*/ 287814 w 600075"/>
                <a:gd name="connsiteY22" fmla="*/ 270034 h 1085850"/>
                <a:gd name="connsiteX23" fmla="*/ 290671 w 600075"/>
                <a:gd name="connsiteY23" fmla="*/ 270034 h 1085850"/>
                <a:gd name="connsiteX24" fmla="*/ 321151 w 600075"/>
                <a:gd name="connsiteY24" fmla="*/ 304324 h 1085850"/>
                <a:gd name="connsiteX25" fmla="*/ 292576 w 600075"/>
                <a:gd name="connsiteY25" fmla="*/ 355759 h 1085850"/>
                <a:gd name="connsiteX26" fmla="*/ 326866 w 600075"/>
                <a:gd name="connsiteY26" fmla="*/ 416719 h 1085850"/>
                <a:gd name="connsiteX27" fmla="*/ 291624 w 600075"/>
                <a:gd name="connsiteY27" fmla="*/ 428149 h 1085850"/>
                <a:gd name="connsiteX28" fmla="*/ 232569 w 600075"/>
                <a:gd name="connsiteY28" fmla="*/ 418624 h 1085850"/>
                <a:gd name="connsiteX29" fmla="*/ 225901 w 600075"/>
                <a:gd name="connsiteY29" fmla="*/ 418624 h 1085850"/>
                <a:gd name="connsiteX30" fmla="*/ 217329 w 600075"/>
                <a:gd name="connsiteY30" fmla="*/ 418624 h 1085850"/>
                <a:gd name="connsiteX31" fmla="*/ 208756 w 600075"/>
                <a:gd name="connsiteY31" fmla="*/ 418624 h 1085850"/>
                <a:gd name="connsiteX32" fmla="*/ 191611 w 600075"/>
                <a:gd name="connsiteY32" fmla="*/ 415766 h 1085850"/>
                <a:gd name="connsiteX33" fmla="*/ 156369 w 600075"/>
                <a:gd name="connsiteY33" fmla="*/ 390049 h 1085850"/>
                <a:gd name="connsiteX34" fmla="*/ 151606 w 600075"/>
                <a:gd name="connsiteY34" fmla="*/ 390049 h 1085850"/>
                <a:gd name="connsiteX35" fmla="*/ 68739 w 600075"/>
                <a:gd name="connsiteY35" fmla="*/ 433864 h 1085850"/>
                <a:gd name="connsiteX36" fmla="*/ 18256 w 600075"/>
                <a:gd name="connsiteY36" fmla="*/ 501491 h 1085850"/>
                <a:gd name="connsiteX37" fmla="*/ 35401 w 600075"/>
                <a:gd name="connsiteY37" fmla="*/ 668179 h 1085850"/>
                <a:gd name="connsiteX38" fmla="*/ 82074 w 600075"/>
                <a:gd name="connsiteY38" fmla="*/ 683419 h 1085850"/>
                <a:gd name="connsiteX39" fmla="*/ 130651 w 600075"/>
                <a:gd name="connsiteY39" fmla="*/ 678656 h 1085850"/>
                <a:gd name="connsiteX40" fmla="*/ 162084 w 600075"/>
                <a:gd name="connsiteY40" fmla="*/ 676751 h 1085850"/>
                <a:gd name="connsiteX41" fmla="*/ 207804 w 600075"/>
                <a:gd name="connsiteY41" fmla="*/ 731044 h 1085850"/>
                <a:gd name="connsiteX42" fmla="*/ 214471 w 600075"/>
                <a:gd name="connsiteY42" fmla="*/ 812006 h 1085850"/>
                <a:gd name="connsiteX43" fmla="*/ 233521 w 600075"/>
                <a:gd name="connsiteY43" fmla="*/ 892016 h 1085850"/>
                <a:gd name="connsiteX44" fmla="*/ 202089 w 600075"/>
                <a:gd name="connsiteY44" fmla="*/ 1046321 h 1085850"/>
                <a:gd name="connsiteX45" fmla="*/ 223044 w 600075"/>
                <a:gd name="connsiteY45" fmla="*/ 1084421 h 1085850"/>
                <a:gd name="connsiteX46" fmla="*/ 256381 w 600075"/>
                <a:gd name="connsiteY46" fmla="*/ 1060609 h 1085850"/>
                <a:gd name="connsiteX47" fmla="*/ 335439 w 600075"/>
                <a:gd name="connsiteY47" fmla="*/ 977741 h 1085850"/>
                <a:gd name="connsiteX48" fmla="*/ 402114 w 600075"/>
                <a:gd name="connsiteY48" fmla="*/ 823436 h 1085850"/>
                <a:gd name="connsiteX49" fmla="*/ 404971 w 600075"/>
                <a:gd name="connsiteY49" fmla="*/ 746284 h 1085850"/>
                <a:gd name="connsiteX50" fmla="*/ 446881 w 600075"/>
                <a:gd name="connsiteY50" fmla="*/ 645319 h 1085850"/>
                <a:gd name="connsiteX51" fmla="*/ 434499 w 600075"/>
                <a:gd name="connsiteY51" fmla="*/ 600551 h 1085850"/>
                <a:gd name="connsiteX52" fmla="*/ 444024 w 600075"/>
                <a:gd name="connsiteY52" fmla="*/ 549116 h 1085850"/>
                <a:gd name="connsiteX53" fmla="*/ 466884 w 600075"/>
                <a:gd name="connsiteY53" fmla="*/ 499586 h 1085850"/>
                <a:gd name="connsiteX54" fmla="*/ 431641 w 600075"/>
                <a:gd name="connsiteY54" fmla="*/ 443389 h 1085850"/>
                <a:gd name="connsiteX55" fmla="*/ 446881 w 600075"/>
                <a:gd name="connsiteY55" fmla="*/ 440531 h 1085850"/>
                <a:gd name="connsiteX56" fmla="*/ 528796 w 600075"/>
                <a:gd name="connsiteY56" fmla="*/ 591979 h 1085850"/>
                <a:gd name="connsiteX57" fmla="*/ 551656 w 600075"/>
                <a:gd name="connsiteY57" fmla="*/ 634841 h 1085850"/>
                <a:gd name="connsiteX58" fmla="*/ 570706 w 600075"/>
                <a:gd name="connsiteY58" fmla="*/ 602456 h 1085850"/>
                <a:gd name="connsiteX59" fmla="*/ 592614 w 600075"/>
                <a:gd name="connsiteY59" fmla="*/ 519589 h 1085850"/>
                <a:gd name="connsiteX60" fmla="*/ 563086 w 600075"/>
                <a:gd name="connsiteY60" fmla="*/ 356711 h 1085850"/>
                <a:gd name="connsiteX61" fmla="*/ 450691 w 600075"/>
                <a:gd name="connsiteY61" fmla="*/ 161449 h 1085850"/>
                <a:gd name="connsiteX62" fmla="*/ 227806 w 600075"/>
                <a:gd name="connsiteY62" fmla="*/ 7144 h 1085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600075" h="1085850">
                  <a:moveTo>
                    <a:pt x="227806" y="7144"/>
                  </a:moveTo>
                  <a:lnTo>
                    <a:pt x="219234" y="18574"/>
                  </a:lnTo>
                  <a:cubicBezTo>
                    <a:pt x="223044" y="42386"/>
                    <a:pt x="201136" y="56674"/>
                    <a:pt x="183039" y="66199"/>
                  </a:cubicBezTo>
                  <a:cubicBezTo>
                    <a:pt x="172561" y="70961"/>
                    <a:pt x="165894" y="73819"/>
                    <a:pt x="161131" y="73819"/>
                  </a:cubicBezTo>
                  <a:cubicBezTo>
                    <a:pt x="153511" y="73819"/>
                    <a:pt x="147796" y="69056"/>
                    <a:pt x="130651" y="63341"/>
                  </a:cubicBezTo>
                  <a:cubicBezTo>
                    <a:pt x="120174" y="59531"/>
                    <a:pt x="111601" y="57626"/>
                    <a:pt x="105886" y="57626"/>
                  </a:cubicBezTo>
                  <a:cubicBezTo>
                    <a:pt x="83026" y="57626"/>
                    <a:pt x="83979" y="81439"/>
                    <a:pt x="83979" y="113824"/>
                  </a:cubicBezTo>
                  <a:cubicBezTo>
                    <a:pt x="83979" y="136684"/>
                    <a:pt x="82074" y="173831"/>
                    <a:pt x="104934" y="173831"/>
                  </a:cubicBezTo>
                  <a:cubicBezTo>
                    <a:pt x="109696" y="173831"/>
                    <a:pt x="116364" y="171926"/>
                    <a:pt x="124936" y="167164"/>
                  </a:cubicBezTo>
                  <a:cubicBezTo>
                    <a:pt x="136366" y="160496"/>
                    <a:pt x="144939" y="135731"/>
                    <a:pt x="156369" y="135731"/>
                  </a:cubicBezTo>
                  <a:cubicBezTo>
                    <a:pt x="161131" y="135731"/>
                    <a:pt x="166846" y="140494"/>
                    <a:pt x="172561" y="151924"/>
                  </a:cubicBezTo>
                  <a:cubicBezTo>
                    <a:pt x="182086" y="169069"/>
                    <a:pt x="167799" y="191929"/>
                    <a:pt x="157321" y="202406"/>
                  </a:cubicBezTo>
                  <a:cubicBezTo>
                    <a:pt x="128746" y="229076"/>
                    <a:pt x="83979" y="207169"/>
                    <a:pt x="71596" y="252889"/>
                  </a:cubicBezTo>
                  <a:cubicBezTo>
                    <a:pt x="67786" y="266224"/>
                    <a:pt x="73501" y="281464"/>
                    <a:pt x="68739" y="294799"/>
                  </a:cubicBezTo>
                  <a:cubicBezTo>
                    <a:pt x="63024" y="310991"/>
                    <a:pt x="31591" y="335756"/>
                    <a:pt x="43021" y="356711"/>
                  </a:cubicBezTo>
                  <a:cubicBezTo>
                    <a:pt x="48736" y="367189"/>
                    <a:pt x="55404" y="370999"/>
                    <a:pt x="62071" y="370999"/>
                  </a:cubicBezTo>
                  <a:cubicBezTo>
                    <a:pt x="86836" y="370999"/>
                    <a:pt x="118269" y="325279"/>
                    <a:pt x="131604" y="313849"/>
                  </a:cubicBezTo>
                  <a:cubicBezTo>
                    <a:pt x="146844" y="300514"/>
                    <a:pt x="158274" y="295751"/>
                    <a:pt x="167799" y="295751"/>
                  </a:cubicBezTo>
                  <a:cubicBezTo>
                    <a:pt x="179229" y="295751"/>
                    <a:pt x="187801" y="301466"/>
                    <a:pt x="199231" y="308134"/>
                  </a:cubicBezTo>
                  <a:cubicBezTo>
                    <a:pt x="209709" y="313849"/>
                    <a:pt x="221139" y="320516"/>
                    <a:pt x="237331" y="320516"/>
                  </a:cubicBezTo>
                  <a:cubicBezTo>
                    <a:pt x="239236" y="320516"/>
                    <a:pt x="240189" y="320516"/>
                    <a:pt x="242094" y="320516"/>
                  </a:cubicBezTo>
                  <a:cubicBezTo>
                    <a:pt x="268764" y="318611"/>
                    <a:pt x="259239" y="310039"/>
                    <a:pt x="270669" y="291941"/>
                  </a:cubicBezTo>
                  <a:cubicBezTo>
                    <a:pt x="277336" y="280511"/>
                    <a:pt x="270669" y="270034"/>
                    <a:pt x="287814" y="270034"/>
                  </a:cubicBezTo>
                  <a:cubicBezTo>
                    <a:pt x="288766" y="270034"/>
                    <a:pt x="289719" y="270034"/>
                    <a:pt x="290671" y="270034"/>
                  </a:cubicBezTo>
                  <a:cubicBezTo>
                    <a:pt x="301149" y="270986"/>
                    <a:pt x="318294" y="294799"/>
                    <a:pt x="321151" y="304324"/>
                  </a:cubicBezTo>
                  <a:cubicBezTo>
                    <a:pt x="327819" y="333851"/>
                    <a:pt x="303054" y="334804"/>
                    <a:pt x="292576" y="355759"/>
                  </a:cubicBezTo>
                  <a:cubicBezTo>
                    <a:pt x="276384" y="391954"/>
                    <a:pt x="313531" y="391001"/>
                    <a:pt x="326866" y="416719"/>
                  </a:cubicBezTo>
                  <a:cubicBezTo>
                    <a:pt x="315436" y="425291"/>
                    <a:pt x="304006" y="428149"/>
                    <a:pt x="291624" y="428149"/>
                  </a:cubicBezTo>
                  <a:cubicBezTo>
                    <a:pt x="272574" y="428149"/>
                    <a:pt x="252571" y="420529"/>
                    <a:pt x="232569" y="418624"/>
                  </a:cubicBezTo>
                  <a:cubicBezTo>
                    <a:pt x="230664" y="418624"/>
                    <a:pt x="227806" y="418624"/>
                    <a:pt x="225901" y="418624"/>
                  </a:cubicBezTo>
                  <a:cubicBezTo>
                    <a:pt x="223044" y="418624"/>
                    <a:pt x="220186" y="418624"/>
                    <a:pt x="217329" y="418624"/>
                  </a:cubicBezTo>
                  <a:cubicBezTo>
                    <a:pt x="214471" y="418624"/>
                    <a:pt x="211614" y="418624"/>
                    <a:pt x="208756" y="418624"/>
                  </a:cubicBezTo>
                  <a:cubicBezTo>
                    <a:pt x="203041" y="418624"/>
                    <a:pt x="197326" y="417671"/>
                    <a:pt x="191611" y="415766"/>
                  </a:cubicBezTo>
                  <a:cubicBezTo>
                    <a:pt x="174466" y="408146"/>
                    <a:pt x="183039" y="392906"/>
                    <a:pt x="156369" y="390049"/>
                  </a:cubicBezTo>
                  <a:cubicBezTo>
                    <a:pt x="154464" y="390049"/>
                    <a:pt x="152559" y="390049"/>
                    <a:pt x="151606" y="390049"/>
                  </a:cubicBezTo>
                  <a:cubicBezTo>
                    <a:pt x="120174" y="390049"/>
                    <a:pt x="96361" y="420529"/>
                    <a:pt x="68739" y="433864"/>
                  </a:cubicBezTo>
                  <a:cubicBezTo>
                    <a:pt x="31591" y="451961"/>
                    <a:pt x="23019" y="463391"/>
                    <a:pt x="18256" y="501491"/>
                  </a:cubicBezTo>
                  <a:cubicBezTo>
                    <a:pt x="11589" y="551974"/>
                    <a:pt x="-10319" y="627221"/>
                    <a:pt x="35401" y="668179"/>
                  </a:cubicBezTo>
                  <a:cubicBezTo>
                    <a:pt x="48736" y="680561"/>
                    <a:pt x="64929" y="683419"/>
                    <a:pt x="82074" y="683419"/>
                  </a:cubicBezTo>
                  <a:cubicBezTo>
                    <a:pt x="98266" y="683419"/>
                    <a:pt x="114459" y="680561"/>
                    <a:pt x="130651" y="678656"/>
                  </a:cubicBezTo>
                  <a:cubicBezTo>
                    <a:pt x="142081" y="677704"/>
                    <a:pt x="152559" y="676751"/>
                    <a:pt x="162084" y="676751"/>
                  </a:cubicBezTo>
                  <a:cubicBezTo>
                    <a:pt x="193516" y="676751"/>
                    <a:pt x="208756" y="687229"/>
                    <a:pt x="207804" y="731044"/>
                  </a:cubicBezTo>
                  <a:cubicBezTo>
                    <a:pt x="207804" y="758666"/>
                    <a:pt x="204946" y="786289"/>
                    <a:pt x="214471" y="812006"/>
                  </a:cubicBezTo>
                  <a:cubicBezTo>
                    <a:pt x="223996" y="840581"/>
                    <a:pt x="236379" y="860584"/>
                    <a:pt x="233521" y="892016"/>
                  </a:cubicBezTo>
                  <a:cubicBezTo>
                    <a:pt x="228759" y="947261"/>
                    <a:pt x="196374" y="987266"/>
                    <a:pt x="202089" y="1046321"/>
                  </a:cubicBezTo>
                  <a:cubicBezTo>
                    <a:pt x="204946" y="1072039"/>
                    <a:pt x="211614" y="1084421"/>
                    <a:pt x="223044" y="1084421"/>
                  </a:cubicBezTo>
                  <a:cubicBezTo>
                    <a:pt x="231616" y="1084421"/>
                    <a:pt x="243046" y="1075849"/>
                    <a:pt x="256381" y="1060609"/>
                  </a:cubicBezTo>
                  <a:cubicBezTo>
                    <a:pt x="281146" y="1031081"/>
                    <a:pt x="309721" y="1006316"/>
                    <a:pt x="335439" y="977741"/>
                  </a:cubicBezTo>
                  <a:cubicBezTo>
                    <a:pt x="367824" y="942499"/>
                    <a:pt x="395446" y="870109"/>
                    <a:pt x="402114" y="823436"/>
                  </a:cubicBezTo>
                  <a:cubicBezTo>
                    <a:pt x="404971" y="797719"/>
                    <a:pt x="399256" y="771049"/>
                    <a:pt x="404971" y="746284"/>
                  </a:cubicBezTo>
                  <a:cubicBezTo>
                    <a:pt x="411639" y="709136"/>
                    <a:pt x="441166" y="680561"/>
                    <a:pt x="446881" y="645319"/>
                  </a:cubicBezTo>
                  <a:cubicBezTo>
                    <a:pt x="451644" y="617696"/>
                    <a:pt x="440214" y="623411"/>
                    <a:pt x="434499" y="600551"/>
                  </a:cubicBezTo>
                  <a:cubicBezTo>
                    <a:pt x="429736" y="583406"/>
                    <a:pt x="437356" y="563404"/>
                    <a:pt x="444024" y="549116"/>
                  </a:cubicBezTo>
                  <a:cubicBezTo>
                    <a:pt x="451644" y="532924"/>
                    <a:pt x="469741" y="519589"/>
                    <a:pt x="466884" y="499586"/>
                  </a:cubicBezTo>
                  <a:cubicBezTo>
                    <a:pt x="464026" y="477679"/>
                    <a:pt x="435451" y="464344"/>
                    <a:pt x="431641" y="443389"/>
                  </a:cubicBezTo>
                  <a:cubicBezTo>
                    <a:pt x="436404" y="441484"/>
                    <a:pt x="442119" y="440531"/>
                    <a:pt x="446881" y="440531"/>
                  </a:cubicBezTo>
                  <a:cubicBezTo>
                    <a:pt x="497364" y="440531"/>
                    <a:pt x="524034" y="557689"/>
                    <a:pt x="528796" y="591979"/>
                  </a:cubicBezTo>
                  <a:cubicBezTo>
                    <a:pt x="532606" y="618649"/>
                    <a:pt x="542131" y="634841"/>
                    <a:pt x="551656" y="634841"/>
                  </a:cubicBezTo>
                  <a:cubicBezTo>
                    <a:pt x="559276" y="634841"/>
                    <a:pt x="565944" y="625316"/>
                    <a:pt x="570706" y="602456"/>
                  </a:cubicBezTo>
                  <a:cubicBezTo>
                    <a:pt x="576421" y="572929"/>
                    <a:pt x="584994" y="546259"/>
                    <a:pt x="592614" y="519589"/>
                  </a:cubicBezTo>
                  <a:cubicBezTo>
                    <a:pt x="611664" y="448151"/>
                    <a:pt x="594519" y="416719"/>
                    <a:pt x="563086" y="356711"/>
                  </a:cubicBezTo>
                  <a:cubicBezTo>
                    <a:pt x="529749" y="293846"/>
                    <a:pt x="494506" y="219551"/>
                    <a:pt x="450691" y="161449"/>
                  </a:cubicBezTo>
                  <a:cubicBezTo>
                    <a:pt x="393541" y="91916"/>
                    <a:pt x="300196" y="51911"/>
                    <a:pt x="227806" y="7144"/>
                  </a:cubicBezTo>
                </a:path>
              </a:pathLst>
            </a:custGeom>
            <a:solidFill>
              <a:srgbClr val="724D8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9F4D19D0-5A2E-4607-8554-BC7B192680F6}"/>
                </a:ext>
              </a:extLst>
            </p:cNvPr>
            <p:cNvSpPr/>
            <p:nvPr/>
          </p:nvSpPr>
          <p:spPr bwMode="ltGray">
            <a:xfrm>
              <a:off x="3991507" y="4180841"/>
              <a:ext cx="1128733" cy="2206164"/>
            </a:xfrm>
            <a:custGeom>
              <a:avLst/>
              <a:gdLst>
                <a:gd name="connsiteX0" fmla="*/ 192849 w 209550"/>
                <a:gd name="connsiteY0" fmla="*/ 7144 h 409575"/>
                <a:gd name="connsiteX1" fmla="*/ 161417 w 209550"/>
                <a:gd name="connsiteY1" fmla="*/ 45244 h 409575"/>
                <a:gd name="connsiteX2" fmla="*/ 154749 w 209550"/>
                <a:gd name="connsiteY2" fmla="*/ 99536 h 409575"/>
                <a:gd name="connsiteX3" fmla="*/ 120459 w 209550"/>
                <a:gd name="connsiteY3" fmla="*/ 171926 h 409575"/>
                <a:gd name="connsiteX4" fmla="*/ 74739 w 209550"/>
                <a:gd name="connsiteY4" fmla="*/ 258604 h 409575"/>
                <a:gd name="connsiteX5" fmla="*/ 10921 w 209550"/>
                <a:gd name="connsiteY5" fmla="*/ 329089 h 409575"/>
                <a:gd name="connsiteX6" fmla="*/ 9969 w 209550"/>
                <a:gd name="connsiteY6" fmla="*/ 395764 h 409575"/>
                <a:gd name="connsiteX7" fmla="*/ 22351 w 209550"/>
                <a:gd name="connsiteY7" fmla="*/ 407194 h 409575"/>
                <a:gd name="connsiteX8" fmla="*/ 28066 w 209550"/>
                <a:gd name="connsiteY8" fmla="*/ 405289 h 409575"/>
                <a:gd name="connsiteX9" fmla="*/ 42354 w 209550"/>
                <a:gd name="connsiteY9" fmla="*/ 391954 h 409575"/>
                <a:gd name="connsiteX10" fmla="*/ 69976 w 209550"/>
                <a:gd name="connsiteY10" fmla="*/ 351949 h 409575"/>
                <a:gd name="connsiteX11" fmla="*/ 163321 w 209550"/>
                <a:gd name="connsiteY11" fmla="*/ 190024 h 409575"/>
                <a:gd name="connsiteX12" fmla="*/ 199517 w 209550"/>
                <a:gd name="connsiteY12" fmla="*/ 19526 h 409575"/>
                <a:gd name="connsiteX13" fmla="*/ 192849 w 209550"/>
                <a:gd name="connsiteY13" fmla="*/ 7144 h 409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09550" h="409575">
                  <a:moveTo>
                    <a:pt x="192849" y="7144"/>
                  </a:moveTo>
                  <a:cubicBezTo>
                    <a:pt x="187134" y="24289"/>
                    <a:pt x="168084" y="30004"/>
                    <a:pt x="161417" y="45244"/>
                  </a:cubicBezTo>
                  <a:cubicBezTo>
                    <a:pt x="156654" y="58579"/>
                    <a:pt x="157606" y="84296"/>
                    <a:pt x="154749" y="99536"/>
                  </a:cubicBezTo>
                  <a:cubicBezTo>
                    <a:pt x="149034" y="131921"/>
                    <a:pt x="137604" y="144304"/>
                    <a:pt x="120459" y="171926"/>
                  </a:cubicBezTo>
                  <a:cubicBezTo>
                    <a:pt x="102361" y="199549"/>
                    <a:pt x="96646" y="233839"/>
                    <a:pt x="74739" y="258604"/>
                  </a:cubicBezTo>
                  <a:cubicBezTo>
                    <a:pt x="53784" y="282416"/>
                    <a:pt x="19494" y="295751"/>
                    <a:pt x="10921" y="329089"/>
                  </a:cubicBezTo>
                  <a:cubicBezTo>
                    <a:pt x="7111" y="341471"/>
                    <a:pt x="5206" y="383381"/>
                    <a:pt x="9969" y="395764"/>
                  </a:cubicBezTo>
                  <a:cubicBezTo>
                    <a:pt x="13779" y="403384"/>
                    <a:pt x="17589" y="407194"/>
                    <a:pt x="22351" y="407194"/>
                  </a:cubicBezTo>
                  <a:cubicBezTo>
                    <a:pt x="24256" y="407194"/>
                    <a:pt x="26161" y="406241"/>
                    <a:pt x="28066" y="405289"/>
                  </a:cubicBezTo>
                  <a:cubicBezTo>
                    <a:pt x="32829" y="401479"/>
                    <a:pt x="37591" y="396716"/>
                    <a:pt x="42354" y="391954"/>
                  </a:cubicBezTo>
                  <a:cubicBezTo>
                    <a:pt x="52831" y="379571"/>
                    <a:pt x="62356" y="362426"/>
                    <a:pt x="69976" y="351949"/>
                  </a:cubicBezTo>
                  <a:cubicBezTo>
                    <a:pt x="106171" y="300514"/>
                    <a:pt x="131889" y="243364"/>
                    <a:pt x="163321" y="190024"/>
                  </a:cubicBezTo>
                  <a:cubicBezTo>
                    <a:pt x="195706" y="135731"/>
                    <a:pt x="218567" y="82391"/>
                    <a:pt x="199517" y="19526"/>
                  </a:cubicBezTo>
                  <a:lnTo>
                    <a:pt x="192849" y="7144"/>
                  </a:lnTo>
                  <a:close/>
                </a:path>
              </a:pathLst>
            </a:custGeom>
            <a:solidFill>
              <a:srgbClr val="724D8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67B06B57-87F2-4999-9051-9130D4219140}"/>
                </a:ext>
              </a:extLst>
            </p:cNvPr>
            <p:cNvSpPr/>
            <p:nvPr/>
          </p:nvSpPr>
          <p:spPr bwMode="ltGray">
            <a:xfrm>
              <a:off x="3811259" y="4868343"/>
              <a:ext cx="359144" cy="718287"/>
            </a:xfrm>
            <a:custGeom>
              <a:avLst/>
              <a:gdLst>
                <a:gd name="connsiteX0" fmla="*/ 68197 w 66675"/>
                <a:gd name="connsiteY0" fmla="*/ 7144 h 133350"/>
                <a:gd name="connsiteX1" fmla="*/ 55814 w 66675"/>
                <a:gd name="connsiteY1" fmla="*/ 26194 h 133350"/>
                <a:gd name="connsiteX2" fmla="*/ 8189 w 66675"/>
                <a:gd name="connsiteY2" fmla="*/ 133826 h 133350"/>
                <a:gd name="connsiteX3" fmla="*/ 68197 w 66675"/>
                <a:gd name="connsiteY3" fmla="*/ 7144 h 133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675" h="133350">
                  <a:moveTo>
                    <a:pt x="68197" y="7144"/>
                  </a:moveTo>
                  <a:lnTo>
                    <a:pt x="55814" y="26194"/>
                  </a:lnTo>
                  <a:cubicBezTo>
                    <a:pt x="46289" y="54769"/>
                    <a:pt x="-383" y="106204"/>
                    <a:pt x="8189" y="133826"/>
                  </a:cubicBezTo>
                  <a:cubicBezTo>
                    <a:pt x="66292" y="124301"/>
                    <a:pt x="68197" y="53816"/>
                    <a:pt x="68197" y="7144"/>
                  </a:cubicBezTo>
                </a:path>
              </a:pathLst>
            </a:custGeom>
            <a:solidFill>
              <a:srgbClr val="724D8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A0129EEC-9B42-496F-A2D1-85996ED46E88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6096000" y="457200"/>
            <a:ext cx="5715000" cy="2565401"/>
          </a:xfrm>
        </p:spPr>
        <p:txBody>
          <a:bodyPr anchor="b"/>
          <a:lstStyle>
            <a:lvl1pPr algn="l">
              <a:lnSpc>
                <a:spcPct val="82000"/>
              </a:lnSpc>
              <a:defRPr sz="6600"/>
            </a:lvl1pPr>
          </a:lstStyle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7FC3C0E5-30C1-434C-9ECA-434F7A55C49E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6096000" y="3306349"/>
            <a:ext cx="5715000" cy="731520"/>
          </a:xfrm>
        </p:spPr>
        <p:txBody>
          <a:bodyPr/>
          <a:lstStyle>
            <a:lvl1pPr marL="0" indent="0" algn="l">
              <a:spcBef>
                <a:spcPts val="0"/>
              </a:spcBef>
              <a:buNone/>
              <a:defRPr sz="20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t>Subtitle or Presenter Name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8E5D173E-5D57-4E49-9216-89CA8D63A957}"/>
              </a:ext>
            </a:extLst>
          </p:cNvPr>
          <p:cNvGrpSpPr/>
          <p:nvPr userDrawn="1"/>
        </p:nvGrpSpPr>
        <p:grpSpPr>
          <a:xfrm>
            <a:off x="790148" y="3529453"/>
            <a:ext cx="2341873" cy="2873794"/>
            <a:chOff x="1079701" y="3783439"/>
            <a:chExt cx="2341873" cy="2873794"/>
          </a:xfrm>
        </p:grpSpPr>
        <p:grpSp>
          <p:nvGrpSpPr>
            <p:cNvPr id="58" name="Group 57">
              <a:extLst>
                <a:ext uri="{FF2B5EF4-FFF2-40B4-BE49-F238E27FC236}">
                  <a16:creationId xmlns:a16="http://schemas.microsoft.com/office/drawing/2014/main" id="{0C6D6ACB-7F14-D548-90CA-2CB0B4C9EC93}"/>
                </a:ext>
              </a:extLst>
            </p:cNvPr>
            <p:cNvGrpSpPr/>
            <p:nvPr userDrawn="1"/>
          </p:nvGrpSpPr>
          <p:grpSpPr>
            <a:xfrm>
              <a:off x="1080710" y="3783439"/>
              <a:ext cx="2339854" cy="1263353"/>
              <a:chOff x="9710941" y="4308631"/>
              <a:chExt cx="1770558" cy="955974"/>
            </a:xfrm>
          </p:grpSpPr>
          <p:grpSp>
            <p:nvGrpSpPr>
              <p:cNvPr id="59" name="Group 58">
                <a:extLst>
                  <a:ext uri="{FF2B5EF4-FFF2-40B4-BE49-F238E27FC236}">
                    <a16:creationId xmlns:a16="http://schemas.microsoft.com/office/drawing/2014/main" id="{697F467C-C3F4-084A-B70E-EF086D1E01A4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9710941" y="4308631"/>
                <a:ext cx="1770558" cy="681805"/>
                <a:chOff x="2078951" y="1888610"/>
                <a:chExt cx="8030200" cy="3092248"/>
              </a:xfrm>
              <a:solidFill>
                <a:schemeClr val="bg1"/>
              </a:solidFill>
            </p:grpSpPr>
            <p:sp>
              <p:nvSpPr>
                <p:cNvPr id="62" name="Freeform: Shape 11">
                  <a:extLst>
                    <a:ext uri="{FF2B5EF4-FFF2-40B4-BE49-F238E27FC236}">
                      <a16:creationId xmlns:a16="http://schemas.microsoft.com/office/drawing/2014/main" id="{8C742EA0-F779-0C41-90DA-4B4EC5B130F6}"/>
                    </a:ext>
                  </a:extLst>
                </p:cNvPr>
                <p:cNvSpPr/>
                <p:nvPr/>
              </p:nvSpPr>
              <p:spPr>
                <a:xfrm>
                  <a:off x="2078951" y="2872694"/>
                  <a:ext cx="951880" cy="652717"/>
                </a:xfrm>
                <a:custGeom>
                  <a:avLst/>
                  <a:gdLst>
                    <a:gd name="connsiteX0" fmla="*/ 903041 w 951880"/>
                    <a:gd name="connsiteY0" fmla="*/ 330574 h 652717"/>
                    <a:gd name="connsiteX1" fmla="*/ 780656 w 951880"/>
                    <a:gd name="connsiteY1" fmla="*/ 379528 h 652717"/>
                    <a:gd name="connsiteX2" fmla="*/ 598439 w 951880"/>
                    <a:gd name="connsiteY2" fmla="*/ 311537 h 652717"/>
                    <a:gd name="connsiteX3" fmla="*/ 505970 w 951880"/>
                    <a:gd name="connsiteY3" fmla="*/ 164675 h 652717"/>
                    <a:gd name="connsiteX4" fmla="*/ 266640 w 951880"/>
                    <a:gd name="connsiteY4" fmla="*/ 61329 h 652717"/>
                    <a:gd name="connsiteX5" fmla="*/ 103461 w 951880"/>
                    <a:gd name="connsiteY5" fmla="*/ 458398 h 652717"/>
                    <a:gd name="connsiteX6" fmla="*/ 756179 w 951880"/>
                    <a:gd name="connsiteY6" fmla="*/ 485595 h 652717"/>
                    <a:gd name="connsiteX7" fmla="*/ 903041 w 951880"/>
                    <a:gd name="connsiteY7" fmla="*/ 330574 h 652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951880" h="652717">
                      <a:moveTo>
                        <a:pt x="903041" y="330574"/>
                      </a:moveTo>
                      <a:cubicBezTo>
                        <a:pt x="867685" y="363210"/>
                        <a:pt x="813292" y="374089"/>
                        <a:pt x="780656" y="379528"/>
                      </a:cubicBezTo>
                      <a:cubicBezTo>
                        <a:pt x="712664" y="387687"/>
                        <a:pt x="641953" y="365930"/>
                        <a:pt x="598439" y="311537"/>
                      </a:cubicBezTo>
                      <a:cubicBezTo>
                        <a:pt x="563083" y="268022"/>
                        <a:pt x="544046" y="210910"/>
                        <a:pt x="505970" y="164675"/>
                      </a:cubicBezTo>
                      <a:cubicBezTo>
                        <a:pt x="448858" y="93964"/>
                        <a:pt x="359109" y="45011"/>
                        <a:pt x="266640" y="61329"/>
                      </a:cubicBezTo>
                      <a:cubicBezTo>
                        <a:pt x="81704" y="93964"/>
                        <a:pt x="114" y="308817"/>
                        <a:pt x="103461" y="458398"/>
                      </a:cubicBezTo>
                      <a:cubicBezTo>
                        <a:pt x="253042" y="670531"/>
                        <a:pt x="584840" y="635176"/>
                        <a:pt x="756179" y="485595"/>
                      </a:cubicBezTo>
                      <a:cubicBezTo>
                        <a:pt x="813292" y="442080"/>
                        <a:pt x="862246" y="390407"/>
                        <a:pt x="903041" y="330574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>
                    <a:ln>
                      <a:noFill/>
                    </a:ln>
                    <a:solidFill>
                      <a:srgbClr val="666666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3" name="Freeform: Shape 12">
                  <a:extLst>
                    <a:ext uri="{FF2B5EF4-FFF2-40B4-BE49-F238E27FC236}">
                      <a16:creationId xmlns:a16="http://schemas.microsoft.com/office/drawing/2014/main" id="{F76FC8EE-4ED9-FB4B-9656-3D85E8BDA0C7}"/>
                    </a:ext>
                  </a:extLst>
                </p:cNvPr>
                <p:cNvSpPr/>
                <p:nvPr/>
              </p:nvSpPr>
              <p:spPr>
                <a:xfrm>
                  <a:off x="9151831" y="2872694"/>
                  <a:ext cx="951880" cy="652717"/>
                </a:xfrm>
                <a:custGeom>
                  <a:avLst/>
                  <a:gdLst>
                    <a:gd name="connsiteX0" fmla="*/ 58178 w 951880"/>
                    <a:gd name="connsiteY0" fmla="*/ 330574 h 652717"/>
                    <a:gd name="connsiteX1" fmla="*/ 180563 w 951880"/>
                    <a:gd name="connsiteY1" fmla="*/ 379528 h 652717"/>
                    <a:gd name="connsiteX2" fmla="*/ 362780 w 951880"/>
                    <a:gd name="connsiteY2" fmla="*/ 311537 h 652717"/>
                    <a:gd name="connsiteX3" fmla="*/ 455249 w 951880"/>
                    <a:gd name="connsiteY3" fmla="*/ 164675 h 652717"/>
                    <a:gd name="connsiteX4" fmla="*/ 694578 w 951880"/>
                    <a:gd name="connsiteY4" fmla="*/ 61329 h 652717"/>
                    <a:gd name="connsiteX5" fmla="*/ 857758 w 951880"/>
                    <a:gd name="connsiteY5" fmla="*/ 458398 h 652717"/>
                    <a:gd name="connsiteX6" fmla="*/ 205040 w 951880"/>
                    <a:gd name="connsiteY6" fmla="*/ 485595 h 652717"/>
                    <a:gd name="connsiteX7" fmla="*/ 58178 w 951880"/>
                    <a:gd name="connsiteY7" fmla="*/ 330574 h 652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951880" h="652717">
                      <a:moveTo>
                        <a:pt x="58178" y="330574"/>
                      </a:moveTo>
                      <a:cubicBezTo>
                        <a:pt x="96253" y="363210"/>
                        <a:pt x="147927" y="374089"/>
                        <a:pt x="180563" y="379528"/>
                      </a:cubicBezTo>
                      <a:cubicBezTo>
                        <a:pt x="248554" y="387687"/>
                        <a:pt x="319266" y="365930"/>
                        <a:pt x="362780" y="311537"/>
                      </a:cubicBezTo>
                      <a:cubicBezTo>
                        <a:pt x="398136" y="268022"/>
                        <a:pt x="417174" y="210910"/>
                        <a:pt x="455249" y="164675"/>
                      </a:cubicBezTo>
                      <a:cubicBezTo>
                        <a:pt x="512362" y="93964"/>
                        <a:pt x="602110" y="45011"/>
                        <a:pt x="694578" y="61329"/>
                      </a:cubicBezTo>
                      <a:cubicBezTo>
                        <a:pt x="879515" y="93964"/>
                        <a:pt x="961105" y="308817"/>
                        <a:pt x="857758" y="458398"/>
                      </a:cubicBezTo>
                      <a:cubicBezTo>
                        <a:pt x="708176" y="670531"/>
                        <a:pt x="376379" y="635176"/>
                        <a:pt x="205040" y="485595"/>
                      </a:cubicBezTo>
                      <a:cubicBezTo>
                        <a:pt x="150646" y="442080"/>
                        <a:pt x="101693" y="390407"/>
                        <a:pt x="58178" y="330574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>
                    <a:ln>
                      <a:noFill/>
                    </a:ln>
                    <a:solidFill>
                      <a:srgbClr val="666666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4" name="Freeform: Shape 13">
                  <a:extLst>
                    <a:ext uri="{FF2B5EF4-FFF2-40B4-BE49-F238E27FC236}">
                      <a16:creationId xmlns:a16="http://schemas.microsoft.com/office/drawing/2014/main" id="{9D0EAEC9-2412-3041-8ECB-2CA6471A5E42}"/>
                    </a:ext>
                  </a:extLst>
                </p:cNvPr>
                <p:cNvSpPr/>
                <p:nvPr/>
              </p:nvSpPr>
              <p:spPr>
                <a:xfrm>
                  <a:off x="8001294" y="2010994"/>
                  <a:ext cx="734308" cy="299162"/>
                </a:xfrm>
                <a:custGeom>
                  <a:avLst/>
                  <a:gdLst>
                    <a:gd name="connsiteX0" fmla="*/ 596792 w 734307"/>
                    <a:gd name="connsiteY0" fmla="*/ 58178 h 299162"/>
                    <a:gd name="connsiteX1" fmla="*/ 148048 w 734307"/>
                    <a:gd name="connsiteY1" fmla="*/ 58178 h 299162"/>
                    <a:gd name="connsiteX2" fmla="*/ 58299 w 734307"/>
                    <a:gd name="connsiteY2" fmla="*/ 150646 h 299162"/>
                    <a:gd name="connsiteX3" fmla="*/ 148048 w 734307"/>
                    <a:gd name="connsiteY3" fmla="*/ 251274 h 299162"/>
                    <a:gd name="connsiteX4" fmla="*/ 596792 w 734307"/>
                    <a:gd name="connsiteY4" fmla="*/ 251274 h 299162"/>
                    <a:gd name="connsiteX5" fmla="*/ 686541 w 734307"/>
                    <a:gd name="connsiteY5" fmla="*/ 158805 h 299162"/>
                    <a:gd name="connsiteX6" fmla="*/ 596792 w 734307"/>
                    <a:gd name="connsiteY6" fmla="*/ 58178 h 2991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34307" h="299162">
                      <a:moveTo>
                        <a:pt x="596792" y="58178"/>
                      </a:moveTo>
                      <a:cubicBezTo>
                        <a:pt x="591353" y="58178"/>
                        <a:pt x="153487" y="58178"/>
                        <a:pt x="148048" y="58178"/>
                      </a:cubicBezTo>
                      <a:cubicBezTo>
                        <a:pt x="99094" y="60898"/>
                        <a:pt x="61019" y="104412"/>
                        <a:pt x="58299" y="150646"/>
                      </a:cubicBezTo>
                      <a:cubicBezTo>
                        <a:pt x="55580" y="199600"/>
                        <a:pt x="99094" y="248554"/>
                        <a:pt x="148048" y="251274"/>
                      </a:cubicBezTo>
                      <a:cubicBezTo>
                        <a:pt x="153487" y="251274"/>
                        <a:pt x="591353" y="251274"/>
                        <a:pt x="596792" y="251274"/>
                      </a:cubicBezTo>
                      <a:cubicBezTo>
                        <a:pt x="645746" y="248554"/>
                        <a:pt x="683821" y="205040"/>
                        <a:pt x="686541" y="158805"/>
                      </a:cubicBezTo>
                      <a:cubicBezTo>
                        <a:pt x="689260" y="109852"/>
                        <a:pt x="648465" y="60898"/>
                        <a:pt x="596792" y="58178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>
                    <a:ln>
                      <a:noFill/>
                    </a:ln>
                    <a:solidFill>
                      <a:srgbClr val="666666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5" name="Freeform: Shape 14">
                  <a:extLst>
                    <a:ext uri="{FF2B5EF4-FFF2-40B4-BE49-F238E27FC236}">
                      <a16:creationId xmlns:a16="http://schemas.microsoft.com/office/drawing/2014/main" id="{231BE6DC-9766-464B-9E22-F12BAAE784F9}"/>
                    </a:ext>
                  </a:extLst>
                </p:cNvPr>
                <p:cNvSpPr/>
                <p:nvPr/>
              </p:nvSpPr>
              <p:spPr>
                <a:xfrm>
                  <a:off x="4920042" y="2277520"/>
                  <a:ext cx="1006274" cy="951879"/>
                </a:xfrm>
                <a:custGeom>
                  <a:avLst/>
                  <a:gdLst>
                    <a:gd name="connsiteX0" fmla="*/ 884954 w 1006273"/>
                    <a:gd name="connsiteY0" fmla="*/ 746251 h 951879"/>
                    <a:gd name="connsiteX1" fmla="*/ 874076 w 1006273"/>
                    <a:gd name="connsiteY1" fmla="*/ 670101 h 951879"/>
                    <a:gd name="connsiteX2" fmla="*/ 874076 w 1006273"/>
                    <a:gd name="connsiteY2" fmla="*/ 536837 h 951879"/>
                    <a:gd name="connsiteX3" fmla="*/ 689139 w 1006273"/>
                    <a:gd name="connsiteY3" fmla="*/ 88094 h 951879"/>
                    <a:gd name="connsiteX4" fmla="*/ 428052 w 1006273"/>
                    <a:gd name="connsiteY4" fmla="*/ 253993 h 951879"/>
                    <a:gd name="connsiteX5" fmla="*/ 196881 w 1006273"/>
                    <a:gd name="connsiteY5" fmla="*/ 58178 h 951879"/>
                    <a:gd name="connsiteX6" fmla="*/ 58178 w 1006273"/>
                    <a:gd name="connsiteY6" fmla="*/ 128889 h 951879"/>
                    <a:gd name="connsiteX7" fmla="*/ 142488 w 1006273"/>
                    <a:gd name="connsiteY7" fmla="*/ 273031 h 951879"/>
                    <a:gd name="connsiteX8" fmla="*/ 142488 w 1006273"/>
                    <a:gd name="connsiteY8" fmla="*/ 757130 h 951879"/>
                    <a:gd name="connsiteX9" fmla="*/ 283910 w 1006273"/>
                    <a:gd name="connsiteY9" fmla="*/ 895832 h 951879"/>
                    <a:gd name="connsiteX10" fmla="*/ 428052 w 1006273"/>
                    <a:gd name="connsiteY10" fmla="*/ 757130 h 951879"/>
                    <a:gd name="connsiteX11" fmla="*/ 428052 w 1006273"/>
                    <a:gd name="connsiteY11" fmla="*/ 400855 h 951879"/>
                    <a:gd name="connsiteX12" fmla="*/ 523240 w 1006273"/>
                    <a:gd name="connsiteY12" fmla="*/ 283910 h 951879"/>
                    <a:gd name="connsiteX13" fmla="*/ 591231 w 1006273"/>
                    <a:gd name="connsiteY13" fmla="*/ 354621 h 951879"/>
                    <a:gd name="connsiteX14" fmla="*/ 591231 w 1006273"/>
                    <a:gd name="connsiteY14" fmla="*/ 697297 h 951879"/>
                    <a:gd name="connsiteX15" fmla="*/ 593951 w 1006273"/>
                    <a:gd name="connsiteY15" fmla="*/ 729933 h 951879"/>
                    <a:gd name="connsiteX16" fmla="*/ 610269 w 1006273"/>
                    <a:gd name="connsiteY16" fmla="*/ 778887 h 951879"/>
                    <a:gd name="connsiteX17" fmla="*/ 822402 w 1006273"/>
                    <a:gd name="connsiteY17" fmla="*/ 893112 h 951879"/>
                    <a:gd name="connsiteX18" fmla="*/ 961105 w 1006273"/>
                    <a:gd name="connsiteY18" fmla="*/ 822401 h 951879"/>
                    <a:gd name="connsiteX19" fmla="*/ 884954 w 1006273"/>
                    <a:gd name="connsiteY19" fmla="*/ 746251 h 9518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006273" h="951879">
                      <a:moveTo>
                        <a:pt x="884954" y="746251"/>
                      </a:moveTo>
                      <a:cubicBezTo>
                        <a:pt x="879515" y="721774"/>
                        <a:pt x="876795" y="694578"/>
                        <a:pt x="874076" y="670101"/>
                      </a:cubicBezTo>
                      <a:cubicBezTo>
                        <a:pt x="874076" y="634745"/>
                        <a:pt x="874076" y="583072"/>
                        <a:pt x="874076" y="536837"/>
                      </a:cubicBezTo>
                      <a:cubicBezTo>
                        <a:pt x="879515" y="373658"/>
                        <a:pt x="909431" y="88094"/>
                        <a:pt x="689139" y="88094"/>
                      </a:cubicBezTo>
                      <a:cubicBezTo>
                        <a:pt x="539558" y="88094"/>
                        <a:pt x="452529" y="213199"/>
                        <a:pt x="428052" y="253993"/>
                      </a:cubicBezTo>
                      <a:cubicBezTo>
                        <a:pt x="425332" y="139768"/>
                        <a:pt x="335583" y="58178"/>
                        <a:pt x="196881" y="58178"/>
                      </a:cubicBezTo>
                      <a:cubicBezTo>
                        <a:pt x="109852" y="58178"/>
                        <a:pt x="58178" y="128889"/>
                        <a:pt x="58178" y="128889"/>
                      </a:cubicBezTo>
                      <a:cubicBezTo>
                        <a:pt x="58178" y="128889"/>
                        <a:pt x="142488" y="158805"/>
                        <a:pt x="142488" y="273031"/>
                      </a:cubicBezTo>
                      <a:cubicBezTo>
                        <a:pt x="142488" y="354621"/>
                        <a:pt x="142488" y="757130"/>
                        <a:pt x="142488" y="757130"/>
                      </a:cubicBezTo>
                      <a:cubicBezTo>
                        <a:pt x="145207" y="827841"/>
                        <a:pt x="194161" y="895832"/>
                        <a:pt x="283910" y="895832"/>
                      </a:cubicBezTo>
                      <a:cubicBezTo>
                        <a:pt x="373659" y="895832"/>
                        <a:pt x="428052" y="827841"/>
                        <a:pt x="428052" y="757130"/>
                      </a:cubicBezTo>
                      <a:lnTo>
                        <a:pt x="428052" y="400855"/>
                      </a:lnTo>
                      <a:cubicBezTo>
                        <a:pt x="441650" y="343742"/>
                        <a:pt x="474286" y="283910"/>
                        <a:pt x="523240" y="283910"/>
                      </a:cubicBezTo>
                      <a:cubicBezTo>
                        <a:pt x="585792" y="283910"/>
                        <a:pt x="591231" y="354621"/>
                        <a:pt x="591231" y="354621"/>
                      </a:cubicBezTo>
                      <a:lnTo>
                        <a:pt x="591231" y="697297"/>
                      </a:lnTo>
                      <a:cubicBezTo>
                        <a:pt x="591231" y="708176"/>
                        <a:pt x="593951" y="719054"/>
                        <a:pt x="593951" y="729933"/>
                      </a:cubicBezTo>
                      <a:cubicBezTo>
                        <a:pt x="596671" y="748971"/>
                        <a:pt x="602110" y="765289"/>
                        <a:pt x="610269" y="778887"/>
                      </a:cubicBezTo>
                      <a:cubicBezTo>
                        <a:pt x="645624" y="846878"/>
                        <a:pt x="719055" y="893112"/>
                        <a:pt x="822402" y="893112"/>
                      </a:cubicBezTo>
                      <a:cubicBezTo>
                        <a:pt x="909431" y="893112"/>
                        <a:pt x="961105" y="822401"/>
                        <a:pt x="961105" y="822401"/>
                      </a:cubicBezTo>
                      <a:cubicBezTo>
                        <a:pt x="961105" y="822401"/>
                        <a:pt x="909431" y="808803"/>
                        <a:pt x="884954" y="746251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>
                    <a:ln>
                      <a:noFill/>
                    </a:ln>
                    <a:solidFill>
                      <a:srgbClr val="666666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6" name="Freeform: Shape 15">
                  <a:extLst>
                    <a:ext uri="{FF2B5EF4-FFF2-40B4-BE49-F238E27FC236}">
                      <a16:creationId xmlns:a16="http://schemas.microsoft.com/office/drawing/2014/main" id="{9B411F97-8D34-BD46-B795-70A95A388FE6}"/>
                    </a:ext>
                  </a:extLst>
                </p:cNvPr>
                <p:cNvSpPr/>
                <p:nvPr/>
              </p:nvSpPr>
              <p:spPr>
                <a:xfrm>
                  <a:off x="7552331" y="1888610"/>
                  <a:ext cx="489539" cy="1332631"/>
                </a:xfrm>
                <a:custGeom>
                  <a:avLst/>
                  <a:gdLst>
                    <a:gd name="connsiteX0" fmla="*/ 368560 w 489538"/>
                    <a:gd name="connsiteY0" fmla="*/ 1135162 h 1332630"/>
                    <a:gd name="connsiteX1" fmla="*/ 357681 w 489538"/>
                    <a:gd name="connsiteY1" fmla="*/ 1059011 h 1332630"/>
                    <a:gd name="connsiteX2" fmla="*/ 357681 w 489538"/>
                    <a:gd name="connsiteY2" fmla="*/ 207759 h 1332630"/>
                    <a:gd name="connsiteX3" fmla="*/ 208099 w 489538"/>
                    <a:gd name="connsiteY3" fmla="*/ 58178 h 1332630"/>
                    <a:gd name="connsiteX4" fmla="*/ 58518 w 489538"/>
                    <a:gd name="connsiteY4" fmla="*/ 207759 h 1332630"/>
                    <a:gd name="connsiteX5" fmla="*/ 58518 w 489538"/>
                    <a:gd name="connsiteY5" fmla="*/ 961104 h 1332630"/>
                    <a:gd name="connsiteX6" fmla="*/ 85715 w 489538"/>
                    <a:gd name="connsiteY6" fmla="*/ 1159639 h 1332630"/>
                    <a:gd name="connsiteX7" fmla="*/ 306007 w 489538"/>
                    <a:gd name="connsiteY7" fmla="*/ 1282023 h 1332630"/>
                    <a:gd name="connsiteX8" fmla="*/ 444710 w 489538"/>
                    <a:gd name="connsiteY8" fmla="*/ 1211312 h 1332630"/>
                    <a:gd name="connsiteX9" fmla="*/ 368560 w 489538"/>
                    <a:gd name="connsiteY9" fmla="*/ 1135162 h 13326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89538" h="1332630">
                      <a:moveTo>
                        <a:pt x="368560" y="1135162"/>
                      </a:moveTo>
                      <a:cubicBezTo>
                        <a:pt x="363120" y="1110685"/>
                        <a:pt x="357681" y="1083488"/>
                        <a:pt x="357681" y="1059011"/>
                      </a:cubicBezTo>
                      <a:lnTo>
                        <a:pt x="357681" y="207759"/>
                      </a:lnTo>
                      <a:cubicBezTo>
                        <a:pt x="357681" y="126170"/>
                        <a:pt x="289689" y="58178"/>
                        <a:pt x="208099" y="58178"/>
                      </a:cubicBezTo>
                      <a:cubicBezTo>
                        <a:pt x="126510" y="58178"/>
                        <a:pt x="58518" y="126170"/>
                        <a:pt x="58518" y="207759"/>
                      </a:cubicBezTo>
                      <a:lnTo>
                        <a:pt x="58518" y="961104"/>
                      </a:lnTo>
                      <a:cubicBezTo>
                        <a:pt x="58518" y="1029095"/>
                        <a:pt x="53079" y="1097086"/>
                        <a:pt x="85715" y="1159639"/>
                      </a:cubicBezTo>
                      <a:cubicBezTo>
                        <a:pt x="118351" y="1227630"/>
                        <a:pt x="202660" y="1282023"/>
                        <a:pt x="306007" y="1282023"/>
                      </a:cubicBezTo>
                      <a:cubicBezTo>
                        <a:pt x="393036" y="1282023"/>
                        <a:pt x="444710" y="1211312"/>
                        <a:pt x="444710" y="1211312"/>
                      </a:cubicBezTo>
                      <a:cubicBezTo>
                        <a:pt x="444710" y="1211312"/>
                        <a:pt x="393036" y="1197714"/>
                        <a:pt x="368560" y="1135162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>
                    <a:ln>
                      <a:noFill/>
                    </a:ln>
                    <a:solidFill>
                      <a:srgbClr val="666666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7" name="Freeform: Shape 16">
                  <a:extLst>
                    <a:ext uri="{FF2B5EF4-FFF2-40B4-BE49-F238E27FC236}">
                      <a16:creationId xmlns:a16="http://schemas.microsoft.com/office/drawing/2014/main" id="{E5A3F6B6-88B7-C44C-8DB2-DADD07AD8D0E}"/>
                    </a:ext>
                  </a:extLst>
                </p:cNvPr>
                <p:cNvSpPr/>
                <p:nvPr/>
              </p:nvSpPr>
              <p:spPr>
                <a:xfrm>
                  <a:off x="4162324" y="2357456"/>
                  <a:ext cx="815899" cy="815898"/>
                </a:xfrm>
                <a:custGeom>
                  <a:avLst/>
                  <a:gdLst>
                    <a:gd name="connsiteX0" fmla="*/ 407949 w 815899"/>
                    <a:gd name="connsiteY0" fmla="*/ 174058 h 815898"/>
                    <a:gd name="connsiteX1" fmla="*/ 293723 w 815899"/>
                    <a:gd name="connsiteY1" fmla="*/ 407950 h 815898"/>
                    <a:gd name="connsiteX2" fmla="*/ 410669 w 815899"/>
                    <a:gd name="connsiteY2" fmla="*/ 641840 h 815898"/>
                    <a:gd name="connsiteX3" fmla="*/ 522175 w 815899"/>
                    <a:gd name="connsiteY3" fmla="*/ 407950 h 815898"/>
                    <a:gd name="connsiteX4" fmla="*/ 407949 w 815899"/>
                    <a:gd name="connsiteY4" fmla="*/ 174058 h 815898"/>
                    <a:gd name="connsiteX5" fmla="*/ 407950 w 815899"/>
                    <a:gd name="connsiteY5" fmla="*/ 0 h 815898"/>
                    <a:gd name="connsiteX6" fmla="*/ 815899 w 815899"/>
                    <a:gd name="connsiteY6" fmla="*/ 407949 h 815898"/>
                    <a:gd name="connsiteX7" fmla="*/ 407950 w 815899"/>
                    <a:gd name="connsiteY7" fmla="*/ 815898 h 815898"/>
                    <a:gd name="connsiteX8" fmla="*/ 0 w 815899"/>
                    <a:gd name="connsiteY8" fmla="*/ 407949 h 815898"/>
                    <a:gd name="connsiteX9" fmla="*/ 407950 w 815899"/>
                    <a:gd name="connsiteY9" fmla="*/ 0 h 8158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15899" h="815898">
                      <a:moveTo>
                        <a:pt x="407949" y="174058"/>
                      </a:moveTo>
                      <a:cubicBezTo>
                        <a:pt x="342677" y="174058"/>
                        <a:pt x="293723" y="263807"/>
                        <a:pt x="293723" y="407950"/>
                      </a:cubicBezTo>
                      <a:cubicBezTo>
                        <a:pt x="293723" y="552091"/>
                        <a:pt x="331799" y="639120"/>
                        <a:pt x="410669" y="641840"/>
                      </a:cubicBezTo>
                      <a:cubicBezTo>
                        <a:pt x="489539" y="641840"/>
                        <a:pt x="527614" y="552091"/>
                        <a:pt x="522175" y="407950"/>
                      </a:cubicBezTo>
                      <a:cubicBezTo>
                        <a:pt x="522175" y="263807"/>
                        <a:pt x="473221" y="176778"/>
                        <a:pt x="407949" y="174058"/>
                      </a:cubicBezTo>
                      <a:close/>
                      <a:moveTo>
                        <a:pt x="407950" y="0"/>
                      </a:moveTo>
                      <a:cubicBezTo>
                        <a:pt x="633682" y="0"/>
                        <a:pt x="815899" y="182217"/>
                        <a:pt x="815899" y="407949"/>
                      </a:cubicBezTo>
                      <a:cubicBezTo>
                        <a:pt x="815899" y="633681"/>
                        <a:pt x="633682" y="815898"/>
                        <a:pt x="407950" y="815898"/>
                      </a:cubicBezTo>
                      <a:cubicBezTo>
                        <a:pt x="182218" y="815898"/>
                        <a:pt x="0" y="633681"/>
                        <a:pt x="0" y="407949"/>
                      </a:cubicBezTo>
                      <a:cubicBezTo>
                        <a:pt x="0" y="182217"/>
                        <a:pt x="182218" y="0"/>
                        <a:pt x="407950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>
                    <a:ln>
                      <a:noFill/>
                    </a:ln>
                    <a:solidFill>
                      <a:srgbClr val="666666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8" name="Freeform: Shape 17">
                  <a:extLst>
                    <a:ext uri="{FF2B5EF4-FFF2-40B4-BE49-F238E27FC236}">
                      <a16:creationId xmlns:a16="http://schemas.microsoft.com/office/drawing/2014/main" id="{22B0D3C7-71CF-1C4B-97C4-FB7C5AB4B195}"/>
                    </a:ext>
                  </a:extLst>
                </p:cNvPr>
                <p:cNvSpPr/>
                <p:nvPr/>
              </p:nvSpPr>
              <p:spPr>
                <a:xfrm>
                  <a:off x="5884871" y="1946788"/>
                  <a:ext cx="912802" cy="1223846"/>
                </a:xfrm>
                <a:custGeom>
                  <a:avLst/>
                  <a:gdLst>
                    <a:gd name="connsiteX0" fmla="*/ 387907 w 912802"/>
                    <a:gd name="connsiteY0" fmla="*/ 620081 h 1223846"/>
                    <a:gd name="connsiteX1" fmla="*/ 273681 w 912802"/>
                    <a:gd name="connsiteY1" fmla="*/ 824055 h 1223846"/>
                    <a:gd name="connsiteX2" fmla="*/ 390627 w 912802"/>
                    <a:gd name="connsiteY2" fmla="*/ 1028029 h 1223846"/>
                    <a:gd name="connsiteX3" fmla="*/ 502132 w 912802"/>
                    <a:gd name="connsiteY3" fmla="*/ 824055 h 1223846"/>
                    <a:gd name="connsiteX4" fmla="*/ 387907 w 912802"/>
                    <a:gd name="connsiteY4" fmla="*/ 620081 h 1223846"/>
                    <a:gd name="connsiteX5" fmla="*/ 676192 w 912802"/>
                    <a:gd name="connsiteY5" fmla="*/ 0 h 1223846"/>
                    <a:gd name="connsiteX6" fmla="*/ 825773 w 912802"/>
                    <a:gd name="connsiteY6" fmla="*/ 149581 h 1223846"/>
                    <a:gd name="connsiteX7" fmla="*/ 825773 w 912802"/>
                    <a:gd name="connsiteY7" fmla="*/ 1000834 h 1223846"/>
                    <a:gd name="connsiteX8" fmla="*/ 836651 w 912802"/>
                    <a:gd name="connsiteY8" fmla="*/ 1076985 h 1223846"/>
                    <a:gd name="connsiteX9" fmla="*/ 912802 w 912802"/>
                    <a:gd name="connsiteY9" fmla="*/ 1150415 h 1223846"/>
                    <a:gd name="connsiteX10" fmla="*/ 774099 w 912802"/>
                    <a:gd name="connsiteY10" fmla="*/ 1221126 h 1223846"/>
                    <a:gd name="connsiteX11" fmla="*/ 553807 w 912802"/>
                    <a:gd name="connsiteY11" fmla="*/ 1098742 h 1223846"/>
                    <a:gd name="connsiteX12" fmla="*/ 548367 w 912802"/>
                    <a:gd name="connsiteY12" fmla="*/ 1085144 h 1223846"/>
                    <a:gd name="connsiteX13" fmla="*/ 398786 w 912802"/>
                    <a:gd name="connsiteY13" fmla="*/ 1212967 h 1223846"/>
                    <a:gd name="connsiteX14" fmla="*/ 156736 w 912802"/>
                    <a:gd name="connsiteY14" fmla="*/ 1180332 h 1223846"/>
                    <a:gd name="connsiteX15" fmla="*/ 287280 w 912802"/>
                    <a:gd name="connsiteY15" fmla="*/ 416107 h 1223846"/>
                    <a:gd name="connsiteX16" fmla="*/ 526611 w 912802"/>
                    <a:gd name="connsiteY16" fmla="*/ 552091 h 1223846"/>
                    <a:gd name="connsiteX17" fmla="*/ 526611 w 912802"/>
                    <a:gd name="connsiteY17" fmla="*/ 149581 h 1223846"/>
                    <a:gd name="connsiteX18" fmla="*/ 676192 w 912802"/>
                    <a:gd name="connsiteY18" fmla="*/ 0 h 12238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912802" h="1223846">
                      <a:moveTo>
                        <a:pt x="387907" y="620081"/>
                      </a:moveTo>
                      <a:cubicBezTo>
                        <a:pt x="322635" y="620081"/>
                        <a:pt x="273681" y="698951"/>
                        <a:pt x="273681" y="824055"/>
                      </a:cubicBezTo>
                      <a:cubicBezTo>
                        <a:pt x="273681" y="949160"/>
                        <a:pt x="311756" y="1028029"/>
                        <a:pt x="390627" y="1028029"/>
                      </a:cubicBezTo>
                      <a:cubicBezTo>
                        <a:pt x="466777" y="1025310"/>
                        <a:pt x="504852" y="949160"/>
                        <a:pt x="502132" y="824055"/>
                      </a:cubicBezTo>
                      <a:cubicBezTo>
                        <a:pt x="502132" y="698951"/>
                        <a:pt x="455898" y="622801"/>
                        <a:pt x="387907" y="620081"/>
                      </a:cubicBezTo>
                      <a:close/>
                      <a:moveTo>
                        <a:pt x="676192" y="0"/>
                      </a:moveTo>
                      <a:cubicBezTo>
                        <a:pt x="757781" y="0"/>
                        <a:pt x="825773" y="67992"/>
                        <a:pt x="825773" y="149581"/>
                      </a:cubicBezTo>
                      <a:lnTo>
                        <a:pt x="825773" y="1000834"/>
                      </a:lnTo>
                      <a:cubicBezTo>
                        <a:pt x="828492" y="1025311"/>
                        <a:pt x="831212" y="1052508"/>
                        <a:pt x="836651" y="1076985"/>
                      </a:cubicBezTo>
                      <a:cubicBezTo>
                        <a:pt x="861128" y="1139537"/>
                        <a:pt x="912802" y="1150415"/>
                        <a:pt x="912802" y="1150415"/>
                      </a:cubicBezTo>
                      <a:cubicBezTo>
                        <a:pt x="912802" y="1150415"/>
                        <a:pt x="861128" y="1221126"/>
                        <a:pt x="774099" y="1221126"/>
                      </a:cubicBezTo>
                      <a:cubicBezTo>
                        <a:pt x="670752" y="1221126"/>
                        <a:pt x="589162" y="1166733"/>
                        <a:pt x="553807" y="1098742"/>
                      </a:cubicBezTo>
                      <a:cubicBezTo>
                        <a:pt x="551087" y="1093303"/>
                        <a:pt x="551087" y="1090583"/>
                        <a:pt x="548367" y="1085144"/>
                      </a:cubicBezTo>
                      <a:cubicBezTo>
                        <a:pt x="534769" y="1147696"/>
                        <a:pt x="450460" y="1199369"/>
                        <a:pt x="398786" y="1212967"/>
                      </a:cubicBezTo>
                      <a:cubicBezTo>
                        <a:pt x="322636" y="1234725"/>
                        <a:pt x="222008" y="1223846"/>
                        <a:pt x="156736" y="1180332"/>
                      </a:cubicBezTo>
                      <a:cubicBezTo>
                        <a:pt x="-79874" y="1028031"/>
                        <a:pt x="-58117" y="416107"/>
                        <a:pt x="287280" y="416107"/>
                      </a:cubicBezTo>
                      <a:cubicBezTo>
                        <a:pt x="412385" y="416107"/>
                        <a:pt x="491255" y="503137"/>
                        <a:pt x="526611" y="552091"/>
                      </a:cubicBezTo>
                      <a:lnTo>
                        <a:pt x="526611" y="149581"/>
                      </a:lnTo>
                      <a:cubicBezTo>
                        <a:pt x="526611" y="67992"/>
                        <a:pt x="594602" y="0"/>
                        <a:pt x="676192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>
                    <a:ln>
                      <a:noFill/>
                    </a:ln>
                    <a:solidFill>
                      <a:srgbClr val="666666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9" name="Freeform: Shape 18">
                  <a:extLst>
                    <a:ext uri="{FF2B5EF4-FFF2-40B4-BE49-F238E27FC236}">
                      <a16:creationId xmlns:a16="http://schemas.microsoft.com/office/drawing/2014/main" id="{7AD9675C-3169-BC46-99FE-094AF9985E49}"/>
                    </a:ext>
                  </a:extLst>
                </p:cNvPr>
                <p:cNvSpPr/>
                <p:nvPr/>
              </p:nvSpPr>
              <p:spPr>
                <a:xfrm>
                  <a:off x="6789513" y="2362895"/>
                  <a:ext cx="747906" cy="810458"/>
                </a:xfrm>
                <a:custGeom>
                  <a:avLst/>
                  <a:gdLst>
                    <a:gd name="connsiteX0" fmla="*/ 394818 w 747906"/>
                    <a:gd name="connsiteY0" fmla="*/ 163222 h 810458"/>
                    <a:gd name="connsiteX1" fmla="*/ 356275 w 747906"/>
                    <a:gd name="connsiteY1" fmla="*/ 174058 h 810458"/>
                    <a:gd name="connsiteX2" fmla="*/ 274685 w 747906"/>
                    <a:gd name="connsiteY2" fmla="*/ 356275 h 810458"/>
                    <a:gd name="connsiteX3" fmla="*/ 375313 w 747906"/>
                    <a:gd name="connsiteY3" fmla="*/ 358994 h 810458"/>
                    <a:gd name="connsiteX4" fmla="*/ 473220 w 747906"/>
                    <a:gd name="connsiteY4" fmla="*/ 239329 h 810458"/>
                    <a:gd name="connsiteX5" fmla="*/ 394818 w 747906"/>
                    <a:gd name="connsiteY5" fmla="*/ 163222 h 810458"/>
                    <a:gd name="connsiteX6" fmla="*/ 386192 w 747906"/>
                    <a:gd name="connsiteY6" fmla="*/ 0 h 810458"/>
                    <a:gd name="connsiteX7" fmla="*/ 747906 w 747906"/>
                    <a:gd name="connsiteY7" fmla="*/ 266526 h 810458"/>
                    <a:gd name="connsiteX8" fmla="*/ 291004 w 747906"/>
                    <a:gd name="connsiteY8" fmla="*/ 484100 h 810458"/>
                    <a:gd name="connsiteX9" fmla="*/ 497698 w 747906"/>
                    <a:gd name="connsiteY9" fmla="*/ 617363 h 810458"/>
                    <a:gd name="connsiteX10" fmla="*/ 712551 w 747906"/>
                    <a:gd name="connsiteY10" fmla="*/ 557530 h 810458"/>
                    <a:gd name="connsiteX11" fmla="*/ 388912 w 747906"/>
                    <a:gd name="connsiteY11" fmla="*/ 810458 h 810458"/>
                    <a:gd name="connsiteX12" fmla="*/ 0 w 747906"/>
                    <a:gd name="connsiteY12" fmla="*/ 413389 h 810458"/>
                    <a:gd name="connsiteX13" fmla="*/ 386192 w 747906"/>
                    <a:gd name="connsiteY13" fmla="*/ 0 h 8104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747906" h="810458">
                      <a:moveTo>
                        <a:pt x="394818" y="163222"/>
                      </a:moveTo>
                      <a:cubicBezTo>
                        <a:pt x="381772" y="163179"/>
                        <a:pt x="368514" y="166579"/>
                        <a:pt x="356275" y="174058"/>
                      </a:cubicBezTo>
                      <a:cubicBezTo>
                        <a:pt x="299162" y="212133"/>
                        <a:pt x="282844" y="291003"/>
                        <a:pt x="274685" y="356275"/>
                      </a:cubicBezTo>
                      <a:cubicBezTo>
                        <a:pt x="274685" y="364434"/>
                        <a:pt x="369873" y="358994"/>
                        <a:pt x="375313" y="358994"/>
                      </a:cubicBezTo>
                      <a:cubicBezTo>
                        <a:pt x="432425" y="345396"/>
                        <a:pt x="473220" y="301881"/>
                        <a:pt x="473220" y="239329"/>
                      </a:cubicBezTo>
                      <a:cubicBezTo>
                        <a:pt x="471181" y="194455"/>
                        <a:pt x="433956" y="163349"/>
                        <a:pt x="394818" y="163222"/>
                      </a:cubicBezTo>
                      <a:close/>
                      <a:moveTo>
                        <a:pt x="386192" y="0"/>
                      </a:moveTo>
                      <a:cubicBezTo>
                        <a:pt x="519455" y="0"/>
                        <a:pt x="747906" y="65272"/>
                        <a:pt x="747906" y="266526"/>
                      </a:cubicBezTo>
                      <a:cubicBezTo>
                        <a:pt x="747906" y="467782"/>
                        <a:pt x="538493" y="484100"/>
                        <a:pt x="291004" y="484100"/>
                      </a:cubicBezTo>
                      <a:cubicBezTo>
                        <a:pt x="291004" y="484100"/>
                        <a:pt x="326359" y="617363"/>
                        <a:pt x="497698" y="617363"/>
                      </a:cubicBezTo>
                      <a:cubicBezTo>
                        <a:pt x="669036" y="617363"/>
                        <a:pt x="712551" y="557530"/>
                        <a:pt x="712551" y="557530"/>
                      </a:cubicBezTo>
                      <a:cubicBezTo>
                        <a:pt x="712551" y="557530"/>
                        <a:pt x="696233" y="810458"/>
                        <a:pt x="388912" y="810458"/>
                      </a:cubicBezTo>
                      <a:cubicBezTo>
                        <a:pt x="212134" y="810458"/>
                        <a:pt x="0" y="677195"/>
                        <a:pt x="0" y="413389"/>
                      </a:cubicBezTo>
                      <a:cubicBezTo>
                        <a:pt x="0" y="176778"/>
                        <a:pt x="163180" y="0"/>
                        <a:pt x="386192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>
                    <a:ln>
                      <a:noFill/>
                    </a:ln>
                    <a:solidFill>
                      <a:srgbClr val="666666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0" name="Freeform: Shape 19">
                  <a:extLst>
                    <a:ext uri="{FF2B5EF4-FFF2-40B4-BE49-F238E27FC236}">
                      <a16:creationId xmlns:a16="http://schemas.microsoft.com/office/drawing/2014/main" id="{281F9C48-460C-F74B-85AE-4B6B4E6CBB25}"/>
                    </a:ext>
                  </a:extLst>
                </p:cNvPr>
                <p:cNvSpPr/>
                <p:nvPr/>
              </p:nvSpPr>
              <p:spPr>
                <a:xfrm>
                  <a:off x="7988882" y="2362895"/>
                  <a:ext cx="747906" cy="810458"/>
                </a:xfrm>
                <a:custGeom>
                  <a:avLst/>
                  <a:gdLst>
                    <a:gd name="connsiteX0" fmla="*/ 394818 w 747906"/>
                    <a:gd name="connsiteY0" fmla="*/ 163222 h 810458"/>
                    <a:gd name="connsiteX1" fmla="*/ 356275 w 747906"/>
                    <a:gd name="connsiteY1" fmla="*/ 174058 h 810458"/>
                    <a:gd name="connsiteX2" fmla="*/ 274685 w 747906"/>
                    <a:gd name="connsiteY2" fmla="*/ 356275 h 810458"/>
                    <a:gd name="connsiteX3" fmla="*/ 375313 w 747906"/>
                    <a:gd name="connsiteY3" fmla="*/ 358994 h 810458"/>
                    <a:gd name="connsiteX4" fmla="*/ 473220 w 747906"/>
                    <a:gd name="connsiteY4" fmla="*/ 239329 h 810458"/>
                    <a:gd name="connsiteX5" fmla="*/ 394818 w 747906"/>
                    <a:gd name="connsiteY5" fmla="*/ 163222 h 810458"/>
                    <a:gd name="connsiteX6" fmla="*/ 386192 w 747906"/>
                    <a:gd name="connsiteY6" fmla="*/ 0 h 810458"/>
                    <a:gd name="connsiteX7" fmla="*/ 747906 w 747906"/>
                    <a:gd name="connsiteY7" fmla="*/ 266526 h 810458"/>
                    <a:gd name="connsiteX8" fmla="*/ 291004 w 747906"/>
                    <a:gd name="connsiteY8" fmla="*/ 484100 h 810458"/>
                    <a:gd name="connsiteX9" fmla="*/ 497697 w 747906"/>
                    <a:gd name="connsiteY9" fmla="*/ 617363 h 810458"/>
                    <a:gd name="connsiteX10" fmla="*/ 712551 w 747906"/>
                    <a:gd name="connsiteY10" fmla="*/ 557530 h 810458"/>
                    <a:gd name="connsiteX11" fmla="*/ 388911 w 747906"/>
                    <a:gd name="connsiteY11" fmla="*/ 810458 h 810458"/>
                    <a:gd name="connsiteX12" fmla="*/ 0 w 747906"/>
                    <a:gd name="connsiteY12" fmla="*/ 413389 h 810458"/>
                    <a:gd name="connsiteX13" fmla="*/ 386192 w 747906"/>
                    <a:gd name="connsiteY13" fmla="*/ 0 h 8104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747906" h="810458">
                      <a:moveTo>
                        <a:pt x="394818" y="163222"/>
                      </a:moveTo>
                      <a:cubicBezTo>
                        <a:pt x="381772" y="163179"/>
                        <a:pt x="368514" y="166579"/>
                        <a:pt x="356275" y="174058"/>
                      </a:cubicBezTo>
                      <a:cubicBezTo>
                        <a:pt x="299162" y="212133"/>
                        <a:pt x="282844" y="291003"/>
                        <a:pt x="274685" y="356275"/>
                      </a:cubicBezTo>
                      <a:cubicBezTo>
                        <a:pt x="274685" y="364434"/>
                        <a:pt x="369873" y="358994"/>
                        <a:pt x="375313" y="358994"/>
                      </a:cubicBezTo>
                      <a:cubicBezTo>
                        <a:pt x="432426" y="345396"/>
                        <a:pt x="473220" y="301881"/>
                        <a:pt x="473220" y="239329"/>
                      </a:cubicBezTo>
                      <a:cubicBezTo>
                        <a:pt x="471181" y="194455"/>
                        <a:pt x="433955" y="163349"/>
                        <a:pt x="394818" y="163222"/>
                      </a:cubicBezTo>
                      <a:close/>
                      <a:moveTo>
                        <a:pt x="386192" y="0"/>
                      </a:moveTo>
                      <a:cubicBezTo>
                        <a:pt x="519455" y="0"/>
                        <a:pt x="747906" y="65272"/>
                        <a:pt x="747906" y="266526"/>
                      </a:cubicBezTo>
                      <a:cubicBezTo>
                        <a:pt x="747906" y="467782"/>
                        <a:pt x="538492" y="484100"/>
                        <a:pt x="291004" y="484100"/>
                      </a:cubicBezTo>
                      <a:cubicBezTo>
                        <a:pt x="291004" y="484100"/>
                        <a:pt x="326359" y="617363"/>
                        <a:pt x="497697" y="617363"/>
                      </a:cubicBezTo>
                      <a:cubicBezTo>
                        <a:pt x="669036" y="617363"/>
                        <a:pt x="712551" y="557530"/>
                        <a:pt x="712551" y="557530"/>
                      </a:cubicBezTo>
                      <a:cubicBezTo>
                        <a:pt x="712551" y="557530"/>
                        <a:pt x="696233" y="810458"/>
                        <a:pt x="388911" y="810458"/>
                      </a:cubicBezTo>
                      <a:cubicBezTo>
                        <a:pt x="212133" y="810458"/>
                        <a:pt x="0" y="677195"/>
                        <a:pt x="0" y="413389"/>
                      </a:cubicBezTo>
                      <a:cubicBezTo>
                        <a:pt x="0" y="176778"/>
                        <a:pt x="163180" y="0"/>
                        <a:pt x="386192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>
                    <a:ln>
                      <a:noFill/>
                    </a:ln>
                    <a:solidFill>
                      <a:srgbClr val="666666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1" name="Freeform: Shape 20">
                  <a:extLst>
                    <a:ext uri="{FF2B5EF4-FFF2-40B4-BE49-F238E27FC236}">
                      <a16:creationId xmlns:a16="http://schemas.microsoft.com/office/drawing/2014/main" id="{68198B9C-D99F-184C-9C62-97D6B8D9E8E0}"/>
                    </a:ext>
                  </a:extLst>
                </p:cNvPr>
                <p:cNvSpPr/>
                <p:nvPr/>
              </p:nvSpPr>
              <p:spPr>
                <a:xfrm>
                  <a:off x="8683414" y="2274801"/>
                  <a:ext cx="897487" cy="951879"/>
                </a:xfrm>
                <a:custGeom>
                  <a:avLst/>
                  <a:gdLst>
                    <a:gd name="connsiteX0" fmla="*/ 580988 w 897487"/>
                    <a:gd name="connsiteY0" fmla="*/ 667381 h 951879"/>
                    <a:gd name="connsiteX1" fmla="*/ 409649 w 897487"/>
                    <a:gd name="connsiteY1" fmla="*/ 667381 h 951879"/>
                    <a:gd name="connsiteX2" fmla="*/ 591866 w 897487"/>
                    <a:gd name="connsiteY2" fmla="*/ 525959 h 951879"/>
                    <a:gd name="connsiteX3" fmla="*/ 842075 w 897487"/>
                    <a:gd name="connsiteY3" fmla="*/ 123450 h 951879"/>
                    <a:gd name="connsiteX4" fmla="*/ 842075 w 897487"/>
                    <a:gd name="connsiteY4" fmla="*/ 123450 h 951879"/>
                    <a:gd name="connsiteX5" fmla="*/ 798560 w 897487"/>
                    <a:gd name="connsiteY5" fmla="*/ 58178 h 951879"/>
                    <a:gd name="connsiteX6" fmla="*/ 746887 w 897487"/>
                    <a:gd name="connsiteY6" fmla="*/ 107132 h 951879"/>
                    <a:gd name="connsiteX7" fmla="*/ 697933 w 897487"/>
                    <a:gd name="connsiteY7" fmla="*/ 115291 h 951879"/>
                    <a:gd name="connsiteX8" fmla="*/ 219273 w 897487"/>
                    <a:gd name="connsiteY8" fmla="*/ 115291 h 951879"/>
                    <a:gd name="connsiteX9" fmla="*/ 102328 w 897487"/>
                    <a:gd name="connsiteY9" fmla="*/ 224077 h 951879"/>
                    <a:gd name="connsiteX10" fmla="*/ 213834 w 897487"/>
                    <a:gd name="connsiteY10" fmla="*/ 332863 h 951879"/>
                    <a:gd name="connsiteX11" fmla="*/ 485800 w 897487"/>
                    <a:gd name="connsiteY11" fmla="*/ 335583 h 951879"/>
                    <a:gd name="connsiteX12" fmla="*/ 134964 w 897487"/>
                    <a:gd name="connsiteY12" fmla="*/ 615708 h 951879"/>
                    <a:gd name="connsiteX13" fmla="*/ 61533 w 897487"/>
                    <a:gd name="connsiteY13" fmla="*/ 884953 h 951879"/>
                    <a:gd name="connsiteX14" fmla="*/ 398771 w 897487"/>
                    <a:gd name="connsiteY14" fmla="*/ 806083 h 951879"/>
                    <a:gd name="connsiteX15" fmla="*/ 529314 w 897487"/>
                    <a:gd name="connsiteY15" fmla="*/ 863196 h 951879"/>
                    <a:gd name="connsiteX16" fmla="*/ 782242 w 897487"/>
                    <a:gd name="connsiteY16" fmla="*/ 607549 h 951879"/>
                    <a:gd name="connsiteX17" fmla="*/ 580988 w 897487"/>
                    <a:gd name="connsiteY17" fmla="*/ 667381 h 9518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897487" h="951879">
                      <a:moveTo>
                        <a:pt x="580988" y="667381"/>
                      </a:moveTo>
                      <a:lnTo>
                        <a:pt x="409649" y="667381"/>
                      </a:lnTo>
                      <a:cubicBezTo>
                        <a:pt x="423248" y="667381"/>
                        <a:pt x="548352" y="561314"/>
                        <a:pt x="591866" y="525959"/>
                      </a:cubicBezTo>
                      <a:cubicBezTo>
                        <a:pt x="700653" y="433491"/>
                        <a:pt x="899188" y="297508"/>
                        <a:pt x="842075" y="123450"/>
                      </a:cubicBezTo>
                      <a:lnTo>
                        <a:pt x="842075" y="123450"/>
                      </a:lnTo>
                      <a:cubicBezTo>
                        <a:pt x="831197" y="82655"/>
                        <a:pt x="798560" y="58178"/>
                        <a:pt x="798560" y="58178"/>
                      </a:cubicBezTo>
                      <a:cubicBezTo>
                        <a:pt x="798560" y="58178"/>
                        <a:pt x="787682" y="90814"/>
                        <a:pt x="746887" y="107132"/>
                      </a:cubicBezTo>
                      <a:cubicBezTo>
                        <a:pt x="730569" y="109852"/>
                        <a:pt x="714251" y="115291"/>
                        <a:pt x="697933" y="115291"/>
                      </a:cubicBezTo>
                      <a:cubicBezTo>
                        <a:pt x="684334" y="115291"/>
                        <a:pt x="219273" y="115291"/>
                        <a:pt x="219273" y="115291"/>
                      </a:cubicBezTo>
                      <a:cubicBezTo>
                        <a:pt x="156721" y="115291"/>
                        <a:pt x="105048" y="166964"/>
                        <a:pt x="102328" y="224077"/>
                      </a:cubicBezTo>
                      <a:cubicBezTo>
                        <a:pt x="102328" y="283910"/>
                        <a:pt x="151282" y="332863"/>
                        <a:pt x="213834" y="332863"/>
                      </a:cubicBezTo>
                      <a:lnTo>
                        <a:pt x="485800" y="335583"/>
                      </a:lnTo>
                      <a:cubicBezTo>
                        <a:pt x="360695" y="406294"/>
                        <a:pt x="211114" y="487884"/>
                        <a:pt x="134964" y="615708"/>
                      </a:cubicBezTo>
                      <a:cubicBezTo>
                        <a:pt x="91449" y="689138"/>
                        <a:pt x="45215" y="800644"/>
                        <a:pt x="61533" y="884953"/>
                      </a:cubicBezTo>
                      <a:cubicBezTo>
                        <a:pt x="121366" y="830560"/>
                        <a:pt x="279106" y="778887"/>
                        <a:pt x="398771" y="806083"/>
                      </a:cubicBezTo>
                      <a:cubicBezTo>
                        <a:pt x="445005" y="814242"/>
                        <a:pt x="491239" y="838719"/>
                        <a:pt x="529314" y="863196"/>
                      </a:cubicBezTo>
                      <a:cubicBezTo>
                        <a:pt x="755046" y="1004618"/>
                        <a:pt x="891029" y="727213"/>
                        <a:pt x="782242" y="607549"/>
                      </a:cubicBezTo>
                      <a:cubicBezTo>
                        <a:pt x="784962" y="607549"/>
                        <a:pt x="722410" y="667381"/>
                        <a:pt x="580988" y="667381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>
                    <a:ln>
                      <a:noFill/>
                    </a:ln>
                    <a:solidFill>
                      <a:srgbClr val="666666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2" name="Freeform: Shape 21">
                  <a:extLst>
                    <a:ext uri="{FF2B5EF4-FFF2-40B4-BE49-F238E27FC236}">
                      <a16:creationId xmlns:a16="http://schemas.microsoft.com/office/drawing/2014/main" id="{3F59F71C-E46A-3944-8C28-B94561F305E2}"/>
                    </a:ext>
                  </a:extLst>
                </p:cNvPr>
                <p:cNvSpPr/>
                <p:nvPr/>
              </p:nvSpPr>
              <p:spPr>
                <a:xfrm>
                  <a:off x="2624650" y="1948442"/>
                  <a:ext cx="1903761" cy="1577400"/>
                </a:xfrm>
                <a:custGeom>
                  <a:avLst/>
                  <a:gdLst>
                    <a:gd name="connsiteX0" fmla="*/ 1559430 w 1903760"/>
                    <a:gd name="connsiteY0" fmla="*/ 1165078 h 1577399"/>
                    <a:gd name="connsiteX1" fmla="*/ 1369054 w 1903760"/>
                    <a:gd name="connsiteY1" fmla="*/ 593950 h 1577399"/>
                    <a:gd name="connsiteX2" fmla="*/ 1483279 w 1903760"/>
                    <a:gd name="connsiteY2" fmla="*/ 126170 h 1577399"/>
                    <a:gd name="connsiteX3" fmla="*/ 1311941 w 1903760"/>
                    <a:gd name="connsiteY3" fmla="*/ 58178 h 1577399"/>
                    <a:gd name="connsiteX4" fmla="*/ 1078050 w 1903760"/>
                    <a:gd name="connsiteY4" fmla="*/ 205040 h 1577399"/>
                    <a:gd name="connsiteX5" fmla="*/ 846879 w 1903760"/>
                    <a:gd name="connsiteY5" fmla="*/ 523239 h 1577399"/>
                    <a:gd name="connsiteX6" fmla="*/ 645624 w 1903760"/>
                    <a:gd name="connsiteY6" fmla="*/ 210479 h 1577399"/>
                    <a:gd name="connsiteX7" fmla="*/ 455248 w 1903760"/>
                    <a:gd name="connsiteY7" fmla="*/ 63617 h 1577399"/>
                    <a:gd name="connsiteX8" fmla="*/ 234956 w 1903760"/>
                    <a:gd name="connsiteY8" fmla="*/ 137048 h 1577399"/>
                    <a:gd name="connsiteX9" fmla="*/ 316546 w 1903760"/>
                    <a:gd name="connsiteY9" fmla="*/ 588511 h 1577399"/>
                    <a:gd name="connsiteX10" fmla="*/ 58178 w 1903760"/>
                    <a:gd name="connsiteY10" fmla="*/ 1072610 h 1577399"/>
                    <a:gd name="connsiteX11" fmla="*/ 474286 w 1903760"/>
                    <a:gd name="connsiteY11" fmla="*/ 1020936 h 1577399"/>
                    <a:gd name="connsiteX12" fmla="*/ 555876 w 1903760"/>
                    <a:gd name="connsiteY12" fmla="*/ 572193 h 1577399"/>
                    <a:gd name="connsiteX13" fmla="*/ 830561 w 1903760"/>
                    <a:gd name="connsiteY13" fmla="*/ 993740 h 1577399"/>
                    <a:gd name="connsiteX14" fmla="*/ 1140602 w 1903760"/>
                    <a:gd name="connsiteY14" fmla="*/ 574913 h 1577399"/>
                    <a:gd name="connsiteX15" fmla="*/ 1567589 w 1903760"/>
                    <a:gd name="connsiteY15" fmla="*/ 1526792 h 1577399"/>
                    <a:gd name="connsiteX16" fmla="*/ 1866751 w 1903760"/>
                    <a:gd name="connsiteY16" fmla="*/ 1322818 h 1577399"/>
                    <a:gd name="connsiteX17" fmla="*/ 1559430 w 1903760"/>
                    <a:gd name="connsiteY17" fmla="*/ 1165078 h 1577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1903760" h="1577399">
                      <a:moveTo>
                        <a:pt x="1559430" y="1165078"/>
                      </a:moveTo>
                      <a:cubicBezTo>
                        <a:pt x="1420727" y="1012777"/>
                        <a:pt x="1377213" y="762569"/>
                        <a:pt x="1369054" y="593950"/>
                      </a:cubicBezTo>
                      <a:cubicBezTo>
                        <a:pt x="1360895" y="449809"/>
                        <a:pt x="1369054" y="199600"/>
                        <a:pt x="1483279" y="126170"/>
                      </a:cubicBezTo>
                      <a:cubicBezTo>
                        <a:pt x="1445204" y="77216"/>
                        <a:pt x="1369054" y="58178"/>
                        <a:pt x="1311941" y="58178"/>
                      </a:cubicBezTo>
                      <a:cubicBezTo>
                        <a:pt x="1184117" y="58178"/>
                        <a:pt x="1121565" y="142488"/>
                        <a:pt x="1078050" y="205040"/>
                      </a:cubicBezTo>
                      <a:cubicBezTo>
                        <a:pt x="1064452" y="224077"/>
                        <a:pt x="846879" y="523239"/>
                        <a:pt x="846879" y="523239"/>
                      </a:cubicBezTo>
                      <a:cubicBezTo>
                        <a:pt x="846879" y="523239"/>
                        <a:pt x="667382" y="243115"/>
                        <a:pt x="645624" y="210479"/>
                      </a:cubicBezTo>
                      <a:cubicBezTo>
                        <a:pt x="615708" y="164245"/>
                        <a:pt x="555876" y="77216"/>
                        <a:pt x="455248" y="63617"/>
                      </a:cubicBezTo>
                      <a:cubicBezTo>
                        <a:pt x="411734" y="58178"/>
                        <a:pt x="297508" y="52739"/>
                        <a:pt x="234956" y="137048"/>
                      </a:cubicBezTo>
                      <a:cubicBezTo>
                        <a:pt x="341023" y="221357"/>
                        <a:pt x="338303" y="438930"/>
                        <a:pt x="316546" y="588511"/>
                      </a:cubicBezTo>
                      <a:cubicBezTo>
                        <a:pt x="248554" y="1031815"/>
                        <a:pt x="58178" y="1072610"/>
                        <a:pt x="58178" y="1072610"/>
                      </a:cubicBezTo>
                      <a:cubicBezTo>
                        <a:pt x="156086" y="1333696"/>
                        <a:pt x="403575" y="1230350"/>
                        <a:pt x="474286" y="1020936"/>
                      </a:cubicBezTo>
                      <a:cubicBezTo>
                        <a:pt x="520520" y="884953"/>
                        <a:pt x="550436" y="713615"/>
                        <a:pt x="555876" y="572193"/>
                      </a:cubicBezTo>
                      <a:lnTo>
                        <a:pt x="830561" y="993740"/>
                      </a:lnTo>
                      <a:cubicBezTo>
                        <a:pt x="830561" y="993740"/>
                        <a:pt x="1140602" y="574913"/>
                        <a:pt x="1140602" y="574913"/>
                      </a:cubicBezTo>
                      <a:cubicBezTo>
                        <a:pt x="1088929" y="1314659"/>
                        <a:pt x="1344577" y="1526792"/>
                        <a:pt x="1567589" y="1526792"/>
                      </a:cubicBezTo>
                      <a:cubicBezTo>
                        <a:pt x="1790601" y="1526792"/>
                        <a:pt x="1866751" y="1322818"/>
                        <a:pt x="1866751" y="1322818"/>
                      </a:cubicBezTo>
                      <a:cubicBezTo>
                        <a:pt x="1744367" y="1314659"/>
                        <a:pt x="1641019" y="1252107"/>
                        <a:pt x="1559430" y="1165078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>
                    <a:ln>
                      <a:noFill/>
                    </a:ln>
                    <a:solidFill>
                      <a:srgbClr val="666666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3" name="Freeform: Shape 22">
                  <a:extLst>
                    <a:ext uri="{FF2B5EF4-FFF2-40B4-BE49-F238E27FC236}">
                      <a16:creationId xmlns:a16="http://schemas.microsoft.com/office/drawing/2014/main" id="{4958B603-5E8A-F947-89DE-34E9532F86F5}"/>
                    </a:ext>
                  </a:extLst>
                </p:cNvPr>
                <p:cNvSpPr/>
                <p:nvPr/>
              </p:nvSpPr>
              <p:spPr>
                <a:xfrm>
                  <a:off x="4792218" y="3234839"/>
                  <a:ext cx="271966" cy="652717"/>
                </a:xfrm>
                <a:custGeom>
                  <a:avLst/>
                  <a:gdLst>
                    <a:gd name="connsiteX0" fmla="*/ 88095 w 271965"/>
                    <a:gd name="connsiteY0" fmla="*/ 120730 h 652717"/>
                    <a:gd name="connsiteX1" fmla="*/ 93534 w 271965"/>
                    <a:gd name="connsiteY1" fmla="*/ 153366 h 652717"/>
                    <a:gd name="connsiteX2" fmla="*/ 93534 w 271965"/>
                    <a:gd name="connsiteY2" fmla="*/ 544997 h 652717"/>
                    <a:gd name="connsiteX3" fmla="*/ 156086 w 271965"/>
                    <a:gd name="connsiteY3" fmla="*/ 604829 h 652717"/>
                    <a:gd name="connsiteX4" fmla="*/ 221358 w 271965"/>
                    <a:gd name="connsiteY4" fmla="*/ 544997 h 652717"/>
                    <a:gd name="connsiteX5" fmla="*/ 221358 w 271965"/>
                    <a:gd name="connsiteY5" fmla="*/ 194161 h 652717"/>
                    <a:gd name="connsiteX6" fmla="*/ 210479 w 271965"/>
                    <a:gd name="connsiteY6" fmla="*/ 109852 h 652717"/>
                    <a:gd name="connsiteX7" fmla="*/ 118011 w 271965"/>
                    <a:gd name="connsiteY7" fmla="*/ 58178 h 652717"/>
                    <a:gd name="connsiteX8" fmla="*/ 58178 w 271965"/>
                    <a:gd name="connsiteY8" fmla="*/ 88094 h 652717"/>
                    <a:gd name="connsiteX9" fmla="*/ 88095 w 271965"/>
                    <a:gd name="connsiteY9" fmla="*/ 120730 h 652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71965" h="652717">
                      <a:moveTo>
                        <a:pt x="88095" y="120730"/>
                      </a:moveTo>
                      <a:cubicBezTo>
                        <a:pt x="90814" y="131609"/>
                        <a:pt x="90814" y="142487"/>
                        <a:pt x="93534" y="153366"/>
                      </a:cubicBezTo>
                      <a:cubicBezTo>
                        <a:pt x="93534" y="156086"/>
                        <a:pt x="93534" y="542277"/>
                        <a:pt x="93534" y="544997"/>
                      </a:cubicBezTo>
                      <a:cubicBezTo>
                        <a:pt x="93534" y="577632"/>
                        <a:pt x="123450" y="604829"/>
                        <a:pt x="156086" y="604829"/>
                      </a:cubicBezTo>
                      <a:cubicBezTo>
                        <a:pt x="188722" y="607548"/>
                        <a:pt x="221358" y="577632"/>
                        <a:pt x="221358" y="544997"/>
                      </a:cubicBezTo>
                      <a:cubicBezTo>
                        <a:pt x="221358" y="539557"/>
                        <a:pt x="221358" y="194161"/>
                        <a:pt x="221358" y="194161"/>
                      </a:cubicBezTo>
                      <a:cubicBezTo>
                        <a:pt x="221358" y="164245"/>
                        <a:pt x="224078" y="134329"/>
                        <a:pt x="210479" y="109852"/>
                      </a:cubicBezTo>
                      <a:cubicBezTo>
                        <a:pt x="196881" y="79935"/>
                        <a:pt x="158806" y="58178"/>
                        <a:pt x="118011" y="58178"/>
                      </a:cubicBezTo>
                      <a:cubicBezTo>
                        <a:pt x="79936" y="58178"/>
                        <a:pt x="58178" y="88094"/>
                        <a:pt x="58178" y="88094"/>
                      </a:cubicBezTo>
                      <a:cubicBezTo>
                        <a:pt x="58178" y="88094"/>
                        <a:pt x="77216" y="93534"/>
                        <a:pt x="88095" y="120730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>
                    <a:ln>
                      <a:noFill/>
                    </a:ln>
                    <a:solidFill>
                      <a:srgbClr val="666666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4" name="Freeform: Shape 23">
                  <a:extLst>
                    <a:ext uri="{FF2B5EF4-FFF2-40B4-BE49-F238E27FC236}">
                      <a16:creationId xmlns:a16="http://schemas.microsoft.com/office/drawing/2014/main" id="{2EBD9654-3D0E-224D-8F1D-BB2B2203E7A6}"/>
                    </a:ext>
                  </a:extLst>
                </p:cNvPr>
                <p:cNvSpPr/>
                <p:nvPr/>
              </p:nvSpPr>
              <p:spPr>
                <a:xfrm>
                  <a:off x="8751819" y="3234667"/>
                  <a:ext cx="271966" cy="652717"/>
                </a:xfrm>
                <a:custGeom>
                  <a:avLst/>
                  <a:gdLst>
                    <a:gd name="connsiteX0" fmla="*/ 191663 w 271965"/>
                    <a:gd name="connsiteY0" fmla="*/ 542449 h 652717"/>
                    <a:gd name="connsiteX1" fmla="*/ 186224 w 271965"/>
                    <a:gd name="connsiteY1" fmla="*/ 509813 h 652717"/>
                    <a:gd name="connsiteX2" fmla="*/ 186224 w 271965"/>
                    <a:gd name="connsiteY2" fmla="*/ 118183 h 652717"/>
                    <a:gd name="connsiteX3" fmla="*/ 123672 w 271965"/>
                    <a:gd name="connsiteY3" fmla="*/ 58350 h 652717"/>
                    <a:gd name="connsiteX4" fmla="*/ 58400 w 271965"/>
                    <a:gd name="connsiteY4" fmla="*/ 118183 h 652717"/>
                    <a:gd name="connsiteX5" fmla="*/ 58400 w 271965"/>
                    <a:gd name="connsiteY5" fmla="*/ 469018 h 652717"/>
                    <a:gd name="connsiteX6" fmla="*/ 69279 w 271965"/>
                    <a:gd name="connsiteY6" fmla="*/ 553328 h 652717"/>
                    <a:gd name="connsiteX7" fmla="*/ 161747 w 271965"/>
                    <a:gd name="connsiteY7" fmla="*/ 605001 h 652717"/>
                    <a:gd name="connsiteX8" fmla="*/ 221580 w 271965"/>
                    <a:gd name="connsiteY8" fmla="*/ 575085 h 652717"/>
                    <a:gd name="connsiteX9" fmla="*/ 191663 w 271965"/>
                    <a:gd name="connsiteY9" fmla="*/ 542449 h 652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71965" h="652717">
                      <a:moveTo>
                        <a:pt x="191663" y="542449"/>
                      </a:moveTo>
                      <a:cubicBezTo>
                        <a:pt x="188944" y="531570"/>
                        <a:pt x="186224" y="520692"/>
                        <a:pt x="186224" y="509813"/>
                      </a:cubicBezTo>
                      <a:cubicBezTo>
                        <a:pt x="186224" y="507093"/>
                        <a:pt x="186224" y="120902"/>
                        <a:pt x="186224" y="118183"/>
                      </a:cubicBezTo>
                      <a:cubicBezTo>
                        <a:pt x="186224" y="85547"/>
                        <a:pt x="156308" y="58350"/>
                        <a:pt x="123672" y="58350"/>
                      </a:cubicBezTo>
                      <a:cubicBezTo>
                        <a:pt x="91036" y="55631"/>
                        <a:pt x="58400" y="85547"/>
                        <a:pt x="58400" y="118183"/>
                      </a:cubicBezTo>
                      <a:cubicBezTo>
                        <a:pt x="58400" y="123622"/>
                        <a:pt x="58400" y="469018"/>
                        <a:pt x="58400" y="469018"/>
                      </a:cubicBezTo>
                      <a:cubicBezTo>
                        <a:pt x="58400" y="498934"/>
                        <a:pt x="55680" y="528851"/>
                        <a:pt x="69279" y="553328"/>
                      </a:cubicBezTo>
                      <a:cubicBezTo>
                        <a:pt x="82877" y="583244"/>
                        <a:pt x="120953" y="605001"/>
                        <a:pt x="161747" y="605001"/>
                      </a:cubicBezTo>
                      <a:cubicBezTo>
                        <a:pt x="199822" y="605001"/>
                        <a:pt x="221580" y="575085"/>
                        <a:pt x="221580" y="575085"/>
                      </a:cubicBezTo>
                      <a:cubicBezTo>
                        <a:pt x="221580" y="575085"/>
                        <a:pt x="202542" y="566926"/>
                        <a:pt x="191663" y="542449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>
                    <a:ln>
                      <a:noFill/>
                    </a:ln>
                    <a:solidFill>
                      <a:srgbClr val="666666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5" name="Freeform: Shape 24">
                  <a:extLst>
                    <a:ext uri="{FF2B5EF4-FFF2-40B4-BE49-F238E27FC236}">
                      <a16:creationId xmlns:a16="http://schemas.microsoft.com/office/drawing/2014/main" id="{B0A49065-D9BA-D546-A270-48B926B3C5CF}"/>
                    </a:ext>
                  </a:extLst>
                </p:cNvPr>
                <p:cNvSpPr/>
                <p:nvPr/>
              </p:nvSpPr>
              <p:spPr>
                <a:xfrm>
                  <a:off x="6320666" y="3416868"/>
                  <a:ext cx="435145" cy="462341"/>
                </a:xfrm>
                <a:custGeom>
                  <a:avLst/>
                  <a:gdLst>
                    <a:gd name="connsiteX0" fmla="*/ 302948 w 435145"/>
                    <a:gd name="connsiteY0" fmla="*/ 74684 h 462341"/>
                    <a:gd name="connsiteX1" fmla="*/ 186003 w 435145"/>
                    <a:gd name="connsiteY1" fmla="*/ 148115 h 462341"/>
                    <a:gd name="connsiteX2" fmla="*/ 186003 w 435145"/>
                    <a:gd name="connsiteY2" fmla="*/ 148115 h 462341"/>
                    <a:gd name="connsiteX3" fmla="*/ 186003 w 435145"/>
                    <a:gd name="connsiteY3" fmla="*/ 115479 h 462341"/>
                    <a:gd name="connsiteX4" fmla="*/ 123450 w 435145"/>
                    <a:gd name="connsiteY4" fmla="*/ 58366 h 462341"/>
                    <a:gd name="connsiteX5" fmla="*/ 58178 w 435145"/>
                    <a:gd name="connsiteY5" fmla="*/ 115479 h 462341"/>
                    <a:gd name="connsiteX6" fmla="*/ 58178 w 435145"/>
                    <a:gd name="connsiteY6" fmla="*/ 362967 h 462341"/>
                    <a:gd name="connsiteX7" fmla="*/ 120730 w 435145"/>
                    <a:gd name="connsiteY7" fmla="*/ 422800 h 462341"/>
                    <a:gd name="connsiteX8" fmla="*/ 186003 w 435145"/>
                    <a:gd name="connsiteY8" fmla="*/ 362967 h 462341"/>
                    <a:gd name="connsiteX9" fmla="*/ 186003 w 435145"/>
                    <a:gd name="connsiteY9" fmla="*/ 213386 h 462341"/>
                    <a:gd name="connsiteX10" fmla="*/ 186003 w 435145"/>
                    <a:gd name="connsiteY10" fmla="*/ 213386 h 462341"/>
                    <a:gd name="connsiteX11" fmla="*/ 229517 w 435145"/>
                    <a:gd name="connsiteY11" fmla="*/ 161713 h 462341"/>
                    <a:gd name="connsiteX12" fmla="*/ 259433 w 435145"/>
                    <a:gd name="connsiteY12" fmla="*/ 194349 h 462341"/>
                    <a:gd name="connsiteX13" fmla="*/ 259433 w 435145"/>
                    <a:gd name="connsiteY13" fmla="*/ 362967 h 462341"/>
                    <a:gd name="connsiteX14" fmla="*/ 321985 w 435145"/>
                    <a:gd name="connsiteY14" fmla="*/ 422800 h 462341"/>
                    <a:gd name="connsiteX15" fmla="*/ 387257 w 435145"/>
                    <a:gd name="connsiteY15" fmla="*/ 362967 h 462341"/>
                    <a:gd name="connsiteX16" fmla="*/ 387257 w 435145"/>
                    <a:gd name="connsiteY16" fmla="*/ 273219 h 462341"/>
                    <a:gd name="connsiteX17" fmla="*/ 302948 w 435145"/>
                    <a:gd name="connsiteY17" fmla="*/ 74684 h 4623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435145" h="462341">
                      <a:moveTo>
                        <a:pt x="302948" y="74684"/>
                      </a:moveTo>
                      <a:cubicBezTo>
                        <a:pt x="234956" y="74684"/>
                        <a:pt x="196881" y="131797"/>
                        <a:pt x="186003" y="148115"/>
                      </a:cubicBezTo>
                      <a:lnTo>
                        <a:pt x="186003" y="148115"/>
                      </a:lnTo>
                      <a:cubicBezTo>
                        <a:pt x="186003" y="129077"/>
                        <a:pt x="186003" y="115479"/>
                        <a:pt x="186003" y="115479"/>
                      </a:cubicBezTo>
                      <a:cubicBezTo>
                        <a:pt x="186003" y="82843"/>
                        <a:pt x="156086" y="58366"/>
                        <a:pt x="123450" y="58366"/>
                      </a:cubicBezTo>
                      <a:cubicBezTo>
                        <a:pt x="90814" y="55646"/>
                        <a:pt x="58178" y="82843"/>
                        <a:pt x="58178" y="115479"/>
                      </a:cubicBezTo>
                      <a:cubicBezTo>
                        <a:pt x="58178" y="120918"/>
                        <a:pt x="58178" y="360248"/>
                        <a:pt x="58178" y="362967"/>
                      </a:cubicBezTo>
                      <a:cubicBezTo>
                        <a:pt x="58178" y="395603"/>
                        <a:pt x="88095" y="422800"/>
                        <a:pt x="120730" y="422800"/>
                      </a:cubicBezTo>
                      <a:cubicBezTo>
                        <a:pt x="153366" y="425519"/>
                        <a:pt x="186003" y="395603"/>
                        <a:pt x="186003" y="362967"/>
                      </a:cubicBezTo>
                      <a:cubicBezTo>
                        <a:pt x="186003" y="360248"/>
                        <a:pt x="186003" y="281378"/>
                        <a:pt x="186003" y="213386"/>
                      </a:cubicBezTo>
                      <a:lnTo>
                        <a:pt x="186003" y="213386"/>
                      </a:lnTo>
                      <a:cubicBezTo>
                        <a:pt x="191442" y="186190"/>
                        <a:pt x="205040" y="161713"/>
                        <a:pt x="229517" y="161713"/>
                      </a:cubicBezTo>
                      <a:cubicBezTo>
                        <a:pt x="259433" y="161713"/>
                        <a:pt x="259433" y="194349"/>
                        <a:pt x="259433" y="194349"/>
                      </a:cubicBezTo>
                      <a:lnTo>
                        <a:pt x="259433" y="362967"/>
                      </a:lnTo>
                      <a:cubicBezTo>
                        <a:pt x="259433" y="395603"/>
                        <a:pt x="289349" y="422800"/>
                        <a:pt x="321985" y="422800"/>
                      </a:cubicBezTo>
                      <a:cubicBezTo>
                        <a:pt x="354621" y="425519"/>
                        <a:pt x="387257" y="395603"/>
                        <a:pt x="387257" y="362967"/>
                      </a:cubicBezTo>
                      <a:lnTo>
                        <a:pt x="387257" y="273219"/>
                      </a:lnTo>
                      <a:cubicBezTo>
                        <a:pt x="387257" y="183470"/>
                        <a:pt x="395416" y="71964"/>
                        <a:pt x="302948" y="74684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>
                    <a:ln>
                      <a:noFill/>
                    </a:ln>
                    <a:solidFill>
                      <a:srgbClr val="666666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6" name="Freeform: Shape 25">
                  <a:extLst>
                    <a:ext uri="{FF2B5EF4-FFF2-40B4-BE49-F238E27FC236}">
                      <a16:creationId xmlns:a16="http://schemas.microsoft.com/office/drawing/2014/main" id="{FD1ECEAC-B980-B74F-825F-B78514303017}"/>
                    </a:ext>
                  </a:extLst>
                </p:cNvPr>
                <p:cNvSpPr/>
                <p:nvPr/>
              </p:nvSpPr>
              <p:spPr>
                <a:xfrm>
                  <a:off x="7960620" y="3416868"/>
                  <a:ext cx="435145" cy="462341"/>
                </a:xfrm>
                <a:custGeom>
                  <a:avLst/>
                  <a:gdLst>
                    <a:gd name="connsiteX0" fmla="*/ 302948 w 435145"/>
                    <a:gd name="connsiteY0" fmla="*/ 74684 h 462341"/>
                    <a:gd name="connsiteX1" fmla="*/ 186002 w 435145"/>
                    <a:gd name="connsiteY1" fmla="*/ 148115 h 462341"/>
                    <a:gd name="connsiteX2" fmla="*/ 186002 w 435145"/>
                    <a:gd name="connsiteY2" fmla="*/ 148115 h 462341"/>
                    <a:gd name="connsiteX3" fmla="*/ 186002 w 435145"/>
                    <a:gd name="connsiteY3" fmla="*/ 115479 h 462341"/>
                    <a:gd name="connsiteX4" fmla="*/ 123450 w 435145"/>
                    <a:gd name="connsiteY4" fmla="*/ 58366 h 462341"/>
                    <a:gd name="connsiteX5" fmla="*/ 58178 w 435145"/>
                    <a:gd name="connsiteY5" fmla="*/ 115479 h 462341"/>
                    <a:gd name="connsiteX6" fmla="*/ 58178 w 435145"/>
                    <a:gd name="connsiteY6" fmla="*/ 362967 h 462341"/>
                    <a:gd name="connsiteX7" fmla="*/ 120730 w 435145"/>
                    <a:gd name="connsiteY7" fmla="*/ 422800 h 462341"/>
                    <a:gd name="connsiteX8" fmla="*/ 186002 w 435145"/>
                    <a:gd name="connsiteY8" fmla="*/ 362967 h 462341"/>
                    <a:gd name="connsiteX9" fmla="*/ 186002 w 435145"/>
                    <a:gd name="connsiteY9" fmla="*/ 213386 h 462341"/>
                    <a:gd name="connsiteX10" fmla="*/ 186002 w 435145"/>
                    <a:gd name="connsiteY10" fmla="*/ 213386 h 462341"/>
                    <a:gd name="connsiteX11" fmla="*/ 229517 w 435145"/>
                    <a:gd name="connsiteY11" fmla="*/ 161713 h 462341"/>
                    <a:gd name="connsiteX12" fmla="*/ 259433 w 435145"/>
                    <a:gd name="connsiteY12" fmla="*/ 194349 h 462341"/>
                    <a:gd name="connsiteX13" fmla="*/ 259433 w 435145"/>
                    <a:gd name="connsiteY13" fmla="*/ 362967 h 462341"/>
                    <a:gd name="connsiteX14" fmla="*/ 321985 w 435145"/>
                    <a:gd name="connsiteY14" fmla="*/ 422800 h 462341"/>
                    <a:gd name="connsiteX15" fmla="*/ 387257 w 435145"/>
                    <a:gd name="connsiteY15" fmla="*/ 362967 h 462341"/>
                    <a:gd name="connsiteX16" fmla="*/ 387257 w 435145"/>
                    <a:gd name="connsiteY16" fmla="*/ 273219 h 462341"/>
                    <a:gd name="connsiteX17" fmla="*/ 302948 w 435145"/>
                    <a:gd name="connsiteY17" fmla="*/ 74684 h 4623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435145" h="462341">
                      <a:moveTo>
                        <a:pt x="302948" y="74684"/>
                      </a:moveTo>
                      <a:cubicBezTo>
                        <a:pt x="234956" y="74684"/>
                        <a:pt x="196881" y="131797"/>
                        <a:pt x="186002" y="148115"/>
                      </a:cubicBezTo>
                      <a:lnTo>
                        <a:pt x="186002" y="148115"/>
                      </a:lnTo>
                      <a:cubicBezTo>
                        <a:pt x="186002" y="129077"/>
                        <a:pt x="186002" y="115479"/>
                        <a:pt x="186002" y="115479"/>
                      </a:cubicBezTo>
                      <a:cubicBezTo>
                        <a:pt x="186002" y="82843"/>
                        <a:pt x="156086" y="58366"/>
                        <a:pt x="123450" y="58366"/>
                      </a:cubicBezTo>
                      <a:cubicBezTo>
                        <a:pt x="90814" y="55646"/>
                        <a:pt x="58178" y="82843"/>
                        <a:pt x="58178" y="115479"/>
                      </a:cubicBezTo>
                      <a:cubicBezTo>
                        <a:pt x="58178" y="120918"/>
                        <a:pt x="58178" y="360248"/>
                        <a:pt x="58178" y="362967"/>
                      </a:cubicBezTo>
                      <a:cubicBezTo>
                        <a:pt x="58178" y="395603"/>
                        <a:pt x="88095" y="422800"/>
                        <a:pt x="120730" y="422800"/>
                      </a:cubicBezTo>
                      <a:cubicBezTo>
                        <a:pt x="153366" y="425519"/>
                        <a:pt x="186002" y="395603"/>
                        <a:pt x="186002" y="362967"/>
                      </a:cubicBezTo>
                      <a:cubicBezTo>
                        <a:pt x="186002" y="360248"/>
                        <a:pt x="186002" y="281378"/>
                        <a:pt x="186002" y="213386"/>
                      </a:cubicBezTo>
                      <a:lnTo>
                        <a:pt x="186002" y="213386"/>
                      </a:lnTo>
                      <a:cubicBezTo>
                        <a:pt x="191442" y="186190"/>
                        <a:pt x="205040" y="161713"/>
                        <a:pt x="229517" y="161713"/>
                      </a:cubicBezTo>
                      <a:cubicBezTo>
                        <a:pt x="259433" y="161713"/>
                        <a:pt x="259433" y="194349"/>
                        <a:pt x="259433" y="194349"/>
                      </a:cubicBezTo>
                      <a:lnTo>
                        <a:pt x="259433" y="362967"/>
                      </a:lnTo>
                      <a:cubicBezTo>
                        <a:pt x="259433" y="395603"/>
                        <a:pt x="289349" y="422800"/>
                        <a:pt x="321985" y="422800"/>
                      </a:cubicBezTo>
                      <a:cubicBezTo>
                        <a:pt x="354621" y="425519"/>
                        <a:pt x="387257" y="395603"/>
                        <a:pt x="387257" y="362967"/>
                      </a:cubicBezTo>
                      <a:lnTo>
                        <a:pt x="387257" y="273219"/>
                      </a:lnTo>
                      <a:cubicBezTo>
                        <a:pt x="384537" y="183470"/>
                        <a:pt x="395416" y="71964"/>
                        <a:pt x="302948" y="74684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>
                    <a:ln>
                      <a:noFill/>
                    </a:ln>
                    <a:solidFill>
                      <a:srgbClr val="666666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7" name="Freeform: Shape 26">
                  <a:extLst>
                    <a:ext uri="{FF2B5EF4-FFF2-40B4-BE49-F238E27FC236}">
                      <a16:creationId xmlns:a16="http://schemas.microsoft.com/office/drawing/2014/main" id="{B20F82E1-5282-7245-A846-938C4CC41C1E}"/>
                    </a:ext>
                  </a:extLst>
                </p:cNvPr>
                <p:cNvSpPr/>
                <p:nvPr/>
              </p:nvSpPr>
              <p:spPr>
                <a:xfrm>
                  <a:off x="5020669" y="3416868"/>
                  <a:ext cx="435145" cy="462341"/>
                </a:xfrm>
                <a:custGeom>
                  <a:avLst/>
                  <a:gdLst>
                    <a:gd name="connsiteX0" fmla="*/ 302948 w 435145"/>
                    <a:gd name="connsiteY0" fmla="*/ 74684 h 462341"/>
                    <a:gd name="connsiteX1" fmla="*/ 186002 w 435145"/>
                    <a:gd name="connsiteY1" fmla="*/ 148115 h 462341"/>
                    <a:gd name="connsiteX2" fmla="*/ 186002 w 435145"/>
                    <a:gd name="connsiteY2" fmla="*/ 148115 h 462341"/>
                    <a:gd name="connsiteX3" fmla="*/ 186002 w 435145"/>
                    <a:gd name="connsiteY3" fmla="*/ 115479 h 462341"/>
                    <a:gd name="connsiteX4" fmla="*/ 123450 w 435145"/>
                    <a:gd name="connsiteY4" fmla="*/ 58366 h 462341"/>
                    <a:gd name="connsiteX5" fmla="*/ 58178 w 435145"/>
                    <a:gd name="connsiteY5" fmla="*/ 115479 h 462341"/>
                    <a:gd name="connsiteX6" fmla="*/ 58178 w 435145"/>
                    <a:gd name="connsiteY6" fmla="*/ 362967 h 462341"/>
                    <a:gd name="connsiteX7" fmla="*/ 120730 w 435145"/>
                    <a:gd name="connsiteY7" fmla="*/ 422800 h 462341"/>
                    <a:gd name="connsiteX8" fmla="*/ 186002 w 435145"/>
                    <a:gd name="connsiteY8" fmla="*/ 362967 h 462341"/>
                    <a:gd name="connsiteX9" fmla="*/ 186002 w 435145"/>
                    <a:gd name="connsiteY9" fmla="*/ 213386 h 462341"/>
                    <a:gd name="connsiteX10" fmla="*/ 186002 w 435145"/>
                    <a:gd name="connsiteY10" fmla="*/ 213386 h 462341"/>
                    <a:gd name="connsiteX11" fmla="*/ 229517 w 435145"/>
                    <a:gd name="connsiteY11" fmla="*/ 161713 h 462341"/>
                    <a:gd name="connsiteX12" fmla="*/ 259433 w 435145"/>
                    <a:gd name="connsiteY12" fmla="*/ 194349 h 462341"/>
                    <a:gd name="connsiteX13" fmla="*/ 259433 w 435145"/>
                    <a:gd name="connsiteY13" fmla="*/ 362967 h 462341"/>
                    <a:gd name="connsiteX14" fmla="*/ 321985 w 435145"/>
                    <a:gd name="connsiteY14" fmla="*/ 422800 h 462341"/>
                    <a:gd name="connsiteX15" fmla="*/ 387257 w 435145"/>
                    <a:gd name="connsiteY15" fmla="*/ 362967 h 462341"/>
                    <a:gd name="connsiteX16" fmla="*/ 387257 w 435145"/>
                    <a:gd name="connsiteY16" fmla="*/ 273219 h 462341"/>
                    <a:gd name="connsiteX17" fmla="*/ 302948 w 435145"/>
                    <a:gd name="connsiteY17" fmla="*/ 74684 h 4623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435145" h="462341">
                      <a:moveTo>
                        <a:pt x="302948" y="74684"/>
                      </a:moveTo>
                      <a:cubicBezTo>
                        <a:pt x="234956" y="74684"/>
                        <a:pt x="196881" y="131797"/>
                        <a:pt x="186002" y="148115"/>
                      </a:cubicBezTo>
                      <a:lnTo>
                        <a:pt x="186002" y="148115"/>
                      </a:lnTo>
                      <a:cubicBezTo>
                        <a:pt x="186002" y="129077"/>
                        <a:pt x="186002" y="115479"/>
                        <a:pt x="186002" y="115479"/>
                      </a:cubicBezTo>
                      <a:cubicBezTo>
                        <a:pt x="186002" y="82843"/>
                        <a:pt x="156086" y="58366"/>
                        <a:pt x="123450" y="58366"/>
                      </a:cubicBezTo>
                      <a:cubicBezTo>
                        <a:pt x="90814" y="55646"/>
                        <a:pt x="58178" y="82843"/>
                        <a:pt x="58178" y="115479"/>
                      </a:cubicBezTo>
                      <a:cubicBezTo>
                        <a:pt x="58178" y="120918"/>
                        <a:pt x="58178" y="360248"/>
                        <a:pt x="58178" y="362967"/>
                      </a:cubicBezTo>
                      <a:cubicBezTo>
                        <a:pt x="58178" y="395603"/>
                        <a:pt x="88094" y="422800"/>
                        <a:pt x="120730" y="422800"/>
                      </a:cubicBezTo>
                      <a:cubicBezTo>
                        <a:pt x="153366" y="425519"/>
                        <a:pt x="186002" y="395603"/>
                        <a:pt x="186002" y="362967"/>
                      </a:cubicBezTo>
                      <a:cubicBezTo>
                        <a:pt x="186002" y="360248"/>
                        <a:pt x="186002" y="281378"/>
                        <a:pt x="186002" y="213386"/>
                      </a:cubicBezTo>
                      <a:lnTo>
                        <a:pt x="186002" y="213386"/>
                      </a:lnTo>
                      <a:cubicBezTo>
                        <a:pt x="191442" y="186190"/>
                        <a:pt x="205040" y="161713"/>
                        <a:pt x="229517" y="161713"/>
                      </a:cubicBezTo>
                      <a:cubicBezTo>
                        <a:pt x="259433" y="161713"/>
                        <a:pt x="259433" y="194349"/>
                        <a:pt x="259433" y="194349"/>
                      </a:cubicBezTo>
                      <a:lnTo>
                        <a:pt x="259433" y="362967"/>
                      </a:lnTo>
                      <a:cubicBezTo>
                        <a:pt x="259433" y="395603"/>
                        <a:pt x="289349" y="422800"/>
                        <a:pt x="321985" y="422800"/>
                      </a:cubicBezTo>
                      <a:cubicBezTo>
                        <a:pt x="354621" y="425519"/>
                        <a:pt x="387257" y="395603"/>
                        <a:pt x="387257" y="362967"/>
                      </a:cubicBezTo>
                      <a:lnTo>
                        <a:pt x="387257" y="273219"/>
                      </a:lnTo>
                      <a:cubicBezTo>
                        <a:pt x="384537" y="183470"/>
                        <a:pt x="395416" y="71964"/>
                        <a:pt x="302948" y="74684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>
                    <a:ln>
                      <a:noFill/>
                    </a:ln>
                    <a:solidFill>
                      <a:srgbClr val="666666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8" name="Freeform: Shape 27">
                  <a:extLst>
                    <a:ext uri="{FF2B5EF4-FFF2-40B4-BE49-F238E27FC236}">
                      <a16:creationId xmlns:a16="http://schemas.microsoft.com/office/drawing/2014/main" id="{A289FAF8-43ED-BF44-AE2E-984D1CD4AD59}"/>
                    </a:ext>
                  </a:extLst>
                </p:cNvPr>
                <p:cNvSpPr/>
                <p:nvPr/>
              </p:nvSpPr>
              <p:spPr>
                <a:xfrm>
                  <a:off x="7616289" y="3475234"/>
                  <a:ext cx="364436" cy="364434"/>
                </a:xfrm>
                <a:custGeom>
                  <a:avLst/>
                  <a:gdLst>
                    <a:gd name="connsiteX0" fmla="*/ 182218 w 364436"/>
                    <a:gd name="connsiteY0" fmla="*/ 73431 h 364434"/>
                    <a:gd name="connsiteX1" fmla="*/ 130544 w 364436"/>
                    <a:gd name="connsiteY1" fmla="*/ 179499 h 364434"/>
                    <a:gd name="connsiteX2" fmla="*/ 182218 w 364436"/>
                    <a:gd name="connsiteY2" fmla="*/ 285565 h 364434"/>
                    <a:gd name="connsiteX3" fmla="*/ 233891 w 364436"/>
                    <a:gd name="connsiteY3" fmla="*/ 179499 h 364434"/>
                    <a:gd name="connsiteX4" fmla="*/ 182218 w 364436"/>
                    <a:gd name="connsiteY4" fmla="*/ 73431 h 364434"/>
                    <a:gd name="connsiteX5" fmla="*/ 182219 w 364436"/>
                    <a:gd name="connsiteY5" fmla="*/ 0 h 364434"/>
                    <a:gd name="connsiteX6" fmla="*/ 364436 w 364436"/>
                    <a:gd name="connsiteY6" fmla="*/ 182217 h 364434"/>
                    <a:gd name="connsiteX7" fmla="*/ 182219 w 364436"/>
                    <a:gd name="connsiteY7" fmla="*/ 364434 h 364434"/>
                    <a:gd name="connsiteX8" fmla="*/ 0 w 364436"/>
                    <a:gd name="connsiteY8" fmla="*/ 182217 h 364434"/>
                    <a:gd name="connsiteX9" fmla="*/ 182219 w 364436"/>
                    <a:gd name="connsiteY9" fmla="*/ 0 h 3644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64436" h="364434">
                      <a:moveTo>
                        <a:pt x="182218" y="73431"/>
                      </a:moveTo>
                      <a:cubicBezTo>
                        <a:pt x="152302" y="76151"/>
                        <a:pt x="130544" y="114226"/>
                        <a:pt x="130544" y="179499"/>
                      </a:cubicBezTo>
                      <a:cubicBezTo>
                        <a:pt x="130544" y="244770"/>
                        <a:pt x="146862" y="285565"/>
                        <a:pt x="182218" y="285565"/>
                      </a:cubicBezTo>
                      <a:cubicBezTo>
                        <a:pt x="217573" y="285565"/>
                        <a:pt x="233891" y="247490"/>
                        <a:pt x="233891" y="179499"/>
                      </a:cubicBezTo>
                      <a:cubicBezTo>
                        <a:pt x="233891" y="114226"/>
                        <a:pt x="212134" y="73431"/>
                        <a:pt x="182218" y="73431"/>
                      </a:cubicBezTo>
                      <a:close/>
                      <a:moveTo>
                        <a:pt x="182219" y="0"/>
                      </a:moveTo>
                      <a:cubicBezTo>
                        <a:pt x="282846" y="0"/>
                        <a:pt x="364436" y="81590"/>
                        <a:pt x="364436" y="182217"/>
                      </a:cubicBezTo>
                      <a:cubicBezTo>
                        <a:pt x="364436" y="282844"/>
                        <a:pt x="282846" y="364434"/>
                        <a:pt x="182219" y="364434"/>
                      </a:cubicBezTo>
                      <a:cubicBezTo>
                        <a:pt x="81591" y="364434"/>
                        <a:pt x="0" y="282844"/>
                        <a:pt x="0" y="182217"/>
                      </a:cubicBezTo>
                      <a:cubicBezTo>
                        <a:pt x="0" y="81590"/>
                        <a:pt x="81591" y="0"/>
                        <a:pt x="182219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>
                    <a:ln>
                      <a:noFill/>
                    </a:ln>
                    <a:solidFill>
                      <a:srgbClr val="666666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9" name="Freeform: Shape 28">
                  <a:extLst>
                    <a:ext uri="{FF2B5EF4-FFF2-40B4-BE49-F238E27FC236}">
                      <a16:creationId xmlns:a16="http://schemas.microsoft.com/office/drawing/2014/main" id="{44DCC158-6B12-C546-A1B6-08F962026AB0}"/>
                    </a:ext>
                  </a:extLst>
                </p:cNvPr>
                <p:cNvSpPr/>
                <p:nvPr/>
              </p:nvSpPr>
              <p:spPr>
                <a:xfrm>
                  <a:off x="6743101" y="3464184"/>
                  <a:ext cx="372773" cy="375657"/>
                </a:xfrm>
                <a:custGeom>
                  <a:avLst/>
                  <a:gdLst>
                    <a:gd name="connsiteX0" fmla="*/ 176958 w 372773"/>
                    <a:gd name="connsiteY0" fmla="*/ 98080 h 375657"/>
                    <a:gd name="connsiteX1" fmla="*/ 125284 w 372773"/>
                    <a:gd name="connsiteY1" fmla="*/ 190548 h 375657"/>
                    <a:gd name="connsiteX2" fmla="*/ 176958 w 372773"/>
                    <a:gd name="connsiteY2" fmla="*/ 283017 h 375657"/>
                    <a:gd name="connsiteX3" fmla="*/ 228631 w 372773"/>
                    <a:gd name="connsiteY3" fmla="*/ 190548 h 375657"/>
                    <a:gd name="connsiteX4" fmla="*/ 176958 w 372773"/>
                    <a:gd name="connsiteY4" fmla="*/ 98080 h 375657"/>
                    <a:gd name="connsiteX5" fmla="*/ 307501 w 372773"/>
                    <a:gd name="connsiteY5" fmla="*/ 172 h 375657"/>
                    <a:gd name="connsiteX6" fmla="*/ 372773 w 372773"/>
                    <a:gd name="connsiteY6" fmla="*/ 62724 h 375657"/>
                    <a:gd name="connsiteX7" fmla="*/ 372773 w 372773"/>
                    <a:gd name="connsiteY7" fmla="*/ 312934 h 375657"/>
                    <a:gd name="connsiteX8" fmla="*/ 302061 w 372773"/>
                    <a:gd name="connsiteY8" fmla="*/ 375486 h 375657"/>
                    <a:gd name="connsiteX9" fmla="*/ 239509 w 372773"/>
                    <a:gd name="connsiteY9" fmla="*/ 326532 h 375657"/>
                    <a:gd name="connsiteX10" fmla="*/ 179677 w 372773"/>
                    <a:gd name="connsiteY10" fmla="*/ 370046 h 375657"/>
                    <a:gd name="connsiteX11" fmla="*/ 70890 w 372773"/>
                    <a:gd name="connsiteY11" fmla="*/ 353728 h 375657"/>
                    <a:gd name="connsiteX12" fmla="*/ 128003 w 372773"/>
                    <a:gd name="connsiteY12" fmla="*/ 11051 h 375657"/>
                    <a:gd name="connsiteX13" fmla="*/ 236790 w 372773"/>
                    <a:gd name="connsiteY13" fmla="*/ 70883 h 375657"/>
                    <a:gd name="connsiteX14" fmla="*/ 236790 w 372773"/>
                    <a:gd name="connsiteY14" fmla="*/ 62724 h 375657"/>
                    <a:gd name="connsiteX15" fmla="*/ 307501 w 372773"/>
                    <a:gd name="connsiteY15" fmla="*/ 172 h 3756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773" h="375657">
                      <a:moveTo>
                        <a:pt x="176958" y="98080"/>
                      </a:moveTo>
                      <a:cubicBezTo>
                        <a:pt x="147042" y="100800"/>
                        <a:pt x="125284" y="133436"/>
                        <a:pt x="125284" y="190548"/>
                      </a:cubicBezTo>
                      <a:cubicBezTo>
                        <a:pt x="125284" y="247661"/>
                        <a:pt x="141602" y="283017"/>
                        <a:pt x="176958" y="283017"/>
                      </a:cubicBezTo>
                      <a:cubicBezTo>
                        <a:pt x="212314" y="283017"/>
                        <a:pt x="228631" y="247661"/>
                        <a:pt x="228631" y="190548"/>
                      </a:cubicBezTo>
                      <a:cubicBezTo>
                        <a:pt x="228631" y="133436"/>
                        <a:pt x="206874" y="98080"/>
                        <a:pt x="176958" y="98080"/>
                      </a:cubicBezTo>
                      <a:close/>
                      <a:moveTo>
                        <a:pt x="307501" y="172"/>
                      </a:moveTo>
                      <a:cubicBezTo>
                        <a:pt x="340137" y="172"/>
                        <a:pt x="372773" y="30088"/>
                        <a:pt x="372773" y="62724"/>
                      </a:cubicBezTo>
                      <a:cubicBezTo>
                        <a:pt x="372773" y="65444"/>
                        <a:pt x="372773" y="307494"/>
                        <a:pt x="372773" y="312934"/>
                      </a:cubicBezTo>
                      <a:cubicBezTo>
                        <a:pt x="370053" y="348289"/>
                        <a:pt x="337417" y="378205"/>
                        <a:pt x="302061" y="375486"/>
                      </a:cubicBezTo>
                      <a:cubicBezTo>
                        <a:pt x="274865" y="372766"/>
                        <a:pt x="247668" y="353728"/>
                        <a:pt x="239509" y="326532"/>
                      </a:cubicBezTo>
                      <a:cubicBezTo>
                        <a:pt x="225911" y="348289"/>
                        <a:pt x="198715" y="364607"/>
                        <a:pt x="179677" y="370046"/>
                      </a:cubicBezTo>
                      <a:cubicBezTo>
                        <a:pt x="147041" y="378205"/>
                        <a:pt x="100807" y="372766"/>
                        <a:pt x="70890" y="353728"/>
                      </a:cubicBezTo>
                      <a:cubicBezTo>
                        <a:pt x="-35177" y="285737"/>
                        <a:pt x="-27018" y="11051"/>
                        <a:pt x="128003" y="11051"/>
                      </a:cubicBezTo>
                      <a:cubicBezTo>
                        <a:pt x="185116" y="11051"/>
                        <a:pt x="220471" y="49126"/>
                        <a:pt x="236790" y="70883"/>
                      </a:cubicBezTo>
                      <a:cubicBezTo>
                        <a:pt x="236790" y="70883"/>
                        <a:pt x="236790" y="65444"/>
                        <a:pt x="236790" y="62724"/>
                      </a:cubicBezTo>
                      <a:cubicBezTo>
                        <a:pt x="239509" y="27369"/>
                        <a:pt x="272145" y="-2547"/>
                        <a:pt x="307501" y="172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>
                    <a:ln>
                      <a:noFill/>
                    </a:ln>
                    <a:solidFill>
                      <a:srgbClr val="666666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80" name="Freeform: Shape 29">
                  <a:extLst>
                    <a:ext uri="{FF2B5EF4-FFF2-40B4-BE49-F238E27FC236}">
                      <a16:creationId xmlns:a16="http://schemas.microsoft.com/office/drawing/2014/main" id="{EB6CE732-BACA-114A-8DC2-99449B2FC234}"/>
                    </a:ext>
                  </a:extLst>
                </p:cNvPr>
                <p:cNvSpPr/>
                <p:nvPr/>
              </p:nvSpPr>
              <p:spPr>
                <a:xfrm>
                  <a:off x="8380335" y="3464184"/>
                  <a:ext cx="372772" cy="375657"/>
                </a:xfrm>
                <a:custGeom>
                  <a:avLst/>
                  <a:gdLst>
                    <a:gd name="connsiteX0" fmla="*/ 176957 w 372772"/>
                    <a:gd name="connsiteY0" fmla="*/ 98080 h 375657"/>
                    <a:gd name="connsiteX1" fmla="*/ 125282 w 372772"/>
                    <a:gd name="connsiteY1" fmla="*/ 190548 h 375657"/>
                    <a:gd name="connsiteX2" fmla="*/ 176957 w 372772"/>
                    <a:gd name="connsiteY2" fmla="*/ 283017 h 375657"/>
                    <a:gd name="connsiteX3" fmla="*/ 228630 w 372772"/>
                    <a:gd name="connsiteY3" fmla="*/ 190548 h 375657"/>
                    <a:gd name="connsiteX4" fmla="*/ 176957 w 372772"/>
                    <a:gd name="connsiteY4" fmla="*/ 98080 h 375657"/>
                    <a:gd name="connsiteX5" fmla="*/ 307501 w 372772"/>
                    <a:gd name="connsiteY5" fmla="*/ 172 h 375657"/>
                    <a:gd name="connsiteX6" fmla="*/ 372772 w 372772"/>
                    <a:gd name="connsiteY6" fmla="*/ 62724 h 375657"/>
                    <a:gd name="connsiteX7" fmla="*/ 372772 w 372772"/>
                    <a:gd name="connsiteY7" fmla="*/ 312934 h 375657"/>
                    <a:gd name="connsiteX8" fmla="*/ 302062 w 372772"/>
                    <a:gd name="connsiteY8" fmla="*/ 375486 h 375657"/>
                    <a:gd name="connsiteX9" fmla="*/ 239509 w 372772"/>
                    <a:gd name="connsiteY9" fmla="*/ 326532 h 375657"/>
                    <a:gd name="connsiteX10" fmla="*/ 179677 w 372772"/>
                    <a:gd name="connsiteY10" fmla="*/ 370046 h 375657"/>
                    <a:gd name="connsiteX11" fmla="*/ 70890 w 372772"/>
                    <a:gd name="connsiteY11" fmla="*/ 353728 h 375657"/>
                    <a:gd name="connsiteX12" fmla="*/ 128002 w 372772"/>
                    <a:gd name="connsiteY12" fmla="*/ 11051 h 375657"/>
                    <a:gd name="connsiteX13" fmla="*/ 236790 w 372772"/>
                    <a:gd name="connsiteY13" fmla="*/ 70883 h 375657"/>
                    <a:gd name="connsiteX14" fmla="*/ 236790 w 372772"/>
                    <a:gd name="connsiteY14" fmla="*/ 62724 h 375657"/>
                    <a:gd name="connsiteX15" fmla="*/ 307501 w 372772"/>
                    <a:gd name="connsiteY15" fmla="*/ 172 h 3756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772" h="375657">
                      <a:moveTo>
                        <a:pt x="176957" y="98080"/>
                      </a:moveTo>
                      <a:cubicBezTo>
                        <a:pt x="147039" y="100800"/>
                        <a:pt x="125282" y="133436"/>
                        <a:pt x="125282" y="190548"/>
                      </a:cubicBezTo>
                      <a:cubicBezTo>
                        <a:pt x="125282" y="247661"/>
                        <a:pt x="141600" y="283017"/>
                        <a:pt x="176957" y="283017"/>
                      </a:cubicBezTo>
                      <a:cubicBezTo>
                        <a:pt x="212312" y="283017"/>
                        <a:pt x="228630" y="247661"/>
                        <a:pt x="228630" y="190548"/>
                      </a:cubicBezTo>
                      <a:cubicBezTo>
                        <a:pt x="228630" y="133436"/>
                        <a:pt x="206873" y="98080"/>
                        <a:pt x="176957" y="98080"/>
                      </a:cubicBezTo>
                      <a:close/>
                      <a:moveTo>
                        <a:pt x="307501" y="172"/>
                      </a:moveTo>
                      <a:cubicBezTo>
                        <a:pt x="340137" y="172"/>
                        <a:pt x="372772" y="30088"/>
                        <a:pt x="372772" y="62724"/>
                      </a:cubicBezTo>
                      <a:cubicBezTo>
                        <a:pt x="372772" y="65444"/>
                        <a:pt x="372772" y="307494"/>
                        <a:pt x="372772" y="312934"/>
                      </a:cubicBezTo>
                      <a:cubicBezTo>
                        <a:pt x="370053" y="348289"/>
                        <a:pt x="337417" y="378205"/>
                        <a:pt x="302062" y="375486"/>
                      </a:cubicBezTo>
                      <a:cubicBezTo>
                        <a:pt x="274865" y="372766"/>
                        <a:pt x="247668" y="353728"/>
                        <a:pt x="239509" y="326532"/>
                      </a:cubicBezTo>
                      <a:cubicBezTo>
                        <a:pt x="228630" y="348289"/>
                        <a:pt x="198714" y="364607"/>
                        <a:pt x="179677" y="370046"/>
                      </a:cubicBezTo>
                      <a:cubicBezTo>
                        <a:pt x="147040" y="378205"/>
                        <a:pt x="100806" y="372766"/>
                        <a:pt x="70890" y="353728"/>
                      </a:cubicBezTo>
                      <a:cubicBezTo>
                        <a:pt x="-35177" y="285737"/>
                        <a:pt x="-27018" y="11051"/>
                        <a:pt x="128002" y="11051"/>
                      </a:cubicBezTo>
                      <a:cubicBezTo>
                        <a:pt x="185116" y="11051"/>
                        <a:pt x="220472" y="49126"/>
                        <a:pt x="236790" y="70883"/>
                      </a:cubicBezTo>
                      <a:cubicBezTo>
                        <a:pt x="236790" y="70883"/>
                        <a:pt x="236790" y="65444"/>
                        <a:pt x="236790" y="62724"/>
                      </a:cubicBezTo>
                      <a:cubicBezTo>
                        <a:pt x="239509" y="27369"/>
                        <a:pt x="272145" y="-2547"/>
                        <a:pt x="307501" y="172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>
                    <a:ln>
                      <a:noFill/>
                    </a:ln>
                    <a:solidFill>
                      <a:srgbClr val="666666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81" name="Freeform: Shape 30">
                  <a:extLst>
                    <a:ext uri="{FF2B5EF4-FFF2-40B4-BE49-F238E27FC236}">
                      <a16:creationId xmlns:a16="http://schemas.microsoft.com/office/drawing/2014/main" id="{06EAC50B-B97F-4B4F-A402-4AFA5BCCF021}"/>
                    </a:ext>
                  </a:extLst>
                </p:cNvPr>
                <p:cNvSpPr/>
                <p:nvPr/>
              </p:nvSpPr>
              <p:spPr>
                <a:xfrm>
                  <a:off x="7389492" y="3444253"/>
                  <a:ext cx="217573" cy="435145"/>
                </a:xfrm>
                <a:custGeom>
                  <a:avLst/>
                  <a:gdLst>
                    <a:gd name="connsiteX0" fmla="*/ 186002 w 217572"/>
                    <a:gd name="connsiteY0" fmla="*/ 118011 h 435144"/>
                    <a:gd name="connsiteX1" fmla="*/ 128890 w 217572"/>
                    <a:gd name="connsiteY1" fmla="*/ 58178 h 435144"/>
                    <a:gd name="connsiteX2" fmla="*/ 123450 w 217572"/>
                    <a:gd name="connsiteY2" fmla="*/ 58178 h 435144"/>
                    <a:gd name="connsiteX3" fmla="*/ 58178 w 217572"/>
                    <a:gd name="connsiteY3" fmla="*/ 115291 h 435144"/>
                    <a:gd name="connsiteX4" fmla="*/ 58178 w 217572"/>
                    <a:gd name="connsiteY4" fmla="*/ 232236 h 435144"/>
                    <a:gd name="connsiteX5" fmla="*/ 58178 w 217572"/>
                    <a:gd name="connsiteY5" fmla="*/ 232236 h 435144"/>
                    <a:gd name="connsiteX6" fmla="*/ 58178 w 217572"/>
                    <a:gd name="connsiteY6" fmla="*/ 335583 h 435144"/>
                    <a:gd name="connsiteX7" fmla="*/ 115291 w 217572"/>
                    <a:gd name="connsiteY7" fmla="*/ 395415 h 435144"/>
                    <a:gd name="connsiteX8" fmla="*/ 120730 w 217572"/>
                    <a:gd name="connsiteY8" fmla="*/ 395415 h 435144"/>
                    <a:gd name="connsiteX9" fmla="*/ 186002 w 217572"/>
                    <a:gd name="connsiteY9" fmla="*/ 338303 h 435144"/>
                    <a:gd name="connsiteX10" fmla="*/ 186002 w 217572"/>
                    <a:gd name="connsiteY10" fmla="*/ 240395 h 435144"/>
                    <a:gd name="connsiteX11" fmla="*/ 186002 w 217572"/>
                    <a:gd name="connsiteY11" fmla="*/ 240395 h 435144"/>
                    <a:gd name="connsiteX12" fmla="*/ 186002 w 217572"/>
                    <a:gd name="connsiteY12" fmla="*/ 118011 h 4351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17572" h="435144">
                      <a:moveTo>
                        <a:pt x="186002" y="118011"/>
                      </a:moveTo>
                      <a:cubicBezTo>
                        <a:pt x="183283" y="85375"/>
                        <a:pt x="158806" y="60898"/>
                        <a:pt x="128890" y="58178"/>
                      </a:cubicBezTo>
                      <a:cubicBezTo>
                        <a:pt x="126170" y="58178"/>
                        <a:pt x="126170" y="58178"/>
                        <a:pt x="123450" y="58178"/>
                      </a:cubicBezTo>
                      <a:cubicBezTo>
                        <a:pt x="96254" y="58178"/>
                        <a:pt x="58178" y="82655"/>
                        <a:pt x="58178" y="115291"/>
                      </a:cubicBezTo>
                      <a:lnTo>
                        <a:pt x="58178" y="232236"/>
                      </a:lnTo>
                      <a:lnTo>
                        <a:pt x="58178" y="232236"/>
                      </a:lnTo>
                      <a:cubicBezTo>
                        <a:pt x="58178" y="270311"/>
                        <a:pt x="58178" y="335583"/>
                        <a:pt x="58178" y="335583"/>
                      </a:cubicBezTo>
                      <a:cubicBezTo>
                        <a:pt x="60898" y="368219"/>
                        <a:pt x="85375" y="392696"/>
                        <a:pt x="115291" y="395415"/>
                      </a:cubicBezTo>
                      <a:cubicBezTo>
                        <a:pt x="118011" y="395415"/>
                        <a:pt x="118011" y="395415"/>
                        <a:pt x="120730" y="395415"/>
                      </a:cubicBezTo>
                      <a:cubicBezTo>
                        <a:pt x="147927" y="395415"/>
                        <a:pt x="186002" y="370938"/>
                        <a:pt x="186002" y="338303"/>
                      </a:cubicBezTo>
                      <a:lnTo>
                        <a:pt x="186002" y="240395"/>
                      </a:lnTo>
                      <a:lnTo>
                        <a:pt x="186002" y="240395"/>
                      </a:lnTo>
                      <a:cubicBezTo>
                        <a:pt x="186002" y="202320"/>
                        <a:pt x="186002" y="118011"/>
                        <a:pt x="186002" y="118011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>
                    <a:ln>
                      <a:noFill/>
                    </a:ln>
                    <a:solidFill>
                      <a:srgbClr val="666666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82" name="Freeform: Shape 31">
                  <a:extLst>
                    <a:ext uri="{FF2B5EF4-FFF2-40B4-BE49-F238E27FC236}">
                      <a16:creationId xmlns:a16="http://schemas.microsoft.com/office/drawing/2014/main" id="{A7E38090-0F98-6146-B747-2EECECA16E4B}"/>
                    </a:ext>
                  </a:extLst>
                </p:cNvPr>
                <p:cNvSpPr/>
                <p:nvPr/>
              </p:nvSpPr>
              <p:spPr>
                <a:xfrm>
                  <a:off x="7392212" y="3280901"/>
                  <a:ext cx="217573" cy="217572"/>
                </a:xfrm>
                <a:custGeom>
                  <a:avLst/>
                  <a:gdLst>
                    <a:gd name="connsiteX0" fmla="*/ 183282 w 217572"/>
                    <a:gd name="connsiteY0" fmla="*/ 120902 h 217572"/>
                    <a:gd name="connsiteX1" fmla="*/ 120730 w 217572"/>
                    <a:gd name="connsiteY1" fmla="*/ 183454 h 217572"/>
                    <a:gd name="connsiteX2" fmla="*/ 58178 w 217572"/>
                    <a:gd name="connsiteY2" fmla="*/ 120902 h 217572"/>
                    <a:gd name="connsiteX3" fmla="*/ 120730 w 217572"/>
                    <a:gd name="connsiteY3" fmla="*/ 58350 h 217572"/>
                    <a:gd name="connsiteX4" fmla="*/ 183282 w 217572"/>
                    <a:gd name="connsiteY4" fmla="*/ 120902 h 2175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7572" h="217572">
                      <a:moveTo>
                        <a:pt x="183282" y="120902"/>
                      </a:moveTo>
                      <a:cubicBezTo>
                        <a:pt x="183282" y="156258"/>
                        <a:pt x="156086" y="183454"/>
                        <a:pt x="120730" y="183454"/>
                      </a:cubicBezTo>
                      <a:cubicBezTo>
                        <a:pt x="85375" y="183454"/>
                        <a:pt x="58178" y="156258"/>
                        <a:pt x="58178" y="120902"/>
                      </a:cubicBezTo>
                      <a:cubicBezTo>
                        <a:pt x="58178" y="85547"/>
                        <a:pt x="85375" y="58350"/>
                        <a:pt x="120730" y="58350"/>
                      </a:cubicBezTo>
                      <a:cubicBezTo>
                        <a:pt x="153366" y="55630"/>
                        <a:pt x="183282" y="85547"/>
                        <a:pt x="183282" y="120902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>
                    <a:ln>
                      <a:noFill/>
                    </a:ln>
                    <a:solidFill>
                      <a:srgbClr val="666666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83" name="Freeform: Shape 32">
                  <a:extLst>
                    <a:ext uri="{FF2B5EF4-FFF2-40B4-BE49-F238E27FC236}">
                      <a16:creationId xmlns:a16="http://schemas.microsoft.com/office/drawing/2014/main" id="{2BEE1327-5B91-E74C-AE88-4AF21D058D47}"/>
                    </a:ext>
                  </a:extLst>
                </p:cNvPr>
                <p:cNvSpPr/>
                <p:nvPr/>
              </p:nvSpPr>
              <p:spPr>
                <a:xfrm>
                  <a:off x="6005186" y="3416884"/>
                  <a:ext cx="380752" cy="462341"/>
                </a:xfrm>
                <a:custGeom>
                  <a:avLst/>
                  <a:gdLst>
                    <a:gd name="connsiteX0" fmla="*/ 270312 w 380752"/>
                    <a:gd name="connsiteY0" fmla="*/ 69229 h 462341"/>
                    <a:gd name="connsiteX1" fmla="*/ 188722 w 380752"/>
                    <a:gd name="connsiteY1" fmla="*/ 134501 h 462341"/>
                    <a:gd name="connsiteX2" fmla="*/ 188722 w 380752"/>
                    <a:gd name="connsiteY2" fmla="*/ 118183 h 462341"/>
                    <a:gd name="connsiteX3" fmla="*/ 126170 w 380752"/>
                    <a:gd name="connsiteY3" fmla="*/ 58350 h 462341"/>
                    <a:gd name="connsiteX4" fmla="*/ 58178 w 380752"/>
                    <a:gd name="connsiteY4" fmla="*/ 118183 h 462341"/>
                    <a:gd name="connsiteX5" fmla="*/ 58178 w 380752"/>
                    <a:gd name="connsiteY5" fmla="*/ 210651 h 462341"/>
                    <a:gd name="connsiteX6" fmla="*/ 58178 w 380752"/>
                    <a:gd name="connsiteY6" fmla="*/ 365671 h 462341"/>
                    <a:gd name="connsiteX7" fmla="*/ 58178 w 380752"/>
                    <a:gd name="connsiteY7" fmla="*/ 365671 h 462341"/>
                    <a:gd name="connsiteX8" fmla="*/ 120730 w 380752"/>
                    <a:gd name="connsiteY8" fmla="*/ 425504 h 462341"/>
                    <a:gd name="connsiteX9" fmla="*/ 186002 w 380752"/>
                    <a:gd name="connsiteY9" fmla="*/ 365671 h 462341"/>
                    <a:gd name="connsiteX10" fmla="*/ 186002 w 380752"/>
                    <a:gd name="connsiteY10" fmla="*/ 365671 h 462341"/>
                    <a:gd name="connsiteX11" fmla="*/ 186002 w 380752"/>
                    <a:gd name="connsiteY11" fmla="*/ 210651 h 462341"/>
                    <a:gd name="connsiteX12" fmla="*/ 215919 w 380752"/>
                    <a:gd name="connsiteY12" fmla="*/ 158978 h 462341"/>
                    <a:gd name="connsiteX13" fmla="*/ 275751 w 380752"/>
                    <a:gd name="connsiteY13" fmla="*/ 221530 h 462341"/>
                    <a:gd name="connsiteX14" fmla="*/ 270312 w 380752"/>
                    <a:gd name="connsiteY14" fmla="*/ 69229 h 4623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80752" h="462341">
                      <a:moveTo>
                        <a:pt x="270312" y="69229"/>
                      </a:moveTo>
                      <a:cubicBezTo>
                        <a:pt x="232236" y="71949"/>
                        <a:pt x="213199" y="99145"/>
                        <a:pt x="188722" y="134501"/>
                      </a:cubicBezTo>
                      <a:cubicBezTo>
                        <a:pt x="188722" y="134501"/>
                        <a:pt x="188722" y="118183"/>
                        <a:pt x="188722" y="118183"/>
                      </a:cubicBezTo>
                      <a:cubicBezTo>
                        <a:pt x="188722" y="85547"/>
                        <a:pt x="158806" y="58350"/>
                        <a:pt x="126170" y="58350"/>
                      </a:cubicBezTo>
                      <a:cubicBezTo>
                        <a:pt x="93534" y="55631"/>
                        <a:pt x="60898" y="85547"/>
                        <a:pt x="58178" y="118183"/>
                      </a:cubicBezTo>
                      <a:lnTo>
                        <a:pt x="58178" y="210651"/>
                      </a:lnTo>
                      <a:lnTo>
                        <a:pt x="58178" y="365671"/>
                      </a:lnTo>
                      <a:lnTo>
                        <a:pt x="58178" y="365671"/>
                      </a:lnTo>
                      <a:cubicBezTo>
                        <a:pt x="58178" y="398307"/>
                        <a:pt x="88094" y="425504"/>
                        <a:pt x="120730" y="425504"/>
                      </a:cubicBezTo>
                      <a:cubicBezTo>
                        <a:pt x="153366" y="428224"/>
                        <a:pt x="186002" y="398307"/>
                        <a:pt x="186002" y="365671"/>
                      </a:cubicBezTo>
                      <a:lnTo>
                        <a:pt x="186002" y="365671"/>
                      </a:lnTo>
                      <a:lnTo>
                        <a:pt x="186002" y="210651"/>
                      </a:lnTo>
                      <a:cubicBezTo>
                        <a:pt x="188722" y="188894"/>
                        <a:pt x="196881" y="158978"/>
                        <a:pt x="215919" y="158978"/>
                      </a:cubicBezTo>
                      <a:cubicBezTo>
                        <a:pt x="243115" y="158978"/>
                        <a:pt x="215919" y="221530"/>
                        <a:pt x="275751" y="221530"/>
                      </a:cubicBezTo>
                      <a:cubicBezTo>
                        <a:pt x="362780" y="221530"/>
                        <a:pt x="373658" y="63790"/>
                        <a:pt x="270312" y="69229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>
                    <a:ln>
                      <a:noFill/>
                    </a:ln>
                    <a:solidFill>
                      <a:srgbClr val="666666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84" name="Freeform: Shape 33">
                  <a:extLst>
                    <a:ext uri="{FF2B5EF4-FFF2-40B4-BE49-F238E27FC236}">
                      <a16:creationId xmlns:a16="http://schemas.microsoft.com/office/drawing/2014/main" id="{D80ACD0B-D08A-C64A-A73E-D433898066D3}"/>
                    </a:ext>
                  </a:extLst>
                </p:cNvPr>
                <p:cNvSpPr/>
                <p:nvPr/>
              </p:nvSpPr>
              <p:spPr>
                <a:xfrm>
                  <a:off x="5693490" y="3475234"/>
                  <a:ext cx="337238" cy="364434"/>
                </a:xfrm>
                <a:custGeom>
                  <a:avLst/>
                  <a:gdLst>
                    <a:gd name="connsiteX0" fmla="*/ 180433 w 337238"/>
                    <a:gd name="connsiteY0" fmla="*/ 73984 h 364434"/>
                    <a:gd name="connsiteX1" fmla="*/ 163180 w 337238"/>
                    <a:gd name="connsiteY1" fmla="*/ 78870 h 364434"/>
                    <a:gd name="connsiteX2" fmla="*/ 125105 w 337238"/>
                    <a:gd name="connsiteY2" fmla="*/ 160461 h 364434"/>
                    <a:gd name="connsiteX3" fmla="*/ 171339 w 337238"/>
                    <a:gd name="connsiteY3" fmla="*/ 163180 h 364434"/>
                    <a:gd name="connsiteX4" fmla="*/ 214854 w 337238"/>
                    <a:gd name="connsiteY4" fmla="*/ 108787 h 364434"/>
                    <a:gd name="connsiteX5" fmla="*/ 180433 w 337238"/>
                    <a:gd name="connsiteY5" fmla="*/ 73984 h 364434"/>
                    <a:gd name="connsiteX6" fmla="*/ 174059 w 337238"/>
                    <a:gd name="connsiteY6" fmla="*/ 0 h 364434"/>
                    <a:gd name="connsiteX7" fmla="*/ 337238 w 337238"/>
                    <a:gd name="connsiteY7" fmla="*/ 119665 h 364434"/>
                    <a:gd name="connsiteX8" fmla="*/ 133264 w 337238"/>
                    <a:gd name="connsiteY8" fmla="*/ 217573 h 364434"/>
                    <a:gd name="connsiteX9" fmla="*/ 225732 w 337238"/>
                    <a:gd name="connsiteY9" fmla="*/ 277405 h 364434"/>
                    <a:gd name="connsiteX10" fmla="*/ 320920 w 337238"/>
                    <a:gd name="connsiteY10" fmla="*/ 250208 h 364434"/>
                    <a:gd name="connsiteX11" fmla="*/ 174059 w 337238"/>
                    <a:gd name="connsiteY11" fmla="*/ 364434 h 364434"/>
                    <a:gd name="connsiteX12" fmla="*/ 0 w 337238"/>
                    <a:gd name="connsiteY12" fmla="*/ 184937 h 364434"/>
                    <a:gd name="connsiteX13" fmla="*/ 174059 w 337238"/>
                    <a:gd name="connsiteY13" fmla="*/ 0 h 3644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37238" h="364434">
                      <a:moveTo>
                        <a:pt x="180433" y="73984"/>
                      </a:moveTo>
                      <a:cubicBezTo>
                        <a:pt x="174569" y="73941"/>
                        <a:pt x="168620" y="75471"/>
                        <a:pt x="163180" y="78870"/>
                      </a:cubicBezTo>
                      <a:cubicBezTo>
                        <a:pt x="135984" y="95189"/>
                        <a:pt x="127825" y="130544"/>
                        <a:pt x="125105" y="160461"/>
                      </a:cubicBezTo>
                      <a:cubicBezTo>
                        <a:pt x="125105" y="163180"/>
                        <a:pt x="168620" y="160461"/>
                        <a:pt x="171339" y="163180"/>
                      </a:cubicBezTo>
                      <a:cubicBezTo>
                        <a:pt x="195816" y="157741"/>
                        <a:pt x="214854" y="135984"/>
                        <a:pt x="214854" y="108787"/>
                      </a:cubicBezTo>
                      <a:cubicBezTo>
                        <a:pt x="214854" y="88389"/>
                        <a:pt x="198026" y="74111"/>
                        <a:pt x="180433" y="73984"/>
                      </a:cubicBezTo>
                      <a:close/>
                      <a:moveTo>
                        <a:pt x="174059" y="0"/>
                      </a:moveTo>
                      <a:cubicBezTo>
                        <a:pt x="233891" y="0"/>
                        <a:pt x="337238" y="29916"/>
                        <a:pt x="337238" y="119665"/>
                      </a:cubicBezTo>
                      <a:cubicBezTo>
                        <a:pt x="337238" y="209414"/>
                        <a:pt x="244770" y="217573"/>
                        <a:pt x="133264" y="217573"/>
                      </a:cubicBezTo>
                      <a:cubicBezTo>
                        <a:pt x="133264" y="217573"/>
                        <a:pt x="149581" y="277405"/>
                        <a:pt x="225732" y="277405"/>
                      </a:cubicBezTo>
                      <a:cubicBezTo>
                        <a:pt x="301883" y="277405"/>
                        <a:pt x="320920" y="250208"/>
                        <a:pt x="320920" y="250208"/>
                      </a:cubicBezTo>
                      <a:cubicBezTo>
                        <a:pt x="320920" y="250208"/>
                        <a:pt x="315481" y="364434"/>
                        <a:pt x="174059" y="364434"/>
                      </a:cubicBezTo>
                      <a:cubicBezTo>
                        <a:pt x="95188" y="364434"/>
                        <a:pt x="0" y="304602"/>
                        <a:pt x="0" y="184937"/>
                      </a:cubicBezTo>
                      <a:cubicBezTo>
                        <a:pt x="0" y="78870"/>
                        <a:pt x="73431" y="0"/>
                        <a:pt x="174059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>
                    <a:ln>
                      <a:noFill/>
                    </a:ln>
                    <a:solidFill>
                      <a:srgbClr val="666666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85" name="Freeform: Shape 34">
                  <a:extLst>
                    <a:ext uri="{FF2B5EF4-FFF2-40B4-BE49-F238E27FC236}">
                      <a16:creationId xmlns:a16="http://schemas.microsoft.com/office/drawing/2014/main" id="{CBAB3404-C101-EB41-87B9-283470BD670D}"/>
                    </a:ext>
                  </a:extLst>
                </p:cNvPr>
                <p:cNvSpPr/>
                <p:nvPr/>
              </p:nvSpPr>
              <p:spPr>
                <a:xfrm>
                  <a:off x="5376945" y="3338014"/>
                  <a:ext cx="353556" cy="543931"/>
                </a:xfrm>
                <a:custGeom>
                  <a:avLst/>
                  <a:gdLst>
                    <a:gd name="connsiteX0" fmla="*/ 311107 w 353555"/>
                    <a:gd name="connsiteY0" fmla="*/ 433663 h 543931"/>
                    <a:gd name="connsiteX1" fmla="*/ 215919 w 353555"/>
                    <a:gd name="connsiteY1" fmla="*/ 501654 h 543931"/>
                    <a:gd name="connsiteX2" fmla="*/ 98973 w 353555"/>
                    <a:gd name="connsiteY2" fmla="*/ 392868 h 543931"/>
                    <a:gd name="connsiteX3" fmla="*/ 98973 w 353555"/>
                    <a:gd name="connsiteY3" fmla="*/ 221530 h 543931"/>
                    <a:gd name="connsiteX4" fmla="*/ 82655 w 353555"/>
                    <a:gd name="connsiteY4" fmla="*/ 221530 h 543931"/>
                    <a:gd name="connsiteX5" fmla="*/ 58178 w 353555"/>
                    <a:gd name="connsiteY5" fmla="*/ 191614 h 543931"/>
                    <a:gd name="connsiteX6" fmla="*/ 85375 w 353555"/>
                    <a:gd name="connsiteY6" fmla="*/ 164417 h 543931"/>
                    <a:gd name="connsiteX7" fmla="*/ 101693 w 353555"/>
                    <a:gd name="connsiteY7" fmla="*/ 164417 h 543931"/>
                    <a:gd name="connsiteX8" fmla="*/ 101693 w 353555"/>
                    <a:gd name="connsiteY8" fmla="*/ 118183 h 543931"/>
                    <a:gd name="connsiteX9" fmla="*/ 166965 w 353555"/>
                    <a:gd name="connsiteY9" fmla="*/ 58350 h 543931"/>
                    <a:gd name="connsiteX10" fmla="*/ 229517 w 353555"/>
                    <a:gd name="connsiteY10" fmla="*/ 118183 h 543931"/>
                    <a:gd name="connsiteX11" fmla="*/ 229517 w 353555"/>
                    <a:gd name="connsiteY11" fmla="*/ 118183 h 543931"/>
                    <a:gd name="connsiteX12" fmla="*/ 229517 w 353555"/>
                    <a:gd name="connsiteY12" fmla="*/ 164417 h 543931"/>
                    <a:gd name="connsiteX13" fmla="*/ 283910 w 353555"/>
                    <a:gd name="connsiteY13" fmla="*/ 164417 h 543931"/>
                    <a:gd name="connsiteX14" fmla="*/ 308387 w 353555"/>
                    <a:gd name="connsiteY14" fmla="*/ 194333 h 543931"/>
                    <a:gd name="connsiteX15" fmla="*/ 281190 w 353555"/>
                    <a:gd name="connsiteY15" fmla="*/ 221530 h 543931"/>
                    <a:gd name="connsiteX16" fmla="*/ 229517 w 353555"/>
                    <a:gd name="connsiteY16" fmla="*/ 221530 h 543931"/>
                    <a:gd name="connsiteX17" fmla="*/ 229517 w 353555"/>
                    <a:gd name="connsiteY17" fmla="*/ 365671 h 543931"/>
                    <a:gd name="connsiteX18" fmla="*/ 311107 w 353555"/>
                    <a:gd name="connsiteY18" fmla="*/ 433663 h 5439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353555" h="543931">
                      <a:moveTo>
                        <a:pt x="311107" y="433663"/>
                      </a:moveTo>
                      <a:cubicBezTo>
                        <a:pt x="311107" y="433663"/>
                        <a:pt x="278471" y="501654"/>
                        <a:pt x="215919" y="501654"/>
                      </a:cubicBezTo>
                      <a:cubicBezTo>
                        <a:pt x="164245" y="501654"/>
                        <a:pt x="101693" y="458140"/>
                        <a:pt x="98973" y="392868"/>
                      </a:cubicBezTo>
                      <a:cubicBezTo>
                        <a:pt x="98973" y="392868"/>
                        <a:pt x="98973" y="297680"/>
                        <a:pt x="98973" y="221530"/>
                      </a:cubicBezTo>
                      <a:lnTo>
                        <a:pt x="82655" y="221530"/>
                      </a:lnTo>
                      <a:cubicBezTo>
                        <a:pt x="74496" y="221530"/>
                        <a:pt x="58178" y="216090"/>
                        <a:pt x="58178" y="191614"/>
                      </a:cubicBezTo>
                      <a:cubicBezTo>
                        <a:pt x="58178" y="167137"/>
                        <a:pt x="77216" y="164417"/>
                        <a:pt x="85375" y="164417"/>
                      </a:cubicBezTo>
                      <a:lnTo>
                        <a:pt x="101693" y="164417"/>
                      </a:lnTo>
                      <a:cubicBezTo>
                        <a:pt x="101693" y="137220"/>
                        <a:pt x="101693" y="118183"/>
                        <a:pt x="101693" y="118183"/>
                      </a:cubicBezTo>
                      <a:cubicBezTo>
                        <a:pt x="104413" y="85547"/>
                        <a:pt x="134329" y="55631"/>
                        <a:pt x="166965" y="58350"/>
                      </a:cubicBezTo>
                      <a:cubicBezTo>
                        <a:pt x="196881" y="61070"/>
                        <a:pt x="229517" y="85547"/>
                        <a:pt x="229517" y="118183"/>
                      </a:cubicBezTo>
                      <a:lnTo>
                        <a:pt x="229517" y="118183"/>
                      </a:lnTo>
                      <a:lnTo>
                        <a:pt x="229517" y="164417"/>
                      </a:lnTo>
                      <a:lnTo>
                        <a:pt x="283910" y="164417"/>
                      </a:lnTo>
                      <a:cubicBezTo>
                        <a:pt x="292069" y="164417"/>
                        <a:pt x="308387" y="169856"/>
                        <a:pt x="308387" y="194333"/>
                      </a:cubicBezTo>
                      <a:cubicBezTo>
                        <a:pt x="308387" y="218810"/>
                        <a:pt x="292069" y="221530"/>
                        <a:pt x="281190" y="221530"/>
                      </a:cubicBezTo>
                      <a:lnTo>
                        <a:pt x="229517" y="221530"/>
                      </a:lnTo>
                      <a:lnTo>
                        <a:pt x="229517" y="365671"/>
                      </a:lnTo>
                      <a:cubicBezTo>
                        <a:pt x="226797" y="409186"/>
                        <a:pt x="267592" y="433663"/>
                        <a:pt x="311107" y="433663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>
                    <a:ln>
                      <a:noFill/>
                    </a:ln>
                    <a:solidFill>
                      <a:srgbClr val="666666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86" name="Freeform: Shape 35">
                  <a:extLst>
                    <a:ext uri="{FF2B5EF4-FFF2-40B4-BE49-F238E27FC236}">
                      <a16:creationId xmlns:a16="http://schemas.microsoft.com/office/drawing/2014/main" id="{A45ACFDC-F233-F745-926B-818D3245D53C}"/>
                    </a:ext>
                  </a:extLst>
                </p:cNvPr>
                <p:cNvSpPr/>
                <p:nvPr/>
              </p:nvSpPr>
              <p:spPr>
                <a:xfrm>
                  <a:off x="7090329" y="3338014"/>
                  <a:ext cx="353556" cy="543931"/>
                </a:xfrm>
                <a:custGeom>
                  <a:avLst/>
                  <a:gdLst>
                    <a:gd name="connsiteX0" fmla="*/ 311107 w 353555"/>
                    <a:gd name="connsiteY0" fmla="*/ 433663 h 543931"/>
                    <a:gd name="connsiteX1" fmla="*/ 215919 w 353555"/>
                    <a:gd name="connsiteY1" fmla="*/ 501654 h 543931"/>
                    <a:gd name="connsiteX2" fmla="*/ 98973 w 353555"/>
                    <a:gd name="connsiteY2" fmla="*/ 392868 h 543931"/>
                    <a:gd name="connsiteX3" fmla="*/ 98973 w 353555"/>
                    <a:gd name="connsiteY3" fmla="*/ 221530 h 543931"/>
                    <a:gd name="connsiteX4" fmla="*/ 82655 w 353555"/>
                    <a:gd name="connsiteY4" fmla="*/ 221530 h 543931"/>
                    <a:gd name="connsiteX5" fmla="*/ 58178 w 353555"/>
                    <a:gd name="connsiteY5" fmla="*/ 191614 h 543931"/>
                    <a:gd name="connsiteX6" fmla="*/ 85375 w 353555"/>
                    <a:gd name="connsiteY6" fmla="*/ 164417 h 543931"/>
                    <a:gd name="connsiteX7" fmla="*/ 101693 w 353555"/>
                    <a:gd name="connsiteY7" fmla="*/ 164417 h 543931"/>
                    <a:gd name="connsiteX8" fmla="*/ 101693 w 353555"/>
                    <a:gd name="connsiteY8" fmla="*/ 118183 h 543931"/>
                    <a:gd name="connsiteX9" fmla="*/ 166965 w 353555"/>
                    <a:gd name="connsiteY9" fmla="*/ 58350 h 543931"/>
                    <a:gd name="connsiteX10" fmla="*/ 229517 w 353555"/>
                    <a:gd name="connsiteY10" fmla="*/ 118183 h 543931"/>
                    <a:gd name="connsiteX11" fmla="*/ 229517 w 353555"/>
                    <a:gd name="connsiteY11" fmla="*/ 118183 h 543931"/>
                    <a:gd name="connsiteX12" fmla="*/ 229517 w 353555"/>
                    <a:gd name="connsiteY12" fmla="*/ 164417 h 543931"/>
                    <a:gd name="connsiteX13" fmla="*/ 283910 w 353555"/>
                    <a:gd name="connsiteY13" fmla="*/ 164417 h 543931"/>
                    <a:gd name="connsiteX14" fmla="*/ 308387 w 353555"/>
                    <a:gd name="connsiteY14" fmla="*/ 194333 h 543931"/>
                    <a:gd name="connsiteX15" fmla="*/ 281190 w 353555"/>
                    <a:gd name="connsiteY15" fmla="*/ 221530 h 543931"/>
                    <a:gd name="connsiteX16" fmla="*/ 229517 w 353555"/>
                    <a:gd name="connsiteY16" fmla="*/ 221530 h 543931"/>
                    <a:gd name="connsiteX17" fmla="*/ 229517 w 353555"/>
                    <a:gd name="connsiteY17" fmla="*/ 365671 h 543931"/>
                    <a:gd name="connsiteX18" fmla="*/ 311107 w 353555"/>
                    <a:gd name="connsiteY18" fmla="*/ 433663 h 5439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353555" h="543931">
                      <a:moveTo>
                        <a:pt x="311107" y="433663"/>
                      </a:moveTo>
                      <a:cubicBezTo>
                        <a:pt x="311107" y="433663"/>
                        <a:pt x="278471" y="501654"/>
                        <a:pt x="215919" y="501654"/>
                      </a:cubicBezTo>
                      <a:cubicBezTo>
                        <a:pt x="164245" y="501654"/>
                        <a:pt x="101693" y="458140"/>
                        <a:pt x="98973" y="392868"/>
                      </a:cubicBezTo>
                      <a:cubicBezTo>
                        <a:pt x="98973" y="392868"/>
                        <a:pt x="98973" y="297680"/>
                        <a:pt x="98973" y="221530"/>
                      </a:cubicBezTo>
                      <a:lnTo>
                        <a:pt x="82655" y="221530"/>
                      </a:lnTo>
                      <a:cubicBezTo>
                        <a:pt x="74496" y="221530"/>
                        <a:pt x="58178" y="216090"/>
                        <a:pt x="58178" y="191614"/>
                      </a:cubicBezTo>
                      <a:cubicBezTo>
                        <a:pt x="58178" y="167137"/>
                        <a:pt x="77216" y="164417"/>
                        <a:pt x="85375" y="164417"/>
                      </a:cubicBezTo>
                      <a:lnTo>
                        <a:pt x="101693" y="164417"/>
                      </a:lnTo>
                      <a:cubicBezTo>
                        <a:pt x="101693" y="137220"/>
                        <a:pt x="101693" y="118183"/>
                        <a:pt x="101693" y="118183"/>
                      </a:cubicBezTo>
                      <a:cubicBezTo>
                        <a:pt x="104412" y="85547"/>
                        <a:pt x="134329" y="55631"/>
                        <a:pt x="166965" y="58350"/>
                      </a:cubicBezTo>
                      <a:cubicBezTo>
                        <a:pt x="196881" y="61070"/>
                        <a:pt x="229517" y="85547"/>
                        <a:pt x="229517" y="118183"/>
                      </a:cubicBezTo>
                      <a:lnTo>
                        <a:pt x="229517" y="118183"/>
                      </a:lnTo>
                      <a:lnTo>
                        <a:pt x="229517" y="164417"/>
                      </a:lnTo>
                      <a:lnTo>
                        <a:pt x="283910" y="164417"/>
                      </a:lnTo>
                      <a:cubicBezTo>
                        <a:pt x="292069" y="164417"/>
                        <a:pt x="308387" y="169856"/>
                        <a:pt x="308387" y="194333"/>
                      </a:cubicBezTo>
                      <a:cubicBezTo>
                        <a:pt x="308387" y="218810"/>
                        <a:pt x="292069" y="221530"/>
                        <a:pt x="281190" y="221530"/>
                      </a:cubicBezTo>
                      <a:lnTo>
                        <a:pt x="229517" y="221530"/>
                      </a:lnTo>
                      <a:lnTo>
                        <a:pt x="229517" y="365671"/>
                      </a:lnTo>
                      <a:cubicBezTo>
                        <a:pt x="229517" y="409186"/>
                        <a:pt x="270312" y="433663"/>
                        <a:pt x="311107" y="433663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>
                    <a:ln>
                      <a:noFill/>
                    </a:ln>
                    <a:solidFill>
                      <a:srgbClr val="666666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87" name="Freeform: Shape 36">
                  <a:extLst>
                    <a:ext uri="{FF2B5EF4-FFF2-40B4-BE49-F238E27FC236}">
                      <a16:creationId xmlns:a16="http://schemas.microsoft.com/office/drawing/2014/main" id="{6262F867-CBC5-BF4E-9F8C-80BC2D0BAA3C}"/>
                    </a:ext>
                  </a:extLst>
                </p:cNvPr>
                <p:cNvSpPr/>
                <p:nvPr/>
              </p:nvSpPr>
              <p:spPr>
                <a:xfrm>
                  <a:off x="2080719" y="4178559"/>
                  <a:ext cx="462342" cy="788700"/>
                </a:xfrm>
                <a:custGeom>
                  <a:avLst/>
                  <a:gdLst>
                    <a:gd name="connsiteX0" fmla="*/ 403575 w 462341"/>
                    <a:gd name="connsiteY0" fmla="*/ 583072 h 788699"/>
                    <a:gd name="connsiteX1" fmla="*/ 406295 w 462341"/>
                    <a:gd name="connsiteY1" fmla="*/ 596670 h 788699"/>
                    <a:gd name="connsiteX2" fmla="*/ 400855 w 462341"/>
                    <a:gd name="connsiteY2" fmla="*/ 610268 h 788699"/>
                    <a:gd name="connsiteX3" fmla="*/ 389977 w 462341"/>
                    <a:gd name="connsiteY3" fmla="*/ 626586 h 788699"/>
                    <a:gd name="connsiteX4" fmla="*/ 354621 w 462341"/>
                    <a:gd name="connsiteY4" fmla="*/ 675540 h 788699"/>
                    <a:gd name="connsiteX5" fmla="*/ 327424 w 462341"/>
                    <a:gd name="connsiteY5" fmla="*/ 691858 h 788699"/>
                    <a:gd name="connsiteX6" fmla="*/ 292069 w 462341"/>
                    <a:gd name="connsiteY6" fmla="*/ 713615 h 788699"/>
                    <a:gd name="connsiteX7" fmla="*/ 251274 w 462341"/>
                    <a:gd name="connsiteY7" fmla="*/ 724494 h 788699"/>
                    <a:gd name="connsiteX8" fmla="*/ 221358 w 462341"/>
                    <a:gd name="connsiteY8" fmla="*/ 721774 h 788699"/>
                    <a:gd name="connsiteX9" fmla="*/ 191442 w 462341"/>
                    <a:gd name="connsiteY9" fmla="*/ 721774 h 788699"/>
                    <a:gd name="connsiteX10" fmla="*/ 153366 w 462341"/>
                    <a:gd name="connsiteY10" fmla="*/ 713615 h 788699"/>
                    <a:gd name="connsiteX11" fmla="*/ 104412 w 462341"/>
                    <a:gd name="connsiteY11" fmla="*/ 675540 h 788699"/>
                    <a:gd name="connsiteX12" fmla="*/ 104412 w 462341"/>
                    <a:gd name="connsiteY12" fmla="*/ 689138 h 788699"/>
                    <a:gd name="connsiteX13" fmla="*/ 101693 w 462341"/>
                    <a:gd name="connsiteY13" fmla="*/ 710895 h 788699"/>
                    <a:gd name="connsiteX14" fmla="*/ 85375 w 462341"/>
                    <a:gd name="connsiteY14" fmla="*/ 732653 h 788699"/>
                    <a:gd name="connsiteX15" fmla="*/ 69057 w 462341"/>
                    <a:gd name="connsiteY15" fmla="*/ 727214 h 788699"/>
                    <a:gd name="connsiteX16" fmla="*/ 60898 w 462341"/>
                    <a:gd name="connsiteY16" fmla="*/ 710895 h 788699"/>
                    <a:gd name="connsiteX17" fmla="*/ 58178 w 462341"/>
                    <a:gd name="connsiteY17" fmla="*/ 691858 h 788699"/>
                    <a:gd name="connsiteX18" fmla="*/ 60898 w 462341"/>
                    <a:gd name="connsiteY18" fmla="*/ 664661 h 788699"/>
                    <a:gd name="connsiteX19" fmla="*/ 60898 w 462341"/>
                    <a:gd name="connsiteY19" fmla="*/ 607549 h 788699"/>
                    <a:gd name="connsiteX20" fmla="*/ 63618 w 462341"/>
                    <a:gd name="connsiteY20" fmla="*/ 528679 h 788699"/>
                    <a:gd name="connsiteX21" fmla="*/ 69057 w 462341"/>
                    <a:gd name="connsiteY21" fmla="*/ 504202 h 788699"/>
                    <a:gd name="connsiteX22" fmla="*/ 74496 w 462341"/>
                    <a:gd name="connsiteY22" fmla="*/ 493323 h 788699"/>
                    <a:gd name="connsiteX23" fmla="*/ 82655 w 462341"/>
                    <a:gd name="connsiteY23" fmla="*/ 487884 h 788699"/>
                    <a:gd name="connsiteX24" fmla="*/ 90814 w 462341"/>
                    <a:gd name="connsiteY24" fmla="*/ 493323 h 788699"/>
                    <a:gd name="connsiteX25" fmla="*/ 98973 w 462341"/>
                    <a:gd name="connsiteY25" fmla="*/ 512361 h 788699"/>
                    <a:gd name="connsiteX26" fmla="*/ 101693 w 462341"/>
                    <a:gd name="connsiteY26" fmla="*/ 555875 h 788699"/>
                    <a:gd name="connsiteX27" fmla="*/ 101693 w 462341"/>
                    <a:gd name="connsiteY27" fmla="*/ 596670 h 788699"/>
                    <a:gd name="connsiteX28" fmla="*/ 109852 w 462341"/>
                    <a:gd name="connsiteY28" fmla="*/ 626586 h 788699"/>
                    <a:gd name="connsiteX29" fmla="*/ 128889 w 462341"/>
                    <a:gd name="connsiteY29" fmla="*/ 651063 h 788699"/>
                    <a:gd name="connsiteX30" fmla="*/ 153366 w 462341"/>
                    <a:gd name="connsiteY30" fmla="*/ 670101 h 788699"/>
                    <a:gd name="connsiteX31" fmla="*/ 196881 w 462341"/>
                    <a:gd name="connsiteY31" fmla="*/ 678260 h 788699"/>
                    <a:gd name="connsiteX32" fmla="*/ 221358 w 462341"/>
                    <a:gd name="connsiteY32" fmla="*/ 667381 h 788699"/>
                    <a:gd name="connsiteX33" fmla="*/ 253994 w 462341"/>
                    <a:gd name="connsiteY33" fmla="*/ 659222 h 788699"/>
                    <a:gd name="connsiteX34" fmla="*/ 275751 w 462341"/>
                    <a:gd name="connsiteY34" fmla="*/ 637465 h 788699"/>
                    <a:gd name="connsiteX35" fmla="*/ 281190 w 462341"/>
                    <a:gd name="connsiteY35" fmla="*/ 615708 h 788699"/>
                    <a:gd name="connsiteX36" fmla="*/ 278471 w 462341"/>
                    <a:gd name="connsiteY36" fmla="*/ 602109 h 788699"/>
                    <a:gd name="connsiteX37" fmla="*/ 262153 w 462341"/>
                    <a:gd name="connsiteY37" fmla="*/ 572193 h 788699"/>
                    <a:gd name="connsiteX38" fmla="*/ 245835 w 462341"/>
                    <a:gd name="connsiteY38" fmla="*/ 536838 h 788699"/>
                    <a:gd name="connsiteX39" fmla="*/ 196881 w 462341"/>
                    <a:gd name="connsiteY39" fmla="*/ 477005 h 788699"/>
                    <a:gd name="connsiteX40" fmla="*/ 145207 w 462341"/>
                    <a:gd name="connsiteY40" fmla="*/ 419892 h 788699"/>
                    <a:gd name="connsiteX41" fmla="*/ 93534 w 462341"/>
                    <a:gd name="connsiteY41" fmla="*/ 357340 h 788699"/>
                    <a:gd name="connsiteX42" fmla="*/ 66337 w 462341"/>
                    <a:gd name="connsiteY42" fmla="*/ 283910 h 788699"/>
                    <a:gd name="connsiteX43" fmla="*/ 58178 w 462341"/>
                    <a:gd name="connsiteY43" fmla="*/ 224077 h 788699"/>
                    <a:gd name="connsiteX44" fmla="*/ 82655 w 462341"/>
                    <a:gd name="connsiteY44" fmla="*/ 150647 h 788699"/>
                    <a:gd name="connsiteX45" fmla="*/ 137048 w 462341"/>
                    <a:gd name="connsiteY45" fmla="*/ 96253 h 788699"/>
                    <a:gd name="connsiteX46" fmla="*/ 196881 w 462341"/>
                    <a:gd name="connsiteY46" fmla="*/ 77216 h 788699"/>
                    <a:gd name="connsiteX47" fmla="*/ 232236 w 462341"/>
                    <a:gd name="connsiteY47" fmla="*/ 69057 h 788699"/>
                    <a:gd name="connsiteX48" fmla="*/ 262153 w 462341"/>
                    <a:gd name="connsiteY48" fmla="*/ 74496 h 788699"/>
                    <a:gd name="connsiteX49" fmla="*/ 294789 w 462341"/>
                    <a:gd name="connsiteY49" fmla="*/ 85375 h 788699"/>
                    <a:gd name="connsiteX50" fmla="*/ 327424 w 462341"/>
                    <a:gd name="connsiteY50" fmla="*/ 104412 h 788699"/>
                    <a:gd name="connsiteX51" fmla="*/ 332864 w 462341"/>
                    <a:gd name="connsiteY51" fmla="*/ 74496 h 788699"/>
                    <a:gd name="connsiteX52" fmla="*/ 338303 w 462341"/>
                    <a:gd name="connsiteY52" fmla="*/ 63618 h 788699"/>
                    <a:gd name="connsiteX53" fmla="*/ 349182 w 462341"/>
                    <a:gd name="connsiteY53" fmla="*/ 58178 h 788699"/>
                    <a:gd name="connsiteX54" fmla="*/ 357341 w 462341"/>
                    <a:gd name="connsiteY54" fmla="*/ 63618 h 788699"/>
                    <a:gd name="connsiteX55" fmla="*/ 365500 w 462341"/>
                    <a:gd name="connsiteY55" fmla="*/ 82655 h 788699"/>
                    <a:gd name="connsiteX56" fmla="*/ 368219 w 462341"/>
                    <a:gd name="connsiteY56" fmla="*/ 142488 h 788699"/>
                    <a:gd name="connsiteX57" fmla="*/ 368219 w 462341"/>
                    <a:gd name="connsiteY57" fmla="*/ 188722 h 788699"/>
                    <a:gd name="connsiteX58" fmla="*/ 370939 w 462341"/>
                    <a:gd name="connsiteY58" fmla="*/ 245834 h 788699"/>
                    <a:gd name="connsiteX59" fmla="*/ 354621 w 462341"/>
                    <a:gd name="connsiteY59" fmla="*/ 286629 h 788699"/>
                    <a:gd name="connsiteX60" fmla="*/ 338303 w 462341"/>
                    <a:gd name="connsiteY60" fmla="*/ 281190 h 788699"/>
                    <a:gd name="connsiteX61" fmla="*/ 330144 w 462341"/>
                    <a:gd name="connsiteY61" fmla="*/ 264872 h 788699"/>
                    <a:gd name="connsiteX62" fmla="*/ 327424 w 462341"/>
                    <a:gd name="connsiteY62" fmla="*/ 248554 h 788699"/>
                    <a:gd name="connsiteX63" fmla="*/ 330144 w 462341"/>
                    <a:gd name="connsiteY63" fmla="*/ 221357 h 788699"/>
                    <a:gd name="connsiteX64" fmla="*/ 330144 w 462341"/>
                    <a:gd name="connsiteY64" fmla="*/ 188722 h 788699"/>
                    <a:gd name="connsiteX65" fmla="*/ 327424 w 462341"/>
                    <a:gd name="connsiteY65" fmla="*/ 164245 h 788699"/>
                    <a:gd name="connsiteX66" fmla="*/ 311107 w 462341"/>
                    <a:gd name="connsiteY66" fmla="*/ 134329 h 788699"/>
                    <a:gd name="connsiteX67" fmla="*/ 283910 w 462341"/>
                    <a:gd name="connsiteY67" fmla="*/ 118011 h 788699"/>
                    <a:gd name="connsiteX68" fmla="*/ 251274 w 462341"/>
                    <a:gd name="connsiteY68" fmla="*/ 112571 h 788699"/>
                    <a:gd name="connsiteX69" fmla="*/ 215918 w 462341"/>
                    <a:gd name="connsiteY69" fmla="*/ 123450 h 788699"/>
                    <a:gd name="connsiteX70" fmla="*/ 202320 w 462341"/>
                    <a:gd name="connsiteY70" fmla="*/ 147927 h 788699"/>
                    <a:gd name="connsiteX71" fmla="*/ 188722 w 462341"/>
                    <a:gd name="connsiteY71" fmla="*/ 180563 h 788699"/>
                    <a:gd name="connsiteX72" fmla="*/ 183283 w 462341"/>
                    <a:gd name="connsiteY72" fmla="*/ 210479 h 788699"/>
                    <a:gd name="connsiteX73" fmla="*/ 188722 w 462341"/>
                    <a:gd name="connsiteY73" fmla="*/ 226797 h 788699"/>
                    <a:gd name="connsiteX74" fmla="*/ 188722 w 462341"/>
                    <a:gd name="connsiteY74" fmla="*/ 248554 h 788699"/>
                    <a:gd name="connsiteX75" fmla="*/ 210479 w 462341"/>
                    <a:gd name="connsiteY75" fmla="*/ 273031 h 788699"/>
                    <a:gd name="connsiteX76" fmla="*/ 226797 w 462341"/>
                    <a:gd name="connsiteY76" fmla="*/ 300228 h 788699"/>
                    <a:gd name="connsiteX77" fmla="*/ 256713 w 462341"/>
                    <a:gd name="connsiteY77" fmla="*/ 332864 h 788699"/>
                    <a:gd name="connsiteX78" fmla="*/ 275751 w 462341"/>
                    <a:gd name="connsiteY78" fmla="*/ 351901 h 788699"/>
                    <a:gd name="connsiteX79" fmla="*/ 324705 w 462341"/>
                    <a:gd name="connsiteY79" fmla="*/ 400855 h 788699"/>
                    <a:gd name="connsiteX80" fmla="*/ 343742 w 462341"/>
                    <a:gd name="connsiteY80" fmla="*/ 428051 h 788699"/>
                    <a:gd name="connsiteX81" fmla="*/ 351901 w 462341"/>
                    <a:gd name="connsiteY81" fmla="*/ 433491 h 788699"/>
                    <a:gd name="connsiteX82" fmla="*/ 360060 w 462341"/>
                    <a:gd name="connsiteY82" fmla="*/ 447089 h 788699"/>
                    <a:gd name="connsiteX83" fmla="*/ 384537 w 462341"/>
                    <a:gd name="connsiteY83" fmla="*/ 474286 h 788699"/>
                    <a:gd name="connsiteX84" fmla="*/ 395416 w 462341"/>
                    <a:gd name="connsiteY84" fmla="*/ 506921 h 788699"/>
                    <a:gd name="connsiteX85" fmla="*/ 406295 w 462341"/>
                    <a:gd name="connsiteY85" fmla="*/ 536838 h 788699"/>
                    <a:gd name="connsiteX86" fmla="*/ 409014 w 462341"/>
                    <a:gd name="connsiteY86" fmla="*/ 547716 h 788699"/>
                    <a:gd name="connsiteX87" fmla="*/ 406295 w 462341"/>
                    <a:gd name="connsiteY87" fmla="*/ 569473 h 788699"/>
                    <a:gd name="connsiteX88" fmla="*/ 403575 w 462341"/>
                    <a:gd name="connsiteY88" fmla="*/ 583072 h 788699"/>
                    <a:gd name="connsiteX89" fmla="*/ 403575 w 462341"/>
                    <a:gd name="connsiteY89" fmla="*/ 583072 h 788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</a:cxnLst>
                  <a:rect l="l" t="t" r="r" b="b"/>
                  <a:pathLst>
                    <a:path w="462341" h="788699">
                      <a:moveTo>
                        <a:pt x="403575" y="583072"/>
                      </a:moveTo>
                      <a:cubicBezTo>
                        <a:pt x="403575" y="588511"/>
                        <a:pt x="406295" y="591231"/>
                        <a:pt x="406295" y="596670"/>
                      </a:cubicBezTo>
                      <a:cubicBezTo>
                        <a:pt x="406295" y="602109"/>
                        <a:pt x="403575" y="604829"/>
                        <a:pt x="400855" y="610268"/>
                      </a:cubicBezTo>
                      <a:cubicBezTo>
                        <a:pt x="398136" y="615708"/>
                        <a:pt x="392696" y="621147"/>
                        <a:pt x="389977" y="626586"/>
                      </a:cubicBezTo>
                      <a:cubicBezTo>
                        <a:pt x="381818" y="645624"/>
                        <a:pt x="368219" y="661942"/>
                        <a:pt x="354621" y="675540"/>
                      </a:cubicBezTo>
                      <a:cubicBezTo>
                        <a:pt x="346462" y="683699"/>
                        <a:pt x="338303" y="686419"/>
                        <a:pt x="327424" y="691858"/>
                      </a:cubicBezTo>
                      <a:cubicBezTo>
                        <a:pt x="316546" y="700017"/>
                        <a:pt x="302948" y="708176"/>
                        <a:pt x="292069" y="713615"/>
                      </a:cubicBezTo>
                      <a:cubicBezTo>
                        <a:pt x="281190" y="719054"/>
                        <a:pt x="264872" y="724494"/>
                        <a:pt x="251274" y="724494"/>
                      </a:cubicBezTo>
                      <a:cubicBezTo>
                        <a:pt x="240395" y="724494"/>
                        <a:pt x="229517" y="721774"/>
                        <a:pt x="221358" y="721774"/>
                      </a:cubicBezTo>
                      <a:cubicBezTo>
                        <a:pt x="213199" y="721774"/>
                        <a:pt x="202320" y="721774"/>
                        <a:pt x="191442" y="721774"/>
                      </a:cubicBezTo>
                      <a:cubicBezTo>
                        <a:pt x="172404" y="721774"/>
                        <a:pt x="172404" y="721774"/>
                        <a:pt x="153366" y="713615"/>
                      </a:cubicBezTo>
                      <a:cubicBezTo>
                        <a:pt x="134329" y="708176"/>
                        <a:pt x="118011" y="691858"/>
                        <a:pt x="104412" y="675540"/>
                      </a:cubicBezTo>
                      <a:cubicBezTo>
                        <a:pt x="104412" y="678260"/>
                        <a:pt x="104412" y="680979"/>
                        <a:pt x="104412" y="689138"/>
                      </a:cubicBezTo>
                      <a:cubicBezTo>
                        <a:pt x="104412" y="694578"/>
                        <a:pt x="104412" y="702737"/>
                        <a:pt x="101693" y="710895"/>
                      </a:cubicBezTo>
                      <a:cubicBezTo>
                        <a:pt x="101693" y="721774"/>
                        <a:pt x="96253" y="732653"/>
                        <a:pt x="85375" y="732653"/>
                      </a:cubicBezTo>
                      <a:cubicBezTo>
                        <a:pt x="77216" y="732653"/>
                        <a:pt x="74496" y="729933"/>
                        <a:pt x="69057" y="727214"/>
                      </a:cubicBezTo>
                      <a:cubicBezTo>
                        <a:pt x="63618" y="724494"/>
                        <a:pt x="60898" y="716335"/>
                        <a:pt x="60898" y="710895"/>
                      </a:cubicBezTo>
                      <a:cubicBezTo>
                        <a:pt x="58178" y="702737"/>
                        <a:pt x="58178" y="697297"/>
                        <a:pt x="58178" y="691858"/>
                      </a:cubicBezTo>
                      <a:cubicBezTo>
                        <a:pt x="58178" y="683699"/>
                        <a:pt x="60898" y="678260"/>
                        <a:pt x="60898" y="664661"/>
                      </a:cubicBezTo>
                      <a:cubicBezTo>
                        <a:pt x="60898" y="656502"/>
                        <a:pt x="60898" y="632026"/>
                        <a:pt x="60898" y="607549"/>
                      </a:cubicBezTo>
                      <a:cubicBezTo>
                        <a:pt x="60898" y="574913"/>
                        <a:pt x="60898" y="542277"/>
                        <a:pt x="63618" y="528679"/>
                      </a:cubicBezTo>
                      <a:cubicBezTo>
                        <a:pt x="63618" y="520520"/>
                        <a:pt x="63618" y="509641"/>
                        <a:pt x="69057" y="504202"/>
                      </a:cubicBezTo>
                      <a:cubicBezTo>
                        <a:pt x="71777" y="501482"/>
                        <a:pt x="71777" y="498762"/>
                        <a:pt x="74496" y="493323"/>
                      </a:cubicBezTo>
                      <a:cubicBezTo>
                        <a:pt x="77216" y="490603"/>
                        <a:pt x="79936" y="487884"/>
                        <a:pt x="82655" y="487884"/>
                      </a:cubicBezTo>
                      <a:cubicBezTo>
                        <a:pt x="85375" y="487884"/>
                        <a:pt x="90814" y="490603"/>
                        <a:pt x="90814" y="493323"/>
                      </a:cubicBezTo>
                      <a:cubicBezTo>
                        <a:pt x="93534" y="498762"/>
                        <a:pt x="98973" y="506921"/>
                        <a:pt x="98973" y="512361"/>
                      </a:cubicBezTo>
                      <a:cubicBezTo>
                        <a:pt x="98973" y="520520"/>
                        <a:pt x="101693" y="536838"/>
                        <a:pt x="101693" y="555875"/>
                      </a:cubicBezTo>
                      <a:cubicBezTo>
                        <a:pt x="101693" y="569473"/>
                        <a:pt x="101693" y="583072"/>
                        <a:pt x="101693" y="596670"/>
                      </a:cubicBezTo>
                      <a:cubicBezTo>
                        <a:pt x="101693" y="607549"/>
                        <a:pt x="104412" y="618427"/>
                        <a:pt x="109852" y="626586"/>
                      </a:cubicBezTo>
                      <a:cubicBezTo>
                        <a:pt x="115291" y="637465"/>
                        <a:pt x="123450" y="642904"/>
                        <a:pt x="128889" y="651063"/>
                      </a:cubicBezTo>
                      <a:cubicBezTo>
                        <a:pt x="137048" y="661942"/>
                        <a:pt x="139768" y="667381"/>
                        <a:pt x="153366" y="670101"/>
                      </a:cubicBezTo>
                      <a:cubicBezTo>
                        <a:pt x="161525" y="670101"/>
                        <a:pt x="183283" y="678260"/>
                        <a:pt x="196881" y="678260"/>
                      </a:cubicBezTo>
                      <a:cubicBezTo>
                        <a:pt x="207759" y="678260"/>
                        <a:pt x="210479" y="672820"/>
                        <a:pt x="221358" y="667381"/>
                      </a:cubicBezTo>
                      <a:cubicBezTo>
                        <a:pt x="232236" y="661942"/>
                        <a:pt x="245835" y="664661"/>
                        <a:pt x="253994" y="659222"/>
                      </a:cubicBezTo>
                      <a:cubicBezTo>
                        <a:pt x="262153" y="653783"/>
                        <a:pt x="273031" y="645624"/>
                        <a:pt x="275751" y="637465"/>
                      </a:cubicBezTo>
                      <a:cubicBezTo>
                        <a:pt x="281190" y="629306"/>
                        <a:pt x="281190" y="621147"/>
                        <a:pt x="281190" y="615708"/>
                      </a:cubicBezTo>
                      <a:cubicBezTo>
                        <a:pt x="281190" y="610268"/>
                        <a:pt x="281190" y="607549"/>
                        <a:pt x="278471" y="602109"/>
                      </a:cubicBezTo>
                      <a:cubicBezTo>
                        <a:pt x="275751" y="591231"/>
                        <a:pt x="267592" y="583072"/>
                        <a:pt x="262153" y="572193"/>
                      </a:cubicBezTo>
                      <a:cubicBezTo>
                        <a:pt x="256713" y="561314"/>
                        <a:pt x="253994" y="547716"/>
                        <a:pt x="245835" y="536838"/>
                      </a:cubicBezTo>
                      <a:cubicBezTo>
                        <a:pt x="232236" y="515080"/>
                        <a:pt x="213199" y="498762"/>
                        <a:pt x="196881" y="477005"/>
                      </a:cubicBezTo>
                      <a:cubicBezTo>
                        <a:pt x="180563" y="457968"/>
                        <a:pt x="164245" y="438930"/>
                        <a:pt x="145207" y="419892"/>
                      </a:cubicBezTo>
                      <a:cubicBezTo>
                        <a:pt x="126170" y="400855"/>
                        <a:pt x="109852" y="379098"/>
                        <a:pt x="93534" y="357340"/>
                      </a:cubicBezTo>
                      <a:cubicBezTo>
                        <a:pt x="77216" y="335583"/>
                        <a:pt x="71777" y="308387"/>
                        <a:pt x="66337" y="283910"/>
                      </a:cubicBezTo>
                      <a:cubicBezTo>
                        <a:pt x="63618" y="267592"/>
                        <a:pt x="58178" y="245834"/>
                        <a:pt x="58178" y="224077"/>
                      </a:cubicBezTo>
                      <a:cubicBezTo>
                        <a:pt x="58178" y="194161"/>
                        <a:pt x="69057" y="175123"/>
                        <a:pt x="82655" y="150647"/>
                      </a:cubicBezTo>
                      <a:cubicBezTo>
                        <a:pt x="96253" y="128889"/>
                        <a:pt x="115291" y="109852"/>
                        <a:pt x="137048" y="96253"/>
                      </a:cubicBezTo>
                      <a:cubicBezTo>
                        <a:pt x="158806" y="82655"/>
                        <a:pt x="172404" y="79936"/>
                        <a:pt x="196881" y="77216"/>
                      </a:cubicBezTo>
                      <a:cubicBezTo>
                        <a:pt x="210479" y="77216"/>
                        <a:pt x="215918" y="69057"/>
                        <a:pt x="232236" y="69057"/>
                      </a:cubicBezTo>
                      <a:cubicBezTo>
                        <a:pt x="243115" y="69057"/>
                        <a:pt x="251274" y="71776"/>
                        <a:pt x="262153" y="74496"/>
                      </a:cubicBezTo>
                      <a:cubicBezTo>
                        <a:pt x="273031" y="77216"/>
                        <a:pt x="283910" y="82655"/>
                        <a:pt x="294789" y="85375"/>
                      </a:cubicBezTo>
                      <a:cubicBezTo>
                        <a:pt x="308387" y="90814"/>
                        <a:pt x="319265" y="96253"/>
                        <a:pt x="327424" y="104412"/>
                      </a:cubicBezTo>
                      <a:cubicBezTo>
                        <a:pt x="327424" y="90814"/>
                        <a:pt x="327424" y="79936"/>
                        <a:pt x="332864" y="74496"/>
                      </a:cubicBezTo>
                      <a:cubicBezTo>
                        <a:pt x="335583" y="71776"/>
                        <a:pt x="335583" y="69057"/>
                        <a:pt x="338303" y="63618"/>
                      </a:cubicBezTo>
                      <a:cubicBezTo>
                        <a:pt x="341023" y="60898"/>
                        <a:pt x="346462" y="58178"/>
                        <a:pt x="349182" y="58178"/>
                      </a:cubicBezTo>
                      <a:cubicBezTo>
                        <a:pt x="351901" y="58178"/>
                        <a:pt x="357341" y="60898"/>
                        <a:pt x="357341" y="63618"/>
                      </a:cubicBezTo>
                      <a:cubicBezTo>
                        <a:pt x="360060" y="69057"/>
                        <a:pt x="365500" y="77216"/>
                        <a:pt x="365500" y="82655"/>
                      </a:cubicBezTo>
                      <a:cubicBezTo>
                        <a:pt x="365500" y="90814"/>
                        <a:pt x="368219" y="123450"/>
                        <a:pt x="368219" y="142488"/>
                      </a:cubicBezTo>
                      <a:cubicBezTo>
                        <a:pt x="368219" y="158806"/>
                        <a:pt x="368219" y="177843"/>
                        <a:pt x="368219" y="188722"/>
                      </a:cubicBezTo>
                      <a:cubicBezTo>
                        <a:pt x="368219" y="213199"/>
                        <a:pt x="370939" y="224077"/>
                        <a:pt x="370939" y="245834"/>
                      </a:cubicBezTo>
                      <a:cubicBezTo>
                        <a:pt x="370939" y="256713"/>
                        <a:pt x="370939" y="286629"/>
                        <a:pt x="354621" y="286629"/>
                      </a:cubicBezTo>
                      <a:cubicBezTo>
                        <a:pt x="346462" y="286629"/>
                        <a:pt x="343742" y="283910"/>
                        <a:pt x="338303" y="281190"/>
                      </a:cubicBezTo>
                      <a:cubicBezTo>
                        <a:pt x="332864" y="278470"/>
                        <a:pt x="330144" y="270311"/>
                        <a:pt x="330144" y="264872"/>
                      </a:cubicBezTo>
                      <a:cubicBezTo>
                        <a:pt x="327424" y="256713"/>
                        <a:pt x="327424" y="251274"/>
                        <a:pt x="327424" y="248554"/>
                      </a:cubicBezTo>
                      <a:cubicBezTo>
                        <a:pt x="327424" y="240395"/>
                        <a:pt x="330144" y="234956"/>
                        <a:pt x="330144" y="221357"/>
                      </a:cubicBezTo>
                      <a:cubicBezTo>
                        <a:pt x="330144" y="213199"/>
                        <a:pt x="330144" y="202320"/>
                        <a:pt x="330144" y="188722"/>
                      </a:cubicBezTo>
                      <a:cubicBezTo>
                        <a:pt x="330144" y="180563"/>
                        <a:pt x="327424" y="172404"/>
                        <a:pt x="327424" y="164245"/>
                      </a:cubicBezTo>
                      <a:cubicBezTo>
                        <a:pt x="324705" y="153366"/>
                        <a:pt x="319265" y="142488"/>
                        <a:pt x="311107" y="134329"/>
                      </a:cubicBezTo>
                      <a:cubicBezTo>
                        <a:pt x="302948" y="126170"/>
                        <a:pt x="294789" y="120730"/>
                        <a:pt x="283910" y="118011"/>
                      </a:cubicBezTo>
                      <a:cubicBezTo>
                        <a:pt x="275751" y="115291"/>
                        <a:pt x="262153" y="112571"/>
                        <a:pt x="251274" y="112571"/>
                      </a:cubicBezTo>
                      <a:cubicBezTo>
                        <a:pt x="237676" y="112571"/>
                        <a:pt x="224077" y="115291"/>
                        <a:pt x="215918" y="123450"/>
                      </a:cubicBezTo>
                      <a:cubicBezTo>
                        <a:pt x="207759" y="128889"/>
                        <a:pt x="205040" y="139768"/>
                        <a:pt x="202320" y="147927"/>
                      </a:cubicBezTo>
                      <a:cubicBezTo>
                        <a:pt x="196881" y="158806"/>
                        <a:pt x="191442" y="166964"/>
                        <a:pt x="188722" y="180563"/>
                      </a:cubicBezTo>
                      <a:cubicBezTo>
                        <a:pt x="186002" y="191441"/>
                        <a:pt x="183283" y="199600"/>
                        <a:pt x="183283" y="210479"/>
                      </a:cubicBezTo>
                      <a:cubicBezTo>
                        <a:pt x="183283" y="215918"/>
                        <a:pt x="186002" y="221357"/>
                        <a:pt x="188722" y="226797"/>
                      </a:cubicBezTo>
                      <a:cubicBezTo>
                        <a:pt x="191442" y="234956"/>
                        <a:pt x="188722" y="243115"/>
                        <a:pt x="188722" y="248554"/>
                      </a:cubicBezTo>
                      <a:cubicBezTo>
                        <a:pt x="191442" y="259433"/>
                        <a:pt x="202320" y="264872"/>
                        <a:pt x="210479" y="273031"/>
                      </a:cubicBezTo>
                      <a:cubicBezTo>
                        <a:pt x="218638" y="281190"/>
                        <a:pt x="221358" y="292069"/>
                        <a:pt x="226797" y="300228"/>
                      </a:cubicBezTo>
                      <a:cubicBezTo>
                        <a:pt x="234956" y="311106"/>
                        <a:pt x="245835" y="321985"/>
                        <a:pt x="256713" y="332864"/>
                      </a:cubicBezTo>
                      <a:cubicBezTo>
                        <a:pt x="259433" y="338303"/>
                        <a:pt x="267592" y="343742"/>
                        <a:pt x="275751" y="351901"/>
                      </a:cubicBezTo>
                      <a:cubicBezTo>
                        <a:pt x="292069" y="368219"/>
                        <a:pt x="311107" y="384537"/>
                        <a:pt x="324705" y="400855"/>
                      </a:cubicBezTo>
                      <a:cubicBezTo>
                        <a:pt x="332864" y="409014"/>
                        <a:pt x="335583" y="419892"/>
                        <a:pt x="343742" y="428051"/>
                      </a:cubicBezTo>
                      <a:cubicBezTo>
                        <a:pt x="346462" y="430771"/>
                        <a:pt x="349182" y="430771"/>
                        <a:pt x="351901" y="433491"/>
                      </a:cubicBezTo>
                      <a:cubicBezTo>
                        <a:pt x="354621" y="436210"/>
                        <a:pt x="357341" y="441650"/>
                        <a:pt x="360060" y="447089"/>
                      </a:cubicBezTo>
                      <a:cubicBezTo>
                        <a:pt x="368219" y="455248"/>
                        <a:pt x="376378" y="463407"/>
                        <a:pt x="384537" y="474286"/>
                      </a:cubicBezTo>
                      <a:cubicBezTo>
                        <a:pt x="389977" y="482445"/>
                        <a:pt x="392696" y="496043"/>
                        <a:pt x="395416" y="506921"/>
                      </a:cubicBezTo>
                      <a:cubicBezTo>
                        <a:pt x="400855" y="517800"/>
                        <a:pt x="400855" y="528679"/>
                        <a:pt x="406295" y="536838"/>
                      </a:cubicBezTo>
                      <a:cubicBezTo>
                        <a:pt x="409014" y="539557"/>
                        <a:pt x="409014" y="544997"/>
                        <a:pt x="409014" y="547716"/>
                      </a:cubicBezTo>
                      <a:cubicBezTo>
                        <a:pt x="409014" y="555875"/>
                        <a:pt x="406295" y="561314"/>
                        <a:pt x="406295" y="569473"/>
                      </a:cubicBezTo>
                      <a:cubicBezTo>
                        <a:pt x="406295" y="574913"/>
                        <a:pt x="403575" y="577632"/>
                        <a:pt x="403575" y="583072"/>
                      </a:cubicBezTo>
                      <a:lnTo>
                        <a:pt x="403575" y="583072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>
                    <a:ln>
                      <a:noFill/>
                    </a:ln>
                    <a:solidFill>
                      <a:srgbClr val="666666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88" name="Freeform: Shape 37">
                  <a:extLst>
                    <a:ext uri="{FF2B5EF4-FFF2-40B4-BE49-F238E27FC236}">
                      <a16:creationId xmlns:a16="http://schemas.microsoft.com/office/drawing/2014/main" id="{958BBB31-7CB6-6749-A1DA-F0130E2188ED}"/>
                    </a:ext>
                  </a:extLst>
                </p:cNvPr>
                <p:cNvSpPr/>
                <p:nvPr/>
              </p:nvSpPr>
              <p:spPr>
                <a:xfrm>
                  <a:off x="2456032" y="4192158"/>
                  <a:ext cx="571128" cy="761503"/>
                </a:xfrm>
                <a:custGeom>
                  <a:avLst/>
                  <a:gdLst>
                    <a:gd name="connsiteX0" fmla="*/ 512361 w 571128"/>
                    <a:gd name="connsiteY0" fmla="*/ 79936 h 761503"/>
                    <a:gd name="connsiteX1" fmla="*/ 539558 w 571128"/>
                    <a:gd name="connsiteY1" fmla="*/ 96253 h 761503"/>
                    <a:gd name="connsiteX2" fmla="*/ 534118 w 571128"/>
                    <a:gd name="connsiteY2" fmla="*/ 112571 h 761503"/>
                    <a:gd name="connsiteX3" fmla="*/ 523240 w 571128"/>
                    <a:gd name="connsiteY3" fmla="*/ 120730 h 761503"/>
                    <a:gd name="connsiteX4" fmla="*/ 506922 w 571128"/>
                    <a:gd name="connsiteY4" fmla="*/ 123450 h 761503"/>
                    <a:gd name="connsiteX5" fmla="*/ 477006 w 571128"/>
                    <a:gd name="connsiteY5" fmla="*/ 123450 h 761503"/>
                    <a:gd name="connsiteX6" fmla="*/ 479725 w 571128"/>
                    <a:gd name="connsiteY6" fmla="*/ 145207 h 761503"/>
                    <a:gd name="connsiteX7" fmla="*/ 477006 w 571128"/>
                    <a:gd name="connsiteY7" fmla="*/ 180563 h 761503"/>
                    <a:gd name="connsiteX8" fmla="*/ 482445 w 571128"/>
                    <a:gd name="connsiteY8" fmla="*/ 232236 h 761503"/>
                    <a:gd name="connsiteX9" fmla="*/ 485165 w 571128"/>
                    <a:gd name="connsiteY9" fmla="*/ 283910 h 761503"/>
                    <a:gd name="connsiteX10" fmla="*/ 485165 w 571128"/>
                    <a:gd name="connsiteY10" fmla="*/ 327424 h 761503"/>
                    <a:gd name="connsiteX11" fmla="*/ 487884 w 571128"/>
                    <a:gd name="connsiteY11" fmla="*/ 373658 h 761503"/>
                    <a:gd name="connsiteX12" fmla="*/ 485165 w 571128"/>
                    <a:gd name="connsiteY12" fmla="*/ 419892 h 761503"/>
                    <a:gd name="connsiteX13" fmla="*/ 485165 w 571128"/>
                    <a:gd name="connsiteY13" fmla="*/ 463407 h 761503"/>
                    <a:gd name="connsiteX14" fmla="*/ 482445 w 571128"/>
                    <a:gd name="connsiteY14" fmla="*/ 515080 h 761503"/>
                    <a:gd name="connsiteX15" fmla="*/ 482445 w 571128"/>
                    <a:gd name="connsiteY15" fmla="*/ 558595 h 761503"/>
                    <a:gd name="connsiteX16" fmla="*/ 479725 w 571128"/>
                    <a:gd name="connsiteY16" fmla="*/ 602109 h 761503"/>
                    <a:gd name="connsiteX17" fmla="*/ 485165 w 571128"/>
                    <a:gd name="connsiteY17" fmla="*/ 648343 h 761503"/>
                    <a:gd name="connsiteX18" fmla="*/ 474286 w 571128"/>
                    <a:gd name="connsiteY18" fmla="*/ 675540 h 761503"/>
                    <a:gd name="connsiteX19" fmla="*/ 428052 w 571128"/>
                    <a:gd name="connsiteY19" fmla="*/ 691858 h 761503"/>
                    <a:gd name="connsiteX20" fmla="*/ 387257 w 571128"/>
                    <a:gd name="connsiteY20" fmla="*/ 683699 h 761503"/>
                    <a:gd name="connsiteX21" fmla="*/ 351901 w 571128"/>
                    <a:gd name="connsiteY21" fmla="*/ 664661 h 761503"/>
                    <a:gd name="connsiteX22" fmla="*/ 305667 w 571128"/>
                    <a:gd name="connsiteY22" fmla="*/ 596670 h 761503"/>
                    <a:gd name="connsiteX23" fmla="*/ 270312 w 571128"/>
                    <a:gd name="connsiteY23" fmla="*/ 509641 h 761503"/>
                    <a:gd name="connsiteX24" fmla="*/ 251274 w 571128"/>
                    <a:gd name="connsiteY24" fmla="*/ 460687 h 761503"/>
                    <a:gd name="connsiteX25" fmla="*/ 224077 w 571128"/>
                    <a:gd name="connsiteY25" fmla="*/ 381817 h 761503"/>
                    <a:gd name="connsiteX26" fmla="*/ 207759 w 571128"/>
                    <a:gd name="connsiteY26" fmla="*/ 330144 h 761503"/>
                    <a:gd name="connsiteX27" fmla="*/ 191442 w 571128"/>
                    <a:gd name="connsiteY27" fmla="*/ 286629 h 761503"/>
                    <a:gd name="connsiteX28" fmla="*/ 183283 w 571128"/>
                    <a:gd name="connsiteY28" fmla="*/ 278470 h 761503"/>
                    <a:gd name="connsiteX29" fmla="*/ 180563 w 571128"/>
                    <a:gd name="connsiteY29" fmla="*/ 292069 h 761503"/>
                    <a:gd name="connsiteX30" fmla="*/ 180563 w 571128"/>
                    <a:gd name="connsiteY30" fmla="*/ 305667 h 761503"/>
                    <a:gd name="connsiteX31" fmla="*/ 183283 w 571128"/>
                    <a:gd name="connsiteY31" fmla="*/ 354621 h 761503"/>
                    <a:gd name="connsiteX32" fmla="*/ 188722 w 571128"/>
                    <a:gd name="connsiteY32" fmla="*/ 449809 h 761503"/>
                    <a:gd name="connsiteX33" fmla="*/ 188722 w 571128"/>
                    <a:gd name="connsiteY33" fmla="*/ 479725 h 761503"/>
                    <a:gd name="connsiteX34" fmla="*/ 188722 w 571128"/>
                    <a:gd name="connsiteY34" fmla="*/ 542277 h 761503"/>
                    <a:gd name="connsiteX35" fmla="*/ 186002 w 571128"/>
                    <a:gd name="connsiteY35" fmla="*/ 615708 h 761503"/>
                    <a:gd name="connsiteX36" fmla="*/ 186002 w 571128"/>
                    <a:gd name="connsiteY36" fmla="*/ 637465 h 761503"/>
                    <a:gd name="connsiteX37" fmla="*/ 183283 w 571128"/>
                    <a:gd name="connsiteY37" fmla="*/ 664661 h 761503"/>
                    <a:gd name="connsiteX38" fmla="*/ 226797 w 571128"/>
                    <a:gd name="connsiteY38" fmla="*/ 664661 h 761503"/>
                    <a:gd name="connsiteX39" fmla="*/ 253994 w 571128"/>
                    <a:gd name="connsiteY39" fmla="*/ 680979 h 761503"/>
                    <a:gd name="connsiteX40" fmla="*/ 248554 w 571128"/>
                    <a:gd name="connsiteY40" fmla="*/ 697297 h 761503"/>
                    <a:gd name="connsiteX41" fmla="*/ 234956 w 571128"/>
                    <a:gd name="connsiteY41" fmla="*/ 705456 h 761503"/>
                    <a:gd name="connsiteX42" fmla="*/ 218638 w 571128"/>
                    <a:gd name="connsiteY42" fmla="*/ 708176 h 761503"/>
                    <a:gd name="connsiteX43" fmla="*/ 183283 w 571128"/>
                    <a:gd name="connsiteY43" fmla="*/ 708176 h 761503"/>
                    <a:gd name="connsiteX44" fmla="*/ 150647 w 571128"/>
                    <a:gd name="connsiteY44" fmla="*/ 708176 h 761503"/>
                    <a:gd name="connsiteX45" fmla="*/ 107132 w 571128"/>
                    <a:gd name="connsiteY45" fmla="*/ 708176 h 761503"/>
                    <a:gd name="connsiteX46" fmla="*/ 88094 w 571128"/>
                    <a:gd name="connsiteY46" fmla="*/ 708176 h 761503"/>
                    <a:gd name="connsiteX47" fmla="*/ 69057 w 571128"/>
                    <a:gd name="connsiteY47" fmla="*/ 702737 h 761503"/>
                    <a:gd name="connsiteX48" fmla="*/ 58178 w 571128"/>
                    <a:gd name="connsiteY48" fmla="*/ 686419 h 761503"/>
                    <a:gd name="connsiteX49" fmla="*/ 60898 w 571128"/>
                    <a:gd name="connsiteY49" fmla="*/ 678260 h 761503"/>
                    <a:gd name="connsiteX50" fmla="*/ 77216 w 571128"/>
                    <a:gd name="connsiteY50" fmla="*/ 670101 h 761503"/>
                    <a:gd name="connsiteX51" fmla="*/ 120730 w 571128"/>
                    <a:gd name="connsiteY51" fmla="*/ 664661 h 761503"/>
                    <a:gd name="connsiteX52" fmla="*/ 131609 w 571128"/>
                    <a:gd name="connsiteY52" fmla="*/ 664661 h 761503"/>
                    <a:gd name="connsiteX53" fmla="*/ 134329 w 571128"/>
                    <a:gd name="connsiteY53" fmla="*/ 539557 h 761503"/>
                    <a:gd name="connsiteX54" fmla="*/ 134329 w 571128"/>
                    <a:gd name="connsiteY54" fmla="*/ 504202 h 761503"/>
                    <a:gd name="connsiteX55" fmla="*/ 131609 w 571128"/>
                    <a:gd name="connsiteY55" fmla="*/ 376378 h 761503"/>
                    <a:gd name="connsiteX56" fmla="*/ 131609 w 571128"/>
                    <a:gd name="connsiteY56" fmla="*/ 302947 h 761503"/>
                    <a:gd name="connsiteX57" fmla="*/ 134329 w 571128"/>
                    <a:gd name="connsiteY57" fmla="*/ 221357 h 761503"/>
                    <a:gd name="connsiteX58" fmla="*/ 137048 w 571128"/>
                    <a:gd name="connsiteY58" fmla="*/ 123450 h 761503"/>
                    <a:gd name="connsiteX59" fmla="*/ 107132 w 571128"/>
                    <a:gd name="connsiteY59" fmla="*/ 123450 h 761503"/>
                    <a:gd name="connsiteX60" fmla="*/ 88094 w 571128"/>
                    <a:gd name="connsiteY60" fmla="*/ 123450 h 761503"/>
                    <a:gd name="connsiteX61" fmla="*/ 69057 w 571128"/>
                    <a:gd name="connsiteY61" fmla="*/ 118011 h 761503"/>
                    <a:gd name="connsiteX62" fmla="*/ 58178 w 571128"/>
                    <a:gd name="connsiteY62" fmla="*/ 101693 h 761503"/>
                    <a:gd name="connsiteX63" fmla="*/ 60898 w 571128"/>
                    <a:gd name="connsiteY63" fmla="*/ 93534 h 761503"/>
                    <a:gd name="connsiteX64" fmla="*/ 77216 w 571128"/>
                    <a:gd name="connsiteY64" fmla="*/ 85375 h 761503"/>
                    <a:gd name="connsiteX65" fmla="*/ 131609 w 571128"/>
                    <a:gd name="connsiteY65" fmla="*/ 79936 h 761503"/>
                    <a:gd name="connsiteX66" fmla="*/ 161525 w 571128"/>
                    <a:gd name="connsiteY66" fmla="*/ 79936 h 761503"/>
                    <a:gd name="connsiteX67" fmla="*/ 177843 w 571128"/>
                    <a:gd name="connsiteY67" fmla="*/ 66337 h 761503"/>
                    <a:gd name="connsiteX68" fmla="*/ 202320 w 571128"/>
                    <a:gd name="connsiteY68" fmla="*/ 58178 h 761503"/>
                    <a:gd name="connsiteX69" fmla="*/ 234956 w 571128"/>
                    <a:gd name="connsiteY69" fmla="*/ 77216 h 761503"/>
                    <a:gd name="connsiteX70" fmla="*/ 251274 w 571128"/>
                    <a:gd name="connsiteY70" fmla="*/ 107132 h 761503"/>
                    <a:gd name="connsiteX71" fmla="*/ 267592 w 571128"/>
                    <a:gd name="connsiteY71" fmla="*/ 147927 h 761503"/>
                    <a:gd name="connsiteX72" fmla="*/ 281190 w 571128"/>
                    <a:gd name="connsiteY72" fmla="*/ 183282 h 761503"/>
                    <a:gd name="connsiteX73" fmla="*/ 297508 w 571128"/>
                    <a:gd name="connsiteY73" fmla="*/ 224077 h 761503"/>
                    <a:gd name="connsiteX74" fmla="*/ 308387 w 571128"/>
                    <a:gd name="connsiteY74" fmla="*/ 264872 h 761503"/>
                    <a:gd name="connsiteX75" fmla="*/ 319265 w 571128"/>
                    <a:gd name="connsiteY75" fmla="*/ 300228 h 761503"/>
                    <a:gd name="connsiteX76" fmla="*/ 351901 w 571128"/>
                    <a:gd name="connsiteY76" fmla="*/ 379098 h 761503"/>
                    <a:gd name="connsiteX77" fmla="*/ 365500 w 571128"/>
                    <a:gd name="connsiteY77" fmla="*/ 417173 h 761503"/>
                    <a:gd name="connsiteX78" fmla="*/ 379098 w 571128"/>
                    <a:gd name="connsiteY78" fmla="*/ 457968 h 761503"/>
                    <a:gd name="connsiteX79" fmla="*/ 395416 w 571128"/>
                    <a:gd name="connsiteY79" fmla="*/ 496043 h 761503"/>
                    <a:gd name="connsiteX80" fmla="*/ 406295 w 571128"/>
                    <a:gd name="connsiteY80" fmla="*/ 512361 h 761503"/>
                    <a:gd name="connsiteX81" fmla="*/ 411734 w 571128"/>
                    <a:gd name="connsiteY81" fmla="*/ 531398 h 761503"/>
                    <a:gd name="connsiteX82" fmla="*/ 419893 w 571128"/>
                    <a:gd name="connsiteY82" fmla="*/ 558595 h 761503"/>
                    <a:gd name="connsiteX83" fmla="*/ 425332 w 571128"/>
                    <a:gd name="connsiteY83" fmla="*/ 564034 h 761503"/>
                    <a:gd name="connsiteX84" fmla="*/ 430771 w 571128"/>
                    <a:gd name="connsiteY84" fmla="*/ 558595 h 761503"/>
                    <a:gd name="connsiteX85" fmla="*/ 430771 w 571128"/>
                    <a:gd name="connsiteY85" fmla="*/ 550436 h 761503"/>
                    <a:gd name="connsiteX86" fmla="*/ 430771 w 571128"/>
                    <a:gd name="connsiteY86" fmla="*/ 501482 h 761503"/>
                    <a:gd name="connsiteX87" fmla="*/ 430771 w 571128"/>
                    <a:gd name="connsiteY87" fmla="*/ 403575 h 761503"/>
                    <a:gd name="connsiteX88" fmla="*/ 425332 w 571128"/>
                    <a:gd name="connsiteY88" fmla="*/ 313826 h 761503"/>
                    <a:gd name="connsiteX89" fmla="*/ 425332 w 571128"/>
                    <a:gd name="connsiteY89" fmla="*/ 248554 h 761503"/>
                    <a:gd name="connsiteX90" fmla="*/ 425332 w 571128"/>
                    <a:gd name="connsiteY90" fmla="*/ 210479 h 761503"/>
                    <a:gd name="connsiteX91" fmla="*/ 422613 w 571128"/>
                    <a:gd name="connsiteY91" fmla="*/ 153366 h 761503"/>
                    <a:gd name="connsiteX92" fmla="*/ 425332 w 571128"/>
                    <a:gd name="connsiteY92" fmla="*/ 123450 h 761503"/>
                    <a:gd name="connsiteX93" fmla="*/ 398136 w 571128"/>
                    <a:gd name="connsiteY93" fmla="*/ 123450 h 761503"/>
                    <a:gd name="connsiteX94" fmla="*/ 379098 w 571128"/>
                    <a:gd name="connsiteY94" fmla="*/ 123450 h 761503"/>
                    <a:gd name="connsiteX95" fmla="*/ 360060 w 571128"/>
                    <a:gd name="connsiteY95" fmla="*/ 118011 h 761503"/>
                    <a:gd name="connsiteX96" fmla="*/ 349182 w 571128"/>
                    <a:gd name="connsiteY96" fmla="*/ 101693 h 761503"/>
                    <a:gd name="connsiteX97" fmla="*/ 351901 w 571128"/>
                    <a:gd name="connsiteY97" fmla="*/ 93534 h 761503"/>
                    <a:gd name="connsiteX98" fmla="*/ 368219 w 571128"/>
                    <a:gd name="connsiteY98" fmla="*/ 85375 h 761503"/>
                    <a:gd name="connsiteX99" fmla="*/ 422613 w 571128"/>
                    <a:gd name="connsiteY99" fmla="*/ 79936 h 761503"/>
                    <a:gd name="connsiteX100" fmla="*/ 444370 w 571128"/>
                    <a:gd name="connsiteY100" fmla="*/ 79936 h 761503"/>
                    <a:gd name="connsiteX101" fmla="*/ 463407 w 571128"/>
                    <a:gd name="connsiteY101" fmla="*/ 71776 h 761503"/>
                    <a:gd name="connsiteX102" fmla="*/ 477006 w 571128"/>
                    <a:gd name="connsiteY102" fmla="*/ 79936 h 761503"/>
                    <a:gd name="connsiteX103" fmla="*/ 512361 w 571128"/>
                    <a:gd name="connsiteY103" fmla="*/ 79936 h 761503"/>
                    <a:gd name="connsiteX104" fmla="*/ 512361 w 571128"/>
                    <a:gd name="connsiteY104" fmla="*/ 79936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</a:cxnLst>
                  <a:rect l="l" t="t" r="r" b="b"/>
                  <a:pathLst>
                    <a:path w="571128" h="761503">
                      <a:moveTo>
                        <a:pt x="512361" y="79936"/>
                      </a:moveTo>
                      <a:cubicBezTo>
                        <a:pt x="520520" y="79936"/>
                        <a:pt x="539558" y="79936"/>
                        <a:pt x="539558" y="96253"/>
                      </a:cubicBezTo>
                      <a:cubicBezTo>
                        <a:pt x="539558" y="104412"/>
                        <a:pt x="539558" y="107132"/>
                        <a:pt x="534118" y="112571"/>
                      </a:cubicBezTo>
                      <a:cubicBezTo>
                        <a:pt x="531399" y="118011"/>
                        <a:pt x="525960" y="120730"/>
                        <a:pt x="523240" y="120730"/>
                      </a:cubicBezTo>
                      <a:cubicBezTo>
                        <a:pt x="515081" y="123450"/>
                        <a:pt x="512361" y="123450"/>
                        <a:pt x="506922" y="123450"/>
                      </a:cubicBezTo>
                      <a:cubicBezTo>
                        <a:pt x="504202" y="123450"/>
                        <a:pt x="490604" y="123450"/>
                        <a:pt x="477006" y="123450"/>
                      </a:cubicBezTo>
                      <a:cubicBezTo>
                        <a:pt x="477006" y="131609"/>
                        <a:pt x="479725" y="137048"/>
                        <a:pt x="479725" y="145207"/>
                      </a:cubicBezTo>
                      <a:cubicBezTo>
                        <a:pt x="479725" y="156086"/>
                        <a:pt x="477006" y="166964"/>
                        <a:pt x="477006" y="180563"/>
                      </a:cubicBezTo>
                      <a:cubicBezTo>
                        <a:pt x="477006" y="196881"/>
                        <a:pt x="479725" y="215918"/>
                        <a:pt x="482445" y="232236"/>
                      </a:cubicBezTo>
                      <a:cubicBezTo>
                        <a:pt x="485165" y="248554"/>
                        <a:pt x="485165" y="267592"/>
                        <a:pt x="485165" y="283910"/>
                      </a:cubicBezTo>
                      <a:cubicBezTo>
                        <a:pt x="485165" y="297508"/>
                        <a:pt x="485165" y="313826"/>
                        <a:pt x="485165" y="327424"/>
                      </a:cubicBezTo>
                      <a:cubicBezTo>
                        <a:pt x="485165" y="343742"/>
                        <a:pt x="487884" y="357340"/>
                        <a:pt x="487884" y="373658"/>
                      </a:cubicBezTo>
                      <a:cubicBezTo>
                        <a:pt x="487884" y="389976"/>
                        <a:pt x="485165" y="403575"/>
                        <a:pt x="485165" y="419892"/>
                      </a:cubicBezTo>
                      <a:cubicBezTo>
                        <a:pt x="485165" y="436210"/>
                        <a:pt x="485165" y="449809"/>
                        <a:pt x="485165" y="463407"/>
                      </a:cubicBezTo>
                      <a:cubicBezTo>
                        <a:pt x="485165" y="479725"/>
                        <a:pt x="485165" y="498762"/>
                        <a:pt x="482445" y="515080"/>
                      </a:cubicBezTo>
                      <a:cubicBezTo>
                        <a:pt x="482445" y="528679"/>
                        <a:pt x="482445" y="542277"/>
                        <a:pt x="482445" y="558595"/>
                      </a:cubicBezTo>
                      <a:cubicBezTo>
                        <a:pt x="482445" y="572193"/>
                        <a:pt x="479725" y="588511"/>
                        <a:pt x="479725" y="602109"/>
                      </a:cubicBezTo>
                      <a:cubicBezTo>
                        <a:pt x="479725" y="615708"/>
                        <a:pt x="485165" y="632026"/>
                        <a:pt x="485165" y="648343"/>
                      </a:cubicBezTo>
                      <a:cubicBezTo>
                        <a:pt x="485165" y="659222"/>
                        <a:pt x="482445" y="670101"/>
                        <a:pt x="474286" y="675540"/>
                      </a:cubicBezTo>
                      <a:cubicBezTo>
                        <a:pt x="460688" y="686419"/>
                        <a:pt x="444370" y="691858"/>
                        <a:pt x="428052" y="691858"/>
                      </a:cubicBezTo>
                      <a:cubicBezTo>
                        <a:pt x="414454" y="691858"/>
                        <a:pt x="400855" y="689138"/>
                        <a:pt x="387257" y="683699"/>
                      </a:cubicBezTo>
                      <a:cubicBezTo>
                        <a:pt x="373659" y="678260"/>
                        <a:pt x="360060" y="672820"/>
                        <a:pt x="351901" y="664661"/>
                      </a:cubicBezTo>
                      <a:cubicBezTo>
                        <a:pt x="330144" y="645624"/>
                        <a:pt x="316546" y="621147"/>
                        <a:pt x="305667" y="596670"/>
                      </a:cubicBezTo>
                      <a:cubicBezTo>
                        <a:pt x="292069" y="569473"/>
                        <a:pt x="281190" y="539557"/>
                        <a:pt x="270312" y="509641"/>
                      </a:cubicBezTo>
                      <a:cubicBezTo>
                        <a:pt x="264872" y="493323"/>
                        <a:pt x="256713" y="477005"/>
                        <a:pt x="251274" y="460687"/>
                      </a:cubicBezTo>
                      <a:cubicBezTo>
                        <a:pt x="240395" y="433491"/>
                        <a:pt x="232236" y="409014"/>
                        <a:pt x="224077" y="381817"/>
                      </a:cubicBezTo>
                      <a:cubicBezTo>
                        <a:pt x="218638" y="365499"/>
                        <a:pt x="213199" y="346462"/>
                        <a:pt x="207759" y="330144"/>
                      </a:cubicBezTo>
                      <a:cubicBezTo>
                        <a:pt x="202320" y="316545"/>
                        <a:pt x="196881" y="300228"/>
                        <a:pt x="191442" y="286629"/>
                      </a:cubicBezTo>
                      <a:cubicBezTo>
                        <a:pt x="188722" y="281190"/>
                        <a:pt x="186002" y="278470"/>
                        <a:pt x="183283" y="278470"/>
                      </a:cubicBezTo>
                      <a:cubicBezTo>
                        <a:pt x="180563" y="278470"/>
                        <a:pt x="180563" y="286629"/>
                        <a:pt x="180563" y="292069"/>
                      </a:cubicBezTo>
                      <a:cubicBezTo>
                        <a:pt x="180563" y="297508"/>
                        <a:pt x="180563" y="302947"/>
                        <a:pt x="180563" y="305667"/>
                      </a:cubicBezTo>
                      <a:cubicBezTo>
                        <a:pt x="180563" y="321985"/>
                        <a:pt x="183283" y="338303"/>
                        <a:pt x="183283" y="354621"/>
                      </a:cubicBezTo>
                      <a:cubicBezTo>
                        <a:pt x="183283" y="387257"/>
                        <a:pt x="186002" y="417173"/>
                        <a:pt x="188722" y="449809"/>
                      </a:cubicBezTo>
                      <a:cubicBezTo>
                        <a:pt x="188722" y="460687"/>
                        <a:pt x="188722" y="468846"/>
                        <a:pt x="188722" y="479725"/>
                      </a:cubicBezTo>
                      <a:cubicBezTo>
                        <a:pt x="188722" y="501482"/>
                        <a:pt x="188722" y="523239"/>
                        <a:pt x="188722" y="542277"/>
                      </a:cubicBezTo>
                      <a:cubicBezTo>
                        <a:pt x="188722" y="566754"/>
                        <a:pt x="186002" y="591231"/>
                        <a:pt x="186002" y="615708"/>
                      </a:cubicBezTo>
                      <a:cubicBezTo>
                        <a:pt x="186002" y="623867"/>
                        <a:pt x="186002" y="632026"/>
                        <a:pt x="186002" y="637465"/>
                      </a:cubicBezTo>
                      <a:cubicBezTo>
                        <a:pt x="186002" y="645624"/>
                        <a:pt x="183283" y="656502"/>
                        <a:pt x="183283" y="664661"/>
                      </a:cubicBezTo>
                      <a:cubicBezTo>
                        <a:pt x="202320" y="664661"/>
                        <a:pt x="218638" y="664661"/>
                        <a:pt x="226797" y="664661"/>
                      </a:cubicBezTo>
                      <a:cubicBezTo>
                        <a:pt x="234956" y="664661"/>
                        <a:pt x="253994" y="664661"/>
                        <a:pt x="253994" y="680979"/>
                      </a:cubicBezTo>
                      <a:cubicBezTo>
                        <a:pt x="253994" y="689138"/>
                        <a:pt x="253994" y="691858"/>
                        <a:pt x="248554" y="697297"/>
                      </a:cubicBezTo>
                      <a:cubicBezTo>
                        <a:pt x="245835" y="702737"/>
                        <a:pt x="240395" y="705456"/>
                        <a:pt x="234956" y="705456"/>
                      </a:cubicBezTo>
                      <a:cubicBezTo>
                        <a:pt x="226797" y="708176"/>
                        <a:pt x="224077" y="708176"/>
                        <a:pt x="218638" y="708176"/>
                      </a:cubicBezTo>
                      <a:cubicBezTo>
                        <a:pt x="215918" y="708176"/>
                        <a:pt x="199600" y="708176"/>
                        <a:pt x="183283" y="708176"/>
                      </a:cubicBezTo>
                      <a:cubicBezTo>
                        <a:pt x="166965" y="708176"/>
                        <a:pt x="153366" y="708176"/>
                        <a:pt x="150647" y="708176"/>
                      </a:cubicBezTo>
                      <a:cubicBezTo>
                        <a:pt x="139768" y="708176"/>
                        <a:pt x="120730" y="708176"/>
                        <a:pt x="107132" y="708176"/>
                      </a:cubicBezTo>
                      <a:cubicBezTo>
                        <a:pt x="101693" y="708176"/>
                        <a:pt x="96253" y="708176"/>
                        <a:pt x="88094" y="708176"/>
                      </a:cubicBezTo>
                      <a:cubicBezTo>
                        <a:pt x="82655" y="708176"/>
                        <a:pt x="74496" y="708176"/>
                        <a:pt x="69057" y="702737"/>
                      </a:cubicBezTo>
                      <a:cubicBezTo>
                        <a:pt x="63618" y="700017"/>
                        <a:pt x="58178" y="691858"/>
                        <a:pt x="58178" y="686419"/>
                      </a:cubicBezTo>
                      <a:cubicBezTo>
                        <a:pt x="58178" y="683699"/>
                        <a:pt x="58178" y="680979"/>
                        <a:pt x="60898" y="678260"/>
                      </a:cubicBezTo>
                      <a:cubicBezTo>
                        <a:pt x="63618" y="675540"/>
                        <a:pt x="71777" y="672820"/>
                        <a:pt x="77216" y="670101"/>
                      </a:cubicBezTo>
                      <a:cubicBezTo>
                        <a:pt x="90814" y="667381"/>
                        <a:pt x="115291" y="664661"/>
                        <a:pt x="120730" y="664661"/>
                      </a:cubicBezTo>
                      <a:cubicBezTo>
                        <a:pt x="123450" y="664661"/>
                        <a:pt x="126170" y="664661"/>
                        <a:pt x="131609" y="664661"/>
                      </a:cubicBezTo>
                      <a:cubicBezTo>
                        <a:pt x="131609" y="623867"/>
                        <a:pt x="134329" y="583072"/>
                        <a:pt x="134329" y="539557"/>
                      </a:cubicBezTo>
                      <a:cubicBezTo>
                        <a:pt x="134329" y="528679"/>
                        <a:pt x="134329" y="515080"/>
                        <a:pt x="134329" y="504202"/>
                      </a:cubicBezTo>
                      <a:cubicBezTo>
                        <a:pt x="131609" y="460687"/>
                        <a:pt x="131609" y="417173"/>
                        <a:pt x="131609" y="376378"/>
                      </a:cubicBezTo>
                      <a:cubicBezTo>
                        <a:pt x="131609" y="351901"/>
                        <a:pt x="131609" y="327424"/>
                        <a:pt x="131609" y="302947"/>
                      </a:cubicBezTo>
                      <a:cubicBezTo>
                        <a:pt x="131609" y="275751"/>
                        <a:pt x="131609" y="248554"/>
                        <a:pt x="134329" y="221357"/>
                      </a:cubicBezTo>
                      <a:cubicBezTo>
                        <a:pt x="134329" y="188722"/>
                        <a:pt x="137048" y="156086"/>
                        <a:pt x="137048" y="123450"/>
                      </a:cubicBezTo>
                      <a:cubicBezTo>
                        <a:pt x="126170" y="123450"/>
                        <a:pt x="115291" y="123450"/>
                        <a:pt x="107132" y="123450"/>
                      </a:cubicBezTo>
                      <a:cubicBezTo>
                        <a:pt x="101693" y="123450"/>
                        <a:pt x="96253" y="123450"/>
                        <a:pt x="88094" y="123450"/>
                      </a:cubicBezTo>
                      <a:cubicBezTo>
                        <a:pt x="82655" y="123450"/>
                        <a:pt x="74496" y="120730"/>
                        <a:pt x="69057" y="118011"/>
                      </a:cubicBezTo>
                      <a:cubicBezTo>
                        <a:pt x="63618" y="115291"/>
                        <a:pt x="58178" y="107132"/>
                        <a:pt x="58178" y="101693"/>
                      </a:cubicBezTo>
                      <a:cubicBezTo>
                        <a:pt x="58178" y="98973"/>
                        <a:pt x="58178" y="96253"/>
                        <a:pt x="60898" y="93534"/>
                      </a:cubicBezTo>
                      <a:cubicBezTo>
                        <a:pt x="63618" y="90814"/>
                        <a:pt x="71777" y="88095"/>
                        <a:pt x="77216" y="85375"/>
                      </a:cubicBezTo>
                      <a:cubicBezTo>
                        <a:pt x="90814" y="82655"/>
                        <a:pt x="126170" y="79936"/>
                        <a:pt x="131609" y="79936"/>
                      </a:cubicBezTo>
                      <a:cubicBezTo>
                        <a:pt x="137048" y="79936"/>
                        <a:pt x="147927" y="79936"/>
                        <a:pt x="161525" y="79936"/>
                      </a:cubicBezTo>
                      <a:cubicBezTo>
                        <a:pt x="166965" y="74496"/>
                        <a:pt x="172404" y="71776"/>
                        <a:pt x="177843" y="66337"/>
                      </a:cubicBezTo>
                      <a:cubicBezTo>
                        <a:pt x="186002" y="60898"/>
                        <a:pt x="194161" y="58178"/>
                        <a:pt x="202320" y="58178"/>
                      </a:cubicBezTo>
                      <a:cubicBezTo>
                        <a:pt x="215918" y="58178"/>
                        <a:pt x="226797" y="63618"/>
                        <a:pt x="234956" y="77216"/>
                      </a:cubicBezTo>
                      <a:cubicBezTo>
                        <a:pt x="240395" y="88095"/>
                        <a:pt x="248554" y="96253"/>
                        <a:pt x="251274" y="107132"/>
                      </a:cubicBezTo>
                      <a:cubicBezTo>
                        <a:pt x="256713" y="120730"/>
                        <a:pt x="259433" y="134329"/>
                        <a:pt x="267592" y="147927"/>
                      </a:cubicBezTo>
                      <a:cubicBezTo>
                        <a:pt x="273031" y="158806"/>
                        <a:pt x="275751" y="172404"/>
                        <a:pt x="281190" y="183282"/>
                      </a:cubicBezTo>
                      <a:cubicBezTo>
                        <a:pt x="286630" y="196881"/>
                        <a:pt x="292069" y="210479"/>
                        <a:pt x="297508" y="224077"/>
                      </a:cubicBezTo>
                      <a:cubicBezTo>
                        <a:pt x="300228" y="237676"/>
                        <a:pt x="305667" y="251274"/>
                        <a:pt x="308387" y="264872"/>
                      </a:cubicBezTo>
                      <a:cubicBezTo>
                        <a:pt x="311107" y="278470"/>
                        <a:pt x="311107" y="289349"/>
                        <a:pt x="319265" y="300228"/>
                      </a:cubicBezTo>
                      <a:cubicBezTo>
                        <a:pt x="332864" y="324704"/>
                        <a:pt x="346462" y="351901"/>
                        <a:pt x="351901" y="379098"/>
                      </a:cubicBezTo>
                      <a:cubicBezTo>
                        <a:pt x="354621" y="392696"/>
                        <a:pt x="360060" y="403575"/>
                        <a:pt x="365500" y="417173"/>
                      </a:cubicBezTo>
                      <a:cubicBezTo>
                        <a:pt x="373659" y="430771"/>
                        <a:pt x="373659" y="444369"/>
                        <a:pt x="379098" y="457968"/>
                      </a:cubicBezTo>
                      <a:cubicBezTo>
                        <a:pt x="381818" y="471566"/>
                        <a:pt x="387257" y="482445"/>
                        <a:pt x="395416" y="496043"/>
                      </a:cubicBezTo>
                      <a:cubicBezTo>
                        <a:pt x="398136" y="501482"/>
                        <a:pt x="403575" y="506921"/>
                        <a:pt x="406295" y="512361"/>
                      </a:cubicBezTo>
                      <a:cubicBezTo>
                        <a:pt x="409014" y="517800"/>
                        <a:pt x="409014" y="525959"/>
                        <a:pt x="411734" y="531398"/>
                      </a:cubicBezTo>
                      <a:cubicBezTo>
                        <a:pt x="414454" y="539557"/>
                        <a:pt x="417173" y="550436"/>
                        <a:pt x="419893" y="558595"/>
                      </a:cubicBezTo>
                      <a:cubicBezTo>
                        <a:pt x="422613" y="561314"/>
                        <a:pt x="422613" y="564034"/>
                        <a:pt x="425332" y="564034"/>
                      </a:cubicBezTo>
                      <a:cubicBezTo>
                        <a:pt x="428052" y="564034"/>
                        <a:pt x="428052" y="561314"/>
                        <a:pt x="430771" y="558595"/>
                      </a:cubicBezTo>
                      <a:cubicBezTo>
                        <a:pt x="430771" y="555875"/>
                        <a:pt x="430771" y="553156"/>
                        <a:pt x="430771" y="550436"/>
                      </a:cubicBezTo>
                      <a:cubicBezTo>
                        <a:pt x="430771" y="534118"/>
                        <a:pt x="430771" y="517800"/>
                        <a:pt x="430771" y="501482"/>
                      </a:cubicBezTo>
                      <a:cubicBezTo>
                        <a:pt x="430771" y="468846"/>
                        <a:pt x="433491" y="436210"/>
                        <a:pt x="430771" y="403575"/>
                      </a:cubicBezTo>
                      <a:cubicBezTo>
                        <a:pt x="430771" y="373658"/>
                        <a:pt x="425332" y="343742"/>
                        <a:pt x="425332" y="313826"/>
                      </a:cubicBezTo>
                      <a:cubicBezTo>
                        <a:pt x="425332" y="292069"/>
                        <a:pt x="425332" y="270311"/>
                        <a:pt x="425332" y="248554"/>
                      </a:cubicBezTo>
                      <a:cubicBezTo>
                        <a:pt x="425332" y="234956"/>
                        <a:pt x="425332" y="224077"/>
                        <a:pt x="425332" y="210479"/>
                      </a:cubicBezTo>
                      <a:cubicBezTo>
                        <a:pt x="425332" y="191441"/>
                        <a:pt x="422613" y="172404"/>
                        <a:pt x="422613" y="153366"/>
                      </a:cubicBezTo>
                      <a:cubicBezTo>
                        <a:pt x="422613" y="142488"/>
                        <a:pt x="422613" y="134329"/>
                        <a:pt x="425332" y="123450"/>
                      </a:cubicBezTo>
                      <a:cubicBezTo>
                        <a:pt x="417173" y="123450"/>
                        <a:pt x="406295" y="123450"/>
                        <a:pt x="398136" y="123450"/>
                      </a:cubicBezTo>
                      <a:cubicBezTo>
                        <a:pt x="392696" y="123450"/>
                        <a:pt x="387257" y="123450"/>
                        <a:pt x="379098" y="123450"/>
                      </a:cubicBezTo>
                      <a:cubicBezTo>
                        <a:pt x="373659" y="123450"/>
                        <a:pt x="365500" y="120730"/>
                        <a:pt x="360060" y="118011"/>
                      </a:cubicBezTo>
                      <a:cubicBezTo>
                        <a:pt x="354621" y="115291"/>
                        <a:pt x="349182" y="107132"/>
                        <a:pt x="349182" y="101693"/>
                      </a:cubicBezTo>
                      <a:cubicBezTo>
                        <a:pt x="349182" y="98973"/>
                        <a:pt x="349182" y="96253"/>
                        <a:pt x="351901" y="93534"/>
                      </a:cubicBezTo>
                      <a:cubicBezTo>
                        <a:pt x="354621" y="90814"/>
                        <a:pt x="362780" y="88095"/>
                        <a:pt x="368219" y="85375"/>
                      </a:cubicBezTo>
                      <a:cubicBezTo>
                        <a:pt x="381818" y="82655"/>
                        <a:pt x="417173" y="79936"/>
                        <a:pt x="422613" y="79936"/>
                      </a:cubicBezTo>
                      <a:cubicBezTo>
                        <a:pt x="428052" y="79936"/>
                        <a:pt x="433491" y="79936"/>
                        <a:pt x="444370" y="79936"/>
                      </a:cubicBezTo>
                      <a:cubicBezTo>
                        <a:pt x="449809" y="74496"/>
                        <a:pt x="455248" y="71776"/>
                        <a:pt x="463407" y="71776"/>
                      </a:cubicBezTo>
                      <a:cubicBezTo>
                        <a:pt x="471566" y="71776"/>
                        <a:pt x="477006" y="74496"/>
                        <a:pt x="477006" y="79936"/>
                      </a:cubicBezTo>
                      <a:cubicBezTo>
                        <a:pt x="490604" y="82655"/>
                        <a:pt x="504202" y="79936"/>
                        <a:pt x="512361" y="79936"/>
                      </a:cubicBezTo>
                      <a:lnTo>
                        <a:pt x="512361" y="79936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>
                    <a:ln>
                      <a:noFill/>
                    </a:ln>
                    <a:solidFill>
                      <a:srgbClr val="666666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89" name="Freeform: Shape 38">
                  <a:extLst>
                    <a:ext uri="{FF2B5EF4-FFF2-40B4-BE49-F238E27FC236}">
                      <a16:creationId xmlns:a16="http://schemas.microsoft.com/office/drawing/2014/main" id="{4F1250B0-571E-4A42-BC79-5A4379D4C074}"/>
                    </a:ext>
                  </a:extLst>
                </p:cNvPr>
                <p:cNvSpPr/>
                <p:nvPr/>
              </p:nvSpPr>
              <p:spPr>
                <a:xfrm>
                  <a:off x="2987430" y="4242177"/>
                  <a:ext cx="494979" cy="674476"/>
                </a:xfrm>
                <a:custGeom>
                  <a:avLst/>
                  <a:gdLst>
                    <a:gd name="connsiteX0" fmla="*/ 228453 w 494979"/>
                    <a:gd name="connsiteY0" fmla="*/ 97907 h 674476"/>
                    <a:gd name="connsiteX1" fmla="*/ 212135 w 494979"/>
                    <a:gd name="connsiteY1" fmla="*/ 119665 h 674476"/>
                    <a:gd name="connsiteX2" fmla="*/ 203976 w 494979"/>
                    <a:gd name="connsiteY2" fmla="*/ 152300 h 674476"/>
                    <a:gd name="connsiteX3" fmla="*/ 201256 w 494979"/>
                    <a:gd name="connsiteY3" fmla="*/ 168618 h 674476"/>
                    <a:gd name="connsiteX4" fmla="*/ 198537 w 494979"/>
                    <a:gd name="connsiteY4" fmla="*/ 184936 h 674476"/>
                    <a:gd name="connsiteX5" fmla="*/ 190378 w 494979"/>
                    <a:gd name="connsiteY5" fmla="*/ 220292 h 674476"/>
                    <a:gd name="connsiteX6" fmla="*/ 171340 w 494979"/>
                    <a:gd name="connsiteY6" fmla="*/ 291003 h 674476"/>
                    <a:gd name="connsiteX7" fmla="*/ 163180 w 494979"/>
                    <a:gd name="connsiteY7" fmla="*/ 323639 h 674476"/>
                    <a:gd name="connsiteX8" fmla="*/ 152302 w 494979"/>
                    <a:gd name="connsiteY8" fmla="*/ 361714 h 674476"/>
                    <a:gd name="connsiteX9" fmla="*/ 146862 w 494979"/>
                    <a:gd name="connsiteY9" fmla="*/ 388910 h 674476"/>
                    <a:gd name="connsiteX10" fmla="*/ 152302 w 494979"/>
                    <a:gd name="connsiteY10" fmla="*/ 391630 h 674476"/>
                    <a:gd name="connsiteX11" fmla="*/ 174060 w 494979"/>
                    <a:gd name="connsiteY11" fmla="*/ 391630 h 674476"/>
                    <a:gd name="connsiteX12" fmla="*/ 195817 w 494979"/>
                    <a:gd name="connsiteY12" fmla="*/ 388910 h 674476"/>
                    <a:gd name="connsiteX13" fmla="*/ 214855 w 494979"/>
                    <a:gd name="connsiteY13" fmla="*/ 388910 h 674476"/>
                    <a:gd name="connsiteX14" fmla="*/ 239332 w 494979"/>
                    <a:gd name="connsiteY14" fmla="*/ 388910 h 674476"/>
                    <a:gd name="connsiteX15" fmla="*/ 252930 w 494979"/>
                    <a:gd name="connsiteY15" fmla="*/ 386191 h 674476"/>
                    <a:gd name="connsiteX16" fmla="*/ 261089 w 494979"/>
                    <a:gd name="connsiteY16" fmla="*/ 386191 h 674476"/>
                    <a:gd name="connsiteX17" fmla="*/ 258369 w 494979"/>
                    <a:gd name="connsiteY17" fmla="*/ 367153 h 674476"/>
                    <a:gd name="connsiteX18" fmla="*/ 252930 w 494979"/>
                    <a:gd name="connsiteY18" fmla="*/ 331797 h 674476"/>
                    <a:gd name="connsiteX19" fmla="*/ 250210 w 494979"/>
                    <a:gd name="connsiteY19" fmla="*/ 244769 h 674476"/>
                    <a:gd name="connsiteX20" fmla="*/ 244771 w 494979"/>
                    <a:gd name="connsiteY20" fmla="*/ 203974 h 674476"/>
                    <a:gd name="connsiteX21" fmla="*/ 239332 w 494979"/>
                    <a:gd name="connsiteY21" fmla="*/ 157740 h 674476"/>
                    <a:gd name="connsiteX22" fmla="*/ 236612 w 494979"/>
                    <a:gd name="connsiteY22" fmla="*/ 119665 h 674476"/>
                    <a:gd name="connsiteX23" fmla="*/ 228453 w 494979"/>
                    <a:gd name="connsiteY23" fmla="*/ 97907 h 674476"/>
                    <a:gd name="connsiteX24" fmla="*/ 274687 w 494979"/>
                    <a:gd name="connsiteY24" fmla="*/ 0 h 674476"/>
                    <a:gd name="connsiteX25" fmla="*/ 304603 w 494979"/>
                    <a:gd name="connsiteY25" fmla="*/ 5439 h 674476"/>
                    <a:gd name="connsiteX26" fmla="*/ 320921 w 494979"/>
                    <a:gd name="connsiteY26" fmla="*/ 24477 h 674476"/>
                    <a:gd name="connsiteX27" fmla="*/ 334519 w 494979"/>
                    <a:gd name="connsiteY27" fmla="*/ 43515 h 674476"/>
                    <a:gd name="connsiteX28" fmla="*/ 339959 w 494979"/>
                    <a:gd name="connsiteY28" fmla="*/ 65272 h 674476"/>
                    <a:gd name="connsiteX29" fmla="*/ 348118 w 494979"/>
                    <a:gd name="connsiteY29" fmla="*/ 114226 h 674476"/>
                    <a:gd name="connsiteX30" fmla="*/ 361716 w 494979"/>
                    <a:gd name="connsiteY30" fmla="*/ 163180 h 674476"/>
                    <a:gd name="connsiteX31" fmla="*/ 369875 w 494979"/>
                    <a:gd name="connsiteY31" fmla="*/ 220293 h 674476"/>
                    <a:gd name="connsiteX32" fmla="*/ 378034 w 494979"/>
                    <a:gd name="connsiteY32" fmla="*/ 274686 h 674476"/>
                    <a:gd name="connsiteX33" fmla="*/ 383473 w 494979"/>
                    <a:gd name="connsiteY33" fmla="*/ 301883 h 674476"/>
                    <a:gd name="connsiteX34" fmla="*/ 391632 w 494979"/>
                    <a:gd name="connsiteY34" fmla="*/ 337238 h 674476"/>
                    <a:gd name="connsiteX35" fmla="*/ 397071 w 494979"/>
                    <a:gd name="connsiteY35" fmla="*/ 364435 h 674476"/>
                    <a:gd name="connsiteX36" fmla="*/ 405230 w 494979"/>
                    <a:gd name="connsiteY36" fmla="*/ 383473 h 674476"/>
                    <a:gd name="connsiteX37" fmla="*/ 416109 w 494979"/>
                    <a:gd name="connsiteY37" fmla="*/ 386192 h 674476"/>
                    <a:gd name="connsiteX38" fmla="*/ 426988 w 494979"/>
                    <a:gd name="connsiteY38" fmla="*/ 386192 h 674476"/>
                    <a:gd name="connsiteX39" fmla="*/ 454184 w 494979"/>
                    <a:gd name="connsiteY39" fmla="*/ 397071 h 674476"/>
                    <a:gd name="connsiteX40" fmla="*/ 456904 w 494979"/>
                    <a:gd name="connsiteY40" fmla="*/ 405230 h 674476"/>
                    <a:gd name="connsiteX41" fmla="*/ 451465 w 494979"/>
                    <a:gd name="connsiteY41" fmla="*/ 416108 h 674476"/>
                    <a:gd name="connsiteX42" fmla="*/ 432427 w 494979"/>
                    <a:gd name="connsiteY42" fmla="*/ 429707 h 674476"/>
                    <a:gd name="connsiteX43" fmla="*/ 421548 w 494979"/>
                    <a:gd name="connsiteY43" fmla="*/ 432426 h 674476"/>
                    <a:gd name="connsiteX44" fmla="*/ 413389 w 494979"/>
                    <a:gd name="connsiteY44" fmla="*/ 435146 h 674476"/>
                    <a:gd name="connsiteX45" fmla="*/ 413389 w 494979"/>
                    <a:gd name="connsiteY45" fmla="*/ 440585 h 674476"/>
                    <a:gd name="connsiteX46" fmla="*/ 416109 w 494979"/>
                    <a:gd name="connsiteY46" fmla="*/ 451464 h 674476"/>
                    <a:gd name="connsiteX47" fmla="*/ 418829 w 494979"/>
                    <a:gd name="connsiteY47" fmla="*/ 465062 h 674476"/>
                    <a:gd name="connsiteX48" fmla="*/ 418829 w 494979"/>
                    <a:gd name="connsiteY48" fmla="*/ 475941 h 674476"/>
                    <a:gd name="connsiteX49" fmla="*/ 418829 w 494979"/>
                    <a:gd name="connsiteY49" fmla="*/ 486820 h 674476"/>
                    <a:gd name="connsiteX50" fmla="*/ 426988 w 494979"/>
                    <a:gd name="connsiteY50" fmla="*/ 516736 h 674476"/>
                    <a:gd name="connsiteX51" fmla="*/ 432427 w 494979"/>
                    <a:gd name="connsiteY51" fmla="*/ 543932 h 674476"/>
                    <a:gd name="connsiteX52" fmla="*/ 437866 w 494979"/>
                    <a:gd name="connsiteY52" fmla="*/ 573848 h 674476"/>
                    <a:gd name="connsiteX53" fmla="*/ 443306 w 494979"/>
                    <a:gd name="connsiteY53" fmla="*/ 606484 h 674476"/>
                    <a:gd name="connsiteX54" fmla="*/ 446025 w 494979"/>
                    <a:gd name="connsiteY54" fmla="*/ 617363 h 674476"/>
                    <a:gd name="connsiteX55" fmla="*/ 470502 w 494979"/>
                    <a:gd name="connsiteY55" fmla="*/ 617363 h 674476"/>
                    <a:gd name="connsiteX56" fmla="*/ 494979 w 494979"/>
                    <a:gd name="connsiteY56" fmla="*/ 641840 h 674476"/>
                    <a:gd name="connsiteX57" fmla="*/ 486820 w 494979"/>
                    <a:gd name="connsiteY57" fmla="*/ 655438 h 674476"/>
                    <a:gd name="connsiteX58" fmla="*/ 470502 w 494979"/>
                    <a:gd name="connsiteY58" fmla="*/ 663597 h 674476"/>
                    <a:gd name="connsiteX59" fmla="*/ 446025 w 494979"/>
                    <a:gd name="connsiteY59" fmla="*/ 666317 h 674476"/>
                    <a:gd name="connsiteX60" fmla="*/ 424268 w 494979"/>
                    <a:gd name="connsiteY60" fmla="*/ 666317 h 674476"/>
                    <a:gd name="connsiteX61" fmla="*/ 416109 w 494979"/>
                    <a:gd name="connsiteY61" fmla="*/ 666317 h 674476"/>
                    <a:gd name="connsiteX62" fmla="*/ 402511 w 494979"/>
                    <a:gd name="connsiteY62" fmla="*/ 671756 h 674476"/>
                    <a:gd name="connsiteX63" fmla="*/ 386193 w 494979"/>
                    <a:gd name="connsiteY63" fmla="*/ 674476 h 674476"/>
                    <a:gd name="connsiteX64" fmla="*/ 350837 w 494979"/>
                    <a:gd name="connsiteY64" fmla="*/ 669036 h 674476"/>
                    <a:gd name="connsiteX65" fmla="*/ 329080 w 494979"/>
                    <a:gd name="connsiteY65" fmla="*/ 669036 h 674476"/>
                    <a:gd name="connsiteX66" fmla="*/ 280126 w 494979"/>
                    <a:gd name="connsiteY66" fmla="*/ 669036 h 674476"/>
                    <a:gd name="connsiteX67" fmla="*/ 255649 w 494979"/>
                    <a:gd name="connsiteY67" fmla="*/ 663597 h 674476"/>
                    <a:gd name="connsiteX68" fmla="*/ 239331 w 494979"/>
                    <a:gd name="connsiteY68" fmla="*/ 647279 h 674476"/>
                    <a:gd name="connsiteX69" fmla="*/ 263808 w 494979"/>
                    <a:gd name="connsiteY69" fmla="*/ 630961 h 674476"/>
                    <a:gd name="connsiteX70" fmla="*/ 291005 w 494979"/>
                    <a:gd name="connsiteY70" fmla="*/ 628241 h 674476"/>
                    <a:gd name="connsiteX71" fmla="*/ 288285 w 494979"/>
                    <a:gd name="connsiteY71" fmla="*/ 609204 h 674476"/>
                    <a:gd name="connsiteX72" fmla="*/ 285565 w 494979"/>
                    <a:gd name="connsiteY72" fmla="*/ 582007 h 674476"/>
                    <a:gd name="connsiteX73" fmla="*/ 282846 w 494979"/>
                    <a:gd name="connsiteY73" fmla="*/ 568409 h 674476"/>
                    <a:gd name="connsiteX74" fmla="*/ 285565 w 494979"/>
                    <a:gd name="connsiteY74" fmla="*/ 554811 h 674476"/>
                    <a:gd name="connsiteX75" fmla="*/ 280126 w 494979"/>
                    <a:gd name="connsiteY75" fmla="*/ 538493 h 674476"/>
                    <a:gd name="connsiteX76" fmla="*/ 274687 w 494979"/>
                    <a:gd name="connsiteY76" fmla="*/ 505857 h 674476"/>
                    <a:gd name="connsiteX77" fmla="*/ 271967 w 494979"/>
                    <a:gd name="connsiteY77" fmla="*/ 478660 h 674476"/>
                    <a:gd name="connsiteX78" fmla="*/ 269247 w 494979"/>
                    <a:gd name="connsiteY78" fmla="*/ 446025 h 674476"/>
                    <a:gd name="connsiteX79" fmla="*/ 263808 w 494979"/>
                    <a:gd name="connsiteY79" fmla="*/ 437866 h 674476"/>
                    <a:gd name="connsiteX80" fmla="*/ 252929 w 494979"/>
                    <a:gd name="connsiteY80" fmla="*/ 437866 h 674476"/>
                    <a:gd name="connsiteX81" fmla="*/ 223013 w 494979"/>
                    <a:gd name="connsiteY81" fmla="*/ 440585 h 674476"/>
                    <a:gd name="connsiteX82" fmla="*/ 193097 w 494979"/>
                    <a:gd name="connsiteY82" fmla="*/ 443305 h 674476"/>
                    <a:gd name="connsiteX83" fmla="*/ 168620 w 494979"/>
                    <a:gd name="connsiteY83" fmla="*/ 443305 h 674476"/>
                    <a:gd name="connsiteX84" fmla="*/ 146862 w 494979"/>
                    <a:gd name="connsiteY84" fmla="*/ 440585 h 674476"/>
                    <a:gd name="connsiteX85" fmla="*/ 138703 w 494979"/>
                    <a:gd name="connsiteY85" fmla="*/ 454184 h 674476"/>
                    <a:gd name="connsiteX86" fmla="*/ 133263 w 494979"/>
                    <a:gd name="connsiteY86" fmla="*/ 486820 h 674476"/>
                    <a:gd name="connsiteX87" fmla="*/ 122385 w 494979"/>
                    <a:gd name="connsiteY87" fmla="*/ 541213 h 674476"/>
                    <a:gd name="connsiteX88" fmla="*/ 106067 w 494979"/>
                    <a:gd name="connsiteY88" fmla="*/ 614643 h 674476"/>
                    <a:gd name="connsiteX89" fmla="*/ 135983 w 494979"/>
                    <a:gd name="connsiteY89" fmla="*/ 614643 h 674476"/>
                    <a:gd name="connsiteX90" fmla="*/ 171340 w 494979"/>
                    <a:gd name="connsiteY90" fmla="*/ 630961 h 674476"/>
                    <a:gd name="connsiteX91" fmla="*/ 165900 w 494979"/>
                    <a:gd name="connsiteY91" fmla="*/ 647279 h 674476"/>
                    <a:gd name="connsiteX92" fmla="*/ 149581 w 494979"/>
                    <a:gd name="connsiteY92" fmla="*/ 655438 h 674476"/>
                    <a:gd name="connsiteX93" fmla="*/ 127824 w 494979"/>
                    <a:gd name="connsiteY93" fmla="*/ 658158 h 674476"/>
                    <a:gd name="connsiteX94" fmla="*/ 106067 w 494979"/>
                    <a:gd name="connsiteY94" fmla="*/ 658158 h 674476"/>
                    <a:gd name="connsiteX95" fmla="*/ 62552 w 494979"/>
                    <a:gd name="connsiteY95" fmla="*/ 658158 h 674476"/>
                    <a:gd name="connsiteX96" fmla="*/ 40795 w 494979"/>
                    <a:gd name="connsiteY96" fmla="*/ 658158 h 674476"/>
                    <a:gd name="connsiteX97" fmla="*/ 16318 w 494979"/>
                    <a:gd name="connsiteY97" fmla="*/ 652718 h 674476"/>
                    <a:gd name="connsiteX98" fmla="*/ 0 w 494979"/>
                    <a:gd name="connsiteY98" fmla="*/ 636401 h 674476"/>
                    <a:gd name="connsiteX99" fmla="*/ 2720 w 494979"/>
                    <a:gd name="connsiteY99" fmla="*/ 628241 h 674476"/>
                    <a:gd name="connsiteX100" fmla="*/ 24477 w 494979"/>
                    <a:gd name="connsiteY100" fmla="*/ 620082 h 674476"/>
                    <a:gd name="connsiteX101" fmla="*/ 62552 w 494979"/>
                    <a:gd name="connsiteY101" fmla="*/ 617363 h 674476"/>
                    <a:gd name="connsiteX102" fmla="*/ 62552 w 494979"/>
                    <a:gd name="connsiteY102" fmla="*/ 614643 h 674476"/>
                    <a:gd name="connsiteX103" fmla="*/ 65272 w 494979"/>
                    <a:gd name="connsiteY103" fmla="*/ 587447 h 674476"/>
                    <a:gd name="connsiteX104" fmla="*/ 76151 w 494979"/>
                    <a:gd name="connsiteY104" fmla="*/ 522175 h 674476"/>
                    <a:gd name="connsiteX105" fmla="*/ 87029 w 494979"/>
                    <a:gd name="connsiteY105" fmla="*/ 470501 h 674476"/>
                    <a:gd name="connsiteX106" fmla="*/ 92469 w 494979"/>
                    <a:gd name="connsiteY106" fmla="*/ 446025 h 674476"/>
                    <a:gd name="connsiteX107" fmla="*/ 65272 w 494979"/>
                    <a:gd name="connsiteY107" fmla="*/ 432426 h 674476"/>
                    <a:gd name="connsiteX108" fmla="*/ 54393 w 494979"/>
                    <a:gd name="connsiteY108" fmla="*/ 421548 h 674476"/>
                    <a:gd name="connsiteX109" fmla="*/ 73431 w 494979"/>
                    <a:gd name="connsiteY109" fmla="*/ 407949 h 674476"/>
                    <a:gd name="connsiteX110" fmla="*/ 100628 w 494979"/>
                    <a:gd name="connsiteY110" fmla="*/ 399790 h 674476"/>
                    <a:gd name="connsiteX111" fmla="*/ 108787 w 494979"/>
                    <a:gd name="connsiteY111" fmla="*/ 369874 h 674476"/>
                    <a:gd name="connsiteX112" fmla="*/ 125105 w 494979"/>
                    <a:gd name="connsiteY112" fmla="*/ 307322 h 674476"/>
                    <a:gd name="connsiteX113" fmla="*/ 141423 w 494979"/>
                    <a:gd name="connsiteY113" fmla="*/ 242051 h 674476"/>
                    <a:gd name="connsiteX114" fmla="*/ 155021 w 494979"/>
                    <a:gd name="connsiteY114" fmla="*/ 179498 h 674476"/>
                    <a:gd name="connsiteX115" fmla="*/ 168620 w 494979"/>
                    <a:gd name="connsiteY115" fmla="*/ 119665 h 674476"/>
                    <a:gd name="connsiteX116" fmla="*/ 193097 w 494979"/>
                    <a:gd name="connsiteY116" fmla="*/ 57113 h 674476"/>
                    <a:gd name="connsiteX117" fmla="*/ 201256 w 494979"/>
                    <a:gd name="connsiteY117" fmla="*/ 38075 h 674476"/>
                    <a:gd name="connsiteX118" fmla="*/ 217574 w 494979"/>
                    <a:gd name="connsiteY118" fmla="*/ 13598 h 674476"/>
                    <a:gd name="connsiteX119" fmla="*/ 274687 w 494979"/>
                    <a:gd name="connsiteY119" fmla="*/ 0 h 6744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</a:cxnLst>
                  <a:rect l="l" t="t" r="r" b="b"/>
                  <a:pathLst>
                    <a:path w="494979" h="674476">
                      <a:moveTo>
                        <a:pt x="228453" y="97907"/>
                      </a:moveTo>
                      <a:cubicBezTo>
                        <a:pt x="220294" y="97907"/>
                        <a:pt x="212135" y="114225"/>
                        <a:pt x="212135" y="119665"/>
                      </a:cubicBezTo>
                      <a:cubicBezTo>
                        <a:pt x="209415" y="130543"/>
                        <a:pt x="206696" y="144141"/>
                        <a:pt x="203976" y="152300"/>
                      </a:cubicBezTo>
                      <a:cubicBezTo>
                        <a:pt x="201256" y="157740"/>
                        <a:pt x="201256" y="163179"/>
                        <a:pt x="201256" y="168618"/>
                      </a:cubicBezTo>
                      <a:cubicBezTo>
                        <a:pt x="201256" y="174058"/>
                        <a:pt x="198537" y="179497"/>
                        <a:pt x="198537" y="184936"/>
                      </a:cubicBezTo>
                      <a:cubicBezTo>
                        <a:pt x="195817" y="195815"/>
                        <a:pt x="193097" y="209413"/>
                        <a:pt x="190378" y="220292"/>
                      </a:cubicBezTo>
                      <a:cubicBezTo>
                        <a:pt x="187658" y="244769"/>
                        <a:pt x="179499" y="269246"/>
                        <a:pt x="171340" y="291003"/>
                      </a:cubicBezTo>
                      <a:cubicBezTo>
                        <a:pt x="168620" y="301881"/>
                        <a:pt x="165900" y="312760"/>
                        <a:pt x="163180" y="323639"/>
                      </a:cubicBezTo>
                      <a:cubicBezTo>
                        <a:pt x="160461" y="337237"/>
                        <a:pt x="157741" y="348115"/>
                        <a:pt x="152302" y="361714"/>
                      </a:cubicBezTo>
                      <a:cubicBezTo>
                        <a:pt x="149582" y="367153"/>
                        <a:pt x="146862" y="383471"/>
                        <a:pt x="146862" y="388910"/>
                      </a:cubicBezTo>
                      <a:cubicBezTo>
                        <a:pt x="146862" y="391630"/>
                        <a:pt x="149582" y="391630"/>
                        <a:pt x="152302" y="391630"/>
                      </a:cubicBezTo>
                      <a:cubicBezTo>
                        <a:pt x="157741" y="391630"/>
                        <a:pt x="171340" y="391630"/>
                        <a:pt x="174060" y="391630"/>
                      </a:cubicBezTo>
                      <a:cubicBezTo>
                        <a:pt x="182219" y="391630"/>
                        <a:pt x="190378" y="391630"/>
                        <a:pt x="195817" y="388910"/>
                      </a:cubicBezTo>
                      <a:cubicBezTo>
                        <a:pt x="201256" y="388910"/>
                        <a:pt x="206696" y="388910"/>
                        <a:pt x="214855" y="388910"/>
                      </a:cubicBezTo>
                      <a:cubicBezTo>
                        <a:pt x="220294" y="388910"/>
                        <a:pt x="228453" y="388910"/>
                        <a:pt x="239332" y="388910"/>
                      </a:cubicBezTo>
                      <a:cubicBezTo>
                        <a:pt x="244771" y="388910"/>
                        <a:pt x="250210" y="388910"/>
                        <a:pt x="252930" y="386191"/>
                      </a:cubicBezTo>
                      <a:cubicBezTo>
                        <a:pt x="258369" y="391630"/>
                        <a:pt x="261089" y="388910"/>
                        <a:pt x="261089" y="386191"/>
                      </a:cubicBezTo>
                      <a:cubicBezTo>
                        <a:pt x="261089" y="380751"/>
                        <a:pt x="258369" y="372592"/>
                        <a:pt x="258369" y="367153"/>
                      </a:cubicBezTo>
                      <a:cubicBezTo>
                        <a:pt x="255650" y="353555"/>
                        <a:pt x="252930" y="342676"/>
                        <a:pt x="252930" y="331797"/>
                      </a:cubicBezTo>
                      <a:cubicBezTo>
                        <a:pt x="252930" y="301881"/>
                        <a:pt x="252930" y="274685"/>
                        <a:pt x="250210" y="244769"/>
                      </a:cubicBezTo>
                      <a:cubicBezTo>
                        <a:pt x="250210" y="231170"/>
                        <a:pt x="247491" y="217572"/>
                        <a:pt x="244771" y="203974"/>
                      </a:cubicBezTo>
                      <a:cubicBezTo>
                        <a:pt x="242051" y="187656"/>
                        <a:pt x="239332" y="174058"/>
                        <a:pt x="239332" y="157740"/>
                      </a:cubicBezTo>
                      <a:cubicBezTo>
                        <a:pt x="239332" y="152300"/>
                        <a:pt x="239332" y="133263"/>
                        <a:pt x="236612" y="119665"/>
                      </a:cubicBezTo>
                      <a:cubicBezTo>
                        <a:pt x="236612" y="106066"/>
                        <a:pt x="233892" y="97907"/>
                        <a:pt x="228453" y="97907"/>
                      </a:cubicBezTo>
                      <a:close/>
                      <a:moveTo>
                        <a:pt x="274687" y="0"/>
                      </a:moveTo>
                      <a:cubicBezTo>
                        <a:pt x="288285" y="0"/>
                        <a:pt x="293724" y="2720"/>
                        <a:pt x="304603" y="5439"/>
                      </a:cubicBezTo>
                      <a:cubicBezTo>
                        <a:pt x="315482" y="10879"/>
                        <a:pt x="315482" y="16318"/>
                        <a:pt x="320921" y="24477"/>
                      </a:cubicBezTo>
                      <a:cubicBezTo>
                        <a:pt x="326360" y="29916"/>
                        <a:pt x="331800" y="35356"/>
                        <a:pt x="334519" y="43515"/>
                      </a:cubicBezTo>
                      <a:cubicBezTo>
                        <a:pt x="337239" y="51674"/>
                        <a:pt x="337239" y="57113"/>
                        <a:pt x="339959" y="65272"/>
                      </a:cubicBezTo>
                      <a:cubicBezTo>
                        <a:pt x="345398" y="78870"/>
                        <a:pt x="342678" y="97908"/>
                        <a:pt x="348118" y="114226"/>
                      </a:cubicBezTo>
                      <a:cubicBezTo>
                        <a:pt x="350837" y="130544"/>
                        <a:pt x="358996" y="146863"/>
                        <a:pt x="361716" y="163180"/>
                      </a:cubicBezTo>
                      <a:cubicBezTo>
                        <a:pt x="364435" y="182218"/>
                        <a:pt x="364435" y="201256"/>
                        <a:pt x="369875" y="220293"/>
                      </a:cubicBezTo>
                      <a:cubicBezTo>
                        <a:pt x="375314" y="239331"/>
                        <a:pt x="378034" y="255649"/>
                        <a:pt x="378034" y="274686"/>
                      </a:cubicBezTo>
                      <a:cubicBezTo>
                        <a:pt x="378034" y="282845"/>
                        <a:pt x="380753" y="293724"/>
                        <a:pt x="383473" y="301883"/>
                      </a:cubicBezTo>
                      <a:cubicBezTo>
                        <a:pt x="386193" y="312762"/>
                        <a:pt x="388912" y="326360"/>
                        <a:pt x="391632" y="337238"/>
                      </a:cubicBezTo>
                      <a:cubicBezTo>
                        <a:pt x="391632" y="342678"/>
                        <a:pt x="394352" y="353556"/>
                        <a:pt x="397071" y="364435"/>
                      </a:cubicBezTo>
                      <a:cubicBezTo>
                        <a:pt x="399791" y="372594"/>
                        <a:pt x="402511" y="380753"/>
                        <a:pt x="405230" y="383473"/>
                      </a:cubicBezTo>
                      <a:cubicBezTo>
                        <a:pt x="407950" y="386192"/>
                        <a:pt x="413389" y="386192"/>
                        <a:pt x="416109" y="386192"/>
                      </a:cubicBezTo>
                      <a:cubicBezTo>
                        <a:pt x="418829" y="386192"/>
                        <a:pt x="424268" y="386192"/>
                        <a:pt x="426988" y="386192"/>
                      </a:cubicBezTo>
                      <a:cubicBezTo>
                        <a:pt x="437866" y="386192"/>
                        <a:pt x="448745" y="388912"/>
                        <a:pt x="454184" y="397071"/>
                      </a:cubicBezTo>
                      <a:cubicBezTo>
                        <a:pt x="456904" y="399790"/>
                        <a:pt x="456904" y="402510"/>
                        <a:pt x="456904" y="405230"/>
                      </a:cubicBezTo>
                      <a:cubicBezTo>
                        <a:pt x="456904" y="407949"/>
                        <a:pt x="454184" y="410669"/>
                        <a:pt x="451465" y="416108"/>
                      </a:cubicBezTo>
                      <a:cubicBezTo>
                        <a:pt x="446025" y="421548"/>
                        <a:pt x="440586" y="426987"/>
                        <a:pt x="432427" y="429707"/>
                      </a:cubicBezTo>
                      <a:cubicBezTo>
                        <a:pt x="429707" y="429707"/>
                        <a:pt x="426988" y="432426"/>
                        <a:pt x="421548" y="432426"/>
                      </a:cubicBezTo>
                      <a:cubicBezTo>
                        <a:pt x="418829" y="432426"/>
                        <a:pt x="416109" y="432426"/>
                        <a:pt x="413389" y="435146"/>
                      </a:cubicBezTo>
                      <a:cubicBezTo>
                        <a:pt x="413389" y="435146"/>
                        <a:pt x="413389" y="437866"/>
                        <a:pt x="413389" y="440585"/>
                      </a:cubicBezTo>
                      <a:cubicBezTo>
                        <a:pt x="413389" y="443305"/>
                        <a:pt x="413389" y="448744"/>
                        <a:pt x="416109" y="451464"/>
                      </a:cubicBezTo>
                      <a:cubicBezTo>
                        <a:pt x="416109" y="456903"/>
                        <a:pt x="418829" y="462343"/>
                        <a:pt x="418829" y="465062"/>
                      </a:cubicBezTo>
                      <a:lnTo>
                        <a:pt x="418829" y="475941"/>
                      </a:lnTo>
                      <a:cubicBezTo>
                        <a:pt x="418829" y="481380"/>
                        <a:pt x="418829" y="484100"/>
                        <a:pt x="418829" y="486820"/>
                      </a:cubicBezTo>
                      <a:cubicBezTo>
                        <a:pt x="421548" y="497698"/>
                        <a:pt x="424268" y="505857"/>
                        <a:pt x="426988" y="516736"/>
                      </a:cubicBezTo>
                      <a:cubicBezTo>
                        <a:pt x="426988" y="524895"/>
                        <a:pt x="429707" y="535773"/>
                        <a:pt x="432427" y="543932"/>
                      </a:cubicBezTo>
                      <a:cubicBezTo>
                        <a:pt x="435147" y="554811"/>
                        <a:pt x="437866" y="562970"/>
                        <a:pt x="437866" y="573848"/>
                      </a:cubicBezTo>
                      <a:cubicBezTo>
                        <a:pt x="437866" y="587447"/>
                        <a:pt x="440586" y="595606"/>
                        <a:pt x="443306" y="606484"/>
                      </a:cubicBezTo>
                      <a:cubicBezTo>
                        <a:pt x="443306" y="609204"/>
                        <a:pt x="446025" y="614643"/>
                        <a:pt x="446025" y="617363"/>
                      </a:cubicBezTo>
                      <a:cubicBezTo>
                        <a:pt x="454184" y="617363"/>
                        <a:pt x="462343" y="617363"/>
                        <a:pt x="470502" y="617363"/>
                      </a:cubicBezTo>
                      <a:cubicBezTo>
                        <a:pt x="478661" y="625522"/>
                        <a:pt x="492259" y="630961"/>
                        <a:pt x="494979" y="641840"/>
                      </a:cubicBezTo>
                      <a:cubicBezTo>
                        <a:pt x="494979" y="647279"/>
                        <a:pt x="489540" y="649999"/>
                        <a:pt x="486820" y="655438"/>
                      </a:cubicBezTo>
                      <a:cubicBezTo>
                        <a:pt x="484100" y="660877"/>
                        <a:pt x="475942" y="663597"/>
                        <a:pt x="470502" y="663597"/>
                      </a:cubicBezTo>
                      <a:cubicBezTo>
                        <a:pt x="459623" y="666317"/>
                        <a:pt x="454184" y="666317"/>
                        <a:pt x="446025" y="666317"/>
                      </a:cubicBezTo>
                      <a:cubicBezTo>
                        <a:pt x="440586" y="666317"/>
                        <a:pt x="432427" y="666317"/>
                        <a:pt x="424268" y="666317"/>
                      </a:cubicBezTo>
                      <a:cubicBezTo>
                        <a:pt x="421548" y="666317"/>
                        <a:pt x="418829" y="666317"/>
                        <a:pt x="416109" y="666317"/>
                      </a:cubicBezTo>
                      <a:cubicBezTo>
                        <a:pt x="410670" y="669036"/>
                        <a:pt x="407950" y="669036"/>
                        <a:pt x="402511" y="671756"/>
                      </a:cubicBezTo>
                      <a:cubicBezTo>
                        <a:pt x="397071" y="671756"/>
                        <a:pt x="391632" y="674476"/>
                        <a:pt x="386193" y="674476"/>
                      </a:cubicBezTo>
                      <a:cubicBezTo>
                        <a:pt x="375314" y="674476"/>
                        <a:pt x="361716" y="671756"/>
                        <a:pt x="350837" y="669036"/>
                      </a:cubicBezTo>
                      <a:cubicBezTo>
                        <a:pt x="342678" y="669036"/>
                        <a:pt x="334519" y="669036"/>
                        <a:pt x="329080" y="669036"/>
                      </a:cubicBezTo>
                      <a:cubicBezTo>
                        <a:pt x="307323" y="669036"/>
                        <a:pt x="288285" y="669036"/>
                        <a:pt x="280126" y="669036"/>
                      </a:cubicBezTo>
                      <a:cubicBezTo>
                        <a:pt x="271967" y="669036"/>
                        <a:pt x="261088" y="669036"/>
                        <a:pt x="255649" y="663597"/>
                      </a:cubicBezTo>
                      <a:cubicBezTo>
                        <a:pt x="250210" y="660877"/>
                        <a:pt x="239331" y="655438"/>
                        <a:pt x="239331" y="647279"/>
                      </a:cubicBezTo>
                      <a:cubicBezTo>
                        <a:pt x="239331" y="636401"/>
                        <a:pt x="255649" y="633681"/>
                        <a:pt x="263808" y="630961"/>
                      </a:cubicBezTo>
                      <a:cubicBezTo>
                        <a:pt x="269247" y="630961"/>
                        <a:pt x="277406" y="630961"/>
                        <a:pt x="291005" y="628241"/>
                      </a:cubicBezTo>
                      <a:cubicBezTo>
                        <a:pt x="291005" y="620082"/>
                        <a:pt x="291005" y="614643"/>
                        <a:pt x="288285" y="609204"/>
                      </a:cubicBezTo>
                      <a:cubicBezTo>
                        <a:pt x="288285" y="601045"/>
                        <a:pt x="285565" y="590166"/>
                        <a:pt x="285565" y="582007"/>
                      </a:cubicBezTo>
                      <a:cubicBezTo>
                        <a:pt x="285565" y="576568"/>
                        <a:pt x="282846" y="573848"/>
                        <a:pt x="282846" y="568409"/>
                      </a:cubicBezTo>
                      <a:cubicBezTo>
                        <a:pt x="282846" y="562970"/>
                        <a:pt x="285565" y="557531"/>
                        <a:pt x="285565" y="554811"/>
                      </a:cubicBezTo>
                      <a:cubicBezTo>
                        <a:pt x="285565" y="549371"/>
                        <a:pt x="282846" y="546652"/>
                        <a:pt x="280126" y="538493"/>
                      </a:cubicBezTo>
                      <a:cubicBezTo>
                        <a:pt x="280126" y="527614"/>
                        <a:pt x="274687" y="516736"/>
                        <a:pt x="274687" y="505857"/>
                      </a:cubicBezTo>
                      <a:cubicBezTo>
                        <a:pt x="274687" y="494978"/>
                        <a:pt x="274687" y="486820"/>
                        <a:pt x="271967" y="478660"/>
                      </a:cubicBezTo>
                      <a:cubicBezTo>
                        <a:pt x="269247" y="467782"/>
                        <a:pt x="269247" y="456903"/>
                        <a:pt x="269247" y="446025"/>
                      </a:cubicBezTo>
                      <a:cubicBezTo>
                        <a:pt x="269247" y="440585"/>
                        <a:pt x="266528" y="437866"/>
                        <a:pt x="263808" y="437866"/>
                      </a:cubicBezTo>
                      <a:cubicBezTo>
                        <a:pt x="261088" y="437866"/>
                        <a:pt x="258369" y="437866"/>
                        <a:pt x="252929" y="437866"/>
                      </a:cubicBezTo>
                      <a:cubicBezTo>
                        <a:pt x="242051" y="437866"/>
                        <a:pt x="231172" y="437866"/>
                        <a:pt x="223013" y="440585"/>
                      </a:cubicBezTo>
                      <a:cubicBezTo>
                        <a:pt x="212135" y="440585"/>
                        <a:pt x="203976" y="443305"/>
                        <a:pt x="193097" y="443305"/>
                      </a:cubicBezTo>
                      <a:cubicBezTo>
                        <a:pt x="184938" y="443305"/>
                        <a:pt x="176779" y="443305"/>
                        <a:pt x="168620" y="443305"/>
                      </a:cubicBezTo>
                      <a:cubicBezTo>
                        <a:pt x="165900" y="443305"/>
                        <a:pt x="155021" y="440585"/>
                        <a:pt x="146862" y="440585"/>
                      </a:cubicBezTo>
                      <a:cubicBezTo>
                        <a:pt x="138703" y="440585"/>
                        <a:pt x="138703" y="448744"/>
                        <a:pt x="138703" y="454184"/>
                      </a:cubicBezTo>
                      <a:cubicBezTo>
                        <a:pt x="138703" y="465062"/>
                        <a:pt x="135983" y="475941"/>
                        <a:pt x="133263" y="486820"/>
                      </a:cubicBezTo>
                      <a:cubicBezTo>
                        <a:pt x="130544" y="505857"/>
                        <a:pt x="125105" y="522175"/>
                        <a:pt x="122385" y="541213"/>
                      </a:cubicBezTo>
                      <a:cubicBezTo>
                        <a:pt x="119665" y="560250"/>
                        <a:pt x="111506" y="595606"/>
                        <a:pt x="106067" y="614643"/>
                      </a:cubicBezTo>
                      <a:cubicBezTo>
                        <a:pt x="114226" y="614643"/>
                        <a:pt x="125105" y="614643"/>
                        <a:pt x="135983" y="614643"/>
                      </a:cubicBezTo>
                      <a:cubicBezTo>
                        <a:pt x="149581" y="614643"/>
                        <a:pt x="171340" y="614643"/>
                        <a:pt x="171340" y="630961"/>
                      </a:cubicBezTo>
                      <a:cubicBezTo>
                        <a:pt x="171340" y="639120"/>
                        <a:pt x="168620" y="639120"/>
                        <a:pt x="165900" y="647279"/>
                      </a:cubicBezTo>
                      <a:cubicBezTo>
                        <a:pt x="163181" y="652718"/>
                        <a:pt x="155021" y="655438"/>
                        <a:pt x="149581" y="655438"/>
                      </a:cubicBezTo>
                      <a:cubicBezTo>
                        <a:pt x="141423" y="658158"/>
                        <a:pt x="135983" y="658158"/>
                        <a:pt x="127824" y="658158"/>
                      </a:cubicBezTo>
                      <a:cubicBezTo>
                        <a:pt x="122385" y="658158"/>
                        <a:pt x="116946" y="658158"/>
                        <a:pt x="106067" y="658158"/>
                      </a:cubicBezTo>
                      <a:cubicBezTo>
                        <a:pt x="92469" y="658158"/>
                        <a:pt x="78870" y="658158"/>
                        <a:pt x="62552" y="658158"/>
                      </a:cubicBezTo>
                      <a:cubicBezTo>
                        <a:pt x="54393" y="658158"/>
                        <a:pt x="46234" y="658158"/>
                        <a:pt x="40795" y="658158"/>
                      </a:cubicBezTo>
                      <a:cubicBezTo>
                        <a:pt x="32636" y="658158"/>
                        <a:pt x="21758" y="658158"/>
                        <a:pt x="16318" y="652718"/>
                      </a:cubicBezTo>
                      <a:cubicBezTo>
                        <a:pt x="8159" y="649999"/>
                        <a:pt x="0" y="641840"/>
                        <a:pt x="0" y="636401"/>
                      </a:cubicBezTo>
                      <a:cubicBezTo>
                        <a:pt x="0" y="633681"/>
                        <a:pt x="0" y="630961"/>
                        <a:pt x="2720" y="628241"/>
                      </a:cubicBezTo>
                      <a:cubicBezTo>
                        <a:pt x="8159" y="625522"/>
                        <a:pt x="16318" y="622802"/>
                        <a:pt x="24477" y="620082"/>
                      </a:cubicBezTo>
                      <a:cubicBezTo>
                        <a:pt x="38075" y="617363"/>
                        <a:pt x="48954" y="617363"/>
                        <a:pt x="62552" y="617363"/>
                      </a:cubicBezTo>
                      <a:cubicBezTo>
                        <a:pt x="62552" y="617363"/>
                        <a:pt x="62552" y="614643"/>
                        <a:pt x="62552" y="614643"/>
                      </a:cubicBezTo>
                      <a:cubicBezTo>
                        <a:pt x="62552" y="603765"/>
                        <a:pt x="65272" y="590166"/>
                        <a:pt x="65272" y="587447"/>
                      </a:cubicBezTo>
                      <a:cubicBezTo>
                        <a:pt x="67992" y="565689"/>
                        <a:pt x="73431" y="543932"/>
                        <a:pt x="76151" y="522175"/>
                      </a:cubicBezTo>
                      <a:cubicBezTo>
                        <a:pt x="78870" y="505857"/>
                        <a:pt x="81590" y="486820"/>
                        <a:pt x="87029" y="470501"/>
                      </a:cubicBezTo>
                      <a:cubicBezTo>
                        <a:pt x="87029" y="465062"/>
                        <a:pt x="92469" y="451464"/>
                        <a:pt x="92469" y="446025"/>
                      </a:cubicBezTo>
                      <a:cubicBezTo>
                        <a:pt x="92469" y="437866"/>
                        <a:pt x="73431" y="437866"/>
                        <a:pt x="65272" y="432426"/>
                      </a:cubicBezTo>
                      <a:cubicBezTo>
                        <a:pt x="59833" y="429707"/>
                        <a:pt x="54393" y="426987"/>
                        <a:pt x="54393" y="421548"/>
                      </a:cubicBezTo>
                      <a:cubicBezTo>
                        <a:pt x="54393" y="413389"/>
                        <a:pt x="62552" y="410669"/>
                        <a:pt x="73431" y="407949"/>
                      </a:cubicBezTo>
                      <a:cubicBezTo>
                        <a:pt x="78870" y="407949"/>
                        <a:pt x="92469" y="405230"/>
                        <a:pt x="100628" y="399790"/>
                      </a:cubicBezTo>
                      <a:cubicBezTo>
                        <a:pt x="106067" y="394351"/>
                        <a:pt x="106067" y="378033"/>
                        <a:pt x="108787" y="369874"/>
                      </a:cubicBezTo>
                      <a:cubicBezTo>
                        <a:pt x="114226" y="348117"/>
                        <a:pt x="119665" y="326360"/>
                        <a:pt x="125105" y="307322"/>
                      </a:cubicBezTo>
                      <a:cubicBezTo>
                        <a:pt x="130544" y="285565"/>
                        <a:pt x="135983" y="263808"/>
                        <a:pt x="141423" y="242051"/>
                      </a:cubicBezTo>
                      <a:cubicBezTo>
                        <a:pt x="146862" y="220293"/>
                        <a:pt x="152301" y="198536"/>
                        <a:pt x="155021" y="179498"/>
                      </a:cubicBezTo>
                      <a:cubicBezTo>
                        <a:pt x="157740" y="160461"/>
                        <a:pt x="163181" y="138703"/>
                        <a:pt x="168620" y="119665"/>
                      </a:cubicBezTo>
                      <a:cubicBezTo>
                        <a:pt x="176779" y="100627"/>
                        <a:pt x="182218" y="76150"/>
                        <a:pt x="193097" y="57113"/>
                      </a:cubicBezTo>
                      <a:lnTo>
                        <a:pt x="201256" y="38075"/>
                      </a:lnTo>
                      <a:cubicBezTo>
                        <a:pt x="206695" y="29916"/>
                        <a:pt x="209415" y="19038"/>
                        <a:pt x="217574" y="13598"/>
                      </a:cubicBezTo>
                      <a:cubicBezTo>
                        <a:pt x="231172" y="2720"/>
                        <a:pt x="255649" y="0"/>
                        <a:pt x="274687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>
                    <a:ln>
                      <a:noFill/>
                    </a:ln>
                    <a:solidFill>
                      <a:srgbClr val="666666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0" name="Freeform: Shape 39">
                  <a:extLst>
                    <a:ext uri="{FF2B5EF4-FFF2-40B4-BE49-F238E27FC236}">
                      <a16:creationId xmlns:a16="http://schemas.microsoft.com/office/drawing/2014/main" id="{40233F7D-8399-3642-8D68-A6CD37D3A58C}"/>
                    </a:ext>
                  </a:extLst>
                </p:cNvPr>
                <p:cNvSpPr/>
                <p:nvPr/>
              </p:nvSpPr>
              <p:spPr>
                <a:xfrm>
                  <a:off x="3443268" y="4186718"/>
                  <a:ext cx="435145" cy="761503"/>
                </a:xfrm>
                <a:custGeom>
                  <a:avLst/>
                  <a:gdLst>
                    <a:gd name="connsiteX0" fmla="*/ 400855 w 435145"/>
                    <a:gd name="connsiteY0" fmla="*/ 678260 h 761503"/>
                    <a:gd name="connsiteX1" fmla="*/ 384537 w 435145"/>
                    <a:gd name="connsiteY1" fmla="*/ 719054 h 761503"/>
                    <a:gd name="connsiteX2" fmla="*/ 368219 w 435145"/>
                    <a:gd name="connsiteY2" fmla="*/ 713615 h 761503"/>
                    <a:gd name="connsiteX3" fmla="*/ 360060 w 435145"/>
                    <a:gd name="connsiteY3" fmla="*/ 697297 h 761503"/>
                    <a:gd name="connsiteX4" fmla="*/ 360060 w 435145"/>
                    <a:gd name="connsiteY4" fmla="*/ 651063 h 761503"/>
                    <a:gd name="connsiteX5" fmla="*/ 332864 w 435145"/>
                    <a:gd name="connsiteY5" fmla="*/ 686418 h 761503"/>
                    <a:gd name="connsiteX6" fmla="*/ 251274 w 435145"/>
                    <a:gd name="connsiteY6" fmla="*/ 721774 h 761503"/>
                    <a:gd name="connsiteX7" fmla="*/ 229517 w 435145"/>
                    <a:gd name="connsiteY7" fmla="*/ 719054 h 761503"/>
                    <a:gd name="connsiteX8" fmla="*/ 158806 w 435145"/>
                    <a:gd name="connsiteY8" fmla="*/ 694578 h 761503"/>
                    <a:gd name="connsiteX9" fmla="*/ 112571 w 435145"/>
                    <a:gd name="connsiteY9" fmla="*/ 659222 h 761503"/>
                    <a:gd name="connsiteX10" fmla="*/ 79936 w 435145"/>
                    <a:gd name="connsiteY10" fmla="*/ 607548 h 761503"/>
                    <a:gd name="connsiteX11" fmla="*/ 63618 w 435145"/>
                    <a:gd name="connsiteY11" fmla="*/ 542277 h 761503"/>
                    <a:gd name="connsiteX12" fmla="*/ 58178 w 435145"/>
                    <a:gd name="connsiteY12" fmla="*/ 471566 h 761503"/>
                    <a:gd name="connsiteX13" fmla="*/ 60898 w 435145"/>
                    <a:gd name="connsiteY13" fmla="*/ 400855 h 761503"/>
                    <a:gd name="connsiteX14" fmla="*/ 66337 w 435145"/>
                    <a:gd name="connsiteY14" fmla="*/ 335583 h 761503"/>
                    <a:gd name="connsiteX15" fmla="*/ 85375 w 435145"/>
                    <a:gd name="connsiteY15" fmla="*/ 267592 h 761503"/>
                    <a:gd name="connsiteX16" fmla="*/ 109852 w 435145"/>
                    <a:gd name="connsiteY16" fmla="*/ 199600 h 761503"/>
                    <a:gd name="connsiteX17" fmla="*/ 145207 w 435145"/>
                    <a:gd name="connsiteY17" fmla="*/ 145207 h 761503"/>
                    <a:gd name="connsiteX18" fmla="*/ 188722 w 435145"/>
                    <a:gd name="connsiteY18" fmla="*/ 96253 h 761503"/>
                    <a:gd name="connsiteX19" fmla="*/ 243115 w 435145"/>
                    <a:gd name="connsiteY19" fmla="*/ 71776 h 761503"/>
                    <a:gd name="connsiteX20" fmla="*/ 286630 w 435145"/>
                    <a:gd name="connsiteY20" fmla="*/ 63617 h 761503"/>
                    <a:gd name="connsiteX21" fmla="*/ 305667 w 435145"/>
                    <a:gd name="connsiteY21" fmla="*/ 66337 h 761503"/>
                    <a:gd name="connsiteX22" fmla="*/ 324705 w 435145"/>
                    <a:gd name="connsiteY22" fmla="*/ 79936 h 761503"/>
                    <a:gd name="connsiteX23" fmla="*/ 341023 w 435145"/>
                    <a:gd name="connsiteY23" fmla="*/ 101693 h 761503"/>
                    <a:gd name="connsiteX24" fmla="*/ 354621 w 435145"/>
                    <a:gd name="connsiteY24" fmla="*/ 123450 h 761503"/>
                    <a:gd name="connsiteX25" fmla="*/ 354621 w 435145"/>
                    <a:gd name="connsiteY25" fmla="*/ 98973 h 761503"/>
                    <a:gd name="connsiteX26" fmla="*/ 360060 w 435145"/>
                    <a:gd name="connsiteY26" fmla="*/ 74496 h 761503"/>
                    <a:gd name="connsiteX27" fmla="*/ 365500 w 435145"/>
                    <a:gd name="connsiteY27" fmla="*/ 63617 h 761503"/>
                    <a:gd name="connsiteX28" fmla="*/ 373659 w 435145"/>
                    <a:gd name="connsiteY28" fmla="*/ 58178 h 761503"/>
                    <a:gd name="connsiteX29" fmla="*/ 381818 w 435145"/>
                    <a:gd name="connsiteY29" fmla="*/ 63617 h 761503"/>
                    <a:gd name="connsiteX30" fmla="*/ 389977 w 435145"/>
                    <a:gd name="connsiteY30" fmla="*/ 82655 h 761503"/>
                    <a:gd name="connsiteX31" fmla="*/ 392696 w 435145"/>
                    <a:gd name="connsiteY31" fmla="*/ 126170 h 761503"/>
                    <a:gd name="connsiteX32" fmla="*/ 395416 w 435145"/>
                    <a:gd name="connsiteY32" fmla="*/ 186002 h 761503"/>
                    <a:gd name="connsiteX33" fmla="*/ 398136 w 435145"/>
                    <a:gd name="connsiteY33" fmla="*/ 237675 h 761503"/>
                    <a:gd name="connsiteX34" fmla="*/ 398136 w 435145"/>
                    <a:gd name="connsiteY34" fmla="*/ 243115 h 761503"/>
                    <a:gd name="connsiteX35" fmla="*/ 395416 w 435145"/>
                    <a:gd name="connsiteY35" fmla="*/ 256713 h 761503"/>
                    <a:gd name="connsiteX36" fmla="*/ 379098 w 435145"/>
                    <a:gd name="connsiteY36" fmla="*/ 278470 h 761503"/>
                    <a:gd name="connsiteX37" fmla="*/ 362780 w 435145"/>
                    <a:gd name="connsiteY37" fmla="*/ 273031 h 761503"/>
                    <a:gd name="connsiteX38" fmla="*/ 354621 w 435145"/>
                    <a:gd name="connsiteY38" fmla="*/ 256713 h 761503"/>
                    <a:gd name="connsiteX39" fmla="*/ 354621 w 435145"/>
                    <a:gd name="connsiteY39" fmla="*/ 213198 h 761503"/>
                    <a:gd name="connsiteX40" fmla="*/ 354621 w 435145"/>
                    <a:gd name="connsiteY40" fmla="*/ 205040 h 761503"/>
                    <a:gd name="connsiteX41" fmla="*/ 338303 w 435145"/>
                    <a:gd name="connsiteY41" fmla="*/ 147927 h 761503"/>
                    <a:gd name="connsiteX42" fmla="*/ 292069 w 435145"/>
                    <a:gd name="connsiteY42" fmla="*/ 107132 h 761503"/>
                    <a:gd name="connsiteX43" fmla="*/ 262153 w 435145"/>
                    <a:gd name="connsiteY43" fmla="*/ 120730 h 761503"/>
                    <a:gd name="connsiteX44" fmla="*/ 251274 w 435145"/>
                    <a:gd name="connsiteY44" fmla="*/ 131609 h 761503"/>
                    <a:gd name="connsiteX45" fmla="*/ 240395 w 435145"/>
                    <a:gd name="connsiteY45" fmla="*/ 139768 h 761503"/>
                    <a:gd name="connsiteX46" fmla="*/ 237676 w 435145"/>
                    <a:gd name="connsiteY46" fmla="*/ 164245 h 761503"/>
                    <a:gd name="connsiteX47" fmla="*/ 226797 w 435145"/>
                    <a:gd name="connsiteY47" fmla="*/ 196881 h 761503"/>
                    <a:gd name="connsiteX48" fmla="*/ 213199 w 435145"/>
                    <a:gd name="connsiteY48" fmla="*/ 259433 h 761503"/>
                    <a:gd name="connsiteX49" fmla="*/ 207759 w 435145"/>
                    <a:gd name="connsiteY49" fmla="*/ 324704 h 761503"/>
                    <a:gd name="connsiteX50" fmla="*/ 207759 w 435145"/>
                    <a:gd name="connsiteY50" fmla="*/ 335583 h 761503"/>
                    <a:gd name="connsiteX51" fmla="*/ 205040 w 435145"/>
                    <a:gd name="connsiteY51" fmla="*/ 349181 h 761503"/>
                    <a:gd name="connsiteX52" fmla="*/ 207759 w 435145"/>
                    <a:gd name="connsiteY52" fmla="*/ 368219 h 761503"/>
                    <a:gd name="connsiteX53" fmla="*/ 207759 w 435145"/>
                    <a:gd name="connsiteY53" fmla="*/ 376378 h 761503"/>
                    <a:gd name="connsiteX54" fmla="*/ 205040 w 435145"/>
                    <a:gd name="connsiteY54" fmla="*/ 387256 h 761503"/>
                    <a:gd name="connsiteX55" fmla="*/ 205040 w 435145"/>
                    <a:gd name="connsiteY55" fmla="*/ 395415 h 761503"/>
                    <a:gd name="connsiteX56" fmla="*/ 205040 w 435145"/>
                    <a:gd name="connsiteY56" fmla="*/ 406294 h 761503"/>
                    <a:gd name="connsiteX57" fmla="*/ 205040 w 435145"/>
                    <a:gd name="connsiteY57" fmla="*/ 425332 h 761503"/>
                    <a:gd name="connsiteX58" fmla="*/ 213199 w 435145"/>
                    <a:gd name="connsiteY58" fmla="*/ 493323 h 761503"/>
                    <a:gd name="connsiteX59" fmla="*/ 221358 w 435145"/>
                    <a:gd name="connsiteY59" fmla="*/ 561314 h 761503"/>
                    <a:gd name="connsiteX60" fmla="*/ 226797 w 435145"/>
                    <a:gd name="connsiteY60" fmla="*/ 591231 h 761503"/>
                    <a:gd name="connsiteX61" fmla="*/ 240395 w 435145"/>
                    <a:gd name="connsiteY61" fmla="*/ 618427 h 761503"/>
                    <a:gd name="connsiteX62" fmla="*/ 283910 w 435145"/>
                    <a:gd name="connsiteY62" fmla="*/ 651063 h 761503"/>
                    <a:gd name="connsiteX63" fmla="*/ 338303 w 435145"/>
                    <a:gd name="connsiteY63" fmla="*/ 612988 h 761503"/>
                    <a:gd name="connsiteX64" fmla="*/ 354621 w 435145"/>
                    <a:gd name="connsiteY64" fmla="*/ 577632 h 761503"/>
                    <a:gd name="connsiteX65" fmla="*/ 357341 w 435145"/>
                    <a:gd name="connsiteY65" fmla="*/ 509641 h 761503"/>
                    <a:gd name="connsiteX66" fmla="*/ 362780 w 435145"/>
                    <a:gd name="connsiteY66" fmla="*/ 485164 h 761503"/>
                    <a:gd name="connsiteX67" fmla="*/ 368219 w 435145"/>
                    <a:gd name="connsiteY67" fmla="*/ 474286 h 761503"/>
                    <a:gd name="connsiteX68" fmla="*/ 376378 w 435145"/>
                    <a:gd name="connsiteY68" fmla="*/ 468846 h 761503"/>
                    <a:gd name="connsiteX69" fmla="*/ 384537 w 435145"/>
                    <a:gd name="connsiteY69" fmla="*/ 474286 h 761503"/>
                    <a:gd name="connsiteX70" fmla="*/ 392696 w 435145"/>
                    <a:gd name="connsiteY70" fmla="*/ 493323 h 761503"/>
                    <a:gd name="connsiteX71" fmla="*/ 395416 w 435145"/>
                    <a:gd name="connsiteY71" fmla="*/ 558595 h 761503"/>
                    <a:gd name="connsiteX72" fmla="*/ 398136 w 435145"/>
                    <a:gd name="connsiteY72" fmla="*/ 618427 h 761503"/>
                    <a:gd name="connsiteX73" fmla="*/ 400855 w 435145"/>
                    <a:gd name="connsiteY73" fmla="*/ 678260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</a:cxnLst>
                  <a:rect l="l" t="t" r="r" b="b"/>
                  <a:pathLst>
                    <a:path w="435145" h="761503">
                      <a:moveTo>
                        <a:pt x="400855" y="678260"/>
                      </a:moveTo>
                      <a:cubicBezTo>
                        <a:pt x="400855" y="689138"/>
                        <a:pt x="400855" y="719054"/>
                        <a:pt x="384537" y="719054"/>
                      </a:cubicBezTo>
                      <a:cubicBezTo>
                        <a:pt x="376378" y="719054"/>
                        <a:pt x="373659" y="716335"/>
                        <a:pt x="368219" y="713615"/>
                      </a:cubicBezTo>
                      <a:cubicBezTo>
                        <a:pt x="362780" y="710895"/>
                        <a:pt x="360060" y="702736"/>
                        <a:pt x="360060" y="697297"/>
                      </a:cubicBezTo>
                      <a:cubicBezTo>
                        <a:pt x="357341" y="680979"/>
                        <a:pt x="357341" y="664661"/>
                        <a:pt x="360060" y="651063"/>
                      </a:cubicBezTo>
                      <a:cubicBezTo>
                        <a:pt x="354621" y="659222"/>
                        <a:pt x="341023" y="678260"/>
                        <a:pt x="332864" y="686418"/>
                      </a:cubicBezTo>
                      <a:cubicBezTo>
                        <a:pt x="311107" y="708176"/>
                        <a:pt x="283910" y="721774"/>
                        <a:pt x="251274" y="721774"/>
                      </a:cubicBezTo>
                      <a:cubicBezTo>
                        <a:pt x="243115" y="721774"/>
                        <a:pt x="237676" y="721774"/>
                        <a:pt x="229517" y="719054"/>
                      </a:cubicBezTo>
                      <a:cubicBezTo>
                        <a:pt x="207759" y="716335"/>
                        <a:pt x="183283" y="708176"/>
                        <a:pt x="158806" y="694578"/>
                      </a:cubicBezTo>
                      <a:cubicBezTo>
                        <a:pt x="142488" y="686418"/>
                        <a:pt x="126170" y="672820"/>
                        <a:pt x="112571" y="659222"/>
                      </a:cubicBezTo>
                      <a:cubicBezTo>
                        <a:pt x="98973" y="642904"/>
                        <a:pt x="88095" y="626586"/>
                        <a:pt x="79936" y="607548"/>
                      </a:cubicBezTo>
                      <a:cubicBezTo>
                        <a:pt x="71777" y="585791"/>
                        <a:pt x="66337" y="566754"/>
                        <a:pt x="63618" y="542277"/>
                      </a:cubicBezTo>
                      <a:cubicBezTo>
                        <a:pt x="60898" y="517800"/>
                        <a:pt x="58178" y="493323"/>
                        <a:pt x="58178" y="471566"/>
                      </a:cubicBezTo>
                      <a:cubicBezTo>
                        <a:pt x="58178" y="447089"/>
                        <a:pt x="58178" y="425332"/>
                        <a:pt x="60898" y="400855"/>
                      </a:cubicBezTo>
                      <a:cubicBezTo>
                        <a:pt x="63618" y="379098"/>
                        <a:pt x="60898" y="357340"/>
                        <a:pt x="66337" y="335583"/>
                      </a:cubicBezTo>
                      <a:cubicBezTo>
                        <a:pt x="69057" y="313826"/>
                        <a:pt x="77216" y="289349"/>
                        <a:pt x="85375" y="267592"/>
                      </a:cubicBezTo>
                      <a:cubicBezTo>
                        <a:pt x="93534" y="243115"/>
                        <a:pt x="98973" y="221357"/>
                        <a:pt x="109852" y="199600"/>
                      </a:cubicBezTo>
                      <a:cubicBezTo>
                        <a:pt x="118011" y="177843"/>
                        <a:pt x="131609" y="161525"/>
                        <a:pt x="145207" y="145207"/>
                      </a:cubicBezTo>
                      <a:cubicBezTo>
                        <a:pt x="158806" y="128889"/>
                        <a:pt x="172404" y="109852"/>
                        <a:pt x="188722" y="96253"/>
                      </a:cubicBezTo>
                      <a:cubicBezTo>
                        <a:pt x="205040" y="82655"/>
                        <a:pt x="224077" y="77216"/>
                        <a:pt x="243115" y="71776"/>
                      </a:cubicBezTo>
                      <a:cubicBezTo>
                        <a:pt x="256713" y="69057"/>
                        <a:pt x="273031" y="63617"/>
                        <a:pt x="286630" y="63617"/>
                      </a:cubicBezTo>
                      <a:cubicBezTo>
                        <a:pt x="292069" y="63617"/>
                        <a:pt x="297508" y="63617"/>
                        <a:pt x="305667" y="66337"/>
                      </a:cubicBezTo>
                      <a:cubicBezTo>
                        <a:pt x="313826" y="69057"/>
                        <a:pt x="319266" y="74496"/>
                        <a:pt x="324705" y="79936"/>
                      </a:cubicBezTo>
                      <a:cubicBezTo>
                        <a:pt x="332864" y="85375"/>
                        <a:pt x="332864" y="93534"/>
                        <a:pt x="341023" y="101693"/>
                      </a:cubicBezTo>
                      <a:cubicBezTo>
                        <a:pt x="346462" y="107132"/>
                        <a:pt x="349182" y="118011"/>
                        <a:pt x="354621" y="123450"/>
                      </a:cubicBezTo>
                      <a:cubicBezTo>
                        <a:pt x="354621" y="115291"/>
                        <a:pt x="354621" y="101693"/>
                        <a:pt x="354621" y="98973"/>
                      </a:cubicBezTo>
                      <a:cubicBezTo>
                        <a:pt x="354621" y="90814"/>
                        <a:pt x="354621" y="79936"/>
                        <a:pt x="360060" y="74496"/>
                      </a:cubicBezTo>
                      <a:cubicBezTo>
                        <a:pt x="362780" y="71776"/>
                        <a:pt x="362780" y="69057"/>
                        <a:pt x="365500" y="63617"/>
                      </a:cubicBezTo>
                      <a:cubicBezTo>
                        <a:pt x="368219" y="60898"/>
                        <a:pt x="370939" y="58178"/>
                        <a:pt x="373659" y="58178"/>
                      </a:cubicBezTo>
                      <a:cubicBezTo>
                        <a:pt x="376378" y="58178"/>
                        <a:pt x="379098" y="60898"/>
                        <a:pt x="381818" y="63617"/>
                      </a:cubicBezTo>
                      <a:cubicBezTo>
                        <a:pt x="384537" y="69057"/>
                        <a:pt x="387257" y="77216"/>
                        <a:pt x="389977" y="82655"/>
                      </a:cubicBezTo>
                      <a:cubicBezTo>
                        <a:pt x="389977" y="90814"/>
                        <a:pt x="392696" y="107132"/>
                        <a:pt x="392696" y="126170"/>
                      </a:cubicBezTo>
                      <a:cubicBezTo>
                        <a:pt x="392696" y="150647"/>
                        <a:pt x="392696" y="177843"/>
                        <a:pt x="395416" y="186002"/>
                      </a:cubicBezTo>
                      <a:cubicBezTo>
                        <a:pt x="398136" y="205040"/>
                        <a:pt x="398136" y="215918"/>
                        <a:pt x="398136" y="237675"/>
                      </a:cubicBezTo>
                      <a:cubicBezTo>
                        <a:pt x="398136" y="240395"/>
                        <a:pt x="398136" y="243115"/>
                        <a:pt x="398136" y="243115"/>
                      </a:cubicBezTo>
                      <a:cubicBezTo>
                        <a:pt x="398136" y="248554"/>
                        <a:pt x="398136" y="251274"/>
                        <a:pt x="395416" y="256713"/>
                      </a:cubicBezTo>
                      <a:cubicBezTo>
                        <a:pt x="392696" y="267592"/>
                        <a:pt x="389977" y="278470"/>
                        <a:pt x="379098" y="278470"/>
                      </a:cubicBezTo>
                      <a:cubicBezTo>
                        <a:pt x="370939" y="278470"/>
                        <a:pt x="368219" y="275751"/>
                        <a:pt x="362780" y="273031"/>
                      </a:cubicBezTo>
                      <a:cubicBezTo>
                        <a:pt x="357341" y="270311"/>
                        <a:pt x="354621" y="262152"/>
                        <a:pt x="354621" y="256713"/>
                      </a:cubicBezTo>
                      <a:cubicBezTo>
                        <a:pt x="349182" y="237675"/>
                        <a:pt x="354621" y="232236"/>
                        <a:pt x="354621" y="213198"/>
                      </a:cubicBezTo>
                      <a:cubicBezTo>
                        <a:pt x="354621" y="210479"/>
                        <a:pt x="354621" y="207759"/>
                        <a:pt x="354621" y="205040"/>
                      </a:cubicBezTo>
                      <a:cubicBezTo>
                        <a:pt x="349182" y="186002"/>
                        <a:pt x="343742" y="169684"/>
                        <a:pt x="338303" y="147927"/>
                      </a:cubicBezTo>
                      <a:cubicBezTo>
                        <a:pt x="332864" y="131609"/>
                        <a:pt x="311107" y="107132"/>
                        <a:pt x="292069" y="107132"/>
                      </a:cubicBezTo>
                      <a:cubicBezTo>
                        <a:pt x="281190" y="107132"/>
                        <a:pt x="270312" y="115291"/>
                        <a:pt x="262153" y="120730"/>
                      </a:cubicBezTo>
                      <a:cubicBezTo>
                        <a:pt x="259433" y="123450"/>
                        <a:pt x="256713" y="126170"/>
                        <a:pt x="251274" y="131609"/>
                      </a:cubicBezTo>
                      <a:cubicBezTo>
                        <a:pt x="248554" y="134329"/>
                        <a:pt x="243115" y="137048"/>
                        <a:pt x="240395" y="139768"/>
                      </a:cubicBezTo>
                      <a:cubicBezTo>
                        <a:pt x="237676" y="145207"/>
                        <a:pt x="240395" y="156086"/>
                        <a:pt x="237676" y="164245"/>
                      </a:cubicBezTo>
                      <a:cubicBezTo>
                        <a:pt x="232236" y="175123"/>
                        <a:pt x="229517" y="186002"/>
                        <a:pt x="226797" y="196881"/>
                      </a:cubicBezTo>
                      <a:cubicBezTo>
                        <a:pt x="221358" y="218638"/>
                        <a:pt x="218638" y="237675"/>
                        <a:pt x="213199" y="259433"/>
                      </a:cubicBezTo>
                      <a:cubicBezTo>
                        <a:pt x="210479" y="281190"/>
                        <a:pt x="207759" y="302947"/>
                        <a:pt x="207759" y="324704"/>
                      </a:cubicBezTo>
                      <a:cubicBezTo>
                        <a:pt x="207759" y="327424"/>
                        <a:pt x="207759" y="332863"/>
                        <a:pt x="207759" y="335583"/>
                      </a:cubicBezTo>
                      <a:cubicBezTo>
                        <a:pt x="207759" y="341022"/>
                        <a:pt x="205040" y="343742"/>
                        <a:pt x="205040" y="349181"/>
                      </a:cubicBezTo>
                      <a:cubicBezTo>
                        <a:pt x="205040" y="354621"/>
                        <a:pt x="207759" y="362779"/>
                        <a:pt x="207759" y="368219"/>
                      </a:cubicBezTo>
                      <a:cubicBezTo>
                        <a:pt x="207759" y="370939"/>
                        <a:pt x="207759" y="373658"/>
                        <a:pt x="207759" y="376378"/>
                      </a:cubicBezTo>
                      <a:cubicBezTo>
                        <a:pt x="205040" y="381817"/>
                        <a:pt x="205040" y="384537"/>
                        <a:pt x="205040" y="387256"/>
                      </a:cubicBezTo>
                      <a:cubicBezTo>
                        <a:pt x="205040" y="389976"/>
                        <a:pt x="205040" y="392696"/>
                        <a:pt x="205040" y="395415"/>
                      </a:cubicBezTo>
                      <a:cubicBezTo>
                        <a:pt x="205040" y="398135"/>
                        <a:pt x="205040" y="403574"/>
                        <a:pt x="205040" y="406294"/>
                      </a:cubicBezTo>
                      <a:cubicBezTo>
                        <a:pt x="205040" y="411733"/>
                        <a:pt x="205040" y="417173"/>
                        <a:pt x="205040" y="425332"/>
                      </a:cubicBezTo>
                      <a:cubicBezTo>
                        <a:pt x="205040" y="449809"/>
                        <a:pt x="213199" y="471566"/>
                        <a:pt x="213199" y="493323"/>
                      </a:cubicBezTo>
                      <a:cubicBezTo>
                        <a:pt x="213199" y="517800"/>
                        <a:pt x="215919" y="539557"/>
                        <a:pt x="221358" y="561314"/>
                      </a:cubicBezTo>
                      <a:cubicBezTo>
                        <a:pt x="224077" y="572193"/>
                        <a:pt x="224077" y="580352"/>
                        <a:pt x="226797" y="591231"/>
                      </a:cubicBezTo>
                      <a:cubicBezTo>
                        <a:pt x="229517" y="599390"/>
                        <a:pt x="237676" y="607548"/>
                        <a:pt x="240395" y="618427"/>
                      </a:cubicBezTo>
                      <a:cubicBezTo>
                        <a:pt x="248554" y="637465"/>
                        <a:pt x="262153" y="651063"/>
                        <a:pt x="283910" y="651063"/>
                      </a:cubicBezTo>
                      <a:cubicBezTo>
                        <a:pt x="302948" y="651063"/>
                        <a:pt x="330144" y="629306"/>
                        <a:pt x="338303" y="612988"/>
                      </a:cubicBezTo>
                      <a:cubicBezTo>
                        <a:pt x="346462" y="599390"/>
                        <a:pt x="351901" y="591231"/>
                        <a:pt x="354621" y="577632"/>
                      </a:cubicBezTo>
                      <a:cubicBezTo>
                        <a:pt x="354621" y="550436"/>
                        <a:pt x="354621" y="517800"/>
                        <a:pt x="357341" y="509641"/>
                      </a:cubicBezTo>
                      <a:cubicBezTo>
                        <a:pt x="357341" y="501482"/>
                        <a:pt x="357341" y="490603"/>
                        <a:pt x="362780" y="485164"/>
                      </a:cubicBezTo>
                      <a:cubicBezTo>
                        <a:pt x="365500" y="482444"/>
                        <a:pt x="365500" y="479725"/>
                        <a:pt x="368219" y="474286"/>
                      </a:cubicBezTo>
                      <a:cubicBezTo>
                        <a:pt x="370939" y="471566"/>
                        <a:pt x="373659" y="468846"/>
                        <a:pt x="376378" y="468846"/>
                      </a:cubicBezTo>
                      <a:cubicBezTo>
                        <a:pt x="379098" y="468846"/>
                        <a:pt x="381818" y="471566"/>
                        <a:pt x="384537" y="474286"/>
                      </a:cubicBezTo>
                      <a:cubicBezTo>
                        <a:pt x="387257" y="479725"/>
                        <a:pt x="389977" y="487884"/>
                        <a:pt x="392696" y="493323"/>
                      </a:cubicBezTo>
                      <a:cubicBezTo>
                        <a:pt x="392696" y="501482"/>
                        <a:pt x="395416" y="539557"/>
                        <a:pt x="395416" y="558595"/>
                      </a:cubicBezTo>
                      <a:cubicBezTo>
                        <a:pt x="395416" y="583072"/>
                        <a:pt x="395416" y="610268"/>
                        <a:pt x="398136" y="618427"/>
                      </a:cubicBezTo>
                      <a:cubicBezTo>
                        <a:pt x="398136" y="648343"/>
                        <a:pt x="400855" y="659222"/>
                        <a:pt x="400855" y="678260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>
                    <a:ln>
                      <a:noFill/>
                    </a:ln>
                    <a:solidFill>
                      <a:srgbClr val="666666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1" name="Freeform: Shape 40">
                  <a:extLst>
                    <a:ext uri="{FF2B5EF4-FFF2-40B4-BE49-F238E27FC236}">
                      <a16:creationId xmlns:a16="http://schemas.microsoft.com/office/drawing/2014/main" id="{B041A5C4-CF08-CE44-A11C-377081DC3D0B}"/>
                    </a:ext>
                  </a:extLst>
                </p:cNvPr>
                <p:cNvSpPr/>
                <p:nvPr/>
              </p:nvSpPr>
              <p:spPr>
                <a:xfrm>
                  <a:off x="3829459" y="4200317"/>
                  <a:ext cx="598325" cy="761503"/>
                </a:xfrm>
                <a:custGeom>
                  <a:avLst/>
                  <a:gdLst>
                    <a:gd name="connsiteX0" fmla="*/ 360060 w 598324"/>
                    <a:gd name="connsiteY0" fmla="*/ 332863 h 761503"/>
                    <a:gd name="connsiteX1" fmla="*/ 341023 w 598324"/>
                    <a:gd name="connsiteY1" fmla="*/ 370939 h 761503"/>
                    <a:gd name="connsiteX2" fmla="*/ 376378 w 598324"/>
                    <a:gd name="connsiteY2" fmla="*/ 389976 h 761503"/>
                    <a:gd name="connsiteX3" fmla="*/ 425332 w 598324"/>
                    <a:gd name="connsiteY3" fmla="*/ 433491 h 761503"/>
                    <a:gd name="connsiteX4" fmla="*/ 438930 w 598324"/>
                    <a:gd name="connsiteY4" fmla="*/ 463407 h 761503"/>
                    <a:gd name="connsiteX5" fmla="*/ 449809 w 598324"/>
                    <a:gd name="connsiteY5" fmla="*/ 498762 h 761503"/>
                    <a:gd name="connsiteX6" fmla="*/ 457968 w 598324"/>
                    <a:gd name="connsiteY6" fmla="*/ 528679 h 761503"/>
                    <a:gd name="connsiteX7" fmla="*/ 466127 w 598324"/>
                    <a:gd name="connsiteY7" fmla="*/ 564034 h 761503"/>
                    <a:gd name="connsiteX8" fmla="*/ 471566 w 598324"/>
                    <a:gd name="connsiteY8" fmla="*/ 593950 h 761503"/>
                    <a:gd name="connsiteX9" fmla="*/ 479725 w 598324"/>
                    <a:gd name="connsiteY9" fmla="*/ 607548 h 761503"/>
                    <a:gd name="connsiteX10" fmla="*/ 487884 w 598324"/>
                    <a:gd name="connsiteY10" fmla="*/ 623867 h 761503"/>
                    <a:gd name="connsiteX11" fmla="*/ 501482 w 598324"/>
                    <a:gd name="connsiteY11" fmla="*/ 651063 h 761503"/>
                    <a:gd name="connsiteX12" fmla="*/ 523240 w 598324"/>
                    <a:gd name="connsiteY12" fmla="*/ 670101 h 761503"/>
                    <a:gd name="connsiteX13" fmla="*/ 534119 w 598324"/>
                    <a:gd name="connsiteY13" fmla="*/ 686418 h 761503"/>
                    <a:gd name="connsiteX14" fmla="*/ 531399 w 598324"/>
                    <a:gd name="connsiteY14" fmla="*/ 694578 h 761503"/>
                    <a:gd name="connsiteX15" fmla="*/ 498763 w 598324"/>
                    <a:gd name="connsiteY15" fmla="*/ 708176 h 761503"/>
                    <a:gd name="connsiteX16" fmla="*/ 449809 w 598324"/>
                    <a:gd name="connsiteY16" fmla="*/ 700017 h 761503"/>
                    <a:gd name="connsiteX17" fmla="*/ 400855 w 598324"/>
                    <a:gd name="connsiteY17" fmla="*/ 667381 h 761503"/>
                    <a:gd name="connsiteX18" fmla="*/ 381817 w 598324"/>
                    <a:gd name="connsiteY18" fmla="*/ 642904 h 761503"/>
                    <a:gd name="connsiteX19" fmla="*/ 368219 w 598324"/>
                    <a:gd name="connsiteY19" fmla="*/ 610268 h 761503"/>
                    <a:gd name="connsiteX20" fmla="*/ 349182 w 598324"/>
                    <a:gd name="connsiteY20" fmla="*/ 550436 h 761503"/>
                    <a:gd name="connsiteX21" fmla="*/ 338303 w 598324"/>
                    <a:gd name="connsiteY21" fmla="*/ 504202 h 761503"/>
                    <a:gd name="connsiteX22" fmla="*/ 330144 w 598324"/>
                    <a:gd name="connsiteY22" fmla="*/ 477005 h 761503"/>
                    <a:gd name="connsiteX23" fmla="*/ 321985 w 598324"/>
                    <a:gd name="connsiteY23" fmla="*/ 455248 h 761503"/>
                    <a:gd name="connsiteX24" fmla="*/ 305667 w 598324"/>
                    <a:gd name="connsiteY24" fmla="*/ 436210 h 761503"/>
                    <a:gd name="connsiteX25" fmla="*/ 294788 w 598324"/>
                    <a:gd name="connsiteY25" fmla="*/ 441650 h 761503"/>
                    <a:gd name="connsiteX26" fmla="*/ 278471 w 598324"/>
                    <a:gd name="connsiteY26" fmla="*/ 463407 h 761503"/>
                    <a:gd name="connsiteX27" fmla="*/ 264872 w 598324"/>
                    <a:gd name="connsiteY27" fmla="*/ 496043 h 761503"/>
                    <a:gd name="connsiteX28" fmla="*/ 262153 w 598324"/>
                    <a:gd name="connsiteY28" fmla="*/ 517800 h 761503"/>
                    <a:gd name="connsiteX29" fmla="*/ 262153 w 598324"/>
                    <a:gd name="connsiteY29" fmla="*/ 523239 h 761503"/>
                    <a:gd name="connsiteX30" fmla="*/ 262153 w 598324"/>
                    <a:gd name="connsiteY30" fmla="*/ 553155 h 761503"/>
                    <a:gd name="connsiteX31" fmla="*/ 262153 w 598324"/>
                    <a:gd name="connsiteY31" fmla="*/ 629306 h 761503"/>
                    <a:gd name="connsiteX32" fmla="*/ 259433 w 598324"/>
                    <a:gd name="connsiteY32" fmla="*/ 659222 h 761503"/>
                    <a:gd name="connsiteX33" fmla="*/ 283910 w 598324"/>
                    <a:gd name="connsiteY33" fmla="*/ 659222 h 761503"/>
                    <a:gd name="connsiteX34" fmla="*/ 321985 w 598324"/>
                    <a:gd name="connsiteY34" fmla="*/ 675540 h 761503"/>
                    <a:gd name="connsiteX35" fmla="*/ 316546 w 598324"/>
                    <a:gd name="connsiteY35" fmla="*/ 691858 h 761503"/>
                    <a:gd name="connsiteX36" fmla="*/ 300228 w 598324"/>
                    <a:gd name="connsiteY36" fmla="*/ 700017 h 761503"/>
                    <a:gd name="connsiteX37" fmla="*/ 278471 w 598324"/>
                    <a:gd name="connsiteY37" fmla="*/ 702736 h 761503"/>
                    <a:gd name="connsiteX38" fmla="*/ 243115 w 598324"/>
                    <a:gd name="connsiteY38" fmla="*/ 702736 h 761503"/>
                    <a:gd name="connsiteX39" fmla="*/ 221358 w 598324"/>
                    <a:gd name="connsiteY39" fmla="*/ 710895 h 761503"/>
                    <a:gd name="connsiteX40" fmla="*/ 194161 w 598324"/>
                    <a:gd name="connsiteY40" fmla="*/ 702736 h 761503"/>
                    <a:gd name="connsiteX41" fmla="*/ 177843 w 598324"/>
                    <a:gd name="connsiteY41" fmla="*/ 702736 h 761503"/>
                    <a:gd name="connsiteX42" fmla="*/ 126170 w 598324"/>
                    <a:gd name="connsiteY42" fmla="*/ 702736 h 761503"/>
                    <a:gd name="connsiteX43" fmla="*/ 101693 w 598324"/>
                    <a:gd name="connsiteY43" fmla="*/ 702736 h 761503"/>
                    <a:gd name="connsiteX44" fmla="*/ 74496 w 598324"/>
                    <a:gd name="connsiteY44" fmla="*/ 697297 h 761503"/>
                    <a:gd name="connsiteX45" fmla="*/ 58178 w 598324"/>
                    <a:gd name="connsiteY45" fmla="*/ 680979 h 761503"/>
                    <a:gd name="connsiteX46" fmla="*/ 63617 w 598324"/>
                    <a:gd name="connsiteY46" fmla="*/ 672820 h 761503"/>
                    <a:gd name="connsiteX47" fmla="*/ 85375 w 598324"/>
                    <a:gd name="connsiteY47" fmla="*/ 664661 h 761503"/>
                    <a:gd name="connsiteX48" fmla="*/ 128889 w 598324"/>
                    <a:gd name="connsiteY48" fmla="*/ 659222 h 761503"/>
                    <a:gd name="connsiteX49" fmla="*/ 147927 w 598324"/>
                    <a:gd name="connsiteY49" fmla="*/ 659222 h 761503"/>
                    <a:gd name="connsiteX50" fmla="*/ 145207 w 598324"/>
                    <a:gd name="connsiteY50" fmla="*/ 653783 h 761503"/>
                    <a:gd name="connsiteX51" fmla="*/ 131609 w 598324"/>
                    <a:gd name="connsiteY51" fmla="*/ 585791 h 761503"/>
                    <a:gd name="connsiteX52" fmla="*/ 134329 w 598324"/>
                    <a:gd name="connsiteY52" fmla="*/ 498762 h 761503"/>
                    <a:gd name="connsiteX53" fmla="*/ 137048 w 598324"/>
                    <a:gd name="connsiteY53" fmla="*/ 406294 h 761503"/>
                    <a:gd name="connsiteX54" fmla="*/ 134329 w 598324"/>
                    <a:gd name="connsiteY54" fmla="*/ 327424 h 761503"/>
                    <a:gd name="connsiteX55" fmla="*/ 137048 w 598324"/>
                    <a:gd name="connsiteY55" fmla="*/ 253993 h 761503"/>
                    <a:gd name="connsiteX56" fmla="*/ 139768 w 598324"/>
                    <a:gd name="connsiteY56" fmla="*/ 207759 h 761503"/>
                    <a:gd name="connsiteX57" fmla="*/ 137048 w 598324"/>
                    <a:gd name="connsiteY57" fmla="*/ 172404 h 761503"/>
                    <a:gd name="connsiteX58" fmla="*/ 137048 w 598324"/>
                    <a:gd name="connsiteY58" fmla="*/ 112571 h 761503"/>
                    <a:gd name="connsiteX59" fmla="*/ 126170 w 598324"/>
                    <a:gd name="connsiteY59" fmla="*/ 112571 h 761503"/>
                    <a:gd name="connsiteX60" fmla="*/ 101693 w 598324"/>
                    <a:gd name="connsiteY60" fmla="*/ 112571 h 761503"/>
                    <a:gd name="connsiteX61" fmla="*/ 74496 w 598324"/>
                    <a:gd name="connsiteY61" fmla="*/ 107132 h 761503"/>
                    <a:gd name="connsiteX62" fmla="*/ 58178 w 598324"/>
                    <a:gd name="connsiteY62" fmla="*/ 90814 h 761503"/>
                    <a:gd name="connsiteX63" fmla="*/ 63617 w 598324"/>
                    <a:gd name="connsiteY63" fmla="*/ 82655 h 761503"/>
                    <a:gd name="connsiteX64" fmla="*/ 85375 w 598324"/>
                    <a:gd name="connsiteY64" fmla="*/ 74496 h 761503"/>
                    <a:gd name="connsiteX65" fmla="*/ 137048 w 598324"/>
                    <a:gd name="connsiteY65" fmla="*/ 69057 h 761503"/>
                    <a:gd name="connsiteX66" fmla="*/ 145207 w 598324"/>
                    <a:gd name="connsiteY66" fmla="*/ 69057 h 761503"/>
                    <a:gd name="connsiteX67" fmla="*/ 169684 w 598324"/>
                    <a:gd name="connsiteY67" fmla="*/ 58178 h 761503"/>
                    <a:gd name="connsiteX68" fmla="*/ 177843 w 598324"/>
                    <a:gd name="connsiteY68" fmla="*/ 58178 h 761503"/>
                    <a:gd name="connsiteX69" fmla="*/ 205040 w 598324"/>
                    <a:gd name="connsiteY69" fmla="*/ 66337 h 761503"/>
                    <a:gd name="connsiteX70" fmla="*/ 286629 w 598324"/>
                    <a:gd name="connsiteY70" fmla="*/ 63617 h 761503"/>
                    <a:gd name="connsiteX71" fmla="*/ 324705 w 598324"/>
                    <a:gd name="connsiteY71" fmla="*/ 79936 h 761503"/>
                    <a:gd name="connsiteX72" fmla="*/ 319265 w 598324"/>
                    <a:gd name="connsiteY72" fmla="*/ 96253 h 761503"/>
                    <a:gd name="connsiteX73" fmla="*/ 302948 w 598324"/>
                    <a:gd name="connsiteY73" fmla="*/ 104412 h 761503"/>
                    <a:gd name="connsiteX74" fmla="*/ 278471 w 598324"/>
                    <a:gd name="connsiteY74" fmla="*/ 112571 h 761503"/>
                    <a:gd name="connsiteX75" fmla="*/ 232236 w 598324"/>
                    <a:gd name="connsiteY75" fmla="*/ 112571 h 761503"/>
                    <a:gd name="connsiteX76" fmla="*/ 240395 w 598324"/>
                    <a:gd name="connsiteY76" fmla="*/ 137048 h 761503"/>
                    <a:gd name="connsiteX77" fmla="*/ 240395 w 598324"/>
                    <a:gd name="connsiteY77" fmla="*/ 150647 h 761503"/>
                    <a:gd name="connsiteX78" fmla="*/ 243115 w 598324"/>
                    <a:gd name="connsiteY78" fmla="*/ 158805 h 761503"/>
                    <a:gd name="connsiteX79" fmla="*/ 248554 w 598324"/>
                    <a:gd name="connsiteY79" fmla="*/ 188722 h 761503"/>
                    <a:gd name="connsiteX80" fmla="*/ 248554 w 598324"/>
                    <a:gd name="connsiteY80" fmla="*/ 199600 h 761503"/>
                    <a:gd name="connsiteX81" fmla="*/ 248554 w 598324"/>
                    <a:gd name="connsiteY81" fmla="*/ 221357 h 761503"/>
                    <a:gd name="connsiteX82" fmla="*/ 253994 w 598324"/>
                    <a:gd name="connsiteY82" fmla="*/ 264872 h 761503"/>
                    <a:gd name="connsiteX83" fmla="*/ 262153 w 598324"/>
                    <a:gd name="connsiteY83" fmla="*/ 297508 h 761503"/>
                    <a:gd name="connsiteX84" fmla="*/ 264872 w 598324"/>
                    <a:gd name="connsiteY84" fmla="*/ 324704 h 761503"/>
                    <a:gd name="connsiteX85" fmla="*/ 264872 w 598324"/>
                    <a:gd name="connsiteY85" fmla="*/ 332863 h 761503"/>
                    <a:gd name="connsiteX86" fmla="*/ 264872 w 598324"/>
                    <a:gd name="connsiteY86" fmla="*/ 351901 h 761503"/>
                    <a:gd name="connsiteX87" fmla="*/ 262153 w 598324"/>
                    <a:gd name="connsiteY87" fmla="*/ 370939 h 761503"/>
                    <a:gd name="connsiteX88" fmla="*/ 267592 w 598324"/>
                    <a:gd name="connsiteY88" fmla="*/ 384537 h 761503"/>
                    <a:gd name="connsiteX89" fmla="*/ 278471 w 598324"/>
                    <a:gd name="connsiteY89" fmla="*/ 370939 h 761503"/>
                    <a:gd name="connsiteX90" fmla="*/ 297508 w 598324"/>
                    <a:gd name="connsiteY90" fmla="*/ 332863 h 761503"/>
                    <a:gd name="connsiteX91" fmla="*/ 311106 w 598324"/>
                    <a:gd name="connsiteY91" fmla="*/ 305667 h 761503"/>
                    <a:gd name="connsiteX92" fmla="*/ 335583 w 598324"/>
                    <a:gd name="connsiteY92" fmla="*/ 259433 h 761503"/>
                    <a:gd name="connsiteX93" fmla="*/ 354621 w 598324"/>
                    <a:gd name="connsiteY93" fmla="*/ 224077 h 761503"/>
                    <a:gd name="connsiteX94" fmla="*/ 381817 w 598324"/>
                    <a:gd name="connsiteY94" fmla="*/ 172404 h 761503"/>
                    <a:gd name="connsiteX95" fmla="*/ 409014 w 598324"/>
                    <a:gd name="connsiteY95" fmla="*/ 118011 h 761503"/>
                    <a:gd name="connsiteX96" fmla="*/ 411734 w 598324"/>
                    <a:gd name="connsiteY96" fmla="*/ 115291 h 761503"/>
                    <a:gd name="connsiteX97" fmla="*/ 398136 w 598324"/>
                    <a:gd name="connsiteY97" fmla="*/ 115291 h 761503"/>
                    <a:gd name="connsiteX98" fmla="*/ 379098 w 598324"/>
                    <a:gd name="connsiteY98" fmla="*/ 109852 h 761503"/>
                    <a:gd name="connsiteX99" fmla="*/ 368219 w 598324"/>
                    <a:gd name="connsiteY99" fmla="*/ 93534 h 761503"/>
                    <a:gd name="connsiteX100" fmla="*/ 370939 w 598324"/>
                    <a:gd name="connsiteY100" fmla="*/ 85375 h 761503"/>
                    <a:gd name="connsiteX101" fmla="*/ 387257 w 598324"/>
                    <a:gd name="connsiteY101" fmla="*/ 77216 h 761503"/>
                    <a:gd name="connsiteX102" fmla="*/ 422612 w 598324"/>
                    <a:gd name="connsiteY102" fmla="*/ 71776 h 761503"/>
                    <a:gd name="connsiteX103" fmla="*/ 436211 w 598324"/>
                    <a:gd name="connsiteY103" fmla="*/ 71776 h 761503"/>
                    <a:gd name="connsiteX104" fmla="*/ 438930 w 598324"/>
                    <a:gd name="connsiteY104" fmla="*/ 69057 h 761503"/>
                    <a:gd name="connsiteX105" fmla="*/ 452529 w 598324"/>
                    <a:gd name="connsiteY105" fmla="*/ 66337 h 761503"/>
                    <a:gd name="connsiteX106" fmla="*/ 466127 w 598324"/>
                    <a:gd name="connsiteY106" fmla="*/ 69057 h 761503"/>
                    <a:gd name="connsiteX107" fmla="*/ 471566 w 598324"/>
                    <a:gd name="connsiteY107" fmla="*/ 71776 h 761503"/>
                    <a:gd name="connsiteX108" fmla="*/ 515081 w 598324"/>
                    <a:gd name="connsiteY108" fmla="*/ 71776 h 761503"/>
                    <a:gd name="connsiteX109" fmla="*/ 542277 w 598324"/>
                    <a:gd name="connsiteY109" fmla="*/ 88094 h 761503"/>
                    <a:gd name="connsiteX110" fmla="*/ 536838 w 598324"/>
                    <a:gd name="connsiteY110" fmla="*/ 104412 h 761503"/>
                    <a:gd name="connsiteX111" fmla="*/ 525959 w 598324"/>
                    <a:gd name="connsiteY111" fmla="*/ 112571 h 761503"/>
                    <a:gd name="connsiteX112" fmla="*/ 509642 w 598324"/>
                    <a:gd name="connsiteY112" fmla="*/ 115291 h 761503"/>
                    <a:gd name="connsiteX113" fmla="*/ 468847 w 598324"/>
                    <a:gd name="connsiteY113" fmla="*/ 115291 h 761503"/>
                    <a:gd name="connsiteX114" fmla="*/ 457968 w 598324"/>
                    <a:gd name="connsiteY114" fmla="*/ 137048 h 761503"/>
                    <a:gd name="connsiteX115" fmla="*/ 430771 w 598324"/>
                    <a:gd name="connsiteY115" fmla="*/ 194161 h 761503"/>
                    <a:gd name="connsiteX116" fmla="*/ 400855 w 598324"/>
                    <a:gd name="connsiteY116" fmla="*/ 262152 h 761503"/>
                    <a:gd name="connsiteX117" fmla="*/ 360060 w 598324"/>
                    <a:gd name="connsiteY117" fmla="*/ 332863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</a:cxnLst>
                  <a:rect l="l" t="t" r="r" b="b"/>
                  <a:pathLst>
                    <a:path w="598324" h="761503">
                      <a:moveTo>
                        <a:pt x="360060" y="332863"/>
                      </a:moveTo>
                      <a:cubicBezTo>
                        <a:pt x="351901" y="343742"/>
                        <a:pt x="341023" y="357340"/>
                        <a:pt x="341023" y="370939"/>
                      </a:cubicBezTo>
                      <a:cubicBezTo>
                        <a:pt x="341023" y="379098"/>
                        <a:pt x="357341" y="381817"/>
                        <a:pt x="376378" y="389976"/>
                      </a:cubicBezTo>
                      <a:cubicBezTo>
                        <a:pt x="395416" y="398135"/>
                        <a:pt x="417173" y="417173"/>
                        <a:pt x="425332" y="433491"/>
                      </a:cubicBezTo>
                      <a:cubicBezTo>
                        <a:pt x="430771" y="444369"/>
                        <a:pt x="436211" y="452528"/>
                        <a:pt x="438930" y="463407"/>
                      </a:cubicBezTo>
                      <a:cubicBezTo>
                        <a:pt x="444370" y="474286"/>
                        <a:pt x="447089" y="487884"/>
                        <a:pt x="449809" y="498762"/>
                      </a:cubicBezTo>
                      <a:cubicBezTo>
                        <a:pt x="452529" y="512361"/>
                        <a:pt x="452529" y="517800"/>
                        <a:pt x="457968" y="528679"/>
                      </a:cubicBezTo>
                      <a:cubicBezTo>
                        <a:pt x="463407" y="539557"/>
                        <a:pt x="463407" y="553155"/>
                        <a:pt x="466127" y="564034"/>
                      </a:cubicBezTo>
                      <a:cubicBezTo>
                        <a:pt x="468847" y="572193"/>
                        <a:pt x="468847" y="585791"/>
                        <a:pt x="471566" y="593950"/>
                      </a:cubicBezTo>
                      <a:cubicBezTo>
                        <a:pt x="474286" y="599390"/>
                        <a:pt x="477006" y="602109"/>
                        <a:pt x="479725" y="607548"/>
                      </a:cubicBezTo>
                      <a:cubicBezTo>
                        <a:pt x="482445" y="612988"/>
                        <a:pt x="487884" y="618427"/>
                        <a:pt x="487884" y="623867"/>
                      </a:cubicBezTo>
                      <a:cubicBezTo>
                        <a:pt x="490604" y="634745"/>
                        <a:pt x="496043" y="642904"/>
                        <a:pt x="501482" y="651063"/>
                      </a:cubicBezTo>
                      <a:cubicBezTo>
                        <a:pt x="506922" y="661942"/>
                        <a:pt x="512361" y="664661"/>
                        <a:pt x="523240" y="670101"/>
                      </a:cubicBezTo>
                      <a:cubicBezTo>
                        <a:pt x="528679" y="672820"/>
                        <a:pt x="534119" y="680979"/>
                        <a:pt x="534119" y="686418"/>
                      </a:cubicBezTo>
                      <a:cubicBezTo>
                        <a:pt x="534119" y="689138"/>
                        <a:pt x="534119" y="691858"/>
                        <a:pt x="531399" y="694578"/>
                      </a:cubicBezTo>
                      <a:cubicBezTo>
                        <a:pt x="525959" y="702736"/>
                        <a:pt x="512361" y="708176"/>
                        <a:pt x="498763" y="708176"/>
                      </a:cubicBezTo>
                      <a:cubicBezTo>
                        <a:pt x="485165" y="708176"/>
                        <a:pt x="466127" y="705456"/>
                        <a:pt x="449809" y="700017"/>
                      </a:cubicBezTo>
                      <a:cubicBezTo>
                        <a:pt x="430771" y="694578"/>
                        <a:pt x="409014" y="675540"/>
                        <a:pt x="400855" y="667381"/>
                      </a:cubicBezTo>
                      <a:cubicBezTo>
                        <a:pt x="392696" y="659222"/>
                        <a:pt x="387257" y="651063"/>
                        <a:pt x="381817" y="642904"/>
                      </a:cubicBezTo>
                      <a:cubicBezTo>
                        <a:pt x="376378" y="632025"/>
                        <a:pt x="370939" y="623867"/>
                        <a:pt x="368219" y="610268"/>
                      </a:cubicBezTo>
                      <a:cubicBezTo>
                        <a:pt x="360060" y="588511"/>
                        <a:pt x="357341" y="574913"/>
                        <a:pt x="349182" y="550436"/>
                      </a:cubicBezTo>
                      <a:cubicBezTo>
                        <a:pt x="343742" y="534118"/>
                        <a:pt x="341023" y="520520"/>
                        <a:pt x="338303" y="504202"/>
                      </a:cubicBezTo>
                      <a:cubicBezTo>
                        <a:pt x="335583" y="493323"/>
                        <a:pt x="332864" y="485164"/>
                        <a:pt x="330144" y="477005"/>
                      </a:cubicBezTo>
                      <a:cubicBezTo>
                        <a:pt x="327424" y="471566"/>
                        <a:pt x="324705" y="463407"/>
                        <a:pt x="321985" y="455248"/>
                      </a:cubicBezTo>
                      <a:cubicBezTo>
                        <a:pt x="316546" y="444369"/>
                        <a:pt x="311106" y="436210"/>
                        <a:pt x="305667" y="436210"/>
                      </a:cubicBezTo>
                      <a:cubicBezTo>
                        <a:pt x="302948" y="436210"/>
                        <a:pt x="300228" y="438930"/>
                        <a:pt x="294788" y="441650"/>
                      </a:cubicBezTo>
                      <a:cubicBezTo>
                        <a:pt x="289349" y="447089"/>
                        <a:pt x="283910" y="455248"/>
                        <a:pt x="278471" y="463407"/>
                      </a:cubicBezTo>
                      <a:cubicBezTo>
                        <a:pt x="270312" y="474286"/>
                        <a:pt x="267592" y="485164"/>
                        <a:pt x="264872" y="496043"/>
                      </a:cubicBezTo>
                      <a:cubicBezTo>
                        <a:pt x="264872" y="504202"/>
                        <a:pt x="262153" y="512361"/>
                        <a:pt x="262153" y="517800"/>
                      </a:cubicBezTo>
                      <a:cubicBezTo>
                        <a:pt x="262153" y="520520"/>
                        <a:pt x="262153" y="520520"/>
                        <a:pt x="262153" y="523239"/>
                      </a:cubicBezTo>
                      <a:cubicBezTo>
                        <a:pt x="262153" y="528679"/>
                        <a:pt x="262153" y="544997"/>
                        <a:pt x="262153" y="553155"/>
                      </a:cubicBezTo>
                      <a:cubicBezTo>
                        <a:pt x="262153" y="583072"/>
                        <a:pt x="264872" y="599390"/>
                        <a:pt x="262153" y="629306"/>
                      </a:cubicBezTo>
                      <a:cubicBezTo>
                        <a:pt x="262153" y="640184"/>
                        <a:pt x="262153" y="648343"/>
                        <a:pt x="259433" y="659222"/>
                      </a:cubicBezTo>
                      <a:cubicBezTo>
                        <a:pt x="270312" y="659222"/>
                        <a:pt x="278471" y="659222"/>
                        <a:pt x="283910" y="659222"/>
                      </a:cubicBezTo>
                      <a:cubicBezTo>
                        <a:pt x="297508" y="659222"/>
                        <a:pt x="321985" y="659222"/>
                        <a:pt x="321985" y="675540"/>
                      </a:cubicBezTo>
                      <a:cubicBezTo>
                        <a:pt x="321985" y="683699"/>
                        <a:pt x="319265" y="686418"/>
                        <a:pt x="316546" y="691858"/>
                      </a:cubicBezTo>
                      <a:cubicBezTo>
                        <a:pt x="311106" y="697297"/>
                        <a:pt x="305667" y="700017"/>
                        <a:pt x="300228" y="700017"/>
                      </a:cubicBezTo>
                      <a:cubicBezTo>
                        <a:pt x="292069" y="702736"/>
                        <a:pt x="283910" y="702736"/>
                        <a:pt x="278471" y="702736"/>
                      </a:cubicBezTo>
                      <a:cubicBezTo>
                        <a:pt x="275751" y="702736"/>
                        <a:pt x="259433" y="702736"/>
                        <a:pt x="243115" y="702736"/>
                      </a:cubicBezTo>
                      <a:cubicBezTo>
                        <a:pt x="237676" y="708176"/>
                        <a:pt x="229517" y="710895"/>
                        <a:pt x="221358" y="710895"/>
                      </a:cubicBezTo>
                      <a:cubicBezTo>
                        <a:pt x="213199" y="710895"/>
                        <a:pt x="202320" y="708176"/>
                        <a:pt x="194161" y="702736"/>
                      </a:cubicBezTo>
                      <a:cubicBezTo>
                        <a:pt x="186002" y="702736"/>
                        <a:pt x="180563" y="702736"/>
                        <a:pt x="177843" y="702736"/>
                      </a:cubicBezTo>
                      <a:cubicBezTo>
                        <a:pt x="164245" y="702736"/>
                        <a:pt x="139768" y="702736"/>
                        <a:pt x="126170" y="702736"/>
                      </a:cubicBezTo>
                      <a:cubicBezTo>
                        <a:pt x="118011" y="702736"/>
                        <a:pt x="109852" y="702736"/>
                        <a:pt x="101693" y="702736"/>
                      </a:cubicBezTo>
                      <a:cubicBezTo>
                        <a:pt x="93534" y="702736"/>
                        <a:pt x="82655" y="702736"/>
                        <a:pt x="74496" y="697297"/>
                      </a:cubicBezTo>
                      <a:cubicBezTo>
                        <a:pt x="66337" y="694578"/>
                        <a:pt x="58178" y="686418"/>
                        <a:pt x="58178" y="680979"/>
                      </a:cubicBezTo>
                      <a:cubicBezTo>
                        <a:pt x="58178" y="678260"/>
                        <a:pt x="58178" y="675540"/>
                        <a:pt x="63617" y="672820"/>
                      </a:cubicBezTo>
                      <a:cubicBezTo>
                        <a:pt x="69057" y="670101"/>
                        <a:pt x="79935" y="667381"/>
                        <a:pt x="85375" y="664661"/>
                      </a:cubicBezTo>
                      <a:cubicBezTo>
                        <a:pt x="104412" y="661942"/>
                        <a:pt x="123450" y="659222"/>
                        <a:pt x="128889" y="659222"/>
                      </a:cubicBezTo>
                      <a:cubicBezTo>
                        <a:pt x="134329" y="659222"/>
                        <a:pt x="139768" y="659222"/>
                        <a:pt x="147927" y="659222"/>
                      </a:cubicBezTo>
                      <a:cubicBezTo>
                        <a:pt x="147927" y="656502"/>
                        <a:pt x="145207" y="653783"/>
                        <a:pt x="145207" y="653783"/>
                      </a:cubicBezTo>
                      <a:cubicBezTo>
                        <a:pt x="131609" y="632025"/>
                        <a:pt x="131609" y="610268"/>
                        <a:pt x="131609" y="585791"/>
                      </a:cubicBezTo>
                      <a:cubicBezTo>
                        <a:pt x="131609" y="555875"/>
                        <a:pt x="131609" y="528679"/>
                        <a:pt x="134329" y="498762"/>
                      </a:cubicBezTo>
                      <a:cubicBezTo>
                        <a:pt x="134329" y="468846"/>
                        <a:pt x="137048" y="436210"/>
                        <a:pt x="137048" y="406294"/>
                      </a:cubicBezTo>
                      <a:cubicBezTo>
                        <a:pt x="137048" y="379098"/>
                        <a:pt x="134329" y="354621"/>
                        <a:pt x="134329" y="327424"/>
                      </a:cubicBezTo>
                      <a:cubicBezTo>
                        <a:pt x="134329" y="302947"/>
                        <a:pt x="137048" y="278470"/>
                        <a:pt x="137048" y="253993"/>
                      </a:cubicBezTo>
                      <a:cubicBezTo>
                        <a:pt x="137048" y="237675"/>
                        <a:pt x="139768" y="224077"/>
                        <a:pt x="139768" y="207759"/>
                      </a:cubicBezTo>
                      <a:cubicBezTo>
                        <a:pt x="139768" y="196881"/>
                        <a:pt x="137048" y="183282"/>
                        <a:pt x="137048" y="172404"/>
                      </a:cubicBezTo>
                      <a:cubicBezTo>
                        <a:pt x="137048" y="150647"/>
                        <a:pt x="137048" y="131609"/>
                        <a:pt x="137048" y="112571"/>
                      </a:cubicBezTo>
                      <a:cubicBezTo>
                        <a:pt x="134329" y="112571"/>
                        <a:pt x="137048" y="112571"/>
                        <a:pt x="126170" y="112571"/>
                      </a:cubicBezTo>
                      <a:cubicBezTo>
                        <a:pt x="118011" y="112571"/>
                        <a:pt x="109852" y="112571"/>
                        <a:pt x="101693" y="112571"/>
                      </a:cubicBezTo>
                      <a:cubicBezTo>
                        <a:pt x="93534" y="112571"/>
                        <a:pt x="82655" y="109852"/>
                        <a:pt x="74496" y="107132"/>
                      </a:cubicBezTo>
                      <a:cubicBezTo>
                        <a:pt x="66337" y="104412"/>
                        <a:pt x="58178" y="96253"/>
                        <a:pt x="58178" y="90814"/>
                      </a:cubicBezTo>
                      <a:cubicBezTo>
                        <a:pt x="58178" y="88094"/>
                        <a:pt x="58178" y="85375"/>
                        <a:pt x="63617" y="82655"/>
                      </a:cubicBezTo>
                      <a:cubicBezTo>
                        <a:pt x="69057" y="79936"/>
                        <a:pt x="79935" y="77216"/>
                        <a:pt x="85375" y="74496"/>
                      </a:cubicBezTo>
                      <a:cubicBezTo>
                        <a:pt x="104412" y="71776"/>
                        <a:pt x="128889" y="69057"/>
                        <a:pt x="137048" y="69057"/>
                      </a:cubicBezTo>
                      <a:cubicBezTo>
                        <a:pt x="137048" y="69057"/>
                        <a:pt x="139768" y="69057"/>
                        <a:pt x="145207" y="69057"/>
                      </a:cubicBezTo>
                      <a:cubicBezTo>
                        <a:pt x="150646" y="60898"/>
                        <a:pt x="158806" y="58178"/>
                        <a:pt x="169684" y="58178"/>
                      </a:cubicBezTo>
                      <a:cubicBezTo>
                        <a:pt x="172404" y="58178"/>
                        <a:pt x="175123" y="58178"/>
                        <a:pt x="177843" y="58178"/>
                      </a:cubicBezTo>
                      <a:cubicBezTo>
                        <a:pt x="186002" y="58178"/>
                        <a:pt x="196881" y="63617"/>
                        <a:pt x="205040" y="66337"/>
                      </a:cubicBezTo>
                      <a:cubicBezTo>
                        <a:pt x="237676" y="66337"/>
                        <a:pt x="273031" y="63617"/>
                        <a:pt x="286629" y="63617"/>
                      </a:cubicBezTo>
                      <a:cubicBezTo>
                        <a:pt x="300228" y="63617"/>
                        <a:pt x="324705" y="63617"/>
                        <a:pt x="324705" y="79936"/>
                      </a:cubicBezTo>
                      <a:cubicBezTo>
                        <a:pt x="324705" y="88094"/>
                        <a:pt x="321985" y="90814"/>
                        <a:pt x="319265" y="96253"/>
                      </a:cubicBezTo>
                      <a:cubicBezTo>
                        <a:pt x="313826" y="101693"/>
                        <a:pt x="308387" y="104412"/>
                        <a:pt x="302948" y="104412"/>
                      </a:cubicBezTo>
                      <a:cubicBezTo>
                        <a:pt x="289349" y="112571"/>
                        <a:pt x="283910" y="112571"/>
                        <a:pt x="278471" y="112571"/>
                      </a:cubicBezTo>
                      <a:cubicBezTo>
                        <a:pt x="273031" y="112571"/>
                        <a:pt x="253994" y="112571"/>
                        <a:pt x="232236" y="112571"/>
                      </a:cubicBezTo>
                      <a:cubicBezTo>
                        <a:pt x="237676" y="120730"/>
                        <a:pt x="240395" y="128889"/>
                        <a:pt x="240395" y="137048"/>
                      </a:cubicBezTo>
                      <a:cubicBezTo>
                        <a:pt x="240395" y="142487"/>
                        <a:pt x="240395" y="145207"/>
                        <a:pt x="240395" y="150647"/>
                      </a:cubicBezTo>
                      <a:cubicBezTo>
                        <a:pt x="240395" y="153366"/>
                        <a:pt x="240395" y="156086"/>
                        <a:pt x="243115" y="158805"/>
                      </a:cubicBezTo>
                      <a:cubicBezTo>
                        <a:pt x="245835" y="169684"/>
                        <a:pt x="245835" y="180563"/>
                        <a:pt x="248554" y="188722"/>
                      </a:cubicBezTo>
                      <a:cubicBezTo>
                        <a:pt x="248554" y="191441"/>
                        <a:pt x="248554" y="194161"/>
                        <a:pt x="248554" y="199600"/>
                      </a:cubicBezTo>
                      <a:cubicBezTo>
                        <a:pt x="248554" y="207759"/>
                        <a:pt x="248554" y="213198"/>
                        <a:pt x="248554" y="221357"/>
                      </a:cubicBezTo>
                      <a:cubicBezTo>
                        <a:pt x="248554" y="234956"/>
                        <a:pt x="251274" y="248554"/>
                        <a:pt x="253994" y="264872"/>
                      </a:cubicBezTo>
                      <a:cubicBezTo>
                        <a:pt x="256713" y="275751"/>
                        <a:pt x="259433" y="286629"/>
                        <a:pt x="262153" y="297508"/>
                      </a:cubicBezTo>
                      <a:cubicBezTo>
                        <a:pt x="264872" y="305667"/>
                        <a:pt x="264872" y="313826"/>
                        <a:pt x="264872" y="324704"/>
                      </a:cubicBezTo>
                      <a:cubicBezTo>
                        <a:pt x="264872" y="327424"/>
                        <a:pt x="264872" y="330144"/>
                        <a:pt x="264872" y="332863"/>
                      </a:cubicBezTo>
                      <a:cubicBezTo>
                        <a:pt x="264872" y="338303"/>
                        <a:pt x="264872" y="346462"/>
                        <a:pt x="264872" y="351901"/>
                      </a:cubicBezTo>
                      <a:cubicBezTo>
                        <a:pt x="264872" y="357340"/>
                        <a:pt x="262153" y="365499"/>
                        <a:pt x="262153" y="370939"/>
                      </a:cubicBezTo>
                      <a:cubicBezTo>
                        <a:pt x="262153" y="376378"/>
                        <a:pt x="264872" y="384537"/>
                        <a:pt x="267592" y="384537"/>
                      </a:cubicBezTo>
                      <a:cubicBezTo>
                        <a:pt x="273031" y="384537"/>
                        <a:pt x="275751" y="376378"/>
                        <a:pt x="278471" y="370939"/>
                      </a:cubicBezTo>
                      <a:cubicBezTo>
                        <a:pt x="283910" y="360060"/>
                        <a:pt x="289349" y="346462"/>
                        <a:pt x="297508" y="332863"/>
                      </a:cubicBezTo>
                      <a:cubicBezTo>
                        <a:pt x="302948" y="324704"/>
                        <a:pt x="305667" y="313826"/>
                        <a:pt x="311106" y="305667"/>
                      </a:cubicBezTo>
                      <a:cubicBezTo>
                        <a:pt x="319265" y="289349"/>
                        <a:pt x="327424" y="275751"/>
                        <a:pt x="335583" y="259433"/>
                      </a:cubicBezTo>
                      <a:cubicBezTo>
                        <a:pt x="341023" y="248554"/>
                        <a:pt x="349182" y="234956"/>
                        <a:pt x="354621" y="224077"/>
                      </a:cubicBezTo>
                      <a:cubicBezTo>
                        <a:pt x="362780" y="207759"/>
                        <a:pt x="370939" y="191441"/>
                        <a:pt x="381817" y="172404"/>
                      </a:cubicBezTo>
                      <a:cubicBezTo>
                        <a:pt x="389977" y="153366"/>
                        <a:pt x="400855" y="134329"/>
                        <a:pt x="409014" y="118011"/>
                      </a:cubicBezTo>
                      <a:cubicBezTo>
                        <a:pt x="409014" y="115291"/>
                        <a:pt x="409014" y="115291"/>
                        <a:pt x="411734" y="115291"/>
                      </a:cubicBezTo>
                      <a:cubicBezTo>
                        <a:pt x="406294" y="115291"/>
                        <a:pt x="400855" y="115291"/>
                        <a:pt x="398136" y="115291"/>
                      </a:cubicBezTo>
                      <a:cubicBezTo>
                        <a:pt x="392696" y="115291"/>
                        <a:pt x="384537" y="115291"/>
                        <a:pt x="379098" y="109852"/>
                      </a:cubicBezTo>
                      <a:cubicBezTo>
                        <a:pt x="373659" y="107132"/>
                        <a:pt x="368219" y="98973"/>
                        <a:pt x="368219" y="93534"/>
                      </a:cubicBezTo>
                      <a:cubicBezTo>
                        <a:pt x="368219" y="90814"/>
                        <a:pt x="368219" y="88094"/>
                        <a:pt x="370939" y="85375"/>
                      </a:cubicBezTo>
                      <a:cubicBezTo>
                        <a:pt x="373659" y="82655"/>
                        <a:pt x="381817" y="79936"/>
                        <a:pt x="387257" y="77216"/>
                      </a:cubicBezTo>
                      <a:cubicBezTo>
                        <a:pt x="400855" y="74496"/>
                        <a:pt x="414453" y="71776"/>
                        <a:pt x="422612" y="71776"/>
                      </a:cubicBezTo>
                      <a:cubicBezTo>
                        <a:pt x="425332" y="71776"/>
                        <a:pt x="430771" y="71776"/>
                        <a:pt x="436211" y="71776"/>
                      </a:cubicBezTo>
                      <a:cubicBezTo>
                        <a:pt x="436211" y="71776"/>
                        <a:pt x="438930" y="69057"/>
                        <a:pt x="438930" y="69057"/>
                      </a:cubicBezTo>
                      <a:cubicBezTo>
                        <a:pt x="444370" y="66337"/>
                        <a:pt x="447089" y="66337"/>
                        <a:pt x="452529" y="66337"/>
                      </a:cubicBezTo>
                      <a:cubicBezTo>
                        <a:pt x="457968" y="66337"/>
                        <a:pt x="460688" y="66337"/>
                        <a:pt x="466127" y="69057"/>
                      </a:cubicBezTo>
                      <a:cubicBezTo>
                        <a:pt x="468847" y="69057"/>
                        <a:pt x="471566" y="71776"/>
                        <a:pt x="471566" y="71776"/>
                      </a:cubicBezTo>
                      <a:cubicBezTo>
                        <a:pt x="490604" y="71776"/>
                        <a:pt x="506922" y="71776"/>
                        <a:pt x="515081" y="71776"/>
                      </a:cubicBezTo>
                      <a:cubicBezTo>
                        <a:pt x="523240" y="71776"/>
                        <a:pt x="542277" y="71776"/>
                        <a:pt x="542277" y="88094"/>
                      </a:cubicBezTo>
                      <a:cubicBezTo>
                        <a:pt x="542277" y="96253"/>
                        <a:pt x="542277" y="98973"/>
                        <a:pt x="536838" y="104412"/>
                      </a:cubicBezTo>
                      <a:cubicBezTo>
                        <a:pt x="534119" y="109852"/>
                        <a:pt x="528679" y="112571"/>
                        <a:pt x="525959" y="112571"/>
                      </a:cubicBezTo>
                      <a:cubicBezTo>
                        <a:pt x="520520" y="115291"/>
                        <a:pt x="515081" y="115291"/>
                        <a:pt x="509642" y="115291"/>
                      </a:cubicBezTo>
                      <a:cubicBezTo>
                        <a:pt x="506922" y="115291"/>
                        <a:pt x="487884" y="115291"/>
                        <a:pt x="468847" y="115291"/>
                      </a:cubicBezTo>
                      <a:cubicBezTo>
                        <a:pt x="466127" y="123450"/>
                        <a:pt x="460688" y="128889"/>
                        <a:pt x="457968" y="137048"/>
                      </a:cubicBezTo>
                      <a:cubicBezTo>
                        <a:pt x="447089" y="156086"/>
                        <a:pt x="438930" y="175123"/>
                        <a:pt x="430771" y="194161"/>
                      </a:cubicBezTo>
                      <a:cubicBezTo>
                        <a:pt x="419893" y="215918"/>
                        <a:pt x="411734" y="240395"/>
                        <a:pt x="400855" y="262152"/>
                      </a:cubicBezTo>
                      <a:cubicBezTo>
                        <a:pt x="387257" y="289349"/>
                        <a:pt x="373659" y="311106"/>
                        <a:pt x="360060" y="332863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>
                    <a:ln>
                      <a:noFill/>
                    </a:ln>
                    <a:solidFill>
                      <a:srgbClr val="666666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2" name="Freeform: Shape 41">
                  <a:extLst>
                    <a:ext uri="{FF2B5EF4-FFF2-40B4-BE49-F238E27FC236}">
                      <a16:creationId xmlns:a16="http://schemas.microsoft.com/office/drawing/2014/main" id="{25F476AA-CAD6-6649-B04B-DFED2003BFCB}"/>
                    </a:ext>
                  </a:extLst>
                </p:cNvPr>
                <p:cNvSpPr/>
                <p:nvPr/>
              </p:nvSpPr>
              <p:spPr>
                <a:xfrm>
                  <a:off x="4335316" y="4186718"/>
                  <a:ext cx="353556" cy="761503"/>
                </a:xfrm>
                <a:custGeom>
                  <a:avLst/>
                  <a:gdLst>
                    <a:gd name="connsiteX0" fmla="*/ 283910 w 353555"/>
                    <a:gd name="connsiteY0" fmla="*/ 672820 h 761503"/>
                    <a:gd name="connsiteX1" fmla="*/ 321985 w 353555"/>
                    <a:gd name="connsiteY1" fmla="*/ 689138 h 761503"/>
                    <a:gd name="connsiteX2" fmla="*/ 316546 w 353555"/>
                    <a:gd name="connsiteY2" fmla="*/ 705456 h 761503"/>
                    <a:gd name="connsiteX3" fmla="*/ 300228 w 353555"/>
                    <a:gd name="connsiteY3" fmla="*/ 713615 h 761503"/>
                    <a:gd name="connsiteX4" fmla="*/ 278471 w 353555"/>
                    <a:gd name="connsiteY4" fmla="*/ 716335 h 761503"/>
                    <a:gd name="connsiteX5" fmla="*/ 237676 w 353555"/>
                    <a:gd name="connsiteY5" fmla="*/ 716335 h 761503"/>
                    <a:gd name="connsiteX6" fmla="*/ 180563 w 353555"/>
                    <a:gd name="connsiteY6" fmla="*/ 719054 h 761503"/>
                    <a:gd name="connsiteX7" fmla="*/ 126170 w 353555"/>
                    <a:gd name="connsiteY7" fmla="*/ 719054 h 761503"/>
                    <a:gd name="connsiteX8" fmla="*/ 101693 w 353555"/>
                    <a:gd name="connsiteY8" fmla="*/ 719054 h 761503"/>
                    <a:gd name="connsiteX9" fmla="*/ 74496 w 353555"/>
                    <a:gd name="connsiteY9" fmla="*/ 713615 h 761503"/>
                    <a:gd name="connsiteX10" fmla="*/ 58178 w 353555"/>
                    <a:gd name="connsiteY10" fmla="*/ 697297 h 761503"/>
                    <a:gd name="connsiteX11" fmla="*/ 63617 w 353555"/>
                    <a:gd name="connsiteY11" fmla="*/ 689138 h 761503"/>
                    <a:gd name="connsiteX12" fmla="*/ 85375 w 353555"/>
                    <a:gd name="connsiteY12" fmla="*/ 680979 h 761503"/>
                    <a:gd name="connsiteX13" fmla="*/ 131609 w 353555"/>
                    <a:gd name="connsiteY13" fmla="*/ 675540 h 761503"/>
                    <a:gd name="connsiteX14" fmla="*/ 142488 w 353555"/>
                    <a:gd name="connsiteY14" fmla="*/ 675540 h 761503"/>
                    <a:gd name="connsiteX15" fmla="*/ 131609 w 353555"/>
                    <a:gd name="connsiteY15" fmla="*/ 653783 h 761503"/>
                    <a:gd name="connsiteX16" fmla="*/ 128889 w 353555"/>
                    <a:gd name="connsiteY16" fmla="*/ 640184 h 761503"/>
                    <a:gd name="connsiteX17" fmla="*/ 128889 w 353555"/>
                    <a:gd name="connsiteY17" fmla="*/ 629306 h 761503"/>
                    <a:gd name="connsiteX18" fmla="*/ 128889 w 353555"/>
                    <a:gd name="connsiteY18" fmla="*/ 621147 h 761503"/>
                    <a:gd name="connsiteX19" fmla="*/ 128889 w 353555"/>
                    <a:gd name="connsiteY19" fmla="*/ 593950 h 761503"/>
                    <a:gd name="connsiteX20" fmla="*/ 128889 w 353555"/>
                    <a:gd name="connsiteY20" fmla="*/ 583072 h 761503"/>
                    <a:gd name="connsiteX21" fmla="*/ 128889 w 353555"/>
                    <a:gd name="connsiteY21" fmla="*/ 436210 h 761503"/>
                    <a:gd name="connsiteX22" fmla="*/ 128889 w 353555"/>
                    <a:gd name="connsiteY22" fmla="*/ 357340 h 761503"/>
                    <a:gd name="connsiteX23" fmla="*/ 131609 w 353555"/>
                    <a:gd name="connsiteY23" fmla="*/ 289349 h 761503"/>
                    <a:gd name="connsiteX24" fmla="*/ 131609 w 353555"/>
                    <a:gd name="connsiteY24" fmla="*/ 251274 h 761503"/>
                    <a:gd name="connsiteX25" fmla="*/ 131609 w 353555"/>
                    <a:gd name="connsiteY25" fmla="*/ 205040 h 761503"/>
                    <a:gd name="connsiteX26" fmla="*/ 131609 w 353555"/>
                    <a:gd name="connsiteY26" fmla="*/ 139768 h 761503"/>
                    <a:gd name="connsiteX27" fmla="*/ 131609 w 353555"/>
                    <a:gd name="connsiteY27" fmla="*/ 128889 h 761503"/>
                    <a:gd name="connsiteX28" fmla="*/ 126170 w 353555"/>
                    <a:gd name="connsiteY28" fmla="*/ 128889 h 761503"/>
                    <a:gd name="connsiteX29" fmla="*/ 101693 w 353555"/>
                    <a:gd name="connsiteY29" fmla="*/ 128889 h 761503"/>
                    <a:gd name="connsiteX30" fmla="*/ 74496 w 353555"/>
                    <a:gd name="connsiteY30" fmla="*/ 123450 h 761503"/>
                    <a:gd name="connsiteX31" fmla="*/ 58178 w 353555"/>
                    <a:gd name="connsiteY31" fmla="*/ 107132 h 761503"/>
                    <a:gd name="connsiteX32" fmla="*/ 60898 w 353555"/>
                    <a:gd name="connsiteY32" fmla="*/ 98973 h 761503"/>
                    <a:gd name="connsiteX33" fmla="*/ 82655 w 353555"/>
                    <a:gd name="connsiteY33" fmla="*/ 93534 h 761503"/>
                    <a:gd name="connsiteX34" fmla="*/ 131609 w 353555"/>
                    <a:gd name="connsiteY34" fmla="*/ 88094 h 761503"/>
                    <a:gd name="connsiteX35" fmla="*/ 131609 w 353555"/>
                    <a:gd name="connsiteY35" fmla="*/ 82655 h 761503"/>
                    <a:gd name="connsiteX36" fmla="*/ 134329 w 353555"/>
                    <a:gd name="connsiteY36" fmla="*/ 71776 h 761503"/>
                    <a:gd name="connsiteX37" fmla="*/ 147927 w 353555"/>
                    <a:gd name="connsiteY37" fmla="*/ 63617 h 761503"/>
                    <a:gd name="connsiteX38" fmla="*/ 164245 w 353555"/>
                    <a:gd name="connsiteY38" fmla="*/ 58178 h 761503"/>
                    <a:gd name="connsiteX39" fmla="*/ 177843 w 353555"/>
                    <a:gd name="connsiteY39" fmla="*/ 58178 h 761503"/>
                    <a:gd name="connsiteX40" fmla="*/ 196881 w 353555"/>
                    <a:gd name="connsiteY40" fmla="*/ 60898 h 761503"/>
                    <a:gd name="connsiteX41" fmla="*/ 232236 w 353555"/>
                    <a:gd name="connsiteY41" fmla="*/ 88094 h 761503"/>
                    <a:gd name="connsiteX42" fmla="*/ 278471 w 353555"/>
                    <a:gd name="connsiteY42" fmla="*/ 88094 h 761503"/>
                    <a:gd name="connsiteX43" fmla="*/ 316546 w 353555"/>
                    <a:gd name="connsiteY43" fmla="*/ 104412 h 761503"/>
                    <a:gd name="connsiteX44" fmla="*/ 311106 w 353555"/>
                    <a:gd name="connsiteY44" fmla="*/ 120730 h 761503"/>
                    <a:gd name="connsiteX45" fmla="*/ 294788 w 353555"/>
                    <a:gd name="connsiteY45" fmla="*/ 128889 h 761503"/>
                    <a:gd name="connsiteX46" fmla="*/ 273031 w 353555"/>
                    <a:gd name="connsiteY46" fmla="*/ 131609 h 761503"/>
                    <a:gd name="connsiteX47" fmla="*/ 243115 w 353555"/>
                    <a:gd name="connsiteY47" fmla="*/ 131609 h 761503"/>
                    <a:gd name="connsiteX48" fmla="*/ 243115 w 353555"/>
                    <a:gd name="connsiteY48" fmla="*/ 134329 h 761503"/>
                    <a:gd name="connsiteX49" fmla="*/ 248554 w 353555"/>
                    <a:gd name="connsiteY49" fmla="*/ 169684 h 761503"/>
                    <a:gd name="connsiteX50" fmla="*/ 251274 w 353555"/>
                    <a:gd name="connsiteY50" fmla="*/ 205040 h 761503"/>
                    <a:gd name="connsiteX51" fmla="*/ 251274 w 353555"/>
                    <a:gd name="connsiteY51" fmla="*/ 240395 h 761503"/>
                    <a:gd name="connsiteX52" fmla="*/ 251274 w 353555"/>
                    <a:gd name="connsiteY52" fmla="*/ 256713 h 761503"/>
                    <a:gd name="connsiteX53" fmla="*/ 253994 w 353555"/>
                    <a:gd name="connsiteY53" fmla="*/ 270311 h 761503"/>
                    <a:gd name="connsiteX54" fmla="*/ 259433 w 353555"/>
                    <a:gd name="connsiteY54" fmla="*/ 343742 h 761503"/>
                    <a:gd name="connsiteX55" fmla="*/ 262153 w 353555"/>
                    <a:gd name="connsiteY55" fmla="*/ 425332 h 761503"/>
                    <a:gd name="connsiteX56" fmla="*/ 264872 w 353555"/>
                    <a:gd name="connsiteY56" fmla="*/ 490603 h 761503"/>
                    <a:gd name="connsiteX57" fmla="*/ 270312 w 353555"/>
                    <a:gd name="connsiteY57" fmla="*/ 564034 h 761503"/>
                    <a:gd name="connsiteX58" fmla="*/ 270312 w 353555"/>
                    <a:gd name="connsiteY58" fmla="*/ 599390 h 761503"/>
                    <a:gd name="connsiteX59" fmla="*/ 270312 w 353555"/>
                    <a:gd name="connsiteY59" fmla="*/ 637465 h 761503"/>
                    <a:gd name="connsiteX60" fmla="*/ 264872 w 353555"/>
                    <a:gd name="connsiteY60" fmla="*/ 670101 h 761503"/>
                    <a:gd name="connsiteX61" fmla="*/ 283910 w 353555"/>
                    <a:gd name="connsiteY61" fmla="*/ 672820 h 761503"/>
                    <a:gd name="connsiteX62" fmla="*/ 283910 w 353555"/>
                    <a:gd name="connsiteY62" fmla="*/ 672820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</a:cxnLst>
                  <a:rect l="l" t="t" r="r" b="b"/>
                  <a:pathLst>
                    <a:path w="353555" h="761503">
                      <a:moveTo>
                        <a:pt x="283910" y="672820"/>
                      </a:moveTo>
                      <a:cubicBezTo>
                        <a:pt x="297508" y="672820"/>
                        <a:pt x="321985" y="672820"/>
                        <a:pt x="321985" y="689138"/>
                      </a:cubicBezTo>
                      <a:cubicBezTo>
                        <a:pt x="321985" y="697297"/>
                        <a:pt x="319265" y="697297"/>
                        <a:pt x="316546" y="705456"/>
                      </a:cubicBezTo>
                      <a:cubicBezTo>
                        <a:pt x="311106" y="710895"/>
                        <a:pt x="305667" y="713615"/>
                        <a:pt x="300228" y="713615"/>
                      </a:cubicBezTo>
                      <a:cubicBezTo>
                        <a:pt x="292069" y="716335"/>
                        <a:pt x="283910" y="716335"/>
                        <a:pt x="278471" y="716335"/>
                      </a:cubicBezTo>
                      <a:cubicBezTo>
                        <a:pt x="275751" y="716335"/>
                        <a:pt x="256713" y="716335"/>
                        <a:pt x="237676" y="716335"/>
                      </a:cubicBezTo>
                      <a:cubicBezTo>
                        <a:pt x="213199" y="716335"/>
                        <a:pt x="186002" y="719054"/>
                        <a:pt x="180563" y="719054"/>
                      </a:cubicBezTo>
                      <a:cubicBezTo>
                        <a:pt x="166965" y="719054"/>
                        <a:pt x="142488" y="719054"/>
                        <a:pt x="126170" y="719054"/>
                      </a:cubicBezTo>
                      <a:cubicBezTo>
                        <a:pt x="118011" y="719054"/>
                        <a:pt x="109852" y="719054"/>
                        <a:pt x="101693" y="719054"/>
                      </a:cubicBezTo>
                      <a:cubicBezTo>
                        <a:pt x="93534" y="719054"/>
                        <a:pt x="82655" y="719054"/>
                        <a:pt x="74496" y="713615"/>
                      </a:cubicBezTo>
                      <a:cubicBezTo>
                        <a:pt x="66337" y="710895"/>
                        <a:pt x="58178" y="702736"/>
                        <a:pt x="58178" y="697297"/>
                      </a:cubicBezTo>
                      <a:cubicBezTo>
                        <a:pt x="58178" y="694578"/>
                        <a:pt x="58178" y="691858"/>
                        <a:pt x="63617" y="689138"/>
                      </a:cubicBezTo>
                      <a:cubicBezTo>
                        <a:pt x="69057" y="686418"/>
                        <a:pt x="79935" y="683699"/>
                        <a:pt x="85375" y="680979"/>
                      </a:cubicBezTo>
                      <a:cubicBezTo>
                        <a:pt x="104412" y="678260"/>
                        <a:pt x="123450" y="675540"/>
                        <a:pt x="131609" y="675540"/>
                      </a:cubicBezTo>
                      <a:cubicBezTo>
                        <a:pt x="134329" y="675540"/>
                        <a:pt x="137048" y="675540"/>
                        <a:pt x="142488" y="675540"/>
                      </a:cubicBezTo>
                      <a:cubicBezTo>
                        <a:pt x="134329" y="670101"/>
                        <a:pt x="131609" y="661942"/>
                        <a:pt x="131609" y="653783"/>
                      </a:cubicBezTo>
                      <a:cubicBezTo>
                        <a:pt x="131609" y="648343"/>
                        <a:pt x="131609" y="642904"/>
                        <a:pt x="128889" y="640184"/>
                      </a:cubicBezTo>
                      <a:cubicBezTo>
                        <a:pt x="128889" y="637465"/>
                        <a:pt x="128889" y="634745"/>
                        <a:pt x="128889" y="629306"/>
                      </a:cubicBezTo>
                      <a:cubicBezTo>
                        <a:pt x="128889" y="626586"/>
                        <a:pt x="128889" y="623867"/>
                        <a:pt x="128889" y="621147"/>
                      </a:cubicBezTo>
                      <a:cubicBezTo>
                        <a:pt x="128889" y="612988"/>
                        <a:pt x="128889" y="604829"/>
                        <a:pt x="128889" y="593950"/>
                      </a:cubicBezTo>
                      <a:cubicBezTo>
                        <a:pt x="128889" y="591231"/>
                        <a:pt x="128889" y="585791"/>
                        <a:pt x="128889" y="583072"/>
                      </a:cubicBezTo>
                      <a:cubicBezTo>
                        <a:pt x="128889" y="534118"/>
                        <a:pt x="131609" y="485164"/>
                        <a:pt x="128889" y="436210"/>
                      </a:cubicBezTo>
                      <a:cubicBezTo>
                        <a:pt x="128889" y="409014"/>
                        <a:pt x="128889" y="384537"/>
                        <a:pt x="128889" y="357340"/>
                      </a:cubicBezTo>
                      <a:cubicBezTo>
                        <a:pt x="128889" y="335583"/>
                        <a:pt x="131609" y="313826"/>
                        <a:pt x="131609" y="289349"/>
                      </a:cubicBezTo>
                      <a:cubicBezTo>
                        <a:pt x="131609" y="275751"/>
                        <a:pt x="131609" y="264872"/>
                        <a:pt x="131609" y="251274"/>
                      </a:cubicBezTo>
                      <a:cubicBezTo>
                        <a:pt x="131609" y="234956"/>
                        <a:pt x="131609" y="221357"/>
                        <a:pt x="131609" y="205040"/>
                      </a:cubicBezTo>
                      <a:cubicBezTo>
                        <a:pt x="131609" y="183282"/>
                        <a:pt x="131609" y="161525"/>
                        <a:pt x="131609" y="139768"/>
                      </a:cubicBezTo>
                      <a:cubicBezTo>
                        <a:pt x="131609" y="137048"/>
                        <a:pt x="131609" y="134329"/>
                        <a:pt x="131609" y="128889"/>
                      </a:cubicBezTo>
                      <a:cubicBezTo>
                        <a:pt x="128889" y="128889"/>
                        <a:pt x="126170" y="128889"/>
                        <a:pt x="126170" y="128889"/>
                      </a:cubicBezTo>
                      <a:cubicBezTo>
                        <a:pt x="118011" y="128889"/>
                        <a:pt x="109852" y="128889"/>
                        <a:pt x="101693" y="128889"/>
                      </a:cubicBezTo>
                      <a:cubicBezTo>
                        <a:pt x="93534" y="128889"/>
                        <a:pt x="82655" y="128889"/>
                        <a:pt x="74496" y="123450"/>
                      </a:cubicBezTo>
                      <a:cubicBezTo>
                        <a:pt x="66337" y="120730"/>
                        <a:pt x="58178" y="112571"/>
                        <a:pt x="58178" y="107132"/>
                      </a:cubicBezTo>
                      <a:cubicBezTo>
                        <a:pt x="58178" y="104412"/>
                        <a:pt x="58178" y="101693"/>
                        <a:pt x="60898" y="98973"/>
                      </a:cubicBezTo>
                      <a:cubicBezTo>
                        <a:pt x="63617" y="96253"/>
                        <a:pt x="77216" y="93534"/>
                        <a:pt x="82655" y="93534"/>
                      </a:cubicBezTo>
                      <a:cubicBezTo>
                        <a:pt x="98973" y="90814"/>
                        <a:pt x="123450" y="88094"/>
                        <a:pt x="131609" y="88094"/>
                      </a:cubicBezTo>
                      <a:cubicBezTo>
                        <a:pt x="131609" y="85375"/>
                        <a:pt x="131609" y="85375"/>
                        <a:pt x="131609" y="82655"/>
                      </a:cubicBezTo>
                      <a:cubicBezTo>
                        <a:pt x="131609" y="77216"/>
                        <a:pt x="131609" y="74496"/>
                        <a:pt x="134329" y="71776"/>
                      </a:cubicBezTo>
                      <a:cubicBezTo>
                        <a:pt x="137048" y="69057"/>
                        <a:pt x="145207" y="66337"/>
                        <a:pt x="147927" y="63617"/>
                      </a:cubicBezTo>
                      <a:cubicBezTo>
                        <a:pt x="153366" y="60898"/>
                        <a:pt x="158806" y="58178"/>
                        <a:pt x="164245" y="58178"/>
                      </a:cubicBezTo>
                      <a:cubicBezTo>
                        <a:pt x="169684" y="58178"/>
                        <a:pt x="175123" y="58178"/>
                        <a:pt x="177843" y="58178"/>
                      </a:cubicBezTo>
                      <a:cubicBezTo>
                        <a:pt x="183283" y="58178"/>
                        <a:pt x="191442" y="58178"/>
                        <a:pt x="196881" y="60898"/>
                      </a:cubicBezTo>
                      <a:cubicBezTo>
                        <a:pt x="213199" y="63617"/>
                        <a:pt x="224077" y="74496"/>
                        <a:pt x="232236" y="88094"/>
                      </a:cubicBezTo>
                      <a:cubicBezTo>
                        <a:pt x="253994" y="88094"/>
                        <a:pt x="270312" y="88094"/>
                        <a:pt x="278471" y="88094"/>
                      </a:cubicBezTo>
                      <a:cubicBezTo>
                        <a:pt x="292069" y="88094"/>
                        <a:pt x="316546" y="88094"/>
                        <a:pt x="316546" y="104412"/>
                      </a:cubicBezTo>
                      <a:cubicBezTo>
                        <a:pt x="316546" y="112571"/>
                        <a:pt x="313826" y="112571"/>
                        <a:pt x="311106" y="120730"/>
                      </a:cubicBezTo>
                      <a:cubicBezTo>
                        <a:pt x="305667" y="126170"/>
                        <a:pt x="300228" y="128889"/>
                        <a:pt x="294788" y="128889"/>
                      </a:cubicBezTo>
                      <a:cubicBezTo>
                        <a:pt x="286630" y="131609"/>
                        <a:pt x="278471" y="131609"/>
                        <a:pt x="273031" y="131609"/>
                      </a:cubicBezTo>
                      <a:cubicBezTo>
                        <a:pt x="270312" y="131609"/>
                        <a:pt x="259433" y="131609"/>
                        <a:pt x="243115" y="131609"/>
                      </a:cubicBezTo>
                      <a:lnTo>
                        <a:pt x="243115" y="134329"/>
                      </a:lnTo>
                      <a:cubicBezTo>
                        <a:pt x="245835" y="145207"/>
                        <a:pt x="245835" y="158805"/>
                        <a:pt x="248554" y="169684"/>
                      </a:cubicBezTo>
                      <a:cubicBezTo>
                        <a:pt x="251274" y="180563"/>
                        <a:pt x="251274" y="194161"/>
                        <a:pt x="251274" y="205040"/>
                      </a:cubicBezTo>
                      <a:cubicBezTo>
                        <a:pt x="251274" y="215918"/>
                        <a:pt x="251274" y="226797"/>
                        <a:pt x="251274" y="240395"/>
                      </a:cubicBezTo>
                      <a:cubicBezTo>
                        <a:pt x="251274" y="245834"/>
                        <a:pt x="251274" y="251274"/>
                        <a:pt x="251274" y="256713"/>
                      </a:cubicBezTo>
                      <a:cubicBezTo>
                        <a:pt x="251274" y="262152"/>
                        <a:pt x="251274" y="267592"/>
                        <a:pt x="253994" y="270311"/>
                      </a:cubicBezTo>
                      <a:cubicBezTo>
                        <a:pt x="256713" y="294788"/>
                        <a:pt x="256713" y="319265"/>
                        <a:pt x="259433" y="343742"/>
                      </a:cubicBezTo>
                      <a:cubicBezTo>
                        <a:pt x="259433" y="370939"/>
                        <a:pt x="262153" y="398135"/>
                        <a:pt x="262153" y="425332"/>
                      </a:cubicBezTo>
                      <a:cubicBezTo>
                        <a:pt x="262153" y="447089"/>
                        <a:pt x="262153" y="468846"/>
                        <a:pt x="264872" y="490603"/>
                      </a:cubicBezTo>
                      <a:cubicBezTo>
                        <a:pt x="264872" y="515080"/>
                        <a:pt x="270312" y="539557"/>
                        <a:pt x="270312" y="564034"/>
                      </a:cubicBezTo>
                      <a:cubicBezTo>
                        <a:pt x="270312" y="574913"/>
                        <a:pt x="270312" y="588511"/>
                        <a:pt x="270312" y="599390"/>
                      </a:cubicBezTo>
                      <a:cubicBezTo>
                        <a:pt x="270312" y="612988"/>
                        <a:pt x="270312" y="623867"/>
                        <a:pt x="270312" y="637465"/>
                      </a:cubicBezTo>
                      <a:cubicBezTo>
                        <a:pt x="270312" y="648343"/>
                        <a:pt x="270312" y="661942"/>
                        <a:pt x="264872" y="670101"/>
                      </a:cubicBezTo>
                      <a:cubicBezTo>
                        <a:pt x="273031" y="672820"/>
                        <a:pt x="278471" y="672820"/>
                        <a:pt x="283910" y="672820"/>
                      </a:cubicBezTo>
                      <a:lnTo>
                        <a:pt x="283910" y="672820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>
                    <a:ln>
                      <a:noFill/>
                    </a:ln>
                    <a:solidFill>
                      <a:srgbClr val="666666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3" name="Freeform: Shape 42">
                  <a:extLst>
                    <a:ext uri="{FF2B5EF4-FFF2-40B4-BE49-F238E27FC236}">
                      <a16:creationId xmlns:a16="http://schemas.microsoft.com/office/drawing/2014/main" id="{7B6E4CD2-EB73-8942-8215-51DD2BD0A0E8}"/>
                    </a:ext>
                  </a:extLst>
                </p:cNvPr>
                <p:cNvSpPr/>
                <p:nvPr/>
              </p:nvSpPr>
              <p:spPr>
                <a:xfrm>
                  <a:off x="4620880" y="4194877"/>
                  <a:ext cx="598325" cy="761503"/>
                </a:xfrm>
                <a:custGeom>
                  <a:avLst/>
                  <a:gdLst>
                    <a:gd name="connsiteX0" fmla="*/ 515081 w 598324"/>
                    <a:gd name="connsiteY0" fmla="*/ 79935 h 761503"/>
                    <a:gd name="connsiteX1" fmla="*/ 542277 w 598324"/>
                    <a:gd name="connsiteY1" fmla="*/ 96253 h 761503"/>
                    <a:gd name="connsiteX2" fmla="*/ 536838 w 598324"/>
                    <a:gd name="connsiteY2" fmla="*/ 112571 h 761503"/>
                    <a:gd name="connsiteX3" fmla="*/ 523240 w 598324"/>
                    <a:gd name="connsiteY3" fmla="*/ 120730 h 761503"/>
                    <a:gd name="connsiteX4" fmla="*/ 506922 w 598324"/>
                    <a:gd name="connsiteY4" fmla="*/ 123450 h 761503"/>
                    <a:gd name="connsiteX5" fmla="*/ 477006 w 598324"/>
                    <a:gd name="connsiteY5" fmla="*/ 123450 h 761503"/>
                    <a:gd name="connsiteX6" fmla="*/ 479725 w 598324"/>
                    <a:gd name="connsiteY6" fmla="*/ 145207 h 761503"/>
                    <a:gd name="connsiteX7" fmla="*/ 477006 w 598324"/>
                    <a:gd name="connsiteY7" fmla="*/ 180563 h 761503"/>
                    <a:gd name="connsiteX8" fmla="*/ 482445 w 598324"/>
                    <a:gd name="connsiteY8" fmla="*/ 232236 h 761503"/>
                    <a:gd name="connsiteX9" fmla="*/ 485165 w 598324"/>
                    <a:gd name="connsiteY9" fmla="*/ 283909 h 761503"/>
                    <a:gd name="connsiteX10" fmla="*/ 485165 w 598324"/>
                    <a:gd name="connsiteY10" fmla="*/ 327424 h 761503"/>
                    <a:gd name="connsiteX11" fmla="*/ 487884 w 598324"/>
                    <a:gd name="connsiteY11" fmla="*/ 373658 h 761503"/>
                    <a:gd name="connsiteX12" fmla="*/ 485165 w 598324"/>
                    <a:gd name="connsiteY12" fmla="*/ 419892 h 761503"/>
                    <a:gd name="connsiteX13" fmla="*/ 485165 w 598324"/>
                    <a:gd name="connsiteY13" fmla="*/ 463407 h 761503"/>
                    <a:gd name="connsiteX14" fmla="*/ 482445 w 598324"/>
                    <a:gd name="connsiteY14" fmla="*/ 515080 h 761503"/>
                    <a:gd name="connsiteX15" fmla="*/ 482445 w 598324"/>
                    <a:gd name="connsiteY15" fmla="*/ 558595 h 761503"/>
                    <a:gd name="connsiteX16" fmla="*/ 479725 w 598324"/>
                    <a:gd name="connsiteY16" fmla="*/ 602109 h 761503"/>
                    <a:gd name="connsiteX17" fmla="*/ 485165 w 598324"/>
                    <a:gd name="connsiteY17" fmla="*/ 648343 h 761503"/>
                    <a:gd name="connsiteX18" fmla="*/ 474286 w 598324"/>
                    <a:gd name="connsiteY18" fmla="*/ 675540 h 761503"/>
                    <a:gd name="connsiteX19" fmla="*/ 428052 w 598324"/>
                    <a:gd name="connsiteY19" fmla="*/ 691858 h 761503"/>
                    <a:gd name="connsiteX20" fmla="*/ 387257 w 598324"/>
                    <a:gd name="connsiteY20" fmla="*/ 683699 h 761503"/>
                    <a:gd name="connsiteX21" fmla="*/ 351901 w 598324"/>
                    <a:gd name="connsiteY21" fmla="*/ 664661 h 761503"/>
                    <a:gd name="connsiteX22" fmla="*/ 305667 w 598324"/>
                    <a:gd name="connsiteY22" fmla="*/ 596670 h 761503"/>
                    <a:gd name="connsiteX23" fmla="*/ 270312 w 598324"/>
                    <a:gd name="connsiteY23" fmla="*/ 509641 h 761503"/>
                    <a:gd name="connsiteX24" fmla="*/ 251274 w 598324"/>
                    <a:gd name="connsiteY24" fmla="*/ 460687 h 761503"/>
                    <a:gd name="connsiteX25" fmla="*/ 224077 w 598324"/>
                    <a:gd name="connsiteY25" fmla="*/ 381817 h 761503"/>
                    <a:gd name="connsiteX26" fmla="*/ 207759 w 598324"/>
                    <a:gd name="connsiteY26" fmla="*/ 330144 h 761503"/>
                    <a:gd name="connsiteX27" fmla="*/ 191442 w 598324"/>
                    <a:gd name="connsiteY27" fmla="*/ 286629 h 761503"/>
                    <a:gd name="connsiteX28" fmla="*/ 183283 w 598324"/>
                    <a:gd name="connsiteY28" fmla="*/ 278470 h 761503"/>
                    <a:gd name="connsiteX29" fmla="*/ 180563 w 598324"/>
                    <a:gd name="connsiteY29" fmla="*/ 292068 h 761503"/>
                    <a:gd name="connsiteX30" fmla="*/ 180563 w 598324"/>
                    <a:gd name="connsiteY30" fmla="*/ 305667 h 761503"/>
                    <a:gd name="connsiteX31" fmla="*/ 183283 w 598324"/>
                    <a:gd name="connsiteY31" fmla="*/ 354620 h 761503"/>
                    <a:gd name="connsiteX32" fmla="*/ 188722 w 598324"/>
                    <a:gd name="connsiteY32" fmla="*/ 449808 h 761503"/>
                    <a:gd name="connsiteX33" fmla="*/ 188722 w 598324"/>
                    <a:gd name="connsiteY33" fmla="*/ 479725 h 761503"/>
                    <a:gd name="connsiteX34" fmla="*/ 188722 w 598324"/>
                    <a:gd name="connsiteY34" fmla="*/ 542277 h 761503"/>
                    <a:gd name="connsiteX35" fmla="*/ 186002 w 598324"/>
                    <a:gd name="connsiteY35" fmla="*/ 615708 h 761503"/>
                    <a:gd name="connsiteX36" fmla="*/ 186002 w 598324"/>
                    <a:gd name="connsiteY36" fmla="*/ 637465 h 761503"/>
                    <a:gd name="connsiteX37" fmla="*/ 183283 w 598324"/>
                    <a:gd name="connsiteY37" fmla="*/ 664661 h 761503"/>
                    <a:gd name="connsiteX38" fmla="*/ 226797 w 598324"/>
                    <a:gd name="connsiteY38" fmla="*/ 664661 h 761503"/>
                    <a:gd name="connsiteX39" fmla="*/ 253994 w 598324"/>
                    <a:gd name="connsiteY39" fmla="*/ 680979 h 761503"/>
                    <a:gd name="connsiteX40" fmla="*/ 248554 w 598324"/>
                    <a:gd name="connsiteY40" fmla="*/ 697297 h 761503"/>
                    <a:gd name="connsiteX41" fmla="*/ 234956 w 598324"/>
                    <a:gd name="connsiteY41" fmla="*/ 705456 h 761503"/>
                    <a:gd name="connsiteX42" fmla="*/ 218638 w 598324"/>
                    <a:gd name="connsiteY42" fmla="*/ 708176 h 761503"/>
                    <a:gd name="connsiteX43" fmla="*/ 183283 w 598324"/>
                    <a:gd name="connsiteY43" fmla="*/ 708176 h 761503"/>
                    <a:gd name="connsiteX44" fmla="*/ 150647 w 598324"/>
                    <a:gd name="connsiteY44" fmla="*/ 708176 h 761503"/>
                    <a:gd name="connsiteX45" fmla="*/ 107132 w 598324"/>
                    <a:gd name="connsiteY45" fmla="*/ 708176 h 761503"/>
                    <a:gd name="connsiteX46" fmla="*/ 88094 w 598324"/>
                    <a:gd name="connsiteY46" fmla="*/ 708176 h 761503"/>
                    <a:gd name="connsiteX47" fmla="*/ 69057 w 598324"/>
                    <a:gd name="connsiteY47" fmla="*/ 702736 h 761503"/>
                    <a:gd name="connsiteX48" fmla="*/ 58178 w 598324"/>
                    <a:gd name="connsiteY48" fmla="*/ 686418 h 761503"/>
                    <a:gd name="connsiteX49" fmla="*/ 60898 w 598324"/>
                    <a:gd name="connsiteY49" fmla="*/ 678259 h 761503"/>
                    <a:gd name="connsiteX50" fmla="*/ 77216 w 598324"/>
                    <a:gd name="connsiteY50" fmla="*/ 670101 h 761503"/>
                    <a:gd name="connsiteX51" fmla="*/ 120730 w 598324"/>
                    <a:gd name="connsiteY51" fmla="*/ 664661 h 761503"/>
                    <a:gd name="connsiteX52" fmla="*/ 131609 w 598324"/>
                    <a:gd name="connsiteY52" fmla="*/ 664661 h 761503"/>
                    <a:gd name="connsiteX53" fmla="*/ 134329 w 598324"/>
                    <a:gd name="connsiteY53" fmla="*/ 539557 h 761503"/>
                    <a:gd name="connsiteX54" fmla="*/ 134329 w 598324"/>
                    <a:gd name="connsiteY54" fmla="*/ 504201 h 761503"/>
                    <a:gd name="connsiteX55" fmla="*/ 131609 w 598324"/>
                    <a:gd name="connsiteY55" fmla="*/ 376378 h 761503"/>
                    <a:gd name="connsiteX56" fmla="*/ 131609 w 598324"/>
                    <a:gd name="connsiteY56" fmla="*/ 302947 h 761503"/>
                    <a:gd name="connsiteX57" fmla="*/ 134329 w 598324"/>
                    <a:gd name="connsiteY57" fmla="*/ 221357 h 761503"/>
                    <a:gd name="connsiteX58" fmla="*/ 137048 w 598324"/>
                    <a:gd name="connsiteY58" fmla="*/ 123450 h 761503"/>
                    <a:gd name="connsiteX59" fmla="*/ 107132 w 598324"/>
                    <a:gd name="connsiteY59" fmla="*/ 123450 h 761503"/>
                    <a:gd name="connsiteX60" fmla="*/ 88094 w 598324"/>
                    <a:gd name="connsiteY60" fmla="*/ 123450 h 761503"/>
                    <a:gd name="connsiteX61" fmla="*/ 69057 w 598324"/>
                    <a:gd name="connsiteY61" fmla="*/ 118011 h 761503"/>
                    <a:gd name="connsiteX62" fmla="*/ 58178 w 598324"/>
                    <a:gd name="connsiteY62" fmla="*/ 101693 h 761503"/>
                    <a:gd name="connsiteX63" fmla="*/ 60898 w 598324"/>
                    <a:gd name="connsiteY63" fmla="*/ 93534 h 761503"/>
                    <a:gd name="connsiteX64" fmla="*/ 77216 w 598324"/>
                    <a:gd name="connsiteY64" fmla="*/ 85375 h 761503"/>
                    <a:gd name="connsiteX65" fmla="*/ 131609 w 598324"/>
                    <a:gd name="connsiteY65" fmla="*/ 79935 h 761503"/>
                    <a:gd name="connsiteX66" fmla="*/ 161525 w 598324"/>
                    <a:gd name="connsiteY66" fmla="*/ 79935 h 761503"/>
                    <a:gd name="connsiteX67" fmla="*/ 177843 w 598324"/>
                    <a:gd name="connsiteY67" fmla="*/ 66337 h 761503"/>
                    <a:gd name="connsiteX68" fmla="*/ 202320 w 598324"/>
                    <a:gd name="connsiteY68" fmla="*/ 58178 h 761503"/>
                    <a:gd name="connsiteX69" fmla="*/ 234956 w 598324"/>
                    <a:gd name="connsiteY69" fmla="*/ 77216 h 761503"/>
                    <a:gd name="connsiteX70" fmla="*/ 251274 w 598324"/>
                    <a:gd name="connsiteY70" fmla="*/ 107132 h 761503"/>
                    <a:gd name="connsiteX71" fmla="*/ 267592 w 598324"/>
                    <a:gd name="connsiteY71" fmla="*/ 147927 h 761503"/>
                    <a:gd name="connsiteX72" fmla="*/ 281190 w 598324"/>
                    <a:gd name="connsiteY72" fmla="*/ 183282 h 761503"/>
                    <a:gd name="connsiteX73" fmla="*/ 297508 w 598324"/>
                    <a:gd name="connsiteY73" fmla="*/ 224077 h 761503"/>
                    <a:gd name="connsiteX74" fmla="*/ 308387 w 598324"/>
                    <a:gd name="connsiteY74" fmla="*/ 264872 h 761503"/>
                    <a:gd name="connsiteX75" fmla="*/ 319265 w 598324"/>
                    <a:gd name="connsiteY75" fmla="*/ 300227 h 761503"/>
                    <a:gd name="connsiteX76" fmla="*/ 351901 w 598324"/>
                    <a:gd name="connsiteY76" fmla="*/ 379097 h 761503"/>
                    <a:gd name="connsiteX77" fmla="*/ 365500 w 598324"/>
                    <a:gd name="connsiteY77" fmla="*/ 417173 h 761503"/>
                    <a:gd name="connsiteX78" fmla="*/ 379098 w 598324"/>
                    <a:gd name="connsiteY78" fmla="*/ 457967 h 761503"/>
                    <a:gd name="connsiteX79" fmla="*/ 395416 w 598324"/>
                    <a:gd name="connsiteY79" fmla="*/ 496043 h 761503"/>
                    <a:gd name="connsiteX80" fmla="*/ 406294 w 598324"/>
                    <a:gd name="connsiteY80" fmla="*/ 512361 h 761503"/>
                    <a:gd name="connsiteX81" fmla="*/ 411734 w 598324"/>
                    <a:gd name="connsiteY81" fmla="*/ 531398 h 761503"/>
                    <a:gd name="connsiteX82" fmla="*/ 419893 w 598324"/>
                    <a:gd name="connsiteY82" fmla="*/ 558595 h 761503"/>
                    <a:gd name="connsiteX83" fmla="*/ 425332 w 598324"/>
                    <a:gd name="connsiteY83" fmla="*/ 564034 h 761503"/>
                    <a:gd name="connsiteX84" fmla="*/ 430771 w 598324"/>
                    <a:gd name="connsiteY84" fmla="*/ 558595 h 761503"/>
                    <a:gd name="connsiteX85" fmla="*/ 430771 w 598324"/>
                    <a:gd name="connsiteY85" fmla="*/ 550436 h 761503"/>
                    <a:gd name="connsiteX86" fmla="*/ 430771 w 598324"/>
                    <a:gd name="connsiteY86" fmla="*/ 501482 h 761503"/>
                    <a:gd name="connsiteX87" fmla="*/ 430771 w 598324"/>
                    <a:gd name="connsiteY87" fmla="*/ 403574 h 761503"/>
                    <a:gd name="connsiteX88" fmla="*/ 425332 w 598324"/>
                    <a:gd name="connsiteY88" fmla="*/ 313826 h 761503"/>
                    <a:gd name="connsiteX89" fmla="*/ 425332 w 598324"/>
                    <a:gd name="connsiteY89" fmla="*/ 248554 h 761503"/>
                    <a:gd name="connsiteX90" fmla="*/ 425332 w 598324"/>
                    <a:gd name="connsiteY90" fmla="*/ 210479 h 761503"/>
                    <a:gd name="connsiteX91" fmla="*/ 422613 w 598324"/>
                    <a:gd name="connsiteY91" fmla="*/ 153366 h 761503"/>
                    <a:gd name="connsiteX92" fmla="*/ 425332 w 598324"/>
                    <a:gd name="connsiteY92" fmla="*/ 123450 h 761503"/>
                    <a:gd name="connsiteX93" fmla="*/ 398136 w 598324"/>
                    <a:gd name="connsiteY93" fmla="*/ 123450 h 761503"/>
                    <a:gd name="connsiteX94" fmla="*/ 379098 w 598324"/>
                    <a:gd name="connsiteY94" fmla="*/ 123450 h 761503"/>
                    <a:gd name="connsiteX95" fmla="*/ 360060 w 598324"/>
                    <a:gd name="connsiteY95" fmla="*/ 118011 h 761503"/>
                    <a:gd name="connsiteX96" fmla="*/ 349182 w 598324"/>
                    <a:gd name="connsiteY96" fmla="*/ 101693 h 761503"/>
                    <a:gd name="connsiteX97" fmla="*/ 351901 w 598324"/>
                    <a:gd name="connsiteY97" fmla="*/ 93534 h 761503"/>
                    <a:gd name="connsiteX98" fmla="*/ 368219 w 598324"/>
                    <a:gd name="connsiteY98" fmla="*/ 85375 h 761503"/>
                    <a:gd name="connsiteX99" fmla="*/ 422613 w 598324"/>
                    <a:gd name="connsiteY99" fmla="*/ 79935 h 761503"/>
                    <a:gd name="connsiteX100" fmla="*/ 444370 w 598324"/>
                    <a:gd name="connsiteY100" fmla="*/ 79935 h 761503"/>
                    <a:gd name="connsiteX101" fmla="*/ 463407 w 598324"/>
                    <a:gd name="connsiteY101" fmla="*/ 71776 h 761503"/>
                    <a:gd name="connsiteX102" fmla="*/ 477006 w 598324"/>
                    <a:gd name="connsiteY102" fmla="*/ 79935 h 761503"/>
                    <a:gd name="connsiteX103" fmla="*/ 515081 w 598324"/>
                    <a:gd name="connsiteY103" fmla="*/ 79935 h 761503"/>
                    <a:gd name="connsiteX104" fmla="*/ 515081 w 598324"/>
                    <a:gd name="connsiteY104" fmla="*/ 79935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</a:cxnLst>
                  <a:rect l="l" t="t" r="r" b="b"/>
                  <a:pathLst>
                    <a:path w="598324" h="761503">
                      <a:moveTo>
                        <a:pt x="515081" y="79935"/>
                      </a:moveTo>
                      <a:cubicBezTo>
                        <a:pt x="523240" y="79935"/>
                        <a:pt x="542277" y="79935"/>
                        <a:pt x="542277" y="96253"/>
                      </a:cubicBezTo>
                      <a:cubicBezTo>
                        <a:pt x="542277" y="104412"/>
                        <a:pt x="542277" y="107132"/>
                        <a:pt x="536838" y="112571"/>
                      </a:cubicBezTo>
                      <a:cubicBezTo>
                        <a:pt x="534119" y="118011"/>
                        <a:pt x="528679" y="120730"/>
                        <a:pt x="523240" y="120730"/>
                      </a:cubicBezTo>
                      <a:cubicBezTo>
                        <a:pt x="515081" y="123450"/>
                        <a:pt x="512361" y="123450"/>
                        <a:pt x="506922" y="123450"/>
                      </a:cubicBezTo>
                      <a:cubicBezTo>
                        <a:pt x="504202" y="123450"/>
                        <a:pt x="490604" y="123450"/>
                        <a:pt x="477006" y="123450"/>
                      </a:cubicBezTo>
                      <a:cubicBezTo>
                        <a:pt x="477006" y="131609"/>
                        <a:pt x="479725" y="137048"/>
                        <a:pt x="479725" y="145207"/>
                      </a:cubicBezTo>
                      <a:cubicBezTo>
                        <a:pt x="479725" y="156086"/>
                        <a:pt x="477006" y="166964"/>
                        <a:pt x="477006" y="180563"/>
                      </a:cubicBezTo>
                      <a:cubicBezTo>
                        <a:pt x="477006" y="196881"/>
                        <a:pt x="479725" y="215918"/>
                        <a:pt x="482445" y="232236"/>
                      </a:cubicBezTo>
                      <a:cubicBezTo>
                        <a:pt x="485165" y="248554"/>
                        <a:pt x="485165" y="267592"/>
                        <a:pt x="485165" y="283909"/>
                      </a:cubicBezTo>
                      <a:cubicBezTo>
                        <a:pt x="485165" y="297508"/>
                        <a:pt x="485165" y="313826"/>
                        <a:pt x="485165" y="327424"/>
                      </a:cubicBezTo>
                      <a:cubicBezTo>
                        <a:pt x="485165" y="343742"/>
                        <a:pt x="487884" y="357340"/>
                        <a:pt x="487884" y="373658"/>
                      </a:cubicBezTo>
                      <a:cubicBezTo>
                        <a:pt x="487884" y="389976"/>
                        <a:pt x="485165" y="403574"/>
                        <a:pt x="485165" y="419892"/>
                      </a:cubicBezTo>
                      <a:cubicBezTo>
                        <a:pt x="485165" y="436210"/>
                        <a:pt x="485165" y="449808"/>
                        <a:pt x="485165" y="463407"/>
                      </a:cubicBezTo>
                      <a:cubicBezTo>
                        <a:pt x="485165" y="479725"/>
                        <a:pt x="485165" y="498762"/>
                        <a:pt x="482445" y="515080"/>
                      </a:cubicBezTo>
                      <a:cubicBezTo>
                        <a:pt x="482445" y="528678"/>
                        <a:pt x="482445" y="542277"/>
                        <a:pt x="482445" y="558595"/>
                      </a:cubicBezTo>
                      <a:cubicBezTo>
                        <a:pt x="482445" y="572193"/>
                        <a:pt x="479725" y="588511"/>
                        <a:pt x="479725" y="602109"/>
                      </a:cubicBezTo>
                      <a:cubicBezTo>
                        <a:pt x="479725" y="615708"/>
                        <a:pt x="485165" y="632025"/>
                        <a:pt x="485165" y="648343"/>
                      </a:cubicBezTo>
                      <a:cubicBezTo>
                        <a:pt x="485165" y="659222"/>
                        <a:pt x="482445" y="670101"/>
                        <a:pt x="474286" y="675540"/>
                      </a:cubicBezTo>
                      <a:cubicBezTo>
                        <a:pt x="460688" y="686418"/>
                        <a:pt x="444370" y="691858"/>
                        <a:pt x="428052" y="691858"/>
                      </a:cubicBezTo>
                      <a:cubicBezTo>
                        <a:pt x="414453" y="691858"/>
                        <a:pt x="400855" y="689138"/>
                        <a:pt x="387257" y="683699"/>
                      </a:cubicBezTo>
                      <a:cubicBezTo>
                        <a:pt x="373659" y="678259"/>
                        <a:pt x="360060" y="672820"/>
                        <a:pt x="351901" y="664661"/>
                      </a:cubicBezTo>
                      <a:cubicBezTo>
                        <a:pt x="330144" y="645624"/>
                        <a:pt x="316546" y="621147"/>
                        <a:pt x="305667" y="596670"/>
                      </a:cubicBezTo>
                      <a:cubicBezTo>
                        <a:pt x="292069" y="569473"/>
                        <a:pt x="281190" y="539557"/>
                        <a:pt x="270312" y="509641"/>
                      </a:cubicBezTo>
                      <a:cubicBezTo>
                        <a:pt x="264872" y="493323"/>
                        <a:pt x="256713" y="477005"/>
                        <a:pt x="251274" y="460687"/>
                      </a:cubicBezTo>
                      <a:cubicBezTo>
                        <a:pt x="240395" y="433490"/>
                        <a:pt x="232236" y="409014"/>
                        <a:pt x="224077" y="381817"/>
                      </a:cubicBezTo>
                      <a:cubicBezTo>
                        <a:pt x="218638" y="365499"/>
                        <a:pt x="213199" y="346462"/>
                        <a:pt x="207759" y="330144"/>
                      </a:cubicBezTo>
                      <a:cubicBezTo>
                        <a:pt x="202320" y="316545"/>
                        <a:pt x="196881" y="300227"/>
                        <a:pt x="191442" y="286629"/>
                      </a:cubicBezTo>
                      <a:cubicBezTo>
                        <a:pt x="188722" y="281190"/>
                        <a:pt x="186002" y="278470"/>
                        <a:pt x="183283" y="278470"/>
                      </a:cubicBezTo>
                      <a:cubicBezTo>
                        <a:pt x="180563" y="278470"/>
                        <a:pt x="180563" y="286629"/>
                        <a:pt x="180563" y="292068"/>
                      </a:cubicBezTo>
                      <a:cubicBezTo>
                        <a:pt x="180563" y="297508"/>
                        <a:pt x="180563" y="302947"/>
                        <a:pt x="180563" y="305667"/>
                      </a:cubicBezTo>
                      <a:cubicBezTo>
                        <a:pt x="180563" y="321985"/>
                        <a:pt x="183283" y="338303"/>
                        <a:pt x="183283" y="354620"/>
                      </a:cubicBezTo>
                      <a:cubicBezTo>
                        <a:pt x="183283" y="387256"/>
                        <a:pt x="186002" y="417173"/>
                        <a:pt x="188722" y="449808"/>
                      </a:cubicBezTo>
                      <a:cubicBezTo>
                        <a:pt x="188722" y="460687"/>
                        <a:pt x="188722" y="468846"/>
                        <a:pt x="188722" y="479725"/>
                      </a:cubicBezTo>
                      <a:cubicBezTo>
                        <a:pt x="188722" y="501482"/>
                        <a:pt x="188722" y="523239"/>
                        <a:pt x="188722" y="542277"/>
                      </a:cubicBezTo>
                      <a:cubicBezTo>
                        <a:pt x="188722" y="566754"/>
                        <a:pt x="186002" y="591231"/>
                        <a:pt x="186002" y="615708"/>
                      </a:cubicBezTo>
                      <a:cubicBezTo>
                        <a:pt x="186002" y="623866"/>
                        <a:pt x="186002" y="632025"/>
                        <a:pt x="186002" y="637465"/>
                      </a:cubicBezTo>
                      <a:cubicBezTo>
                        <a:pt x="186002" y="645624"/>
                        <a:pt x="183283" y="656502"/>
                        <a:pt x="183283" y="664661"/>
                      </a:cubicBezTo>
                      <a:cubicBezTo>
                        <a:pt x="202320" y="664661"/>
                        <a:pt x="218638" y="664661"/>
                        <a:pt x="226797" y="664661"/>
                      </a:cubicBezTo>
                      <a:cubicBezTo>
                        <a:pt x="234956" y="664661"/>
                        <a:pt x="253994" y="664661"/>
                        <a:pt x="253994" y="680979"/>
                      </a:cubicBezTo>
                      <a:cubicBezTo>
                        <a:pt x="253994" y="689138"/>
                        <a:pt x="253994" y="691858"/>
                        <a:pt x="248554" y="697297"/>
                      </a:cubicBezTo>
                      <a:cubicBezTo>
                        <a:pt x="245835" y="702736"/>
                        <a:pt x="240395" y="705456"/>
                        <a:pt x="234956" y="705456"/>
                      </a:cubicBezTo>
                      <a:cubicBezTo>
                        <a:pt x="226797" y="708176"/>
                        <a:pt x="224077" y="708176"/>
                        <a:pt x="218638" y="708176"/>
                      </a:cubicBezTo>
                      <a:cubicBezTo>
                        <a:pt x="215918" y="708176"/>
                        <a:pt x="199600" y="708176"/>
                        <a:pt x="183283" y="708176"/>
                      </a:cubicBezTo>
                      <a:cubicBezTo>
                        <a:pt x="166965" y="708176"/>
                        <a:pt x="153366" y="708176"/>
                        <a:pt x="150647" y="708176"/>
                      </a:cubicBezTo>
                      <a:cubicBezTo>
                        <a:pt x="139768" y="708176"/>
                        <a:pt x="120730" y="708176"/>
                        <a:pt x="107132" y="708176"/>
                      </a:cubicBezTo>
                      <a:cubicBezTo>
                        <a:pt x="101693" y="708176"/>
                        <a:pt x="96254" y="708176"/>
                        <a:pt x="88094" y="708176"/>
                      </a:cubicBezTo>
                      <a:cubicBezTo>
                        <a:pt x="82655" y="708176"/>
                        <a:pt x="74496" y="708176"/>
                        <a:pt x="69057" y="702736"/>
                      </a:cubicBezTo>
                      <a:cubicBezTo>
                        <a:pt x="63617" y="700017"/>
                        <a:pt x="58178" y="691858"/>
                        <a:pt x="58178" y="686418"/>
                      </a:cubicBezTo>
                      <a:cubicBezTo>
                        <a:pt x="58178" y="683699"/>
                        <a:pt x="58178" y="680979"/>
                        <a:pt x="60898" y="678259"/>
                      </a:cubicBezTo>
                      <a:cubicBezTo>
                        <a:pt x="63617" y="675540"/>
                        <a:pt x="71777" y="672820"/>
                        <a:pt x="77216" y="670101"/>
                      </a:cubicBezTo>
                      <a:cubicBezTo>
                        <a:pt x="90814" y="667381"/>
                        <a:pt x="115291" y="664661"/>
                        <a:pt x="120730" y="664661"/>
                      </a:cubicBezTo>
                      <a:cubicBezTo>
                        <a:pt x="123450" y="664661"/>
                        <a:pt x="126170" y="664661"/>
                        <a:pt x="131609" y="664661"/>
                      </a:cubicBezTo>
                      <a:cubicBezTo>
                        <a:pt x="131609" y="623866"/>
                        <a:pt x="134329" y="583072"/>
                        <a:pt x="134329" y="539557"/>
                      </a:cubicBezTo>
                      <a:cubicBezTo>
                        <a:pt x="134329" y="528678"/>
                        <a:pt x="134329" y="515080"/>
                        <a:pt x="134329" y="504201"/>
                      </a:cubicBezTo>
                      <a:cubicBezTo>
                        <a:pt x="131609" y="460687"/>
                        <a:pt x="131609" y="417173"/>
                        <a:pt x="131609" y="376378"/>
                      </a:cubicBezTo>
                      <a:cubicBezTo>
                        <a:pt x="131609" y="351901"/>
                        <a:pt x="131609" y="327424"/>
                        <a:pt x="131609" y="302947"/>
                      </a:cubicBezTo>
                      <a:cubicBezTo>
                        <a:pt x="131609" y="275751"/>
                        <a:pt x="131609" y="248554"/>
                        <a:pt x="134329" y="221357"/>
                      </a:cubicBezTo>
                      <a:cubicBezTo>
                        <a:pt x="134329" y="188722"/>
                        <a:pt x="137048" y="156086"/>
                        <a:pt x="137048" y="123450"/>
                      </a:cubicBezTo>
                      <a:cubicBezTo>
                        <a:pt x="126170" y="123450"/>
                        <a:pt x="115291" y="123450"/>
                        <a:pt x="107132" y="123450"/>
                      </a:cubicBezTo>
                      <a:cubicBezTo>
                        <a:pt x="101693" y="123450"/>
                        <a:pt x="96254" y="123450"/>
                        <a:pt x="88094" y="123450"/>
                      </a:cubicBezTo>
                      <a:cubicBezTo>
                        <a:pt x="82655" y="123450"/>
                        <a:pt x="74496" y="120730"/>
                        <a:pt x="69057" y="118011"/>
                      </a:cubicBezTo>
                      <a:cubicBezTo>
                        <a:pt x="63617" y="115291"/>
                        <a:pt x="58178" y="107132"/>
                        <a:pt x="58178" y="101693"/>
                      </a:cubicBezTo>
                      <a:cubicBezTo>
                        <a:pt x="58178" y="98973"/>
                        <a:pt x="58178" y="96253"/>
                        <a:pt x="60898" y="93534"/>
                      </a:cubicBezTo>
                      <a:cubicBezTo>
                        <a:pt x="63617" y="90814"/>
                        <a:pt x="71777" y="88094"/>
                        <a:pt x="77216" y="85375"/>
                      </a:cubicBezTo>
                      <a:cubicBezTo>
                        <a:pt x="90814" y="82655"/>
                        <a:pt x="126170" y="79935"/>
                        <a:pt x="131609" y="79935"/>
                      </a:cubicBezTo>
                      <a:cubicBezTo>
                        <a:pt x="137048" y="79935"/>
                        <a:pt x="147927" y="79935"/>
                        <a:pt x="161525" y="79935"/>
                      </a:cubicBezTo>
                      <a:cubicBezTo>
                        <a:pt x="166965" y="74496"/>
                        <a:pt x="172404" y="71776"/>
                        <a:pt x="177843" y="66337"/>
                      </a:cubicBezTo>
                      <a:cubicBezTo>
                        <a:pt x="186002" y="60898"/>
                        <a:pt x="194161" y="58178"/>
                        <a:pt x="202320" y="58178"/>
                      </a:cubicBezTo>
                      <a:cubicBezTo>
                        <a:pt x="215918" y="58178"/>
                        <a:pt x="226797" y="63617"/>
                        <a:pt x="234956" y="77216"/>
                      </a:cubicBezTo>
                      <a:cubicBezTo>
                        <a:pt x="240395" y="88094"/>
                        <a:pt x="248554" y="96253"/>
                        <a:pt x="251274" y="107132"/>
                      </a:cubicBezTo>
                      <a:cubicBezTo>
                        <a:pt x="256713" y="120730"/>
                        <a:pt x="259433" y="134328"/>
                        <a:pt x="267592" y="147927"/>
                      </a:cubicBezTo>
                      <a:cubicBezTo>
                        <a:pt x="273031" y="158805"/>
                        <a:pt x="275751" y="172404"/>
                        <a:pt x="281190" y="183282"/>
                      </a:cubicBezTo>
                      <a:cubicBezTo>
                        <a:pt x="286630" y="196881"/>
                        <a:pt x="292069" y="210479"/>
                        <a:pt x="297508" y="224077"/>
                      </a:cubicBezTo>
                      <a:cubicBezTo>
                        <a:pt x="300228" y="237675"/>
                        <a:pt x="305667" y="251274"/>
                        <a:pt x="308387" y="264872"/>
                      </a:cubicBezTo>
                      <a:cubicBezTo>
                        <a:pt x="311106" y="278470"/>
                        <a:pt x="311106" y="289349"/>
                        <a:pt x="319265" y="300227"/>
                      </a:cubicBezTo>
                      <a:cubicBezTo>
                        <a:pt x="332864" y="324704"/>
                        <a:pt x="346462" y="351901"/>
                        <a:pt x="351901" y="379097"/>
                      </a:cubicBezTo>
                      <a:cubicBezTo>
                        <a:pt x="354621" y="392696"/>
                        <a:pt x="360060" y="403574"/>
                        <a:pt x="365500" y="417173"/>
                      </a:cubicBezTo>
                      <a:cubicBezTo>
                        <a:pt x="373659" y="430771"/>
                        <a:pt x="373659" y="444369"/>
                        <a:pt x="379098" y="457967"/>
                      </a:cubicBezTo>
                      <a:cubicBezTo>
                        <a:pt x="381818" y="471566"/>
                        <a:pt x="387257" y="482444"/>
                        <a:pt x="395416" y="496043"/>
                      </a:cubicBezTo>
                      <a:cubicBezTo>
                        <a:pt x="398136" y="501482"/>
                        <a:pt x="403575" y="506921"/>
                        <a:pt x="406294" y="512361"/>
                      </a:cubicBezTo>
                      <a:cubicBezTo>
                        <a:pt x="409014" y="517800"/>
                        <a:pt x="409014" y="525959"/>
                        <a:pt x="411734" y="531398"/>
                      </a:cubicBezTo>
                      <a:cubicBezTo>
                        <a:pt x="414453" y="539557"/>
                        <a:pt x="417173" y="550436"/>
                        <a:pt x="419893" y="558595"/>
                      </a:cubicBezTo>
                      <a:cubicBezTo>
                        <a:pt x="422613" y="561314"/>
                        <a:pt x="422613" y="564034"/>
                        <a:pt x="425332" y="564034"/>
                      </a:cubicBezTo>
                      <a:cubicBezTo>
                        <a:pt x="428052" y="564034"/>
                        <a:pt x="428052" y="561314"/>
                        <a:pt x="430771" y="558595"/>
                      </a:cubicBezTo>
                      <a:cubicBezTo>
                        <a:pt x="430771" y="555875"/>
                        <a:pt x="430771" y="553155"/>
                        <a:pt x="430771" y="550436"/>
                      </a:cubicBezTo>
                      <a:cubicBezTo>
                        <a:pt x="430771" y="534118"/>
                        <a:pt x="430771" y="517800"/>
                        <a:pt x="430771" y="501482"/>
                      </a:cubicBezTo>
                      <a:cubicBezTo>
                        <a:pt x="430771" y="468846"/>
                        <a:pt x="433491" y="436210"/>
                        <a:pt x="430771" y="403574"/>
                      </a:cubicBezTo>
                      <a:cubicBezTo>
                        <a:pt x="430771" y="373658"/>
                        <a:pt x="425332" y="343742"/>
                        <a:pt x="425332" y="313826"/>
                      </a:cubicBezTo>
                      <a:cubicBezTo>
                        <a:pt x="425332" y="292068"/>
                        <a:pt x="425332" y="270311"/>
                        <a:pt x="425332" y="248554"/>
                      </a:cubicBezTo>
                      <a:cubicBezTo>
                        <a:pt x="425332" y="234956"/>
                        <a:pt x="425332" y="224077"/>
                        <a:pt x="425332" y="210479"/>
                      </a:cubicBezTo>
                      <a:cubicBezTo>
                        <a:pt x="425332" y="191441"/>
                        <a:pt x="422613" y="172404"/>
                        <a:pt x="422613" y="153366"/>
                      </a:cubicBezTo>
                      <a:cubicBezTo>
                        <a:pt x="422613" y="142487"/>
                        <a:pt x="422613" y="134328"/>
                        <a:pt x="425332" y="123450"/>
                      </a:cubicBezTo>
                      <a:cubicBezTo>
                        <a:pt x="417173" y="123450"/>
                        <a:pt x="406294" y="123450"/>
                        <a:pt x="398136" y="123450"/>
                      </a:cubicBezTo>
                      <a:cubicBezTo>
                        <a:pt x="392696" y="123450"/>
                        <a:pt x="387257" y="123450"/>
                        <a:pt x="379098" y="123450"/>
                      </a:cubicBezTo>
                      <a:cubicBezTo>
                        <a:pt x="373659" y="123450"/>
                        <a:pt x="365500" y="120730"/>
                        <a:pt x="360060" y="118011"/>
                      </a:cubicBezTo>
                      <a:cubicBezTo>
                        <a:pt x="354621" y="115291"/>
                        <a:pt x="349182" y="107132"/>
                        <a:pt x="349182" y="101693"/>
                      </a:cubicBezTo>
                      <a:cubicBezTo>
                        <a:pt x="349182" y="98973"/>
                        <a:pt x="349182" y="96253"/>
                        <a:pt x="351901" y="93534"/>
                      </a:cubicBezTo>
                      <a:cubicBezTo>
                        <a:pt x="354621" y="90814"/>
                        <a:pt x="362780" y="88094"/>
                        <a:pt x="368219" y="85375"/>
                      </a:cubicBezTo>
                      <a:cubicBezTo>
                        <a:pt x="381818" y="82655"/>
                        <a:pt x="417173" y="79935"/>
                        <a:pt x="422613" y="79935"/>
                      </a:cubicBezTo>
                      <a:cubicBezTo>
                        <a:pt x="428052" y="79935"/>
                        <a:pt x="433491" y="79935"/>
                        <a:pt x="444370" y="79935"/>
                      </a:cubicBezTo>
                      <a:cubicBezTo>
                        <a:pt x="449809" y="74496"/>
                        <a:pt x="455248" y="71776"/>
                        <a:pt x="463407" y="71776"/>
                      </a:cubicBezTo>
                      <a:cubicBezTo>
                        <a:pt x="471566" y="71776"/>
                        <a:pt x="477006" y="74496"/>
                        <a:pt x="477006" y="79935"/>
                      </a:cubicBezTo>
                      <a:cubicBezTo>
                        <a:pt x="493324" y="79935"/>
                        <a:pt x="506922" y="79935"/>
                        <a:pt x="515081" y="79935"/>
                      </a:cubicBezTo>
                      <a:lnTo>
                        <a:pt x="515081" y="79935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>
                    <a:ln>
                      <a:noFill/>
                    </a:ln>
                    <a:solidFill>
                      <a:srgbClr val="666666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4" name="Freeform: Shape 43">
                  <a:extLst>
                    <a:ext uri="{FF2B5EF4-FFF2-40B4-BE49-F238E27FC236}">
                      <a16:creationId xmlns:a16="http://schemas.microsoft.com/office/drawing/2014/main" id="{C0B76195-E76C-F749-A3D0-7CA2C3B035A0}"/>
                    </a:ext>
                  </a:extLst>
                </p:cNvPr>
                <p:cNvSpPr/>
                <p:nvPr/>
              </p:nvSpPr>
              <p:spPr>
                <a:xfrm>
                  <a:off x="5139126" y="4192158"/>
                  <a:ext cx="516735" cy="788700"/>
                </a:xfrm>
                <a:custGeom>
                  <a:avLst/>
                  <a:gdLst>
                    <a:gd name="connsiteX0" fmla="*/ 464616 w 516735"/>
                    <a:gd name="connsiteY0" fmla="*/ 436210 h 788699"/>
                    <a:gd name="connsiteX1" fmla="*/ 445578 w 516735"/>
                    <a:gd name="connsiteY1" fmla="*/ 455248 h 788699"/>
                    <a:gd name="connsiteX2" fmla="*/ 404784 w 516735"/>
                    <a:gd name="connsiteY2" fmla="*/ 466126 h 788699"/>
                    <a:gd name="connsiteX3" fmla="*/ 385746 w 516735"/>
                    <a:gd name="connsiteY3" fmla="*/ 479725 h 788699"/>
                    <a:gd name="connsiteX4" fmla="*/ 388466 w 516735"/>
                    <a:gd name="connsiteY4" fmla="*/ 512361 h 788699"/>
                    <a:gd name="connsiteX5" fmla="*/ 388466 w 516735"/>
                    <a:gd name="connsiteY5" fmla="*/ 544997 h 788699"/>
                    <a:gd name="connsiteX6" fmla="*/ 388466 w 516735"/>
                    <a:gd name="connsiteY6" fmla="*/ 566754 h 788699"/>
                    <a:gd name="connsiteX7" fmla="*/ 391185 w 516735"/>
                    <a:gd name="connsiteY7" fmla="*/ 632026 h 788699"/>
                    <a:gd name="connsiteX8" fmla="*/ 393905 w 516735"/>
                    <a:gd name="connsiteY8" fmla="*/ 683699 h 788699"/>
                    <a:gd name="connsiteX9" fmla="*/ 377587 w 516735"/>
                    <a:gd name="connsiteY9" fmla="*/ 724494 h 788699"/>
                    <a:gd name="connsiteX10" fmla="*/ 361269 w 516735"/>
                    <a:gd name="connsiteY10" fmla="*/ 719054 h 788699"/>
                    <a:gd name="connsiteX11" fmla="*/ 353110 w 516735"/>
                    <a:gd name="connsiteY11" fmla="*/ 702737 h 788699"/>
                    <a:gd name="connsiteX12" fmla="*/ 350390 w 516735"/>
                    <a:gd name="connsiteY12" fmla="*/ 686419 h 788699"/>
                    <a:gd name="connsiteX13" fmla="*/ 353110 w 516735"/>
                    <a:gd name="connsiteY13" fmla="*/ 659222 h 788699"/>
                    <a:gd name="connsiteX14" fmla="*/ 353110 w 516735"/>
                    <a:gd name="connsiteY14" fmla="*/ 656502 h 788699"/>
                    <a:gd name="connsiteX15" fmla="*/ 317755 w 516735"/>
                    <a:gd name="connsiteY15" fmla="*/ 708176 h 788699"/>
                    <a:gd name="connsiteX16" fmla="*/ 241604 w 516735"/>
                    <a:gd name="connsiteY16" fmla="*/ 735372 h 788699"/>
                    <a:gd name="connsiteX17" fmla="*/ 187211 w 516735"/>
                    <a:gd name="connsiteY17" fmla="*/ 727214 h 788699"/>
                    <a:gd name="connsiteX18" fmla="*/ 135538 w 516735"/>
                    <a:gd name="connsiteY18" fmla="*/ 694578 h 788699"/>
                    <a:gd name="connsiteX19" fmla="*/ 86584 w 516735"/>
                    <a:gd name="connsiteY19" fmla="*/ 621147 h 788699"/>
                    <a:gd name="connsiteX20" fmla="*/ 67546 w 516735"/>
                    <a:gd name="connsiteY20" fmla="*/ 555875 h 788699"/>
                    <a:gd name="connsiteX21" fmla="*/ 59387 w 516735"/>
                    <a:gd name="connsiteY21" fmla="*/ 509641 h 788699"/>
                    <a:gd name="connsiteX22" fmla="*/ 59387 w 516735"/>
                    <a:gd name="connsiteY22" fmla="*/ 468846 h 788699"/>
                    <a:gd name="connsiteX23" fmla="*/ 86584 w 516735"/>
                    <a:gd name="connsiteY23" fmla="*/ 302947 h 788699"/>
                    <a:gd name="connsiteX24" fmla="*/ 108341 w 516735"/>
                    <a:gd name="connsiteY24" fmla="*/ 224077 h 788699"/>
                    <a:gd name="connsiteX25" fmla="*/ 146416 w 516735"/>
                    <a:gd name="connsiteY25" fmla="*/ 145207 h 788699"/>
                    <a:gd name="connsiteX26" fmla="*/ 198090 w 516735"/>
                    <a:gd name="connsiteY26" fmla="*/ 85375 h 788699"/>
                    <a:gd name="connsiteX27" fmla="*/ 228006 w 516735"/>
                    <a:gd name="connsiteY27" fmla="*/ 69057 h 788699"/>
                    <a:gd name="connsiteX28" fmla="*/ 268801 w 516735"/>
                    <a:gd name="connsiteY28" fmla="*/ 58178 h 788699"/>
                    <a:gd name="connsiteX29" fmla="*/ 274240 w 516735"/>
                    <a:gd name="connsiteY29" fmla="*/ 58178 h 788699"/>
                    <a:gd name="connsiteX30" fmla="*/ 295997 w 516735"/>
                    <a:gd name="connsiteY30" fmla="*/ 60898 h 788699"/>
                    <a:gd name="connsiteX31" fmla="*/ 331353 w 516735"/>
                    <a:gd name="connsiteY31" fmla="*/ 71776 h 788699"/>
                    <a:gd name="connsiteX32" fmla="*/ 350390 w 516735"/>
                    <a:gd name="connsiteY32" fmla="*/ 93534 h 788699"/>
                    <a:gd name="connsiteX33" fmla="*/ 353110 w 516735"/>
                    <a:gd name="connsiteY33" fmla="*/ 74496 h 788699"/>
                    <a:gd name="connsiteX34" fmla="*/ 358549 w 516735"/>
                    <a:gd name="connsiteY34" fmla="*/ 63618 h 788699"/>
                    <a:gd name="connsiteX35" fmla="*/ 366708 w 516735"/>
                    <a:gd name="connsiteY35" fmla="*/ 58178 h 788699"/>
                    <a:gd name="connsiteX36" fmla="*/ 374867 w 516735"/>
                    <a:gd name="connsiteY36" fmla="*/ 63618 h 788699"/>
                    <a:gd name="connsiteX37" fmla="*/ 383026 w 516735"/>
                    <a:gd name="connsiteY37" fmla="*/ 82655 h 788699"/>
                    <a:gd name="connsiteX38" fmla="*/ 385746 w 516735"/>
                    <a:gd name="connsiteY38" fmla="*/ 126170 h 788699"/>
                    <a:gd name="connsiteX39" fmla="*/ 388466 w 516735"/>
                    <a:gd name="connsiteY39" fmla="*/ 186002 h 788699"/>
                    <a:gd name="connsiteX40" fmla="*/ 391185 w 516735"/>
                    <a:gd name="connsiteY40" fmla="*/ 237676 h 788699"/>
                    <a:gd name="connsiteX41" fmla="*/ 374867 w 516735"/>
                    <a:gd name="connsiteY41" fmla="*/ 278470 h 788699"/>
                    <a:gd name="connsiteX42" fmla="*/ 358549 w 516735"/>
                    <a:gd name="connsiteY42" fmla="*/ 273031 h 788699"/>
                    <a:gd name="connsiteX43" fmla="*/ 350390 w 516735"/>
                    <a:gd name="connsiteY43" fmla="*/ 256713 h 788699"/>
                    <a:gd name="connsiteX44" fmla="*/ 347671 w 516735"/>
                    <a:gd name="connsiteY44" fmla="*/ 240395 h 788699"/>
                    <a:gd name="connsiteX45" fmla="*/ 347671 w 516735"/>
                    <a:gd name="connsiteY45" fmla="*/ 213199 h 788699"/>
                    <a:gd name="connsiteX46" fmla="*/ 344951 w 516735"/>
                    <a:gd name="connsiteY46" fmla="*/ 194161 h 788699"/>
                    <a:gd name="connsiteX47" fmla="*/ 339512 w 516735"/>
                    <a:gd name="connsiteY47" fmla="*/ 150647 h 788699"/>
                    <a:gd name="connsiteX48" fmla="*/ 323194 w 516735"/>
                    <a:gd name="connsiteY48" fmla="*/ 112571 h 788699"/>
                    <a:gd name="connsiteX49" fmla="*/ 293278 w 516735"/>
                    <a:gd name="connsiteY49" fmla="*/ 101693 h 788699"/>
                    <a:gd name="connsiteX50" fmla="*/ 263361 w 516735"/>
                    <a:gd name="connsiteY50" fmla="*/ 120730 h 788699"/>
                    <a:gd name="connsiteX51" fmla="*/ 241604 w 516735"/>
                    <a:gd name="connsiteY51" fmla="*/ 153366 h 788699"/>
                    <a:gd name="connsiteX52" fmla="*/ 233445 w 516735"/>
                    <a:gd name="connsiteY52" fmla="*/ 194161 h 788699"/>
                    <a:gd name="connsiteX53" fmla="*/ 225286 w 516735"/>
                    <a:gd name="connsiteY53" fmla="*/ 232236 h 788699"/>
                    <a:gd name="connsiteX54" fmla="*/ 217127 w 516735"/>
                    <a:gd name="connsiteY54" fmla="*/ 275751 h 788699"/>
                    <a:gd name="connsiteX55" fmla="*/ 211688 w 516735"/>
                    <a:gd name="connsiteY55" fmla="*/ 316545 h 788699"/>
                    <a:gd name="connsiteX56" fmla="*/ 206249 w 516735"/>
                    <a:gd name="connsiteY56" fmla="*/ 354621 h 788699"/>
                    <a:gd name="connsiteX57" fmla="*/ 200809 w 516735"/>
                    <a:gd name="connsiteY57" fmla="*/ 398135 h 788699"/>
                    <a:gd name="connsiteX58" fmla="*/ 195370 w 516735"/>
                    <a:gd name="connsiteY58" fmla="*/ 438930 h 788699"/>
                    <a:gd name="connsiteX59" fmla="*/ 192650 w 516735"/>
                    <a:gd name="connsiteY59" fmla="*/ 474286 h 788699"/>
                    <a:gd name="connsiteX60" fmla="*/ 195370 w 516735"/>
                    <a:gd name="connsiteY60" fmla="*/ 525959 h 788699"/>
                    <a:gd name="connsiteX61" fmla="*/ 208968 w 516735"/>
                    <a:gd name="connsiteY61" fmla="*/ 596670 h 788699"/>
                    <a:gd name="connsiteX62" fmla="*/ 214407 w 516735"/>
                    <a:gd name="connsiteY62" fmla="*/ 623867 h 788699"/>
                    <a:gd name="connsiteX63" fmla="*/ 228006 w 516735"/>
                    <a:gd name="connsiteY63" fmla="*/ 656502 h 788699"/>
                    <a:gd name="connsiteX64" fmla="*/ 271520 w 516735"/>
                    <a:gd name="connsiteY64" fmla="*/ 689138 h 788699"/>
                    <a:gd name="connsiteX65" fmla="*/ 306876 w 516735"/>
                    <a:gd name="connsiteY65" fmla="*/ 664661 h 788699"/>
                    <a:gd name="connsiteX66" fmla="*/ 331353 w 516735"/>
                    <a:gd name="connsiteY66" fmla="*/ 602109 h 788699"/>
                    <a:gd name="connsiteX67" fmla="*/ 336792 w 516735"/>
                    <a:gd name="connsiteY67" fmla="*/ 544997 h 788699"/>
                    <a:gd name="connsiteX68" fmla="*/ 336792 w 516735"/>
                    <a:gd name="connsiteY68" fmla="*/ 498762 h 788699"/>
                    <a:gd name="connsiteX69" fmla="*/ 336792 w 516735"/>
                    <a:gd name="connsiteY69" fmla="*/ 490603 h 788699"/>
                    <a:gd name="connsiteX70" fmla="*/ 320474 w 516735"/>
                    <a:gd name="connsiteY70" fmla="*/ 477005 h 788699"/>
                    <a:gd name="connsiteX71" fmla="*/ 282399 w 516735"/>
                    <a:gd name="connsiteY71" fmla="*/ 479725 h 788699"/>
                    <a:gd name="connsiteX72" fmla="*/ 252483 w 516735"/>
                    <a:gd name="connsiteY72" fmla="*/ 474286 h 788699"/>
                    <a:gd name="connsiteX73" fmla="*/ 247043 w 516735"/>
                    <a:gd name="connsiteY73" fmla="*/ 466126 h 788699"/>
                    <a:gd name="connsiteX74" fmla="*/ 249763 w 516735"/>
                    <a:gd name="connsiteY74" fmla="*/ 457968 h 788699"/>
                    <a:gd name="connsiteX75" fmla="*/ 268801 w 516735"/>
                    <a:gd name="connsiteY75" fmla="*/ 447089 h 788699"/>
                    <a:gd name="connsiteX76" fmla="*/ 312315 w 516735"/>
                    <a:gd name="connsiteY76" fmla="*/ 436210 h 788699"/>
                    <a:gd name="connsiteX77" fmla="*/ 353110 w 516735"/>
                    <a:gd name="connsiteY77" fmla="*/ 430771 h 788699"/>
                    <a:gd name="connsiteX78" fmla="*/ 385746 w 516735"/>
                    <a:gd name="connsiteY78" fmla="*/ 430771 h 788699"/>
                    <a:gd name="connsiteX79" fmla="*/ 437420 w 516735"/>
                    <a:gd name="connsiteY79" fmla="*/ 428051 h 788699"/>
                    <a:gd name="connsiteX80" fmla="*/ 464616 w 516735"/>
                    <a:gd name="connsiteY80" fmla="*/ 436210 h 788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</a:cxnLst>
                  <a:rect l="l" t="t" r="r" b="b"/>
                  <a:pathLst>
                    <a:path w="516735" h="788699">
                      <a:moveTo>
                        <a:pt x="464616" y="436210"/>
                      </a:moveTo>
                      <a:cubicBezTo>
                        <a:pt x="464616" y="447089"/>
                        <a:pt x="453737" y="452528"/>
                        <a:pt x="445578" y="455248"/>
                      </a:cubicBezTo>
                      <a:cubicBezTo>
                        <a:pt x="434700" y="460687"/>
                        <a:pt x="415662" y="463407"/>
                        <a:pt x="404784" y="466126"/>
                      </a:cubicBezTo>
                      <a:cubicBezTo>
                        <a:pt x="393905" y="466126"/>
                        <a:pt x="385746" y="468846"/>
                        <a:pt x="385746" y="479725"/>
                      </a:cubicBezTo>
                      <a:cubicBezTo>
                        <a:pt x="385746" y="487884"/>
                        <a:pt x="388466" y="506921"/>
                        <a:pt x="388466" y="512361"/>
                      </a:cubicBezTo>
                      <a:cubicBezTo>
                        <a:pt x="388466" y="515080"/>
                        <a:pt x="388466" y="539557"/>
                        <a:pt x="388466" y="544997"/>
                      </a:cubicBezTo>
                      <a:cubicBezTo>
                        <a:pt x="388466" y="550436"/>
                        <a:pt x="388466" y="558595"/>
                        <a:pt x="388466" y="566754"/>
                      </a:cubicBezTo>
                      <a:cubicBezTo>
                        <a:pt x="388466" y="591231"/>
                        <a:pt x="388466" y="621147"/>
                        <a:pt x="391185" y="632026"/>
                      </a:cubicBezTo>
                      <a:cubicBezTo>
                        <a:pt x="393905" y="653783"/>
                        <a:pt x="393905" y="661942"/>
                        <a:pt x="393905" y="683699"/>
                      </a:cubicBezTo>
                      <a:cubicBezTo>
                        <a:pt x="393905" y="694578"/>
                        <a:pt x="393905" y="724494"/>
                        <a:pt x="377587" y="724494"/>
                      </a:cubicBezTo>
                      <a:cubicBezTo>
                        <a:pt x="369428" y="724494"/>
                        <a:pt x="366708" y="721774"/>
                        <a:pt x="361269" y="719054"/>
                      </a:cubicBezTo>
                      <a:cubicBezTo>
                        <a:pt x="355830" y="716335"/>
                        <a:pt x="353110" y="708176"/>
                        <a:pt x="353110" y="702737"/>
                      </a:cubicBezTo>
                      <a:cubicBezTo>
                        <a:pt x="350390" y="694578"/>
                        <a:pt x="350390" y="689138"/>
                        <a:pt x="350390" y="686419"/>
                      </a:cubicBezTo>
                      <a:cubicBezTo>
                        <a:pt x="350390" y="678260"/>
                        <a:pt x="353110" y="672820"/>
                        <a:pt x="353110" y="659222"/>
                      </a:cubicBezTo>
                      <a:lnTo>
                        <a:pt x="353110" y="656502"/>
                      </a:lnTo>
                      <a:cubicBezTo>
                        <a:pt x="347671" y="675540"/>
                        <a:pt x="334072" y="694578"/>
                        <a:pt x="317755" y="708176"/>
                      </a:cubicBezTo>
                      <a:cubicBezTo>
                        <a:pt x="293278" y="727214"/>
                        <a:pt x="274240" y="735372"/>
                        <a:pt x="241604" y="735372"/>
                      </a:cubicBezTo>
                      <a:cubicBezTo>
                        <a:pt x="222566" y="735372"/>
                        <a:pt x="203529" y="732653"/>
                        <a:pt x="187211" y="727214"/>
                      </a:cubicBezTo>
                      <a:cubicBezTo>
                        <a:pt x="165454" y="719054"/>
                        <a:pt x="149136" y="708176"/>
                        <a:pt x="135538" y="694578"/>
                      </a:cubicBezTo>
                      <a:cubicBezTo>
                        <a:pt x="113780" y="672820"/>
                        <a:pt x="100182" y="648343"/>
                        <a:pt x="86584" y="621147"/>
                      </a:cubicBezTo>
                      <a:cubicBezTo>
                        <a:pt x="75705" y="599390"/>
                        <a:pt x="70266" y="580352"/>
                        <a:pt x="67546" y="555875"/>
                      </a:cubicBezTo>
                      <a:cubicBezTo>
                        <a:pt x="64826" y="539557"/>
                        <a:pt x="62107" y="525959"/>
                        <a:pt x="59387" y="509641"/>
                      </a:cubicBezTo>
                      <a:cubicBezTo>
                        <a:pt x="56667" y="493323"/>
                        <a:pt x="59387" y="485164"/>
                        <a:pt x="59387" y="468846"/>
                      </a:cubicBezTo>
                      <a:cubicBezTo>
                        <a:pt x="59387" y="414453"/>
                        <a:pt x="72985" y="362780"/>
                        <a:pt x="86584" y="302947"/>
                      </a:cubicBezTo>
                      <a:cubicBezTo>
                        <a:pt x="92023" y="275751"/>
                        <a:pt x="100182" y="248554"/>
                        <a:pt x="108341" y="224077"/>
                      </a:cubicBezTo>
                      <a:cubicBezTo>
                        <a:pt x="116500" y="196881"/>
                        <a:pt x="130098" y="169684"/>
                        <a:pt x="146416" y="145207"/>
                      </a:cubicBezTo>
                      <a:cubicBezTo>
                        <a:pt x="160014" y="123450"/>
                        <a:pt x="176332" y="101693"/>
                        <a:pt x="198090" y="85375"/>
                      </a:cubicBezTo>
                      <a:cubicBezTo>
                        <a:pt x="206249" y="77216"/>
                        <a:pt x="217127" y="71776"/>
                        <a:pt x="228006" y="69057"/>
                      </a:cubicBezTo>
                      <a:cubicBezTo>
                        <a:pt x="241604" y="63618"/>
                        <a:pt x="255202" y="58178"/>
                        <a:pt x="268801" y="58178"/>
                      </a:cubicBezTo>
                      <a:cubicBezTo>
                        <a:pt x="271520" y="58178"/>
                        <a:pt x="274240" y="58178"/>
                        <a:pt x="274240" y="58178"/>
                      </a:cubicBezTo>
                      <a:cubicBezTo>
                        <a:pt x="279679" y="58178"/>
                        <a:pt x="285119" y="58178"/>
                        <a:pt x="295997" y="60898"/>
                      </a:cubicBezTo>
                      <a:cubicBezTo>
                        <a:pt x="309595" y="63618"/>
                        <a:pt x="320474" y="66337"/>
                        <a:pt x="331353" y="71776"/>
                      </a:cubicBezTo>
                      <a:cubicBezTo>
                        <a:pt x="339512" y="77216"/>
                        <a:pt x="347671" y="85375"/>
                        <a:pt x="350390" y="93534"/>
                      </a:cubicBezTo>
                      <a:cubicBezTo>
                        <a:pt x="350390" y="88095"/>
                        <a:pt x="353110" y="79936"/>
                        <a:pt x="353110" y="74496"/>
                      </a:cubicBezTo>
                      <a:cubicBezTo>
                        <a:pt x="355830" y="71776"/>
                        <a:pt x="355830" y="69057"/>
                        <a:pt x="358549" y="63618"/>
                      </a:cubicBezTo>
                      <a:cubicBezTo>
                        <a:pt x="361269" y="60898"/>
                        <a:pt x="363989" y="58178"/>
                        <a:pt x="366708" y="58178"/>
                      </a:cubicBezTo>
                      <a:cubicBezTo>
                        <a:pt x="369428" y="58178"/>
                        <a:pt x="372148" y="60898"/>
                        <a:pt x="374867" y="63618"/>
                      </a:cubicBezTo>
                      <a:cubicBezTo>
                        <a:pt x="377587" y="69057"/>
                        <a:pt x="380307" y="77216"/>
                        <a:pt x="383026" y="82655"/>
                      </a:cubicBezTo>
                      <a:cubicBezTo>
                        <a:pt x="383026" y="90814"/>
                        <a:pt x="385746" y="107132"/>
                        <a:pt x="385746" y="126170"/>
                      </a:cubicBezTo>
                      <a:cubicBezTo>
                        <a:pt x="385746" y="150647"/>
                        <a:pt x="385746" y="177843"/>
                        <a:pt x="388466" y="186002"/>
                      </a:cubicBezTo>
                      <a:cubicBezTo>
                        <a:pt x="391185" y="207759"/>
                        <a:pt x="391185" y="215918"/>
                        <a:pt x="391185" y="237676"/>
                      </a:cubicBezTo>
                      <a:cubicBezTo>
                        <a:pt x="391185" y="248554"/>
                        <a:pt x="391185" y="278470"/>
                        <a:pt x="374867" y="278470"/>
                      </a:cubicBezTo>
                      <a:cubicBezTo>
                        <a:pt x="366708" y="278470"/>
                        <a:pt x="363989" y="275751"/>
                        <a:pt x="358549" y="273031"/>
                      </a:cubicBezTo>
                      <a:cubicBezTo>
                        <a:pt x="353110" y="270311"/>
                        <a:pt x="350390" y="262152"/>
                        <a:pt x="350390" y="256713"/>
                      </a:cubicBezTo>
                      <a:cubicBezTo>
                        <a:pt x="350390" y="251274"/>
                        <a:pt x="347671" y="245834"/>
                        <a:pt x="347671" y="240395"/>
                      </a:cubicBezTo>
                      <a:cubicBezTo>
                        <a:pt x="347671" y="232236"/>
                        <a:pt x="347671" y="224077"/>
                        <a:pt x="347671" y="213199"/>
                      </a:cubicBezTo>
                      <a:cubicBezTo>
                        <a:pt x="347671" y="207759"/>
                        <a:pt x="347671" y="199600"/>
                        <a:pt x="344951" y="194161"/>
                      </a:cubicBezTo>
                      <a:cubicBezTo>
                        <a:pt x="342232" y="180563"/>
                        <a:pt x="342232" y="164245"/>
                        <a:pt x="339512" y="150647"/>
                      </a:cubicBezTo>
                      <a:cubicBezTo>
                        <a:pt x="336792" y="137048"/>
                        <a:pt x="331353" y="123450"/>
                        <a:pt x="323194" y="112571"/>
                      </a:cubicBezTo>
                      <a:cubicBezTo>
                        <a:pt x="317755" y="104412"/>
                        <a:pt x="304156" y="101693"/>
                        <a:pt x="293278" y="101693"/>
                      </a:cubicBezTo>
                      <a:cubicBezTo>
                        <a:pt x="279679" y="101693"/>
                        <a:pt x="271520" y="109852"/>
                        <a:pt x="263361" y="120730"/>
                      </a:cubicBezTo>
                      <a:cubicBezTo>
                        <a:pt x="257922" y="131609"/>
                        <a:pt x="247043" y="139768"/>
                        <a:pt x="241604" y="153366"/>
                      </a:cubicBezTo>
                      <a:cubicBezTo>
                        <a:pt x="236165" y="166964"/>
                        <a:pt x="233445" y="180563"/>
                        <a:pt x="233445" y="194161"/>
                      </a:cubicBezTo>
                      <a:cubicBezTo>
                        <a:pt x="233445" y="207759"/>
                        <a:pt x="230726" y="218638"/>
                        <a:pt x="225286" y="232236"/>
                      </a:cubicBezTo>
                      <a:cubicBezTo>
                        <a:pt x="219847" y="245834"/>
                        <a:pt x="219847" y="262152"/>
                        <a:pt x="217127" y="275751"/>
                      </a:cubicBezTo>
                      <a:cubicBezTo>
                        <a:pt x="214407" y="289349"/>
                        <a:pt x="214407" y="302947"/>
                        <a:pt x="211688" y="316545"/>
                      </a:cubicBezTo>
                      <a:cubicBezTo>
                        <a:pt x="211688" y="330144"/>
                        <a:pt x="206249" y="341022"/>
                        <a:pt x="206249" y="354621"/>
                      </a:cubicBezTo>
                      <a:cubicBezTo>
                        <a:pt x="203529" y="368219"/>
                        <a:pt x="203529" y="381817"/>
                        <a:pt x="200809" y="398135"/>
                      </a:cubicBezTo>
                      <a:cubicBezTo>
                        <a:pt x="198090" y="411733"/>
                        <a:pt x="198090" y="425332"/>
                        <a:pt x="195370" y="438930"/>
                      </a:cubicBezTo>
                      <a:cubicBezTo>
                        <a:pt x="195370" y="449809"/>
                        <a:pt x="192650" y="463407"/>
                        <a:pt x="192650" y="474286"/>
                      </a:cubicBezTo>
                      <a:cubicBezTo>
                        <a:pt x="192650" y="490603"/>
                        <a:pt x="195370" y="509641"/>
                        <a:pt x="195370" y="525959"/>
                      </a:cubicBezTo>
                      <a:cubicBezTo>
                        <a:pt x="195370" y="550436"/>
                        <a:pt x="203529" y="572193"/>
                        <a:pt x="208968" y="596670"/>
                      </a:cubicBezTo>
                      <a:cubicBezTo>
                        <a:pt x="211688" y="604829"/>
                        <a:pt x="211688" y="615708"/>
                        <a:pt x="214407" y="623867"/>
                      </a:cubicBezTo>
                      <a:cubicBezTo>
                        <a:pt x="217127" y="634745"/>
                        <a:pt x="222566" y="645624"/>
                        <a:pt x="228006" y="656502"/>
                      </a:cubicBezTo>
                      <a:cubicBezTo>
                        <a:pt x="236165" y="670101"/>
                        <a:pt x="252483" y="689138"/>
                        <a:pt x="271520" y="689138"/>
                      </a:cubicBezTo>
                      <a:cubicBezTo>
                        <a:pt x="287838" y="689138"/>
                        <a:pt x="298717" y="675540"/>
                        <a:pt x="306876" y="664661"/>
                      </a:cubicBezTo>
                      <a:cubicBezTo>
                        <a:pt x="320474" y="645624"/>
                        <a:pt x="325914" y="623867"/>
                        <a:pt x="331353" y="602109"/>
                      </a:cubicBezTo>
                      <a:cubicBezTo>
                        <a:pt x="334072" y="583072"/>
                        <a:pt x="336792" y="564034"/>
                        <a:pt x="336792" y="544997"/>
                      </a:cubicBezTo>
                      <a:cubicBezTo>
                        <a:pt x="336792" y="531398"/>
                        <a:pt x="336792" y="512361"/>
                        <a:pt x="336792" y="498762"/>
                      </a:cubicBezTo>
                      <a:cubicBezTo>
                        <a:pt x="336792" y="496043"/>
                        <a:pt x="336792" y="493323"/>
                        <a:pt x="336792" y="490603"/>
                      </a:cubicBezTo>
                      <a:cubicBezTo>
                        <a:pt x="336792" y="479725"/>
                        <a:pt x="336792" y="477005"/>
                        <a:pt x="320474" y="477005"/>
                      </a:cubicBezTo>
                      <a:cubicBezTo>
                        <a:pt x="309595" y="477005"/>
                        <a:pt x="295997" y="479725"/>
                        <a:pt x="282399" y="479725"/>
                      </a:cubicBezTo>
                      <a:cubicBezTo>
                        <a:pt x="271520" y="479725"/>
                        <a:pt x="260642" y="479725"/>
                        <a:pt x="252483" y="474286"/>
                      </a:cubicBezTo>
                      <a:cubicBezTo>
                        <a:pt x="249763" y="471566"/>
                        <a:pt x="247043" y="468846"/>
                        <a:pt x="247043" y="466126"/>
                      </a:cubicBezTo>
                      <a:cubicBezTo>
                        <a:pt x="247043" y="463407"/>
                        <a:pt x="247043" y="460687"/>
                        <a:pt x="249763" y="457968"/>
                      </a:cubicBezTo>
                      <a:cubicBezTo>
                        <a:pt x="255202" y="452528"/>
                        <a:pt x="260642" y="449809"/>
                        <a:pt x="268801" y="447089"/>
                      </a:cubicBezTo>
                      <a:cubicBezTo>
                        <a:pt x="282399" y="441650"/>
                        <a:pt x="295997" y="438930"/>
                        <a:pt x="312315" y="436210"/>
                      </a:cubicBezTo>
                      <a:cubicBezTo>
                        <a:pt x="325914" y="433491"/>
                        <a:pt x="339512" y="433491"/>
                        <a:pt x="353110" y="430771"/>
                      </a:cubicBezTo>
                      <a:cubicBezTo>
                        <a:pt x="363989" y="430771"/>
                        <a:pt x="374867" y="430771"/>
                        <a:pt x="385746" y="430771"/>
                      </a:cubicBezTo>
                      <a:cubicBezTo>
                        <a:pt x="402064" y="430771"/>
                        <a:pt x="426541" y="428051"/>
                        <a:pt x="437420" y="428051"/>
                      </a:cubicBezTo>
                      <a:cubicBezTo>
                        <a:pt x="451018" y="419892"/>
                        <a:pt x="464616" y="425332"/>
                        <a:pt x="464616" y="436210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>
                    <a:ln>
                      <a:noFill/>
                    </a:ln>
                    <a:solidFill>
                      <a:srgbClr val="666666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5" name="Freeform: Shape 44">
                  <a:extLst>
                    <a:ext uri="{FF2B5EF4-FFF2-40B4-BE49-F238E27FC236}">
                      <a16:creationId xmlns:a16="http://schemas.microsoft.com/office/drawing/2014/main" id="{485B6ADE-DA92-1D4B-B4A5-B006252C3DAD}"/>
                    </a:ext>
                  </a:extLst>
                </p:cNvPr>
                <p:cNvSpPr/>
                <p:nvPr/>
              </p:nvSpPr>
              <p:spPr>
                <a:xfrm>
                  <a:off x="5651630" y="4181279"/>
                  <a:ext cx="734308" cy="788700"/>
                </a:xfrm>
                <a:custGeom>
                  <a:avLst/>
                  <a:gdLst>
                    <a:gd name="connsiteX0" fmla="*/ 653783 w 734307"/>
                    <a:gd name="connsiteY0" fmla="*/ 678259 h 788699"/>
                    <a:gd name="connsiteX1" fmla="*/ 691859 w 734307"/>
                    <a:gd name="connsiteY1" fmla="*/ 694577 h 788699"/>
                    <a:gd name="connsiteX2" fmla="*/ 686419 w 734307"/>
                    <a:gd name="connsiteY2" fmla="*/ 710895 h 788699"/>
                    <a:gd name="connsiteX3" fmla="*/ 670101 w 734307"/>
                    <a:gd name="connsiteY3" fmla="*/ 719054 h 788699"/>
                    <a:gd name="connsiteX4" fmla="*/ 648344 w 734307"/>
                    <a:gd name="connsiteY4" fmla="*/ 721774 h 788699"/>
                    <a:gd name="connsiteX5" fmla="*/ 618428 w 734307"/>
                    <a:gd name="connsiteY5" fmla="*/ 721774 h 788699"/>
                    <a:gd name="connsiteX6" fmla="*/ 572194 w 734307"/>
                    <a:gd name="connsiteY6" fmla="*/ 735372 h 788699"/>
                    <a:gd name="connsiteX7" fmla="*/ 544997 w 734307"/>
                    <a:gd name="connsiteY7" fmla="*/ 729933 h 788699"/>
                    <a:gd name="connsiteX8" fmla="*/ 534119 w 734307"/>
                    <a:gd name="connsiteY8" fmla="*/ 721774 h 788699"/>
                    <a:gd name="connsiteX9" fmla="*/ 496043 w 734307"/>
                    <a:gd name="connsiteY9" fmla="*/ 721774 h 788699"/>
                    <a:gd name="connsiteX10" fmla="*/ 471566 w 734307"/>
                    <a:gd name="connsiteY10" fmla="*/ 721774 h 788699"/>
                    <a:gd name="connsiteX11" fmla="*/ 444370 w 734307"/>
                    <a:gd name="connsiteY11" fmla="*/ 716335 h 788699"/>
                    <a:gd name="connsiteX12" fmla="*/ 428052 w 734307"/>
                    <a:gd name="connsiteY12" fmla="*/ 700017 h 788699"/>
                    <a:gd name="connsiteX13" fmla="*/ 433491 w 734307"/>
                    <a:gd name="connsiteY13" fmla="*/ 691858 h 788699"/>
                    <a:gd name="connsiteX14" fmla="*/ 455248 w 734307"/>
                    <a:gd name="connsiteY14" fmla="*/ 683699 h 788699"/>
                    <a:gd name="connsiteX15" fmla="*/ 506922 w 734307"/>
                    <a:gd name="connsiteY15" fmla="*/ 678259 h 788699"/>
                    <a:gd name="connsiteX16" fmla="*/ 509641 w 734307"/>
                    <a:gd name="connsiteY16" fmla="*/ 678259 h 788699"/>
                    <a:gd name="connsiteX17" fmla="*/ 506922 w 734307"/>
                    <a:gd name="connsiteY17" fmla="*/ 664661 h 788699"/>
                    <a:gd name="connsiteX18" fmla="*/ 498763 w 734307"/>
                    <a:gd name="connsiteY18" fmla="*/ 580352 h 788699"/>
                    <a:gd name="connsiteX19" fmla="*/ 496043 w 734307"/>
                    <a:gd name="connsiteY19" fmla="*/ 479725 h 788699"/>
                    <a:gd name="connsiteX20" fmla="*/ 493324 w 734307"/>
                    <a:gd name="connsiteY20" fmla="*/ 389976 h 788699"/>
                    <a:gd name="connsiteX21" fmla="*/ 490604 w 734307"/>
                    <a:gd name="connsiteY21" fmla="*/ 302947 h 788699"/>
                    <a:gd name="connsiteX22" fmla="*/ 487884 w 734307"/>
                    <a:gd name="connsiteY22" fmla="*/ 229516 h 788699"/>
                    <a:gd name="connsiteX23" fmla="*/ 485165 w 734307"/>
                    <a:gd name="connsiteY23" fmla="*/ 221357 h 788699"/>
                    <a:gd name="connsiteX24" fmla="*/ 482445 w 734307"/>
                    <a:gd name="connsiteY24" fmla="*/ 226797 h 788699"/>
                    <a:gd name="connsiteX25" fmla="*/ 477006 w 734307"/>
                    <a:gd name="connsiteY25" fmla="*/ 262152 h 788699"/>
                    <a:gd name="connsiteX26" fmla="*/ 460688 w 734307"/>
                    <a:gd name="connsiteY26" fmla="*/ 341022 h 788699"/>
                    <a:gd name="connsiteX27" fmla="*/ 444370 w 734307"/>
                    <a:gd name="connsiteY27" fmla="*/ 417173 h 788699"/>
                    <a:gd name="connsiteX28" fmla="*/ 436211 w 734307"/>
                    <a:gd name="connsiteY28" fmla="*/ 455248 h 788699"/>
                    <a:gd name="connsiteX29" fmla="*/ 425332 w 734307"/>
                    <a:gd name="connsiteY29" fmla="*/ 493323 h 788699"/>
                    <a:gd name="connsiteX30" fmla="*/ 411734 w 734307"/>
                    <a:gd name="connsiteY30" fmla="*/ 531398 h 788699"/>
                    <a:gd name="connsiteX31" fmla="*/ 376378 w 734307"/>
                    <a:gd name="connsiteY31" fmla="*/ 547716 h 788699"/>
                    <a:gd name="connsiteX32" fmla="*/ 319265 w 734307"/>
                    <a:gd name="connsiteY32" fmla="*/ 525959 h 788699"/>
                    <a:gd name="connsiteX33" fmla="*/ 289349 w 734307"/>
                    <a:gd name="connsiteY33" fmla="*/ 455248 h 788699"/>
                    <a:gd name="connsiteX34" fmla="*/ 273031 w 734307"/>
                    <a:gd name="connsiteY34" fmla="*/ 373658 h 788699"/>
                    <a:gd name="connsiteX35" fmla="*/ 262153 w 734307"/>
                    <a:gd name="connsiteY35" fmla="*/ 316545 h 788699"/>
                    <a:gd name="connsiteX36" fmla="*/ 245835 w 734307"/>
                    <a:gd name="connsiteY36" fmla="*/ 237675 h 788699"/>
                    <a:gd name="connsiteX37" fmla="*/ 234956 w 734307"/>
                    <a:gd name="connsiteY37" fmla="*/ 196881 h 788699"/>
                    <a:gd name="connsiteX38" fmla="*/ 232236 w 734307"/>
                    <a:gd name="connsiteY38" fmla="*/ 191441 h 788699"/>
                    <a:gd name="connsiteX39" fmla="*/ 226797 w 734307"/>
                    <a:gd name="connsiteY39" fmla="*/ 207759 h 788699"/>
                    <a:gd name="connsiteX40" fmla="*/ 226797 w 734307"/>
                    <a:gd name="connsiteY40" fmla="*/ 232236 h 788699"/>
                    <a:gd name="connsiteX41" fmla="*/ 224077 w 734307"/>
                    <a:gd name="connsiteY41" fmla="*/ 267592 h 788699"/>
                    <a:gd name="connsiteX42" fmla="*/ 221358 w 734307"/>
                    <a:gd name="connsiteY42" fmla="*/ 311106 h 788699"/>
                    <a:gd name="connsiteX43" fmla="*/ 218638 w 734307"/>
                    <a:gd name="connsiteY43" fmla="*/ 360060 h 788699"/>
                    <a:gd name="connsiteX44" fmla="*/ 215919 w 734307"/>
                    <a:gd name="connsiteY44" fmla="*/ 398135 h 788699"/>
                    <a:gd name="connsiteX45" fmla="*/ 213199 w 734307"/>
                    <a:gd name="connsiteY45" fmla="*/ 430771 h 788699"/>
                    <a:gd name="connsiteX46" fmla="*/ 213199 w 734307"/>
                    <a:gd name="connsiteY46" fmla="*/ 455248 h 788699"/>
                    <a:gd name="connsiteX47" fmla="*/ 213199 w 734307"/>
                    <a:gd name="connsiteY47" fmla="*/ 477005 h 788699"/>
                    <a:gd name="connsiteX48" fmla="*/ 207759 w 734307"/>
                    <a:gd name="connsiteY48" fmla="*/ 520520 h 788699"/>
                    <a:gd name="connsiteX49" fmla="*/ 196881 w 734307"/>
                    <a:gd name="connsiteY49" fmla="*/ 610268 h 788699"/>
                    <a:gd name="connsiteX50" fmla="*/ 194161 w 734307"/>
                    <a:gd name="connsiteY50" fmla="*/ 653783 h 788699"/>
                    <a:gd name="connsiteX51" fmla="*/ 191441 w 734307"/>
                    <a:gd name="connsiteY51" fmla="*/ 667381 h 788699"/>
                    <a:gd name="connsiteX52" fmla="*/ 243115 w 734307"/>
                    <a:gd name="connsiteY52" fmla="*/ 667381 h 788699"/>
                    <a:gd name="connsiteX53" fmla="*/ 273031 w 734307"/>
                    <a:gd name="connsiteY53" fmla="*/ 683699 h 788699"/>
                    <a:gd name="connsiteX54" fmla="*/ 262153 w 734307"/>
                    <a:gd name="connsiteY54" fmla="*/ 697297 h 788699"/>
                    <a:gd name="connsiteX55" fmla="*/ 248554 w 734307"/>
                    <a:gd name="connsiteY55" fmla="*/ 705456 h 788699"/>
                    <a:gd name="connsiteX56" fmla="*/ 232236 w 734307"/>
                    <a:gd name="connsiteY56" fmla="*/ 708176 h 788699"/>
                    <a:gd name="connsiteX57" fmla="*/ 166965 w 734307"/>
                    <a:gd name="connsiteY57" fmla="*/ 708176 h 788699"/>
                    <a:gd name="connsiteX58" fmla="*/ 109852 w 734307"/>
                    <a:gd name="connsiteY58" fmla="*/ 708176 h 788699"/>
                    <a:gd name="connsiteX59" fmla="*/ 90814 w 734307"/>
                    <a:gd name="connsiteY59" fmla="*/ 708176 h 788699"/>
                    <a:gd name="connsiteX60" fmla="*/ 69057 w 734307"/>
                    <a:gd name="connsiteY60" fmla="*/ 702736 h 788699"/>
                    <a:gd name="connsiteX61" fmla="*/ 58178 w 734307"/>
                    <a:gd name="connsiteY61" fmla="*/ 686418 h 788699"/>
                    <a:gd name="connsiteX62" fmla="*/ 60898 w 734307"/>
                    <a:gd name="connsiteY62" fmla="*/ 678259 h 788699"/>
                    <a:gd name="connsiteX63" fmla="*/ 77216 w 734307"/>
                    <a:gd name="connsiteY63" fmla="*/ 670101 h 788699"/>
                    <a:gd name="connsiteX64" fmla="*/ 126170 w 734307"/>
                    <a:gd name="connsiteY64" fmla="*/ 664661 h 788699"/>
                    <a:gd name="connsiteX65" fmla="*/ 142487 w 734307"/>
                    <a:gd name="connsiteY65" fmla="*/ 664661 h 788699"/>
                    <a:gd name="connsiteX66" fmla="*/ 147927 w 734307"/>
                    <a:gd name="connsiteY66" fmla="*/ 588511 h 788699"/>
                    <a:gd name="connsiteX67" fmla="*/ 153366 w 734307"/>
                    <a:gd name="connsiteY67" fmla="*/ 493323 h 788699"/>
                    <a:gd name="connsiteX68" fmla="*/ 156086 w 734307"/>
                    <a:gd name="connsiteY68" fmla="*/ 411733 h 788699"/>
                    <a:gd name="connsiteX69" fmla="*/ 161525 w 734307"/>
                    <a:gd name="connsiteY69" fmla="*/ 297508 h 788699"/>
                    <a:gd name="connsiteX70" fmla="*/ 166965 w 734307"/>
                    <a:gd name="connsiteY70" fmla="*/ 240395 h 788699"/>
                    <a:gd name="connsiteX71" fmla="*/ 177843 w 734307"/>
                    <a:gd name="connsiteY71" fmla="*/ 161525 h 788699"/>
                    <a:gd name="connsiteX72" fmla="*/ 183282 w 734307"/>
                    <a:gd name="connsiteY72" fmla="*/ 118011 h 788699"/>
                    <a:gd name="connsiteX73" fmla="*/ 183282 w 734307"/>
                    <a:gd name="connsiteY73" fmla="*/ 115291 h 788699"/>
                    <a:gd name="connsiteX74" fmla="*/ 161525 w 734307"/>
                    <a:gd name="connsiteY74" fmla="*/ 115291 h 788699"/>
                    <a:gd name="connsiteX75" fmla="*/ 137048 w 734307"/>
                    <a:gd name="connsiteY75" fmla="*/ 115291 h 788699"/>
                    <a:gd name="connsiteX76" fmla="*/ 109852 w 734307"/>
                    <a:gd name="connsiteY76" fmla="*/ 109851 h 788699"/>
                    <a:gd name="connsiteX77" fmla="*/ 93534 w 734307"/>
                    <a:gd name="connsiteY77" fmla="*/ 93534 h 788699"/>
                    <a:gd name="connsiteX78" fmla="*/ 98973 w 734307"/>
                    <a:gd name="connsiteY78" fmla="*/ 85375 h 788699"/>
                    <a:gd name="connsiteX79" fmla="*/ 120730 w 734307"/>
                    <a:gd name="connsiteY79" fmla="*/ 77216 h 788699"/>
                    <a:gd name="connsiteX80" fmla="*/ 172404 w 734307"/>
                    <a:gd name="connsiteY80" fmla="*/ 71776 h 788699"/>
                    <a:gd name="connsiteX81" fmla="*/ 234956 w 734307"/>
                    <a:gd name="connsiteY81" fmla="*/ 69057 h 788699"/>
                    <a:gd name="connsiteX82" fmla="*/ 243115 w 734307"/>
                    <a:gd name="connsiteY82" fmla="*/ 69057 h 788699"/>
                    <a:gd name="connsiteX83" fmla="*/ 270312 w 734307"/>
                    <a:gd name="connsiteY83" fmla="*/ 74496 h 788699"/>
                    <a:gd name="connsiteX84" fmla="*/ 308387 w 734307"/>
                    <a:gd name="connsiteY84" fmla="*/ 123450 h 788699"/>
                    <a:gd name="connsiteX85" fmla="*/ 332864 w 734307"/>
                    <a:gd name="connsiteY85" fmla="*/ 202320 h 788699"/>
                    <a:gd name="connsiteX86" fmla="*/ 338303 w 734307"/>
                    <a:gd name="connsiteY86" fmla="*/ 237675 h 788699"/>
                    <a:gd name="connsiteX87" fmla="*/ 349182 w 734307"/>
                    <a:gd name="connsiteY87" fmla="*/ 281190 h 788699"/>
                    <a:gd name="connsiteX88" fmla="*/ 357341 w 734307"/>
                    <a:gd name="connsiteY88" fmla="*/ 316545 h 788699"/>
                    <a:gd name="connsiteX89" fmla="*/ 365500 w 734307"/>
                    <a:gd name="connsiteY89" fmla="*/ 351901 h 788699"/>
                    <a:gd name="connsiteX90" fmla="*/ 376378 w 734307"/>
                    <a:gd name="connsiteY90" fmla="*/ 389976 h 788699"/>
                    <a:gd name="connsiteX91" fmla="*/ 387257 w 734307"/>
                    <a:gd name="connsiteY91" fmla="*/ 414453 h 788699"/>
                    <a:gd name="connsiteX92" fmla="*/ 398136 w 734307"/>
                    <a:gd name="connsiteY92" fmla="*/ 376378 h 788699"/>
                    <a:gd name="connsiteX93" fmla="*/ 406295 w 734307"/>
                    <a:gd name="connsiteY93" fmla="*/ 332863 h 788699"/>
                    <a:gd name="connsiteX94" fmla="*/ 425332 w 734307"/>
                    <a:gd name="connsiteY94" fmla="*/ 243115 h 788699"/>
                    <a:gd name="connsiteX95" fmla="*/ 444370 w 734307"/>
                    <a:gd name="connsiteY95" fmla="*/ 150646 h 788699"/>
                    <a:gd name="connsiteX96" fmla="*/ 477006 w 734307"/>
                    <a:gd name="connsiteY96" fmla="*/ 79935 h 788699"/>
                    <a:gd name="connsiteX97" fmla="*/ 523240 w 734307"/>
                    <a:gd name="connsiteY97" fmla="*/ 58178 h 788699"/>
                    <a:gd name="connsiteX98" fmla="*/ 544997 w 734307"/>
                    <a:gd name="connsiteY98" fmla="*/ 63617 h 788699"/>
                    <a:gd name="connsiteX99" fmla="*/ 612988 w 734307"/>
                    <a:gd name="connsiteY99" fmla="*/ 63617 h 788699"/>
                    <a:gd name="connsiteX100" fmla="*/ 651064 w 734307"/>
                    <a:gd name="connsiteY100" fmla="*/ 79935 h 788699"/>
                    <a:gd name="connsiteX101" fmla="*/ 645624 w 734307"/>
                    <a:gd name="connsiteY101" fmla="*/ 96253 h 788699"/>
                    <a:gd name="connsiteX102" fmla="*/ 629307 w 734307"/>
                    <a:gd name="connsiteY102" fmla="*/ 104412 h 788699"/>
                    <a:gd name="connsiteX103" fmla="*/ 607549 w 734307"/>
                    <a:gd name="connsiteY103" fmla="*/ 107132 h 788699"/>
                    <a:gd name="connsiteX104" fmla="*/ 580353 w 734307"/>
                    <a:gd name="connsiteY104" fmla="*/ 107132 h 788699"/>
                    <a:gd name="connsiteX105" fmla="*/ 583072 w 734307"/>
                    <a:gd name="connsiteY105" fmla="*/ 115291 h 788699"/>
                    <a:gd name="connsiteX106" fmla="*/ 588512 w 734307"/>
                    <a:gd name="connsiteY106" fmla="*/ 156086 h 788699"/>
                    <a:gd name="connsiteX107" fmla="*/ 593951 w 734307"/>
                    <a:gd name="connsiteY107" fmla="*/ 196881 h 788699"/>
                    <a:gd name="connsiteX108" fmla="*/ 599390 w 734307"/>
                    <a:gd name="connsiteY108" fmla="*/ 226797 h 788699"/>
                    <a:gd name="connsiteX109" fmla="*/ 599390 w 734307"/>
                    <a:gd name="connsiteY109" fmla="*/ 232236 h 788699"/>
                    <a:gd name="connsiteX110" fmla="*/ 599390 w 734307"/>
                    <a:gd name="connsiteY110" fmla="*/ 240395 h 788699"/>
                    <a:gd name="connsiteX111" fmla="*/ 602110 w 734307"/>
                    <a:gd name="connsiteY111" fmla="*/ 270311 h 788699"/>
                    <a:gd name="connsiteX112" fmla="*/ 607549 w 734307"/>
                    <a:gd name="connsiteY112" fmla="*/ 308386 h 788699"/>
                    <a:gd name="connsiteX113" fmla="*/ 607549 w 734307"/>
                    <a:gd name="connsiteY113" fmla="*/ 319265 h 788699"/>
                    <a:gd name="connsiteX114" fmla="*/ 612988 w 734307"/>
                    <a:gd name="connsiteY114" fmla="*/ 335583 h 788699"/>
                    <a:gd name="connsiteX115" fmla="*/ 612988 w 734307"/>
                    <a:gd name="connsiteY115" fmla="*/ 346462 h 788699"/>
                    <a:gd name="connsiteX116" fmla="*/ 612988 w 734307"/>
                    <a:gd name="connsiteY116" fmla="*/ 370939 h 788699"/>
                    <a:gd name="connsiteX117" fmla="*/ 612988 w 734307"/>
                    <a:gd name="connsiteY117" fmla="*/ 395415 h 788699"/>
                    <a:gd name="connsiteX118" fmla="*/ 615708 w 734307"/>
                    <a:gd name="connsiteY118" fmla="*/ 422612 h 788699"/>
                    <a:gd name="connsiteX119" fmla="*/ 618428 w 734307"/>
                    <a:gd name="connsiteY119" fmla="*/ 441650 h 788699"/>
                    <a:gd name="connsiteX120" fmla="*/ 618428 w 734307"/>
                    <a:gd name="connsiteY120" fmla="*/ 455248 h 788699"/>
                    <a:gd name="connsiteX121" fmla="*/ 621147 w 734307"/>
                    <a:gd name="connsiteY121" fmla="*/ 463407 h 788699"/>
                    <a:gd name="connsiteX122" fmla="*/ 626587 w 734307"/>
                    <a:gd name="connsiteY122" fmla="*/ 482444 h 788699"/>
                    <a:gd name="connsiteX123" fmla="*/ 629307 w 734307"/>
                    <a:gd name="connsiteY123" fmla="*/ 517800 h 788699"/>
                    <a:gd name="connsiteX124" fmla="*/ 634746 w 734307"/>
                    <a:gd name="connsiteY124" fmla="*/ 561314 h 788699"/>
                    <a:gd name="connsiteX125" fmla="*/ 634746 w 734307"/>
                    <a:gd name="connsiteY125" fmla="*/ 566754 h 788699"/>
                    <a:gd name="connsiteX126" fmla="*/ 634746 w 734307"/>
                    <a:gd name="connsiteY126" fmla="*/ 583072 h 788699"/>
                    <a:gd name="connsiteX127" fmla="*/ 637466 w 734307"/>
                    <a:gd name="connsiteY127" fmla="*/ 607548 h 788699"/>
                    <a:gd name="connsiteX128" fmla="*/ 640185 w 734307"/>
                    <a:gd name="connsiteY128" fmla="*/ 618427 h 788699"/>
                    <a:gd name="connsiteX129" fmla="*/ 640185 w 734307"/>
                    <a:gd name="connsiteY129" fmla="*/ 632025 h 788699"/>
                    <a:gd name="connsiteX130" fmla="*/ 640185 w 734307"/>
                    <a:gd name="connsiteY130" fmla="*/ 640184 h 788699"/>
                    <a:gd name="connsiteX131" fmla="*/ 642905 w 734307"/>
                    <a:gd name="connsiteY131" fmla="*/ 659222 h 788699"/>
                    <a:gd name="connsiteX132" fmla="*/ 642905 w 734307"/>
                    <a:gd name="connsiteY132" fmla="*/ 664661 h 788699"/>
                    <a:gd name="connsiteX133" fmla="*/ 653783 w 734307"/>
                    <a:gd name="connsiteY133" fmla="*/ 678259 h 788699"/>
                    <a:gd name="connsiteX134" fmla="*/ 653783 w 734307"/>
                    <a:gd name="connsiteY134" fmla="*/ 678259 h 788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</a:cxnLst>
                  <a:rect l="l" t="t" r="r" b="b"/>
                  <a:pathLst>
                    <a:path w="734307" h="788699">
                      <a:moveTo>
                        <a:pt x="653783" y="678259"/>
                      </a:moveTo>
                      <a:cubicBezTo>
                        <a:pt x="667382" y="678259"/>
                        <a:pt x="691859" y="678259"/>
                        <a:pt x="691859" y="694577"/>
                      </a:cubicBezTo>
                      <a:cubicBezTo>
                        <a:pt x="691859" y="702736"/>
                        <a:pt x="689139" y="705456"/>
                        <a:pt x="686419" y="710895"/>
                      </a:cubicBezTo>
                      <a:cubicBezTo>
                        <a:pt x="683700" y="716335"/>
                        <a:pt x="675541" y="719054"/>
                        <a:pt x="670101" y="719054"/>
                      </a:cubicBezTo>
                      <a:cubicBezTo>
                        <a:pt x="661942" y="721774"/>
                        <a:pt x="653783" y="721774"/>
                        <a:pt x="648344" y="721774"/>
                      </a:cubicBezTo>
                      <a:cubicBezTo>
                        <a:pt x="645624" y="721774"/>
                        <a:pt x="634746" y="721774"/>
                        <a:pt x="618428" y="721774"/>
                      </a:cubicBezTo>
                      <a:cubicBezTo>
                        <a:pt x="604829" y="729933"/>
                        <a:pt x="588512" y="735372"/>
                        <a:pt x="572194" y="735372"/>
                      </a:cubicBezTo>
                      <a:cubicBezTo>
                        <a:pt x="564035" y="735372"/>
                        <a:pt x="553156" y="732653"/>
                        <a:pt x="544997" y="729933"/>
                      </a:cubicBezTo>
                      <a:cubicBezTo>
                        <a:pt x="539558" y="727213"/>
                        <a:pt x="536838" y="724494"/>
                        <a:pt x="534119" y="721774"/>
                      </a:cubicBezTo>
                      <a:cubicBezTo>
                        <a:pt x="520520" y="721774"/>
                        <a:pt x="509641" y="721774"/>
                        <a:pt x="496043" y="721774"/>
                      </a:cubicBezTo>
                      <a:cubicBezTo>
                        <a:pt x="487884" y="721774"/>
                        <a:pt x="479725" y="721774"/>
                        <a:pt x="471566" y="721774"/>
                      </a:cubicBezTo>
                      <a:cubicBezTo>
                        <a:pt x="463407" y="721774"/>
                        <a:pt x="452529" y="721774"/>
                        <a:pt x="444370" y="716335"/>
                      </a:cubicBezTo>
                      <a:cubicBezTo>
                        <a:pt x="436211" y="713615"/>
                        <a:pt x="428052" y="705456"/>
                        <a:pt x="428052" y="700017"/>
                      </a:cubicBezTo>
                      <a:cubicBezTo>
                        <a:pt x="428052" y="697297"/>
                        <a:pt x="428052" y="694577"/>
                        <a:pt x="433491" y="691858"/>
                      </a:cubicBezTo>
                      <a:cubicBezTo>
                        <a:pt x="438930" y="689138"/>
                        <a:pt x="449809" y="686418"/>
                        <a:pt x="455248" y="683699"/>
                      </a:cubicBezTo>
                      <a:cubicBezTo>
                        <a:pt x="474286" y="680979"/>
                        <a:pt x="498763" y="678259"/>
                        <a:pt x="506922" y="678259"/>
                      </a:cubicBezTo>
                      <a:cubicBezTo>
                        <a:pt x="506922" y="678259"/>
                        <a:pt x="509641" y="678259"/>
                        <a:pt x="509641" y="678259"/>
                      </a:cubicBezTo>
                      <a:cubicBezTo>
                        <a:pt x="509641" y="672820"/>
                        <a:pt x="506922" y="670101"/>
                        <a:pt x="506922" y="664661"/>
                      </a:cubicBezTo>
                      <a:cubicBezTo>
                        <a:pt x="501483" y="640184"/>
                        <a:pt x="501483" y="612988"/>
                        <a:pt x="498763" y="580352"/>
                      </a:cubicBezTo>
                      <a:cubicBezTo>
                        <a:pt x="496043" y="547716"/>
                        <a:pt x="498763" y="512361"/>
                        <a:pt x="496043" y="479725"/>
                      </a:cubicBezTo>
                      <a:cubicBezTo>
                        <a:pt x="493324" y="449808"/>
                        <a:pt x="493324" y="419892"/>
                        <a:pt x="493324" y="389976"/>
                      </a:cubicBezTo>
                      <a:cubicBezTo>
                        <a:pt x="493324" y="360060"/>
                        <a:pt x="490604" y="332863"/>
                        <a:pt x="490604" y="302947"/>
                      </a:cubicBezTo>
                      <a:cubicBezTo>
                        <a:pt x="487884" y="275751"/>
                        <a:pt x="487884" y="240395"/>
                        <a:pt x="487884" y="229516"/>
                      </a:cubicBezTo>
                      <a:cubicBezTo>
                        <a:pt x="487884" y="224077"/>
                        <a:pt x="487884" y="221357"/>
                        <a:pt x="485165" y="221357"/>
                      </a:cubicBezTo>
                      <a:cubicBezTo>
                        <a:pt x="485165" y="221357"/>
                        <a:pt x="482445" y="224077"/>
                        <a:pt x="482445" y="226797"/>
                      </a:cubicBezTo>
                      <a:cubicBezTo>
                        <a:pt x="479725" y="237675"/>
                        <a:pt x="479725" y="251274"/>
                        <a:pt x="477006" y="262152"/>
                      </a:cubicBezTo>
                      <a:cubicBezTo>
                        <a:pt x="471566" y="289349"/>
                        <a:pt x="466127" y="316545"/>
                        <a:pt x="460688" y="341022"/>
                      </a:cubicBezTo>
                      <a:cubicBezTo>
                        <a:pt x="455248" y="365499"/>
                        <a:pt x="447090" y="392696"/>
                        <a:pt x="444370" y="417173"/>
                      </a:cubicBezTo>
                      <a:cubicBezTo>
                        <a:pt x="441650" y="430771"/>
                        <a:pt x="438930" y="441650"/>
                        <a:pt x="436211" y="455248"/>
                      </a:cubicBezTo>
                      <a:cubicBezTo>
                        <a:pt x="433491" y="468846"/>
                        <a:pt x="428052" y="479725"/>
                        <a:pt x="425332" y="493323"/>
                      </a:cubicBezTo>
                      <a:cubicBezTo>
                        <a:pt x="422612" y="506921"/>
                        <a:pt x="419893" y="520520"/>
                        <a:pt x="411734" y="531398"/>
                      </a:cubicBezTo>
                      <a:cubicBezTo>
                        <a:pt x="406295" y="539557"/>
                        <a:pt x="395416" y="547716"/>
                        <a:pt x="376378" y="547716"/>
                      </a:cubicBezTo>
                      <a:cubicBezTo>
                        <a:pt x="357341" y="547716"/>
                        <a:pt x="335583" y="539557"/>
                        <a:pt x="319265" y="525959"/>
                      </a:cubicBezTo>
                      <a:cubicBezTo>
                        <a:pt x="300228" y="506921"/>
                        <a:pt x="294788" y="479725"/>
                        <a:pt x="289349" y="455248"/>
                      </a:cubicBezTo>
                      <a:cubicBezTo>
                        <a:pt x="283910" y="428051"/>
                        <a:pt x="278470" y="400855"/>
                        <a:pt x="273031" y="373658"/>
                      </a:cubicBezTo>
                      <a:cubicBezTo>
                        <a:pt x="273031" y="368219"/>
                        <a:pt x="267592" y="346462"/>
                        <a:pt x="262153" y="316545"/>
                      </a:cubicBezTo>
                      <a:cubicBezTo>
                        <a:pt x="256713" y="292068"/>
                        <a:pt x="251274" y="262152"/>
                        <a:pt x="245835" y="237675"/>
                      </a:cubicBezTo>
                      <a:cubicBezTo>
                        <a:pt x="240395" y="218638"/>
                        <a:pt x="237675" y="205039"/>
                        <a:pt x="234956" y="196881"/>
                      </a:cubicBezTo>
                      <a:cubicBezTo>
                        <a:pt x="232236" y="191441"/>
                        <a:pt x="232236" y="191441"/>
                        <a:pt x="232236" y="191441"/>
                      </a:cubicBezTo>
                      <a:cubicBezTo>
                        <a:pt x="229517" y="191441"/>
                        <a:pt x="229517" y="196881"/>
                        <a:pt x="226797" y="207759"/>
                      </a:cubicBezTo>
                      <a:cubicBezTo>
                        <a:pt x="226797" y="215918"/>
                        <a:pt x="226797" y="229516"/>
                        <a:pt x="226797" y="232236"/>
                      </a:cubicBezTo>
                      <a:cubicBezTo>
                        <a:pt x="226797" y="243115"/>
                        <a:pt x="224077" y="256713"/>
                        <a:pt x="224077" y="267592"/>
                      </a:cubicBezTo>
                      <a:cubicBezTo>
                        <a:pt x="224077" y="278470"/>
                        <a:pt x="224077" y="294788"/>
                        <a:pt x="221358" y="311106"/>
                      </a:cubicBezTo>
                      <a:cubicBezTo>
                        <a:pt x="221358" y="327424"/>
                        <a:pt x="218638" y="343742"/>
                        <a:pt x="218638" y="360060"/>
                      </a:cubicBezTo>
                      <a:cubicBezTo>
                        <a:pt x="218638" y="373658"/>
                        <a:pt x="215919" y="384537"/>
                        <a:pt x="215919" y="398135"/>
                      </a:cubicBezTo>
                      <a:cubicBezTo>
                        <a:pt x="215919" y="409014"/>
                        <a:pt x="213199" y="419892"/>
                        <a:pt x="213199" y="430771"/>
                      </a:cubicBezTo>
                      <a:cubicBezTo>
                        <a:pt x="213199" y="438930"/>
                        <a:pt x="213199" y="447089"/>
                        <a:pt x="213199" y="455248"/>
                      </a:cubicBezTo>
                      <a:cubicBezTo>
                        <a:pt x="213199" y="463407"/>
                        <a:pt x="213199" y="471566"/>
                        <a:pt x="213199" y="477005"/>
                      </a:cubicBezTo>
                      <a:cubicBezTo>
                        <a:pt x="210479" y="490603"/>
                        <a:pt x="207759" y="506921"/>
                        <a:pt x="207759" y="520520"/>
                      </a:cubicBezTo>
                      <a:cubicBezTo>
                        <a:pt x="202320" y="550436"/>
                        <a:pt x="199600" y="580352"/>
                        <a:pt x="196881" y="610268"/>
                      </a:cubicBezTo>
                      <a:cubicBezTo>
                        <a:pt x="196881" y="623866"/>
                        <a:pt x="196881" y="640184"/>
                        <a:pt x="194161" y="653783"/>
                      </a:cubicBezTo>
                      <a:cubicBezTo>
                        <a:pt x="194161" y="659222"/>
                        <a:pt x="194161" y="661942"/>
                        <a:pt x="191441" y="667381"/>
                      </a:cubicBezTo>
                      <a:cubicBezTo>
                        <a:pt x="213199" y="667381"/>
                        <a:pt x="232236" y="667381"/>
                        <a:pt x="243115" y="667381"/>
                      </a:cubicBezTo>
                      <a:cubicBezTo>
                        <a:pt x="253994" y="667381"/>
                        <a:pt x="273031" y="670101"/>
                        <a:pt x="273031" y="683699"/>
                      </a:cubicBezTo>
                      <a:cubicBezTo>
                        <a:pt x="273031" y="691858"/>
                        <a:pt x="267592" y="691858"/>
                        <a:pt x="262153" y="697297"/>
                      </a:cubicBezTo>
                      <a:cubicBezTo>
                        <a:pt x="259433" y="702736"/>
                        <a:pt x="253994" y="705456"/>
                        <a:pt x="248554" y="705456"/>
                      </a:cubicBezTo>
                      <a:cubicBezTo>
                        <a:pt x="240395" y="708176"/>
                        <a:pt x="234956" y="708176"/>
                        <a:pt x="232236" y="708176"/>
                      </a:cubicBezTo>
                      <a:cubicBezTo>
                        <a:pt x="226797" y="708176"/>
                        <a:pt x="175124" y="708176"/>
                        <a:pt x="166965" y="708176"/>
                      </a:cubicBezTo>
                      <a:cubicBezTo>
                        <a:pt x="156086" y="708176"/>
                        <a:pt x="120730" y="708176"/>
                        <a:pt x="109852" y="708176"/>
                      </a:cubicBezTo>
                      <a:cubicBezTo>
                        <a:pt x="104412" y="708176"/>
                        <a:pt x="96253" y="708176"/>
                        <a:pt x="90814" y="708176"/>
                      </a:cubicBezTo>
                      <a:cubicBezTo>
                        <a:pt x="85375" y="708176"/>
                        <a:pt x="77216" y="705456"/>
                        <a:pt x="69057" y="702736"/>
                      </a:cubicBezTo>
                      <a:cubicBezTo>
                        <a:pt x="63617" y="700017"/>
                        <a:pt x="58178" y="691858"/>
                        <a:pt x="58178" y="686418"/>
                      </a:cubicBezTo>
                      <a:cubicBezTo>
                        <a:pt x="58178" y="683699"/>
                        <a:pt x="58178" y="680979"/>
                        <a:pt x="60898" y="678259"/>
                      </a:cubicBezTo>
                      <a:cubicBezTo>
                        <a:pt x="63617" y="675540"/>
                        <a:pt x="71777" y="672820"/>
                        <a:pt x="77216" y="670101"/>
                      </a:cubicBezTo>
                      <a:cubicBezTo>
                        <a:pt x="90814" y="667381"/>
                        <a:pt x="120730" y="664661"/>
                        <a:pt x="126170" y="664661"/>
                      </a:cubicBezTo>
                      <a:cubicBezTo>
                        <a:pt x="128889" y="664661"/>
                        <a:pt x="134329" y="664661"/>
                        <a:pt x="142487" y="664661"/>
                      </a:cubicBezTo>
                      <a:cubicBezTo>
                        <a:pt x="142487" y="640184"/>
                        <a:pt x="147927" y="612988"/>
                        <a:pt x="147927" y="588511"/>
                      </a:cubicBezTo>
                      <a:cubicBezTo>
                        <a:pt x="150646" y="555875"/>
                        <a:pt x="153366" y="523239"/>
                        <a:pt x="153366" y="493323"/>
                      </a:cubicBezTo>
                      <a:cubicBezTo>
                        <a:pt x="153366" y="466126"/>
                        <a:pt x="156086" y="438930"/>
                        <a:pt x="156086" y="411733"/>
                      </a:cubicBezTo>
                      <a:cubicBezTo>
                        <a:pt x="158806" y="373658"/>
                        <a:pt x="158806" y="335583"/>
                        <a:pt x="161525" y="297508"/>
                      </a:cubicBezTo>
                      <a:cubicBezTo>
                        <a:pt x="161525" y="278470"/>
                        <a:pt x="164245" y="259433"/>
                        <a:pt x="166965" y="240395"/>
                      </a:cubicBezTo>
                      <a:cubicBezTo>
                        <a:pt x="169684" y="210479"/>
                        <a:pt x="172404" y="191441"/>
                        <a:pt x="177843" y="161525"/>
                      </a:cubicBezTo>
                      <a:cubicBezTo>
                        <a:pt x="180563" y="147927"/>
                        <a:pt x="180563" y="131609"/>
                        <a:pt x="183282" y="118011"/>
                      </a:cubicBezTo>
                      <a:cubicBezTo>
                        <a:pt x="183282" y="118011"/>
                        <a:pt x="183282" y="115291"/>
                        <a:pt x="183282" y="115291"/>
                      </a:cubicBezTo>
                      <a:cubicBezTo>
                        <a:pt x="177843" y="115291"/>
                        <a:pt x="172404" y="115291"/>
                        <a:pt x="161525" y="115291"/>
                      </a:cubicBezTo>
                      <a:cubicBezTo>
                        <a:pt x="153366" y="115291"/>
                        <a:pt x="145207" y="115291"/>
                        <a:pt x="137048" y="115291"/>
                      </a:cubicBezTo>
                      <a:cubicBezTo>
                        <a:pt x="128889" y="115291"/>
                        <a:pt x="118011" y="115291"/>
                        <a:pt x="109852" y="109851"/>
                      </a:cubicBezTo>
                      <a:cubicBezTo>
                        <a:pt x="101693" y="107132"/>
                        <a:pt x="93534" y="98973"/>
                        <a:pt x="93534" y="93534"/>
                      </a:cubicBezTo>
                      <a:cubicBezTo>
                        <a:pt x="93534" y="90814"/>
                        <a:pt x="93534" y="88094"/>
                        <a:pt x="98973" y="85375"/>
                      </a:cubicBezTo>
                      <a:cubicBezTo>
                        <a:pt x="104412" y="82655"/>
                        <a:pt x="115291" y="79935"/>
                        <a:pt x="120730" y="77216"/>
                      </a:cubicBezTo>
                      <a:cubicBezTo>
                        <a:pt x="139768" y="74496"/>
                        <a:pt x="164245" y="71776"/>
                        <a:pt x="172404" y="71776"/>
                      </a:cubicBezTo>
                      <a:cubicBezTo>
                        <a:pt x="194161" y="71776"/>
                        <a:pt x="210479" y="69057"/>
                        <a:pt x="234956" y="69057"/>
                      </a:cubicBezTo>
                      <a:cubicBezTo>
                        <a:pt x="237675" y="69057"/>
                        <a:pt x="240395" y="69057"/>
                        <a:pt x="243115" y="69057"/>
                      </a:cubicBezTo>
                      <a:cubicBezTo>
                        <a:pt x="251274" y="69057"/>
                        <a:pt x="262153" y="69057"/>
                        <a:pt x="270312" y="74496"/>
                      </a:cubicBezTo>
                      <a:cubicBezTo>
                        <a:pt x="283910" y="82655"/>
                        <a:pt x="300228" y="96253"/>
                        <a:pt x="308387" y="123450"/>
                      </a:cubicBezTo>
                      <a:cubicBezTo>
                        <a:pt x="316546" y="147927"/>
                        <a:pt x="327424" y="175123"/>
                        <a:pt x="332864" y="202320"/>
                      </a:cubicBezTo>
                      <a:cubicBezTo>
                        <a:pt x="335583" y="213198"/>
                        <a:pt x="335583" y="226797"/>
                        <a:pt x="338303" y="237675"/>
                      </a:cubicBezTo>
                      <a:cubicBezTo>
                        <a:pt x="343742" y="251274"/>
                        <a:pt x="346462" y="264872"/>
                        <a:pt x="349182" y="281190"/>
                      </a:cubicBezTo>
                      <a:cubicBezTo>
                        <a:pt x="351901" y="292068"/>
                        <a:pt x="351901" y="305667"/>
                        <a:pt x="357341" y="316545"/>
                      </a:cubicBezTo>
                      <a:cubicBezTo>
                        <a:pt x="362780" y="327424"/>
                        <a:pt x="362780" y="338303"/>
                        <a:pt x="365500" y="351901"/>
                      </a:cubicBezTo>
                      <a:cubicBezTo>
                        <a:pt x="365500" y="357340"/>
                        <a:pt x="373658" y="373658"/>
                        <a:pt x="376378" y="389976"/>
                      </a:cubicBezTo>
                      <a:cubicBezTo>
                        <a:pt x="381817" y="403574"/>
                        <a:pt x="384537" y="414453"/>
                        <a:pt x="387257" y="414453"/>
                      </a:cubicBezTo>
                      <a:cubicBezTo>
                        <a:pt x="392696" y="414453"/>
                        <a:pt x="395416" y="381817"/>
                        <a:pt x="398136" y="376378"/>
                      </a:cubicBezTo>
                      <a:cubicBezTo>
                        <a:pt x="400855" y="362779"/>
                        <a:pt x="403575" y="346462"/>
                        <a:pt x="406295" y="332863"/>
                      </a:cubicBezTo>
                      <a:cubicBezTo>
                        <a:pt x="411734" y="302947"/>
                        <a:pt x="417173" y="273031"/>
                        <a:pt x="425332" y="243115"/>
                      </a:cubicBezTo>
                      <a:cubicBezTo>
                        <a:pt x="430771" y="213198"/>
                        <a:pt x="436211" y="180563"/>
                        <a:pt x="444370" y="150646"/>
                      </a:cubicBezTo>
                      <a:cubicBezTo>
                        <a:pt x="449809" y="126170"/>
                        <a:pt x="460688" y="98973"/>
                        <a:pt x="477006" y="79935"/>
                      </a:cubicBezTo>
                      <a:cubicBezTo>
                        <a:pt x="487884" y="66337"/>
                        <a:pt x="506922" y="58178"/>
                        <a:pt x="523240" y="58178"/>
                      </a:cubicBezTo>
                      <a:cubicBezTo>
                        <a:pt x="528679" y="58178"/>
                        <a:pt x="539558" y="58178"/>
                        <a:pt x="544997" y="63617"/>
                      </a:cubicBezTo>
                      <a:lnTo>
                        <a:pt x="612988" y="63617"/>
                      </a:lnTo>
                      <a:cubicBezTo>
                        <a:pt x="626587" y="63617"/>
                        <a:pt x="651064" y="63617"/>
                        <a:pt x="651064" y="79935"/>
                      </a:cubicBezTo>
                      <a:cubicBezTo>
                        <a:pt x="651064" y="88094"/>
                        <a:pt x="648344" y="88094"/>
                        <a:pt x="645624" y="96253"/>
                      </a:cubicBezTo>
                      <a:cubicBezTo>
                        <a:pt x="640185" y="101693"/>
                        <a:pt x="634746" y="104412"/>
                        <a:pt x="629307" y="104412"/>
                      </a:cubicBezTo>
                      <a:cubicBezTo>
                        <a:pt x="621147" y="107132"/>
                        <a:pt x="612988" y="107132"/>
                        <a:pt x="607549" y="107132"/>
                      </a:cubicBezTo>
                      <a:cubicBezTo>
                        <a:pt x="604829" y="107132"/>
                        <a:pt x="591231" y="107132"/>
                        <a:pt x="580353" y="107132"/>
                      </a:cubicBezTo>
                      <a:cubicBezTo>
                        <a:pt x="580353" y="109851"/>
                        <a:pt x="583072" y="112571"/>
                        <a:pt x="583072" y="115291"/>
                      </a:cubicBezTo>
                      <a:cubicBezTo>
                        <a:pt x="585792" y="128889"/>
                        <a:pt x="585792" y="142487"/>
                        <a:pt x="588512" y="156086"/>
                      </a:cubicBezTo>
                      <a:cubicBezTo>
                        <a:pt x="591231" y="169684"/>
                        <a:pt x="591231" y="183282"/>
                        <a:pt x="593951" y="196881"/>
                      </a:cubicBezTo>
                      <a:cubicBezTo>
                        <a:pt x="593951" y="207759"/>
                        <a:pt x="599390" y="215918"/>
                        <a:pt x="599390" y="226797"/>
                      </a:cubicBezTo>
                      <a:cubicBezTo>
                        <a:pt x="599390" y="229516"/>
                        <a:pt x="599390" y="229516"/>
                        <a:pt x="599390" y="232236"/>
                      </a:cubicBezTo>
                      <a:cubicBezTo>
                        <a:pt x="599390" y="234956"/>
                        <a:pt x="599390" y="237675"/>
                        <a:pt x="599390" y="240395"/>
                      </a:cubicBezTo>
                      <a:cubicBezTo>
                        <a:pt x="599390" y="251274"/>
                        <a:pt x="599390" y="259433"/>
                        <a:pt x="602110" y="270311"/>
                      </a:cubicBezTo>
                      <a:cubicBezTo>
                        <a:pt x="604829" y="283909"/>
                        <a:pt x="607549" y="294788"/>
                        <a:pt x="607549" y="308386"/>
                      </a:cubicBezTo>
                      <a:cubicBezTo>
                        <a:pt x="607549" y="311106"/>
                        <a:pt x="607549" y="316545"/>
                        <a:pt x="607549" y="319265"/>
                      </a:cubicBezTo>
                      <a:cubicBezTo>
                        <a:pt x="607549" y="324704"/>
                        <a:pt x="610269" y="330144"/>
                        <a:pt x="612988" y="335583"/>
                      </a:cubicBezTo>
                      <a:cubicBezTo>
                        <a:pt x="612988" y="338303"/>
                        <a:pt x="612988" y="343742"/>
                        <a:pt x="612988" y="346462"/>
                      </a:cubicBezTo>
                      <a:cubicBezTo>
                        <a:pt x="612988" y="354620"/>
                        <a:pt x="612988" y="362779"/>
                        <a:pt x="612988" y="370939"/>
                      </a:cubicBezTo>
                      <a:cubicBezTo>
                        <a:pt x="612988" y="379097"/>
                        <a:pt x="612988" y="387256"/>
                        <a:pt x="612988" y="395415"/>
                      </a:cubicBezTo>
                      <a:cubicBezTo>
                        <a:pt x="612988" y="403574"/>
                        <a:pt x="615708" y="414453"/>
                        <a:pt x="615708" y="422612"/>
                      </a:cubicBezTo>
                      <a:cubicBezTo>
                        <a:pt x="618428" y="430771"/>
                        <a:pt x="618428" y="436210"/>
                        <a:pt x="618428" y="441650"/>
                      </a:cubicBezTo>
                      <a:cubicBezTo>
                        <a:pt x="618428" y="444369"/>
                        <a:pt x="618428" y="449808"/>
                        <a:pt x="618428" y="455248"/>
                      </a:cubicBezTo>
                      <a:cubicBezTo>
                        <a:pt x="618428" y="460687"/>
                        <a:pt x="618428" y="460687"/>
                        <a:pt x="621147" y="463407"/>
                      </a:cubicBezTo>
                      <a:cubicBezTo>
                        <a:pt x="623867" y="471566"/>
                        <a:pt x="623867" y="477005"/>
                        <a:pt x="626587" y="482444"/>
                      </a:cubicBezTo>
                      <a:cubicBezTo>
                        <a:pt x="629307" y="493323"/>
                        <a:pt x="629307" y="506921"/>
                        <a:pt x="629307" y="517800"/>
                      </a:cubicBezTo>
                      <a:cubicBezTo>
                        <a:pt x="632026" y="534118"/>
                        <a:pt x="632026" y="547716"/>
                        <a:pt x="634746" y="561314"/>
                      </a:cubicBezTo>
                      <a:cubicBezTo>
                        <a:pt x="634746" y="564034"/>
                        <a:pt x="634746" y="564034"/>
                        <a:pt x="634746" y="566754"/>
                      </a:cubicBezTo>
                      <a:cubicBezTo>
                        <a:pt x="634746" y="572193"/>
                        <a:pt x="634746" y="577632"/>
                        <a:pt x="634746" y="583072"/>
                      </a:cubicBezTo>
                      <a:cubicBezTo>
                        <a:pt x="634746" y="596670"/>
                        <a:pt x="637466" y="602109"/>
                        <a:pt x="637466" y="607548"/>
                      </a:cubicBezTo>
                      <a:cubicBezTo>
                        <a:pt x="637466" y="610268"/>
                        <a:pt x="640185" y="615708"/>
                        <a:pt x="640185" y="618427"/>
                      </a:cubicBezTo>
                      <a:cubicBezTo>
                        <a:pt x="640185" y="623866"/>
                        <a:pt x="640185" y="629306"/>
                        <a:pt x="640185" y="632025"/>
                      </a:cubicBezTo>
                      <a:cubicBezTo>
                        <a:pt x="640185" y="634745"/>
                        <a:pt x="640185" y="637465"/>
                        <a:pt x="640185" y="640184"/>
                      </a:cubicBezTo>
                      <a:cubicBezTo>
                        <a:pt x="640185" y="645624"/>
                        <a:pt x="642905" y="653783"/>
                        <a:pt x="642905" y="659222"/>
                      </a:cubicBezTo>
                      <a:cubicBezTo>
                        <a:pt x="642905" y="661942"/>
                        <a:pt x="642905" y="661942"/>
                        <a:pt x="642905" y="664661"/>
                      </a:cubicBezTo>
                      <a:cubicBezTo>
                        <a:pt x="645624" y="678259"/>
                        <a:pt x="651064" y="678259"/>
                        <a:pt x="653783" y="678259"/>
                      </a:cubicBezTo>
                      <a:lnTo>
                        <a:pt x="653783" y="678259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>
                    <a:ln>
                      <a:noFill/>
                    </a:ln>
                    <a:solidFill>
                      <a:srgbClr val="666666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6" name="Freeform: Shape 45">
                  <a:extLst>
                    <a:ext uri="{FF2B5EF4-FFF2-40B4-BE49-F238E27FC236}">
                      <a16:creationId xmlns:a16="http://schemas.microsoft.com/office/drawing/2014/main" id="{7356456E-81FE-E848-9A81-0A2EA710E105}"/>
                    </a:ext>
                  </a:extLst>
                </p:cNvPr>
                <p:cNvSpPr/>
                <p:nvPr/>
              </p:nvSpPr>
              <p:spPr>
                <a:xfrm>
                  <a:off x="6362526" y="4242177"/>
                  <a:ext cx="492259" cy="674476"/>
                </a:xfrm>
                <a:custGeom>
                  <a:avLst/>
                  <a:gdLst>
                    <a:gd name="connsiteX0" fmla="*/ 225733 w 492259"/>
                    <a:gd name="connsiteY0" fmla="*/ 97907 h 674476"/>
                    <a:gd name="connsiteX1" fmla="*/ 209415 w 492259"/>
                    <a:gd name="connsiteY1" fmla="*/ 119665 h 674476"/>
                    <a:gd name="connsiteX2" fmla="*/ 201256 w 492259"/>
                    <a:gd name="connsiteY2" fmla="*/ 152300 h 674476"/>
                    <a:gd name="connsiteX3" fmla="*/ 198536 w 492259"/>
                    <a:gd name="connsiteY3" fmla="*/ 168618 h 674476"/>
                    <a:gd name="connsiteX4" fmla="*/ 195817 w 492259"/>
                    <a:gd name="connsiteY4" fmla="*/ 184936 h 674476"/>
                    <a:gd name="connsiteX5" fmla="*/ 187658 w 492259"/>
                    <a:gd name="connsiteY5" fmla="*/ 220292 h 674476"/>
                    <a:gd name="connsiteX6" fmla="*/ 168620 w 492259"/>
                    <a:gd name="connsiteY6" fmla="*/ 291003 h 674476"/>
                    <a:gd name="connsiteX7" fmla="*/ 160461 w 492259"/>
                    <a:gd name="connsiteY7" fmla="*/ 323639 h 674476"/>
                    <a:gd name="connsiteX8" fmla="*/ 149582 w 492259"/>
                    <a:gd name="connsiteY8" fmla="*/ 361714 h 674476"/>
                    <a:gd name="connsiteX9" fmla="*/ 144143 w 492259"/>
                    <a:gd name="connsiteY9" fmla="*/ 388910 h 674476"/>
                    <a:gd name="connsiteX10" fmla="*/ 149582 w 492259"/>
                    <a:gd name="connsiteY10" fmla="*/ 391630 h 674476"/>
                    <a:gd name="connsiteX11" fmla="*/ 171340 w 492259"/>
                    <a:gd name="connsiteY11" fmla="*/ 391630 h 674476"/>
                    <a:gd name="connsiteX12" fmla="*/ 193097 w 492259"/>
                    <a:gd name="connsiteY12" fmla="*/ 388910 h 674476"/>
                    <a:gd name="connsiteX13" fmla="*/ 212135 w 492259"/>
                    <a:gd name="connsiteY13" fmla="*/ 388910 h 674476"/>
                    <a:gd name="connsiteX14" fmla="*/ 236611 w 492259"/>
                    <a:gd name="connsiteY14" fmla="*/ 388910 h 674476"/>
                    <a:gd name="connsiteX15" fmla="*/ 250210 w 492259"/>
                    <a:gd name="connsiteY15" fmla="*/ 386191 h 674476"/>
                    <a:gd name="connsiteX16" fmla="*/ 258369 w 492259"/>
                    <a:gd name="connsiteY16" fmla="*/ 386191 h 674476"/>
                    <a:gd name="connsiteX17" fmla="*/ 255649 w 492259"/>
                    <a:gd name="connsiteY17" fmla="*/ 367153 h 674476"/>
                    <a:gd name="connsiteX18" fmla="*/ 250210 w 492259"/>
                    <a:gd name="connsiteY18" fmla="*/ 331797 h 674476"/>
                    <a:gd name="connsiteX19" fmla="*/ 247490 w 492259"/>
                    <a:gd name="connsiteY19" fmla="*/ 244769 h 674476"/>
                    <a:gd name="connsiteX20" fmla="*/ 242051 w 492259"/>
                    <a:gd name="connsiteY20" fmla="*/ 203974 h 674476"/>
                    <a:gd name="connsiteX21" fmla="*/ 236611 w 492259"/>
                    <a:gd name="connsiteY21" fmla="*/ 157740 h 674476"/>
                    <a:gd name="connsiteX22" fmla="*/ 233892 w 492259"/>
                    <a:gd name="connsiteY22" fmla="*/ 119665 h 674476"/>
                    <a:gd name="connsiteX23" fmla="*/ 225733 w 492259"/>
                    <a:gd name="connsiteY23" fmla="*/ 97907 h 674476"/>
                    <a:gd name="connsiteX24" fmla="*/ 274687 w 492259"/>
                    <a:gd name="connsiteY24" fmla="*/ 0 h 674476"/>
                    <a:gd name="connsiteX25" fmla="*/ 304603 w 492259"/>
                    <a:gd name="connsiteY25" fmla="*/ 5439 h 674476"/>
                    <a:gd name="connsiteX26" fmla="*/ 320921 w 492259"/>
                    <a:gd name="connsiteY26" fmla="*/ 24477 h 674476"/>
                    <a:gd name="connsiteX27" fmla="*/ 334519 w 492259"/>
                    <a:gd name="connsiteY27" fmla="*/ 43515 h 674476"/>
                    <a:gd name="connsiteX28" fmla="*/ 339959 w 492259"/>
                    <a:gd name="connsiteY28" fmla="*/ 65272 h 674476"/>
                    <a:gd name="connsiteX29" fmla="*/ 348118 w 492259"/>
                    <a:gd name="connsiteY29" fmla="*/ 114226 h 674476"/>
                    <a:gd name="connsiteX30" fmla="*/ 361716 w 492259"/>
                    <a:gd name="connsiteY30" fmla="*/ 163180 h 674476"/>
                    <a:gd name="connsiteX31" fmla="*/ 369875 w 492259"/>
                    <a:gd name="connsiteY31" fmla="*/ 220293 h 674476"/>
                    <a:gd name="connsiteX32" fmla="*/ 378034 w 492259"/>
                    <a:gd name="connsiteY32" fmla="*/ 274686 h 674476"/>
                    <a:gd name="connsiteX33" fmla="*/ 383473 w 492259"/>
                    <a:gd name="connsiteY33" fmla="*/ 301883 h 674476"/>
                    <a:gd name="connsiteX34" fmla="*/ 391632 w 492259"/>
                    <a:gd name="connsiteY34" fmla="*/ 337238 h 674476"/>
                    <a:gd name="connsiteX35" fmla="*/ 397071 w 492259"/>
                    <a:gd name="connsiteY35" fmla="*/ 364435 h 674476"/>
                    <a:gd name="connsiteX36" fmla="*/ 405230 w 492259"/>
                    <a:gd name="connsiteY36" fmla="*/ 383473 h 674476"/>
                    <a:gd name="connsiteX37" fmla="*/ 416109 w 492259"/>
                    <a:gd name="connsiteY37" fmla="*/ 386192 h 674476"/>
                    <a:gd name="connsiteX38" fmla="*/ 426988 w 492259"/>
                    <a:gd name="connsiteY38" fmla="*/ 386192 h 674476"/>
                    <a:gd name="connsiteX39" fmla="*/ 454184 w 492259"/>
                    <a:gd name="connsiteY39" fmla="*/ 397071 h 674476"/>
                    <a:gd name="connsiteX40" fmla="*/ 456904 w 492259"/>
                    <a:gd name="connsiteY40" fmla="*/ 405230 h 674476"/>
                    <a:gd name="connsiteX41" fmla="*/ 451464 w 492259"/>
                    <a:gd name="connsiteY41" fmla="*/ 416108 h 674476"/>
                    <a:gd name="connsiteX42" fmla="*/ 432427 w 492259"/>
                    <a:gd name="connsiteY42" fmla="*/ 429707 h 674476"/>
                    <a:gd name="connsiteX43" fmla="*/ 421548 w 492259"/>
                    <a:gd name="connsiteY43" fmla="*/ 432426 h 674476"/>
                    <a:gd name="connsiteX44" fmla="*/ 413389 w 492259"/>
                    <a:gd name="connsiteY44" fmla="*/ 435146 h 674476"/>
                    <a:gd name="connsiteX45" fmla="*/ 413389 w 492259"/>
                    <a:gd name="connsiteY45" fmla="*/ 440585 h 674476"/>
                    <a:gd name="connsiteX46" fmla="*/ 416109 w 492259"/>
                    <a:gd name="connsiteY46" fmla="*/ 451464 h 674476"/>
                    <a:gd name="connsiteX47" fmla="*/ 418829 w 492259"/>
                    <a:gd name="connsiteY47" fmla="*/ 465062 h 674476"/>
                    <a:gd name="connsiteX48" fmla="*/ 418829 w 492259"/>
                    <a:gd name="connsiteY48" fmla="*/ 475941 h 674476"/>
                    <a:gd name="connsiteX49" fmla="*/ 418829 w 492259"/>
                    <a:gd name="connsiteY49" fmla="*/ 486820 h 674476"/>
                    <a:gd name="connsiteX50" fmla="*/ 426988 w 492259"/>
                    <a:gd name="connsiteY50" fmla="*/ 516736 h 674476"/>
                    <a:gd name="connsiteX51" fmla="*/ 432427 w 492259"/>
                    <a:gd name="connsiteY51" fmla="*/ 543932 h 674476"/>
                    <a:gd name="connsiteX52" fmla="*/ 437866 w 492259"/>
                    <a:gd name="connsiteY52" fmla="*/ 573848 h 674476"/>
                    <a:gd name="connsiteX53" fmla="*/ 443306 w 492259"/>
                    <a:gd name="connsiteY53" fmla="*/ 606484 h 674476"/>
                    <a:gd name="connsiteX54" fmla="*/ 446025 w 492259"/>
                    <a:gd name="connsiteY54" fmla="*/ 617363 h 674476"/>
                    <a:gd name="connsiteX55" fmla="*/ 470502 w 492259"/>
                    <a:gd name="connsiteY55" fmla="*/ 617363 h 674476"/>
                    <a:gd name="connsiteX56" fmla="*/ 492259 w 492259"/>
                    <a:gd name="connsiteY56" fmla="*/ 641840 h 674476"/>
                    <a:gd name="connsiteX57" fmla="*/ 484101 w 492259"/>
                    <a:gd name="connsiteY57" fmla="*/ 655438 h 674476"/>
                    <a:gd name="connsiteX58" fmla="*/ 467782 w 492259"/>
                    <a:gd name="connsiteY58" fmla="*/ 663597 h 674476"/>
                    <a:gd name="connsiteX59" fmla="*/ 443306 w 492259"/>
                    <a:gd name="connsiteY59" fmla="*/ 666317 h 674476"/>
                    <a:gd name="connsiteX60" fmla="*/ 421548 w 492259"/>
                    <a:gd name="connsiteY60" fmla="*/ 666317 h 674476"/>
                    <a:gd name="connsiteX61" fmla="*/ 413389 w 492259"/>
                    <a:gd name="connsiteY61" fmla="*/ 666317 h 674476"/>
                    <a:gd name="connsiteX62" fmla="*/ 399791 w 492259"/>
                    <a:gd name="connsiteY62" fmla="*/ 671756 h 674476"/>
                    <a:gd name="connsiteX63" fmla="*/ 383473 w 492259"/>
                    <a:gd name="connsiteY63" fmla="*/ 674476 h 674476"/>
                    <a:gd name="connsiteX64" fmla="*/ 348118 w 492259"/>
                    <a:gd name="connsiteY64" fmla="*/ 669036 h 674476"/>
                    <a:gd name="connsiteX65" fmla="*/ 326360 w 492259"/>
                    <a:gd name="connsiteY65" fmla="*/ 669036 h 674476"/>
                    <a:gd name="connsiteX66" fmla="*/ 277406 w 492259"/>
                    <a:gd name="connsiteY66" fmla="*/ 669036 h 674476"/>
                    <a:gd name="connsiteX67" fmla="*/ 252930 w 492259"/>
                    <a:gd name="connsiteY67" fmla="*/ 663597 h 674476"/>
                    <a:gd name="connsiteX68" fmla="*/ 236611 w 492259"/>
                    <a:gd name="connsiteY68" fmla="*/ 647279 h 674476"/>
                    <a:gd name="connsiteX69" fmla="*/ 261088 w 492259"/>
                    <a:gd name="connsiteY69" fmla="*/ 630961 h 674476"/>
                    <a:gd name="connsiteX70" fmla="*/ 288285 w 492259"/>
                    <a:gd name="connsiteY70" fmla="*/ 628241 h 674476"/>
                    <a:gd name="connsiteX71" fmla="*/ 285565 w 492259"/>
                    <a:gd name="connsiteY71" fmla="*/ 609204 h 674476"/>
                    <a:gd name="connsiteX72" fmla="*/ 282846 w 492259"/>
                    <a:gd name="connsiteY72" fmla="*/ 582007 h 674476"/>
                    <a:gd name="connsiteX73" fmla="*/ 280126 w 492259"/>
                    <a:gd name="connsiteY73" fmla="*/ 568409 h 674476"/>
                    <a:gd name="connsiteX74" fmla="*/ 282846 w 492259"/>
                    <a:gd name="connsiteY74" fmla="*/ 554811 h 674476"/>
                    <a:gd name="connsiteX75" fmla="*/ 277406 w 492259"/>
                    <a:gd name="connsiteY75" fmla="*/ 538493 h 674476"/>
                    <a:gd name="connsiteX76" fmla="*/ 271967 w 492259"/>
                    <a:gd name="connsiteY76" fmla="*/ 505857 h 674476"/>
                    <a:gd name="connsiteX77" fmla="*/ 269247 w 492259"/>
                    <a:gd name="connsiteY77" fmla="*/ 478660 h 674476"/>
                    <a:gd name="connsiteX78" fmla="*/ 266528 w 492259"/>
                    <a:gd name="connsiteY78" fmla="*/ 446025 h 674476"/>
                    <a:gd name="connsiteX79" fmla="*/ 261088 w 492259"/>
                    <a:gd name="connsiteY79" fmla="*/ 437866 h 674476"/>
                    <a:gd name="connsiteX80" fmla="*/ 250210 w 492259"/>
                    <a:gd name="connsiteY80" fmla="*/ 437866 h 674476"/>
                    <a:gd name="connsiteX81" fmla="*/ 220293 w 492259"/>
                    <a:gd name="connsiteY81" fmla="*/ 440585 h 674476"/>
                    <a:gd name="connsiteX82" fmla="*/ 190377 w 492259"/>
                    <a:gd name="connsiteY82" fmla="*/ 443305 h 674476"/>
                    <a:gd name="connsiteX83" fmla="*/ 165900 w 492259"/>
                    <a:gd name="connsiteY83" fmla="*/ 443305 h 674476"/>
                    <a:gd name="connsiteX84" fmla="*/ 144143 w 492259"/>
                    <a:gd name="connsiteY84" fmla="*/ 440585 h 674476"/>
                    <a:gd name="connsiteX85" fmla="*/ 135984 w 492259"/>
                    <a:gd name="connsiteY85" fmla="*/ 454184 h 674476"/>
                    <a:gd name="connsiteX86" fmla="*/ 130545 w 492259"/>
                    <a:gd name="connsiteY86" fmla="*/ 486820 h 674476"/>
                    <a:gd name="connsiteX87" fmla="*/ 119666 w 492259"/>
                    <a:gd name="connsiteY87" fmla="*/ 541213 h 674476"/>
                    <a:gd name="connsiteX88" fmla="*/ 103348 w 492259"/>
                    <a:gd name="connsiteY88" fmla="*/ 614643 h 674476"/>
                    <a:gd name="connsiteX89" fmla="*/ 133264 w 492259"/>
                    <a:gd name="connsiteY89" fmla="*/ 614643 h 674476"/>
                    <a:gd name="connsiteX90" fmla="*/ 168620 w 492259"/>
                    <a:gd name="connsiteY90" fmla="*/ 630961 h 674476"/>
                    <a:gd name="connsiteX91" fmla="*/ 163181 w 492259"/>
                    <a:gd name="connsiteY91" fmla="*/ 647279 h 674476"/>
                    <a:gd name="connsiteX92" fmla="*/ 146863 w 492259"/>
                    <a:gd name="connsiteY92" fmla="*/ 655438 h 674476"/>
                    <a:gd name="connsiteX93" fmla="*/ 127825 w 492259"/>
                    <a:gd name="connsiteY93" fmla="*/ 658158 h 674476"/>
                    <a:gd name="connsiteX94" fmla="*/ 106068 w 492259"/>
                    <a:gd name="connsiteY94" fmla="*/ 658158 h 674476"/>
                    <a:gd name="connsiteX95" fmla="*/ 62552 w 492259"/>
                    <a:gd name="connsiteY95" fmla="*/ 658158 h 674476"/>
                    <a:gd name="connsiteX96" fmla="*/ 40795 w 492259"/>
                    <a:gd name="connsiteY96" fmla="*/ 658158 h 674476"/>
                    <a:gd name="connsiteX97" fmla="*/ 16318 w 492259"/>
                    <a:gd name="connsiteY97" fmla="*/ 652718 h 674476"/>
                    <a:gd name="connsiteX98" fmla="*/ 0 w 492259"/>
                    <a:gd name="connsiteY98" fmla="*/ 636401 h 674476"/>
                    <a:gd name="connsiteX99" fmla="*/ 2720 w 492259"/>
                    <a:gd name="connsiteY99" fmla="*/ 628241 h 674476"/>
                    <a:gd name="connsiteX100" fmla="*/ 24477 w 492259"/>
                    <a:gd name="connsiteY100" fmla="*/ 620082 h 674476"/>
                    <a:gd name="connsiteX101" fmla="*/ 62552 w 492259"/>
                    <a:gd name="connsiteY101" fmla="*/ 617363 h 674476"/>
                    <a:gd name="connsiteX102" fmla="*/ 62552 w 492259"/>
                    <a:gd name="connsiteY102" fmla="*/ 614643 h 674476"/>
                    <a:gd name="connsiteX103" fmla="*/ 65272 w 492259"/>
                    <a:gd name="connsiteY103" fmla="*/ 587447 h 674476"/>
                    <a:gd name="connsiteX104" fmla="*/ 76151 w 492259"/>
                    <a:gd name="connsiteY104" fmla="*/ 522175 h 674476"/>
                    <a:gd name="connsiteX105" fmla="*/ 87029 w 492259"/>
                    <a:gd name="connsiteY105" fmla="*/ 470501 h 674476"/>
                    <a:gd name="connsiteX106" fmla="*/ 92468 w 492259"/>
                    <a:gd name="connsiteY106" fmla="*/ 446025 h 674476"/>
                    <a:gd name="connsiteX107" fmla="*/ 65272 w 492259"/>
                    <a:gd name="connsiteY107" fmla="*/ 432426 h 674476"/>
                    <a:gd name="connsiteX108" fmla="*/ 54393 w 492259"/>
                    <a:gd name="connsiteY108" fmla="*/ 421548 h 674476"/>
                    <a:gd name="connsiteX109" fmla="*/ 73431 w 492259"/>
                    <a:gd name="connsiteY109" fmla="*/ 407949 h 674476"/>
                    <a:gd name="connsiteX110" fmla="*/ 100629 w 492259"/>
                    <a:gd name="connsiteY110" fmla="*/ 399790 h 674476"/>
                    <a:gd name="connsiteX111" fmla="*/ 108788 w 492259"/>
                    <a:gd name="connsiteY111" fmla="*/ 369874 h 674476"/>
                    <a:gd name="connsiteX112" fmla="*/ 125105 w 492259"/>
                    <a:gd name="connsiteY112" fmla="*/ 307322 h 674476"/>
                    <a:gd name="connsiteX113" fmla="*/ 141423 w 492259"/>
                    <a:gd name="connsiteY113" fmla="*/ 242051 h 674476"/>
                    <a:gd name="connsiteX114" fmla="*/ 155022 w 492259"/>
                    <a:gd name="connsiteY114" fmla="*/ 179498 h 674476"/>
                    <a:gd name="connsiteX115" fmla="*/ 168620 w 492259"/>
                    <a:gd name="connsiteY115" fmla="*/ 119665 h 674476"/>
                    <a:gd name="connsiteX116" fmla="*/ 193097 w 492259"/>
                    <a:gd name="connsiteY116" fmla="*/ 57113 h 674476"/>
                    <a:gd name="connsiteX117" fmla="*/ 201256 w 492259"/>
                    <a:gd name="connsiteY117" fmla="*/ 38075 h 674476"/>
                    <a:gd name="connsiteX118" fmla="*/ 217574 w 492259"/>
                    <a:gd name="connsiteY118" fmla="*/ 13598 h 674476"/>
                    <a:gd name="connsiteX119" fmla="*/ 274687 w 492259"/>
                    <a:gd name="connsiteY119" fmla="*/ 0 h 6744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</a:cxnLst>
                  <a:rect l="l" t="t" r="r" b="b"/>
                  <a:pathLst>
                    <a:path w="492259" h="674476">
                      <a:moveTo>
                        <a:pt x="225733" y="97907"/>
                      </a:moveTo>
                      <a:cubicBezTo>
                        <a:pt x="217574" y="97907"/>
                        <a:pt x="209415" y="114225"/>
                        <a:pt x="209415" y="119665"/>
                      </a:cubicBezTo>
                      <a:cubicBezTo>
                        <a:pt x="206695" y="130543"/>
                        <a:pt x="203976" y="144141"/>
                        <a:pt x="201256" y="152300"/>
                      </a:cubicBezTo>
                      <a:cubicBezTo>
                        <a:pt x="198536" y="157740"/>
                        <a:pt x="198536" y="163179"/>
                        <a:pt x="198536" y="168618"/>
                      </a:cubicBezTo>
                      <a:cubicBezTo>
                        <a:pt x="198536" y="174058"/>
                        <a:pt x="195817" y="179497"/>
                        <a:pt x="195817" y="184936"/>
                      </a:cubicBezTo>
                      <a:cubicBezTo>
                        <a:pt x="193097" y="195815"/>
                        <a:pt x="190377" y="209413"/>
                        <a:pt x="187658" y="220292"/>
                      </a:cubicBezTo>
                      <a:cubicBezTo>
                        <a:pt x="184938" y="244769"/>
                        <a:pt x="176779" y="269246"/>
                        <a:pt x="168620" y="291003"/>
                      </a:cubicBezTo>
                      <a:cubicBezTo>
                        <a:pt x="165900" y="301881"/>
                        <a:pt x="163181" y="312760"/>
                        <a:pt x="160461" y="323639"/>
                      </a:cubicBezTo>
                      <a:cubicBezTo>
                        <a:pt x="157742" y="337237"/>
                        <a:pt x="155022" y="348115"/>
                        <a:pt x="149582" y="361714"/>
                      </a:cubicBezTo>
                      <a:cubicBezTo>
                        <a:pt x="146863" y="367153"/>
                        <a:pt x="144143" y="383471"/>
                        <a:pt x="144143" y="388910"/>
                      </a:cubicBezTo>
                      <a:cubicBezTo>
                        <a:pt x="144143" y="391630"/>
                        <a:pt x="146863" y="391630"/>
                        <a:pt x="149582" y="391630"/>
                      </a:cubicBezTo>
                      <a:cubicBezTo>
                        <a:pt x="155022" y="391630"/>
                        <a:pt x="168620" y="391630"/>
                        <a:pt x="171340" y="391630"/>
                      </a:cubicBezTo>
                      <a:cubicBezTo>
                        <a:pt x="179498" y="391630"/>
                        <a:pt x="187658" y="391630"/>
                        <a:pt x="193097" y="388910"/>
                      </a:cubicBezTo>
                      <a:cubicBezTo>
                        <a:pt x="198536" y="388910"/>
                        <a:pt x="203976" y="388910"/>
                        <a:pt x="212135" y="388910"/>
                      </a:cubicBezTo>
                      <a:cubicBezTo>
                        <a:pt x="217574" y="388910"/>
                        <a:pt x="225733" y="388910"/>
                        <a:pt x="236611" y="388910"/>
                      </a:cubicBezTo>
                      <a:cubicBezTo>
                        <a:pt x="242051" y="388910"/>
                        <a:pt x="247490" y="388910"/>
                        <a:pt x="250210" y="386191"/>
                      </a:cubicBezTo>
                      <a:cubicBezTo>
                        <a:pt x="255649" y="391630"/>
                        <a:pt x="258369" y="388910"/>
                        <a:pt x="258369" y="386191"/>
                      </a:cubicBezTo>
                      <a:cubicBezTo>
                        <a:pt x="258369" y="380751"/>
                        <a:pt x="255649" y="372592"/>
                        <a:pt x="255649" y="367153"/>
                      </a:cubicBezTo>
                      <a:cubicBezTo>
                        <a:pt x="252930" y="353555"/>
                        <a:pt x="250210" y="342676"/>
                        <a:pt x="250210" y="331797"/>
                      </a:cubicBezTo>
                      <a:cubicBezTo>
                        <a:pt x="250210" y="301881"/>
                        <a:pt x="250210" y="274685"/>
                        <a:pt x="247490" y="244769"/>
                      </a:cubicBezTo>
                      <a:cubicBezTo>
                        <a:pt x="247490" y="231170"/>
                        <a:pt x="244771" y="217572"/>
                        <a:pt x="242051" y="203974"/>
                      </a:cubicBezTo>
                      <a:cubicBezTo>
                        <a:pt x="239331" y="187656"/>
                        <a:pt x="236611" y="174058"/>
                        <a:pt x="236611" y="157740"/>
                      </a:cubicBezTo>
                      <a:cubicBezTo>
                        <a:pt x="236611" y="152300"/>
                        <a:pt x="236611" y="133263"/>
                        <a:pt x="233892" y="119665"/>
                      </a:cubicBezTo>
                      <a:cubicBezTo>
                        <a:pt x="233892" y="106066"/>
                        <a:pt x="231172" y="97907"/>
                        <a:pt x="225733" y="97907"/>
                      </a:cubicBezTo>
                      <a:close/>
                      <a:moveTo>
                        <a:pt x="274687" y="0"/>
                      </a:moveTo>
                      <a:cubicBezTo>
                        <a:pt x="288285" y="0"/>
                        <a:pt x="293724" y="2720"/>
                        <a:pt x="304603" y="5439"/>
                      </a:cubicBezTo>
                      <a:cubicBezTo>
                        <a:pt x="315481" y="10879"/>
                        <a:pt x="315481" y="16318"/>
                        <a:pt x="320921" y="24477"/>
                      </a:cubicBezTo>
                      <a:cubicBezTo>
                        <a:pt x="326360" y="29916"/>
                        <a:pt x="331800" y="35356"/>
                        <a:pt x="334519" y="43515"/>
                      </a:cubicBezTo>
                      <a:cubicBezTo>
                        <a:pt x="337239" y="51674"/>
                        <a:pt x="337239" y="57113"/>
                        <a:pt x="339959" y="65272"/>
                      </a:cubicBezTo>
                      <a:cubicBezTo>
                        <a:pt x="345398" y="78870"/>
                        <a:pt x="342678" y="97908"/>
                        <a:pt x="348118" y="114226"/>
                      </a:cubicBezTo>
                      <a:cubicBezTo>
                        <a:pt x="350837" y="130544"/>
                        <a:pt x="358996" y="146863"/>
                        <a:pt x="361716" y="163180"/>
                      </a:cubicBezTo>
                      <a:cubicBezTo>
                        <a:pt x="364435" y="182218"/>
                        <a:pt x="364435" y="201256"/>
                        <a:pt x="369875" y="220293"/>
                      </a:cubicBezTo>
                      <a:cubicBezTo>
                        <a:pt x="375314" y="239331"/>
                        <a:pt x="378034" y="255649"/>
                        <a:pt x="378034" y="274686"/>
                      </a:cubicBezTo>
                      <a:cubicBezTo>
                        <a:pt x="378034" y="282845"/>
                        <a:pt x="380753" y="293724"/>
                        <a:pt x="383473" y="301883"/>
                      </a:cubicBezTo>
                      <a:cubicBezTo>
                        <a:pt x="386193" y="312762"/>
                        <a:pt x="388913" y="326360"/>
                        <a:pt x="391632" y="337238"/>
                      </a:cubicBezTo>
                      <a:cubicBezTo>
                        <a:pt x="391632" y="342678"/>
                        <a:pt x="394352" y="353556"/>
                        <a:pt x="397071" y="364435"/>
                      </a:cubicBezTo>
                      <a:cubicBezTo>
                        <a:pt x="399791" y="372594"/>
                        <a:pt x="402511" y="380753"/>
                        <a:pt x="405230" y="383473"/>
                      </a:cubicBezTo>
                      <a:cubicBezTo>
                        <a:pt x="407950" y="386192"/>
                        <a:pt x="413389" y="386192"/>
                        <a:pt x="416109" y="386192"/>
                      </a:cubicBezTo>
                      <a:cubicBezTo>
                        <a:pt x="418829" y="386192"/>
                        <a:pt x="424268" y="386192"/>
                        <a:pt x="426988" y="386192"/>
                      </a:cubicBezTo>
                      <a:cubicBezTo>
                        <a:pt x="437866" y="386192"/>
                        <a:pt x="448745" y="388912"/>
                        <a:pt x="454184" y="397071"/>
                      </a:cubicBezTo>
                      <a:cubicBezTo>
                        <a:pt x="456904" y="399790"/>
                        <a:pt x="456904" y="402510"/>
                        <a:pt x="456904" y="405230"/>
                      </a:cubicBezTo>
                      <a:cubicBezTo>
                        <a:pt x="456904" y="407949"/>
                        <a:pt x="454184" y="410669"/>
                        <a:pt x="451464" y="416108"/>
                      </a:cubicBezTo>
                      <a:cubicBezTo>
                        <a:pt x="446025" y="421548"/>
                        <a:pt x="440586" y="426987"/>
                        <a:pt x="432427" y="429707"/>
                      </a:cubicBezTo>
                      <a:cubicBezTo>
                        <a:pt x="429707" y="429707"/>
                        <a:pt x="426988" y="432426"/>
                        <a:pt x="421548" y="432426"/>
                      </a:cubicBezTo>
                      <a:cubicBezTo>
                        <a:pt x="418829" y="432426"/>
                        <a:pt x="416109" y="432426"/>
                        <a:pt x="413389" y="435146"/>
                      </a:cubicBezTo>
                      <a:cubicBezTo>
                        <a:pt x="413389" y="435146"/>
                        <a:pt x="413389" y="437866"/>
                        <a:pt x="413389" y="440585"/>
                      </a:cubicBezTo>
                      <a:cubicBezTo>
                        <a:pt x="413389" y="443305"/>
                        <a:pt x="413389" y="448744"/>
                        <a:pt x="416109" y="451464"/>
                      </a:cubicBezTo>
                      <a:cubicBezTo>
                        <a:pt x="416109" y="456903"/>
                        <a:pt x="418829" y="462343"/>
                        <a:pt x="418829" y="465062"/>
                      </a:cubicBezTo>
                      <a:lnTo>
                        <a:pt x="418829" y="475941"/>
                      </a:lnTo>
                      <a:cubicBezTo>
                        <a:pt x="418829" y="481380"/>
                        <a:pt x="418829" y="484100"/>
                        <a:pt x="418829" y="486820"/>
                      </a:cubicBezTo>
                      <a:cubicBezTo>
                        <a:pt x="421548" y="497698"/>
                        <a:pt x="424268" y="505857"/>
                        <a:pt x="426988" y="516736"/>
                      </a:cubicBezTo>
                      <a:cubicBezTo>
                        <a:pt x="426988" y="524895"/>
                        <a:pt x="429707" y="535773"/>
                        <a:pt x="432427" y="543932"/>
                      </a:cubicBezTo>
                      <a:cubicBezTo>
                        <a:pt x="435147" y="554811"/>
                        <a:pt x="437866" y="562970"/>
                        <a:pt x="437866" y="573848"/>
                      </a:cubicBezTo>
                      <a:cubicBezTo>
                        <a:pt x="437866" y="587447"/>
                        <a:pt x="440586" y="595606"/>
                        <a:pt x="443306" y="606484"/>
                      </a:cubicBezTo>
                      <a:cubicBezTo>
                        <a:pt x="443306" y="609204"/>
                        <a:pt x="446025" y="614643"/>
                        <a:pt x="446025" y="617363"/>
                      </a:cubicBezTo>
                      <a:cubicBezTo>
                        <a:pt x="454184" y="617363"/>
                        <a:pt x="462343" y="617363"/>
                        <a:pt x="470502" y="617363"/>
                      </a:cubicBezTo>
                      <a:cubicBezTo>
                        <a:pt x="475942" y="625522"/>
                        <a:pt x="492259" y="630961"/>
                        <a:pt x="492259" y="641840"/>
                      </a:cubicBezTo>
                      <a:cubicBezTo>
                        <a:pt x="492259" y="647279"/>
                        <a:pt x="486820" y="649999"/>
                        <a:pt x="484101" y="655438"/>
                      </a:cubicBezTo>
                      <a:cubicBezTo>
                        <a:pt x="481381" y="660877"/>
                        <a:pt x="473222" y="663597"/>
                        <a:pt x="467782" y="663597"/>
                      </a:cubicBezTo>
                      <a:cubicBezTo>
                        <a:pt x="456904" y="666317"/>
                        <a:pt x="451464" y="666317"/>
                        <a:pt x="443306" y="666317"/>
                      </a:cubicBezTo>
                      <a:cubicBezTo>
                        <a:pt x="437866" y="666317"/>
                        <a:pt x="429707" y="666317"/>
                        <a:pt x="421548" y="666317"/>
                      </a:cubicBezTo>
                      <a:cubicBezTo>
                        <a:pt x="418829" y="666317"/>
                        <a:pt x="416109" y="666317"/>
                        <a:pt x="413389" y="666317"/>
                      </a:cubicBezTo>
                      <a:cubicBezTo>
                        <a:pt x="407950" y="669036"/>
                        <a:pt x="405230" y="669036"/>
                        <a:pt x="399791" y="671756"/>
                      </a:cubicBezTo>
                      <a:cubicBezTo>
                        <a:pt x="394352" y="671756"/>
                        <a:pt x="388913" y="674476"/>
                        <a:pt x="383473" y="674476"/>
                      </a:cubicBezTo>
                      <a:cubicBezTo>
                        <a:pt x="372594" y="674476"/>
                        <a:pt x="358996" y="671756"/>
                        <a:pt x="348118" y="669036"/>
                      </a:cubicBezTo>
                      <a:cubicBezTo>
                        <a:pt x="339959" y="669036"/>
                        <a:pt x="331800" y="669036"/>
                        <a:pt x="326360" y="669036"/>
                      </a:cubicBezTo>
                      <a:cubicBezTo>
                        <a:pt x="304603" y="669036"/>
                        <a:pt x="285565" y="669036"/>
                        <a:pt x="277406" y="669036"/>
                      </a:cubicBezTo>
                      <a:cubicBezTo>
                        <a:pt x="269247" y="669036"/>
                        <a:pt x="258369" y="669036"/>
                        <a:pt x="252930" y="663597"/>
                      </a:cubicBezTo>
                      <a:cubicBezTo>
                        <a:pt x="247490" y="660877"/>
                        <a:pt x="236611" y="655438"/>
                        <a:pt x="236611" y="647279"/>
                      </a:cubicBezTo>
                      <a:cubicBezTo>
                        <a:pt x="236611" y="636401"/>
                        <a:pt x="252930" y="633681"/>
                        <a:pt x="261088" y="630961"/>
                      </a:cubicBezTo>
                      <a:cubicBezTo>
                        <a:pt x="266528" y="630961"/>
                        <a:pt x="274687" y="630961"/>
                        <a:pt x="288285" y="628241"/>
                      </a:cubicBezTo>
                      <a:cubicBezTo>
                        <a:pt x="288285" y="620082"/>
                        <a:pt x="288285" y="614643"/>
                        <a:pt x="285565" y="609204"/>
                      </a:cubicBezTo>
                      <a:cubicBezTo>
                        <a:pt x="285565" y="601045"/>
                        <a:pt x="282846" y="590166"/>
                        <a:pt x="282846" y="582007"/>
                      </a:cubicBezTo>
                      <a:cubicBezTo>
                        <a:pt x="282846" y="576568"/>
                        <a:pt x="280126" y="573848"/>
                        <a:pt x="280126" y="568409"/>
                      </a:cubicBezTo>
                      <a:cubicBezTo>
                        <a:pt x="280126" y="562970"/>
                        <a:pt x="282846" y="557531"/>
                        <a:pt x="282846" y="554811"/>
                      </a:cubicBezTo>
                      <a:cubicBezTo>
                        <a:pt x="282846" y="549371"/>
                        <a:pt x="280126" y="546652"/>
                        <a:pt x="277406" y="538493"/>
                      </a:cubicBezTo>
                      <a:cubicBezTo>
                        <a:pt x="277406" y="527614"/>
                        <a:pt x="271967" y="516736"/>
                        <a:pt x="271967" y="505857"/>
                      </a:cubicBezTo>
                      <a:cubicBezTo>
                        <a:pt x="271967" y="494978"/>
                        <a:pt x="271967" y="486820"/>
                        <a:pt x="269247" y="478660"/>
                      </a:cubicBezTo>
                      <a:cubicBezTo>
                        <a:pt x="266528" y="467782"/>
                        <a:pt x="266528" y="456903"/>
                        <a:pt x="266528" y="446025"/>
                      </a:cubicBezTo>
                      <a:cubicBezTo>
                        <a:pt x="266528" y="440585"/>
                        <a:pt x="263808" y="437866"/>
                        <a:pt x="261088" y="437866"/>
                      </a:cubicBezTo>
                      <a:cubicBezTo>
                        <a:pt x="258369" y="437866"/>
                        <a:pt x="255649" y="437866"/>
                        <a:pt x="250210" y="437866"/>
                      </a:cubicBezTo>
                      <a:cubicBezTo>
                        <a:pt x="239331" y="437866"/>
                        <a:pt x="228452" y="437866"/>
                        <a:pt x="220293" y="440585"/>
                      </a:cubicBezTo>
                      <a:cubicBezTo>
                        <a:pt x="209415" y="440585"/>
                        <a:pt x="201256" y="443305"/>
                        <a:pt x="190377" y="443305"/>
                      </a:cubicBezTo>
                      <a:cubicBezTo>
                        <a:pt x="182218" y="443305"/>
                        <a:pt x="174059" y="443305"/>
                        <a:pt x="165900" y="443305"/>
                      </a:cubicBezTo>
                      <a:cubicBezTo>
                        <a:pt x="163181" y="443305"/>
                        <a:pt x="152302" y="440585"/>
                        <a:pt x="144143" y="440585"/>
                      </a:cubicBezTo>
                      <a:cubicBezTo>
                        <a:pt x="135984" y="440585"/>
                        <a:pt x="135984" y="448744"/>
                        <a:pt x="135984" y="454184"/>
                      </a:cubicBezTo>
                      <a:cubicBezTo>
                        <a:pt x="135984" y="465062"/>
                        <a:pt x="133264" y="475941"/>
                        <a:pt x="130545" y="486820"/>
                      </a:cubicBezTo>
                      <a:cubicBezTo>
                        <a:pt x="127825" y="505857"/>
                        <a:pt x="122386" y="522175"/>
                        <a:pt x="119666" y="541213"/>
                      </a:cubicBezTo>
                      <a:cubicBezTo>
                        <a:pt x="116947" y="560250"/>
                        <a:pt x="108788" y="595606"/>
                        <a:pt x="103348" y="614643"/>
                      </a:cubicBezTo>
                      <a:cubicBezTo>
                        <a:pt x="111507" y="614643"/>
                        <a:pt x="122386" y="614643"/>
                        <a:pt x="133264" y="614643"/>
                      </a:cubicBezTo>
                      <a:cubicBezTo>
                        <a:pt x="146863" y="614643"/>
                        <a:pt x="168620" y="614643"/>
                        <a:pt x="168620" y="630961"/>
                      </a:cubicBezTo>
                      <a:cubicBezTo>
                        <a:pt x="168620" y="639120"/>
                        <a:pt x="165900" y="639120"/>
                        <a:pt x="163181" y="647279"/>
                      </a:cubicBezTo>
                      <a:cubicBezTo>
                        <a:pt x="160461" y="652718"/>
                        <a:pt x="152302" y="655438"/>
                        <a:pt x="146863" y="655438"/>
                      </a:cubicBezTo>
                      <a:cubicBezTo>
                        <a:pt x="138704" y="658158"/>
                        <a:pt x="133264" y="658158"/>
                        <a:pt x="127825" y="658158"/>
                      </a:cubicBezTo>
                      <a:cubicBezTo>
                        <a:pt x="122386" y="658158"/>
                        <a:pt x="116947" y="658158"/>
                        <a:pt x="106068" y="658158"/>
                      </a:cubicBezTo>
                      <a:cubicBezTo>
                        <a:pt x="92468" y="658158"/>
                        <a:pt x="78870" y="658158"/>
                        <a:pt x="62552" y="658158"/>
                      </a:cubicBezTo>
                      <a:cubicBezTo>
                        <a:pt x="54393" y="658158"/>
                        <a:pt x="46234" y="658158"/>
                        <a:pt x="40795" y="658158"/>
                      </a:cubicBezTo>
                      <a:cubicBezTo>
                        <a:pt x="32636" y="658158"/>
                        <a:pt x="21758" y="658158"/>
                        <a:pt x="16318" y="652718"/>
                      </a:cubicBezTo>
                      <a:cubicBezTo>
                        <a:pt x="8159" y="649999"/>
                        <a:pt x="0" y="641840"/>
                        <a:pt x="0" y="636401"/>
                      </a:cubicBezTo>
                      <a:cubicBezTo>
                        <a:pt x="0" y="633681"/>
                        <a:pt x="0" y="630961"/>
                        <a:pt x="2720" y="628241"/>
                      </a:cubicBezTo>
                      <a:cubicBezTo>
                        <a:pt x="8159" y="625522"/>
                        <a:pt x="16318" y="622802"/>
                        <a:pt x="24477" y="620082"/>
                      </a:cubicBezTo>
                      <a:cubicBezTo>
                        <a:pt x="38075" y="617363"/>
                        <a:pt x="48954" y="617363"/>
                        <a:pt x="62552" y="617363"/>
                      </a:cubicBezTo>
                      <a:cubicBezTo>
                        <a:pt x="62552" y="617363"/>
                        <a:pt x="62552" y="614643"/>
                        <a:pt x="62552" y="614643"/>
                      </a:cubicBezTo>
                      <a:cubicBezTo>
                        <a:pt x="62552" y="603765"/>
                        <a:pt x="65272" y="590166"/>
                        <a:pt x="65272" y="587447"/>
                      </a:cubicBezTo>
                      <a:cubicBezTo>
                        <a:pt x="67992" y="565689"/>
                        <a:pt x="73431" y="543932"/>
                        <a:pt x="76151" y="522175"/>
                      </a:cubicBezTo>
                      <a:cubicBezTo>
                        <a:pt x="78870" y="505857"/>
                        <a:pt x="81590" y="486820"/>
                        <a:pt x="87029" y="470501"/>
                      </a:cubicBezTo>
                      <a:cubicBezTo>
                        <a:pt x="87029" y="465062"/>
                        <a:pt x="92468" y="451464"/>
                        <a:pt x="92468" y="446025"/>
                      </a:cubicBezTo>
                      <a:cubicBezTo>
                        <a:pt x="92468" y="437866"/>
                        <a:pt x="73431" y="437866"/>
                        <a:pt x="65272" y="432426"/>
                      </a:cubicBezTo>
                      <a:cubicBezTo>
                        <a:pt x="59833" y="429707"/>
                        <a:pt x="54393" y="426987"/>
                        <a:pt x="54393" y="421548"/>
                      </a:cubicBezTo>
                      <a:cubicBezTo>
                        <a:pt x="54393" y="413389"/>
                        <a:pt x="62552" y="410669"/>
                        <a:pt x="73431" y="407949"/>
                      </a:cubicBezTo>
                      <a:cubicBezTo>
                        <a:pt x="78870" y="407949"/>
                        <a:pt x="92468" y="405230"/>
                        <a:pt x="100629" y="399790"/>
                      </a:cubicBezTo>
                      <a:cubicBezTo>
                        <a:pt x="106068" y="394351"/>
                        <a:pt x="106068" y="378033"/>
                        <a:pt x="108788" y="369874"/>
                      </a:cubicBezTo>
                      <a:cubicBezTo>
                        <a:pt x="114227" y="348117"/>
                        <a:pt x="119666" y="326360"/>
                        <a:pt x="125105" y="307322"/>
                      </a:cubicBezTo>
                      <a:cubicBezTo>
                        <a:pt x="130545" y="285565"/>
                        <a:pt x="135984" y="263808"/>
                        <a:pt x="141423" y="242051"/>
                      </a:cubicBezTo>
                      <a:cubicBezTo>
                        <a:pt x="146863" y="220293"/>
                        <a:pt x="152302" y="198536"/>
                        <a:pt x="155022" y="179498"/>
                      </a:cubicBezTo>
                      <a:cubicBezTo>
                        <a:pt x="157742" y="160461"/>
                        <a:pt x="163181" y="138703"/>
                        <a:pt x="168620" y="119665"/>
                      </a:cubicBezTo>
                      <a:cubicBezTo>
                        <a:pt x="176779" y="100627"/>
                        <a:pt x="182218" y="76150"/>
                        <a:pt x="193097" y="57113"/>
                      </a:cubicBezTo>
                      <a:lnTo>
                        <a:pt x="201256" y="38075"/>
                      </a:lnTo>
                      <a:cubicBezTo>
                        <a:pt x="206695" y="29916"/>
                        <a:pt x="209415" y="19038"/>
                        <a:pt x="217574" y="13598"/>
                      </a:cubicBezTo>
                      <a:cubicBezTo>
                        <a:pt x="231172" y="2720"/>
                        <a:pt x="255649" y="0"/>
                        <a:pt x="274687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>
                    <a:ln>
                      <a:noFill/>
                    </a:ln>
                    <a:solidFill>
                      <a:srgbClr val="666666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7" name="Freeform: Shape 46">
                  <a:extLst>
                    <a:ext uri="{FF2B5EF4-FFF2-40B4-BE49-F238E27FC236}">
                      <a16:creationId xmlns:a16="http://schemas.microsoft.com/office/drawing/2014/main" id="{8215E30C-AFB2-434A-968F-C3E59676BBD0}"/>
                    </a:ext>
                  </a:extLst>
                </p:cNvPr>
                <p:cNvSpPr/>
                <p:nvPr/>
              </p:nvSpPr>
              <p:spPr>
                <a:xfrm>
                  <a:off x="6876542" y="4244897"/>
                  <a:ext cx="462342" cy="677195"/>
                </a:xfrm>
                <a:custGeom>
                  <a:avLst/>
                  <a:gdLst>
                    <a:gd name="connsiteX0" fmla="*/ 214853 w 462342"/>
                    <a:gd name="connsiteY0" fmla="*/ 65272 h 677195"/>
                    <a:gd name="connsiteX1" fmla="*/ 195815 w 462342"/>
                    <a:gd name="connsiteY1" fmla="*/ 73431 h 677195"/>
                    <a:gd name="connsiteX2" fmla="*/ 193096 w 462342"/>
                    <a:gd name="connsiteY2" fmla="*/ 125105 h 677195"/>
                    <a:gd name="connsiteX3" fmla="*/ 190376 w 462342"/>
                    <a:gd name="connsiteY3" fmla="*/ 280125 h 677195"/>
                    <a:gd name="connsiteX4" fmla="*/ 190376 w 462342"/>
                    <a:gd name="connsiteY4" fmla="*/ 301882 h 677195"/>
                    <a:gd name="connsiteX5" fmla="*/ 193096 w 462342"/>
                    <a:gd name="connsiteY5" fmla="*/ 342677 h 677195"/>
                    <a:gd name="connsiteX6" fmla="*/ 195815 w 462342"/>
                    <a:gd name="connsiteY6" fmla="*/ 397070 h 677195"/>
                    <a:gd name="connsiteX7" fmla="*/ 195815 w 462342"/>
                    <a:gd name="connsiteY7" fmla="*/ 443304 h 677195"/>
                    <a:gd name="connsiteX8" fmla="*/ 195815 w 462342"/>
                    <a:gd name="connsiteY8" fmla="*/ 530333 h 677195"/>
                    <a:gd name="connsiteX9" fmla="*/ 193096 w 462342"/>
                    <a:gd name="connsiteY9" fmla="*/ 554810 h 677195"/>
                    <a:gd name="connsiteX10" fmla="*/ 190376 w 462342"/>
                    <a:gd name="connsiteY10" fmla="*/ 603764 h 677195"/>
                    <a:gd name="connsiteX11" fmla="*/ 198535 w 462342"/>
                    <a:gd name="connsiteY11" fmla="*/ 611923 h 677195"/>
                    <a:gd name="connsiteX12" fmla="*/ 214853 w 462342"/>
                    <a:gd name="connsiteY12" fmla="*/ 611923 h 677195"/>
                    <a:gd name="connsiteX13" fmla="*/ 236610 w 462342"/>
                    <a:gd name="connsiteY13" fmla="*/ 611923 h 677195"/>
                    <a:gd name="connsiteX14" fmla="*/ 263807 w 462342"/>
                    <a:gd name="connsiteY14" fmla="*/ 598325 h 677195"/>
                    <a:gd name="connsiteX15" fmla="*/ 277405 w 462342"/>
                    <a:gd name="connsiteY15" fmla="*/ 592885 h 677195"/>
                    <a:gd name="connsiteX16" fmla="*/ 291004 w 462342"/>
                    <a:gd name="connsiteY16" fmla="*/ 573848 h 677195"/>
                    <a:gd name="connsiteX17" fmla="*/ 307322 w 462342"/>
                    <a:gd name="connsiteY17" fmla="*/ 543931 h 677195"/>
                    <a:gd name="connsiteX18" fmla="*/ 326359 w 462342"/>
                    <a:gd name="connsiteY18" fmla="*/ 481379 h 677195"/>
                    <a:gd name="connsiteX19" fmla="*/ 337238 w 462342"/>
                    <a:gd name="connsiteY19" fmla="*/ 413388 h 677195"/>
                    <a:gd name="connsiteX20" fmla="*/ 337238 w 462342"/>
                    <a:gd name="connsiteY20" fmla="*/ 350836 h 677195"/>
                    <a:gd name="connsiteX21" fmla="*/ 334518 w 462342"/>
                    <a:gd name="connsiteY21" fmla="*/ 296443 h 677195"/>
                    <a:gd name="connsiteX22" fmla="*/ 329079 w 462342"/>
                    <a:gd name="connsiteY22" fmla="*/ 244769 h 677195"/>
                    <a:gd name="connsiteX23" fmla="*/ 307322 w 462342"/>
                    <a:gd name="connsiteY23" fmla="*/ 135983 h 677195"/>
                    <a:gd name="connsiteX24" fmla="*/ 271966 w 462342"/>
                    <a:gd name="connsiteY24" fmla="*/ 78870 h 677195"/>
                    <a:gd name="connsiteX25" fmla="*/ 214853 w 462342"/>
                    <a:gd name="connsiteY25" fmla="*/ 65272 h 677195"/>
                    <a:gd name="connsiteX26" fmla="*/ 114226 w 462342"/>
                    <a:gd name="connsiteY26" fmla="*/ 0 h 677195"/>
                    <a:gd name="connsiteX27" fmla="*/ 127824 w 462342"/>
                    <a:gd name="connsiteY27" fmla="*/ 0 h 677195"/>
                    <a:gd name="connsiteX28" fmla="*/ 146862 w 462342"/>
                    <a:gd name="connsiteY28" fmla="*/ 2720 h 677195"/>
                    <a:gd name="connsiteX29" fmla="*/ 174059 w 462342"/>
                    <a:gd name="connsiteY29" fmla="*/ 21758 h 677195"/>
                    <a:gd name="connsiteX30" fmla="*/ 193096 w 462342"/>
                    <a:gd name="connsiteY30" fmla="*/ 21758 h 677195"/>
                    <a:gd name="connsiteX31" fmla="*/ 261088 w 462342"/>
                    <a:gd name="connsiteY31" fmla="*/ 27197 h 677195"/>
                    <a:gd name="connsiteX32" fmla="*/ 310042 w 462342"/>
                    <a:gd name="connsiteY32" fmla="*/ 35356 h 677195"/>
                    <a:gd name="connsiteX33" fmla="*/ 334518 w 462342"/>
                    <a:gd name="connsiteY33" fmla="*/ 40795 h 677195"/>
                    <a:gd name="connsiteX34" fmla="*/ 356276 w 462342"/>
                    <a:gd name="connsiteY34" fmla="*/ 59833 h 677195"/>
                    <a:gd name="connsiteX35" fmla="*/ 372593 w 462342"/>
                    <a:gd name="connsiteY35" fmla="*/ 76151 h 677195"/>
                    <a:gd name="connsiteX36" fmla="*/ 380752 w 462342"/>
                    <a:gd name="connsiteY36" fmla="*/ 95188 h 677195"/>
                    <a:gd name="connsiteX37" fmla="*/ 405230 w 462342"/>
                    <a:gd name="connsiteY37" fmla="*/ 114226 h 677195"/>
                    <a:gd name="connsiteX38" fmla="*/ 416108 w 462342"/>
                    <a:gd name="connsiteY38" fmla="*/ 141422 h 677195"/>
                    <a:gd name="connsiteX39" fmla="*/ 451464 w 462342"/>
                    <a:gd name="connsiteY39" fmla="*/ 201256 h 677195"/>
                    <a:gd name="connsiteX40" fmla="*/ 456903 w 462342"/>
                    <a:gd name="connsiteY40" fmla="*/ 252929 h 677195"/>
                    <a:gd name="connsiteX41" fmla="*/ 456903 w 462342"/>
                    <a:gd name="connsiteY41" fmla="*/ 291004 h 677195"/>
                    <a:gd name="connsiteX42" fmla="*/ 459623 w 462342"/>
                    <a:gd name="connsiteY42" fmla="*/ 318201 h 677195"/>
                    <a:gd name="connsiteX43" fmla="*/ 459623 w 462342"/>
                    <a:gd name="connsiteY43" fmla="*/ 326360 h 677195"/>
                    <a:gd name="connsiteX44" fmla="*/ 459623 w 462342"/>
                    <a:gd name="connsiteY44" fmla="*/ 348117 h 677195"/>
                    <a:gd name="connsiteX45" fmla="*/ 462342 w 462342"/>
                    <a:gd name="connsiteY45" fmla="*/ 367155 h 677195"/>
                    <a:gd name="connsiteX46" fmla="*/ 456903 w 462342"/>
                    <a:gd name="connsiteY46" fmla="*/ 391632 h 677195"/>
                    <a:gd name="connsiteX47" fmla="*/ 456903 w 462342"/>
                    <a:gd name="connsiteY47" fmla="*/ 418828 h 677195"/>
                    <a:gd name="connsiteX48" fmla="*/ 451464 w 462342"/>
                    <a:gd name="connsiteY48" fmla="*/ 437866 h 677195"/>
                    <a:gd name="connsiteX49" fmla="*/ 446025 w 462342"/>
                    <a:gd name="connsiteY49" fmla="*/ 454184 h 677195"/>
                    <a:gd name="connsiteX50" fmla="*/ 440585 w 462342"/>
                    <a:gd name="connsiteY50" fmla="*/ 481380 h 677195"/>
                    <a:gd name="connsiteX51" fmla="*/ 432426 w 462342"/>
                    <a:gd name="connsiteY51" fmla="*/ 508577 h 677195"/>
                    <a:gd name="connsiteX52" fmla="*/ 418828 w 462342"/>
                    <a:gd name="connsiteY52" fmla="*/ 530334 h 677195"/>
                    <a:gd name="connsiteX53" fmla="*/ 410669 w 462342"/>
                    <a:gd name="connsiteY53" fmla="*/ 549371 h 677195"/>
                    <a:gd name="connsiteX54" fmla="*/ 391631 w 462342"/>
                    <a:gd name="connsiteY54" fmla="*/ 579288 h 677195"/>
                    <a:gd name="connsiteX55" fmla="*/ 337238 w 462342"/>
                    <a:gd name="connsiteY55" fmla="*/ 630961 h 677195"/>
                    <a:gd name="connsiteX56" fmla="*/ 301883 w 462342"/>
                    <a:gd name="connsiteY56" fmla="*/ 647279 h 677195"/>
                    <a:gd name="connsiteX57" fmla="*/ 263807 w 462342"/>
                    <a:gd name="connsiteY57" fmla="*/ 652718 h 677195"/>
                    <a:gd name="connsiteX58" fmla="*/ 233891 w 462342"/>
                    <a:gd name="connsiteY58" fmla="*/ 649999 h 677195"/>
                    <a:gd name="connsiteX59" fmla="*/ 187657 w 462342"/>
                    <a:gd name="connsiteY59" fmla="*/ 652718 h 677195"/>
                    <a:gd name="connsiteX60" fmla="*/ 171339 w 462342"/>
                    <a:gd name="connsiteY60" fmla="*/ 669036 h 677195"/>
                    <a:gd name="connsiteX61" fmla="*/ 155021 w 462342"/>
                    <a:gd name="connsiteY61" fmla="*/ 671756 h 677195"/>
                    <a:gd name="connsiteX62" fmla="*/ 138703 w 462342"/>
                    <a:gd name="connsiteY62" fmla="*/ 674476 h 677195"/>
                    <a:gd name="connsiteX63" fmla="*/ 125105 w 462342"/>
                    <a:gd name="connsiteY63" fmla="*/ 677195 h 677195"/>
                    <a:gd name="connsiteX64" fmla="*/ 106067 w 462342"/>
                    <a:gd name="connsiteY64" fmla="*/ 671756 h 677195"/>
                    <a:gd name="connsiteX65" fmla="*/ 87029 w 462342"/>
                    <a:gd name="connsiteY65" fmla="*/ 658158 h 677195"/>
                    <a:gd name="connsiteX66" fmla="*/ 81590 w 462342"/>
                    <a:gd name="connsiteY66" fmla="*/ 652718 h 677195"/>
                    <a:gd name="connsiteX67" fmla="*/ 67992 w 462342"/>
                    <a:gd name="connsiteY67" fmla="*/ 652718 h 677195"/>
                    <a:gd name="connsiteX68" fmla="*/ 43515 w 462342"/>
                    <a:gd name="connsiteY68" fmla="*/ 652718 h 677195"/>
                    <a:gd name="connsiteX69" fmla="*/ 16318 w 462342"/>
                    <a:gd name="connsiteY69" fmla="*/ 647279 h 677195"/>
                    <a:gd name="connsiteX70" fmla="*/ 0 w 462342"/>
                    <a:gd name="connsiteY70" fmla="*/ 630961 h 677195"/>
                    <a:gd name="connsiteX71" fmla="*/ 5439 w 462342"/>
                    <a:gd name="connsiteY71" fmla="*/ 620083 h 677195"/>
                    <a:gd name="connsiteX72" fmla="*/ 27197 w 462342"/>
                    <a:gd name="connsiteY72" fmla="*/ 611924 h 677195"/>
                    <a:gd name="connsiteX73" fmla="*/ 65272 w 462342"/>
                    <a:gd name="connsiteY73" fmla="*/ 609204 h 677195"/>
                    <a:gd name="connsiteX74" fmla="*/ 65272 w 462342"/>
                    <a:gd name="connsiteY74" fmla="*/ 584727 h 677195"/>
                    <a:gd name="connsiteX75" fmla="*/ 62552 w 462342"/>
                    <a:gd name="connsiteY75" fmla="*/ 456903 h 677195"/>
                    <a:gd name="connsiteX76" fmla="*/ 65272 w 462342"/>
                    <a:gd name="connsiteY76" fmla="*/ 337238 h 677195"/>
                    <a:gd name="connsiteX77" fmla="*/ 67992 w 462342"/>
                    <a:gd name="connsiteY77" fmla="*/ 203975 h 677195"/>
                    <a:gd name="connsiteX78" fmla="*/ 70712 w 462342"/>
                    <a:gd name="connsiteY78" fmla="*/ 119665 h 677195"/>
                    <a:gd name="connsiteX79" fmla="*/ 73431 w 462342"/>
                    <a:gd name="connsiteY79" fmla="*/ 67992 h 677195"/>
                    <a:gd name="connsiteX80" fmla="*/ 67992 w 462342"/>
                    <a:gd name="connsiteY80" fmla="*/ 67992 h 677195"/>
                    <a:gd name="connsiteX81" fmla="*/ 43515 w 462342"/>
                    <a:gd name="connsiteY81" fmla="*/ 67992 h 677195"/>
                    <a:gd name="connsiteX82" fmla="*/ 16318 w 462342"/>
                    <a:gd name="connsiteY82" fmla="*/ 62552 h 677195"/>
                    <a:gd name="connsiteX83" fmla="*/ 0 w 462342"/>
                    <a:gd name="connsiteY83" fmla="*/ 46234 h 677195"/>
                    <a:gd name="connsiteX84" fmla="*/ 5439 w 462342"/>
                    <a:gd name="connsiteY84" fmla="*/ 35356 h 677195"/>
                    <a:gd name="connsiteX85" fmla="*/ 27197 w 462342"/>
                    <a:gd name="connsiteY85" fmla="*/ 27197 h 677195"/>
                    <a:gd name="connsiteX86" fmla="*/ 76151 w 462342"/>
                    <a:gd name="connsiteY86" fmla="*/ 21758 h 677195"/>
                    <a:gd name="connsiteX87" fmla="*/ 81590 w 462342"/>
                    <a:gd name="connsiteY87" fmla="*/ 13598 h 677195"/>
                    <a:gd name="connsiteX88" fmla="*/ 97908 w 462342"/>
                    <a:gd name="connsiteY88" fmla="*/ 5439 h 677195"/>
                    <a:gd name="connsiteX89" fmla="*/ 114226 w 462342"/>
                    <a:gd name="connsiteY89" fmla="*/ 0 h 6771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</a:cxnLst>
                  <a:rect l="l" t="t" r="r" b="b"/>
                  <a:pathLst>
                    <a:path w="462342" h="677195">
                      <a:moveTo>
                        <a:pt x="214853" y="65272"/>
                      </a:moveTo>
                      <a:cubicBezTo>
                        <a:pt x="203975" y="65272"/>
                        <a:pt x="195815" y="67992"/>
                        <a:pt x="195815" y="73431"/>
                      </a:cubicBezTo>
                      <a:cubicBezTo>
                        <a:pt x="193096" y="78870"/>
                        <a:pt x="193096" y="100628"/>
                        <a:pt x="193096" y="125105"/>
                      </a:cubicBezTo>
                      <a:cubicBezTo>
                        <a:pt x="193096" y="182217"/>
                        <a:pt x="193096" y="266527"/>
                        <a:pt x="190376" y="280125"/>
                      </a:cubicBezTo>
                      <a:cubicBezTo>
                        <a:pt x="190376" y="288284"/>
                        <a:pt x="190376" y="293723"/>
                        <a:pt x="190376" y="301882"/>
                      </a:cubicBezTo>
                      <a:cubicBezTo>
                        <a:pt x="190376" y="315480"/>
                        <a:pt x="190376" y="329079"/>
                        <a:pt x="193096" y="342677"/>
                      </a:cubicBezTo>
                      <a:cubicBezTo>
                        <a:pt x="193096" y="361715"/>
                        <a:pt x="193096" y="378033"/>
                        <a:pt x="195815" y="397070"/>
                      </a:cubicBezTo>
                      <a:cubicBezTo>
                        <a:pt x="195815" y="413388"/>
                        <a:pt x="195815" y="426986"/>
                        <a:pt x="195815" y="443304"/>
                      </a:cubicBezTo>
                      <a:cubicBezTo>
                        <a:pt x="195815" y="465061"/>
                        <a:pt x="198535" y="508576"/>
                        <a:pt x="195815" y="530333"/>
                      </a:cubicBezTo>
                      <a:cubicBezTo>
                        <a:pt x="195815" y="538492"/>
                        <a:pt x="193096" y="546651"/>
                        <a:pt x="193096" y="554810"/>
                      </a:cubicBezTo>
                      <a:cubicBezTo>
                        <a:pt x="193096" y="560249"/>
                        <a:pt x="190376" y="590166"/>
                        <a:pt x="190376" y="603764"/>
                      </a:cubicBezTo>
                      <a:cubicBezTo>
                        <a:pt x="190376" y="609203"/>
                        <a:pt x="190376" y="611923"/>
                        <a:pt x="198535" y="611923"/>
                      </a:cubicBezTo>
                      <a:cubicBezTo>
                        <a:pt x="206694" y="611923"/>
                        <a:pt x="209414" y="611923"/>
                        <a:pt x="214853" y="611923"/>
                      </a:cubicBezTo>
                      <a:cubicBezTo>
                        <a:pt x="223012" y="611923"/>
                        <a:pt x="220293" y="611923"/>
                        <a:pt x="236610" y="611923"/>
                      </a:cubicBezTo>
                      <a:cubicBezTo>
                        <a:pt x="242050" y="611923"/>
                        <a:pt x="258368" y="601044"/>
                        <a:pt x="263807" y="598325"/>
                      </a:cubicBezTo>
                      <a:cubicBezTo>
                        <a:pt x="266527" y="598325"/>
                        <a:pt x="274686" y="592885"/>
                        <a:pt x="277405" y="592885"/>
                      </a:cubicBezTo>
                      <a:cubicBezTo>
                        <a:pt x="285564" y="587446"/>
                        <a:pt x="288284" y="579287"/>
                        <a:pt x="291004" y="573848"/>
                      </a:cubicBezTo>
                      <a:cubicBezTo>
                        <a:pt x="296443" y="562969"/>
                        <a:pt x="301882" y="554810"/>
                        <a:pt x="307322" y="543931"/>
                      </a:cubicBezTo>
                      <a:cubicBezTo>
                        <a:pt x="315481" y="524894"/>
                        <a:pt x="320920" y="524894"/>
                        <a:pt x="326359" y="481379"/>
                      </a:cubicBezTo>
                      <a:cubicBezTo>
                        <a:pt x="329079" y="456903"/>
                        <a:pt x="334518" y="435145"/>
                        <a:pt x="337238" y="413388"/>
                      </a:cubicBezTo>
                      <a:cubicBezTo>
                        <a:pt x="337238" y="391631"/>
                        <a:pt x="337238" y="369873"/>
                        <a:pt x="337238" y="350836"/>
                      </a:cubicBezTo>
                      <a:cubicBezTo>
                        <a:pt x="337238" y="339957"/>
                        <a:pt x="337238" y="320920"/>
                        <a:pt x="334518" y="296443"/>
                      </a:cubicBezTo>
                      <a:cubicBezTo>
                        <a:pt x="331798" y="269246"/>
                        <a:pt x="329079" y="250209"/>
                        <a:pt x="329079" y="244769"/>
                      </a:cubicBezTo>
                      <a:cubicBezTo>
                        <a:pt x="323640" y="206694"/>
                        <a:pt x="318200" y="174058"/>
                        <a:pt x="307322" y="135983"/>
                      </a:cubicBezTo>
                      <a:cubicBezTo>
                        <a:pt x="304602" y="125105"/>
                        <a:pt x="304602" y="108787"/>
                        <a:pt x="271966" y="78870"/>
                      </a:cubicBezTo>
                      <a:cubicBezTo>
                        <a:pt x="263807" y="73431"/>
                        <a:pt x="233891" y="65272"/>
                        <a:pt x="214853" y="65272"/>
                      </a:cubicBezTo>
                      <a:close/>
                      <a:moveTo>
                        <a:pt x="114226" y="0"/>
                      </a:moveTo>
                      <a:cubicBezTo>
                        <a:pt x="119665" y="0"/>
                        <a:pt x="125105" y="0"/>
                        <a:pt x="127824" y="0"/>
                      </a:cubicBezTo>
                      <a:cubicBezTo>
                        <a:pt x="133264" y="0"/>
                        <a:pt x="141422" y="0"/>
                        <a:pt x="146862" y="2720"/>
                      </a:cubicBezTo>
                      <a:cubicBezTo>
                        <a:pt x="157741" y="5439"/>
                        <a:pt x="165900" y="13598"/>
                        <a:pt x="174059" y="21758"/>
                      </a:cubicBezTo>
                      <a:cubicBezTo>
                        <a:pt x="179498" y="21758"/>
                        <a:pt x="187657" y="21758"/>
                        <a:pt x="193096" y="21758"/>
                      </a:cubicBezTo>
                      <a:cubicBezTo>
                        <a:pt x="212134" y="21758"/>
                        <a:pt x="228452" y="27197"/>
                        <a:pt x="261088" y="27197"/>
                      </a:cubicBezTo>
                      <a:cubicBezTo>
                        <a:pt x="277405" y="27197"/>
                        <a:pt x="293723" y="35356"/>
                        <a:pt x="310042" y="35356"/>
                      </a:cubicBezTo>
                      <a:cubicBezTo>
                        <a:pt x="318200" y="35356"/>
                        <a:pt x="329079" y="35356"/>
                        <a:pt x="334518" y="40795"/>
                      </a:cubicBezTo>
                      <a:cubicBezTo>
                        <a:pt x="342677" y="46234"/>
                        <a:pt x="348117" y="54393"/>
                        <a:pt x="356276" y="59833"/>
                      </a:cubicBezTo>
                      <a:cubicBezTo>
                        <a:pt x="361715" y="65272"/>
                        <a:pt x="369874" y="67992"/>
                        <a:pt x="372593" y="76151"/>
                      </a:cubicBezTo>
                      <a:cubicBezTo>
                        <a:pt x="375313" y="81590"/>
                        <a:pt x="378033" y="89749"/>
                        <a:pt x="380752" y="95188"/>
                      </a:cubicBezTo>
                      <a:cubicBezTo>
                        <a:pt x="386192" y="103347"/>
                        <a:pt x="391631" y="106067"/>
                        <a:pt x="405230" y="114226"/>
                      </a:cubicBezTo>
                      <a:cubicBezTo>
                        <a:pt x="413388" y="119665"/>
                        <a:pt x="410669" y="133263"/>
                        <a:pt x="416108" y="141422"/>
                      </a:cubicBezTo>
                      <a:cubicBezTo>
                        <a:pt x="426987" y="160461"/>
                        <a:pt x="446025" y="182218"/>
                        <a:pt x="451464" y="201256"/>
                      </a:cubicBezTo>
                      <a:cubicBezTo>
                        <a:pt x="456903" y="220293"/>
                        <a:pt x="456903" y="236611"/>
                        <a:pt x="456903" y="252929"/>
                      </a:cubicBezTo>
                      <a:cubicBezTo>
                        <a:pt x="456903" y="266527"/>
                        <a:pt x="456903" y="277406"/>
                        <a:pt x="456903" y="291004"/>
                      </a:cubicBezTo>
                      <a:cubicBezTo>
                        <a:pt x="456903" y="299163"/>
                        <a:pt x="456903" y="307322"/>
                        <a:pt x="459623" y="318201"/>
                      </a:cubicBezTo>
                      <a:cubicBezTo>
                        <a:pt x="459623" y="320921"/>
                        <a:pt x="459623" y="323640"/>
                        <a:pt x="459623" y="326360"/>
                      </a:cubicBezTo>
                      <a:cubicBezTo>
                        <a:pt x="462342" y="331799"/>
                        <a:pt x="459623" y="337238"/>
                        <a:pt x="459623" y="348117"/>
                      </a:cubicBezTo>
                      <a:cubicBezTo>
                        <a:pt x="459623" y="350837"/>
                        <a:pt x="462342" y="361715"/>
                        <a:pt x="462342" y="367155"/>
                      </a:cubicBezTo>
                      <a:cubicBezTo>
                        <a:pt x="462342" y="375314"/>
                        <a:pt x="456903" y="383473"/>
                        <a:pt x="456903" y="391632"/>
                      </a:cubicBezTo>
                      <a:cubicBezTo>
                        <a:pt x="456903" y="399790"/>
                        <a:pt x="456903" y="410669"/>
                        <a:pt x="456903" y="418828"/>
                      </a:cubicBezTo>
                      <a:cubicBezTo>
                        <a:pt x="456903" y="421548"/>
                        <a:pt x="454183" y="429707"/>
                        <a:pt x="451464" y="437866"/>
                      </a:cubicBezTo>
                      <a:cubicBezTo>
                        <a:pt x="448744" y="443305"/>
                        <a:pt x="448744" y="451464"/>
                        <a:pt x="446025" y="454184"/>
                      </a:cubicBezTo>
                      <a:cubicBezTo>
                        <a:pt x="443305" y="462343"/>
                        <a:pt x="440585" y="473221"/>
                        <a:pt x="440585" y="481380"/>
                      </a:cubicBezTo>
                      <a:cubicBezTo>
                        <a:pt x="437865" y="489539"/>
                        <a:pt x="437865" y="500418"/>
                        <a:pt x="432426" y="508577"/>
                      </a:cubicBezTo>
                      <a:cubicBezTo>
                        <a:pt x="429706" y="516736"/>
                        <a:pt x="424267" y="522175"/>
                        <a:pt x="418828" y="530334"/>
                      </a:cubicBezTo>
                      <a:cubicBezTo>
                        <a:pt x="416108" y="535773"/>
                        <a:pt x="413388" y="543932"/>
                        <a:pt x="410669" y="549371"/>
                      </a:cubicBezTo>
                      <a:cubicBezTo>
                        <a:pt x="405230" y="557531"/>
                        <a:pt x="397071" y="573848"/>
                        <a:pt x="391631" y="579288"/>
                      </a:cubicBezTo>
                      <a:cubicBezTo>
                        <a:pt x="369874" y="609204"/>
                        <a:pt x="350836" y="620083"/>
                        <a:pt x="337238" y="630961"/>
                      </a:cubicBezTo>
                      <a:cubicBezTo>
                        <a:pt x="326359" y="639120"/>
                        <a:pt x="315481" y="641840"/>
                        <a:pt x="301883" y="647279"/>
                      </a:cubicBezTo>
                      <a:cubicBezTo>
                        <a:pt x="291004" y="649999"/>
                        <a:pt x="277405" y="652718"/>
                        <a:pt x="263807" y="652718"/>
                      </a:cubicBezTo>
                      <a:cubicBezTo>
                        <a:pt x="252929" y="652718"/>
                        <a:pt x="244770" y="649999"/>
                        <a:pt x="233891" y="649999"/>
                      </a:cubicBezTo>
                      <a:cubicBezTo>
                        <a:pt x="206694" y="649999"/>
                        <a:pt x="217573" y="652718"/>
                        <a:pt x="187657" y="652718"/>
                      </a:cubicBezTo>
                      <a:cubicBezTo>
                        <a:pt x="184937" y="660877"/>
                        <a:pt x="179498" y="666317"/>
                        <a:pt x="171339" y="669036"/>
                      </a:cubicBezTo>
                      <a:cubicBezTo>
                        <a:pt x="165900" y="671756"/>
                        <a:pt x="160460" y="671756"/>
                        <a:pt x="155021" y="671756"/>
                      </a:cubicBezTo>
                      <a:cubicBezTo>
                        <a:pt x="149581" y="671756"/>
                        <a:pt x="144142" y="674476"/>
                        <a:pt x="138703" y="674476"/>
                      </a:cubicBezTo>
                      <a:cubicBezTo>
                        <a:pt x="135983" y="674476"/>
                        <a:pt x="127824" y="677195"/>
                        <a:pt x="125105" y="677195"/>
                      </a:cubicBezTo>
                      <a:cubicBezTo>
                        <a:pt x="116946" y="677195"/>
                        <a:pt x="108787" y="671756"/>
                        <a:pt x="106067" y="671756"/>
                      </a:cubicBezTo>
                      <a:cubicBezTo>
                        <a:pt x="100628" y="669036"/>
                        <a:pt x="95188" y="663597"/>
                        <a:pt x="87029" y="658158"/>
                      </a:cubicBezTo>
                      <a:cubicBezTo>
                        <a:pt x="84310" y="655438"/>
                        <a:pt x="81590" y="655438"/>
                        <a:pt x="81590" y="652718"/>
                      </a:cubicBezTo>
                      <a:cubicBezTo>
                        <a:pt x="73431" y="652718"/>
                        <a:pt x="81590" y="652718"/>
                        <a:pt x="67992" y="652718"/>
                      </a:cubicBezTo>
                      <a:cubicBezTo>
                        <a:pt x="59833" y="652718"/>
                        <a:pt x="51674" y="652718"/>
                        <a:pt x="43515" y="652718"/>
                      </a:cubicBezTo>
                      <a:cubicBezTo>
                        <a:pt x="35356" y="652718"/>
                        <a:pt x="24477" y="652718"/>
                        <a:pt x="16318" y="647279"/>
                      </a:cubicBezTo>
                      <a:cubicBezTo>
                        <a:pt x="8159" y="644559"/>
                        <a:pt x="0" y="636401"/>
                        <a:pt x="0" y="630961"/>
                      </a:cubicBezTo>
                      <a:cubicBezTo>
                        <a:pt x="0" y="625522"/>
                        <a:pt x="0" y="622802"/>
                        <a:pt x="5439" y="620083"/>
                      </a:cubicBezTo>
                      <a:cubicBezTo>
                        <a:pt x="10879" y="617363"/>
                        <a:pt x="21758" y="614643"/>
                        <a:pt x="27197" y="611924"/>
                      </a:cubicBezTo>
                      <a:cubicBezTo>
                        <a:pt x="38076" y="609204"/>
                        <a:pt x="54393" y="609204"/>
                        <a:pt x="65272" y="609204"/>
                      </a:cubicBezTo>
                      <a:cubicBezTo>
                        <a:pt x="65272" y="601045"/>
                        <a:pt x="65272" y="592886"/>
                        <a:pt x="65272" y="584727"/>
                      </a:cubicBezTo>
                      <a:cubicBezTo>
                        <a:pt x="65272" y="541213"/>
                        <a:pt x="62552" y="500418"/>
                        <a:pt x="62552" y="456903"/>
                      </a:cubicBezTo>
                      <a:cubicBezTo>
                        <a:pt x="62552" y="440585"/>
                        <a:pt x="65272" y="397071"/>
                        <a:pt x="65272" y="337238"/>
                      </a:cubicBezTo>
                      <a:cubicBezTo>
                        <a:pt x="65272" y="293724"/>
                        <a:pt x="67992" y="247490"/>
                        <a:pt x="67992" y="203975"/>
                      </a:cubicBezTo>
                      <a:cubicBezTo>
                        <a:pt x="67992" y="179498"/>
                        <a:pt x="67992" y="149582"/>
                        <a:pt x="70712" y="119665"/>
                      </a:cubicBezTo>
                      <a:cubicBezTo>
                        <a:pt x="70712" y="103347"/>
                        <a:pt x="73431" y="84309"/>
                        <a:pt x="73431" y="67992"/>
                      </a:cubicBezTo>
                      <a:cubicBezTo>
                        <a:pt x="73431" y="67992"/>
                        <a:pt x="70712" y="67992"/>
                        <a:pt x="67992" y="67992"/>
                      </a:cubicBezTo>
                      <a:cubicBezTo>
                        <a:pt x="59833" y="67992"/>
                        <a:pt x="51674" y="67992"/>
                        <a:pt x="43515" y="67992"/>
                      </a:cubicBezTo>
                      <a:cubicBezTo>
                        <a:pt x="35356" y="67992"/>
                        <a:pt x="24477" y="67992"/>
                        <a:pt x="16318" y="62552"/>
                      </a:cubicBezTo>
                      <a:cubicBezTo>
                        <a:pt x="8159" y="59833"/>
                        <a:pt x="0" y="51674"/>
                        <a:pt x="0" y="46234"/>
                      </a:cubicBezTo>
                      <a:cubicBezTo>
                        <a:pt x="0" y="43515"/>
                        <a:pt x="0" y="38075"/>
                        <a:pt x="5439" y="35356"/>
                      </a:cubicBezTo>
                      <a:cubicBezTo>
                        <a:pt x="10879" y="32636"/>
                        <a:pt x="21758" y="29916"/>
                        <a:pt x="27197" y="27197"/>
                      </a:cubicBezTo>
                      <a:cubicBezTo>
                        <a:pt x="46234" y="24477"/>
                        <a:pt x="65272" y="21758"/>
                        <a:pt x="76151" y="21758"/>
                      </a:cubicBezTo>
                      <a:cubicBezTo>
                        <a:pt x="76151" y="19038"/>
                        <a:pt x="78871" y="16318"/>
                        <a:pt x="81590" y="13598"/>
                      </a:cubicBezTo>
                      <a:cubicBezTo>
                        <a:pt x="84310" y="10879"/>
                        <a:pt x="92469" y="5439"/>
                        <a:pt x="97908" y="5439"/>
                      </a:cubicBezTo>
                      <a:cubicBezTo>
                        <a:pt x="103347" y="2720"/>
                        <a:pt x="108787" y="0"/>
                        <a:pt x="114226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>
                    <a:ln>
                      <a:noFill/>
                    </a:ln>
                    <a:solidFill>
                      <a:srgbClr val="666666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8" name="Freeform: Shape 47">
                  <a:extLst>
                    <a:ext uri="{FF2B5EF4-FFF2-40B4-BE49-F238E27FC236}">
                      <a16:creationId xmlns:a16="http://schemas.microsoft.com/office/drawing/2014/main" id="{BE3AD4FD-B93D-4B4F-AECB-B9316232F5E7}"/>
                    </a:ext>
                  </a:extLst>
                </p:cNvPr>
                <p:cNvSpPr/>
                <p:nvPr/>
              </p:nvSpPr>
              <p:spPr>
                <a:xfrm>
                  <a:off x="7310622" y="4197597"/>
                  <a:ext cx="489539" cy="761503"/>
                </a:xfrm>
                <a:custGeom>
                  <a:avLst/>
                  <a:gdLst>
                    <a:gd name="connsiteX0" fmla="*/ 433491 w 489538"/>
                    <a:gd name="connsiteY0" fmla="*/ 651063 h 761503"/>
                    <a:gd name="connsiteX1" fmla="*/ 438930 w 489538"/>
                    <a:gd name="connsiteY1" fmla="*/ 661942 h 761503"/>
                    <a:gd name="connsiteX2" fmla="*/ 425332 w 489538"/>
                    <a:gd name="connsiteY2" fmla="*/ 683699 h 761503"/>
                    <a:gd name="connsiteX3" fmla="*/ 400855 w 489538"/>
                    <a:gd name="connsiteY3" fmla="*/ 691858 h 761503"/>
                    <a:gd name="connsiteX4" fmla="*/ 343742 w 489538"/>
                    <a:gd name="connsiteY4" fmla="*/ 700017 h 761503"/>
                    <a:gd name="connsiteX5" fmla="*/ 316546 w 489538"/>
                    <a:gd name="connsiteY5" fmla="*/ 705456 h 761503"/>
                    <a:gd name="connsiteX6" fmla="*/ 275751 w 489538"/>
                    <a:gd name="connsiteY6" fmla="*/ 705456 h 761503"/>
                    <a:gd name="connsiteX7" fmla="*/ 264872 w 489538"/>
                    <a:gd name="connsiteY7" fmla="*/ 708176 h 761503"/>
                    <a:gd name="connsiteX8" fmla="*/ 253994 w 489538"/>
                    <a:gd name="connsiteY8" fmla="*/ 708176 h 761503"/>
                    <a:gd name="connsiteX9" fmla="*/ 240395 w 489538"/>
                    <a:gd name="connsiteY9" fmla="*/ 719054 h 761503"/>
                    <a:gd name="connsiteX10" fmla="*/ 224077 w 489538"/>
                    <a:gd name="connsiteY10" fmla="*/ 721774 h 761503"/>
                    <a:gd name="connsiteX11" fmla="*/ 205040 w 489538"/>
                    <a:gd name="connsiteY11" fmla="*/ 724494 h 761503"/>
                    <a:gd name="connsiteX12" fmla="*/ 191441 w 489538"/>
                    <a:gd name="connsiteY12" fmla="*/ 727213 h 761503"/>
                    <a:gd name="connsiteX13" fmla="*/ 169684 w 489538"/>
                    <a:gd name="connsiteY13" fmla="*/ 721774 h 761503"/>
                    <a:gd name="connsiteX14" fmla="*/ 150646 w 489538"/>
                    <a:gd name="connsiteY14" fmla="*/ 708176 h 761503"/>
                    <a:gd name="connsiteX15" fmla="*/ 139768 w 489538"/>
                    <a:gd name="connsiteY15" fmla="*/ 708176 h 761503"/>
                    <a:gd name="connsiteX16" fmla="*/ 120730 w 489538"/>
                    <a:gd name="connsiteY16" fmla="*/ 708176 h 761503"/>
                    <a:gd name="connsiteX17" fmla="*/ 98973 w 489538"/>
                    <a:gd name="connsiteY17" fmla="*/ 708176 h 761503"/>
                    <a:gd name="connsiteX18" fmla="*/ 74496 w 489538"/>
                    <a:gd name="connsiteY18" fmla="*/ 702736 h 761503"/>
                    <a:gd name="connsiteX19" fmla="*/ 58178 w 489538"/>
                    <a:gd name="connsiteY19" fmla="*/ 683699 h 761503"/>
                    <a:gd name="connsiteX20" fmla="*/ 63617 w 489538"/>
                    <a:gd name="connsiteY20" fmla="*/ 675540 h 761503"/>
                    <a:gd name="connsiteX21" fmla="*/ 85375 w 489538"/>
                    <a:gd name="connsiteY21" fmla="*/ 667381 h 761503"/>
                    <a:gd name="connsiteX22" fmla="*/ 128889 w 489538"/>
                    <a:gd name="connsiteY22" fmla="*/ 661942 h 761503"/>
                    <a:gd name="connsiteX23" fmla="*/ 128889 w 489538"/>
                    <a:gd name="connsiteY23" fmla="*/ 602109 h 761503"/>
                    <a:gd name="connsiteX24" fmla="*/ 126170 w 489538"/>
                    <a:gd name="connsiteY24" fmla="*/ 523239 h 761503"/>
                    <a:gd name="connsiteX25" fmla="*/ 126170 w 489538"/>
                    <a:gd name="connsiteY25" fmla="*/ 468846 h 761503"/>
                    <a:gd name="connsiteX26" fmla="*/ 123450 w 489538"/>
                    <a:gd name="connsiteY26" fmla="*/ 409014 h 761503"/>
                    <a:gd name="connsiteX27" fmla="*/ 123450 w 489538"/>
                    <a:gd name="connsiteY27" fmla="*/ 384537 h 761503"/>
                    <a:gd name="connsiteX28" fmla="*/ 126170 w 489538"/>
                    <a:gd name="connsiteY28" fmla="*/ 349181 h 761503"/>
                    <a:gd name="connsiteX29" fmla="*/ 126170 w 489538"/>
                    <a:gd name="connsiteY29" fmla="*/ 324704 h 761503"/>
                    <a:gd name="connsiteX30" fmla="*/ 128889 w 489538"/>
                    <a:gd name="connsiteY30" fmla="*/ 292068 h 761503"/>
                    <a:gd name="connsiteX31" fmla="*/ 134329 w 489538"/>
                    <a:gd name="connsiteY31" fmla="*/ 234956 h 761503"/>
                    <a:gd name="connsiteX32" fmla="*/ 134329 w 489538"/>
                    <a:gd name="connsiteY32" fmla="*/ 172404 h 761503"/>
                    <a:gd name="connsiteX33" fmla="*/ 137048 w 489538"/>
                    <a:gd name="connsiteY33" fmla="*/ 123450 h 761503"/>
                    <a:gd name="connsiteX34" fmla="*/ 123450 w 489538"/>
                    <a:gd name="connsiteY34" fmla="*/ 123450 h 761503"/>
                    <a:gd name="connsiteX35" fmla="*/ 101693 w 489538"/>
                    <a:gd name="connsiteY35" fmla="*/ 123450 h 761503"/>
                    <a:gd name="connsiteX36" fmla="*/ 77216 w 489538"/>
                    <a:gd name="connsiteY36" fmla="*/ 118011 h 761503"/>
                    <a:gd name="connsiteX37" fmla="*/ 60898 w 489538"/>
                    <a:gd name="connsiteY37" fmla="*/ 98973 h 761503"/>
                    <a:gd name="connsiteX38" fmla="*/ 66337 w 489538"/>
                    <a:gd name="connsiteY38" fmla="*/ 90814 h 761503"/>
                    <a:gd name="connsiteX39" fmla="*/ 88094 w 489538"/>
                    <a:gd name="connsiteY39" fmla="*/ 82655 h 761503"/>
                    <a:gd name="connsiteX40" fmla="*/ 145207 w 489538"/>
                    <a:gd name="connsiteY40" fmla="*/ 77216 h 761503"/>
                    <a:gd name="connsiteX41" fmla="*/ 145207 w 489538"/>
                    <a:gd name="connsiteY41" fmla="*/ 77216 h 761503"/>
                    <a:gd name="connsiteX42" fmla="*/ 153366 w 489538"/>
                    <a:gd name="connsiteY42" fmla="*/ 69057 h 761503"/>
                    <a:gd name="connsiteX43" fmla="*/ 177843 w 489538"/>
                    <a:gd name="connsiteY43" fmla="*/ 60898 h 761503"/>
                    <a:gd name="connsiteX44" fmla="*/ 196881 w 489538"/>
                    <a:gd name="connsiteY44" fmla="*/ 58178 h 761503"/>
                    <a:gd name="connsiteX45" fmla="*/ 205040 w 489538"/>
                    <a:gd name="connsiteY45" fmla="*/ 58178 h 761503"/>
                    <a:gd name="connsiteX46" fmla="*/ 215919 w 489538"/>
                    <a:gd name="connsiteY46" fmla="*/ 63617 h 761503"/>
                    <a:gd name="connsiteX47" fmla="*/ 229517 w 489538"/>
                    <a:gd name="connsiteY47" fmla="*/ 69057 h 761503"/>
                    <a:gd name="connsiteX48" fmla="*/ 256713 w 489538"/>
                    <a:gd name="connsiteY48" fmla="*/ 77216 h 761503"/>
                    <a:gd name="connsiteX49" fmla="*/ 264872 w 489538"/>
                    <a:gd name="connsiteY49" fmla="*/ 77216 h 761503"/>
                    <a:gd name="connsiteX50" fmla="*/ 281190 w 489538"/>
                    <a:gd name="connsiteY50" fmla="*/ 77216 h 761503"/>
                    <a:gd name="connsiteX51" fmla="*/ 330144 w 489538"/>
                    <a:gd name="connsiteY51" fmla="*/ 77216 h 761503"/>
                    <a:gd name="connsiteX52" fmla="*/ 357341 w 489538"/>
                    <a:gd name="connsiteY52" fmla="*/ 79935 h 761503"/>
                    <a:gd name="connsiteX53" fmla="*/ 387257 w 489538"/>
                    <a:gd name="connsiteY53" fmla="*/ 82655 h 761503"/>
                    <a:gd name="connsiteX54" fmla="*/ 406295 w 489538"/>
                    <a:gd name="connsiteY54" fmla="*/ 85375 h 761503"/>
                    <a:gd name="connsiteX55" fmla="*/ 417173 w 489538"/>
                    <a:gd name="connsiteY55" fmla="*/ 79935 h 761503"/>
                    <a:gd name="connsiteX56" fmla="*/ 425332 w 489538"/>
                    <a:gd name="connsiteY56" fmla="*/ 85375 h 761503"/>
                    <a:gd name="connsiteX57" fmla="*/ 433491 w 489538"/>
                    <a:gd name="connsiteY57" fmla="*/ 104412 h 761503"/>
                    <a:gd name="connsiteX58" fmla="*/ 436211 w 489538"/>
                    <a:gd name="connsiteY58" fmla="*/ 137048 h 761503"/>
                    <a:gd name="connsiteX59" fmla="*/ 438930 w 489538"/>
                    <a:gd name="connsiteY59" fmla="*/ 183282 h 761503"/>
                    <a:gd name="connsiteX60" fmla="*/ 422612 w 489538"/>
                    <a:gd name="connsiteY60" fmla="*/ 218638 h 761503"/>
                    <a:gd name="connsiteX61" fmla="*/ 406295 w 489538"/>
                    <a:gd name="connsiteY61" fmla="*/ 213198 h 761503"/>
                    <a:gd name="connsiteX62" fmla="*/ 398136 w 489538"/>
                    <a:gd name="connsiteY62" fmla="*/ 196881 h 761503"/>
                    <a:gd name="connsiteX63" fmla="*/ 395416 w 489538"/>
                    <a:gd name="connsiteY63" fmla="*/ 175123 h 761503"/>
                    <a:gd name="connsiteX64" fmla="*/ 395416 w 489538"/>
                    <a:gd name="connsiteY64" fmla="*/ 153366 h 761503"/>
                    <a:gd name="connsiteX65" fmla="*/ 395416 w 489538"/>
                    <a:gd name="connsiteY65" fmla="*/ 126170 h 761503"/>
                    <a:gd name="connsiteX66" fmla="*/ 370939 w 489538"/>
                    <a:gd name="connsiteY66" fmla="*/ 128889 h 761503"/>
                    <a:gd name="connsiteX67" fmla="*/ 338303 w 489538"/>
                    <a:gd name="connsiteY67" fmla="*/ 131609 h 761503"/>
                    <a:gd name="connsiteX68" fmla="*/ 286629 w 489538"/>
                    <a:gd name="connsiteY68" fmla="*/ 134328 h 761503"/>
                    <a:gd name="connsiteX69" fmla="*/ 273031 w 489538"/>
                    <a:gd name="connsiteY69" fmla="*/ 137048 h 761503"/>
                    <a:gd name="connsiteX70" fmla="*/ 262153 w 489538"/>
                    <a:gd name="connsiteY70" fmla="*/ 142487 h 761503"/>
                    <a:gd name="connsiteX71" fmla="*/ 259433 w 489538"/>
                    <a:gd name="connsiteY71" fmla="*/ 153366 h 761503"/>
                    <a:gd name="connsiteX72" fmla="*/ 262153 w 489538"/>
                    <a:gd name="connsiteY72" fmla="*/ 166964 h 761503"/>
                    <a:gd name="connsiteX73" fmla="*/ 262153 w 489538"/>
                    <a:gd name="connsiteY73" fmla="*/ 196881 h 761503"/>
                    <a:gd name="connsiteX74" fmla="*/ 262153 w 489538"/>
                    <a:gd name="connsiteY74" fmla="*/ 215918 h 761503"/>
                    <a:gd name="connsiteX75" fmla="*/ 262153 w 489538"/>
                    <a:gd name="connsiteY75" fmla="*/ 251274 h 761503"/>
                    <a:gd name="connsiteX76" fmla="*/ 259433 w 489538"/>
                    <a:gd name="connsiteY76" fmla="*/ 278470 h 761503"/>
                    <a:gd name="connsiteX77" fmla="*/ 259433 w 489538"/>
                    <a:gd name="connsiteY77" fmla="*/ 308386 h 761503"/>
                    <a:gd name="connsiteX78" fmla="*/ 259433 w 489538"/>
                    <a:gd name="connsiteY78" fmla="*/ 321985 h 761503"/>
                    <a:gd name="connsiteX79" fmla="*/ 259433 w 489538"/>
                    <a:gd name="connsiteY79" fmla="*/ 332863 h 761503"/>
                    <a:gd name="connsiteX80" fmla="*/ 267592 w 489538"/>
                    <a:gd name="connsiteY80" fmla="*/ 335583 h 761503"/>
                    <a:gd name="connsiteX81" fmla="*/ 281190 w 489538"/>
                    <a:gd name="connsiteY81" fmla="*/ 335583 h 761503"/>
                    <a:gd name="connsiteX82" fmla="*/ 327424 w 489538"/>
                    <a:gd name="connsiteY82" fmla="*/ 338303 h 761503"/>
                    <a:gd name="connsiteX83" fmla="*/ 351901 w 489538"/>
                    <a:gd name="connsiteY83" fmla="*/ 341022 h 761503"/>
                    <a:gd name="connsiteX84" fmla="*/ 351901 w 489538"/>
                    <a:gd name="connsiteY84" fmla="*/ 335583 h 761503"/>
                    <a:gd name="connsiteX85" fmla="*/ 351901 w 489538"/>
                    <a:gd name="connsiteY85" fmla="*/ 313826 h 761503"/>
                    <a:gd name="connsiteX86" fmla="*/ 357341 w 489538"/>
                    <a:gd name="connsiteY86" fmla="*/ 289349 h 761503"/>
                    <a:gd name="connsiteX87" fmla="*/ 373658 w 489538"/>
                    <a:gd name="connsiteY87" fmla="*/ 273031 h 761503"/>
                    <a:gd name="connsiteX88" fmla="*/ 381817 w 489538"/>
                    <a:gd name="connsiteY88" fmla="*/ 278470 h 761503"/>
                    <a:gd name="connsiteX89" fmla="*/ 389977 w 489538"/>
                    <a:gd name="connsiteY89" fmla="*/ 300228 h 761503"/>
                    <a:gd name="connsiteX90" fmla="*/ 395416 w 489538"/>
                    <a:gd name="connsiteY90" fmla="*/ 351901 h 761503"/>
                    <a:gd name="connsiteX91" fmla="*/ 398136 w 489538"/>
                    <a:gd name="connsiteY91" fmla="*/ 409014 h 761503"/>
                    <a:gd name="connsiteX92" fmla="*/ 381817 w 489538"/>
                    <a:gd name="connsiteY92" fmla="*/ 444369 h 761503"/>
                    <a:gd name="connsiteX93" fmla="*/ 365500 w 489538"/>
                    <a:gd name="connsiteY93" fmla="*/ 438930 h 761503"/>
                    <a:gd name="connsiteX94" fmla="*/ 357341 w 489538"/>
                    <a:gd name="connsiteY94" fmla="*/ 422612 h 761503"/>
                    <a:gd name="connsiteX95" fmla="*/ 354621 w 489538"/>
                    <a:gd name="connsiteY95" fmla="*/ 400855 h 761503"/>
                    <a:gd name="connsiteX96" fmla="*/ 354621 w 489538"/>
                    <a:gd name="connsiteY96" fmla="*/ 381817 h 761503"/>
                    <a:gd name="connsiteX97" fmla="*/ 270312 w 489538"/>
                    <a:gd name="connsiteY97" fmla="*/ 381817 h 761503"/>
                    <a:gd name="connsiteX98" fmla="*/ 256713 w 489538"/>
                    <a:gd name="connsiteY98" fmla="*/ 395415 h 761503"/>
                    <a:gd name="connsiteX99" fmla="*/ 253994 w 489538"/>
                    <a:gd name="connsiteY99" fmla="*/ 422612 h 761503"/>
                    <a:gd name="connsiteX100" fmla="*/ 253994 w 489538"/>
                    <a:gd name="connsiteY100" fmla="*/ 433490 h 761503"/>
                    <a:gd name="connsiteX101" fmla="*/ 253994 w 489538"/>
                    <a:gd name="connsiteY101" fmla="*/ 449809 h 761503"/>
                    <a:gd name="connsiteX102" fmla="*/ 256713 w 489538"/>
                    <a:gd name="connsiteY102" fmla="*/ 474285 h 761503"/>
                    <a:gd name="connsiteX103" fmla="*/ 256713 w 489538"/>
                    <a:gd name="connsiteY103" fmla="*/ 496043 h 761503"/>
                    <a:gd name="connsiteX104" fmla="*/ 259433 w 489538"/>
                    <a:gd name="connsiteY104" fmla="*/ 534118 h 761503"/>
                    <a:gd name="connsiteX105" fmla="*/ 259433 w 489538"/>
                    <a:gd name="connsiteY105" fmla="*/ 591231 h 761503"/>
                    <a:gd name="connsiteX106" fmla="*/ 262153 w 489538"/>
                    <a:gd name="connsiteY106" fmla="*/ 618427 h 761503"/>
                    <a:gd name="connsiteX107" fmla="*/ 267592 w 489538"/>
                    <a:gd name="connsiteY107" fmla="*/ 648343 h 761503"/>
                    <a:gd name="connsiteX108" fmla="*/ 292069 w 489538"/>
                    <a:gd name="connsiteY108" fmla="*/ 651063 h 761503"/>
                    <a:gd name="connsiteX109" fmla="*/ 327424 w 489538"/>
                    <a:gd name="connsiteY109" fmla="*/ 651063 h 761503"/>
                    <a:gd name="connsiteX110" fmla="*/ 362780 w 489538"/>
                    <a:gd name="connsiteY110" fmla="*/ 653783 h 761503"/>
                    <a:gd name="connsiteX111" fmla="*/ 395416 w 489538"/>
                    <a:gd name="connsiteY111" fmla="*/ 648343 h 761503"/>
                    <a:gd name="connsiteX112" fmla="*/ 395416 w 489538"/>
                    <a:gd name="connsiteY112" fmla="*/ 618427 h 761503"/>
                    <a:gd name="connsiteX113" fmla="*/ 395416 w 489538"/>
                    <a:gd name="connsiteY113" fmla="*/ 596670 h 761503"/>
                    <a:gd name="connsiteX114" fmla="*/ 398136 w 489538"/>
                    <a:gd name="connsiteY114" fmla="*/ 574913 h 761503"/>
                    <a:gd name="connsiteX115" fmla="*/ 406295 w 489538"/>
                    <a:gd name="connsiteY115" fmla="*/ 558595 h 761503"/>
                    <a:gd name="connsiteX116" fmla="*/ 422612 w 489538"/>
                    <a:gd name="connsiteY116" fmla="*/ 553155 h 761503"/>
                    <a:gd name="connsiteX117" fmla="*/ 438930 w 489538"/>
                    <a:gd name="connsiteY117" fmla="*/ 588511 h 761503"/>
                    <a:gd name="connsiteX118" fmla="*/ 436211 w 489538"/>
                    <a:gd name="connsiteY118" fmla="*/ 645624 h 761503"/>
                    <a:gd name="connsiteX119" fmla="*/ 433491 w 489538"/>
                    <a:gd name="connsiteY119" fmla="*/ 651063 h 761503"/>
                    <a:gd name="connsiteX120" fmla="*/ 433491 w 489538"/>
                    <a:gd name="connsiteY120" fmla="*/ 651063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</a:cxnLst>
                  <a:rect l="l" t="t" r="r" b="b"/>
                  <a:pathLst>
                    <a:path w="489538" h="761503">
                      <a:moveTo>
                        <a:pt x="433491" y="651063"/>
                      </a:moveTo>
                      <a:cubicBezTo>
                        <a:pt x="436211" y="653783"/>
                        <a:pt x="438930" y="656502"/>
                        <a:pt x="438930" y="661942"/>
                      </a:cubicBezTo>
                      <a:cubicBezTo>
                        <a:pt x="438930" y="670101"/>
                        <a:pt x="433491" y="678259"/>
                        <a:pt x="425332" y="683699"/>
                      </a:cubicBezTo>
                      <a:cubicBezTo>
                        <a:pt x="417173" y="689138"/>
                        <a:pt x="409014" y="689138"/>
                        <a:pt x="400855" y="691858"/>
                      </a:cubicBezTo>
                      <a:cubicBezTo>
                        <a:pt x="381817" y="694578"/>
                        <a:pt x="362780" y="694578"/>
                        <a:pt x="343742" y="700017"/>
                      </a:cubicBezTo>
                      <a:cubicBezTo>
                        <a:pt x="335583" y="702736"/>
                        <a:pt x="324705" y="702736"/>
                        <a:pt x="316546" y="705456"/>
                      </a:cubicBezTo>
                      <a:cubicBezTo>
                        <a:pt x="308387" y="705456"/>
                        <a:pt x="289349" y="705456"/>
                        <a:pt x="275751" y="705456"/>
                      </a:cubicBezTo>
                      <a:cubicBezTo>
                        <a:pt x="270312" y="705456"/>
                        <a:pt x="267592" y="708176"/>
                        <a:pt x="264872" y="708176"/>
                      </a:cubicBezTo>
                      <a:cubicBezTo>
                        <a:pt x="264872" y="708176"/>
                        <a:pt x="259433" y="708176"/>
                        <a:pt x="253994" y="708176"/>
                      </a:cubicBezTo>
                      <a:cubicBezTo>
                        <a:pt x="251274" y="713615"/>
                        <a:pt x="245835" y="716335"/>
                        <a:pt x="240395" y="719054"/>
                      </a:cubicBezTo>
                      <a:cubicBezTo>
                        <a:pt x="234956" y="721774"/>
                        <a:pt x="229517" y="721774"/>
                        <a:pt x="224077" y="721774"/>
                      </a:cubicBezTo>
                      <a:cubicBezTo>
                        <a:pt x="218638" y="721774"/>
                        <a:pt x="213199" y="724494"/>
                        <a:pt x="205040" y="724494"/>
                      </a:cubicBezTo>
                      <a:cubicBezTo>
                        <a:pt x="202320" y="724494"/>
                        <a:pt x="194161" y="727213"/>
                        <a:pt x="191441" y="727213"/>
                      </a:cubicBezTo>
                      <a:cubicBezTo>
                        <a:pt x="183282" y="727213"/>
                        <a:pt x="172404" y="721774"/>
                        <a:pt x="169684" y="721774"/>
                      </a:cubicBezTo>
                      <a:cubicBezTo>
                        <a:pt x="164245" y="719054"/>
                        <a:pt x="156086" y="713615"/>
                        <a:pt x="150646" y="708176"/>
                      </a:cubicBezTo>
                      <a:cubicBezTo>
                        <a:pt x="145207" y="708176"/>
                        <a:pt x="139768" y="708176"/>
                        <a:pt x="139768" y="708176"/>
                      </a:cubicBezTo>
                      <a:cubicBezTo>
                        <a:pt x="126170" y="708176"/>
                        <a:pt x="137048" y="708176"/>
                        <a:pt x="120730" y="708176"/>
                      </a:cubicBezTo>
                      <a:cubicBezTo>
                        <a:pt x="112571" y="708176"/>
                        <a:pt x="104412" y="708176"/>
                        <a:pt x="98973" y="708176"/>
                      </a:cubicBezTo>
                      <a:cubicBezTo>
                        <a:pt x="90814" y="708176"/>
                        <a:pt x="79936" y="708176"/>
                        <a:pt x="74496" y="702736"/>
                      </a:cubicBezTo>
                      <a:cubicBezTo>
                        <a:pt x="66337" y="700017"/>
                        <a:pt x="58178" y="689138"/>
                        <a:pt x="58178" y="683699"/>
                      </a:cubicBezTo>
                      <a:cubicBezTo>
                        <a:pt x="58178" y="680979"/>
                        <a:pt x="58178" y="678259"/>
                        <a:pt x="63617" y="675540"/>
                      </a:cubicBezTo>
                      <a:cubicBezTo>
                        <a:pt x="69057" y="672820"/>
                        <a:pt x="77216" y="670101"/>
                        <a:pt x="85375" y="667381"/>
                      </a:cubicBezTo>
                      <a:cubicBezTo>
                        <a:pt x="98973" y="664661"/>
                        <a:pt x="115291" y="664661"/>
                        <a:pt x="128889" y="661942"/>
                      </a:cubicBezTo>
                      <a:cubicBezTo>
                        <a:pt x="128889" y="645624"/>
                        <a:pt x="128889" y="623866"/>
                        <a:pt x="128889" y="602109"/>
                      </a:cubicBezTo>
                      <a:cubicBezTo>
                        <a:pt x="128889" y="566754"/>
                        <a:pt x="128889" y="531398"/>
                        <a:pt x="126170" y="523239"/>
                      </a:cubicBezTo>
                      <a:cubicBezTo>
                        <a:pt x="126170" y="517800"/>
                        <a:pt x="126170" y="487884"/>
                        <a:pt x="126170" y="468846"/>
                      </a:cubicBezTo>
                      <a:cubicBezTo>
                        <a:pt x="126170" y="449809"/>
                        <a:pt x="123450" y="430771"/>
                        <a:pt x="123450" y="409014"/>
                      </a:cubicBezTo>
                      <a:cubicBezTo>
                        <a:pt x="123450" y="400855"/>
                        <a:pt x="123450" y="392696"/>
                        <a:pt x="123450" y="384537"/>
                      </a:cubicBezTo>
                      <a:cubicBezTo>
                        <a:pt x="123450" y="373658"/>
                        <a:pt x="126170" y="360060"/>
                        <a:pt x="126170" y="349181"/>
                      </a:cubicBezTo>
                      <a:cubicBezTo>
                        <a:pt x="126170" y="341022"/>
                        <a:pt x="126170" y="332863"/>
                        <a:pt x="126170" y="324704"/>
                      </a:cubicBezTo>
                      <a:cubicBezTo>
                        <a:pt x="126170" y="313826"/>
                        <a:pt x="126170" y="302947"/>
                        <a:pt x="128889" y="292068"/>
                      </a:cubicBezTo>
                      <a:cubicBezTo>
                        <a:pt x="131609" y="273031"/>
                        <a:pt x="134329" y="253993"/>
                        <a:pt x="134329" y="234956"/>
                      </a:cubicBezTo>
                      <a:cubicBezTo>
                        <a:pt x="134329" y="213198"/>
                        <a:pt x="134329" y="191441"/>
                        <a:pt x="134329" y="172404"/>
                      </a:cubicBezTo>
                      <a:cubicBezTo>
                        <a:pt x="134329" y="156086"/>
                        <a:pt x="134329" y="139768"/>
                        <a:pt x="137048" y="123450"/>
                      </a:cubicBezTo>
                      <a:cubicBezTo>
                        <a:pt x="131609" y="123450"/>
                        <a:pt x="134329" y="123450"/>
                        <a:pt x="123450" y="123450"/>
                      </a:cubicBezTo>
                      <a:cubicBezTo>
                        <a:pt x="115291" y="123450"/>
                        <a:pt x="107132" y="123450"/>
                        <a:pt x="101693" y="123450"/>
                      </a:cubicBezTo>
                      <a:cubicBezTo>
                        <a:pt x="93534" y="123450"/>
                        <a:pt x="82655" y="123450"/>
                        <a:pt x="77216" y="118011"/>
                      </a:cubicBezTo>
                      <a:cubicBezTo>
                        <a:pt x="69057" y="115291"/>
                        <a:pt x="60898" y="101693"/>
                        <a:pt x="60898" y="98973"/>
                      </a:cubicBezTo>
                      <a:cubicBezTo>
                        <a:pt x="60898" y="96253"/>
                        <a:pt x="60898" y="93534"/>
                        <a:pt x="66337" y="90814"/>
                      </a:cubicBezTo>
                      <a:cubicBezTo>
                        <a:pt x="71777" y="88094"/>
                        <a:pt x="79936" y="85375"/>
                        <a:pt x="88094" y="82655"/>
                      </a:cubicBezTo>
                      <a:cubicBezTo>
                        <a:pt x="104412" y="79935"/>
                        <a:pt x="131609" y="77216"/>
                        <a:pt x="145207" y="77216"/>
                      </a:cubicBezTo>
                      <a:cubicBezTo>
                        <a:pt x="145207" y="77216"/>
                        <a:pt x="145207" y="77216"/>
                        <a:pt x="145207" y="77216"/>
                      </a:cubicBezTo>
                      <a:cubicBezTo>
                        <a:pt x="145207" y="74496"/>
                        <a:pt x="150646" y="71776"/>
                        <a:pt x="153366" y="69057"/>
                      </a:cubicBezTo>
                      <a:cubicBezTo>
                        <a:pt x="161525" y="63617"/>
                        <a:pt x="169684" y="63617"/>
                        <a:pt x="177843" y="60898"/>
                      </a:cubicBezTo>
                      <a:cubicBezTo>
                        <a:pt x="183282" y="58178"/>
                        <a:pt x="191441" y="58178"/>
                        <a:pt x="196881" y="58178"/>
                      </a:cubicBezTo>
                      <a:cubicBezTo>
                        <a:pt x="199600" y="58178"/>
                        <a:pt x="202320" y="58178"/>
                        <a:pt x="205040" y="58178"/>
                      </a:cubicBezTo>
                      <a:cubicBezTo>
                        <a:pt x="207759" y="58178"/>
                        <a:pt x="213199" y="60898"/>
                        <a:pt x="215919" y="63617"/>
                      </a:cubicBezTo>
                      <a:cubicBezTo>
                        <a:pt x="221358" y="66337"/>
                        <a:pt x="224077" y="66337"/>
                        <a:pt x="229517" y="69057"/>
                      </a:cubicBezTo>
                      <a:cubicBezTo>
                        <a:pt x="237675" y="71776"/>
                        <a:pt x="245835" y="77216"/>
                        <a:pt x="256713" y="77216"/>
                      </a:cubicBezTo>
                      <a:cubicBezTo>
                        <a:pt x="259433" y="77216"/>
                        <a:pt x="262153" y="77216"/>
                        <a:pt x="264872" y="77216"/>
                      </a:cubicBezTo>
                      <a:cubicBezTo>
                        <a:pt x="270312" y="77216"/>
                        <a:pt x="275751" y="77216"/>
                        <a:pt x="281190" y="77216"/>
                      </a:cubicBezTo>
                      <a:cubicBezTo>
                        <a:pt x="292069" y="77216"/>
                        <a:pt x="321985" y="77216"/>
                        <a:pt x="330144" y="77216"/>
                      </a:cubicBezTo>
                      <a:cubicBezTo>
                        <a:pt x="338303" y="77216"/>
                        <a:pt x="349182" y="77216"/>
                        <a:pt x="357341" y="79935"/>
                      </a:cubicBezTo>
                      <a:cubicBezTo>
                        <a:pt x="368219" y="79935"/>
                        <a:pt x="379098" y="82655"/>
                        <a:pt x="387257" y="82655"/>
                      </a:cubicBezTo>
                      <a:cubicBezTo>
                        <a:pt x="392696" y="82655"/>
                        <a:pt x="400855" y="85375"/>
                        <a:pt x="406295" y="85375"/>
                      </a:cubicBezTo>
                      <a:cubicBezTo>
                        <a:pt x="409014" y="82655"/>
                        <a:pt x="414453" y="79935"/>
                        <a:pt x="417173" y="79935"/>
                      </a:cubicBezTo>
                      <a:cubicBezTo>
                        <a:pt x="419893" y="79935"/>
                        <a:pt x="422612" y="79935"/>
                        <a:pt x="425332" y="85375"/>
                      </a:cubicBezTo>
                      <a:cubicBezTo>
                        <a:pt x="428052" y="90814"/>
                        <a:pt x="433491" y="98973"/>
                        <a:pt x="433491" y="104412"/>
                      </a:cubicBezTo>
                      <a:cubicBezTo>
                        <a:pt x="436211" y="131609"/>
                        <a:pt x="436211" y="120730"/>
                        <a:pt x="436211" y="137048"/>
                      </a:cubicBezTo>
                      <a:cubicBezTo>
                        <a:pt x="438930" y="158805"/>
                        <a:pt x="438930" y="158805"/>
                        <a:pt x="438930" y="183282"/>
                      </a:cubicBezTo>
                      <a:cubicBezTo>
                        <a:pt x="438930" y="194161"/>
                        <a:pt x="438930" y="218638"/>
                        <a:pt x="422612" y="218638"/>
                      </a:cubicBezTo>
                      <a:cubicBezTo>
                        <a:pt x="414453" y="218638"/>
                        <a:pt x="411734" y="215918"/>
                        <a:pt x="406295" y="213198"/>
                      </a:cubicBezTo>
                      <a:cubicBezTo>
                        <a:pt x="400855" y="210479"/>
                        <a:pt x="398136" y="202320"/>
                        <a:pt x="398136" y="196881"/>
                      </a:cubicBezTo>
                      <a:cubicBezTo>
                        <a:pt x="395416" y="188722"/>
                        <a:pt x="395416" y="183282"/>
                        <a:pt x="395416" y="175123"/>
                      </a:cubicBezTo>
                      <a:cubicBezTo>
                        <a:pt x="395416" y="169684"/>
                        <a:pt x="395416" y="164245"/>
                        <a:pt x="395416" y="153366"/>
                      </a:cubicBezTo>
                      <a:cubicBezTo>
                        <a:pt x="395416" y="145207"/>
                        <a:pt x="395416" y="134328"/>
                        <a:pt x="395416" y="126170"/>
                      </a:cubicBezTo>
                      <a:cubicBezTo>
                        <a:pt x="387257" y="128889"/>
                        <a:pt x="379098" y="128889"/>
                        <a:pt x="370939" y="128889"/>
                      </a:cubicBezTo>
                      <a:cubicBezTo>
                        <a:pt x="360060" y="128889"/>
                        <a:pt x="349182" y="128889"/>
                        <a:pt x="338303" y="131609"/>
                      </a:cubicBezTo>
                      <a:cubicBezTo>
                        <a:pt x="327424" y="131609"/>
                        <a:pt x="319265" y="134328"/>
                        <a:pt x="286629" y="134328"/>
                      </a:cubicBezTo>
                      <a:cubicBezTo>
                        <a:pt x="281190" y="134328"/>
                        <a:pt x="278470" y="134328"/>
                        <a:pt x="273031" y="137048"/>
                      </a:cubicBezTo>
                      <a:cubicBezTo>
                        <a:pt x="270312" y="137048"/>
                        <a:pt x="264872" y="137048"/>
                        <a:pt x="262153" y="142487"/>
                      </a:cubicBezTo>
                      <a:cubicBezTo>
                        <a:pt x="259433" y="145207"/>
                        <a:pt x="259433" y="150647"/>
                        <a:pt x="259433" y="153366"/>
                      </a:cubicBezTo>
                      <a:cubicBezTo>
                        <a:pt x="259433" y="158805"/>
                        <a:pt x="259433" y="164245"/>
                        <a:pt x="262153" y="166964"/>
                      </a:cubicBezTo>
                      <a:cubicBezTo>
                        <a:pt x="262153" y="177843"/>
                        <a:pt x="262153" y="186002"/>
                        <a:pt x="262153" y="196881"/>
                      </a:cubicBezTo>
                      <a:cubicBezTo>
                        <a:pt x="262153" y="202320"/>
                        <a:pt x="262153" y="210479"/>
                        <a:pt x="262153" y="215918"/>
                      </a:cubicBezTo>
                      <a:cubicBezTo>
                        <a:pt x="262153" y="229516"/>
                        <a:pt x="262153" y="240395"/>
                        <a:pt x="262153" y="251274"/>
                      </a:cubicBezTo>
                      <a:cubicBezTo>
                        <a:pt x="262153" y="259433"/>
                        <a:pt x="259433" y="270311"/>
                        <a:pt x="259433" y="278470"/>
                      </a:cubicBezTo>
                      <a:cubicBezTo>
                        <a:pt x="259433" y="289349"/>
                        <a:pt x="259433" y="297508"/>
                        <a:pt x="259433" y="308386"/>
                      </a:cubicBezTo>
                      <a:cubicBezTo>
                        <a:pt x="259433" y="313826"/>
                        <a:pt x="259433" y="319265"/>
                        <a:pt x="259433" y="321985"/>
                      </a:cubicBezTo>
                      <a:cubicBezTo>
                        <a:pt x="259433" y="324704"/>
                        <a:pt x="259433" y="330144"/>
                        <a:pt x="259433" y="332863"/>
                      </a:cubicBezTo>
                      <a:cubicBezTo>
                        <a:pt x="262153" y="335583"/>
                        <a:pt x="264872" y="335583"/>
                        <a:pt x="267592" y="335583"/>
                      </a:cubicBezTo>
                      <a:cubicBezTo>
                        <a:pt x="273031" y="335583"/>
                        <a:pt x="275751" y="335583"/>
                        <a:pt x="281190" y="335583"/>
                      </a:cubicBezTo>
                      <a:cubicBezTo>
                        <a:pt x="311107" y="335583"/>
                        <a:pt x="319265" y="335583"/>
                        <a:pt x="327424" y="338303"/>
                      </a:cubicBezTo>
                      <a:cubicBezTo>
                        <a:pt x="335583" y="341022"/>
                        <a:pt x="343742" y="341022"/>
                        <a:pt x="351901" y="341022"/>
                      </a:cubicBezTo>
                      <a:cubicBezTo>
                        <a:pt x="351901" y="338303"/>
                        <a:pt x="351901" y="338303"/>
                        <a:pt x="351901" y="335583"/>
                      </a:cubicBezTo>
                      <a:cubicBezTo>
                        <a:pt x="351901" y="327424"/>
                        <a:pt x="351901" y="319265"/>
                        <a:pt x="351901" y="313826"/>
                      </a:cubicBezTo>
                      <a:cubicBezTo>
                        <a:pt x="351901" y="305667"/>
                        <a:pt x="351901" y="294788"/>
                        <a:pt x="357341" y="289349"/>
                      </a:cubicBezTo>
                      <a:cubicBezTo>
                        <a:pt x="360060" y="281190"/>
                        <a:pt x="368219" y="273031"/>
                        <a:pt x="373658" y="273031"/>
                      </a:cubicBezTo>
                      <a:cubicBezTo>
                        <a:pt x="376378" y="273031"/>
                        <a:pt x="379098" y="273031"/>
                        <a:pt x="381817" y="278470"/>
                      </a:cubicBezTo>
                      <a:cubicBezTo>
                        <a:pt x="384537" y="283909"/>
                        <a:pt x="387257" y="292068"/>
                        <a:pt x="389977" y="300228"/>
                      </a:cubicBezTo>
                      <a:cubicBezTo>
                        <a:pt x="392696" y="316545"/>
                        <a:pt x="392696" y="335583"/>
                        <a:pt x="395416" y="351901"/>
                      </a:cubicBezTo>
                      <a:cubicBezTo>
                        <a:pt x="398136" y="373658"/>
                        <a:pt x="398136" y="384537"/>
                        <a:pt x="398136" y="409014"/>
                      </a:cubicBezTo>
                      <a:cubicBezTo>
                        <a:pt x="398136" y="422612"/>
                        <a:pt x="398136" y="444369"/>
                        <a:pt x="381817" y="444369"/>
                      </a:cubicBezTo>
                      <a:cubicBezTo>
                        <a:pt x="373658" y="444369"/>
                        <a:pt x="370939" y="441650"/>
                        <a:pt x="365500" y="438930"/>
                      </a:cubicBezTo>
                      <a:cubicBezTo>
                        <a:pt x="360060" y="436210"/>
                        <a:pt x="357341" y="428051"/>
                        <a:pt x="357341" y="422612"/>
                      </a:cubicBezTo>
                      <a:cubicBezTo>
                        <a:pt x="354621" y="414453"/>
                        <a:pt x="354621" y="409014"/>
                        <a:pt x="354621" y="400855"/>
                      </a:cubicBezTo>
                      <a:cubicBezTo>
                        <a:pt x="354621" y="395415"/>
                        <a:pt x="354621" y="389976"/>
                        <a:pt x="354621" y="381817"/>
                      </a:cubicBezTo>
                      <a:cubicBezTo>
                        <a:pt x="335583" y="381817"/>
                        <a:pt x="308387" y="384537"/>
                        <a:pt x="270312" y="381817"/>
                      </a:cubicBezTo>
                      <a:cubicBezTo>
                        <a:pt x="262153" y="381817"/>
                        <a:pt x="256713" y="387256"/>
                        <a:pt x="256713" y="395415"/>
                      </a:cubicBezTo>
                      <a:cubicBezTo>
                        <a:pt x="256713" y="403574"/>
                        <a:pt x="256713" y="414453"/>
                        <a:pt x="253994" y="422612"/>
                      </a:cubicBezTo>
                      <a:cubicBezTo>
                        <a:pt x="253994" y="425332"/>
                        <a:pt x="253994" y="430771"/>
                        <a:pt x="253994" y="433490"/>
                      </a:cubicBezTo>
                      <a:cubicBezTo>
                        <a:pt x="253994" y="438930"/>
                        <a:pt x="253994" y="444369"/>
                        <a:pt x="253994" y="449809"/>
                      </a:cubicBezTo>
                      <a:cubicBezTo>
                        <a:pt x="253994" y="457967"/>
                        <a:pt x="256713" y="466126"/>
                        <a:pt x="256713" y="474285"/>
                      </a:cubicBezTo>
                      <a:cubicBezTo>
                        <a:pt x="256713" y="482444"/>
                        <a:pt x="256713" y="490603"/>
                        <a:pt x="256713" y="496043"/>
                      </a:cubicBezTo>
                      <a:cubicBezTo>
                        <a:pt x="256713" y="509641"/>
                        <a:pt x="259433" y="520520"/>
                        <a:pt x="259433" y="534118"/>
                      </a:cubicBezTo>
                      <a:cubicBezTo>
                        <a:pt x="259433" y="553155"/>
                        <a:pt x="259433" y="572193"/>
                        <a:pt x="259433" y="591231"/>
                      </a:cubicBezTo>
                      <a:cubicBezTo>
                        <a:pt x="259433" y="602109"/>
                        <a:pt x="262153" y="610268"/>
                        <a:pt x="262153" y="618427"/>
                      </a:cubicBezTo>
                      <a:cubicBezTo>
                        <a:pt x="264872" y="626586"/>
                        <a:pt x="262153" y="642904"/>
                        <a:pt x="267592" y="648343"/>
                      </a:cubicBezTo>
                      <a:cubicBezTo>
                        <a:pt x="270312" y="651063"/>
                        <a:pt x="275751" y="651063"/>
                        <a:pt x="292069" y="651063"/>
                      </a:cubicBezTo>
                      <a:cubicBezTo>
                        <a:pt x="305667" y="651063"/>
                        <a:pt x="319265" y="651063"/>
                        <a:pt x="327424" y="651063"/>
                      </a:cubicBezTo>
                      <a:cubicBezTo>
                        <a:pt x="338303" y="651063"/>
                        <a:pt x="351901" y="653783"/>
                        <a:pt x="362780" y="653783"/>
                      </a:cubicBezTo>
                      <a:cubicBezTo>
                        <a:pt x="376378" y="653783"/>
                        <a:pt x="384537" y="651063"/>
                        <a:pt x="395416" y="648343"/>
                      </a:cubicBezTo>
                      <a:cubicBezTo>
                        <a:pt x="395416" y="637465"/>
                        <a:pt x="395416" y="629306"/>
                        <a:pt x="395416" y="618427"/>
                      </a:cubicBezTo>
                      <a:cubicBezTo>
                        <a:pt x="395416" y="610268"/>
                        <a:pt x="395416" y="602109"/>
                        <a:pt x="395416" y="596670"/>
                      </a:cubicBezTo>
                      <a:cubicBezTo>
                        <a:pt x="395416" y="591231"/>
                        <a:pt x="395416" y="585791"/>
                        <a:pt x="398136" y="574913"/>
                      </a:cubicBezTo>
                      <a:cubicBezTo>
                        <a:pt x="400855" y="569473"/>
                        <a:pt x="400855" y="564034"/>
                        <a:pt x="406295" y="558595"/>
                      </a:cubicBezTo>
                      <a:cubicBezTo>
                        <a:pt x="411734" y="553155"/>
                        <a:pt x="414453" y="553155"/>
                        <a:pt x="422612" y="553155"/>
                      </a:cubicBezTo>
                      <a:cubicBezTo>
                        <a:pt x="436211" y="553155"/>
                        <a:pt x="438930" y="577632"/>
                        <a:pt x="438930" y="588511"/>
                      </a:cubicBezTo>
                      <a:cubicBezTo>
                        <a:pt x="438930" y="612988"/>
                        <a:pt x="438930" y="623866"/>
                        <a:pt x="436211" y="645624"/>
                      </a:cubicBezTo>
                      <a:cubicBezTo>
                        <a:pt x="433491" y="648343"/>
                        <a:pt x="433491" y="648343"/>
                        <a:pt x="433491" y="651063"/>
                      </a:cubicBezTo>
                      <a:lnTo>
                        <a:pt x="433491" y="651063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>
                    <a:ln>
                      <a:noFill/>
                    </a:ln>
                    <a:solidFill>
                      <a:srgbClr val="666666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9" name="Freeform: Shape 48">
                  <a:extLst>
                    <a:ext uri="{FF2B5EF4-FFF2-40B4-BE49-F238E27FC236}">
                      <a16:creationId xmlns:a16="http://schemas.microsoft.com/office/drawing/2014/main" id="{633CCB05-4DDD-B74C-BC6C-6EDD1968928A}"/>
                    </a:ext>
                  </a:extLst>
                </p:cNvPr>
                <p:cNvSpPr/>
                <p:nvPr/>
              </p:nvSpPr>
              <p:spPr>
                <a:xfrm>
                  <a:off x="7912732" y="4250336"/>
                  <a:ext cx="465062" cy="658157"/>
                </a:xfrm>
                <a:custGeom>
                  <a:avLst/>
                  <a:gdLst>
                    <a:gd name="connsiteX0" fmla="*/ 193096 w 465062"/>
                    <a:gd name="connsiteY0" fmla="*/ 59832 h 658157"/>
                    <a:gd name="connsiteX1" fmla="*/ 193096 w 465062"/>
                    <a:gd name="connsiteY1" fmla="*/ 114226 h 658157"/>
                    <a:gd name="connsiteX2" fmla="*/ 198536 w 465062"/>
                    <a:gd name="connsiteY2" fmla="*/ 209414 h 658157"/>
                    <a:gd name="connsiteX3" fmla="*/ 201255 w 465062"/>
                    <a:gd name="connsiteY3" fmla="*/ 282845 h 658157"/>
                    <a:gd name="connsiteX4" fmla="*/ 203975 w 465062"/>
                    <a:gd name="connsiteY4" fmla="*/ 315481 h 658157"/>
                    <a:gd name="connsiteX5" fmla="*/ 203975 w 465062"/>
                    <a:gd name="connsiteY5" fmla="*/ 320920 h 658157"/>
                    <a:gd name="connsiteX6" fmla="*/ 212134 w 465062"/>
                    <a:gd name="connsiteY6" fmla="*/ 329079 h 658157"/>
                    <a:gd name="connsiteX7" fmla="*/ 223013 w 465062"/>
                    <a:gd name="connsiteY7" fmla="*/ 329079 h 658157"/>
                    <a:gd name="connsiteX8" fmla="*/ 239331 w 465062"/>
                    <a:gd name="connsiteY8" fmla="*/ 329079 h 658157"/>
                    <a:gd name="connsiteX9" fmla="*/ 280126 w 465062"/>
                    <a:gd name="connsiteY9" fmla="*/ 312761 h 658157"/>
                    <a:gd name="connsiteX10" fmla="*/ 296443 w 465062"/>
                    <a:gd name="connsiteY10" fmla="*/ 288284 h 658157"/>
                    <a:gd name="connsiteX11" fmla="*/ 304602 w 465062"/>
                    <a:gd name="connsiteY11" fmla="*/ 258368 h 658157"/>
                    <a:gd name="connsiteX12" fmla="*/ 312761 w 465062"/>
                    <a:gd name="connsiteY12" fmla="*/ 225732 h 658157"/>
                    <a:gd name="connsiteX13" fmla="*/ 315481 w 465062"/>
                    <a:gd name="connsiteY13" fmla="*/ 195816 h 658157"/>
                    <a:gd name="connsiteX14" fmla="*/ 318201 w 465062"/>
                    <a:gd name="connsiteY14" fmla="*/ 168619 h 658157"/>
                    <a:gd name="connsiteX15" fmla="*/ 312761 w 465062"/>
                    <a:gd name="connsiteY15" fmla="*/ 135983 h 658157"/>
                    <a:gd name="connsiteX16" fmla="*/ 312761 w 465062"/>
                    <a:gd name="connsiteY16" fmla="*/ 122385 h 658157"/>
                    <a:gd name="connsiteX17" fmla="*/ 293724 w 465062"/>
                    <a:gd name="connsiteY17" fmla="*/ 84309 h 658157"/>
                    <a:gd name="connsiteX18" fmla="*/ 280126 w 465062"/>
                    <a:gd name="connsiteY18" fmla="*/ 73430 h 658157"/>
                    <a:gd name="connsiteX19" fmla="*/ 258368 w 465062"/>
                    <a:gd name="connsiteY19" fmla="*/ 62552 h 658157"/>
                    <a:gd name="connsiteX20" fmla="*/ 217573 w 465062"/>
                    <a:gd name="connsiteY20" fmla="*/ 59832 h 658157"/>
                    <a:gd name="connsiteX21" fmla="*/ 111506 w 465062"/>
                    <a:gd name="connsiteY21" fmla="*/ 0 h 658157"/>
                    <a:gd name="connsiteX22" fmla="*/ 127824 w 465062"/>
                    <a:gd name="connsiteY22" fmla="*/ 0 h 658157"/>
                    <a:gd name="connsiteX23" fmla="*/ 157741 w 465062"/>
                    <a:gd name="connsiteY23" fmla="*/ 5440 h 658157"/>
                    <a:gd name="connsiteX24" fmla="*/ 179497 w 465062"/>
                    <a:gd name="connsiteY24" fmla="*/ 16318 h 658157"/>
                    <a:gd name="connsiteX25" fmla="*/ 209414 w 465062"/>
                    <a:gd name="connsiteY25" fmla="*/ 16318 h 658157"/>
                    <a:gd name="connsiteX26" fmla="*/ 247489 w 465062"/>
                    <a:gd name="connsiteY26" fmla="*/ 16318 h 658157"/>
                    <a:gd name="connsiteX27" fmla="*/ 266527 w 465062"/>
                    <a:gd name="connsiteY27" fmla="*/ 16318 h 658157"/>
                    <a:gd name="connsiteX28" fmla="*/ 312761 w 465062"/>
                    <a:gd name="connsiteY28" fmla="*/ 27197 h 658157"/>
                    <a:gd name="connsiteX29" fmla="*/ 337238 w 465062"/>
                    <a:gd name="connsiteY29" fmla="*/ 38075 h 658157"/>
                    <a:gd name="connsiteX30" fmla="*/ 364434 w 465062"/>
                    <a:gd name="connsiteY30" fmla="*/ 54393 h 658157"/>
                    <a:gd name="connsiteX31" fmla="*/ 386192 w 465062"/>
                    <a:gd name="connsiteY31" fmla="*/ 73431 h 658157"/>
                    <a:gd name="connsiteX32" fmla="*/ 407949 w 465062"/>
                    <a:gd name="connsiteY32" fmla="*/ 103347 h 658157"/>
                    <a:gd name="connsiteX33" fmla="*/ 416108 w 465062"/>
                    <a:gd name="connsiteY33" fmla="*/ 141422 h 658157"/>
                    <a:gd name="connsiteX34" fmla="*/ 418828 w 465062"/>
                    <a:gd name="connsiteY34" fmla="*/ 163179 h 658157"/>
                    <a:gd name="connsiteX35" fmla="*/ 418828 w 465062"/>
                    <a:gd name="connsiteY35" fmla="*/ 171339 h 658157"/>
                    <a:gd name="connsiteX36" fmla="*/ 421547 w 465062"/>
                    <a:gd name="connsiteY36" fmla="*/ 187656 h 658157"/>
                    <a:gd name="connsiteX37" fmla="*/ 418828 w 465062"/>
                    <a:gd name="connsiteY37" fmla="*/ 206694 h 658157"/>
                    <a:gd name="connsiteX38" fmla="*/ 416108 w 465062"/>
                    <a:gd name="connsiteY38" fmla="*/ 233891 h 658157"/>
                    <a:gd name="connsiteX39" fmla="*/ 405229 w 465062"/>
                    <a:gd name="connsiteY39" fmla="*/ 263807 h 658157"/>
                    <a:gd name="connsiteX40" fmla="*/ 394351 w 465062"/>
                    <a:gd name="connsiteY40" fmla="*/ 274686 h 658157"/>
                    <a:gd name="connsiteX41" fmla="*/ 388912 w 465062"/>
                    <a:gd name="connsiteY41" fmla="*/ 285564 h 658157"/>
                    <a:gd name="connsiteX42" fmla="*/ 369874 w 465062"/>
                    <a:gd name="connsiteY42" fmla="*/ 304602 h 658157"/>
                    <a:gd name="connsiteX43" fmla="*/ 358995 w 465062"/>
                    <a:gd name="connsiteY43" fmla="*/ 310041 h 658157"/>
                    <a:gd name="connsiteX44" fmla="*/ 348117 w 465062"/>
                    <a:gd name="connsiteY44" fmla="*/ 320920 h 658157"/>
                    <a:gd name="connsiteX45" fmla="*/ 326359 w 465062"/>
                    <a:gd name="connsiteY45" fmla="*/ 339957 h 658157"/>
                    <a:gd name="connsiteX46" fmla="*/ 312761 w 465062"/>
                    <a:gd name="connsiteY46" fmla="*/ 353555 h 658157"/>
                    <a:gd name="connsiteX47" fmla="*/ 337238 w 465062"/>
                    <a:gd name="connsiteY47" fmla="*/ 380752 h 658157"/>
                    <a:gd name="connsiteX48" fmla="*/ 358995 w 465062"/>
                    <a:gd name="connsiteY48" fmla="*/ 421547 h 658157"/>
                    <a:gd name="connsiteX49" fmla="*/ 372593 w 465062"/>
                    <a:gd name="connsiteY49" fmla="*/ 459622 h 658157"/>
                    <a:gd name="connsiteX50" fmla="*/ 386192 w 465062"/>
                    <a:gd name="connsiteY50" fmla="*/ 514015 h 658157"/>
                    <a:gd name="connsiteX51" fmla="*/ 407949 w 465062"/>
                    <a:gd name="connsiteY51" fmla="*/ 568408 h 658157"/>
                    <a:gd name="connsiteX52" fmla="*/ 421547 w 465062"/>
                    <a:gd name="connsiteY52" fmla="*/ 598324 h 658157"/>
                    <a:gd name="connsiteX53" fmla="*/ 451463 w 465062"/>
                    <a:gd name="connsiteY53" fmla="*/ 628241 h 658157"/>
                    <a:gd name="connsiteX54" fmla="*/ 465062 w 465062"/>
                    <a:gd name="connsiteY54" fmla="*/ 644559 h 658157"/>
                    <a:gd name="connsiteX55" fmla="*/ 462342 w 465062"/>
                    <a:gd name="connsiteY55" fmla="*/ 649998 h 658157"/>
                    <a:gd name="connsiteX56" fmla="*/ 437865 w 465062"/>
                    <a:gd name="connsiteY56" fmla="*/ 658157 h 658157"/>
                    <a:gd name="connsiteX57" fmla="*/ 361715 w 465062"/>
                    <a:gd name="connsiteY57" fmla="*/ 622801 h 658157"/>
                    <a:gd name="connsiteX58" fmla="*/ 320920 w 465062"/>
                    <a:gd name="connsiteY58" fmla="*/ 565689 h 658157"/>
                    <a:gd name="connsiteX59" fmla="*/ 304602 w 465062"/>
                    <a:gd name="connsiteY59" fmla="*/ 530333 h 658157"/>
                    <a:gd name="connsiteX60" fmla="*/ 293723 w 465062"/>
                    <a:gd name="connsiteY60" fmla="*/ 497697 h 658157"/>
                    <a:gd name="connsiteX61" fmla="*/ 282845 w 465062"/>
                    <a:gd name="connsiteY61" fmla="*/ 462342 h 658157"/>
                    <a:gd name="connsiteX62" fmla="*/ 269246 w 465062"/>
                    <a:gd name="connsiteY62" fmla="*/ 424267 h 658157"/>
                    <a:gd name="connsiteX63" fmla="*/ 255648 w 465062"/>
                    <a:gd name="connsiteY63" fmla="*/ 391631 h 658157"/>
                    <a:gd name="connsiteX64" fmla="*/ 236610 w 465062"/>
                    <a:gd name="connsiteY64" fmla="*/ 367154 h 658157"/>
                    <a:gd name="connsiteX65" fmla="*/ 217573 w 465062"/>
                    <a:gd name="connsiteY65" fmla="*/ 361714 h 658157"/>
                    <a:gd name="connsiteX66" fmla="*/ 201255 w 465062"/>
                    <a:gd name="connsiteY66" fmla="*/ 361714 h 658157"/>
                    <a:gd name="connsiteX67" fmla="*/ 198535 w 465062"/>
                    <a:gd name="connsiteY67" fmla="*/ 367154 h 658157"/>
                    <a:gd name="connsiteX68" fmla="*/ 201255 w 465062"/>
                    <a:gd name="connsiteY68" fmla="*/ 388911 h 658157"/>
                    <a:gd name="connsiteX69" fmla="*/ 198535 w 465062"/>
                    <a:gd name="connsiteY69" fmla="*/ 426986 h 658157"/>
                    <a:gd name="connsiteX70" fmla="*/ 203975 w 465062"/>
                    <a:gd name="connsiteY70" fmla="*/ 478660 h 658157"/>
                    <a:gd name="connsiteX71" fmla="*/ 198535 w 465062"/>
                    <a:gd name="connsiteY71" fmla="*/ 552090 h 658157"/>
                    <a:gd name="connsiteX72" fmla="*/ 195816 w 465062"/>
                    <a:gd name="connsiteY72" fmla="*/ 576567 h 658157"/>
                    <a:gd name="connsiteX73" fmla="*/ 198535 w 465062"/>
                    <a:gd name="connsiteY73" fmla="*/ 592885 h 658157"/>
                    <a:gd name="connsiteX74" fmla="*/ 233891 w 465062"/>
                    <a:gd name="connsiteY74" fmla="*/ 592885 h 658157"/>
                    <a:gd name="connsiteX75" fmla="*/ 271966 w 465062"/>
                    <a:gd name="connsiteY75" fmla="*/ 611923 h 658157"/>
                    <a:gd name="connsiteX76" fmla="*/ 266527 w 465062"/>
                    <a:gd name="connsiteY76" fmla="*/ 628241 h 658157"/>
                    <a:gd name="connsiteX77" fmla="*/ 250209 w 465062"/>
                    <a:gd name="connsiteY77" fmla="*/ 636400 h 658157"/>
                    <a:gd name="connsiteX78" fmla="*/ 228451 w 465062"/>
                    <a:gd name="connsiteY78" fmla="*/ 639119 h 658157"/>
                    <a:gd name="connsiteX79" fmla="*/ 187657 w 465062"/>
                    <a:gd name="connsiteY79" fmla="*/ 639119 h 658157"/>
                    <a:gd name="connsiteX80" fmla="*/ 152301 w 465062"/>
                    <a:gd name="connsiteY80" fmla="*/ 652717 h 658157"/>
                    <a:gd name="connsiteX81" fmla="*/ 133263 w 465062"/>
                    <a:gd name="connsiteY81" fmla="*/ 655437 h 658157"/>
                    <a:gd name="connsiteX82" fmla="*/ 122385 w 465062"/>
                    <a:gd name="connsiteY82" fmla="*/ 652717 h 658157"/>
                    <a:gd name="connsiteX83" fmla="*/ 97908 w 465062"/>
                    <a:gd name="connsiteY83" fmla="*/ 639119 h 658157"/>
                    <a:gd name="connsiteX84" fmla="*/ 70711 w 465062"/>
                    <a:gd name="connsiteY84" fmla="*/ 639119 h 658157"/>
                    <a:gd name="connsiteX85" fmla="*/ 46234 w 465062"/>
                    <a:gd name="connsiteY85" fmla="*/ 639119 h 658157"/>
                    <a:gd name="connsiteX86" fmla="*/ 19038 w 465062"/>
                    <a:gd name="connsiteY86" fmla="*/ 630960 h 658157"/>
                    <a:gd name="connsiteX87" fmla="*/ 2720 w 465062"/>
                    <a:gd name="connsiteY87" fmla="*/ 614642 h 658157"/>
                    <a:gd name="connsiteX88" fmla="*/ 8159 w 465062"/>
                    <a:gd name="connsiteY88" fmla="*/ 606483 h 658157"/>
                    <a:gd name="connsiteX89" fmla="*/ 29916 w 465062"/>
                    <a:gd name="connsiteY89" fmla="*/ 598324 h 658157"/>
                    <a:gd name="connsiteX90" fmla="*/ 76151 w 465062"/>
                    <a:gd name="connsiteY90" fmla="*/ 592885 h 658157"/>
                    <a:gd name="connsiteX91" fmla="*/ 73431 w 465062"/>
                    <a:gd name="connsiteY91" fmla="*/ 573848 h 658157"/>
                    <a:gd name="connsiteX92" fmla="*/ 70711 w 465062"/>
                    <a:gd name="connsiteY92" fmla="*/ 500417 h 658157"/>
                    <a:gd name="connsiteX93" fmla="*/ 73431 w 465062"/>
                    <a:gd name="connsiteY93" fmla="*/ 437865 h 658157"/>
                    <a:gd name="connsiteX94" fmla="*/ 70711 w 465062"/>
                    <a:gd name="connsiteY94" fmla="*/ 369873 h 658157"/>
                    <a:gd name="connsiteX95" fmla="*/ 70711 w 465062"/>
                    <a:gd name="connsiteY95" fmla="*/ 293723 h 658157"/>
                    <a:gd name="connsiteX96" fmla="*/ 73431 w 465062"/>
                    <a:gd name="connsiteY96" fmla="*/ 212133 h 658157"/>
                    <a:gd name="connsiteX97" fmla="*/ 76151 w 465062"/>
                    <a:gd name="connsiteY97" fmla="*/ 155021 h 658157"/>
                    <a:gd name="connsiteX98" fmla="*/ 76151 w 465062"/>
                    <a:gd name="connsiteY98" fmla="*/ 119665 h 658157"/>
                    <a:gd name="connsiteX99" fmla="*/ 78870 w 465062"/>
                    <a:gd name="connsiteY99" fmla="*/ 84310 h 658157"/>
                    <a:gd name="connsiteX100" fmla="*/ 76151 w 465062"/>
                    <a:gd name="connsiteY100" fmla="*/ 62552 h 658157"/>
                    <a:gd name="connsiteX101" fmla="*/ 67992 w 465062"/>
                    <a:gd name="connsiteY101" fmla="*/ 62552 h 658157"/>
                    <a:gd name="connsiteX102" fmla="*/ 43515 w 465062"/>
                    <a:gd name="connsiteY102" fmla="*/ 62552 h 658157"/>
                    <a:gd name="connsiteX103" fmla="*/ 16318 w 465062"/>
                    <a:gd name="connsiteY103" fmla="*/ 57113 h 658157"/>
                    <a:gd name="connsiteX104" fmla="*/ 0 w 465062"/>
                    <a:gd name="connsiteY104" fmla="*/ 40795 h 658157"/>
                    <a:gd name="connsiteX105" fmla="*/ 5439 w 465062"/>
                    <a:gd name="connsiteY105" fmla="*/ 32636 h 658157"/>
                    <a:gd name="connsiteX106" fmla="*/ 27197 w 465062"/>
                    <a:gd name="connsiteY106" fmla="*/ 24477 h 658157"/>
                    <a:gd name="connsiteX107" fmla="*/ 76151 w 465062"/>
                    <a:gd name="connsiteY107" fmla="*/ 19038 h 658157"/>
                    <a:gd name="connsiteX108" fmla="*/ 78870 w 465062"/>
                    <a:gd name="connsiteY108" fmla="*/ 13598 h 658157"/>
                    <a:gd name="connsiteX109" fmla="*/ 95188 w 465062"/>
                    <a:gd name="connsiteY109" fmla="*/ 5440 h 658157"/>
                    <a:gd name="connsiteX110" fmla="*/ 111506 w 465062"/>
                    <a:gd name="connsiteY110" fmla="*/ 0 h 6581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</a:cxnLst>
                  <a:rect l="l" t="t" r="r" b="b"/>
                  <a:pathLst>
                    <a:path w="465062" h="658157">
                      <a:moveTo>
                        <a:pt x="193096" y="59832"/>
                      </a:moveTo>
                      <a:cubicBezTo>
                        <a:pt x="193096" y="73430"/>
                        <a:pt x="193096" y="89748"/>
                        <a:pt x="193096" y="114226"/>
                      </a:cubicBezTo>
                      <a:cubicBezTo>
                        <a:pt x="193096" y="144142"/>
                        <a:pt x="195816" y="176778"/>
                        <a:pt x="198536" y="209414"/>
                      </a:cubicBezTo>
                      <a:cubicBezTo>
                        <a:pt x="198536" y="247489"/>
                        <a:pt x="201255" y="277406"/>
                        <a:pt x="201255" y="282845"/>
                      </a:cubicBezTo>
                      <a:cubicBezTo>
                        <a:pt x="201255" y="293723"/>
                        <a:pt x="203975" y="304602"/>
                        <a:pt x="203975" y="315481"/>
                      </a:cubicBezTo>
                      <a:cubicBezTo>
                        <a:pt x="203975" y="318200"/>
                        <a:pt x="203975" y="318200"/>
                        <a:pt x="203975" y="320920"/>
                      </a:cubicBezTo>
                      <a:cubicBezTo>
                        <a:pt x="203975" y="326359"/>
                        <a:pt x="206695" y="329079"/>
                        <a:pt x="212134" y="329079"/>
                      </a:cubicBezTo>
                      <a:cubicBezTo>
                        <a:pt x="214854" y="329079"/>
                        <a:pt x="220293" y="329079"/>
                        <a:pt x="223013" y="329079"/>
                      </a:cubicBezTo>
                      <a:cubicBezTo>
                        <a:pt x="228452" y="329079"/>
                        <a:pt x="233891" y="329079"/>
                        <a:pt x="239331" y="329079"/>
                      </a:cubicBezTo>
                      <a:cubicBezTo>
                        <a:pt x="252929" y="329079"/>
                        <a:pt x="271967" y="323640"/>
                        <a:pt x="280126" y="312761"/>
                      </a:cubicBezTo>
                      <a:cubicBezTo>
                        <a:pt x="288284" y="304602"/>
                        <a:pt x="291004" y="299163"/>
                        <a:pt x="296443" y="288284"/>
                      </a:cubicBezTo>
                      <a:cubicBezTo>
                        <a:pt x="299163" y="277406"/>
                        <a:pt x="301883" y="269247"/>
                        <a:pt x="304602" y="258368"/>
                      </a:cubicBezTo>
                      <a:cubicBezTo>
                        <a:pt x="307322" y="244770"/>
                        <a:pt x="310042" y="239330"/>
                        <a:pt x="312761" y="225732"/>
                      </a:cubicBezTo>
                      <a:cubicBezTo>
                        <a:pt x="315481" y="212134"/>
                        <a:pt x="315481" y="209414"/>
                        <a:pt x="315481" y="195816"/>
                      </a:cubicBezTo>
                      <a:cubicBezTo>
                        <a:pt x="315481" y="179498"/>
                        <a:pt x="315481" y="184937"/>
                        <a:pt x="318201" y="168619"/>
                      </a:cubicBezTo>
                      <a:cubicBezTo>
                        <a:pt x="312761" y="152302"/>
                        <a:pt x="312761" y="149582"/>
                        <a:pt x="312761" y="135983"/>
                      </a:cubicBezTo>
                      <a:cubicBezTo>
                        <a:pt x="312761" y="133264"/>
                        <a:pt x="312761" y="127825"/>
                        <a:pt x="312761" y="122385"/>
                      </a:cubicBezTo>
                      <a:cubicBezTo>
                        <a:pt x="312761" y="111507"/>
                        <a:pt x="301883" y="95188"/>
                        <a:pt x="293724" y="84309"/>
                      </a:cubicBezTo>
                      <a:cubicBezTo>
                        <a:pt x="288284" y="78870"/>
                        <a:pt x="285565" y="76150"/>
                        <a:pt x="280126" y="73430"/>
                      </a:cubicBezTo>
                      <a:cubicBezTo>
                        <a:pt x="271967" y="67991"/>
                        <a:pt x="266527" y="65271"/>
                        <a:pt x="258368" y="62552"/>
                      </a:cubicBezTo>
                      <a:cubicBezTo>
                        <a:pt x="244770" y="59832"/>
                        <a:pt x="228452" y="59832"/>
                        <a:pt x="217573" y="59832"/>
                      </a:cubicBezTo>
                      <a:close/>
                      <a:moveTo>
                        <a:pt x="111506" y="0"/>
                      </a:moveTo>
                      <a:cubicBezTo>
                        <a:pt x="114226" y="0"/>
                        <a:pt x="122385" y="0"/>
                        <a:pt x="127824" y="0"/>
                      </a:cubicBezTo>
                      <a:cubicBezTo>
                        <a:pt x="135983" y="0"/>
                        <a:pt x="146862" y="2720"/>
                        <a:pt x="157741" y="5440"/>
                      </a:cubicBezTo>
                      <a:cubicBezTo>
                        <a:pt x="168619" y="8159"/>
                        <a:pt x="176778" y="10879"/>
                        <a:pt x="179497" y="16318"/>
                      </a:cubicBezTo>
                      <a:cubicBezTo>
                        <a:pt x="193096" y="16318"/>
                        <a:pt x="201255" y="16318"/>
                        <a:pt x="209414" y="16318"/>
                      </a:cubicBezTo>
                      <a:cubicBezTo>
                        <a:pt x="220292" y="16318"/>
                        <a:pt x="231171" y="16318"/>
                        <a:pt x="247489" y="16318"/>
                      </a:cubicBezTo>
                      <a:cubicBezTo>
                        <a:pt x="250209" y="16318"/>
                        <a:pt x="258368" y="16318"/>
                        <a:pt x="266527" y="16318"/>
                      </a:cubicBezTo>
                      <a:cubicBezTo>
                        <a:pt x="277405" y="16318"/>
                        <a:pt x="291004" y="21758"/>
                        <a:pt x="312761" y="27197"/>
                      </a:cubicBezTo>
                      <a:cubicBezTo>
                        <a:pt x="320920" y="29917"/>
                        <a:pt x="329079" y="35356"/>
                        <a:pt x="337238" y="38075"/>
                      </a:cubicBezTo>
                      <a:cubicBezTo>
                        <a:pt x="342677" y="40795"/>
                        <a:pt x="353556" y="48954"/>
                        <a:pt x="364434" y="54393"/>
                      </a:cubicBezTo>
                      <a:cubicBezTo>
                        <a:pt x="375313" y="62552"/>
                        <a:pt x="386192" y="67992"/>
                        <a:pt x="386192" y="73431"/>
                      </a:cubicBezTo>
                      <a:cubicBezTo>
                        <a:pt x="391631" y="84310"/>
                        <a:pt x="402510" y="92469"/>
                        <a:pt x="407949" y="103347"/>
                      </a:cubicBezTo>
                      <a:cubicBezTo>
                        <a:pt x="413388" y="116945"/>
                        <a:pt x="416108" y="130544"/>
                        <a:pt x="416108" y="141422"/>
                      </a:cubicBezTo>
                      <a:cubicBezTo>
                        <a:pt x="416108" y="152301"/>
                        <a:pt x="418828" y="157740"/>
                        <a:pt x="418828" y="163179"/>
                      </a:cubicBezTo>
                      <a:cubicBezTo>
                        <a:pt x="418828" y="165899"/>
                        <a:pt x="418828" y="168619"/>
                        <a:pt x="418828" y="171339"/>
                      </a:cubicBezTo>
                      <a:cubicBezTo>
                        <a:pt x="418828" y="174058"/>
                        <a:pt x="421547" y="182217"/>
                        <a:pt x="421547" y="187656"/>
                      </a:cubicBezTo>
                      <a:cubicBezTo>
                        <a:pt x="421547" y="193096"/>
                        <a:pt x="418828" y="201255"/>
                        <a:pt x="418828" y="206694"/>
                      </a:cubicBezTo>
                      <a:cubicBezTo>
                        <a:pt x="418828" y="217573"/>
                        <a:pt x="418828" y="223012"/>
                        <a:pt x="416108" y="233891"/>
                      </a:cubicBezTo>
                      <a:cubicBezTo>
                        <a:pt x="413388" y="244769"/>
                        <a:pt x="410668" y="255648"/>
                        <a:pt x="405229" y="263807"/>
                      </a:cubicBezTo>
                      <a:cubicBezTo>
                        <a:pt x="402510" y="269246"/>
                        <a:pt x="397070" y="269246"/>
                        <a:pt x="394351" y="274686"/>
                      </a:cubicBezTo>
                      <a:cubicBezTo>
                        <a:pt x="391631" y="277405"/>
                        <a:pt x="391631" y="282844"/>
                        <a:pt x="388912" y="285564"/>
                      </a:cubicBezTo>
                      <a:cubicBezTo>
                        <a:pt x="383472" y="291003"/>
                        <a:pt x="375313" y="301882"/>
                        <a:pt x="369874" y="304602"/>
                      </a:cubicBezTo>
                      <a:cubicBezTo>
                        <a:pt x="367154" y="307321"/>
                        <a:pt x="361715" y="307321"/>
                        <a:pt x="358995" y="310041"/>
                      </a:cubicBezTo>
                      <a:cubicBezTo>
                        <a:pt x="356275" y="312761"/>
                        <a:pt x="350836" y="318200"/>
                        <a:pt x="348117" y="320920"/>
                      </a:cubicBezTo>
                      <a:cubicBezTo>
                        <a:pt x="339958" y="326359"/>
                        <a:pt x="334518" y="334518"/>
                        <a:pt x="326359" y="339957"/>
                      </a:cubicBezTo>
                      <a:cubicBezTo>
                        <a:pt x="320920" y="342677"/>
                        <a:pt x="312761" y="342677"/>
                        <a:pt x="312761" y="353555"/>
                      </a:cubicBezTo>
                      <a:cubicBezTo>
                        <a:pt x="312761" y="361714"/>
                        <a:pt x="334518" y="372593"/>
                        <a:pt x="337238" y="380752"/>
                      </a:cubicBezTo>
                      <a:cubicBezTo>
                        <a:pt x="345397" y="394350"/>
                        <a:pt x="353556" y="407948"/>
                        <a:pt x="358995" y="421547"/>
                      </a:cubicBezTo>
                      <a:cubicBezTo>
                        <a:pt x="364434" y="435145"/>
                        <a:pt x="367154" y="446024"/>
                        <a:pt x="372593" y="459622"/>
                      </a:cubicBezTo>
                      <a:cubicBezTo>
                        <a:pt x="378033" y="478660"/>
                        <a:pt x="383472" y="494978"/>
                        <a:pt x="386192" y="514015"/>
                      </a:cubicBezTo>
                      <a:cubicBezTo>
                        <a:pt x="391631" y="533053"/>
                        <a:pt x="402510" y="549371"/>
                        <a:pt x="407949" y="568408"/>
                      </a:cubicBezTo>
                      <a:cubicBezTo>
                        <a:pt x="410668" y="579287"/>
                        <a:pt x="416108" y="590165"/>
                        <a:pt x="421547" y="598324"/>
                      </a:cubicBezTo>
                      <a:cubicBezTo>
                        <a:pt x="435146" y="614642"/>
                        <a:pt x="443305" y="622801"/>
                        <a:pt x="451463" y="628241"/>
                      </a:cubicBezTo>
                      <a:cubicBezTo>
                        <a:pt x="456903" y="630960"/>
                        <a:pt x="465062" y="636400"/>
                        <a:pt x="465062" y="644559"/>
                      </a:cubicBezTo>
                      <a:cubicBezTo>
                        <a:pt x="465062" y="647278"/>
                        <a:pt x="465062" y="647278"/>
                        <a:pt x="462342" y="649998"/>
                      </a:cubicBezTo>
                      <a:cubicBezTo>
                        <a:pt x="456903" y="655437"/>
                        <a:pt x="446024" y="658157"/>
                        <a:pt x="437865" y="658157"/>
                      </a:cubicBezTo>
                      <a:cubicBezTo>
                        <a:pt x="413388" y="658157"/>
                        <a:pt x="378033" y="641839"/>
                        <a:pt x="361715" y="622801"/>
                      </a:cubicBezTo>
                      <a:cubicBezTo>
                        <a:pt x="345397" y="606483"/>
                        <a:pt x="334518" y="584726"/>
                        <a:pt x="320920" y="565689"/>
                      </a:cubicBezTo>
                      <a:cubicBezTo>
                        <a:pt x="315480" y="554810"/>
                        <a:pt x="310041" y="543931"/>
                        <a:pt x="304602" y="530333"/>
                      </a:cubicBezTo>
                      <a:cubicBezTo>
                        <a:pt x="299163" y="519454"/>
                        <a:pt x="296443" y="508576"/>
                        <a:pt x="293723" y="497697"/>
                      </a:cubicBezTo>
                      <a:cubicBezTo>
                        <a:pt x="291004" y="486819"/>
                        <a:pt x="288284" y="473220"/>
                        <a:pt x="282845" y="462342"/>
                      </a:cubicBezTo>
                      <a:cubicBezTo>
                        <a:pt x="280125" y="448743"/>
                        <a:pt x="274686" y="437865"/>
                        <a:pt x="269246" y="424267"/>
                      </a:cubicBezTo>
                      <a:cubicBezTo>
                        <a:pt x="266527" y="416108"/>
                        <a:pt x="261087" y="402509"/>
                        <a:pt x="255648" y="391631"/>
                      </a:cubicBezTo>
                      <a:cubicBezTo>
                        <a:pt x="250209" y="380752"/>
                        <a:pt x="244770" y="375313"/>
                        <a:pt x="236610" y="367154"/>
                      </a:cubicBezTo>
                      <a:cubicBezTo>
                        <a:pt x="231171" y="361714"/>
                        <a:pt x="223012" y="361714"/>
                        <a:pt x="217573" y="361714"/>
                      </a:cubicBezTo>
                      <a:cubicBezTo>
                        <a:pt x="212134" y="361714"/>
                        <a:pt x="206694" y="361714"/>
                        <a:pt x="201255" y="361714"/>
                      </a:cubicBezTo>
                      <a:cubicBezTo>
                        <a:pt x="198535" y="361714"/>
                        <a:pt x="198535" y="364434"/>
                        <a:pt x="198535" y="367154"/>
                      </a:cubicBezTo>
                      <a:cubicBezTo>
                        <a:pt x="198535" y="375313"/>
                        <a:pt x="201255" y="386191"/>
                        <a:pt x="201255" y="388911"/>
                      </a:cubicBezTo>
                      <a:cubicBezTo>
                        <a:pt x="201255" y="402509"/>
                        <a:pt x="198535" y="413388"/>
                        <a:pt x="198535" y="426986"/>
                      </a:cubicBezTo>
                      <a:cubicBezTo>
                        <a:pt x="198535" y="446024"/>
                        <a:pt x="203975" y="456902"/>
                        <a:pt x="203975" y="478660"/>
                      </a:cubicBezTo>
                      <a:cubicBezTo>
                        <a:pt x="203975" y="503136"/>
                        <a:pt x="201255" y="527613"/>
                        <a:pt x="198535" y="552090"/>
                      </a:cubicBezTo>
                      <a:cubicBezTo>
                        <a:pt x="198535" y="560249"/>
                        <a:pt x="195816" y="568408"/>
                        <a:pt x="195816" y="576567"/>
                      </a:cubicBezTo>
                      <a:cubicBezTo>
                        <a:pt x="195816" y="582006"/>
                        <a:pt x="195816" y="587446"/>
                        <a:pt x="198535" y="592885"/>
                      </a:cubicBezTo>
                      <a:cubicBezTo>
                        <a:pt x="212134" y="592885"/>
                        <a:pt x="225732" y="592885"/>
                        <a:pt x="233891" y="592885"/>
                      </a:cubicBezTo>
                      <a:cubicBezTo>
                        <a:pt x="247489" y="592885"/>
                        <a:pt x="271966" y="592885"/>
                        <a:pt x="271966" y="611923"/>
                      </a:cubicBezTo>
                      <a:cubicBezTo>
                        <a:pt x="271966" y="620082"/>
                        <a:pt x="269246" y="622801"/>
                        <a:pt x="266527" y="628241"/>
                      </a:cubicBezTo>
                      <a:cubicBezTo>
                        <a:pt x="261087" y="633680"/>
                        <a:pt x="255648" y="636400"/>
                        <a:pt x="250209" y="636400"/>
                      </a:cubicBezTo>
                      <a:cubicBezTo>
                        <a:pt x="239330" y="639119"/>
                        <a:pt x="233891" y="639119"/>
                        <a:pt x="228451" y="639119"/>
                      </a:cubicBezTo>
                      <a:cubicBezTo>
                        <a:pt x="223012" y="639119"/>
                        <a:pt x="206694" y="639119"/>
                        <a:pt x="187657" y="639119"/>
                      </a:cubicBezTo>
                      <a:cubicBezTo>
                        <a:pt x="176778" y="647278"/>
                        <a:pt x="163180" y="649998"/>
                        <a:pt x="152301" y="652717"/>
                      </a:cubicBezTo>
                      <a:cubicBezTo>
                        <a:pt x="146862" y="652717"/>
                        <a:pt x="138703" y="655437"/>
                        <a:pt x="133263" y="655437"/>
                      </a:cubicBezTo>
                      <a:cubicBezTo>
                        <a:pt x="130544" y="655437"/>
                        <a:pt x="125104" y="655437"/>
                        <a:pt x="122385" y="652717"/>
                      </a:cubicBezTo>
                      <a:cubicBezTo>
                        <a:pt x="114226" y="649998"/>
                        <a:pt x="103347" y="644559"/>
                        <a:pt x="97908" y="639119"/>
                      </a:cubicBezTo>
                      <a:cubicBezTo>
                        <a:pt x="87029" y="639119"/>
                        <a:pt x="78870" y="639119"/>
                        <a:pt x="70711" y="639119"/>
                      </a:cubicBezTo>
                      <a:cubicBezTo>
                        <a:pt x="62552" y="639119"/>
                        <a:pt x="54393" y="639119"/>
                        <a:pt x="46234" y="639119"/>
                      </a:cubicBezTo>
                      <a:cubicBezTo>
                        <a:pt x="38075" y="639119"/>
                        <a:pt x="27197" y="633680"/>
                        <a:pt x="19038" y="630960"/>
                      </a:cubicBezTo>
                      <a:cubicBezTo>
                        <a:pt x="10879" y="628241"/>
                        <a:pt x="2720" y="620082"/>
                        <a:pt x="2720" y="614642"/>
                      </a:cubicBezTo>
                      <a:cubicBezTo>
                        <a:pt x="2720" y="611923"/>
                        <a:pt x="2720" y="609203"/>
                        <a:pt x="8159" y="606483"/>
                      </a:cubicBezTo>
                      <a:cubicBezTo>
                        <a:pt x="13599" y="603764"/>
                        <a:pt x="24477" y="601044"/>
                        <a:pt x="29916" y="598324"/>
                      </a:cubicBezTo>
                      <a:cubicBezTo>
                        <a:pt x="43515" y="595605"/>
                        <a:pt x="62552" y="595605"/>
                        <a:pt x="76151" y="592885"/>
                      </a:cubicBezTo>
                      <a:cubicBezTo>
                        <a:pt x="76151" y="587446"/>
                        <a:pt x="73431" y="582006"/>
                        <a:pt x="73431" y="573848"/>
                      </a:cubicBezTo>
                      <a:cubicBezTo>
                        <a:pt x="73431" y="565689"/>
                        <a:pt x="70711" y="516735"/>
                        <a:pt x="70711" y="500417"/>
                      </a:cubicBezTo>
                      <a:cubicBezTo>
                        <a:pt x="70711" y="481379"/>
                        <a:pt x="73431" y="456902"/>
                        <a:pt x="73431" y="437865"/>
                      </a:cubicBezTo>
                      <a:cubicBezTo>
                        <a:pt x="73431" y="416108"/>
                        <a:pt x="70711" y="391631"/>
                        <a:pt x="70711" y="369873"/>
                      </a:cubicBezTo>
                      <a:cubicBezTo>
                        <a:pt x="70711" y="345397"/>
                        <a:pt x="70711" y="318200"/>
                        <a:pt x="70711" y="293723"/>
                      </a:cubicBezTo>
                      <a:cubicBezTo>
                        <a:pt x="70711" y="266526"/>
                        <a:pt x="73431" y="239330"/>
                        <a:pt x="73431" y="212133"/>
                      </a:cubicBezTo>
                      <a:cubicBezTo>
                        <a:pt x="73431" y="187656"/>
                        <a:pt x="76151" y="179498"/>
                        <a:pt x="76151" y="155021"/>
                      </a:cubicBezTo>
                      <a:cubicBezTo>
                        <a:pt x="76151" y="144142"/>
                        <a:pt x="76151" y="130544"/>
                        <a:pt x="76151" y="119665"/>
                      </a:cubicBezTo>
                      <a:cubicBezTo>
                        <a:pt x="76151" y="106067"/>
                        <a:pt x="78870" y="95188"/>
                        <a:pt x="78870" y="84310"/>
                      </a:cubicBezTo>
                      <a:cubicBezTo>
                        <a:pt x="78870" y="78870"/>
                        <a:pt x="78870" y="70711"/>
                        <a:pt x="76151" y="62552"/>
                      </a:cubicBezTo>
                      <a:cubicBezTo>
                        <a:pt x="76151" y="62552"/>
                        <a:pt x="73431" y="62552"/>
                        <a:pt x="67992" y="62552"/>
                      </a:cubicBezTo>
                      <a:cubicBezTo>
                        <a:pt x="59833" y="62552"/>
                        <a:pt x="51674" y="62552"/>
                        <a:pt x="43515" y="62552"/>
                      </a:cubicBezTo>
                      <a:cubicBezTo>
                        <a:pt x="35356" y="62552"/>
                        <a:pt x="24477" y="59833"/>
                        <a:pt x="16318" y="57113"/>
                      </a:cubicBezTo>
                      <a:cubicBezTo>
                        <a:pt x="8159" y="54393"/>
                        <a:pt x="0" y="43515"/>
                        <a:pt x="0" y="40795"/>
                      </a:cubicBezTo>
                      <a:cubicBezTo>
                        <a:pt x="0" y="38075"/>
                        <a:pt x="0" y="35356"/>
                        <a:pt x="5439" y="32636"/>
                      </a:cubicBezTo>
                      <a:cubicBezTo>
                        <a:pt x="10879" y="29917"/>
                        <a:pt x="21758" y="27197"/>
                        <a:pt x="27197" y="24477"/>
                      </a:cubicBezTo>
                      <a:cubicBezTo>
                        <a:pt x="46234" y="21758"/>
                        <a:pt x="62552" y="19038"/>
                        <a:pt x="76151" y="19038"/>
                      </a:cubicBezTo>
                      <a:cubicBezTo>
                        <a:pt x="76151" y="16318"/>
                        <a:pt x="78870" y="16318"/>
                        <a:pt x="78870" y="13598"/>
                      </a:cubicBezTo>
                      <a:cubicBezTo>
                        <a:pt x="84309" y="10879"/>
                        <a:pt x="89749" y="8159"/>
                        <a:pt x="95188" y="5440"/>
                      </a:cubicBezTo>
                      <a:cubicBezTo>
                        <a:pt x="100628" y="2720"/>
                        <a:pt x="106067" y="0"/>
                        <a:pt x="111506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>
                    <a:ln>
                      <a:noFill/>
                    </a:ln>
                    <a:solidFill>
                      <a:srgbClr val="666666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00" name="Freeform: Shape 49">
                  <a:extLst>
                    <a:ext uri="{FF2B5EF4-FFF2-40B4-BE49-F238E27FC236}">
                      <a16:creationId xmlns:a16="http://schemas.microsoft.com/office/drawing/2014/main" id="{2183CC05-0724-7445-9B38-82F70D2869E6}"/>
                    </a:ext>
                  </a:extLst>
                </p:cNvPr>
                <p:cNvSpPr/>
                <p:nvPr/>
              </p:nvSpPr>
              <p:spPr>
                <a:xfrm>
                  <a:off x="8346812" y="4186718"/>
                  <a:ext cx="353556" cy="761503"/>
                </a:xfrm>
                <a:custGeom>
                  <a:avLst/>
                  <a:gdLst>
                    <a:gd name="connsiteX0" fmla="*/ 283910 w 353555"/>
                    <a:gd name="connsiteY0" fmla="*/ 672820 h 761503"/>
                    <a:gd name="connsiteX1" fmla="*/ 321985 w 353555"/>
                    <a:gd name="connsiteY1" fmla="*/ 689138 h 761503"/>
                    <a:gd name="connsiteX2" fmla="*/ 316546 w 353555"/>
                    <a:gd name="connsiteY2" fmla="*/ 705456 h 761503"/>
                    <a:gd name="connsiteX3" fmla="*/ 300228 w 353555"/>
                    <a:gd name="connsiteY3" fmla="*/ 713615 h 761503"/>
                    <a:gd name="connsiteX4" fmla="*/ 278471 w 353555"/>
                    <a:gd name="connsiteY4" fmla="*/ 716335 h 761503"/>
                    <a:gd name="connsiteX5" fmla="*/ 237676 w 353555"/>
                    <a:gd name="connsiteY5" fmla="*/ 716335 h 761503"/>
                    <a:gd name="connsiteX6" fmla="*/ 180563 w 353555"/>
                    <a:gd name="connsiteY6" fmla="*/ 719054 h 761503"/>
                    <a:gd name="connsiteX7" fmla="*/ 126170 w 353555"/>
                    <a:gd name="connsiteY7" fmla="*/ 719054 h 761503"/>
                    <a:gd name="connsiteX8" fmla="*/ 101693 w 353555"/>
                    <a:gd name="connsiteY8" fmla="*/ 719054 h 761503"/>
                    <a:gd name="connsiteX9" fmla="*/ 74496 w 353555"/>
                    <a:gd name="connsiteY9" fmla="*/ 713615 h 761503"/>
                    <a:gd name="connsiteX10" fmla="*/ 58178 w 353555"/>
                    <a:gd name="connsiteY10" fmla="*/ 697297 h 761503"/>
                    <a:gd name="connsiteX11" fmla="*/ 63618 w 353555"/>
                    <a:gd name="connsiteY11" fmla="*/ 689138 h 761503"/>
                    <a:gd name="connsiteX12" fmla="*/ 85375 w 353555"/>
                    <a:gd name="connsiteY12" fmla="*/ 680979 h 761503"/>
                    <a:gd name="connsiteX13" fmla="*/ 131609 w 353555"/>
                    <a:gd name="connsiteY13" fmla="*/ 675540 h 761503"/>
                    <a:gd name="connsiteX14" fmla="*/ 142488 w 353555"/>
                    <a:gd name="connsiteY14" fmla="*/ 675540 h 761503"/>
                    <a:gd name="connsiteX15" fmla="*/ 131609 w 353555"/>
                    <a:gd name="connsiteY15" fmla="*/ 653783 h 761503"/>
                    <a:gd name="connsiteX16" fmla="*/ 128890 w 353555"/>
                    <a:gd name="connsiteY16" fmla="*/ 640184 h 761503"/>
                    <a:gd name="connsiteX17" fmla="*/ 128890 w 353555"/>
                    <a:gd name="connsiteY17" fmla="*/ 629306 h 761503"/>
                    <a:gd name="connsiteX18" fmla="*/ 128890 w 353555"/>
                    <a:gd name="connsiteY18" fmla="*/ 621147 h 761503"/>
                    <a:gd name="connsiteX19" fmla="*/ 128890 w 353555"/>
                    <a:gd name="connsiteY19" fmla="*/ 593950 h 761503"/>
                    <a:gd name="connsiteX20" fmla="*/ 128890 w 353555"/>
                    <a:gd name="connsiteY20" fmla="*/ 583072 h 761503"/>
                    <a:gd name="connsiteX21" fmla="*/ 128890 w 353555"/>
                    <a:gd name="connsiteY21" fmla="*/ 436210 h 761503"/>
                    <a:gd name="connsiteX22" fmla="*/ 128890 w 353555"/>
                    <a:gd name="connsiteY22" fmla="*/ 357340 h 761503"/>
                    <a:gd name="connsiteX23" fmla="*/ 131609 w 353555"/>
                    <a:gd name="connsiteY23" fmla="*/ 289349 h 761503"/>
                    <a:gd name="connsiteX24" fmla="*/ 131609 w 353555"/>
                    <a:gd name="connsiteY24" fmla="*/ 251274 h 761503"/>
                    <a:gd name="connsiteX25" fmla="*/ 131609 w 353555"/>
                    <a:gd name="connsiteY25" fmla="*/ 205040 h 761503"/>
                    <a:gd name="connsiteX26" fmla="*/ 131609 w 353555"/>
                    <a:gd name="connsiteY26" fmla="*/ 139768 h 761503"/>
                    <a:gd name="connsiteX27" fmla="*/ 131609 w 353555"/>
                    <a:gd name="connsiteY27" fmla="*/ 128889 h 761503"/>
                    <a:gd name="connsiteX28" fmla="*/ 126170 w 353555"/>
                    <a:gd name="connsiteY28" fmla="*/ 128889 h 761503"/>
                    <a:gd name="connsiteX29" fmla="*/ 101693 w 353555"/>
                    <a:gd name="connsiteY29" fmla="*/ 128889 h 761503"/>
                    <a:gd name="connsiteX30" fmla="*/ 74496 w 353555"/>
                    <a:gd name="connsiteY30" fmla="*/ 123450 h 761503"/>
                    <a:gd name="connsiteX31" fmla="*/ 58178 w 353555"/>
                    <a:gd name="connsiteY31" fmla="*/ 107132 h 761503"/>
                    <a:gd name="connsiteX32" fmla="*/ 60898 w 353555"/>
                    <a:gd name="connsiteY32" fmla="*/ 98973 h 761503"/>
                    <a:gd name="connsiteX33" fmla="*/ 82655 w 353555"/>
                    <a:gd name="connsiteY33" fmla="*/ 93534 h 761503"/>
                    <a:gd name="connsiteX34" fmla="*/ 131609 w 353555"/>
                    <a:gd name="connsiteY34" fmla="*/ 88094 h 761503"/>
                    <a:gd name="connsiteX35" fmla="*/ 131609 w 353555"/>
                    <a:gd name="connsiteY35" fmla="*/ 82655 h 761503"/>
                    <a:gd name="connsiteX36" fmla="*/ 134329 w 353555"/>
                    <a:gd name="connsiteY36" fmla="*/ 71776 h 761503"/>
                    <a:gd name="connsiteX37" fmla="*/ 147927 w 353555"/>
                    <a:gd name="connsiteY37" fmla="*/ 63617 h 761503"/>
                    <a:gd name="connsiteX38" fmla="*/ 164245 w 353555"/>
                    <a:gd name="connsiteY38" fmla="*/ 58178 h 761503"/>
                    <a:gd name="connsiteX39" fmla="*/ 177843 w 353555"/>
                    <a:gd name="connsiteY39" fmla="*/ 58178 h 761503"/>
                    <a:gd name="connsiteX40" fmla="*/ 196881 w 353555"/>
                    <a:gd name="connsiteY40" fmla="*/ 60898 h 761503"/>
                    <a:gd name="connsiteX41" fmla="*/ 232237 w 353555"/>
                    <a:gd name="connsiteY41" fmla="*/ 88094 h 761503"/>
                    <a:gd name="connsiteX42" fmla="*/ 278471 w 353555"/>
                    <a:gd name="connsiteY42" fmla="*/ 88094 h 761503"/>
                    <a:gd name="connsiteX43" fmla="*/ 316546 w 353555"/>
                    <a:gd name="connsiteY43" fmla="*/ 104412 h 761503"/>
                    <a:gd name="connsiteX44" fmla="*/ 311107 w 353555"/>
                    <a:gd name="connsiteY44" fmla="*/ 120730 h 761503"/>
                    <a:gd name="connsiteX45" fmla="*/ 294789 w 353555"/>
                    <a:gd name="connsiteY45" fmla="*/ 128889 h 761503"/>
                    <a:gd name="connsiteX46" fmla="*/ 273032 w 353555"/>
                    <a:gd name="connsiteY46" fmla="*/ 131609 h 761503"/>
                    <a:gd name="connsiteX47" fmla="*/ 243115 w 353555"/>
                    <a:gd name="connsiteY47" fmla="*/ 131609 h 761503"/>
                    <a:gd name="connsiteX48" fmla="*/ 243115 w 353555"/>
                    <a:gd name="connsiteY48" fmla="*/ 134329 h 761503"/>
                    <a:gd name="connsiteX49" fmla="*/ 248554 w 353555"/>
                    <a:gd name="connsiteY49" fmla="*/ 169684 h 761503"/>
                    <a:gd name="connsiteX50" fmla="*/ 251274 w 353555"/>
                    <a:gd name="connsiteY50" fmla="*/ 205040 h 761503"/>
                    <a:gd name="connsiteX51" fmla="*/ 251274 w 353555"/>
                    <a:gd name="connsiteY51" fmla="*/ 240395 h 761503"/>
                    <a:gd name="connsiteX52" fmla="*/ 251274 w 353555"/>
                    <a:gd name="connsiteY52" fmla="*/ 256713 h 761503"/>
                    <a:gd name="connsiteX53" fmla="*/ 253994 w 353555"/>
                    <a:gd name="connsiteY53" fmla="*/ 270311 h 761503"/>
                    <a:gd name="connsiteX54" fmla="*/ 259433 w 353555"/>
                    <a:gd name="connsiteY54" fmla="*/ 343742 h 761503"/>
                    <a:gd name="connsiteX55" fmla="*/ 262153 w 353555"/>
                    <a:gd name="connsiteY55" fmla="*/ 425332 h 761503"/>
                    <a:gd name="connsiteX56" fmla="*/ 264872 w 353555"/>
                    <a:gd name="connsiteY56" fmla="*/ 490603 h 761503"/>
                    <a:gd name="connsiteX57" fmla="*/ 270312 w 353555"/>
                    <a:gd name="connsiteY57" fmla="*/ 564034 h 761503"/>
                    <a:gd name="connsiteX58" fmla="*/ 270312 w 353555"/>
                    <a:gd name="connsiteY58" fmla="*/ 599390 h 761503"/>
                    <a:gd name="connsiteX59" fmla="*/ 270312 w 353555"/>
                    <a:gd name="connsiteY59" fmla="*/ 637465 h 761503"/>
                    <a:gd name="connsiteX60" fmla="*/ 264872 w 353555"/>
                    <a:gd name="connsiteY60" fmla="*/ 670101 h 761503"/>
                    <a:gd name="connsiteX61" fmla="*/ 283910 w 353555"/>
                    <a:gd name="connsiteY61" fmla="*/ 672820 h 761503"/>
                    <a:gd name="connsiteX62" fmla="*/ 283910 w 353555"/>
                    <a:gd name="connsiteY62" fmla="*/ 672820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</a:cxnLst>
                  <a:rect l="l" t="t" r="r" b="b"/>
                  <a:pathLst>
                    <a:path w="353555" h="761503">
                      <a:moveTo>
                        <a:pt x="283910" y="672820"/>
                      </a:moveTo>
                      <a:cubicBezTo>
                        <a:pt x="297508" y="672820"/>
                        <a:pt x="321985" y="672820"/>
                        <a:pt x="321985" y="689138"/>
                      </a:cubicBezTo>
                      <a:cubicBezTo>
                        <a:pt x="321985" y="697297"/>
                        <a:pt x="319266" y="697297"/>
                        <a:pt x="316546" y="705456"/>
                      </a:cubicBezTo>
                      <a:cubicBezTo>
                        <a:pt x="311107" y="710895"/>
                        <a:pt x="305667" y="713615"/>
                        <a:pt x="300228" y="713615"/>
                      </a:cubicBezTo>
                      <a:cubicBezTo>
                        <a:pt x="292069" y="716335"/>
                        <a:pt x="283910" y="716335"/>
                        <a:pt x="278471" y="716335"/>
                      </a:cubicBezTo>
                      <a:cubicBezTo>
                        <a:pt x="275751" y="716335"/>
                        <a:pt x="256713" y="716335"/>
                        <a:pt x="237676" y="716335"/>
                      </a:cubicBezTo>
                      <a:cubicBezTo>
                        <a:pt x="213199" y="716335"/>
                        <a:pt x="186003" y="719054"/>
                        <a:pt x="180563" y="719054"/>
                      </a:cubicBezTo>
                      <a:cubicBezTo>
                        <a:pt x="166965" y="719054"/>
                        <a:pt x="142488" y="719054"/>
                        <a:pt x="126170" y="719054"/>
                      </a:cubicBezTo>
                      <a:cubicBezTo>
                        <a:pt x="118011" y="719054"/>
                        <a:pt x="109852" y="719054"/>
                        <a:pt x="101693" y="719054"/>
                      </a:cubicBezTo>
                      <a:cubicBezTo>
                        <a:pt x="93534" y="719054"/>
                        <a:pt x="82655" y="719054"/>
                        <a:pt x="74496" y="713615"/>
                      </a:cubicBezTo>
                      <a:cubicBezTo>
                        <a:pt x="66337" y="710895"/>
                        <a:pt x="58178" y="702736"/>
                        <a:pt x="58178" y="697297"/>
                      </a:cubicBezTo>
                      <a:cubicBezTo>
                        <a:pt x="58178" y="694578"/>
                        <a:pt x="58178" y="691858"/>
                        <a:pt x="63618" y="689138"/>
                      </a:cubicBezTo>
                      <a:cubicBezTo>
                        <a:pt x="69057" y="686418"/>
                        <a:pt x="79936" y="683699"/>
                        <a:pt x="85375" y="680979"/>
                      </a:cubicBezTo>
                      <a:cubicBezTo>
                        <a:pt x="104413" y="678260"/>
                        <a:pt x="123450" y="675540"/>
                        <a:pt x="131609" y="675540"/>
                      </a:cubicBezTo>
                      <a:cubicBezTo>
                        <a:pt x="134329" y="675540"/>
                        <a:pt x="137049" y="675540"/>
                        <a:pt x="142488" y="675540"/>
                      </a:cubicBezTo>
                      <a:cubicBezTo>
                        <a:pt x="134329" y="670101"/>
                        <a:pt x="131609" y="661942"/>
                        <a:pt x="131609" y="653783"/>
                      </a:cubicBezTo>
                      <a:cubicBezTo>
                        <a:pt x="131609" y="648343"/>
                        <a:pt x="131609" y="642904"/>
                        <a:pt x="128890" y="640184"/>
                      </a:cubicBezTo>
                      <a:cubicBezTo>
                        <a:pt x="128890" y="637465"/>
                        <a:pt x="128890" y="634745"/>
                        <a:pt x="128890" y="629306"/>
                      </a:cubicBezTo>
                      <a:cubicBezTo>
                        <a:pt x="128890" y="626586"/>
                        <a:pt x="128890" y="623867"/>
                        <a:pt x="128890" y="621147"/>
                      </a:cubicBezTo>
                      <a:cubicBezTo>
                        <a:pt x="128890" y="612988"/>
                        <a:pt x="128890" y="604829"/>
                        <a:pt x="128890" y="593950"/>
                      </a:cubicBezTo>
                      <a:cubicBezTo>
                        <a:pt x="128890" y="591231"/>
                        <a:pt x="128890" y="585791"/>
                        <a:pt x="128890" y="583072"/>
                      </a:cubicBezTo>
                      <a:cubicBezTo>
                        <a:pt x="128890" y="534118"/>
                        <a:pt x="131609" y="485164"/>
                        <a:pt x="128890" y="436210"/>
                      </a:cubicBezTo>
                      <a:cubicBezTo>
                        <a:pt x="128890" y="409014"/>
                        <a:pt x="128890" y="384537"/>
                        <a:pt x="128890" y="357340"/>
                      </a:cubicBezTo>
                      <a:cubicBezTo>
                        <a:pt x="128890" y="335583"/>
                        <a:pt x="131609" y="313826"/>
                        <a:pt x="131609" y="289349"/>
                      </a:cubicBezTo>
                      <a:cubicBezTo>
                        <a:pt x="131609" y="275751"/>
                        <a:pt x="131609" y="264872"/>
                        <a:pt x="131609" y="251274"/>
                      </a:cubicBezTo>
                      <a:cubicBezTo>
                        <a:pt x="131609" y="234956"/>
                        <a:pt x="131609" y="221357"/>
                        <a:pt x="131609" y="205040"/>
                      </a:cubicBezTo>
                      <a:cubicBezTo>
                        <a:pt x="131609" y="183282"/>
                        <a:pt x="131609" y="161525"/>
                        <a:pt x="131609" y="139768"/>
                      </a:cubicBezTo>
                      <a:cubicBezTo>
                        <a:pt x="131609" y="137048"/>
                        <a:pt x="131609" y="134329"/>
                        <a:pt x="131609" y="128889"/>
                      </a:cubicBezTo>
                      <a:cubicBezTo>
                        <a:pt x="128890" y="128889"/>
                        <a:pt x="126170" y="128889"/>
                        <a:pt x="126170" y="128889"/>
                      </a:cubicBezTo>
                      <a:cubicBezTo>
                        <a:pt x="118011" y="128889"/>
                        <a:pt x="109852" y="128889"/>
                        <a:pt x="101693" y="128889"/>
                      </a:cubicBezTo>
                      <a:cubicBezTo>
                        <a:pt x="93534" y="128889"/>
                        <a:pt x="82655" y="128889"/>
                        <a:pt x="74496" y="123450"/>
                      </a:cubicBezTo>
                      <a:cubicBezTo>
                        <a:pt x="66337" y="120730"/>
                        <a:pt x="58178" y="112571"/>
                        <a:pt x="58178" y="107132"/>
                      </a:cubicBezTo>
                      <a:cubicBezTo>
                        <a:pt x="58178" y="104412"/>
                        <a:pt x="58178" y="101693"/>
                        <a:pt x="60898" y="98973"/>
                      </a:cubicBezTo>
                      <a:cubicBezTo>
                        <a:pt x="63618" y="96253"/>
                        <a:pt x="77216" y="93534"/>
                        <a:pt x="82655" y="93534"/>
                      </a:cubicBezTo>
                      <a:cubicBezTo>
                        <a:pt x="98973" y="90814"/>
                        <a:pt x="123450" y="88094"/>
                        <a:pt x="131609" y="88094"/>
                      </a:cubicBezTo>
                      <a:cubicBezTo>
                        <a:pt x="131609" y="85375"/>
                        <a:pt x="131609" y="85375"/>
                        <a:pt x="131609" y="82655"/>
                      </a:cubicBezTo>
                      <a:cubicBezTo>
                        <a:pt x="131609" y="77216"/>
                        <a:pt x="131609" y="74496"/>
                        <a:pt x="134329" y="71776"/>
                      </a:cubicBezTo>
                      <a:cubicBezTo>
                        <a:pt x="137049" y="69057"/>
                        <a:pt x="145208" y="66337"/>
                        <a:pt x="147927" y="63617"/>
                      </a:cubicBezTo>
                      <a:cubicBezTo>
                        <a:pt x="153366" y="60898"/>
                        <a:pt x="158806" y="58178"/>
                        <a:pt x="164245" y="58178"/>
                      </a:cubicBezTo>
                      <a:cubicBezTo>
                        <a:pt x="169684" y="58178"/>
                        <a:pt x="175124" y="58178"/>
                        <a:pt x="177843" y="58178"/>
                      </a:cubicBezTo>
                      <a:cubicBezTo>
                        <a:pt x="183283" y="58178"/>
                        <a:pt x="191442" y="58178"/>
                        <a:pt x="196881" y="60898"/>
                      </a:cubicBezTo>
                      <a:cubicBezTo>
                        <a:pt x="213199" y="63617"/>
                        <a:pt x="224078" y="74496"/>
                        <a:pt x="232237" y="88094"/>
                      </a:cubicBezTo>
                      <a:cubicBezTo>
                        <a:pt x="253994" y="88094"/>
                        <a:pt x="270312" y="88094"/>
                        <a:pt x="278471" y="88094"/>
                      </a:cubicBezTo>
                      <a:cubicBezTo>
                        <a:pt x="292069" y="88094"/>
                        <a:pt x="316546" y="88094"/>
                        <a:pt x="316546" y="104412"/>
                      </a:cubicBezTo>
                      <a:cubicBezTo>
                        <a:pt x="316546" y="112571"/>
                        <a:pt x="313826" y="112571"/>
                        <a:pt x="311107" y="120730"/>
                      </a:cubicBezTo>
                      <a:cubicBezTo>
                        <a:pt x="305667" y="126170"/>
                        <a:pt x="300228" y="128889"/>
                        <a:pt x="294789" y="128889"/>
                      </a:cubicBezTo>
                      <a:cubicBezTo>
                        <a:pt x="286630" y="131609"/>
                        <a:pt x="278471" y="131609"/>
                        <a:pt x="273032" y="131609"/>
                      </a:cubicBezTo>
                      <a:cubicBezTo>
                        <a:pt x="270312" y="131609"/>
                        <a:pt x="259433" y="131609"/>
                        <a:pt x="243115" y="131609"/>
                      </a:cubicBezTo>
                      <a:lnTo>
                        <a:pt x="243115" y="134329"/>
                      </a:lnTo>
                      <a:cubicBezTo>
                        <a:pt x="245835" y="145207"/>
                        <a:pt x="245835" y="158805"/>
                        <a:pt x="248554" y="169684"/>
                      </a:cubicBezTo>
                      <a:cubicBezTo>
                        <a:pt x="251274" y="180563"/>
                        <a:pt x="251274" y="194161"/>
                        <a:pt x="251274" y="205040"/>
                      </a:cubicBezTo>
                      <a:cubicBezTo>
                        <a:pt x="251274" y="215918"/>
                        <a:pt x="251274" y="226797"/>
                        <a:pt x="251274" y="240395"/>
                      </a:cubicBezTo>
                      <a:cubicBezTo>
                        <a:pt x="251274" y="245834"/>
                        <a:pt x="251274" y="251274"/>
                        <a:pt x="251274" y="256713"/>
                      </a:cubicBezTo>
                      <a:cubicBezTo>
                        <a:pt x="251274" y="262152"/>
                        <a:pt x="251274" y="267592"/>
                        <a:pt x="253994" y="270311"/>
                      </a:cubicBezTo>
                      <a:cubicBezTo>
                        <a:pt x="256713" y="294788"/>
                        <a:pt x="256713" y="319265"/>
                        <a:pt x="259433" y="343742"/>
                      </a:cubicBezTo>
                      <a:cubicBezTo>
                        <a:pt x="259433" y="370939"/>
                        <a:pt x="262153" y="398135"/>
                        <a:pt x="262153" y="425332"/>
                      </a:cubicBezTo>
                      <a:cubicBezTo>
                        <a:pt x="262153" y="447089"/>
                        <a:pt x="262153" y="468846"/>
                        <a:pt x="264872" y="490603"/>
                      </a:cubicBezTo>
                      <a:cubicBezTo>
                        <a:pt x="264872" y="515080"/>
                        <a:pt x="270312" y="539557"/>
                        <a:pt x="270312" y="564034"/>
                      </a:cubicBezTo>
                      <a:cubicBezTo>
                        <a:pt x="270312" y="574913"/>
                        <a:pt x="270312" y="588511"/>
                        <a:pt x="270312" y="599390"/>
                      </a:cubicBezTo>
                      <a:cubicBezTo>
                        <a:pt x="270312" y="612988"/>
                        <a:pt x="270312" y="623867"/>
                        <a:pt x="270312" y="637465"/>
                      </a:cubicBezTo>
                      <a:cubicBezTo>
                        <a:pt x="270312" y="648343"/>
                        <a:pt x="270312" y="661942"/>
                        <a:pt x="264872" y="670101"/>
                      </a:cubicBezTo>
                      <a:cubicBezTo>
                        <a:pt x="273032" y="672820"/>
                        <a:pt x="278471" y="672820"/>
                        <a:pt x="283910" y="672820"/>
                      </a:cubicBezTo>
                      <a:lnTo>
                        <a:pt x="283910" y="672820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>
                    <a:ln>
                      <a:noFill/>
                    </a:ln>
                    <a:solidFill>
                      <a:srgbClr val="666666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01" name="Freeform: Shape 50">
                  <a:extLst>
                    <a:ext uri="{FF2B5EF4-FFF2-40B4-BE49-F238E27FC236}">
                      <a16:creationId xmlns:a16="http://schemas.microsoft.com/office/drawing/2014/main" id="{A0F9848E-41F9-B14C-AFEC-D7EF3932C906}"/>
                    </a:ext>
                  </a:extLst>
                </p:cNvPr>
                <p:cNvSpPr/>
                <p:nvPr/>
              </p:nvSpPr>
              <p:spPr>
                <a:xfrm>
                  <a:off x="8652924" y="4192158"/>
                  <a:ext cx="516735" cy="788700"/>
                </a:xfrm>
                <a:custGeom>
                  <a:avLst/>
                  <a:gdLst>
                    <a:gd name="connsiteX0" fmla="*/ 464616 w 516735"/>
                    <a:gd name="connsiteY0" fmla="*/ 436210 h 788699"/>
                    <a:gd name="connsiteX1" fmla="*/ 445578 w 516735"/>
                    <a:gd name="connsiteY1" fmla="*/ 455248 h 788699"/>
                    <a:gd name="connsiteX2" fmla="*/ 404783 w 516735"/>
                    <a:gd name="connsiteY2" fmla="*/ 466126 h 788699"/>
                    <a:gd name="connsiteX3" fmla="*/ 385746 w 516735"/>
                    <a:gd name="connsiteY3" fmla="*/ 479725 h 788699"/>
                    <a:gd name="connsiteX4" fmla="*/ 388466 w 516735"/>
                    <a:gd name="connsiteY4" fmla="*/ 512361 h 788699"/>
                    <a:gd name="connsiteX5" fmla="*/ 388466 w 516735"/>
                    <a:gd name="connsiteY5" fmla="*/ 544997 h 788699"/>
                    <a:gd name="connsiteX6" fmla="*/ 388466 w 516735"/>
                    <a:gd name="connsiteY6" fmla="*/ 566754 h 788699"/>
                    <a:gd name="connsiteX7" fmla="*/ 391185 w 516735"/>
                    <a:gd name="connsiteY7" fmla="*/ 632026 h 788699"/>
                    <a:gd name="connsiteX8" fmla="*/ 393905 w 516735"/>
                    <a:gd name="connsiteY8" fmla="*/ 683699 h 788699"/>
                    <a:gd name="connsiteX9" fmla="*/ 377587 w 516735"/>
                    <a:gd name="connsiteY9" fmla="*/ 724494 h 788699"/>
                    <a:gd name="connsiteX10" fmla="*/ 361269 w 516735"/>
                    <a:gd name="connsiteY10" fmla="*/ 719054 h 788699"/>
                    <a:gd name="connsiteX11" fmla="*/ 353110 w 516735"/>
                    <a:gd name="connsiteY11" fmla="*/ 702737 h 788699"/>
                    <a:gd name="connsiteX12" fmla="*/ 350390 w 516735"/>
                    <a:gd name="connsiteY12" fmla="*/ 686419 h 788699"/>
                    <a:gd name="connsiteX13" fmla="*/ 353110 w 516735"/>
                    <a:gd name="connsiteY13" fmla="*/ 659222 h 788699"/>
                    <a:gd name="connsiteX14" fmla="*/ 353110 w 516735"/>
                    <a:gd name="connsiteY14" fmla="*/ 656502 h 788699"/>
                    <a:gd name="connsiteX15" fmla="*/ 317754 w 516735"/>
                    <a:gd name="connsiteY15" fmla="*/ 708176 h 788699"/>
                    <a:gd name="connsiteX16" fmla="*/ 241604 w 516735"/>
                    <a:gd name="connsiteY16" fmla="*/ 735372 h 788699"/>
                    <a:gd name="connsiteX17" fmla="*/ 187211 w 516735"/>
                    <a:gd name="connsiteY17" fmla="*/ 727214 h 788699"/>
                    <a:gd name="connsiteX18" fmla="*/ 135537 w 516735"/>
                    <a:gd name="connsiteY18" fmla="*/ 694578 h 788699"/>
                    <a:gd name="connsiteX19" fmla="*/ 86583 w 516735"/>
                    <a:gd name="connsiteY19" fmla="*/ 621147 h 788699"/>
                    <a:gd name="connsiteX20" fmla="*/ 67546 w 516735"/>
                    <a:gd name="connsiteY20" fmla="*/ 555875 h 788699"/>
                    <a:gd name="connsiteX21" fmla="*/ 59387 w 516735"/>
                    <a:gd name="connsiteY21" fmla="*/ 509641 h 788699"/>
                    <a:gd name="connsiteX22" fmla="*/ 59387 w 516735"/>
                    <a:gd name="connsiteY22" fmla="*/ 468846 h 788699"/>
                    <a:gd name="connsiteX23" fmla="*/ 86583 w 516735"/>
                    <a:gd name="connsiteY23" fmla="*/ 302947 h 788699"/>
                    <a:gd name="connsiteX24" fmla="*/ 108341 w 516735"/>
                    <a:gd name="connsiteY24" fmla="*/ 224077 h 788699"/>
                    <a:gd name="connsiteX25" fmla="*/ 146416 w 516735"/>
                    <a:gd name="connsiteY25" fmla="*/ 145207 h 788699"/>
                    <a:gd name="connsiteX26" fmla="*/ 198090 w 516735"/>
                    <a:gd name="connsiteY26" fmla="*/ 85375 h 788699"/>
                    <a:gd name="connsiteX27" fmla="*/ 228006 w 516735"/>
                    <a:gd name="connsiteY27" fmla="*/ 69057 h 788699"/>
                    <a:gd name="connsiteX28" fmla="*/ 268801 w 516735"/>
                    <a:gd name="connsiteY28" fmla="*/ 58178 h 788699"/>
                    <a:gd name="connsiteX29" fmla="*/ 274240 w 516735"/>
                    <a:gd name="connsiteY29" fmla="*/ 58178 h 788699"/>
                    <a:gd name="connsiteX30" fmla="*/ 295997 w 516735"/>
                    <a:gd name="connsiteY30" fmla="*/ 60898 h 788699"/>
                    <a:gd name="connsiteX31" fmla="*/ 331353 w 516735"/>
                    <a:gd name="connsiteY31" fmla="*/ 71776 h 788699"/>
                    <a:gd name="connsiteX32" fmla="*/ 350390 w 516735"/>
                    <a:gd name="connsiteY32" fmla="*/ 93534 h 788699"/>
                    <a:gd name="connsiteX33" fmla="*/ 353110 w 516735"/>
                    <a:gd name="connsiteY33" fmla="*/ 74496 h 788699"/>
                    <a:gd name="connsiteX34" fmla="*/ 358549 w 516735"/>
                    <a:gd name="connsiteY34" fmla="*/ 63618 h 788699"/>
                    <a:gd name="connsiteX35" fmla="*/ 366708 w 516735"/>
                    <a:gd name="connsiteY35" fmla="*/ 58178 h 788699"/>
                    <a:gd name="connsiteX36" fmla="*/ 374867 w 516735"/>
                    <a:gd name="connsiteY36" fmla="*/ 63618 h 788699"/>
                    <a:gd name="connsiteX37" fmla="*/ 383027 w 516735"/>
                    <a:gd name="connsiteY37" fmla="*/ 82655 h 788699"/>
                    <a:gd name="connsiteX38" fmla="*/ 385746 w 516735"/>
                    <a:gd name="connsiteY38" fmla="*/ 126170 h 788699"/>
                    <a:gd name="connsiteX39" fmla="*/ 388466 w 516735"/>
                    <a:gd name="connsiteY39" fmla="*/ 186002 h 788699"/>
                    <a:gd name="connsiteX40" fmla="*/ 391185 w 516735"/>
                    <a:gd name="connsiteY40" fmla="*/ 237676 h 788699"/>
                    <a:gd name="connsiteX41" fmla="*/ 374867 w 516735"/>
                    <a:gd name="connsiteY41" fmla="*/ 278470 h 788699"/>
                    <a:gd name="connsiteX42" fmla="*/ 358549 w 516735"/>
                    <a:gd name="connsiteY42" fmla="*/ 273031 h 788699"/>
                    <a:gd name="connsiteX43" fmla="*/ 350390 w 516735"/>
                    <a:gd name="connsiteY43" fmla="*/ 256713 h 788699"/>
                    <a:gd name="connsiteX44" fmla="*/ 347671 w 516735"/>
                    <a:gd name="connsiteY44" fmla="*/ 240395 h 788699"/>
                    <a:gd name="connsiteX45" fmla="*/ 347671 w 516735"/>
                    <a:gd name="connsiteY45" fmla="*/ 213199 h 788699"/>
                    <a:gd name="connsiteX46" fmla="*/ 344951 w 516735"/>
                    <a:gd name="connsiteY46" fmla="*/ 194161 h 788699"/>
                    <a:gd name="connsiteX47" fmla="*/ 339512 w 516735"/>
                    <a:gd name="connsiteY47" fmla="*/ 150647 h 788699"/>
                    <a:gd name="connsiteX48" fmla="*/ 323194 w 516735"/>
                    <a:gd name="connsiteY48" fmla="*/ 112571 h 788699"/>
                    <a:gd name="connsiteX49" fmla="*/ 293278 w 516735"/>
                    <a:gd name="connsiteY49" fmla="*/ 101693 h 788699"/>
                    <a:gd name="connsiteX50" fmla="*/ 263361 w 516735"/>
                    <a:gd name="connsiteY50" fmla="*/ 120730 h 788699"/>
                    <a:gd name="connsiteX51" fmla="*/ 241604 w 516735"/>
                    <a:gd name="connsiteY51" fmla="*/ 153366 h 788699"/>
                    <a:gd name="connsiteX52" fmla="*/ 233445 w 516735"/>
                    <a:gd name="connsiteY52" fmla="*/ 194161 h 788699"/>
                    <a:gd name="connsiteX53" fmla="*/ 225286 w 516735"/>
                    <a:gd name="connsiteY53" fmla="*/ 232236 h 788699"/>
                    <a:gd name="connsiteX54" fmla="*/ 217127 w 516735"/>
                    <a:gd name="connsiteY54" fmla="*/ 275751 h 788699"/>
                    <a:gd name="connsiteX55" fmla="*/ 211688 w 516735"/>
                    <a:gd name="connsiteY55" fmla="*/ 316545 h 788699"/>
                    <a:gd name="connsiteX56" fmla="*/ 206249 w 516735"/>
                    <a:gd name="connsiteY56" fmla="*/ 354621 h 788699"/>
                    <a:gd name="connsiteX57" fmla="*/ 200809 w 516735"/>
                    <a:gd name="connsiteY57" fmla="*/ 398135 h 788699"/>
                    <a:gd name="connsiteX58" fmla="*/ 195370 w 516735"/>
                    <a:gd name="connsiteY58" fmla="*/ 438930 h 788699"/>
                    <a:gd name="connsiteX59" fmla="*/ 192650 w 516735"/>
                    <a:gd name="connsiteY59" fmla="*/ 474286 h 788699"/>
                    <a:gd name="connsiteX60" fmla="*/ 195370 w 516735"/>
                    <a:gd name="connsiteY60" fmla="*/ 525959 h 788699"/>
                    <a:gd name="connsiteX61" fmla="*/ 208968 w 516735"/>
                    <a:gd name="connsiteY61" fmla="*/ 596670 h 788699"/>
                    <a:gd name="connsiteX62" fmla="*/ 214407 w 516735"/>
                    <a:gd name="connsiteY62" fmla="*/ 623867 h 788699"/>
                    <a:gd name="connsiteX63" fmla="*/ 228006 w 516735"/>
                    <a:gd name="connsiteY63" fmla="*/ 656502 h 788699"/>
                    <a:gd name="connsiteX64" fmla="*/ 271520 w 516735"/>
                    <a:gd name="connsiteY64" fmla="*/ 689138 h 788699"/>
                    <a:gd name="connsiteX65" fmla="*/ 306876 w 516735"/>
                    <a:gd name="connsiteY65" fmla="*/ 664661 h 788699"/>
                    <a:gd name="connsiteX66" fmla="*/ 331353 w 516735"/>
                    <a:gd name="connsiteY66" fmla="*/ 602109 h 788699"/>
                    <a:gd name="connsiteX67" fmla="*/ 336792 w 516735"/>
                    <a:gd name="connsiteY67" fmla="*/ 544997 h 788699"/>
                    <a:gd name="connsiteX68" fmla="*/ 336792 w 516735"/>
                    <a:gd name="connsiteY68" fmla="*/ 498762 h 788699"/>
                    <a:gd name="connsiteX69" fmla="*/ 336792 w 516735"/>
                    <a:gd name="connsiteY69" fmla="*/ 490603 h 788699"/>
                    <a:gd name="connsiteX70" fmla="*/ 320474 w 516735"/>
                    <a:gd name="connsiteY70" fmla="*/ 477005 h 788699"/>
                    <a:gd name="connsiteX71" fmla="*/ 282399 w 516735"/>
                    <a:gd name="connsiteY71" fmla="*/ 479725 h 788699"/>
                    <a:gd name="connsiteX72" fmla="*/ 252483 w 516735"/>
                    <a:gd name="connsiteY72" fmla="*/ 474286 h 788699"/>
                    <a:gd name="connsiteX73" fmla="*/ 247044 w 516735"/>
                    <a:gd name="connsiteY73" fmla="*/ 466126 h 788699"/>
                    <a:gd name="connsiteX74" fmla="*/ 249763 w 516735"/>
                    <a:gd name="connsiteY74" fmla="*/ 457968 h 788699"/>
                    <a:gd name="connsiteX75" fmla="*/ 268801 w 516735"/>
                    <a:gd name="connsiteY75" fmla="*/ 447089 h 788699"/>
                    <a:gd name="connsiteX76" fmla="*/ 312315 w 516735"/>
                    <a:gd name="connsiteY76" fmla="*/ 436210 h 788699"/>
                    <a:gd name="connsiteX77" fmla="*/ 353110 w 516735"/>
                    <a:gd name="connsiteY77" fmla="*/ 430771 h 788699"/>
                    <a:gd name="connsiteX78" fmla="*/ 385746 w 516735"/>
                    <a:gd name="connsiteY78" fmla="*/ 430771 h 788699"/>
                    <a:gd name="connsiteX79" fmla="*/ 437420 w 516735"/>
                    <a:gd name="connsiteY79" fmla="*/ 428051 h 788699"/>
                    <a:gd name="connsiteX80" fmla="*/ 464616 w 516735"/>
                    <a:gd name="connsiteY80" fmla="*/ 436210 h 788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</a:cxnLst>
                  <a:rect l="l" t="t" r="r" b="b"/>
                  <a:pathLst>
                    <a:path w="516735" h="788699">
                      <a:moveTo>
                        <a:pt x="464616" y="436210"/>
                      </a:moveTo>
                      <a:cubicBezTo>
                        <a:pt x="464616" y="447089"/>
                        <a:pt x="453738" y="452528"/>
                        <a:pt x="445578" y="455248"/>
                      </a:cubicBezTo>
                      <a:cubicBezTo>
                        <a:pt x="434700" y="460687"/>
                        <a:pt x="415662" y="463407"/>
                        <a:pt x="404783" y="466126"/>
                      </a:cubicBezTo>
                      <a:cubicBezTo>
                        <a:pt x="393905" y="466126"/>
                        <a:pt x="385746" y="468846"/>
                        <a:pt x="385746" y="479725"/>
                      </a:cubicBezTo>
                      <a:cubicBezTo>
                        <a:pt x="385746" y="487884"/>
                        <a:pt x="388466" y="506921"/>
                        <a:pt x="388466" y="512361"/>
                      </a:cubicBezTo>
                      <a:cubicBezTo>
                        <a:pt x="388466" y="515080"/>
                        <a:pt x="388466" y="539557"/>
                        <a:pt x="388466" y="544997"/>
                      </a:cubicBezTo>
                      <a:cubicBezTo>
                        <a:pt x="388466" y="550436"/>
                        <a:pt x="388466" y="558595"/>
                        <a:pt x="388466" y="566754"/>
                      </a:cubicBezTo>
                      <a:cubicBezTo>
                        <a:pt x="388466" y="591231"/>
                        <a:pt x="388466" y="621147"/>
                        <a:pt x="391185" y="632026"/>
                      </a:cubicBezTo>
                      <a:cubicBezTo>
                        <a:pt x="393905" y="653783"/>
                        <a:pt x="393905" y="661942"/>
                        <a:pt x="393905" y="683699"/>
                      </a:cubicBezTo>
                      <a:cubicBezTo>
                        <a:pt x="393905" y="694578"/>
                        <a:pt x="393905" y="724494"/>
                        <a:pt x="377587" y="724494"/>
                      </a:cubicBezTo>
                      <a:cubicBezTo>
                        <a:pt x="369428" y="724494"/>
                        <a:pt x="366708" y="721774"/>
                        <a:pt x="361269" y="719054"/>
                      </a:cubicBezTo>
                      <a:cubicBezTo>
                        <a:pt x="355830" y="716335"/>
                        <a:pt x="353110" y="708176"/>
                        <a:pt x="353110" y="702737"/>
                      </a:cubicBezTo>
                      <a:cubicBezTo>
                        <a:pt x="350390" y="694578"/>
                        <a:pt x="350390" y="689138"/>
                        <a:pt x="350390" y="686419"/>
                      </a:cubicBezTo>
                      <a:cubicBezTo>
                        <a:pt x="350390" y="678260"/>
                        <a:pt x="353110" y="672820"/>
                        <a:pt x="353110" y="659222"/>
                      </a:cubicBezTo>
                      <a:lnTo>
                        <a:pt x="353110" y="656502"/>
                      </a:lnTo>
                      <a:cubicBezTo>
                        <a:pt x="347671" y="675540"/>
                        <a:pt x="334073" y="694578"/>
                        <a:pt x="317754" y="708176"/>
                      </a:cubicBezTo>
                      <a:cubicBezTo>
                        <a:pt x="293278" y="727214"/>
                        <a:pt x="274240" y="735372"/>
                        <a:pt x="241604" y="735372"/>
                      </a:cubicBezTo>
                      <a:cubicBezTo>
                        <a:pt x="222566" y="735372"/>
                        <a:pt x="203529" y="732653"/>
                        <a:pt x="187211" y="727214"/>
                      </a:cubicBezTo>
                      <a:cubicBezTo>
                        <a:pt x="165454" y="719054"/>
                        <a:pt x="149136" y="708176"/>
                        <a:pt x="135537" y="694578"/>
                      </a:cubicBezTo>
                      <a:cubicBezTo>
                        <a:pt x="113780" y="672820"/>
                        <a:pt x="100182" y="648343"/>
                        <a:pt x="86583" y="621147"/>
                      </a:cubicBezTo>
                      <a:cubicBezTo>
                        <a:pt x="75705" y="599390"/>
                        <a:pt x="70266" y="580352"/>
                        <a:pt x="67546" y="555875"/>
                      </a:cubicBezTo>
                      <a:cubicBezTo>
                        <a:pt x="64826" y="539557"/>
                        <a:pt x="62107" y="525959"/>
                        <a:pt x="59387" y="509641"/>
                      </a:cubicBezTo>
                      <a:cubicBezTo>
                        <a:pt x="56667" y="493323"/>
                        <a:pt x="59387" y="485164"/>
                        <a:pt x="59387" y="468846"/>
                      </a:cubicBezTo>
                      <a:cubicBezTo>
                        <a:pt x="59387" y="414453"/>
                        <a:pt x="72985" y="362780"/>
                        <a:pt x="86583" y="302947"/>
                      </a:cubicBezTo>
                      <a:cubicBezTo>
                        <a:pt x="92023" y="275751"/>
                        <a:pt x="100182" y="248554"/>
                        <a:pt x="108341" y="224077"/>
                      </a:cubicBezTo>
                      <a:cubicBezTo>
                        <a:pt x="116500" y="196881"/>
                        <a:pt x="130098" y="169684"/>
                        <a:pt x="146416" y="145207"/>
                      </a:cubicBezTo>
                      <a:cubicBezTo>
                        <a:pt x="160014" y="123450"/>
                        <a:pt x="176332" y="101693"/>
                        <a:pt x="198090" y="85375"/>
                      </a:cubicBezTo>
                      <a:cubicBezTo>
                        <a:pt x="206249" y="77216"/>
                        <a:pt x="217127" y="71776"/>
                        <a:pt x="228006" y="69057"/>
                      </a:cubicBezTo>
                      <a:cubicBezTo>
                        <a:pt x="241604" y="63618"/>
                        <a:pt x="255202" y="58178"/>
                        <a:pt x="268801" y="58178"/>
                      </a:cubicBezTo>
                      <a:cubicBezTo>
                        <a:pt x="271520" y="58178"/>
                        <a:pt x="274240" y="58178"/>
                        <a:pt x="274240" y="58178"/>
                      </a:cubicBezTo>
                      <a:cubicBezTo>
                        <a:pt x="279679" y="58178"/>
                        <a:pt x="285119" y="58178"/>
                        <a:pt x="295997" y="60898"/>
                      </a:cubicBezTo>
                      <a:cubicBezTo>
                        <a:pt x="309595" y="63618"/>
                        <a:pt x="320474" y="66337"/>
                        <a:pt x="331353" y="71776"/>
                      </a:cubicBezTo>
                      <a:cubicBezTo>
                        <a:pt x="339512" y="77216"/>
                        <a:pt x="347671" y="85375"/>
                        <a:pt x="350390" y="93534"/>
                      </a:cubicBezTo>
                      <a:cubicBezTo>
                        <a:pt x="350390" y="88095"/>
                        <a:pt x="353110" y="79936"/>
                        <a:pt x="353110" y="74496"/>
                      </a:cubicBezTo>
                      <a:cubicBezTo>
                        <a:pt x="355830" y="71776"/>
                        <a:pt x="355830" y="69057"/>
                        <a:pt x="358549" y="63618"/>
                      </a:cubicBezTo>
                      <a:cubicBezTo>
                        <a:pt x="361269" y="60898"/>
                        <a:pt x="363989" y="58178"/>
                        <a:pt x="366708" y="58178"/>
                      </a:cubicBezTo>
                      <a:cubicBezTo>
                        <a:pt x="369428" y="58178"/>
                        <a:pt x="372148" y="60898"/>
                        <a:pt x="374867" y="63618"/>
                      </a:cubicBezTo>
                      <a:cubicBezTo>
                        <a:pt x="377587" y="69057"/>
                        <a:pt x="380307" y="77216"/>
                        <a:pt x="383027" y="82655"/>
                      </a:cubicBezTo>
                      <a:cubicBezTo>
                        <a:pt x="383027" y="90814"/>
                        <a:pt x="385746" y="107132"/>
                        <a:pt x="385746" y="126170"/>
                      </a:cubicBezTo>
                      <a:cubicBezTo>
                        <a:pt x="385746" y="150647"/>
                        <a:pt x="385746" y="177843"/>
                        <a:pt x="388466" y="186002"/>
                      </a:cubicBezTo>
                      <a:cubicBezTo>
                        <a:pt x="391185" y="207759"/>
                        <a:pt x="391185" y="215918"/>
                        <a:pt x="391185" y="237676"/>
                      </a:cubicBezTo>
                      <a:cubicBezTo>
                        <a:pt x="391185" y="248554"/>
                        <a:pt x="391185" y="278470"/>
                        <a:pt x="374867" y="278470"/>
                      </a:cubicBezTo>
                      <a:cubicBezTo>
                        <a:pt x="366708" y="278470"/>
                        <a:pt x="363989" y="275751"/>
                        <a:pt x="358549" y="273031"/>
                      </a:cubicBezTo>
                      <a:cubicBezTo>
                        <a:pt x="353110" y="270311"/>
                        <a:pt x="350390" y="262152"/>
                        <a:pt x="350390" y="256713"/>
                      </a:cubicBezTo>
                      <a:cubicBezTo>
                        <a:pt x="350390" y="251274"/>
                        <a:pt x="347671" y="245834"/>
                        <a:pt x="347671" y="240395"/>
                      </a:cubicBezTo>
                      <a:cubicBezTo>
                        <a:pt x="347671" y="232236"/>
                        <a:pt x="347671" y="224077"/>
                        <a:pt x="347671" y="213199"/>
                      </a:cubicBezTo>
                      <a:cubicBezTo>
                        <a:pt x="347671" y="207759"/>
                        <a:pt x="347671" y="199600"/>
                        <a:pt x="344951" y="194161"/>
                      </a:cubicBezTo>
                      <a:cubicBezTo>
                        <a:pt x="342232" y="180563"/>
                        <a:pt x="342232" y="164245"/>
                        <a:pt x="339512" y="150647"/>
                      </a:cubicBezTo>
                      <a:cubicBezTo>
                        <a:pt x="336792" y="137048"/>
                        <a:pt x="331353" y="123450"/>
                        <a:pt x="323194" y="112571"/>
                      </a:cubicBezTo>
                      <a:cubicBezTo>
                        <a:pt x="317754" y="104412"/>
                        <a:pt x="304156" y="101693"/>
                        <a:pt x="293278" y="101693"/>
                      </a:cubicBezTo>
                      <a:cubicBezTo>
                        <a:pt x="279679" y="101693"/>
                        <a:pt x="271520" y="109852"/>
                        <a:pt x="263361" y="120730"/>
                      </a:cubicBezTo>
                      <a:cubicBezTo>
                        <a:pt x="257922" y="131609"/>
                        <a:pt x="247044" y="139768"/>
                        <a:pt x="241604" y="153366"/>
                      </a:cubicBezTo>
                      <a:cubicBezTo>
                        <a:pt x="236165" y="166964"/>
                        <a:pt x="233445" y="180563"/>
                        <a:pt x="233445" y="194161"/>
                      </a:cubicBezTo>
                      <a:cubicBezTo>
                        <a:pt x="233445" y="207759"/>
                        <a:pt x="230725" y="218638"/>
                        <a:pt x="225286" y="232236"/>
                      </a:cubicBezTo>
                      <a:cubicBezTo>
                        <a:pt x="219847" y="245834"/>
                        <a:pt x="219847" y="262152"/>
                        <a:pt x="217127" y="275751"/>
                      </a:cubicBezTo>
                      <a:cubicBezTo>
                        <a:pt x="214407" y="289349"/>
                        <a:pt x="214407" y="302947"/>
                        <a:pt x="211688" y="316545"/>
                      </a:cubicBezTo>
                      <a:cubicBezTo>
                        <a:pt x="211688" y="330144"/>
                        <a:pt x="206249" y="341022"/>
                        <a:pt x="206249" y="354621"/>
                      </a:cubicBezTo>
                      <a:cubicBezTo>
                        <a:pt x="203529" y="368219"/>
                        <a:pt x="203529" y="381817"/>
                        <a:pt x="200809" y="398135"/>
                      </a:cubicBezTo>
                      <a:cubicBezTo>
                        <a:pt x="198090" y="411733"/>
                        <a:pt x="198090" y="425332"/>
                        <a:pt x="195370" y="438930"/>
                      </a:cubicBezTo>
                      <a:cubicBezTo>
                        <a:pt x="195370" y="449809"/>
                        <a:pt x="192650" y="463407"/>
                        <a:pt x="192650" y="474286"/>
                      </a:cubicBezTo>
                      <a:cubicBezTo>
                        <a:pt x="192650" y="490603"/>
                        <a:pt x="195370" y="509641"/>
                        <a:pt x="195370" y="525959"/>
                      </a:cubicBezTo>
                      <a:cubicBezTo>
                        <a:pt x="195370" y="550436"/>
                        <a:pt x="203529" y="572193"/>
                        <a:pt x="208968" y="596670"/>
                      </a:cubicBezTo>
                      <a:cubicBezTo>
                        <a:pt x="211688" y="604829"/>
                        <a:pt x="211688" y="615708"/>
                        <a:pt x="214407" y="623867"/>
                      </a:cubicBezTo>
                      <a:cubicBezTo>
                        <a:pt x="217127" y="634745"/>
                        <a:pt x="222566" y="645624"/>
                        <a:pt x="228006" y="656502"/>
                      </a:cubicBezTo>
                      <a:cubicBezTo>
                        <a:pt x="236165" y="670101"/>
                        <a:pt x="252483" y="689138"/>
                        <a:pt x="271520" y="689138"/>
                      </a:cubicBezTo>
                      <a:cubicBezTo>
                        <a:pt x="287838" y="689138"/>
                        <a:pt x="298717" y="675540"/>
                        <a:pt x="306876" y="664661"/>
                      </a:cubicBezTo>
                      <a:cubicBezTo>
                        <a:pt x="320474" y="645624"/>
                        <a:pt x="325914" y="623867"/>
                        <a:pt x="331353" y="602109"/>
                      </a:cubicBezTo>
                      <a:cubicBezTo>
                        <a:pt x="334073" y="583072"/>
                        <a:pt x="336792" y="564034"/>
                        <a:pt x="336792" y="544997"/>
                      </a:cubicBezTo>
                      <a:cubicBezTo>
                        <a:pt x="336792" y="531398"/>
                        <a:pt x="336792" y="512361"/>
                        <a:pt x="336792" y="498762"/>
                      </a:cubicBezTo>
                      <a:cubicBezTo>
                        <a:pt x="336792" y="496043"/>
                        <a:pt x="336792" y="493323"/>
                        <a:pt x="336792" y="490603"/>
                      </a:cubicBezTo>
                      <a:cubicBezTo>
                        <a:pt x="336792" y="479725"/>
                        <a:pt x="336792" y="477005"/>
                        <a:pt x="320474" y="477005"/>
                      </a:cubicBezTo>
                      <a:cubicBezTo>
                        <a:pt x="309595" y="477005"/>
                        <a:pt x="295997" y="479725"/>
                        <a:pt x="282399" y="479725"/>
                      </a:cubicBezTo>
                      <a:cubicBezTo>
                        <a:pt x="271520" y="479725"/>
                        <a:pt x="260642" y="479725"/>
                        <a:pt x="252483" y="474286"/>
                      </a:cubicBezTo>
                      <a:cubicBezTo>
                        <a:pt x="249763" y="471566"/>
                        <a:pt x="247044" y="468846"/>
                        <a:pt x="247044" y="466126"/>
                      </a:cubicBezTo>
                      <a:cubicBezTo>
                        <a:pt x="247044" y="463407"/>
                        <a:pt x="247044" y="460687"/>
                        <a:pt x="249763" y="457968"/>
                      </a:cubicBezTo>
                      <a:cubicBezTo>
                        <a:pt x="255202" y="452528"/>
                        <a:pt x="260642" y="449809"/>
                        <a:pt x="268801" y="447089"/>
                      </a:cubicBezTo>
                      <a:cubicBezTo>
                        <a:pt x="282399" y="441650"/>
                        <a:pt x="295997" y="438930"/>
                        <a:pt x="312315" y="436210"/>
                      </a:cubicBezTo>
                      <a:cubicBezTo>
                        <a:pt x="325914" y="433491"/>
                        <a:pt x="339512" y="433491"/>
                        <a:pt x="353110" y="430771"/>
                      </a:cubicBezTo>
                      <a:cubicBezTo>
                        <a:pt x="363989" y="430771"/>
                        <a:pt x="374867" y="430771"/>
                        <a:pt x="385746" y="430771"/>
                      </a:cubicBezTo>
                      <a:cubicBezTo>
                        <a:pt x="402064" y="430771"/>
                        <a:pt x="426541" y="428051"/>
                        <a:pt x="437420" y="428051"/>
                      </a:cubicBezTo>
                      <a:cubicBezTo>
                        <a:pt x="451018" y="422612"/>
                        <a:pt x="464616" y="425332"/>
                        <a:pt x="464616" y="436210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>
                    <a:ln>
                      <a:noFill/>
                    </a:ln>
                    <a:solidFill>
                      <a:srgbClr val="666666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02" name="Freeform: Shape 51">
                  <a:extLst>
                    <a:ext uri="{FF2B5EF4-FFF2-40B4-BE49-F238E27FC236}">
                      <a16:creationId xmlns:a16="http://schemas.microsoft.com/office/drawing/2014/main" id="{6996829A-6380-4F42-9E8B-50D6FA13DC56}"/>
                    </a:ext>
                  </a:extLst>
                </p:cNvPr>
                <p:cNvSpPr/>
                <p:nvPr/>
              </p:nvSpPr>
              <p:spPr>
                <a:xfrm>
                  <a:off x="9053923" y="4178559"/>
                  <a:ext cx="625521" cy="788700"/>
                </a:xfrm>
                <a:custGeom>
                  <a:avLst/>
                  <a:gdLst>
                    <a:gd name="connsiteX0" fmla="*/ 536838 w 625521"/>
                    <a:gd name="connsiteY0" fmla="*/ 680979 h 788699"/>
                    <a:gd name="connsiteX1" fmla="*/ 574913 w 625521"/>
                    <a:gd name="connsiteY1" fmla="*/ 697297 h 788699"/>
                    <a:gd name="connsiteX2" fmla="*/ 566755 w 625521"/>
                    <a:gd name="connsiteY2" fmla="*/ 713615 h 788699"/>
                    <a:gd name="connsiteX3" fmla="*/ 550437 w 625521"/>
                    <a:gd name="connsiteY3" fmla="*/ 721774 h 788699"/>
                    <a:gd name="connsiteX4" fmla="*/ 528680 w 625521"/>
                    <a:gd name="connsiteY4" fmla="*/ 724494 h 788699"/>
                    <a:gd name="connsiteX5" fmla="*/ 417174 w 625521"/>
                    <a:gd name="connsiteY5" fmla="*/ 724494 h 788699"/>
                    <a:gd name="connsiteX6" fmla="*/ 398136 w 625521"/>
                    <a:gd name="connsiteY6" fmla="*/ 724494 h 788699"/>
                    <a:gd name="connsiteX7" fmla="*/ 373659 w 625521"/>
                    <a:gd name="connsiteY7" fmla="*/ 724494 h 788699"/>
                    <a:gd name="connsiteX8" fmla="*/ 346462 w 625521"/>
                    <a:gd name="connsiteY8" fmla="*/ 719054 h 788699"/>
                    <a:gd name="connsiteX9" fmla="*/ 330144 w 625521"/>
                    <a:gd name="connsiteY9" fmla="*/ 702737 h 788699"/>
                    <a:gd name="connsiteX10" fmla="*/ 335584 w 625521"/>
                    <a:gd name="connsiteY10" fmla="*/ 694578 h 788699"/>
                    <a:gd name="connsiteX11" fmla="*/ 357341 w 625521"/>
                    <a:gd name="connsiteY11" fmla="*/ 686419 h 788699"/>
                    <a:gd name="connsiteX12" fmla="*/ 395416 w 625521"/>
                    <a:gd name="connsiteY12" fmla="*/ 680979 h 788699"/>
                    <a:gd name="connsiteX13" fmla="*/ 381817 w 625521"/>
                    <a:gd name="connsiteY13" fmla="*/ 656502 h 788699"/>
                    <a:gd name="connsiteX14" fmla="*/ 379098 w 625521"/>
                    <a:gd name="connsiteY14" fmla="*/ 585791 h 788699"/>
                    <a:gd name="connsiteX15" fmla="*/ 379098 w 625521"/>
                    <a:gd name="connsiteY15" fmla="*/ 517800 h 788699"/>
                    <a:gd name="connsiteX16" fmla="*/ 379098 w 625521"/>
                    <a:gd name="connsiteY16" fmla="*/ 474286 h 788699"/>
                    <a:gd name="connsiteX17" fmla="*/ 379098 w 625521"/>
                    <a:gd name="connsiteY17" fmla="*/ 430771 h 788699"/>
                    <a:gd name="connsiteX18" fmla="*/ 381817 w 625521"/>
                    <a:gd name="connsiteY18" fmla="*/ 411733 h 788699"/>
                    <a:gd name="connsiteX19" fmla="*/ 379098 w 625521"/>
                    <a:gd name="connsiteY19" fmla="*/ 400855 h 788699"/>
                    <a:gd name="connsiteX20" fmla="*/ 370939 w 625521"/>
                    <a:gd name="connsiteY20" fmla="*/ 398135 h 788699"/>
                    <a:gd name="connsiteX21" fmla="*/ 338304 w 625521"/>
                    <a:gd name="connsiteY21" fmla="*/ 400855 h 788699"/>
                    <a:gd name="connsiteX22" fmla="*/ 289349 w 625521"/>
                    <a:gd name="connsiteY22" fmla="*/ 403575 h 788699"/>
                    <a:gd name="connsiteX23" fmla="*/ 264872 w 625521"/>
                    <a:gd name="connsiteY23" fmla="*/ 400855 h 788699"/>
                    <a:gd name="connsiteX24" fmla="*/ 259433 w 625521"/>
                    <a:gd name="connsiteY24" fmla="*/ 406294 h 788699"/>
                    <a:gd name="connsiteX25" fmla="*/ 259433 w 625521"/>
                    <a:gd name="connsiteY25" fmla="*/ 425332 h 788699"/>
                    <a:gd name="connsiteX26" fmla="*/ 259433 w 625521"/>
                    <a:gd name="connsiteY26" fmla="*/ 449809 h 788699"/>
                    <a:gd name="connsiteX27" fmla="*/ 259433 w 625521"/>
                    <a:gd name="connsiteY27" fmla="*/ 471566 h 788699"/>
                    <a:gd name="connsiteX28" fmla="*/ 259433 w 625521"/>
                    <a:gd name="connsiteY28" fmla="*/ 504202 h 788699"/>
                    <a:gd name="connsiteX29" fmla="*/ 259433 w 625521"/>
                    <a:gd name="connsiteY29" fmla="*/ 509641 h 788699"/>
                    <a:gd name="connsiteX30" fmla="*/ 256714 w 625521"/>
                    <a:gd name="connsiteY30" fmla="*/ 542277 h 788699"/>
                    <a:gd name="connsiteX31" fmla="*/ 256714 w 625521"/>
                    <a:gd name="connsiteY31" fmla="*/ 577632 h 788699"/>
                    <a:gd name="connsiteX32" fmla="*/ 256714 w 625521"/>
                    <a:gd name="connsiteY32" fmla="*/ 612988 h 788699"/>
                    <a:gd name="connsiteX33" fmla="*/ 253994 w 625521"/>
                    <a:gd name="connsiteY33" fmla="*/ 656502 h 788699"/>
                    <a:gd name="connsiteX34" fmla="*/ 256714 w 625521"/>
                    <a:gd name="connsiteY34" fmla="*/ 678260 h 788699"/>
                    <a:gd name="connsiteX35" fmla="*/ 286629 w 625521"/>
                    <a:gd name="connsiteY35" fmla="*/ 694578 h 788699"/>
                    <a:gd name="connsiteX36" fmla="*/ 281191 w 625521"/>
                    <a:gd name="connsiteY36" fmla="*/ 710895 h 788699"/>
                    <a:gd name="connsiteX37" fmla="*/ 264872 w 625521"/>
                    <a:gd name="connsiteY37" fmla="*/ 719054 h 788699"/>
                    <a:gd name="connsiteX38" fmla="*/ 243116 w 625521"/>
                    <a:gd name="connsiteY38" fmla="*/ 721774 h 788699"/>
                    <a:gd name="connsiteX39" fmla="*/ 243116 w 625521"/>
                    <a:gd name="connsiteY39" fmla="*/ 721774 h 788699"/>
                    <a:gd name="connsiteX40" fmla="*/ 232236 w 625521"/>
                    <a:gd name="connsiteY40" fmla="*/ 727214 h 788699"/>
                    <a:gd name="connsiteX41" fmla="*/ 224078 w 625521"/>
                    <a:gd name="connsiteY41" fmla="*/ 735372 h 788699"/>
                    <a:gd name="connsiteX42" fmla="*/ 213199 w 625521"/>
                    <a:gd name="connsiteY42" fmla="*/ 738092 h 788699"/>
                    <a:gd name="connsiteX43" fmla="*/ 183283 w 625521"/>
                    <a:gd name="connsiteY43" fmla="*/ 727214 h 788699"/>
                    <a:gd name="connsiteX44" fmla="*/ 175124 w 625521"/>
                    <a:gd name="connsiteY44" fmla="*/ 719054 h 788699"/>
                    <a:gd name="connsiteX45" fmla="*/ 145208 w 625521"/>
                    <a:gd name="connsiteY45" fmla="*/ 719054 h 788699"/>
                    <a:gd name="connsiteX46" fmla="*/ 126170 w 625521"/>
                    <a:gd name="connsiteY46" fmla="*/ 719054 h 788699"/>
                    <a:gd name="connsiteX47" fmla="*/ 101693 w 625521"/>
                    <a:gd name="connsiteY47" fmla="*/ 719054 h 788699"/>
                    <a:gd name="connsiteX48" fmla="*/ 74496 w 625521"/>
                    <a:gd name="connsiteY48" fmla="*/ 713615 h 788699"/>
                    <a:gd name="connsiteX49" fmla="*/ 58178 w 625521"/>
                    <a:gd name="connsiteY49" fmla="*/ 697297 h 788699"/>
                    <a:gd name="connsiteX50" fmla="*/ 63618 w 625521"/>
                    <a:gd name="connsiteY50" fmla="*/ 689138 h 788699"/>
                    <a:gd name="connsiteX51" fmla="*/ 85375 w 625521"/>
                    <a:gd name="connsiteY51" fmla="*/ 680979 h 788699"/>
                    <a:gd name="connsiteX52" fmla="*/ 131609 w 625521"/>
                    <a:gd name="connsiteY52" fmla="*/ 675540 h 788699"/>
                    <a:gd name="connsiteX53" fmla="*/ 131609 w 625521"/>
                    <a:gd name="connsiteY53" fmla="*/ 667381 h 788699"/>
                    <a:gd name="connsiteX54" fmla="*/ 131609 w 625521"/>
                    <a:gd name="connsiteY54" fmla="*/ 651063 h 788699"/>
                    <a:gd name="connsiteX55" fmla="*/ 131609 w 625521"/>
                    <a:gd name="connsiteY55" fmla="*/ 618427 h 788699"/>
                    <a:gd name="connsiteX56" fmla="*/ 131609 w 625521"/>
                    <a:gd name="connsiteY56" fmla="*/ 580352 h 788699"/>
                    <a:gd name="connsiteX57" fmla="*/ 131609 w 625521"/>
                    <a:gd name="connsiteY57" fmla="*/ 531398 h 788699"/>
                    <a:gd name="connsiteX58" fmla="*/ 131609 w 625521"/>
                    <a:gd name="connsiteY58" fmla="*/ 466126 h 788699"/>
                    <a:gd name="connsiteX59" fmla="*/ 131609 w 625521"/>
                    <a:gd name="connsiteY59" fmla="*/ 422612 h 788699"/>
                    <a:gd name="connsiteX60" fmla="*/ 131609 w 625521"/>
                    <a:gd name="connsiteY60" fmla="*/ 411733 h 788699"/>
                    <a:gd name="connsiteX61" fmla="*/ 131609 w 625521"/>
                    <a:gd name="connsiteY61" fmla="*/ 398135 h 788699"/>
                    <a:gd name="connsiteX62" fmla="*/ 126170 w 625521"/>
                    <a:gd name="connsiteY62" fmla="*/ 389976 h 788699"/>
                    <a:gd name="connsiteX63" fmla="*/ 101693 w 625521"/>
                    <a:gd name="connsiteY63" fmla="*/ 387257 h 788699"/>
                    <a:gd name="connsiteX64" fmla="*/ 77216 w 625521"/>
                    <a:gd name="connsiteY64" fmla="*/ 376378 h 788699"/>
                    <a:gd name="connsiteX65" fmla="*/ 82655 w 625521"/>
                    <a:gd name="connsiteY65" fmla="*/ 368219 h 788699"/>
                    <a:gd name="connsiteX66" fmla="*/ 98973 w 625521"/>
                    <a:gd name="connsiteY66" fmla="*/ 360060 h 788699"/>
                    <a:gd name="connsiteX67" fmla="*/ 118011 w 625521"/>
                    <a:gd name="connsiteY67" fmla="*/ 357340 h 788699"/>
                    <a:gd name="connsiteX68" fmla="*/ 131609 w 625521"/>
                    <a:gd name="connsiteY68" fmla="*/ 351901 h 788699"/>
                    <a:gd name="connsiteX69" fmla="*/ 131609 w 625521"/>
                    <a:gd name="connsiteY69" fmla="*/ 343742 h 788699"/>
                    <a:gd name="connsiteX70" fmla="*/ 131609 w 625521"/>
                    <a:gd name="connsiteY70" fmla="*/ 270311 h 788699"/>
                    <a:gd name="connsiteX71" fmla="*/ 137048 w 625521"/>
                    <a:gd name="connsiteY71" fmla="*/ 145207 h 788699"/>
                    <a:gd name="connsiteX72" fmla="*/ 139768 w 625521"/>
                    <a:gd name="connsiteY72" fmla="*/ 123450 h 788699"/>
                    <a:gd name="connsiteX73" fmla="*/ 123450 w 625521"/>
                    <a:gd name="connsiteY73" fmla="*/ 123450 h 788699"/>
                    <a:gd name="connsiteX74" fmla="*/ 118011 w 625521"/>
                    <a:gd name="connsiteY74" fmla="*/ 123450 h 788699"/>
                    <a:gd name="connsiteX75" fmla="*/ 101693 w 625521"/>
                    <a:gd name="connsiteY75" fmla="*/ 123450 h 788699"/>
                    <a:gd name="connsiteX76" fmla="*/ 74496 w 625521"/>
                    <a:gd name="connsiteY76" fmla="*/ 118011 h 788699"/>
                    <a:gd name="connsiteX77" fmla="*/ 58178 w 625521"/>
                    <a:gd name="connsiteY77" fmla="*/ 101693 h 788699"/>
                    <a:gd name="connsiteX78" fmla="*/ 63618 w 625521"/>
                    <a:gd name="connsiteY78" fmla="*/ 93534 h 788699"/>
                    <a:gd name="connsiteX79" fmla="*/ 85375 w 625521"/>
                    <a:gd name="connsiteY79" fmla="*/ 85375 h 788699"/>
                    <a:gd name="connsiteX80" fmla="*/ 137048 w 625521"/>
                    <a:gd name="connsiteY80" fmla="*/ 82655 h 788699"/>
                    <a:gd name="connsiteX81" fmla="*/ 147927 w 625521"/>
                    <a:gd name="connsiteY81" fmla="*/ 82655 h 788699"/>
                    <a:gd name="connsiteX82" fmla="*/ 186003 w 625521"/>
                    <a:gd name="connsiteY82" fmla="*/ 58178 h 788699"/>
                    <a:gd name="connsiteX83" fmla="*/ 226797 w 625521"/>
                    <a:gd name="connsiteY83" fmla="*/ 79936 h 788699"/>
                    <a:gd name="connsiteX84" fmla="*/ 253994 w 625521"/>
                    <a:gd name="connsiteY84" fmla="*/ 79936 h 788699"/>
                    <a:gd name="connsiteX85" fmla="*/ 294789 w 625521"/>
                    <a:gd name="connsiteY85" fmla="*/ 96253 h 788699"/>
                    <a:gd name="connsiteX86" fmla="*/ 283910 w 625521"/>
                    <a:gd name="connsiteY86" fmla="*/ 112571 h 788699"/>
                    <a:gd name="connsiteX87" fmla="*/ 267592 w 625521"/>
                    <a:gd name="connsiteY87" fmla="*/ 120730 h 788699"/>
                    <a:gd name="connsiteX88" fmla="*/ 245835 w 625521"/>
                    <a:gd name="connsiteY88" fmla="*/ 123450 h 788699"/>
                    <a:gd name="connsiteX89" fmla="*/ 237676 w 625521"/>
                    <a:gd name="connsiteY89" fmla="*/ 123450 h 788699"/>
                    <a:gd name="connsiteX90" fmla="*/ 240396 w 625521"/>
                    <a:gd name="connsiteY90" fmla="*/ 128889 h 788699"/>
                    <a:gd name="connsiteX91" fmla="*/ 251274 w 625521"/>
                    <a:gd name="connsiteY91" fmla="*/ 177843 h 788699"/>
                    <a:gd name="connsiteX92" fmla="*/ 256714 w 625521"/>
                    <a:gd name="connsiteY92" fmla="*/ 226797 h 788699"/>
                    <a:gd name="connsiteX93" fmla="*/ 262153 w 625521"/>
                    <a:gd name="connsiteY93" fmla="*/ 273031 h 788699"/>
                    <a:gd name="connsiteX94" fmla="*/ 262153 w 625521"/>
                    <a:gd name="connsiteY94" fmla="*/ 289349 h 788699"/>
                    <a:gd name="connsiteX95" fmla="*/ 262153 w 625521"/>
                    <a:gd name="connsiteY95" fmla="*/ 297508 h 788699"/>
                    <a:gd name="connsiteX96" fmla="*/ 264872 w 625521"/>
                    <a:gd name="connsiteY96" fmla="*/ 321985 h 788699"/>
                    <a:gd name="connsiteX97" fmla="*/ 270312 w 625521"/>
                    <a:gd name="connsiteY97" fmla="*/ 335583 h 788699"/>
                    <a:gd name="connsiteX98" fmla="*/ 270312 w 625521"/>
                    <a:gd name="connsiteY98" fmla="*/ 338303 h 788699"/>
                    <a:gd name="connsiteX99" fmla="*/ 270312 w 625521"/>
                    <a:gd name="connsiteY99" fmla="*/ 346462 h 788699"/>
                    <a:gd name="connsiteX100" fmla="*/ 278471 w 625521"/>
                    <a:gd name="connsiteY100" fmla="*/ 354621 h 788699"/>
                    <a:gd name="connsiteX101" fmla="*/ 338304 w 625521"/>
                    <a:gd name="connsiteY101" fmla="*/ 349181 h 788699"/>
                    <a:gd name="connsiteX102" fmla="*/ 365500 w 625521"/>
                    <a:gd name="connsiteY102" fmla="*/ 349181 h 788699"/>
                    <a:gd name="connsiteX103" fmla="*/ 381817 w 625521"/>
                    <a:gd name="connsiteY103" fmla="*/ 349181 h 788699"/>
                    <a:gd name="connsiteX104" fmla="*/ 392697 w 625521"/>
                    <a:gd name="connsiteY104" fmla="*/ 338303 h 788699"/>
                    <a:gd name="connsiteX105" fmla="*/ 389977 w 625521"/>
                    <a:gd name="connsiteY105" fmla="*/ 313826 h 788699"/>
                    <a:gd name="connsiteX106" fmla="*/ 392697 w 625521"/>
                    <a:gd name="connsiteY106" fmla="*/ 262152 h 788699"/>
                    <a:gd name="connsiteX107" fmla="*/ 395416 w 625521"/>
                    <a:gd name="connsiteY107" fmla="*/ 224077 h 788699"/>
                    <a:gd name="connsiteX108" fmla="*/ 398136 w 625521"/>
                    <a:gd name="connsiteY108" fmla="*/ 177843 h 788699"/>
                    <a:gd name="connsiteX109" fmla="*/ 395416 w 625521"/>
                    <a:gd name="connsiteY109" fmla="*/ 153366 h 788699"/>
                    <a:gd name="connsiteX110" fmla="*/ 395416 w 625521"/>
                    <a:gd name="connsiteY110" fmla="*/ 137048 h 788699"/>
                    <a:gd name="connsiteX111" fmla="*/ 379098 w 625521"/>
                    <a:gd name="connsiteY111" fmla="*/ 137048 h 788699"/>
                    <a:gd name="connsiteX112" fmla="*/ 351902 w 625521"/>
                    <a:gd name="connsiteY112" fmla="*/ 131609 h 788699"/>
                    <a:gd name="connsiteX113" fmla="*/ 338304 w 625521"/>
                    <a:gd name="connsiteY113" fmla="*/ 115291 h 788699"/>
                    <a:gd name="connsiteX114" fmla="*/ 343742 w 625521"/>
                    <a:gd name="connsiteY114" fmla="*/ 107132 h 788699"/>
                    <a:gd name="connsiteX115" fmla="*/ 362780 w 625521"/>
                    <a:gd name="connsiteY115" fmla="*/ 98973 h 788699"/>
                    <a:gd name="connsiteX116" fmla="*/ 395416 w 625521"/>
                    <a:gd name="connsiteY116" fmla="*/ 96253 h 788699"/>
                    <a:gd name="connsiteX117" fmla="*/ 403575 w 625521"/>
                    <a:gd name="connsiteY117" fmla="*/ 90814 h 788699"/>
                    <a:gd name="connsiteX118" fmla="*/ 422612 w 625521"/>
                    <a:gd name="connsiteY118" fmla="*/ 88095 h 788699"/>
                    <a:gd name="connsiteX119" fmla="*/ 428052 w 625521"/>
                    <a:gd name="connsiteY119" fmla="*/ 88095 h 788699"/>
                    <a:gd name="connsiteX120" fmla="*/ 447090 w 625521"/>
                    <a:gd name="connsiteY120" fmla="*/ 90814 h 788699"/>
                    <a:gd name="connsiteX121" fmla="*/ 455249 w 625521"/>
                    <a:gd name="connsiteY121" fmla="*/ 96253 h 788699"/>
                    <a:gd name="connsiteX122" fmla="*/ 525960 w 625521"/>
                    <a:gd name="connsiteY122" fmla="*/ 93534 h 788699"/>
                    <a:gd name="connsiteX123" fmla="*/ 561315 w 625521"/>
                    <a:gd name="connsiteY123" fmla="*/ 109852 h 788699"/>
                    <a:gd name="connsiteX124" fmla="*/ 555876 w 625521"/>
                    <a:gd name="connsiteY124" fmla="*/ 126170 h 788699"/>
                    <a:gd name="connsiteX125" fmla="*/ 539558 w 625521"/>
                    <a:gd name="connsiteY125" fmla="*/ 134329 h 788699"/>
                    <a:gd name="connsiteX126" fmla="*/ 517800 w 625521"/>
                    <a:gd name="connsiteY126" fmla="*/ 137048 h 788699"/>
                    <a:gd name="connsiteX127" fmla="*/ 477006 w 625521"/>
                    <a:gd name="connsiteY127" fmla="*/ 137048 h 788699"/>
                    <a:gd name="connsiteX128" fmla="*/ 485165 w 625521"/>
                    <a:gd name="connsiteY128" fmla="*/ 161525 h 788699"/>
                    <a:gd name="connsiteX129" fmla="*/ 496043 w 625521"/>
                    <a:gd name="connsiteY129" fmla="*/ 210479 h 788699"/>
                    <a:gd name="connsiteX130" fmla="*/ 501483 w 625521"/>
                    <a:gd name="connsiteY130" fmla="*/ 251274 h 788699"/>
                    <a:gd name="connsiteX131" fmla="*/ 506922 w 625521"/>
                    <a:gd name="connsiteY131" fmla="*/ 292069 h 788699"/>
                    <a:gd name="connsiteX132" fmla="*/ 506922 w 625521"/>
                    <a:gd name="connsiteY132" fmla="*/ 321985 h 788699"/>
                    <a:gd name="connsiteX133" fmla="*/ 509642 w 625521"/>
                    <a:gd name="connsiteY133" fmla="*/ 341022 h 788699"/>
                    <a:gd name="connsiteX134" fmla="*/ 509642 w 625521"/>
                    <a:gd name="connsiteY134" fmla="*/ 343742 h 788699"/>
                    <a:gd name="connsiteX135" fmla="*/ 517800 w 625521"/>
                    <a:gd name="connsiteY135" fmla="*/ 349181 h 788699"/>
                    <a:gd name="connsiteX136" fmla="*/ 528680 w 625521"/>
                    <a:gd name="connsiteY136" fmla="*/ 349181 h 788699"/>
                    <a:gd name="connsiteX137" fmla="*/ 550437 w 625521"/>
                    <a:gd name="connsiteY137" fmla="*/ 357340 h 788699"/>
                    <a:gd name="connsiteX138" fmla="*/ 550437 w 625521"/>
                    <a:gd name="connsiteY138" fmla="*/ 362780 h 788699"/>
                    <a:gd name="connsiteX139" fmla="*/ 534119 w 625521"/>
                    <a:gd name="connsiteY139" fmla="*/ 384537 h 788699"/>
                    <a:gd name="connsiteX140" fmla="*/ 520520 w 625521"/>
                    <a:gd name="connsiteY140" fmla="*/ 389976 h 788699"/>
                    <a:gd name="connsiteX141" fmla="*/ 512362 w 625521"/>
                    <a:gd name="connsiteY141" fmla="*/ 395415 h 788699"/>
                    <a:gd name="connsiteX142" fmla="*/ 512362 w 625521"/>
                    <a:gd name="connsiteY142" fmla="*/ 398135 h 788699"/>
                    <a:gd name="connsiteX143" fmla="*/ 512362 w 625521"/>
                    <a:gd name="connsiteY143" fmla="*/ 409014 h 788699"/>
                    <a:gd name="connsiteX144" fmla="*/ 512362 w 625521"/>
                    <a:gd name="connsiteY144" fmla="*/ 414453 h 788699"/>
                    <a:gd name="connsiteX145" fmla="*/ 512362 w 625521"/>
                    <a:gd name="connsiteY145" fmla="*/ 438930 h 788699"/>
                    <a:gd name="connsiteX146" fmla="*/ 515081 w 625521"/>
                    <a:gd name="connsiteY146" fmla="*/ 504202 h 788699"/>
                    <a:gd name="connsiteX147" fmla="*/ 520520 w 625521"/>
                    <a:gd name="connsiteY147" fmla="*/ 572193 h 788699"/>
                    <a:gd name="connsiteX148" fmla="*/ 517800 w 625521"/>
                    <a:gd name="connsiteY148" fmla="*/ 604829 h 788699"/>
                    <a:gd name="connsiteX149" fmla="*/ 512362 w 625521"/>
                    <a:gd name="connsiteY149" fmla="*/ 661942 h 788699"/>
                    <a:gd name="connsiteX150" fmla="*/ 509642 w 625521"/>
                    <a:gd name="connsiteY150" fmla="*/ 670101 h 788699"/>
                    <a:gd name="connsiteX151" fmla="*/ 512362 w 625521"/>
                    <a:gd name="connsiteY151" fmla="*/ 680979 h 788699"/>
                    <a:gd name="connsiteX152" fmla="*/ 512362 w 625521"/>
                    <a:gd name="connsiteY152" fmla="*/ 686419 h 788699"/>
                    <a:gd name="connsiteX153" fmla="*/ 536838 w 625521"/>
                    <a:gd name="connsiteY153" fmla="*/ 680979 h 788699"/>
                    <a:gd name="connsiteX154" fmla="*/ 536838 w 625521"/>
                    <a:gd name="connsiteY154" fmla="*/ 680979 h 788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</a:cxnLst>
                  <a:rect l="l" t="t" r="r" b="b"/>
                  <a:pathLst>
                    <a:path w="625521" h="788699">
                      <a:moveTo>
                        <a:pt x="536838" y="680979"/>
                      </a:moveTo>
                      <a:cubicBezTo>
                        <a:pt x="550437" y="680979"/>
                        <a:pt x="574913" y="680979"/>
                        <a:pt x="574913" y="697297"/>
                      </a:cubicBezTo>
                      <a:cubicBezTo>
                        <a:pt x="574913" y="705456"/>
                        <a:pt x="572194" y="708176"/>
                        <a:pt x="566755" y="713615"/>
                      </a:cubicBezTo>
                      <a:cubicBezTo>
                        <a:pt x="561315" y="719054"/>
                        <a:pt x="555876" y="721774"/>
                        <a:pt x="550437" y="721774"/>
                      </a:cubicBezTo>
                      <a:cubicBezTo>
                        <a:pt x="539558" y="724494"/>
                        <a:pt x="534119" y="724494"/>
                        <a:pt x="528680" y="724494"/>
                      </a:cubicBezTo>
                      <a:cubicBezTo>
                        <a:pt x="517800" y="724494"/>
                        <a:pt x="428052" y="724494"/>
                        <a:pt x="417174" y="724494"/>
                      </a:cubicBezTo>
                      <a:cubicBezTo>
                        <a:pt x="403575" y="724494"/>
                        <a:pt x="414454" y="724494"/>
                        <a:pt x="398136" y="724494"/>
                      </a:cubicBezTo>
                      <a:cubicBezTo>
                        <a:pt x="389977" y="724494"/>
                        <a:pt x="381817" y="724494"/>
                        <a:pt x="373659" y="724494"/>
                      </a:cubicBezTo>
                      <a:cubicBezTo>
                        <a:pt x="365500" y="724494"/>
                        <a:pt x="354621" y="721774"/>
                        <a:pt x="346462" y="719054"/>
                      </a:cubicBezTo>
                      <a:cubicBezTo>
                        <a:pt x="338304" y="716335"/>
                        <a:pt x="330144" y="708176"/>
                        <a:pt x="330144" y="702737"/>
                      </a:cubicBezTo>
                      <a:cubicBezTo>
                        <a:pt x="330144" y="700017"/>
                        <a:pt x="330144" y="697297"/>
                        <a:pt x="335584" y="694578"/>
                      </a:cubicBezTo>
                      <a:cubicBezTo>
                        <a:pt x="341023" y="691858"/>
                        <a:pt x="351902" y="689138"/>
                        <a:pt x="357341" y="686419"/>
                      </a:cubicBezTo>
                      <a:cubicBezTo>
                        <a:pt x="373659" y="683699"/>
                        <a:pt x="387257" y="680979"/>
                        <a:pt x="395416" y="680979"/>
                      </a:cubicBezTo>
                      <a:cubicBezTo>
                        <a:pt x="387257" y="675540"/>
                        <a:pt x="384537" y="670101"/>
                        <a:pt x="381817" y="656502"/>
                      </a:cubicBezTo>
                      <a:cubicBezTo>
                        <a:pt x="379098" y="632026"/>
                        <a:pt x="379098" y="610268"/>
                        <a:pt x="379098" y="585791"/>
                      </a:cubicBezTo>
                      <a:cubicBezTo>
                        <a:pt x="379098" y="564034"/>
                        <a:pt x="379098" y="542277"/>
                        <a:pt x="379098" y="517800"/>
                      </a:cubicBezTo>
                      <a:cubicBezTo>
                        <a:pt x="379098" y="504202"/>
                        <a:pt x="379098" y="487884"/>
                        <a:pt x="379098" y="474286"/>
                      </a:cubicBezTo>
                      <a:cubicBezTo>
                        <a:pt x="379098" y="457968"/>
                        <a:pt x="376379" y="444369"/>
                        <a:pt x="379098" y="430771"/>
                      </a:cubicBezTo>
                      <a:cubicBezTo>
                        <a:pt x="379098" y="425332"/>
                        <a:pt x="381817" y="417173"/>
                        <a:pt x="381817" y="411733"/>
                      </a:cubicBezTo>
                      <a:cubicBezTo>
                        <a:pt x="381817" y="406294"/>
                        <a:pt x="381817" y="403575"/>
                        <a:pt x="379098" y="400855"/>
                      </a:cubicBezTo>
                      <a:cubicBezTo>
                        <a:pt x="376379" y="400855"/>
                        <a:pt x="373659" y="398135"/>
                        <a:pt x="370939" y="398135"/>
                      </a:cubicBezTo>
                      <a:cubicBezTo>
                        <a:pt x="360061" y="398135"/>
                        <a:pt x="343742" y="400855"/>
                        <a:pt x="338304" y="400855"/>
                      </a:cubicBezTo>
                      <a:cubicBezTo>
                        <a:pt x="330144" y="400855"/>
                        <a:pt x="319266" y="403575"/>
                        <a:pt x="289349" y="403575"/>
                      </a:cubicBezTo>
                      <a:cubicBezTo>
                        <a:pt x="275751" y="403575"/>
                        <a:pt x="267592" y="400855"/>
                        <a:pt x="264872" y="400855"/>
                      </a:cubicBezTo>
                      <a:cubicBezTo>
                        <a:pt x="262153" y="400855"/>
                        <a:pt x="259433" y="400855"/>
                        <a:pt x="259433" y="406294"/>
                      </a:cubicBezTo>
                      <a:cubicBezTo>
                        <a:pt x="259433" y="414453"/>
                        <a:pt x="259433" y="419892"/>
                        <a:pt x="259433" y="425332"/>
                      </a:cubicBezTo>
                      <a:cubicBezTo>
                        <a:pt x="259433" y="433491"/>
                        <a:pt x="259433" y="441650"/>
                        <a:pt x="259433" y="449809"/>
                      </a:cubicBezTo>
                      <a:cubicBezTo>
                        <a:pt x="259433" y="457968"/>
                        <a:pt x="259433" y="463407"/>
                        <a:pt x="259433" y="471566"/>
                      </a:cubicBezTo>
                      <a:cubicBezTo>
                        <a:pt x="259433" y="482445"/>
                        <a:pt x="259433" y="493323"/>
                        <a:pt x="259433" y="504202"/>
                      </a:cubicBezTo>
                      <a:cubicBezTo>
                        <a:pt x="259433" y="506921"/>
                        <a:pt x="259433" y="506921"/>
                        <a:pt x="259433" y="509641"/>
                      </a:cubicBezTo>
                      <a:cubicBezTo>
                        <a:pt x="259433" y="520520"/>
                        <a:pt x="256714" y="531398"/>
                        <a:pt x="256714" y="542277"/>
                      </a:cubicBezTo>
                      <a:cubicBezTo>
                        <a:pt x="256714" y="553156"/>
                        <a:pt x="256714" y="566754"/>
                        <a:pt x="256714" y="577632"/>
                      </a:cubicBezTo>
                      <a:cubicBezTo>
                        <a:pt x="256714" y="588511"/>
                        <a:pt x="256714" y="599390"/>
                        <a:pt x="256714" y="612988"/>
                      </a:cubicBezTo>
                      <a:cubicBezTo>
                        <a:pt x="256714" y="629306"/>
                        <a:pt x="253994" y="642904"/>
                        <a:pt x="253994" y="656502"/>
                      </a:cubicBezTo>
                      <a:cubicBezTo>
                        <a:pt x="253994" y="664661"/>
                        <a:pt x="256714" y="672820"/>
                        <a:pt x="256714" y="678260"/>
                      </a:cubicBezTo>
                      <a:cubicBezTo>
                        <a:pt x="270312" y="678260"/>
                        <a:pt x="286629" y="680979"/>
                        <a:pt x="286629" y="694578"/>
                      </a:cubicBezTo>
                      <a:cubicBezTo>
                        <a:pt x="286629" y="702737"/>
                        <a:pt x="283910" y="705456"/>
                        <a:pt x="281191" y="710895"/>
                      </a:cubicBezTo>
                      <a:cubicBezTo>
                        <a:pt x="275751" y="716335"/>
                        <a:pt x="270312" y="719054"/>
                        <a:pt x="264872" y="719054"/>
                      </a:cubicBezTo>
                      <a:cubicBezTo>
                        <a:pt x="256714" y="721774"/>
                        <a:pt x="248554" y="721774"/>
                        <a:pt x="243116" y="721774"/>
                      </a:cubicBezTo>
                      <a:cubicBezTo>
                        <a:pt x="243116" y="721774"/>
                        <a:pt x="243116" y="721774"/>
                        <a:pt x="243116" y="721774"/>
                      </a:cubicBezTo>
                      <a:cubicBezTo>
                        <a:pt x="237676" y="724494"/>
                        <a:pt x="237676" y="724494"/>
                        <a:pt x="232236" y="727214"/>
                      </a:cubicBezTo>
                      <a:cubicBezTo>
                        <a:pt x="229517" y="729933"/>
                        <a:pt x="229517" y="732653"/>
                        <a:pt x="224078" y="735372"/>
                      </a:cubicBezTo>
                      <a:cubicBezTo>
                        <a:pt x="221358" y="738092"/>
                        <a:pt x="215919" y="738092"/>
                        <a:pt x="213199" y="738092"/>
                      </a:cubicBezTo>
                      <a:cubicBezTo>
                        <a:pt x="199601" y="738092"/>
                        <a:pt x="188722" y="735372"/>
                        <a:pt x="183283" y="727214"/>
                      </a:cubicBezTo>
                      <a:cubicBezTo>
                        <a:pt x="180563" y="724494"/>
                        <a:pt x="177843" y="721774"/>
                        <a:pt x="175124" y="719054"/>
                      </a:cubicBezTo>
                      <a:cubicBezTo>
                        <a:pt x="161526" y="719054"/>
                        <a:pt x="150646" y="719054"/>
                        <a:pt x="145208" y="719054"/>
                      </a:cubicBezTo>
                      <a:cubicBezTo>
                        <a:pt x="131609" y="719054"/>
                        <a:pt x="142488" y="719054"/>
                        <a:pt x="126170" y="719054"/>
                      </a:cubicBezTo>
                      <a:cubicBezTo>
                        <a:pt x="118011" y="719054"/>
                        <a:pt x="109852" y="719054"/>
                        <a:pt x="101693" y="719054"/>
                      </a:cubicBezTo>
                      <a:cubicBezTo>
                        <a:pt x="93534" y="719054"/>
                        <a:pt x="82655" y="719054"/>
                        <a:pt x="74496" y="713615"/>
                      </a:cubicBezTo>
                      <a:cubicBezTo>
                        <a:pt x="66338" y="710895"/>
                        <a:pt x="58178" y="702737"/>
                        <a:pt x="58178" y="697297"/>
                      </a:cubicBezTo>
                      <a:cubicBezTo>
                        <a:pt x="58178" y="694578"/>
                        <a:pt x="58178" y="691858"/>
                        <a:pt x="63618" y="689138"/>
                      </a:cubicBezTo>
                      <a:cubicBezTo>
                        <a:pt x="69057" y="686419"/>
                        <a:pt x="79936" y="683699"/>
                        <a:pt x="85375" y="680979"/>
                      </a:cubicBezTo>
                      <a:cubicBezTo>
                        <a:pt x="98973" y="678260"/>
                        <a:pt x="118011" y="678260"/>
                        <a:pt x="131609" y="675540"/>
                      </a:cubicBezTo>
                      <a:cubicBezTo>
                        <a:pt x="131609" y="672820"/>
                        <a:pt x="131609" y="670101"/>
                        <a:pt x="131609" y="667381"/>
                      </a:cubicBezTo>
                      <a:cubicBezTo>
                        <a:pt x="131609" y="661942"/>
                        <a:pt x="131609" y="656502"/>
                        <a:pt x="131609" y="651063"/>
                      </a:cubicBezTo>
                      <a:cubicBezTo>
                        <a:pt x="131609" y="640184"/>
                        <a:pt x="131609" y="629306"/>
                        <a:pt x="131609" y="618427"/>
                      </a:cubicBezTo>
                      <a:cubicBezTo>
                        <a:pt x="131609" y="604829"/>
                        <a:pt x="131609" y="593950"/>
                        <a:pt x="131609" y="580352"/>
                      </a:cubicBezTo>
                      <a:cubicBezTo>
                        <a:pt x="131609" y="564034"/>
                        <a:pt x="131609" y="547716"/>
                        <a:pt x="131609" y="531398"/>
                      </a:cubicBezTo>
                      <a:cubicBezTo>
                        <a:pt x="131609" y="509641"/>
                        <a:pt x="131609" y="487884"/>
                        <a:pt x="131609" y="466126"/>
                      </a:cubicBezTo>
                      <a:cubicBezTo>
                        <a:pt x="131609" y="452528"/>
                        <a:pt x="131609" y="436210"/>
                        <a:pt x="131609" y="422612"/>
                      </a:cubicBezTo>
                      <a:cubicBezTo>
                        <a:pt x="131609" y="419892"/>
                        <a:pt x="131609" y="414453"/>
                        <a:pt x="131609" y="411733"/>
                      </a:cubicBezTo>
                      <a:cubicBezTo>
                        <a:pt x="131609" y="409014"/>
                        <a:pt x="131609" y="400855"/>
                        <a:pt x="131609" y="398135"/>
                      </a:cubicBezTo>
                      <a:cubicBezTo>
                        <a:pt x="131609" y="392696"/>
                        <a:pt x="131609" y="392696"/>
                        <a:pt x="126170" y="389976"/>
                      </a:cubicBezTo>
                      <a:cubicBezTo>
                        <a:pt x="123450" y="389976"/>
                        <a:pt x="109852" y="387257"/>
                        <a:pt x="101693" y="387257"/>
                      </a:cubicBezTo>
                      <a:cubicBezTo>
                        <a:pt x="90814" y="384537"/>
                        <a:pt x="77216" y="381817"/>
                        <a:pt x="77216" y="376378"/>
                      </a:cubicBezTo>
                      <a:cubicBezTo>
                        <a:pt x="77216" y="373658"/>
                        <a:pt x="79936" y="370939"/>
                        <a:pt x="82655" y="368219"/>
                      </a:cubicBezTo>
                      <a:cubicBezTo>
                        <a:pt x="88095" y="365499"/>
                        <a:pt x="93534" y="362780"/>
                        <a:pt x="98973" y="360060"/>
                      </a:cubicBezTo>
                      <a:cubicBezTo>
                        <a:pt x="104413" y="360060"/>
                        <a:pt x="112571" y="357340"/>
                        <a:pt x="118011" y="357340"/>
                      </a:cubicBezTo>
                      <a:cubicBezTo>
                        <a:pt x="126170" y="354621"/>
                        <a:pt x="128890" y="357340"/>
                        <a:pt x="131609" y="351901"/>
                      </a:cubicBezTo>
                      <a:cubicBezTo>
                        <a:pt x="131609" y="349181"/>
                        <a:pt x="131609" y="346462"/>
                        <a:pt x="131609" y="343742"/>
                      </a:cubicBezTo>
                      <a:cubicBezTo>
                        <a:pt x="131609" y="319265"/>
                        <a:pt x="131609" y="294788"/>
                        <a:pt x="131609" y="270311"/>
                      </a:cubicBezTo>
                      <a:cubicBezTo>
                        <a:pt x="131609" y="226797"/>
                        <a:pt x="131609" y="186002"/>
                        <a:pt x="137048" y="145207"/>
                      </a:cubicBezTo>
                      <a:cubicBezTo>
                        <a:pt x="137048" y="139768"/>
                        <a:pt x="137048" y="131609"/>
                        <a:pt x="139768" y="123450"/>
                      </a:cubicBezTo>
                      <a:cubicBezTo>
                        <a:pt x="134329" y="123450"/>
                        <a:pt x="137048" y="123450"/>
                        <a:pt x="123450" y="123450"/>
                      </a:cubicBezTo>
                      <a:cubicBezTo>
                        <a:pt x="120731" y="123450"/>
                        <a:pt x="120731" y="123450"/>
                        <a:pt x="118011" y="123450"/>
                      </a:cubicBezTo>
                      <a:cubicBezTo>
                        <a:pt x="112571" y="123450"/>
                        <a:pt x="107133" y="123450"/>
                        <a:pt x="101693" y="123450"/>
                      </a:cubicBezTo>
                      <a:cubicBezTo>
                        <a:pt x="93534" y="123450"/>
                        <a:pt x="82655" y="120730"/>
                        <a:pt x="74496" y="118011"/>
                      </a:cubicBezTo>
                      <a:cubicBezTo>
                        <a:pt x="66338" y="115291"/>
                        <a:pt x="58178" y="107132"/>
                        <a:pt x="58178" y="101693"/>
                      </a:cubicBezTo>
                      <a:cubicBezTo>
                        <a:pt x="58178" y="98973"/>
                        <a:pt x="58178" y="96253"/>
                        <a:pt x="63618" y="93534"/>
                      </a:cubicBezTo>
                      <a:cubicBezTo>
                        <a:pt x="66338" y="90814"/>
                        <a:pt x="77216" y="88095"/>
                        <a:pt x="85375" y="85375"/>
                      </a:cubicBezTo>
                      <a:cubicBezTo>
                        <a:pt x="104413" y="82655"/>
                        <a:pt x="128890" y="82655"/>
                        <a:pt x="137048" y="82655"/>
                      </a:cubicBezTo>
                      <a:cubicBezTo>
                        <a:pt x="139768" y="82655"/>
                        <a:pt x="142488" y="82655"/>
                        <a:pt x="147927" y="82655"/>
                      </a:cubicBezTo>
                      <a:cubicBezTo>
                        <a:pt x="153366" y="69057"/>
                        <a:pt x="164245" y="58178"/>
                        <a:pt x="186003" y="58178"/>
                      </a:cubicBezTo>
                      <a:cubicBezTo>
                        <a:pt x="202321" y="58178"/>
                        <a:pt x="215919" y="66337"/>
                        <a:pt x="226797" y="79936"/>
                      </a:cubicBezTo>
                      <a:cubicBezTo>
                        <a:pt x="237676" y="79936"/>
                        <a:pt x="248554" y="79936"/>
                        <a:pt x="253994" y="79936"/>
                      </a:cubicBezTo>
                      <a:cubicBezTo>
                        <a:pt x="267592" y="79936"/>
                        <a:pt x="294789" y="79936"/>
                        <a:pt x="294789" y="96253"/>
                      </a:cubicBezTo>
                      <a:cubicBezTo>
                        <a:pt x="294789" y="104412"/>
                        <a:pt x="289349" y="107132"/>
                        <a:pt x="283910" y="112571"/>
                      </a:cubicBezTo>
                      <a:cubicBezTo>
                        <a:pt x="278471" y="118011"/>
                        <a:pt x="273031" y="120730"/>
                        <a:pt x="267592" y="120730"/>
                      </a:cubicBezTo>
                      <a:cubicBezTo>
                        <a:pt x="259433" y="123450"/>
                        <a:pt x="251274" y="123450"/>
                        <a:pt x="245835" y="123450"/>
                      </a:cubicBezTo>
                      <a:cubicBezTo>
                        <a:pt x="245835" y="123450"/>
                        <a:pt x="243116" y="123450"/>
                        <a:pt x="237676" y="123450"/>
                      </a:cubicBezTo>
                      <a:cubicBezTo>
                        <a:pt x="237676" y="126170"/>
                        <a:pt x="237676" y="126170"/>
                        <a:pt x="240396" y="128889"/>
                      </a:cubicBezTo>
                      <a:cubicBezTo>
                        <a:pt x="245835" y="145207"/>
                        <a:pt x="248554" y="161525"/>
                        <a:pt x="251274" y="177843"/>
                      </a:cubicBezTo>
                      <a:cubicBezTo>
                        <a:pt x="253994" y="194161"/>
                        <a:pt x="253994" y="210479"/>
                        <a:pt x="256714" y="226797"/>
                      </a:cubicBezTo>
                      <a:cubicBezTo>
                        <a:pt x="259433" y="243115"/>
                        <a:pt x="262153" y="256713"/>
                        <a:pt x="262153" y="273031"/>
                      </a:cubicBezTo>
                      <a:cubicBezTo>
                        <a:pt x="262153" y="278470"/>
                        <a:pt x="262153" y="283910"/>
                        <a:pt x="262153" y="289349"/>
                      </a:cubicBezTo>
                      <a:lnTo>
                        <a:pt x="262153" y="297508"/>
                      </a:lnTo>
                      <a:cubicBezTo>
                        <a:pt x="262153" y="305667"/>
                        <a:pt x="262153" y="313826"/>
                        <a:pt x="264872" y="321985"/>
                      </a:cubicBezTo>
                      <a:cubicBezTo>
                        <a:pt x="264872" y="327424"/>
                        <a:pt x="270312" y="330144"/>
                        <a:pt x="270312" y="335583"/>
                      </a:cubicBezTo>
                      <a:cubicBezTo>
                        <a:pt x="270312" y="335583"/>
                        <a:pt x="270312" y="338303"/>
                        <a:pt x="270312" y="338303"/>
                      </a:cubicBezTo>
                      <a:cubicBezTo>
                        <a:pt x="270312" y="341022"/>
                        <a:pt x="270312" y="343742"/>
                        <a:pt x="270312" y="346462"/>
                      </a:cubicBezTo>
                      <a:cubicBezTo>
                        <a:pt x="270312" y="351901"/>
                        <a:pt x="273031" y="354621"/>
                        <a:pt x="278471" y="354621"/>
                      </a:cubicBezTo>
                      <a:cubicBezTo>
                        <a:pt x="289349" y="354621"/>
                        <a:pt x="335584" y="351901"/>
                        <a:pt x="338304" y="349181"/>
                      </a:cubicBezTo>
                      <a:cubicBezTo>
                        <a:pt x="346462" y="349181"/>
                        <a:pt x="357341" y="349181"/>
                        <a:pt x="365500" y="349181"/>
                      </a:cubicBezTo>
                      <a:cubicBezTo>
                        <a:pt x="370939" y="349181"/>
                        <a:pt x="376379" y="349181"/>
                        <a:pt x="381817" y="349181"/>
                      </a:cubicBezTo>
                      <a:cubicBezTo>
                        <a:pt x="387257" y="349181"/>
                        <a:pt x="392697" y="346462"/>
                        <a:pt x="392697" y="338303"/>
                      </a:cubicBezTo>
                      <a:cubicBezTo>
                        <a:pt x="392697" y="330144"/>
                        <a:pt x="389977" y="316545"/>
                        <a:pt x="389977" y="313826"/>
                      </a:cubicBezTo>
                      <a:cubicBezTo>
                        <a:pt x="389977" y="294788"/>
                        <a:pt x="389977" y="278470"/>
                        <a:pt x="392697" y="262152"/>
                      </a:cubicBezTo>
                      <a:cubicBezTo>
                        <a:pt x="392697" y="259433"/>
                        <a:pt x="395416" y="243115"/>
                        <a:pt x="395416" y="224077"/>
                      </a:cubicBezTo>
                      <a:cubicBezTo>
                        <a:pt x="395416" y="207759"/>
                        <a:pt x="398136" y="188722"/>
                        <a:pt x="398136" y="177843"/>
                      </a:cubicBezTo>
                      <a:cubicBezTo>
                        <a:pt x="398136" y="169684"/>
                        <a:pt x="395416" y="158806"/>
                        <a:pt x="395416" y="153366"/>
                      </a:cubicBezTo>
                      <a:cubicBezTo>
                        <a:pt x="395416" y="145207"/>
                        <a:pt x="395416" y="142488"/>
                        <a:pt x="395416" y="137048"/>
                      </a:cubicBezTo>
                      <a:cubicBezTo>
                        <a:pt x="389977" y="137048"/>
                        <a:pt x="384537" y="137048"/>
                        <a:pt x="379098" y="137048"/>
                      </a:cubicBezTo>
                      <a:cubicBezTo>
                        <a:pt x="370939" y="137048"/>
                        <a:pt x="360061" y="134329"/>
                        <a:pt x="351902" y="131609"/>
                      </a:cubicBezTo>
                      <a:cubicBezTo>
                        <a:pt x="343742" y="128889"/>
                        <a:pt x="338304" y="120730"/>
                        <a:pt x="338304" y="115291"/>
                      </a:cubicBezTo>
                      <a:cubicBezTo>
                        <a:pt x="338304" y="112571"/>
                        <a:pt x="338304" y="109852"/>
                        <a:pt x="343742" y="107132"/>
                      </a:cubicBezTo>
                      <a:cubicBezTo>
                        <a:pt x="349182" y="104412"/>
                        <a:pt x="357341" y="101693"/>
                        <a:pt x="362780" y="98973"/>
                      </a:cubicBezTo>
                      <a:cubicBezTo>
                        <a:pt x="373659" y="96253"/>
                        <a:pt x="387257" y="96253"/>
                        <a:pt x="395416" y="96253"/>
                      </a:cubicBezTo>
                      <a:cubicBezTo>
                        <a:pt x="398136" y="93534"/>
                        <a:pt x="400855" y="90814"/>
                        <a:pt x="403575" y="90814"/>
                      </a:cubicBezTo>
                      <a:cubicBezTo>
                        <a:pt x="411734" y="90814"/>
                        <a:pt x="419893" y="88095"/>
                        <a:pt x="422612" y="88095"/>
                      </a:cubicBezTo>
                      <a:cubicBezTo>
                        <a:pt x="425332" y="88095"/>
                        <a:pt x="425332" y="88095"/>
                        <a:pt x="428052" y="88095"/>
                      </a:cubicBezTo>
                      <a:cubicBezTo>
                        <a:pt x="433492" y="88095"/>
                        <a:pt x="441650" y="88095"/>
                        <a:pt x="447090" y="90814"/>
                      </a:cubicBezTo>
                      <a:cubicBezTo>
                        <a:pt x="449809" y="90814"/>
                        <a:pt x="452529" y="93534"/>
                        <a:pt x="455249" y="96253"/>
                      </a:cubicBezTo>
                      <a:cubicBezTo>
                        <a:pt x="482445" y="96253"/>
                        <a:pt x="509642" y="93534"/>
                        <a:pt x="525960" y="93534"/>
                      </a:cubicBezTo>
                      <a:cubicBezTo>
                        <a:pt x="539558" y="93534"/>
                        <a:pt x="561315" y="93534"/>
                        <a:pt x="561315" y="109852"/>
                      </a:cubicBezTo>
                      <a:cubicBezTo>
                        <a:pt x="561315" y="118011"/>
                        <a:pt x="561315" y="120730"/>
                        <a:pt x="555876" y="126170"/>
                      </a:cubicBezTo>
                      <a:cubicBezTo>
                        <a:pt x="550437" y="131609"/>
                        <a:pt x="544997" y="134329"/>
                        <a:pt x="539558" y="134329"/>
                      </a:cubicBezTo>
                      <a:cubicBezTo>
                        <a:pt x="531399" y="137048"/>
                        <a:pt x="523240" y="137048"/>
                        <a:pt x="517800" y="137048"/>
                      </a:cubicBezTo>
                      <a:cubicBezTo>
                        <a:pt x="515081" y="137048"/>
                        <a:pt x="498763" y="137048"/>
                        <a:pt x="477006" y="137048"/>
                      </a:cubicBezTo>
                      <a:cubicBezTo>
                        <a:pt x="479725" y="145207"/>
                        <a:pt x="485165" y="153366"/>
                        <a:pt x="485165" y="161525"/>
                      </a:cubicBezTo>
                      <a:cubicBezTo>
                        <a:pt x="487885" y="177843"/>
                        <a:pt x="493324" y="194161"/>
                        <a:pt x="496043" y="210479"/>
                      </a:cubicBezTo>
                      <a:cubicBezTo>
                        <a:pt x="498763" y="224077"/>
                        <a:pt x="498763" y="237676"/>
                        <a:pt x="501483" y="251274"/>
                      </a:cubicBezTo>
                      <a:cubicBezTo>
                        <a:pt x="504202" y="264872"/>
                        <a:pt x="506922" y="275751"/>
                        <a:pt x="506922" y="292069"/>
                      </a:cubicBezTo>
                      <a:cubicBezTo>
                        <a:pt x="506922" y="302947"/>
                        <a:pt x="506922" y="311106"/>
                        <a:pt x="506922" y="321985"/>
                      </a:cubicBezTo>
                      <a:cubicBezTo>
                        <a:pt x="506922" y="327424"/>
                        <a:pt x="509642" y="335583"/>
                        <a:pt x="509642" y="341022"/>
                      </a:cubicBezTo>
                      <a:cubicBezTo>
                        <a:pt x="509642" y="343742"/>
                        <a:pt x="509642" y="343742"/>
                        <a:pt x="509642" y="343742"/>
                      </a:cubicBezTo>
                      <a:cubicBezTo>
                        <a:pt x="509642" y="349181"/>
                        <a:pt x="515081" y="349181"/>
                        <a:pt x="517800" y="349181"/>
                      </a:cubicBezTo>
                      <a:cubicBezTo>
                        <a:pt x="520520" y="349181"/>
                        <a:pt x="523240" y="349181"/>
                        <a:pt x="528680" y="349181"/>
                      </a:cubicBezTo>
                      <a:cubicBezTo>
                        <a:pt x="536838" y="349181"/>
                        <a:pt x="547717" y="349181"/>
                        <a:pt x="550437" y="357340"/>
                      </a:cubicBezTo>
                      <a:cubicBezTo>
                        <a:pt x="550437" y="360060"/>
                        <a:pt x="550437" y="360060"/>
                        <a:pt x="550437" y="362780"/>
                      </a:cubicBezTo>
                      <a:cubicBezTo>
                        <a:pt x="550437" y="370939"/>
                        <a:pt x="539558" y="381817"/>
                        <a:pt x="534119" y="384537"/>
                      </a:cubicBezTo>
                      <a:cubicBezTo>
                        <a:pt x="531399" y="387257"/>
                        <a:pt x="523240" y="387257"/>
                        <a:pt x="520520" y="389976"/>
                      </a:cubicBezTo>
                      <a:cubicBezTo>
                        <a:pt x="515081" y="389976"/>
                        <a:pt x="512362" y="392696"/>
                        <a:pt x="512362" y="395415"/>
                      </a:cubicBezTo>
                      <a:cubicBezTo>
                        <a:pt x="512362" y="395415"/>
                        <a:pt x="512362" y="398135"/>
                        <a:pt x="512362" y="398135"/>
                      </a:cubicBezTo>
                      <a:cubicBezTo>
                        <a:pt x="512362" y="400855"/>
                        <a:pt x="512362" y="406294"/>
                        <a:pt x="512362" y="409014"/>
                      </a:cubicBezTo>
                      <a:cubicBezTo>
                        <a:pt x="512362" y="411733"/>
                        <a:pt x="512362" y="411733"/>
                        <a:pt x="512362" y="414453"/>
                      </a:cubicBezTo>
                      <a:cubicBezTo>
                        <a:pt x="512362" y="422612"/>
                        <a:pt x="512362" y="430771"/>
                        <a:pt x="512362" y="438930"/>
                      </a:cubicBezTo>
                      <a:cubicBezTo>
                        <a:pt x="512362" y="460687"/>
                        <a:pt x="512362" y="482445"/>
                        <a:pt x="515081" y="504202"/>
                      </a:cubicBezTo>
                      <a:cubicBezTo>
                        <a:pt x="517800" y="525959"/>
                        <a:pt x="520520" y="550436"/>
                        <a:pt x="520520" y="572193"/>
                      </a:cubicBezTo>
                      <a:cubicBezTo>
                        <a:pt x="520520" y="583072"/>
                        <a:pt x="520520" y="593950"/>
                        <a:pt x="517800" y="604829"/>
                      </a:cubicBezTo>
                      <a:cubicBezTo>
                        <a:pt x="515081" y="623867"/>
                        <a:pt x="515081" y="642904"/>
                        <a:pt x="512362" y="661942"/>
                      </a:cubicBezTo>
                      <a:cubicBezTo>
                        <a:pt x="512362" y="664661"/>
                        <a:pt x="509642" y="667381"/>
                        <a:pt x="509642" y="670101"/>
                      </a:cubicBezTo>
                      <a:cubicBezTo>
                        <a:pt x="509642" y="672820"/>
                        <a:pt x="512362" y="678260"/>
                        <a:pt x="512362" y="680979"/>
                      </a:cubicBezTo>
                      <a:cubicBezTo>
                        <a:pt x="512362" y="683699"/>
                        <a:pt x="512362" y="686419"/>
                        <a:pt x="512362" y="686419"/>
                      </a:cubicBezTo>
                      <a:cubicBezTo>
                        <a:pt x="517800" y="680979"/>
                        <a:pt x="528680" y="680979"/>
                        <a:pt x="536838" y="680979"/>
                      </a:cubicBezTo>
                      <a:lnTo>
                        <a:pt x="536838" y="680979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>
                    <a:ln>
                      <a:noFill/>
                    </a:ln>
                    <a:solidFill>
                      <a:srgbClr val="666666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03" name="Freeform: Shape 52">
                  <a:extLst>
                    <a:ext uri="{FF2B5EF4-FFF2-40B4-BE49-F238E27FC236}">
                      <a16:creationId xmlns:a16="http://schemas.microsoft.com/office/drawing/2014/main" id="{0A26A24B-BA37-854F-A69F-FB15C53234D7}"/>
                    </a:ext>
                  </a:extLst>
                </p:cNvPr>
                <p:cNvSpPr/>
                <p:nvPr/>
              </p:nvSpPr>
              <p:spPr>
                <a:xfrm>
                  <a:off x="9592416" y="4192158"/>
                  <a:ext cx="516735" cy="761503"/>
                </a:xfrm>
                <a:custGeom>
                  <a:avLst/>
                  <a:gdLst>
                    <a:gd name="connsiteX0" fmla="*/ 463407 w 516735"/>
                    <a:gd name="connsiteY0" fmla="*/ 194161 h 761503"/>
                    <a:gd name="connsiteX1" fmla="*/ 447089 w 516735"/>
                    <a:gd name="connsiteY1" fmla="*/ 226797 h 761503"/>
                    <a:gd name="connsiteX2" fmla="*/ 430771 w 516735"/>
                    <a:gd name="connsiteY2" fmla="*/ 221357 h 761503"/>
                    <a:gd name="connsiteX3" fmla="*/ 422612 w 516735"/>
                    <a:gd name="connsiteY3" fmla="*/ 207759 h 761503"/>
                    <a:gd name="connsiteX4" fmla="*/ 419893 w 516735"/>
                    <a:gd name="connsiteY4" fmla="*/ 188722 h 761503"/>
                    <a:gd name="connsiteX5" fmla="*/ 419893 w 516735"/>
                    <a:gd name="connsiteY5" fmla="*/ 139768 h 761503"/>
                    <a:gd name="connsiteX6" fmla="*/ 419893 w 516735"/>
                    <a:gd name="connsiteY6" fmla="*/ 120730 h 761503"/>
                    <a:gd name="connsiteX7" fmla="*/ 395416 w 516735"/>
                    <a:gd name="connsiteY7" fmla="*/ 120730 h 761503"/>
                    <a:gd name="connsiteX8" fmla="*/ 370939 w 516735"/>
                    <a:gd name="connsiteY8" fmla="*/ 120730 h 761503"/>
                    <a:gd name="connsiteX9" fmla="*/ 346461 w 516735"/>
                    <a:gd name="connsiteY9" fmla="*/ 123450 h 761503"/>
                    <a:gd name="connsiteX10" fmla="*/ 335583 w 516735"/>
                    <a:gd name="connsiteY10" fmla="*/ 123450 h 761503"/>
                    <a:gd name="connsiteX11" fmla="*/ 335583 w 516735"/>
                    <a:gd name="connsiteY11" fmla="*/ 123450 h 761503"/>
                    <a:gd name="connsiteX12" fmla="*/ 324704 w 516735"/>
                    <a:gd name="connsiteY12" fmla="*/ 128889 h 761503"/>
                    <a:gd name="connsiteX13" fmla="*/ 327424 w 516735"/>
                    <a:gd name="connsiteY13" fmla="*/ 139768 h 761503"/>
                    <a:gd name="connsiteX14" fmla="*/ 330144 w 516735"/>
                    <a:gd name="connsiteY14" fmla="*/ 175123 h 761503"/>
                    <a:gd name="connsiteX15" fmla="*/ 330144 w 516735"/>
                    <a:gd name="connsiteY15" fmla="*/ 199600 h 761503"/>
                    <a:gd name="connsiteX16" fmla="*/ 327424 w 516735"/>
                    <a:gd name="connsiteY16" fmla="*/ 224077 h 761503"/>
                    <a:gd name="connsiteX17" fmla="*/ 330144 w 516735"/>
                    <a:gd name="connsiteY17" fmla="*/ 251274 h 761503"/>
                    <a:gd name="connsiteX18" fmla="*/ 327424 w 516735"/>
                    <a:gd name="connsiteY18" fmla="*/ 278470 h 761503"/>
                    <a:gd name="connsiteX19" fmla="*/ 327424 w 516735"/>
                    <a:gd name="connsiteY19" fmla="*/ 332864 h 761503"/>
                    <a:gd name="connsiteX20" fmla="*/ 330144 w 516735"/>
                    <a:gd name="connsiteY20" fmla="*/ 357340 h 761503"/>
                    <a:gd name="connsiteX21" fmla="*/ 330144 w 516735"/>
                    <a:gd name="connsiteY21" fmla="*/ 368219 h 761503"/>
                    <a:gd name="connsiteX22" fmla="*/ 332863 w 516735"/>
                    <a:gd name="connsiteY22" fmla="*/ 387257 h 761503"/>
                    <a:gd name="connsiteX23" fmla="*/ 332863 w 516735"/>
                    <a:gd name="connsiteY23" fmla="*/ 433491 h 761503"/>
                    <a:gd name="connsiteX24" fmla="*/ 332863 w 516735"/>
                    <a:gd name="connsiteY24" fmla="*/ 487884 h 761503"/>
                    <a:gd name="connsiteX25" fmla="*/ 330144 w 516735"/>
                    <a:gd name="connsiteY25" fmla="*/ 512361 h 761503"/>
                    <a:gd name="connsiteX26" fmla="*/ 330144 w 516735"/>
                    <a:gd name="connsiteY26" fmla="*/ 539557 h 761503"/>
                    <a:gd name="connsiteX27" fmla="*/ 332863 w 516735"/>
                    <a:gd name="connsiteY27" fmla="*/ 593950 h 761503"/>
                    <a:gd name="connsiteX28" fmla="*/ 332863 w 516735"/>
                    <a:gd name="connsiteY28" fmla="*/ 648343 h 761503"/>
                    <a:gd name="connsiteX29" fmla="*/ 332863 w 516735"/>
                    <a:gd name="connsiteY29" fmla="*/ 656502 h 761503"/>
                    <a:gd name="connsiteX30" fmla="*/ 357341 w 516735"/>
                    <a:gd name="connsiteY30" fmla="*/ 656502 h 761503"/>
                    <a:gd name="connsiteX31" fmla="*/ 395416 w 516735"/>
                    <a:gd name="connsiteY31" fmla="*/ 675540 h 761503"/>
                    <a:gd name="connsiteX32" fmla="*/ 389976 w 516735"/>
                    <a:gd name="connsiteY32" fmla="*/ 691858 h 761503"/>
                    <a:gd name="connsiteX33" fmla="*/ 373658 w 516735"/>
                    <a:gd name="connsiteY33" fmla="*/ 700017 h 761503"/>
                    <a:gd name="connsiteX34" fmla="*/ 351901 w 516735"/>
                    <a:gd name="connsiteY34" fmla="*/ 702737 h 761503"/>
                    <a:gd name="connsiteX35" fmla="*/ 319265 w 516735"/>
                    <a:gd name="connsiteY35" fmla="*/ 702737 h 761503"/>
                    <a:gd name="connsiteX36" fmla="*/ 311106 w 516735"/>
                    <a:gd name="connsiteY36" fmla="*/ 708176 h 761503"/>
                    <a:gd name="connsiteX37" fmla="*/ 289349 w 516735"/>
                    <a:gd name="connsiteY37" fmla="*/ 713615 h 761503"/>
                    <a:gd name="connsiteX38" fmla="*/ 270311 w 516735"/>
                    <a:gd name="connsiteY38" fmla="*/ 713615 h 761503"/>
                    <a:gd name="connsiteX39" fmla="*/ 243115 w 516735"/>
                    <a:gd name="connsiteY39" fmla="*/ 705456 h 761503"/>
                    <a:gd name="connsiteX40" fmla="*/ 237675 w 516735"/>
                    <a:gd name="connsiteY40" fmla="*/ 702737 h 761503"/>
                    <a:gd name="connsiteX41" fmla="*/ 199600 w 516735"/>
                    <a:gd name="connsiteY41" fmla="*/ 702737 h 761503"/>
                    <a:gd name="connsiteX42" fmla="*/ 175123 w 516735"/>
                    <a:gd name="connsiteY42" fmla="*/ 702737 h 761503"/>
                    <a:gd name="connsiteX43" fmla="*/ 147927 w 516735"/>
                    <a:gd name="connsiteY43" fmla="*/ 697297 h 761503"/>
                    <a:gd name="connsiteX44" fmla="*/ 131609 w 516735"/>
                    <a:gd name="connsiteY44" fmla="*/ 678260 h 761503"/>
                    <a:gd name="connsiteX45" fmla="*/ 137048 w 516735"/>
                    <a:gd name="connsiteY45" fmla="*/ 670101 h 761503"/>
                    <a:gd name="connsiteX46" fmla="*/ 158805 w 516735"/>
                    <a:gd name="connsiteY46" fmla="*/ 661942 h 761503"/>
                    <a:gd name="connsiteX47" fmla="*/ 199600 w 516735"/>
                    <a:gd name="connsiteY47" fmla="*/ 659222 h 761503"/>
                    <a:gd name="connsiteX48" fmla="*/ 199600 w 516735"/>
                    <a:gd name="connsiteY48" fmla="*/ 659222 h 761503"/>
                    <a:gd name="connsiteX49" fmla="*/ 196880 w 516735"/>
                    <a:gd name="connsiteY49" fmla="*/ 629306 h 761503"/>
                    <a:gd name="connsiteX50" fmla="*/ 199600 w 516735"/>
                    <a:gd name="connsiteY50" fmla="*/ 574913 h 761503"/>
                    <a:gd name="connsiteX51" fmla="*/ 202320 w 516735"/>
                    <a:gd name="connsiteY51" fmla="*/ 523239 h 761503"/>
                    <a:gd name="connsiteX52" fmla="*/ 205040 w 516735"/>
                    <a:gd name="connsiteY52" fmla="*/ 460687 h 761503"/>
                    <a:gd name="connsiteX53" fmla="*/ 205040 w 516735"/>
                    <a:gd name="connsiteY53" fmla="*/ 417173 h 761503"/>
                    <a:gd name="connsiteX54" fmla="*/ 207759 w 516735"/>
                    <a:gd name="connsiteY54" fmla="*/ 392696 h 761503"/>
                    <a:gd name="connsiteX55" fmla="*/ 210478 w 516735"/>
                    <a:gd name="connsiteY55" fmla="*/ 368219 h 761503"/>
                    <a:gd name="connsiteX56" fmla="*/ 210478 w 516735"/>
                    <a:gd name="connsiteY56" fmla="*/ 313826 h 761503"/>
                    <a:gd name="connsiteX57" fmla="*/ 210478 w 516735"/>
                    <a:gd name="connsiteY57" fmla="*/ 259433 h 761503"/>
                    <a:gd name="connsiteX58" fmla="*/ 210478 w 516735"/>
                    <a:gd name="connsiteY58" fmla="*/ 213199 h 761503"/>
                    <a:gd name="connsiteX59" fmla="*/ 210478 w 516735"/>
                    <a:gd name="connsiteY59" fmla="*/ 145207 h 761503"/>
                    <a:gd name="connsiteX60" fmla="*/ 213198 w 516735"/>
                    <a:gd name="connsiteY60" fmla="*/ 131609 h 761503"/>
                    <a:gd name="connsiteX61" fmla="*/ 205040 w 516735"/>
                    <a:gd name="connsiteY61" fmla="*/ 123450 h 761503"/>
                    <a:gd name="connsiteX62" fmla="*/ 161525 w 516735"/>
                    <a:gd name="connsiteY62" fmla="*/ 123450 h 761503"/>
                    <a:gd name="connsiteX63" fmla="*/ 112571 w 516735"/>
                    <a:gd name="connsiteY63" fmla="*/ 120730 h 761503"/>
                    <a:gd name="connsiteX64" fmla="*/ 104412 w 516735"/>
                    <a:gd name="connsiteY64" fmla="*/ 118011 h 761503"/>
                    <a:gd name="connsiteX65" fmla="*/ 107132 w 516735"/>
                    <a:gd name="connsiteY65" fmla="*/ 191441 h 761503"/>
                    <a:gd name="connsiteX66" fmla="*/ 90814 w 516735"/>
                    <a:gd name="connsiteY66" fmla="*/ 224077 h 761503"/>
                    <a:gd name="connsiteX67" fmla="*/ 74496 w 516735"/>
                    <a:gd name="connsiteY67" fmla="*/ 218638 h 761503"/>
                    <a:gd name="connsiteX68" fmla="*/ 66337 w 516735"/>
                    <a:gd name="connsiteY68" fmla="*/ 205040 h 761503"/>
                    <a:gd name="connsiteX69" fmla="*/ 63617 w 516735"/>
                    <a:gd name="connsiteY69" fmla="*/ 186002 h 761503"/>
                    <a:gd name="connsiteX70" fmla="*/ 63617 w 516735"/>
                    <a:gd name="connsiteY70" fmla="*/ 145207 h 761503"/>
                    <a:gd name="connsiteX71" fmla="*/ 63617 w 516735"/>
                    <a:gd name="connsiteY71" fmla="*/ 109852 h 761503"/>
                    <a:gd name="connsiteX72" fmla="*/ 58178 w 516735"/>
                    <a:gd name="connsiteY72" fmla="*/ 96253 h 761503"/>
                    <a:gd name="connsiteX73" fmla="*/ 66337 w 516735"/>
                    <a:gd name="connsiteY73" fmla="*/ 85375 h 761503"/>
                    <a:gd name="connsiteX74" fmla="*/ 93533 w 516735"/>
                    <a:gd name="connsiteY74" fmla="*/ 77216 h 761503"/>
                    <a:gd name="connsiteX75" fmla="*/ 115290 w 516735"/>
                    <a:gd name="connsiteY75" fmla="*/ 77216 h 761503"/>
                    <a:gd name="connsiteX76" fmla="*/ 169684 w 516735"/>
                    <a:gd name="connsiteY76" fmla="*/ 74496 h 761503"/>
                    <a:gd name="connsiteX77" fmla="*/ 194161 w 516735"/>
                    <a:gd name="connsiteY77" fmla="*/ 71776 h 761503"/>
                    <a:gd name="connsiteX78" fmla="*/ 196880 w 516735"/>
                    <a:gd name="connsiteY78" fmla="*/ 71776 h 761503"/>
                    <a:gd name="connsiteX79" fmla="*/ 210478 w 516735"/>
                    <a:gd name="connsiteY79" fmla="*/ 71776 h 761503"/>
                    <a:gd name="connsiteX80" fmla="*/ 218638 w 516735"/>
                    <a:gd name="connsiteY80" fmla="*/ 71776 h 761503"/>
                    <a:gd name="connsiteX81" fmla="*/ 237675 w 516735"/>
                    <a:gd name="connsiteY81" fmla="*/ 60898 h 761503"/>
                    <a:gd name="connsiteX82" fmla="*/ 253993 w 516735"/>
                    <a:gd name="connsiteY82" fmla="*/ 58178 h 761503"/>
                    <a:gd name="connsiteX83" fmla="*/ 283910 w 516735"/>
                    <a:gd name="connsiteY83" fmla="*/ 60898 h 761503"/>
                    <a:gd name="connsiteX84" fmla="*/ 294788 w 516735"/>
                    <a:gd name="connsiteY84" fmla="*/ 66337 h 761503"/>
                    <a:gd name="connsiteX85" fmla="*/ 305667 w 516735"/>
                    <a:gd name="connsiteY85" fmla="*/ 74496 h 761503"/>
                    <a:gd name="connsiteX86" fmla="*/ 313826 w 516735"/>
                    <a:gd name="connsiteY86" fmla="*/ 74496 h 761503"/>
                    <a:gd name="connsiteX87" fmla="*/ 327424 w 516735"/>
                    <a:gd name="connsiteY87" fmla="*/ 74496 h 761503"/>
                    <a:gd name="connsiteX88" fmla="*/ 354621 w 516735"/>
                    <a:gd name="connsiteY88" fmla="*/ 74496 h 761503"/>
                    <a:gd name="connsiteX89" fmla="*/ 422612 w 516735"/>
                    <a:gd name="connsiteY89" fmla="*/ 74496 h 761503"/>
                    <a:gd name="connsiteX90" fmla="*/ 455248 w 516735"/>
                    <a:gd name="connsiteY90" fmla="*/ 79936 h 761503"/>
                    <a:gd name="connsiteX91" fmla="*/ 466127 w 516735"/>
                    <a:gd name="connsiteY91" fmla="*/ 98973 h 761503"/>
                    <a:gd name="connsiteX92" fmla="*/ 463407 w 516735"/>
                    <a:gd name="connsiteY92" fmla="*/ 109852 h 761503"/>
                    <a:gd name="connsiteX93" fmla="*/ 463407 w 516735"/>
                    <a:gd name="connsiteY93" fmla="*/ 120730 h 761503"/>
                    <a:gd name="connsiteX94" fmla="*/ 463407 w 516735"/>
                    <a:gd name="connsiteY94" fmla="*/ 194161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</a:cxnLst>
                  <a:rect l="l" t="t" r="r" b="b"/>
                  <a:pathLst>
                    <a:path w="516735" h="761503">
                      <a:moveTo>
                        <a:pt x="463407" y="194161"/>
                      </a:moveTo>
                      <a:cubicBezTo>
                        <a:pt x="463407" y="205040"/>
                        <a:pt x="463407" y="226797"/>
                        <a:pt x="447089" y="226797"/>
                      </a:cubicBezTo>
                      <a:cubicBezTo>
                        <a:pt x="438930" y="226797"/>
                        <a:pt x="436211" y="226797"/>
                        <a:pt x="430771" y="221357"/>
                      </a:cubicBezTo>
                      <a:cubicBezTo>
                        <a:pt x="425332" y="218638"/>
                        <a:pt x="422612" y="210479"/>
                        <a:pt x="422612" y="207759"/>
                      </a:cubicBezTo>
                      <a:cubicBezTo>
                        <a:pt x="419893" y="199600"/>
                        <a:pt x="419893" y="194161"/>
                        <a:pt x="419893" y="188722"/>
                      </a:cubicBezTo>
                      <a:cubicBezTo>
                        <a:pt x="419893" y="183282"/>
                        <a:pt x="419893" y="147927"/>
                        <a:pt x="419893" y="139768"/>
                      </a:cubicBezTo>
                      <a:cubicBezTo>
                        <a:pt x="419893" y="134329"/>
                        <a:pt x="419893" y="128889"/>
                        <a:pt x="419893" y="120730"/>
                      </a:cubicBezTo>
                      <a:cubicBezTo>
                        <a:pt x="411734" y="120730"/>
                        <a:pt x="403574" y="120730"/>
                        <a:pt x="395416" y="120730"/>
                      </a:cubicBezTo>
                      <a:cubicBezTo>
                        <a:pt x="387256" y="120730"/>
                        <a:pt x="379098" y="120730"/>
                        <a:pt x="370939" y="120730"/>
                      </a:cubicBezTo>
                      <a:cubicBezTo>
                        <a:pt x="362780" y="120730"/>
                        <a:pt x="354621" y="123450"/>
                        <a:pt x="346461" y="123450"/>
                      </a:cubicBezTo>
                      <a:cubicBezTo>
                        <a:pt x="343742" y="123450"/>
                        <a:pt x="341023" y="123450"/>
                        <a:pt x="335583" y="123450"/>
                      </a:cubicBezTo>
                      <a:cubicBezTo>
                        <a:pt x="335583" y="123450"/>
                        <a:pt x="335583" y="123450"/>
                        <a:pt x="335583" y="123450"/>
                      </a:cubicBezTo>
                      <a:cubicBezTo>
                        <a:pt x="327424" y="123450"/>
                        <a:pt x="324704" y="126170"/>
                        <a:pt x="324704" y="128889"/>
                      </a:cubicBezTo>
                      <a:cubicBezTo>
                        <a:pt x="324704" y="131609"/>
                        <a:pt x="324704" y="137048"/>
                        <a:pt x="327424" y="139768"/>
                      </a:cubicBezTo>
                      <a:cubicBezTo>
                        <a:pt x="330144" y="147927"/>
                        <a:pt x="330144" y="166964"/>
                        <a:pt x="330144" y="175123"/>
                      </a:cubicBezTo>
                      <a:cubicBezTo>
                        <a:pt x="330144" y="183282"/>
                        <a:pt x="330144" y="191441"/>
                        <a:pt x="330144" y="199600"/>
                      </a:cubicBezTo>
                      <a:cubicBezTo>
                        <a:pt x="330144" y="207759"/>
                        <a:pt x="327424" y="215918"/>
                        <a:pt x="327424" y="224077"/>
                      </a:cubicBezTo>
                      <a:cubicBezTo>
                        <a:pt x="327424" y="232236"/>
                        <a:pt x="330144" y="243115"/>
                        <a:pt x="330144" y="251274"/>
                      </a:cubicBezTo>
                      <a:cubicBezTo>
                        <a:pt x="330144" y="259433"/>
                        <a:pt x="330144" y="267592"/>
                        <a:pt x="327424" y="278470"/>
                      </a:cubicBezTo>
                      <a:cubicBezTo>
                        <a:pt x="327424" y="294788"/>
                        <a:pt x="327424" y="313826"/>
                        <a:pt x="327424" y="332864"/>
                      </a:cubicBezTo>
                      <a:cubicBezTo>
                        <a:pt x="327424" y="341022"/>
                        <a:pt x="327424" y="349181"/>
                        <a:pt x="330144" y="357340"/>
                      </a:cubicBezTo>
                      <a:cubicBezTo>
                        <a:pt x="330144" y="360060"/>
                        <a:pt x="330144" y="365499"/>
                        <a:pt x="330144" y="368219"/>
                      </a:cubicBezTo>
                      <a:cubicBezTo>
                        <a:pt x="330144" y="373658"/>
                        <a:pt x="332863" y="384537"/>
                        <a:pt x="332863" y="387257"/>
                      </a:cubicBezTo>
                      <a:cubicBezTo>
                        <a:pt x="332863" y="406294"/>
                        <a:pt x="332863" y="414453"/>
                        <a:pt x="332863" y="433491"/>
                      </a:cubicBezTo>
                      <a:cubicBezTo>
                        <a:pt x="332863" y="452528"/>
                        <a:pt x="335583" y="468846"/>
                        <a:pt x="332863" y="487884"/>
                      </a:cubicBezTo>
                      <a:cubicBezTo>
                        <a:pt x="332863" y="496043"/>
                        <a:pt x="330144" y="504202"/>
                        <a:pt x="330144" y="512361"/>
                      </a:cubicBezTo>
                      <a:cubicBezTo>
                        <a:pt x="330144" y="520520"/>
                        <a:pt x="330144" y="531398"/>
                        <a:pt x="330144" y="539557"/>
                      </a:cubicBezTo>
                      <a:cubicBezTo>
                        <a:pt x="330144" y="558595"/>
                        <a:pt x="330144" y="574913"/>
                        <a:pt x="332863" y="593950"/>
                      </a:cubicBezTo>
                      <a:cubicBezTo>
                        <a:pt x="332863" y="610268"/>
                        <a:pt x="332863" y="632026"/>
                        <a:pt x="332863" y="648343"/>
                      </a:cubicBezTo>
                      <a:cubicBezTo>
                        <a:pt x="332863" y="651063"/>
                        <a:pt x="332863" y="653783"/>
                        <a:pt x="332863" y="656502"/>
                      </a:cubicBezTo>
                      <a:cubicBezTo>
                        <a:pt x="343742" y="656502"/>
                        <a:pt x="351901" y="656502"/>
                        <a:pt x="357341" y="656502"/>
                      </a:cubicBezTo>
                      <a:cubicBezTo>
                        <a:pt x="370939" y="656502"/>
                        <a:pt x="395416" y="659222"/>
                        <a:pt x="395416" y="675540"/>
                      </a:cubicBezTo>
                      <a:cubicBezTo>
                        <a:pt x="395416" y="683699"/>
                        <a:pt x="392696" y="686419"/>
                        <a:pt x="389976" y="691858"/>
                      </a:cubicBezTo>
                      <a:cubicBezTo>
                        <a:pt x="384537" y="697297"/>
                        <a:pt x="379098" y="700017"/>
                        <a:pt x="373658" y="700017"/>
                      </a:cubicBezTo>
                      <a:cubicBezTo>
                        <a:pt x="365499" y="702737"/>
                        <a:pt x="357341" y="702737"/>
                        <a:pt x="351901" y="702737"/>
                      </a:cubicBezTo>
                      <a:cubicBezTo>
                        <a:pt x="349181" y="702737"/>
                        <a:pt x="335583" y="702737"/>
                        <a:pt x="319265" y="702737"/>
                      </a:cubicBezTo>
                      <a:cubicBezTo>
                        <a:pt x="316546" y="705456"/>
                        <a:pt x="313826" y="705456"/>
                        <a:pt x="311106" y="708176"/>
                      </a:cubicBezTo>
                      <a:cubicBezTo>
                        <a:pt x="302948" y="713615"/>
                        <a:pt x="297508" y="713615"/>
                        <a:pt x="289349" y="713615"/>
                      </a:cubicBezTo>
                      <a:cubicBezTo>
                        <a:pt x="283910" y="713615"/>
                        <a:pt x="278470" y="713615"/>
                        <a:pt x="270311" y="713615"/>
                      </a:cubicBezTo>
                      <a:cubicBezTo>
                        <a:pt x="259433" y="713615"/>
                        <a:pt x="251273" y="710895"/>
                        <a:pt x="243115" y="705456"/>
                      </a:cubicBezTo>
                      <a:cubicBezTo>
                        <a:pt x="240395" y="705456"/>
                        <a:pt x="237675" y="702737"/>
                        <a:pt x="237675" y="702737"/>
                      </a:cubicBezTo>
                      <a:cubicBezTo>
                        <a:pt x="224077" y="702737"/>
                        <a:pt x="213198" y="702737"/>
                        <a:pt x="199600" y="702737"/>
                      </a:cubicBezTo>
                      <a:cubicBezTo>
                        <a:pt x="191441" y="702737"/>
                        <a:pt x="183282" y="702737"/>
                        <a:pt x="175123" y="702737"/>
                      </a:cubicBezTo>
                      <a:cubicBezTo>
                        <a:pt x="166965" y="702737"/>
                        <a:pt x="156085" y="702737"/>
                        <a:pt x="147927" y="697297"/>
                      </a:cubicBezTo>
                      <a:cubicBezTo>
                        <a:pt x="139768" y="694578"/>
                        <a:pt x="131609" y="680979"/>
                        <a:pt x="131609" y="678260"/>
                      </a:cubicBezTo>
                      <a:cubicBezTo>
                        <a:pt x="131609" y="675540"/>
                        <a:pt x="131609" y="672820"/>
                        <a:pt x="137048" y="670101"/>
                      </a:cubicBezTo>
                      <a:cubicBezTo>
                        <a:pt x="142487" y="667381"/>
                        <a:pt x="153366" y="664661"/>
                        <a:pt x="158805" y="661942"/>
                      </a:cubicBezTo>
                      <a:cubicBezTo>
                        <a:pt x="175123" y="659222"/>
                        <a:pt x="191441" y="659222"/>
                        <a:pt x="199600" y="659222"/>
                      </a:cubicBezTo>
                      <a:lnTo>
                        <a:pt x="199600" y="659222"/>
                      </a:lnTo>
                      <a:cubicBezTo>
                        <a:pt x="199600" y="648343"/>
                        <a:pt x="196880" y="640184"/>
                        <a:pt x="196880" y="629306"/>
                      </a:cubicBezTo>
                      <a:cubicBezTo>
                        <a:pt x="196880" y="612988"/>
                        <a:pt x="196880" y="591231"/>
                        <a:pt x="199600" y="574913"/>
                      </a:cubicBezTo>
                      <a:cubicBezTo>
                        <a:pt x="199600" y="558595"/>
                        <a:pt x="199600" y="539557"/>
                        <a:pt x="202320" y="523239"/>
                      </a:cubicBezTo>
                      <a:cubicBezTo>
                        <a:pt x="202320" y="501482"/>
                        <a:pt x="205040" y="482445"/>
                        <a:pt x="205040" y="460687"/>
                      </a:cubicBezTo>
                      <a:cubicBezTo>
                        <a:pt x="205040" y="447089"/>
                        <a:pt x="205040" y="430771"/>
                        <a:pt x="205040" y="417173"/>
                      </a:cubicBezTo>
                      <a:cubicBezTo>
                        <a:pt x="205040" y="409014"/>
                        <a:pt x="207759" y="400855"/>
                        <a:pt x="207759" y="392696"/>
                      </a:cubicBezTo>
                      <a:cubicBezTo>
                        <a:pt x="207759" y="384537"/>
                        <a:pt x="210478" y="376378"/>
                        <a:pt x="210478" y="368219"/>
                      </a:cubicBezTo>
                      <a:cubicBezTo>
                        <a:pt x="210478" y="351901"/>
                        <a:pt x="210478" y="332864"/>
                        <a:pt x="210478" y="313826"/>
                      </a:cubicBezTo>
                      <a:cubicBezTo>
                        <a:pt x="210478" y="294788"/>
                        <a:pt x="210478" y="275751"/>
                        <a:pt x="210478" y="259433"/>
                      </a:cubicBezTo>
                      <a:cubicBezTo>
                        <a:pt x="210478" y="243115"/>
                        <a:pt x="210478" y="226797"/>
                        <a:pt x="210478" y="213199"/>
                      </a:cubicBezTo>
                      <a:cubicBezTo>
                        <a:pt x="210478" y="194161"/>
                        <a:pt x="210478" y="164245"/>
                        <a:pt x="210478" y="145207"/>
                      </a:cubicBezTo>
                      <a:cubicBezTo>
                        <a:pt x="210478" y="139768"/>
                        <a:pt x="213198" y="134329"/>
                        <a:pt x="213198" y="131609"/>
                      </a:cubicBezTo>
                      <a:cubicBezTo>
                        <a:pt x="213198" y="126170"/>
                        <a:pt x="207759" y="123450"/>
                        <a:pt x="205040" y="123450"/>
                      </a:cubicBezTo>
                      <a:cubicBezTo>
                        <a:pt x="199600" y="123450"/>
                        <a:pt x="166965" y="123450"/>
                        <a:pt x="161525" y="123450"/>
                      </a:cubicBezTo>
                      <a:cubicBezTo>
                        <a:pt x="145207" y="123450"/>
                        <a:pt x="128889" y="123450"/>
                        <a:pt x="112571" y="120730"/>
                      </a:cubicBezTo>
                      <a:cubicBezTo>
                        <a:pt x="109852" y="120730"/>
                        <a:pt x="107132" y="120730"/>
                        <a:pt x="104412" y="118011"/>
                      </a:cubicBezTo>
                      <a:cubicBezTo>
                        <a:pt x="107132" y="137048"/>
                        <a:pt x="107132" y="172404"/>
                        <a:pt x="107132" y="191441"/>
                      </a:cubicBezTo>
                      <a:cubicBezTo>
                        <a:pt x="107132" y="202320"/>
                        <a:pt x="107132" y="224077"/>
                        <a:pt x="90814" y="224077"/>
                      </a:cubicBezTo>
                      <a:cubicBezTo>
                        <a:pt x="82655" y="224077"/>
                        <a:pt x="79935" y="221357"/>
                        <a:pt x="74496" y="218638"/>
                      </a:cubicBezTo>
                      <a:cubicBezTo>
                        <a:pt x="69057" y="215918"/>
                        <a:pt x="66337" y="210479"/>
                        <a:pt x="66337" y="205040"/>
                      </a:cubicBezTo>
                      <a:cubicBezTo>
                        <a:pt x="63617" y="196881"/>
                        <a:pt x="63617" y="191441"/>
                        <a:pt x="63617" y="186002"/>
                      </a:cubicBezTo>
                      <a:cubicBezTo>
                        <a:pt x="63617" y="180563"/>
                        <a:pt x="63617" y="153366"/>
                        <a:pt x="63617" y="145207"/>
                      </a:cubicBezTo>
                      <a:cubicBezTo>
                        <a:pt x="63617" y="134329"/>
                        <a:pt x="63617" y="120730"/>
                        <a:pt x="63617" y="109852"/>
                      </a:cubicBezTo>
                      <a:cubicBezTo>
                        <a:pt x="60897" y="104412"/>
                        <a:pt x="58178" y="101693"/>
                        <a:pt x="58178" y="96253"/>
                      </a:cubicBezTo>
                      <a:cubicBezTo>
                        <a:pt x="58178" y="93534"/>
                        <a:pt x="60897" y="88095"/>
                        <a:pt x="66337" y="85375"/>
                      </a:cubicBezTo>
                      <a:cubicBezTo>
                        <a:pt x="74496" y="79936"/>
                        <a:pt x="77215" y="77216"/>
                        <a:pt x="93533" y="77216"/>
                      </a:cubicBezTo>
                      <a:cubicBezTo>
                        <a:pt x="101692" y="77216"/>
                        <a:pt x="109852" y="77216"/>
                        <a:pt x="115290" y="77216"/>
                      </a:cubicBezTo>
                      <a:cubicBezTo>
                        <a:pt x="134328" y="77216"/>
                        <a:pt x="150646" y="77216"/>
                        <a:pt x="169684" y="74496"/>
                      </a:cubicBezTo>
                      <a:cubicBezTo>
                        <a:pt x="177843" y="74496"/>
                        <a:pt x="186002" y="71776"/>
                        <a:pt x="194161" y="71776"/>
                      </a:cubicBezTo>
                      <a:cubicBezTo>
                        <a:pt x="194161" y="71776"/>
                        <a:pt x="196880" y="71776"/>
                        <a:pt x="196880" y="71776"/>
                      </a:cubicBezTo>
                      <a:cubicBezTo>
                        <a:pt x="199600" y="71776"/>
                        <a:pt x="205040" y="71776"/>
                        <a:pt x="210478" y="71776"/>
                      </a:cubicBezTo>
                      <a:cubicBezTo>
                        <a:pt x="213198" y="71776"/>
                        <a:pt x="215918" y="71776"/>
                        <a:pt x="218638" y="71776"/>
                      </a:cubicBezTo>
                      <a:cubicBezTo>
                        <a:pt x="224077" y="69057"/>
                        <a:pt x="229516" y="63618"/>
                        <a:pt x="237675" y="60898"/>
                      </a:cubicBezTo>
                      <a:cubicBezTo>
                        <a:pt x="243115" y="58178"/>
                        <a:pt x="248554" y="58178"/>
                        <a:pt x="253993" y="58178"/>
                      </a:cubicBezTo>
                      <a:cubicBezTo>
                        <a:pt x="264872" y="58178"/>
                        <a:pt x="273031" y="58178"/>
                        <a:pt x="283910" y="60898"/>
                      </a:cubicBezTo>
                      <a:cubicBezTo>
                        <a:pt x="286629" y="60898"/>
                        <a:pt x="292068" y="63618"/>
                        <a:pt x="294788" y="66337"/>
                      </a:cubicBezTo>
                      <a:cubicBezTo>
                        <a:pt x="297508" y="69057"/>
                        <a:pt x="302948" y="71776"/>
                        <a:pt x="305667" y="74496"/>
                      </a:cubicBezTo>
                      <a:cubicBezTo>
                        <a:pt x="308386" y="74496"/>
                        <a:pt x="311106" y="74496"/>
                        <a:pt x="313826" y="74496"/>
                      </a:cubicBezTo>
                      <a:cubicBezTo>
                        <a:pt x="319265" y="74496"/>
                        <a:pt x="321985" y="74496"/>
                        <a:pt x="327424" y="74496"/>
                      </a:cubicBezTo>
                      <a:cubicBezTo>
                        <a:pt x="335583" y="74496"/>
                        <a:pt x="346461" y="74496"/>
                        <a:pt x="354621" y="74496"/>
                      </a:cubicBezTo>
                      <a:cubicBezTo>
                        <a:pt x="376378" y="74496"/>
                        <a:pt x="400855" y="74496"/>
                        <a:pt x="422612" y="74496"/>
                      </a:cubicBezTo>
                      <a:cubicBezTo>
                        <a:pt x="433491" y="74496"/>
                        <a:pt x="447089" y="74496"/>
                        <a:pt x="455248" y="79936"/>
                      </a:cubicBezTo>
                      <a:cubicBezTo>
                        <a:pt x="460687" y="82655"/>
                        <a:pt x="466127" y="90814"/>
                        <a:pt x="466127" y="98973"/>
                      </a:cubicBezTo>
                      <a:cubicBezTo>
                        <a:pt x="466127" y="101693"/>
                        <a:pt x="466127" y="107132"/>
                        <a:pt x="463407" y="109852"/>
                      </a:cubicBezTo>
                      <a:cubicBezTo>
                        <a:pt x="463407" y="112571"/>
                        <a:pt x="463407" y="112571"/>
                        <a:pt x="463407" y="120730"/>
                      </a:cubicBezTo>
                      <a:cubicBezTo>
                        <a:pt x="463407" y="142488"/>
                        <a:pt x="463407" y="172404"/>
                        <a:pt x="463407" y="194161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>
                    <a:ln>
                      <a:noFill/>
                    </a:ln>
                    <a:solidFill>
                      <a:srgbClr val="666666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60" name="Graphic 59">
                <a:extLst>
                  <a:ext uri="{FF2B5EF4-FFF2-40B4-BE49-F238E27FC236}">
                    <a16:creationId xmlns:a16="http://schemas.microsoft.com/office/drawing/2014/main" id="{750A49FB-166A-B542-9652-3DABA5FC9284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10574141" y="4536021"/>
                <a:ext cx="44157" cy="1413011"/>
              </a:xfrm>
              <a:prstGeom prst="rect">
                <a:avLst/>
              </a:prstGeom>
            </p:spPr>
          </p:pic>
        </p:grpSp>
        <p:pic>
          <p:nvPicPr>
            <p:cNvPr id="61" name="Picture 60" descr="Diagram&#10;&#10;Description automatically generated with medium confidence">
              <a:extLst>
                <a:ext uri="{FF2B5EF4-FFF2-40B4-BE49-F238E27FC236}">
                  <a16:creationId xmlns:a16="http://schemas.microsoft.com/office/drawing/2014/main" id="{6F870CAA-8501-4BFA-87C1-33959B706395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/>
            <a:stretch>
              <a:fillRect/>
            </a:stretch>
          </p:blipFill>
          <p:spPr>
            <a:xfrm>
              <a:off x="1079701" y="5317790"/>
              <a:ext cx="2341873" cy="1339443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807784890"/>
      </p:ext>
    </p:extLst>
  </p:cSld>
  <p:clrMapOvr>
    <a:masterClrMapping/>
  </p:clrMapOvr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ection Header Circle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F71D965E-4C58-47A3-8D87-9119AC8962E8}"/>
              </a:ext>
            </a:extLst>
          </p:cNvPr>
          <p:cNvSpPr/>
          <p:nvPr/>
        </p:nvSpPr>
        <p:spPr bwMode="white">
          <a:xfrm>
            <a:off x="1" y="0"/>
            <a:ext cx="5538665" cy="6858000"/>
          </a:xfrm>
          <a:custGeom>
            <a:avLst/>
            <a:gdLst>
              <a:gd name="connsiteX0" fmla="*/ 0 w 5538665"/>
              <a:gd name="connsiteY0" fmla="*/ 0 h 6853445"/>
              <a:gd name="connsiteX1" fmla="*/ 3789661 w 5538665"/>
              <a:gd name="connsiteY1" fmla="*/ 0 h 6853445"/>
              <a:gd name="connsiteX2" fmla="*/ 3864039 w 5538665"/>
              <a:gd name="connsiteY2" fmla="*/ 48915 h 6853445"/>
              <a:gd name="connsiteX3" fmla="*/ 5522925 w 5538665"/>
              <a:gd name="connsiteY3" fmla="*/ 3895777 h 6853445"/>
              <a:gd name="connsiteX4" fmla="*/ 3442584 w 5538665"/>
              <a:gd name="connsiteY4" fmla="*/ 6852853 h 6853445"/>
              <a:gd name="connsiteX5" fmla="*/ 3441243 w 5538665"/>
              <a:gd name="connsiteY5" fmla="*/ 6853445 h 6853445"/>
              <a:gd name="connsiteX6" fmla="*/ 0 w 5538665"/>
              <a:gd name="connsiteY6" fmla="*/ 6853445 h 68534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538665" h="6853445">
                <a:moveTo>
                  <a:pt x="0" y="0"/>
                </a:moveTo>
                <a:lnTo>
                  <a:pt x="3789661" y="0"/>
                </a:lnTo>
                <a:lnTo>
                  <a:pt x="3864039" y="48915"/>
                </a:lnTo>
                <a:cubicBezTo>
                  <a:pt x="5036717" y="905415"/>
                  <a:pt x="5646593" y="2400600"/>
                  <a:pt x="5522925" y="3895777"/>
                </a:cubicBezTo>
                <a:cubicBezTo>
                  <a:pt x="5403483" y="5448579"/>
                  <a:pt x="4490294" y="6359136"/>
                  <a:pt x="3442584" y="6852853"/>
                </a:cubicBezTo>
                <a:lnTo>
                  <a:pt x="3441243" y="6853445"/>
                </a:lnTo>
                <a:lnTo>
                  <a:pt x="0" y="6853445"/>
                </a:lnTo>
                <a:close/>
              </a:path>
            </a:pathLst>
          </a:custGeom>
          <a:solidFill>
            <a:srgbClr val="2D6EAA"/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/>
          </a:p>
        </p:txBody>
      </p:sp>
      <p:sp>
        <p:nvSpPr>
          <p:cNvPr id="8" name="Picture Placeholder 7">
            <a:extLst>
              <a:ext uri="{FF2B5EF4-FFF2-40B4-BE49-F238E27FC236}">
                <a16:creationId xmlns:a16="http://schemas.microsoft.com/office/drawing/2014/main" id="{60008707-373C-4868-B058-05072F020C5B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3459602" y="0"/>
            <a:ext cx="8732399" cy="6858000"/>
          </a:xfrm>
          <a:custGeom>
            <a:avLst/>
            <a:gdLst>
              <a:gd name="connsiteX0" fmla="*/ 343919 w 8732399"/>
              <a:gd name="connsiteY0" fmla="*/ 0 h 6858000"/>
              <a:gd name="connsiteX1" fmla="*/ 8732399 w 8732399"/>
              <a:gd name="connsiteY1" fmla="*/ 0 h 6858000"/>
              <a:gd name="connsiteX2" fmla="*/ 8732399 w 8732399"/>
              <a:gd name="connsiteY2" fmla="*/ 6858000 h 6858000"/>
              <a:gd name="connsiteX3" fmla="*/ 0 w 8732399"/>
              <a:gd name="connsiteY3" fmla="*/ 6858000 h 6858000"/>
              <a:gd name="connsiteX4" fmla="*/ 177693 w 8732399"/>
              <a:gd name="connsiteY4" fmla="*/ 6768713 h 6858000"/>
              <a:gd name="connsiteX5" fmla="*/ 2063325 w 8732399"/>
              <a:gd name="connsiteY5" fmla="*/ 3899618 h 6858000"/>
              <a:gd name="connsiteX6" fmla="*/ 2077959 w 8732399"/>
              <a:gd name="connsiteY6" fmla="*/ 3618494 h 6858000"/>
              <a:gd name="connsiteX7" fmla="*/ 2077954 w 8732399"/>
              <a:gd name="connsiteY7" fmla="*/ 3617951 h 6858000"/>
              <a:gd name="connsiteX8" fmla="*/ 2077959 w 8732399"/>
              <a:gd name="connsiteY8" fmla="*/ 3617865 h 6858000"/>
              <a:gd name="connsiteX9" fmla="*/ 2076397 w 8732399"/>
              <a:gd name="connsiteY9" fmla="*/ 3429041 h 6858000"/>
              <a:gd name="connsiteX10" fmla="*/ 2075650 w 8732399"/>
              <a:gd name="connsiteY10" fmla="*/ 3338309 h 6858000"/>
              <a:gd name="connsiteX11" fmla="*/ 404439 w 8732399"/>
              <a:gd name="connsiteY11" fmla="*/ 39934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8732399" h="6858000">
                <a:moveTo>
                  <a:pt x="343919" y="0"/>
                </a:moveTo>
                <a:lnTo>
                  <a:pt x="8732399" y="0"/>
                </a:lnTo>
                <a:lnTo>
                  <a:pt x="8732399" y="6858000"/>
                </a:lnTo>
                <a:lnTo>
                  <a:pt x="0" y="6858000"/>
                </a:lnTo>
                <a:lnTo>
                  <a:pt x="177693" y="6768713"/>
                </a:lnTo>
                <a:cubicBezTo>
                  <a:pt x="1141742" y="6254472"/>
                  <a:pt x="1951349" y="5360222"/>
                  <a:pt x="2063325" y="3899618"/>
                </a:cubicBezTo>
                <a:cubicBezTo>
                  <a:pt x="2071055" y="3805858"/>
                  <a:pt x="2075919" y="3712098"/>
                  <a:pt x="2077959" y="3618494"/>
                </a:cubicBezTo>
                <a:lnTo>
                  <a:pt x="2077954" y="3617951"/>
                </a:lnTo>
                <a:lnTo>
                  <a:pt x="2077959" y="3617865"/>
                </a:lnTo>
                <a:lnTo>
                  <a:pt x="2076397" y="3429041"/>
                </a:lnTo>
                <a:lnTo>
                  <a:pt x="2075650" y="3338309"/>
                </a:lnTo>
                <a:cubicBezTo>
                  <a:pt x="2025731" y="2034428"/>
                  <a:pt x="1430533" y="791870"/>
                  <a:pt x="404439" y="39934"/>
                </a:cubicBezTo>
                <a:close/>
              </a:path>
            </a:pathLst>
          </a:custGeom>
          <a:solidFill>
            <a:srgbClr val="D9D9D9"/>
          </a:solidFill>
        </p:spPr>
        <p:txBody>
          <a:bodyPr wrap="square" lIns="4663440" tIns="0" rIns="0" anchor="ctr" anchorCtr="0">
            <a:noAutofit/>
          </a:bodyPr>
          <a:lstStyle>
            <a:lvl1pPr marL="0" indent="0" algn="l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1pPr>
          </a:lstStyle>
          <a:p>
            <a:r>
              <a:t>Click icon to insert picture</a:t>
            </a:r>
            <a:br>
              <a:rPr/>
            </a:br>
            <a:r>
              <a:t>(minimum recommended size for </a:t>
            </a:r>
            <a:br>
              <a:rPr/>
            </a:br>
            <a:r>
              <a:t>full slide image is 1280 x 720 pixels)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BA6AAFD9-7181-4BA5-A2B7-821424B5139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914400"/>
            <a:ext cx="4389120" cy="2476500"/>
          </a:xfrm>
        </p:spPr>
        <p:txBody>
          <a:bodyPr/>
          <a:lstStyle>
            <a:lvl1pPr>
              <a:defRPr sz="6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9" name="Text Placeholder 53">
            <a:extLst>
              <a:ext uri="{FF2B5EF4-FFF2-40B4-BE49-F238E27FC236}">
                <a16:creationId xmlns:a16="http://schemas.microsoft.com/office/drawing/2014/main" id="{D275F703-BAB3-4AC2-B21C-F4D222E29813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621333" y="3714750"/>
            <a:ext cx="4389120" cy="781050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1pPr>
            <a:lvl2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2pPr>
            <a:lvl3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3pPr>
            <a:lvl4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4pPr>
            <a:lvl5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5pPr>
            <a:lvl6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6pPr>
            <a:lvl7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7pPr>
            <a:lvl8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8pPr>
            <a:lvl9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9pPr>
          </a:lstStyle>
          <a:p>
            <a:pPr lvl="0"/>
            <a:r>
              <a:t>Subtitle text (optional)</a:t>
            </a:r>
          </a:p>
        </p:txBody>
      </p:sp>
    </p:spTree>
    <p:extLst>
      <p:ext uri="{BB962C8B-B14F-4D97-AF65-F5344CB8AC3E}">
        <p14:creationId xmlns:p14="http://schemas.microsoft.com/office/powerpoint/2010/main" val="1232775879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Section Header Arrow"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: Shape 6">
            <a:extLst>
              <a:ext uri="{FF2B5EF4-FFF2-40B4-BE49-F238E27FC236}">
                <a16:creationId xmlns:a16="http://schemas.microsoft.com/office/drawing/2014/main" id="{930312BD-1466-44B1-91B9-A5BC6B67C99E}"/>
              </a:ext>
            </a:extLst>
          </p:cNvPr>
          <p:cNvSpPr/>
          <p:nvPr/>
        </p:nvSpPr>
        <p:spPr bwMode="white">
          <a:xfrm>
            <a:off x="0" y="271458"/>
            <a:ext cx="5590219" cy="6586542"/>
          </a:xfrm>
          <a:custGeom>
            <a:avLst/>
            <a:gdLst>
              <a:gd name="connsiteX0" fmla="*/ 2744145 w 5590219"/>
              <a:gd name="connsiteY0" fmla="*/ 2926 h 6586542"/>
              <a:gd name="connsiteX1" fmla="*/ 3035619 w 5590219"/>
              <a:gd name="connsiteY1" fmla="*/ 174376 h 6586542"/>
              <a:gd name="connsiteX2" fmla="*/ 4835835 w 5590219"/>
              <a:gd name="connsiteY2" fmla="*/ 1820293 h 6586542"/>
              <a:gd name="connsiteX3" fmla="*/ 5487345 w 5590219"/>
              <a:gd name="connsiteY3" fmla="*/ 2591825 h 6586542"/>
              <a:gd name="connsiteX4" fmla="*/ 5555925 w 5590219"/>
              <a:gd name="connsiteY4" fmla="*/ 2900435 h 6586542"/>
              <a:gd name="connsiteX5" fmla="*/ 5573079 w 5590219"/>
              <a:gd name="connsiteY5" fmla="*/ 3929133 h 6586542"/>
              <a:gd name="connsiteX6" fmla="*/ 5573079 w 5590219"/>
              <a:gd name="connsiteY6" fmla="*/ 4649221 h 6586542"/>
              <a:gd name="connsiteX7" fmla="*/ 5573079 w 5590219"/>
              <a:gd name="connsiteY7" fmla="*/ 6295138 h 6586542"/>
              <a:gd name="connsiteX8" fmla="*/ 5558606 w 5590219"/>
              <a:gd name="connsiteY8" fmla="*/ 6557937 h 6586542"/>
              <a:gd name="connsiteX9" fmla="*/ 5548028 w 5590219"/>
              <a:gd name="connsiteY9" fmla="*/ 6586542 h 6586542"/>
              <a:gd name="connsiteX10" fmla="*/ 0 w 5590219"/>
              <a:gd name="connsiteY10" fmla="*/ 6586542 h 6586542"/>
              <a:gd name="connsiteX11" fmla="*/ 0 w 5590219"/>
              <a:gd name="connsiteY11" fmla="*/ 2276131 h 6586542"/>
              <a:gd name="connsiteX12" fmla="*/ 37381 w 5590219"/>
              <a:gd name="connsiteY12" fmla="*/ 2238202 h 6586542"/>
              <a:gd name="connsiteX13" fmla="*/ 343844 w 5590219"/>
              <a:gd name="connsiteY13" fmla="*/ 1991742 h 6586542"/>
              <a:gd name="connsiteX14" fmla="*/ 1972629 w 5590219"/>
              <a:gd name="connsiteY14" fmla="*/ 448695 h 6586542"/>
              <a:gd name="connsiteX15" fmla="*/ 2744145 w 5590219"/>
              <a:gd name="connsiteY15" fmla="*/ 2926 h 65865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5590219" h="6586542">
                <a:moveTo>
                  <a:pt x="2744145" y="2926"/>
                </a:moveTo>
                <a:cubicBezTo>
                  <a:pt x="2847015" y="20080"/>
                  <a:pt x="2967039" y="105796"/>
                  <a:pt x="3035619" y="174376"/>
                </a:cubicBezTo>
                <a:cubicBezTo>
                  <a:pt x="3841425" y="808749"/>
                  <a:pt x="4287195" y="1254518"/>
                  <a:pt x="4835835" y="1820293"/>
                </a:cubicBezTo>
                <a:cubicBezTo>
                  <a:pt x="5024439" y="2008896"/>
                  <a:pt x="5384475" y="2351796"/>
                  <a:pt x="5487345" y="2591825"/>
                </a:cubicBezTo>
                <a:cubicBezTo>
                  <a:pt x="5521635" y="2694695"/>
                  <a:pt x="5538789" y="2797565"/>
                  <a:pt x="5555925" y="2900435"/>
                </a:cubicBezTo>
                <a:cubicBezTo>
                  <a:pt x="5607369" y="3260470"/>
                  <a:pt x="5590215" y="3551944"/>
                  <a:pt x="5573079" y="3929133"/>
                </a:cubicBezTo>
                <a:cubicBezTo>
                  <a:pt x="5573079" y="4134872"/>
                  <a:pt x="5573079" y="4443482"/>
                  <a:pt x="5573079" y="4649221"/>
                </a:cubicBezTo>
                <a:cubicBezTo>
                  <a:pt x="5555925" y="5283576"/>
                  <a:pt x="5573079" y="5626476"/>
                  <a:pt x="5573079" y="6295138"/>
                </a:cubicBezTo>
                <a:cubicBezTo>
                  <a:pt x="5573079" y="6385143"/>
                  <a:pt x="5582718" y="6475157"/>
                  <a:pt x="5558606" y="6557937"/>
                </a:cubicBezTo>
                <a:lnTo>
                  <a:pt x="5548028" y="6586542"/>
                </a:lnTo>
                <a:lnTo>
                  <a:pt x="0" y="6586542"/>
                </a:lnTo>
                <a:lnTo>
                  <a:pt x="0" y="2276131"/>
                </a:lnTo>
                <a:lnTo>
                  <a:pt x="37381" y="2238202"/>
                </a:lnTo>
                <a:cubicBezTo>
                  <a:pt x="138109" y="2146047"/>
                  <a:pt x="249551" y="2077467"/>
                  <a:pt x="343844" y="1991742"/>
                </a:cubicBezTo>
                <a:cubicBezTo>
                  <a:pt x="858194" y="1443103"/>
                  <a:pt x="1406835" y="945908"/>
                  <a:pt x="1972629" y="448695"/>
                </a:cubicBezTo>
                <a:cubicBezTo>
                  <a:pt x="2195505" y="242956"/>
                  <a:pt x="2452689" y="-31364"/>
                  <a:pt x="2744145" y="2926"/>
                </a:cubicBezTo>
                <a:close/>
              </a:path>
            </a:pathLst>
          </a:custGeom>
          <a:solidFill>
            <a:schemeClr val="accent3"/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>
              <a:lnSpc>
                <a:spcPct val="90000"/>
              </a:lnSpc>
            </a:pPr>
            <a:endParaRPr>
              <a:solidFill>
                <a:schemeClr val="bg1"/>
              </a:solidFill>
            </a:endParaRPr>
          </a:p>
        </p:txBody>
      </p:sp>
      <p:sp>
        <p:nvSpPr>
          <p:cNvPr id="6" name="Picture Placeholder 5">
            <a:extLst>
              <a:ext uri="{FF2B5EF4-FFF2-40B4-BE49-F238E27FC236}">
                <a16:creationId xmlns:a16="http://schemas.microsoft.com/office/drawing/2014/main" id="{5DC7C04E-5ED8-4EA9-8321-1C3F398CE0CA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0" y="0"/>
            <a:ext cx="12192001" cy="6858000"/>
          </a:xfrm>
          <a:custGeom>
            <a:avLst/>
            <a:gdLst>
              <a:gd name="connsiteX0" fmla="*/ 0 w 12192001"/>
              <a:gd name="connsiteY0" fmla="*/ 0 h 6858000"/>
              <a:gd name="connsiteX1" fmla="*/ 12192001 w 12192001"/>
              <a:gd name="connsiteY1" fmla="*/ 0 h 6858000"/>
              <a:gd name="connsiteX2" fmla="*/ 12192001 w 12192001"/>
              <a:gd name="connsiteY2" fmla="*/ 6858000 h 6858000"/>
              <a:gd name="connsiteX3" fmla="*/ 5548029 w 12192001"/>
              <a:gd name="connsiteY3" fmla="*/ 6858000 h 6858000"/>
              <a:gd name="connsiteX4" fmla="*/ 5558606 w 12192001"/>
              <a:gd name="connsiteY4" fmla="*/ 6829395 h 6858000"/>
              <a:gd name="connsiteX5" fmla="*/ 5573080 w 12192001"/>
              <a:gd name="connsiteY5" fmla="*/ 6566596 h 6858000"/>
              <a:gd name="connsiteX6" fmla="*/ 5573080 w 12192001"/>
              <a:gd name="connsiteY6" fmla="*/ 4920679 h 6858000"/>
              <a:gd name="connsiteX7" fmla="*/ 5573080 w 12192001"/>
              <a:gd name="connsiteY7" fmla="*/ 4200591 h 6858000"/>
              <a:gd name="connsiteX8" fmla="*/ 5555925 w 12192001"/>
              <a:gd name="connsiteY8" fmla="*/ 3171893 h 6858000"/>
              <a:gd name="connsiteX9" fmla="*/ 5487345 w 12192001"/>
              <a:gd name="connsiteY9" fmla="*/ 2863283 h 6858000"/>
              <a:gd name="connsiteX10" fmla="*/ 4835835 w 12192001"/>
              <a:gd name="connsiteY10" fmla="*/ 2091751 h 6858000"/>
              <a:gd name="connsiteX11" fmla="*/ 3035619 w 12192001"/>
              <a:gd name="connsiteY11" fmla="*/ 445834 h 6858000"/>
              <a:gd name="connsiteX12" fmla="*/ 2744145 w 12192001"/>
              <a:gd name="connsiteY12" fmla="*/ 274384 h 6858000"/>
              <a:gd name="connsiteX13" fmla="*/ 1972629 w 12192001"/>
              <a:gd name="connsiteY13" fmla="*/ 720153 h 6858000"/>
              <a:gd name="connsiteX14" fmla="*/ 343844 w 12192001"/>
              <a:gd name="connsiteY14" fmla="*/ 2263200 h 6858000"/>
              <a:gd name="connsiteX15" fmla="*/ 37381 w 12192001"/>
              <a:gd name="connsiteY15" fmla="*/ 2509660 h 6858000"/>
              <a:gd name="connsiteX16" fmla="*/ 0 w 12192001"/>
              <a:gd name="connsiteY16" fmla="*/ 2547589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2192001" h="6858000">
                <a:moveTo>
                  <a:pt x="0" y="0"/>
                </a:moveTo>
                <a:lnTo>
                  <a:pt x="12192001" y="0"/>
                </a:lnTo>
                <a:lnTo>
                  <a:pt x="12192001" y="6858000"/>
                </a:lnTo>
                <a:lnTo>
                  <a:pt x="5548029" y="6858000"/>
                </a:lnTo>
                <a:lnTo>
                  <a:pt x="5558606" y="6829395"/>
                </a:lnTo>
                <a:cubicBezTo>
                  <a:pt x="5582718" y="6746615"/>
                  <a:pt x="5573080" y="6656601"/>
                  <a:pt x="5573080" y="6566596"/>
                </a:cubicBezTo>
                <a:cubicBezTo>
                  <a:pt x="5573080" y="5897934"/>
                  <a:pt x="5555925" y="5555034"/>
                  <a:pt x="5573080" y="4920679"/>
                </a:cubicBezTo>
                <a:cubicBezTo>
                  <a:pt x="5573080" y="4714940"/>
                  <a:pt x="5573080" y="4406330"/>
                  <a:pt x="5573080" y="4200591"/>
                </a:cubicBezTo>
                <a:cubicBezTo>
                  <a:pt x="5590215" y="3823402"/>
                  <a:pt x="5607369" y="3531928"/>
                  <a:pt x="5555925" y="3171893"/>
                </a:cubicBezTo>
                <a:cubicBezTo>
                  <a:pt x="5538789" y="3069023"/>
                  <a:pt x="5521636" y="2966153"/>
                  <a:pt x="5487345" y="2863283"/>
                </a:cubicBezTo>
                <a:cubicBezTo>
                  <a:pt x="5384475" y="2623254"/>
                  <a:pt x="5024439" y="2280354"/>
                  <a:pt x="4835835" y="2091751"/>
                </a:cubicBezTo>
                <a:cubicBezTo>
                  <a:pt x="4287195" y="1525976"/>
                  <a:pt x="3841425" y="1080207"/>
                  <a:pt x="3035619" y="445834"/>
                </a:cubicBezTo>
                <a:cubicBezTo>
                  <a:pt x="2967039" y="377254"/>
                  <a:pt x="2847015" y="291538"/>
                  <a:pt x="2744145" y="274384"/>
                </a:cubicBezTo>
                <a:cubicBezTo>
                  <a:pt x="2452689" y="240094"/>
                  <a:pt x="2195505" y="514414"/>
                  <a:pt x="1972629" y="720153"/>
                </a:cubicBezTo>
                <a:cubicBezTo>
                  <a:pt x="1406835" y="1217366"/>
                  <a:pt x="858194" y="1714561"/>
                  <a:pt x="343844" y="2263200"/>
                </a:cubicBezTo>
                <a:cubicBezTo>
                  <a:pt x="249551" y="2348925"/>
                  <a:pt x="138109" y="2417505"/>
                  <a:pt x="37381" y="2509660"/>
                </a:cubicBezTo>
                <a:lnTo>
                  <a:pt x="0" y="2547589"/>
                </a:lnTo>
                <a:close/>
              </a:path>
            </a:pathLst>
          </a:custGeom>
          <a:solidFill>
            <a:srgbClr val="D9D9D9"/>
          </a:solidFill>
        </p:spPr>
        <p:txBody>
          <a:bodyPr wrap="square" lIns="6400800" tIns="0" anchor="ctr" anchorCtr="0">
            <a:noAutofit/>
          </a:bodyPr>
          <a:lstStyle>
            <a:lvl1pPr marL="0" indent="0" algn="l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1pPr>
          </a:lstStyle>
          <a:p>
            <a:r>
              <a:t>Click icon to insert picture</a:t>
            </a:r>
            <a:br>
              <a:rPr/>
            </a:br>
            <a:r>
              <a:t>(minimum recommended size for </a:t>
            </a:r>
            <a:br>
              <a:rPr/>
            </a:br>
            <a:r>
              <a:t>full slide image is 1280 x 720 pixels)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BA6AAFD9-7181-4BA5-A2B7-821424B5139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599" y="2476500"/>
            <a:ext cx="4695825" cy="2463800"/>
          </a:xfrm>
        </p:spPr>
        <p:txBody>
          <a:bodyPr/>
          <a:lstStyle>
            <a:lvl1pPr>
              <a:defRPr sz="6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9" name="Text Placeholder 53">
            <a:extLst>
              <a:ext uri="{FF2B5EF4-FFF2-40B4-BE49-F238E27FC236}">
                <a16:creationId xmlns:a16="http://schemas.microsoft.com/office/drawing/2014/main" id="{D275F703-BAB3-4AC2-B21C-F4D222E29813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621332" y="5297713"/>
            <a:ext cx="4684090" cy="731520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1pPr>
            <a:lvl2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2pPr>
            <a:lvl3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3pPr>
            <a:lvl4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4pPr>
            <a:lvl5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5pPr>
            <a:lvl6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6pPr>
            <a:lvl7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7pPr>
            <a:lvl8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8pPr>
            <a:lvl9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9pPr>
          </a:lstStyle>
          <a:p>
            <a:pPr lvl="0"/>
            <a:r>
              <a:t>Subtitle text (optional)</a:t>
            </a:r>
          </a:p>
        </p:txBody>
      </p:sp>
    </p:spTree>
    <p:extLst>
      <p:ext uri="{BB962C8B-B14F-4D97-AF65-F5344CB8AC3E}">
        <p14:creationId xmlns:p14="http://schemas.microsoft.com/office/powerpoint/2010/main" val="75226417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Section Header Hexagon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Freeform: Shape 7">
            <a:extLst>
              <a:ext uri="{FF2B5EF4-FFF2-40B4-BE49-F238E27FC236}">
                <a16:creationId xmlns:a16="http://schemas.microsoft.com/office/drawing/2014/main" id="{F4730513-B885-49F0-9C17-F45E71DFE844}"/>
              </a:ext>
            </a:extLst>
          </p:cNvPr>
          <p:cNvSpPr/>
          <p:nvPr/>
        </p:nvSpPr>
        <p:spPr bwMode="white">
          <a:xfrm>
            <a:off x="0" y="0"/>
            <a:ext cx="6003366" cy="6105046"/>
          </a:xfrm>
          <a:custGeom>
            <a:avLst/>
            <a:gdLst>
              <a:gd name="connsiteX0" fmla="*/ 0 w 6003366"/>
              <a:gd name="connsiteY0" fmla="*/ 0 h 6105046"/>
              <a:gd name="connsiteX1" fmla="*/ 4639238 w 6003366"/>
              <a:gd name="connsiteY1" fmla="*/ 0 h 6105046"/>
              <a:gd name="connsiteX2" fmla="*/ 4663657 w 6003366"/>
              <a:gd name="connsiteY2" fmla="*/ 38495 h 6105046"/>
              <a:gd name="connsiteX3" fmla="*/ 5718321 w 6003366"/>
              <a:gd name="connsiteY3" fmla="*/ 1734501 h 6105046"/>
              <a:gd name="connsiteX4" fmla="*/ 6003366 w 6003366"/>
              <a:gd name="connsiteY4" fmla="*/ 2432867 h 6105046"/>
              <a:gd name="connsiteX5" fmla="*/ 5775330 w 6003366"/>
              <a:gd name="connsiteY5" fmla="*/ 3131218 h 6105046"/>
              <a:gd name="connsiteX6" fmla="*/ 4449866 w 6003366"/>
              <a:gd name="connsiteY6" fmla="*/ 5696617 h 6105046"/>
              <a:gd name="connsiteX7" fmla="*/ 4250335 w 6003366"/>
              <a:gd name="connsiteY7" fmla="*/ 5981661 h 6105046"/>
              <a:gd name="connsiteX8" fmla="*/ 3780019 w 6003366"/>
              <a:gd name="connsiteY8" fmla="*/ 6095679 h 6105046"/>
              <a:gd name="connsiteX9" fmla="*/ 1171855 w 6003366"/>
              <a:gd name="connsiteY9" fmla="*/ 6081434 h 6105046"/>
              <a:gd name="connsiteX10" fmla="*/ 459244 w 6003366"/>
              <a:gd name="connsiteY10" fmla="*/ 5967416 h 6105046"/>
              <a:gd name="connsiteX11" fmla="*/ 58904 w 6003366"/>
              <a:gd name="connsiteY11" fmla="*/ 5687075 h 6105046"/>
              <a:gd name="connsiteX12" fmla="*/ 0 w 6003366"/>
              <a:gd name="connsiteY12" fmla="*/ 5620135 h 61050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6003366" h="6105046">
                <a:moveTo>
                  <a:pt x="0" y="0"/>
                </a:moveTo>
                <a:lnTo>
                  <a:pt x="4639238" y="0"/>
                </a:lnTo>
                <a:lnTo>
                  <a:pt x="4663657" y="38495"/>
                </a:lnTo>
                <a:cubicBezTo>
                  <a:pt x="5019955" y="608583"/>
                  <a:pt x="5362008" y="1164412"/>
                  <a:pt x="5718321" y="1734501"/>
                </a:cubicBezTo>
                <a:cubicBezTo>
                  <a:pt x="5860843" y="1948291"/>
                  <a:pt x="5989106" y="2176327"/>
                  <a:pt x="6003366" y="2432867"/>
                </a:cubicBezTo>
                <a:cubicBezTo>
                  <a:pt x="6003366" y="2675147"/>
                  <a:pt x="5889348" y="2917442"/>
                  <a:pt x="5775330" y="3131218"/>
                </a:cubicBezTo>
                <a:cubicBezTo>
                  <a:pt x="5333504" y="3986351"/>
                  <a:pt x="4891692" y="4841484"/>
                  <a:pt x="4449866" y="5696617"/>
                </a:cubicBezTo>
                <a:cubicBezTo>
                  <a:pt x="4392857" y="5810634"/>
                  <a:pt x="4335848" y="5910407"/>
                  <a:pt x="4250335" y="5981661"/>
                </a:cubicBezTo>
                <a:cubicBezTo>
                  <a:pt x="4122072" y="6081434"/>
                  <a:pt x="3951046" y="6095679"/>
                  <a:pt x="3780019" y="6095679"/>
                </a:cubicBezTo>
                <a:cubicBezTo>
                  <a:pt x="2910626" y="6109938"/>
                  <a:pt x="2041248" y="6109938"/>
                  <a:pt x="1171855" y="6081434"/>
                </a:cubicBezTo>
                <a:cubicBezTo>
                  <a:pt x="929574" y="6067174"/>
                  <a:pt x="687279" y="6067174"/>
                  <a:pt x="459244" y="5967416"/>
                </a:cubicBezTo>
                <a:cubicBezTo>
                  <a:pt x="304254" y="5903281"/>
                  <a:pt x="173312" y="5805074"/>
                  <a:pt x="58904" y="5687075"/>
                </a:cubicBezTo>
                <a:lnTo>
                  <a:pt x="0" y="5620135"/>
                </a:lnTo>
                <a:close/>
              </a:path>
            </a:pathLst>
          </a:custGeom>
          <a:solidFill>
            <a:schemeClr val="accent2"/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>
              <a:lnSpc>
                <a:spcPct val="90000"/>
              </a:lnSpc>
            </a:pPr>
            <a:endParaRPr>
              <a:solidFill>
                <a:schemeClr val="bg1"/>
              </a:solidFill>
            </a:endParaRPr>
          </a:p>
        </p:txBody>
      </p: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BC95E134-4758-4A15-97D4-E85BCD1919D8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0" y="0"/>
            <a:ext cx="12192001" cy="6858000"/>
          </a:xfrm>
          <a:custGeom>
            <a:avLst/>
            <a:gdLst>
              <a:gd name="connsiteX0" fmla="*/ 4639238 w 12192001"/>
              <a:gd name="connsiteY0" fmla="*/ 0 h 6858000"/>
              <a:gd name="connsiteX1" fmla="*/ 12192001 w 12192001"/>
              <a:gd name="connsiteY1" fmla="*/ 0 h 6858000"/>
              <a:gd name="connsiteX2" fmla="*/ 12192001 w 12192001"/>
              <a:gd name="connsiteY2" fmla="*/ 6858000 h 6858000"/>
              <a:gd name="connsiteX3" fmla="*/ 0 w 12192001"/>
              <a:gd name="connsiteY3" fmla="*/ 6858000 h 6858000"/>
              <a:gd name="connsiteX4" fmla="*/ 0 w 12192001"/>
              <a:gd name="connsiteY4" fmla="*/ 5620135 h 6858000"/>
              <a:gd name="connsiteX5" fmla="*/ 58904 w 12192001"/>
              <a:gd name="connsiteY5" fmla="*/ 5687075 h 6858000"/>
              <a:gd name="connsiteX6" fmla="*/ 459244 w 12192001"/>
              <a:gd name="connsiteY6" fmla="*/ 5967416 h 6858000"/>
              <a:gd name="connsiteX7" fmla="*/ 1171855 w 12192001"/>
              <a:gd name="connsiteY7" fmla="*/ 6081434 h 6858000"/>
              <a:gd name="connsiteX8" fmla="*/ 3780019 w 12192001"/>
              <a:gd name="connsiteY8" fmla="*/ 6095679 h 6858000"/>
              <a:gd name="connsiteX9" fmla="*/ 4250335 w 12192001"/>
              <a:gd name="connsiteY9" fmla="*/ 5981661 h 6858000"/>
              <a:gd name="connsiteX10" fmla="*/ 4449866 w 12192001"/>
              <a:gd name="connsiteY10" fmla="*/ 5696617 h 6858000"/>
              <a:gd name="connsiteX11" fmla="*/ 5775330 w 12192001"/>
              <a:gd name="connsiteY11" fmla="*/ 3131218 h 6858000"/>
              <a:gd name="connsiteX12" fmla="*/ 6003366 w 12192001"/>
              <a:gd name="connsiteY12" fmla="*/ 2432867 h 6858000"/>
              <a:gd name="connsiteX13" fmla="*/ 5718321 w 12192001"/>
              <a:gd name="connsiteY13" fmla="*/ 1734501 h 6858000"/>
              <a:gd name="connsiteX14" fmla="*/ 4663657 w 12192001"/>
              <a:gd name="connsiteY14" fmla="*/ 38495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2192001" h="6858000">
                <a:moveTo>
                  <a:pt x="4639238" y="0"/>
                </a:moveTo>
                <a:lnTo>
                  <a:pt x="12192001" y="0"/>
                </a:lnTo>
                <a:lnTo>
                  <a:pt x="12192001" y="6858000"/>
                </a:lnTo>
                <a:lnTo>
                  <a:pt x="0" y="6858000"/>
                </a:lnTo>
                <a:lnTo>
                  <a:pt x="0" y="5620135"/>
                </a:lnTo>
                <a:lnTo>
                  <a:pt x="58904" y="5687075"/>
                </a:lnTo>
                <a:cubicBezTo>
                  <a:pt x="173312" y="5805074"/>
                  <a:pt x="304254" y="5903281"/>
                  <a:pt x="459244" y="5967416"/>
                </a:cubicBezTo>
                <a:cubicBezTo>
                  <a:pt x="687279" y="6067174"/>
                  <a:pt x="929574" y="6067174"/>
                  <a:pt x="1171855" y="6081434"/>
                </a:cubicBezTo>
                <a:cubicBezTo>
                  <a:pt x="2041248" y="6109938"/>
                  <a:pt x="2910626" y="6109938"/>
                  <a:pt x="3780019" y="6095679"/>
                </a:cubicBezTo>
                <a:cubicBezTo>
                  <a:pt x="3951046" y="6095679"/>
                  <a:pt x="4122072" y="6081434"/>
                  <a:pt x="4250335" y="5981661"/>
                </a:cubicBezTo>
                <a:cubicBezTo>
                  <a:pt x="4335848" y="5910407"/>
                  <a:pt x="4392857" y="5810634"/>
                  <a:pt x="4449866" y="5696617"/>
                </a:cubicBezTo>
                <a:cubicBezTo>
                  <a:pt x="4891692" y="4841484"/>
                  <a:pt x="5333504" y="3986351"/>
                  <a:pt x="5775330" y="3131218"/>
                </a:cubicBezTo>
                <a:cubicBezTo>
                  <a:pt x="5889348" y="2917442"/>
                  <a:pt x="6003366" y="2675147"/>
                  <a:pt x="6003366" y="2432867"/>
                </a:cubicBezTo>
                <a:cubicBezTo>
                  <a:pt x="5989106" y="2176327"/>
                  <a:pt x="5860843" y="1948291"/>
                  <a:pt x="5718321" y="1734501"/>
                </a:cubicBezTo>
                <a:cubicBezTo>
                  <a:pt x="5362008" y="1164412"/>
                  <a:pt x="5019956" y="608583"/>
                  <a:pt x="4663657" y="38495"/>
                </a:cubicBezTo>
                <a:close/>
              </a:path>
            </a:pathLst>
          </a:custGeom>
          <a:solidFill>
            <a:srgbClr val="D9D9D9"/>
          </a:solidFill>
        </p:spPr>
        <p:txBody>
          <a:bodyPr wrap="square" lIns="6400800" tIns="0" anchor="ctr" anchorCtr="0">
            <a:noAutofit/>
          </a:bodyPr>
          <a:lstStyle>
            <a:lvl1pPr marL="0" indent="0" algn="l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1pPr>
          </a:lstStyle>
          <a:p>
            <a:r>
              <a:t>Click icon to insert picture</a:t>
            </a:r>
            <a:br>
              <a:rPr/>
            </a:br>
            <a:r>
              <a:t>(minimum recommended size for </a:t>
            </a:r>
            <a:br>
              <a:rPr/>
            </a:br>
            <a:r>
              <a:t>full slide image is 1280 x 720 pixels)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BA6AAFD9-7181-4BA5-A2B7-821424B5139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914400"/>
            <a:ext cx="4670401" cy="2400300"/>
          </a:xfrm>
        </p:spPr>
        <p:txBody>
          <a:bodyPr/>
          <a:lstStyle>
            <a:lvl1pPr>
              <a:defRPr sz="6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9" name="Text Placeholder 53">
            <a:extLst>
              <a:ext uri="{FF2B5EF4-FFF2-40B4-BE49-F238E27FC236}">
                <a16:creationId xmlns:a16="http://schemas.microsoft.com/office/drawing/2014/main" id="{D275F703-BAB3-4AC2-B21C-F4D222E29813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619672" y="3659413"/>
            <a:ext cx="4365357" cy="731520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1pPr>
            <a:lvl2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2pPr>
            <a:lvl3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3pPr>
            <a:lvl4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4pPr>
            <a:lvl5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5pPr>
            <a:lvl6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6pPr>
            <a:lvl7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7pPr>
            <a:lvl8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8pPr>
            <a:lvl9pPr marL="0" indent="0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9pPr>
          </a:lstStyle>
          <a:p>
            <a:pPr lvl="0"/>
            <a:r>
              <a:t>Subtitle text (optional)</a:t>
            </a:r>
          </a:p>
        </p:txBody>
      </p:sp>
    </p:spTree>
    <p:extLst>
      <p:ext uri="{BB962C8B-B14F-4D97-AF65-F5344CB8AC3E}">
        <p14:creationId xmlns:p14="http://schemas.microsoft.com/office/powerpoint/2010/main" val="1066283479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secHead" preserve="1">
  <p:cSld name="Section Header">
    <p:bg>
      <p:bgPr>
        <a:solidFill>
          <a:srgbClr val="2D6EAA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2AA6159-B06A-4786-B440-2BBF2AD8CEE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914400"/>
            <a:ext cx="7353300" cy="3467100"/>
          </a:xfrm>
        </p:spPr>
        <p:txBody>
          <a:bodyPr anchor="b"/>
          <a:lstStyle>
            <a:lvl1pPr>
              <a:lnSpc>
                <a:spcPct val="82000"/>
              </a:lnSpc>
              <a:defRPr sz="66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161094D5-7DA6-4745-8DC9-C1C7B6A35847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609601" y="4726213"/>
            <a:ext cx="7353300" cy="731520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t>Subtitle text (optional)</a:t>
            </a:r>
          </a:p>
        </p:txBody>
      </p:sp>
    </p:spTree>
    <p:extLst>
      <p:ext uri="{BB962C8B-B14F-4D97-AF65-F5344CB8AC3E}">
        <p14:creationId xmlns:p14="http://schemas.microsoft.com/office/powerpoint/2010/main" val="711734731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I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12EC308-A595-4731-81D6-E996B8DA199F}"/>
              </a:ext>
            </a:extLst>
          </p:cNvPr>
          <p:cNvSpPr>
            <a:spLocks noGrp="1"/>
          </p:cNvSpPr>
          <p:nvPr>
            <p:ph idx="1" hasCustomPrompt="1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t>Click to add text or choose an icon below to insert other content</a:t>
            </a:r>
          </a:p>
          <a:p>
            <a:pPr lvl="1"/>
            <a:r>
              <a:t>Second level</a:t>
            </a:r>
          </a:p>
          <a:p>
            <a:pPr lvl="2"/>
            <a:r>
              <a:t>Third level</a:t>
            </a:r>
          </a:p>
          <a:p>
            <a:pPr lvl="3"/>
            <a:r>
              <a:t>Fourth level</a:t>
            </a:r>
          </a:p>
          <a:p>
            <a:pPr lvl="4"/>
            <a:r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B204747-4051-4C7A-B674-A1E64ACD02F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EB1475D-EF5B-48A6-8CCB-3BD08F726926}" type="datetimeFigureOut">
              <a:rPr lang="en-US"/>
              <a:t>10/30/2026</a:t>
            </a:fld>
            <a:endParaRPr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9DB6A6F-2612-48E0-B685-EE5FD0A1A4E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1BB2BD39-0025-4E14-A207-974EC0FD86D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5A54F4-DB31-4FC5-B748-3F06867349C3}" type="slidenum">
              <a:rPr/>
              <a:t>‹#›</a:t>
            </a:fld>
            <a:endParaRPr/>
          </a:p>
        </p:txBody>
      </p:sp>
      <p:sp>
        <p:nvSpPr>
          <p:cNvPr id="7" name="Title 6">
            <a:extLst>
              <a:ext uri="{FF2B5EF4-FFF2-40B4-BE49-F238E27FC236}">
                <a16:creationId xmlns:a16="http://schemas.microsoft.com/office/drawing/2014/main" id="{0A593348-F93D-4FEF-A9B9-1AEA4A21A64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3815957391"/>
      </p:ext>
    </p:extLst>
  </p:cSld>
  <p:clrMapOvr>
    <a:masterClrMapping/>
  </p:clrMapOvr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_PICTURE-Left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AAB42D4C-F424-9142-B769-C3EE2E06B540}"/>
              </a:ext>
            </a:extLst>
          </p:cNvPr>
          <p:cNvSpPr/>
          <p:nvPr userDrawn="1"/>
        </p:nvSpPr>
        <p:spPr>
          <a:xfrm>
            <a:off x="1" y="914400"/>
            <a:ext cx="12192000" cy="51054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12EC308-A595-4731-81D6-E996B8DA199F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4191000" y="914400"/>
            <a:ext cx="7620000" cy="51054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t>Click to add text or choose an icon below to insert other content</a:t>
            </a:r>
          </a:p>
          <a:p>
            <a:pPr lvl="1"/>
            <a:r>
              <a:t>Second level</a:t>
            </a:r>
          </a:p>
          <a:p>
            <a:pPr lvl="2"/>
            <a:r>
              <a:t>Third level</a:t>
            </a:r>
          </a:p>
          <a:p>
            <a:pPr lvl="3"/>
            <a:r>
              <a:t>Fourth level</a:t>
            </a:r>
          </a:p>
          <a:p>
            <a:pPr lvl="4"/>
            <a:r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B204747-4051-4C7A-B674-A1E64ACD02F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EB1475D-EF5B-48A6-8CCB-3BD08F726926}" type="datetimeFigureOut">
              <a:rPr lang="en-US"/>
              <a:t>10/30/2026</a:t>
            </a:fld>
            <a:endParaRPr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9DB6A6F-2612-48E0-B685-EE5FD0A1A4E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1BB2BD39-0025-4E14-A207-974EC0FD86D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5A54F4-DB31-4FC5-B748-3F06867349C3}" type="slidenum">
              <a:rPr/>
              <a:t>‹#›</a:t>
            </a:fld>
            <a:endParaRPr/>
          </a:p>
        </p:txBody>
      </p:sp>
      <p:sp>
        <p:nvSpPr>
          <p:cNvPr id="7" name="Title 6">
            <a:extLst>
              <a:ext uri="{FF2B5EF4-FFF2-40B4-BE49-F238E27FC236}">
                <a16:creationId xmlns:a16="http://schemas.microsoft.com/office/drawing/2014/main" id="{0A593348-F93D-4FEF-A9B9-1AEA4A21A64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19" name="Picture Placeholder 10">
            <a:extLst>
              <a:ext uri="{FF2B5EF4-FFF2-40B4-BE49-F238E27FC236}">
                <a16:creationId xmlns:a16="http://schemas.microsoft.com/office/drawing/2014/main" id="{396081A5-CC68-3749-92DD-0713CB18A3A3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0" y="925094"/>
            <a:ext cx="4038600" cy="5094706"/>
          </a:xfrm>
          <a:custGeom>
            <a:avLst/>
            <a:gdLst>
              <a:gd name="connsiteX0" fmla="*/ 0 w 5266036"/>
              <a:gd name="connsiteY0" fmla="*/ 0 h 6857999"/>
              <a:gd name="connsiteX1" fmla="*/ 3014696 w 5266036"/>
              <a:gd name="connsiteY1" fmla="*/ 0 h 6857999"/>
              <a:gd name="connsiteX2" fmla="*/ 3040982 w 5266036"/>
              <a:gd name="connsiteY2" fmla="*/ 11408 h 6857999"/>
              <a:gd name="connsiteX3" fmla="*/ 5250901 w 5266036"/>
              <a:gd name="connsiteY3" fmla="*/ 4085922 h 6857999"/>
              <a:gd name="connsiteX4" fmla="*/ 3435696 w 5266036"/>
              <a:gd name="connsiteY4" fmla="*/ 6839477 h 6857999"/>
              <a:gd name="connsiteX5" fmla="*/ 3398838 w 5266036"/>
              <a:gd name="connsiteY5" fmla="*/ 6857999 h 6857999"/>
              <a:gd name="connsiteX6" fmla="*/ 0 w 5266036"/>
              <a:gd name="connsiteY6" fmla="*/ 6857999 h 6857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266036" h="6857999">
                <a:moveTo>
                  <a:pt x="0" y="0"/>
                </a:moveTo>
                <a:lnTo>
                  <a:pt x="3014696" y="0"/>
                </a:lnTo>
                <a:lnTo>
                  <a:pt x="3040982" y="11408"/>
                </a:lnTo>
                <a:cubicBezTo>
                  <a:pt x="4562919" y="717837"/>
                  <a:pt x="5390071" y="2397951"/>
                  <a:pt x="5250901" y="4085922"/>
                </a:cubicBezTo>
                <a:cubicBezTo>
                  <a:pt x="5138669" y="5484335"/>
                  <a:pt x="4361602" y="6343612"/>
                  <a:pt x="3435696" y="6839477"/>
                </a:cubicBezTo>
                <a:lnTo>
                  <a:pt x="3398838" y="6857999"/>
                </a:lnTo>
                <a:lnTo>
                  <a:pt x="0" y="6857999"/>
                </a:lnTo>
                <a:close/>
              </a:path>
            </a:pathLst>
          </a:custGeom>
          <a:solidFill>
            <a:srgbClr val="D9D9D9"/>
          </a:solidFill>
        </p:spPr>
        <p:txBody>
          <a:bodyPr wrap="square" tIns="3657600">
            <a:noAutofit/>
          </a:bodyPr>
          <a:lstStyle>
            <a:lvl1pPr marL="0" marR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tx1"/>
              </a:buClr>
              <a:buSzTx/>
              <a:buFont typeface="Arial" panose="020B0604020202020204" pitchFamily="34" charset="0"/>
              <a:buNone/>
              <a:tabLst/>
              <a:defRPr sz="1600"/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1200"/>
              </a:spcBef>
              <a:spcAft>
                <a:spcPts val="0"/>
              </a:spcAft>
              <a:buClr>
                <a:schemeClr val="tx1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t>Click icon to insert picture</a:t>
            </a:r>
            <a:br>
              <a:rPr/>
            </a:br>
            <a:r>
              <a:t>(minimum recommended size for </a:t>
            </a:r>
            <a:br>
              <a:rPr/>
            </a:br>
            <a:r>
              <a:t>half slide image is 640 x 720 pixels)</a:t>
            </a:r>
          </a:p>
        </p:txBody>
      </p:sp>
    </p:spTree>
    <p:extLst>
      <p:ext uri="{BB962C8B-B14F-4D97-AF65-F5344CB8AC3E}">
        <p14:creationId xmlns:p14="http://schemas.microsoft.com/office/powerpoint/2010/main" val="3195491059"/>
      </p:ext>
    </p:extLst>
  </p:cSld>
  <p:clrMapOvr>
    <a:masterClrMapping/>
  </p:clrMapOvr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I_PICTURE-Right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AAB42D4C-F424-9142-B769-C3EE2E06B540}"/>
              </a:ext>
            </a:extLst>
          </p:cNvPr>
          <p:cNvSpPr/>
          <p:nvPr userDrawn="1"/>
        </p:nvSpPr>
        <p:spPr>
          <a:xfrm>
            <a:off x="1" y="914400"/>
            <a:ext cx="12192000" cy="51054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12EC308-A595-4731-81D6-E996B8DA199F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381001" y="914400"/>
            <a:ext cx="7620000" cy="51054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t>Click to add text or choose an icon below to insert other content</a:t>
            </a:r>
          </a:p>
          <a:p>
            <a:pPr lvl="1"/>
            <a:r>
              <a:t>Second level</a:t>
            </a:r>
          </a:p>
          <a:p>
            <a:pPr lvl="2"/>
            <a:r>
              <a:t>Third level</a:t>
            </a:r>
          </a:p>
          <a:p>
            <a:pPr lvl="3"/>
            <a:r>
              <a:t>Fourth level</a:t>
            </a:r>
          </a:p>
          <a:p>
            <a:pPr lvl="4"/>
            <a:r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B204747-4051-4C7A-B674-A1E64ACD02F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EB1475D-EF5B-48A6-8CCB-3BD08F726926}" type="datetimeFigureOut">
              <a:rPr lang="en-US"/>
              <a:t>10/30/2026</a:t>
            </a:fld>
            <a:endParaRPr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9DB6A6F-2612-48E0-B685-EE5FD0A1A4E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1BB2BD39-0025-4E14-A207-974EC0FD86D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5A54F4-DB31-4FC5-B748-3F06867349C3}" type="slidenum">
              <a:rPr/>
              <a:t>‹#›</a:t>
            </a:fld>
            <a:endParaRPr/>
          </a:p>
        </p:txBody>
      </p:sp>
      <p:sp>
        <p:nvSpPr>
          <p:cNvPr id="7" name="Title 6">
            <a:extLst>
              <a:ext uri="{FF2B5EF4-FFF2-40B4-BE49-F238E27FC236}">
                <a16:creationId xmlns:a16="http://schemas.microsoft.com/office/drawing/2014/main" id="{0A593348-F93D-4FEF-A9B9-1AEA4A21A64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13" name="Picture Placeholder 10">
            <a:extLst>
              <a:ext uri="{FF2B5EF4-FFF2-40B4-BE49-F238E27FC236}">
                <a16:creationId xmlns:a16="http://schemas.microsoft.com/office/drawing/2014/main" id="{6DFC5067-DE54-C349-860C-669CD7C1158D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 flipH="1">
            <a:off x="8142464" y="914400"/>
            <a:ext cx="4047077" cy="5105400"/>
          </a:xfrm>
          <a:custGeom>
            <a:avLst/>
            <a:gdLst>
              <a:gd name="connsiteX0" fmla="*/ 0 w 5266036"/>
              <a:gd name="connsiteY0" fmla="*/ 0 h 6857999"/>
              <a:gd name="connsiteX1" fmla="*/ 3014696 w 5266036"/>
              <a:gd name="connsiteY1" fmla="*/ 0 h 6857999"/>
              <a:gd name="connsiteX2" fmla="*/ 3040982 w 5266036"/>
              <a:gd name="connsiteY2" fmla="*/ 11408 h 6857999"/>
              <a:gd name="connsiteX3" fmla="*/ 5250901 w 5266036"/>
              <a:gd name="connsiteY3" fmla="*/ 4085922 h 6857999"/>
              <a:gd name="connsiteX4" fmla="*/ 3435696 w 5266036"/>
              <a:gd name="connsiteY4" fmla="*/ 6839477 h 6857999"/>
              <a:gd name="connsiteX5" fmla="*/ 3398838 w 5266036"/>
              <a:gd name="connsiteY5" fmla="*/ 6857999 h 6857999"/>
              <a:gd name="connsiteX6" fmla="*/ 0 w 5266036"/>
              <a:gd name="connsiteY6" fmla="*/ 6857999 h 6857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266036" h="6857999">
                <a:moveTo>
                  <a:pt x="0" y="0"/>
                </a:moveTo>
                <a:lnTo>
                  <a:pt x="3014696" y="0"/>
                </a:lnTo>
                <a:lnTo>
                  <a:pt x="3040982" y="11408"/>
                </a:lnTo>
                <a:cubicBezTo>
                  <a:pt x="4562919" y="717837"/>
                  <a:pt x="5390071" y="2397951"/>
                  <a:pt x="5250901" y="4085922"/>
                </a:cubicBezTo>
                <a:cubicBezTo>
                  <a:pt x="5138669" y="5484335"/>
                  <a:pt x="4361602" y="6343612"/>
                  <a:pt x="3435696" y="6839477"/>
                </a:cubicBezTo>
                <a:lnTo>
                  <a:pt x="3398838" y="6857999"/>
                </a:lnTo>
                <a:lnTo>
                  <a:pt x="0" y="6857999"/>
                </a:lnTo>
                <a:close/>
              </a:path>
            </a:pathLst>
          </a:custGeom>
          <a:solidFill>
            <a:srgbClr val="D9D9D9"/>
          </a:solidFill>
        </p:spPr>
        <p:txBody>
          <a:bodyPr wrap="square" tIns="3657600">
            <a:noAutofit/>
          </a:bodyPr>
          <a:lstStyle>
            <a:lvl1pPr marL="0" marR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tx1"/>
              </a:buClr>
              <a:buSzTx/>
              <a:buFont typeface="Arial" panose="020B0604020202020204" pitchFamily="34" charset="0"/>
              <a:buNone/>
              <a:tabLst/>
              <a:defRPr sz="1600"/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1200"/>
              </a:spcBef>
              <a:spcAft>
                <a:spcPts val="0"/>
              </a:spcAft>
              <a:buClr>
                <a:schemeClr val="tx1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t>Click icon to insert picture</a:t>
            </a:r>
            <a:br>
              <a:rPr/>
            </a:br>
            <a:r>
              <a:t>(minimum recommended size for </a:t>
            </a:r>
            <a:br>
              <a:rPr/>
            </a:br>
            <a:r>
              <a:t>half slide image is 640 x 720 pixels)</a:t>
            </a:r>
          </a:p>
        </p:txBody>
      </p:sp>
    </p:spTree>
    <p:extLst>
      <p:ext uri="{BB962C8B-B14F-4D97-AF65-F5344CB8AC3E}">
        <p14:creationId xmlns:p14="http://schemas.microsoft.com/office/powerpoint/2010/main" val="2409923809"/>
      </p:ext>
    </p:extLst>
  </p:cSld>
  <p:clrMapOvr>
    <a:masterClrMapping/>
  </p:clrMapOvr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I_LightGray_Full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AAB42D4C-F424-9142-B769-C3EE2E06B540}"/>
              </a:ext>
            </a:extLst>
          </p:cNvPr>
          <p:cNvSpPr/>
          <p:nvPr userDrawn="1"/>
        </p:nvSpPr>
        <p:spPr>
          <a:xfrm>
            <a:off x="1" y="914400"/>
            <a:ext cx="12192000" cy="51054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12EC308-A595-4731-81D6-E996B8DA199F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381001" y="914400"/>
            <a:ext cx="11430000" cy="5105400"/>
          </a:xfrm>
          <a:solidFill>
            <a:schemeClr val="bg1">
              <a:lumMod val="95000"/>
            </a:schemeClr>
          </a:solidFill>
        </p:spPr>
        <p:txBody>
          <a:bodyPr/>
          <a:lstStyle>
            <a:lvl1pPr>
              <a:defRPr/>
            </a:lvl1pPr>
          </a:lstStyle>
          <a:p>
            <a:pPr lvl="0"/>
            <a:r>
              <a:t>Click to add text or choose an icon below to insert other content</a:t>
            </a:r>
          </a:p>
          <a:p>
            <a:pPr lvl="1"/>
            <a:r>
              <a:t>Second level</a:t>
            </a:r>
          </a:p>
          <a:p>
            <a:pPr lvl="2"/>
            <a:r>
              <a:t>Third level</a:t>
            </a:r>
          </a:p>
          <a:p>
            <a:pPr lvl="3"/>
            <a:r>
              <a:t>Fourth level</a:t>
            </a:r>
          </a:p>
          <a:p>
            <a:pPr lvl="4"/>
            <a:r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B204747-4051-4C7A-B674-A1E64ACD02F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EB1475D-EF5B-48A6-8CCB-3BD08F726926}" type="datetimeFigureOut">
              <a:rPr lang="en-US"/>
              <a:t>10/30/2026</a:t>
            </a:fld>
            <a:endParaRPr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9DB6A6F-2612-48E0-B685-EE5FD0A1A4E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1BB2BD39-0025-4E14-A207-974EC0FD86D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5A54F4-DB31-4FC5-B748-3F06867349C3}" type="slidenum">
              <a:rPr/>
              <a:t>‹#›</a:t>
            </a:fld>
            <a:endParaRPr/>
          </a:p>
        </p:txBody>
      </p:sp>
      <p:sp>
        <p:nvSpPr>
          <p:cNvPr id="7" name="Title 6">
            <a:extLst>
              <a:ext uri="{FF2B5EF4-FFF2-40B4-BE49-F238E27FC236}">
                <a16:creationId xmlns:a16="http://schemas.microsoft.com/office/drawing/2014/main" id="{0A593348-F93D-4FEF-A9B9-1AEA4A21A64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3893141560"/>
      </p:ext>
    </p:extLst>
  </p:cSld>
  <p:clrMapOvr>
    <a:masterClrMapping/>
  </p:clrMapOvr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I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E6CF7A3-C01B-4858-95E5-B008688EC04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28C0B5B2-035E-4875-9E0B-65D7693B97EB}"/>
              </a:ext>
            </a:extLst>
          </p:cNvPr>
          <p:cNvSpPr>
            <a:spLocks noGrp="1"/>
          </p:cNvSpPr>
          <p:nvPr>
            <p:ph sz="half" idx="1" hasCustomPrompt="1"/>
          </p:nvPr>
        </p:nvSpPr>
        <p:spPr>
          <a:xfrm>
            <a:off x="381001" y="914400"/>
            <a:ext cx="5610221" cy="51054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t>Click to add text or choose an icon below to insert other content</a:t>
            </a:r>
          </a:p>
          <a:p>
            <a:pPr lvl="1"/>
            <a:r>
              <a:t>Second level</a:t>
            </a:r>
          </a:p>
          <a:p>
            <a:pPr lvl="2"/>
            <a:r>
              <a:t>Third level</a:t>
            </a:r>
          </a:p>
          <a:p>
            <a:pPr lvl="3"/>
            <a:r>
              <a:t>Fourth level</a:t>
            </a:r>
          </a:p>
          <a:p>
            <a:pPr lvl="4"/>
            <a:r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F51C9F57-0475-48B8-B2C4-3C1B844EB79F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6200774" y="914401"/>
            <a:ext cx="5610221" cy="51054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t>Click to add text or choose an icon below to insert other content</a:t>
            </a:r>
          </a:p>
          <a:p>
            <a:pPr lvl="1"/>
            <a:r>
              <a:t>Second level</a:t>
            </a:r>
          </a:p>
          <a:p>
            <a:pPr lvl="2"/>
            <a:r>
              <a:t>Third level</a:t>
            </a:r>
          </a:p>
          <a:p>
            <a:pPr lvl="3"/>
            <a:r>
              <a:t>Fourth level</a:t>
            </a:r>
          </a:p>
          <a:p>
            <a:pPr lvl="4"/>
            <a:r>
              <a:t>Fifth level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438D6859-D53D-4387-B548-092AE96646A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73FEB38-5A4E-45E5-A640-26D00BC1F3AB}" type="datetimeFigureOut">
              <a:rPr lang="en-US"/>
              <a:t>10/30/2026</a:t>
            </a:fld>
            <a:endParaRPr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09800914-2B16-461D-99E1-47F26402478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EA110C2F-EFB2-4168-86BE-C3ABA04BA60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BF95A1E-4E3E-4AAD-A517-7DAD9580D6B2}" type="slidenum">
              <a:r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279557442"/>
      </p:ext>
    </p:extLst>
  </p:cSld>
  <p:clrMapOvr>
    <a:masterClrMapping/>
  </p:clrMapOvr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I_Three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1081126-3DF6-4AE2-A8AE-6034E9AA396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ADE021F4-C37C-4B7E-96F0-1DCC6296730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EB1475D-EF5B-48A6-8CCB-3BD08F726926}" type="datetimeFigureOut">
              <a:rPr lang="en-US"/>
              <a:pPr/>
              <a:t>10/30/2026</a:t>
            </a:fld>
            <a:endParaRPr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2343FD06-8A80-436E-AAD0-0B4CC79FEF8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3B54BFCC-9FE5-4526-91E6-920CEB6231C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5A54F4-DB31-4FC5-B748-3F06867349C3}" type="slidenum">
              <a:rPr/>
              <a:pPr/>
              <a:t>‹#›</a:t>
            </a:fld>
            <a:endParaRPr/>
          </a:p>
        </p:txBody>
      </p:sp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45AA6A50-CF51-470A-8339-2A98B2291152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381000" y="914400"/>
            <a:ext cx="3733800" cy="51054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t>Click to add text or choose an icon below to insert other content</a:t>
            </a:r>
          </a:p>
          <a:p>
            <a:pPr lvl="1"/>
            <a:r>
              <a:t>Second level</a:t>
            </a:r>
          </a:p>
          <a:p>
            <a:pPr lvl="2"/>
            <a:r>
              <a:t>Third level</a:t>
            </a:r>
          </a:p>
          <a:p>
            <a:pPr lvl="3"/>
            <a:r>
              <a:t>Fourth level</a:t>
            </a:r>
          </a:p>
          <a:p>
            <a:pPr lvl="4"/>
            <a:r>
              <a:t>Fifth level</a:t>
            </a:r>
          </a:p>
        </p:txBody>
      </p:sp>
      <p:sp>
        <p:nvSpPr>
          <p:cNvPr id="8" name="Content Placeholder 6">
            <a:extLst>
              <a:ext uri="{FF2B5EF4-FFF2-40B4-BE49-F238E27FC236}">
                <a16:creationId xmlns:a16="http://schemas.microsoft.com/office/drawing/2014/main" id="{EC50042C-8E0C-40C9-A488-3584EFC873E7}"/>
              </a:ext>
            </a:extLst>
          </p:cNvPr>
          <p:cNvSpPr>
            <a:spLocks noGrp="1"/>
          </p:cNvSpPr>
          <p:nvPr>
            <p:ph sz="quarter" idx="14" hasCustomPrompt="1"/>
          </p:nvPr>
        </p:nvSpPr>
        <p:spPr>
          <a:xfrm>
            <a:off x="4229100" y="914400"/>
            <a:ext cx="3733800" cy="51054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t>Click to add text or choose an icon below to insert other content</a:t>
            </a:r>
          </a:p>
          <a:p>
            <a:pPr lvl="1"/>
            <a:r>
              <a:t>Second level</a:t>
            </a:r>
          </a:p>
          <a:p>
            <a:pPr lvl="2"/>
            <a:r>
              <a:t>Third level</a:t>
            </a:r>
          </a:p>
          <a:p>
            <a:pPr lvl="3"/>
            <a:r>
              <a:t>Fourth level</a:t>
            </a:r>
          </a:p>
          <a:p>
            <a:pPr lvl="4"/>
            <a:r>
              <a:t>Fifth level</a:t>
            </a:r>
          </a:p>
        </p:txBody>
      </p:sp>
      <p:sp>
        <p:nvSpPr>
          <p:cNvPr id="9" name="Content Placeholder 6">
            <a:extLst>
              <a:ext uri="{FF2B5EF4-FFF2-40B4-BE49-F238E27FC236}">
                <a16:creationId xmlns:a16="http://schemas.microsoft.com/office/drawing/2014/main" id="{E85AC529-F215-45F0-A438-817CEBA3DFFA}"/>
              </a:ext>
            </a:extLst>
          </p:cNvPr>
          <p:cNvSpPr>
            <a:spLocks noGrp="1"/>
          </p:cNvSpPr>
          <p:nvPr>
            <p:ph sz="quarter" idx="15" hasCustomPrompt="1"/>
          </p:nvPr>
        </p:nvSpPr>
        <p:spPr>
          <a:xfrm>
            <a:off x="8077200" y="914400"/>
            <a:ext cx="3733800" cy="51054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t>Click to add text or choose an icon below to insert other content</a:t>
            </a:r>
          </a:p>
          <a:p>
            <a:pPr lvl="1"/>
            <a:r>
              <a:t>Second level</a:t>
            </a:r>
          </a:p>
          <a:p>
            <a:pPr lvl="2"/>
            <a:r>
              <a:t>Third level</a:t>
            </a:r>
          </a:p>
          <a:p>
            <a:pPr lvl="3"/>
            <a:r>
              <a:t>Fourth level</a:t>
            </a:r>
          </a:p>
          <a:p>
            <a:pPr lvl="4"/>
            <a:r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825024943"/>
      </p:ext>
    </p:extLst>
  </p:cSld>
  <p:clrMapOvr>
    <a:masterClrMapping/>
  </p:clrMapOvr>
</p:sldLayout>
</file>

<file path=ppt/slideLayouts/slideLayout11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I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DD82B1C-9D1C-470A-8DAC-872C6F3CE17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2D815023-C126-4128-BC8F-1BB4CB113EE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73FEB38-5A4E-45E5-A640-26D00BC1F3AB}" type="datetimeFigureOut">
              <a:rPr lang="en-US"/>
              <a:t>10/30/2026</a:t>
            </a:fld>
            <a:endParaRPr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4CFFE3BA-31F8-4FB8-B78F-6C12DFB24A3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9CDE704-6759-4C07-BC57-03EACFFCB1E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BF95A1E-4E3E-4AAD-A517-7DAD9580D6B2}" type="slidenum">
              <a:r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266810356"/>
      </p:ext>
    </p:extLst>
  </p:cSld>
  <p:clrMapOvr>
    <a:masterClrMapping/>
  </p:clrMapOvr>
</p:sldLayout>
</file>

<file path=ppt/slideLayouts/slideLayout1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I_Title and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C182308-D8FD-4D2D-A4A4-0AB7B426134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25C24ADA-2B35-4506-BCFE-28F2ED617C2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EB1475D-EF5B-48A6-8CCB-3BD08F726926}" type="datetimeFigureOut">
              <a:rPr lang="en-US"/>
              <a:pPr/>
              <a:t>10/30/2026</a:t>
            </a:fld>
            <a:endParaRPr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22EABF83-04BE-4745-A7CD-9BF29745610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51FB1B30-07A6-4897-BFAA-775293B4CC0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5A54F4-DB31-4FC5-B748-3F06867349C3}" type="slidenum">
              <a:rPr/>
              <a:pPr/>
              <a:t>‹#›</a:t>
            </a:fld>
            <a:endParaRPr/>
          </a:p>
        </p:txBody>
      </p:sp>
      <p:sp>
        <p:nvSpPr>
          <p:cNvPr id="6" name="Text Placeholder 53">
            <a:extLst>
              <a:ext uri="{FF2B5EF4-FFF2-40B4-BE49-F238E27FC236}">
                <a16:creationId xmlns:a16="http://schemas.microsoft.com/office/drawing/2014/main" id="{AC1DD188-8160-4400-A56B-985CF10D490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381000" y="731530"/>
            <a:ext cx="11429998" cy="365739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1pPr>
            <a:lvl2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2pPr>
            <a:lvl3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3pPr>
            <a:lvl4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4pPr>
            <a:lvl5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5pPr>
            <a:lvl6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6pPr>
            <a:lvl7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7pPr>
            <a:lvl8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8pPr>
            <a:lvl9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9pPr>
          </a:lstStyle>
          <a:p>
            <a:pPr lvl="0"/>
            <a:r>
              <a:t>Click to add subtitle</a:t>
            </a:r>
          </a:p>
        </p:txBody>
      </p:sp>
    </p:spTree>
    <p:extLst>
      <p:ext uri="{BB962C8B-B14F-4D97-AF65-F5344CB8AC3E}">
        <p14:creationId xmlns:p14="http://schemas.microsoft.com/office/powerpoint/2010/main" val="1140686855"/>
      </p:ext>
    </p:extLst>
  </p:cSld>
  <p:clrMapOvr>
    <a:masterClrMapping/>
  </p:clrMapOvr>
</p:sldLayout>
</file>

<file path=ppt/slideLayouts/slideLayout11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I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B36DCD65-4054-4059-9788-175B50658EF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EB1475D-EF5B-48A6-8CCB-3BD08F726926}" type="datetimeFigureOut">
              <a:rPr lang="en-US"/>
              <a:t>10/30/2026</a:t>
            </a:fld>
            <a:endParaRPr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4009CC7B-BD5E-4DEB-98F7-581E73AB0D9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AB1890A-9F5B-4D33-B25B-84BA80C938A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5A54F4-DB31-4FC5-B748-3F06867349C3}" type="slidenum">
              <a:r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284398066"/>
      </p:ext>
    </p:extLst>
  </p:cSld>
  <p:clrMapOvr>
    <a:masterClrMapping/>
  </p:clrMapOvr>
</p:sldLayout>
</file>

<file path=ppt/slideLayouts/slideLayout11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I_Three Pictures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Picture Placeholder 17">
            <a:extLst>
              <a:ext uri="{FF2B5EF4-FFF2-40B4-BE49-F238E27FC236}">
                <a16:creationId xmlns:a16="http://schemas.microsoft.com/office/drawing/2014/main" id="{A63F8DDC-ACF7-4A20-8541-378AD67A6BE4}"/>
              </a:ext>
            </a:extLst>
          </p:cNvPr>
          <p:cNvSpPr>
            <a:spLocks noGrp="1"/>
          </p:cNvSpPr>
          <p:nvPr>
            <p:ph type="pic" sz="quarter" idx="17" hasCustomPrompt="1"/>
          </p:nvPr>
        </p:nvSpPr>
        <p:spPr>
          <a:xfrm>
            <a:off x="905999" y="5020104"/>
            <a:ext cx="2797175" cy="1837896"/>
          </a:xfrm>
          <a:custGeom>
            <a:avLst/>
            <a:gdLst>
              <a:gd name="connsiteX0" fmla="*/ 1477209 w 2797175"/>
              <a:gd name="connsiteY0" fmla="*/ 25 h 1837896"/>
              <a:gd name="connsiteX1" fmla="*/ 1754297 w 2797175"/>
              <a:gd name="connsiteY1" fmla="*/ 32364 h 1837896"/>
              <a:gd name="connsiteX2" fmla="*/ 2791755 w 2797175"/>
              <a:gd name="connsiteY2" fmla="*/ 1570484 h 1837896"/>
              <a:gd name="connsiteX3" fmla="*/ 2761264 w 2797175"/>
              <a:gd name="connsiteY3" fmla="*/ 1772753 h 1837896"/>
              <a:gd name="connsiteX4" fmla="*/ 2740822 w 2797175"/>
              <a:gd name="connsiteY4" fmla="*/ 1837896 h 1837896"/>
              <a:gd name="connsiteX5" fmla="*/ 40031 w 2797175"/>
              <a:gd name="connsiteY5" fmla="*/ 1837896 h 1837896"/>
              <a:gd name="connsiteX6" fmla="*/ 14140 w 2797175"/>
              <a:gd name="connsiteY6" fmla="*/ 1713596 h 1837896"/>
              <a:gd name="connsiteX7" fmla="*/ 35516 w 2797175"/>
              <a:gd name="connsiteY7" fmla="*/ 1142084 h 1837896"/>
              <a:gd name="connsiteX8" fmla="*/ 1477209 w 2797175"/>
              <a:gd name="connsiteY8" fmla="*/ 25 h 18378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797175" h="1837896">
                <a:moveTo>
                  <a:pt x="1477209" y="25"/>
                </a:moveTo>
                <a:cubicBezTo>
                  <a:pt x="1570418" y="590"/>
                  <a:pt x="1663325" y="11074"/>
                  <a:pt x="1754297" y="32364"/>
                </a:cubicBezTo>
                <a:cubicBezTo>
                  <a:pt x="2456261" y="197531"/>
                  <a:pt x="2848534" y="884010"/>
                  <a:pt x="2791755" y="1570484"/>
                </a:cubicBezTo>
                <a:cubicBezTo>
                  <a:pt x="2786271" y="1641777"/>
                  <a:pt x="2775928" y="1709139"/>
                  <a:pt x="2761264" y="1772753"/>
                </a:cubicBezTo>
                <a:lnTo>
                  <a:pt x="2740822" y="1837896"/>
                </a:lnTo>
                <a:lnTo>
                  <a:pt x="40031" y="1837896"/>
                </a:lnTo>
                <a:lnTo>
                  <a:pt x="14140" y="1713596"/>
                </a:lnTo>
                <a:cubicBezTo>
                  <a:pt x="-15049" y="1510297"/>
                  <a:pt x="5355" y="1310638"/>
                  <a:pt x="35516" y="1142084"/>
                </a:cubicBezTo>
                <a:cubicBezTo>
                  <a:pt x="157459" y="478188"/>
                  <a:pt x="824742" y="-3925"/>
                  <a:pt x="1477209" y="25"/>
                </a:cubicBezTo>
                <a:close/>
              </a:path>
            </a:pathLst>
          </a:custGeom>
          <a:solidFill>
            <a:srgbClr val="D9D9D9"/>
          </a:solidFill>
        </p:spPr>
        <p:txBody>
          <a:bodyPr wrap="square" tIns="1097280">
            <a:noAutofit/>
          </a:bodyPr>
          <a:lstStyle>
            <a:lvl1pPr marL="0" marR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tx1"/>
              </a:buClr>
              <a:buSzTx/>
              <a:buFont typeface="Arial" panose="020B0604020202020204" pitchFamily="34" charset="0"/>
              <a:buNone/>
              <a:tabLst/>
              <a:defRPr sz="1400"/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1200"/>
              </a:spcBef>
              <a:spcAft>
                <a:spcPts val="0"/>
              </a:spcAft>
              <a:buClr>
                <a:schemeClr val="tx1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t>Click icon to insert picture</a:t>
            </a:r>
            <a:br>
              <a:rPr/>
            </a:br>
            <a:r>
              <a:t>(minimum size 320 x 320 pixels)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DC2924F1-A0DC-49D4-96C4-A482D4DF75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229100" y="152400"/>
            <a:ext cx="7581902" cy="485335"/>
          </a:xfrm>
        </p:spPr>
        <p:txBody>
          <a:bodyPr/>
          <a:lstStyle/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EA32D13B-5124-4E72-BA9F-FE8C6BFCCC0F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077200" y="6301124"/>
            <a:ext cx="914400" cy="158954"/>
          </a:xfrm>
        </p:spPr>
        <p:txBody>
          <a:bodyPr/>
          <a:lstStyle/>
          <a:p>
            <a:fld id="{2EB1475D-EF5B-48A6-8CCB-3BD08F726926}" type="datetimeFigureOut">
              <a:rPr lang="en-US"/>
              <a:pPr/>
              <a:t>10/30/2026</a:t>
            </a:fld>
            <a:endParaRPr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DFA0BBFE-DFC3-45FF-B281-F9BC65C1B49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839983" y="6307160"/>
            <a:ext cx="3124200" cy="153759"/>
          </a:xfrm>
        </p:spPr>
        <p:txBody>
          <a:bodyPr/>
          <a:lstStyle/>
          <a:p>
            <a:endParaRPr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0B7E582E-199C-40D6-A654-4D49AF0C7DF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4420883" y="6301966"/>
            <a:ext cx="306083" cy="158953"/>
          </a:xfrm>
        </p:spPr>
        <p:txBody>
          <a:bodyPr/>
          <a:lstStyle/>
          <a:p>
            <a:fld id="{565A54F4-DB31-4FC5-B748-3F06867349C3}" type="slidenum">
              <a:rPr/>
              <a:pPr/>
              <a:t>‹#›</a:t>
            </a:fld>
            <a:endParaRPr/>
          </a:p>
        </p:txBody>
      </p:sp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C7104F46-245D-486A-B90A-2D0951EDC204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4229098" y="1447800"/>
            <a:ext cx="7581900" cy="4636008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t>Click to add text or choose an icon below to insert other content</a:t>
            </a:r>
          </a:p>
          <a:p>
            <a:pPr lvl="1"/>
            <a:r>
              <a:t>Second level</a:t>
            </a:r>
          </a:p>
          <a:p>
            <a:pPr lvl="2"/>
            <a:r>
              <a:t>Third level</a:t>
            </a:r>
          </a:p>
          <a:p>
            <a:pPr lvl="3"/>
            <a:r>
              <a:t>Fourth level</a:t>
            </a:r>
          </a:p>
          <a:p>
            <a:pPr lvl="4"/>
            <a:r>
              <a:t>Fifth level</a:t>
            </a:r>
          </a:p>
        </p:txBody>
      </p:sp>
      <p:sp>
        <p:nvSpPr>
          <p:cNvPr id="8" name="Text Placeholder 53">
            <a:extLst>
              <a:ext uri="{FF2B5EF4-FFF2-40B4-BE49-F238E27FC236}">
                <a16:creationId xmlns:a16="http://schemas.microsoft.com/office/drawing/2014/main" id="{EF7030FC-3432-442B-80CB-FA420E440CA9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229100" y="731530"/>
            <a:ext cx="7581898" cy="365739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1pPr>
            <a:lvl2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2pPr>
            <a:lvl3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3pPr>
            <a:lvl4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4pPr>
            <a:lvl5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5pPr>
            <a:lvl6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6pPr>
            <a:lvl7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7pPr>
            <a:lvl8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8pPr>
            <a:lvl9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9pPr>
          </a:lstStyle>
          <a:p>
            <a:pPr lvl="0"/>
            <a:r>
              <a:t>Click to add subtitle</a:t>
            </a:r>
          </a:p>
        </p:txBody>
      </p:sp>
      <p:sp>
        <p:nvSpPr>
          <p:cNvPr id="16" name="Picture Placeholder 15">
            <a:extLst>
              <a:ext uri="{FF2B5EF4-FFF2-40B4-BE49-F238E27FC236}">
                <a16:creationId xmlns:a16="http://schemas.microsoft.com/office/drawing/2014/main" id="{5D6B7F4B-2B1B-4CC9-B4BE-A27597837E20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905996" y="1"/>
            <a:ext cx="2797176" cy="1905875"/>
          </a:xfrm>
          <a:custGeom>
            <a:avLst/>
            <a:gdLst>
              <a:gd name="connsiteX0" fmla="*/ 126450 w 2797176"/>
              <a:gd name="connsiteY0" fmla="*/ 0 h 1905875"/>
              <a:gd name="connsiteX1" fmla="*/ 2684933 w 2797176"/>
              <a:gd name="connsiteY1" fmla="*/ 0 h 1905875"/>
              <a:gd name="connsiteX2" fmla="*/ 2717681 w 2797176"/>
              <a:gd name="connsiteY2" fmla="*/ 86895 h 1905875"/>
              <a:gd name="connsiteX3" fmla="*/ 2791756 w 2797176"/>
              <a:gd name="connsiteY3" fmla="*/ 714556 h 1905875"/>
              <a:gd name="connsiteX4" fmla="*/ 1000720 w 2797176"/>
              <a:gd name="connsiteY4" fmla="*/ 1870727 h 1905875"/>
              <a:gd name="connsiteX5" fmla="*/ 35517 w 2797176"/>
              <a:gd name="connsiteY5" fmla="*/ 286156 h 1905875"/>
              <a:gd name="connsiteX6" fmla="*/ 119533 w 2797176"/>
              <a:gd name="connsiteY6" fmla="*/ 13646 h 19058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797176" h="1905875">
                <a:moveTo>
                  <a:pt x="126450" y="0"/>
                </a:moveTo>
                <a:lnTo>
                  <a:pt x="2684933" y="0"/>
                </a:lnTo>
                <a:lnTo>
                  <a:pt x="2717681" y="86895"/>
                </a:lnTo>
                <a:cubicBezTo>
                  <a:pt x="2783390" y="285509"/>
                  <a:pt x="2809500" y="500033"/>
                  <a:pt x="2791756" y="714556"/>
                </a:cubicBezTo>
                <a:cubicBezTo>
                  <a:pt x="2704013" y="1855245"/>
                  <a:pt x="1372347" y="1989443"/>
                  <a:pt x="1000720" y="1870727"/>
                </a:cubicBezTo>
                <a:cubicBezTo>
                  <a:pt x="-57390" y="1530069"/>
                  <a:pt x="-52226" y="776494"/>
                  <a:pt x="35517" y="286156"/>
                </a:cubicBezTo>
                <a:cubicBezTo>
                  <a:pt x="52937" y="191314"/>
                  <a:pt x="81487" y="100181"/>
                  <a:pt x="119533" y="13646"/>
                </a:cubicBezTo>
                <a:close/>
              </a:path>
            </a:pathLst>
          </a:custGeom>
          <a:solidFill>
            <a:srgbClr val="D9D9D9"/>
          </a:solidFill>
        </p:spPr>
        <p:txBody>
          <a:bodyPr wrap="square" tIns="365760">
            <a:noAutofit/>
          </a:bodyPr>
          <a:lstStyle>
            <a:lvl1pPr marL="0" marR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tx1"/>
              </a:buClr>
              <a:buSzTx/>
              <a:buFont typeface="Arial" panose="020B0604020202020204" pitchFamily="34" charset="0"/>
              <a:buNone/>
              <a:tabLst/>
              <a:defRPr sz="1400"/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1200"/>
              </a:spcBef>
              <a:spcAft>
                <a:spcPts val="0"/>
              </a:spcAft>
              <a:buClr>
                <a:schemeClr val="tx1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t>Click icon to insert picture</a:t>
            </a:r>
            <a:br>
              <a:rPr/>
            </a:br>
            <a:r>
              <a:t>(minimum size 320 x 320 pixels)</a:t>
            </a:r>
          </a:p>
        </p:txBody>
      </p:sp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DF9C56AD-BDF6-4DD3-BCC6-F6A6E7ADA300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905996" y="2082136"/>
            <a:ext cx="2797176" cy="2761803"/>
          </a:xfrm>
          <a:custGeom>
            <a:avLst/>
            <a:gdLst>
              <a:gd name="connsiteX0" fmla="*/ 1477210 w 2797176"/>
              <a:gd name="connsiteY0" fmla="*/ 25 h 2761803"/>
              <a:gd name="connsiteX1" fmla="*/ 1754298 w 2797176"/>
              <a:gd name="connsiteY1" fmla="*/ 32364 h 2761803"/>
              <a:gd name="connsiteX2" fmla="*/ 2791756 w 2797176"/>
              <a:gd name="connsiteY2" fmla="*/ 1570484 h 2761803"/>
              <a:gd name="connsiteX3" fmla="*/ 1000720 w 2797176"/>
              <a:gd name="connsiteY3" fmla="*/ 2726655 h 2761803"/>
              <a:gd name="connsiteX4" fmla="*/ 35517 w 2797176"/>
              <a:gd name="connsiteY4" fmla="*/ 1142084 h 2761803"/>
              <a:gd name="connsiteX5" fmla="*/ 1477210 w 2797176"/>
              <a:gd name="connsiteY5" fmla="*/ 25 h 27618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97176" h="2761803">
                <a:moveTo>
                  <a:pt x="1477210" y="25"/>
                </a:moveTo>
                <a:cubicBezTo>
                  <a:pt x="1570419" y="589"/>
                  <a:pt x="1663326" y="11073"/>
                  <a:pt x="1754298" y="32364"/>
                </a:cubicBezTo>
                <a:cubicBezTo>
                  <a:pt x="2456262" y="197531"/>
                  <a:pt x="2848535" y="884010"/>
                  <a:pt x="2791756" y="1570484"/>
                </a:cubicBezTo>
                <a:cubicBezTo>
                  <a:pt x="2704013" y="2711173"/>
                  <a:pt x="1372347" y="2845371"/>
                  <a:pt x="1000720" y="2726655"/>
                </a:cubicBezTo>
                <a:cubicBezTo>
                  <a:pt x="-57390" y="2385997"/>
                  <a:pt x="-52226" y="1632422"/>
                  <a:pt x="35517" y="1142084"/>
                </a:cubicBezTo>
                <a:cubicBezTo>
                  <a:pt x="157460" y="478187"/>
                  <a:pt x="824743" y="-3925"/>
                  <a:pt x="1477210" y="25"/>
                </a:cubicBezTo>
                <a:close/>
              </a:path>
            </a:pathLst>
          </a:custGeom>
          <a:solidFill>
            <a:srgbClr val="D9D9D9"/>
          </a:solidFill>
        </p:spPr>
        <p:txBody>
          <a:bodyPr wrap="square" tIns="731520">
            <a:noAutofit/>
          </a:bodyPr>
          <a:lstStyle>
            <a:lvl1pPr marL="0" marR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tx1"/>
              </a:buClr>
              <a:buSzTx/>
              <a:buFont typeface="Arial" panose="020B0604020202020204" pitchFamily="34" charset="0"/>
              <a:buNone/>
              <a:tabLst/>
              <a:defRPr sz="1400"/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1200"/>
              </a:spcBef>
              <a:spcAft>
                <a:spcPts val="0"/>
              </a:spcAft>
              <a:buClr>
                <a:schemeClr val="tx1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t>Click icon to insert picture</a:t>
            </a:r>
            <a:br>
              <a:rPr/>
            </a:br>
            <a:r>
              <a:t>(minimum size 320 x 320 pixels)</a:t>
            </a:r>
          </a:p>
        </p:txBody>
      </p:sp>
      <p:grpSp>
        <p:nvGrpSpPr>
          <p:cNvPr id="61" name="Group 60">
            <a:extLst>
              <a:ext uri="{FF2B5EF4-FFF2-40B4-BE49-F238E27FC236}">
                <a16:creationId xmlns:a16="http://schemas.microsoft.com/office/drawing/2014/main" id="{8496B66A-C9C8-4EFF-BA75-71E32A9E0DBD}"/>
              </a:ext>
            </a:extLst>
          </p:cNvPr>
          <p:cNvGrpSpPr/>
          <p:nvPr userDrawn="1"/>
        </p:nvGrpSpPr>
        <p:grpSpPr>
          <a:xfrm>
            <a:off x="9592777" y="6126470"/>
            <a:ext cx="2217276" cy="638739"/>
            <a:chOff x="7052978" y="5240354"/>
            <a:chExt cx="4681822" cy="1348711"/>
          </a:xfrm>
        </p:grpSpPr>
        <p:grpSp>
          <p:nvGrpSpPr>
            <p:cNvPr id="62" name="Group 61">
              <a:extLst>
                <a:ext uri="{FF2B5EF4-FFF2-40B4-BE49-F238E27FC236}">
                  <a16:creationId xmlns:a16="http://schemas.microsoft.com/office/drawing/2014/main" id="{CCD5E401-67B4-47E0-B85E-0A46F838C84E}"/>
                </a:ext>
              </a:extLst>
            </p:cNvPr>
            <p:cNvGrpSpPr/>
            <p:nvPr userDrawn="1"/>
          </p:nvGrpSpPr>
          <p:grpSpPr>
            <a:xfrm>
              <a:off x="9162579" y="5240354"/>
              <a:ext cx="2572221" cy="1348711"/>
              <a:chOff x="9162579" y="5240354"/>
              <a:chExt cx="2572221" cy="1348711"/>
            </a:xfrm>
          </p:grpSpPr>
          <p:grpSp>
            <p:nvGrpSpPr>
              <p:cNvPr id="64" name="Group 63">
                <a:extLst>
                  <a:ext uri="{FF2B5EF4-FFF2-40B4-BE49-F238E27FC236}">
                    <a16:creationId xmlns:a16="http://schemas.microsoft.com/office/drawing/2014/main" id="{1CAFC49E-9DF3-4D79-92B5-26E2DD3720F2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9448800" y="5543531"/>
                <a:ext cx="2286000" cy="880288"/>
                <a:chOff x="2078951" y="1888610"/>
                <a:chExt cx="8030200" cy="3092248"/>
              </a:xfrm>
              <a:solidFill>
                <a:srgbClr val="4F2170"/>
              </a:solidFill>
            </p:grpSpPr>
            <p:sp>
              <p:nvSpPr>
                <p:cNvPr id="66" name="Freeform: Shape 65">
                  <a:extLst>
                    <a:ext uri="{FF2B5EF4-FFF2-40B4-BE49-F238E27FC236}">
                      <a16:creationId xmlns:a16="http://schemas.microsoft.com/office/drawing/2014/main" id="{B7625452-BE51-4758-9E91-5C88A6291AB3}"/>
                    </a:ext>
                  </a:extLst>
                </p:cNvPr>
                <p:cNvSpPr/>
                <p:nvPr/>
              </p:nvSpPr>
              <p:spPr>
                <a:xfrm>
                  <a:off x="2078951" y="2872694"/>
                  <a:ext cx="951880" cy="652717"/>
                </a:xfrm>
                <a:custGeom>
                  <a:avLst/>
                  <a:gdLst>
                    <a:gd name="connsiteX0" fmla="*/ 903041 w 951880"/>
                    <a:gd name="connsiteY0" fmla="*/ 330574 h 652717"/>
                    <a:gd name="connsiteX1" fmla="*/ 780656 w 951880"/>
                    <a:gd name="connsiteY1" fmla="*/ 379528 h 652717"/>
                    <a:gd name="connsiteX2" fmla="*/ 598439 w 951880"/>
                    <a:gd name="connsiteY2" fmla="*/ 311537 h 652717"/>
                    <a:gd name="connsiteX3" fmla="*/ 505970 w 951880"/>
                    <a:gd name="connsiteY3" fmla="*/ 164675 h 652717"/>
                    <a:gd name="connsiteX4" fmla="*/ 266640 w 951880"/>
                    <a:gd name="connsiteY4" fmla="*/ 61329 h 652717"/>
                    <a:gd name="connsiteX5" fmla="*/ 103461 w 951880"/>
                    <a:gd name="connsiteY5" fmla="*/ 458398 h 652717"/>
                    <a:gd name="connsiteX6" fmla="*/ 756179 w 951880"/>
                    <a:gd name="connsiteY6" fmla="*/ 485595 h 652717"/>
                    <a:gd name="connsiteX7" fmla="*/ 903041 w 951880"/>
                    <a:gd name="connsiteY7" fmla="*/ 330574 h 652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951880" h="652717">
                      <a:moveTo>
                        <a:pt x="903041" y="330574"/>
                      </a:moveTo>
                      <a:cubicBezTo>
                        <a:pt x="867685" y="363210"/>
                        <a:pt x="813292" y="374089"/>
                        <a:pt x="780656" y="379528"/>
                      </a:cubicBezTo>
                      <a:cubicBezTo>
                        <a:pt x="712664" y="387687"/>
                        <a:pt x="641953" y="365930"/>
                        <a:pt x="598439" y="311537"/>
                      </a:cubicBezTo>
                      <a:cubicBezTo>
                        <a:pt x="563083" y="268022"/>
                        <a:pt x="544046" y="210910"/>
                        <a:pt x="505970" y="164675"/>
                      </a:cubicBezTo>
                      <a:cubicBezTo>
                        <a:pt x="448858" y="93964"/>
                        <a:pt x="359109" y="45011"/>
                        <a:pt x="266640" y="61329"/>
                      </a:cubicBezTo>
                      <a:cubicBezTo>
                        <a:pt x="81704" y="93964"/>
                        <a:pt x="114" y="308817"/>
                        <a:pt x="103461" y="458398"/>
                      </a:cubicBezTo>
                      <a:cubicBezTo>
                        <a:pt x="253042" y="670531"/>
                        <a:pt x="584840" y="635176"/>
                        <a:pt x="756179" y="485595"/>
                      </a:cubicBezTo>
                      <a:cubicBezTo>
                        <a:pt x="813292" y="442080"/>
                        <a:pt x="862246" y="390407"/>
                        <a:pt x="903041" y="330574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67" name="Freeform: Shape 66">
                  <a:extLst>
                    <a:ext uri="{FF2B5EF4-FFF2-40B4-BE49-F238E27FC236}">
                      <a16:creationId xmlns:a16="http://schemas.microsoft.com/office/drawing/2014/main" id="{5D7E21F1-E337-44F6-B961-D992E07EA083}"/>
                    </a:ext>
                  </a:extLst>
                </p:cNvPr>
                <p:cNvSpPr/>
                <p:nvPr/>
              </p:nvSpPr>
              <p:spPr>
                <a:xfrm>
                  <a:off x="9151831" y="2872694"/>
                  <a:ext cx="951880" cy="652717"/>
                </a:xfrm>
                <a:custGeom>
                  <a:avLst/>
                  <a:gdLst>
                    <a:gd name="connsiteX0" fmla="*/ 58178 w 951880"/>
                    <a:gd name="connsiteY0" fmla="*/ 330574 h 652717"/>
                    <a:gd name="connsiteX1" fmla="*/ 180563 w 951880"/>
                    <a:gd name="connsiteY1" fmla="*/ 379528 h 652717"/>
                    <a:gd name="connsiteX2" fmla="*/ 362780 w 951880"/>
                    <a:gd name="connsiteY2" fmla="*/ 311537 h 652717"/>
                    <a:gd name="connsiteX3" fmla="*/ 455249 w 951880"/>
                    <a:gd name="connsiteY3" fmla="*/ 164675 h 652717"/>
                    <a:gd name="connsiteX4" fmla="*/ 694578 w 951880"/>
                    <a:gd name="connsiteY4" fmla="*/ 61329 h 652717"/>
                    <a:gd name="connsiteX5" fmla="*/ 857758 w 951880"/>
                    <a:gd name="connsiteY5" fmla="*/ 458398 h 652717"/>
                    <a:gd name="connsiteX6" fmla="*/ 205040 w 951880"/>
                    <a:gd name="connsiteY6" fmla="*/ 485595 h 652717"/>
                    <a:gd name="connsiteX7" fmla="*/ 58178 w 951880"/>
                    <a:gd name="connsiteY7" fmla="*/ 330574 h 652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951880" h="652717">
                      <a:moveTo>
                        <a:pt x="58178" y="330574"/>
                      </a:moveTo>
                      <a:cubicBezTo>
                        <a:pt x="96253" y="363210"/>
                        <a:pt x="147927" y="374089"/>
                        <a:pt x="180563" y="379528"/>
                      </a:cubicBezTo>
                      <a:cubicBezTo>
                        <a:pt x="248554" y="387687"/>
                        <a:pt x="319266" y="365930"/>
                        <a:pt x="362780" y="311537"/>
                      </a:cubicBezTo>
                      <a:cubicBezTo>
                        <a:pt x="398136" y="268022"/>
                        <a:pt x="417174" y="210910"/>
                        <a:pt x="455249" y="164675"/>
                      </a:cubicBezTo>
                      <a:cubicBezTo>
                        <a:pt x="512362" y="93964"/>
                        <a:pt x="602110" y="45011"/>
                        <a:pt x="694578" y="61329"/>
                      </a:cubicBezTo>
                      <a:cubicBezTo>
                        <a:pt x="879515" y="93964"/>
                        <a:pt x="961105" y="308817"/>
                        <a:pt x="857758" y="458398"/>
                      </a:cubicBezTo>
                      <a:cubicBezTo>
                        <a:pt x="708176" y="670531"/>
                        <a:pt x="376379" y="635176"/>
                        <a:pt x="205040" y="485595"/>
                      </a:cubicBezTo>
                      <a:cubicBezTo>
                        <a:pt x="150646" y="442080"/>
                        <a:pt x="101693" y="390407"/>
                        <a:pt x="58178" y="330574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68" name="Freeform: Shape 67">
                  <a:extLst>
                    <a:ext uri="{FF2B5EF4-FFF2-40B4-BE49-F238E27FC236}">
                      <a16:creationId xmlns:a16="http://schemas.microsoft.com/office/drawing/2014/main" id="{FB76E689-2E5D-4244-8711-DCC06213E627}"/>
                    </a:ext>
                  </a:extLst>
                </p:cNvPr>
                <p:cNvSpPr/>
                <p:nvPr/>
              </p:nvSpPr>
              <p:spPr>
                <a:xfrm>
                  <a:off x="8001294" y="2010994"/>
                  <a:ext cx="734308" cy="299162"/>
                </a:xfrm>
                <a:custGeom>
                  <a:avLst/>
                  <a:gdLst>
                    <a:gd name="connsiteX0" fmla="*/ 596792 w 734307"/>
                    <a:gd name="connsiteY0" fmla="*/ 58178 h 299162"/>
                    <a:gd name="connsiteX1" fmla="*/ 148048 w 734307"/>
                    <a:gd name="connsiteY1" fmla="*/ 58178 h 299162"/>
                    <a:gd name="connsiteX2" fmla="*/ 58299 w 734307"/>
                    <a:gd name="connsiteY2" fmla="*/ 150646 h 299162"/>
                    <a:gd name="connsiteX3" fmla="*/ 148048 w 734307"/>
                    <a:gd name="connsiteY3" fmla="*/ 251274 h 299162"/>
                    <a:gd name="connsiteX4" fmla="*/ 596792 w 734307"/>
                    <a:gd name="connsiteY4" fmla="*/ 251274 h 299162"/>
                    <a:gd name="connsiteX5" fmla="*/ 686541 w 734307"/>
                    <a:gd name="connsiteY5" fmla="*/ 158805 h 299162"/>
                    <a:gd name="connsiteX6" fmla="*/ 596792 w 734307"/>
                    <a:gd name="connsiteY6" fmla="*/ 58178 h 2991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34307" h="299162">
                      <a:moveTo>
                        <a:pt x="596792" y="58178"/>
                      </a:moveTo>
                      <a:cubicBezTo>
                        <a:pt x="591353" y="58178"/>
                        <a:pt x="153487" y="58178"/>
                        <a:pt x="148048" y="58178"/>
                      </a:cubicBezTo>
                      <a:cubicBezTo>
                        <a:pt x="99094" y="60898"/>
                        <a:pt x="61019" y="104412"/>
                        <a:pt x="58299" y="150646"/>
                      </a:cubicBezTo>
                      <a:cubicBezTo>
                        <a:pt x="55580" y="199600"/>
                        <a:pt x="99094" y="248554"/>
                        <a:pt x="148048" y="251274"/>
                      </a:cubicBezTo>
                      <a:cubicBezTo>
                        <a:pt x="153487" y="251274"/>
                        <a:pt x="591353" y="251274"/>
                        <a:pt x="596792" y="251274"/>
                      </a:cubicBezTo>
                      <a:cubicBezTo>
                        <a:pt x="645746" y="248554"/>
                        <a:pt x="683821" y="205040"/>
                        <a:pt x="686541" y="158805"/>
                      </a:cubicBezTo>
                      <a:cubicBezTo>
                        <a:pt x="689260" y="109852"/>
                        <a:pt x="648465" y="60898"/>
                        <a:pt x="596792" y="58178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69" name="Freeform: Shape 68">
                  <a:extLst>
                    <a:ext uri="{FF2B5EF4-FFF2-40B4-BE49-F238E27FC236}">
                      <a16:creationId xmlns:a16="http://schemas.microsoft.com/office/drawing/2014/main" id="{BB4C2D0A-82BF-4601-91FA-991E47C14DD5}"/>
                    </a:ext>
                  </a:extLst>
                </p:cNvPr>
                <p:cNvSpPr/>
                <p:nvPr/>
              </p:nvSpPr>
              <p:spPr>
                <a:xfrm>
                  <a:off x="4920042" y="2277520"/>
                  <a:ext cx="1006274" cy="951879"/>
                </a:xfrm>
                <a:custGeom>
                  <a:avLst/>
                  <a:gdLst>
                    <a:gd name="connsiteX0" fmla="*/ 884954 w 1006273"/>
                    <a:gd name="connsiteY0" fmla="*/ 746251 h 951879"/>
                    <a:gd name="connsiteX1" fmla="*/ 874076 w 1006273"/>
                    <a:gd name="connsiteY1" fmla="*/ 670101 h 951879"/>
                    <a:gd name="connsiteX2" fmla="*/ 874076 w 1006273"/>
                    <a:gd name="connsiteY2" fmla="*/ 536837 h 951879"/>
                    <a:gd name="connsiteX3" fmla="*/ 689139 w 1006273"/>
                    <a:gd name="connsiteY3" fmla="*/ 88094 h 951879"/>
                    <a:gd name="connsiteX4" fmla="*/ 428052 w 1006273"/>
                    <a:gd name="connsiteY4" fmla="*/ 253993 h 951879"/>
                    <a:gd name="connsiteX5" fmla="*/ 196881 w 1006273"/>
                    <a:gd name="connsiteY5" fmla="*/ 58178 h 951879"/>
                    <a:gd name="connsiteX6" fmla="*/ 58178 w 1006273"/>
                    <a:gd name="connsiteY6" fmla="*/ 128889 h 951879"/>
                    <a:gd name="connsiteX7" fmla="*/ 142488 w 1006273"/>
                    <a:gd name="connsiteY7" fmla="*/ 273031 h 951879"/>
                    <a:gd name="connsiteX8" fmla="*/ 142488 w 1006273"/>
                    <a:gd name="connsiteY8" fmla="*/ 757130 h 951879"/>
                    <a:gd name="connsiteX9" fmla="*/ 283910 w 1006273"/>
                    <a:gd name="connsiteY9" fmla="*/ 895832 h 951879"/>
                    <a:gd name="connsiteX10" fmla="*/ 428052 w 1006273"/>
                    <a:gd name="connsiteY10" fmla="*/ 757130 h 951879"/>
                    <a:gd name="connsiteX11" fmla="*/ 428052 w 1006273"/>
                    <a:gd name="connsiteY11" fmla="*/ 400855 h 951879"/>
                    <a:gd name="connsiteX12" fmla="*/ 523240 w 1006273"/>
                    <a:gd name="connsiteY12" fmla="*/ 283910 h 951879"/>
                    <a:gd name="connsiteX13" fmla="*/ 591231 w 1006273"/>
                    <a:gd name="connsiteY13" fmla="*/ 354621 h 951879"/>
                    <a:gd name="connsiteX14" fmla="*/ 591231 w 1006273"/>
                    <a:gd name="connsiteY14" fmla="*/ 697297 h 951879"/>
                    <a:gd name="connsiteX15" fmla="*/ 593951 w 1006273"/>
                    <a:gd name="connsiteY15" fmla="*/ 729933 h 951879"/>
                    <a:gd name="connsiteX16" fmla="*/ 610269 w 1006273"/>
                    <a:gd name="connsiteY16" fmla="*/ 778887 h 951879"/>
                    <a:gd name="connsiteX17" fmla="*/ 822402 w 1006273"/>
                    <a:gd name="connsiteY17" fmla="*/ 893112 h 951879"/>
                    <a:gd name="connsiteX18" fmla="*/ 961105 w 1006273"/>
                    <a:gd name="connsiteY18" fmla="*/ 822401 h 951879"/>
                    <a:gd name="connsiteX19" fmla="*/ 884954 w 1006273"/>
                    <a:gd name="connsiteY19" fmla="*/ 746251 h 9518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006273" h="951879">
                      <a:moveTo>
                        <a:pt x="884954" y="746251"/>
                      </a:moveTo>
                      <a:cubicBezTo>
                        <a:pt x="879515" y="721774"/>
                        <a:pt x="876795" y="694578"/>
                        <a:pt x="874076" y="670101"/>
                      </a:cubicBezTo>
                      <a:cubicBezTo>
                        <a:pt x="874076" y="634745"/>
                        <a:pt x="874076" y="583072"/>
                        <a:pt x="874076" y="536837"/>
                      </a:cubicBezTo>
                      <a:cubicBezTo>
                        <a:pt x="879515" y="373658"/>
                        <a:pt x="909431" y="88094"/>
                        <a:pt x="689139" y="88094"/>
                      </a:cubicBezTo>
                      <a:cubicBezTo>
                        <a:pt x="539558" y="88094"/>
                        <a:pt x="452529" y="213199"/>
                        <a:pt x="428052" y="253993"/>
                      </a:cubicBezTo>
                      <a:cubicBezTo>
                        <a:pt x="425332" y="139768"/>
                        <a:pt x="335583" y="58178"/>
                        <a:pt x="196881" y="58178"/>
                      </a:cubicBezTo>
                      <a:cubicBezTo>
                        <a:pt x="109852" y="58178"/>
                        <a:pt x="58178" y="128889"/>
                        <a:pt x="58178" y="128889"/>
                      </a:cubicBezTo>
                      <a:cubicBezTo>
                        <a:pt x="58178" y="128889"/>
                        <a:pt x="142488" y="158805"/>
                        <a:pt x="142488" y="273031"/>
                      </a:cubicBezTo>
                      <a:cubicBezTo>
                        <a:pt x="142488" y="354621"/>
                        <a:pt x="142488" y="757130"/>
                        <a:pt x="142488" y="757130"/>
                      </a:cubicBezTo>
                      <a:cubicBezTo>
                        <a:pt x="145207" y="827841"/>
                        <a:pt x="194161" y="895832"/>
                        <a:pt x="283910" y="895832"/>
                      </a:cubicBezTo>
                      <a:cubicBezTo>
                        <a:pt x="373659" y="895832"/>
                        <a:pt x="428052" y="827841"/>
                        <a:pt x="428052" y="757130"/>
                      </a:cubicBezTo>
                      <a:lnTo>
                        <a:pt x="428052" y="400855"/>
                      </a:lnTo>
                      <a:cubicBezTo>
                        <a:pt x="441650" y="343742"/>
                        <a:pt x="474286" y="283910"/>
                        <a:pt x="523240" y="283910"/>
                      </a:cubicBezTo>
                      <a:cubicBezTo>
                        <a:pt x="585792" y="283910"/>
                        <a:pt x="591231" y="354621"/>
                        <a:pt x="591231" y="354621"/>
                      </a:cubicBezTo>
                      <a:lnTo>
                        <a:pt x="591231" y="697297"/>
                      </a:lnTo>
                      <a:cubicBezTo>
                        <a:pt x="591231" y="708176"/>
                        <a:pt x="593951" y="719054"/>
                        <a:pt x="593951" y="729933"/>
                      </a:cubicBezTo>
                      <a:cubicBezTo>
                        <a:pt x="596671" y="748971"/>
                        <a:pt x="602110" y="765289"/>
                        <a:pt x="610269" y="778887"/>
                      </a:cubicBezTo>
                      <a:cubicBezTo>
                        <a:pt x="645624" y="846878"/>
                        <a:pt x="719055" y="893112"/>
                        <a:pt x="822402" y="893112"/>
                      </a:cubicBezTo>
                      <a:cubicBezTo>
                        <a:pt x="909431" y="893112"/>
                        <a:pt x="961105" y="822401"/>
                        <a:pt x="961105" y="822401"/>
                      </a:cubicBezTo>
                      <a:cubicBezTo>
                        <a:pt x="961105" y="822401"/>
                        <a:pt x="909431" y="808803"/>
                        <a:pt x="884954" y="746251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70" name="Freeform: Shape 69">
                  <a:extLst>
                    <a:ext uri="{FF2B5EF4-FFF2-40B4-BE49-F238E27FC236}">
                      <a16:creationId xmlns:a16="http://schemas.microsoft.com/office/drawing/2014/main" id="{5894CCA0-1FF5-4499-B846-32A1D7EBC1E4}"/>
                    </a:ext>
                  </a:extLst>
                </p:cNvPr>
                <p:cNvSpPr/>
                <p:nvPr/>
              </p:nvSpPr>
              <p:spPr>
                <a:xfrm>
                  <a:off x="7552331" y="1888610"/>
                  <a:ext cx="489539" cy="1332631"/>
                </a:xfrm>
                <a:custGeom>
                  <a:avLst/>
                  <a:gdLst>
                    <a:gd name="connsiteX0" fmla="*/ 368560 w 489538"/>
                    <a:gd name="connsiteY0" fmla="*/ 1135162 h 1332630"/>
                    <a:gd name="connsiteX1" fmla="*/ 357681 w 489538"/>
                    <a:gd name="connsiteY1" fmla="*/ 1059011 h 1332630"/>
                    <a:gd name="connsiteX2" fmla="*/ 357681 w 489538"/>
                    <a:gd name="connsiteY2" fmla="*/ 207759 h 1332630"/>
                    <a:gd name="connsiteX3" fmla="*/ 208099 w 489538"/>
                    <a:gd name="connsiteY3" fmla="*/ 58178 h 1332630"/>
                    <a:gd name="connsiteX4" fmla="*/ 58518 w 489538"/>
                    <a:gd name="connsiteY4" fmla="*/ 207759 h 1332630"/>
                    <a:gd name="connsiteX5" fmla="*/ 58518 w 489538"/>
                    <a:gd name="connsiteY5" fmla="*/ 961104 h 1332630"/>
                    <a:gd name="connsiteX6" fmla="*/ 85715 w 489538"/>
                    <a:gd name="connsiteY6" fmla="*/ 1159639 h 1332630"/>
                    <a:gd name="connsiteX7" fmla="*/ 306007 w 489538"/>
                    <a:gd name="connsiteY7" fmla="*/ 1282023 h 1332630"/>
                    <a:gd name="connsiteX8" fmla="*/ 444710 w 489538"/>
                    <a:gd name="connsiteY8" fmla="*/ 1211312 h 1332630"/>
                    <a:gd name="connsiteX9" fmla="*/ 368560 w 489538"/>
                    <a:gd name="connsiteY9" fmla="*/ 1135162 h 13326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89538" h="1332630">
                      <a:moveTo>
                        <a:pt x="368560" y="1135162"/>
                      </a:moveTo>
                      <a:cubicBezTo>
                        <a:pt x="363120" y="1110685"/>
                        <a:pt x="357681" y="1083488"/>
                        <a:pt x="357681" y="1059011"/>
                      </a:cubicBezTo>
                      <a:lnTo>
                        <a:pt x="357681" y="207759"/>
                      </a:lnTo>
                      <a:cubicBezTo>
                        <a:pt x="357681" y="126170"/>
                        <a:pt x="289689" y="58178"/>
                        <a:pt x="208099" y="58178"/>
                      </a:cubicBezTo>
                      <a:cubicBezTo>
                        <a:pt x="126510" y="58178"/>
                        <a:pt x="58518" y="126170"/>
                        <a:pt x="58518" y="207759"/>
                      </a:cubicBezTo>
                      <a:lnTo>
                        <a:pt x="58518" y="961104"/>
                      </a:lnTo>
                      <a:cubicBezTo>
                        <a:pt x="58518" y="1029095"/>
                        <a:pt x="53079" y="1097086"/>
                        <a:pt x="85715" y="1159639"/>
                      </a:cubicBezTo>
                      <a:cubicBezTo>
                        <a:pt x="118351" y="1227630"/>
                        <a:pt x="202660" y="1282023"/>
                        <a:pt x="306007" y="1282023"/>
                      </a:cubicBezTo>
                      <a:cubicBezTo>
                        <a:pt x="393036" y="1282023"/>
                        <a:pt x="444710" y="1211312"/>
                        <a:pt x="444710" y="1211312"/>
                      </a:cubicBezTo>
                      <a:cubicBezTo>
                        <a:pt x="444710" y="1211312"/>
                        <a:pt x="393036" y="1197714"/>
                        <a:pt x="368560" y="1135162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71" name="Freeform: Shape 70">
                  <a:extLst>
                    <a:ext uri="{FF2B5EF4-FFF2-40B4-BE49-F238E27FC236}">
                      <a16:creationId xmlns:a16="http://schemas.microsoft.com/office/drawing/2014/main" id="{3F5B005D-F083-4DB8-AB22-7C1987985ED3}"/>
                    </a:ext>
                  </a:extLst>
                </p:cNvPr>
                <p:cNvSpPr/>
                <p:nvPr/>
              </p:nvSpPr>
              <p:spPr>
                <a:xfrm>
                  <a:off x="4162324" y="2357456"/>
                  <a:ext cx="815899" cy="815898"/>
                </a:xfrm>
                <a:custGeom>
                  <a:avLst/>
                  <a:gdLst>
                    <a:gd name="connsiteX0" fmla="*/ 407949 w 815899"/>
                    <a:gd name="connsiteY0" fmla="*/ 174058 h 815898"/>
                    <a:gd name="connsiteX1" fmla="*/ 293723 w 815899"/>
                    <a:gd name="connsiteY1" fmla="*/ 407950 h 815898"/>
                    <a:gd name="connsiteX2" fmla="*/ 410669 w 815899"/>
                    <a:gd name="connsiteY2" fmla="*/ 641840 h 815898"/>
                    <a:gd name="connsiteX3" fmla="*/ 522175 w 815899"/>
                    <a:gd name="connsiteY3" fmla="*/ 407950 h 815898"/>
                    <a:gd name="connsiteX4" fmla="*/ 407949 w 815899"/>
                    <a:gd name="connsiteY4" fmla="*/ 174058 h 815898"/>
                    <a:gd name="connsiteX5" fmla="*/ 407950 w 815899"/>
                    <a:gd name="connsiteY5" fmla="*/ 0 h 815898"/>
                    <a:gd name="connsiteX6" fmla="*/ 815899 w 815899"/>
                    <a:gd name="connsiteY6" fmla="*/ 407949 h 815898"/>
                    <a:gd name="connsiteX7" fmla="*/ 407950 w 815899"/>
                    <a:gd name="connsiteY7" fmla="*/ 815898 h 815898"/>
                    <a:gd name="connsiteX8" fmla="*/ 0 w 815899"/>
                    <a:gd name="connsiteY8" fmla="*/ 407949 h 815898"/>
                    <a:gd name="connsiteX9" fmla="*/ 407950 w 815899"/>
                    <a:gd name="connsiteY9" fmla="*/ 0 h 8158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15899" h="815898">
                      <a:moveTo>
                        <a:pt x="407949" y="174058"/>
                      </a:moveTo>
                      <a:cubicBezTo>
                        <a:pt x="342677" y="174058"/>
                        <a:pt x="293723" y="263807"/>
                        <a:pt x="293723" y="407950"/>
                      </a:cubicBezTo>
                      <a:cubicBezTo>
                        <a:pt x="293723" y="552091"/>
                        <a:pt x="331799" y="639120"/>
                        <a:pt x="410669" y="641840"/>
                      </a:cubicBezTo>
                      <a:cubicBezTo>
                        <a:pt x="489539" y="641840"/>
                        <a:pt x="527614" y="552091"/>
                        <a:pt x="522175" y="407950"/>
                      </a:cubicBezTo>
                      <a:cubicBezTo>
                        <a:pt x="522175" y="263807"/>
                        <a:pt x="473221" y="176778"/>
                        <a:pt x="407949" y="174058"/>
                      </a:cubicBezTo>
                      <a:close/>
                      <a:moveTo>
                        <a:pt x="407950" y="0"/>
                      </a:moveTo>
                      <a:cubicBezTo>
                        <a:pt x="633682" y="0"/>
                        <a:pt x="815899" y="182217"/>
                        <a:pt x="815899" y="407949"/>
                      </a:cubicBezTo>
                      <a:cubicBezTo>
                        <a:pt x="815899" y="633681"/>
                        <a:pt x="633682" y="815898"/>
                        <a:pt x="407950" y="815898"/>
                      </a:cubicBezTo>
                      <a:cubicBezTo>
                        <a:pt x="182218" y="815898"/>
                        <a:pt x="0" y="633681"/>
                        <a:pt x="0" y="407949"/>
                      </a:cubicBezTo>
                      <a:cubicBezTo>
                        <a:pt x="0" y="182217"/>
                        <a:pt x="182218" y="0"/>
                        <a:pt x="407950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72" name="Freeform: Shape 71">
                  <a:extLst>
                    <a:ext uri="{FF2B5EF4-FFF2-40B4-BE49-F238E27FC236}">
                      <a16:creationId xmlns:a16="http://schemas.microsoft.com/office/drawing/2014/main" id="{70DDFB2B-3E14-4CFF-96FF-06C13EB9D8AD}"/>
                    </a:ext>
                  </a:extLst>
                </p:cNvPr>
                <p:cNvSpPr/>
                <p:nvPr/>
              </p:nvSpPr>
              <p:spPr>
                <a:xfrm>
                  <a:off x="5884871" y="1946788"/>
                  <a:ext cx="912802" cy="1223846"/>
                </a:xfrm>
                <a:custGeom>
                  <a:avLst/>
                  <a:gdLst>
                    <a:gd name="connsiteX0" fmla="*/ 387907 w 912802"/>
                    <a:gd name="connsiteY0" fmla="*/ 620081 h 1223846"/>
                    <a:gd name="connsiteX1" fmla="*/ 273681 w 912802"/>
                    <a:gd name="connsiteY1" fmla="*/ 824055 h 1223846"/>
                    <a:gd name="connsiteX2" fmla="*/ 390627 w 912802"/>
                    <a:gd name="connsiteY2" fmla="*/ 1028029 h 1223846"/>
                    <a:gd name="connsiteX3" fmla="*/ 502132 w 912802"/>
                    <a:gd name="connsiteY3" fmla="*/ 824055 h 1223846"/>
                    <a:gd name="connsiteX4" fmla="*/ 387907 w 912802"/>
                    <a:gd name="connsiteY4" fmla="*/ 620081 h 1223846"/>
                    <a:gd name="connsiteX5" fmla="*/ 676192 w 912802"/>
                    <a:gd name="connsiteY5" fmla="*/ 0 h 1223846"/>
                    <a:gd name="connsiteX6" fmla="*/ 825773 w 912802"/>
                    <a:gd name="connsiteY6" fmla="*/ 149581 h 1223846"/>
                    <a:gd name="connsiteX7" fmla="*/ 825773 w 912802"/>
                    <a:gd name="connsiteY7" fmla="*/ 1000834 h 1223846"/>
                    <a:gd name="connsiteX8" fmla="*/ 836651 w 912802"/>
                    <a:gd name="connsiteY8" fmla="*/ 1076985 h 1223846"/>
                    <a:gd name="connsiteX9" fmla="*/ 912802 w 912802"/>
                    <a:gd name="connsiteY9" fmla="*/ 1150415 h 1223846"/>
                    <a:gd name="connsiteX10" fmla="*/ 774099 w 912802"/>
                    <a:gd name="connsiteY10" fmla="*/ 1221126 h 1223846"/>
                    <a:gd name="connsiteX11" fmla="*/ 553807 w 912802"/>
                    <a:gd name="connsiteY11" fmla="*/ 1098742 h 1223846"/>
                    <a:gd name="connsiteX12" fmla="*/ 548367 w 912802"/>
                    <a:gd name="connsiteY12" fmla="*/ 1085144 h 1223846"/>
                    <a:gd name="connsiteX13" fmla="*/ 398786 w 912802"/>
                    <a:gd name="connsiteY13" fmla="*/ 1212967 h 1223846"/>
                    <a:gd name="connsiteX14" fmla="*/ 156736 w 912802"/>
                    <a:gd name="connsiteY14" fmla="*/ 1180332 h 1223846"/>
                    <a:gd name="connsiteX15" fmla="*/ 287280 w 912802"/>
                    <a:gd name="connsiteY15" fmla="*/ 416107 h 1223846"/>
                    <a:gd name="connsiteX16" fmla="*/ 526611 w 912802"/>
                    <a:gd name="connsiteY16" fmla="*/ 552091 h 1223846"/>
                    <a:gd name="connsiteX17" fmla="*/ 526611 w 912802"/>
                    <a:gd name="connsiteY17" fmla="*/ 149581 h 1223846"/>
                    <a:gd name="connsiteX18" fmla="*/ 676192 w 912802"/>
                    <a:gd name="connsiteY18" fmla="*/ 0 h 12238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912802" h="1223846">
                      <a:moveTo>
                        <a:pt x="387907" y="620081"/>
                      </a:moveTo>
                      <a:cubicBezTo>
                        <a:pt x="322635" y="620081"/>
                        <a:pt x="273681" y="698951"/>
                        <a:pt x="273681" y="824055"/>
                      </a:cubicBezTo>
                      <a:cubicBezTo>
                        <a:pt x="273681" y="949160"/>
                        <a:pt x="311756" y="1028029"/>
                        <a:pt x="390627" y="1028029"/>
                      </a:cubicBezTo>
                      <a:cubicBezTo>
                        <a:pt x="466777" y="1025310"/>
                        <a:pt x="504852" y="949160"/>
                        <a:pt x="502132" y="824055"/>
                      </a:cubicBezTo>
                      <a:cubicBezTo>
                        <a:pt x="502132" y="698951"/>
                        <a:pt x="455898" y="622801"/>
                        <a:pt x="387907" y="620081"/>
                      </a:cubicBezTo>
                      <a:close/>
                      <a:moveTo>
                        <a:pt x="676192" y="0"/>
                      </a:moveTo>
                      <a:cubicBezTo>
                        <a:pt x="757781" y="0"/>
                        <a:pt x="825773" y="67992"/>
                        <a:pt x="825773" y="149581"/>
                      </a:cubicBezTo>
                      <a:lnTo>
                        <a:pt x="825773" y="1000834"/>
                      </a:lnTo>
                      <a:cubicBezTo>
                        <a:pt x="828492" y="1025311"/>
                        <a:pt x="831212" y="1052508"/>
                        <a:pt x="836651" y="1076985"/>
                      </a:cubicBezTo>
                      <a:cubicBezTo>
                        <a:pt x="861128" y="1139537"/>
                        <a:pt x="912802" y="1150415"/>
                        <a:pt x="912802" y="1150415"/>
                      </a:cubicBezTo>
                      <a:cubicBezTo>
                        <a:pt x="912802" y="1150415"/>
                        <a:pt x="861128" y="1221126"/>
                        <a:pt x="774099" y="1221126"/>
                      </a:cubicBezTo>
                      <a:cubicBezTo>
                        <a:pt x="670752" y="1221126"/>
                        <a:pt x="589162" y="1166733"/>
                        <a:pt x="553807" y="1098742"/>
                      </a:cubicBezTo>
                      <a:cubicBezTo>
                        <a:pt x="551087" y="1093303"/>
                        <a:pt x="551087" y="1090583"/>
                        <a:pt x="548367" y="1085144"/>
                      </a:cubicBezTo>
                      <a:cubicBezTo>
                        <a:pt x="534769" y="1147696"/>
                        <a:pt x="450460" y="1199369"/>
                        <a:pt x="398786" y="1212967"/>
                      </a:cubicBezTo>
                      <a:cubicBezTo>
                        <a:pt x="322636" y="1234725"/>
                        <a:pt x="222008" y="1223846"/>
                        <a:pt x="156736" y="1180332"/>
                      </a:cubicBezTo>
                      <a:cubicBezTo>
                        <a:pt x="-79874" y="1028031"/>
                        <a:pt x="-58117" y="416107"/>
                        <a:pt x="287280" y="416107"/>
                      </a:cubicBezTo>
                      <a:cubicBezTo>
                        <a:pt x="412385" y="416107"/>
                        <a:pt x="491255" y="503137"/>
                        <a:pt x="526611" y="552091"/>
                      </a:cubicBezTo>
                      <a:lnTo>
                        <a:pt x="526611" y="149581"/>
                      </a:lnTo>
                      <a:cubicBezTo>
                        <a:pt x="526611" y="67992"/>
                        <a:pt x="594602" y="0"/>
                        <a:pt x="676192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73" name="Freeform: Shape 72">
                  <a:extLst>
                    <a:ext uri="{FF2B5EF4-FFF2-40B4-BE49-F238E27FC236}">
                      <a16:creationId xmlns:a16="http://schemas.microsoft.com/office/drawing/2014/main" id="{20E9DE9A-F6C6-4947-9FB5-EB76E5ED67C3}"/>
                    </a:ext>
                  </a:extLst>
                </p:cNvPr>
                <p:cNvSpPr/>
                <p:nvPr/>
              </p:nvSpPr>
              <p:spPr>
                <a:xfrm>
                  <a:off x="6789513" y="2362895"/>
                  <a:ext cx="747906" cy="810458"/>
                </a:xfrm>
                <a:custGeom>
                  <a:avLst/>
                  <a:gdLst>
                    <a:gd name="connsiteX0" fmla="*/ 394818 w 747906"/>
                    <a:gd name="connsiteY0" fmla="*/ 163222 h 810458"/>
                    <a:gd name="connsiteX1" fmla="*/ 356275 w 747906"/>
                    <a:gd name="connsiteY1" fmla="*/ 174058 h 810458"/>
                    <a:gd name="connsiteX2" fmla="*/ 274685 w 747906"/>
                    <a:gd name="connsiteY2" fmla="*/ 356275 h 810458"/>
                    <a:gd name="connsiteX3" fmla="*/ 375313 w 747906"/>
                    <a:gd name="connsiteY3" fmla="*/ 358994 h 810458"/>
                    <a:gd name="connsiteX4" fmla="*/ 473220 w 747906"/>
                    <a:gd name="connsiteY4" fmla="*/ 239329 h 810458"/>
                    <a:gd name="connsiteX5" fmla="*/ 394818 w 747906"/>
                    <a:gd name="connsiteY5" fmla="*/ 163222 h 810458"/>
                    <a:gd name="connsiteX6" fmla="*/ 386192 w 747906"/>
                    <a:gd name="connsiteY6" fmla="*/ 0 h 810458"/>
                    <a:gd name="connsiteX7" fmla="*/ 747906 w 747906"/>
                    <a:gd name="connsiteY7" fmla="*/ 266526 h 810458"/>
                    <a:gd name="connsiteX8" fmla="*/ 291004 w 747906"/>
                    <a:gd name="connsiteY8" fmla="*/ 484100 h 810458"/>
                    <a:gd name="connsiteX9" fmla="*/ 497698 w 747906"/>
                    <a:gd name="connsiteY9" fmla="*/ 617363 h 810458"/>
                    <a:gd name="connsiteX10" fmla="*/ 712551 w 747906"/>
                    <a:gd name="connsiteY10" fmla="*/ 557530 h 810458"/>
                    <a:gd name="connsiteX11" fmla="*/ 388912 w 747906"/>
                    <a:gd name="connsiteY11" fmla="*/ 810458 h 810458"/>
                    <a:gd name="connsiteX12" fmla="*/ 0 w 747906"/>
                    <a:gd name="connsiteY12" fmla="*/ 413389 h 810458"/>
                    <a:gd name="connsiteX13" fmla="*/ 386192 w 747906"/>
                    <a:gd name="connsiteY13" fmla="*/ 0 h 8104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747906" h="810458">
                      <a:moveTo>
                        <a:pt x="394818" y="163222"/>
                      </a:moveTo>
                      <a:cubicBezTo>
                        <a:pt x="381772" y="163179"/>
                        <a:pt x="368514" y="166579"/>
                        <a:pt x="356275" y="174058"/>
                      </a:cubicBezTo>
                      <a:cubicBezTo>
                        <a:pt x="299162" y="212133"/>
                        <a:pt x="282844" y="291003"/>
                        <a:pt x="274685" y="356275"/>
                      </a:cubicBezTo>
                      <a:cubicBezTo>
                        <a:pt x="274685" y="364434"/>
                        <a:pt x="369873" y="358994"/>
                        <a:pt x="375313" y="358994"/>
                      </a:cubicBezTo>
                      <a:cubicBezTo>
                        <a:pt x="432425" y="345396"/>
                        <a:pt x="473220" y="301881"/>
                        <a:pt x="473220" y="239329"/>
                      </a:cubicBezTo>
                      <a:cubicBezTo>
                        <a:pt x="471181" y="194455"/>
                        <a:pt x="433956" y="163349"/>
                        <a:pt x="394818" y="163222"/>
                      </a:cubicBezTo>
                      <a:close/>
                      <a:moveTo>
                        <a:pt x="386192" y="0"/>
                      </a:moveTo>
                      <a:cubicBezTo>
                        <a:pt x="519455" y="0"/>
                        <a:pt x="747906" y="65272"/>
                        <a:pt x="747906" y="266526"/>
                      </a:cubicBezTo>
                      <a:cubicBezTo>
                        <a:pt x="747906" y="467782"/>
                        <a:pt x="538493" y="484100"/>
                        <a:pt x="291004" y="484100"/>
                      </a:cubicBezTo>
                      <a:cubicBezTo>
                        <a:pt x="291004" y="484100"/>
                        <a:pt x="326359" y="617363"/>
                        <a:pt x="497698" y="617363"/>
                      </a:cubicBezTo>
                      <a:cubicBezTo>
                        <a:pt x="669036" y="617363"/>
                        <a:pt x="712551" y="557530"/>
                        <a:pt x="712551" y="557530"/>
                      </a:cubicBezTo>
                      <a:cubicBezTo>
                        <a:pt x="712551" y="557530"/>
                        <a:pt x="696233" y="810458"/>
                        <a:pt x="388912" y="810458"/>
                      </a:cubicBezTo>
                      <a:cubicBezTo>
                        <a:pt x="212134" y="810458"/>
                        <a:pt x="0" y="677195"/>
                        <a:pt x="0" y="413389"/>
                      </a:cubicBezTo>
                      <a:cubicBezTo>
                        <a:pt x="0" y="176778"/>
                        <a:pt x="163180" y="0"/>
                        <a:pt x="386192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74" name="Freeform: Shape 73">
                  <a:extLst>
                    <a:ext uri="{FF2B5EF4-FFF2-40B4-BE49-F238E27FC236}">
                      <a16:creationId xmlns:a16="http://schemas.microsoft.com/office/drawing/2014/main" id="{C6EFDD09-35DD-49AA-A816-A4835751B301}"/>
                    </a:ext>
                  </a:extLst>
                </p:cNvPr>
                <p:cNvSpPr/>
                <p:nvPr/>
              </p:nvSpPr>
              <p:spPr>
                <a:xfrm>
                  <a:off x="7988882" y="2362895"/>
                  <a:ext cx="747906" cy="810458"/>
                </a:xfrm>
                <a:custGeom>
                  <a:avLst/>
                  <a:gdLst>
                    <a:gd name="connsiteX0" fmla="*/ 394818 w 747906"/>
                    <a:gd name="connsiteY0" fmla="*/ 163222 h 810458"/>
                    <a:gd name="connsiteX1" fmla="*/ 356275 w 747906"/>
                    <a:gd name="connsiteY1" fmla="*/ 174058 h 810458"/>
                    <a:gd name="connsiteX2" fmla="*/ 274685 w 747906"/>
                    <a:gd name="connsiteY2" fmla="*/ 356275 h 810458"/>
                    <a:gd name="connsiteX3" fmla="*/ 375313 w 747906"/>
                    <a:gd name="connsiteY3" fmla="*/ 358994 h 810458"/>
                    <a:gd name="connsiteX4" fmla="*/ 473220 w 747906"/>
                    <a:gd name="connsiteY4" fmla="*/ 239329 h 810458"/>
                    <a:gd name="connsiteX5" fmla="*/ 394818 w 747906"/>
                    <a:gd name="connsiteY5" fmla="*/ 163222 h 810458"/>
                    <a:gd name="connsiteX6" fmla="*/ 386192 w 747906"/>
                    <a:gd name="connsiteY6" fmla="*/ 0 h 810458"/>
                    <a:gd name="connsiteX7" fmla="*/ 747906 w 747906"/>
                    <a:gd name="connsiteY7" fmla="*/ 266526 h 810458"/>
                    <a:gd name="connsiteX8" fmla="*/ 291004 w 747906"/>
                    <a:gd name="connsiteY8" fmla="*/ 484100 h 810458"/>
                    <a:gd name="connsiteX9" fmla="*/ 497697 w 747906"/>
                    <a:gd name="connsiteY9" fmla="*/ 617363 h 810458"/>
                    <a:gd name="connsiteX10" fmla="*/ 712551 w 747906"/>
                    <a:gd name="connsiteY10" fmla="*/ 557530 h 810458"/>
                    <a:gd name="connsiteX11" fmla="*/ 388911 w 747906"/>
                    <a:gd name="connsiteY11" fmla="*/ 810458 h 810458"/>
                    <a:gd name="connsiteX12" fmla="*/ 0 w 747906"/>
                    <a:gd name="connsiteY12" fmla="*/ 413389 h 810458"/>
                    <a:gd name="connsiteX13" fmla="*/ 386192 w 747906"/>
                    <a:gd name="connsiteY13" fmla="*/ 0 h 8104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747906" h="810458">
                      <a:moveTo>
                        <a:pt x="394818" y="163222"/>
                      </a:moveTo>
                      <a:cubicBezTo>
                        <a:pt x="381772" y="163179"/>
                        <a:pt x="368514" y="166579"/>
                        <a:pt x="356275" y="174058"/>
                      </a:cubicBezTo>
                      <a:cubicBezTo>
                        <a:pt x="299162" y="212133"/>
                        <a:pt x="282844" y="291003"/>
                        <a:pt x="274685" y="356275"/>
                      </a:cubicBezTo>
                      <a:cubicBezTo>
                        <a:pt x="274685" y="364434"/>
                        <a:pt x="369873" y="358994"/>
                        <a:pt x="375313" y="358994"/>
                      </a:cubicBezTo>
                      <a:cubicBezTo>
                        <a:pt x="432426" y="345396"/>
                        <a:pt x="473220" y="301881"/>
                        <a:pt x="473220" y="239329"/>
                      </a:cubicBezTo>
                      <a:cubicBezTo>
                        <a:pt x="471181" y="194455"/>
                        <a:pt x="433955" y="163349"/>
                        <a:pt x="394818" y="163222"/>
                      </a:cubicBezTo>
                      <a:close/>
                      <a:moveTo>
                        <a:pt x="386192" y="0"/>
                      </a:moveTo>
                      <a:cubicBezTo>
                        <a:pt x="519455" y="0"/>
                        <a:pt x="747906" y="65272"/>
                        <a:pt x="747906" y="266526"/>
                      </a:cubicBezTo>
                      <a:cubicBezTo>
                        <a:pt x="747906" y="467782"/>
                        <a:pt x="538492" y="484100"/>
                        <a:pt x="291004" y="484100"/>
                      </a:cubicBezTo>
                      <a:cubicBezTo>
                        <a:pt x="291004" y="484100"/>
                        <a:pt x="326359" y="617363"/>
                        <a:pt x="497697" y="617363"/>
                      </a:cubicBezTo>
                      <a:cubicBezTo>
                        <a:pt x="669036" y="617363"/>
                        <a:pt x="712551" y="557530"/>
                        <a:pt x="712551" y="557530"/>
                      </a:cubicBezTo>
                      <a:cubicBezTo>
                        <a:pt x="712551" y="557530"/>
                        <a:pt x="696233" y="810458"/>
                        <a:pt x="388911" y="810458"/>
                      </a:cubicBezTo>
                      <a:cubicBezTo>
                        <a:pt x="212133" y="810458"/>
                        <a:pt x="0" y="677195"/>
                        <a:pt x="0" y="413389"/>
                      </a:cubicBezTo>
                      <a:cubicBezTo>
                        <a:pt x="0" y="176778"/>
                        <a:pt x="163180" y="0"/>
                        <a:pt x="386192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75" name="Freeform: Shape 74">
                  <a:extLst>
                    <a:ext uri="{FF2B5EF4-FFF2-40B4-BE49-F238E27FC236}">
                      <a16:creationId xmlns:a16="http://schemas.microsoft.com/office/drawing/2014/main" id="{1B4831AE-7281-4BF4-9260-C93CCEEB3604}"/>
                    </a:ext>
                  </a:extLst>
                </p:cNvPr>
                <p:cNvSpPr/>
                <p:nvPr/>
              </p:nvSpPr>
              <p:spPr>
                <a:xfrm>
                  <a:off x="8683414" y="2274801"/>
                  <a:ext cx="897487" cy="951879"/>
                </a:xfrm>
                <a:custGeom>
                  <a:avLst/>
                  <a:gdLst>
                    <a:gd name="connsiteX0" fmla="*/ 580988 w 897487"/>
                    <a:gd name="connsiteY0" fmla="*/ 667381 h 951879"/>
                    <a:gd name="connsiteX1" fmla="*/ 409649 w 897487"/>
                    <a:gd name="connsiteY1" fmla="*/ 667381 h 951879"/>
                    <a:gd name="connsiteX2" fmla="*/ 591866 w 897487"/>
                    <a:gd name="connsiteY2" fmla="*/ 525959 h 951879"/>
                    <a:gd name="connsiteX3" fmla="*/ 842075 w 897487"/>
                    <a:gd name="connsiteY3" fmla="*/ 123450 h 951879"/>
                    <a:gd name="connsiteX4" fmla="*/ 842075 w 897487"/>
                    <a:gd name="connsiteY4" fmla="*/ 123450 h 951879"/>
                    <a:gd name="connsiteX5" fmla="*/ 798560 w 897487"/>
                    <a:gd name="connsiteY5" fmla="*/ 58178 h 951879"/>
                    <a:gd name="connsiteX6" fmla="*/ 746887 w 897487"/>
                    <a:gd name="connsiteY6" fmla="*/ 107132 h 951879"/>
                    <a:gd name="connsiteX7" fmla="*/ 697933 w 897487"/>
                    <a:gd name="connsiteY7" fmla="*/ 115291 h 951879"/>
                    <a:gd name="connsiteX8" fmla="*/ 219273 w 897487"/>
                    <a:gd name="connsiteY8" fmla="*/ 115291 h 951879"/>
                    <a:gd name="connsiteX9" fmla="*/ 102328 w 897487"/>
                    <a:gd name="connsiteY9" fmla="*/ 224077 h 951879"/>
                    <a:gd name="connsiteX10" fmla="*/ 213834 w 897487"/>
                    <a:gd name="connsiteY10" fmla="*/ 332863 h 951879"/>
                    <a:gd name="connsiteX11" fmla="*/ 485800 w 897487"/>
                    <a:gd name="connsiteY11" fmla="*/ 335583 h 951879"/>
                    <a:gd name="connsiteX12" fmla="*/ 134964 w 897487"/>
                    <a:gd name="connsiteY12" fmla="*/ 615708 h 951879"/>
                    <a:gd name="connsiteX13" fmla="*/ 61533 w 897487"/>
                    <a:gd name="connsiteY13" fmla="*/ 884953 h 951879"/>
                    <a:gd name="connsiteX14" fmla="*/ 398771 w 897487"/>
                    <a:gd name="connsiteY14" fmla="*/ 806083 h 951879"/>
                    <a:gd name="connsiteX15" fmla="*/ 529314 w 897487"/>
                    <a:gd name="connsiteY15" fmla="*/ 863196 h 951879"/>
                    <a:gd name="connsiteX16" fmla="*/ 782242 w 897487"/>
                    <a:gd name="connsiteY16" fmla="*/ 607549 h 951879"/>
                    <a:gd name="connsiteX17" fmla="*/ 580988 w 897487"/>
                    <a:gd name="connsiteY17" fmla="*/ 667381 h 9518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897487" h="951879">
                      <a:moveTo>
                        <a:pt x="580988" y="667381"/>
                      </a:moveTo>
                      <a:lnTo>
                        <a:pt x="409649" y="667381"/>
                      </a:lnTo>
                      <a:cubicBezTo>
                        <a:pt x="423248" y="667381"/>
                        <a:pt x="548352" y="561314"/>
                        <a:pt x="591866" y="525959"/>
                      </a:cubicBezTo>
                      <a:cubicBezTo>
                        <a:pt x="700653" y="433491"/>
                        <a:pt x="899188" y="297508"/>
                        <a:pt x="842075" y="123450"/>
                      </a:cubicBezTo>
                      <a:lnTo>
                        <a:pt x="842075" y="123450"/>
                      </a:lnTo>
                      <a:cubicBezTo>
                        <a:pt x="831197" y="82655"/>
                        <a:pt x="798560" y="58178"/>
                        <a:pt x="798560" y="58178"/>
                      </a:cubicBezTo>
                      <a:cubicBezTo>
                        <a:pt x="798560" y="58178"/>
                        <a:pt x="787682" y="90814"/>
                        <a:pt x="746887" y="107132"/>
                      </a:cubicBezTo>
                      <a:cubicBezTo>
                        <a:pt x="730569" y="109852"/>
                        <a:pt x="714251" y="115291"/>
                        <a:pt x="697933" y="115291"/>
                      </a:cubicBezTo>
                      <a:cubicBezTo>
                        <a:pt x="684334" y="115291"/>
                        <a:pt x="219273" y="115291"/>
                        <a:pt x="219273" y="115291"/>
                      </a:cubicBezTo>
                      <a:cubicBezTo>
                        <a:pt x="156721" y="115291"/>
                        <a:pt x="105048" y="166964"/>
                        <a:pt x="102328" y="224077"/>
                      </a:cubicBezTo>
                      <a:cubicBezTo>
                        <a:pt x="102328" y="283910"/>
                        <a:pt x="151282" y="332863"/>
                        <a:pt x="213834" y="332863"/>
                      </a:cubicBezTo>
                      <a:lnTo>
                        <a:pt x="485800" y="335583"/>
                      </a:lnTo>
                      <a:cubicBezTo>
                        <a:pt x="360695" y="406294"/>
                        <a:pt x="211114" y="487884"/>
                        <a:pt x="134964" y="615708"/>
                      </a:cubicBezTo>
                      <a:cubicBezTo>
                        <a:pt x="91449" y="689138"/>
                        <a:pt x="45215" y="800644"/>
                        <a:pt x="61533" y="884953"/>
                      </a:cubicBezTo>
                      <a:cubicBezTo>
                        <a:pt x="121366" y="830560"/>
                        <a:pt x="279106" y="778887"/>
                        <a:pt x="398771" y="806083"/>
                      </a:cubicBezTo>
                      <a:cubicBezTo>
                        <a:pt x="445005" y="814242"/>
                        <a:pt x="491239" y="838719"/>
                        <a:pt x="529314" y="863196"/>
                      </a:cubicBezTo>
                      <a:cubicBezTo>
                        <a:pt x="755046" y="1004618"/>
                        <a:pt x="891029" y="727213"/>
                        <a:pt x="782242" y="607549"/>
                      </a:cubicBezTo>
                      <a:cubicBezTo>
                        <a:pt x="784962" y="607549"/>
                        <a:pt x="722410" y="667381"/>
                        <a:pt x="580988" y="667381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76" name="Freeform: Shape 75">
                  <a:extLst>
                    <a:ext uri="{FF2B5EF4-FFF2-40B4-BE49-F238E27FC236}">
                      <a16:creationId xmlns:a16="http://schemas.microsoft.com/office/drawing/2014/main" id="{A851D3EC-987A-4860-BA0C-CA406BBB2E77}"/>
                    </a:ext>
                  </a:extLst>
                </p:cNvPr>
                <p:cNvSpPr/>
                <p:nvPr/>
              </p:nvSpPr>
              <p:spPr>
                <a:xfrm>
                  <a:off x="2624650" y="1948442"/>
                  <a:ext cx="1903761" cy="1577400"/>
                </a:xfrm>
                <a:custGeom>
                  <a:avLst/>
                  <a:gdLst>
                    <a:gd name="connsiteX0" fmla="*/ 1559430 w 1903760"/>
                    <a:gd name="connsiteY0" fmla="*/ 1165078 h 1577399"/>
                    <a:gd name="connsiteX1" fmla="*/ 1369054 w 1903760"/>
                    <a:gd name="connsiteY1" fmla="*/ 593950 h 1577399"/>
                    <a:gd name="connsiteX2" fmla="*/ 1483279 w 1903760"/>
                    <a:gd name="connsiteY2" fmla="*/ 126170 h 1577399"/>
                    <a:gd name="connsiteX3" fmla="*/ 1311941 w 1903760"/>
                    <a:gd name="connsiteY3" fmla="*/ 58178 h 1577399"/>
                    <a:gd name="connsiteX4" fmla="*/ 1078050 w 1903760"/>
                    <a:gd name="connsiteY4" fmla="*/ 205040 h 1577399"/>
                    <a:gd name="connsiteX5" fmla="*/ 846879 w 1903760"/>
                    <a:gd name="connsiteY5" fmla="*/ 523239 h 1577399"/>
                    <a:gd name="connsiteX6" fmla="*/ 645624 w 1903760"/>
                    <a:gd name="connsiteY6" fmla="*/ 210479 h 1577399"/>
                    <a:gd name="connsiteX7" fmla="*/ 455248 w 1903760"/>
                    <a:gd name="connsiteY7" fmla="*/ 63617 h 1577399"/>
                    <a:gd name="connsiteX8" fmla="*/ 234956 w 1903760"/>
                    <a:gd name="connsiteY8" fmla="*/ 137048 h 1577399"/>
                    <a:gd name="connsiteX9" fmla="*/ 316546 w 1903760"/>
                    <a:gd name="connsiteY9" fmla="*/ 588511 h 1577399"/>
                    <a:gd name="connsiteX10" fmla="*/ 58178 w 1903760"/>
                    <a:gd name="connsiteY10" fmla="*/ 1072610 h 1577399"/>
                    <a:gd name="connsiteX11" fmla="*/ 474286 w 1903760"/>
                    <a:gd name="connsiteY11" fmla="*/ 1020936 h 1577399"/>
                    <a:gd name="connsiteX12" fmla="*/ 555876 w 1903760"/>
                    <a:gd name="connsiteY12" fmla="*/ 572193 h 1577399"/>
                    <a:gd name="connsiteX13" fmla="*/ 830561 w 1903760"/>
                    <a:gd name="connsiteY13" fmla="*/ 993740 h 1577399"/>
                    <a:gd name="connsiteX14" fmla="*/ 1140602 w 1903760"/>
                    <a:gd name="connsiteY14" fmla="*/ 574913 h 1577399"/>
                    <a:gd name="connsiteX15" fmla="*/ 1567589 w 1903760"/>
                    <a:gd name="connsiteY15" fmla="*/ 1526792 h 1577399"/>
                    <a:gd name="connsiteX16" fmla="*/ 1866751 w 1903760"/>
                    <a:gd name="connsiteY16" fmla="*/ 1322818 h 1577399"/>
                    <a:gd name="connsiteX17" fmla="*/ 1559430 w 1903760"/>
                    <a:gd name="connsiteY17" fmla="*/ 1165078 h 1577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1903760" h="1577399">
                      <a:moveTo>
                        <a:pt x="1559430" y="1165078"/>
                      </a:moveTo>
                      <a:cubicBezTo>
                        <a:pt x="1420727" y="1012777"/>
                        <a:pt x="1377213" y="762569"/>
                        <a:pt x="1369054" y="593950"/>
                      </a:cubicBezTo>
                      <a:cubicBezTo>
                        <a:pt x="1360895" y="449809"/>
                        <a:pt x="1369054" y="199600"/>
                        <a:pt x="1483279" y="126170"/>
                      </a:cubicBezTo>
                      <a:cubicBezTo>
                        <a:pt x="1445204" y="77216"/>
                        <a:pt x="1369054" y="58178"/>
                        <a:pt x="1311941" y="58178"/>
                      </a:cubicBezTo>
                      <a:cubicBezTo>
                        <a:pt x="1184117" y="58178"/>
                        <a:pt x="1121565" y="142488"/>
                        <a:pt x="1078050" y="205040"/>
                      </a:cubicBezTo>
                      <a:cubicBezTo>
                        <a:pt x="1064452" y="224077"/>
                        <a:pt x="846879" y="523239"/>
                        <a:pt x="846879" y="523239"/>
                      </a:cubicBezTo>
                      <a:cubicBezTo>
                        <a:pt x="846879" y="523239"/>
                        <a:pt x="667382" y="243115"/>
                        <a:pt x="645624" y="210479"/>
                      </a:cubicBezTo>
                      <a:cubicBezTo>
                        <a:pt x="615708" y="164245"/>
                        <a:pt x="555876" y="77216"/>
                        <a:pt x="455248" y="63617"/>
                      </a:cubicBezTo>
                      <a:cubicBezTo>
                        <a:pt x="411734" y="58178"/>
                        <a:pt x="297508" y="52739"/>
                        <a:pt x="234956" y="137048"/>
                      </a:cubicBezTo>
                      <a:cubicBezTo>
                        <a:pt x="341023" y="221357"/>
                        <a:pt x="338303" y="438930"/>
                        <a:pt x="316546" y="588511"/>
                      </a:cubicBezTo>
                      <a:cubicBezTo>
                        <a:pt x="248554" y="1031815"/>
                        <a:pt x="58178" y="1072610"/>
                        <a:pt x="58178" y="1072610"/>
                      </a:cubicBezTo>
                      <a:cubicBezTo>
                        <a:pt x="156086" y="1333696"/>
                        <a:pt x="403575" y="1230350"/>
                        <a:pt x="474286" y="1020936"/>
                      </a:cubicBezTo>
                      <a:cubicBezTo>
                        <a:pt x="520520" y="884953"/>
                        <a:pt x="550436" y="713615"/>
                        <a:pt x="555876" y="572193"/>
                      </a:cubicBezTo>
                      <a:lnTo>
                        <a:pt x="830561" y="993740"/>
                      </a:lnTo>
                      <a:cubicBezTo>
                        <a:pt x="830561" y="993740"/>
                        <a:pt x="1140602" y="574913"/>
                        <a:pt x="1140602" y="574913"/>
                      </a:cubicBezTo>
                      <a:cubicBezTo>
                        <a:pt x="1088929" y="1314659"/>
                        <a:pt x="1344577" y="1526792"/>
                        <a:pt x="1567589" y="1526792"/>
                      </a:cubicBezTo>
                      <a:cubicBezTo>
                        <a:pt x="1790601" y="1526792"/>
                        <a:pt x="1866751" y="1322818"/>
                        <a:pt x="1866751" y="1322818"/>
                      </a:cubicBezTo>
                      <a:cubicBezTo>
                        <a:pt x="1744367" y="1314659"/>
                        <a:pt x="1641019" y="1252107"/>
                        <a:pt x="1559430" y="1165078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77" name="Freeform: Shape 76">
                  <a:extLst>
                    <a:ext uri="{FF2B5EF4-FFF2-40B4-BE49-F238E27FC236}">
                      <a16:creationId xmlns:a16="http://schemas.microsoft.com/office/drawing/2014/main" id="{4FCBED95-92BF-461C-8934-85D5DAD28750}"/>
                    </a:ext>
                  </a:extLst>
                </p:cNvPr>
                <p:cNvSpPr/>
                <p:nvPr/>
              </p:nvSpPr>
              <p:spPr>
                <a:xfrm>
                  <a:off x="4792218" y="3234839"/>
                  <a:ext cx="271966" cy="652717"/>
                </a:xfrm>
                <a:custGeom>
                  <a:avLst/>
                  <a:gdLst>
                    <a:gd name="connsiteX0" fmla="*/ 88095 w 271965"/>
                    <a:gd name="connsiteY0" fmla="*/ 120730 h 652717"/>
                    <a:gd name="connsiteX1" fmla="*/ 93534 w 271965"/>
                    <a:gd name="connsiteY1" fmla="*/ 153366 h 652717"/>
                    <a:gd name="connsiteX2" fmla="*/ 93534 w 271965"/>
                    <a:gd name="connsiteY2" fmla="*/ 544997 h 652717"/>
                    <a:gd name="connsiteX3" fmla="*/ 156086 w 271965"/>
                    <a:gd name="connsiteY3" fmla="*/ 604829 h 652717"/>
                    <a:gd name="connsiteX4" fmla="*/ 221358 w 271965"/>
                    <a:gd name="connsiteY4" fmla="*/ 544997 h 652717"/>
                    <a:gd name="connsiteX5" fmla="*/ 221358 w 271965"/>
                    <a:gd name="connsiteY5" fmla="*/ 194161 h 652717"/>
                    <a:gd name="connsiteX6" fmla="*/ 210479 w 271965"/>
                    <a:gd name="connsiteY6" fmla="*/ 109852 h 652717"/>
                    <a:gd name="connsiteX7" fmla="*/ 118011 w 271965"/>
                    <a:gd name="connsiteY7" fmla="*/ 58178 h 652717"/>
                    <a:gd name="connsiteX8" fmla="*/ 58178 w 271965"/>
                    <a:gd name="connsiteY8" fmla="*/ 88094 h 652717"/>
                    <a:gd name="connsiteX9" fmla="*/ 88095 w 271965"/>
                    <a:gd name="connsiteY9" fmla="*/ 120730 h 652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71965" h="652717">
                      <a:moveTo>
                        <a:pt x="88095" y="120730"/>
                      </a:moveTo>
                      <a:cubicBezTo>
                        <a:pt x="90814" y="131609"/>
                        <a:pt x="90814" y="142487"/>
                        <a:pt x="93534" y="153366"/>
                      </a:cubicBezTo>
                      <a:cubicBezTo>
                        <a:pt x="93534" y="156086"/>
                        <a:pt x="93534" y="542277"/>
                        <a:pt x="93534" y="544997"/>
                      </a:cubicBezTo>
                      <a:cubicBezTo>
                        <a:pt x="93534" y="577632"/>
                        <a:pt x="123450" y="604829"/>
                        <a:pt x="156086" y="604829"/>
                      </a:cubicBezTo>
                      <a:cubicBezTo>
                        <a:pt x="188722" y="607548"/>
                        <a:pt x="221358" y="577632"/>
                        <a:pt x="221358" y="544997"/>
                      </a:cubicBezTo>
                      <a:cubicBezTo>
                        <a:pt x="221358" y="539557"/>
                        <a:pt x="221358" y="194161"/>
                        <a:pt x="221358" y="194161"/>
                      </a:cubicBezTo>
                      <a:cubicBezTo>
                        <a:pt x="221358" y="164245"/>
                        <a:pt x="224078" y="134329"/>
                        <a:pt x="210479" y="109852"/>
                      </a:cubicBezTo>
                      <a:cubicBezTo>
                        <a:pt x="196881" y="79935"/>
                        <a:pt x="158806" y="58178"/>
                        <a:pt x="118011" y="58178"/>
                      </a:cubicBezTo>
                      <a:cubicBezTo>
                        <a:pt x="79936" y="58178"/>
                        <a:pt x="58178" y="88094"/>
                        <a:pt x="58178" y="88094"/>
                      </a:cubicBezTo>
                      <a:cubicBezTo>
                        <a:pt x="58178" y="88094"/>
                        <a:pt x="77216" y="93534"/>
                        <a:pt x="88095" y="120730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78" name="Freeform: Shape 77">
                  <a:extLst>
                    <a:ext uri="{FF2B5EF4-FFF2-40B4-BE49-F238E27FC236}">
                      <a16:creationId xmlns:a16="http://schemas.microsoft.com/office/drawing/2014/main" id="{DDDEB2BD-B348-40AC-B677-819BDF1F9C13}"/>
                    </a:ext>
                  </a:extLst>
                </p:cNvPr>
                <p:cNvSpPr/>
                <p:nvPr/>
              </p:nvSpPr>
              <p:spPr>
                <a:xfrm>
                  <a:off x="8751819" y="3234667"/>
                  <a:ext cx="271966" cy="652717"/>
                </a:xfrm>
                <a:custGeom>
                  <a:avLst/>
                  <a:gdLst>
                    <a:gd name="connsiteX0" fmla="*/ 191663 w 271965"/>
                    <a:gd name="connsiteY0" fmla="*/ 542449 h 652717"/>
                    <a:gd name="connsiteX1" fmla="*/ 186224 w 271965"/>
                    <a:gd name="connsiteY1" fmla="*/ 509813 h 652717"/>
                    <a:gd name="connsiteX2" fmla="*/ 186224 w 271965"/>
                    <a:gd name="connsiteY2" fmla="*/ 118183 h 652717"/>
                    <a:gd name="connsiteX3" fmla="*/ 123672 w 271965"/>
                    <a:gd name="connsiteY3" fmla="*/ 58350 h 652717"/>
                    <a:gd name="connsiteX4" fmla="*/ 58400 w 271965"/>
                    <a:gd name="connsiteY4" fmla="*/ 118183 h 652717"/>
                    <a:gd name="connsiteX5" fmla="*/ 58400 w 271965"/>
                    <a:gd name="connsiteY5" fmla="*/ 469018 h 652717"/>
                    <a:gd name="connsiteX6" fmla="*/ 69279 w 271965"/>
                    <a:gd name="connsiteY6" fmla="*/ 553328 h 652717"/>
                    <a:gd name="connsiteX7" fmla="*/ 161747 w 271965"/>
                    <a:gd name="connsiteY7" fmla="*/ 605001 h 652717"/>
                    <a:gd name="connsiteX8" fmla="*/ 221580 w 271965"/>
                    <a:gd name="connsiteY8" fmla="*/ 575085 h 652717"/>
                    <a:gd name="connsiteX9" fmla="*/ 191663 w 271965"/>
                    <a:gd name="connsiteY9" fmla="*/ 542449 h 652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71965" h="652717">
                      <a:moveTo>
                        <a:pt x="191663" y="542449"/>
                      </a:moveTo>
                      <a:cubicBezTo>
                        <a:pt x="188944" y="531570"/>
                        <a:pt x="186224" y="520692"/>
                        <a:pt x="186224" y="509813"/>
                      </a:cubicBezTo>
                      <a:cubicBezTo>
                        <a:pt x="186224" y="507093"/>
                        <a:pt x="186224" y="120902"/>
                        <a:pt x="186224" y="118183"/>
                      </a:cubicBezTo>
                      <a:cubicBezTo>
                        <a:pt x="186224" y="85547"/>
                        <a:pt x="156308" y="58350"/>
                        <a:pt x="123672" y="58350"/>
                      </a:cubicBezTo>
                      <a:cubicBezTo>
                        <a:pt x="91036" y="55631"/>
                        <a:pt x="58400" y="85547"/>
                        <a:pt x="58400" y="118183"/>
                      </a:cubicBezTo>
                      <a:cubicBezTo>
                        <a:pt x="58400" y="123622"/>
                        <a:pt x="58400" y="469018"/>
                        <a:pt x="58400" y="469018"/>
                      </a:cubicBezTo>
                      <a:cubicBezTo>
                        <a:pt x="58400" y="498934"/>
                        <a:pt x="55680" y="528851"/>
                        <a:pt x="69279" y="553328"/>
                      </a:cubicBezTo>
                      <a:cubicBezTo>
                        <a:pt x="82877" y="583244"/>
                        <a:pt x="120953" y="605001"/>
                        <a:pt x="161747" y="605001"/>
                      </a:cubicBezTo>
                      <a:cubicBezTo>
                        <a:pt x="199822" y="605001"/>
                        <a:pt x="221580" y="575085"/>
                        <a:pt x="221580" y="575085"/>
                      </a:cubicBezTo>
                      <a:cubicBezTo>
                        <a:pt x="221580" y="575085"/>
                        <a:pt x="202542" y="566926"/>
                        <a:pt x="191663" y="542449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79" name="Freeform: Shape 78">
                  <a:extLst>
                    <a:ext uri="{FF2B5EF4-FFF2-40B4-BE49-F238E27FC236}">
                      <a16:creationId xmlns:a16="http://schemas.microsoft.com/office/drawing/2014/main" id="{93981A61-C7B6-444D-AD8B-F6A000C695F0}"/>
                    </a:ext>
                  </a:extLst>
                </p:cNvPr>
                <p:cNvSpPr/>
                <p:nvPr/>
              </p:nvSpPr>
              <p:spPr>
                <a:xfrm>
                  <a:off x="6320666" y="3416868"/>
                  <a:ext cx="435145" cy="462341"/>
                </a:xfrm>
                <a:custGeom>
                  <a:avLst/>
                  <a:gdLst>
                    <a:gd name="connsiteX0" fmla="*/ 302948 w 435145"/>
                    <a:gd name="connsiteY0" fmla="*/ 74684 h 462341"/>
                    <a:gd name="connsiteX1" fmla="*/ 186003 w 435145"/>
                    <a:gd name="connsiteY1" fmla="*/ 148115 h 462341"/>
                    <a:gd name="connsiteX2" fmla="*/ 186003 w 435145"/>
                    <a:gd name="connsiteY2" fmla="*/ 148115 h 462341"/>
                    <a:gd name="connsiteX3" fmla="*/ 186003 w 435145"/>
                    <a:gd name="connsiteY3" fmla="*/ 115479 h 462341"/>
                    <a:gd name="connsiteX4" fmla="*/ 123450 w 435145"/>
                    <a:gd name="connsiteY4" fmla="*/ 58366 h 462341"/>
                    <a:gd name="connsiteX5" fmla="*/ 58178 w 435145"/>
                    <a:gd name="connsiteY5" fmla="*/ 115479 h 462341"/>
                    <a:gd name="connsiteX6" fmla="*/ 58178 w 435145"/>
                    <a:gd name="connsiteY6" fmla="*/ 362967 h 462341"/>
                    <a:gd name="connsiteX7" fmla="*/ 120730 w 435145"/>
                    <a:gd name="connsiteY7" fmla="*/ 422800 h 462341"/>
                    <a:gd name="connsiteX8" fmla="*/ 186003 w 435145"/>
                    <a:gd name="connsiteY8" fmla="*/ 362967 h 462341"/>
                    <a:gd name="connsiteX9" fmla="*/ 186003 w 435145"/>
                    <a:gd name="connsiteY9" fmla="*/ 213386 h 462341"/>
                    <a:gd name="connsiteX10" fmla="*/ 186003 w 435145"/>
                    <a:gd name="connsiteY10" fmla="*/ 213386 h 462341"/>
                    <a:gd name="connsiteX11" fmla="*/ 229517 w 435145"/>
                    <a:gd name="connsiteY11" fmla="*/ 161713 h 462341"/>
                    <a:gd name="connsiteX12" fmla="*/ 259433 w 435145"/>
                    <a:gd name="connsiteY12" fmla="*/ 194349 h 462341"/>
                    <a:gd name="connsiteX13" fmla="*/ 259433 w 435145"/>
                    <a:gd name="connsiteY13" fmla="*/ 362967 h 462341"/>
                    <a:gd name="connsiteX14" fmla="*/ 321985 w 435145"/>
                    <a:gd name="connsiteY14" fmla="*/ 422800 h 462341"/>
                    <a:gd name="connsiteX15" fmla="*/ 387257 w 435145"/>
                    <a:gd name="connsiteY15" fmla="*/ 362967 h 462341"/>
                    <a:gd name="connsiteX16" fmla="*/ 387257 w 435145"/>
                    <a:gd name="connsiteY16" fmla="*/ 273219 h 462341"/>
                    <a:gd name="connsiteX17" fmla="*/ 302948 w 435145"/>
                    <a:gd name="connsiteY17" fmla="*/ 74684 h 4623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435145" h="462341">
                      <a:moveTo>
                        <a:pt x="302948" y="74684"/>
                      </a:moveTo>
                      <a:cubicBezTo>
                        <a:pt x="234956" y="74684"/>
                        <a:pt x="196881" y="131797"/>
                        <a:pt x="186003" y="148115"/>
                      </a:cubicBezTo>
                      <a:lnTo>
                        <a:pt x="186003" y="148115"/>
                      </a:lnTo>
                      <a:cubicBezTo>
                        <a:pt x="186003" y="129077"/>
                        <a:pt x="186003" y="115479"/>
                        <a:pt x="186003" y="115479"/>
                      </a:cubicBezTo>
                      <a:cubicBezTo>
                        <a:pt x="186003" y="82843"/>
                        <a:pt x="156086" y="58366"/>
                        <a:pt x="123450" y="58366"/>
                      </a:cubicBezTo>
                      <a:cubicBezTo>
                        <a:pt x="90814" y="55646"/>
                        <a:pt x="58178" y="82843"/>
                        <a:pt x="58178" y="115479"/>
                      </a:cubicBezTo>
                      <a:cubicBezTo>
                        <a:pt x="58178" y="120918"/>
                        <a:pt x="58178" y="360248"/>
                        <a:pt x="58178" y="362967"/>
                      </a:cubicBezTo>
                      <a:cubicBezTo>
                        <a:pt x="58178" y="395603"/>
                        <a:pt x="88095" y="422800"/>
                        <a:pt x="120730" y="422800"/>
                      </a:cubicBezTo>
                      <a:cubicBezTo>
                        <a:pt x="153366" y="425519"/>
                        <a:pt x="186003" y="395603"/>
                        <a:pt x="186003" y="362967"/>
                      </a:cubicBezTo>
                      <a:cubicBezTo>
                        <a:pt x="186003" y="360248"/>
                        <a:pt x="186003" y="281378"/>
                        <a:pt x="186003" y="213386"/>
                      </a:cubicBezTo>
                      <a:lnTo>
                        <a:pt x="186003" y="213386"/>
                      </a:lnTo>
                      <a:cubicBezTo>
                        <a:pt x="191442" y="186190"/>
                        <a:pt x="205040" y="161713"/>
                        <a:pt x="229517" y="161713"/>
                      </a:cubicBezTo>
                      <a:cubicBezTo>
                        <a:pt x="259433" y="161713"/>
                        <a:pt x="259433" y="194349"/>
                        <a:pt x="259433" y="194349"/>
                      </a:cubicBezTo>
                      <a:lnTo>
                        <a:pt x="259433" y="362967"/>
                      </a:lnTo>
                      <a:cubicBezTo>
                        <a:pt x="259433" y="395603"/>
                        <a:pt x="289349" y="422800"/>
                        <a:pt x="321985" y="422800"/>
                      </a:cubicBezTo>
                      <a:cubicBezTo>
                        <a:pt x="354621" y="425519"/>
                        <a:pt x="387257" y="395603"/>
                        <a:pt x="387257" y="362967"/>
                      </a:cubicBezTo>
                      <a:lnTo>
                        <a:pt x="387257" y="273219"/>
                      </a:lnTo>
                      <a:cubicBezTo>
                        <a:pt x="387257" y="183470"/>
                        <a:pt x="395416" y="71964"/>
                        <a:pt x="302948" y="74684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80" name="Freeform: Shape 79">
                  <a:extLst>
                    <a:ext uri="{FF2B5EF4-FFF2-40B4-BE49-F238E27FC236}">
                      <a16:creationId xmlns:a16="http://schemas.microsoft.com/office/drawing/2014/main" id="{E4A0785C-C565-43AE-9770-02E54ACE2E92}"/>
                    </a:ext>
                  </a:extLst>
                </p:cNvPr>
                <p:cNvSpPr/>
                <p:nvPr/>
              </p:nvSpPr>
              <p:spPr>
                <a:xfrm>
                  <a:off x="7960620" y="3416868"/>
                  <a:ext cx="435145" cy="462341"/>
                </a:xfrm>
                <a:custGeom>
                  <a:avLst/>
                  <a:gdLst>
                    <a:gd name="connsiteX0" fmla="*/ 302948 w 435145"/>
                    <a:gd name="connsiteY0" fmla="*/ 74684 h 462341"/>
                    <a:gd name="connsiteX1" fmla="*/ 186002 w 435145"/>
                    <a:gd name="connsiteY1" fmla="*/ 148115 h 462341"/>
                    <a:gd name="connsiteX2" fmla="*/ 186002 w 435145"/>
                    <a:gd name="connsiteY2" fmla="*/ 148115 h 462341"/>
                    <a:gd name="connsiteX3" fmla="*/ 186002 w 435145"/>
                    <a:gd name="connsiteY3" fmla="*/ 115479 h 462341"/>
                    <a:gd name="connsiteX4" fmla="*/ 123450 w 435145"/>
                    <a:gd name="connsiteY4" fmla="*/ 58366 h 462341"/>
                    <a:gd name="connsiteX5" fmla="*/ 58178 w 435145"/>
                    <a:gd name="connsiteY5" fmla="*/ 115479 h 462341"/>
                    <a:gd name="connsiteX6" fmla="*/ 58178 w 435145"/>
                    <a:gd name="connsiteY6" fmla="*/ 362967 h 462341"/>
                    <a:gd name="connsiteX7" fmla="*/ 120730 w 435145"/>
                    <a:gd name="connsiteY7" fmla="*/ 422800 h 462341"/>
                    <a:gd name="connsiteX8" fmla="*/ 186002 w 435145"/>
                    <a:gd name="connsiteY8" fmla="*/ 362967 h 462341"/>
                    <a:gd name="connsiteX9" fmla="*/ 186002 w 435145"/>
                    <a:gd name="connsiteY9" fmla="*/ 213386 h 462341"/>
                    <a:gd name="connsiteX10" fmla="*/ 186002 w 435145"/>
                    <a:gd name="connsiteY10" fmla="*/ 213386 h 462341"/>
                    <a:gd name="connsiteX11" fmla="*/ 229517 w 435145"/>
                    <a:gd name="connsiteY11" fmla="*/ 161713 h 462341"/>
                    <a:gd name="connsiteX12" fmla="*/ 259433 w 435145"/>
                    <a:gd name="connsiteY12" fmla="*/ 194349 h 462341"/>
                    <a:gd name="connsiteX13" fmla="*/ 259433 w 435145"/>
                    <a:gd name="connsiteY13" fmla="*/ 362967 h 462341"/>
                    <a:gd name="connsiteX14" fmla="*/ 321985 w 435145"/>
                    <a:gd name="connsiteY14" fmla="*/ 422800 h 462341"/>
                    <a:gd name="connsiteX15" fmla="*/ 387257 w 435145"/>
                    <a:gd name="connsiteY15" fmla="*/ 362967 h 462341"/>
                    <a:gd name="connsiteX16" fmla="*/ 387257 w 435145"/>
                    <a:gd name="connsiteY16" fmla="*/ 273219 h 462341"/>
                    <a:gd name="connsiteX17" fmla="*/ 302948 w 435145"/>
                    <a:gd name="connsiteY17" fmla="*/ 74684 h 4623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435145" h="462341">
                      <a:moveTo>
                        <a:pt x="302948" y="74684"/>
                      </a:moveTo>
                      <a:cubicBezTo>
                        <a:pt x="234956" y="74684"/>
                        <a:pt x="196881" y="131797"/>
                        <a:pt x="186002" y="148115"/>
                      </a:cubicBezTo>
                      <a:lnTo>
                        <a:pt x="186002" y="148115"/>
                      </a:lnTo>
                      <a:cubicBezTo>
                        <a:pt x="186002" y="129077"/>
                        <a:pt x="186002" y="115479"/>
                        <a:pt x="186002" y="115479"/>
                      </a:cubicBezTo>
                      <a:cubicBezTo>
                        <a:pt x="186002" y="82843"/>
                        <a:pt x="156086" y="58366"/>
                        <a:pt x="123450" y="58366"/>
                      </a:cubicBezTo>
                      <a:cubicBezTo>
                        <a:pt x="90814" y="55646"/>
                        <a:pt x="58178" y="82843"/>
                        <a:pt x="58178" y="115479"/>
                      </a:cubicBezTo>
                      <a:cubicBezTo>
                        <a:pt x="58178" y="120918"/>
                        <a:pt x="58178" y="360248"/>
                        <a:pt x="58178" y="362967"/>
                      </a:cubicBezTo>
                      <a:cubicBezTo>
                        <a:pt x="58178" y="395603"/>
                        <a:pt x="88095" y="422800"/>
                        <a:pt x="120730" y="422800"/>
                      </a:cubicBezTo>
                      <a:cubicBezTo>
                        <a:pt x="153366" y="425519"/>
                        <a:pt x="186002" y="395603"/>
                        <a:pt x="186002" y="362967"/>
                      </a:cubicBezTo>
                      <a:cubicBezTo>
                        <a:pt x="186002" y="360248"/>
                        <a:pt x="186002" y="281378"/>
                        <a:pt x="186002" y="213386"/>
                      </a:cubicBezTo>
                      <a:lnTo>
                        <a:pt x="186002" y="213386"/>
                      </a:lnTo>
                      <a:cubicBezTo>
                        <a:pt x="191442" y="186190"/>
                        <a:pt x="205040" y="161713"/>
                        <a:pt x="229517" y="161713"/>
                      </a:cubicBezTo>
                      <a:cubicBezTo>
                        <a:pt x="259433" y="161713"/>
                        <a:pt x="259433" y="194349"/>
                        <a:pt x="259433" y="194349"/>
                      </a:cubicBezTo>
                      <a:lnTo>
                        <a:pt x="259433" y="362967"/>
                      </a:lnTo>
                      <a:cubicBezTo>
                        <a:pt x="259433" y="395603"/>
                        <a:pt x="289349" y="422800"/>
                        <a:pt x="321985" y="422800"/>
                      </a:cubicBezTo>
                      <a:cubicBezTo>
                        <a:pt x="354621" y="425519"/>
                        <a:pt x="387257" y="395603"/>
                        <a:pt x="387257" y="362967"/>
                      </a:cubicBezTo>
                      <a:lnTo>
                        <a:pt x="387257" y="273219"/>
                      </a:lnTo>
                      <a:cubicBezTo>
                        <a:pt x="384537" y="183470"/>
                        <a:pt x="395416" y="71964"/>
                        <a:pt x="302948" y="74684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81" name="Freeform: Shape 80">
                  <a:extLst>
                    <a:ext uri="{FF2B5EF4-FFF2-40B4-BE49-F238E27FC236}">
                      <a16:creationId xmlns:a16="http://schemas.microsoft.com/office/drawing/2014/main" id="{EF018F78-3C16-40EC-9499-91709BC9B24B}"/>
                    </a:ext>
                  </a:extLst>
                </p:cNvPr>
                <p:cNvSpPr/>
                <p:nvPr/>
              </p:nvSpPr>
              <p:spPr>
                <a:xfrm>
                  <a:off x="5020669" y="3416868"/>
                  <a:ext cx="435145" cy="462341"/>
                </a:xfrm>
                <a:custGeom>
                  <a:avLst/>
                  <a:gdLst>
                    <a:gd name="connsiteX0" fmla="*/ 302948 w 435145"/>
                    <a:gd name="connsiteY0" fmla="*/ 74684 h 462341"/>
                    <a:gd name="connsiteX1" fmla="*/ 186002 w 435145"/>
                    <a:gd name="connsiteY1" fmla="*/ 148115 h 462341"/>
                    <a:gd name="connsiteX2" fmla="*/ 186002 w 435145"/>
                    <a:gd name="connsiteY2" fmla="*/ 148115 h 462341"/>
                    <a:gd name="connsiteX3" fmla="*/ 186002 w 435145"/>
                    <a:gd name="connsiteY3" fmla="*/ 115479 h 462341"/>
                    <a:gd name="connsiteX4" fmla="*/ 123450 w 435145"/>
                    <a:gd name="connsiteY4" fmla="*/ 58366 h 462341"/>
                    <a:gd name="connsiteX5" fmla="*/ 58178 w 435145"/>
                    <a:gd name="connsiteY5" fmla="*/ 115479 h 462341"/>
                    <a:gd name="connsiteX6" fmla="*/ 58178 w 435145"/>
                    <a:gd name="connsiteY6" fmla="*/ 362967 h 462341"/>
                    <a:gd name="connsiteX7" fmla="*/ 120730 w 435145"/>
                    <a:gd name="connsiteY7" fmla="*/ 422800 h 462341"/>
                    <a:gd name="connsiteX8" fmla="*/ 186002 w 435145"/>
                    <a:gd name="connsiteY8" fmla="*/ 362967 h 462341"/>
                    <a:gd name="connsiteX9" fmla="*/ 186002 w 435145"/>
                    <a:gd name="connsiteY9" fmla="*/ 213386 h 462341"/>
                    <a:gd name="connsiteX10" fmla="*/ 186002 w 435145"/>
                    <a:gd name="connsiteY10" fmla="*/ 213386 h 462341"/>
                    <a:gd name="connsiteX11" fmla="*/ 229517 w 435145"/>
                    <a:gd name="connsiteY11" fmla="*/ 161713 h 462341"/>
                    <a:gd name="connsiteX12" fmla="*/ 259433 w 435145"/>
                    <a:gd name="connsiteY12" fmla="*/ 194349 h 462341"/>
                    <a:gd name="connsiteX13" fmla="*/ 259433 w 435145"/>
                    <a:gd name="connsiteY13" fmla="*/ 362967 h 462341"/>
                    <a:gd name="connsiteX14" fmla="*/ 321985 w 435145"/>
                    <a:gd name="connsiteY14" fmla="*/ 422800 h 462341"/>
                    <a:gd name="connsiteX15" fmla="*/ 387257 w 435145"/>
                    <a:gd name="connsiteY15" fmla="*/ 362967 h 462341"/>
                    <a:gd name="connsiteX16" fmla="*/ 387257 w 435145"/>
                    <a:gd name="connsiteY16" fmla="*/ 273219 h 462341"/>
                    <a:gd name="connsiteX17" fmla="*/ 302948 w 435145"/>
                    <a:gd name="connsiteY17" fmla="*/ 74684 h 4623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435145" h="462341">
                      <a:moveTo>
                        <a:pt x="302948" y="74684"/>
                      </a:moveTo>
                      <a:cubicBezTo>
                        <a:pt x="234956" y="74684"/>
                        <a:pt x="196881" y="131797"/>
                        <a:pt x="186002" y="148115"/>
                      </a:cubicBezTo>
                      <a:lnTo>
                        <a:pt x="186002" y="148115"/>
                      </a:lnTo>
                      <a:cubicBezTo>
                        <a:pt x="186002" y="129077"/>
                        <a:pt x="186002" y="115479"/>
                        <a:pt x="186002" y="115479"/>
                      </a:cubicBezTo>
                      <a:cubicBezTo>
                        <a:pt x="186002" y="82843"/>
                        <a:pt x="156086" y="58366"/>
                        <a:pt x="123450" y="58366"/>
                      </a:cubicBezTo>
                      <a:cubicBezTo>
                        <a:pt x="90814" y="55646"/>
                        <a:pt x="58178" y="82843"/>
                        <a:pt x="58178" y="115479"/>
                      </a:cubicBezTo>
                      <a:cubicBezTo>
                        <a:pt x="58178" y="120918"/>
                        <a:pt x="58178" y="360248"/>
                        <a:pt x="58178" y="362967"/>
                      </a:cubicBezTo>
                      <a:cubicBezTo>
                        <a:pt x="58178" y="395603"/>
                        <a:pt x="88094" y="422800"/>
                        <a:pt x="120730" y="422800"/>
                      </a:cubicBezTo>
                      <a:cubicBezTo>
                        <a:pt x="153366" y="425519"/>
                        <a:pt x="186002" y="395603"/>
                        <a:pt x="186002" y="362967"/>
                      </a:cubicBezTo>
                      <a:cubicBezTo>
                        <a:pt x="186002" y="360248"/>
                        <a:pt x="186002" y="281378"/>
                        <a:pt x="186002" y="213386"/>
                      </a:cubicBezTo>
                      <a:lnTo>
                        <a:pt x="186002" y="213386"/>
                      </a:lnTo>
                      <a:cubicBezTo>
                        <a:pt x="191442" y="186190"/>
                        <a:pt x="205040" y="161713"/>
                        <a:pt x="229517" y="161713"/>
                      </a:cubicBezTo>
                      <a:cubicBezTo>
                        <a:pt x="259433" y="161713"/>
                        <a:pt x="259433" y="194349"/>
                        <a:pt x="259433" y="194349"/>
                      </a:cubicBezTo>
                      <a:lnTo>
                        <a:pt x="259433" y="362967"/>
                      </a:lnTo>
                      <a:cubicBezTo>
                        <a:pt x="259433" y="395603"/>
                        <a:pt x="289349" y="422800"/>
                        <a:pt x="321985" y="422800"/>
                      </a:cubicBezTo>
                      <a:cubicBezTo>
                        <a:pt x="354621" y="425519"/>
                        <a:pt x="387257" y="395603"/>
                        <a:pt x="387257" y="362967"/>
                      </a:cubicBezTo>
                      <a:lnTo>
                        <a:pt x="387257" y="273219"/>
                      </a:lnTo>
                      <a:cubicBezTo>
                        <a:pt x="384537" y="183470"/>
                        <a:pt x="395416" y="71964"/>
                        <a:pt x="302948" y="74684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82" name="Freeform: Shape 81">
                  <a:extLst>
                    <a:ext uri="{FF2B5EF4-FFF2-40B4-BE49-F238E27FC236}">
                      <a16:creationId xmlns:a16="http://schemas.microsoft.com/office/drawing/2014/main" id="{B7F1586B-F622-41B9-9A05-65DB881F4B23}"/>
                    </a:ext>
                  </a:extLst>
                </p:cNvPr>
                <p:cNvSpPr/>
                <p:nvPr/>
              </p:nvSpPr>
              <p:spPr>
                <a:xfrm>
                  <a:off x="7616289" y="3475234"/>
                  <a:ext cx="364436" cy="364434"/>
                </a:xfrm>
                <a:custGeom>
                  <a:avLst/>
                  <a:gdLst>
                    <a:gd name="connsiteX0" fmla="*/ 182218 w 364436"/>
                    <a:gd name="connsiteY0" fmla="*/ 73431 h 364434"/>
                    <a:gd name="connsiteX1" fmla="*/ 130544 w 364436"/>
                    <a:gd name="connsiteY1" fmla="*/ 179499 h 364434"/>
                    <a:gd name="connsiteX2" fmla="*/ 182218 w 364436"/>
                    <a:gd name="connsiteY2" fmla="*/ 285565 h 364434"/>
                    <a:gd name="connsiteX3" fmla="*/ 233891 w 364436"/>
                    <a:gd name="connsiteY3" fmla="*/ 179499 h 364434"/>
                    <a:gd name="connsiteX4" fmla="*/ 182218 w 364436"/>
                    <a:gd name="connsiteY4" fmla="*/ 73431 h 364434"/>
                    <a:gd name="connsiteX5" fmla="*/ 182219 w 364436"/>
                    <a:gd name="connsiteY5" fmla="*/ 0 h 364434"/>
                    <a:gd name="connsiteX6" fmla="*/ 364436 w 364436"/>
                    <a:gd name="connsiteY6" fmla="*/ 182217 h 364434"/>
                    <a:gd name="connsiteX7" fmla="*/ 182219 w 364436"/>
                    <a:gd name="connsiteY7" fmla="*/ 364434 h 364434"/>
                    <a:gd name="connsiteX8" fmla="*/ 0 w 364436"/>
                    <a:gd name="connsiteY8" fmla="*/ 182217 h 364434"/>
                    <a:gd name="connsiteX9" fmla="*/ 182219 w 364436"/>
                    <a:gd name="connsiteY9" fmla="*/ 0 h 3644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64436" h="364434">
                      <a:moveTo>
                        <a:pt x="182218" y="73431"/>
                      </a:moveTo>
                      <a:cubicBezTo>
                        <a:pt x="152302" y="76151"/>
                        <a:pt x="130544" y="114226"/>
                        <a:pt x="130544" y="179499"/>
                      </a:cubicBezTo>
                      <a:cubicBezTo>
                        <a:pt x="130544" y="244770"/>
                        <a:pt x="146862" y="285565"/>
                        <a:pt x="182218" y="285565"/>
                      </a:cubicBezTo>
                      <a:cubicBezTo>
                        <a:pt x="217573" y="285565"/>
                        <a:pt x="233891" y="247490"/>
                        <a:pt x="233891" y="179499"/>
                      </a:cubicBezTo>
                      <a:cubicBezTo>
                        <a:pt x="233891" y="114226"/>
                        <a:pt x="212134" y="73431"/>
                        <a:pt x="182218" y="73431"/>
                      </a:cubicBezTo>
                      <a:close/>
                      <a:moveTo>
                        <a:pt x="182219" y="0"/>
                      </a:moveTo>
                      <a:cubicBezTo>
                        <a:pt x="282846" y="0"/>
                        <a:pt x="364436" y="81590"/>
                        <a:pt x="364436" y="182217"/>
                      </a:cubicBezTo>
                      <a:cubicBezTo>
                        <a:pt x="364436" y="282844"/>
                        <a:pt x="282846" y="364434"/>
                        <a:pt x="182219" y="364434"/>
                      </a:cubicBezTo>
                      <a:cubicBezTo>
                        <a:pt x="81591" y="364434"/>
                        <a:pt x="0" y="282844"/>
                        <a:pt x="0" y="182217"/>
                      </a:cubicBezTo>
                      <a:cubicBezTo>
                        <a:pt x="0" y="81590"/>
                        <a:pt x="81591" y="0"/>
                        <a:pt x="182219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83" name="Freeform: Shape 82">
                  <a:extLst>
                    <a:ext uri="{FF2B5EF4-FFF2-40B4-BE49-F238E27FC236}">
                      <a16:creationId xmlns:a16="http://schemas.microsoft.com/office/drawing/2014/main" id="{858D4097-4229-4779-A6DC-0A9866E1FFC7}"/>
                    </a:ext>
                  </a:extLst>
                </p:cNvPr>
                <p:cNvSpPr/>
                <p:nvPr/>
              </p:nvSpPr>
              <p:spPr>
                <a:xfrm>
                  <a:off x="6743101" y="3464184"/>
                  <a:ext cx="372773" cy="375657"/>
                </a:xfrm>
                <a:custGeom>
                  <a:avLst/>
                  <a:gdLst>
                    <a:gd name="connsiteX0" fmla="*/ 176958 w 372773"/>
                    <a:gd name="connsiteY0" fmla="*/ 98080 h 375657"/>
                    <a:gd name="connsiteX1" fmla="*/ 125284 w 372773"/>
                    <a:gd name="connsiteY1" fmla="*/ 190548 h 375657"/>
                    <a:gd name="connsiteX2" fmla="*/ 176958 w 372773"/>
                    <a:gd name="connsiteY2" fmla="*/ 283017 h 375657"/>
                    <a:gd name="connsiteX3" fmla="*/ 228631 w 372773"/>
                    <a:gd name="connsiteY3" fmla="*/ 190548 h 375657"/>
                    <a:gd name="connsiteX4" fmla="*/ 176958 w 372773"/>
                    <a:gd name="connsiteY4" fmla="*/ 98080 h 375657"/>
                    <a:gd name="connsiteX5" fmla="*/ 307501 w 372773"/>
                    <a:gd name="connsiteY5" fmla="*/ 172 h 375657"/>
                    <a:gd name="connsiteX6" fmla="*/ 372773 w 372773"/>
                    <a:gd name="connsiteY6" fmla="*/ 62724 h 375657"/>
                    <a:gd name="connsiteX7" fmla="*/ 372773 w 372773"/>
                    <a:gd name="connsiteY7" fmla="*/ 312934 h 375657"/>
                    <a:gd name="connsiteX8" fmla="*/ 302061 w 372773"/>
                    <a:gd name="connsiteY8" fmla="*/ 375486 h 375657"/>
                    <a:gd name="connsiteX9" fmla="*/ 239509 w 372773"/>
                    <a:gd name="connsiteY9" fmla="*/ 326532 h 375657"/>
                    <a:gd name="connsiteX10" fmla="*/ 179677 w 372773"/>
                    <a:gd name="connsiteY10" fmla="*/ 370046 h 375657"/>
                    <a:gd name="connsiteX11" fmla="*/ 70890 w 372773"/>
                    <a:gd name="connsiteY11" fmla="*/ 353728 h 375657"/>
                    <a:gd name="connsiteX12" fmla="*/ 128003 w 372773"/>
                    <a:gd name="connsiteY12" fmla="*/ 11051 h 375657"/>
                    <a:gd name="connsiteX13" fmla="*/ 236790 w 372773"/>
                    <a:gd name="connsiteY13" fmla="*/ 70883 h 375657"/>
                    <a:gd name="connsiteX14" fmla="*/ 236790 w 372773"/>
                    <a:gd name="connsiteY14" fmla="*/ 62724 h 375657"/>
                    <a:gd name="connsiteX15" fmla="*/ 307501 w 372773"/>
                    <a:gd name="connsiteY15" fmla="*/ 172 h 3756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773" h="375657">
                      <a:moveTo>
                        <a:pt x="176958" y="98080"/>
                      </a:moveTo>
                      <a:cubicBezTo>
                        <a:pt x="147042" y="100800"/>
                        <a:pt x="125284" y="133436"/>
                        <a:pt x="125284" y="190548"/>
                      </a:cubicBezTo>
                      <a:cubicBezTo>
                        <a:pt x="125284" y="247661"/>
                        <a:pt x="141602" y="283017"/>
                        <a:pt x="176958" y="283017"/>
                      </a:cubicBezTo>
                      <a:cubicBezTo>
                        <a:pt x="212314" y="283017"/>
                        <a:pt x="228631" y="247661"/>
                        <a:pt x="228631" y="190548"/>
                      </a:cubicBezTo>
                      <a:cubicBezTo>
                        <a:pt x="228631" y="133436"/>
                        <a:pt x="206874" y="98080"/>
                        <a:pt x="176958" y="98080"/>
                      </a:cubicBezTo>
                      <a:close/>
                      <a:moveTo>
                        <a:pt x="307501" y="172"/>
                      </a:moveTo>
                      <a:cubicBezTo>
                        <a:pt x="340137" y="172"/>
                        <a:pt x="372773" y="30088"/>
                        <a:pt x="372773" y="62724"/>
                      </a:cubicBezTo>
                      <a:cubicBezTo>
                        <a:pt x="372773" y="65444"/>
                        <a:pt x="372773" y="307494"/>
                        <a:pt x="372773" y="312934"/>
                      </a:cubicBezTo>
                      <a:cubicBezTo>
                        <a:pt x="370053" y="348289"/>
                        <a:pt x="337417" y="378205"/>
                        <a:pt x="302061" y="375486"/>
                      </a:cubicBezTo>
                      <a:cubicBezTo>
                        <a:pt x="274865" y="372766"/>
                        <a:pt x="247668" y="353728"/>
                        <a:pt x="239509" y="326532"/>
                      </a:cubicBezTo>
                      <a:cubicBezTo>
                        <a:pt x="225911" y="348289"/>
                        <a:pt x="198715" y="364607"/>
                        <a:pt x="179677" y="370046"/>
                      </a:cubicBezTo>
                      <a:cubicBezTo>
                        <a:pt x="147041" y="378205"/>
                        <a:pt x="100807" y="372766"/>
                        <a:pt x="70890" y="353728"/>
                      </a:cubicBezTo>
                      <a:cubicBezTo>
                        <a:pt x="-35177" y="285737"/>
                        <a:pt x="-27018" y="11051"/>
                        <a:pt x="128003" y="11051"/>
                      </a:cubicBezTo>
                      <a:cubicBezTo>
                        <a:pt x="185116" y="11051"/>
                        <a:pt x="220471" y="49126"/>
                        <a:pt x="236790" y="70883"/>
                      </a:cubicBezTo>
                      <a:cubicBezTo>
                        <a:pt x="236790" y="70883"/>
                        <a:pt x="236790" y="65444"/>
                        <a:pt x="236790" y="62724"/>
                      </a:cubicBezTo>
                      <a:cubicBezTo>
                        <a:pt x="239509" y="27369"/>
                        <a:pt x="272145" y="-2547"/>
                        <a:pt x="307501" y="172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84" name="Freeform: Shape 83">
                  <a:extLst>
                    <a:ext uri="{FF2B5EF4-FFF2-40B4-BE49-F238E27FC236}">
                      <a16:creationId xmlns:a16="http://schemas.microsoft.com/office/drawing/2014/main" id="{88DEFE54-9FC5-4DFD-82BC-DA65A2694425}"/>
                    </a:ext>
                  </a:extLst>
                </p:cNvPr>
                <p:cNvSpPr/>
                <p:nvPr/>
              </p:nvSpPr>
              <p:spPr>
                <a:xfrm>
                  <a:off x="8380335" y="3464184"/>
                  <a:ext cx="372772" cy="375657"/>
                </a:xfrm>
                <a:custGeom>
                  <a:avLst/>
                  <a:gdLst>
                    <a:gd name="connsiteX0" fmla="*/ 176957 w 372772"/>
                    <a:gd name="connsiteY0" fmla="*/ 98080 h 375657"/>
                    <a:gd name="connsiteX1" fmla="*/ 125282 w 372772"/>
                    <a:gd name="connsiteY1" fmla="*/ 190548 h 375657"/>
                    <a:gd name="connsiteX2" fmla="*/ 176957 w 372772"/>
                    <a:gd name="connsiteY2" fmla="*/ 283017 h 375657"/>
                    <a:gd name="connsiteX3" fmla="*/ 228630 w 372772"/>
                    <a:gd name="connsiteY3" fmla="*/ 190548 h 375657"/>
                    <a:gd name="connsiteX4" fmla="*/ 176957 w 372772"/>
                    <a:gd name="connsiteY4" fmla="*/ 98080 h 375657"/>
                    <a:gd name="connsiteX5" fmla="*/ 307501 w 372772"/>
                    <a:gd name="connsiteY5" fmla="*/ 172 h 375657"/>
                    <a:gd name="connsiteX6" fmla="*/ 372772 w 372772"/>
                    <a:gd name="connsiteY6" fmla="*/ 62724 h 375657"/>
                    <a:gd name="connsiteX7" fmla="*/ 372772 w 372772"/>
                    <a:gd name="connsiteY7" fmla="*/ 312934 h 375657"/>
                    <a:gd name="connsiteX8" fmla="*/ 302062 w 372772"/>
                    <a:gd name="connsiteY8" fmla="*/ 375486 h 375657"/>
                    <a:gd name="connsiteX9" fmla="*/ 239509 w 372772"/>
                    <a:gd name="connsiteY9" fmla="*/ 326532 h 375657"/>
                    <a:gd name="connsiteX10" fmla="*/ 179677 w 372772"/>
                    <a:gd name="connsiteY10" fmla="*/ 370046 h 375657"/>
                    <a:gd name="connsiteX11" fmla="*/ 70890 w 372772"/>
                    <a:gd name="connsiteY11" fmla="*/ 353728 h 375657"/>
                    <a:gd name="connsiteX12" fmla="*/ 128002 w 372772"/>
                    <a:gd name="connsiteY12" fmla="*/ 11051 h 375657"/>
                    <a:gd name="connsiteX13" fmla="*/ 236790 w 372772"/>
                    <a:gd name="connsiteY13" fmla="*/ 70883 h 375657"/>
                    <a:gd name="connsiteX14" fmla="*/ 236790 w 372772"/>
                    <a:gd name="connsiteY14" fmla="*/ 62724 h 375657"/>
                    <a:gd name="connsiteX15" fmla="*/ 307501 w 372772"/>
                    <a:gd name="connsiteY15" fmla="*/ 172 h 3756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772" h="375657">
                      <a:moveTo>
                        <a:pt x="176957" y="98080"/>
                      </a:moveTo>
                      <a:cubicBezTo>
                        <a:pt x="147039" y="100800"/>
                        <a:pt x="125282" y="133436"/>
                        <a:pt x="125282" y="190548"/>
                      </a:cubicBezTo>
                      <a:cubicBezTo>
                        <a:pt x="125282" y="247661"/>
                        <a:pt x="141600" y="283017"/>
                        <a:pt x="176957" y="283017"/>
                      </a:cubicBezTo>
                      <a:cubicBezTo>
                        <a:pt x="212312" y="283017"/>
                        <a:pt x="228630" y="247661"/>
                        <a:pt x="228630" y="190548"/>
                      </a:cubicBezTo>
                      <a:cubicBezTo>
                        <a:pt x="228630" y="133436"/>
                        <a:pt x="206873" y="98080"/>
                        <a:pt x="176957" y="98080"/>
                      </a:cubicBezTo>
                      <a:close/>
                      <a:moveTo>
                        <a:pt x="307501" y="172"/>
                      </a:moveTo>
                      <a:cubicBezTo>
                        <a:pt x="340137" y="172"/>
                        <a:pt x="372772" y="30088"/>
                        <a:pt x="372772" y="62724"/>
                      </a:cubicBezTo>
                      <a:cubicBezTo>
                        <a:pt x="372772" y="65444"/>
                        <a:pt x="372772" y="307494"/>
                        <a:pt x="372772" y="312934"/>
                      </a:cubicBezTo>
                      <a:cubicBezTo>
                        <a:pt x="370053" y="348289"/>
                        <a:pt x="337417" y="378205"/>
                        <a:pt x="302062" y="375486"/>
                      </a:cubicBezTo>
                      <a:cubicBezTo>
                        <a:pt x="274865" y="372766"/>
                        <a:pt x="247668" y="353728"/>
                        <a:pt x="239509" y="326532"/>
                      </a:cubicBezTo>
                      <a:cubicBezTo>
                        <a:pt x="228630" y="348289"/>
                        <a:pt x="198714" y="364607"/>
                        <a:pt x="179677" y="370046"/>
                      </a:cubicBezTo>
                      <a:cubicBezTo>
                        <a:pt x="147040" y="378205"/>
                        <a:pt x="100806" y="372766"/>
                        <a:pt x="70890" y="353728"/>
                      </a:cubicBezTo>
                      <a:cubicBezTo>
                        <a:pt x="-35177" y="285737"/>
                        <a:pt x="-27018" y="11051"/>
                        <a:pt x="128002" y="11051"/>
                      </a:cubicBezTo>
                      <a:cubicBezTo>
                        <a:pt x="185116" y="11051"/>
                        <a:pt x="220472" y="49126"/>
                        <a:pt x="236790" y="70883"/>
                      </a:cubicBezTo>
                      <a:cubicBezTo>
                        <a:pt x="236790" y="70883"/>
                        <a:pt x="236790" y="65444"/>
                        <a:pt x="236790" y="62724"/>
                      </a:cubicBezTo>
                      <a:cubicBezTo>
                        <a:pt x="239509" y="27369"/>
                        <a:pt x="272145" y="-2547"/>
                        <a:pt x="307501" y="172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85" name="Freeform: Shape 84">
                  <a:extLst>
                    <a:ext uri="{FF2B5EF4-FFF2-40B4-BE49-F238E27FC236}">
                      <a16:creationId xmlns:a16="http://schemas.microsoft.com/office/drawing/2014/main" id="{9BC0F1E5-0C9E-4FED-A302-2F8BA84F5920}"/>
                    </a:ext>
                  </a:extLst>
                </p:cNvPr>
                <p:cNvSpPr/>
                <p:nvPr/>
              </p:nvSpPr>
              <p:spPr>
                <a:xfrm>
                  <a:off x="7389492" y="3444253"/>
                  <a:ext cx="217573" cy="435145"/>
                </a:xfrm>
                <a:custGeom>
                  <a:avLst/>
                  <a:gdLst>
                    <a:gd name="connsiteX0" fmla="*/ 186002 w 217572"/>
                    <a:gd name="connsiteY0" fmla="*/ 118011 h 435144"/>
                    <a:gd name="connsiteX1" fmla="*/ 128890 w 217572"/>
                    <a:gd name="connsiteY1" fmla="*/ 58178 h 435144"/>
                    <a:gd name="connsiteX2" fmla="*/ 123450 w 217572"/>
                    <a:gd name="connsiteY2" fmla="*/ 58178 h 435144"/>
                    <a:gd name="connsiteX3" fmla="*/ 58178 w 217572"/>
                    <a:gd name="connsiteY3" fmla="*/ 115291 h 435144"/>
                    <a:gd name="connsiteX4" fmla="*/ 58178 w 217572"/>
                    <a:gd name="connsiteY4" fmla="*/ 232236 h 435144"/>
                    <a:gd name="connsiteX5" fmla="*/ 58178 w 217572"/>
                    <a:gd name="connsiteY5" fmla="*/ 232236 h 435144"/>
                    <a:gd name="connsiteX6" fmla="*/ 58178 w 217572"/>
                    <a:gd name="connsiteY6" fmla="*/ 335583 h 435144"/>
                    <a:gd name="connsiteX7" fmla="*/ 115291 w 217572"/>
                    <a:gd name="connsiteY7" fmla="*/ 395415 h 435144"/>
                    <a:gd name="connsiteX8" fmla="*/ 120730 w 217572"/>
                    <a:gd name="connsiteY8" fmla="*/ 395415 h 435144"/>
                    <a:gd name="connsiteX9" fmla="*/ 186002 w 217572"/>
                    <a:gd name="connsiteY9" fmla="*/ 338303 h 435144"/>
                    <a:gd name="connsiteX10" fmla="*/ 186002 w 217572"/>
                    <a:gd name="connsiteY10" fmla="*/ 240395 h 435144"/>
                    <a:gd name="connsiteX11" fmla="*/ 186002 w 217572"/>
                    <a:gd name="connsiteY11" fmla="*/ 240395 h 435144"/>
                    <a:gd name="connsiteX12" fmla="*/ 186002 w 217572"/>
                    <a:gd name="connsiteY12" fmla="*/ 118011 h 4351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17572" h="435144">
                      <a:moveTo>
                        <a:pt x="186002" y="118011"/>
                      </a:moveTo>
                      <a:cubicBezTo>
                        <a:pt x="183283" y="85375"/>
                        <a:pt x="158806" y="60898"/>
                        <a:pt x="128890" y="58178"/>
                      </a:cubicBezTo>
                      <a:cubicBezTo>
                        <a:pt x="126170" y="58178"/>
                        <a:pt x="126170" y="58178"/>
                        <a:pt x="123450" y="58178"/>
                      </a:cubicBezTo>
                      <a:cubicBezTo>
                        <a:pt x="96254" y="58178"/>
                        <a:pt x="58178" y="82655"/>
                        <a:pt x="58178" y="115291"/>
                      </a:cubicBezTo>
                      <a:lnTo>
                        <a:pt x="58178" y="232236"/>
                      </a:lnTo>
                      <a:lnTo>
                        <a:pt x="58178" y="232236"/>
                      </a:lnTo>
                      <a:cubicBezTo>
                        <a:pt x="58178" y="270311"/>
                        <a:pt x="58178" y="335583"/>
                        <a:pt x="58178" y="335583"/>
                      </a:cubicBezTo>
                      <a:cubicBezTo>
                        <a:pt x="60898" y="368219"/>
                        <a:pt x="85375" y="392696"/>
                        <a:pt x="115291" y="395415"/>
                      </a:cubicBezTo>
                      <a:cubicBezTo>
                        <a:pt x="118011" y="395415"/>
                        <a:pt x="118011" y="395415"/>
                        <a:pt x="120730" y="395415"/>
                      </a:cubicBezTo>
                      <a:cubicBezTo>
                        <a:pt x="147927" y="395415"/>
                        <a:pt x="186002" y="370938"/>
                        <a:pt x="186002" y="338303"/>
                      </a:cubicBezTo>
                      <a:lnTo>
                        <a:pt x="186002" y="240395"/>
                      </a:lnTo>
                      <a:lnTo>
                        <a:pt x="186002" y="240395"/>
                      </a:lnTo>
                      <a:cubicBezTo>
                        <a:pt x="186002" y="202320"/>
                        <a:pt x="186002" y="118011"/>
                        <a:pt x="186002" y="118011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86" name="Freeform: Shape 85">
                  <a:extLst>
                    <a:ext uri="{FF2B5EF4-FFF2-40B4-BE49-F238E27FC236}">
                      <a16:creationId xmlns:a16="http://schemas.microsoft.com/office/drawing/2014/main" id="{CD6CAEEB-7EF1-489F-9DD7-99EF765957AA}"/>
                    </a:ext>
                  </a:extLst>
                </p:cNvPr>
                <p:cNvSpPr/>
                <p:nvPr/>
              </p:nvSpPr>
              <p:spPr>
                <a:xfrm>
                  <a:off x="7392212" y="3280901"/>
                  <a:ext cx="217573" cy="217572"/>
                </a:xfrm>
                <a:custGeom>
                  <a:avLst/>
                  <a:gdLst>
                    <a:gd name="connsiteX0" fmla="*/ 183282 w 217572"/>
                    <a:gd name="connsiteY0" fmla="*/ 120902 h 217572"/>
                    <a:gd name="connsiteX1" fmla="*/ 120730 w 217572"/>
                    <a:gd name="connsiteY1" fmla="*/ 183454 h 217572"/>
                    <a:gd name="connsiteX2" fmla="*/ 58178 w 217572"/>
                    <a:gd name="connsiteY2" fmla="*/ 120902 h 217572"/>
                    <a:gd name="connsiteX3" fmla="*/ 120730 w 217572"/>
                    <a:gd name="connsiteY3" fmla="*/ 58350 h 217572"/>
                    <a:gd name="connsiteX4" fmla="*/ 183282 w 217572"/>
                    <a:gd name="connsiteY4" fmla="*/ 120902 h 2175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7572" h="217572">
                      <a:moveTo>
                        <a:pt x="183282" y="120902"/>
                      </a:moveTo>
                      <a:cubicBezTo>
                        <a:pt x="183282" y="156258"/>
                        <a:pt x="156086" y="183454"/>
                        <a:pt x="120730" y="183454"/>
                      </a:cubicBezTo>
                      <a:cubicBezTo>
                        <a:pt x="85375" y="183454"/>
                        <a:pt x="58178" y="156258"/>
                        <a:pt x="58178" y="120902"/>
                      </a:cubicBezTo>
                      <a:cubicBezTo>
                        <a:pt x="58178" y="85547"/>
                        <a:pt x="85375" y="58350"/>
                        <a:pt x="120730" y="58350"/>
                      </a:cubicBezTo>
                      <a:cubicBezTo>
                        <a:pt x="153366" y="55630"/>
                        <a:pt x="183282" y="85547"/>
                        <a:pt x="183282" y="120902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87" name="Freeform: Shape 86">
                  <a:extLst>
                    <a:ext uri="{FF2B5EF4-FFF2-40B4-BE49-F238E27FC236}">
                      <a16:creationId xmlns:a16="http://schemas.microsoft.com/office/drawing/2014/main" id="{9731D7E8-54AC-4DBC-B7CF-3933841A5F4A}"/>
                    </a:ext>
                  </a:extLst>
                </p:cNvPr>
                <p:cNvSpPr/>
                <p:nvPr/>
              </p:nvSpPr>
              <p:spPr>
                <a:xfrm>
                  <a:off x="6005186" y="3416884"/>
                  <a:ext cx="380752" cy="462341"/>
                </a:xfrm>
                <a:custGeom>
                  <a:avLst/>
                  <a:gdLst>
                    <a:gd name="connsiteX0" fmla="*/ 270312 w 380752"/>
                    <a:gd name="connsiteY0" fmla="*/ 69229 h 462341"/>
                    <a:gd name="connsiteX1" fmla="*/ 188722 w 380752"/>
                    <a:gd name="connsiteY1" fmla="*/ 134501 h 462341"/>
                    <a:gd name="connsiteX2" fmla="*/ 188722 w 380752"/>
                    <a:gd name="connsiteY2" fmla="*/ 118183 h 462341"/>
                    <a:gd name="connsiteX3" fmla="*/ 126170 w 380752"/>
                    <a:gd name="connsiteY3" fmla="*/ 58350 h 462341"/>
                    <a:gd name="connsiteX4" fmla="*/ 58178 w 380752"/>
                    <a:gd name="connsiteY4" fmla="*/ 118183 h 462341"/>
                    <a:gd name="connsiteX5" fmla="*/ 58178 w 380752"/>
                    <a:gd name="connsiteY5" fmla="*/ 210651 h 462341"/>
                    <a:gd name="connsiteX6" fmla="*/ 58178 w 380752"/>
                    <a:gd name="connsiteY6" fmla="*/ 365671 h 462341"/>
                    <a:gd name="connsiteX7" fmla="*/ 58178 w 380752"/>
                    <a:gd name="connsiteY7" fmla="*/ 365671 h 462341"/>
                    <a:gd name="connsiteX8" fmla="*/ 120730 w 380752"/>
                    <a:gd name="connsiteY8" fmla="*/ 425504 h 462341"/>
                    <a:gd name="connsiteX9" fmla="*/ 186002 w 380752"/>
                    <a:gd name="connsiteY9" fmla="*/ 365671 h 462341"/>
                    <a:gd name="connsiteX10" fmla="*/ 186002 w 380752"/>
                    <a:gd name="connsiteY10" fmla="*/ 365671 h 462341"/>
                    <a:gd name="connsiteX11" fmla="*/ 186002 w 380752"/>
                    <a:gd name="connsiteY11" fmla="*/ 210651 h 462341"/>
                    <a:gd name="connsiteX12" fmla="*/ 215919 w 380752"/>
                    <a:gd name="connsiteY12" fmla="*/ 158978 h 462341"/>
                    <a:gd name="connsiteX13" fmla="*/ 275751 w 380752"/>
                    <a:gd name="connsiteY13" fmla="*/ 221530 h 462341"/>
                    <a:gd name="connsiteX14" fmla="*/ 270312 w 380752"/>
                    <a:gd name="connsiteY14" fmla="*/ 69229 h 4623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80752" h="462341">
                      <a:moveTo>
                        <a:pt x="270312" y="69229"/>
                      </a:moveTo>
                      <a:cubicBezTo>
                        <a:pt x="232236" y="71949"/>
                        <a:pt x="213199" y="99145"/>
                        <a:pt x="188722" y="134501"/>
                      </a:cubicBezTo>
                      <a:cubicBezTo>
                        <a:pt x="188722" y="134501"/>
                        <a:pt x="188722" y="118183"/>
                        <a:pt x="188722" y="118183"/>
                      </a:cubicBezTo>
                      <a:cubicBezTo>
                        <a:pt x="188722" y="85547"/>
                        <a:pt x="158806" y="58350"/>
                        <a:pt x="126170" y="58350"/>
                      </a:cubicBezTo>
                      <a:cubicBezTo>
                        <a:pt x="93534" y="55631"/>
                        <a:pt x="60898" y="85547"/>
                        <a:pt x="58178" y="118183"/>
                      </a:cubicBezTo>
                      <a:lnTo>
                        <a:pt x="58178" y="210651"/>
                      </a:lnTo>
                      <a:lnTo>
                        <a:pt x="58178" y="365671"/>
                      </a:lnTo>
                      <a:lnTo>
                        <a:pt x="58178" y="365671"/>
                      </a:lnTo>
                      <a:cubicBezTo>
                        <a:pt x="58178" y="398307"/>
                        <a:pt x="88094" y="425504"/>
                        <a:pt x="120730" y="425504"/>
                      </a:cubicBezTo>
                      <a:cubicBezTo>
                        <a:pt x="153366" y="428224"/>
                        <a:pt x="186002" y="398307"/>
                        <a:pt x="186002" y="365671"/>
                      </a:cubicBezTo>
                      <a:lnTo>
                        <a:pt x="186002" y="365671"/>
                      </a:lnTo>
                      <a:lnTo>
                        <a:pt x="186002" y="210651"/>
                      </a:lnTo>
                      <a:cubicBezTo>
                        <a:pt x="188722" y="188894"/>
                        <a:pt x="196881" y="158978"/>
                        <a:pt x="215919" y="158978"/>
                      </a:cubicBezTo>
                      <a:cubicBezTo>
                        <a:pt x="243115" y="158978"/>
                        <a:pt x="215919" y="221530"/>
                        <a:pt x="275751" y="221530"/>
                      </a:cubicBezTo>
                      <a:cubicBezTo>
                        <a:pt x="362780" y="221530"/>
                        <a:pt x="373658" y="63790"/>
                        <a:pt x="270312" y="69229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88" name="Freeform: Shape 87">
                  <a:extLst>
                    <a:ext uri="{FF2B5EF4-FFF2-40B4-BE49-F238E27FC236}">
                      <a16:creationId xmlns:a16="http://schemas.microsoft.com/office/drawing/2014/main" id="{1503EF95-BE05-4CA3-B7FB-F1DFD74D23EA}"/>
                    </a:ext>
                  </a:extLst>
                </p:cNvPr>
                <p:cNvSpPr/>
                <p:nvPr/>
              </p:nvSpPr>
              <p:spPr>
                <a:xfrm>
                  <a:off x="5693490" y="3475234"/>
                  <a:ext cx="337238" cy="364434"/>
                </a:xfrm>
                <a:custGeom>
                  <a:avLst/>
                  <a:gdLst>
                    <a:gd name="connsiteX0" fmla="*/ 180433 w 337238"/>
                    <a:gd name="connsiteY0" fmla="*/ 73984 h 364434"/>
                    <a:gd name="connsiteX1" fmla="*/ 163180 w 337238"/>
                    <a:gd name="connsiteY1" fmla="*/ 78870 h 364434"/>
                    <a:gd name="connsiteX2" fmla="*/ 125105 w 337238"/>
                    <a:gd name="connsiteY2" fmla="*/ 160461 h 364434"/>
                    <a:gd name="connsiteX3" fmla="*/ 171339 w 337238"/>
                    <a:gd name="connsiteY3" fmla="*/ 163180 h 364434"/>
                    <a:gd name="connsiteX4" fmla="*/ 214854 w 337238"/>
                    <a:gd name="connsiteY4" fmla="*/ 108787 h 364434"/>
                    <a:gd name="connsiteX5" fmla="*/ 180433 w 337238"/>
                    <a:gd name="connsiteY5" fmla="*/ 73984 h 364434"/>
                    <a:gd name="connsiteX6" fmla="*/ 174059 w 337238"/>
                    <a:gd name="connsiteY6" fmla="*/ 0 h 364434"/>
                    <a:gd name="connsiteX7" fmla="*/ 337238 w 337238"/>
                    <a:gd name="connsiteY7" fmla="*/ 119665 h 364434"/>
                    <a:gd name="connsiteX8" fmla="*/ 133264 w 337238"/>
                    <a:gd name="connsiteY8" fmla="*/ 217573 h 364434"/>
                    <a:gd name="connsiteX9" fmla="*/ 225732 w 337238"/>
                    <a:gd name="connsiteY9" fmla="*/ 277405 h 364434"/>
                    <a:gd name="connsiteX10" fmla="*/ 320920 w 337238"/>
                    <a:gd name="connsiteY10" fmla="*/ 250208 h 364434"/>
                    <a:gd name="connsiteX11" fmla="*/ 174059 w 337238"/>
                    <a:gd name="connsiteY11" fmla="*/ 364434 h 364434"/>
                    <a:gd name="connsiteX12" fmla="*/ 0 w 337238"/>
                    <a:gd name="connsiteY12" fmla="*/ 184937 h 364434"/>
                    <a:gd name="connsiteX13" fmla="*/ 174059 w 337238"/>
                    <a:gd name="connsiteY13" fmla="*/ 0 h 3644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37238" h="364434">
                      <a:moveTo>
                        <a:pt x="180433" y="73984"/>
                      </a:moveTo>
                      <a:cubicBezTo>
                        <a:pt x="174569" y="73941"/>
                        <a:pt x="168620" y="75471"/>
                        <a:pt x="163180" y="78870"/>
                      </a:cubicBezTo>
                      <a:cubicBezTo>
                        <a:pt x="135984" y="95189"/>
                        <a:pt x="127825" y="130544"/>
                        <a:pt x="125105" y="160461"/>
                      </a:cubicBezTo>
                      <a:cubicBezTo>
                        <a:pt x="125105" y="163180"/>
                        <a:pt x="168620" y="160461"/>
                        <a:pt x="171339" y="163180"/>
                      </a:cubicBezTo>
                      <a:cubicBezTo>
                        <a:pt x="195816" y="157741"/>
                        <a:pt x="214854" y="135984"/>
                        <a:pt x="214854" y="108787"/>
                      </a:cubicBezTo>
                      <a:cubicBezTo>
                        <a:pt x="214854" y="88389"/>
                        <a:pt x="198026" y="74111"/>
                        <a:pt x="180433" y="73984"/>
                      </a:cubicBezTo>
                      <a:close/>
                      <a:moveTo>
                        <a:pt x="174059" y="0"/>
                      </a:moveTo>
                      <a:cubicBezTo>
                        <a:pt x="233891" y="0"/>
                        <a:pt x="337238" y="29916"/>
                        <a:pt x="337238" y="119665"/>
                      </a:cubicBezTo>
                      <a:cubicBezTo>
                        <a:pt x="337238" y="209414"/>
                        <a:pt x="244770" y="217573"/>
                        <a:pt x="133264" y="217573"/>
                      </a:cubicBezTo>
                      <a:cubicBezTo>
                        <a:pt x="133264" y="217573"/>
                        <a:pt x="149581" y="277405"/>
                        <a:pt x="225732" y="277405"/>
                      </a:cubicBezTo>
                      <a:cubicBezTo>
                        <a:pt x="301883" y="277405"/>
                        <a:pt x="320920" y="250208"/>
                        <a:pt x="320920" y="250208"/>
                      </a:cubicBezTo>
                      <a:cubicBezTo>
                        <a:pt x="320920" y="250208"/>
                        <a:pt x="315481" y="364434"/>
                        <a:pt x="174059" y="364434"/>
                      </a:cubicBezTo>
                      <a:cubicBezTo>
                        <a:pt x="95188" y="364434"/>
                        <a:pt x="0" y="304602"/>
                        <a:pt x="0" y="184937"/>
                      </a:cubicBezTo>
                      <a:cubicBezTo>
                        <a:pt x="0" y="78870"/>
                        <a:pt x="73431" y="0"/>
                        <a:pt x="174059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89" name="Freeform: Shape 88">
                  <a:extLst>
                    <a:ext uri="{FF2B5EF4-FFF2-40B4-BE49-F238E27FC236}">
                      <a16:creationId xmlns:a16="http://schemas.microsoft.com/office/drawing/2014/main" id="{9DA2391E-973D-486F-A4CC-425BD156F86D}"/>
                    </a:ext>
                  </a:extLst>
                </p:cNvPr>
                <p:cNvSpPr/>
                <p:nvPr/>
              </p:nvSpPr>
              <p:spPr>
                <a:xfrm>
                  <a:off x="5376945" y="3338014"/>
                  <a:ext cx="353556" cy="543931"/>
                </a:xfrm>
                <a:custGeom>
                  <a:avLst/>
                  <a:gdLst>
                    <a:gd name="connsiteX0" fmla="*/ 311107 w 353555"/>
                    <a:gd name="connsiteY0" fmla="*/ 433663 h 543931"/>
                    <a:gd name="connsiteX1" fmla="*/ 215919 w 353555"/>
                    <a:gd name="connsiteY1" fmla="*/ 501654 h 543931"/>
                    <a:gd name="connsiteX2" fmla="*/ 98973 w 353555"/>
                    <a:gd name="connsiteY2" fmla="*/ 392868 h 543931"/>
                    <a:gd name="connsiteX3" fmla="*/ 98973 w 353555"/>
                    <a:gd name="connsiteY3" fmla="*/ 221530 h 543931"/>
                    <a:gd name="connsiteX4" fmla="*/ 82655 w 353555"/>
                    <a:gd name="connsiteY4" fmla="*/ 221530 h 543931"/>
                    <a:gd name="connsiteX5" fmla="*/ 58178 w 353555"/>
                    <a:gd name="connsiteY5" fmla="*/ 191614 h 543931"/>
                    <a:gd name="connsiteX6" fmla="*/ 85375 w 353555"/>
                    <a:gd name="connsiteY6" fmla="*/ 164417 h 543931"/>
                    <a:gd name="connsiteX7" fmla="*/ 101693 w 353555"/>
                    <a:gd name="connsiteY7" fmla="*/ 164417 h 543931"/>
                    <a:gd name="connsiteX8" fmla="*/ 101693 w 353555"/>
                    <a:gd name="connsiteY8" fmla="*/ 118183 h 543931"/>
                    <a:gd name="connsiteX9" fmla="*/ 166965 w 353555"/>
                    <a:gd name="connsiteY9" fmla="*/ 58350 h 543931"/>
                    <a:gd name="connsiteX10" fmla="*/ 229517 w 353555"/>
                    <a:gd name="connsiteY10" fmla="*/ 118183 h 543931"/>
                    <a:gd name="connsiteX11" fmla="*/ 229517 w 353555"/>
                    <a:gd name="connsiteY11" fmla="*/ 118183 h 543931"/>
                    <a:gd name="connsiteX12" fmla="*/ 229517 w 353555"/>
                    <a:gd name="connsiteY12" fmla="*/ 164417 h 543931"/>
                    <a:gd name="connsiteX13" fmla="*/ 283910 w 353555"/>
                    <a:gd name="connsiteY13" fmla="*/ 164417 h 543931"/>
                    <a:gd name="connsiteX14" fmla="*/ 308387 w 353555"/>
                    <a:gd name="connsiteY14" fmla="*/ 194333 h 543931"/>
                    <a:gd name="connsiteX15" fmla="*/ 281190 w 353555"/>
                    <a:gd name="connsiteY15" fmla="*/ 221530 h 543931"/>
                    <a:gd name="connsiteX16" fmla="*/ 229517 w 353555"/>
                    <a:gd name="connsiteY16" fmla="*/ 221530 h 543931"/>
                    <a:gd name="connsiteX17" fmla="*/ 229517 w 353555"/>
                    <a:gd name="connsiteY17" fmla="*/ 365671 h 543931"/>
                    <a:gd name="connsiteX18" fmla="*/ 311107 w 353555"/>
                    <a:gd name="connsiteY18" fmla="*/ 433663 h 5439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353555" h="543931">
                      <a:moveTo>
                        <a:pt x="311107" y="433663"/>
                      </a:moveTo>
                      <a:cubicBezTo>
                        <a:pt x="311107" y="433663"/>
                        <a:pt x="278471" y="501654"/>
                        <a:pt x="215919" y="501654"/>
                      </a:cubicBezTo>
                      <a:cubicBezTo>
                        <a:pt x="164245" y="501654"/>
                        <a:pt x="101693" y="458140"/>
                        <a:pt x="98973" y="392868"/>
                      </a:cubicBezTo>
                      <a:cubicBezTo>
                        <a:pt x="98973" y="392868"/>
                        <a:pt x="98973" y="297680"/>
                        <a:pt x="98973" y="221530"/>
                      </a:cubicBezTo>
                      <a:lnTo>
                        <a:pt x="82655" y="221530"/>
                      </a:lnTo>
                      <a:cubicBezTo>
                        <a:pt x="74496" y="221530"/>
                        <a:pt x="58178" y="216090"/>
                        <a:pt x="58178" y="191614"/>
                      </a:cubicBezTo>
                      <a:cubicBezTo>
                        <a:pt x="58178" y="167137"/>
                        <a:pt x="77216" y="164417"/>
                        <a:pt x="85375" y="164417"/>
                      </a:cubicBezTo>
                      <a:lnTo>
                        <a:pt x="101693" y="164417"/>
                      </a:lnTo>
                      <a:cubicBezTo>
                        <a:pt x="101693" y="137220"/>
                        <a:pt x="101693" y="118183"/>
                        <a:pt x="101693" y="118183"/>
                      </a:cubicBezTo>
                      <a:cubicBezTo>
                        <a:pt x="104413" y="85547"/>
                        <a:pt x="134329" y="55631"/>
                        <a:pt x="166965" y="58350"/>
                      </a:cubicBezTo>
                      <a:cubicBezTo>
                        <a:pt x="196881" y="61070"/>
                        <a:pt x="229517" y="85547"/>
                        <a:pt x="229517" y="118183"/>
                      </a:cubicBezTo>
                      <a:lnTo>
                        <a:pt x="229517" y="118183"/>
                      </a:lnTo>
                      <a:lnTo>
                        <a:pt x="229517" y="164417"/>
                      </a:lnTo>
                      <a:lnTo>
                        <a:pt x="283910" y="164417"/>
                      </a:lnTo>
                      <a:cubicBezTo>
                        <a:pt x="292069" y="164417"/>
                        <a:pt x="308387" y="169856"/>
                        <a:pt x="308387" y="194333"/>
                      </a:cubicBezTo>
                      <a:cubicBezTo>
                        <a:pt x="308387" y="218810"/>
                        <a:pt x="292069" y="221530"/>
                        <a:pt x="281190" y="221530"/>
                      </a:cubicBezTo>
                      <a:lnTo>
                        <a:pt x="229517" y="221530"/>
                      </a:lnTo>
                      <a:lnTo>
                        <a:pt x="229517" y="365671"/>
                      </a:lnTo>
                      <a:cubicBezTo>
                        <a:pt x="226797" y="409186"/>
                        <a:pt x="267592" y="433663"/>
                        <a:pt x="311107" y="433663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90" name="Freeform: Shape 89">
                  <a:extLst>
                    <a:ext uri="{FF2B5EF4-FFF2-40B4-BE49-F238E27FC236}">
                      <a16:creationId xmlns:a16="http://schemas.microsoft.com/office/drawing/2014/main" id="{9557F38E-75E4-4A01-94EB-4320F26D155A}"/>
                    </a:ext>
                  </a:extLst>
                </p:cNvPr>
                <p:cNvSpPr/>
                <p:nvPr/>
              </p:nvSpPr>
              <p:spPr>
                <a:xfrm>
                  <a:off x="7090329" y="3338014"/>
                  <a:ext cx="353556" cy="543931"/>
                </a:xfrm>
                <a:custGeom>
                  <a:avLst/>
                  <a:gdLst>
                    <a:gd name="connsiteX0" fmla="*/ 311107 w 353555"/>
                    <a:gd name="connsiteY0" fmla="*/ 433663 h 543931"/>
                    <a:gd name="connsiteX1" fmla="*/ 215919 w 353555"/>
                    <a:gd name="connsiteY1" fmla="*/ 501654 h 543931"/>
                    <a:gd name="connsiteX2" fmla="*/ 98973 w 353555"/>
                    <a:gd name="connsiteY2" fmla="*/ 392868 h 543931"/>
                    <a:gd name="connsiteX3" fmla="*/ 98973 w 353555"/>
                    <a:gd name="connsiteY3" fmla="*/ 221530 h 543931"/>
                    <a:gd name="connsiteX4" fmla="*/ 82655 w 353555"/>
                    <a:gd name="connsiteY4" fmla="*/ 221530 h 543931"/>
                    <a:gd name="connsiteX5" fmla="*/ 58178 w 353555"/>
                    <a:gd name="connsiteY5" fmla="*/ 191614 h 543931"/>
                    <a:gd name="connsiteX6" fmla="*/ 85375 w 353555"/>
                    <a:gd name="connsiteY6" fmla="*/ 164417 h 543931"/>
                    <a:gd name="connsiteX7" fmla="*/ 101693 w 353555"/>
                    <a:gd name="connsiteY7" fmla="*/ 164417 h 543931"/>
                    <a:gd name="connsiteX8" fmla="*/ 101693 w 353555"/>
                    <a:gd name="connsiteY8" fmla="*/ 118183 h 543931"/>
                    <a:gd name="connsiteX9" fmla="*/ 166965 w 353555"/>
                    <a:gd name="connsiteY9" fmla="*/ 58350 h 543931"/>
                    <a:gd name="connsiteX10" fmla="*/ 229517 w 353555"/>
                    <a:gd name="connsiteY10" fmla="*/ 118183 h 543931"/>
                    <a:gd name="connsiteX11" fmla="*/ 229517 w 353555"/>
                    <a:gd name="connsiteY11" fmla="*/ 118183 h 543931"/>
                    <a:gd name="connsiteX12" fmla="*/ 229517 w 353555"/>
                    <a:gd name="connsiteY12" fmla="*/ 164417 h 543931"/>
                    <a:gd name="connsiteX13" fmla="*/ 283910 w 353555"/>
                    <a:gd name="connsiteY13" fmla="*/ 164417 h 543931"/>
                    <a:gd name="connsiteX14" fmla="*/ 308387 w 353555"/>
                    <a:gd name="connsiteY14" fmla="*/ 194333 h 543931"/>
                    <a:gd name="connsiteX15" fmla="*/ 281190 w 353555"/>
                    <a:gd name="connsiteY15" fmla="*/ 221530 h 543931"/>
                    <a:gd name="connsiteX16" fmla="*/ 229517 w 353555"/>
                    <a:gd name="connsiteY16" fmla="*/ 221530 h 543931"/>
                    <a:gd name="connsiteX17" fmla="*/ 229517 w 353555"/>
                    <a:gd name="connsiteY17" fmla="*/ 365671 h 543931"/>
                    <a:gd name="connsiteX18" fmla="*/ 311107 w 353555"/>
                    <a:gd name="connsiteY18" fmla="*/ 433663 h 5439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353555" h="543931">
                      <a:moveTo>
                        <a:pt x="311107" y="433663"/>
                      </a:moveTo>
                      <a:cubicBezTo>
                        <a:pt x="311107" y="433663"/>
                        <a:pt x="278471" y="501654"/>
                        <a:pt x="215919" y="501654"/>
                      </a:cubicBezTo>
                      <a:cubicBezTo>
                        <a:pt x="164245" y="501654"/>
                        <a:pt x="101693" y="458140"/>
                        <a:pt x="98973" y="392868"/>
                      </a:cubicBezTo>
                      <a:cubicBezTo>
                        <a:pt x="98973" y="392868"/>
                        <a:pt x="98973" y="297680"/>
                        <a:pt x="98973" y="221530"/>
                      </a:cubicBezTo>
                      <a:lnTo>
                        <a:pt x="82655" y="221530"/>
                      </a:lnTo>
                      <a:cubicBezTo>
                        <a:pt x="74496" y="221530"/>
                        <a:pt x="58178" y="216090"/>
                        <a:pt x="58178" y="191614"/>
                      </a:cubicBezTo>
                      <a:cubicBezTo>
                        <a:pt x="58178" y="167137"/>
                        <a:pt x="77216" y="164417"/>
                        <a:pt x="85375" y="164417"/>
                      </a:cubicBezTo>
                      <a:lnTo>
                        <a:pt x="101693" y="164417"/>
                      </a:lnTo>
                      <a:cubicBezTo>
                        <a:pt x="101693" y="137220"/>
                        <a:pt x="101693" y="118183"/>
                        <a:pt x="101693" y="118183"/>
                      </a:cubicBezTo>
                      <a:cubicBezTo>
                        <a:pt x="104412" y="85547"/>
                        <a:pt x="134329" y="55631"/>
                        <a:pt x="166965" y="58350"/>
                      </a:cubicBezTo>
                      <a:cubicBezTo>
                        <a:pt x="196881" y="61070"/>
                        <a:pt x="229517" y="85547"/>
                        <a:pt x="229517" y="118183"/>
                      </a:cubicBezTo>
                      <a:lnTo>
                        <a:pt x="229517" y="118183"/>
                      </a:lnTo>
                      <a:lnTo>
                        <a:pt x="229517" y="164417"/>
                      </a:lnTo>
                      <a:lnTo>
                        <a:pt x="283910" y="164417"/>
                      </a:lnTo>
                      <a:cubicBezTo>
                        <a:pt x="292069" y="164417"/>
                        <a:pt x="308387" y="169856"/>
                        <a:pt x="308387" y="194333"/>
                      </a:cubicBezTo>
                      <a:cubicBezTo>
                        <a:pt x="308387" y="218810"/>
                        <a:pt x="292069" y="221530"/>
                        <a:pt x="281190" y="221530"/>
                      </a:cubicBezTo>
                      <a:lnTo>
                        <a:pt x="229517" y="221530"/>
                      </a:lnTo>
                      <a:lnTo>
                        <a:pt x="229517" y="365671"/>
                      </a:lnTo>
                      <a:cubicBezTo>
                        <a:pt x="229517" y="409186"/>
                        <a:pt x="270312" y="433663"/>
                        <a:pt x="311107" y="433663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91" name="Freeform: Shape 90">
                  <a:extLst>
                    <a:ext uri="{FF2B5EF4-FFF2-40B4-BE49-F238E27FC236}">
                      <a16:creationId xmlns:a16="http://schemas.microsoft.com/office/drawing/2014/main" id="{FFDABE5C-AC88-4A6F-BE8F-96BF19C86FD3}"/>
                    </a:ext>
                  </a:extLst>
                </p:cNvPr>
                <p:cNvSpPr/>
                <p:nvPr/>
              </p:nvSpPr>
              <p:spPr>
                <a:xfrm>
                  <a:off x="2080719" y="4178559"/>
                  <a:ext cx="462342" cy="788700"/>
                </a:xfrm>
                <a:custGeom>
                  <a:avLst/>
                  <a:gdLst>
                    <a:gd name="connsiteX0" fmla="*/ 403575 w 462341"/>
                    <a:gd name="connsiteY0" fmla="*/ 583072 h 788699"/>
                    <a:gd name="connsiteX1" fmla="*/ 406295 w 462341"/>
                    <a:gd name="connsiteY1" fmla="*/ 596670 h 788699"/>
                    <a:gd name="connsiteX2" fmla="*/ 400855 w 462341"/>
                    <a:gd name="connsiteY2" fmla="*/ 610268 h 788699"/>
                    <a:gd name="connsiteX3" fmla="*/ 389977 w 462341"/>
                    <a:gd name="connsiteY3" fmla="*/ 626586 h 788699"/>
                    <a:gd name="connsiteX4" fmla="*/ 354621 w 462341"/>
                    <a:gd name="connsiteY4" fmla="*/ 675540 h 788699"/>
                    <a:gd name="connsiteX5" fmla="*/ 327424 w 462341"/>
                    <a:gd name="connsiteY5" fmla="*/ 691858 h 788699"/>
                    <a:gd name="connsiteX6" fmla="*/ 292069 w 462341"/>
                    <a:gd name="connsiteY6" fmla="*/ 713615 h 788699"/>
                    <a:gd name="connsiteX7" fmla="*/ 251274 w 462341"/>
                    <a:gd name="connsiteY7" fmla="*/ 724494 h 788699"/>
                    <a:gd name="connsiteX8" fmla="*/ 221358 w 462341"/>
                    <a:gd name="connsiteY8" fmla="*/ 721774 h 788699"/>
                    <a:gd name="connsiteX9" fmla="*/ 191442 w 462341"/>
                    <a:gd name="connsiteY9" fmla="*/ 721774 h 788699"/>
                    <a:gd name="connsiteX10" fmla="*/ 153366 w 462341"/>
                    <a:gd name="connsiteY10" fmla="*/ 713615 h 788699"/>
                    <a:gd name="connsiteX11" fmla="*/ 104412 w 462341"/>
                    <a:gd name="connsiteY11" fmla="*/ 675540 h 788699"/>
                    <a:gd name="connsiteX12" fmla="*/ 104412 w 462341"/>
                    <a:gd name="connsiteY12" fmla="*/ 689138 h 788699"/>
                    <a:gd name="connsiteX13" fmla="*/ 101693 w 462341"/>
                    <a:gd name="connsiteY13" fmla="*/ 710895 h 788699"/>
                    <a:gd name="connsiteX14" fmla="*/ 85375 w 462341"/>
                    <a:gd name="connsiteY14" fmla="*/ 732653 h 788699"/>
                    <a:gd name="connsiteX15" fmla="*/ 69057 w 462341"/>
                    <a:gd name="connsiteY15" fmla="*/ 727214 h 788699"/>
                    <a:gd name="connsiteX16" fmla="*/ 60898 w 462341"/>
                    <a:gd name="connsiteY16" fmla="*/ 710895 h 788699"/>
                    <a:gd name="connsiteX17" fmla="*/ 58178 w 462341"/>
                    <a:gd name="connsiteY17" fmla="*/ 691858 h 788699"/>
                    <a:gd name="connsiteX18" fmla="*/ 60898 w 462341"/>
                    <a:gd name="connsiteY18" fmla="*/ 664661 h 788699"/>
                    <a:gd name="connsiteX19" fmla="*/ 60898 w 462341"/>
                    <a:gd name="connsiteY19" fmla="*/ 607549 h 788699"/>
                    <a:gd name="connsiteX20" fmla="*/ 63618 w 462341"/>
                    <a:gd name="connsiteY20" fmla="*/ 528679 h 788699"/>
                    <a:gd name="connsiteX21" fmla="*/ 69057 w 462341"/>
                    <a:gd name="connsiteY21" fmla="*/ 504202 h 788699"/>
                    <a:gd name="connsiteX22" fmla="*/ 74496 w 462341"/>
                    <a:gd name="connsiteY22" fmla="*/ 493323 h 788699"/>
                    <a:gd name="connsiteX23" fmla="*/ 82655 w 462341"/>
                    <a:gd name="connsiteY23" fmla="*/ 487884 h 788699"/>
                    <a:gd name="connsiteX24" fmla="*/ 90814 w 462341"/>
                    <a:gd name="connsiteY24" fmla="*/ 493323 h 788699"/>
                    <a:gd name="connsiteX25" fmla="*/ 98973 w 462341"/>
                    <a:gd name="connsiteY25" fmla="*/ 512361 h 788699"/>
                    <a:gd name="connsiteX26" fmla="*/ 101693 w 462341"/>
                    <a:gd name="connsiteY26" fmla="*/ 555875 h 788699"/>
                    <a:gd name="connsiteX27" fmla="*/ 101693 w 462341"/>
                    <a:gd name="connsiteY27" fmla="*/ 596670 h 788699"/>
                    <a:gd name="connsiteX28" fmla="*/ 109852 w 462341"/>
                    <a:gd name="connsiteY28" fmla="*/ 626586 h 788699"/>
                    <a:gd name="connsiteX29" fmla="*/ 128889 w 462341"/>
                    <a:gd name="connsiteY29" fmla="*/ 651063 h 788699"/>
                    <a:gd name="connsiteX30" fmla="*/ 153366 w 462341"/>
                    <a:gd name="connsiteY30" fmla="*/ 670101 h 788699"/>
                    <a:gd name="connsiteX31" fmla="*/ 196881 w 462341"/>
                    <a:gd name="connsiteY31" fmla="*/ 678260 h 788699"/>
                    <a:gd name="connsiteX32" fmla="*/ 221358 w 462341"/>
                    <a:gd name="connsiteY32" fmla="*/ 667381 h 788699"/>
                    <a:gd name="connsiteX33" fmla="*/ 253994 w 462341"/>
                    <a:gd name="connsiteY33" fmla="*/ 659222 h 788699"/>
                    <a:gd name="connsiteX34" fmla="*/ 275751 w 462341"/>
                    <a:gd name="connsiteY34" fmla="*/ 637465 h 788699"/>
                    <a:gd name="connsiteX35" fmla="*/ 281190 w 462341"/>
                    <a:gd name="connsiteY35" fmla="*/ 615708 h 788699"/>
                    <a:gd name="connsiteX36" fmla="*/ 278471 w 462341"/>
                    <a:gd name="connsiteY36" fmla="*/ 602109 h 788699"/>
                    <a:gd name="connsiteX37" fmla="*/ 262153 w 462341"/>
                    <a:gd name="connsiteY37" fmla="*/ 572193 h 788699"/>
                    <a:gd name="connsiteX38" fmla="*/ 245835 w 462341"/>
                    <a:gd name="connsiteY38" fmla="*/ 536838 h 788699"/>
                    <a:gd name="connsiteX39" fmla="*/ 196881 w 462341"/>
                    <a:gd name="connsiteY39" fmla="*/ 477005 h 788699"/>
                    <a:gd name="connsiteX40" fmla="*/ 145207 w 462341"/>
                    <a:gd name="connsiteY40" fmla="*/ 419892 h 788699"/>
                    <a:gd name="connsiteX41" fmla="*/ 93534 w 462341"/>
                    <a:gd name="connsiteY41" fmla="*/ 357340 h 788699"/>
                    <a:gd name="connsiteX42" fmla="*/ 66337 w 462341"/>
                    <a:gd name="connsiteY42" fmla="*/ 283910 h 788699"/>
                    <a:gd name="connsiteX43" fmla="*/ 58178 w 462341"/>
                    <a:gd name="connsiteY43" fmla="*/ 224077 h 788699"/>
                    <a:gd name="connsiteX44" fmla="*/ 82655 w 462341"/>
                    <a:gd name="connsiteY44" fmla="*/ 150647 h 788699"/>
                    <a:gd name="connsiteX45" fmla="*/ 137048 w 462341"/>
                    <a:gd name="connsiteY45" fmla="*/ 96253 h 788699"/>
                    <a:gd name="connsiteX46" fmla="*/ 196881 w 462341"/>
                    <a:gd name="connsiteY46" fmla="*/ 77216 h 788699"/>
                    <a:gd name="connsiteX47" fmla="*/ 232236 w 462341"/>
                    <a:gd name="connsiteY47" fmla="*/ 69057 h 788699"/>
                    <a:gd name="connsiteX48" fmla="*/ 262153 w 462341"/>
                    <a:gd name="connsiteY48" fmla="*/ 74496 h 788699"/>
                    <a:gd name="connsiteX49" fmla="*/ 294789 w 462341"/>
                    <a:gd name="connsiteY49" fmla="*/ 85375 h 788699"/>
                    <a:gd name="connsiteX50" fmla="*/ 327424 w 462341"/>
                    <a:gd name="connsiteY50" fmla="*/ 104412 h 788699"/>
                    <a:gd name="connsiteX51" fmla="*/ 332864 w 462341"/>
                    <a:gd name="connsiteY51" fmla="*/ 74496 h 788699"/>
                    <a:gd name="connsiteX52" fmla="*/ 338303 w 462341"/>
                    <a:gd name="connsiteY52" fmla="*/ 63618 h 788699"/>
                    <a:gd name="connsiteX53" fmla="*/ 349182 w 462341"/>
                    <a:gd name="connsiteY53" fmla="*/ 58178 h 788699"/>
                    <a:gd name="connsiteX54" fmla="*/ 357341 w 462341"/>
                    <a:gd name="connsiteY54" fmla="*/ 63618 h 788699"/>
                    <a:gd name="connsiteX55" fmla="*/ 365500 w 462341"/>
                    <a:gd name="connsiteY55" fmla="*/ 82655 h 788699"/>
                    <a:gd name="connsiteX56" fmla="*/ 368219 w 462341"/>
                    <a:gd name="connsiteY56" fmla="*/ 142488 h 788699"/>
                    <a:gd name="connsiteX57" fmla="*/ 368219 w 462341"/>
                    <a:gd name="connsiteY57" fmla="*/ 188722 h 788699"/>
                    <a:gd name="connsiteX58" fmla="*/ 370939 w 462341"/>
                    <a:gd name="connsiteY58" fmla="*/ 245834 h 788699"/>
                    <a:gd name="connsiteX59" fmla="*/ 354621 w 462341"/>
                    <a:gd name="connsiteY59" fmla="*/ 286629 h 788699"/>
                    <a:gd name="connsiteX60" fmla="*/ 338303 w 462341"/>
                    <a:gd name="connsiteY60" fmla="*/ 281190 h 788699"/>
                    <a:gd name="connsiteX61" fmla="*/ 330144 w 462341"/>
                    <a:gd name="connsiteY61" fmla="*/ 264872 h 788699"/>
                    <a:gd name="connsiteX62" fmla="*/ 327424 w 462341"/>
                    <a:gd name="connsiteY62" fmla="*/ 248554 h 788699"/>
                    <a:gd name="connsiteX63" fmla="*/ 330144 w 462341"/>
                    <a:gd name="connsiteY63" fmla="*/ 221357 h 788699"/>
                    <a:gd name="connsiteX64" fmla="*/ 330144 w 462341"/>
                    <a:gd name="connsiteY64" fmla="*/ 188722 h 788699"/>
                    <a:gd name="connsiteX65" fmla="*/ 327424 w 462341"/>
                    <a:gd name="connsiteY65" fmla="*/ 164245 h 788699"/>
                    <a:gd name="connsiteX66" fmla="*/ 311107 w 462341"/>
                    <a:gd name="connsiteY66" fmla="*/ 134329 h 788699"/>
                    <a:gd name="connsiteX67" fmla="*/ 283910 w 462341"/>
                    <a:gd name="connsiteY67" fmla="*/ 118011 h 788699"/>
                    <a:gd name="connsiteX68" fmla="*/ 251274 w 462341"/>
                    <a:gd name="connsiteY68" fmla="*/ 112571 h 788699"/>
                    <a:gd name="connsiteX69" fmla="*/ 215918 w 462341"/>
                    <a:gd name="connsiteY69" fmla="*/ 123450 h 788699"/>
                    <a:gd name="connsiteX70" fmla="*/ 202320 w 462341"/>
                    <a:gd name="connsiteY70" fmla="*/ 147927 h 788699"/>
                    <a:gd name="connsiteX71" fmla="*/ 188722 w 462341"/>
                    <a:gd name="connsiteY71" fmla="*/ 180563 h 788699"/>
                    <a:gd name="connsiteX72" fmla="*/ 183283 w 462341"/>
                    <a:gd name="connsiteY72" fmla="*/ 210479 h 788699"/>
                    <a:gd name="connsiteX73" fmla="*/ 188722 w 462341"/>
                    <a:gd name="connsiteY73" fmla="*/ 226797 h 788699"/>
                    <a:gd name="connsiteX74" fmla="*/ 188722 w 462341"/>
                    <a:gd name="connsiteY74" fmla="*/ 248554 h 788699"/>
                    <a:gd name="connsiteX75" fmla="*/ 210479 w 462341"/>
                    <a:gd name="connsiteY75" fmla="*/ 273031 h 788699"/>
                    <a:gd name="connsiteX76" fmla="*/ 226797 w 462341"/>
                    <a:gd name="connsiteY76" fmla="*/ 300228 h 788699"/>
                    <a:gd name="connsiteX77" fmla="*/ 256713 w 462341"/>
                    <a:gd name="connsiteY77" fmla="*/ 332864 h 788699"/>
                    <a:gd name="connsiteX78" fmla="*/ 275751 w 462341"/>
                    <a:gd name="connsiteY78" fmla="*/ 351901 h 788699"/>
                    <a:gd name="connsiteX79" fmla="*/ 324705 w 462341"/>
                    <a:gd name="connsiteY79" fmla="*/ 400855 h 788699"/>
                    <a:gd name="connsiteX80" fmla="*/ 343742 w 462341"/>
                    <a:gd name="connsiteY80" fmla="*/ 428051 h 788699"/>
                    <a:gd name="connsiteX81" fmla="*/ 351901 w 462341"/>
                    <a:gd name="connsiteY81" fmla="*/ 433491 h 788699"/>
                    <a:gd name="connsiteX82" fmla="*/ 360060 w 462341"/>
                    <a:gd name="connsiteY82" fmla="*/ 447089 h 788699"/>
                    <a:gd name="connsiteX83" fmla="*/ 384537 w 462341"/>
                    <a:gd name="connsiteY83" fmla="*/ 474286 h 788699"/>
                    <a:gd name="connsiteX84" fmla="*/ 395416 w 462341"/>
                    <a:gd name="connsiteY84" fmla="*/ 506921 h 788699"/>
                    <a:gd name="connsiteX85" fmla="*/ 406295 w 462341"/>
                    <a:gd name="connsiteY85" fmla="*/ 536838 h 788699"/>
                    <a:gd name="connsiteX86" fmla="*/ 409014 w 462341"/>
                    <a:gd name="connsiteY86" fmla="*/ 547716 h 788699"/>
                    <a:gd name="connsiteX87" fmla="*/ 406295 w 462341"/>
                    <a:gd name="connsiteY87" fmla="*/ 569473 h 788699"/>
                    <a:gd name="connsiteX88" fmla="*/ 403575 w 462341"/>
                    <a:gd name="connsiteY88" fmla="*/ 583072 h 788699"/>
                    <a:gd name="connsiteX89" fmla="*/ 403575 w 462341"/>
                    <a:gd name="connsiteY89" fmla="*/ 583072 h 788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</a:cxnLst>
                  <a:rect l="l" t="t" r="r" b="b"/>
                  <a:pathLst>
                    <a:path w="462341" h="788699">
                      <a:moveTo>
                        <a:pt x="403575" y="583072"/>
                      </a:moveTo>
                      <a:cubicBezTo>
                        <a:pt x="403575" y="588511"/>
                        <a:pt x="406295" y="591231"/>
                        <a:pt x="406295" y="596670"/>
                      </a:cubicBezTo>
                      <a:cubicBezTo>
                        <a:pt x="406295" y="602109"/>
                        <a:pt x="403575" y="604829"/>
                        <a:pt x="400855" y="610268"/>
                      </a:cubicBezTo>
                      <a:cubicBezTo>
                        <a:pt x="398136" y="615708"/>
                        <a:pt x="392696" y="621147"/>
                        <a:pt x="389977" y="626586"/>
                      </a:cubicBezTo>
                      <a:cubicBezTo>
                        <a:pt x="381818" y="645624"/>
                        <a:pt x="368219" y="661942"/>
                        <a:pt x="354621" y="675540"/>
                      </a:cubicBezTo>
                      <a:cubicBezTo>
                        <a:pt x="346462" y="683699"/>
                        <a:pt x="338303" y="686419"/>
                        <a:pt x="327424" y="691858"/>
                      </a:cubicBezTo>
                      <a:cubicBezTo>
                        <a:pt x="316546" y="700017"/>
                        <a:pt x="302948" y="708176"/>
                        <a:pt x="292069" y="713615"/>
                      </a:cubicBezTo>
                      <a:cubicBezTo>
                        <a:pt x="281190" y="719054"/>
                        <a:pt x="264872" y="724494"/>
                        <a:pt x="251274" y="724494"/>
                      </a:cubicBezTo>
                      <a:cubicBezTo>
                        <a:pt x="240395" y="724494"/>
                        <a:pt x="229517" y="721774"/>
                        <a:pt x="221358" y="721774"/>
                      </a:cubicBezTo>
                      <a:cubicBezTo>
                        <a:pt x="213199" y="721774"/>
                        <a:pt x="202320" y="721774"/>
                        <a:pt x="191442" y="721774"/>
                      </a:cubicBezTo>
                      <a:cubicBezTo>
                        <a:pt x="172404" y="721774"/>
                        <a:pt x="172404" y="721774"/>
                        <a:pt x="153366" y="713615"/>
                      </a:cubicBezTo>
                      <a:cubicBezTo>
                        <a:pt x="134329" y="708176"/>
                        <a:pt x="118011" y="691858"/>
                        <a:pt x="104412" y="675540"/>
                      </a:cubicBezTo>
                      <a:cubicBezTo>
                        <a:pt x="104412" y="678260"/>
                        <a:pt x="104412" y="680979"/>
                        <a:pt x="104412" y="689138"/>
                      </a:cubicBezTo>
                      <a:cubicBezTo>
                        <a:pt x="104412" y="694578"/>
                        <a:pt x="104412" y="702737"/>
                        <a:pt x="101693" y="710895"/>
                      </a:cubicBezTo>
                      <a:cubicBezTo>
                        <a:pt x="101693" y="721774"/>
                        <a:pt x="96253" y="732653"/>
                        <a:pt x="85375" y="732653"/>
                      </a:cubicBezTo>
                      <a:cubicBezTo>
                        <a:pt x="77216" y="732653"/>
                        <a:pt x="74496" y="729933"/>
                        <a:pt x="69057" y="727214"/>
                      </a:cubicBezTo>
                      <a:cubicBezTo>
                        <a:pt x="63618" y="724494"/>
                        <a:pt x="60898" y="716335"/>
                        <a:pt x="60898" y="710895"/>
                      </a:cubicBezTo>
                      <a:cubicBezTo>
                        <a:pt x="58178" y="702737"/>
                        <a:pt x="58178" y="697297"/>
                        <a:pt x="58178" y="691858"/>
                      </a:cubicBezTo>
                      <a:cubicBezTo>
                        <a:pt x="58178" y="683699"/>
                        <a:pt x="60898" y="678260"/>
                        <a:pt x="60898" y="664661"/>
                      </a:cubicBezTo>
                      <a:cubicBezTo>
                        <a:pt x="60898" y="656502"/>
                        <a:pt x="60898" y="632026"/>
                        <a:pt x="60898" y="607549"/>
                      </a:cubicBezTo>
                      <a:cubicBezTo>
                        <a:pt x="60898" y="574913"/>
                        <a:pt x="60898" y="542277"/>
                        <a:pt x="63618" y="528679"/>
                      </a:cubicBezTo>
                      <a:cubicBezTo>
                        <a:pt x="63618" y="520520"/>
                        <a:pt x="63618" y="509641"/>
                        <a:pt x="69057" y="504202"/>
                      </a:cubicBezTo>
                      <a:cubicBezTo>
                        <a:pt x="71777" y="501482"/>
                        <a:pt x="71777" y="498762"/>
                        <a:pt x="74496" y="493323"/>
                      </a:cubicBezTo>
                      <a:cubicBezTo>
                        <a:pt x="77216" y="490603"/>
                        <a:pt x="79936" y="487884"/>
                        <a:pt x="82655" y="487884"/>
                      </a:cubicBezTo>
                      <a:cubicBezTo>
                        <a:pt x="85375" y="487884"/>
                        <a:pt x="90814" y="490603"/>
                        <a:pt x="90814" y="493323"/>
                      </a:cubicBezTo>
                      <a:cubicBezTo>
                        <a:pt x="93534" y="498762"/>
                        <a:pt x="98973" y="506921"/>
                        <a:pt x="98973" y="512361"/>
                      </a:cubicBezTo>
                      <a:cubicBezTo>
                        <a:pt x="98973" y="520520"/>
                        <a:pt x="101693" y="536838"/>
                        <a:pt x="101693" y="555875"/>
                      </a:cubicBezTo>
                      <a:cubicBezTo>
                        <a:pt x="101693" y="569473"/>
                        <a:pt x="101693" y="583072"/>
                        <a:pt x="101693" y="596670"/>
                      </a:cubicBezTo>
                      <a:cubicBezTo>
                        <a:pt x="101693" y="607549"/>
                        <a:pt x="104412" y="618427"/>
                        <a:pt x="109852" y="626586"/>
                      </a:cubicBezTo>
                      <a:cubicBezTo>
                        <a:pt x="115291" y="637465"/>
                        <a:pt x="123450" y="642904"/>
                        <a:pt x="128889" y="651063"/>
                      </a:cubicBezTo>
                      <a:cubicBezTo>
                        <a:pt x="137048" y="661942"/>
                        <a:pt x="139768" y="667381"/>
                        <a:pt x="153366" y="670101"/>
                      </a:cubicBezTo>
                      <a:cubicBezTo>
                        <a:pt x="161525" y="670101"/>
                        <a:pt x="183283" y="678260"/>
                        <a:pt x="196881" y="678260"/>
                      </a:cubicBezTo>
                      <a:cubicBezTo>
                        <a:pt x="207759" y="678260"/>
                        <a:pt x="210479" y="672820"/>
                        <a:pt x="221358" y="667381"/>
                      </a:cubicBezTo>
                      <a:cubicBezTo>
                        <a:pt x="232236" y="661942"/>
                        <a:pt x="245835" y="664661"/>
                        <a:pt x="253994" y="659222"/>
                      </a:cubicBezTo>
                      <a:cubicBezTo>
                        <a:pt x="262153" y="653783"/>
                        <a:pt x="273031" y="645624"/>
                        <a:pt x="275751" y="637465"/>
                      </a:cubicBezTo>
                      <a:cubicBezTo>
                        <a:pt x="281190" y="629306"/>
                        <a:pt x="281190" y="621147"/>
                        <a:pt x="281190" y="615708"/>
                      </a:cubicBezTo>
                      <a:cubicBezTo>
                        <a:pt x="281190" y="610268"/>
                        <a:pt x="281190" y="607549"/>
                        <a:pt x="278471" y="602109"/>
                      </a:cubicBezTo>
                      <a:cubicBezTo>
                        <a:pt x="275751" y="591231"/>
                        <a:pt x="267592" y="583072"/>
                        <a:pt x="262153" y="572193"/>
                      </a:cubicBezTo>
                      <a:cubicBezTo>
                        <a:pt x="256713" y="561314"/>
                        <a:pt x="253994" y="547716"/>
                        <a:pt x="245835" y="536838"/>
                      </a:cubicBezTo>
                      <a:cubicBezTo>
                        <a:pt x="232236" y="515080"/>
                        <a:pt x="213199" y="498762"/>
                        <a:pt x="196881" y="477005"/>
                      </a:cubicBezTo>
                      <a:cubicBezTo>
                        <a:pt x="180563" y="457968"/>
                        <a:pt x="164245" y="438930"/>
                        <a:pt x="145207" y="419892"/>
                      </a:cubicBezTo>
                      <a:cubicBezTo>
                        <a:pt x="126170" y="400855"/>
                        <a:pt x="109852" y="379098"/>
                        <a:pt x="93534" y="357340"/>
                      </a:cubicBezTo>
                      <a:cubicBezTo>
                        <a:pt x="77216" y="335583"/>
                        <a:pt x="71777" y="308387"/>
                        <a:pt x="66337" y="283910"/>
                      </a:cubicBezTo>
                      <a:cubicBezTo>
                        <a:pt x="63618" y="267592"/>
                        <a:pt x="58178" y="245834"/>
                        <a:pt x="58178" y="224077"/>
                      </a:cubicBezTo>
                      <a:cubicBezTo>
                        <a:pt x="58178" y="194161"/>
                        <a:pt x="69057" y="175123"/>
                        <a:pt x="82655" y="150647"/>
                      </a:cubicBezTo>
                      <a:cubicBezTo>
                        <a:pt x="96253" y="128889"/>
                        <a:pt x="115291" y="109852"/>
                        <a:pt x="137048" y="96253"/>
                      </a:cubicBezTo>
                      <a:cubicBezTo>
                        <a:pt x="158806" y="82655"/>
                        <a:pt x="172404" y="79936"/>
                        <a:pt x="196881" y="77216"/>
                      </a:cubicBezTo>
                      <a:cubicBezTo>
                        <a:pt x="210479" y="77216"/>
                        <a:pt x="215918" y="69057"/>
                        <a:pt x="232236" y="69057"/>
                      </a:cubicBezTo>
                      <a:cubicBezTo>
                        <a:pt x="243115" y="69057"/>
                        <a:pt x="251274" y="71776"/>
                        <a:pt x="262153" y="74496"/>
                      </a:cubicBezTo>
                      <a:cubicBezTo>
                        <a:pt x="273031" y="77216"/>
                        <a:pt x="283910" y="82655"/>
                        <a:pt x="294789" y="85375"/>
                      </a:cubicBezTo>
                      <a:cubicBezTo>
                        <a:pt x="308387" y="90814"/>
                        <a:pt x="319265" y="96253"/>
                        <a:pt x="327424" y="104412"/>
                      </a:cubicBezTo>
                      <a:cubicBezTo>
                        <a:pt x="327424" y="90814"/>
                        <a:pt x="327424" y="79936"/>
                        <a:pt x="332864" y="74496"/>
                      </a:cubicBezTo>
                      <a:cubicBezTo>
                        <a:pt x="335583" y="71776"/>
                        <a:pt x="335583" y="69057"/>
                        <a:pt x="338303" y="63618"/>
                      </a:cubicBezTo>
                      <a:cubicBezTo>
                        <a:pt x="341023" y="60898"/>
                        <a:pt x="346462" y="58178"/>
                        <a:pt x="349182" y="58178"/>
                      </a:cubicBezTo>
                      <a:cubicBezTo>
                        <a:pt x="351901" y="58178"/>
                        <a:pt x="357341" y="60898"/>
                        <a:pt x="357341" y="63618"/>
                      </a:cubicBezTo>
                      <a:cubicBezTo>
                        <a:pt x="360060" y="69057"/>
                        <a:pt x="365500" y="77216"/>
                        <a:pt x="365500" y="82655"/>
                      </a:cubicBezTo>
                      <a:cubicBezTo>
                        <a:pt x="365500" y="90814"/>
                        <a:pt x="368219" y="123450"/>
                        <a:pt x="368219" y="142488"/>
                      </a:cubicBezTo>
                      <a:cubicBezTo>
                        <a:pt x="368219" y="158806"/>
                        <a:pt x="368219" y="177843"/>
                        <a:pt x="368219" y="188722"/>
                      </a:cubicBezTo>
                      <a:cubicBezTo>
                        <a:pt x="368219" y="213199"/>
                        <a:pt x="370939" y="224077"/>
                        <a:pt x="370939" y="245834"/>
                      </a:cubicBezTo>
                      <a:cubicBezTo>
                        <a:pt x="370939" y="256713"/>
                        <a:pt x="370939" y="286629"/>
                        <a:pt x="354621" y="286629"/>
                      </a:cubicBezTo>
                      <a:cubicBezTo>
                        <a:pt x="346462" y="286629"/>
                        <a:pt x="343742" y="283910"/>
                        <a:pt x="338303" y="281190"/>
                      </a:cubicBezTo>
                      <a:cubicBezTo>
                        <a:pt x="332864" y="278470"/>
                        <a:pt x="330144" y="270311"/>
                        <a:pt x="330144" y="264872"/>
                      </a:cubicBezTo>
                      <a:cubicBezTo>
                        <a:pt x="327424" y="256713"/>
                        <a:pt x="327424" y="251274"/>
                        <a:pt x="327424" y="248554"/>
                      </a:cubicBezTo>
                      <a:cubicBezTo>
                        <a:pt x="327424" y="240395"/>
                        <a:pt x="330144" y="234956"/>
                        <a:pt x="330144" y="221357"/>
                      </a:cubicBezTo>
                      <a:cubicBezTo>
                        <a:pt x="330144" y="213199"/>
                        <a:pt x="330144" y="202320"/>
                        <a:pt x="330144" y="188722"/>
                      </a:cubicBezTo>
                      <a:cubicBezTo>
                        <a:pt x="330144" y="180563"/>
                        <a:pt x="327424" y="172404"/>
                        <a:pt x="327424" y="164245"/>
                      </a:cubicBezTo>
                      <a:cubicBezTo>
                        <a:pt x="324705" y="153366"/>
                        <a:pt x="319265" y="142488"/>
                        <a:pt x="311107" y="134329"/>
                      </a:cubicBezTo>
                      <a:cubicBezTo>
                        <a:pt x="302948" y="126170"/>
                        <a:pt x="294789" y="120730"/>
                        <a:pt x="283910" y="118011"/>
                      </a:cubicBezTo>
                      <a:cubicBezTo>
                        <a:pt x="275751" y="115291"/>
                        <a:pt x="262153" y="112571"/>
                        <a:pt x="251274" y="112571"/>
                      </a:cubicBezTo>
                      <a:cubicBezTo>
                        <a:pt x="237676" y="112571"/>
                        <a:pt x="224077" y="115291"/>
                        <a:pt x="215918" y="123450"/>
                      </a:cubicBezTo>
                      <a:cubicBezTo>
                        <a:pt x="207759" y="128889"/>
                        <a:pt x="205040" y="139768"/>
                        <a:pt x="202320" y="147927"/>
                      </a:cubicBezTo>
                      <a:cubicBezTo>
                        <a:pt x="196881" y="158806"/>
                        <a:pt x="191442" y="166964"/>
                        <a:pt x="188722" y="180563"/>
                      </a:cubicBezTo>
                      <a:cubicBezTo>
                        <a:pt x="186002" y="191441"/>
                        <a:pt x="183283" y="199600"/>
                        <a:pt x="183283" y="210479"/>
                      </a:cubicBezTo>
                      <a:cubicBezTo>
                        <a:pt x="183283" y="215918"/>
                        <a:pt x="186002" y="221357"/>
                        <a:pt x="188722" y="226797"/>
                      </a:cubicBezTo>
                      <a:cubicBezTo>
                        <a:pt x="191442" y="234956"/>
                        <a:pt x="188722" y="243115"/>
                        <a:pt x="188722" y="248554"/>
                      </a:cubicBezTo>
                      <a:cubicBezTo>
                        <a:pt x="191442" y="259433"/>
                        <a:pt x="202320" y="264872"/>
                        <a:pt x="210479" y="273031"/>
                      </a:cubicBezTo>
                      <a:cubicBezTo>
                        <a:pt x="218638" y="281190"/>
                        <a:pt x="221358" y="292069"/>
                        <a:pt x="226797" y="300228"/>
                      </a:cubicBezTo>
                      <a:cubicBezTo>
                        <a:pt x="234956" y="311106"/>
                        <a:pt x="245835" y="321985"/>
                        <a:pt x="256713" y="332864"/>
                      </a:cubicBezTo>
                      <a:cubicBezTo>
                        <a:pt x="259433" y="338303"/>
                        <a:pt x="267592" y="343742"/>
                        <a:pt x="275751" y="351901"/>
                      </a:cubicBezTo>
                      <a:cubicBezTo>
                        <a:pt x="292069" y="368219"/>
                        <a:pt x="311107" y="384537"/>
                        <a:pt x="324705" y="400855"/>
                      </a:cubicBezTo>
                      <a:cubicBezTo>
                        <a:pt x="332864" y="409014"/>
                        <a:pt x="335583" y="419892"/>
                        <a:pt x="343742" y="428051"/>
                      </a:cubicBezTo>
                      <a:cubicBezTo>
                        <a:pt x="346462" y="430771"/>
                        <a:pt x="349182" y="430771"/>
                        <a:pt x="351901" y="433491"/>
                      </a:cubicBezTo>
                      <a:cubicBezTo>
                        <a:pt x="354621" y="436210"/>
                        <a:pt x="357341" y="441650"/>
                        <a:pt x="360060" y="447089"/>
                      </a:cubicBezTo>
                      <a:cubicBezTo>
                        <a:pt x="368219" y="455248"/>
                        <a:pt x="376378" y="463407"/>
                        <a:pt x="384537" y="474286"/>
                      </a:cubicBezTo>
                      <a:cubicBezTo>
                        <a:pt x="389977" y="482445"/>
                        <a:pt x="392696" y="496043"/>
                        <a:pt x="395416" y="506921"/>
                      </a:cubicBezTo>
                      <a:cubicBezTo>
                        <a:pt x="400855" y="517800"/>
                        <a:pt x="400855" y="528679"/>
                        <a:pt x="406295" y="536838"/>
                      </a:cubicBezTo>
                      <a:cubicBezTo>
                        <a:pt x="409014" y="539557"/>
                        <a:pt x="409014" y="544997"/>
                        <a:pt x="409014" y="547716"/>
                      </a:cubicBezTo>
                      <a:cubicBezTo>
                        <a:pt x="409014" y="555875"/>
                        <a:pt x="406295" y="561314"/>
                        <a:pt x="406295" y="569473"/>
                      </a:cubicBezTo>
                      <a:cubicBezTo>
                        <a:pt x="406295" y="574913"/>
                        <a:pt x="403575" y="577632"/>
                        <a:pt x="403575" y="583072"/>
                      </a:cubicBezTo>
                      <a:lnTo>
                        <a:pt x="403575" y="583072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92" name="Freeform: Shape 91">
                  <a:extLst>
                    <a:ext uri="{FF2B5EF4-FFF2-40B4-BE49-F238E27FC236}">
                      <a16:creationId xmlns:a16="http://schemas.microsoft.com/office/drawing/2014/main" id="{0768CAD9-580F-416A-B4FA-A2B45CAF3424}"/>
                    </a:ext>
                  </a:extLst>
                </p:cNvPr>
                <p:cNvSpPr/>
                <p:nvPr/>
              </p:nvSpPr>
              <p:spPr>
                <a:xfrm>
                  <a:off x="2456032" y="4192158"/>
                  <a:ext cx="571128" cy="761503"/>
                </a:xfrm>
                <a:custGeom>
                  <a:avLst/>
                  <a:gdLst>
                    <a:gd name="connsiteX0" fmla="*/ 512361 w 571128"/>
                    <a:gd name="connsiteY0" fmla="*/ 79936 h 761503"/>
                    <a:gd name="connsiteX1" fmla="*/ 539558 w 571128"/>
                    <a:gd name="connsiteY1" fmla="*/ 96253 h 761503"/>
                    <a:gd name="connsiteX2" fmla="*/ 534118 w 571128"/>
                    <a:gd name="connsiteY2" fmla="*/ 112571 h 761503"/>
                    <a:gd name="connsiteX3" fmla="*/ 523240 w 571128"/>
                    <a:gd name="connsiteY3" fmla="*/ 120730 h 761503"/>
                    <a:gd name="connsiteX4" fmla="*/ 506922 w 571128"/>
                    <a:gd name="connsiteY4" fmla="*/ 123450 h 761503"/>
                    <a:gd name="connsiteX5" fmla="*/ 477006 w 571128"/>
                    <a:gd name="connsiteY5" fmla="*/ 123450 h 761503"/>
                    <a:gd name="connsiteX6" fmla="*/ 479725 w 571128"/>
                    <a:gd name="connsiteY6" fmla="*/ 145207 h 761503"/>
                    <a:gd name="connsiteX7" fmla="*/ 477006 w 571128"/>
                    <a:gd name="connsiteY7" fmla="*/ 180563 h 761503"/>
                    <a:gd name="connsiteX8" fmla="*/ 482445 w 571128"/>
                    <a:gd name="connsiteY8" fmla="*/ 232236 h 761503"/>
                    <a:gd name="connsiteX9" fmla="*/ 485165 w 571128"/>
                    <a:gd name="connsiteY9" fmla="*/ 283910 h 761503"/>
                    <a:gd name="connsiteX10" fmla="*/ 485165 w 571128"/>
                    <a:gd name="connsiteY10" fmla="*/ 327424 h 761503"/>
                    <a:gd name="connsiteX11" fmla="*/ 487884 w 571128"/>
                    <a:gd name="connsiteY11" fmla="*/ 373658 h 761503"/>
                    <a:gd name="connsiteX12" fmla="*/ 485165 w 571128"/>
                    <a:gd name="connsiteY12" fmla="*/ 419892 h 761503"/>
                    <a:gd name="connsiteX13" fmla="*/ 485165 w 571128"/>
                    <a:gd name="connsiteY13" fmla="*/ 463407 h 761503"/>
                    <a:gd name="connsiteX14" fmla="*/ 482445 w 571128"/>
                    <a:gd name="connsiteY14" fmla="*/ 515080 h 761503"/>
                    <a:gd name="connsiteX15" fmla="*/ 482445 w 571128"/>
                    <a:gd name="connsiteY15" fmla="*/ 558595 h 761503"/>
                    <a:gd name="connsiteX16" fmla="*/ 479725 w 571128"/>
                    <a:gd name="connsiteY16" fmla="*/ 602109 h 761503"/>
                    <a:gd name="connsiteX17" fmla="*/ 485165 w 571128"/>
                    <a:gd name="connsiteY17" fmla="*/ 648343 h 761503"/>
                    <a:gd name="connsiteX18" fmla="*/ 474286 w 571128"/>
                    <a:gd name="connsiteY18" fmla="*/ 675540 h 761503"/>
                    <a:gd name="connsiteX19" fmla="*/ 428052 w 571128"/>
                    <a:gd name="connsiteY19" fmla="*/ 691858 h 761503"/>
                    <a:gd name="connsiteX20" fmla="*/ 387257 w 571128"/>
                    <a:gd name="connsiteY20" fmla="*/ 683699 h 761503"/>
                    <a:gd name="connsiteX21" fmla="*/ 351901 w 571128"/>
                    <a:gd name="connsiteY21" fmla="*/ 664661 h 761503"/>
                    <a:gd name="connsiteX22" fmla="*/ 305667 w 571128"/>
                    <a:gd name="connsiteY22" fmla="*/ 596670 h 761503"/>
                    <a:gd name="connsiteX23" fmla="*/ 270312 w 571128"/>
                    <a:gd name="connsiteY23" fmla="*/ 509641 h 761503"/>
                    <a:gd name="connsiteX24" fmla="*/ 251274 w 571128"/>
                    <a:gd name="connsiteY24" fmla="*/ 460687 h 761503"/>
                    <a:gd name="connsiteX25" fmla="*/ 224077 w 571128"/>
                    <a:gd name="connsiteY25" fmla="*/ 381817 h 761503"/>
                    <a:gd name="connsiteX26" fmla="*/ 207759 w 571128"/>
                    <a:gd name="connsiteY26" fmla="*/ 330144 h 761503"/>
                    <a:gd name="connsiteX27" fmla="*/ 191442 w 571128"/>
                    <a:gd name="connsiteY27" fmla="*/ 286629 h 761503"/>
                    <a:gd name="connsiteX28" fmla="*/ 183283 w 571128"/>
                    <a:gd name="connsiteY28" fmla="*/ 278470 h 761503"/>
                    <a:gd name="connsiteX29" fmla="*/ 180563 w 571128"/>
                    <a:gd name="connsiteY29" fmla="*/ 292069 h 761503"/>
                    <a:gd name="connsiteX30" fmla="*/ 180563 w 571128"/>
                    <a:gd name="connsiteY30" fmla="*/ 305667 h 761503"/>
                    <a:gd name="connsiteX31" fmla="*/ 183283 w 571128"/>
                    <a:gd name="connsiteY31" fmla="*/ 354621 h 761503"/>
                    <a:gd name="connsiteX32" fmla="*/ 188722 w 571128"/>
                    <a:gd name="connsiteY32" fmla="*/ 449809 h 761503"/>
                    <a:gd name="connsiteX33" fmla="*/ 188722 w 571128"/>
                    <a:gd name="connsiteY33" fmla="*/ 479725 h 761503"/>
                    <a:gd name="connsiteX34" fmla="*/ 188722 w 571128"/>
                    <a:gd name="connsiteY34" fmla="*/ 542277 h 761503"/>
                    <a:gd name="connsiteX35" fmla="*/ 186002 w 571128"/>
                    <a:gd name="connsiteY35" fmla="*/ 615708 h 761503"/>
                    <a:gd name="connsiteX36" fmla="*/ 186002 w 571128"/>
                    <a:gd name="connsiteY36" fmla="*/ 637465 h 761503"/>
                    <a:gd name="connsiteX37" fmla="*/ 183283 w 571128"/>
                    <a:gd name="connsiteY37" fmla="*/ 664661 h 761503"/>
                    <a:gd name="connsiteX38" fmla="*/ 226797 w 571128"/>
                    <a:gd name="connsiteY38" fmla="*/ 664661 h 761503"/>
                    <a:gd name="connsiteX39" fmla="*/ 253994 w 571128"/>
                    <a:gd name="connsiteY39" fmla="*/ 680979 h 761503"/>
                    <a:gd name="connsiteX40" fmla="*/ 248554 w 571128"/>
                    <a:gd name="connsiteY40" fmla="*/ 697297 h 761503"/>
                    <a:gd name="connsiteX41" fmla="*/ 234956 w 571128"/>
                    <a:gd name="connsiteY41" fmla="*/ 705456 h 761503"/>
                    <a:gd name="connsiteX42" fmla="*/ 218638 w 571128"/>
                    <a:gd name="connsiteY42" fmla="*/ 708176 h 761503"/>
                    <a:gd name="connsiteX43" fmla="*/ 183283 w 571128"/>
                    <a:gd name="connsiteY43" fmla="*/ 708176 h 761503"/>
                    <a:gd name="connsiteX44" fmla="*/ 150647 w 571128"/>
                    <a:gd name="connsiteY44" fmla="*/ 708176 h 761503"/>
                    <a:gd name="connsiteX45" fmla="*/ 107132 w 571128"/>
                    <a:gd name="connsiteY45" fmla="*/ 708176 h 761503"/>
                    <a:gd name="connsiteX46" fmla="*/ 88094 w 571128"/>
                    <a:gd name="connsiteY46" fmla="*/ 708176 h 761503"/>
                    <a:gd name="connsiteX47" fmla="*/ 69057 w 571128"/>
                    <a:gd name="connsiteY47" fmla="*/ 702737 h 761503"/>
                    <a:gd name="connsiteX48" fmla="*/ 58178 w 571128"/>
                    <a:gd name="connsiteY48" fmla="*/ 686419 h 761503"/>
                    <a:gd name="connsiteX49" fmla="*/ 60898 w 571128"/>
                    <a:gd name="connsiteY49" fmla="*/ 678260 h 761503"/>
                    <a:gd name="connsiteX50" fmla="*/ 77216 w 571128"/>
                    <a:gd name="connsiteY50" fmla="*/ 670101 h 761503"/>
                    <a:gd name="connsiteX51" fmla="*/ 120730 w 571128"/>
                    <a:gd name="connsiteY51" fmla="*/ 664661 h 761503"/>
                    <a:gd name="connsiteX52" fmla="*/ 131609 w 571128"/>
                    <a:gd name="connsiteY52" fmla="*/ 664661 h 761503"/>
                    <a:gd name="connsiteX53" fmla="*/ 134329 w 571128"/>
                    <a:gd name="connsiteY53" fmla="*/ 539557 h 761503"/>
                    <a:gd name="connsiteX54" fmla="*/ 134329 w 571128"/>
                    <a:gd name="connsiteY54" fmla="*/ 504202 h 761503"/>
                    <a:gd name="connsiteX55" fmla="*/ 131609 w 571128"/>
                    <a:gd name="connsiteY55" fmla="*/ 376378 h 761503"/>
                    <a:gd name="connsiteX56" fmla="*/ 131609 w 571128"/>
                    <a:gd name="connsiteY56" fmla="*/ 302947 h 761503"/>
                    <a:gd name="connsiteX57" fmla="*/ 134329 w 571128"/>
                    <a:gd name="connsiteY57" fmla="*/ 221357 h 761503"/>
                    <a:gd name="connsiteX58" fmla="*/ 137048 w 571128"/>
                    <a:gd name="connsiteY58" fmla="*/ 123450 h 761503"/>
                    <a:gd name="connsiteX59" fmla="*/ 107132 w 571128"/>
                    <a:gd name="connsiteY59" fmla="*/ 123450 h 761503"/>
                    <a:gd name="connsiteX60" fmla="*/ 88094 w 571128"/>
                    <a:gd name="connsiteY60" fmla="*/ 123450 h 761503"/>
                    <a:gd name="connsiteX61" fmla="*/ 69057 w 571128"/>
                    <a:gd name="connsiteY61" fmla="*/ 118011 h 761503"/>
                    <a:gd name="connsiteX62" fmla="*/ 58178 w 571128"/>
                    <a:gd name="connsiteY62" fmla="*/ 101693 h 761503"/>
                    <a:gd name="connsiteX63" fmla="*/ 60898 w 571128"/>
                    <a:gd name="connsiteY63" fmla="*/ 93534 h 761503"/>
                    <a:gd name="connsiteX64" fmla="*/ 77216 w 571128"/>
                    <a:gd name="connsiteY64" fmla="*/ 85375 h 761503"/>
                    <a:gd name="connsiteX65" fmla="*/ 131609 w 571128"/>
                    <a:gd name="connsiteY65" fmla="*/ 79936 h 761503"/>
                    <a:gd name="connsiteX66" fmla="*/ 161525 w 571128"/>
                    <a:gd name="connsiteY66" fmla="*/ 79936 h 761503"/>
                    <a:gd name="connsiteX67" fmla="*/ 177843 w 571128"/>
                    <a:gd name="connsiteY67" fmla="*/ 66337 h 761503"/>
                    <a:gd name="connsiteX68" fmla="*/ 202320 w 571128"/>
                    <a:gd name="connsiteY68" fmla="*/ 58178 h 761503"/>
                    <a:gd name="connsiteX69" fmla="*/ 234956 w 571128"/>
                    <a:gd name="connsiteY69" fmla="*/ 77216 h 761503"/>
                    <a:gd name="connsiteX70" fmla="*/ 251274 w 571128"/>
                    <a:gd name="connsiteY70" fmla="*/ 107132 h 761503"/>
                    <a:gd name="connsiteX71" fmla="*/ 267592 w 571128"/>
                    <a:gd name="connsiteY71" fmla="*/ 147927 h 761503"/>
                    <a:gd name="connsiteX72" fmla="*/ 281190 w 571128"/>
                    <a:gd name="connsiteY72" fmla="*/ 183282 h 761503"/>
                    <a:gd name="connsiteX73" fmla="*/ 297508 w 571128"/>
                    <a:gd name="connsiteY73" fmla="*/ 224077 h 761503"/>
                    <a:gd name="connsiteX74" fmla="*/ 308387 w 571128"/>
                    <a:gd name="connsiteY74" fmla="*/ 264872 h 761503"/>
                    <a:gd name="connsiteX75" fmla="*/ 319265 w 571128"/>
                    <a:gd name="connsiteY75" fmla="*/ 300228 h 761503"/>
                    <a:gd name="connsiteX76" fmla="*/ 351901 w 571128"/>
                    <a:gd name="connsiteY76" fmla="*/ 379098 h 761503"/>
                    <a:gd name="connsiteX77" fmla="*/ 365500 w 571128"/>
                    <a:gd name="connsiteY77" fmla="*/ 417173 h 761503"/>
                    <a:gd name="connsiteX78" fmla="*/ 379098 w 571128"/>
                    <a:gd name="connsiteY78" fmla="*/ 457968 h 761503"/>
                    <a:gd name="connsiteX79" fmla="*/ 395416 w 571128"/>
                    <a:gd name="connsiteY79" fmla="*/ 496043 h 761503"/>
                    <a:gd name="connsiteX80" fmla="*/ 406295 w 571128"/>
                    <a:gd name="connsiteY80" fmla="*/ 512361 h 761503"/>
                    <a:gd name="connsiteX81" fmla="*/ 411734 w 571128"/>
                    <a:gd name="connsiteY81" fmla="*/ 531398 h 761503"/>
                    <a:gd name="connsiteX82" fmla="*/ 419893 w 571128"/>
                    <a:gd name="connsiteY82" fmla="*/ 558595 h 761503"/>
                    <a:gd name="connsiteX83" fmla="*/ 425332 w 571128"/>
                    <a:gd name="connsiteY83" fmla="*/ 564034 h 761503"/>
                    <a:gd name="connsiteX84" fmla="*/ 430771 w 571128"/>
                    <a:gd name="connsiteY84" fmla="*/ 558595 h 761503"/>
                    <a:gd name="connsiteX85" fmla="*/ 430771 w 571128"/>
                    <a:gd name="connsiteY85" fmla="*/ 550436 h 761503"/>
                    <a:gd name="connsiteX86" fmla="*/ 430771 w 571128"/>
                    <a:gd name="connsiteY86" fmla="*/ 501482 h 761503"/>
                    <a:gd name="connsiteX87" fmla="*/ 430771 w 571128"/>
                    <a:gd name="connsiteY87" fmla="*/ 403575 h 761503"/>
                    <a:gd name="connsiteX88" fmla="*/ 425332 w 571128"/>
                    <a:gd name="connsiteY88" fmla="*/ 313826 h 761503"/>
                    <a:gd name="connsiteX89" fmla="*/ 425332 w 571128"/>
                    <a:gd name="connsiteY89" fmla="*/ 248554 h 761503"/>
                    <a:gd name="connsiteX90" fmla="*/ 425332 w 571128"/>
                    <a:gd name="connsiteY90" fmla="*/ 210479 h 761503"/>
                    <a:gd name="connsiteX91" fmla="*/ 422613 w 571128"/>
                    <a:gd name="connsiteY91" fmla="*/ 153366 h 761503"/>
                    <a:gd name="connsiteX92" fmla="*/ 425332 w 571128"/>
                    <a:gd name="connsiteY92" fmla="*/ 123450 h 761503"/>
                    <a:gd name="connsiteX93" fmla="*/ 398136 w 571128"/>
                    <a:gd name="connsiteY93" fmla="*/ 123450 h 761503"/>
                    <a:gd name="connsiteX94" fmla="*/ 379098 w 571128"/>
                    <a:gd name="connsiteY94" fmla="*/ 123450 h 761503"/>
                    <a:gd name="connsiteX95" fmla="*/ 360060 w 571128"/>
                    <a:gd name="connsiteY95" fmla="*/ 118011 h 761503"/>
                    <a:gd name="connsiteX96" fmla="*/ 349182 w 571128"/>
                    <a:gd name="connsiteY96" fmla="*/ 101693 h 761503"/>
                    <a:gd name="connsiteX97" fmla="*/ 351901 w 571128"/>
                    <a:gd name="connsiteY97" fmla="*/ 93534 h 761503"/>
                    <a:gd name="connsiteX98" fmla="*/ 368219 w 571128"/>
                    <a:gd name="connsiteY98" fmla="*/ 85375 h 761503"/>
                    <a:gd name="connsiteX99" fmla="*/ 422613 w 571128"/>
                    <a:gd name="connsiteY99" fmla="*/ 79936 h 761503"/>
                    <a:gd name="connsiteX100" fmla="*/ 444370 w 571128"/>
                    <a:gd name="connsiteY100" fmla="*/ 79936 h 761503"/>
                    <a:gd name="connsiteX101" fmla="*/ 463407 w 571128"/>
                    <a:gd name="connsiteY101" fmla="*/ 71776 h 761503"/>
                    <a:gd name="connsiteX102" fmla="*/ 477006 w 571128"/>
                    <a:gd name="connsiteY102" fmla="*/ 79936 h 761503"/>
                    <a:gd name="connsiteX103" fmla="*/ 512361 w 571128"/>
                    <a:gd name="connsiteY103" fmla="*/ 79936 h 761503"/>
                    <a:gd name="connsiteX104" fmla="*/ 512361 w 571128"/>
                    <a:gd name="connsiteY104" fmla="*/ 79936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</a:cxnLst>
                  <a:rect l="l" t="t" r="r" b="b"/>
                  <a:pathLst>
                    <a:path w="571128" h="761503">
                      <a:moveTo>
                        <a:pt x="512361" y="79936"/>
                      </a:moveTo>
                      <a:cubicBezTo>
                        <a:pt x="520520" y="79936"/>
                        <a:pt x="539558" y="79936"/>
                        <a:pt x="539558" y="96253"/>
                      </a:cubicBezTo>
                      <a:cubicBezTo>
                        <a:pt x="539558" y="104412"/>
                        <a:pt x="539558" y="107132"/>
                        <a:pt x="534118" y="112571"/>
                      </a:cubicBezTo>
                      <a:cubicBezTo>
                        <a:pt x="531399" y="118011"/>
                        <a:pt x="525960" y="120730"/>
                        <a:pt x="523240" y="120730"/>
                      </a:cubicBezTo>
                      <a:cubicBezTo>
                        <a:pt x="515081" y="123450"/>
                        <a:pt x="512361" y="123450"/>
                        <a:pt x="506922" y="123450"/>
                      </a:cubicBezTo>
                      <a:cubicBezTo>
                        <a:pt x="504202" y="123450"/>
                        <a:pt x="490604" y="123450"/>
                        <a:pt x="477006" y="123450"/>
                      </a:cubicBezTo>
                      <a:cubicBezTo>
                        <a:pt x="477006" y="131609"/>
                        <a:pt x="479725" y="137048"/>
                        <a:pt x="479725" y="145207"/>
                      </a:cubicBezTo>
                      <a:cubicBezTo>
                        <a:pt x="479725" y="156086"/>
                        <a:pt x="477006" y="166964"/>
                        <a:pt x="477006" y="180563"/>
                      </a:cubicBezTo>
                      <a:cubicBezTo>
                        <a:pt x="477006" y="196881"/>
                        <a:pt x="479725" y="215918"/>
                        <a:pt x="482445" y="232236"/>
                      </a:cubicBezTo>
                      <a:cubicBezTo>
                        <a:pt x="485165" y="248554"/>
                        <a:pt x="485165" y="267592"/>
                        <a:pt x="485165" y="283910"/>
                      </a:cubicBezTo>
                      <a:cubicBezTo>
                        <a:pt x="485165" y="297508"/>
                        <a:pt x="485165" y="313826"/>
                        <a:pt x="485165" y="327424"/>
                      </a:cubicBezTo>
                      <a:cubicBezTo>
                        <a:pt x="485165" y="343742"/>
                        <a:pt x="487884" y="357340"/>
                        <a:pt x="487884" y="373658"/>
                      </a:cubicBezTo>
                      <a:cubicBezTo>
                        <a:pt x="487884" y="389976"/>
                        <a:pt x="485165" y="403575"/>
                        <a:pt x="485165" y="419892"/>
                      </a:cubicBezTo>
                      <a:cubicBezTo>
                        <a:pt x="485165" y="436210"/>
                        <a:pt x="485165" y="449809"/>
                        <a:pt x="485165" y="463407"/>
                      </a:cubicBezTo>
                      <a:cubicBezTo>
                        <a:pt x="485165" y="479725"/>
                        <a:pt x="485165" y="498762"/>
                        <a:pt x="482445" y="515080"/>
                      </a:cubicBezTo>
                      <a:cubicBezTo>
                        <a:pt x="482445" y="528679"/>
                        <a:pt x="482445" y="542277"/>
                        <a:pt x="482445" y="558595"/>
                      </a:cubicBezTo>
                      <a:cubicBezTo>
                        <a:pt x="482445" y="572193"/>
                        <a:pt x="479725" y="588511"/>
                        <a:pt x="479725" y="602109"/>
                      </a:cubicBezTo>
                      <a:cubicBezTo>
                        <a:pt x="479725" y="615708"/>
                        <a:pt x="485165" y="632026"/>
                        <a:pt x="485165" y="648343"/>
                      </a:cubicBezTo>
                      <a:cubicBezTo>
                        <a:pt x="485165" y="659222"/>
                        <a:pt x="482445" y="670101"/>
                        <a:pt x="474286" y="675540"/>
                      </a:cubicBezTo>
                      <a:cubicBezTo>
                        <a:pt x="460688" y="686419"/>
                        <a:pt x="444370" y="691858"/>
                        <a:pt x="428052" y="691858"/>
                      </a:cubicBezTo>
                      <a:cubicBezTo>
                        <a:pt x="414454" y="691858"/>
                        <a:pt x="400855" y="689138"/>
                        <a:pt x="387257" y="683699"/>
                      </a:cubicBezTo>
                      <a:cubicBezTo>
                        <a:pt x="373659" y="678260"/>
                        <a:pt x="360060" y="672820"/>
                        <a:pt x="351901" y="664661"/>
                      </a:cubicBezTo>
                      <a:cubicBezTo>
                        <a:pt x="330144" y="645624"/>
                        <a:pt x="316546" y="621147"/>
                        <a:pt x="305667" y="596670"/>
                      </a:cubicBezTo>
                      <a:cubicBezTo>
                        <a:pt x="292069" y="569473"/>
                        <a:pt x="281190" y="539557"/>
                        <a:pt x="270312" y="509641"/>
                      </a:cubicBezTo>
                      <a:cubicBezTo>
                        <a:pt x="264872" y="493323"/>
                        <a:pt x="256713" y="477005"/>
                        <a:pt x="251274" y="460687"/>
                      </a:cubicBezTo>
                      <a:cubicBezTo>
                        <a:pt x="240395" y="433491"/>
                        <a:pt x="232236" y="409014"/>
                        <a:pt x="224077" y="381817"/>
                      </a:cubicBezTo>
                      <a:cubicBezTo>
                        <a:pt x="218638" y="365499"/>
                        <a:pt x="213199" y="346462"/>
                        <a:pt x="207759" y="330144"/>
                      </a:cubicBezTo>
                      <a:cubicBezTo>
                        <a:pt x="202320" y="316545"/>
                        <a:pt x="196881" y="300228"/>
                        <a:pt x="191442" y="286629"/>
                      </a:cubicBezTo>
                      <a:cubicBezTo>
                        <a:pt x="188722" y="281190"/>
                        <a:pt x="186002" y="278470"/>
                        <a:pt x="183283" y="278470"/>
                      </a:cubicBezTo>
                      <a:cubicBezTo>
                        <a:pt x="180563" y="278470"/>
                        <a:pt x="180563" y="286629"/>
                        <a:pt x="180563" y="292069"/>
                      </a:cubicBezTo>
                      <a:cubicBezTo>
                        <a:pt x="180563" y="297508"/>
                        <a:pt x="180563" y="302947"/>
                        <a:pt x="180563" y="305667"/>
                      </a:cubicBezTo>
                      <a:cubicBezTo>
                        <a:pt x="180563" y="321985"/>
                        <a:pt x="183283" y="338303"/>
                        <a:pt x="183283" y="354621"/>
                      </a:cubicBezTo>
                      <a:cubicBezTo>
                        <a:pt x="183283" y="387257"/>
                        <a:pt x="186002" y="417173"/>
                        <a:pt x="188722" y="449809"/>
                      </a:cubicBezTo>
                      <a:cubicBezTo>
                        <a:pt x="188722" y="460687"/>
                        <a:pt x="188722" y="468846"/>
                        <a:pt x="188722" y="479725"/>
                      </a:cubicBezTo>
                      <a:cubicBezTo>
                        <a:pt x="188722" y="501482"/>
                        <a:pt x="188722" y="523239"/>
                        <a:pt x="188722" y="542277"/>
                      </a:cubicBezTo>
                      <a:cubicBezTo>
                        <a:pt x="188722" y="566754"/>
                        <a:pt x="186002" y="591231"/>
                        <a:pt x="186002" y="615708"/>
                      </a:cubicBezTo>
                      <a:cubicBezTo>
                        <a:pt x="186002" y="623867"/>
                        <a:pt x="186002" y="632026"/>
                        <a:pt x="186002" y="637465"/>
                      </a:cubicBezTo>
                      <a:cubicBezTo>
                        <a:pt x="186002" y="645624"/>
                        <a:pt x="183283" y="656502"/>
                        <a:pt x="183283" y="664661"/>
                      </a:cubicBezTo>
                      <a:cubicBezTo>
                        <a:pt x="202320" y="664661"/>
                        <a:pt x="218638" y="664661"/>
                        <a:pt x="226797" y="664661"/>
                      </a:cubicBezTo>
                      <a:cubicBezTo>
                        <a:pt x="234956" y="664661"/>
                        <a:pt x="253994" y="664661"/>
                        <a:pt x="253994" y="680979"/>
                      </a:cubicBezTo>
                      <a:cubicBezTo>
                        <a:pt x="253994" y="689138"/>
                        <a:pt x="253994" y="691858"/>
                        <a:pt x="248554" y="697297"/>
                      </a:cubicBezTo>
                      <a:cubicBezTo>
                        <a:pt x="245835" y="702737"/>
                        <a:pt x="240395" y="705456"/>
                        <a:pt x="234956" y="705456"/>
                      </a:cubicBezTo>
                      <a:cubicBezTo>
                        <a:pt x="226797" y="708176"/>
                        <a:pt x="224077" y="708176"/>
                        <a:pt x="218638" y="708176"/>
                      </a:cubicBezTo>
                      <a:cubicBezTo>
                        <a:pt x="215918" y="708176"/>
                        <a:pt x="199600" y="708176"/>
                        <a:pt x="183283" y="708176"/>
                      </a:cubicBezTo>
                      <a:cubicBezTo>
                        <a:pt x="166965" y="708176"/>
                        <a:pt x="153366" y="708176"/>
                        <a:pt x="150647" y="708176"/>
                      </a:cubicBezTo>
                      <a:cubicBezTo>
                        <a:pt x="139768" y="708176"/>
                        <a:pt x="120730" y="708176"/>
                        <a:pt x="107132" y="708176"/>
                      </a:cubicBezTo>
                      <a:cubicBezTo>
                        <a:pt x="101693" y="708176"/>
                        <a:pt x="96253" y="708176"/>
                        <a:pt x="88094" y="708176"/>
                      </a:cubicBezTo>
                      <a:cubicBezTo>
                        <a:pt x="82655" y="708176"/>
                        <a:pt x="74496" y="708176"/>
                        <a:pt x="69057" y="702737"/>
                      </a:cubicBezTo>
                      <a:cubicBezTo>
                        <a:pt x="63618" y="700017"/>
                        <a:pt x="58178" y="691858"/>
                        <a:pt x="58178" y="686419"/>
                      </a:cubicBezTo>
                      <a:cubicBezTo>
                        <a:pt x="58178" y="683699"/>
                        <a:pt x="58178" y="680979"/>
                        <a:pt x="60898" y="678260"/>
                      </a:cubicBezTo>
                      <a:cubicBezTo>
                        <a:pt x="63618" y="675540"/>
                        <a:pt x="71777" y="672820"/>
                        <a:pt x="77216" y="670101"/>
                      </a:cubicBezTo>
                      <a:cubicBezTo>
                        <a:pt x="90814" y="667381"/>
                        <a:pt x="115291" y="664661"/>
                        <a:pt x="120730" y="664661"/>
                      </a:cubicBezTo>
                      <a:cubicBezTo>
                        <a:pt x="123450" y="664661"/>
                        <a:pt x="126170" y="664661"/>
                        <a:pt x="131609" y="664661"/>
                      </a:cubicBezTo>
                      <a:cubicBezTo>
                        <a:pt x="131609" y="623867"/>
                        <a:pt x="134329" y="583072"/>
                        <a:pt x="134329" y="539557"/>
                      </a:cubicBezTo>
                      <a:cubicBezTo>
                        <a:pt x="134329" y="528679"/>
                        <a:pt x="134329" y="515080"/>
                        <a:pt x="134329" y="504202"/>
                      </a:cubicBezTo>
                      <a:cubicBezTo>
                        <a:pt x="131609" y="460687"/>
                        <a:pt x="131609" y="417173"/>
                        <a:pt x="131609" y="376378"/>
                      </a:cubicBezTo>
                      <a:cubicBezTo>
                        <a:pt x="131609" y="351901"/>
                        <a:pt x="131609" y="327424"/>
                        <a:pt x="131609" y="302947"/>
                      </a:cubicBezTo>
                      <a:cubicBezTo>
                        <a:pt x="131609" y="275751"/>
                        <a:pt x="131609" y="248554"/>
                        <a:pt x="134329" y="221357"/>
                      </a:cubicBezTo>
                      <a:cubicBezTo>
                        <a:pt x="134329" y="188722"/>
                        <a:pt x="137048" y="156086"/>
                        <a:pt x="137048" y="123450"/>
                      </a:cubicBezTo>
                      <a:cubicBezTo>
                        <a:pt x="126170" y="123450"/>
                        <a:pt x="115291" y="123450"/>
                        <a:pt x="107132" y="123450"/>
                      </a:cubicBezTo>
                      <a:cubicBezTo>
                        <a:pt x="101693" y="123450"/>
                        <a:pt x="96253" y="123450"/>
                        <a:pt x="88094" y="123450"/>
                      </a:cubicBezTo>
                      <a:cubicBezTo>
                        <a:pt x="82655" y="123450"/>
                        <a:pt x="74496" y="120730"/>
                        <a:pt x="69057" y="118011"/>
                      </a:cubicBezTo>
                      <a:cubicBezTo>
                        <a:pt x="63618" y="115291"/>
                        <a:pt x="58178" y="107132"/>
                        <a:pt x="58178" y="101693"/>
                      </a:cubicBezTo>
                      <a:cubicBezTo>
                        <a:pt x="58178" y="98973"/>
                        <a:pt x="58178" y="96253"/>
                        <a:pt x="60898" y="93534"/>
                      </a:cubicBezTo>
                      <a:cubicBezTo>
                        <a:pt x="63618" y="90814"/>
                        <a:pt x="71777" y="88095"/>
                        <a:pt x="77216" y="85375"/>
                      </a:cubicBezTo>
                      <a:cubicBezTo>
                        <a:pt x="90814" y="82655"/>
                        <a:pt x="126170" y="79936"/>
                        <a:pt x="131609" y="79936"/>
                      </a:cubicBezTo>
                      <a:cubicBezTo>
                        <a:pt x="137048" y="79936"/>
                        <a:pt x="147927" y="79936"/>
                        <a:pt x="161525" y="79936"/>
                      </a:cubicBezTo>
                      <a:cubicBezTo>
                        <a:pt x="166965" y="74496"/>
                        <a:pt x="172404" y="71776"/>
                        <a:pt x="177843" y="66337"/>
                      </a:cubicBezTo>
                      <a:cubicBezTo>
                        <a:pt x="186002" y="60898"/>
                        <a:pt x="194161" y="58178"/>
                        <a:pt x="202320" y="58178"/>
                      </a:cubicBezTo>
                      <a:cubicBezTo>
                        <a:pt x="215918" y="58178"/>
                        <a:pt x="226797" y="63618"/>
                        <a:pt x="234956" y="77216"/>
                      </a:cubicBezTo>
                      <a:cubicBezTo>
                        <a:pt x="240395" y="88095"/>
                        <a:pt x="248554" y="96253"/>
                        <a:pt x="251274" y="107132"/>
                      </a:cubicBezTo>
                      <a:cubicBezTo>
                        <a:pt x="256713" y="120730"/>
                        <a:pt x="259433" y="134329"/>
                        <a:pt x="267592" y="147927"/>
                      </a:cubicBezTo>
                      <a:cubicBezTo>
                        <a:pt x="273031" y="158806"/>
                        <a:pt x="275751" y="172404"/>
                        <a:pt x="281190" y="183282"/>
                      </a:cubicBezTo>
                      <a:cubicBezTo>
                        <a:pt x="286630" y="196881"/>
                        <a:pt x="292069" y="210479"/>
                        <a:pt x="297508" y="224077"/>
                      </a:cubicBezTo>
                      <a:cubicBezTo>
                        <a:pt x="300228" y="237676"/>
                        <a:pt x="305667" y="251274"/>
                        <a:pt x="308387" y="264872"/>
                      </a:cubicBezTo>
                      <a:cubicBezTo>
                        <a:pt x="311107" y="278470"/>
                        <a:pt x="311107" y="289349"/>
                        <a:pt x="319265" y="300228"/>
                      </a:cubicBezTo>
                      <a:cubicBezTo>
                        <a:pt x="332864" y="324704"/>
                        <a:pt x="346462" y="351901"/>
                        <a:pt x="351901" y="379098"/>
                      </a:cubicBezTo>
                      <a:cubicBezTo>
                        <a:pt x="354621" y="392696"/>
                        <a:pt x="360060" y="403575"/>
                        <a:pt x="365500" y="417173"/>
                      </a:cubicBezTo>
                      <a:cubicBezTo>
                        <a:pt x="373659" y="430771"/>
                        <a:pt x="373659" y="444369"/>
                        <a:pt x="379098" y="457968"/>
                      </a:cubicBezTo>
                      <a:cubicBezTo>
                        <a:pt x="381818" y="471566"/>
                        <a:pt x="387257" y="482445"/>
                        <a:pt x="395416" y="496043"/>
                      </a:cubicBezTo>
                      <a:cubicBezTo>
                        <a:pt x="398136" y="501482"/>
                        <a:pt x="403575" y="506921"/>
                        <a:pt x="406295" y="512361"/>
                      </a:cubicBezTo>
                      <a:cubicBezTo>
                        <a:pt x="409014" y="517800"/>
                        <a:pt x="409014" y="525959"/>
                        <a:pt x="411734" y="531398"/>
                      </a:cubicBezTo>
                      <a:cubicBezTo>
                        <a:pt x="414454" y="539557"/>
                        <a:pt x="417173" y="550436"/>
                        <a:pt x="419893" y="558595"/>
                      </a:cubicBezTo>
                      <a:cubicBezTo>
                        <a:pt x="422613" y="561314"/>
                        <a:pt x="422613" y="564034"/>
                        <a:pt x="425332" y="564034"/>
                      </a:cubicBezTo>
                      <a:cubicBezTo>
                        <a:pt x="428052" y="564034"/>
                        <a:pt x="428052" y="561314"/>
                        <a:pt x="430771" y="558595"/>
                      </a:cubicBezTo>
                      <a:cubicBezTo>
                        <a:pt x="430771" y="555875"/>
                        <a:pt x="430771" y="553156"/>
                        <a:pt x="430771" y="550436"/>
                      </a:cubicBezTo>
                      <a:cubicBezTo>
                        <a:pt x="430771" y="534118"/>
                        <a:pt x="430771" y="517800"/>
                        <a:pt x="430771" y="501482"/>
                      </a:cubicBezTo>
                      <a:cubicBezTo>
                        <a:pt x="430771" y="468846"/>
                        <a:pt x="433491" y="436210"/>
                        <a:pt x="430771" y="403575"/>
                      </a:cubicBezTo>
                      <a:cubicBezTo>
                        <a:pt x="430771" y="373658"/>
                        <a:pt x="425332" y="343742"/>
                        <a:pt x="425332" y="313826"/>
                      </a:cubicBezTo>
                      <a:cubicBezTo>
                        <a:pt x="425332" y="292069"/>
                        <a:pt x="425332" y="270311"/>
                        <a:pt x="425332" y="248554"/>
                      </a:cubicBezTo>
                      <a:cubicBezTo>
                        <a:pt x="425332" y="234956"/>
                        <a:pt x="425332" y="224077"/>
                        <a:pt x="425332" y="210479"/>
                      </a:cubicBezTo>
                      <a:cubicBezTo>
                        <a:pt x="425332" y="191441"/>
                        <a:pt x="422613" y="172404"/>
                        <a:pt x="422613" y="153366"/>
                      </a:cubicBezTo>
                      <a:cubicBezTo>
                        <a:pt x="422613" y="142488"/>
                        <a:pt x="422613" y="134329"/>
                        <a:pt x="425332" y="123450"/>
                      </a:cubicBezTo>
                      <a:cubicBezTo>
                        <a:pt x="417173" y="123450"/>
                        <a:pt x="406295" y="123450"/>
                        <a:pt x="398136" y="123450"/>
                      </a:cubicBezTo>
                      <a:cubicBezTo>
                        <a:pt x="392696" y="123450"/>
                        <a:pt x="387257" y="123450"/>
                        <a:pt x="379098" y="123450"/>
                      </a:cubicBezTo>
                      <a:cubicBezTo>
                        <a:pt x="373659" y="123450"/>
                        <a:pt x="365500" y="120730"/>
                        <a:pt x="360060" y="118011"/>
                      </a:cubicBezTo>
                      <a:cubicBezTo>
                        <a:pt x="354621" y="115291"/>
                        <a:pt x="349182" y="107132"/>
                        <a:pt x="349182" y="101693"/>
                      </a:cubicBezTo>
                      <a:cubicBezTo>
                        <a:pt x="349182" y="98973"/>
                        <a:pt x="349182" y="96253"/>
                        <a:pt x="351901" y="93534"/>
                      </a:cubicBezTo>
                      <a:cubicBezTo>
                        <a:pt x="354621" y="90814"/>
                        <a:pt x="362780" y="88095"/>
                        <a:pt x="368219" y="85375"/>
                      </a:cubicBezTo>
                      <a:cubicBezTo>
                        <a:pt x="381818" y="82655"/>
                        <a:pt x="417173" y="79936"/>
                        <a:pt x="422613" y="79936"/>
                      </a:cubicBezTo>
                      <a:cubicBezTo>
                        <a:pt x="428052" y="79936"/>
                        <a:pt x="433491" y="79936"/>
                        <a:pt x="444370" y="79936"/>
                      </a:cubicBezTo>
                      <a:cubicBezTo>
                        <a:pt x="449809" y="74496"/>
                        <a:pt x="455248" y="71776"/>
                        <a:pt x="463407" y="71776"/>
                      </a:cubicBezTo>
                      <a:cubicBezTo>
                        <a:pt x="471566" y="71776"/>
                        <a:pt x="477006" y="74496"/>
                        <a:pt x="477006" y="79936"/>
                      </a:cubicBezTo>
                      <a:cubicBezTo>
                        <a:pt x="490604" y="82655"/>
                        <a:pt x="504202" y="79936"/>
                        <a:pt x="512361" y="79936"/>
                      </a:cubicBezTo>
                      <a:lnTo>
                        <a:pt x="512361" y="79936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93" name="Freeform: Shape 92">
                  <a:extLst>
                    <a:ext uri="{FF2B5EF4-FFF2-40B4-BE49-F238E27FC236}">
                      <a16:creationId xmlns:a16="http://schemas.microsoft.com/office/drawing/2014/main" id="{2FB0554F-3C5E-4B7E-A0E2-A466111E8984}"/>
                    </a:ext>
                  </a:extLst>
                </p:cNvPr>
                <p:cNvSpPr/>
                <p:nvPr/>
              </p:nvSpPr>
              <p:spPr>
                <a:xfrm>
                  <a:off x="2987430" y="4242177"/>
                  <a:ext cx="494979" cy="674476"/>
                </a:xfrm>
                <a:custGeom>
                  <a:avLst/>
                  <a:gdLst>
                    <a:gd name="connsiteX0" fmla="*/ 228453 w 494979"/>
                    <a:gd name="connsiteY0" fmla="*/ 97907 h 674476"/>
                    <a:gd name="connsiteX1" fmla="*/ 212135 w 494979"/>
                    <a:gd name="connsiteY1" fmla="*/ 119665 h 674476"/>
                    <a:gd name="connsiteX2" fmla="*/ 203976 w 494979"/>
                    <a:gd name="connsiteY2" fmla="*/ 152300 h 674476"/>
                    <a:gd name="connsiteX3" fmla="*/ 201256 w 494979"/>
                    <a:gd name="connsiteY3" fmla="*/ 168618 h 674476"/>
                    <a:gd name="connsiteX4" fmla="*/ 198537 w 494979"/>
                    <a:gd name="connsiteY4" fmla="*/ 184936 h 674476"/>
                    <a:gd name="connsiteX5" fmla="*/ 190378 w 494979"/>
                    <a:gd name="connsiteY5" fmla="*/ 220292 h 674476"/>
                    <a:gd name="connsiteX6" fmla="*/ 171340 w 494979"/>
                    <a:gd name="connsiteY6" fmla="*/ 291003 h 674476"/>
                    <a:gd name="connsiteX7" fmla="*/ 163180 w 494979"/>
                    <a:gd name="connsiteY7" fmla="*/ 323639 h 674476"/>
                    <a:gd name="connsiteX8" fmla="*/ 152302 w 494979"/>
                    <a:gd name="connsiteY8" fmla="*/ 361714 h 674476"/>
                    <a:gd name="connsiteX9" fmla="*/ 146862 w 494979"/>
                    <a:gd name="connsiteY9" fmla="*/ 388910 h 674476"/>
                    <a:gd name="connsiteX10" fmla="*/ 152302 w 494979"/>
                    <a:gd name="connsiteY10" fmla="*/ 391630 h 674476"/>
                    <a:gd name="connsiteX11" fmla="*/ 174060 w 494979"/>
                    <a:gd name="connsiteY11" fmla="*/ 391630 h 674476"/>
                    <a:gd name="connsiteX12" fmla="*/ 195817 w 494979"/>
                    <a:gd name="connsiteY12" fmla="*/ 388910 h 674476"/>
                    <a:gd name="connsiteX13" fmla="*/ 214855 w 494979"/>
                    <a:gd name="connsiteY13" fmla="*/ 388910 h 674476"/>
                    <a:gd name="connsiteX14" fmla="*/ 239332 w 494979"/>
                    <a:gd name="connsiteY14" fmla="*/ 388910 h 674476"/>
                    <a:gd name="connsiteX15" fmla="*/ 252930 w 494979"/>
                    <a:gd name="connsiteY15" fmla="*/ 386191 h 674476"/>
                    <a:gd name="connsiteX16" fmla="*/ 261089 w 494979"/>
                    <a:gd name="connsiteY16" fmla="*/ 386191 h 674476"/>
                    <a:gd name="connsiteX17" fmla="*/ 258369 w 494979"/>
                    <a:gd name="connsiteY17" fmla="*/ 367153 h 674476"/>
                    <a:gd name="connsiteX18" fmla="*/ 252930 w 494979"/>
                    <a:gd name="connsiteY18" fmla="*/ 331797 h 674476"/>
                    <a:gd name="connsiteX19" fmla="*/ 250210 w 494979"/>
                    <a:gd name="connsiteY19" fmla="*/ 244769 h 674476"/>
                    <a:gd name="connsiteX20" fmla="*/ 244771 w 494979"/>
                    <a:gd name="connsiteY20" fmla="*/ 203974 h 674476"/>
                    <a:gd name="connsiteX21" fmla="*/ 239332 w 494979"/>
                    <a:gd name="connsiteY21" fmla="*/ 157740 h 674476"/>
                    <a:gd name="connsiteX22" fmla="*/ 236612 w 494979"/>
                    <a:gd name="connsiteY22" fmla="*/ 119665 h 674476"/>
                    <a:gd name="connsiteX23" fmla="*/ 228453 w 494979"/>
                    <a:gd name="connsiteY23" fmla="*/ 97907 h 674476"/>
                    <a:gd name="connsiteX24" fmla="*/ 274687 w 494979"/>
                    <a:gd name="connsiteY24" fmla="*/ 0 h 674476"/>
                    <a:gd name="connsiteX25" fmla="*/ 304603 w 494979"/>
                    <a:gd name="connsiteY25" fmla="*/ 5439 h 674476"/>
                    <a:gd name="connsiteX26" fmla="*/ 320921 w 494979"/>
                    <a:gd name="connsiteY26" fmla="*/ 24477 h 674476"/>
                    <a:gd name="connsiteX27" fmla="*/ 334519 w 494979"/>
                    <a:gd name="connsiteY27" fmla="*/ 43515 h 674476"/>
                    <a:gd name="connsiteX28" fmla="*/ 339959 w 494979"/>
                    <a:gd name="connsiteY28" fmla="*/ 65272 h 674476"/>
                    <a:gd name="connsiteX29" fmla="*/ 348118 w 494979"/>
                    <a:gd name="connsiteY29" fmla="*/ 114226 h 674476"/>
                    <a:gd name="connsiteX30" fmla="*/ 361716 w 494979"/>
                    <a:gd name="connsiteY30" fmla="*/ 163180 h 674476"/>
                    <a:gd name="connsiteX31" fmla="*/ 369875 w 494979"/>
                    <a:gd name="connsiteY31" fmla="*/ 220293 h 674476"/>
                    <a:gd name="connsiteX32" fmla="*/ 378034 w 494979"/>
                    <a:gd name="connsiteY32" fmla="*/ 274686 h 674476"/>
                    <a:gd name="connsiteX33" fmla="*/ 383473 w 494979"/>
                    <a:gd name="connsiteY33" fmla="*/ 301883 h 674476"/>
                    <a:gd name="connsiteX34" fmla="*/ 391632 w 494979"/>
                    <a:gd name="connsiteY34" fmla="*/ 337238 h 674476"/>
                    <a:gd name="connsiteX35" fmla="*/ 397071 w 494979"/>
                    <a:gd name="connsiteY35" fmla="*/ 364435 h 674476"/>
                    <a:gd name="connsiteX36" fmla="*/ 405230 w 494979"/>
                    <a:gd name="connsiteY36" fmla="*/ 383473 h 674476"/>
                    <a:gd name="connsiteX37" fmla="*/ 416109 w 494979"/>
                    <a:gd name="connsiteY37" fmla="*/ 386192 h 674476"/>
                    <a:gd name="connsiteX38" fmla="*/ 426988 w 494979"/>
                    <a:gd name="connsiteY38" fmla="*/ 386192 h 674476"/>
                    <a:gd name="connsiteX39" fmla="*/ 454184 w 494979"/>
                    <a:gd name="connsiteY39" fmla="*/ 397071 h 674476"/>
                    <a:gd name="connsiteX40" fmla="*/ 456904 w 494979"/>
                    <a:gd name="connsiteY40" fmla="*/ 405230 h 674476"/>
                    <a:gd name="connsiteX41" fmla="*/ 451465 w 494979"/>
                    <a:gd name="connsiteY41" fmla="*/ 416108 h 674476"/>
                    <a:gd name="connsiteX42" fmla="*/ 432427 w 494979"/>
                    <a:gd name="connsiteY42" fmla="*/ 429707 h 674476"/>
                    <a:gd name="connsiteX43" fmla="*/ 421548 w 494979"/>
                    <a:gd name="connsiteY43" fmla="*/ 432426 h 674476"/>
                    <a:gd name="connsiteX44" fmla="*/ 413389 w 494979"/>
                    <a:gd name="connsiteY44" fmla="*/ 435146 h 674476"/>
                    <a:gd name="connsiteX45" fmla="*/ 413389 w 494979"/>
                    <a:gd name="connsiteY45" fmla="*/ 440585 h 674476"/>
                    <a:gd name="connsiteX46" fmla="*/ 416109 w 494979"/>
                    <a:gd name="connsiteY46" fmla="*/ 451464 h 674476"/>
                    <a:gd name="connsiteX47" fmla="*/ 418829 w 494979"/>
                    <a:gd name="connsiteY47" fmla="*/ 465062 h 674476"/>
                    <a:gd name="connsiteX48" fmla="*/ 418829 w 494979"/>
                    <a:gd name="connsiteY48" fmla="*/ 475941 h 674476"/>
                    <a:gd name="connsiteX49" fmla="*/ 418829 w 494979"/>
                    <a:gd name="connsiteY49" fmla="*/ 486820 h 674476"/>
                    <a:gd name="connsiteX50" fmla="*/ 426988 w 494979"/>
                    <a:gd name="connsiteY50" fmla="*/ 516736 h 674476"/>
                    <a:gd name="connsiteX51" fmla="*/ 432427 w 494979"/>
                    <a:gd name="connsiteY51" fmla="*/ 543932 h 674476"/>
                    <a:gd name="connsiteX52" fmla="*/ 437866 w 494979"/>
                    <a:gd name="connsiteY52" fmla="*/ 573848 h 674476"/>
                    <a:gd name="connsiteX53" fmla="*/ 443306 w 494979"/>
                    <a:gd name="connsiteY53" fmla="*/ 606484 h 674476"/>
                    <a:gd name="connsiteX54" fmla="*/ 446025 w 494979"/>
                    <a:gd name="connsiteY54" fmla="*/ 617363 h 674476"/>
                    <a:gd name="connsiteX55" fmla="*/ 470502 w 494979"/>
                    <a:gd name="connsiteY55" fmla="*/ 617363 h 674476"/>
                    <a:gd name="connsiteX56" fmla="*/ 494979 w 494979"/>
                    <a:gd name="connsiteY56" fmla="*/ 641840 h 674476"/>
                    <a:gd name="connsiteX57" fmla="*/ 486820 w 494979"/>
                    <a:gd name="connsiteY57" fmla="*/ 655438 h 674476"/>
                    <a:gd name="connsiteX58" fmla="*/ 470502 w 494979"/>
                    <a:gd name="connsiteY58" fmla="*/ 663597 h 674476"/>
                    <a:gd name="connsiteX59" fmla="*/ 446025 w 494979"/>
                    <a:gd name="connsiteY59" fmla="*/ 666317 h 674476"/>
                    <a:gd name="connsiteX60" fmla="*/ 424268 w 494979"/>
                    <a:gd name="connsiteY60" fmla="*/ 666317 h 674476"/>
                    <a:gd name="connsiteX61" fmla="*/ 416109 w 494979"/>
                    <a:gd name="connsiteY61" fmla="*/ 666317 h 674476"/>
                    <a:gd name="connsiteX62" fmla="*/ 402511 w 494979"/>
                    <a:gd name="connsiteY62" fmla="*/ 671756 h 674476"/>
                    <a:gd name="connsiteX63" fmla="*/ 386193 w 494979"/>
                    <a:gd name="connsiteY63" fmla="*/ 674476 h 674476"/>
                    <a:gd name="connsiteX64" fmla="*/ 350837 w 494979"/>
                    <a:gd name="connsiteY64" fmla="*/ 669036 h 674476"/>
                    <a:gd name="connsiteX65" fmla="*/ 329080 w 494979"/>
                    <a:gd name="connsiteY65" fmla="*/ 669036 h 674476"/>
                    <a:gd name="connsiteX66" fmla="*/ 280126 w 494979"/>
                    <a:gd name="connsiteY66" fmla="*/ 669036 h 674476"/>
                    <a:gd name="connsiteX67" fmla="*/ 255649 w 494979"/>
                    <a:gd name="connsiteY67" fmla="*/ 663597 h 674476"/>
                    <a:gd name="connsiteX68" fmla="*/ 239331 w 494979"/>
                    <a:gd name="connsiteY68" fmla="*/ 647279 h 674476"/>
                    <a:gd name="connsiteX69" fmla="*/ 263808 w 494979"/>
                    <a:gd name="connsiteY69" fmla="*/ 630961 h 674476"/>
                    <a:gd name="connsiteX70" fmla="*/ 291005 w 494979"/>
                    <a:gd name="connsiteY70" fmla="*/ 628241 h 674476"/>
                    <a:gd name="connsiteX71" fmla="*/ 288285 w 494979"/>
                    <a:gd name="connsiteY71" fmla="*/ 609204 h 674476"/>
                    <a:gd name="connsiteX72" fmla="*/ 285565 w 494979"/>
                    <a:gd name="connsiteY72" fmla="*/ 582007 h 674476"/>
                    <a:gd name="connsiteX73" fmla="*/ 282846 w 494979"/>
                    <a:gd name="connsiteY73" fmla="*/ 568409 h 674476"/>
                    <a:gd name="connsiteX74" fmla="*/ 285565 w 494979"/>
                    <a:gd name="connsiteY74" fmla="*/ 554811 h 674476"/>
                    <a:gd name="connsiteX75" fmla="*/ 280126 w 494979"/>
                    <a:gd name="connsiteY75" fmla="*/ 538493 h 674476"/>
                    <a:gd name="connsiteX76" fmla="*/ 274687 w 494979"/>
                    <a:gd name="connsiteY76" fmla="*/ 505857 h 674476"/>
                    <a:gd name="connsiteX77" fmla="*/ 271967 w 494979"/>
                    <a:gd name="connsiteY77" fmla="*/ 478660 h 674476"/>
                    <a:gd name="connsiteX78" fmla="*/ 269247 w 494979"/>
                    <a:gd name="connsiteY78" fmla="*/ 446025 h 674476"/>
                    <a:gd name="connsiteX79" fmla="*/ 263808 w 494979"/>
                    <a:gd name="connsiteY79" fmla="*/ 437866 h 674476"/>
                    <a:gd name="connsiteX80" fmla="*/ 252929 w 494979"/>
                    <a:gd name="connsiteY80" fmla="*/ 437866 h 674476"/>
                    <a:gd name="connsiteX81" fmla="*/ 223013 w 494979"/>
                    <a:gd name="connsiteY81" fmla="*/ 440585 h 674476"/>
                    <a:gd name="connsiteX82" fmla="*/ 193097 w 494979"/>
                    <a:gd name="connsiteY82" fmla="*/ 443305 h 674476"/>
                    <a:gd name="connsiteX83" fmla="*/ 168620 w 494979"/>
                    <a:gd name="connsiteY83" fmla="*/ 443305 h 674476"/>
                    <a:gd name="connsiteX84" fmla="*/ 146862 w 494979"/>
                    <a:gd name="connsiteY84" fmla="*/ 440585 h 674476"/>
                    <a:gd name="connsiteX85" fmla="*/ 138703 w 494979"/>
                    <a:gd name="connsiteY85" fmla="*/ 454184 h 674476"/>
                    <a:gd name="connsiteX86" fmla="*/ 133263 w 494979"/>
                    <a:gd name="connsiteY86" fmla="*/ 486820 h 674476"/>
                    <a:gd name="connsiteX87" fmla="*/ 122385 w 494979"/>
                    <a:gd name="connsiteY87" fmla="*/ 541213 h 674476"/>
                    <a:gd name="connsiteX88" fmla="*/ 106067 w 494979"/>
                    <a:gd name="connsiteY88" fmla="*/ 614643 h 674476"/>
                    <a:gd name="connsiteX89" fmla="*/ 135983 w 494979"/>
                    <a:gd name="connsiteY89" fmla="*/ 614643 h 674476"/>
                    <a:gd name="connsiteX90" fmla="*/ 171340 w 494979"/>
                    <a:gd name="connsiteY90" fmla="*/ 630961 h 674476"/>
                    <a:gd name="connsiteX91" fmla="*/ 165900 w 494979"/>
                    <a:gd name="connsiteY91" fmla="*/ 647279 h 674476"/>
                    <a:gd name="connsiteX92" fmla="*/ 149581 w 494979"/>
                    <a:gd name="connsiteY92" fmla="*/ 655438 h 674476"/>
                    <a:gd name="connsiteX93" fmla="*/ 127824 w 494979"/>
                    <a:gd name="connsiteY93" fmla="*/ 658158 h 674476"/>
                    <a:gd name="connsiteX94" fmla="*/ 106067 w 494979"/>
                    <a:gd name="connsiteY94" fmla="*/ 658158 h 674476"/>
                    <a:gd name="connsiteX95" fmla="*/ 62552 w 494979"/>
                    <a:gd name="connsiteY95" fmla="*/ 658158 h 674476"/>
                    <a:gd name="connsiteX96" fmla="*/ 40795 w 494979"/>
                    <a:gd name="connsiteY96" fmla="*/ 658158 h 674476"/>
                    <a:gd name="connsiteX97" fmla="*/ 16318 w 494979"/>
                    <a:gd name="connsiteY97" fmla="*/ 652718 h 674476"/>
                    <a:gd name="connsiteX98" fmla="*/ 0 w 494979"/>
                    <a:gd name="connsiteY98" fmla="*/ 636401 h 674476"/>
                    <a:gd name="connsiteX99" fmla="*/ 2720 w 494979"/>
                    <a:gd name="connsiteY99" fmla="*/ 628241 h 674476"/>
                    <a:gd name="connsiteX100" fmla="*/ 24477 w 494979"/>
                    <a:gd name="connsiteY100" fmla="*/ 620082 h 674476"/>
                    <a:gd name="connsiteX101" fmla="*/ 62552 w 494979"/>
                    <a:gd name="connsiteY101" fmla="*/ 617363 h 674476"/>
                    <a:gd name="connsiteX102" fmla="*/ 62552 w 494979"/>
                    <a:gd name="connsiteY102" fmla="*/ 614643 h 674476"/>
                    <a:gd name="connsiteX103" fmla="*/ 65272 w 494979"/>
                    <a:gd name="connsiteY103" fmla="*/ 587447 h 674476"/>
                    <a:gd name="connsiteX104" fmla="*/ 76151 w 494979"/>
                    <a:gd name="connsiteY104" fmla="*/ 522175 h 674476"/>
                    <a:gd name="connsiteX105" fmla="*/ 87029 w 494979"/>
                    <a:gd name="connsiteY105" fmla="*/ 470501 h 674476"/>
                    <a:gd name="connsiteX106" fmla="*/ 92469 w 494979"/>
                    <a:gd name="connsiteY106" fmla="*/ 446025 h 674476"/>
                    <a:gd name="connsiteX107" fmla="*/ 65272 w 494979"/>
                    <a:gd name="connsiteY107" fmla="*/ 432426 h 674476"/>
                    <a:gd name="connsiteX108" fmla="*/ 54393 w 494979"/>
                    <a:gd name="connsiteY108" fmla="*/ 421548 h 674476"/>
                    <a:gd name="connsiteX109" fmla="*/ 73431 w 494979"/>
                    <a:gd name="connsiteY109" fmla="*/ 407949 h 674476"/>
                    <a:gd name="connsiteX110" fmla="*/ 100628 w 494979"/>
                    <a:gd name="connsiteY110" fmla="*/ 399790 h 674476"/>
                    <a:gd name="connsiteX111" fmla="*/ 108787 w 494979"/>
                    <a:gd name="connsiteY111" fmla="*/ 369874 h 674476"/>
                    <a:gd name="connsiteX112" fmla="*/ 125105 w 494979"/>
                    <a:gd name="connsiteY112" fmla="*/ 307322 h 674476"/>
                    <a:gd name="connsiteX113" fmla="*/ 141423 w 494979"/>
                    <a:gd name="connsiteY113" fmla="*/ 242051 h 674476"/>
                    <a:gd name="connsiteX114" fmla="*/ 155021 w 494979"/>
                    <a:gd name="connsiteY114" fmla="*/ 179498 h 674476"/>
                    <a:gd name="connsiteX115" fmla="*/ 168620 w 494979"/>
                    <a:gd name="connsiteY115" fmla="*/ 119665 h 674476"/>
                    <a:gd name="connsiteX116" fmla="*/ 193097 w 494979"/>
                    <a:gd name="connsiteY116" fmla="*/ 57113 h 674476"/>
                    <a:gd name="connsiteX117" fmla="*/ 201256 w 494979"/>
                    <a:gd name="connsiteY117" fmla="*/ 38075 h 674476"/>
                    <a:gd name="connsiteX118" fmla="*/ 217574 w 494979"/>
                    <a:gd name="connsiteY118" fmla="*/ 13598 h 674476"/>
                    <a:gd name="connsiteX119" fmla="*/ 274687 w 494979"/>
                    <a:gd name="connsiteY119" fmla="*/ 0 h 6744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</a:cxnLst>
                  <a:rect l="l" t="t" r="r" b="b"/>
                  <a:pathLst>
                    <a:path w="494979" h="674476">
                      <a:moveTo>
                        <a:pt x="228453" y="97907"/>
                      </a:moveTo>
                      <a:cubicBezTo>
                        <a:pt x="220294" y="97907"/>
                        <a:pt x="212135" y="114225"/>
                        <a:pt x="212135" y="119665"/>
                      </a:cubicBezTo>
                      <a:cubicBezTo>
                        <a:pt x="209415" y="130543"/>
                        <a:pt x="206696" y="144141"/>
                        <a:pt x="203976" y="152300"/>
                      </a:cubicBezTo>
                      <a:cubicBezTo>
                        <a:pt x="201256" y="157740"/>
                        <a:pt x="201256" y="163179"/>
                        <a:pt x="201256" y="168618"/>
                      </a:cubicBezTo>
                      <a:cubicBezTo>
                        <a:pt x="201256" y="174058"/>
                        <a:pt x="198537" y="179497"/>
                        <a:pt x="198537" y="184936"/>
                      </a:cubicBezTo>
                      <a:cubicBezTo>
                        <a:pt x="195817" y="195815"/>
                        <a:pt x="193097" y="209413"/>
                        <a:pt x="190378" y="220292"/>
                      </a:cubicBezTo>
                      <a:cubicBezTo>
                        <a:pt x="187658" y="244769"/>
                        <a:pt x="179499" y="269246"/>
                        <a:pt x="171340" y="291003"/>
                      </a:cubicBezTo>
                      <a:cubicBezTo>
                        <a:pt x="168620" y="301881"/>
                        <a:pt x="165900" y="312760"/>
                        <a:pt x="163180" y="323639"/>
                      </a:cubicBezTo>
                      <a:cubicBezTo>
                        <a:pt x="160461" y="337237"/>
                        <a:pt x="157741" y="348115"/>
                        <a:pt x="152302" y="361714"/>
                      </a:cubicBezTo>
                      <a:cubicBezTo>
                        <a:pt x="149582" y="367153"/>
                        <a:pt x="146862" y="383471"/>
                        <a:pt x="146862" y="388910"/>
                      </a:cubicBezTo>
                      <a:cubicBezTo>
                        <a:pt x="146862" y="391630"/>
                        <a:pt x="149582" y="391630"/>
                        <a:pt x="152302" y="391630"/>
                      </a:cubicBezTo>
                      <a:cubicBezTo>
                        <a:pt x="157741" y="391630"/>
                        <a:pt x="171340" y="391630"/>
                        <a:pt x="174060" y="391630"/>
                      </a:cubicBezTo>
                      <a:cubicBezTo>
                        <a:pt x="182219" y="391630"/>
                        <a:pt x="190378" y="391630"/>
                        <a:pt x="195817" y="388910"/>
                      </a:cubicBezTo>
                      <a:cubicBezTo>
                        <a:pt x="201256" y="388910"/>
                        <a:pt x="206696" y="388910"/>
                        <a:pt x="214855" y="388910"/>
                      </a:cubicBezTo>
                      <a:cubicBezTo>
                        <a:pt x="220294" y="388910"/>
                        <a:pt x="228453" y="388910"/>
                        <a:pt x="239332" y="388910"/>
                      </a:cubicBezTo>
                      <a:cubicBezTo>
                        <a:pt x="244771" y="388910"/>
                        <a:pt x="250210" y="388910"/>
                        <a:pt x="252930" y="386191"/>
                      </a:cubicBezTo>
                      <a:cubicBezTo>
                        <a:pt x="258369" y="391630"/>
                        <a:pt x="261089" y="388910"/>
                        <a:pt x="261089" y="386191"/>
                      </a:cubicBezTo>
                      <a:cubicBezTo>
                        <a:pt x="261089" y="380751"/>
                        <a:pt x="258369" y="372592"/>
                        <a:pt x="258369" y="367153"/>
                      </a:cubicBezTo>
                      <a:cubicBezTo>
                        <a:pt x="255650" y="353555"/>
                        <a:pt x="252930" y="342676"/>
                        <a:pt x="252930" y="331797"/>
                      </a:cubicBezTo>
                      <a:cubicBezTo>
                        <a:pt x="252930" y="301881"/>
                        <a:pt x="252930" y="274685"/>
                        <a:pt x="250210" y="244769"/>
                      </a:cubicBezTo>
                      <a:cubicBezTo>
                        <a:pt x="250210" y="231170"/>
                        <a:pt x="247491" y="217572"/>
                        <a:pt x="244771" y="203974"/>
                      </a:cubicBezTo>
                      <a:cubicBezTo>
                        <a:pt x="242051" y="187656"/>
                        <a:pt x="239332" y="174058"/>
                        <a:pt x="239332" y="157740"/>
                      </a:cubicBezTo>
                      <a:cubicBezTo>
                        <a:pt x="239332" y="152300"/>
                        <a:pt x="239332" y="133263"/>
                        <a:pt x="236612" y="119665"/>
                      </a:cubicBezTo>
                      <a:cubicBezTo>
                        <a:pt x="236612" y="106066"/>
                        <a:pt x="233892" y="97907"/>
                        <a:pt x="228453" y="97907"/>
                      </a:cubicBezTo>
                      <a:close/>
                      <a:moveTo>
                        <a:pt x="274687" y="0"/>
                      </a:moveTo>
                      <a:cubicBezTo>
                        <a:pt x="288285" y="0"/>
                        <a:pt x="293724" y="2720"/>
                        <a:pt x="304603" y="5439"/>
                      </a:cubicBezTo>
                      <a:cubicBezTo>
                        <a:pt x="315482" y="10879"/>
                        <a:pt x="315482" y="16318"/>
                        <a:pt x="320921" y="24477"/>
                      </a:cubicBezTo>
                      <a:cubicBezTo>
                        <a:pt x="326360" y="29916"/>
                        <a:pt x="331800" y="35356"/>
                        <a:pt x="334519" y="43515"/>
                      </a:cubicBezTo>
                      <a:cubicBezTo>
                        <a:pt x="337239" y="51674"/>
                        <a:pt x="337239" y="57113"/>
                        <a:pt x="339959" y="65272"/>
                      </a:cubicBezTo>
                      <a:cubicBezTo>
                        <a:pt x="345398" y="78870"/>
                        <a:pt x="342678" y="97908"/>
                        <a:pt x="348118" y="114226"/>
                      </a:cubicBezTo>
                      <a:cubicBezTo>
                        <a:pt x="350837" y="130544"/>
                        <a:pt x="358996" y="146863"/>
                        <a:pt x="361716" y="163180"/>
                      </a:cubicBezTo>
                      <a:cubicBezTo>
                        <a:pt x="364435" y="182218"/>
                        <a:pt x="364435" y="201256"/>
                        <a:pt x="369875" y="220293"/>
                      </a:cubicBezTo>
                      <a:cubicBezTo>
                        <a:pt x="375314" y="239331"/>
                        <a:pt x="378034" y="255649"/>
                        <a:pt x="378034" y="274686"/>
                      </a:cubicBezTo>
                      <a:cubicBezTo>
                        <a:pt x="378034" y="282845"/>
                        <a:pt x="380753" y="293724"/>
                        <a:pt x="383473" y="301883"/>
                      </a:cubicBezTo>
                      <a:cubicBezTo>
                        <a:pt x="386193" y="312762"/>
                        <a:pt x="388912" y="326360"/>
                        <a:pt x="391632" y="337238"/>
                      </a:cubicBezTo>
                      <a:cubicBezTo>
                        <a:pt x="391632" y="342678"/>
                        <a:pt x="394352" y="353556"/>
                        <a:pt x="397071" y="364435"/>
                      </a:cubicBezTo>
                      <a:cubicBezTo>
                        <a:pt x="399791" y="372594"/>
                        <a:pt x="402511" y="380753"/>
                        <a:pt x="405230" y="383473"/>
                      </a:cubicBezTo>
                      <a:cubicBezTo>
                        <a:pt x="407950" y="386192"/>
                        <a:pt x="413389" y="386192"/>
                        <a:pt x="416109" y="386192"/>
                      </a:cubicBezTo>
                      <a:cubicBezTo>
                        <a:pt x="418829" y="386192"/>
                        <a:pt x="424268" y="386192"/>
                        <a:pt x="426988" y="386192"/>
                      </a:cubicBezTo>
                      <a:cubicBezTo>
                        <a:pt x="437866" y="386192"/>
                        <a:pt x="448745" y="388912"/>
                        <a:pt x="454184" y="397071"/>
                      </a:cubicBezTo>
                      <a:cubicBezTo>
                        <a:pt x="456904" y="399790"/>
                        <a:pt x="456904" y="402510"/>
                        <a:pt x="456904" y="405230"/>
                      </a:cubicBezTo>
                      <a:cubicBezTo>
                        <a:pt x="456904" y="407949"/>
                        <a:pt x="454184" y="410669"/>
                        <a:pt x="451465" y="416108"/>
                      </a:cubicBezTo>
                      <a:cubicBezTo>
                        <a:pt x="446025" y="421548"/>
                        <a:pt x="440586" y="426987"/>
                        <a:pt x="432427" y="429707"/>
                      </a:cubicBezTo>
                      <a:cubicBezTo>
                        <a:pt x="429707" y="429707"/>
                        <a:pt x="426988" y="432426"/>
                        <a:pt x="421548" y="432426"/>
                      </a:cubicBezTo>
                      <a:cubicBezTo>
                        <a:pt x="418829" y="432426"/>
                        <a:pt x="416109" y="432426"/>
                        <a:pt x="413389" y="435146"/>
                      </a:cubicBezTo>
                      <a:cubicBezTo>
                        <a:pt x="413389" y="435146"/>
                        <a:pt x="413389" y="437866"/>
                        <a:pt x="413389" y="440585"/>
                      </a:cubicBezTo>
                      <a:cubicBezTo>
                        <a:pt x="413389" y="443305"/>
                        <a:pt x="413389" y="448744"/>
                        <a:pt x="416109" y="451464"/>
                      </a:cubicBezTo>
                      <a:cubicBezTo>
                        <a:pt x="416109" y="456903"/>
                        <a:pt x="418829" y="462343"/>
                        <a:pt x="418829" y="465062"/>
                      </a:cubicBezTo>
                      <a:lnTo>
                        <a:pt x="418829" y="475941"/>
                      </a:lnTo>
                      <a:cubicBezTo>
                        <a:pt x="418829" y="481380"/>
                        <a:pt x="418829" y="484100"/>
                        <a:pt x="418829" y="486820"/>
                      </a:cubicBezTo>
                      <a:cubicBezTo>
                        <a:pt x="421548" y="497698"/>
                        <a:pt x="424268" y="505857"/>
                        <a:pt x="426988" y="516736"/>
                      </a:cubicBezTo>
                      <a:cubicBezTo>
                        <a:pt x="426988" y="524895"/>
                        <a:pt x="429707" y="535773"/>
                        <a:pt x="432427" y="543932"/>
                      </a:cubicBezTo>
                      <a:cubicBezTo>
                        <a:pt x="435147" y="554811"/>
                        <a:pt x="437866" y="562970"/>
                        <a:pt x="437866" y="573848"/>
                      </a:cubicBezTo>
                      <a:cubicBezTo>
                        <a:pt x="437866" y="587447"/>
                        <a:pt x="440586" y="595606"/>
                        <a:pt x="443306" y="606484"/>
                      </a:cubicBezTo>
                      <a:cubicBezTo>
                        <a:pt x="443306" y="609204"/>
                        <a:pt x="446025" y="614643"/>
                        <a:pt x="446025" y="617363"/>
                      </a:cubicBezTo>
                      <a:cubicBezTo>
                        <a:pt x="454184" y="617363"/>
                        <a:pt x="462343" y="617363"/>
                        <a:pt x="470502" y="617363"/>
                      </a:cubicBezTo>
                      <a:cubicBezTo>
                        <a:pt x="478661" y="625522"/>
                        <a:pt x="492259" y="630961"/>
                        <a:pt x="494979" y="641840"/>
                      </a:cubicBezTo>
                      <a:cubicBezTo>
                        <a:pt x="494979" y="647279"/>
                        <a:pt x="489540" y="649999"/>
                        <a:pt x="486820" y="655438"/>
                      </a:cubicBezTo>
                      <a:cubicBezTo>
                        <a:pt x="484100" y="660877"/>
                        <a:pt x="475942" y="663597"/>
                        <a:pt x="470502" y="663597"/>
                      </a:cubicBezTo>
                      <a:cubicBezTo>
                        <a:pt x="459623" y="666317"/>
                        <a:pt x="454184" y="666317"/>
                        <a:pt x="446025" y="666317"/>
                      </a:cubicBezTo>
                      <a:cubicBezTo>
                        <a:pt x="440586" y="666317"/>
                        <a:pt x="432427" y="666317"/>
                        <a:pt x="424268" y="666317"/>
                      </a:cubicBezTo>
                      <a:cubicBezTo>
                        <a:pt x="421548" y="666317"/>
                        <a:pt x="418829" y="666317"/>
                        <a:pt x="416109" y="666317"/>
                      </a:cubicBezTo>
                      <a:cubicBezTo>
                        <a:pt x="410670" y="669036"/>
                        <a:pt x="407950" y="669036"/>
                        <a:pt x="402511" y="671756"/>
                      </a:cubicBezTo>
                      <a:cubicBezTo>
                        <a:pt x="397071" y="671756"/>
                        <a:pt x="391632" y="674476"/>
                        <a:pt x="386193" y="674476"/>
                      </a:cubicBezTo>
                      <a:cubicBezTo>
                        <a:pt x="375314" y="674476"/>
                        <a:pt x="361716" y="671756"/>
                        <a:pt x="350837" y="669036"/>
                      </a:cubicBezTo>
                      <a:cubicBezTo>
                        <a:pt x="342678" y="669036"/>
                        <a:pt x="334519" y="669036"/>
                        <a:pt x="329080" y="669036"/>
                      </a:cubicBezTo>
                      <a:cubicBezTo>
                        <a:pt x="307323" y="669036"/>
                        <a:pt x="288285" y="669036"/>
                        <a:pt x="280126" y="669036"/>
                      </a:cubicBezTo>
                      <a:cubicBezTo>
                        <a:pt x="271967" y="669036"/>
                        <a:pt x="261088" y="669036"/>
                        <a:pt x="255649" y="663597"/>
                      </a:cubicBezTo>
                      <a:cubicBezTo>
                        <a:pt x="250210" y="660877"/>
                        <a:pt x="239331" y="655438"/>
                        <a:pt x="239331" y="647279"/>
                      </a:cubicBezTo>
                      <a:cubicBezTo>
                        <a:pt x="239331" y="636401"/>
                        <a:pt x="255649" y="633681"/>
                        <a:pt x="263808" y="630961"/>
                      </a:cubicBezTo>
                      <a:cubicBezTo>
                        <a:pt x="269247" y="630961"/>
                        <a:pt x="277406" y="630961"/>
                        <a:pt x="291005" y="628241"/>
                      </a:cubicBezTo>
                      <a:cubicBezTo>
                        <a:pt x="291005" y="620082"/>
                        <a:pt x="291005" y="614643"/>
                        <a:pt x="288285" y="609204"/>
                      </a:cubicBezTo>
                      <a:cubicBezTo>
                        <a:pt x="288285" y="601045"/>
                        <a:pt x="285565" y="590166"/>
                        <a:pt x="285565" y="582007"/>
                      </a:cubicBezTo>
                      <a:cubicBezTo>
                        <a:pt x="285565" y="576568"/>
                        <a:pt x="282846" y="573848"/>
                        <a:pt x="282846" y="568409"/>
                      </a:cubicBezTo>
                      <a:cubicBezTo>
                        <a:pt x="282846" y="562970"/>
                        <a:pt x="285565" y="557531"/>
                        <a:pt x="285565" y="554811"/>
                      </a:cubicBezTo>
                      <a:cubicBezTo>
                        <a:pt x="285565" y="549371"/>
                        <a:pt x="282846" y="546652"/>
                        <a:pt x="280126" y="538493"/>
                      </a:cubicBezTo>
                      <a:cubicBezTo>
                        <a:pt x="280126" y="527614"/>
                        <a:pt x="274687" y="516736"/>
                        <a:pt x="274687" y="505857"/>
                      </a:cubicBezTo>
                      <a:cubicBezTo>
                        <a:pt x="274687" y="494978"/>
                        <a:pt x="274687" y="486820"/>
                        <a:pt x="271967" y="478660"/>
                      </a:cubicBezTo>
                      <a:cubicBezTo>
                        <a:pt x="269247" y="467782"/>
                        <a:pt x="269247" y="456903"/>
                        <a:pt x="269247" y="446025"/>
                      </a:cubicBezTo>
                      <a:cubicBezTo>
                        <a:pt x="269247" y="440585"/>
                        <a:pt x="266528" y="437866"/>
                        <a:pt x="263808" y="437866"/>
                      </a:cubicBezTo>
                      <a:cubicBezTo>
                        <a:pt x="261088" y="437866"/>
                        <a:pt x="258369" y="437866"/>
                        <a:pt x="252929" y="437866"/>
                      </a:cubicBezTo>
                      <a:cubicBezTo>
                        <a:pt x="242051" y="437866"/>
                        <a:pt x="231172" y="437866"/>
                        <a:pt x="223013" y="440585"/>
                      </a:cubicBezTo>
                      <a:cubicBezTo>
                        <a:pt x="212135" y="440585"/>
                        <a:pt x="203976" y="443305"/>
                        <a:pt x="193097" y="443305"/>
                      </a:cubicBezTo>
                      <a:cubicBezTo>
                        <a:pt x="184938" y="443305"/>
                        <a:pt x="176779" y="443305"/>
                        <a:pt x="168620" y="443305"/>
                      </a:cubicBezTo>
                      <a:cubicBezTo>
                        <a:pt x="165900" y="443305"/>
                        <a:pt x="155021" y="440585"/>
                        <a:pt x="146862" y="440585"/>
                      </a:cubicBezTo>
                      <a:cubicBezTo>
                        <a:pt x="138703" y="440585"/>
                        <a:pt x="138703" y="448744"/>
                        <a:pt x="138703" y="454184"/>
                      </a:cubicBezTo>
                      <a:cubicBezTo>
                        <a:pt x="138703" y="465062"/>
                        <a:pt x="135983" y="475941"/>
                        <a:pt x="133263" y="486820"/>
                      </a:cubicBezTo>
                      <a:cubicBezTo>
                        <a:pt x="130544" y="505857"/>
                        <a:pt x="125105" y="522175"/>
                        <a:pt x="122385" y="541213"/>
                      </a:cubicBezTo>
                      <a:cubicBezTo>
                        <a:pt x="119665" y="560250"/>
                        <a:pt x="111506" y="595606"/>
                        <a:pt x="106067" y="614643"/>
                      </a:cubicBezTo>
                      <a:cubicBezTo>
                        <a:pt x="114226" y="614643"/>
                        <a:pt x="125105" y="614643"/>
                        <a:pt x="135983" y="614643"/>
                      </a:cubicBezTo>
                      <a:cubicBezTo>
                        <a:pt x="149581" y="614643"/>
                        <a:pt x="171340" y="614643"/>
                        <a:pt x="171340" y="630961"/>
                      </a:cubicBezTo>
                      <a:cubicBezTo>
                        <a:pt x="171340" y="639120"/>
                        <a:pt x="168620" y="639120"/>
                        <a:pt x="165900" y="647279"/>
                      </a:cubicBezTo>
                      <a:cubicBezTo>
                        <a:pt x="163181" y="652718"/>
                        <a:pt x="155021" y="655438"/>
                        <a:pt x="149581" y="655438"/>
                      </a:cubicBezTo>
                      <a:cubicBezTo>
                        <a:pt x="141423" y="658158"/>
                        <a:pt x="135983" y="658158"/>
                        <a:pt x="127824" y="658158"/>
                      </a:cubicBezTo>
                      <a:cubicBezTo>
                        <a:pt x="122385" y="658158"/>
                        <a:pt x="116946" y="658158"/>
                        <a:pt x="106067" y="658158"/>
                      </a:cubicBezTo>
                      <a:cubicBezTo>
                        <a:pt x="92469" y="658158"/>
                        <a:pt x="78870" y="658158"/>
                        <a:pt x="62552" y="658158"/>
                      </a:cubicBezTo>
                      <a:cubicBezTo>
                        <a:pt x="54393" y="658158"/>
                        <a:pt x="46234" y="658158"/>
                        <a:pt x="40795" y="658158"/>
                      </a:cubicBezTo>
                      <a:cubicBezTo>
                        <a:pt x="32636" y="658158"/>
                        <a:pt x="21758" y="658158"/>
                        <a:pt x="16318" y="652718"/>
                      </a:cubicBezTo>
                      <a:cubicBezTo>
                        <a:pt x="8159" y="649999"/>
                        <a:pt x="0" y="641840"/>
                        <a:pt x="0" y="636401"/>
                      </a:cubicBezTo>
                      <a:cubicBezTo>
                        <a:pt x="0" y="633681"/>
                        <a:pt x="0" y="630961"/>
                        <a:pt x="2720" y="628241"/>
                      </a:cubicBezTo>
                      <a:cubicBezTo>
                        <a:pt x="8159" y="625522"/>
                        <a:pt x="16318" y="622802"/>
                        <a:pt x="24477" y="620082"/>
                      </a:cubicBezTo>
                      <a:cubicBezTo>
                        <a:pt x="38075" y="617363"/>
                        <a:pt x="48954" y="617363"/>
                        <a:pt x="62552" y="617363"/>
                      </a:cubicBezTo>
                      <a:cubicBezTo>
                        <a:pt x="62552" y="617363"/>
                        <a:pt x="62552" y="614643"/>
                        <a:pt x="62552" y="614643"/>
                      </a:cubicBezTo>
                      <a:cubicBezTo>
                        <a:pt x="62552" y="603765"/>
                        <a:pt x="65272" y="590166"/>
                        <a:pt x="65272" y="587447"/>
                      </a:cubicBezTo>
                      <a:cubicBezTo>
                        <a:pt x="67992" y="565689"/>
                        <a:pt x="73431" y="543932"/>
                        <a:pt x="76151" y="522175"/>
                      </a:cubicBezTo>
                      <a:cubicBezTo>
                        <a:pt x="78870" y="505857"/>
                        <a:pt x="81590" y="486820"/>
                        <a:pt x="87029" y="470501"/>
                      </a:cubicBezTo>
                      <a:cubicBezTo>
                        <a:pt x="87029" y="465062"/>
                        <a:pt x="92469" y="451464"/>
                        <a:pt x="92469" y="446025"/>
                      </a:cubicBezTo>
                      <a:cubicBezTo>
                        <a:pt x="92469" y="437866"/>
                        <a:pt x="73431" y="437866"/>
                        <a:pt x="65272" y="432426"/>
                      </a:cubicBezTo>
                      <a:cubicBezTo>
                        <a:pt x="59833" y="429707"/>
                        <a:pt x="54393" y="426987"/>
                        <a:pt x="54393" y="421548"/>
                      </a:cubicBezTo>
                      <a:cubicBezTo>
                        <a:pt x="54393" y="413389"/>
                        <a:pt x="62552" y="410669"/>
                        <a:pt x="73431" y="407949"/>
                      </a:cubicBezTo>
                      <a:cubicBezTo>
                        <a:pt x="78870" y="407949"/>
                        <a:pt x="92469" y="405230"/>
                        <a:pt x="100628" y="399790"/>
                      </a:cubicBezTo>
                      <a:cubicBezTo>
                        <a:pt x="106067" y="394351"/>
                        <a:pt x="106067" y="378033"/>
                        <a:pt x="108787" y="369874"/>
                      </a:cubicBezTo>
                      <a:cubicBezTo>
                        <a:pt x="114226" y="348117"/>
                        <a:pt x="119665" y="326360"/>
                        <a:pt x="125105" y="307322"/>
                      </a:cubicBezTo>
                      <a:cubicBezTo>
                        <a:pt x="130544" y="285565"/>
                        <a:pt x="135983" y="263808"/>
                        <a:pt x="141423" y="242051"/>
                      </a:cubicBezTo>
                      <a:cubicBezTo>
                        <a:pt x="146862" y="220293"/>
                        <a:pt x="152301" y="198536"/>
                        <a:pt x="155021" y="179498"/>
                      </a:cubicBezTo>
                      <a:cubicBezTo>
                        <a:pt x="157740" y="160461"/>
                        <a:pt x="163181" y="138703"/>
                        <a:pt x="168620" y="119665"/>
                      </a:cubicBezTo>
                      <a:cubicBezTo>
                        <a:pt x="176779" y="100627"/>
                        <a:pt x="182218" y="76150"/>
                        <a:pt x="193097" y="57113"/>
                      </a:cubicBezTo>
                      <a:lnTo>
                        <a:pt x="201256" y="38075"/>
                      </a:lnTo>
                      <a:cubicBezTo>
                        <a:pt x="206695" y="29916"/>
                        <a:pt x="209415" y="19038"/>
                        <a:pt x="217574" y="13598"/>
                      </a:cubicBezTo>
                      <a:cubicBezTo>
                        <a:pt x="231172" y="2720"/>
                        <a:pt x="255649" y="0"/>
                        <a:pt x="274687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94" name="Freeform: Shape 93">
                  <a:extLst>
                    <a:ext uri="{FF2B5EF4-FFF2-40B4-BE49-F238E27FC236}">
                      <a16:creationId xmlns:a16="http://schemas.microsoft.com/office/drawing/2014/main" id="{36F507B1-447A-4BB9-916F-324BCB2D5E5B}"/>
                    </a:ext>
                  </a:extLst>
                </p:cNvPr>
                <p:cNvSpPr/>
                <p:nvPr/>
              </p:nvSpPr>
              <p:spPr>
                <a:xfrm>
                  <a:off x="3443268" y="4186718"/>
                  <a:ext cx="435145" cy="761503"/>
                </a:xfrm>
                <a:custGeom>
                  <a:avLst/>
                  <a:gdLst>
                    <a:gd name="connsiteX0" fmla="*/ 400855 w 435145"/>
                    <a:gd name="connsiteY0" fmla="*/ 678260 h 761503"/>
                    <a:gd name="connsiteX1" fmla="*/ 384537 w 435145"/>
                    <a:gd name="connsiteY1" fmla="*/ 719054 h 761503"/>
                    <a:gd name="connsiteX2" fmla="*/ 368219 w 435145"/>
                    <a:gd name="connsiteY2" fmla="*/ 713615 h 761503"/>
                    <a:gd name="connsiteX3" fmla="*/ 360060 w 435145"/>
                    <a:gd name="connsiteY3" fmla="*/ 697297 h 761503"/>
                    <a:gd name="connsiteX4" fmla="*/ 360060 w 435145"/>
                    <a:gd name="connsiteY4" fmla="*/ 651063 h 761503"/>
                    <a:gd name="connsiteX5" fmla="*/ 332864 w 435145"/>
                    <a:gd name="connsiteY5" fmla="*/ 686418 h 761503"/>
                    <a:gd name="connsiteX6" fmla="*/ 251274 w 435145"/>
                    <a:gd name="connsiteY6" fmla="*/ 721774 h 761503"/>
                    <a:gd name="connsiteX7" fmla="*/ 229517 w 435145"/>
                    <a:gd name="connsiteY7" fmla="*/ 719054 h 761503"/>
                    <a:gd name="connsiteX8" fmla="*/ 158806 w 435145"/>
                    <a:gd name="connsiteY8" fmla="*/ 694578 h 761503"/>
                    <a:gd name="connsiteX9" fmla="*/ 112571 w 435145"/>
                    <a:gd name="connsiteY9" fmla="*/ 659222 h 761503"/>
                    <a:gd name="connsiteX10" fmla="*/ 79936 w 435145"/>
                    <a:gd name="connsiteY10" fmla="*/ 607548 h 761503"/>
                    <a:gd name="connsiteX11" fmla="*/ 63618 w 435145"/>
                    <a:gd name="connsiteY11" fmla="*/ 542277 h 761503"/>
                    <a:gd name="connsiteX12" fmla="*/ 58178 w 435145"/>
                    <a:gd name="connsiteY12" fmla="*/ 471566 h 761503"/>
                    <a:gd name="connsiteX13" fmla="*/ 60898 w 435145"/>
                    <a:gd name="connsiteY13" fmla="*/ 400855 h 761503"/>
                    <a:gd name="connsiteX14" fmla="*/ 66337 w 435145"/>
                    <a:gd name="connsiteY14" fmla="*/ 335583 h 761503"/>
                    <a:gd name="connsiteX15" fmla="*/ 85375 w 435145"/>
                    <a:gd name="connsiteY15" fmla="*/ 267592 h 761503"/>
                    <a:gd name="connsiteX16" fmla="*/ 109852 w 435145"/>
                    <a:gd name="connsiteY16" fmla="*/ 199600 h 761503"/>
                    <a:gd name="connsiteX17" fmla="*/ 145207 w 435145"/>
                    <a:gd name="connsiteY17" fmla="*/ 145207 h 761503"/>
                    <a:gd name="connsiteX18" fmla="*/ 188722 w 435145"/>
                    <a:gd name="connsiteY18" fmla="*/ 96253 h 761503"/>
                    <a:gd name="connsiteX19" fmla="*/ 243115 w 435145"/>
                    <a:gd name="connsiteY19" fmla="*/ 71776 h 761503"/>
                    <a:gd name="connsiteX20" fmla="*/ 286630 w 435145"/>
                    <a:gd name="connsiteY20" fmla="*/ 63617 h 761503"/>
                    <a:gd name="connsiteX21" fmla="*/ 305667 w 435145"/>
                    <a:gd name="connsiteY21" fmla="*/ 66337 h 761503"/>
                    <a:gd name="connsiteX22" fmla="*/ 324705 w 435145"/>
                    <a:gd name="connsiteY22" fmla="*/ 79936 h 761503"/>
                    <a:gd name="connsiteX23" fmla="*/ 341023 w 435145"/>
                    <a:gd name="connsiteY23" fmla="*/ 101693 h 761503"/>
                    <a:gd name="connsiteX24" fmla="*/ 354621 w 435145"/>
                    <a:gd name="connsiteY24" fmla="*/ 123450 h 761503"/>
                    <a:gd name="connsiteX25" fmla="*/ 354621 w 435145"/>
                    <a:gd name="connsiteY25" fmla="*/ 98973 h 761503"/>
                    <a:gd name="connsiteX26" fmla="*/ 360060 w 435145"/>
                    <a:gd name="connsiteY26" fmla="*/ 74496 h 761503"/>
                    <a:gd name="connsiteX27" fmla="*/ 365500 w 435145"/>
                    <a:gd name="connsiteY27" fmla="*/ 63617 h 761503"/>
                    <a:gd name="connsiteX28" fmla="*/ 373659 w 435145"/>
                    <a:gd name="connsiteY28" fmla="*/ 58178 h 761503"/>
                    <a:gd name="connsiteX29" fmla="*/ 381818 w 435145"/>
                    <a:gd name="connsiteY29" fmla="*/ 63617 h 761503"/>
                    <a:gd name="connsiteX30" fmla="*/ 389977 w 435145"/>
                    <a:gd name="connsiteY30" fmla="*/ 82655 h 761503"/>
                    <a:gd name="connsiteX31" fmla="*/ 392696 w 435145"/>
                    <a:gd name="connsiteY31" fmla="*/ 126170 h 761503"/>
                    <a:gd name="connsiteX32" fmla="*/ 395416 w 435145"/>
                    <a:gd name="connsiteY32" fmla="*/ 186002 h 761503"/>
                    <a:gd name="connsiteX33" fmla="*/ 398136 w 435145"/>
                    <a:gd name="connsiteY33" fmla="*/ 237675 h 761503"/>
                    <a:gd name="connsiteX34" fmla="*/ 398136 w 435145"/>
                    <a:gd name="connsiteY34" fmla="*/ 243115 h 761503"/>
                    <a:gd name="connsiteX35" fmla="*/ 395416 w 435145"/>
                    <a:gd name="connsiteY35" fmla="*/ 256713 h 761503"/>
                    <a:gd name="connsiteX36" fmla="*/ 379098 w 435145"/>
                    <a:gd name="connsiteY36" fmla="*/ 278470 h 761503"/>
                    <a:gd name="connsiteX37" fmla="*/ 362780 w 435145"/>
                    <a:gd name="connsiteY37" fmla="*/ 273031 h 761503"/>
                    <a:gd name="connsiteX38" fmla="*/ 354621 w 435145"/>
                    <a:gd name="connsiteY38" fmla="*/ 256713 h 761503"/>
                    <a:gd name="connsiteX39" fmla="*/ 354621 w 435145"/>
                    <a:gd name="connsiteY39" fmla="*/ 213198 h 761503"/>
                    <a:gd name="connsiteX40" fmla="*/ 354621 w 435145"/>
                    <a:gd name="connsiteY40" fmla="*/ 205040 h 761503"/>
                    <a:gd name="connsiteX41" fmla="*/ 338303 w 435145"/>
                    <a:gd name="connsiteY41" fmla="*/ 147927 h 761503"/>
                    <a:gd name="connsiteX42" fmla="*/ 292069 w 435145"/>
                    <a:gd name="connsiteY42" fmla="*/ 107132 h 761503"/>
                    <a:gd name="connsiteX43" fmla="*/ 262153 w 435145"/>
                    <a:gd name="connsiteY43" fmla="*/ 120730 h 761503"/>
                    <a:gd name="connsiteX44" fmla="*/ 251274 w 435145"/>
                    <a:gd name="connsiteY44" fmla="*/ 131609 h 761503"/>
                    <a:gd name="connsiteX45" fmla="*/ 240395 w 435145"/>
                    <a:gd name="connsiteY45" fmla="*/ 139768 h 761503"/>
                    <a:gd name="connsiteX46" fmla="*/ 237676 w 435145"/>
                    <a:gd name="connsiteY46" fmla="*/ 164245 h 761503"/>
                    <a:gd name="connsiteX47" fmla="*/ 226797 w 435145"/>
                    <a:gd name="connsiteY47" fmla="*/ 196881 h 761503"/>
                    <a:gd name="connsiteX48" fmla="*/ 213199 w 435145"/>
                    <a:gd name="connsiteY48" fmla="*/ 259433 h 761503"/>
                    <a:gd name="connsiteX49" fmla="*/ 207759 w 435145"/>
                    <a:gd name="connsiteY49" fmla="*/ 324704 h 761503"/>
                    <a:gd name="connsiteX50" fmla="*/ 207759 w 435145"/>
                    <a:gd name="connsiteY50" fmla="*/ 335583 h 761503"/>
                    <a:gd name="connsiteX51" fmla="*/ 205040 w 435145"/>
                    <a:gd name="connsiteY51" fmla="*/ 349181 h 761503"/>
                    <a:gd name="connsiteX52" fmla="*/ 207759 w 435145"/>
                    <a:gd name="connsiteY52" fmla="*/ 368219 h 761503"/>
                    <a:gd name="connsiteX53" fmla="*/ 207759 w 435145"/>
                    <a:gd name="connsiteY53" fmla="*/ 376378 h 761503"/>
                    <a:gd name="connsiteX54" fmla="*/ 205040 w 435145"/>
                    <a:gd name="connsiteY54" fmla="*/ 387256 h 761503"/>
                    <a:gd name="connsiteX55" fmla="*/ 205040 w 435145"/>
                    <a:gd name="connsiteY55" fmla="*/ 395415 h 761503"/>
                    <a:gd name="connsiteX56" fmla="*/ 205040 w 435145"/>
                    <a:gd name="connsiteY56" fmla="*/ 406294 h 761503"/>
                    <a:gd name="connsiteX57" fmla="*/ 205040 w 435145"/>
                    <a:gd name="connsiteY57" fmla="*/ 425332 h 761503"/>
                    <a:gd name="connsiteX58" fmla="*/ 213199 w 435145"/>
                    <a:gd name="connsiteY58" fmla="*/ 493323 h 761503"/>
                    <a:gd name="connsiteX59" fmla="*/ 221358 w 435145"/>
                    <a:gd name="connsiteY59" fmla="*/ 561314 h 761503"/>
                    <a:gd name="connsiteX60" fmla="*/ 226797 w 435145"/>
                    <a:gd name="connsiteY60" fmla="*/ 591231 h 761503"/>
                    <a:gd name="connsiteX61" fmla="*/ 240395 w 435145"/>
                    <a:gd name="connsiteY61" fmla="*/ 618427 h 761503"/>
                    <a:gd name="connsiteX62" fmla="*/ 283910 w 435145"/>
                    <a:gd name="connsiteY62" fmla="*/ 651063 h 761503"/>
                    <a:gd name="connsiteX63" fmla="*/ 338303 w 435145"/>
                    <a:gd name="connsiteY63" fmla="*/ 612988 h 761503"/>
                    <a:gd name="connsiteX64" fmla="*/ 354621 w 435145"/>
                    <a:gd name="connsiteY64" fmla="*/ 577632 h 761503"/>
                    <a:gd name="connsiteX65" fmla="*/ 357341 w 435145"/>
                    <a:gd name="connsiteY65" fmla="*/ 509641 h 761503"/>
                    <a:gd name="connsiteX66" fmla="*/ 362780 w 435145"/>
                    <a:gd name="connsiteY66" fmla="*/ 485164 h 761503"/>
                    <a:gd name="connsiteX67" fmla="*/ 368219 w 435145"/>
                    <a:gd name="connsiteY67" fmla="*/ 474286 h 761503"/>
                    <a:gd name="connsiteX68" fmla="*/ 376378 w 435145"/>
                    <a:gd name="connsiteY68" fmla="*/ 468846 h 761503"/>
                    <a:gd name="connsiteX69" fmla="*/ 384537 w 435145"/>
                    <a:gd name="connsiteY69" fmla="*/ 474286 h 761503"/>
                    <a:gd name="connsiteX70" fmla="*/ 392696 w 435145"/>
                    <a:gd name="connsiteY70" fmla="*/ 493323 h 761503"/>
                    <a:gd name="connsiteX71" fmla="*/ 395416 w 435145"/>
                    <a:gd name="connsiteY71" fmla="*/ 558595 h 761503"/>
                    <a:gd name="connsiteX72" fmla="*/ 398136 w 435145"/>
                    <a:gd name="connsiteY72" fmla="*/ 618427 h 761503"/>
                    <a:gd name="connsiteX73" fmla="*/ 400855 w 435145"/>
                    <a:gd name="connsiteY73" fmla="*/ 678260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</a:cxnLst>
                  <a:rect l="l" t="t" r="r" b="b"/>
                  <a:pathLst>
                    <a:path w="435145" h="761503">
                      <a:moveTo>
                        <a:pt x="400855" y="678260"/>
                      </a:moveTo>
                      <a:cubicBezTo>
                        <a:pt x="400855" y="689138"/>
                        <a:pt x="400855" y="719054"/>
                        <a:pt x="384537" y="719054"/>
                      </a:cubicBezTo>
                      <a:cubicBezTo>
                        <a:pt x="376378" y="719054"/>
                        <a:pt x="373659" y="716335"/>
                        <a:pt x="368219" y="713615"/>
                      </a:cubicBezTo>
                      <a:cubicBezTo>
                        <a:pt x="362780" y="710895"/>
                        <a:pt x="360060" y="702736"/>
                        <a:pt x="360060" y="697297"/>
                      </a:cubicBezTo>
                      <a:cubicBezTo>
                        <a:pt x="357341" y="680979"/>
                        <a:pt x="357341" y="664661"/>
                        <a:pt x="360060" y="651063"/>
                      </a:cubicBezTo>
                      <a:cubicBezTo>
                        <a:pt x="354621" y="659222"/>
                        <a:pt x="341023" y="678260"/>
                        <a:pt x="332864" y="686418"/>
                      </a:cubicBezTo>
                      <a:cubicBezTo>
                        <a:pt x="311107" y="708176"/>
                        <a:pt x="283910" y="721774"/>
                        <a:pt x="251274" y="721774"/>
                      </a:cubicBezTo>
                      <a:cubicBezTo>
                        <a:pt x="243115" y="721774"/>
                        <a:pt x="237676" y="721774"/>
                        <a:pt x="229517" y="719054"/>
                      </a:cubicBezTo>
                      <a:cubicBezTo>
                        <a:pt x="207759" y="716335"/>
                        <a:pt x="183283" y="708176"/>
                        <a:pt x="158806" y="694578"/>
                      </a:cubicBezTo>
                      <a:cubicBezTo>
                        <a:pt x="142488" y="686418"/>
                        <a:pt x="126170" y="672820"/>
                        <a:pt x="112571" y="659222"/>
                      </a:cubicBezTo>
                      <a:cubicBezTo>
                        <a:pt x="98973" y="642904"/>
                        <a:pt x="88095" y="626586"/>
                        <a:pt x="79936" y="607548"/>
                      </a:cubicBezTo>
                      <a:cubicBezTo>
                        <a:pt x="71777" y="585791"/>
                        <a:pt x="66337" y="566754"/>
                        <a:pt x="63618" y="542277"/>
                      </a:cubicBezTo>
                      <a:cubicBezTo>
                        <a:pt x="60898" y="517800"/>
                        <a:pt x="58178" y="493323"/>
                        <a:pt x="58178" y="471566"/>
                      </a:cubicBezTo>
                      <a:cubicBezTo>
                        <a:pt x="58178" y="447089"/>
                        <a:pt x="58178" y="425332"/>
                        <a:pt x="60898" y="400855"/>
                      </a:cubicBezTo>
                      <a:cubicBezTo>
                        <a:pt x="63618" y="379098"/>
                        <a:pt x="60898" y="357340"/>
                        <a:pt x="66337" y="335583"/>
                      </a:cubicBezTo>
                      <a:cubicBezTo>
                        <a:pt x="69057" y="313826"/>
                        <a:pt x="77216" y="289349"/>
                        <a:pt x="85375" y="267592"/>
                      </a:cubicBezTo>
                      <a:cubicBezTo>
                        <a:pt x="93534" y="243115"/>
                        <a:pt x="98973" y="221357"/>
                        <a:pt x="109852" y="199600"/>
                      </a:cubicBezTo>
                      <a:cubicBezTo>
                        <a:pt x="118011" y="177843"/>
                        <a:pt x="131609" y="161525"/>
                        <a:pt x="145207" y="145207"/>
                      </a:cubicBezTo>
                      <a:cubicBezTo>
                        <a:pt x="158806" y="128889"/>
                        <a:pt x="172404" y="109852"/>
                        <a:pt x="188722" y="96253"/>
                      </a:cubicBezTo>
                      <a:cubicBezTo>
                        <a:pt x="205040" y="82655"/>
                        <a:pt x="224077" y="77216"/>
                        <a:pt x="243115" y="71776"/>
                      </a:cubicBezTo>
                      <a:cubicBezTo>
                        <a:pt x="256713" y="69057"/>
                        <a:pt x="273031" y="63617"/>
                        <a:pt x="286630" y="63617"/>
                      </a:cubicBezTo>
                      <a:cubicBezTo>
                        <a:pt x="292069" y="63617"/>
                        <a:pt x="297508" y="63617"/>
                        <a:pt x="305667" y="66337"/>
                      </a:cubicBezTo>
                      <a:cubicBezTo>
                        <a:pt x="313826" y="69057"/>
                        <a:pt x="319266" y="74496"/>
                        <a:pt x="324705" y="79936"/>
                      </a:cubicBezTo>
                      <a:cubicBezTo>
                        <a:pt x="332864" y="85375"/>
                        <a:pt x="332864" y="93534"/>
                        <a:pt x="341023" y="101693"/>
                      </a:cubicBezTo>
                      <a:cubicBezTo>
                        <a:pt x="346462" y="107132"/>
                        <a:pt x="349182" y="118011"/>
                        <a:pt x="354621" y="123450"/>
                      </a:cubicBezTo>
                      <a:cubicBezTo>
                        <a:pt x="354621" y="115291"/>
                        <a:pt x="354621" y="101693"/>
                        <a:pt x="354621" y="98973"/>
                      </a:cubicBezTo>
                      <a:cubicBezTo>
                        <a:pt x="354621" y="90814"/>
                        <a:pt x="354621" y="79936"/>
                        <a:pt x="360060" y="74496"/>
                      </a:cubicBezTo>
                      <a:cubicBezTo>
                        <a:pt x="362780" y="71776"/>
                        <a:pt x="362780" y="69057"/>
                        <a:pt x="365500" y="63617"/>
                      </a:cubicBezTo>
                      <a:cubicBezTo>
                        <a:pt x="368219" y="60898"/>
                        <a:pt x="370939" y="58178"/>
                        <a:pt x="373659" y="58178"/>
                      </a:cubicBezTo>
                      <a:cubicBezTo>
                        <a:pt x="376378" y="58178"/>
                        <a:pt x="379098" y="60898"/>
                        <a:pt x="381818" y="63617"/>
                      </a:cubicBezTo>
                      <a:cubicBezTo>
                        <a:pt x="384537" y="69057"/>
                        <a:pt x="387257" y="77216"/>
                        <a:pt x="389977" y="82655"/>
                      </a:cubicBezTo>
                      <a:cubicBezTo>
                        <a:pt x="389977" y="90814"/>
                        <a:pt x="392696" y="107132"/>
                        <a:pt x="392696" y="126170"/>
                      </a:cubicBezTo>
                      <a:cubicBezTo>
                        <a:pt x="392696" y="150647"/>
                        <a:pt x="392696" y="177843"/>
                        <a:pt x="395416" y="186002"/>
                      </a:cubicBezTo>
                      <a:cubicBezTo>
                        <a:pt x="398136" y="205040"/>
                        <a:pt x="398136" y="215918"/>
                        <a:pt x="398136" y="237675"/>
                      </a:cubicBezTo>
                      <a:cubicBezTo>
                        <a:pt x="398136" y="240395"/>
                        <a:pt x="398136" y="243115"/>
                        <a:pt x="398136" y="243115"/>
                      </a:cubicBezTo>
                      <a:cubicBezTo>
                        <a:pt x="398136" y="248554"/>
                        <a:pt x="398136" y="251274"/>
                        <a:pt x="395416" y="256713"/>
                      </a:cubicBezTo>
                      <a:cubicBezTo>
                        <a:pt x="392696" y="267592"/>
                        <a:pt x="389977" y="278470"/>
                        <a:pt x="379098" y="278470"/>
                      </a:cubicBezTo>
                      <a:cubicBezTo>
                        <a:pt x="370939" y="278470"/>
                        <a:pt x="368219" y="275751"/>
                        <a:pt x="362780" y="273031"/>
                      </a:cubicBezTo>
                      <a:cubicBezTo>
                        <a:pt x="357341" y="270311"/>
                        <a:pt x="354621" y="262152"/>
                        <a:pt x="354621" y="256713"/>
                      </a:cubicBezTo>
                      <a:cubicBezTo>
                        <a:pt x="349182" y="237675"/>
                        <a:pt x="354621" y="232236"/>
                        <a:pt x="354621" y="213198"/>
                      </a:cubicBezTo>
                      <a:cubicBezTo>
                        <a:pt x="354621" y="210479"/>
                        <a:pt x="354621" y="207759"/>
                        <a:pt x="354621" y="205040"/>
                      </a:cubicBezTo>
                      <a:cubicBezTo>
                        <a:pt x="349182" y="186002"/>
                        <a:pt x="343742" y="169684"/>
                        <a:pt x="338303" y="147927"/>
                      </a:cubicBezTo>
                      <a:cubicBezTo>
                        <a:pt x="332864" y="131609"/>
                        <a:pt x="311107" y="107132"/>
                        <a:pt x="292069" y="107132"/>
                      </a:cubicBezTo>
                      <a:cubicBezTo>
                        <a:pt x="281190" y="107132"/>
                        <a:pt x="270312" y="115291"/>
                        <a:pt x="262153" y="120730"/>
                      </a:cubicBezTo>
                      <a:cubicBezTo>
                        <a:pt x="259433" y="123450"/>
                        <a:pt x="256713" y="126170"/>
                        <a:pt x="251274" y="131609"/>
                      </a:cubicBezTo>
                      <a:cubicBezTo>
                        <a:pt x="248554" y="134329"/>
                        <a:pt x="243115" y="137048"/>
                        <a:pt x="240395" y="139768"/>
                      </a:cubicBezTo>
                      <a:cubicBezTo>
                        <a:pt x="237676" y="145207"/>
                        <a:pt x="240395" y="156086"/>
                        <a:pt x="237676" y="164245"/>
                      </a:cubicBezTo>
                      <a:cubicBezTo>
                        <a:pt x="232236" y="175123"/>
                        <a:pt x="229517" y="186002"/>
                        <a:pt x="226797" y="196881"/>
                      </a:cubicBezTo>
                      <a:cubicBezTo>
                        <a:pt x="221358" y="218638"/>
                        <a:pt x="218638" y="237675"/>
                        <a:pt x="213199" y="259433"/>
                      </a:cubicBezTo>
                      <a:cubicBezTo>
                        <a:pt x="210479" y="281190"/>
                        <a:pt x="207759" y="302947"/>
                        <a:pt x="207759" y="324704"/>
                      </a:cubicBezTo>
                      <a:cubicBezTo>
                        <a:pt x="207759" y="327424"/>
                        <a:pt x="207759" y="332863"/>
                        <a:pt x="207759" y="335583"/>
                      </a:cubicBezTo>
                      <a:cubicBezTo>
                        <a:pt x="207759" y="341022"/>
                        <a:pt x="205040" y="343742"/>
                        <a:pt x="205040" y="349181"/>
                      </a:cubicBezTo>
                      <a:cubicBezTo>
                        <a:pt x="205040" y="354621"/>
                        <a:pt x="207759" y="362779"/>
                        <a:pt x="207759" y="368219"/>
                      </a:cubicBezTo>
                      <a:cubicBezTo>
                        <a:pt x="207759" y="370939"/>
                        <a:pt x="207759" y="373658"/>
                        <a:pt x="207759" y="376378"/>
                      </a:cubicBezTo>
                      <a:cubicBezTo>
                        <a:pt x="205040" y="381817"/>
                        <a:pt x="205040" y="384537"/>
                        <a:pt x="205040" y="387256"/>
                      </a:cubicBezTo>
                      <a:cubicBezTo>
                        <a:pt x="205040" y="389976"/>
                        <a:pt x="205040" y="392696"/>
                        <a:pt x="205040" y="395415"/>
                      </a:cubicBezTo>
                      <a:cubicBezTo>
                        <a:pt x="205040" y="398135"/>
                        <a:pt x="205040" y="403574"/>
                        <a:pt x="205040" y="406294"/>
                      </a:cubicBezTo>
                      <a:cubicBezTo>
                        <a:pt x="205040" y="411733"/>
                        <a:pt x="205040" y="417173"/>
                        <a:pt x="205040" y="425332"/>
                      </a:cubicBezTo>
                      <a:cubicBezTo>
                        <a:pt x="205040" y="449809"/>
                        <a:pt x="213199" y="471566"/>
                        <a:pt x="213199" y="493323"/>
                      </a:cubicBezTo>
                      <a:cubicBezTo>
                        <a:pt x="213199" y="517800"/>
                        <a:pt x="215919" y="539557"/>
                        <a:pt x="221358" y="561314"/>
                      </a:cubicBezTo>
                      <a:cubicBezTo>
                        <a:pt x="224077" y="572193"/>
                        <a:pt x="224077" y="580352"/>
                        <a:pt x="226797" y="591231"/>
                      </a:cubicBezTo>
                      <a:cubicBezTo>
                        <a:pt x="229517" y="599390"/>
                        <a:pt x="237676" y="607548"/>
                        <a:pt x="240395" y="618427"/>
                      </a:cubicBezTo>
                      <a:cubicBezTo>
                        <a:pt x="248554" y="637465"/>
                        <a:pt x="262153" y="651063"/>
                        <a:pt x="283910" y="651063"/>
                      </a:cubicBezTo>
                      <a:cubicBezTo>
                        <a:pt x="302948" y="651063"/>
                        <a:pt x="330144" y="629306"/>
                        <a:pt x="338303" y="612988"/>
                      </a:cubicBezTo>
                      <a:cubicBezTo>
                        <a:pt x="346462" y="599390"/>
                        <a:pt x="351901" y="591231"/>
                        <a:pt x="354621" y="577632"/>
                      </a:cubicBezTo>
                      <a:cubicBezTo>
                        <a:pt x="354621" y="550436"/>
                        <a:pt x="354621" y="517800"/>
                        <a:pt x="357341" y="509641"/>
                      </a:cubicBezTo>
                      <a:cubicBezTo>
                        <a:pt x="357341" y="501482"/>
                        <a:pt x="357341" y="490603"/>
                        <a:pt x="362780" y="485164"/>
                      </a:cubicBezTo>
                      <a:cubicBezTo>
                        <a:pt x="365500" y="482444"/>
                        <a:pt x="365500" y="479725"/>
                        <a:pt x="368219" y="474286"/>
                      </a:cubicBezTo>
                      <a:cubicBezTo>
                        <a:pt x="370939" y="471566"/>
                        <a:pt x="373659" y="468846"/>
                        <a:pt x="376378" y="468846"/>
                      </a:cubicBezTo>
                      <a:cubicBezTo>
                        <a:pt x="379098" y="468846"/>
                        <a:pt x="381818" y="471566"/>
                        <a:pt x="384537" y="474286"/>
                      </a:cubicBezTo>
                      <a:cubicBezTo>
                        <a:pt x="387257" y="479725"/>
                        <a:pt x="389977" y="487884"/>
                        <a:pt x="392696" y="493323"/>
                      </a:cubicBezTo>
                      <a:cubicBezTo>
                        <a:pt x="392696" y="501482"/>
                        <a:pt x="395416" y="539557"/>
                        <a:pt x="395416" y="558595"/>
                      </a:cubicBezTo>
                      <a:cubicBezTo>
                        <a:pt x="395416" y="583072"/>
                        <a:pt x="395416" y="610268"/>
                        <a:pt x="398136" y="618427"/>
                      </a:cubicBezTo>
                      <a:cubicBezTo>
                        <a:pt x="398136" y="648343"/>
                        <a:pt x="400855" y="659222"/>
                        <a:pt x="400855" y="678260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95" name="Freeform: Shape 94">
                  <a:extLst>
                    <a:ext uri="{FF2B5EF4-FFF2-40B4-BE49-F238E27FC236}">
                      <a16:creationId xmlns:a16="http://schemas.microsoft.com/office/drawing/2014/main" id="{ACF53769-F4A3-4B49-89D6-07C54E8CEBA1}"/>
                    </a:ext>
                  </a:extLst>
                </p:cNvPr>
                <p:cNvSpPr/>
                <p:nvPr/>
              </p:nvSpPr>
              <p:spPr>
                <a:xfrm>
                  <a:off x="3829459" y="4200317"/>
                  <a:ext cx="598325" cy="761503"/>
                </a:xfrm>
                <a:custGeom>
                  <a:avLst/>
                  <a:gdLst>
                    <a:gd name="connsiteX0" fmla="*/ 360060 w 598324"/>
                    <a:gd name="connsiteY0" fmla="*/ 332863 h 761503"/>
                    <a:gd name="connsiteX1" fmla="*/ 341023 w 598324"/>
                    <a:gd name="connsiteY1" fmla="*/ 370939 h 761503"/>
                    <a:gd name="connsiteX2" fmla="*/ 376378 w 598324"/>
                    <a:gd name="connsiteY2" fmla="*/ 389976 h 761503"/>
                    <a:gd name="connsiteX3" fmla="*/ 425332 w 598324"/>
                    <a:gd name="connsiteY3" fmla="*/ 433491 h 761503"/>
                    <a:gd name="connsiteX4" fmla="*/ 438930 w 598324"/>
                    <a:gd name="connsiteY4" fmla="*/ 463407 h 761503"/>
                    <a:gd name="connsiteX5" fmla="*/ 449809 w 598324"/>
                    <a:gd name="connsiteY5" fmla="*/ 498762 h 761503"/>
                    <a:gd name="connsiteX6" fmla="*/ 457968 w 598324"/>
                    <a:gd name="connsiteY6" fmla="*/ 528679 h 761503"/>
                    <a:gd name="connsiteX7" fmla="*/ 466127 w 598324"/>
                    <a:gd name="connsiteY7" fmla="*/ 564034 h 761503"/>
                    <a:gd name="connsiteX8" fmla="*/ 471566 w 598324"/>
                    <a:gd name="connsiteY8" fmla="*/ 593950 h 761503"/>
                    <a:gd name="connsiteX9" fmla="*/ 479725 w 598324"/>
                    <a:gd name="connsiteY9" fmla="*/ 607548 h 761503"/>
                    <a:gd name="connsiteX10" fmla="*/ 487884 w 598324"/>
                    <a:gd name="connsiteY10" fmla="*/ 623867 h 761503"/>
                    <a:gd name="connsiteX11" fmla="*/ 501482 w 598324"/>
                    <a:gd name="connsiteY11" fmla="*/ 651063 h 761503"/>
                    <a:gd name="connsiteX12" fmla="*/ 523240 w 598324"/>
                    <a:gd name="connsiteY12" fmla="*/ 670101 h 761503"/>
                    <a:gd name="connsiteX13" fmla="*/ 534119 w 598324"/>
                    <a:gd name="connsiteY13" fmla="*/ 686418 h 761503"/>
                    <a:gd name="connsiteX14" fmla="*/ 531399 w 598324"/>
                    <a:gd name="connsiteY14" fmla="*/ 694578 h 761503"/>
                    <a:gd name="connsiteX15" fmla="*/ 498763 w 598324"/>
                    <a:gd name="connsiteY15" fmla="*/ 708176 h 761503"/>
                    <a:gd name="connsiteX16" fmla="*/ 449809 w 598324"/>
                    <a:gd name="connsiteY16" fmla="*/ 700017 h 761503"/>
                    <a:gd name="connsiteX17" fmla="*/ 400855 w 598324"/>
                    <a:gd name="connsiteY17" fmla="*/ 667381 h 761503"/>
                    <a:gd name="connsiteX18" fmla="*/ 381817 w 598324"/>
                    <a:gd name="connsiteY18" fmla="*/ 642904 h 761503"/>
                    <a:gd name="connsiteX19" fmla="*/ 368219 w 598324"/>
                    <a:gd name="connsiteY19" fmla="*/ 610268 h 761503"/>
                    <a:gd name="connsiteX20" fmla="*/ 349182 w 598324"/>
                    <a:gd name="connsiteY20" fmla="*/ 550436 h 761503"/>
                    <a:gd name="connsiteX21" fmla="*/ 338303 w 598324"/>
                    <a:gd name="connsiteY21" fmla="*/ 504202 h 761503"/>
                    <a:gd name="connsiteX22" fmla="*/ 330144 w 598324"/>
                    <a:gd name="connsiteY22" fmla="*/ 477005 h 761503"/>
                    <a:gd name="connsiteX23" fmla="*/ 321985 w 598324"/>
                    <a:gd name="connsiteY23" fmla="*/ 455248 h 761503"/>
                    <a:gd name="connsiteX24" fmla="*/ 305667 w 598324"/>
                    <a:gd name="connsiteY24" fmla="*/ 436210 h 761503"/>
                    <a:gd name="connsiteX25" fmla="*/ 294788 w 598324"/>
                    <a:gd name="connsiteY25" fmla="*/ 441650 h 761503"/>
                    <a:gd name="connsiteX26" fmla="*/ 278471 w 598324"/>
                    <a:gd name="connsiteY26" fmla="*/ 463407 h 761503"/>
                    <a:gd name="connsiteX27" fmla="*/ 264872 w 598324"/>
                    <a:gd name="connsiteY27" fmla="*/ 496043 h 761503"/>
                    <a:gd name="connsiteX28" fmla="*/ 262153 w 598324"/>
                    <a:gd name="connsiteY28" fmla="*/ 517800 h 761503"/>
                    <a:gd name="connsiteX29" fmla="*/ 262153 w 598324"/>
                    <a:gd name="connsiteY29" fmla="*/ 523239 h 761503"/>
                    <a:gd name="connsiteX30" fmla="*/ 262153 w 598324"/>
                    <a:gd name="connsiteY30" fmla="*/ 553155 h 761503"/>
                    <a:gd name="connsiteX31" fmla="*/ 262153 w 598324"/>
                    <a:gd name="connsiteY31" fmla="*/ 629306 h 761503"/>
                    <a:gd name="connsiteX32" fmla="*/ 259433 w 598324"/>
                    <a:gd name="connsiteY32" fmla="*/ 659222 h 761503"/>
                    <a:gd name="connsiteX33" fmla="*/ 283910 w 598324"/>
                    <a:gd name="connsiteY33" fmla="*/ 659222 h 761503"/>
                    <a:gd name="connsiteX34" fmla="*/ 321985 w 598324"/>
                    <a:gd name="connsiteY34" fmla="*/ 675540 h 761503"/>
                    <a:gd name="connsiteX35" fmla="*/ 316546 w 598324"/>
                    <a:gd name="connsiteY35" fmla="*/ 691858 h 761503"/>
                    <a:gd name="connsiteX36" fmla="*/ 300228 w 598324"/>
                    <a:gd name="connsiteY36" fmla="*/ 700017 h 761503"/>
                    <a:gd name="connsiteX37" fmla="*/ 278471 w 598324"/>
                    <a:gd name="connsiteY37" fmla="*/ 702736 h 761503"/>
                    <a:gd name="connsiteX38" fmla="*/ 243115 w 598324"/>
                    <a:gd name="connsiteY38" fmla="*/ 702736 h 761503"/>
                    <a:gd name="connsiteX39" fmla="*/ 221358 w 598324"/>
                    <a:gd name="connsiteY39" fmla="*/ 710895 h 761503"/>
                    <a:gd name="connsiteX40" fmla="*/ 194161 w 598324"/>
                    <a:gd name="connsiteY40" fmla="*/ 702736 h 761503"/>
                    <a:gd name="connsiteX41" fmla="*/ 177843 w 598324"/>
                    <a:gd name="connsiteY41" fmla="*/ 702736 h 761503"/>
                    <a:gd name="connsiteX42" fmla="*/ 126170 w 598324"/>
                    <a:gd name="connsiteY42" fmla="*/ 702736 h 761503"/>
                    <a:gd name="connsiteX43" fmla="*/ 101693 w 598324"/>
                    <a:gd name="connsiteY43" fmla="*/ 702736 h 761503"/>
                    <a:gd name="connsiteX44" fmla="*/ 74496 w 598324"/>
                    <a:gd name="connsiteY44" fmla="*/ 697297 h 761503"/>
                    <a:gd name="connsiteX45" fmla="*/ 58178 w 598324"/>
                    <a:gd name="connsiteY45" fmla="*/ 680979 h 761503"/>
                    <a:gd name="connsiteX46" fmla="*/ 63617 w 598324"/>
                    <a:gd name="connsiteY46" fmla="*/ 672820 h 761503"/>
                    <a:gd name="connsiteX47" fmla="*/ 85375 w 598324"/>
                    <a:gd name="connsiteY47" fmla="*/ 664661 h 761503"/>
                    <a:gd name="connsiteX48" fmla="*/ 128889 w 598324"/>
                    <a:gd name="connsiteY48" fmla="*/ 659222 h 761503"/>
                    <a:gd name="connsiteX49" fmla="*/ 147927 w 598324"/>
                    <a:gd name="connsiteY49" fmla="*/ 659222 h 761503"/>
                    <a:gd name="connsiteX50" fmla="*/ 145207 w 598324"/>
                    <a:gd name="connsiteY50" fmla="*/ 653783 h 761503"/>
                    <a:gd name="connsiteX51" fmla="*/ 131609 w 598324"/>
                    <a:gd name="connsiteY51" fmla="*/ 585791 h 761503"/>
                    <a:gd name="connsiteX52" fmla="*/ 134329 w 598324"/>
                    <a:gd name="connsiteY52" fmla="*/ 498762 h 761503"/>
                    <a:gd name="connsiteX53" fmla="*/ 137048 w 598324"/>
                    <a:gd name="connsiteY53" fmla="*/ 406294 h 761503"/>
                    <a:gd name="connsiteX54" fmla="*/ 134329 w 598324"/>
                    <a:gd name="connsiteY54" fmla="*/ 327424 h 761503"/>
                    <a:gd name="connsiteX55" fmla="*/ 137048 w 598324"/>
                    <a:gd name="connsiteY55" fmla="*/ 253993 h 761503"/>
                    <a:gd name="connsiteX56" fmla="*/ 139768 w 598324"/>
                    <a:gd name="connsiteY56" fmla="*/ 207759 h 761503"/>
                    <a:gd name="connsiteX57" fmla="*/ 137048 w 598324"/>
                    <a:gd name="connsiteY57" fmla="*/ 172404 h 761503"/>
                    <a:gd name="connsiteX58" fmla="*/ 137048 w 598324"/>
                    <a:gd name="connsiteY58" fmla="*/ 112571 h 761503"/>
                    <a:gd name="connsiteX59" fmla="*/ 126170 w 598324"/>
                    <a:gd name="connsiteY59" fmla="*/ 112571 h 761503"/>
                    <a:gd name="connsiteX60" fmla="*/ 101693 w 598324"/>
                    <a:gd name="connsiteY60" fmla="*/ 112571 h 761503"/>
                    <a:gd name="connsiteX61" fmla="*/ 74496 w 598324"/>
                    <a:gd name="connsiteY61" fmla="*/ 107132 h 761503"/>
                    <a:gd name="connsiteX62" fmla="*/ 58178 w 598324"/>
                    <a:gd name="connsiteY62" fmla="*/ 90814 h 761503"/>
                    <a:gd name="connsiteX63" fmla="*/ 63617 w 598324"/>
                    <a:gd name="connsiteY63" fmla="*/ 82655 h 761503"/>
                    <a:gd name="connsiteX64" fmla="*/ 85375 w 598324"/>
                    <a:gd name="connsiteY64" fmla="*/ 74496 h 761503"/>
                    <a:gd name="connsiteX65" fmla="*/ 137048 w 598324"/>
                    <a:gd name="connsiteY65" fmla="*/ 69057 h 761503"/>
                    <a:gd name="connsiteX66" fmla="*/ 145207 w 598324"/>
                    <a:gd name="connsiteY66" fmla="*/ 69057 h 761503"/>
                    <a:gd name="connsiteX67" fmla="*/ 169684 w 598324"/>
                    <a:gd name="connsiteY67" fmla="*/ 58178 h 761503"/>
                    <a:gd name="connsiteX68" fmla="*/ 177843 w 598324"/>
                    <a:gd name="connsiteY68" fmla="*/ 58178 h 761503"/>
                    <a:gd name="connsiteX69" fmla="*/ 205040 w 598324"/>
                    <a:gd name="connsiteY69" fmla="*/ 66337 h 761503"/>
                    <a:gd name="connsiteX70" fmla="*/ 286629 w 598324"/>
                    <a:gd name="connsiteY70" fmla="*/ 63617 h 761503"/>
                    <a:gd name="connsiteX71" fmla="*/ 324705 w 598324"/>
                    <a:gd name="connsiteY71" fmla="*/ 79936 h 761503"/>
                    <a:gd name="connsiteX72" fmla="*/ 319265 w 598324"/>
                    <a:gd name="connsiteY72" fmla="*/ 96253 h 761503"/>
                    <a:gd name="connsiteX73" fmla="*/ 302948 w 598324"/>
                    <a:gd name="connsiteY73" fmla="*/ 104412 h 761503"/>
                    <a:gd name="connsiteX74" fmla="*/ 278471 w 598324"/>
                    <a:gd name="connsiteY74" fmla="*/ 112571 h 761503"/>
                    <a:gd name="connsiteX75" fmla="*/ 232236 w 598324"/>
                    <a:gd name="connsiteY75" fmla="*/ 112571 h 761503"/>
                    <a:gd name="connsiteX76" fmla="*/ 240395 w 598324"/>
                    <a:gd name="connsiteY76" fmla="*/ 137048 h 761503"/>
                    <a:gd name="connsiteX77" fmla="*/ 240395 w 598324"/>
                    <a:gd name="connsiteY77" fmla="*/ 150647 h 761503"/>
                    <a:gd name="connsiteX78" fmla="*/ 243115 w 598324"/>
                    <a:gd name="connsiteY78" fmla="*/ 158805 h 761503"/>
                    <a:gd name="connsiteX79" fmla="*/ 248554 w 598324"/>
                    <a:gd name="connsiteY79" fmla="*/ 188722 h 761503"/>
                    <a:gd name="connsiteX80" fmla="*/ 248554 w 598324"/>
                    <a:gd name="connsiteY80" fmla="*/ 199600 h 761503"/>
                    <a:gd name="connsiteX81" fmla="*/ 248554 w 598324"/>
                    <a:gd name="connsiteY81" fmla="*/ 221357 h 761503"/>
                    <a:gd name="connsiteX82" fmla="*/ 253994 w 598324"/>
                    <a:gd name="connsiteY82" fmla="*/ 264872 h 761503"/>
                    <a:gd name="connsiteX83" fmla="*/ 262153 w 598324"/>
                    <a:gd name="connsiteY83" fmla="*/ 297508 h 761503"/>
                    <a:gd name="connsiteX84" fmla="*/ 264872 w 598324"/>
                    <a:gd name="connsiteY84" fmla="*/ 324704 h 761503"/>
                    <a:gd name="connsiteX85" fmla="*/ 264872 w 598324"/>
                    <a:gd name="connsiteY85" fmla="*/ 332863 h 761503"/>
                    <a:gd name="connsiteX86" fmla="*/ 264872 w 598324"/>
                    <a:gd name="connsiteY86" fmla="*/ 351901 h 761503"/>
                    <a:gd name="connsiteX87" fmla="*/ 262153 w 598324"/>
                    <a:gd name="connsiteY87" fmla="*/ 370939 h 761503"/>
                    <a:gd name="connsiteX88" fmla="*/ 267592 w 598324"/>
                    <a:gd name="connsiteY88" fmla="*/ 384537 h 761503"/>
                    <a:gd name="connsiteX89" fmla="*/ 278471 w 598324"/>
                    <a:gd name="connsiteY89" fmla="*/ 370939 h 761503"/>
                    <a:gd name="connsiteX90" fmla="*/ 297508 w 598324"/>
                    <a:gd name="connsiteY90" fmla="*/ 332863 h 761503"/>
                    <a:gd name="connsiteX91" fmla="*/ 311106 w 598324"/>
                    <a:gd name="connsiteY91" fmla="*/ 305667 h 761503"/>
                    <a:gd name="connsiteX92" fmla="*/ 335583 w 598324"/>
                    <a:gd name="connsiteY92" fmla="*/ 259433 h 761503"/>
                    <a:gd name="connsiteX93" fmla="*/ 354621 w 598324"/>
                    <a:gd name="connsiteY93" fmla="*/ 224077 h 761503"/>
                    <a:gd name="connsiteX94" fmla="*/ 381817 w 598324"/>
                    <a:gd name="connsiteY94" fmla="*/ 172404 h 761503"/>
                    <a:gd name="connsiteX95" fmla="*/ 409014 w 598324"/>
                    <a:gd name="connsiteY95" fmla="*/ 118011 h 761503"/>
                    <a:gd name="connsiteX96" fmla="*/ 411734 w 598324"/>
                    <a:gd name="connsiteY96" fmla="*/ 115291 h 761503"/>
                    <a:gd name="connsiteX97" fmla="*/ 398136 w 598324"/>
                    <a:gd name="connsiteY97" fmla="*/ 115291 h 761503"/>
                    <a:gd name="connsiteX98" fmla="*/ 379098 w 598324"/>
                    <a:gd name="connsiteY98" fmla="*/ 109852 h 761503"/>
                    <a:gd name="connsiteX99" fmla="*/ 368219 w 598324"/>
                    <a:gd name="connsiteY99" fmla="*/ 93534 h 761503"/>
                    <a:gd name="connsiteX100" fmla="*/ 370939 w 598324"/>
                    <a:gd name="connsiteY100" fmla="*/ 85375 h 761503"/>
                    <a:gd name="connsiteX101" fmla="*/ 387257 w 598324"/>
                    <a:gd name="connsiteY101" fmla="*/ 77216 h 761503"/>
                    <a:gd name="connsiteX102" fmla="*/ 422612 w 598324"/>
                    <a:gd name="connsiteY102" fmla="*/ 71776 h 761503"/>
                    <a:gd name="connsiteX103" fmla="*/ 436211 w 598324"/>
                    <a:gd name="connsiteY103" fmla="*/ 71776 h 761503"/>
                    <a:gd name="connsiteX104" fmla="*/ 438930 w 598324"/>
                    <a:gd name="connsiteY104" fmla="*/ 69057 h 761503"/>
                    <a:gd name="connsiteX105" fmla="*/ 452529 w 598324"/>
                    <a:gd name="connsiteY105" fmla="*/ 66337 h 761503"/>
                    <a:gd name="connsiteX106" fmla="*/ 466127 w 598324"/>
                    <a:gd name="connsiteY106" fmla="*/ 69057 h 761503"/>
                    <a:gd name="connsiteX107" fmla="*/ 471566 w 598324"/>
                    <a:gd name="connsiteY107" fmla="*/ 71776 h 761503"/>
                    <a:gd name="connsiteX108" fmla="*/ 515081 w 598324"/>
                    <a:gd name="connsiteY108" fmla="*/ 71776 h 761503"/>
                    <a:gd name="connsiteX109" fmla="*/ 542277 w 598324"/>
                    <a:gd name="connsiteY109" fmla="*/ 88094 h 761503"/>
                    <a:gd name="connsiteX110" fmla="*/ 536838 w 598324"/>
                    <a:gd name="connsiteY110" fmla="*/ 104412 h 761503"/>
                    <a:gd name="connsiteX111" fmla="*/ 525959 w 598324"/>
                    <a:gd name="connsiteY111" fmla="*/ 112571 h 761503"/>
                    <a:gd name="connsiteX112" fmla="*/ 509642 w 598324"/>
                    <a:gd name="connsiteY112" fmla="*/ 115291 h 761503"/>
                    <a:gd name="connsiteX113" fmla="*/ 468847 w 598324"/>
                    <a:gd name="connsiteY113" fmla="*/ 115291 h 761503"/>
                    <a:gd name="connsiteX114" fmla="*/ 457968 w 598324"/>
                    <a:gd name="connsiteY114" fmla="*/ 137048 h 761503"/>
                    <a:gd name="connsiteX115" fmla="*/ 430771 w 598324"/>
                    <a:gd name="connsiteY115" fmla="*/ 194161 h 761503"/>
                    <a:gd name="connsiteX116" fmla="*/ 400855 w 598324"/>
                    <a:gd name="connsiteY116" fmla="*/ 262152 h 761503"/>
                    <a:gd name="connsiteX117" fmla="*/ 360060 w 598324"/>
                    <a:gd name="connsiteY117" fmla="*/ 332863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</a:cxnLst>
                  <a:rect l="l" t="t" r="r" b="b"/>
                  <a:pathLst>
                    <a:path w="598324" h="761503">
                      <a:moveTo>
                        <a:pt x="360060" y="332863"/>
                      </a:moveTo>
                      <a:cubicBezTo>
                        <a:pt x="351901" y="343742"/>
                        <a:pt x="341023" y="357340"/>
                        <a:pt x="341023" y="370939"/>
                      </a:cubicBezTo>
                      <a:cubicBezTo>
                        <a:pt x="341023" y="379098"/>
                        <a:pt x="357341" y="381817"/>
                        <a:pt x="376378" y="389976"/>
                      </a:cubicBezTo>
                      <a:cubicBezTo>
                        <a:pt x="395416" y="398135"/>
                        <a:pt x="417173" y="417173"/>
                        <a:pt x="425332" y="433491"/>
                      </a:cubicBezTo>
                      <a:cubicBezTo>
                        <a:pt x="430771" y="444369"/>
                        <a:pt x="436211" y="452528"/>
                        <a:pt x="438930" y="463407"/>
                      </a:cubicBezTo>
                      <a:cubicBezTo>
                        <a:pt x="444370" y="474286"/>
                        <a:pt x="447089" y="487884"/>
                        <a:pt x="449809" y="498762"/>
                      </a:cubicBezTo>
                      <a:cubicBezTo>
                        <a:pt x="452529" y="512361"/>
                        <a:pt x="452529" y="517800"/>
                        <a:pt x="457968" y="528679"/>
                      </a:cubicBezTo>
                      <a:cubicBezTo>
                        <a:pt x="463407" y="539557"/>
                        <a:pt x="463407" y="553155"/>
                        <a:pt x="466127" y="564034"/>
                      </a:cubicBezTo>
                      <a:cubicBezTo>
                        <a:pt x="468847" y="572193"/>
                        <a:pt x="468847" y="585791"/>
                        <a:pt x="471566" y="593950"/>
                      </a:cubicBezTo>
                      <a:cubicBezTo>
                        <a:pt x="474286" y="599390"/>
                        <a:pt x="477006" y="602109"/>
                        <a:pt x="479725" y="607548"/>
                      </a:cubicBezTo>
                      <a:cubicBezTo>
                        <a:pt x="482445" y="612988"/>
                        <a:pt x="487884" y="618427"/>
                        <a:pt x="487884" y="623867"/>
                      </a:cubicBezTo>
                      <a:cubicBezTo>
                        <a:pt x="490604" y="634745"/>
                        <a:pt x="496043" y="642904"/>
                        <a:pt x="501482" y="651063"/>
                      </a:cubicBezTo>
                      <a:cubicBezTo>
                        <a:pt x="506922" y="661942"/>
                        <a:pt x="512361" y="664661"/>
                        <a:pt x="523240" y="670101"/>
                      </a:cubicBezTo>
                      <a:cubicBezTo>
                        <a:pt x="528679" y="672820"/>
                        <a:pt x="534119" y="680979"/>
                        <a:pt x="534119" y="686418"/>
                      </a:cubicBezTo>
                      <a:cubicBezTo>
                        <a:pt x="534119" y="689138"/>
                        <a:pt x="534119" y="691858"/>
                        <a:pt x="531399" y="694578"/>
                      </a:cubicBezTo>
                      <a:cubicBezTo>
                        <a:pt x="525959" y="702736"/>
                        <a:pt x="512361" y="708176"/>
                        <a:pt x="498763" y="708176"/>
                      </a:cubicBezTo>
                      <a:cubicBezTo>
                        <a:pt x="485165" y="708176"/>
                        <a:pt x="466127" y="705456"/>
                        <a:pt x="449809" y="700017"/>
                      </a:cubicBezTo>
                      <a:cubicBezTo>
                        <a:pt x="430771" y="694578"/>
                        <a:pt x="409014" y="675540"/>
                        <a:pt x="400855" y="667381"/>
                      </a:cubicBezTo>
                      <a:cubicBezTo>
                        <a:pt x="392696" y="659222"/>
                        <a:pt x="387257" y="651063"/>
                        <a:pt x="381817" y="642904"/>
                      </a:cubicBezTo>
                      <a:cubicBezTo>
                        <a:pt x="376378" y="632025"/>
                        <a:pt x="370939" y="623867"/>
                        <a:pt x="368219" y="610268"/>
                      </a:cubicBezTo>
                      <a:cubicBezTo>
                        <a:pt x="360060" y="588511"/>
                        <a:pt x="357341" y="574913"/>
                        <a:pt x="349182" y="550436"/>
                      </a:cubicBezTo>
                      <a:cubicBezTo>
                        <a:pt x="343742" y="534118"/>
                        <a:pt x="341023" y="520520"/>
                        <a:pt x="338303" y="504202"/>
                      </a:cubicBezTo>
                      <a:cubicBezTo>
                        <a:pt x="335583" y="493323"/>
                        <a:pt x="332864" y="485164"/>
                        <a:pt x="330144" y="477005"/>
                      </a:cubicBezTo>
                      <a:cubicBezTo>
                        <a:pt x="327424" y="471566"/>
                        <a:pt x="324705" y="463407"/>
                        <a:pt x="321985" y="455248"/>
                      </a:cubicBezTo>
                      <a:cubicBezTo>
                        <a:pt x="316546" y="444369"/>
                        <a:pt x="311106" y="436210"/>
                        <a:pt x="305667" y="436210"/>
                      </a:cubicBezTo>
                      <a:cubicBezTo>
                        <a:pt x="302948" y="436210"/>
                        <a:pt x="300228" y="438930"/>
                        <a:pt x="294788" y="441650"/>
                      </a:cubicBezTo>
                      <a:cubicBezTo>
                        <a:pt x="289349" y="447089"/>
                        <a:pt x="283910" y="455248"/>
                        <a:pt x="278471" y="463407"/>
                      </a:cubicBezTo>
                      <a:cubicBezTo>
                        <a:pt x="270312" y="474286"/>
                        <a:pt x="267592" y="485164"/>
                        <a:pt x="264872" y="496043"/>
                      </a:cubicBezTo>
                      <a:cubicBezTo>
                        <a:pt x="264872" y="504202"/>
                        <a:pt x="262153" y="512361"/>
                        <a:pt x="262153" y="517800"/>
                      </a:cubicBezTo>
                      <a:cubicBezTo>
                        <a:pt x="262153" y="520520"/>
                        <a:pt x="262153" y="520520"/>
                        <a:pt x="262153" y="523239"/>
                      </a:cubicBezTo>
                      <a:cubicBezTo>
                        <a:pt x="262153" y="528679"/>
                        <a:pt x="262153" y="544997"/>
                        <a:pt x="262153" y="553155"/>
                      </a:cubicBezTo>
                      <a:cubicBezTo>
                        <a:pt x="262153" y="583072"/>
                        <a:pt x="264872" y="599390"/>
                        <a:pt x="262153" y="629306"/>
                      </a:cubicBezTo>
                      <a:cubicBezTo>
                        <a:pt x="262153" y="640184"/>
                        <a:pt x="262153" y="648343"/>
                        <a:pt x="259433" y="659222"/>
                      </a:cubicBezTo>
                      <a:cubicBezTo>
                        <a:pt x="270312" y="659222"/>
                        <a:pt x="278471" y="659222"/>
                        <a:pt x="283910" y="659222"/>
                      </a:cubicBezTo>
                      <a:cubicBezTo>
                        <a:pt x="297508" y="659222"/>
                        <a:pt x="321985" y="659222"/>
                        <a:pt x="321985" y="675540"/>
                      </a:cubicBezTo>
                      <a:cubicBezTo>
                        <a:pt x="321985" y="683699"/>
                        <a:pt x="319265" y="686418"/>
                        <a:pt x="316546" y="691858"/>
                      </a:cubicBezTo>
                      <a:cubicBezTo>
                        <a:pt x="311106" y="697297"/>
                        <a:pt x="305667" y="700017"/>
                        <a:pt x="300228" y="700017"/>
                      </a:cubicBezTo>
                      <a:cubicBezTo>
                        <a:pt x="292069" y="702736"/>
                        <a:pt x="283910" y="702736"/>
                        <a:pt x="278471" y="702736"/>
                      </a:cubicBezTo>
                      <a:cubicBezTo>
                        <a:pt x="275751" y="702736"/>
                        <a:pt x="259433" y="702736"/>
                        <a:pt x="243115" y="702736"/>
                      </a:cubicBezTo>
                      <a:cubicBezTo>
                        <a:pt x="237676" y="708176"/>
                        <a:pt x="229517" y="710895"/>
                        <a:pt x="221358" y="710895"/>
                      </a:cubicBezTo>
                      <a:cubicBezTo>
                        <a:pt x="213199" y="710895"/>
                        <a:pt x="202320" y="708176"/>
                        <a:pt x="194161" y="702736"/>
                      </a:cubicBezTo>
                      <a:cubicBezTo>
                        <a:pt x="186002" y="702736"/>
                        <a:pt x="180563" y="702736"/>
                        <a:pt x="177843" y="702736"/>
                      </a:cubicBezTo>
                      <a:cubicBezTo>
                        <a:pt x="164245" y="702736"/>
                        <a:pt x="139768" y="702736"/>
                        <a:pt x="126170" y="702736"/>
                      </a:cubicBezTo>
                      <a:cubicBezTo>
                        <a:pt x="118011" y="702736"/>
                        <a:pt x="109852" y="702736"/>
                        <a:pt x="101693" y="702736"/>
                      </a:cubicBezTo>
                      <a:cubicBezTo>
                        <a:pt x="93534" y="702736"/>
                        <a:pt x="82655" y="702736"/>
                        <a:pt x="74496" y="697297"/>
                      </a:cubicBezTo>
                      <a:cubicBezTo>
                        <a:pt x="66337" y="694578"/>
                        <a:pt x="58178" y="686418"/>
                        <a:pt x="58178" y="680979"/>
                      </a:cubicBezTo>
                      <a:cubicBezTo>
                        <a:pt x="58178" y="678260"/>
                        <a:pt x="58178" y="675540"/>
                        <a:pt x="63617" y="672820"/>
                      </a:cubicBezTo>
                      <a:cubicBezTo>
                        <a:pt x="69057" y="670101"/>
                        <a:pt x="79935" y="667381"/>
                        <a:pt x="85375" y="664661"/>
                      </a:cubicBezTo>
                      <a:cubicBezTo>
                        <a:pt x="104412" y="661942"/>
                        <a:pt x="123450" y="659222"/>
                        <a:pt x="128889" y="659222"/>
                      </a:cubicBezTo>
                      <a:cubicBezTo>
                        <a:pt x="134329" y="659222"/>
                        <a:pt x="139768" y="659222"/>
                        <a:pt x="147927" y="659222"/>
                      </a:cubicBezTo>
                      <a:cubicBezTo>
                        <a:pt x="147927" y="656502"/>
                        <a:pt x="145207" y="653783"/>
                        <a:pt x="145207" y="653783"/>
                      </a:cubicBezTo>
                      <a:cubicBezTo>
                        <a:pt x="131609" y="632025"/>
                        <a:pt x="131609" y="610268"/>
                        <a:pt x="131609" y="585791"/>
                      </a:cubicBezTo>
                      <a:cubicBezTo>
                        <a:pt x="131609" y="555875"/>
                        <a:pt x="131609" y="528679"/>
                        <a:pt x="134329" y="498762"/>
                      </a:cubicBezTo>
                      <a:cubicBezTo>
                        <a:pt x="134329" y="468846"/>
                        <a:pt x="137048" y="436210"/>
                        <a:pt x="137048" y="406294"/>
                      </a:cubicBezTo>
                      <a:cubicBezTo>
                        <a:pt x="137048" y="379098"/>
                        <a:pt x="134329" y="354621"/>
                        <a:pt x="134329" y="327424"/>
                      </a:cubicBezTo>
                      <a:cubicBezTo>
                        <a:pt x="134329" y="302947"/>
                        <a:pt x="137048" y="278470"/>
                        <a:pt x="137048" y="253993"/>
                      </a:cubicBezTo>
                      <a:cubicBezTo>
                        <a:pt x="137048" y="237675"/>
                        <a:pt x="139768" y="224077"/>
                        <a:pt x="139768" y="207759"/>
                      </a:cubicBezTo>
                      <a:cubicBezTo>
                        <a:pt x="139768" y="196881"/>
                        <a:pt x="137048" y="183282"/>
                        <a:pt x="137048" y="172404"/>
                      </a:cubicBezTo>
                      <a:cubicBezTo>
                        <a:pt x="137048" y="150647"/>
                        <a:pt x="137048" y="131609"/>
                        <a:pt x="137048" y="112571"/>
                      </a:cubicBezTo>
                      <a:cubicBezTo>
                        <a:pt x="134329" y="112571"/>
                        <a:pt x="137048" y="112571"/>
                        <a:pt x="126170" y="112571"/>
                      </a:cubicBezTo>
                      <a:cubicBezTo>
                        <a:pt x="118011" y="112571"/>
                        <a:pt x="109852" y="112571"/>
                        <a:pt x="101693" y="112571"/>
                      </a:cubicBezTo>
                      <a:cubicBezTo>
                        <a:pt x="93534" y="112571"/>
                        <a:pt x="82655" y="109852"/>
                        <a:pt x="74496" y="107132"/>
                      </a:cubicBezTo>
                      <a:cubicBezTo>
                        <a:pt x="66337" y="104412"/>
                        <a:pt x="58178" y="96253"/>
                        <a:pt x="58178" y="90814"/>
                      </a:cubicBezTo>
                      <a:cubicBezTo>
                        <a:pt x="58178" y="88094"/>
                        <a:pt x="58178" y="85375"/>
                        <a:pt x="63617" y="82655"/>
                      </a:cubicBezTo>
                      <a:cubicBezTo>
                        <a:pt x="69057" y="79936"/>
                        <a:pt x="79935" y="77216"/>
                        <a:pt x="85375" y="74496"/>
                      </a:cubicBezTo>
                      <a:cubicBezTo>
                        <a:pt x="104412" y="71776"/>
                        <a:pt x="128889" y="69057"/>
                        <a:pt x="137048" y="69057"/>
                      </a:cubicBezTo>
                      <a:cubicBezTo>
                        <a:pt x="137048" y="69057"/>
                        <a:pt x="139768" y="69057"/>
                        <a:pt x="145207" y="69057"/>
                      </a:cubicBezTo>
                      <a:cubicBezTo>
                        <a:pt x="150646" y="60898"/>
                        <a:pt x="158806" y="58178"/>
                        <a:pt x="169684" y="58178"/>
                      </a:cubicBezTo>
                      <a:cubicBezTo>
                        <a:pt x="172404" y="58178"/>
                        <a:pt x="175123" y="58178"/>
                        <a:pt x="177843" y="58178"/>
                      </a:cubicBezTo>
                      <a:cubicBezTo>
                        <a:pt x="186002" y="58178"/>
                        <a:pt x="196881" y="63617"/>
                        <a:pt x="205040" y="66337"/>
                      </a:cubicBezTo>
                      <a:cubicBezTo>
                        <a:pt x="237676" y="66337"/>
                        <a:pt x="273031" y="63617"/>
                        <a:pt x="286629" y="63617"/>
                      </a:cubicBezTo>
                      <a:cubicBezTo>
                        <a:pt x="300228" y="63617"/>
                        <a:pt x="324705" y="63617"/>
                        <a:pt x="324705" y="79936"/>
                      </a:cubicBezTo>
                      <a:cubicBezTo>
                        <a:pt x="324705" y="88094"/>
                        <a:pt x="321985" y="90814"/>
                        <a:pt x="319265" y="96253"/>
                      </a:cubicBezTo>
                      <a:cubicBezTo>
                        <a:pt x="313826" y="101693"/>
                        <a:pt x="308387" y="104412"/>
                        <a:pt x="302948" y="104412"/>
                      </a:cubicBezTo>
                      <a:cubicBezTo>
                        <a:pt x="289349" y="112571"/>
                        <a:pt x="283910" y="112571"/>
                        <a:pt x="278471" y="112571"/>
                      </a:cubicBezTo>
                      <a:cubicBezTo>
                        <a:pt x="273031" y="112571"/>
                        <a:pt x="253994" y="112571"/>
                        <a:pt x="232236" y="112571"/>
                      </a:cubicBezTo>
                      <a:cubicBezTo>
                        <a:pt x="237676" y="120730"/>
                        <a:pt x="240395" y="128889"/>
                        <a:pt x="240395" y="137048"/>
                      </a:cubicBezTo>
                      <a:cubicBezTo>
                        <a:pt x="240395" y="142487"/>
                        <a:pt x="240395" y="145207"/>
                        <a:pt x="240395" y="150647"/>
                      </a:cubicBezTo>
                      <a:cubicBezTo>
                        <a:pt x="240395" y="153366"/>
                        <a:pt x="240395" y="156086"/>
                        <a:pt x="243115" y="158805"/>
                      </a:cubicBezTo>
                      <a:cubicBezTo>
                        <a:pt x="245835" y="169684"/>
                        <a:pt x="245835" y="180563"/>
                        <a:pt x="248554" y="188722"/>
                      </a:cubicBezTo>
                      <a:cubicBezTo>
                        <a:pt x="248554" y="191441"/>
                        <a:pt x="248554" y="194161"/>
                        <a:pt x="248554" y="199600"/>
                      </a:cubicBezTo>
                      <a:cubicBezTo>
                        <a:pt x="248554" y="207759"/>
                        <a:pt x="248554" y="213198"/>
                        <a:pt x="248554" y="221357"/>
                      </a:cubicBezTo>
                      <a:cubicBezTo>
                        <a:pt x="248554" y="234956"/>
                        <a:pt x="251274" y="248554"/>
                        <a:pt x="253994" y="264872"/>
                      </a:cubicBezTo>
                      <a:cubicBezTo>
                        <a:pt x="256713" y="275751"/>
                        <a:pt x="259433" y="286629"/>
                        <a:pt x="262153" y="297508"/>
                      </a:cubicBezTo>
                      <a:cubicBezTo>
                        <a:pt x="264872" y="305667"/>
                        <a:pt x="264872" y="313826"/>
                        <a:pt x="264872" y="324704"/>
                      </a:cubicBezTo>
                      <a:cubicBezTo>
                        <a:pt x="264872" y="327424"/>
                        <a:pt x="264872" y="330144"/>
                        <a:pt x="264872" y="332863"/>
                      </a:cubicBezTo>
                      <a:cubicBezTo>
                        <a:pt x="264872" y="338303"/>
                        <a:pt x="264872" y="346462"/>
                        <a:pt x="264872" y="351901"/>
                      </a:cubicBezTo>
                      <a:cubicBezTo>
                        <a:pt x="264872" y="357340"/>
                        <a:pt x="262153" y="365499"/>
                        <a:pt x="262153" y="370939"/>
                      </a:cubicBezTo>
                      <a:cubicBezTo>
                        <a:pt x="262153" y="376378"/>
                        <a:pt x="264872" y="384537"/>
                        <a:pt x="267592" y="384537"/>
                      </a:cubicBezTo>
                      <a:cubicBezTo>
                        <a:pt x="273031" y="384537"/>
                        <a:pt x="275751" y="376378"/>
                        <a:pt x="278471" y="370939"/>
                      </a:cubicBezTo>
                      <a:cubicBezTo>
                        <a:pt x="283910" y="360060"/>
                        <a:pt x="289349" y="346462"/>
                        <a:pt x="297508" y="332863"/>
                      </a:cubicBezTo>
                      <a:cubicBezTo>
                        <a:pt x="302948" y="324704"/>
                        <a:pt x="305667" y="313826"/>
                        <a:pt x="311106" y="305667"/>
                      </a:cubicBezTo>
                      <a:cubicBezTo>
                        <a:pt x="319265" y="289349"/>
                        <a:pt x="327424" y="275751"/>
                        <a:pt x="335583" y="259433"/>
                      </a:cubicBezTo>
                      <a:cubicBezTo>
                        <a:pt x="341023" y="248554"/>
                        <a:pt x="349182" y="234956"/>
                        <a:pt x="354621" y="224077"/>
                      </a:cubicBezTo>
                      <a:cubicBezTo>
                        <a:pt x="362780" y="207759"/>
                        <a:pt x="370939" y="191441"/>
                        <a:pt x="381817" y="172404"/>
                      </a:cubicBezTo>
                      <a:cubicBezTo>
                        <a:pt x="389977" y="153366"/>
                        <a:pt x="400855" y="134329"/>
                        <a:pt x="409014" y="118011"/>
                      </a:cubicBezTo>
                      <a:cubicBezTo>
                        <a:pt x="409014" y="115291"/>
                        <a:pt x="409014" y="115291"/>
                        <a:pt x="411734" y="115291"/>
                      </a:cubicBezTo>
                      <a:cubicBezTo>
                        <a:pt x="406294" y="115291"/>
                        <a:pt x="400855" y="115291"/>
                        <a:pt x="398136" y="115291"/>
                      </a:cubicBezTo>
                      <a:cubicBezTo>
                        <a:pt x="392696" y="115291"/>
                        <a:pt x="384537" y="115291"/>
                        <a:pt x="379098" y="109852"/>
                      </a:cubicBezTo>
                      <a:cubicBezTo>
                        <a:pt x="373659" y="107132"/>
                        <a:pt x="368219" y="98973"/>
                        <a:pt x="368219" y="93534"/>
                      </a:cubicBezTo>
                      <a:cubicBezTo>
                        <a:pt x="368219" y="90814"/>
                        <a:pt x="368219" y="88094"/>
                        <a:pt x="370939" y="85375"/>
                      </a:cubicBezTo>
                      <a:cubicBezTo>
                        <a:pt x="373659" y="82655"/>
                        <a:pt x="381817" y="79936"/>
                        <a:pt x="387257" y="77216"/>
                      </a:cubicBezTo>
                      <a:cubicBezTo>
                        <a:pt x="400855" y="74496"/>
                        <a:pt x="414453" y="71776"/>
                        <a:pt x="422612" y="71776"/>
                      </a:cubicBezTo>
                      <a:cubicBezTo>
                        <a:pt x="425332" y="71776"/>
                        <a:pt x="430771" y="71776"/>
                        <a:pt x="436211" y="71776"/>
                      </a:cubicBezTo>
                      <a:cubicBezTo>
                        <a:pt x="436211" y="71776"/>
                        <a:pt x="438930" y="69057"/>
                        <a:pt x="438930" y="69057"/>
                      </a:cubicBezTo>
                      <a:cubicBezTo>
                        <a:pt x="444370" y="66337"/>
                        <a:pt x="447089" y="66337"/>
                        <a:pt x="452529" y="66337"/>
                      </a:cubicBezTo>
                      <a:cubicBezTo>
                        <a:pt x="457968" y="66337"/>
                        <a:pt x="460688" y="66337"/>
                        <a:pt x="466127" y="69057"/>
                      </a:cubicBezTo>
                      <a:cubicBezTo>
                        <a:pt x="468847" y="69057"/>
                        <a:pt x="471566" y="71776"/>
                        <a:pt x="471566" y="71776"/>
                      </a:cubicBezTo>
                      <a:cubicBezTo>
                        <a:pt x="490604" y="71776"/>
                        <a:pt x="506922" y="71776"/>
                        <a:pt x="515081" y="71776"/>
                      </a:cubicBezTo>
                      <a:cubicBezTo>
                        <a:pt x="523240" y="71776"/>
                        <a:pt x="542277" y="71776"/>
                        <a:pt x="542277" y="88094"/>
                      </a:cubicBezTo>
                      <a:cubicBezTo>
                        <a:pt x="542277" y="96253"/>
                        <a:pt x="542277" y="98973"/>
                        <a:pt x="536838" y="104412"/>
                      </a:cubicBezTo>
                      <a:cubicBezTo>
                        <a:pt x="534119" y="109852"/>
                        <a:pt x="528679" y="112571"/>
                        <a:pt x="525959" y="112571"/>
                      </a:cubicBezTo>
                      <a:cubicBezTo>
                        <a:pt x="520520" y="115291"/>
                        <a:pt x="515081" y="115291"/>
                        <a:pt x="509642" y="115291"/>
                      </a:cubicBezTo>
                      <a:cubicBezTo>
                        <a:pt x="506922" y="115291"/>
                        <a:pt x="487884" y="115291"/>
                        <a:pt x="468847" y="115291"/>
                      </a:cubicBezTo>
                      <a:cubicBezTo>
                        <a:pt x="466127" y="123450"/>
                        <a:pt x="460688" y="128889"/>
                        <a:pt x="457968" y="137048"/>
                      </a:cubicBezTo>
                      <a:cubicBezTo>
                        <a:pt x="447089" y="156086"/>
                        <a:pt x="438930" y="175123"/>
                        <a:pt x="430771" y="194161"/>
                      </a:cubicBezTo>
                      <a:cubicBezTo>
                        <a:pt x="419893" y="215918"/>
                        <a:pt x="411734" y="240395"/>
                        <a:pt x="400855" y="262152"/>
                      </a:cubicBezTo>
                      <a:cubicBezTo>
                        <a:pt x="387257" y="289349"/>
                        <a:pt x="373659" y="311106"/>
                        <a:pt x="360060" y="332863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96" name="Freeform: Shape 95">
                  <a:extLst>
                    <a:ext uri="{FF2B5EF4-FFF2-40B4-BE49-F238E27FC236}">
                      <a16:creationId xmlns:a16="http://schemas.microsoft.com/office/drawing/2014/main" id="{4BA241F6-DBFD-402D-9EAE-F6A27F9C9A75}"/>
                    </a:ext>
                  </a:extLst>
                </p:cNvPr>
                <p:cNvSpPr/>
                <p:nvPr/>
              </p:nvSpPr>
              <p:spPr>
                <a:xfrm>
                  <a:off x="4335316" y="4186718"/>
                  <a:ext cx="353556" cy="761503"/>
                </a:xfrm>
                <a:custGeom>
                  <a:avLst/>
                  <a:gdLst>
                    <a:gd name="connsiteX0" fmla="*/ 283910 w 353555"/>
                    <a:gd name="connsiteY0" fmla="*/ 672820 h 761503"/>
                    <a:gd name="connsiteX1" fmla="*/ 321985 w 353555"/>
                    <a:gd name="connsiteY1" fmla="*/ 689138 h 761503"/>
                    <a:gd name="connsiteX2" fmla="*/ 316546 w 353555"/>
                    <a:gd name="connsiteY2" fmla="*/ 705456 h 761503"/>
                    <a:gd name="connsiteX3" fmla="*/ 300228 w 353555"/>
                    <a:gd name="connsiteY3" fmla="*/ 713615 h 761503"/>
                    <a:gd name="connsiteX4" fmla="*/ 278471 w 353555"/>
                    <a:gd name="connsiteY4" fmla="*/ 716335 h 761503"/>
                    <a:gd name="connsiteX5" fmla="*/ 237676 w 353555"/>
                    <a:gd name="connsiteY5" fmla="*/ 716335 h 761503"/>
                    <a:gd name="connsiteX6" fmla="*/ 180563 w 353555"/>
                    <a:gd name="connsiteY6" fmla="*/ 719054 h 761503"/>
                    <a:gd name="connsiteX7" fmla="*/ 126170 w 353555"/>
                    <a:gd name="connsiteY7" fmla="*/ 719054 h 761503"/>
                    <a:gd name="connsiteX8" fmla="*/ 101693 w 353555"/>
                    <a:gd name="connsiteY8" fmla="*/ 719054 h 761503"/>
                    <a:gd name="connsiteX9" fmla="*/ 74496 w 353555"/>
                    <a:gd name="connsiteY9" fmla="*/ 713615 h 761503"/>
                    <a:gd name="connsiteX10" fmla="*/ 58178 w 353555"/>
                    <a:gd name="connsiteY10" fmla="*/ 697297 h 761503"/>
                    <a:gd name="connsiteX11" fmla="*/ 63617 w 353555"/>
                    <a:gd name="connsiteY11" fmla="*/ 689138 h 761503"/>
                    <a:gd name="connsiteX12" fmla="*/ 85375 w 353555"/>
                    <a:gd name="connsiteY12" fmla="*/ 680979 h 761503"/>
                    <a:gd name="connsiteX13" fmla="*/ 131609 w 353555"/>
                    <a:gd name="connsiteY13" fmla="*/ 675540 h 761503"/>
                    <a:gd name="connsiteX14" fmla="*/ 142488 w 353555"/>
                    <a:gd name="connsiteY14" fmla="*/ 675540 h 761503"/>
                    <a:gd name="connsiteX15" fmla="*/ 131609 w 353555"/>
                    <a:gd name="connsiteY15" fmla="*/ 653783 h 761503"/>
                    <a:gd name="connsiteX16" fmla="*/ 128889 w 353555"/>
                    <a:gd name="connsiteY16" fmla="*/ 640184 h 761503"/>
                    <a:gd name="connsiteX17" fmla="*/ 128889 w 353555"/>
                    <a:gd name="connsiteY17" fmla="*/ 629306 h 761503"/>
                    <a:gd name="connsiteX18" fmla="*/ 128889 w 353555"/>
                    <a:gd name="connsiteY18" fmla="*/ 621147 h 761503"/>
                    <a:gd name="connsiteX19" fmla="*/ 128889 w 353555"/>
                    <a:gd name="connsiteY19" fmla="*/ 593950 h 761503"/>
                    <a:gd name="connsiteX20" fmla="*/ 128889 w 353555"/>
                    <a:gd name="connsiteY20" fmla="*/ 583072 h 761503"/>
                    <a:gd name="connsiteX21" fmla="*/ 128889 w 353555"/>
                    <a:gd name="connsiteY21" fmla="*/ 436210 h 761503"/>
                    <a:gd name="connsiteX22" fmla="*/ 128889 w 353555"/>
                    <a:gd name="connsiteY22" fmla="*/ 357340 h 761503"/>
                    <a:gd name="connsiteX23" fmla="*/ 131609 w 353555"/>
                    <a:gd name="connsiteY23" fmla="*/ 289349 h 761503"/>
                    <a:gd name="connsiteX24" fmla="*/ 131609 w 353555"/>
                    <a:gd name="connsiteY24" fmla="*/ 251274 h 761503"/>
                    <a:gd name="connsiteX25" fmla="*/ 131609 w 353555"/>
                    <a:gd name="connsiteY25" fmla="*/ 205040 h 761503"/>
                    <a:gd name="connsiteX26" fmla="*/ 131609 w 353555"/>
                    <a:gd name="connsiteY26" fmla="*/ 139768 h 761503"/>
                    <a:gd name="connsiteX27" fmla="*/ 131609 w 353555"/>
                    <a:gd name="connsiteY27" fmla="*/ 128889 h 761503"/>
                    <a:gd name="connsiteX28" fmla="*/ 126170 w 353555"/>
                    <a:gd name="connsiteY28" fmla="*/ 128889 h 761503"/>
                    <a:gd name="connsiteX29" fmla="*/ 101693 w 353555"/>
                    <a:gd name="connsiteY29" fmla="*/ 128889 h 761503"/>
                    <a:gd name="connsiteX30" fmla="*/ 74496 w 353555"/>
                    <a:gd name="connsiteY30" fmla="*/ 123450 h 761503"/>
                    <a:gd name="connsiteX31" fmla="*/ 58178 w 353555"/>
                    <a:gd name="connsiteY31" fmla="*/ 107132 h 761503"/>
                    <a:gd name="connsiteX32" fmla="*/ 60898 w 353555"/>
                    <a:gd name="connsiteY32" fmla="*/ 98973 h 761503"/>
                    <a:gd name="connsiteX33" fmla="*/ 82655 w 353555"/>
                    <a:gd name="connsiteY33" fmla="*/ 93534 h 761503"/>
                    <a:gd name="connsiteX34" fmla="*/ 131609 w 353555"/>
                    <a:gd name="connsiteY34" fmla="*/ 88094 h 761503"/>
                    <a:gd name="connsiteX35" fmla="*/ 131609 w 353555"/>
                    <a:gd name="connsiteY35" fmla="*/ 82655 h 761503"/>
                    <a:gd name="connsiteX36" fmla="*/ 134329 w 353555"/>
                    <a:gd name="connsiteY36" fmla="*/ 71776 h 761503"/>
                    <a:gd name="connsiteX37" fmla="*/ 147927 w 353555"/>
                    <a:gd name="connsiteY37" fmla="*/ 63617 h 761503"/>
                    <a:gd name="connsiteX38" fmla="*/ 164245 w 353555"/>
                    <a:gd name="connsiteY38" fmla="*/ 58178 h 761503"/>
                    <a:gd name="connsiteX39" fmla="*/ 177843 w 353555"/>
                    <a:gd name="connsiteY39" fmla="*/ 58178 h 761503"/>
                    <a:gd name="connsiteX40" fmla="*/ 196881 w 353555"/>
                    <a:gd name="connsiteY40" fmla="*/ 60898 h 761503"/>
                    <a:gd name="connsiteX41" fmla="*/ 232236 w 353555"/>
                    <a:gd name="connsiteY41" fmla="*/ 88094 h 761503"/>
                    <a:gd name="connsiteX42" fmla="*/ 278471 w 353555"/>
                    <a:gd name="connsiteY42" fmla="*/ 88094 h 761503"/>
                    <a:gd name="connsiteX43" fmla="*/ 316546 w 353555"/>
                    <a:gd name="connsiteY43" fmla="*/ 104412 h 761503"/>
                    <a:gd name="connsiteX44" fmla="*/ 311106 w 353555"/>
                    <a:gd name="connsiteY44" fmla="*/ 120730 h 761503"/>
                    <a:gd name="connsiteX45" fmla="*/ 294788 w 353555"/>
                    <a:gd name="connsiteY45" fmla="*/ 128889 h 761503"/>
                    <a:gd name="connsiteX46" fmla="*/ 273031 w 353555"/>
                    <a:gd name="connsiteY46" fmla="*/ 131609 h 761503"/>
                    <a:gd name="connsiteX47" fmla="*/ 243115 w 353555"/>
                    <a:gd name="connsiteY47" fmla="*/ 131609 h 761503"/>
                    <a:gd name="connsiteX48" fmla="*/ 243115 w 353555"/>
                    <a:gd name="connsiteY48" fmla="*/ 134329 h 761503"/>
                    <a:gd name="connsiteX49" fmla="*/ 248554 w 353555"/>
                    <a:gd name="connsiteY49" fmla="*/ 169684 h 761503"/>
                    <a:gd name="connsiteX50" fmla="*/ 251274 w 353555"/>
                    <a:gd name="connsiteY50" fmla="*/ 205040 h 761503"/>
                    <a:gd name="connsiteX51" fmla="*/ 251274 w 353555"/>
                    <a:gd name="connsiteY51" fmla="*/ 240395 h 761503"/>
                    <a:gd name="connsiteX52" fmla="*/ 251274 w 353555"/>
                    <a:gd name="connsiteY52" fmla="*/ 256713 h 761503"/>
                    <a:gd name="connsiteX53" fmla="*/ 253994 w 353555"/>
                    <a:gd name="connsiteY53" fmla="*/ 270311 h 761503"/>
                    <a:gd name="connsiteX54" fmla="*/ 259433 w 353555"/>
                    <a:gd name="connsiteY54" fmla="*/ 343742 h 761503"/>
                    <a:gd name="connsiteX55" fmla="*/ 262153 w 353555"/>
                    <a:gd name="connsiteY55" fmla="*/ 425332 h 761503"/>
                    <a:gd name="connsiteX56" fmla="*/ 264872 w 353555"/>
                    <a:gd name="connsiteY56" fmla="*/ 490603 h 761503"/>
                    <a:gd name="connsiteX57" fmla="*/ 270312 w 353555"/>
                    <a:gd name="connsiteY57" fmla="*/ 564034 h 761503"/>
                    <a:gd name="connsiteX58" fmla="*/ 270312 w 353555"/>
                    <a:gd name="connsiteY58" fmla="*/ 599390 h 761503"/>
                    <a:gd name="connsiteX59" fmla="*/ 270312 w 353555"/>
                    <a:gd name="connsiteY59" fmla="*/ 637465 h 761503"/>
                    <a:gd name="connsiteX60" fmla="*/ 264872 w 353555"/>
                    <a:gd name="connsiteY60" fmla="*/ 670101 h 761503"/>
                    <a:gd name="connsiteX61" fmla="*/ 283910 w 353555"/>
                    <a:gd name="connsiteY61" fmla="*/ 672820 h 761503"/>
                    <a:gd name="connsiteX62" fmla="*/ 283910 w 353555"/>
                    <a:gd name="connsiteY62" fmla="*/ 672820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</a:cxnLst>
                  <a:rect l="l" t="t" r="r" b="b"/>
                  <a:pathLst>
                    <a:path w="353555" h="761503">
                      <a:moveTo>
                        <a:pt x="283910" y="672820"/>
                      </a:moveTo>
                      <a:cubicBezTo>
                        <a:pt x="297508" y="672820"/>
                        <a:pt x="321985" y="672820"/>
                        <a:pt x="321985" y="689138"/>
                      </a:cubicBezTo>
                      <a:cubicBezTo>
                        <a:pt x="321985" y="697297"/>
                        <a:pt x="319265" y="697297"/>
                        <a:pt x="316546" y="705456"/>
                      </a:cubicBezTo>
                      <a:cubicBezTo>
                        <a:pt x="311106" y="710895"/>
                        <a:pt x="305667" y="713615"/>
                        <a:pt x="300228" y="713615"/>
                      </a:cubicBezTo>
                      <a:cubicBezTo>
                        <a:pt x="292069" y="716335"/>
                        <a:pt x="283910" y="716335"/>
                        <a:pt x="278471" y="716335"/>
                      </a:cubicBezTo>
                      <a:cubicBezTo>
                        <a:pt x="275751" y="716335"/>
                        <a:pt x="256713" y="716335"/>
                        <a:pt x="237676" y="716335"/>
                      </a:cubicBezTo>
                      <a:cubicBezTo>
                        <a:pt x="213199" y="716335"/>
                        <a:pt x="186002" y="719054"/>
                        <a:pt x="180563" y="719054"/>
                      </a:cubicBezTo>
                      <a:cubicBezTo>
                        <a:pt x="166965" y="719054"/>
                        <a:pt x="142488" y="719054"/>
                        <a:pt x="126170" y="719054"/>
                      </a:cubicBezTo>
                      <a:cubicBezTo>
                        <a:pt x="118011" y="719054"/>
                        <a:pt x="109852" y="719054"/>
                        <a:pt x="101693" y="719054"/>
                      </a:cubicBezTo>
                      <a:cubicBezTo>
                        <a:pt x="93534" y="719054"/>
                        <a:pt x="82655" y="719054"/>
                        <a:pt x="74496" y="713615"/>
                      </a:cubicBezTo>
                      <a:cubicBezTo>
                        <a:pt x="66337" y="710895"/>
                        <a:pt x="58178" y="702736"/>
                        <a:pt x="58178" y="697297"/>
                      </a:cubicBezTo>
                      <a:cubicBezTo>
                        <a:pt x="58178" y="694578"/>
                        <a:pt x="58178" y="691858"/>
                        <a:pt x="63617" y="689138"/>
                      </a:cubicBezTo>
                      <a:cubicBezTo>
                        <a:pt x="69057" y="686418"/>
                        <a:pt x="79935" y="683699"/>
                        <a:pt x="85375" y="680979"/>
                      </a:cubicBezTo>
                      <a:cubicBezTo>
                        <a:pt x="104412" y="678260"/>
                        <a:pt x="123450" y="675540"/>
                        <a:pt x="131609" y="675540"/>
                      </a:cubicBezTo>
                      <a:cubicBezTo>
                        <a:pt x="134329" y="675540"/>
                        <a:pt x="137048" y="675540"/>
                        <a:pt x="142488" y="675540"/>
                      </a:cubicBezTo>
                      <a:cubicBezTo>
                        <a:pt x="134329" y="670101"/>
                        <a:pt x="131609" y="661942"/>
                        <a:pt x="131609" y="653783"/>
                      </a:cubicBezTo>
                      <a:cubicBezTo>
                        <a:pt x="131609" y="648343"/>
                        <a:pt x="131609" y="642904"/>
                        <a:pt x="128889" y="640184"/>
                      </a:cubicBezTo>
                      <a:cubicBezTo>
                        <a:pt x="128889" y="637465"/>
                        <a:pt x="128889" y="634745"/>
                        <a:pt x="128889" y="629306"/>
                      </a:cubicBezTo>
                      <a:cubicBezTo>
                        <a:pt x="128889" y="626586"/>
                        <a:pt x="128889" y="623867"/>
                        <a:pt x="128889" y="621147"/>
                      </a:cubicBezTo>
                      <a:cubicBezTo>
                        <a:pt x="128889" y="612988"/>
                        <a:pt x="128889" y="604829"/>
                        <a:pt x="128889" y="593950"/>
                      </a:cubicBezTo>
                      <a:cubicBezTo>
                        <a:pt x="128889" y="591231"/>
                        <a:pt x="128889" y="585791"/>
                        <a:pt x="128889" y="583072"/>
                      </a:cubicBezTo>
                      <a:cubicBezTo>
                        <a:pt x="128889" y="534118"/>
                        <a:pt x="131609" y="485164"/>
                        <a:pt x="128889" y="436210"/>
                      </a:cubicBezTo>
                      <a:cubicBezTo>
                        <a:pt x="128889" y="409014"/>
                        <a:pt x="128889" y="384537"/>
                        <a:pt x="128889" y="357340"/>
                      </a:cubicBezTo>
                      <a:cubicBezTo>
                        <a:pt x="128889" y="335583"/>
                        <a:pt x="131609" y="313826"/>
                        <a:pt x="131609" y="289349"/>
                      </a:cubicBezTo>
                      <a:cubicBezTo>
                        <a:pt x="131609" y="275751"/>
                        <a:pt x="131609" y="264872"/>
                        <a:pt x="131609" y="251274"/>
                      </a:cubicBezTo>
                      <a:cubicBezTo>
                        <a:pt x="131609" y="234956"/>
                        <a:pt x="131609" y="221357"/>
                        <a:pt x="131609" y="205040"/>
                      </a:cubicBezTo>
                      <a:cubicBezTo>
                        <a:pt x="131609" y="183282"/>
                        <a:pt x="131609" y="161525"/>
                        <a:pt x="131609" y="139768"/>
                      </a:cubicBezTo>
                      <a:cubicBezTo>
                        <a:pt x="131609" y="137048"/>
                        <a:pt x="131609" y="134329"/>
                        <a:pt x="131609" y="128889"/>
                      </a:cubicBezTo>
                      <a:cubicBezTo>
                        <a:pt x="128889" y="128889"/>
                        <a:pt x="126170" y="128889"/>
                        <a:pt x="126170" y="128889"/>
                      </a:cubicBezTo>
                      <a:cubicBezTo>
                        <a:pt x="118011" y="128889"/>
                        <a:pt x="109852" y="128889"/>
                        <a:pt x="101693" y="128889"/>
                      </a:cubicBezTo>
                      <a:cubicBezTo>
                        <a:pt x="93534" y="128889"/>
                        <a:pt x="82655" y="128889"/>
                        <a:pt x="74496" y="123450"/>
                      </a:cubicBezTo>
                      <a:cubicBezTo>
                        <a:pt x="66337" y="120730"/>
                        <a:pt x="58178" y="112571"/>
                        <a:pt x="58178" y="107132"/>
                      </a:cubicBezTo>
                      <a:cubicBezTo>
                        <a:pt x="58178" y="104412"/>
                        <a:pt x="58178" y="101693"/>
                        <a:pt x="60898" y="98973"/>
                      </a:cubicBezTo>
                      <a:cubicBezTo>
                        <a:pt x="63617" y="96253"/>
                        <a:pt x="77216" y="93534"/>
                        <a:pt x="82655" y="93534"/>
                      </a:cubicBezTo>
                      <a:cubicBezTo>
                        <a:pt x="98973" y="90814"/>
                        <a:pt x="123450" y="88094"/>
                        <a:pt x="131609" y="88094"/>
                      </a:cubicBezTo>
                      <a:cubicBezTo>
                        <a:pt x="131609" y="85375"/>
                        <a:pt x="131609" y="85375"/>
                        <a:pt x="131609" y="82655"/>
                      </a:cubicBezTo>
                      <a:cubicBezTo>
                        <a:pt x="131609" y="77216"/>
                        <a:pt x="131609" y="74496"/>
                        <a:pt x="134329" y="71776"/>
                      </a:cubicBezTo>
                      <a:cubicBezTo>
                        <a:pt x="137048" y="69057"/>
                        <a:pt x="145207" y="66337"/>
                        <a:pt x="147927" y="63617"/>
                      </a:cubicBezTo>
                      <a:cubicBezTo>
                        <a:pt x="153366" y="60898"/>
                        <a:pt x="158806" y="58178"/>
                        <a:pt x="164245" y="58178"/>
                      </a:cubicBezTo>
                      <a:cubicBezTo>
                        <a:pt x="169684" y="58178"/>
                        <a:pt x="175123" y="58178"/>
                        <a:pt x="177843" y="58178"/>
                      </a:cubicBezTo>
                      <a:cubicBezTo>
                        <a:pt x="183283" y="58178"/>
                        <a:pt x="191442" y="58178"/>
                        <a:pt x="196881" y="60898"/>
                      </a:cubicBezTo>
                      <a:cubicBezTo>
                        <a:pt x="213199" y="63617"/>
                        <a:pt x="224077" y="74496"/>
                        <a:pt x="232236" y="88094"/>
                      </a:cubicBezTo>
                      <a:cubicBezTo>
                        <a:pt x="253994" y="88094"/>
                        <a:pt x="270312" y="88094"/>
                        <a:pt x="278471" y="88094"/>
                      </a:cubicBezTo>
                      <a:cubicBezTo>
                        <a:pt x="292069" y="88094"/>
                        <a:pt x="316546" y="88094"/>
                        <a:pt x="316546" y="104412"/>
                      </a:cubicBezTo>
                      <a:cubicBezTo>
                        <a:pt x="316546" y="112571"/>
                        <a:pt x="313826" y="112571"/>
                        <a:pt x="311106" y="120730"/>
                      </a:cubicBezTo>
                      <a:cubicBezTo>
                        <a:pt x="305667" y="126170"/>
                        <a:pt x="300228" y="128889"/>
                        <a:pt x="294788" y="128889"/>
                      </a:cubicBezTo>
                      <a:cubicBezTo>
                        <a:pt x="286630" y="131609"/>
                        <a:pt x="278471" y="131609"/>
                        <a:pt x="273031" y="131609"/>
                      </a:cubicBezTo>
                      <a:cubicBezTo>
                        <a:pt x="270312" y="131609"/>
                        <a:pt x="259433" y="131609"/>
                        <a:pt x="243115" y="131609"/>
                      </a:cubicBezTo>
                      <a:lnTo>
                        <a:pt x="243115" y="134329"/>
                      </a:lnTo>
                      <a:cubicBezTo>
                        <a:pt x="245835" y="145207"/>
                        <a:pt x="245835" y="158805"/>
                        <a:pt x="248554" y="169684"/>
                      </a:cubicBezTo>
                      <a:cubicBezTo>
                        <a:pt x="251274" y="180563"/>
                        <a:pt x="251274" y="194161"/>
                        <a:pt x="251274" y="205040"/>
                      </a:cubicBezTo>
                      <a:cubicBezTo>
                        <a:pt x="251274" y="215918"/>
                        <a:pt x="251274" y="226797"/>
                        <a:pt x="251274" y="240395"/>
                      </a:cubicBezTo>
                      <a:cubicBezTo>
                        <a:pt x="251274" y="245834"/>
                        <a:pt x="251274" y="251274"/>
                        <a:pt x="251274" y="256713"/>
                      </a:cubicBezTo>
                      <a:cubicBezTo>
                        <a:pt x="251274" y="262152"/>
                        <a:pt x="251274" y="267592"/>
                        <a:pt x="253994" y="270311"/>
                      </a:cubicBezTo>
                      <a:cubicBezTo>
                        <a:pt x="256713" y="294788"/>
                        <a:pt x="256713" y="319265"/>
                        <a:pt x="259433" y="343742"/>
                      </a:cubicBezTo>
                      <a:cubicBezTo>
                        <a:pt x="259433" y="370939"/>
                        <a:pt x="262153" y="398135"/>
                        <a:pt x="262153" y="425332"/>
                      </a:cubicBezTo>
                      <a:cubicBezTo>
                        <a:pt x="262153" y="447089"/>
                        <a:pt x="262153" y="468846"/>
                        <a:pt x="264872" y="490603"/>
                      </a:cubicBezTo>
                      <a:cubicBezTo>
                        <a:pt x="264872" y="515080"/>
                        <a:pt x="270312" y="539557"/>
                        <a:pt x="270312" y="564034"/>
                      </a:cubicBezTo>
                      <a:cubicBezTo>
                        <a:pt x="270312" y="574913"/>
                        <a:pt x="270312" y="588511"/>
                        <a:pt x="270312" y="599390"/>
                      </a:cubicBezTo>
                      <a:cubicBezTo>
                        <a:pt x="270312" y="612988"/>
                        <a:pt x="270312" y="623867"/>
                        <a:pt x="270312" y="637465"/>
                      </a:cubicBezTo>
                      <a:cubicBezTo>
                        <a:pt x="270312" y="648343"/>
                        <a:pt x="270312" y="661942"/>
                        <a:pt x="264872" y="670101"/>
                      </a:cubicBezTo>
                      <a:cubicBezTo>
                        <a:pt x="273031" y="672820"/>
                        <a:pt x="278471" y="672820"/>
                        <a:pt x="283910" y="672820"/>
                      </a:cubicBezTo>
                      <a:lnTo>
                        <a:pt x="283910" y="672820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97" name="Freeform: Shape 96">
                  <a:extLst>
                    <a:ext uri="{FF2B5EF4-FFF2-40B4-BE49-F238E27FC236}">
                      <a16:creationId xmlns:a16="http://schemas.microsoft.com/office/drawing/2014/main" id="{4E153137-00A3-4E23-9FE2-87C713534D76}"/>
                    </a:ext>
                  </a:extLst>
                </p:cNvPr>
                <p:cNvSpPr/>
                <p:nvPr/>
              </p:nvSpPr>
              <p:spPr>
                <a:xfrm>
                  <a:off x="4620880" y="4194877"/>
                  <a:ext cx="598325" cy="761503"/>
                </a:xfrm>
                <a:custGeom>
                  <a:avLst/>
                  <a:gdLst>
                    <a:gd name="connsiteX0" fmla="*/ 515081 w 598324"/>
                    <a:gd name="connsiteY0" fmla="*/ 79935 h 761503"/>
                    <a:gd name="connsiteX1" fmla="*/ 542277 w 598324"/>
                    <a:gd name="connsiteY1" fmla="*/ 96253 h 761503"/>
                    <a:gd name="connsiteX2" fmla="*/ 536838 w 598324"/>
                    <a:gd name="connsiteY2" fmla="*/ 112571 h 761503"/>
                    <a:gd name="connsiteX3" fmla="*/ 523240 w 598324"/>
                    <a:gd name="connsiteY3" fmla="*/ 120730 h 761503"/>
                    <a:gd name="connsiteX4" fmla="*/ 506922 w 598324"/>
                    <a:gd name="connsiteY4" fmla="*/ 123450 h 761503"/>
                    <a:gd name="connsiteX5" fmla="*/ 477006 w 598324"/>
                    <a:gd name="connsiteY5" fmla="*/ 123450 h 761503"/>
                    <a:gd name="connsiteX6" fmla="*/ 479725 w 598324"/>
                    <a:gd name="connsiteY6" fmla="*/ 145207 h 761503"/>
                    <a:gd name="connsiteX7" fmla="*/ 477006 w 598324"/>
                    <a:gd name="connsiteY7" fmla="*/ 180563 h 761503"/>
                    <a:gd name="connsiteX8" fmla="*/ 482445 w 598324"/>
                    <a:gd name="connsiteY8" fmla="*/ 232236 h 761503"/>
                    <a:gd name="connsiteX9" fmla="*/ 485165 w 598324"/>
                    <a:gd name="connsiteY9" fmla="*/ 283909 h 761503"/>
                    <a:gd name="connsiteX10" fmla="*/ 485165 w 598324"/>
                    <a:gd name="connsiteY10" fmla="*/ 327424 h 761503"/>
                    <a:gd name="connsiteX11" fmla="*/ 487884 w 598324"/>
                    <a:gd name="connsiteY11" fmla="*/ 373658 h 761503"/>
                    <a:gd name="connsiteX12" fmla="*/ 485165 w 598324"/>
                    <a:gd name="connsiteY12" fmla="*/ 419892 h 761503"/>
                    <a:gd name="connsiteX13" fmla="*/ 485165 w 598324"/>
                    <a:gd name="connsiteY13" fmla="*/ 463407 h 761503"/>
                    <a:gd name="connsiteX14" fmla="*/ 482445 w 598324"/>
                    <a:gd name="connsiteY14" fmla="*/ 515080 h 761503"/>
                    <a:gd name="connsiteX15" fmla="*/ 482445 w 598324"/>
                    <a:gd name="connsiteY15" fmla="*/ 558595 h 761503"/>
                    <a:gd name="connsiteX16" fmla="*/ 479725 w 598324"/>
                    <a:gd name="connsiteY16" fmla="*/ 602109 h 761503"/>
                    <a:gd name="connsiteX17" fmla="*/ 485165 w 598324"/>
                    <a:gd name="connsiteY17" fmla="*/ 648343 h 761503"/>
                    <a:gd name="connsiteX18" fmla="*/ 474286 w 598324"/>
                    <a:gd name="connsiteY18" fmla="*/ 675540 h 761503"/>
                    <a:gd name="connsiteX19" fmla="*/ 428052 w 598324"/>
                    <a:gd name="connsiteY19" fmla="*/ 691858 h 761503"/>
                    <a:gd name="connsiteX20" fmla="*/ 387257 w 598324"/>
                    <a:gd name="connsiteY20" fmla="*/ 683699 h 761503"/>
                    <a:gd name="connsiteX21" fmla="*/ 351901 w 598324"/>
                    <a:gd name="connsiteY21" fmla="*/ 664661 h 761503"/>
                    <a:gd name="connsiteX22" fmla="*/ 305667 w 598324"/>
                    <a:gd name="connsiteY22" fmla="*/ 596670 h 761503"/>
                    <a:gd name="connsiteX23" fmla="*/ 270312 w 598324"/>
                    <a:gd name="connsiteY23" fmla="*/ 509641 h 761503"/>
                    <a:gd name="connsiteX24" fmla="*/ 251274 w 598324"/>
                    <a:gd name="connsiteY24" fmla="*/ 460687 h 761503"/>
                    <a:gd name="connsiteX25" fmla="*/ 224077 w 598324"/>
                    <a:gd name="connsiteY25" fmla="*/ 381817 h 761503"/>
                    <a:gd name="connsiteX26" fmla="*/ 207759 w 598324"/>
                    <a:gd name="connsiteY26" fmla="*/ 330144 h 761503"/>
                    <a:gd name="connsiteX27" fmla="*/ 191442 w 598324"/>
                    <a:gd name="connsiteY27" fmla="*/ 286629 h 761503"/>
                    <a:gd name="connsiteX28" fmla="*/ 183283 w 598324"/>
                    <a:gd name="connsiteY28" fmla="*/ 278470 h 761503"/>
                    <a:gd name="connsiteX29" fmla="*/ 180563 w 598324"/>
                    <a:gd name="connsiteY29" fmla="*/ 292068 h 761503"/>
                    <a:gd name="connsiteX30" fmla="*/ 180563 w 598324"/>
                    <a:gd name="connsiteY30" fmla="*/ 305667 h 761503"/>
                    <a:gd name="connsiteX31" fmla="*/ 183283 w 598324"/>
                    <a:gd name="connsiteY31" fmla="*/ 354620 h 761503"/>
                    <a:gd name="connsiteX32" fmla="*/ 188722 w 598324"/>
                    <a:gd name="connsiteY32" fmla="*/ 449808 h 761503"/>
                    <a:gd name="connsiteX33" fmla="*/ 188722 w 598324"/>
                    <a:gd name="connsiteY33" fmla="*/ 479725 h 761503"/>
                    <a:gd name="connsiteX34" fmla="*/ 188722 w 598324"/>
                    <a:gd name="connsiteY34" fmla="*/ 542277 h 761503"/>
                    <a:gd name="connsiteX35" fmla="*/ 186002 w 598324"/>
                    <a:gd name="connsiteY35" fmla="*/ 615708 h 761503"/>
                    <a:gd name="connsiteX36" fmla="*/ 186002 w 598324"/>
                    <a:gd name="connsiteY36" fmla="*/ 637465 h 761503"/>
                    <a:gd name="connsiteX37" fmla="*/ 183283 w 598324"/>
                    <a:gd name="connsiteY37" fmla="*/ 664661 h 761503"/>
                    <a:gd name="connsiteX38" fmla="*/ 226797 w 598324"/>
                    <a:gd name="connsiteY38" fmla="*/ 664661 h 761503"/>
                    <a:gd name="connsiteX39" fmla="*/ 253994 w 598324"/>
                    <a:gd name="connsiteY39" fmla="*/ 680979 h 761503"/>
                    <a:gd name="connsiteX40" fmla="*/ 248554 w 598324"/>
                    <a:gd name="connsiteY40" fmla="*/ 697297 h 761503"/>
                    <a:gd name="connsiteX41" fmla="*/ 234956 w 598324"/>
                    <a:gd name="connsiteY41" fmla="*/ 705456 h 761503"/>
                    <a:gd name="connsiteX42" fmla="*/ 218638 w 598324"/>
                    <a:gd name="connsiteY42" fmla="*/ 708176 h 761503"/>
                    <a:gd name="connsiteX43" fmla="*/ 183283 w 598324"/>
                    <a:gd name="connsiteY43" fmla="*/ 708176 h 761503"/>
                    <a:gd name="connsiteX44" fmla="*/ 150647 w 598324"/>
                    <a:gd name="connsiteY44" fmla="*/ 708176 h 761503"/>
                    <a:gd name="connsiteX45" fmla="*/ 107132 w 598324"/>
                    <a:gd name="connsiteY45" fmla="*/ 708176 h 761503"/>
                    <a:gd name="connsiteX46" fmla="*/ 88094 w 598324"/>
                    <a:gd name="connsiteY46" fmla="*/ 708176 h 761503"/>
                    <a:gd name="connsiteX47" fmla="*/ 69057 w 598324"/>
                    <a:gd name="connsiteY47" fmla="*/ 702736 h 761503"/>
                    <a:gd name="connsiteX48" fmla="*/ 58178 w 598324"/>
                    <a:gd name="connsiteY48" fmla="*/ 686418 h 761503"/>
                    <a:gd name="connsiteX49" fmla="*/ 60898 w 598324"/>
                    <a:gd name="connsiteY49" fmla="*/ 678259 h 761503"/>
                    <a:gd name="connsiteX50" fmla="*/ 77216 w 598324"/>
                    <a:gd name="connsiteY50" fmla="*/ 670101 h 761503"/>
                    <a:gd name="connsiteX51" fmla="*/ 120730 w 598324"/>
                    <a:gd name="connsiteY51" fmla="*/ 664661 h 761503"/>
                    <a:gd name="connsiteX52" fmla="*/ 131609 w 598324"/>
                    <a:gd name="connsiteY52" fmla="*/ 664661 h 761503"/>
                    <a:gd name="connsiteX53" fmla="*/ 134329 w 598324"/>
                    <a:gd name="connsiteY53" fmla="*/ 539557 h 761503"/>
                    <a:gd name="connsiteX54" fmla="*/ 134329 w 598324"/>
                    <a:gd name="connsiteY54" fmla="*/ 504201 h 761503"/>
                    <a:gd name="connsiteX55" fmla="*/ 131609 w 598324"/>
                    <a:gd name="connsiteY55" fmla="*/ 376378 h 761503"/>
                    <a:gd name="connsiteX56" fmla="*/ 131609 w 598324"/>
                    <a:gd name="connsiteY56" fmla="*/ 302947 h 761503"/>
                    <a:gd name="connsiteX57" fmla="*/ 134329 w 598324"/>
                    <a:gd name="connsiteY57" fmla="*/ 221357 h 761503"/>
                    <a:gd name="connsiteX58" fmla="*/ 137048 w 598324"/>
                    <a:gd name="connsiteY58" fmla="*/ 123450 h 761503"/>
                    <a:gd name="connsiteX59" fmla="*/ 107132 w 598324"/>
                    <a:gd name="connsiteY59" fmla="*/ 123450 h 761503"/>
                    <a:gd name="connsiteX60" fmla="*/ 88094 w 598324"/>
                    <a:gd name="connsiteY60" fmla="*/ 123450 h 761503"/>
                    <a:gd name="connsiteX61" fmla="*/ 69057 w 598324"/>
                    <a:gd name="connsiteY61" fmla="*/ 118011 h 761503"/>
                    <a:gd name="connsiteX62" fmla="*/ 58178 w 598324"/>
                    <a:gd name="connsiteY62" fmla="*/ 101693 h 761503"/>
                    <a:gd name="connsiteX63" fmla="*/ 60898 w 598324"/>
                    <a:gd name="connsiteY63" fmla="*/ 93534 h 761503"/>
                    <a:gd name="connsiteX64" fmla="*/ 77216 w 598324"/>
                    <a:gd name="connsiteY64" fmla="*/ 85375 h 761503"/>
                    <a:gd name="connsiteX65" fmla="*/ 131609 w 598324"/>
                    <a:gd name="connsiteY65" fmla="*/ 79935 h 761503"/>
                    <a:gd name="connsiteX66" fmla="*/ 161525 w 598324"/>
                    <a:gd name="connsiteY66" fmla="*/ 79935 h 761503"/>
                    <a:gd name="connsiteX67" fmla="*/ 177843 w 598324"/>
                    <a:gd name="connsiteY67" fmla="*/ 66337 h 761503"/>
                    <a:gd name="connsiteX68" fmla="*/ 202320 w 598324"/>
                    <a:gd name="connsiteY68" fmla="*/ 58178 h 761503"/>
                    <a:gd name="connsiteX69" fmla="*/ 234956 w 598324"/>
                    <a:gd name="connsiteY69" fmla="*/ 77216 h 761503"/>
                    <a:gd name="connsiteX70" fmla="*/ 251274 w 598324"/>
                    <a:gd name="connsiteY70" fmla="*/ 107132 h 761503"/>
                    <a:gd name="connsiteX71" fmla="*/ 267592 w 598324"/>
                    <a:gd name="connsiteY71" fmla="*/ 147927 h 761503"/>
                    <a:gd name="connsiteX72" fmla="*/ 281190 w 598324"/>
                    <a:gd name="connsiteY72" fmla="*/ 183282 h 761503"/>
                    <a:gd name="connsiteX73" fmla="*/ 297508 w 598324"/>
                    <a:gd name="connsiteY73" fmla="*/ 224077 h 761503"/>
                    <a:gd name="connsiteX74" fmla="*/ 308387 w 598324"/>
                    <a:gd name="connsiteY74" fmla="*/ 264872 h 761503"/>
                    <a:gd name="connsiteX75" fmla="*/ 319265 w 598324"/>
                    <a:gd name="connsiteY75" fmla="*/ 300227 h 761503"/>
                    <a:gd name="connsiteX76" fmla="*/ 351901 w 598324"/>
                    <a:gd name="connsiteY76" fmla="*/ 379097 h 761503"/>
                    <a:gd name="connsiteX77" fmla="*/ 365500 w 598324"/>
                    <a:gd name="connsiteY77" fmla="*/ 417173 h 761503"/>
                    <a:gd name="connsiteX78" fmla="*/ 379098 w 598324"/>
                    <a:gd name="connsiteY78" fmla="*/ 457967 h 761503"/>
                    <a:gd name="connsiteX79" fmla="*/ 395416 w 598324"/>
                    <a:gd name="connsiteY79" fmla="*/ 496043 h 761503"/>
                    <a:gd name="connsiteX80" fmla="*/ 406294 w 598324"/>
                    <a:gd name="connsiteY80" fmla="*/ 512361 h 761503"/>
                    <a:gd name="connsiteX81" fmla="*/ 411734 w 598324"/>
                    <a:gd name="connsiteY81" fmla="*/ 531398 h 761503"/>
                    <a:gd name="connsiteX82" fmla="*/ 419893 w 598324"/>
                    <a:gd name="connsiteY82" fmla="*/ 558595 h 761503"/>
                    <a:gd name="connsiteX83" fmla="*/ 425332 w 598324"/>
                    <a:gd name="connsiteY83" fmla="*/ 564034 h 761503"/>
                    <a:gd name="connsiteX84" fmla="*/ 430771 w 598324"/>
                    <a:gd name="connsiteY84" fmla="*/ 558595 h 761503"/>
                    <a:gd name="connsiteX85" fmla="*/ 430771 w 598324"/>
                    <a:gd name="connsiteY85" fmla="*/ 550436 h 761503"/>
                    <a:gd name="connsiteX86" fmla="*/ 430771 w 598324"/>
                    <a:gd name="connsiteY86" fmla="*/ 501482 h 761503"/>
                    <a:gd name="connsiteX87" fmla="*/ 430771 w 598324"/>
                    <a:gd name="connsiteY87" fmla="*/ 403574 h 761503"/>
                    <a:gd name="connsiteX88" fmla="*/ 425332 w 598324"/>
                    <a:gd name="connsiteY88" fmla="*/ 313826 h 761503"/>
                    <a:gd name="connsiteX89" fmla="*/ 425332 w 598324"/>
                    <a:gd name="connsiteY89" fmla="*/ 248554 h 761503"/>
                    <a:gd name="connsiteX90" fmla="*/ 425332 w 598324"/>
                    <a:gd name="connsiteY90" fmla="*/ 210479 h 761503"/>
                    <a:gd name="connsiteX91" fmla="*/ 422613 w 598324"/>
                    <a:gd name="connsiteY91" fmla="*/ 153366 h 761503"/>
                    <a:gd name="connsiteX92" fmla="*/ 425332 w 598324"/>
                    <a:gd name="connsiteY92" fmla="*/ 123450 h 761503"/>
                    <a:gd name="connsiteX93" fmla="*/ 398136 w 598324"/>
                    <a:gd name="connsiteY93" fmla="*/ 123450 h 761503"/>
                    <a:gd name="connsiteX94" fmla="*/ 379098 w 598324"/>
                    <a:gd name="connsiteY94" fmla="*/ 123450 h 761503"/>
                    <a:gd name="connsiteX95" fmla="*/ 360060 w 598324"/>
                    <a:gd name="connsiteY95" fmla="*/ 118011 h 761503"/>
                    <a:gd name="connsiteX96" fmla="*/ 349182 w 598324"/>
                    <a:gd name="connsiteY96" fmla="*/ 101693 h 761503"/>
                    <a:gd name="connsiteX97" fmla="*/ 351901 w 598324"/>
                    <a:gd name="connsiteY97" fmla="*/ 93534 h 761503"/>
                    <a:gd name="connsiteX98" fmla="*/ 368219 w 598324"/>
                    <a:gd name="connsiteY98" fmla="*/ 85375 h 761503"/>
                    <a:gd name="connsiteX99" fmla="*/ 422613 w 598324"/>
                    <a:gd name="connsiteY99" fmla="*/ 79935 h 761503"/>
                    <a:gd name="connsiteX100" fmla="*/ 444370 w 598324"/>
                    <a:gd name="connsiteY100" fmla="*/ 79935 h 761503"/>
                    <a:gd name="connsiteX101" fmla="*/ 463407 w 598324"/>
                    <a:gd name="connsiteY101" fmla="*/ 71776 h 761503"/>
                    <a:gd name="connsiteX102" fmla="*/ 477006 w 598324"/>
                    <a:gd name="connsiteY102" fmla="*/ 79935 h 761503"/>
                    <a:gd name="connsiteX103" fmla="*/ 515081 w 598324"/>
                    <a:gd name="connsiteY103" fmla="*/ 79935 h 761503"/>
                    <a:gd name="connsiteX104" fmla="*/ 515081 w 598324"/>
                    <a:gd name="connsiteY104" fmla="*/ 79935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</a:cxnLst>
                  <a:rect l="l" t="t" r="r" b="b"/>
                  <a:pathLst>
                    <a:path w="598324" h="761503">
                      <a:moveTo>
                        <a:pt x="515081" y="79935"/>
                      </a:moveTo>
                      <a:cubicBezTo>
                        <a:pt x="523240" y="79935"/>
                        <a:pt x="542277" y="79935"/>
                        <a:pt x="542277" y="96253"/>
                      </a:cubicBezTo>
                      <a:cubicBezTo>
                        <a:pt x="542277" y="104412"/>
                        <a:pt x="542277" y="107132"/>
                        <a:pt x="536838" y="112571"/>
                      </a:cubicBezTo>
                      <a:cubicBezTo>
                        <a:pt x="534119" y="118011"/>
                        <a:pt x="528679" y="120730"/>
                        <a:pt x="523240" y="120730"/>
                      </a:cubicBezTo>
                      <a:cubicBezTo>
                        <a:pt x="515081" y="123450"/>
                        <a:pt x="512361" y="123450"/>
                        <a:pt x="506922" y="123450"/>
                      </a:cubicBezTo>
                      <a:cubicBezTo>
                        <a:pt x="504202" y="123450"/>
                        <a:pt x="490604" y="123450"/>
                        <a:pt x="477006" y="123450"/>
                      </a:cubicBezTo>
                      <a:cubicBezTo>
                        <a:pt x="477006" y="131609"/>
                        <a:pt x="479725" y="137048"/>
                        <a:pt x="479725" y="145207"/>
                      </a:cubicBezTo>
                      <a:cubicBezTo>
                        <a:pt x="479725" y="156086"/>
                        <a:pt x="477006" y="166964"/>
                        <a:pt x="477006" y="180563"/>
                      </a:cubicBezTo>
                      <a:cubicBezTo>
                        <a:pt x="477006" y="196881"/>
                        <a:pt x="479725" y="215918"/>
                        <a:pt x="482445" y="232236"/>
                      </a:cubicBezTo>
                      <a:cubicBezTo>
                        <a:pt x="485165" y="248554"/>
                        <a:pt x="485165" y="267592"/>
                        <a:pt x="485165" y="283909"/>
                      </a:cubicBezTo>
                      <a:cubicBezTo>
                        <a:pt x="485165" y="297508"/>
                        <a:pt x="485165" y="313826"/>
                        <a:pt x="485165" y="327424"/>
                      </a:cubicBezTo>
                      <a:cubicBezTo>
                        <a:pt x="485165" y="343742"/>
                        <a:pt x="487884" y="357340"/>
                        <a:pt x="487884" y="373658"/>
                      </a:cubicBezTo>
                      <a:cubicBezTo>
                        <a:pt x="487884" y="389976"/>
                        <a:pt x="485165" y="403574"/>
                        <a:pt x="485165" y="419892"/>
                      </a:cubicBezTo>
                      <a:cubicBezTo>
                        <a:pt x="485165" y="436210"/>
                        <a:pt x="485165" y="449808"/>
                        <a:pt x="485165" y="463407"/>
                      </a:cubicBezTo>
                      <a:cubicBezTo>
                        <a:pt x="485165" y="479725"/>
                        <a:pt x="485165" y="498762"/>
                        <a:pt x="482445" y="515080"/>
                      </a:cubicBezTo>
                      <a:cubicBezTo>
                        <a:pt x="482445" y="528678"/>
                        <a:pt x="482445" y="542277"/>
                        <a:pt x="482445" y="558595"/>
                      </a:cubicBezTo>
                      <a:cubicBezTo>
                        <a:pt x="482445" y="572193"/>
                        <a:pt x="479725" y="588511"/>
                        <a:pt x="479725" y="602109"/>
                      </a:cubicBezTo>
                      <a:cubicBezTo>
                        <a:pt x="479725" y="615708"/>
                        <a:pt x="485165" y="632025"/>
                        <a:pt x="485165" y="648343"/>
                      </a:cubicBezTo>
                      <a:cubicBezTo>
                        <a:pt x="485165" y="659222"/>
                        <a:pt x="482445" y="670101"/>
                        <a:pt x="474286" y="675540"/>
                      </a:cubicBezTo>
                      <a:cubicBezTo>
                        <a:pt x="460688" y="686418"/>
                        <a:pt x="444370" y="691858"/>
                        <a:pt x="428052" y="691858"/>
                      </a:cubicBezTo>
                      <a:cubicBezTo>
                        <a:pt x="414453" y="691858"/>
                        <a:pt x="400855" y="689138"/>
                        <a:pt x="387257" y="683699"/>
                      </a:cubicBezTo>
                      <a:cubicBezTo>
                        <a:pt x="373659" y="678259"/>
                        <a:pt x="360060" y="672820"/>
                        <a:pt x="351901" y="664661"/>
                      </a:cubicBezTo>
                      <a:cubicBezTo>
                        <a:pt x="330144" y="645624"/>
                        <a:pt x="316546" y="621147"/>
                        <a:pt x="305667" y="596670"/>
                      </a:cubicBezTo>
                      <a:cubicBezTo>
                        <a:pt x="292069" y="569473"/>
                        <a:pt x="281190" y="539557"/>
                        <a:pt x="270312" y="509641"/>
                      </a:cubicBezTo>
                      <a:cubicBezTo>
                        <a:pt x="264872" y="493323"/>
                        <a:pt x="256713" y="477005"/>
                        <a:pt x="251274" y="460687"/>
                      </a:cubicBezTo>
                      <a:cubicBezTo>
                        <a:pt x="240395" y="433490"/>
                        <a:pt x="232236" y="409014"/>
                        <a:pt x="224077" y="381817"/>
                      </a:cubicBezTo>
                      <a:cubicBezTo>
                        <a:pt x="218638" y="365499"/>
                        <a:pt x="213199" y="346462"/>
                        <a:pt x="207759" y="330144"/>
                      </a:cubicBezTo>
                      <a:cubicBezTo>
                        <a:pt x="202320" y="316545"/>
                        <a:pt x="196881" y="300227"/>
                        <a:pt x="191442" y="286629"/>
                      </a:cubicBezTo>
                      <a:cubicBezTo>
                        <a:pt x="188722" y="281190"/>
                        <a:pt x="186002" y="278470"/>
                        <a:pt x="183283" y="278470"/>
                      </a:cubicBezTo>
                      <a:cubicBezTo>
                        <a:pt x="180563" y="278470"/>
                        <a:pt x="180563" y="286629"/>
                        <a:pt x="180563" y="292068"/>
                      </a:cubicBezTo>
                      <a:cubicBezTo>
                        <a:pt x="180563" y="297508"/>
                        <a:pt x="180563" y="302947"/>
                        <a:pt x="180563" y="305667"/>
                      </a:cubicBezTo>
                      <a:cubicBezTo>
                        <a:pt x="180563" y="321985"/>
                        <a:pt x="183283" y="338303"/>
                        <a:pt x="183283" y="354620"/>
                      </a:cubicBezTo>
                      <a:cubicBezTo>
                        <a:pt x="183283" y="387256"/>
                        <a:pt x="186002" y="417173"/>
                        <a:pt x="188722" y="449808"/>
                      </a:cubicBezTo>
                      <a:cubicBezTo>
                        <a:pt x="188722" y="460687"/>
                        <a:pt x="188722" y="468846"/>
                        <a:pt x="188722" y="479725"/>
                      </a:cubicBezTo>
                      <a:cubicBezTo>
                        <a:pt x="188722" y="501482"/>
                        <a:pt x="188722" y="523239"/>
                        <a:pt x="188722" y="542277"/>
                      </a:cubicBezTo>
                      <a:cubicBezTo>
                        <a:pt x="188722" y="566754"/>
                        <a:pt x="186002" y="591231"/>
                        <a:pt x="186002" y="615708"/>
                      </a:cubicBezTo>
                      <a:cubicBezTo>
                        <a:pt x="186002" y="623866"/>
                        <a:pt x="186002" y="632025"/>
                        <a:pt x="186002" y="637465"/>
                      </a:cubicBezTo>
                      <a:cubicBezTo>
                        <a:pt x="186002" y="645624"/>
                        <a:pt x="183283" y="656502"/>
                        <a:pt x="183283" y="664661"/>
                      </a:cubicBezTo>
                      <a:cubicBezTo>
                        <a:pt x="202320" y="664661"/>
                        <a:pt x="218638" y="664661"/>
                        <a:pt x="226797" y="664661"/>
                      </a:cubicBezTo>
                      <a:cubicBezTo>
                        <a:pt x="234956" y="664661"/>
                        <a:pt x="253994" y="664661"/>
                        <a:pt x="253994" y="680979"/>
                      </a:cubicBezTo>
                      <a:cubicBezTo>
                        <a:pt x="253994" y="689138"/>
                        <a:pt x="253994" y="691858"/>
                        <a:pt x="248554" y="697297"/>
                      </a:cubicBezTo>
                      <a:cubicBezTo>
                        <a:pt x="245835" y="702736"/>
                        <a:pt x="240395" y="705456"/>
                        <a:pt x="234956" y="705456"/>
                      </a:cubicBezTo>
                      <a:cubicBezTo>
                        <a:pt x="226797" y="708176"/>
                        <a:pt x="224077" y="708176"/>
                        <a:pt x="218638" y="708176"/>
                      </a:cubicBezTo>
                      <a:cubicBezTo>
                        <a:pt x="215918" y="708176"/>
                        <a:pt x="199600" y="708176"/>
                        <a:pt x="183283" y="708176"/>
                      </a:cubicBezTo>
                      <a:cubicBezTo>
                        <a:pt x="166965" y="708176"/>
                        <a:pt x="153366" y="708176"/>
                        <a:pt x="150647" y="708176"/>
                      </a:cubicBezTo>
                      <a:cubicBezTo>
                        <a:pt x="139768" y="708176"/>
                        <a:pt x="120730" y="708176"/>
                        <a:pt x="107132" y="708176"/>
                      </a:cubicBezTo>
                      <a:cubicBezTo>
                        <a:pt x="101693" y="708176"/>
                        <a:pt x="96254" y="708176"/>
                        <a:pt x="88094" y="708176"/>
                      </a:cubicBezTo>
                      <a:cubicBezTo>
                        <a:pt x="82655" y="708176"/>
                        <a:pt x="74496" y="708176"/>
                        <a:pt x="69057" y="702736"/>
                      </a:cubicBezTo>
                      <a:cubicBezTo>
                        <a:pt x="63617" y="700017"/>
                        <a:pt x="58178" y="691858"/>
                        <a:pt x="58178" y="686418"/>
                      </a:cubicBezTo>
                      <a:cubicBezTo>
                        <a:pt x="58178" y="683699"/>
                        <a:pt x="58178" y="680979"/>
                        <a:pt x="60898" y="678259"/>
                      </a:cubicBezTo>
                      <a:cubicBezTo>
                        <a:pt x="63617" y="675540"/>
                        <a:pt x="71777" y="672820"/>
                        <a:pt x="77216" y="670101"/>
                      </a:cubicBezTo>
                      <a:cubicBezTo>
                        <a:pt x="90814" y="667381"/>
                        <a:pt x="115291" y="664661"/>
                        <a:pt x="120730" y="664661"/>
                      </a:cubicBezTo>
                      <a:cubicBezTo>
                        <a:pt x="123450" y="664661"/>
                        <a:pt x="126170" y="664661"/>
                        <a:pt x="131609" y="664661"/>
                      </a:cubicBezTo>
                      <a:cubicBezTo>
                        <a:pt x="131609" y="623866"/>
                        <a:pt x="134329" y="583072"/>
                        <a:pt x="134329" y="539557"/>
                      </a:cubicBezTo>
                      <a:cubicBezTo>
                        <a:pt x="134329" y="528678"/>
                        <a:pt x="134329" y="515080"/>
                        <a:pt x="134329" y="504201"/>
                      </a:cubicBezTo>
                      <a:cubicBezTo>
                        <a:pt x="131609" y="460687"/>
                        <a:pt x="131609" y="417173"/>
                        <a:pt x="131609" y="376378"/>
                      </a:cubicBezTo>
                      <a:cubicBezTo>
                        <a:pt x="131609" y="351901"/>
                        <a:pt x="131609" y="327424"/>
                        <a:pt x="131609" y="302947"/>
                      </a:cubicBezTo>
                      <a:cubicBezTo>
                        <a:pt x="131609" y="275751"/>
                        <a:pt x="131609" y="248554"/>
                        <a:pt x="134329" y="221357"/>
                      </a:cubicBezTo>
                      <a:cubicBezTo>
                        <a:pt x="134329" y="188722"/>
                        <a:pt x="137048" y="156086"/>
                        <a:pt x="137048" y="123450"/>
                      </a:cubicBezTo>
                      <a:cubicBezTo>
                        <a:pt x="126170" y="123450"/>
                        <a:pt x="115291" y="123450"/>
                        <a:pt x="107132" y="123450"/>
                      </a:cubicBezTo>
                      <a:cubicBezTo>
                        <a:pt x="101693" y="123450"/>
                        <a:pt x="96254" y="123450"/>
                        <a:pt x="88094" y="123450"/>
                      </a:cubicBezTo>
                      <a:cubicBezTo>
                        <a:pt x="82655" y="123450"/>
                        <a:pt x="74496" y="120730"/>
                        <a:pt x="69057" y="118011"/>
                      </a:cubicBezTo>
                      <a:cubicBezTo>
                        <a:pt x="63617" y="115291"/>
                        <a:pt x="58178" y="107132"/>
                        <a:pt x="58178" y="101693"/>
                      </a:cubicBezTo>
                      <a:cubicBezTo>
                        <a:pt x="58178" y="98973"/>
                        <a:pt x="58178" y="96253"/>
                        <a:pt x="60898" y="93534"/>
                      </a:cubicBezTo>
                      <a:cubicBezTo>
                        <a:pt x="63617" y="90814"/>
                        <a:pt x="71777" y="88094"/>
                        <a:pt x="77216" y="85375"/>
                      </a:cubicBezTo>
                      <a:cubicBezTo>
                        <a:pt x="90814" y="82655"/>
                        <a:pt x="126170" y="79935"/>
                        <a:pt x="131609" y="79935"/>
                      </a:cubicBezTo>
                      <a:cubicBezTo>
                        <a:pt x="137048" y="79935"/>
                        <a:pt x="147927" y="79935"/>
                        <a:pt x="161525" y="79935"/>
                      </a:cubicBezTo>
                      <a:cubicBezTo>
                        <a:pt x="166965" y="74496"/>
                        <a:pt x="172404" y="71776"/>
                        <a:pt x="177843" y="66337"/>
                      </a:cubicBezTo>
                      <a:cubicBezTo>
                        <a:pt x="186002" y="60898"/>
                        <a:pt x="194161" y="58178"/>
                        <a:pt x="202320" y="58178"/>
                      </a:cubicBezTo>
                      <a:cubicBezTo>
                        <a:pt x="215918" y="58178"/>
                        <a:pt x="226797" y="63617"/>
                        <a:pt x="234956" y="77216"/>
                      </a:cubicBezTo>
                      <a:cubicBezTo>
                        <a:pt x="240395" y="88094"/>
                        <a:pt x="248554" y="96253"/>
                        <a:pt x="251274" y="107132"/>
                      </a:cubicBezTo>
                      <a:cubicBezTo>
                        <a:pt x="256713" y="120730"/>
                        <a:pt x="259433" y="134328"/>
                        <a:pt x="267592" y="147927"/>
                      </a:cubicBezTo>
                      <a:cubicBezTo>
                        <a:pt x="273031" y="158805"/>
                        <a:pt x="275751" y="172404"/>
                        <a:pt x="281190" y="183282"/>
                      </a:cubicBezTo>
                      <a:cubicBezTo>
                        <a:pt x="286630" y="196881"/>
                        <a:pt x="292069" y="210479"/>
                        <a:pt x="297508" y="224077"/>
                      </a:cubicBezTo>
                      <a:cubicBezTo>
                        <a:pt x="300228" y="237675"/>
                        <a:pt x="305667" y="251274"/>
                        <a:pt x="308387" y="264872"/>
                      </a:cubicBezTo>
                      <a:cubicBezTo>
                        <a:pt x="311106" y="278470"/>
                        <a:pt x="311106" y="289349"/>
                        <a:pt x="319265" y="300227"/>
                      </a:cubicBezTo>
                      <a:cubicBezTo>
                        <a:pt x="332864" y="324704"/>
                        <a:pt x="346462" y="351901"/>
                        <a:pt x="351901" y="379097"/>
                      </a:cubicBezTo>
                      <a:cubicBezTo>
                        <a:pt x="354621" y="392696"/>
                        <a:pt x="360060" y="403574"/>
                        <a:pt x="365500" y="417173"/>
                      </a:cubicBezTo>
                      <a:cubicBezTo>
                        <a:pt x="373659" y="430771"/>
                        <a:pt x="373659" y="444369"/>
                        <a:pt x="379098" y="457967"/>
                      </a:cubicBezTo>
                      <a:cubicBezTo>
                        <a:pt x="381818" y="471566"/>
                        <a:pt x="387257" y="482444"/>
                        <a:pt x="395416" y="496043"/>
                      </a:cubicBezTo>
                      <a:cubicBezTo>
                        <a:pt x="398136" y="501482"/>
                        <a:pt x="403575" y="506921"/>
                        <a:pt x="406294" y="512361"/>
                      </a:cubicBezTo>
                      <a:cubicBezTo>
                        <a:pt x="409014" y="517800"/>
                        <a:pt x="409014" y="525959"/>
                        <a:pt x="411734" y="531398"/>
                      </a:cubicBezTo>
                      <a:cubicBezTo>
                        <a:pt x="414453" y="539557"/>
                        <a:pt x="417173" y="550436"/>
                        <a:pt x="419893" y="558595"/>
                      </a:cubicBezTo>
                      <a:cubicBezTo>
                        <a:pt x="422613" y="561314"/>
                        <a:pt x="422613" y="564034"/>
                        <a:pt x="425332" y="564034"/>
                      </a:cubicBezTo>
                      <a:cubicBezTo>
                        <a:pt x="428052" y="564034"/>
                        <a:pt x="428052" y="561314"/>
                        <a:pt x="430771" y="558595"/>
                      </a:cubicBezTo>
                      <a:cubicBezTo>
                        <a:pt x="430771" y="555875"/>
                        <a:pt x="430771" y="553155"/>
                        <a:pt x="430771" y="550436"/>
                      </a:cubicBezTo>
                      <a:cubicBezTo>
                        <a:pt x="430771" y="534118"/>
                        <a:pt x="430771" y="517800"/>
                        <a:pt x="430771" y="501482"/>
                      </a:cubicBezTo>
                      <a:cubicBezTo>
                        <a:pt x="430771" y="468846"/>
                        <a:pt x="433491" y="436210"/>
                        <a:pt x="430771" y="403574"/>
                      </a:cubicBezTo>
                      <a:cubicBezTo>
                        <a:pt x="430771" y="373658"/>
                        <a:pt x="425332" y="343742"/>
                        <a:pt x="425332" y="313826"/>
                      </a:cubicBezTo>
                      <a:cubicBezTo>
                        <a:pt x="425332" y="292068"/>
                        <a:pt x="425332" y="270311"/>
                        <a:pt x="425332" y="248554"/>
                      </a:cubicBezTo>
                      <a:cubicBezTo>
                        <a:pt x="425332" y="234956"/>
                        <a:pt x="425332" y="224077"/>
                        <a:pt x="425332" y="210479"/>
                      </a:cubicBezTo>
                      <a:cubicBezTo>
                        <a:pt x="425332" y="191441"/>
                        <a:pt x="422613" y="172404"/>
                        <a:pt x="422613" y="153366"/>
                      </a:cubicBezTo>
                      <a:cubicBezTo>
                        <a:pt x="422613" y="142487"/>
                        <a:pt x="422613" y="134328"/>
                        <a:pt x="425332" y="123450"/>
                      </a:cubicBezTo>
                      <a:cubicBezTo>
                        <a:pt x="417173" y="123450"/>
                        <a:pt x="406294" y="123450"/>
                        <a:pt x="398136" y="123450"/>
                      </a:cubicBezTo>
                      <a:cubicBezTo>
                        <a:pt x="392696" y="123450"/>
                        <a:pt x="387257" y="123450"/>
                        <a:pt x="379098" y="123450"/>
                      </a:cubicBezTo>
                      <a:cubicBezTo>
                        <a:pt x="373659" y="123450"/>
                        <a:pt x="365500" y="120730"/>
                        <a:pt x="360060" y="118011"/>
                      </a:cubicBezTo>
                      <a:cubicBezTo>
                        <a:pt x="354621" y="115291"/>
                        <a:pt x="349182" y="107132"/>
                        <a:pt x="349182" y="101693"/>
                      </a:cubicBezTo>
                      <a:cubicBezTo>
                        <a:pt x="349182" y="98973"/>
                        <a:pt x="349182" y="96253"/>
                        <a:pt x="351901" y="93534"/>
                      </a:cubicBezTo>
                      <a:cubicBezTo>
                        <a:pt x="354621" y="90814"/>
                        <a:pt x="362780" y="88094"/>
                        <a:pt x="368219" y="85375"/>
                      </a:cubicBezTo>
                      <a:cubicBezTo>
                        <a:pt x="381818" y="82655"/>
                        <a:pt x="417173" y="79935"/>
                        <a:pt x="422613" y="79935"/>
                      </a:cubicBezTo>
                      <a:cubicBezTo>
                        <a:pt x="428052" y="79935"/>
                        <a:pt x="433491" y="79935"/>
                        <a:pt x="444370" y="79935"/>
                      </a:cubicBezTo>
                      <a:cubicBezTo>
                        <a:pt x="449809" y="74496"/>
                        <a:pt x="455248" y="71776"/>
                        <a:pt x="463407" y="71776"/>
                      </a:cubicBezTo>
                      <a:cubicBezTo>
                        <a:pt x="471566" y="71776"/>
                        <a:pt x="477006" y="74496"/>
                        <a:pt x="477006" y="79935"/>
                      </a:cubicBezTo>
                      <a:cubicBezTo>
                        <a:pt x="493324" y="79935"/>
                        <a:pt x="506922" y="79935"/>
                        <a:pt x="515081" y="79935"/>
                      </a:cubicBezTo>
                      <a:lnTo>
                        <a:pt x="515081" y="79935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98" name="Freeform: Shape 97">
                  <a:extLst>
                    <a:ext uri="{FF2B5EF4-FFF2-40B4-BE49-F238E27FC236}">
                      <a16:creationId xmlns:a16="http://schemas.microsoft.com/office/drawing/2014/main" id="{4258A208-5038-4E92-AE8F-FC22774DC3BA}"/>
                    </a:ext>
                  </a:extLst>
                </p:cNvPr>
                <p:cNvSpPr/>
                <p:nvPr/>
              </p:nvSpPr>
              <p:spPr>
                <a:xfrm>
                  <a:off x="5139126" y="4192158"/>
                  <a:ext cx="516735" cy="788700"/>
                </a:xfrm>
                <a:custGeom>
                  <a:avLst/>
                  <a:gdLst>
                    <a:gd name="connsiteX0" fmla="*/ 464616 w 516735"/>
                    <a:gd name="connsiteY0" fmla="*/ 436210 h 788699"/>
                    <a:gd name="connsiteX1" fmla="*/ 445578 w 516735"/>
                    <a:gd name="connsiteY1" fmla="*/ 455248 h 788699"/>
                    <a:gd name="connsiteX2" fmla="*/ 404784 w 516735"/>
                    <a:gd name="connsiteY2" fmla="*/ 466126 h 788699"/>
                    <a:gd name="connsiteX3" fmla="*/ 385746 w 516735"/>
                    <a:gd name="connsiteY3" fmla="*/ 479725 h 788699"/>
                    <a:gd name="connsiteX4" fmla="*/ 388466 w 516735"/>
                    <a:gd name="connsiteY4" fmla="*/ 512361 h 788699"/>
                    <a:gd name="connsiteX5" fmla="*/ 388466 w 516735"/>
                    <a:gd name="connsiteY5" fmla="*/ 544997 h 788699"/>
                    <a:gd name="connsiteX6" fmla="*/ 388466 w 516735"/>
                    <a:gd name="connsiteY6" fmla="*/ 566754 h 788699"/>
                    <a:gd name="connsiteX7" fmla="*/ 391185 w 516735"/>
                    <a:gd name="connsiteY7" fmla="*/ 632026 h 788699"/>
                    <a:gd name="connsiteX8" fmla="*/ 393905 w 516735"/>
                    <a:gd name="connsiteY8" fmla="*/ 683699 h 788699"/>
                    <a:gd name="connsiteX9" fmla="*/ 377587 w 516735"/>
                    <a:gd name="connsiteY9" fmla="*/ 724494 h 788699"/>
                    <a:gd name="connsiteX10" fmla="*/ 361269 w 516735"/>
                    <a:gd name="connsiteY10" fmla="*/ 719054 h 788699"/>
                    <a:gd name="connsiteX11" fmla="*/ 353110 w 516735"/>
                    <a:gd name="connsiteY11" fmla="*/ 702737 h 788699"/>
                    <a:gd name="connsiteX12" fmla="*/ 350390 w 516735"/>
                    <a:gd name="connsiteY12" fmla="*/ 686419 h 788699"/>
                    <a:gd name="connsiteX13" fmla="*/ 353110 w 516735"/>
                    <a:gd name="connsiteY13" fmla="*/ 659222 h 788699"/>
                    <a:gd name="connsiteX14" fmla="*/ 353110 w 516735"/>
                    <a:gd name="connsiteY14" fmla="*/ 656502 h 788699"/>
                    <a:gd name="connsiteX15" fmla="*/ 317755 w 516735"/>
                    <a:gd name="connsiteY15" fmla="*/ 708176 h 788699"/>
                    <a:gd name="connsiteX16" fmla="*/ 241604 w 516735"/>
                    <a:gd name="connsiteY16" fmla="*/ 735372 h 788699"/>
                    <a:gd name="connsiteX17" fmla="*/ 187211 w 516735"/>
                    <a:gd name="connsiteY17" fmla="*/ 727214 h 788699"/>
                    <a:gd name="connsiteX18" fmla="*/ 135538 w 516735"/>
                    <a:gd name="connsiteY18" fmla="*/ 694578 h 788699"/>
                    <a:gd name="connsiteX19" fmla="*/ 86584 w 516735"/>
                    <a:gd name="connsiteY19" fmla="*/ 621147 h 788699"/>
                    <a:gd name="connsiteX20" fmla="*/ 67546 w 516735"/>
                    <a:gd name="connsiteY20" fmla="*/ 555875 h 788699"/>
                    <a:gd name="connsiteX21" fmla="*/ 59387 w 516735"/>
                    <a:gd name="connsiteY21" fmla="*/ 509641 h 788699"/>
                    <a:gd name="connsiteX22" fmla="*/ 59387 w 516735"/>
                    <a:gd name="connsiteY22" fmla="*/ 468846 h 788699"/>
                    <a:gd name="connsiteX23" fmla="*/ 86584 w 516735"/>
                    <a:gd name="connsiteY23" fmla="*/ 302947 h 788699"/>
                    <a:gd name="connsiteX24" fmla="*/ 108341 w 516735"/>
                    <a:gd name="connsiteY24" fmla="*/ 224077 h 788699"/>
                    <a:gd name="connsiteX25" fmla="*/ 146416 w 516735"/>
                    <a:gd name="connsiteY25" fmla="*/ 145207 h 788699"/>
                    <a:gd name="connsiteX26" fmla="*/ 198090 w 516735"/>
                    <a:gd name="connsiteY26" fmla="*/ 85375 h 788699"/>
                    <a:gd name="connsiteX27" fmla="*/ 228006 w 516735"/>
                    <a:gd name="connsiteY27" fmla="*/ 69057 h 788699"/>
                    <a:gd name="connsiteX28" fmla="*/ 268801 w 516735"/>
                    <a:gd name="connsiteY28" fmla="*/ 58178 h 788699"/>
                    <a:gd name="connsiteX29" fmla="*/ 274240 w 516735"/>
                    <a:gd name="connsiteY29" fmla="*/ 58178 h 788699"/>
                    <a:gd name="connsiteX30" fmla="*/ 295997 w 516735"/>
                    <a:gd name="connsiteY30" fmla="*/ 60898 h 788699"/>
                    <a:gd name="connsiteX31" fmla="*/ 331353 w 516735"/>
                    <a:gd name="connsiteY31" fmla="*/ 71776 h 788699"/>
                    <a:gd name="connsiteX32" fmla="*/ 350390 w 516735"/>
                    <a:gd name="connsiteY32" fmla="*/ 93534 h 788699"/>
                    <a:gd name="connsiteX33" fmla="*/ 353110 w 516735"/>
                    <a:gd name="connsiteY33" fmla="*/ 74496 h 788699"/>
                    <a:gd name="connsiteX34" fmla="*/ 358549 w 516735"/>
                    <a:gd name="connsiteY34" fmla="*/ 63618 h 788699"/>
                    <a:gd name="connsiteX35" fmla="*/ 366708 w 516735"/>
                    <a:gd name="connsiteY35" fmla="*/ 58178 h 788699"/>
                    <a:gd name="connsiteX36" fmla="*/ 374867 w 516735"/>
                    <a:gd name="connsiteY36" fmla="*/ 63618 h 788699"/>
                    <a:gd name="connsiteX37" fmla="*/ 383026 w 516735"/>
                    <a:gd name="connsiteY37" fmla="*/ 82655 h 788699"/>
                    <a:gd name="connsiteX38" fmla="*/ 385746 w 516735"/>
                    <a:gd name="connsiteY38" fmla="*/ 126170 h 788699"/>
                    <a:gd name="connsiteX39" fmla="*/ 388466 w 516735"/>
                    <a:gd name="connsiteY39" fmla="*/ 186002 h 788699"/>
                    <a:gd name="connsiteX40" fmla="*/ 391185 w 516735"/>
                    <a:gd name="connsiteY40" fmla="*/ 237676 h 788699"/>
                    <a:gd name="connsiteX41" fmla="*/ 374867 w 516735"/>
                    <a:gd name="connsiteY41" fmla="*/ 278470 h 788699"/>
                    <a:gd name="connsiteX42" fmla="*/ 358549 w 516735"/>
                    <a:gd name="connsiteY42" fmla="*/ 273031 h 788699"/>
                    <a:gd name="connsiteX43" fmla="*/ 350390 w 516735"/>
                    <a:gd name="connsiteY43" fmla="*/ 256713 h 788699"/>
                    <a:gd name="connsiteX44" fmla="*/ 347671 w 516735"/>
                    <a:gd name="connsiteY44" fmla="*/ 240395 h 788699"/>
                    <a:gd name="connsiteX45" fmla="*/ 347671 w 516735"/>
                    <a:gd name="connsiteY45" fmla="*/ 213199 h 788699"/>
                    <a:gd name="connsiteX46" fmla="*/ 344951 w 516735"/>
                    <a:gd name="connsiteY46" fmla="*/ 194161 h 788699"/>
                    <a:gd name="connsiteX47" fmla="*/ 339512 w 516735"/>
                    <a:gd name="connsiteY47" fmla="*/ 150647 h 788699"/>
                    <a:gd name="connsiteX48" fmla="*/ 323194 w 516735"/>
                    <a:gd name="connsiteY48" fmla="*/ 112571 h 788699"/>
                    <a:gd name="connsiteX49" fmla="*/ 293278 w 516735"/>
                    <a:gd name="connsiteY49" fmla="*/ 101693 h 788699"/>
                    <a:gd name="connsiteX50" fmla="*/ 263361 w 516735"/>
                    <a:gd name="connsiteY50" fmla="*/ 120730 h 788699"/>
                    <a:gd name="connsiteX51" fmla="*/ 241604 w 516735"/>
                    <a:gd name="connsiteY51" fmla="*/ 153366 h 788699"/>
                    <a:gd name="connsiteX52" fmla="*/ 233445 w 516735"/>
                    <a:gd name="connsiteY52" fmla="*/ 194161 h 788699"/>
                    <a:gd name="connsiteX53" fmla="*/ 225286 w 516735"/>
                    <a:gd name="connsiteY53" fmla="*/ 232236 h 788699"/>
                    <a:gd name="connsiteX54" fmla="*/ 217127 w 516735"/>
                    <a:gd name="connsiteY54" fmla="*/ 275751 h 788699"/>
                    <a:gd name="connsiteX55" fmla="*/ 211688 w 516735"/>
                    <a:gd name="connsiteY55" fmla="*/ 316545 h 788699"/>
                    <a:gd name="connsiteX56" fmla="*/ 206249 w 516735"/>
                    <a:gd name="connsiteY56" fmla="*/ 354621 h 788699"/>
                    <a:gd name="connsiteX57" fmla="*/ 200809 w 516735"/>
                    <a:gd name="connsiteY57" fmla="*/ 398135 h 788699"/>
                    <a:gd name="connsiteX58" fmla="*/ 195370 w 516735"/>
                    <a:gd name="connsiteY58" fmla="*/ 438930 h 788699"/>
                    <a:gd name="connsiteX59" fmla="*/ 192650 w 516735"/>
                    <a:gd name="connsiteY59" fmla="*/ 474286 h 788699"/>
                    <a:gd name="connsiteX60" fmla="*/ 195370 w 516735"/>
                    <a:gd name="connsiteY60" fmla="*/ 525959 h 788699"/>
                    <a:gd name="connsiteX61" fmla="*/ 208968 w 516735"/>
                    <a:gd name="connsiteY61" fmla="*/ 596670 h 788699"/>
                    <a:gd name="connsiteX62" fmla="*/ 214407 w 516735"/>
                    <a:gd name="connsiteY62" fmla="*/ 623867 h 788699"/>
                    <a:gd name="connsiteX63" fmla="*/ 228006 w 516735"/>
                    <a:gd name="connsiteY63" fmla="*/ 656502 h 788699"/>
                    <a:gd name="connsiteX64" fmla="*/ 271520 w 516735"/>
                    <a:gd name="connsiteY64" fmla="*/ 689138 h 788699"/>
                    <a:gd name="connsiteX65" fmla="*/ 306876 w 516735"/>
                    <a:gd name="connsiteY65" fmla="*/ 664661 h 788699"/>
                    <a:gd name="connsiteX66" fmla="*/ 331353 w 516735"/>
                    <a:gd name="connsiteY66" fmla="*/ 602109 h 788699"/>
                    <a:gd name="connsiteX67" fmla="*/ 336792 w 516735"/>
                    <a:gd name="connsiteY67" fmla="*/ 544997 h 788699"/>
                    <a:gd name="connsiteX68" fmla="*/ 336792 w 516735"/>
                    <a:gd name="connsiteY68" fmla="*/ 498762 h 788699"/>
                    <a:gd name="connsiteX69" fmla="*/ 336792 w 516735"/>
                    <a:gd name="connsiteY69" fmla="*/ 490603 h 788699"/>
                    <a:gd name="connsiteX70" fmla="*/ 320474 w 516735"/>
                    <a:gd name="connsiteY70" fmla="*/ 477005 h 788699"/>
                    <a:gd name="connsiteX71" fmla="*/ 282399 w 516735"/>
                    <a:gd name="connsiteY71" fmla="*/ 479725 h 788699"/>
                    <a:gd name="connsiteX72" fmla="*/ 252483 w 516735"/>
                    <a:gd name="connsiteY72" fmla="*/ 474286 h 788699"/>
                    <a:gd name="connsiteX73" fmla="*/ 247043 w 516735"/>
                    <a:gd name="connsiteY73" fmla="*/ 466126 h 788699"/>
                    <a:gd name="connsiteX74" fmla="*/ 249763 w 516735"/>
                    <a:gd name="connsiteY74" fmla="*/ 457968 h 788699"/>
                    <a:gd name="connsiteX75" fmla="*/ 268801 w 516735"/>
                    <a:gd name="connsiteY75" fmla="*/ 447089 h 788699"/>
                    <a:gd name="connsiteX76" fmla="*/ 312315 w 516735"/>
                    <a:gd name="connsiteY76" fmla="*/ 436210 h 788699"/>
                    <a:gd name="connsiteX77" fmla="*/ 353110 w 516735"/>
                    <a:gd name="connsiteY77" fmla="*/ 430771 h 788699"/>
                    <a:gd name="connsiteX78" fmla="*/ 385746 w 516735"/>
                    <a:gd name="connsiteY78" fmla="*/ 430771 h 788699"/>
                    <a:gd name="connsiteX79" fmla="*/ 437420 w 516735"/>
                    <a:gd name="connsiteY79" fmla="*/ 428051 h 788699"/>
                    <a:gd name="connsiteX80" fmla="*/ 464616 w 516735"/>
                    <a:gd name="connsiteY80" fmla="*/ 436210 h 788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</a:cxnLst>
                  <a:rect l="l" t="t" r="r" b="b"/>
                  <a:pathLst>
                    <a:path w="516735" h="788699">
                      <a:moveTo>
                        <a:pt x="464616" y="436210"/>
                      </a:moveTo>
                      <a:cubicBezTo>
                        <a:pt x="464616" y="447089"/>
                        <a:pt x="453737" y="452528"/>
                        <a:pt x="445578" y="455248"/>
                      </a:cubicBezTo>
                      <a:cubicBezTo>
                        <a:pt x="434700" y="460687"/>
                        <a:pt x="415662" y="463407"/>
                        <a:pt x="404784" y="466126"/>
                      </a:cubicBezTo>
                      <a:cubicBezTo>
                        <a:pt x="393905" y="466126"/>
                        <a:pt x="385746" y="468846"/>
                        <a:pt x="385746" y="479725"/>
                      </a:cubicBezTo>
                      <a:cubicBezTo>
                        <a:pt x="385746" y="487884"/>
                        <a:pt x="388466" y="506921"/>
                        <a:pt x="388466" y="512361"/>
                      </a:cubicBezTo>
                      <a:cubicBezTo>
                        <a:pt x="388466" y="515080"/>
                        <a:pt x="388466" y="539557"/>
                        <a:pt x="388466" y="544997"/>
                      </a:cubicBezTo>
                      <a:cubicBezTo>
                        <a:pt x="388466" y="550436"/>
                        <a:pt x="388466" y="558595"/>
                        <a:pt x="388466" y="566754"/>
                      </a:cubicBezTo>
                      <a:cubicBezTo>
                        <a:pt x="388466" y="591231"/>
                        <a:pt x="388466" y="621147"/>
                        <a:pt x="391185" y="632026"/>
                      </a:cubicBezTo>
                      <a:cubicBezTo>
                        <a:pt x="393905" y="653783"/>
                        <a:pt x="393905" y="661942"/>
                        <a:pt x="393905" y="683699"/>
                      </a:cubicBezTo>
                      <a:cubicBezTo>
                        <a:pt x="393905" y="694578"/>
                        <a:pt x="393905" y="724494"/>
                        <a:pt x="377587" y="724494"/>
                      </a:cubicBezTo>
                      <a:cubicBezTo>
                        <a:pt x="369428" y="724494"/>
                        <a:pt x="366708" y="721774"/>
                        <a:pt x="361269" y="719054"/>
                      </a:cubicBezTo>
                      <a:cubicBezTo>
                        <a:pt x="355830" y="716335"/>
                        <a:pt x="353110" y="708176"/>
                        <a:pt x="353110" y="702737"/>
                      </a:cubicBezTo>
                      <a:cubicBezTo>
                        <a:pt x="350390" y="694578"/>
                        <a:pt x="350390" y="689138"/>
                        <a:pt x="350390" y="686419"/>
                      </a:cubicBezTo>
                      <a:cubicBezTo>
                        <a:pt x="350390" y="678260"/>
                        <a:pt x="353110" y="672820"/>
                        <a:pt x="353110" y="659222"/>
                      </a:cubicBezTo>
                      <a:lnTo>
                        <a:pt x="353110" y="656502"/>
                      </a:lnTo>
                      <a:cubicBezTo>
                        <a:pt x="347671" y="675540"/>
                        <a:pt x="334072" y="694578"/>
                        <a:pt x="317755" y="708176"/>
                      </a:cubicBezTo>
                      <a:cubicBezTo>
                        <a:pt x="293278" y="727214"/>
                        <a:pt x="274240" y="735372"/>
                        <a:pt x="241604" y="735372"/>
                      </a:cubicBezTo>
                      <a:cubicBezTo>
                        <a:pt x="222566" y="735372"/>
                        <a:pt x="203529" y="732653"/>
                        <a:pt x="187211" y="727214"/>
                      </a:cubicBezTo>
                      <a:cubicBezTo>
                        <a:pt x="165454" y="719054"/>
                        <a:pt x="149136" y="708176"/>
                        <a:pt x="135538" y="694578"/>
                      </a:cubicBezTo>
                      <a:cubicBezTo>
                        <a:pt x="113780" y="672820"/>
                        <a:pt x="100182" y="648343"/>
                        <a:pt x="86584" y="621147"/>
                      </a:cubicBezTo>
                      <a:cubicBezTo>
                        <a:pt x="75705" y="599390"/>
                        <a:pt x="70266" y="580352"/>
                        <a:pt x="67546" y="555875"/>
                      </a:cubicBezTo>
                      <a:cubicBezTo>
                        <a:pt x="64826" y="539557"/>
                        <a:pt x="62107" y="525959"/>
                        <a:pt x="59387" y="509641"/>
                      </a:cubicBezTo>
                      <a:cubicBezTo>
                        <a:pt x="56667" y="493323"/>
                        <a:pt x="59387" y="485164"/>
                        <a:pt x="59387" y="468846"/>
                      </a:cubicBezTo>
                      <a:cubicBezTo>
                        <a:pt x="59387" y="414453"/>
                        <a:pt x="72985" y="362780"/>
                        <a:pt x="86584" y="302947"/>
                      </a:cubicBezTo>
                      <a:cubicBezTo>
                        <a:pt x="92023" y="275751"/>
                        <a:pt x="100182" y="248554"/>
                        <a:pt x="108341" y="224077"/>
                      </a:cubicBezTo>
                      <a:cubicBezTo>
                        <a:pt x="116500" y="196881"/>
                        <a:pt x="130098" y="169684"/>
                        <a:pt x="146416" y="145207"/>
                      </a:cubicBezTo>
                      <a:cubicBezTo>
                        <a:pt x="160014" y="123450"/>
                        <a:pt x="176332" y="101693"/>
                        <a:pt x="198090" y="85375"/>
                      </a:cubicBezTo>
                      <a:cubicBezTo>
                        <a:pt x="206249" y="77216"/>
                        <a:pt x="217127" y="71776"/>
                        <a:pt x="228006" y="69057"/>
                      </a:cubicBezTo>
                      <a:cubicBezTo>
                        <a:pt x="241604" y="63618"/>
                        <a:pt x="255202" y="58178"/>
                        <a:pt x="268801" y="58178"/>
                      </a:cubicBezTo>
                      <a:cubicBezTo>
                        <a:pt x="271520" y="58178"/>
                        <a:pt x="274240" y="58178"/>
                        <a:pt x="274240" y="58178"/>
                      </a:cubicBezTo>
                      <a:cubicBezTo>
                        <a:pt x="279679" y="58178"/>
                        <a:pt x="285119" y="58178"/>
                        <a:pt x="295997" y="60898"/>
                      </a:cubicBezTo>
                      <a:cubicBezTo>
                        <a:pt x="309595" y="63618"/>
                        <a:pt x="320474" y="66337"/>
                        <a:pt x="331353" y="71776"/>
                      </a:cubicBezTo>
                      <a:cubicBezTo>
                        <a:pt x="339512" y="77216"/>
                        <a:pt x="347671" y="85375"/>
                        <a:pt x="350390" y="93534"/>
                      </a:cubicBezTo>
                      <a:cubicBezTo>
                        <a:pt x="350390" y="88095"/>
                        <a:pt x="353110" y="79936"/>
                        <a:pt x="353110" y="74496"/>
                      </a:cubicBezTo>
                      <a:cubicBezTo>
                        <a:pt x="355830" y="71776"/>
                        <a:pt x="355830" y="69057"/>
                        <a:pt x="358549" y="63618"/>
                      </a:cubicBezTo>
                      <a:cubicBezTo>
                        <a:pt x="361269" y="60898"/>
                        <a:pt x="363989" y="58178"/>
                        <a:pt x="366708" y="58178"/>
                      </a:cubicBezTo>
                      <a:cubicBezTo>
                        <a:pt x="369428" y="58178"/>
                        <a:pt x="372148" y="60898"/>
                        <a:pt x="374867" y="63618"/>
                      </a:cubicBezTo>
                      <a:cubicBezTo>
                        <a:pt x="377587" y="69057"/>
                        <a:pt x="380307" y="77216"/>
                        <a:pt x="383026" y="82655"/>
                      </a:cubicBezTo>
                      <a:cubicBezTo>
                        <a:pt x="383026" y="90814"/>
                        <a:pt x="385746" y="107132"/>
                        <a:pt x="385746" y="126170"/>
                      </a:cubicBezTo>
                      <a:cubicBezTo>
                        <a:pt x="385746" y="150647"/>
                        <a:pt x="385746" y="177843"/>
                        <a:pt x="388466" y="186002"/>
                      </a:cubicBezTo>
                      <a:cubicBezTo>
                        <a:pt x="391185" y="207759"/>
                        <a:pt x="391185" y="215918"/>
                        <a:pt x="391185" y="237676"/>
                      </a:cubicBezTo>
                      <a:cubicBezTo>
                        <a:pt x="391185" y="248554"/>
                        <a:pt x="391185" y="278470"/>
                        <a:pt x="374867" y="278470"/>
                      </a:cubicBezTo>
                      <a:cubicBezTo>
                        <a:pt x="366708" y="278470"/>
                        <a:pt x="363989" y="275751"/>
                        <a:pt x="358549" y="273031"/>
                      </a:cubicBezTo>
                      <a:cubicBezTo>
                        <a:pt x="353110" y="270311"/>
                        <a:pt x="350390" y="262152"/>
                        <a:pt x="350390" y="256713"/>
                      </a:cubicBezTo>
                      <a:cubicBezTo>
                        <a:pt x="350390" y="251274"/>
                        <a:pt x="347671" y="245834"/>
                        <a:pt x="347671" y="240395"/>
                      </a:cubicBezTo>
                      <a:cubicBezTo>
                        <a:pt x="347671" y="232236"/>
                        <a:pt x="347671" y="224077"/>
                        <a:pt x="347671" y="213199"/>
                      </a:cubicBezTo>
                      <a:cubicBezTo>
                        <a:pt x="347671" y="207759"/>
                        <a:pt x="347671" y="199600"/>
                        <a:pt x="344951" y="194161"/>
                      </a:cubicBezTo>
                      <a:cubicBezTo>
                        <a:pt x="342232" y="180563"/>
                        <a:pt x="342232" y="164245"/>
                        <a:pt x="339512" y="150647"/>
                      </a:cubicBezTo>
                      <a:cubicBezTo>
                        <a:pt x="336792" y="137048"/>
                        <a:pt x="331353" y="123450"/>
                        <a:pt x="323194" y="112571"/>
                      </a:cubicBezTo>
                      <a:cubicBezTo>
                        <a:pt x="317755" y="104412"/>
                        <a:pt x="304156" y="101693"/>
                        <a:pt x="293278" y="101693"/>
                      </a:cubicBezTo>
                      <a:cubicBezTo>
                        <a:pt x="279679" y="101693"/>
                        <a:pt x="271520" y="109852"/>
                        <a:pt x="263361" y="120730"/>
                      </a:cubicBezTo>
                      <a:cubicBezTo>
                        <a:pt x="257922" y="131609"/>
                        <a:pt x="247043" y="139768"/>
                        <a:pt x="241604" y="153366"/>
                      </a:cubicBezTo>
                      <a:cubicBezTo>
                        <a:pt x="236165" y="166964"/>
                        <a:pt x="233445" y="180563"/>
                        <a:pt x="233445" y="194161"/>
                      </a:cubicBezTo>
                      <a:cubicBezTo>
                        <a:pt x="233445" y="207759"/>
                        <a:pt x="230726" y="218638"/>
                        <a:pt x="225286" y="232236"/>
                      </a:cubicBezTo>
                      <a:cubicBezTo>
                        <a:pt x="219847" y="245834"/>
                        <a:pt x="219847" y="262152"/>
                        <a:pt x="217127" y="275751"/>
                      </a:cubicBezTo>
                      <a:cubicBezTo>
                        <a:pt x="214407" y="289349"/>
                        <a:pt x="214407" y="302947"/>
                        <a:pt x="211688" y="316545"/>
                      </a:cubicBezTo>
                      <a:cubicBezTo>
                        <a:pt x="211688" y="330144"/>
                        <a:pt x="206249" y="341022"/>
                        <a:pt x="206249" y="354621"/>
                      </a:cubicBezTo>
                      <a:cubicBezTo>
                        <a:pt x="203529" y="368219"/>
                        <a:pt x="203529" y="381817"/>
                        <a:pt x="200809" y="398135"/>
                      </a:cubicBezTo>
                      <a:cubicBezTo>
                        <a:pt x="198090" y="411733"/>
                        <a:pt x="198090" y="425332"/>
                        <a:pt x="195370" y="438930"/>
                      </a:cubicBezTo>
                      <a:cubicBezTo>
                        <a:pt x="195370" y="449809"/>
                        <a:pt x="192650" y="463407"/>
                        <a:pt x="192650" y="474286"/>
                      </a:cubicBezTo>
                      <a:cubicBezTo>
                        <a:pt x="192650" y="490603"/>
                        <a:pt x="195370" y="509641"/>
                        <a:pt x="195370" y="525959"/>
                      </a:cubicBezTo>
                      <a:cubicBezTo>
                        <a:pt x="195370" y="550436"/>
                        <a:pt x="203529" y="572193"/>
                        <a:pt x="208968" y="596670"/>
                      </a:cubicBezTo>
                      <a:cubicBezTo>
                        <a:pt x="211688" y="604829"/>
                        <a:pt x="211688" y="615708"/>
                        <a:pt x="214407" y="623867"/>
                      </a:cubicBezTo>
                      <a:cubicBezTo>
                        <a:pt x="217127" y="634745"/>
                        <a:pt x="222566" y="645624"/>
                        <a:pt x="228006" y="656502"/>
                      </a:cubicBezTo>
                      <a:cubicBezTo>
                        <a:pt x="236165" y="670101"/>
                        <a:pt x="252483" y="689138"/>
                        <a:pt x="271520" y="689138"/>
                      </a:cubicBezTo>
                      <a:cubicBezTo>
                        <a:pt x="287838" y="689138"/>
                        <a:pt x="298717" y="675540"/>
                        <a:pt x="306876" y="664661"/>
                      </a:cubicBezTo>
                      <a:cubicBezTo>
                        <a:pt x="320474" y="645624"/>
                        <a:pt x="325914" y="623867"/>
                        <a:pt x="331353" y="602109"/>
                      </a:cubicBezTo>
                      <a:cubicBezTo>
                        <a:pt x="334072" y="583072"/>
                        <a:pt x="336792" y="564034"/>
                        <a:pt x="336792" y="544997"/>
                      </a:cubicBezTo>
                      <a:cubicBezTo>
                        <a:pt x="336792" y="531398"/>
                        <a:pt x="336792" y="512361"/>
                        <a:pt x="336792" y="498762"/>
                      </a:cubicBezTo>
                      <a:cubicBezTo>
                        <a:pt x="336792" y="496043"/>
                        <a:pt x="336792" y="493323"/>
                        <a:pt x="336792" y="490603"/>
                      </a:cubicBezTo>
                      <a:cubicBezTo>
                        <a:pt x="336792" y="479725"/>
                        <a:pt x="336792" y="477005"/>
                        <a:pt x="320474" y="477005"/>
                      </a:cubicBezTo>
                      <a:cubicBezTo>
                        <a:pt x="309595" y="477005"/>
                        <a:pt x="295997" y="479725"/>
                        <a:pt x="282399" y="479725"/>
                      </a:cubicBezTo>
                      <a:cubicBezTo>
                        <a:pt x="271520" y="479725"/>
                        <a:pt x="260642" y="479725"/>
                        <a:pt x="252483" y="474286"/>
                      </a:cubicBezTo>
                      <a:cubicBezTo>
                        <a:pt x="249763" y="471566"/>
                        <a:pt x="247043" y="468846"/>
                        <a:pt x="247043" y="466126"/>
                      </a:cubicBezTo>
                      <a:cubicBezTo>
                        <a:pt x="247043" y="463407"/>
                        <a:pt x="247043" y="460687"/>
                        <a:pt x="249763" y="457968"/>
                      </a:cubicBezTo>
                      <a:cubicBezTo>
                        <a:pt x="255202" y="452528"/>
                        <a:pt x="260642" y="449809"/>
                        <a:pt x="268801" y="447089"/>
                      </a:cubicBezTo>
                      <a:cubicBezTo>
                        <a:pt x="282399" y="441650"/>
                        <a:pt x="295997" y="438930"/>
                        <a:pt x="312315" y="436210"/>
                      </a:cubicBezTo>
                      <a:cubicBezTo>
                        <a:pt x="325914" y="433491"/>
                        <a:pt x="339512" y="433491"/>
                        <a:pt x="353110" y="430771"/>
                      </a:cubicBezTo>
                      <a:cubicBezTo>
                        <a:pt x="363989" y="430771"/>
                        <a:pt x="374867" y="430771"/>
                        <a:pt x="385746" y="430771"/>
                      </a:cubicBezTo>
                      <a:cubicBezTo>
                        <a:pt x="402064" y="430771"/>
                        <a:pt x="426541" y="428051"/>
                        <a:pt x="437420" y="428051"/>
                      </a:cubicBezTo>
                      <a:cubicBezTo>
                        <a:pt x="451018" y="419892"/>
                        <a:pt x="464616" y="425332"/>
                        <a:pt x="464616" y="436210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99" name="Freeform: Shape 98">
                  <a:extLst>
                    <a:ext uri="{FF2B5EF4-FFF2-40B4-BE49-F238E27FC236}">
                      <a16:creationId xmlns:a16="http://schemas.microsoft.com/office/drawing/2014/main" id="{1A9FC851-E515-439C-B1F4-097CD2D2DA15}"/>
                    </a:ext>
                  </a:extLst>
                </p:cNvPr>
                <p:cNvSpPr/>
                <p:nvPr/>
              </p:nvSpPr>
              <p:spPr>
                <a:xfrm>
                  <a:off x="5651630" y="4181279"/>
                  <a:ext cx="734308" cy="788700"/>
                </a:xfrm>
                <a:custGeom>
                  <a:avLst/>
                  <a:gdLst>
                    <a:gd name="connsiteX0" fmla="*/ 653783 w 734307"/>
                    <a:gd name="connsiteY0" fmla="*/ 678259 h 788699"/>
                    <a:gd name="connsiteX1" fmla="*/ 691859 w 734307"/>
                    <a:gd name="connsiteY1" fmla="*/ 694577 h 788699"/>
                    <a:gd name="connsiteX2" fmla="*/ 686419 w 734307"/>
                    <a:gd name="connsiteY2" fmla="*/ 710895 h 788699"/>
                    <a:gd name="connsiteX3" fmla="*/ 670101 w 734307"/>
                    <a:gd name="connsiteY3" fmla="*/ 719054 h 788699"/>
                    <a:gd name="connsiteX4" fmla="*/ 648344 w 734307"/>
                    <a:gd name="connsiteY4" fmla="*/ 721774 h 788699"/>
                    <a:gd name="connsiteX5" fmla="*/ 618428 w 734307"/>
                    <a:gd name="connsiteY5" fmla="*/ 721774 h 788699"/>
                    <a:gd name="connsiteX6" fmla="*/ 572194 w 734307"/>
                    <a:gd name="connsiteY6" fmla="*/ 735372 h 788699"/>
                    <a:gd name="connsiteX7" fmla="*/ 544997 w 734307"/>
                    <a:gd name="connsiteY7" fmla="*/ 729933 h 788699"/>
                    <a:gd name="connsiteX8" fmla="*/ 534119 w 734307"/>
                    <a:gd name="connsiteY8" fmla="*/ 721774 h 788699"/>
                    <a:gd name="connsiteX9" fmla="*/ 496043 w 734307"/>
                    <a:gd name="connsiteY9" fmla="*/ 721774 h 788699"/>
                    <a:gd name="connsiteX10" fmla="*/ 471566 w 734307"/>
                    <a:gd name="connsiteY10" fmla="*/ 721774 h 788699"/>
                    <a:gd name="connsiteX11" fmla="*/ 444370 w 734307"/>
                    <a:gd name="connsiteY11" fmla="*/ 716335 h 788699"/>
                    <a:gd name="connsiteX12" fmla="*/ 428052 w 734307"/>
                    <a:gd name="connsiteY12" fmla="*/ 700017 h 788699"/>
                    <a:gd name="connsiteX13" fmla="*/ 433491 w 734307"/>
                    <a:gd name="connsiteY13" fmla="*/ 691858 h 788699"/>
                    <a:gd name="connsiteX14" fmla="*/ 455248 w 734307"/>
                    <a:gd name="connsiteY14" fmla="*/ 683699 h 788699"/>
                    <a:gd name="connsiteX15" fmla="*/ 506922 w 734307"/>
                    <a:gd name="connsiteY15" fmla="*/ 678259 h 788699"/>
                    <a:gd name="connsiteX16" fmla="*/ 509641 w 734307"/>
                    <a:gd name="connsiteY16" fmla="*/ 678259 h 788699"/>
                    <a:gd name="connsiteX17" fmla="*/ 506922 w 734307"/>
                    <a:gd name="connsiteY17" fmla="*/ 664661 h 788699"/>
                    <a:gd name="connsiteX18" fmla="*/ 498763 w 734307"/>
                    <a:gd name="connsiteY18" fmla="*/ 580352 h 788699"/>
                    <a:gd name="connsiteX19" fmla="*/ 496043 w 734307"/>
                    <a:gd name="connsiteY19" fmla="*/ 479725 h 788699"/>
                    <a:gd name="connsiteX20" fmla="*/ 493324 w 734307"/>
                    <a:gd name="connsiteY20" fmla="*/ 389976 h 788699"/>
                    <a:gd name="connsiteX21" fmla="*/ 490604 w 734307"/>
                    <a:gd name="connsiteY21" fmla="*/ 302947 h 788699"/>
                    <a:gd name="connsiteX22" fmla="*/ 487884 w 734307"/>
                    <a:gd name="connsiteY22" fmla="*/ 229516 h 788699"/>
                    <a:gd name="connsiteX23" fmla="*/ 485165 w 734307"/>
                    <a:gd name="connsiteY23" fmla="*/ 221357 h 788699"/>
                    <a:gd name="connsiteX24" fmla="*/ 482445 w 734307"/>
                    <a:gd name="connsiteY24" fmla="*/ 226797 h 788699"/>
                    <a:gd name="connsiteX25" fmla="*/ 477006 w 734307"/>
                    <a:gd name="connsiteY25" fmla="*/ 262152 h 788699"/>
                    <a:gd name="connsiteX26" fmla="*/ 460688 w 734307"/>
                    <a:gd name="connsiteY26" fmla="*/ 341022 h 788699"/>
                    <a:gd name="connsiteX27" fmla="*/ 444370 w 734307"/>
                    <a:gd name="connsiteY27" fmla="*/ 417173 h 788699"/>
                    <a:gd name="connsiteX28" fmla="*/ 436211 w 734307"/>
                    <a:gd name="connsiteY28" fmla="*/ 455248 h 788699"/>
                    <a:gd name="connsiteX29" fmla="*/ 425332 w 734307"/>
                    <a:gd name="connsiteY29" fmla="*/ 493323 h 788699"/>
                    <a:gd name="connsiteX30" fmla="*/ 411734 w 734307"/>
                    <a:gd name="connsiteY30" fmla="*/ 531398 h 788699"/>
                    <a:gd name="connsiteX31" fmla="*/ 376378 w 734307"/>
                    <a:gd name="connsiteY31" fmla="*/ 547716 h 788699"/>
                    <a:gd name="connsiteX32" fmla="*/ 319265 w 734307"/>
                    <a:gd name="connsiteY32" fmla="*/ 525959 h 788699"/>
                    <a:gd name="connsiteX33" fmla="*/ 289349 w 734307"/>
                    <a:gd name="connsiteY33" fmla="*/ 455248 h 788699"/>
                    <a:gd name="connsiteX34" fmla="*/ 273031 w 734307"/>
                    <a:gd name="connsiteY34" fmla="*/ 373658 h 788699"/>
                    <a:gd name="connsiteX35" fmla="*/ 262153 w 734307"/>
                    <a:gd name="connsiteY35" fmla="*/ 316545 h 788699"/>
                    <a:gd name="connsiteX36" fmla="*/ 245835 w 734307"/>
                    <a:gd name="connsiteY36" fmla="*/ 237675 h 788699"/>
                    <a:gd name="connsiteX37" fmla="*/ 234956 w 734307"/>
                    <a:gd name="connsiteY37" fmla="*/ 196881 h 788699"/>
                    <a:gd name="connsiteX38" fmla="*/ 232236 w 734307"/>
                    <a:gd name="connsiteY38" fmla="*/ 191441 h 788699"/>
                    <a:gd name="connsiteX39" fmla="*/ 226797 w 734307"/>
                    <a:gd name="connsiteY39" fmla="*/ 207759 h 788699"/>
                    <a:gd name="connsiteX40" fmla="*/ 226797 w 734307"/>
                    <a:gd name="connsiteY40" fmla="*/ 232236 h 788699"/>
                    <a:gd name="connsiteX41" fmla="*/ 224077 w 734307"/>
                    <a:gd name="connsiteY41" fmla="*/ 267592 h 788699"/>
                    <a:gd name="connsiteX42" fmla="*/ 221358 w 734307"/>
                    <a:gd name="connsiteY42" fmla="*/ 311106 h 788699"/>
                    <a:gd name="connsiteX43" fmla="*/ 218638 w 734307"/>
                    <a:gd name="connsiteY43" fmla="*/ 360060 h 788699"/>
                    <a:gd name="connsiteX44" fmla="*/ 215919 w 734307"/>
                    <a:gd name="connsiteY44" fmla="*/ 398135 h 788699"/>
                    <a:gd name="connsiteX45" fmla="*/ 213199 w 734307"/>
                    <a:gd name="connsiteY45" fmla="*/ 430771 h 788699"/>
                    <a:gd name="connsiteX46" fmla="*/ 213199 w 734307"/>
                    <a:gd name="connsiteY46" fmla="*/ 455248 h 788699"/>
                    <a:gd name="connsiteX47" fmla="*/ 213199 w 734307"/>
                    <a:gd name="connsiteY47" fmla="*/ 477005 h 788699"/>
                    <a:gd name="connsiteX48" fmla="*/ 207759 w 734307"/>
                    <a:gd name="connsiteY48" fmla="*/ 520520 h 788699"/>
                    <a:gd name="connsiteX49" fmla="*/ 196881 w 734307"/>
                    <a:gd name="connsiteY49" fmla="*/ 610268 h 788699"/>
                    <a:gd name="connsiteX50" fmla="*/ 194161 w 734307"/>
                    <a:gd name="connsiteY50" fmla="*/ 653783 h 788699"/>
                    <a:gd name="connsiteX51" fmla="*/ 191441 w 734307"/>
                    <a:gd name="connsiteY51" fmla="*/ 667381 h 788699"/>
                    <a:gd name="connsiteX52" fmla="*/ 243115 w 734307"/>
                    <a:gd name="connsiteY52" fmla="*/ 667381 h 788699"/>
                    <a:gd name="connsiteX53" fmla="*/ 273031 w 734307"/>
                    <a:gd name="connsiteY53" fmla="*/ 683699 h 788699"/>
                    <a:gd name="connsiteX54" fmla="*/ 262153 w 734307"/>
                    <a:gd name="connsiteY54" fmla="*/ 697297 h 788699"/>
                    <a:gd name="connsiteX55" fmla="*/ 248554 w 734307"/>
                    <a:gd name="connsiteY55" fmla="*/ 705456 h 788699"/>
                    <a:gd name="connsiteX56" fmla="*/ 232236 w 734307"/>
                    <a:gd name="connsiteY56" fmla="*/ 708176 h 788699"/>
                    <a:gd name="connsiteX57" fmla="*/ 166965 w 734307"/>
                    <a:gd name="connsiteY57" fmla="*/ 708176 h 788699"/>
                    <a:gd name="connsiteX58" fmla="*/ 109852 w 734307"/>
                    <a:gd name="connsiteY58" fmla="*/ 708176 h 788699"/>
                    <a:gd name="connsiteX59" fmla="*/ 90814 w 734307"/>
                    <a:gd name="connsiteY59" fmla="*/ 708176 h 788699"/>
                    <a:gd name="connsiteX60" fmla="*/ 69057 w 734307"/>
                    <a:gd name="connsiteY60" fmla="*/ 702736 h 788699"/>
                    <a:gd name="connsiteX61" fmla="*/ 58178 w 734307"/>
                    <a:gd name="connsiteY61" fmla="*/ 686418 h 788699"/>
                    <a:gd name="connsiteX62" fmla="*/ 60898 w 734307"/>
                    <a:gd name="connsiteY62" fmla="*/ 678259 h 788699"/>
                    <a:gd name="connsiteX63" fmla="*/ 77216 w 734307"/>
                    <a:gd name="connsiteY63" fmla="*/ 670101 h 788699"/>
                    <a:gd name="connsiteX64" fmla="*/ 126170 w 734307"/>
                    <a:gd name="connsiteY64" fmla="*/ 664661 h 788699"/>
                    <a:gd name="connsiteX65" fmla="*/ 142487 w 734307"/>
                    <a:gd name="connsiteY65" fmla="*/ 664661 h 788699"/>
                    <a:gd name="connsiteX66" fmla="*/ 147927 w 734307"/>
                    <a:gd name="connsiteY66" fmla="*/ 588511 h 788699"/>
                    <a:gd name="connsiteX67" fmla="*/ 153366 w 734307"/>
                    <a:gd name="connsiteY67" fmla="*/ 493323 h 788699"/>
                    <a:gd name="connsiteX68" fmla="*/ 156086 w 734307"/>
                    <a:gd name="connsiteY68" fmla="*/ 411733 h 788699"/>
                    <a:gd name="connsiteX69" fmla="*/ 161525 w 734307"/>
                    <a:gd name="connsiteY69" fmla="*/ 297508 h 788699"/>
                    <a:gd name="connsiteX70" fmla="*/ 166965 w 734307"/>
                    <a:gd name="connsiteY70" fmla="*/ 240395 h 788699"/>
                    <a:gd name="connsiteX71" fmla="*/ 177843 w 734307"/>
                    <a:gd name="connsiteY71" fmla="*/ 161525 h 788699"/>
                    <a:gd name="connsiteX72" fmla="*/ 183282 w 734307"/>
                    <a:gd name="connsiteY72" fmla="*/ 118011 h 788699"/>
                    <a:gd name="connsiteX73" fmla="*/ 183282 w 734307"/>
                    <a:gd name="connsiteY73" fmla="*/ 115291 h 788699"/>
                    <a:gd name="connsiteX74" fmla="*/ 161525 w 734307"/>
                    <a:gd name="connsiteY74" fmla="*/ 115291 h 788699"/>
                    <a:gd name="connsiteX75" fmla="*/ 137048 w 734307"/>
                    <a:gd name="connsiteY75" fmla="*/ 115291 h 788699"/>
                    <a:gd name="connsiteX76" fmla="*/ 109852 w 734307"/>
                    <a:gd name="connsiteY76" fmla="*/ 109851 h 788699"/>
                    <a:gd name="connsiteX77" fmla="*/ 93534 w 734307"/>
                    <a:gd name="connsiteY77" fmla="*/ 93534 h 788699"/>
                    <a:gd name="connsiteX78" fmla="*/ 98973 w 734307"/>
                    <a:gd name="connsiteY78" fmla="*/ 85375 h 788699"/>
                    <a:gd name="connsiteX79" fmla="*/ 120730 w 734307"/>
                    <a:gd name="connsiteY79" fmla="*/ 77216 h 788699"/>
                    <a:gd name="connsiteX80" fmla="*/ 172404 w 734307"/>
                    <a:gd name="connsiteY80" fmla="*/ 71776 h 788699"/>
                    <a:gd name="connsiteX81" fmla="*/ 234956 w 734307"/>
                    <a:gd name="connsiteY81" fmla="*/ 69057 h 788699"/>
                    <a:gd name="connsiteX82" fmla="*/ 243115 w 734307"/>
                    <a:gd name="connsiteY82" fmla="*/ 69057 h 788699"/>
                    <a:gd name="connsiteX83" fmla="*/ 270312 w 734307"/>
                    <a:gd name="connsiteY83" fmla="*/ 74496 h 788699"/>
                    <a:gd name="connsiteX84" fmla="*/ 308387 w 734307"/>
                    <a:gd name="connsiteY84" fmla="*/ 123450 h 788699"/>
                    <a:gd name="connsiteX85" fmla="*/ 332864 w 734307"/>
                    <a:gd name="connsiteY85" fmla="*/ 202320 h 788699"/>
                    <a:gd name="connsiteX86" fmla="*/ 338303 w 734307"/>
                    <a:gd name="connsiteY86" fmla="*/ 237675 h 788699"/>
                    <a:gd name="connsiteX87" fmla="*/ 349182 w 734307"/>
                    <a:gd name="connsiteY87" fmla="*/ 281190 h 788699"/>
                    <a:gd name="connsiteX88" fmla="*/ 357341 w 734307"/>
                    <a:gd name="connsiteY88" fmla="*/ 316545 h 788699"/>
                    <a:gd name="connsiteX89" fmla="*/ 365500 w 734307"/>
                    <a:gd name="connsiteY89" fmla="*/ 351901 h 788699"/>
                    <a:gd name="connsiteX90" fmla="*/ 376378 w 734307"/>
                    <a:gd name="connsiteY90" fmla="*/ 389976 h 788699"/>
                    <a:gd name="connsiteX91" fmla="*/ 387257 w 734307"/>
                    <a:gd name="connsiteY91" fmla="*/ 414453 h 788699"/>
                    <a:gd name="connsiteX92" fmla="*/ 398136 w 734307"/>
                    <a:gd name="connsiteY92" fmla="*/ 376378 h 788699"/>
                    <a:gd name="connsiteX93" fmla="*/ 406295 w 734307"/>
                    <a:gd name="connsiteY93" fmla="*/ 332863 h 788699"/>
                    <a:gd name="connsiteX94" fmla="*/ 425332 w 734307"/>
                    <a:gd name="connsiteY94" fmla="*/ 243115 h 788699"/>
                    <a:gd name="connsiteX95" fmla="*/ 444370 w 734307"/>
                    <a:gd name="connsiteY95" fmla="*/ 150646 h 788699"/>
                    <a:gd name="connsiteX96" fmla="*/ 477006 w 734307"/>
                    <a:gd name="connsiteY96" fmla="*/ 79935 h 788699"/>
                    <a:gd name="connsiteX97" fmla="*/ 523240 w 734307"/>
                    <a:gd name="connsiteY97" fmla="*/ 58178 h 788699"/>
                    <a:gd name="connsiteX98" fmla="*/ 544997 w 734307"/>
                    <a:gd name="connsiteY98" fmla="*/ 63617 h 788699"/>
                    <a:gd name="connsiteX99" fmla="*/ 612988 w 734307"/>
                    <a:gd name="connsiteY99" fmla="*/ 63617 h 788699"/>
                    <a:gd name="connsiteX100" fmla="*/ 651064 w 734307"/>
                    <a:gd name="connsiteY100" fmla="*/ 79935 h 788699"/>
                    <a:gd name="connsiteX101" fmla="*/ 645624 w 734307"/>
                    <a:gd name="connsiteY101" fmla="*/ 96253 h 788699"/>
                    <a:gd name="connsiteX102" fmla="*/ 629307 w 734307"/>
                    <a:gd name="connsiteY102" fmla="*/ 104412 h 788699"/>
                    <a:gd name="connsiteX103" fmla="*/ 607549 w 734307"/>
                    <a:gd name="connsiteY103" fmla="*/ 107132 h 788699"/>
                    <a:gd name="connsiteX104" fmla="*/ 580353 w 734307"/>
                    <a:gd name="connsiteY104" fmla="*/ 107132 h 788699"/>
                    <a:gd name="connsiteX105" fmla="*/ 583072 w 734307"/>
                    <a:gd name="connsiteY105" fmla="*/ 115291 h 788699"/>
                    <a:gd name="connsiteX106" fmla="*/ 588512 w 734307"/>
                    <a:gd name="connsiteY106" fmla="*/ 156086 h 788699"/>
                    <a:gd name="connsiteX107" fmla="*/ 593951 w 734307"/>
                    <a:gd name="connsiteY107" fmla="*/ 196881 h 788699"/>
                    <a:gd name="connsiteX108" fmla="*/ 599390 w 734307"/>
                    <a:gd name="connsiteY108" fmla="*/ 226797 h 788699"/>
                    <a:gd name="connsiteX109" fmla="*/ 599390 w 734307"/>
                    <a:gd name="connsiteY109" fmla="*/ 232236 h 788699"/>
                    <a:gd name="connsiteX110" fmla="*/ 599390 w 734307"/>
                    <a:gd name="connsiteY110" fmla="*/ 240395 h 788699"/>
                    <a:gd name="connsiteX111" fmla="*/ 602110 w 734307"/>
                    <a:gd name="connsiteY111" fmla="*/ 270311 h 788699"/>
                    <a:gd name="connsiteX112" fmla="*/ 607549 w 734307"/>
                    <a:gd name="connsiteY112" fmla="*/ 308386 h 788699"/>
                    <a:gd name="connsiteX113" fmla="*/ 607549 w 734307"/>
                    <a:gd name="connsiteY113" fmla="*/ 319265 h 788699"/>
                    <a:gd name="connsiteX114" fmla="*/ 612988 w 734307"/>
                    <a:gd name="connsiteY114" fmla="*/ 335583 h 788699"/>
                    <a:gd name="connsiteX115" fmla="*/ 612988 w 734307"/>
                    <a:gd name="connsiteY115" fmla="*/ 346462 h 788699"/>
                    <a:gd name="connsiteX116" fmla="*/ 612988 w 734307"/>
                    <a:gd name="connsiteY116" fmla="*/ 370939 h 788699"/>
                    <a:gd name="connsiteX117" fmla="*/ 612988 w 734307"/>
                    <a:gd name="connsiteY117" fmla="*/ 395415 h 788699"/>
                    <a:gd name="connsiteX118" fmla="*/ 615708 w 734307"/>
                    <a:gd name="connsiteY118" fmla="*/ 422612 h 788699"/>
                    <a:gd name="connsiteX119" fmla="*/ 618428 w 734307"/>
                    <a:gd name="connsiteY119" fmla="*/ 441650 h 788699"/>
                    <a:gd name="connsiteX120" fmla="*/ 618428 w 734307"/>
                    <a:gd name="connsiteY120" fmla="*/ 455248 h 788699"/>
                    <a:gd name="connsiteX121" fmla="*/ 621147 w 734307"/>
                    <a:gd name="connsiteY121" fmla="*/ 463407 h 788699"/>
                    <a:gd name="connsiteX122" fmla="*/ 626587 w 734307"/>
                    <a:gd name="connsiteY122" fmla="*/ 482444 h 788699"/>
                    <a:gd name="connsiteX123" fmla="*/ 629307 w 734307"/>
                    <a:gd name="connsiteY123" fmla="*/ 517800 h 788699"/>
                    <a:gd name="connsiteX124" fmla="*/ 634746 w 734307"/>
                    <a:gd name="connsiteY124" fmla="*/ 561314 h 788699"/>
                    <a:gd name="connsiteX125" fmla="*/ 634746 w 734307"/>
                    <a:gd name="connsiteY125" fmla="*/ 566754 h 788699"/>
                    <a:gd name="connsiteX126" fmla="*/ 634746 w 734307"/>
                    <a:gd name="connsiteY126" fmla="*/ 583072 h 788699"/>
                    <a:gd name="connsiteX127" fmla="*/ 637466 w 734307"/>
                    <a:gd name="connsiteY127" fmla="*/ 607548 h 788699"/>
                    <a:gd name="connsiteX128" fmla="*/ 640185 w 734307"/>
                    <a:gd name="connsiteY128" fmla="*/ 618427 h 788699"/>
                    <a:gd name="connsiteX129" fmla="*/ 640185 w 734307"/>
                    <a:gd name="connsiteY129" fmla="*/ 632025 h 788699"/>
                    <a:gd name="connsiteX130" fmla="*/ 640185 w 734307"/>
                    <a:gd name="connsiteY130" fmla="*/ 640184 h 788699"/>
                    <a:gd name="connsiteX131" fmla="*/ 642905 w 734307"/>
                    <a:gd name="connsiteY131" fmla="*/ 659222 h 788699"/>
                    <a:gd name="connsiteX132" fmla="*/ 642905 w 734307"/>
                    <a:gd name="connsiteY132" fmla="*/ 664661 h 788699"/>
                    <a:gd name="connsiteX133" fmla="*/ 653783 w 734307"/>
                    <a:gd name="connsiteY133" fmla="*/ 678259 h 788699"/>
                    <a:gd name="connsiteX134" fmla="*/ 653783 w 734307"/>
                    <a:gd name="connsiteY134" fmla="*/ 678259 h 788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</a:cxnLst>
                  <a:rect l="l" t="t" r="r" b="b"/>
                  <a:pathLst>
                    <a:path w="734307" h="788699">
                      <a:moveTo>
                        <a:pt x="653783" y="678259"/>
                      </a:moveTo>
                      <a:cubicBezTo>
                        <a:pt x="667382" y="678259"/>
                        <a:pt x="691859" y="678259"/>
                        <a:pt x="691859" y="694577"/>
                      </a:cubicBezTo>
                      <a:cubicBezTo>
                        <a:pt x="691859" y="702736"/>
                        <a:pt x="689139" y="705456"/>
                        <a:pt x="686419" y="710895"/>
                      </a:cubicBezTo>
                      <a:cubicBezTo>
                        <a:pt x="683700" y="716335"/>
                        <a:pt x="675541" y="719054"/>
                        <a:pt x="670101" y="719054"/>
                      </a:cubicBezTo>
                      <a:cubicBezTo>
                        <a:pt x="661942" y="721774"/>
                        <a:pt x="653783" y="721774"/>
                        <a:pt x="648344" y="721774"/>
                      </a:cubicBezTo>
                      <a:cubicBezTo>
                        <a:pt x="645624" y="721774"/>
                        <a:pt x="634746" y="721774"/>
                        <a:pt x="618428" y="721774"/>
                      </a:cubicBezTo>
                      <a:cubicBezTo>
                        <a:pt x="604829" y="729933"/>
                        <a:pt x="588512" y="735372"/>
                        <a:pt x="572194" y="735372"/>
                      </a:cubicBezTo>
                      <a:cubicBezTo>
                        <a:pt x="564035" y="735372"/>
                        <a:pt x="553156" y="732653"/>
                        <a:pt x="544997" y="729933"/>
                      </a:cubicBezTo>
                      <a:cubicBezTo>
                        <a:pt x="539558" y="727213"/>
                        <a:pt x="536838" y="724494"/>
                        <a:pt x="534119" y="721774"/>
                      </a:cubicBezTo>
                      <a:cubicBezTo>
                        <a:pt x="520520" y="721774"/>
                        <a:pt x="509641" y="721774"/>
                        <a:pt x="496043" y="721774"/>
                      </a:cubicBezTo>
                      <a:cubicBezTo>
                        <a:pt x="487884" y="721774"/>
                        <a:pt x="479725" y="721774"/>
                        <a:pt x="471566" y="721774"/>
                      </a:cubicBezTo>
                      <a:cubicBezTo>
                        <a:pt x="463407" y="721774"/>
                        <a:pt x="452529" y="721774"/>
                        <a:pt x="444370" y="716335"/>
                      </a:cubicBezTo>
                      <a:cubicBezTo>
                        <a:pt x="436211" y="713615"/>
                        <a:pt x="428052" y="705456"/>
                        <a:pt x="428052" y="700017"/>
                      </a:cubicBezTo>
                      <a:cubicBezTo>
                        <a:pt x="428052" y="697297"/>
                        <a:pt x="428052" y="694577"/>
                        <a:pt x="433491" y="691858"/>
                      </a:cubicBezTo>
                      <a:cubicBezTo>
                        <a:pt x="438930" y="689138"/>
                        <a:pt x="449809" y="686418"/>
                        <a:pt x="455248" y="683699"/>
                      </a:cubicBezTo>
                      <a:cubicBezTo>
                        <a:pt x="474286" y="680979"/>
                        <a:pt x="498763" y="678259"/>
                        <a:pt x="506922" y="678259"/>
                      </a:cubicBezTo>
                      <a:cubicBezTo>
                        <a:pt x="506922" y="678259"/>
                        <a:pt x="509641" y="678259"/>
                        <a:pt x="509641" y="678259"/>
                      </a:cubicBezTo>
                      <a:cubicBezTo>
                        <a:pt x="509641" y="672820"/>
                        <a:pt x="506922" y="670101"/>
                        <a:pt x="506922" y="664661"/>
                      </a:cubicBezTo>
                      <a:cubicBezTo>
                        <a:pt x="501483" y="640184"/>
                        <a:pt x="501483" y="612988"/>
                        <a:pt x="498763" y="580352"/>
                      </a:cubicBezTo>
                      <a:cubicBezTo>
                        <a:pt x="496043" y="547716"/>
                        <a:pt x="498763" y="512361"/>
                        <a:pt x="496043" y="479725"/>
                      </a:cubicBezTo>
                      <a:cubicBezTo>
                        <a:pt x="493324" y="449808"/>
                        <a:pt x="493324" y="419892"/>
                        <a:pt x="493324" y="389976"/>
                      </a:cubicBezTo>
                      <a:cubicBezTo>
                        <a:pt x="493324" y="360060"/>
                        <a:pt x="490604" y="332863"/>
                        <a:pt x="490604" y="302947"/>
                      </a:cubicBezTo>
                      <a:cubicBezTo>
                        <a:pt x="487884" y="275751"/>
                        <a:pt x="487884" y="240395"/>
                        <a:pt x="487884" y="229516"/>
                      </a:cubicBezTo>
                      <a:cubicBezTo>
                        <a:pt x="487884" y="224077"/>
                        <a:pt x="487884" y="221357"/>
                        <a:pt x="485165" y="221357"/>
                      </a:cubicBezTo>
                      <a:cubicBezTo>
                        <a:pt x="485165" y="221357"/>
                        <a:pt x="482445" y="224077"/>
                        <a:pt x="482445" y="226797"/>
                      </a:cubicBezTo>
                      <a:cubicBezTo>
                        <a:pt x="479725" y="237675"/>
                        <a:pt x="479725" y="251274"/>
                        <a:pt x="477006" y="262152"/>
                      </a:cubicBezTo>
                      <a:cubicBezTo>
                        <a:pt x="471566" y="289349"/>
                        <a:pt x="466127" y="316545"/>
                        <a:pt x="460688" y="341022"/>
                      </a:cubicBezTo>
                      <a:cubicBezTo>
                        <a:pt x="455248" y="365499"/>
                        <a:pt x="447090" y="392696"/>
                        <a:pt x="444370" y="417173"/>
                      </a:cubicBezTo>
                      <a:cubicBezTo>
                        <a:pt x="441650" y="430771"/>
                        <a:pt x="438930" y="441650"/>
                        <a:pt x="436211" y="455248"/>
                      </a:cubicBezTo>
                      <a:cubicBezTo>
                        <a:pt x="433491" y="468846"/>
                        <a:pt x="428052" y="479725"/>
                        <a:pt x="425332" y="493323"/>
                      </a:cubicBezTo>
                      <a:cubicBezTo>
                        <a:pt x="422612" y="506921"/>
                        <a:pt x="419893" y="520520"/>
                        <a:pt x="411734" y="531398"/>
                      </a:cubicBezTo>
                      <a:cubicBezTo>
                        <a:pt x="406295" y="539557"/>
                        <a:pt x="395416" y="547716"/>
                        <a:pt x="376378" y="547716"/>
                      </a:cubicBezTo>
                      <a:cubicBezTo>
                        <a:pt x="357341" y="547716"/>
                        <a:pt x="335583" y="539557"/>
                        <a:pt x="319265" y="525959"/>
                      </a:cubicBezTo>
                      <a:cubicBezTo>
                        <a:pt x="300228" y="506921"/>
                        <a:pt x="294788" y="479725"/>
                        <a:pt x="289349" y="455248"/>
                      </a:cubicBezTo>
                      <a:cubicBezTo>
                        <a:pt x="283910" y="428051"/>
                        <a:pt x="278470" y="400855"/>
                        <a:pt x="273031" y="373658"/>
                      </a:cubicBezTo>
                      <a:cubicBezTo>
                        <a:pt x="273031" y="368219"/>
                        <a:pt x="267592" y="346462"/>
                        <a:pt x="262153" y="316545"/>
                      </a:cubicBezTo>
                      <a:cubicBezTo>
                        <a:pt x="256713" y="292068"/>
                        <a:pt x="251274" y="262152"/>
                        <a:pt x="245835" y="237675"/>
                      </a:cubicBezTo>
                      <a:cubicBezTo>
                        <a:pt x="240395" y="218638"/>
                        <a:pt x="237675" y="205039"/>
                        <a:pt x="234956" y="196881"/>
                      </a:cubicBezTo>
                      <a:cubicBezTo>
                        <a:pt x="232236" y="191441"/>
                        <a:pt x="232236" y="191441"/>
                        <a:pt x="232236" y="191441"/>
                      </a:cubicBezTo>
                      <a:cubicBezTo>
                        <a:pt x="229517" y="191441"/>
                        <a:pt x="229517" y="196881"/>
                        <a:pt x="226797" y="207759"/>
                      </a:cubicBezTo>
                      <a:cubicBezTo>
                        <a:pt x="226797" y="215918"/>
                        <a:pt x="226797" y="229516"/>
                        <a:pt x="226797" y="232236"/>
                      </a:cubicBezTo>
                      <a:cubicBezTo>
                        <a:pt x="226797" y="243115"/>
                        <a:pt x="224077" y="256713"/>
                        <a:pt x="224077" y="267592"/>
                      </a:cubicBezTo>
                      <a:cubicBezTo>
                        <a:pt x="224077" y="278470"/>
                        <a:pt x="224077" y="294788"/>
                        <a:pt x="221358" y="311106"/>
                      </a:cubicBezTo>
                      <a:cubicBezTo>
                        <a:pt x="221358" y="327424"/>
                        <a:pt x="218638" y="343742"/>
                        <a:pt x="218638" y="360060"/>
                      </a:cubicBezTo>
                      <a:cubicBezTo>
                        <a:pt x="218638" y="373658"/>
                        <a:pt x="215919" y="384537"/>
                        <a:pt x="215919" y="398135"/>
                      </a:cubicBezTo>
                      <a:cubicBezTo>
                        <a:pt x="215919" y="409014"/>
                        <a:pt x="213199" y="419892"/>
                        <a:pt x="213199" y="430771"/>
                      </a:cubicBezTo>
                      <a:cubicBezTo>
                        <a:pt x="213199" y="438930"/>
                        <a:pt x="213199" y="447089"/>
                        <a:pt x="213199" y="455248"/>
                      </a:cubicBezTo>
                      <a:cubicBezTo>
                        <a:pt x="213199" y="463407"/>
                        <a:pt x="213199" y="471566"/>
                        <a:pt x="213199" y="477005"/>
                      </a:cubicBezTo>
                      <a:cubicBezTo>
                        <a:pt x="210479" y="490603"/>
                        <a:pt x="207759" y="506921"/>
                        <a:pt x="207759" y="520520"/>
                      </a:cubicBezTo>
                      <a:cubicBezTo>
                        <a:pt x="202320" y="550436"/>
                        <a:pt x="199600" y="580352"/>
                        <a:pt x="196881" y="610268"/>
                      </a:cubicBezTo>
                      <a:cubicBezTo>
                        <a:pt x="196881" y="623866"/>
                        <a:pt x="196881" y="640184"/>
                        <a:pt x="194161" y="653783"/>
                      </a:cubicBezTo>
                      <a:cubicBezTo>
                        <a:pt x="194161" y="659222"/>
                        <a:pt x="194161" y="661942"/>
                        <a:pt x="191441" y="667381"/>
                      </a:cubicBezTo>
                      <a:cubicBezTo>
                        <a:pt x="213199" y="667381"/>
                        <a:pt x="232236" y="667381"/>
                        <a:pt x="243115" y="667381"/>
                      </a:cubicBezTo>
                      <a:cubicBezTo>
                        <a:pt x="253994" y="667381"/>
                        <a:pt x="273031" y="670101"/>
                        <a:pt x="273031" y="683699"/>
                      </a:cubicBezTo>
                      <a:cubicBezTo>
                        <a:pt x="273031" y="691858"/>
                        <a:pt x="267592" y="691858"/>
                        <a:pt x="262153" y="697297"/>
                      </a:cubicBezTo>
                      <a:cubicBezTo>
                        <a:pt x="259433" y="702736"/>
                        <a:pt x="253994" y="705456"/>
                        <a:pt x="248554" y="705456"/>
                      </a:cubicBezTo>
                      <a:cubicBezTo>
                        <a:pt x="240395" y="708176"/>
                        <a:pt x="234956" y="708176"/>
                        <a:pt x="232236" y="708176"/>
                      </a:cubicBezTo>
                      <a:cubicBezTo>
                        <a:pt x="226797" y="708176"/>
                        <a:pt x="175124" y="708176"/>
                        <a:pt x="166965" y="708176"/>
                      </a:cubicBezTo>
                      <a:cubicBezTo>
                        <a:pt x="156086" y="708176"/>
                        <a:pt x="120730" y="708176"/>
                        <a:pt x="109852" y="708176"/>
                      </a:cubicBezTo>
                      <a:cubicBezTo>
                        <a:pt x="104412" y="708176"/>
                        <a:pt x="96253" y="708176"/>
                        <a:pt x="90814" y="708176"/>
                      </a:cubicBezTo>
                      <a:cubicBezTo>
                        <a:pt x="85375" y="708176"/>
                        <a:pt x="77216" y="705456"/>
                        <a:pt x="69057" y="702736"/>
                      </a:cubicBezTo>
                      <a:cubicBezTo>
                        <a:pt x="63617" y="700017"/>
                        <a:pt x="58178" y="691858"/>
                        <a:pt x="58178" y="686418"/>
                      </a:cubicBezTo>
                      <a:cubicBezTo>
                        <a:pt x="58178" y="683699"/>
                        <a:pt x="58178" y="680979"/>
                        <a:pt x="60898" y="678259"/>
                      </a:cubicBezTo>
                      <a:cubicBezTo>
                        <a:pt x="63617" y="675540"/>
                        <a:pt x="71777" y="672820"/>
                        <a:pt x="77216" y="670101"/>
                      </a:cubicBezTo>
                      <a:cubicBezTo>
                        <a:pt x="90814" y="667381"/>
                        <a:pt x="120730" y="664661"/>
                        <a:pt x="126170" y="664661"/>
                      </a:cubicBezTo>
                      <a:cubicBezTo>
                        <a:pt x="128889" y="664661"/>
                        <a:pt x="134329" y="664661"/>
                        <a:pt x="142487" y="664661"/>
                      </a:cubicBezTo>
                      <a:cubicBezTo>
                        <a:pt x="142487" y="640184"/>
                        <a:pt x="147927" y="612988"/>
                        <a:pt x="147927" y="588511"/>
                      </a:cubicBezTo>
                      <a:cubicBezTo>
                        <a:pt x="150646" y="555875"/>
                        <a:pt x="153366" y="523239"/>
                        <a:pt x="153366" y="493323"/>
                      </a:cubicBezTo>
                      <a:cubicBezTo>
                        <a:pt x="153366" y="466126"/>
                        <a:pt x="156086" y="438930"/>
                        <a:pt x="156086" y="411733"/>
                      </a:cubicBezTo>
                      <a:cubicBezTo>
                        <a:pt x="158806" y="373658"/>
                        <a:pt x="158806" y="335583"/>
                        <a:pt x="161525" y="297508"/>
                      </a:cubicBezTo>
                      <a:cubicBezTo>
                        <a:pt x="161525" y="278470"/>
                        <a:pt x="164245" y="259433"/>
                        <a:pt x="166965" y="240395"/>
                      </a:cubicBezTo>
                      <a:cubicBezTo>
                        <a:pt x="169684" y="210479"/>
                        <a:pt x="172404" y="191441"/>
                        <a:pt x="177843" y="161525"/>
                      </a:cubicBezTo>
                      <a:cubicBezTo>
                        <a:pt x="180563" y="147927"/>
                        <a:pt x="180563" y="131609"/>
                        <a:pt x="183282" y="118011"/>
                      </a:cubicBezTo>
                      <a:cubicBezTo>
                        <a:pt x="183282" y="118011"/>
                        <a:pt x="183282" y="115291"/>
                        <a:pt x="183282" y="115291"/>
                      </a:cubicBezTo>
                      <a:cubicBezTo>
                        <a:pt x="177843" y="115291"/>
                        <a:pt x="172404" y="115291"/>
                        <a:pt x="161525" y="115291"/>
                      </a:cubicBezTo>
                      <a:cubicBezTo>
                        <a:pt x="153366" y="115291"/>
                        <a:pt x="145207" y="115291"/>
                        <a:pt x="137048" y="115291"/>
                      </a:cubicBezTo>
                      <a:cubicBezTo>
                        <a:pt x="128889" y="115291"/>
                        <a:pt x="118011" y="115291"/>
                        <a:pt x="109852" y="109851"/>
                      </a:cubicBezTo>
                      <a:cubicBezTo>
                        <a:pt x="101693" y="107132"/>
                        <a:pt x="93534" y="98973"/>
                        <a:pt x="93534" y="93534"/>
                      </a:cubicBezTo>
                      <a:cubicBezTo>
                        <a:pt x="93534" y="90814"/>
                        <a:pt x="93534" y="88094"/>
                        <a:pt x="98973" y="85375"/>
                      </a:cubicBezTo>
                      <a:cubicBezTo>
                        <a:pt x="104412" y="82655"/>
                        <a:pt x="115291" y="79935"/>
                        <a:pt x="120730" y="77216"/>
                      </a:cubicBezTo>
                      <a:cubicBezTo>
                        <a:pt x="139768" y="74496"/>
                        <a:pt x="164245" y="71776"/>
                        <a:pt x="172404" y="71776"/>
                      </a:cubicBezTo>
                      <a:cubicBezTo>
                        <a:pt x="194161" y="71776"/>
                        <a:pt x="210479" y="69057"/>
                        <a:pt x="234956" y="69057"/>
                      </a:cubicBezTo>
                      <a:cubicBezTo>
                        <a:pt x="237675" y="69057"/>
                        <a:pt x="240395" y="69057"/>
                        <a:pt x="243115" y="69057"/>
                      </a:cubicBezTo>
                      <a:cubicBezTo>
                        <a:pt x="251274" y="69057"/>
                        <a:pt x="262153" y="69057"/>
                        <a:pt x="270312" y="74496"/>
                      </a:cubicBezTo>
                      <a:cubicBezTo>
                        <a:pt x="283910" y="82655"/>
                        <a:pt x="300228" y="96253"/>
                        <a:pt x="308387" y="123450"/>
                      </a:cubicBezTo>
                      <a:cubicBezTo>
                        <a:pt x="316546" y="147927"/>
                        <a:pt x="327424" y="175123"/>
                        <a:pt x="332864" y="202320"/>
                      </a:cubicBezTo>
                      <a:cubicBezTo>
                        <a:pt x="335583" y="213198"/>
                        <a:pt x="335583" y="226797"/>
                        <a:pt x="338303" y="237675"/>
                      </a:cubicBezTo>
                      <a:cubicBezTo>
                        <a:pt x="343742" y="251274"/>
                        <a:pt x="346462" y="264872"/>
                        <a:pt x="349182" y="281190"/>
                      </a:cubicBezTo>
                      <a:cubicBezTo>
                        <a:pt x="351901" y="292068"/>
                        <a:pt x="351901" y="305667"/>
                        <a:pt x="357341" y="316545"/>
                      </a:cubicBezTo>
                      <a:cubicBezTo>
                        <a:pt x="362780" y="327424"/>
                        <a:pt x="362780" y="338303"/>
                        <a:pt x="365500" y="351901"/>
                      </a:cubicBezTo>
                      <a:cubicBezTo>
                        <a:pt x="365500" y="357340"/>
                        <a:pt x="373658" y="373658"/>
                        <a:pt x="376378" y="389976"/>
                      </a:cubicBezTo>
                      <a:cubicBezTo>
                        <a:pt x="381817" y="403574"/>
                        <a:pt x="384537" y="414453"/>
                        <a:pt x="387257" y="414453"/>
                      </a:cubicBezTo>
                      <a:cubicBezTo>
                        <a:pt x="392696" y="414453"/>
                        <a:pt x="395416" y="381817"/>
                        <a:pt x="398136" y="376378"/>
                      </a:cubicBezTo>
                      <a:cubicBezTo>
                        <a:pt x="400855" y="362779"/>
                        <a:pt x="403575" y="346462"/>
                        <a:pt x="406295" y="332863"/>
                      </a:cubicBezTo>
                      <a:cubicBezTo>
                        <a:pt x="411734" y="302947"/>
                        <a:pt x="417173" y="273031"/>
                        <a:pt x="425332" y="243115"/>
                      </a:cubicBezTo>
                      <a:cubicBezTo>
                        <a:pt x="430771" y="213198"/>
                        <a:pt x="436211" y="180563"/>
                        <a:pt x="444370" y="150646"/>
                      </a:cubicBezTo>
                      <a:cubicBezTo>
                        <a:pt x="449809" y="126170"/>
                        <a:pt x="460688" y="98973"/>
                        <a:pt x="477006" y="79935"/>
                      </a:cubicBezTo>
                      <a:cubicBezTo>
                        <a:pt x="487884" y="66337"/>
                        <a:pt x="506922" y="58178"/>
                        <a:pt x="523240" y="58178"/>
                      </a:cubicBezTo>
                      <a:cubicBezTo>
                        <a:pt x="528679" y="58178"/>
                        <a:pt x="539558" y="58178"/>
                        <a:pt x="544997" y="63617"/>
                      </a:cubicBezTo>
                      <a:lnTo>
                        <a:pt x="612988" y="63617"/>
                      </a:lnTo>
                      <a:cubicBezTo>
                        <a:pt x="626587" y="63617"/>
                        <a:pt x="651064" y="63617"/>
                        <a:pt x="651064" y="79935"/>
                      </a:cubicBezTo>
                      <a:cubicBezTo>
                        <a:pt x="651064" y="88094"/>
                        <a:pt x="648344" y="88094"/>
                        <a:pt x="645624" y="96253"/>
                      </a:cubicBezTo>
                      <a:cubicBezTo>
                        <a:pt x="640185" y="101693"/>
                        <a:pt x="634746" y="104412"/>
                        <a:pt x="629307" y="104412"/>
                      </a:cubicBezTo>
                      <a:cubicBezTo>
                        <a:pt x="621147" y="107132"/>
                        <a:pt x="612988" y="107132"/>
                        <a:pt x="607549" y="107132"/>
                      </a:cubicBezTo>
                      <a:cubicBezTo>
                        <a:pt x="604829" y="107132"/>
                        <a:pt x="591231" y="107132"/>
                        <a:pt x="580353" y="107132"/>
                      </a:cubicBezTo>
                      <a:cubicBezTo>
                        <a:pt x="580353" y="109851"/>
                        <a:pt x="583072" y="112571"/>
                        <a:pt x="583072" y="115291"/>
                      </a:cubicBezTo>
                      <a:cubicBezTo>
                        <a:pt x="585792" y="128889"/>
                        <a:pt x="585792" y="142487"/>
                        <a:pt x="588512" y="156086"/>
                      </a:cubicBezTo>
                      <a:cubicBezTo>
                        <a:pt x="591231" y="169684"/>
                        <a:pt x="591231" y="183282"/>
                        <a:pt x="593951" y="196881"/>
                      </a:cubicBezTo>
                      <a:cubicBezTo>
                        <a:pt x="593951" y="207759"/>
                        <a:pt x="599390" y="215918"/>
                        <a:pt x="599390" y="226797"/>
                      </a:cubicBezTo>
                      <a:cubicBezTo>
                        <a:pt x="599390" y="229516"/>
                        <a:pt x="599390" y="229516"/>
                        <a:pt x="599390" y="232236"/>
                      </a:cubicBezTo>
                      <a:cubicBezTo>
                        <a:pt x="599390" y="234956"/>
                        <a:pt x="599390" y="237675"/>
                        <a:pt x="599390" y="240395"/>
                      </a:cubicBezTo>
                      <a:cubicBezTo>
                        <a:pt x="599390" y="251274"/>
                        <a:pt x="599390" y="259433"/>
                        <a:pt x="602110" y="270311"/>
                      </a:cubicBezTo>
                      <a:cubicBezTo>
                        <a:pt x="604829" y="283909"/>
                        <a:pt x="607549" y="294788"/>
                        <a:pt x="607549" y="308386"/>
                      </a:cubicBezTo>
                      <a:cubicBezTo>
                        <a:pt x="607549" y="311106"/>
                        <a:pt x="607549" y="316545"/>
                        <a:pt x="607549" y="319265"/>
                      </a:cubicBezTo>
                      <a:cubicBezTo>
                        <a:pt x="607549" y="324704"/>
                        <a:pt x="610269" y="330144"/>
                        <a:pt x="612988" y="335583"/>
                      </a:cubicBezTo>
                      <a:cubicBezTo>
                        <a:pt x="612988" y="338303"/>
                        <a:pt x="612988" y="343742"/>
                        <a:pt x="612988" y="346462"/>
                      </a:cubicBezTo>
                      <a:cubicBezTo>
                        <a:pt x="612988" y="354620"/>
                        <a:pt x="612988" y="362779"/>
                        <a:pt x="612988" y="370939"/>
                      </a:cubicBezTo>
                      <a:cubicBezTo>
                        <a:pt x="612988" y="379097"/>
                        <a:pt x="612988" y="387256"/>
                        <a:pt x="612988" y="395415"/>
                      </a:cubicBezTo>
                      <a:cubicBezTo>
                        <a:pt x="612988" y="403574"/>
                        <a:pt x="615708" y="414453"/>
                        <a:pt x="615708" y="422612"/>
                      </a:cubicBezTo>
                      <a:cubicBezTo>
                        <a:pt x="618428" y="430771"/>
                        <a:pt x="618428" y="436210"/>
                        <a:pt x="618428" y="441650"/>
                      </a:cubicBezTo>
                      <a:cubicBezTo>
                        <a:pt x="618428" y="444369"/>
                        <a:pt x="618428" y="449808"/>
                        <a:pt x="618428" y="455248"/>
                      </a:cubicBezTo>
                      <a:cubicBezTo>
                        <a:pt x="618428" y="460687"/>
                        <a:pt x="618428" y="460687"/>
                        <a:pt x="621147" y="463407"/>
                      </a:cubicBezTo>
                      <a:cubicBezTo>
                        <a:pt x="623867" y="471566"/>
                        <a:pt x="623867" y="477005"/>
                        <a:pt x="626587" y="482444"/>
                      </a:cubicBezTo>
                      <a:cubicBezTo>
                        <a:pt x="629307" y="493323"/>
                        <a:pt x="629307" y="506921"/>
                        <a:pt x="629307" y="517800"/>
                      </a:cubicBezTo>
                      <a:cubicBezTo>
                        <a:pt x="632026" y="534118"/>
                        <a:pt x="632026" y="547716"/>
                        <a:pt x="634746" y="561314"/>
                      </a:cubicBezTo>
                      <a:cubicBezTo>
                        <a:pt x="634746" y="564034"/>
                        <a:pt x="634746" y="564034"/>
                        <a:pt x="634746" y="566754"/>
                      </a:cubicBezTo>
                      <a:cubicBezTo>
                        <a:pt x="634746" y="572193"/>
                        <a:pt x="634746" y="577632"/>
                        <a:pt x="634746" y="583072"/>
                      </a:cubicBezTo>
                      <a:cubicBezTo>
                        <a:pt x="634746" y="596670"/>
                        <a:pt x="637466" y="602109"/>
                        <a:pt x="637466" y="607548"/>
                      </a:cubicBezTo>
                      <a:cubicBezTo>
                        <a:pt x="637466" y="610268"/>
                        <a:pt x="640185" y="615708"/>
                        <a:pt x="640185" y="618427"/>
                      </a:cubicBezTo>
                      <a:cubicBezTo>
                        <a:pt x="640185" y="623866"/>
                        <a:pt x="640185" y="629306"/>
                        <a:pt x="640185" y="632025"/>
                      </a:cubicBezTo>
                      <a:cubicBezTo>
                        <a:pt x="640185" y="634745"/>
                        <a:pt x="640185" y="637465"/>
                        <a:pt x="640185" y="640184"/>
                      </a:cubicBezTo>
                      <a:cubicBezTo>
                        <a:pt x="640185" y="645624"/>
                        <a:pt x="642905" y="653783"/>
                        <a:pt x="642905" y="659222"/>
                      </a:cubicBezTo>
                      <a:cubicBezTo>
                        <a:pt x="642905" y="661942"/>
                        <a:pt x="642905" y="661942"/>
                        <a:pt x="642905" y="664661"/>
                      </a:cubicBezTo>
                      <a:cubicBezTo>
                        <a:pt x="645624" y="678259"/>
                        <a:pt x="651064" y="678259"/>
                        <a:pt x="653783" y="678259"/>
                      </a:cubicBezTo>
                      <a:lnTo>
                        <a:pt x="653783" y="678259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100" name="Freeform: Shape 99">
                  <a:extLst>
                    <a:ext uri="{FF2B5EF4-FFF2-40B4-BE49-F238E27FC236}">
                      <a16:creationId xmlns:a16="http://schemas.microsoft.com/office/drawing/2014/main" id="{8A2D2937-EA4C-46F0-B30D-5BC3219416BB}"/>
                    </a:ext>
                  </a:extLst>
                </p:cNvPr>
                <p:cNvSpPr/>
                <p:nvPr/>
              </p:nvSpPr>
              <p:spPr>
                <a:xfrm>
                  <a:off x="6362526" y="4242177"/>
                  <a:ext cx="492259" cy="674476"/>
                </a:xfrm>
                <a:custGeom>
                  <a:avLst/>
                  <a:gdLst>
                    <a:gd name="connsiteX0" fmla="*/ 225733 w 492259"/>
                    <a:gd name="connsiteY0" fmla="*/ 97907 h 674476"/>
                    <a:gd name="connsiteX1" fmla="*/ 209415 w 492259"/>
                    <a:gd name="connsiteY1" fmla="*/ 119665 h 674476"/>
                    <a:gd name="connsiteX2" fmla="*/ 201256 w 492259"/>
                    <a:gd name="connsiteY2" fmla="*/ 152300 h 674476"/>
                    <a:gd name="connsiteX3" fmla="*/ 198536 w 492259"/>
                    <a:gd name="connsiteY3" fmla="*/ 168618 h 674476"/>
                    <a:gd name="connsiteX4" fmla="*/ 195817 w 492259"/>
                    <a:gd name="connsiteY4" fmla="*/ 184936 h 674476"/>
                    <a:gd name="connsiteX5" fmla="*/ 187658 w 492259"/>
                    <a:gd name="connsiteY5" fmla="*/ 220292 h 674476"/>
                    <a:gd name="connsiteX6" fmla="*/ 168620 w 492259"/>
                    <a:gd name="connsiteY6" fmla="*/ 291003 h 674476"/>
                    <a:gd name="connsiteX7" fmla="*/ 160461 w 492259"/>
                    <a:gd name="connsiteY7" fmla="*/ 323639 h 674476"/>
                    <a:gd name="connsiteX8" fmla="*/ 149582 w 492259"/>
                    <a:gd name="connsiteY8" fmla="*/ 361714 h 674476"/>
                    <a:gd name="connsiteX9" fmla="*/ 144143 w 492259"/>
                    <a:gd name="connsiteY9" fmla="*/ 388910 h 674476"/>
                    <a:gd name="connsiteX10" fmla="*/ 149582 w 492259"/>
                    <a:gd name="connsiteY10" fmla="*/ 391630 h 674476"/>
                    <a:gd name="connsiteX11" fmla="*/ 171340 w 492259"/>
                    <a:gd name="connsiteY11" fmla="*/ 391630 h 674476"/>
                    <a:gd name="connsiteX12" fmla="*/ 193097 w 492259"/>
                    <a:gd name="connsiteY12" fmla="*/ 388910 h 674476"/>
                    <a:gd name="connsiteX13" fmla="*/ 212135 w 492259"/>
                    <a:gd name="connsiteY13" fmla="*/ 388910 h 674476"/>
                    <a:gd name="connsiteX14" fmla="*/ 236611 w 492259"/>
                    <a:gd name="connsiteY14" fmla="*/ 388910 h 674476"/>
                    <a:gd name="connsiteX15" fmla="*/ 250210 w 492259"/>
                    <a:gd name="connsiteY15" fmla="*/ 386191 h 674476"/>
                    <a:gd name="connsiteX16" fmla="*/ 258369 w 492259"/>
                    <a:gd name="connsiteY16" fmla="*/ 386191 h 674476"/>
                    <a:gd name="connsiteX17" fmla="*/ 255649 w 492259"/>
                    <a:gd name="connsiteY17" fmla="*/ 367153 h 674476"/>
                    <a:gd name="connsiteX18" fmla="*/ 250210 w 492259"/>
                    <a:gd name="connsiteY18" fmla="*/ 331797 h 674476"/>
                    <a:gd name="connsiteX19" fmla="*/ 247490 w 492259"/>
                    <a:gd name="connsiteY19" fmla="*/ 244769 h 674476"/>
                    <a:gd name="connsiteX20" fmla="*/ 242051 w 492259"/>
                    <a:gd name="connsiteY20" fmla="*/ 203974 h 674476"/>
                    <a:gd name="connsiteX21" fmla="*/ 236611 w 492259"/>
                    <a:gd name="connsiteY21" fmla="*/ 157740 h 674476"/>
                    <a:gd name="connsiteX22" fmla="*/ 233892 w 492259"/>
                    <a:gd name="connsiteY22" fmla="*/ 119665 h 674476"/>
                    <a:gd name="connsiteX23" fmla="*/ 225733 w 492259"/>
                    <a:gd name="connsiteY23" fmla="*/ 97907 h 674476"/>
                    <a:gd name="connsiteX24" fmla="*/ 274687 w 492259"/>
                    <a:gd name="connsiteY24" fmla="*/ 0 h 674476"/>
                    <a:gd name="connsiteX25" fmla="*/ 304603 w 492259"/>
                    <a:gd name="connsiteY25" fmla="*/ 5439 h 674476"/>
                    <a:gd name="connsiteX26" fmla="*/ 320921 w 492259"/>
                    <a:gd name="connsiteY26" fmla="*/ 24477 h 674476"/>
                    <a:gd name="connsiteX27" fmla="*/ 334519 w 492259"/>
                    <a:gd name="connsiteY27" fmla="*/ 43515 h 674476"/>
                    <a:gd name="connsiteX28" fmla="*/ 339959 w 492259"/>
                    <a:gd name="connsiteY28" fmla="*/ 65272 h 674476"/>
                    <a:gd name="connsiteX29" fmla="*/ 348118 w 492259"/>
                    <a:gd name="connsiteY29" fmla="*/ 114226 h 674476"/>
                    <a:gd name="connsiteX30" fmla="*/ 361716 w 492259"/>
                    <a:gd name="connsiteY30" fmla="*/ 163180 h 674476"/>
                    <a:gd name="connsiteX31" fmla="*/ 369875 w 492259"/>
                    <a:gd name="connsiteY31" fmla="*/ 220293 h 674476"/>
                    <a:gd name="connsiteX32" fmla="*/ 378034 w 492259"/>
                    <a:gd name="connsiteY32" fmla="*/ 274686 h 674476"/>
                    <a:gd name="connsiteX33" fmla="*/ 383473 w 492259"/>
                    <a:gd name="connsiteY33" fmla="*/ 301883 h 674476"/>
                    <a:gd name="connsiteX34" fmla="*/ 391632 w 492259"/>
                    <a:gd name="connsiteY34" fmla="*/ 337238 h 674476"/>
                    <a:gd name="connsiteX35" fmla="*/ 397071 w 492259"/>
                    <a:gd name="connsiteY35" fmla="*/ 364435 h 674476"/>
                    <a:gd name="connsiteX36" fmla="*/ 405230 w 492259"/>
                    <a:gd name="connsiteY36" fmla="*/ 383473 h 674476"/>
                    <a:gd name="connsiteX37" fmla="*/ 416109 w 492259"/>
                    <a:gd name="connsiteY37" fmla="*/ 386192 h 674476"/>
                    <a:gd name="connsiteX38" fmla="*/ 426988 w 492259"/>
                    <a:gd name="connsiteY38" fmla="*/ 386192 h 674476"/>
                    <a:gd name="connsiteX39" fmla="*/ 454184 w 492259"/>
                    <a:gd name="connsiteY39" fmla="*/ 397071 h 674476"/>
                    <a:gd name="connsiteX40" fmla="*/ 456904 w 492259"/>
                    <a:gd name="connsiteY40" fmla="*/ 405230 h 674476"/>
                    <a:gd name="connsiteX41" fmla="*/ 451464 w 492259"/>
                    <a:gd name="connsiteY41" fmla="*/ 416108 h 674476"/>
                    <a:gd name="connsiteX42" fmla="*/ 432427 w 492259"/>
                    <a:gd name="connsiteY42" fmla="*/ 429707 h 674476"/>
                    <a:gd name="connsiteX43" fmla="*/ 421548 w 492259"/>
                    <a:gd name="connsiteY43" fmla="*/ 432426 h 674476"/>
                    <a:gd name="connsiteX44" fmla="*/ 413389 w 492259"/>
                    <a:gd name="connsiteY44" fmla="*/ 435146 h 674476"/>
                    <a:gd name="connsiteX45" fmla="*/ 413389 w 492259"/>
                    <a:gd name="connsiteY45" fmla="*/ 440585 h 674476"/>
                    <a:gd name="connsiteX46" fmla="*/ 416109 w 492259"/>
                    <a:gd name="connsiteY46" fmla="*/ 451464 h 674476"/>
                    <a:gd name="connsiteX47" fmla="*/ 418829 w 492259"/>
                    <a:gd name="connsiteY47" fmla="*/ 465062 h 674476"/>
                    <a:gd name="connsiteX48" fmla="*/ 418829 w 492259"/>
                    <a:gd name="connsiteY48" fmla="*/ 475941 h 674476"/>
                    <a:gd name="connsiteX49" fmla="*/ 418829 w 492259"/>
                    <a:gd name="connsiteY49" fmla="*/ 486820 h 674476"/>
                    <a:gd name="connsiteX50" fmla="*/ 426988 w 492259"/>
                    <a:gd name="connsiteY50" fmla="*/ 516736 h 674476"/>
                    <a:gd name="connsiteX51" fmla="*/ 432427 w 492259"/>
                    <a:gd name="connsiteY51" fmla="*/ 543932 h 674476"/>
                    <a:gd name="connsiteX52" fmla="*/ 437866 w 492259"/>
                    <a:gd name="connsiteY52" fmla="*/ 573848 h 674476"/>
                    <a:gd name="connsiteX53" fmla="*/ 443306 w 492259"/>
                    <a:gd name="connsiteY53" fmla="*/ 606484 h 674476"/>
                    <a:gd name="connsiteX54" fmla="*/ 446025 w 492259"/>
                    <a:gd name="connsiteY54" fmla="*/ 617363 h 674476"/>
                    <a:gd name="connsiteX55" fmla="*/ 470502 w 492259"/>
                    <a:gd name="connsiteY55" fmla="*/ 617363 h 674476"/>
                    <a:gd name="connsiteX56" fmla="*/ 492259 w 492259"/>
                    <a:gd name="connsiteY56" fmla="*/ 641840 h 674476"/>
                    <a:gd name="connsiteX57" fmla="*/ 484101 w 492259"/>
                    <a:gd name="connsiteY57" fmla="*/ 655438 h 674476"/>
                    <a:gd name="connsiteX58" fmla="*/ 467782 w 492259"/>
                    <a:gd name="connsiteY58" fmla="*/ 663597 h 674476"/>
                    <a:gd name="connsiteX59" fmla="*/ 443306 w 492259"/>
                    <a:gd name="connsiteY59" fmla="*/ 666317 h 674476"/>
                    <a:gd name="connsiteX60" fmla="*/ 421548 w 492259"/>
                    <a:gd name="connsiteY60" fmla="*/ 666317 h 674476"/>
                    <a:gd name="connsiteX61" fmla="*/ 413389 w 492259"/>
                    <a:gd name="connsiteY61" fmla="*/ 666317 h 674476"/>
                    <a:gd name="connsiteX62" fmla="*/ 399791 w 492259"/>
                    <a:gd name="connsiteY62" fmla="*/ 671756 h 674476"/>
                    <a:gd name="connsiteX63" fmla="*/ 383473 w 492259"/>
                    <a:gd name="connsiteY63" fmla="*/ 674476 h 674476"/>
                    <a:gd name="connsiteX64" fmla="*/ 348118 w 492259"/>
                    <a:gd name="connsiteY64" fmla="*/ 669036 h 674476"/>
                    <a:gd name="connsiteX65" fmla="*/ 326360 w 492259"/>
                    <a:gd name="connsiteY65" fmla="*/ 669036 h 674476"/>
                    <a:gd name="connsiteX66" fmla="*/ 277406 w 492259"/>
                    <a:gd name="connsiteY66" fmla="*/ 669036 h 674476"/>
                    <a:gd name="connsiteX67" fmla="*/ 252930 w 492259"/>
                    <a:gd name="connsiteY67" fmla="*/ 663597 h 674476"/>
                    <a:gd name="connsiteX68" fmla="*/ 236611 w 492259"/>
                    <a:gd name="connsiteY68" fmla="*/ 647279 h 674476"/>
                    <a:gd name="connsiteX69" fmla="*/ 261088 w 492259"/>
                    <a:gd name="connsiteY69" fmla="*/ 630961 h 674476"/>
                    <a:gd name="connsiteX70" fmla="*/ 288285 w 492259"/>
                    <a:gd name="connsiteY70" fmla="*/ 628241 h 674476"/>
                    <a:gd name="connsiteX71" fmla="*/ 285565 w 492259"/>
                    <a:gd name="connsiteY71" fmla="*/ 609204 h 674476"/>
                    <a:gd name="connsiteX72" fmla="*/ 282846 w 492259"/>
                    <a:gd name="connsiteY72" fmla="*/ 582007 h 674476"/>
                    <a:gd name="connsiteX73" fmla="*/ 280126 w 492259"/>
                    <a:gd name="connsiteY73" fmla="*/ 568409 h 674476"/>
                    <a:gd name="connsiteX74" fmla="*/ 282846 w 492259"/>
                    <a:gd name="connsiteY74" fmla="*/ 554811 h 674476"/>
                    <a:gd name="connsiteX75" fmla="*/ 277406 w 492259"/>
                    <a:gd name="connsiteY75" fmla="*/ 538493 h 674476"/>
                    <a:gd name="connsiteX76" fmla="*/ 271967 w 492259"/>
                    <a:gd name="connsiteY76" fmla="*/ 505857 h 674476"/>
                    <a:gd name="connsiteX77" fmla="*/ 269247 w 492259"/>
                    <a:gd name="connsiteY77" fmla="*/ 478660 h 674476"/>
                    <a:gd name="connsiteX78" fmla="*/ 266528 w 492259"/>
                    <a:gd name="connsiteY78" fmla="*/ 446025 h 674476"/>
                    <a:gd name="connsiteX79" fmla="*/ 261088 w 492259"/>
                    <a:gd name="connsiteY79" fmla="*/ 437866 h 674476"/>
                    <a:gd name="connsiteX80" fmla="*/ 250210 w 492259"/>
                    <a:gd name="connsiteY80" fmla="*/ 437866 h 674476"/>
                    <a:gd name="connsiteX81" fmla="*/ 220293 w 492259"/>
                    <a:gd name="connsiteY81" fmla="*/ 440585 h 674476"/>
                    <a:gd name="connsiteX82" fmla="*/ 190377 w 492259"/>
                    <a:gd name="connsiteY82" fmla="*/ 443305 h 674476"/>
                    <a:gd name="connsiteX83" fmla="*/ 165900 w 492259"/>
                    <a:gd name="connsiteY83" fmla="*/ 443305 h 674476"/>
                    <a:gd name="connsiteX84" fmla="*/ 144143 w 492259"/>
                    <a:gd name="connsiteY84" fmla="*/ 440585 h 674476"/>
                    <a:gd name="connsiteX85" fmla="*/ 135984 w 492259"/>
                    <a:gd name="connsiteY85" fmla="*/ 454184 h 674476"/>
                    <a:gd name="connsiteX86" fmla="*/ 130545 w 492259"/>
                    <a:gd name="connsiteY86" fmla="*/ 486820 h 674476"/>
                    <a:gd name="connsiteX87" fmla="*/ 119666 w 492259"/>
                    <a:gd name="connsiteY87" fmla="*/ 541213 h 674476"/>
                    <a:gd name="connsiteX88" fmla="*/ 103348 w 492259"/>
                    <a:gd name="connsiteY88" fmla="*/ 614643 h 674476"/>
                    <a:gd name="connsiteX89" fmla="*/ 133264 w 492259"/>
                    <a:gd name="connsiteY89" fmla="*/ 614643 h 674476"/>
                    <a:gd name="connsiteX90" fmla="*/ 168620 w 492259"/>
                    <a:gd name="connsiteY90" fmla="*/ 630961 h 674476"/>
                    <a:gd name="connsiteX91" fmla="*/ 163181 w 492259"/>
                    <a:gd name="connsiteY91" fmla="*/ 647279 h 674476"/>
                    <a:gd name="connsiteX92" fmla="*/ 146863 w 492259"/>
                    <a:gd name="connsiteY92" fmla="*/ 655438 h 674476"/>
                    <a:gd name="connsiteX93" fmla="*/ 127825 w 492259"/>
                    <a:gd name="connsiteY93" fmla="*/ 658158 h 674476"/>
                    <a:gd name="connsiteX94" fmla="*/ 106068 w 492259"/>
                    <a:gd name="connsiteY94" fmla="*/ 658158 h 674476"/>
                    <a:gd name="connsiteX95" fmla="*/ 62552 w 492259"/>
                    <a:gd name="connsiteY95" fmla="*/ 658158 h 674476"/>
                    <a:gd name="connsiteX96" fmla="*/ 40795 w 492259"/>
                    <a:gd name="connsiteY96" fmla="*/ 658158 h 674476"/>
                    <a:gd name="connsiteX97" fmla="*/ 16318 w 492259"/>
                    <a:gd name="connsiteY97" fmla="*/ 652718 h 674476"/>
                    <a:gd name="connsiteX98" fmla="*/ 0 w 492259"/>
                    <a:gd name="connsiteY98" fmla="*/ 636401 h 674476"/>
                    <a:gd name="connsiteX99" fmla="*/ 2720 w 492259"/>
                    <a:gd name="connsiteY99" fmla="*/ 628241 h 674476"/>
                    <a:gd name="connsiteX100" fmla="*/ 24477 w 492259"/>
                    <a:gd name="connsiteY100" fmla="*/ 620082 h 674476"/>
                    <a:gd name="connsiteX101" fmla="*/ 62552 w 492259"/>
                    <a:gd name="connsiteY101" fmla="*/ 617363 h 674476"/>
                    <a:gd name="connsiteX102" fmla="*/ 62552 w 492259"/>
                    <a:gd name="connsiteY102" fmla="*/ 614643 h 674476"/>
                    <a:gd name="connsiteX103" fmla="*/ 65272 w 492259"/>
                    <a:gd name="connsiteY103" fmla="*/ 587447 h 674476"/>
                    <a:gd name="connsiteX104" fmla="*/ 76151 w 492259"/>
                    <a:gd name="connsiteY104" fmla="*/ 522175 h 674476"/>
                    <a:gd name="connsiteX105" fmla="*/ 87029 w 492259"/>
                    <a:gd name="connsiteY105" fmla="*/ 470501 h 674476"/>
                    <a:gd name="connsiteX106" fmla="*/ 92468 w 492259"/>
                    <a:gd name="connsiteY106" fmla="*/ 446025 h 674476"/>
                    <a:gd name="connsiteX107" fmla="*/ 65272 w 492259"/>
                    <a:gd name="connsiteY107" fmla="*/ 432426 h 674476"/>
                    <a:gd name="connsiteX108" fmla="*/ 54393 w 492259"/>
                    <a:gd name="connsiteY108" fmla="*/ 421548 h 674476"/>
                    <a:gd name="connsiteX109" fmla="*/ 73431 w 492259"/>
                    <a:gd name="connsiteY109" fmla="*/ 407949 h 674476"/>
                    <a:gd name="connsiteX110" fmla="*/ 100629 w 492259"/>
                    <a:gd name="connsiteY110" fmla="*/ 399790 h 674476"/>
                    <a:gd name="connsiteX111" fmla="*/ 108788 w 492259"/>
                    <a:gd name="connsiteY111" fmla="*/ 369874 h 674476"/>
                    <a:gd name="connsiteX112" fmla="*/ 125105 w 492259"/>
                    <a:gd name="connsiteY112" fmla="*/ 307322 h 674476"/>
                    <a:gd name="connsiteX113" fmla="*/ 141423 w 492259"/>
                    <a:gd name="connsiteY113" fmla="*/ 242051 h 674476"/>
                    <a:gd name="connsiteX114" fmla="*/ 155022 w 492259"/>
                    <a:gd name="connsiteY114" fmla="*/ 179498 h 674476"/>
                    <a:gd name="connsiteX115" fmla="*/ 168620 w 492259"/>
                    <a:gd name="connsiteY115" fmla="*/ 119665 h 674476"/>
                    <a:gd name="connsiteX116" fmla="*/ 193097 w 492259"/>
                    <a:gd name="connsiteY116" fmla="*/ 57113 h 674476"/>
                    <a:gd name="connsiteX117" fmla="*/ 201256 w 492259"/>
                    <a:gd name="connsiteY117" fmla="*/ 38075 h 674476"/>
                    <a:gd name="connsiteX118" fmla="*/ 217574 w 492259"/>
                    <a:gd name="connsiteY118" fmla="*/ 13598 h 674476"/>
                    <a:gd name="connsiteX119" fmla="*/ 274687 w 492259"/>
                    <a:gd name="connsiteY119" fmla="*/ 0 h 6744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</a:cxnLst>
                  <a:rect l="l" t="t" r="r" b="b"/>
                  <a:pathLst>
                    <a:path w="492259" h="674476">
                      <a:moveTo>
                        <a:pt x="225733" y="97907"/>
                      </a:moveTo>
                      <a:cubicBezTo>
                        <a:pt x="217574" y="97907"/>
                        <a:pt x="209415" y="114225"/>
                        <a:pt x="209415" y="119665"/>
                      </a:cubicBezTo>
                      <a:cubicBezTo>
                        <a:pt x="206695" y="130543"/>
                        <a:pt x="203976" y="144141"/>
                        <a:pt x="201256" y="152300"/>
                      </a:cubicBezTo>
                      <a:cubicBezTo>
                        <a:pt x="198536" y="157740"/>
                        <a:pt x="198536" y="163179"/>
                        <a:pt x="198536" y="168618"/>
                      </a:cubicBezTo>
                      <a:cubicBezTo>
                        <a:pt x="198536" y="174058"/>
                        <a:pt x="195817" y="179497"/>
                        <a:pt x="195817" y="184936"/>
                      </a:cubicBezTo>
                      <a:cubicBezTo>
                        <a:pt x="193097" y="195815"/>
                        <a:pt x="190377" y="209413"/>
                        <a:pt x="187658" y="220292"/>
                      </a:cubicBezTo>
                      <a:cubicBezTo>
                        <a:pt x="184938" y="244769"/>
                        <a:pt x="176779" y="269246"/>
                        <a:pt x="168620" y="291003"/>
                      </a:cubicBezTo>
                      <a:cubicBezTo>
                        <a:pt x="165900" y="301881"/>
                        <a:pt x="163181" y="312760"/>
                        <a:pt x="160461" y="323639"/>
                      </a:cubicBezTo>
                      <a:cubicBezTo>
                        <a:pt x="157742" y="337237"/>
                        <a:pt x="155022" y="348115"/>
                        <a:pt x="149582" y="361714"/>
                      </a:cubicBezTo>
                      <a:cubicBezTo>
                        <a:pt x="146863" y="367153"/>
                        <a:pt x="144143" y="383471"/>
                        <a:pt x="144143" y="388910"/>
                      </a:cubicBezTo>
                      <a:cubicBezTo>
                        <a:pt x="144143" y="391630"/>
                        <a:pt x="146863" y="391630"/>
                        <a:pt x="149582" y="391630"/>
                      </a:cubicBezTo>
                      <a:cubicBezTo>
                        <a:pt x="155022" y="391630"/>
                        <a:pt x="168620" y="391630"/>
                        <a:pt x="171340" y="391630"/>
                      </a:cubicBezTo>
                      <a:cubicBezTo>
                        <a:pt x="179498" y="391630"/>
                        <a:pt x="187658" y="391630"/>
                        <a:pt x="193097" y="388910"/>
                      </a:cubicBezTo>
                      <a:cubicBezTo>
                        <a:pt x="198536" y="388910"/>
                        <a:pt x="203976" y="388910"/>
                        <a:pt x="212135" y="388910"/>
                      </a:cubicBezTo>
                      <a:cubicBezTo>
                        <a:pt x="217574" y="388910"/>
                        <a:pt x="225733" y="388910"/>
                        <a:pt x="236611" y="388910"/>
                      </a:cubicBezTo>
                      <a:cubicBezTo>
                        <a:pt x="242051" y="388910"/>
                        <a:pt x="247490" y="388910"/>
                        <a:pt x="250210" y="386191"/>
                      </a:cubicBezTo>
                      <a:cubicBezTo>
                        <a:pt x="255649" y="391630"/>
                        <a:pt x="258369" y="388910"/>
                        <a:pt x="258369" y="386191"/>
                      </a:cubicBezTo>
                      <a:cubicBezTo>
                        <a:pt x="258369" y="380751"/>
                        <a:pt x="255649" y="372592"/>
                        <a:pt x="255649" y="367153"/>
                      </a:cubicBezTo>
                      <a:cubicBezTo>
                        <a:pt x="252930" y="353555"/>
                        <a:pt x="250210" y="342676"/>
                        <a:pt x="250210" y="331797"/>
                      </a:cubicBezTo>
                      <a:cubicBezTo>
                        <a:pt x="250210" y="301881"/>
                        <a:pt x="250210" y="274685"/>
                        <a:pt x="247490" y="244769"/>
                      </a:cubicBezTo>
                      <a:cubicBezTo>
                        <a:pt x="247490" y="231170"/>
                        <a:pt x="244771" y="217572"/>
                        <a:pt x="242051" y="203974"/>
                      </a:cubicBezTo>
                      <a:cubicBezTo>
                        <a:pt x="239331" y="187656"/>
                        <a:pt x="236611" y="174058"/>
                        <a:pt x="236611" y="157740"/>
                      </a:cubicBezTo>
                      <a:cubicBezTo>
                        <a:pt x="236611" y="152300"/>
                        <a:pt x="236611" y="133263"/>
                        <a:pt x="233892" y="119665"/>
                      </a:cubicBezTo>
                      <a:cubicBezTo>
                        <a:pt x="233892" y="106066"/>
                        <a:pt x="231172" y="97907"/>
                        <a:pt x="225733" y="97907"/>
                      </a:cubicBezTo>
                      <a:close/>
                      <a:moveTo>
                        <a:pt x="274687" y="0"/>
                      </a:moveTo>
                      <a:cubicBezTo>
                        <a:pt x="288285" y="0"/>
                        <a:pt x="293724" y="2720"/>
                        <a:pt x="304603" y="5439"/>
                      </a:cubicBezTo>
                      <a:cubicBezTo>
                        <a:pt x="315481" y="10879"/>
                        <a:pt x="315481" y="16318"/>
                        <a:pt x="320921" y="24477"/>
                      </a:cubicBezTo>
                      <a:cubicBezTo>
                        <a:pt x="326360" y="29916"/>
                        <a:pt x="331800" y="35356"/>
                        <a:pt x="334519" y="43515"/>
                      </a:cubicBezTo>
                      <a:cubicBezTo>
                        <a:pt x="337239" y="51674"/>
                        <a:pt x="337239" y="57113"/>
                        <a:pt x="339959" y="65272"/>
                      </a:cubicBezTo>
                      <a:cubicBezTo>
                        <a:pt x="345398" y="78870"/>
                        <a:pt x="342678" y="97908"/>
                        <a:pt x="348118" y="114226"/>
                      </a:cubicBezTo>
                      <a:cubicBezTo>
                        <a:pt x="350837" y="130544"/>
                        <a:pt x="358996" y="146863"/>
                        <a:pt x="361716" y="163180"/>
                      </a:cubicBezTo>
                      <a:cubicBezTo>
                        <a:pt x="364435" y="182218"/>
                        <a:pt x="364435" y="201256"/>
                        <a:pt x="369875" y="220293"/>
                      </a:cubicBezTo>
                      <a:cubicBezTo>
                        <a:pt x="375314" y="239331"/>
                        <a:pt x="378034" y="255649"/>
                        <a:pt x="378034" y="274686"/>
                      </a:cubicBezTo>
                      <a:cubicBezTo>
                        <a:pt x="378034" y="282845"/>
                        <a:pt x="380753" y="293724"/>
                        <a:pt x="383473" y="301883"/>
                      </a:cubicBezTo>
                      <a:cubicBezTo>
                        <a:pt x="386193" y="312762"/>
                        <a:pt x="388913" y="326360"/>
                        <a:pt x="391632" y="337238"/>
                      </a:cubicBezTo>
                      <a:cubicBezTo>
                        <a:pt x="391632" y="342678"/>
                        <a:pt x="394352" y="353556"/>
                        <a:pt x="397071" y="364435"/>
                      </a:cubicBezTo>
                      <a:cubicBezTo>
                        <a:pt x="399791" y="372594"/>
                        <a:pt x="402511" y="380753"/>
                        <a:pt x="405230" y="383473"/>
                      </a:cubicBezTo>
                      <a:cubicBezTo>
                        <a:pt x="407950" y="386192"/>
                        <a:pt x="413389" y="386192"/>
                        <a:pt x="416109" y="386192"/>
                      </a:cubicBezTo>
                      <a:cubicBezTo>
                        <a:pt x="418829" y="386192"/>
                        <a:pt x="424268" y="386192"/>
                        <a:pt x="426988" y="386192"/>
                      </a:cubicBezTo>
                      <a:cubicBezTo>
                        <a:pt x="437866" y="386192"/>
                        <a:pt x="448745" y="388912"/>
                        <a:pt x="454184" y="397071"/>
                      </a:cubicBezTo>
                      <a:cubicBezTo>
                        <a:pt x="456904" y="399790"/>
                        <a:pt x="456904" y="402510"/>
                        <a:pt x="456904" y="405230"/>
                      </a:cubicBezTo>
                      <a:cubicBezTo>
                        <a:pt x="456904" y="407949"/>
                        <a:pt x="454184" y="410669"/>
                        <a:pt x="451464" y="416108"/>
                      </a:cubicBezTo>
                      <a:cubicBezTo>
                        <a:pt x="446025" y="421548"/>
                        <a:pt x="440586" y="426987"/>
                        <a:pt x="432427" y="429707"/>
                      </a:cubicBezTo>
                      <a:cubicBezTo>
                        <a:pt x="429707" y="429707"/>
                        <a:pt x="426988" y="432426"/>
                        <a:pt x="421548" y="432426"/>
                      </a:cubicBezTo>
                      <a:cubicBezTo>
                        <a:pt x="418829" y="432426"/>
                        <a:pt x="416109" y="432426"/>
                        <a:pt x="413389" y="435146"/>
                      </a:cubicBezTo>
                      <a:cubicBezTo>
                        <a:pt x="413389" y="435146"/>
                        <a:pt x="413389" y="437866"/>
                        <a:pt x="413389" y="440585"/>
                      </a:cubicBezTo>
                      <a:cubicBezTo>
                        <a:pt x="413389" y="443305"/>
                        <a:pt x="413389" y="448744"/>
                        <a:pt x="416109" y="451464"/>
                      </a:cubicBezTo>
                      <a:cubicBezTo>
                        <a:pt x="416109" y="456903"/>
                        <a:pt x="418829" y="462343"/>
                        <a:pt x="418829" y="465062"/>
                      </a:cubicBezTo>
                      <a:lnTo>
                        <a:pt x="418829" y="475941"/>
                      </a:lnTo>
                      <a:cubicBezTo>
                        <a:pt x="418829" y="481380"/>
                        <a:pt x="418829" y="484100"/>
                        <a:pt x="418829" y="486820"/>
                      </a:cubicBezTo>
                      <a:cubicBezTo>
                        <a:pt x="421548" y="497698"/>
                        <a:pt x="424268" y="505857"/>
                        <a:pt x="426988" y="516736"/>
                      </a:cubicBezTo>
                      <a:cubicBezTo>
                        <a:pt x="426988" y="524895"/>
                        <a:pt x="429707" y="535773"/>
                        <a:pt x="432427" y="543932"/>
                      </a:cubicBezTo>
                      <a:cubicBezTo>
                        <a:pt x="435147" y="554811"/>
                        <a:pt x="437866" y="562970"/>
                        <a:pt x="437866" y="573848"/>
                      </a:cubicBezTo>
                      <a:cubicBezTo>
                        <a:pt x="437866" y="587447"/>
                        <a:pt x="440586" y="595606"/>
                        <a:pt x="443306" y="606484"/>
                      </a:cubicBezTo>
                      <a:cubicBezTo>
                        <a:pt x="443306" y="609204"/>
                        <a:pt x="446025" y="614643"/>
                        <a:pt x="446025" y="617363"/>
                      </a:cubicBezTo>
                      <a:cubicBezTo>
                        <a:pt x="454184" y="617363"/>
                        <a:pt x="462343" y="617363"/>
                        <a:pt x="470502" y="617363"/>
                      </a:cubicBezTo>
                      <a:cubicBezTo>
                        <a:pt x="475942" y="625522"/>
                        <a:pt x="492259" y="630961"/>
                        <a:pt x="492259" y="641840"/>
                      </a:cubicBezTo>
                      <a:cubicBezTo>
                        <a:pt x="492259" y="647279"/>
                        <a:pt x="486820" y="649999"/>
                        <a:pt x="484101" y="655438"/>
                      </a:cubicBezTo>
                      <a:cubicBezTo>
                        <a:pt x="481381" y="660877"/>
                        <a:pt x="473222" y="663597"/>
                        <a:pt x="467782" y="663597"/>
                      </a:cubicBezTo>
                      <a:cubicBezTo>
                        <a:pt x="456904" y="666317"/>
                        <a:pt x="451464" y="666317"/>
                        <a:pt x="443306" y="666317"/>
                      </a:cubicBezTo>
                      <a:cubicBezTo>
                        <a:pt x="437866" y="666317"/>
                        <a:pt x="429707" y="666317"/>
                        <a:pt x="421548" y="666317"/>
                      </a:cubicBezTo>
                      <a:cubicBezTo>
                        <a:pt x="418829" y="666317"/>
                        <a:pt x="416109" y="666317"/>
                        <a:pt x="413389" y="666317"/>
                      </a:cubicBezTo>
                      <a:cubicBezTo>
                        <a:pt x="407950" y="669036"/>
                        <a:pt x="405230" y="669036"/>
                        <a:pt x="399791" y="671756"/>
                      </a:cubicBezTo>
                      <a:cubicBezTo>
                        <a:pt x="394352" y="671756"/>
                        <a:pt x="388913" y="674476"/>
                        <a:pt x="383473" y="674476"/>
                      </a:cubicBezTo>
                      <a:cubicBezTo>
                        <a:pt x="372594" y="674476"/>
                        <a:pt x="358996" y="671756"/>
                        <a:pt x="348118" y="669036"/>
                      </a:cubicBezTo>
                      <a:cubicBezTo>
                        <a:pt x="339959" y="669036"/>
                        <a:pt x="331800" y="669036"/>
                        <a:pt x="326360" y="669036"/>
                      </a:cubicBezTo>
                      <a:cubicBezTo>
                        <a:pt x="304603" y="669036"/>
                        <a:pt x="285565" y="669036"/>
                        <a:pt x="277406" y="669036"/>
                      </a:cubicBezTo>
                      <a:cubicBezTo>
                        <a:pt x="269247" y="669036"/>
                        <a:pt x="258369" y="669036"/>
                        <a:pt x="252930" y="663597"/>
                      </a:cubicBezTo>
                      <a:cubicBezTo>
                        <a:pt x="247490" y="660877"/>
                        <a:pt x="236611" y="655438"/>
                        <a:pt x="236611" y="647279"/>
                      </a:cubicBezTo>
                      <a:cubicBezTo>
                        <a:pt x="236611" y="636401"/>
                        <a:pt x="252930" y="633681"/>
                        <a:pt x="261088" y="630961"/>
                      </a:cubicBezTo>
                      <a:cubicBezTo>
                        <a:pt x="266528" y="630961"/>
                        <a:pt x="274687" y="630961"/>
                        <a:pt x="288285" y="628241"/>
                      </a:cubicBezTo>
                      <a:cubicBezTo>
                        <a:pt x="288285" y="620082"/>
                        <a:pt x="288285" y="614643"/>
                        <a:pt x="285565" y="609204"/>
                      </a:cubicBezTo>
                      <a:cubicBezTo>
                        <a:pt x="285565" y="601045"/>
                        <a:pt x="282846" y="590166"/>
                        <a:pt x="282846" y="582007"/>
                      </a:cubicBezTo>
                      <a:cubicBezTo>
                        <a:pt x="282846" y="576568"/>
                        <a:pt x="280126" y="573848"/>
                        <a:pt x="280126" y="568409"/>
                      </a:cubicBezTo>
                      <a:cubicBezTo>
                        <a:pt x="280126" y="562970"/>
                        <a:pt x="282846" y="557531"/>
                        <a:pt x="282846" y="554811"/>
                      </a:cubicBezTo>
                      <a:cubicBezTo>
                        <a:pt x="282846" y="549371"/>
                        <a:pt x="280126" y="546652"/>
                        <a:pt x="277406" y="538493"/>
                      </a:cubicBezTo>
                      <a:cubicBezTo>
                        <a:pt x="277406" y="527614"/>
                        <a:pt x="271967" y="516736"/>
                        <a:pt x="271967" y="505857"/>
                      </a:cubicBezTo>
                      <a:cubicBezTo>
                        <a:pt x="271967" y="494978"/>
                        <a:pt x="271967" y="486820"/>
                        <a:pt x="269247" y="478660"/>
                      </a:cubicBezTo>
                      <a:cubicBezTo>
                        <a:pt x="266528" y="467782"/>
                        <a:pt x="266528" y="456903"/>
                        <a:pt x="266528" y="446025"/>
                      </a:cubicBezTo>
                      <a:cubicBezTo>
                        <a:pt x="266528" y="440585"/>
                        <a:pt x="263808" y="437866"/>
                        <a:pt x="261088" y="437866"/>
                      </a:cubicBezTo>
                      <a:cubicBezTo>
                        <a:pt x="258369" y="437866"/>
                        <a:pt x="255649" y="437866"/>
                        <a:pt x="250210" y="437866"/>
                      </a:cubicBezTo>
                      <a:cubicBezTo>
                        <a:pt x="239331" y="437866"/>
                        <a:pt x="228452" y="437866"/>
                        <a:pt x="220293" y="440585"/>
                      </a:cubicBezTo>
                      <a:cubicBezTo>
                        <a:pt x="209415" y="440585"/>
                        <a:pt x="201256" y="443305"/>
                        <a:pt x="190377" y="443305"/>
                      </a:cubicBezTo>
                      <a:cubicBezTo>
                        <a:pt x="182218" y="443305"/>
                        <a:pt x="174059" y="443305"/>
                        <a:pt x="165900" y="443305"/>
                      </a:cubicBezTo>
                      <a:cubicBezTo>
                        <a:pt x="163181" y="443305"/>
                        <a:pt x="152302" y="440585"/>
                        <a:pt x="144143" y="440585"/>
                      </a:cubicBezTo>
                      <a:cubicBezTo>
                        <a:pt x="135984" y="440585"/>
                        <a:pt x="135984" y="448744"/>
                        <a:pt x="135984" y="454184"/>
                      </a:cubicBezTo>
                      <a:cubicBezTo>
                        <a:pt x="135984" y="465062"/>
                        <a:pt x="133264" y="475941"/>
                        <a:pt x="130545" y="486820"/>
                      </a:cubicBezTo>
                      <a:cubicBezTo>
                        <a:pt x="127825" y="505857"/>
                        <a:pt x="122386" y="522175"/>
                        <a:pt x="119666" y="541213"/>
                      </a:cubicBezTo>
                      <a:cubicBezTo>
                        <a:pt x="116947" y="560250"/>
                        <a:pt x="108788" y="595606"/>
                        <a:pt x="103348" y="614643"/>
                      </a:cubicBezTo>
                      <a:cubicBezTo>
                        <a:pt x="111507" y="614643"/>
                        <a:pt x="122386" y="614643"/>
                        <a:pt x="133264" y="614643"/>
                      </a:cubicBezTo>
                      <a:cubicBezTo>
                        <a:pt x="146863" y="614643"/>
                        <a:pt x="168620" y="614643"/>
                        <a:pt x="168620" y="630961"/>
                      </a:cubicBezTo>
                      <a:cubicBezTo>
                        <a:pt x="168620" y="639120"/>
                        <a:pt x="165900" y="639120"/>
                        <a:pt x="163181" y="647279"/>
                      </a:cubicBezTo>
                      <a:cubicBezTo>
                        <a:pt x="160461" y="652718"/>
                        <a:pt x="152302" y="655438"/>
                        <a:pt x="146863" y="655438"/>
                      </a:cubicBezTo>
                      <a:cubicBezTo>
                        <a:pt x="138704" y="658158"/>
                        <a:pt x="133264" y="658158"/>
                        <a:pt x="127825" y="658158"/>
                      </a:cubicBezTo>
                      <a:cubicBezTo>
                        <a:pt x="122386" y="658158"/>
                        <a:pt x="116947" y="658158"/>
                        <a:pt x="106068" y="658158"/>
                      </a:cubicBezTo>
                      <a:cubicBezTo>
                        <a:pt x="92468" y="658158"/>
                        <a:pt x="78870" y="658158"/>
                        <a:pt x="62552" y="658158"/>
                      </a:cubicBezTo>
                      <a:cubicBezTo>
                        <a:pt x="54393" y="658158"/>
                        <a:pt x="46234" y="658158"/>
                        <a:pt x="40795" y="658158"/>
                      </a:cubicBezTo>
                      <a:cubicBezTo>
                        <a:pt x="32636" y="658158"/>
                        <a:pt x="21758" y="658158"/>
                        <a:pt x="16318" y="652718"/>
                      </a:cubicBezTo>
                      <a:cubicBezTo>
                        <a:pt x="8159" y="649999"/>
                        <a:pt x="0" y="641840"/>
                        <a:pt x="0" y="636401"/>
                      </a:cubicBezTo>
                      <a:cubicBezTo>
                        <a:pt x="0" y="633681"/>
                        <a:pt x="0" y="630961"/>
                        <a:pt x="2720" y="628241"/>
                      </a:cubicBezTo>
                      <a:cubicBezTo>
                        <a:pt x="8159" y="625522"/>
                        <a:pt x="16318" y="622802"/>
                        <a:pt x="24477" y="620082"/>
                      </a:cubicBezTo>
                      <a:cubicBezTo>
                        <a:pt x="38075" y="617363"/>
                        <a:pt x="48954" y="617363"/>
                        <a:pt x="62552" y="617363"/>
                      </a:cubicBezTo>
                      <a:cubicBezTo>
                        <a:pt x="62552" y="617363"/>
                        <a:pt x="62552" y="614643"/>
                        <a:pt x="62552" y="614643"/>
                      </a:cubicBezTo>
                      <a:cubicBezTo>
                        <a:pt x="62552" y="603765"/>
                        <a:pt x="65272" y="590166"/>
                        <a:pt x="65272" y="587447"/>
                      </a:cubicBezTo>
                      <a:cubicBezTo>
                        <a:pt x="67992" y="565689"/>
                        <a:pt x="73431" y="543932"/>
                        <a:pt x="76151" y="522175"/>
                      </a:cubicBezTo>
                      <a:cubicBezTo>
                        <a:pt x="78870" y="505857"/>
                        <a:pt x="81590" y="486820"/>
                        <a:pt x="87029" y="470501"/>
                      </a:cubicBezTo>
                      <a:cubicBezTo>
                        <a:pt x="87029" y="465062"/>
                        <a:pt x="92468" y="451464"/>
                        <a:pt x="92468" y="446025"/>
                      </a:cubicBezTo>
                      <a:cubicBezTo>
                        <a:pt x="92468" y="437866"/>
                        <a:pt x="73431" y="437866"/>
                        <a:pt x="65272" y="432426"/>
                      </a:cubicBezTo>
                      <a:cubicBezTo>
                        <a:pt x="59833" y="429707"/>
                        <a:pt x="54393" y="426987"/>
                        <a:pt x="54393" y="421548"/>
                      </a:cubicBezTo>
                      <a:cubicBezTo>
                        <a:pt x="54393" y="413389"/>
                        <a:pt x="62552" y="410669"/>
                        <a:pt x="73431" y="407949"/>
                      </a:cubicBezTo>
                      <a:cubicBezTo>
                        <a:pt x="78870" y="407949"/>
                        <a:pt x="92468" y="405230"/>
                        <a:pt x="100629" y="399790"/>
                      </a:cubicBezTo>
                      <a:cubicBezTo>
                        <a:pt x="106068" y="394351"/>
                        <a:pt x="106068" y="378033"/>
                        <a:pt x="108788" y="369874"/>
                      </a:cubicBezTo>
                      <a:cubicBezTo>
                        <a:pt x="114227" y="348117"/>
                        <a:pt x="119666" y="326360"/>
                        <a:pt x="125105" y="307322"/>
                      </a:cubicBezTo>
                      <a:cubicBezTo>
                        <a:pt x="130545" y="285565"/>
                        <a:pt x="135984" y="263808"/>
                        <a:pt x="141423" y="242051"/>
                      </a:cubicBezTo>
                      <a:cubicBezTo>
                        <a:pt x="146863" y="220293"/>
                        <a:pt x="152302" y="198536"/>
                        <a:pt x="155022" y="179498"/>
                      </a:cubicBezTo>
                      <a:cubicBezTo>
                        <a:pt x="157742" y="160461"/>
                        <a:pt x="163181" y="138703"/>
                        <a:pt x="168620" y="119665"/>
                      </a:cubicBezTo>
                      <a:cubicBezTo>
                        <a:pt x="176779" y="100627"/>
                        <a:pt x="182218" y="76150"/>
                        <a:pt x="193097" y="57113"/>
                      </a:cubicBezTo>
                      <a:lnTo>
                        <a:pt x="201256" y="38075"/>
                      </a:lnTo>
                      <a:cubicBezTo>
                        <a:pt x="206695" y="29916"/>
                        <a:pt x="209415" y="19038"/>
                        <a:pt x="217574" y="13598"/>
                      </a:cubicBezTo>
                      <a:cubicBezTo>
                        <a:pt x="231172" y="2720"/>
                        <a:pt x="255649" y="0"/>
                        <a:pt x="274687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101" name="Freeform: Shape 100">
                  <a:extLst>
                    <a:ext uri="{FF2B5EF4-FFF2-40B4-BE49-F238E27FC236}">
                      <a16:creationId xmlns:a16="http://schemas.microsoft.com/office/drawing/2014/main" id="{C0D447C1-FCC9-45FA-B708-C46D93FE12CE}"/>
                    </a:ext>
                  </a:extLst>
                </p:cNvPr>
                <p:cNvSpPr/>
                <p:nvPr/>
              </p:nvSpPr>
              <p:spPr>
                <a:xfrm>
                  <a:off x="6876542" y="4244897"/>
                  <a:ext cx="462342" cy="677195"/>
                </a:xfrm>
                <a:custGeom>
                  <a:avLst/>
                  <a:gdLst>
                    <a:gd name="connsiteX0" fmla="*/ 214853 w 462342"/>
                    <a:gd name="connsiteY0" fmla="*/ 65272 h 677195"/>
                    <a:gd name="connsiteX1" fmla="*/ 195815 w 462342"/>
                    <a:gd name="connsiteY1" fmla="*/ 73431 h 677195"/>
                    <a:gd name="connsiteX2" fmla="*/ 193096 w 462342"/>
                    <a:gd name="connsiteY2" fmla="*/ 125105 h 677195"/>
                    <a:gd name="connsiteX3" fmla="*/ 190376 w 462342"/>
                    <a:gd name="connsiteY3" fmla="*/ 280125 h 677195"/>
                    <a:gd name="connsiteX4" fmla="*/ 190376 w 462342"/>
                    <a:gd name="connsiteY4" fmla="*/ 301882 h 677195"/>
                    <a:gd name="connsiteX5" fmla="*/ 193096 w 462342"/>
                    <a:gd name="connsiteY5" fmla="*/ 342677 h 677195"/>
                    <a:gd name="connsiteX6" fmla="*/ 195815 w 462342"/>
                    <a:gd name="connsiteY6" fmla="*/ 397070 h 677195"/>
                    <a:gd name="connsiteX7" fmla="*/ 195815 w 462342"/>
                    <a:gd name="connsiteY7" fmla="*/ 443304 h 677195"/>
                    <a:gd name="connsiteX8" fmla="*/ 195815 w 462342"/>
                    <a:gd name="connsiteY8" fmla="*/ 530333 h 677195"/>
                    <a:gd name="connsiteX9" fmla="*/ 193096 w 462342"/>
                    <a:gd name="connsiteY9" fmla="*/ 554810 h 677195"/>
                    <a:gd name="connsiteX10" fmla="*/ 190376 w 462342"/>
                    <a:gd name="connsiteY10" fmla="*/ 603764 h 677195"/>
                    <a:gd name="connsiteX11" fmla="*/ 198535 w 462342"/>
                    <a:gd name="connsiteY11" fmla="*/ 611923 h 677195"/>
                    <a:gd name="connsiteX12" fmla="*/ 214853 w 462342"/>
                    <a:gd name="connsiteY12" fmla="*/ 611923 h 677195"/>
                    <a:gd name="connsiteX13" fmla="*/ 236610 w 462342"/>
                    <a:gd name="connsiteY13" fmla="*/ 611923 h 677195"/>
                    <a:gd name="connsiteX14" fmla="*/ 263807 w 462342"/>
                    <a:gd name="connsiteY14" fmla="*/ 598325 h 677195"/>
                    <a:gd name="connsiteX15" fmla="*/ 277405 w 462342"/>
                    <a:gd name="connsiteY15" fmla="*/ 592885 h 677195"/>
                    <a:gd name="connsiteX16" fmla="*/ 291004 w 462342"/>
                    <a:gd name="connsiteY16" fmla="*/ 573848 h 677195"/>
                    <a:gd name="connsiteX17" fmla="*/ 307322 w 462342"/>
                    <a:gd name="connsiteY17" fmla="*/ 543931 h 677195"/>
                    <a:gd name="connsiteX18" fmla="*/ 326359 w 462342"/>
                    <a:gd name="connsiteY18" fmla="*/ 481379 h 677195"/>
                    <a:gd name="connsiteX19" fmla="*/ 337238 w 462342"/>
                    <a:gd name="connsiteY19" fmla="*/ 413388 h 677195"/>
                    <a:gd name="connsiteX20" fmla="*/ 337238 w 462342"/>
                    <a:gd name="connsiteY20" fmla="*/ 350836 h 677195"/>
                    <a:gd name="connsiteX21" fmla="*/ 334518 w 462342"/>
                    <a:gd name="connsiteY21" fmla="*/ 296443 h 677195"/>
                    <a:gd name="connsiteX22" fmla="*/ 329079 w 462342"/>
                    <a:gd name="connsiteY22" fmla="*/ 244769 h 677195"/>
                    <a:gd name="connsiteX23" fmla="*/ 307322 w 462342"/>
                    <a:gd name="connsiteY23" fmla="*/ 135983 h 677195"/>
                    <a:gd name="connsiteX24" fmla="*/ 271966 w 462342"/>
                    <a:gd name="connsiteY24" fmla="*/ 78870 h 677195"/>
                    <a:gd name="connsiteX25" fmla="*/ 214853 w 462342"/>
                    <a:gd name="connsiteY25" fmla="*/ 65272 h 677195"/>
                    <a:gd name="connsiteX26" fmla="*/ 114226 w 462342"/>
                    <a:gd name="connsiteY26" fmla="*/ 0 h 677195"/>
                    <a:gd name="connsiteX27" fmla="*/ 127824 w 462342"/>
                    <a:gd name="connsiteY27" fmla="*/ 0 h 677195"/>
                    <a:gd name="connsiteX28" fmla="*/ 146862 w 462342"/>
                    <a:gd name="connsiteY28" fmla="*/ 2720 h 677195"/>
                    <a:gd name="connsiteX29" fmla="*/ 174059 w 462342"/>
                    <a:gd name="connsiteY29" fmla="*/ 21758 h 677195"/>
                    <a:gd name="connsiteX30" fmla="*/ 193096 w 462342"/>
                    <a:gd name="connsiteY30" fmla="*/ 21758 h 677195"/>
                    <a:gd name="connsiteX31" fmla="*/ 261088 w 462342"/>
                    <a:gd name="connsiteY31" fmla="*/ 27197 h 677195"/>
                    <a:gd name="connsiteX32" fmla="*/ 310042 w 462342"/>
                    <a:gd name="connsiteY32" fmla="*/ 35356 h 677195"/>
                    <a:gd name="connsiteX33" fmla="*/ 334518 w 462342"/>
                    <a:gd name="connsiteY33" fmla="*/ 40795 h 677195"/>
                    <a:gd name="connsiteX34" fmla="*/ 356276 w 462342"/>
                    <a:gd name="connsiteY34" fmla="*/ 59833 h 677195"/>
                    <a:gd name="connsiteX35" fmla="*/ 372593 w 462342"/>
                    <a:gd name="connsiteY35" fmla="*/ 76151 h 677195"/>
                    <a:gd name="connsiteX36" fmla="*/ 380752 w 462342"/>
                    <a:gd name="connsiteY36" fmla="*/ 95188 h 677195"/>
                    <a:gd name="connsiteX37" fmla="*/ 405230 w 462342"/>
                    <a:gd name="connsiteY37" fmla="*/ 114226 h 677195"/>
                    <a:gd name="connsiteX38" fmla="*/ 416108 w 462342"/>
                    <a:gd name="connsiteY38" fmla="*/ 141422 h 677195"/>
                    <a:gd name="connsiteX39" fmla="*/ 451464 w 462342"/>
                    <a:gd name="connsiteY39" fmla="*/ 201256 h 677195"/>
                    <a:gd name="connsiteX40" fmla="*/ 456903 w 462342"/>
                    <a:gd name="connsiteY40" fmla="*/ 252929 h 677195"/>
                    <a:gd name="connsiteX41" fmla="*/ 456903 w 462342"/>
                    <a:gd name="connsiteY41" fmla="*/ 291004 h 677195"/>
                    <a:gd name="connsiteX42" fmla="*/ 459623 w 462342"/>
                    <a:gd name="connsiteY42" fmla="*/ 318201 h 677195"/>
                    <a:gd name="connsiteX43" fmla="*/ 459623 w 462342"/>
                    <a:gd name="connsiteY43" fmla="*/ 326360 h 677195"/>
                    <a:gd name="connsiteX44" fmla="*/ 459623 w 462342"/>
                    <a:gd name="connsiteY44" fmla="*/ 348117 h 677195"/>
                    <a:gd name="connsiteX45" fmla="*/ 462342 w 462342"/>
                    <a:gd name="connsiteY45" fmla="*/ 367155 h 677195"/>
                    <a:gd name="connsiteX46" fmla="*/ 456903 w 462342"/>
                    <a:gd name="connsiteY46" fmla="*/ 391632 h 677195"/>
                    <a:gd name="connsiteX47" fmla="*/ 456903 w 462342"/>
                    <a:gd name="connsiteY47" fmla="*/ 418828 h 677195"/>
                    <a:gd name="connsiteX48" fmla="*/ 451464 w 462342"/>
                    <a:gd name="connsiteY48" fmla="*/ 437866 h 677195"/>
                    <a:gd name="connsiteX49" fmla="*/ 446025 w 462342"/>
                    <a:gd name="connsiteY49" fmla="*/ 454184 h 677195"/>
                    <a:gd name="connsiteX50" fmla="*/ 440585 w 462342"/>
                    <a:gd name="connsiteY50" fmla="*/ 481380 h 677195"/>
                    <a:gd name="connsiteX51" fmla="*/ 432426 w 462342"/>
                    <a:gd name="connsiteY51" fmla="*/ 508577 h 677195"/>
                    <a:gd name="connsiteX52" fmla="*/ 418828 w 462342"/>
                    <a:gd name="connsiteY52" fmla="*/ 530334 h 677195"/>
                    <a:gd name="connsiteX53" fmla="*/ 410669 w 462342"/>
                    <a:gd name="connsiteY53" fmla="*/ 549371 h 677195"/>
                    <a:gd name="connsiteX54" fmla="*/ 391631 w 462342"/>
                    <a:gd name="connsiteY54" fmla="*/ 579288 h 677195"/>
                    <a:gd name="connsiteX55" fmla="*/ 337238 w 462342"/>
                    <a:gd name="connsiteY55" fmla="*/ 630961 h 677195"/>
                    <a:gd name="connsiteX56" fmla="*/ 301883 w 462342"/>
                    <a:gd name="connsiteY56" fmla="*/ 647279 h 677195"/>
                    <a:gd name="connsiteX57" fmla="*/ 263807 w 462342"/>
                    <a:gd name="connsiteY57" fmla="*/ 652718 h 677195"/>
                    <a:gd name="connsiteX58" fmla="*/ 233891 w 462342"/>
                    <a:gd name="connsiteY58" fmla="*/ 649999 h 677195"/>
                    <a:gd name="connsiteX59" fmla="*/ 187657 w 462342"/>
                    <a:gd name="connsiteY59" fmla="*/ 652718 h 677195"/>
                    <a:gd name="connsiteX60" fmla="*/ 171339 w 462342"/>
                    <a:gd name="connsiteY60" fmla="*/ 669036 h 677195"/>
                    <a:gd name="connsiteX61" fmla="*/ 155021 w 462342"/>
                    <a:gd name="connsiteY61" fmla="*/ 671756 h 677195"/>
                    <a:gd name="connsiteX62" fmla="*/ 138703 w 462342"/>
                    <a:gd name="connsiteY62" fmla="*/ 674476 h 677195"/>
                    <a:gd name="connsiteX63" fmla="*/ 125105 w 462342"/>
                    <a:gd name="connsiteY63" fmla="*/ 677195 h 677195"/>
                    <a:gd name="connsiteX64" fmla="*/ 106067 w 462342"/>
                    <a:gd name="connsiteY64" fmla="*/ 671756 h 677195"/>
                    <a:gd name="connsiteX65" fmla="*/ 87029 w 462342"/>
                    <a:gd name="connsiteY65" fmla="*/ 658158 h 677195"/>
                    <a:gd name="connsiteX66" fmla="*/ 81590 w 462342"/>
                    <a:gd name="connsiteY66" fmla="*/ 652718 h 677195"/>
                    <a:gd name="connsiteX67" fmla="*/ 67992 w 462342"/>
                    <a:gd name="connsiteY67" fmla="*/ 652718 h 677195"/>
                    <a:gd name="connsiteX68" fmla="*/ 43515 w 462342"/>
                    <a:gd name="connsiteY68" fmla="*/ 652718 h 677195"/>
                    <a:gd name="connsiteX69" fmla="*/ 16318 w 462342"/>
                    <a:gd name="connsiteY69" fmla="*/ 647279 h 677195"/>
                    <a:gd name="connsiteX70" fmla="*/ 0 w 462342"/>
                    <a:gd name="connsiteY70" fmla="*/ 630961 h 677195"/>
                    <a:gd name="connsiteX71" fmla="*/ 5439 w 462342"/>
                    <a:gd name="connsiteY71" fmla="*/ 620083 h 677195"/>
                    <a:gd name="connsiteX72" fmla="*/ 27197 w 462342"/>
                    <a:gd name="connsiteY72" fmla="*/ 611924 h 677195"/>
                    <a:gd name="connsiteX73" fmla="*/ 65272 w 462342"/>
                    <a:gd name="connsiteY73" fmla="*/ 609204 h 677195"/>
                    <a:gd name="connsiteX74" fmla="*/ 65272 w 462342"/>
                    <a:gd name="connsiteY74" fmla="*/ 584727 h 677195"/>
                    <a:gd name="connsiteX75" fmla="*/ 62552 w 462342"/>
                    <a:gd name="connsiteY75" fmla="*/ 456903 h 677195"/>
                    <a:gd name="connsiteX76" fmla="*/ 65272 w 462342"/>
                    <a:gd name="connsiteY76" fmla="*/ 337238 h 677195"/>
                    <a:gd name="connsiteX77" fmla="*/ 67992 w 462342"/>
                    <a:gd name="connsiteY77" fmla="*/ 203975 h 677195"/>
                    <a:gd name="connsiteX78" fmla="*/ 70712 w 462342"/>
                    <a:gd name="connsiteY78" fmla="*/ 119665 h 677195"/>
                    <a:gd name="connsiteX79" fmla="*/ 73431 w 462342"/>
                    <a:gd name="connsiteY79" fmla="*/ 67992 h 677195"/>
                    <a:gd name="connsiteX80" fmla="*/ 67992 w 462342"/>
                    <a:gd name="connsiteY80" fmla="*/ 67992 h 677195"/>
                    <a:gd name="connsiteX81" fmla="*/ 43515 w 462342"/>
                    <a:gd name="connsiteY81" fmla="*/ 67992 h 677195"/>
                    <a:gd name="connsiteX82" fmla="*/ 16318 w 462342"/>
                    <a:gd name="connsiteY82" fmla="*/ 62552 h 677195"/>
                    <a:gd name="connsiteX83" fmla="*/ 0 w 462342"/>
                    <a:gd name="connsiteY83" fmla="*/ 46234 h 677195"/>
                    <a:gd name="connsiteX84" fmla="*/ 5439 w 462342"/>
                    <a:gd name="connsiteY84" fmla="*/ 35356 h 677195"/>
                    <a:gd name="connsiteX85" fmla="*/ 27197 w 462342"/>
                    <a:gd name="connsiteY85" fmla="*/ 27197 h 677195"/>
                    <a:gd name="connsiteX86" fmla="*/ 76151 w 462342"/>
                    <a:gd name="connsiteY86" fmla="*/ 21758 h 677195"/>
                    <a:gd name="connsiteX87" fmla="*/ 81590 w 462342"/>
                    <a:gd name="connsiteY87" fmla="*/ 13598 h 677195"/>
                    <a:gd name="connsiteX88" fmla="*/ 97908 w 462342"/>
                    <a:gd name="connsiteY88" fmla="*/ 5439 h 677195"/>
                    <a:gd name="connsiteX89" fmla="*/ 114226 w 462342"/>
                    <a:gd name="connsiteY89" fmla="*/ 0 h 6771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</a:cxnLst>
                  <a:rect l="l" t="t" r="r" b="b"/>
                  <a:pathLst>
                    <a:path w="462342" h="677195">
                      <a:moveTo>
                        <a:pt x="214853" y="65272"/>
                      </a:moveTo>
                      <a:cubicBezTo>
                        <a:pt x="203975" y="65272"/>
                        <a:pt x="195815" y="67992"/>
                        <a:pt x="195815" y="73431"/>
                      </a:cubicBezTo>
                      <a:cubicBezTo>
                        <a:pt x="193096" y="78870"/>
                        <a:pt x="193096" y="100628"/>
                        <a:pt x="193096" y="125105"/>
                      </a:cubicBezTo>
                      <a:cubicBezTo>
                        <a:pt x="193096" y="182217"/>
                        <a:pt x="193096" y="266527"/>
                        <a:pt x="190376" y="280125"/>
                      </a:cubicBezTo>
                      <a:cubicBezTo>
                        <a:pt x="190376" y="288284"/>
                        <a:pt x="190376" y="293723"/>
                        <a:pt x="190376" y="301882"/>
                      </a:cubicBezTo>
                      <a:cubicBezTo>
                        <a:pt x="190376" y="315480"/>
                        <a:pt x="190376" y="329079"/>
                        <a:pt x="193096" y="342677"/>
                      </a:cubicBezTo>
                      <a:cubicBezTo>
                        <a:pt x="193096" y="361715"/>
                        <a:pt x="193096" y="378033"/>
                        <a:pt x="195815" y="397070"/>
                      </a:cubicBezTo>
                      <a:cubicBezTo>
                        <a:pt x="195815" y="413388"/>
                        <a:pt x="195815" y="426986"/>
                        <a:pt x="195815" y="443304"/>
                      </a:cubicBezTo>
                      <a:cubicBezTo>
                        <a:pt x="195815" y="465061"/>
                        <a:pt x="198535" y="508576"/>
                        <a:pt x="195815" y="530333"/>
                      </a:cubicBezTo>
                      <a:cubicBezTo>
                        <a:pt x="195815" y="538492"/>
                        <a:pt x="193096" y="546651"/>
                        <a:pt x="193096" y="554810"/>
                      </a:cubicBezTo>
                      <a:cubicBezTo>
                        <a:pt x="193096" y="560249"/>
                        <a:pt x="190376" y="590166"/>
                        <a:pt x="190376" y="603764"/>
                      </a:cubicBezTo>
                      <a:cubicBezTo>
                        <a:pt x="190376" y="609203"/>
                        <a:pt x="190376" y="611923"/>
                        <a:pt x="198535" y="611923"/>
                      </a:cubicBezTo>
                      <a:cubicBezTo>
                        <a:pt x="206694" y="611923"/>
                        <a:pt x="209414" y="611923"/>
                        <a:pt x="214853" y="611923"/>
                      </a:cubicBezTo>
                      <a:cubicBezTo>
                        <a:pt x="223012" y="611923"/>
                        <a:pt x="220293" y="611923"/>
                        <a:pt x="236610" y="611923"/>
                      </a:cubicBezTo>
                      <a:cubicBezTo>
                        <a:pt x="242050" y="611923"/>
                        <a:pt x="258368" y="601044"/>
                        <a:pt x="263807" y="598325"/>
                      </a:cubicBezTo>
                      <a:cubicBezTo>
                        <a:pt x="266527" y="598325"/>
                        <a:pt x="274686" y="592885"/>
                        <a:pt x="277405" y="592885"/>
                      </a:cubicBezTo>
                      <a:cubicBezTo>
                        <a:pt x="285564" y="587446"/>
                        <a:pt x="288284" y="579287"/>
                        <a:pt x="291004" y="573848"/>
                      </a:cubicBezTo>
                      <a:cubicBezTo>
                        <a:pt x="296443" y="562969"/>
                        <a:pt x="301882" y="554810"/>
                        <a:pt x="307322" y="543931"/>
                      </a:cubicBezTo>
                      <a:cubicBezTo>
                        <a:pt x="315481" y="524894"/>
                        <a:pt x="320920" y="524894"/>
                        <a:pt x="326359" y="481379"/>
                      </a:cubicBezTo>
                      <a:cubicBezTo>
                        <a:pt x="329079" y="456903"/>
                        <a:pt x="334518" y="435145"/>
                        <a:pt x="337238" y="413388"/>
                      </a:cubicBezTo>
                      <a:cubicBezTo>
                        <a:pt x="337238" y="391631"/>
                        <a:pt x="337238" y="369873"/>
                        <a:pt x="337238" y="350836"/>
                      </a:cubicBezTo>
                      <a:cubicBezTo>
                        <a:pt x="337238" y="339957"/>
                        <a:pt x="337238" y="320920"/>
                        <a:pt x="334518" y="296443"/>
                      </a:cubicBezTo>
                      <a:cubicBezTo>
                        <a:pt x="331798" y="269246"/>
                        <a:pt x="329079" y="250209"/>
                        <a:pt x="329079" y="244769"/>
                      </a:cubicBezTo>
                      <a:cubicBezTo>
                        <a:pt x="323640" y="206694"/>
                        <a:pt x="318200" y="174058"/>
                        <a:pt x="307322" y="135983"/>
                      </a:cubicBezTo>
                      <a:cubicBezTo>
                        <a:pt x="304602" y="125105"/>
                        <a:pt x="304602" y="108787"/>
                        <a:pt x="271966" y="78870"/>
                      </a:cubicBezTo>
                      <a:cubicBezTo>
                        <a:pt x="263807" y="73431"/>
                        <a:pt x="233891" y="65272"/>
                        <a:pt x="214853" y="65272"/>
                      </a:cubicBezTo>
                      <a:close/>
                      <a:moveTo>
                        <a:pt x="114226" y="0"/>
                      </a:moveTo>
                      <a:cubicBezTo>
                        <a:pt x="119665" y="0"/>
                        <a:pt x="125105" y="0"/>
                        <a:pt x="127824" y="0"/>
                      </a:cubicBezTo>
                      <a:cubicBezTo>
                        <a:pt x="133264" y="0"/>
                        <a:pt x="141422" y="0"/>
                        <a:pt x="146862" y="2720"/>
                      </a:cubicBezTo>
                      <a:cubicBezTo>
                        <a:pt x="157741" y="5439"/>
                        <a:pt x="165900" y="13598"/>
                        <a:pt x="174059" y="21758"/>
                      </a:cubicBezTo>
                      <a:cubicBezTo>
                        <a:pt x="179498" y="21758"/>
                        <a:pt x="187657" y="21758"/>
                        <a:pt x="193096" y="21758"/>
                      </a:cubicBezTo>
                      <a:cubicBezTo>
                        <a:pt x="212134" y="21758"/>
                        <a:pt x="228452" y="27197"/>
                        <a:pt x="261088" y="27197"/>
                      </a:cubicBezTo>
                      <a:cubicBezTo>
                        <a:pt x="277405" y="27197"/>
                        <a:pt x="293723" y="35356"/>
                        <a:pt x="310042" y="35356"/>
                      </a:cubicBezTo>
                      <a:cubicBezTo>
                        <a:pt x="318200" y="35356"/>
                        <a:pt x="329079" y="35356"/>
                        <a:pt x="334518" y="40795"/>
                      </a:cubicBezTo>
                      <a:cubicBezTo>
                        <a:pt x="342677" y="46234"/>
                        <a:pt x="348117" y="54393"/>
                        <a:pt x="356276" y="59833"/>
                      </a:cubicBezTo>
                      <a:cubicBezTo>
                        <a:pt x="361715" y="65272"/>
                        <a:pt x="369874" y="67992"/>
                        <a:pt x="372593" y="76151"/>
                      </a:cubicBezTo>
                      <a:cubicBezTo>
                        <a:pt x="375313" y="81590"/>
                        <a:pt x="378033" y="89749"/>
                        <a:pt x="380752" y="95188"/>
                      </a:cubicBezTo>
                      <a:cubicBezTo>
                        <a:pt x="386192" y="103347"/>
                        <a:pt x="391631" y="106067"/>
                        <a:pt x="405230" y="114226"/>
                      </a:cubicBezTo>
                      <a:cubicBezTo>
                        <a:pt x="413388" y="119665"/>
                        <a:pt x="410669" y="133263"/>
                        <a:pt x="416108" y="141422"/>
                      </a:cubicBezTo>
                      <a:cubicBezTo>
                        <a:pt x="426987" y="160461"/>
                        <a:pt x="446025" y="182218"/>
                        <a:pt x="451464" y="201256"/>
                      </a:cubicBezTo>
                      <a:cubicBezTo>
                        <a:pt x="456903" y="220293"/>
                        <a:pt x="456903" y="236611"/>
                        <a:pt x="456903" y="252929"/>
                      </a:cubicBezTo>
                      <a:cubicBezTo>
                        <a:pt x="456903" y="266527"/>
                        <a:pt x="456903" y="277406"/>
                        <a:pt x="456903" y="291004"/>
                      </a:cubicBezTo>
                      <a:cubicBezTo>
                        <a:pt x="456903" y="299163"/>
                        <a:pt x="456903" y="307322"/>
                        <a:pt x="459623" y="318201"/>
                      </a:cubicBezTo>
                      <a:cubicBezTo>
                        <a:pt x="459623" y="320921"/>
                        <a:pt x="459623" y="323640"/>
                        <a:pt x="459623" y="326360"/>
                      </a:cubicBezTo>
                      <a:cubicBezTo>
                        <a:pt x="462342" y="331799"/>
                        <a:pt x="459623" y="337238"/>
                        <a:pt x="459623" y="348117"/>
                      </a:cubicBezTo>
                      <a:cubicBezTo>
                        <a:pt x="459623" y="350837"/>
                        <a:pt x="462342" y="361715"/>
                        <a:pt x="462342" y="367155"/>
                      </a:cubicBezTo>
                      <a:cubicBezTo>
                        <a:pt x="462342" y="375314"/>
                        <a:pt x="456903" y="383473"/>
                        <a:pt x="456903" y="391632"/>
                      </a:cubicBezTo>
                      <a:cubicBezTo>
                        <a:pt x="456903" y="399790"/>
                        <a:pt x="456903" y="410669"/>
                        <a:pt x="456903" y="418828"/>
                      </a:cubicBezTo>
                      <a:cubicBezTo>
                        <a:pt x="456903" y="421548"/>
                        <a:pt x="454183" y="429707"/>
                        <a:pt x="451464" y="437866"/>
                      </a:cubicBezTo>
                      <a:cubicBezTo>
                        <a:pt x="448744" y="443305"/>
                        <a:pt x="448744" y="451464"/>
                        <a:pt x="446025" y="454184"/>
                      </a:cubicBezTo>
                      <a:cubicBezTo>
                        <a:pt x="443305" y="462343"/>
                        <a:pt x="440585" y="473221"/>
                        <a:pt x="440585" y="481380"/>
                      </a:cubicBezTo>
                      <a:cubicBezTo>
                        <a:pt x="437865" y="489539"/>
                        <a:pt x="437865" y="500418"/>
                        <a:pt x="432426" y="508577"/>
                      </a:cubicBezTo>
                      <a:cubicBezTo>
                        <a:pt x="429706" y="516736"/>
                        <a:pt x="424267" y="522175"/>
                        <a:pt x="418828" y="530334"/>
                      </a:cubicBezTo>
                      <a:cubicBezTo>
                        <a:pt x="416108" y="535773"/>
                        <a:pt x="413388" y="543932"/>
                        <a:pt x="410669" y="549371"/>
                      </a:cubicBezTo>
                      <a:cubicBezTo>
                        <a:pt x="405230" y="557531"/>
                        <a:pt x="397071" y="573848"/>
                        <a:pt x="391631" y="579288"/>
                      </a:cubicBezTo>
                      <a:cubicBezTo>
                        <a:pt x="369874" y="609204"/>
                        <a:pt x="350836" y="620083"/>
                        <a:pt x="337238" y="630961"/>
                      </a:cubicBezTo>
                      <a:cubicBezTo>
                        <a:pt x="326359" y="639120"/>
                        <a:pt x="315481" y="641840"/>
                        <a:pt x="301883" y="647279"/>
                      </a:cubicBezTo>
                      <a:cubicBezTo>
                        <a:pt x="291004" y="649999"/>
                        <a:pt x="277405" y="652718"/>
                        <a:pt x="263807" y="652718"/>
                      </a:cubicBezTo>
                      <a:cubicBezTo>
                        <a:pt x="252929" y="652718"/>
                        <a:pt x="244770" y="649999"/>
                        <a:pt x="233891" y="649999"/>
                      </a:cubicBezTo>
                      <a:cubicBezTo>
                        <a:pt x="206694" y="649999"/>
                        <a:pt x="217573" y="652718"/>
                        <a:pt x="187657" y="652718"/>
                      </a:cubicBezTo>
                      <a:cubicBezTo>
                        <a:pt x="184937" y="660877"/>
                        <a:pt x="179498" y="666317"/>
                        <a:pt x="171339" y="669036"/>
                      </a:cubicBezTo>
                      <a:cubicBezTo>
                        <a:pt x="165900" y="671756"/>
                        <a:pt x="160460" y="671756"/>
                        <a:pt x="155021" y="671756"/>
                      </a:cubicBezTo>
                      <a:cubicBezTo>
                        <a:pt x="149581" y="671756"/>
                        <a:pt x="144142" y="674476"/>
                        <a:pt x="138703" y="674476"/>
                      </a:cubicBezTo>
                      <a:cubicBezTo>
                        <a:pt x="135983" y="674476"/>
                        <a:pt x="127824" y="677195"/>
                        <a:pt x="125105" y="677195"/>
                      </a:cubicBezTo>
                      <a:cubicBezTo>
                        <a:pt x="116946" y="677195"/>
                        <a:pt x="108787" y="671756"/>
                        <a:pt x="106067" y="671756"/>
                      </a:cubicBezTo>
                      <a:cubicBezTo>
                        <a:pt x="100628" y="669036"/>
                        <a:pt x="95188" y="663597"/>
                        <a:pt x="87029" y="658158"/>
                      </a:cubicBezTo>
                      <a:cubicBezTo>
                        <a:pt x="84310" y="655438"/>
                        <a:pt x="81590" y="655438"/>
                        <a:pt x="81590" y="652718"/>
                      </a:cubicBezTo>
                      <a:cubicBezTo>
                        <a:pt x="73431" y="652718"/>
                        <a:pt x="81590" y="652718"/>
                        <a:pt x="67992" y="652718"/>
                      </a:cubicBezTo>
                      <a:cubicBezTo>
                        <a:pt x="59833" y="652718"/>
                        <a:pt x="51674" y="652718"/>
                        <a:pt x="43515" y="652718"/>
                      </a:cubicBezTo>
                      <a:cubicBezTo>
                        <a:pt x="35356" y="652718"/>
                        <a:pt x="24477" y="652718"/>
                        <a:pt x="16318" y="647279"/>
                      </a:cubicBezTo>
                      <a:cubicBezTo>
                        <a:pt x="8159" y="644559"/>
                        <a:pt x="0" y="636401"/>
                        <a:pt x="0" y="630961"/>
                      </a:cubicBezTo>
                      <a:cubicBezTo>
                        <a:pt x="0" y="625522"/>
                        <a:pt x="0" y="622802"/>
                        <a:pt x="5439" y="620083"/>
                      </a:cubicBezTo>
                      <a:cubicBezTo>
                        <a:pt x="10879" y="617363"/>
                        <a:pt x="21758" y="614643"/>
                        <a:pt x="27197" y="611924"/>
                      </a:cubicBezTo>
                      <a:cubicBezTo>
                        <a:pt x="38076" y="609204"/>
                        <a:pt x="54393" y="609204"/>
                        <a:pt x="65272" y="609204"/>
                      </a:cubicBezTo>
                      <a:cubicBezTo>
                        <a:pt x="65272" y="601045"/>
                        <a:pt x="65272" y="592886"/>
                        <a:pt x="65272" y="584727"/>
                      </a:cubicBezTo>
                      <a:cubicBezTo>
                        <a:pt x="65272" y="541213"/>
                        <a:pt x="62552" y="500418"/>
                        <a:pt x="62552" y="456903"/>
                      </a:cubicBezTo>
                      <a:cubicBezTo>
                        <a:pt x="62552" y="440585"/>
                        <a:pt x="65272" y="397071"/>
                        <a:pt x="65272" y="337238"/>
                      </a:cubicBezTo>
                      <a:cubicBezTo>
                        <a:pt x="65272" y="293724"/>
                        <a:pt x="67992" y="247490"/>
                        <a:pt x="67992" y="203975"/>
                      </a:cubicBezTo>
                      <a:cubicBezTo>
                        <a:pt x="67992" y="179498"/>
                        <a:pt x="67992" y="149582"/>
                        <a:pt x="70712" y="119665"/>
                      </a:cubicBezTo>
                      <a:cubicBezTo>
                        <a:pt x="70712" y="103347"/>
                        <a:pt x="73431" y="84309"/>
                        <a:pt x="73431" y="67992"/>
                      </a:cubicBezTo>
                      <a:cubicBezTo>
                        <a:pt x="73431" y="67992"/>
                        <a:pt x="70712" y="67992"/>
                        <a:pt x="67992" y="67992"/>
                      </a:cubicBezTo>
                      <a:cubicBezTo>
                        <a:pt x="59833" y="67992"/>
                        <a:pt x="51674" y="67992"/>
                        <a:pt x="43515" y="67992"/>
                      </a:cubicBezTo>
                      <a:cubicBezTo>
                        <a:pt x="35356" y="67992"/>
                        <a:pt x="24477" y="67992"/>
                        <a:pt x="16318" y="62552"/>
                      </a:cubicBezTo>
                      <a:cubicBezTo>
                        <a:pt x="8159" y="59833"/>
                        <a:pt x="0" y="51674"/>
                        <a:pt x="0" y="46234"/>
                      </a:cubicBezTo>
                      <a:cubicBezTo>
                        <a:pt x="0" y="43515"/>
                        <a:pt x="0" y="38075"/>
                        <a:pt x="5439" y="35356"/>
                      </a:cubicBezTo>
                      <a:cubicBezTo>
                        <a:pt x="10879" y="32636"/>
                        <a:pt x="21758" y="29916"/>
                        <a:pt x="27197" y="27197"/>
                      </a:cubicBezTo>
                      <a:cubicBezTo>
                        <a:pt x="46234" y="24477"/>
                        <a:pt x="65272" y="21758"/>
                        <a:pt x="76151" y="21758"/>
                      </a:cubicBezTo>
                      <a:cubicBezTo>
                        <a:pt x="76151" y="19038"/>
                        <a:pt x="78871" y="16318"/>
                        <a:pt x="81590" y="13598"/>
                      </a:cubicBezTo>
                      <a:cubicBezTo>
                        <a:pt x="84310" y="10879"/>
                        <a:pt x="92469" y="5439"/>
                        <a:pt x="97908" y="5439"/>
                      </a:cubicBezTo>
                      <a:cubicBezTo>
                        <a:pt x="103347" y="2720"/>
                        <a:pt x="108787" y="0"/>
                        <a:pt x="114226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102" name="Freeform: Shape 101">
                  <a:extLst>
                    <a:ext uri="{FF2B5EF4-FFF2-40B4-BE49-F238E27FC236}">
                      <a16:creationId xmlns:a16="http://schemas.microsoft.com/office/drawing/2014/main" id="{720A281F-9EA0-4D1F-A96B-B79AE699F05A}"/>
                    </a:ext>
                  </a:extLst>
                </p:cNvPr>
                <p:cNvSpPr/>
                <p:nvPr/>
              </p:nvSpPr>
              <p:spPr>
                <a:xfrm>
                  <a:off x="7310622" y="4197597"/>
                  <a:ext cx="489539" cy="761503"/>
                </a:xfrm>
                <a:custGeom>
                  <a:avLst/>
                  <a:gdLst>
                    <a:gd name="connsiteX0" fmla="*/ 433491 w 489538"/>
                    <a:gd name="connsiteY0" fmla="*/ 651063 h 761503"/>
                    <a:gd name="connsiteX1" fmla="*/ 438930 w 489538"/>
                    <a:gd name="connsiteY1" fmla="*/ 661942 h 761503"/>
                    <a:gd name="connsiteX2" fmla="*/ 425332 w 489538"/>
                    <a:gd name="connsiteY2" fmla="*/ 683699 h 761503"/>
                    <a:gd name="connsiteX3" fmla="*/ 400855 w 489538"/>
                    <a:gd name="connsiteY3" fmla="*/ 691858 h 761503"/>
                    <a:gd name="connsiteX4" fmla="*/ 343742 w 489538"/>
                    <a:gd name="connsiteY4" fmla="*/ 700017 h 761503"/>
                    <a:gd name="connsiteX5" fmla="*/ 316546 w 489538"/>
                    <a:gd name="connsiteY5" fmla="*/ 705456 h 761503"/>
                    <a:gd name="connsiteX6" fmla="*/ 275751 w 489538"/>
                    <a:gd name="connsiteY6" fmla="*/ 705456 h 761503"/>
                    <a:gd name="connsiteX7" fmla="*/ 264872 w 489538"/>
                    <a:gd name="connsiteY7" fmla="*/ 708176 h 761503"/>
                    <a:gd name="connsiteX8" fmla="*/ 253994 w 489538"/>
                    <a:gd name="connsiteY8" fmla="*/ 708176 h 761503"/>
                    <a:gd name="connsiteX9" fmla="*/ 240395 w 489538"/>
                    <a:gd name="connsiteY9" fmla="*/ 719054 h 761503"/>
                    <a:gd name="connsiteX10" fmla="*/ 224077 w 489538"/>
                    <a:gd name="connsiteY10" fmla="*/ 721774 h 761503"/>
                    <a:gd name="connsiteX11" fmla="*/ 205040 w 489538"/>
                    <a:gd name="connsiteY11" fmla="*/ 724494 h 761503"/>
                    <a:gd name="connsiteX12" fmla="*/ 191441 w 489538"/>
                    <a:gd name="connsiteY12" fmla="*/ 727213 h 761503"/>
                    <a:gd name="connsiteX13" fmla="*/ 169684 w 489538"/>
                    <a:gd name="connsiteY13" fmla="*/ 721774 h 761503"/>
                    <a:gd name="connsiteX14" fmla="*/ 150646 w 489538"/>
                    <a:gd name="connsiteY14" fmla="*/ 708176 h 761503"/>
                    <a:gd name="connsiteX15" fmla="*/ 139768 w 489538"/>
                    <a:gd name="connsiteY15" fmla="*/ 708176 h 761503"/>
                    <a:gd name="connsiteX16" fmla="*/ 120730 w 489538"/>
                    <a:gd name="connsiteY16" fmla="*/ 708176 h 761503"/>
                    <a:gd name="connsiteX17" fmla="*/ 98973 w 489538"/>
                    <a:gd name="connsiteY17" fmla="*/ 708176 h 761503"/>
                    <a:gd name="connsiteX18" fmla="*/ 74496 w 489538"/>
                    <a:gd name="connsiteY18" fmla="*/ 702736 h 761503"/>
                    <a:gd name="connsiteX19" fmla="*/ 58178 w 489538"/>
                    <a:gd name="connsiteY19" fmla="*/ 683699 h 761503"/>
                    <a:gd name="connsiteX20" fmla="*/ 63617 w 489538"/>
                    <a:gd name="connsiteY20" fmla="*/ 675540 h 761503"/>
                    <a:gd name="connsiteX21" fmla="*/ 85375 w 489538"/>
                    <a:gd name="connsiteY21" fmla="*/ 667381 h 761503"/>
                    <a:gd name="connsiteX22" fmla="*/ 128889 w 489538"/>
                    <a:gd name="connsiteY22" fmla="*/ 661942 h 761503"/>
                    <a:gd name="connsiteX23" fmla="*/ 128889 w 489538"/>
                    <a:gd name="connsiteY23" fmla="*/ 602109 h 761503"/>
                    <a:gd name="connsiteX24" fmla="*/ 126170 w 489538"/>
                    <a:gd name="connsiteY24" fmla="*/ 523239 h 761503"/>
                    <a:gd name="connsiteX25" fmla="*/ 126170 w 489538"/>
                    <a:gd name="connsiteY25" fmla="*/ 468846 h 761503"/>
                    <a:gd name="connsiteX26" fmla="*/ 123450 w 489538"/>
                    <a:gd name="connsiteY26" fmla="*/ 409014 h 761503"/>
                    <a:gd name="connsiteX27" fmla="*/ 123450 w 489538"/>
                    <a:gd name="connsiteY27" fmla="*/ 384537 h 761503"/>
                    <a:gd name="connsiteX28" fmla="*/ 126170 w 489538"/>
                    <a:gd name="connsiteY28" fmla="*/ 349181 h 761503"/>
                    <a:gd name="connsiteX29" fmla="*/ 126170 w 489538"/>
                    <a:gd name="connsiteY29" fmla="*/ 324704 h 761503"/>
                    <a:gd name="connsiteX30" fmla="*/ 128889 w 489538"/>
                    <a:gd name="connsiteY30" fmla="*/ 292068 h 761503"/>
                    <a:gd name="connsiteX31" fmla="*/ 134329 w 489538"/>
                    <a:gd name="connsiteY31" fmla="*/ 234956 h 761503"/>
                    <a:gd name="connsiteX32" fmla="*/ 134329 w 489538"/>
                    <a:gd name="connsiteY32" fmla="*/ 172404 h 761503"/>
                    <a:gd name="connsiteX33" fmla="*/ 137048 w 489538"/>
                    <a:gd name="connsiteY33" fmla="*/ 123450 h 761503"/>
                    <a:gd name="connsiteX34" fmla="*/ 123450 w 489538"/>
                    <a:gd name="connsiteY34" fmla="*/ 123450 h 761503"/>
                    <a:gd name="connsiteX35" fmla="*/ 101693 w 489538"/>
                    <a:gd name="connsiteY35" fmla="*/ 123450 h 761503"/>
                    <a:gd name="connsiteX36" fmla="*/ 77216 w 489538"/>
                    <a:gd name="connsiteY36" fmla="*/ 118011 h 761503"/>
                    <a:gd name="connsiteX37" fmla="*/ 60898 w 489538"/>
                    <a:gd name="connsiteY37" fmla="*/ 98973 h 761503"/>
                    <a:gd name="connsiteX38" fmla="*/ 66337 w 489538"/>
                    <a:gd name="connsiteY38" fmla="*/ 90814 h 761503"/>
                    <a:gd name="connsiteX39" fmla="*/ 88094 w 489538"/>
                    <a:gd name="connsiteY39" fmla="*/ 82655 h 761503"/>
                    <a:gd name="connsiteX40" fmla="*/ 145207 w 489538"/>
                    <a:gd name="connsiteY40" fmla="*/ 77216 h 761503"/>
                    <a:gd name="connsiteX41" fmla="*/ 145207 w 489538"/>
                    <a:gd name="connsiteY41" fmla="*/ 77216 h 761503"/>
                    <a:gd name="connsiteX42" fmla="*/ 153366 w 489538"/>
                    <a:gd name="connsiteY42" fmla="*/ 69057 h 761503"/>
                    <a:gd name="connsiteX43" fmla="*/ 177843 w 489538"/>
                    <a:gd name="connsiteY43" fmla="*/ 60898 h 761503"/>
                    <a:gd name="connsiteX44" fmla="*/ 196881 w 489538"/>
                    <a:gd name="connsiteY44" fmla="*/ 58178 h 761503"/>
                    <a:gd name="connsiteX45" fmla="*/ 205040 w 489538"/>
                    <a:gd name="connsiteY45" fmla="*/ 58178 h 761503"/>
                    <a:gd name="connsiteX46" fmla="*/ 215919 w 489538"/>
                    <a:gd name="connsiteY46" fmla="*/ 63617 h 761503"/>
                    <a:gd name="connsiteX47" fmla="*/ 229517 w 489538"/>
                    <a:gd name="connsiteY47" fmla="*/ 69057 h 761503"/>
                    <a:gd name="connsiteX48" fmla="*/ 256713 w 489538"/>
                    <a:gd name="connsiteY48" fmla="*/ 77216 h 761503"/>
                    <a:gd name="connsiteX49" fmla="*/ 264872 w 489538"/>
                    <a:gd name="connsiteY49" fmla="*/ 77216 h 761503"/>
                    <a:gd name="connsiteX50" fmla="*/ 281190 w 489538"/>
                    <a:gd name="connsiteY50" fmla="*/ 77216 h 761503"/>
                    <a:gd name="connsiteX51" fmla="*/ 330144 w 489538"/>
                    <a:gd name="connsiteY51" fmla="*/ 77216 h 761503"/>
                    <a:gd name="connsiteX52" fmla="*/ 357341 w 489538"/>
                    <a:gd name="connsiteY52" fmla="*/ 79935 h 761503"/>
                    <a:gd name="connsiteX53" fmla="*/ 387257 w 489538"/>
                    <a:gd name="connsiteY53" fmla="*/ 82655 h 761503"/>
                    <a:gd name="connsiteX54" fmla="*/ 406295 w 489538"/>
                    <a:gd name="connsiteY54" fmla="*/ 85375 h 761503"/>
                    <a:gd name="connsiteX55" fmla="*/ 417173 w 489538"/>
                    <a:gd name="connsiteY55" fmla="*/ 79935 h 761503"/>
                    <a:gd name="connsiteX56" fmla="*/ 425332 w 489538"/>
                    <a:gd name="connsiteY56" fmla="*/ 85375 h 761503"/>
                    <a:gd name="connsiteX57" fmla="*/ 433491 w 489538"/>
                    <a:gd name="connsiteY57" fmla="*/ 104412 h 761503"/>
                    <a:gd name="connsiteX58" fmla="*/ 436211 w 489538"/>
                    <a:gd name="connsiteY58" fmla="*/ 137048 h 761503"/>
                    <a:gd name="connsiteX59" fmla="*/ 438930 w 489538"/>
                    <a:gd name="connsiteY59" fmla="*/ 183282 h 761503"/>
                    <a:gd name="connsiteX60" fmla="*/ 422612 w 489538"/>
                    <a:gd name="connsiteY60" fmla="*/ 218638 h 761503"/>
                    <a:gd name="connsiteX61" fmla="*/ 406295 w 489538"/>
                    <a:gd name="connsiteY61" fmla="*/ 213198 h 761503"/>
                    <a:gd name="connsiteX62" fmla="*/ 398136 w 489538"/>
                    <a:gd name="connsiteY62" fmla="*/ 196881 h 761503"/>
                    <a:gd name="connsiteX63" fmla="*/ 395416 w 489538"/>
                    <a:gd name="connsiteY63" fmla="*/ 175123 h 761503"/>
                    <a:gd name="connsiteX64" fmla="*/ 395416 w 489538"/>
                    <a:gd name="connsiteY64" fmla="*/ 153366 h 761503"/>
                    <a:gd name="connsiteX65" fmla="*/ 395416 w 489538"/>
                    <a:gd name="connsiteY65" fmla="*/ 126170 h 761503"/>
                    <a:gd name="connsiteX66" fmla="*/ 370939 w 489538"/>
                    <a:gd name="connsiteY66" fmla="*/ 128889 h 761503"/>
                    <a:gd name="connsiteX67" fmla="*/ 338303 w 489538"/>
                    <a:gd name="connsiteY67" fmla="*/ 131609 h 761503"/>
                    <a:gd name="connsiteX68" fmla="*/ 286629 w 489538"/>
                    <a:gd name="connsiteY68" fmla="*/ 134328 h 761503"/>
                    <a:gd name="connsiteX69" fmla="*/ 273031 w 489538"/>
                    <a:gd name="connsiteY69" fmla="*/ 137048 h 761503"/>
                    <a:gd name="connsiteX70" fmla="*/ 262153 w 489538"/>
                    <a:gd name="connsiteY70" fmla="*/ 142487 h 761503"/>
                    <a:gd name="connsiteX71" fmla="*/ 259433 w 489538"/>
                    <a:gd name="connsiteY71" fmla="*/ 153366 h 761503"/>
                    <a:gd name="connsiteX72" fmla="*/ 262153 w 489538"/>
                    <a:gd name="connsiteY72" fmla="*/ 166964 h 761503"/>
                    <a:gd name="connsiteX73" fmla="*/ 262153 w 489538"/>
                    <a:gd name="connsiteY73" fmla="*/ 196881 h 761503"/>
                    <a:gd name="connsiteX74" fmla="*/ 262153 w 489538"/>
                    <a:gd name="connsiteY74" fmla="*/ 215918 h 761503"/>
                    <a:gd name="connsiteX75" fmla="*/ 262153 w 489538"/>
                    <a:gd name="connsiteY75" fmla="*/ 251274 h 761503"/>
                    <a:gd name="connsiteX76" fmla="*/ 259433 w 489538"/>
                    <a:gd name="connsiteY76" fmla="*/ 278470 h 761503"/>
                    <a:gd name="connsiteX77" fmla="*/ 259433 w 489538"/>
                    <a:gd name="connsiteY77" fmla="*/ 308386 h 761503"/>
                    <a:gd name="connsiteX78" fmla="*/ 259433 w 489538"/>
                    <a:gd name="connsiteY78" fmla="*/ 321985 h 761503"/>
                    <a:gd name="connsiteX79" fmla="*/ 259433 w 489538"/>
                    <a:gd name="connsiteY79" fmla="*/ 332863 h 761503"/>
                    <a:gd name="connsiteX80" fmla="*/ 267592 w 489538"/>
                    <a:gd name="connsiteY80" fmla="*/ 335583 h 761503"/>
                    <a:gd name="connsiteX81" fmla="*/ 281190 w 489538"/>
                    <a:gd name="connsiteY81" fmla="*/ 335583 h 761503"/>
                    <a:gd name="connsiteX82" fmla="*/ 327424 w 489538"/>
                    <a:gd name="connsiteY82" fmla="*/ 338303 h 761503"/>
                    <a:gd name="connsiteX83" fmla="*/ 351901 w 489538"/>
                    <a:gd name="connsiteY83" fmla="*/ 341022 h 761503"/>
                    <a:gd name="connsiteX84" fmla="*/ 351901 w 489538"/>
                    <a:gd name="connsiteY84" fmla="*/ 335583 h 761503"/>
                    <a:gd name="connsiteX85" fmla="*/ 351901 w 489538"/>
                    <a:gd name="connsiteY85" fmla="*/ 313826 h 761503"/>
                    <a:gd name="connsiteX86" fmla="*/ 357341 w 489538"/>
                    <a:gd name="connsiteY86" fmla="*/ 289349 h 761503"/>
                    <a:gd name="connsiteX87" fmla="*/ 373658 w 489538"/>
                    <a:gd name="connsiteY87" fmla="*/ 273031 h 761503"/>
                    <a:gd name="connsiteX88" fmla="*/ 381817 w 489538"/>
                    <a:gd name="connsiteY88" fmla="*/ 278470 h 761503"/>
                    <a:gd name="connsiteX89" fmla="*/ 389977 w 489538"/>
                    <a:gd name="connsiteY89" fmla="*/ 300228 h 761503"/>
                    <a:gd name="connsiteX90" fmla="*/ 395416 w 489538"/>
                    <a:gd name="connsiteY90" fmla="*/ 351901 h 761503"/>
                    <a:gd name="connsiteX91" fmla="*/ 398136 w 489538"/>
                    <a:gd name="connsiteY91" fmla="*/ 409014 h 761503"/>
                    <a:gd name="connsiteX92" fmla="*/ 381817 w 489538"/>
                    <a:gd name="connsiteY92" fmla="*/ 444369 h 761503"/>
                    <a:gd name="connsiteX93" fmla="*/ 365500 w 489538"/>
                    <a:gd name="connsiteY93" fmla="*/ 438930 h 761503"/>
                    <a:gd name="connsiteX94" fmla="*/ 357341 w 489538"/>
                    <a:gd name="connsiteY94" fmla="*/ 422612 h 761503"/>
                    <a:gd name="connsiteX95" fmla="*/ 354621 w 489538"/>
                    <a:gd name="connsiteY95" fmla="*/ 400855 h 761503"/>
                    <a:gd name="connsiteX96" fmla="*/ 354621 w 489538"/>
                    <a:gd name="connsiteY96" fmla="*/ 381817 h 761503"/>
                    <a:gd name="connsiteX97" fmla="*/ 270312 w 489538"/>
                    <a:gd name="connsiteY97" fmla="*/ 381817 h 761503"/>
                    <a:gd name="connsiteX98" fmla="*/ 256713 w 489538"/>
                    <a:gd name="connsiteY98" fmla="*/ 395415 h 761503"/>
                    <a:gd name="connsiteX99" fmla="*/ 253994 w 489538"/>
                    <a:gd name="connsiteY99" fmla="*/ 422612 h 761503"/>
                    <a:gd name="connsiteX100" fmla="*/ 253994 w 489538"/>
                    <a:gd name="connsiteY100" fmla="*/ 433490 h 761503"/>
                    <a:gd name="connsiteX101" fmla="*/ 253994 w 489538"/>
                    <a:gd name="connsiteY101" fmla="*/ 449809 h 761503"/>
                    <a:gd name="connsiteX102" fmla="*/ 256713 w 489538"/>
                    <a:gd name="connsiteY102" fmla="*/ 474285 h 761503"/>
                    <a:gd name="connsiteX103" fmla="*/ 256713 w 489538"/>
                    <a:gd name="connsiteY103" fmla="*/ 496043 h 761503"/>
                    <a:gd name="connsiteX104" fmla="*/ 259433 w 489538"/>
                    <a:gd name="connsiteY104" fmla="*/ 534118 h 761503"/>
                    <a:gd name="connsiteX105" fmla="*/ 259433 w 489538"/>
                    <a:gd name="connsiteY105" fmla="*/ 591231 h 761503"/>
                    <a:gd name="connsiteX106" fmla="*/ 262153 w 489538"/>
                    <a:gd name="connsiteY106" fmla="*/ 618427 h 761503"/>
                    <a:gd name="connsiteX107" fmla="*/ 267592 w 489538"/>
                    <a:gd name="connsiteY107" fmla="*/ 648343 h 761503"/>
                    <a:gd name="connsiteX108" fmla="*/ 292069 w 489538"/>
                    <a:gd name="connsiteY108" fmla="*/ 651063 h 761503"/>
                    <a:gd name="connsiteX109" fmla="*/ 327424 w 489538"/>
                    <a:gd name="connsiteY109" fmla="*/ 651063 h 761503"/>
                    <a:gd name="connsiteX110" fmla="*/ 362780 w 489538"/>
                    <a:gd name="connsiteY110" fmla="*/ 653783 h 761503"/>
                    <a:gd name="connsiteX111" fmla="*/ 395416 w 489538"/>
                    <a:gd name="connsiteY111" fmla="*/ 648343 h 761503"/>
                    <a:gd name="connsiteX112" fmla="*/ 395416 w 489538"/>
                    <a:gd name="connsiteY112" fmla="*/ 618427 h 761503"/>
                    <a:gd name="connsiteX113" fmla="*/ 395416 w 489538"/>
                    <a:gd name="connsiteY113" fmla="*/ 596670 h 761503"/>
                    <a:gd name="connsiteX114" fmla="*/ 398136 w 489538"/>
                    <a:gd name="connsiteY114" fmla="*/ 574913 h 761503"/>
                    <a:gd name="connsiteX115" fmla="*/ 406295 w 489538"/>
                    <a:gd name="connsiteY115" fmla="*/ 558595 h 761503"/>
                    <a:gd name="connsiteX116" fmla="*/ 422612 w 489538"/>
                    <a:gd name="connsiteY116" fmla="*/ 553155 h 761503"/>
                    <a:gd name="connsiteX117" fmla="*/ 438930 w 489538"/>
                    <a:gd name="connsiteY117" fmla="*/ 588511 h 761503"/>
                    <a:gd name="connsiteX118" fmla="*/ 436211 w 489538"/>
                    <a:gd name="connsiteY118" fmla="*/ 645624 h 761503"/>
                    <a:gd name="connsiteX119" fmla="*/ 433491 w 489538"/>
                    <a:gd name="connsiteY119" fmla="*/ 651063 h 761503"/>
                    <a:gd name="connsiteX120" fmla="*/ 433491 w 489538"/>
                    <a:gd name="connsiteY120" fmla="*/ 651063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</a:cxnLst>
                  <a:rect l="l" t="t" r="r" b="b"/>
                  <a:pathLst>
                    <a:path w="489538" h="761503">
                      <a:moveTo>
                        <a:pt x="433491" y="651063"/>
                      </a:moveTo>
                      <a:cubicBezTo>
                        <a:pt x="436211" y="653783"/>
                        <a:pt x="438930" y="656502"/>
                        <a:pt x="438930" y="661942"/>
                      </a:cubicBezTo>
                      <a:cubicBezTo>
                        <a:pt x="438930" y="670101"/>
                        <a:pt x="433491" y="678259"/>
                        <a:pt x="425332" y="683699"/>
                      </a:cubicBezTo>
                      <a:cubicBezTo>
                        <a:pt x="417173" y="689138"/>
                        <a:pt x="409014" y="689138"/>
                        <a:pt x="400855" y="691858"/>
                      </a:cubicBezTo>
                      <a:cubicBezTo>
                        <a:pt x="381817" y="694578"/>
                        <a:pt x="362780" y="694578"/>
                        <a:pt x="343742" y="700017"/>
                      </a:cubicBezTo>
                      <a:cubicBezTo>
                        <a:pt x="335583" y="702736"/>
                        <a:pt x="324705" y="702736"/>
                        <a:pt x="316546" y="705456"/>
                      </a:cubicBezTo>
                      <a:cubicBezTo>
                        <a:pt x="308387" y="705456"/>
                        <a:pt x="289349" y="705456"/>
                        <a:pt x="275751" y="705456"/>
                      </a:cubicBezTo>
                      <a:cubicBezTo>
                        <a:pt x="270312" y="705456"/>
                        <a:pt x="267592" y="708176"/>
                        <a:pt x="264872" y="708176"/>
                      </a:cubicBezTo>
                      <a:cubicBezTo>
                        <a:pt x="264872" y="708176"/>
                        <a:pt x="259433" y="708176"/>
                        <a:pt x="253994" y="708176"/>
                      </a:cubicBezTo>
                      <a:cubicBezTo>
                        <a:pt x="251274" y="713615"/>
                        <a:pt x="245835" y="716335"/>
                        <a:pt x="240395" y="719054"/>
                      </a:cubicBezTo>
                      <a:cubicBezTo>
                        <a:pt x="234956" y="721774"/>
                        <a:pt x="229517" y="721774"/>
                        <a:pt x="224077" y="721774"/>
                      </a:cubicBezTo>
                      <a:cubicBezTo>
                        <a:pt x="218638" y="721774"/>
                        <a:pt x="213199" y="724494"/>
                        <a:pt x="205040" y="724494"/>
                      </a:cubicBezTo>
                      <a:cubicBezTo>
                        <a:pt x="202320" y="724494"/>
                        <a:pt x="194161" y="727213"/>
                        <a:pt x="191441" y="727213"/>
                      </a:cubicBezTo>
                      <a:cubicBezTo>
                        <a:pt x="183282" y="727213"/>
                        <a:pt x="172404" y="721774"/>
                        <a:pt x="169684" y="721774"/>
                      </a:cubicBezTo>
                      <a:cubicBezTo>
                        <a:pt x="164245" y="719054"/>
                        <a:pt x="156086" y="713615"/>
                        <a:pt x="150646" y="708176"/>
                      </a:cubicBezTo>
                      <a:cubicBezTo>
                        <a:pt x="145207" y="708176"/>
                        <a:pt x="139768" y="708176"/>
                        <a:pt x="139768" y="708176"/>
                      </a:cubicBezTo>
                      <a:cubicBezTo>
                        <a:pt x="126170" y="708176"/>
                        <a:pt x="137048" y="708176"/>
                        <a:pt x="120730" y="708176"/>
                      </a:cubicBezTo>
                      <a:cubicBezTo>
                        <a:pt x="112571" y="708176"/>
                        <a:pt x="104412" y="708176"/>
                        <a:pt x="98973" y="708176"/>
                      </a:cubicBezTo>
                      <a:cubicBezTo>
                        <a:pt x="90814" y="708176"/>
                        <a:pt x="79936" y="708176"/>
                        <a:pt x="74496" y="702736"/>
                      </a:cubicBezTo>
                      <a:cubicBezTo>
                        <a:pt x="66337" y="700017"/>
                        <a:pt x="58178" y="689138"/>
                        <a:pt x="58178" y="683699"/>
                      </a:cubicBezTo>
                      <a:cubicBezTo>
                        <a:pt x="58178" y="680979"/>
                        <a:pt x="58178" y="678259"/>
                        <a:pt x="63617" y="675540"/>
                      </a:cubicBezTo>
                      <a:cubicBezTo>
                        <a:pt x="69057" y="672820"/>
                        <a:pt x="77216" y="670101"/>
                        <a:pt x="85375" y="667381"/>
                      </a:cubicBezTo>
                      <a:cubicBezTo>
                        <a:pt x="98973" y="664661"/>
                        <a:pt x="115291" y="664661"/>
                        <a:pt x="128889" y="661942"/>
                      </a:cubicBezTo>
                      <a:cubicBezTo>
                        <a:pt x="128889" y="645624"/>
                        <a:pt x="128889" y="623866"/>
                        <a:pt x="128889" y="602109"/>
                      </a:cubicBezTo>
                      <a:cubicBezTo>
                        <a:pt x="128889" y="566754"/>
                        <a:pt x="128889" y="531398"/>
                        <a:pt x="126170" y="523239"/>
                      </a:cubicBezTo>
                      <a:cubicBezTo>
                        <a:pt x="126170" y="517800"/>
                        <a:pt x="126170" y="487884"/>
                        <a:pt x="126170" y="468846"/>
                      </a:cubicBezTo>
                      <a:cubicBezTo>
                        <a:pt x="126170" y="449809"/>
                        <a:pt x="123450" y="430771"/>
                        <a:pt x="123450" y="409014"/>
                      </a:cubicBezTo>
                      <a:cubicBezTo>
                        <a:pt x="123450" y="400855"/>
                        <a:pt x="123450" y="392696"/>
                        <a:pt x="123450" y="384537"/>
                      </a:cubicBezTo>
                      <a:cubicBezTo>
                        <a:pt x="123450" y="373658"/>
                        <a:pt x="126170" y="360060"/>
                        <a:pt x="126170" y="349181"/>
                      </a:cubicBezTo>
                      <a:cubicBezTo>
                        <a:pt x="126170" y="341022"/>
                        <a:pt x="126170" y="332863"/>
                        <a:pt x="126170" y="324704"/>
                      </a:cubicBezTo>
                      <a:cubicBezTo>
                        <a:pt x="126170" y="313826"/>
                        <a:pt x="126170" y="302947"/>
                        <a:pt x="128889" y="292068"/>
                      </a:cubicBezTo>
                      <a:cubicBezTo>
                        <a:pt x="131609" y="273031"/>
                        <a:pt x="134329" y="253993"/>
                        <a:pt x="134329" y="234956"/>
                      </a:cubicBezTo>
                      <a:cubicBezTo>
                        <a:pt x="134329" y="213198"/>
                        <a:pt x="134329" y="191441"/>
                        <a:pt x="134329" y="172404"/>
                      </a:cubicBezTo>
                      <a:cubicBezTo>
                        <a:pt x="134329" y="156086"/>
                        <a:pt x="134329" y="139768"/>
                        <a:pt x="137048" y="123450"/>
                      </a:cubicBezTo>
                      <a:cubicBezTo>
                        <a:pt x="131609" y="123450"/>
                        <a:pt x="134329" y="123450"/>
                        <a:pt x="123450" y="123450"/>
                      </a:cubicBezTo>
                      <a:cubicBezTo>
                        <a:pt x="115291" y="123450"/>
                        <a:pt x="107132" y="123450"/>
                        <a:pt x="101693" y="123450"/>
                      </a:cubicBezTo>
                      <a:cubicBezTo>
                        <a:pt x="93534" y="123450"/>
                        <a:pt x="82655" y="123450"/>
                        <a:pt x="77216" y="118011"/>
                      </a:cubicBezTo>
                      <a:cubicBezTo>
                        <a:pt x="69057" y="115291"/>
                        <a:pt x="60898" y="101693"/>
                        <a:pt x="60898" y="98973"/>
                      </a:cubicBezTo>
                      <a:cubicBezTo>
                        <a:pt x="60898" y="96253"/>
                        <a:pt x="60898" y="93534"/>
                        <a:pt x="66337" y="90814"/>
                      </a:cubicBezTo>
                      <a:cubicBezTo>
                        <a:pt x="71777" y="88094"/>
                        <a:pt x="79936" y="85375"/>
                        <a:pt x="88094" y="82655"/>
                      </a:cubicBezTo>
                      <a:cubicBezTo>
                        <a:pt x="104412" y="79935"/>
                        <a:pt x="131609" y="77216"/>
                        <a:pt x="145207" y="77216"/>
                      </a:cubicBezTo>
                      <a:cubicBezTo>
                        <a:pt x="145207" y="77216"/>
                        <a:pt x="145207" y="77216"/>
                        <a:pt x="145207" y="77216"/>
                      </a:cubicBezTo>
                      <a:cubicBezTo>
                        <a:pt x="145207" y="74496"/>
                        <a:pt x="150646" y="71776"/>
                        <a:pt x="153366" y="69057"/>
                      </a:cubicBezTo>
                      <a:cubicBezTo>
                        <a:pt x="161525" y="63617"/>
                        <a:pt x="169684" y="63617"/>
                        <a:pt x="177843" y="60898"/>
                      </a:cubicBezTo>
                      <a:cubicBezTo>
                        <a:pt x="183282" y="58178"/>
                        <a:pt x="191441" y="58178"/>
                        <a:pt x="196881" y="58178"/>
                      </a:cubicBezTo>
                      <a:cubicBezTo>
                        <a:pt x="199600" y="58178"/>
                        <a:pt x="202320" y="58178"/>
                        <a:pt x="205040" y="58178"/>
                      </a:cubicBezTo>
                      <a:cubicBezTo>
                        <a:pt x="207759" y="58178"/>
                        <a:pt x="213199" y="60898"/>
                        <a:pt x="215919" y="63617"/>
                      </a:cubicBezTo>
                      <a:cubicBezTo>
                        <a:pt x="221358" y="66337"/>
                        <a:pt x="224077" y="66337"/>
                        <a:pt x="229517" y="69057"/>
                      </a:cubicBezTo>
                      <a:cubicBezTo>
                        <a:pt x="237675" y="71776"/>
                        <a:pt x="245835" y="77216"/>
                        <a:pt x="256713" y="77216"/>
                      </a:cubicBezTo>
                      <a:cubicBezTo>
                        <a:pt x="259433" y="77216"/>
                        <a:pt x="262153" y="77216"/>
                        <a:pt x="264872" y="77216"/>
                      </a:cubicBezTo>
                      <a:cubicBezTo>
                        <a:pt x="270312" y="77216"/>
                        <a:pt x="275751" y="77216"/>
                        <a:pt x="281190" y="77216"/>
                      </a:cubicBezTo>
                      <a:cubicBezTo>
                        <a:pt x="292069" y="77216"/>
                        <a:pt x="321985" y="77216"/>
                        <a:pt x="330144" y="77216"/>
                      </a:cubicBezTo>
                      <a:cubicBezTo>
                        <a:pt x="338303" y="77216"/>
                        <a:pt x="349182" y="77216"/>
                        <a:pt x="357341" y="79935"/>
                      </a:cubicBezTo>
                      <a:cubicBezTo>
                        <a:pt x="368219" y="79935"/>
                        <a:pt x="379098" y="82655"/>
                        <a:pt x="387257" y="82655"/>
                      </a:cubicBezTo>
                      <a:cubicBezTo>
                        <a:pt x="392696" y="82655"/>
                        <a:pt x="400855" y="85375"/>
                        <a:pt x="406295" y="85375"/>
                      </a:cubicBezTo>
                      <a:cubicBezTo>
                        <a:pt x="409014" y="82655"/>
                        <a:pt x="414453" y="79935"/>
                        <a:pt x="417173" y="79935"/>
                      </a:cubicBezTo>
                      <a:cubicBezTo>
                        <a:pt x="419893" y="79935"/>
                        <a:pt x="422612" y="79935"/>
                        <a:pt x="425332" y="85375"/>
                      </a:cubicBezTo>
                      <a:cubicBezTo>
                        <a:pt x="428052" y="90814"/>
                        <a:pt x="433491" y="98973"/>
                        <a:pt x="433491" y="104412"/>
                      </a:cubicBezTo>
                      <a:cubicBezTo>
                        <a:pt x="436211" y="131609"/>
                        <a:pt x="436211" y="120730"/>
                        <a:pt x="436211" y="137048"/>
                      </a:cubicBezTo>
                      <a:cubicBezTo>
                        <a:pt x="438930" y="158805"/>
                        <a:pt x="438930" y="158805"/>
                        <a:pt x="438930" y="183282"/>
                      </a:cubicBezTo>
                      <a:cubicBezTo>
                        <a:pt x="438930" y="194161"/>
                        <a:pt x="438930" y="218638"/>
                        <a:pt x="422612" y="218638"/>
                      </a:cubicBezTo>
                      <a:cubicBezTo>
                        <a:pt x="414453" y="218638"/>
                        <a:pt x="411734" y="215918"/>
                        <a:pt x="406295" y="213198"/>
                      </a:cubicBezTo>
                      <a:cubicBezTo>
                        <a:pt x="400855" y="210479"/>
                        <a:pt x="398136" y="202320"/>
                        <a:pt x="398136" y="196881"/>
                      </a:cubicBezTo>
                      <a:cubicBezTo>
                        <a:pt x="395416" y="188722"/>
                        <a:pt x="395416" y="183282"/>
                        <a:pt x="395416" y="175123"/>
                      </a:cubicBezTo>
                      <a:cubicBezTo>
                        <a:pt x="395416" y="169684"/>
                        <a:pt x="395416" y="164245"/>
                        <a:pt x="395416" y="153366"/>
                      </a:cubicBezTo>
                      <a:cubicBezTo>
                        <a:pt x="395416" y="145207"/>
                        <a:pt x="395416" y="134328"/>
                        <a:pt x="395416" y="126170"/>
                      </a:cubicBezTo>
                      <a:cubicBezTo>
                        <a:pt x="387257" y="128889"/>
                        <a:pt x="379098" y="128889"/>
                        <a:pt x="370939" y="128889"/>
                      </a:cubicBezTo>
                      <a:cubicBezTo>
                        <a:pt x="360060" y="128889"/>
                        <a:pt x="349182" y="128889"/>
                        <a:pt x="338303" y="131609"/>
                      </a:cubicBezTo>
                      <a:cubicBezTo>
                        <a:pt x="327424" y="131609"/>
                        <a:pt x="319265" y="134328"/>
                        <a:pt x="286629" y="134328"/>
                      </a:cubicBezTo>
                      <a:cubicBezTo>
                        <a:pt x="281190" y="134328"/>
                        <a:pt x="278470" y="134328"/>
                        <a:pt x="273031" y="137048"/>
                      </a:cubicBezTo>
                      <a:cubicBezTo>
                        <a:pt x="270312" y="137048"/>
                        <a:pt x="264872" y="137048"/>
                        <a:pt x="262153" y="142487"/>
                      </a:cubicBezTo>
                      <a:cubicBezTo>
                        <a:pt x="259433" y="145207"/>
                        <a:pt x="259433" y="150647"/>
                        <a:pt x="259433" y="153366"/>
                      </a:cubicBezTo>
                      <a:cubicBezTo>
                        <a:pt x="259433" y="158805"/>
                        <a:pt x="259433" y="164245"/>
                        <a:pt x="262153" y="166964"/>
                      </a:cubicBezTo>
                      <a:cubicBezTo>
                        <a:pt x="262153" y="177843"/>
                        <a:pt x="262153" y="186002"/>
                        <a:pt x="262153" y="196881"/>
                      </a:cubicBezTo>
                      <a:cubicBezTo>
                        <a:pt x="262153" y="202320"/>
                        <a:pt x="262153" y="210479"/>
                        <a:pt x="262153" y="215918"/>
                      </a:cubicBezTo>
                      <a:cubicBezTo>
                        <a:pt x="262153" y="229516"/>
                        <a:pt x="262153" y="240395"/>
                        <a:pt x="262153" y="251274"/>
                      </a:cubicBezTo>
                      <a:cubicBezTo>
                        <a:pt x="262153" y="259433"/>
                        <a:pt x="259433" y="270311"/>
                        <a:pt x="259433" y="278470"/>
                      </a:cubicBezTo>
                      <a:cubicBezTo>
                        <a:pt x="259433" y="289349"/>
                        <a:pt x="259433" y="297508"/>
                        <a:pt x="259433" y="308386"/>
                      </a:cubicBezTo>
                      <a:cubicBezTo>
                        <a:pt x="259433" y="313826"/>
                        <a:pt x="259433" y="319265"/>
                        <a:pt x="259433" y="321985"/>
                      </a:cubicBezTo>
                      <a:cubicBezTo>
                        <a:pt x="259433" y="324704"/>
                        <a:pt x="259433" y="330144"/>
                        <a:pt x="259433" y="332863"/>
                      </a:cubicBezTo>
                      <a:cubicBezTo>
                        <a:pt x="262153" y="335583"/>
                        <a:pt x="264872" y="335583"/>
                        <a:pt x="267592" y="335583"/>
                      </a:cubicBezTo>
                      <a:cubicBezTo>
                        <a:pt x="273031" y="335583"/>
                        <a:pt x="275751" y="335583"/>
                        <a:pt x="281190" y="335583"/>
                      </a:cubicBezTo>
                      <a:cubicBezTo>
                        <a:pt x="311107" y="335583"/>
                        <a:pt x="319265" y="335583"/>
                        <a:pt x="327424" y="338303"/>
                      </a:cubicBezTo>
                      <a:cubicBezTo>
                        <a:pt x="335583" y="341022"/>
                        <a:pt x="343742" y="341022"/>
                        <a:pt x="351901" y="341022"/>
                      </a:cubicBezTo>
                      <a:cubicBezTo>
                        <a:pt x="351901" y="338303"/>
                        <a:pt x="351901" y="338303"/>
                        <a:pt x="351901" y="335583"/>
                      </a:cubicBezTo>
                      <a:cubicBezTo>
                        <a:pt x="351901" y="327424"/>
                        <a:pt x="351901" y="319265"/>
                        <a:pt x="351901" y="313826"/>
                      </a:cubicBezTo>
                      <a:cubicBezTo>
                        <a:pt x="351901" y="305667"/>
                        <a:pt x="351901" y="294788"/>
                        <a:pt x="357341" y="289349"/>
                      </a:cubicBezTo>
                      <a:cubicBezTo>
                        <a:pt x="360060" y="281190"/>
                        <a:pt x="368219" y="273031"/>
                        <a:pt x="373658" y="273031"/>
                      </a:cubicBezTo>
                      <a:cubicBezTo>
                        <a:pt x="376378" y="273031"/>
                        <a:pt x="379098" y="273031"/>
                        <a:pt x="381817" y="278470"/>
                      </a:cubicBezTo>
                      <a:cubicBezTo>
                        <a:pt x="384537" y="283909"/>
                        <a:pt x="387257" y="292068"/>
                        <a:pt x="389977" y="300228"/>
                      </a:cubicBezTo>
                      <a:cubicBezTo>
                        <a:pt x="392696" y="316545"/>
                        <a:pt x="392696" y="335583"/>
                        <a:pt x="395416" y="351901"/>
                      </a:cubicBezTo>
                      <a:cubicBezTo>
                        <a:pt x="398136" y="373658"/>
                        <a:pt x="398136" y="384537"/>
                        <a:pt x="398136" y="409014"/>
                      </a:cubicBezTo>
                      <a:cubicBezTo>
                        <a:pt x="398136" y="422612"/>
                        <a:pt x="398136" y="444369"/>
                        <a:pt x="381817" y="444369"/>
                      </a:cubicBezTo>
                      <a:cubicBezTo>
                        <a:pt x="373658" y="444369"/>
                        <a:pt x="370939" y="441650"/>
                        <a:pt x="365500" y="438930"/>
                      </a:cubicBezTo>
                      <a:cubicBezTo>
                        <a:pt x="360060" y="436210"/>
                        <a:pt x="357341" y="428051"/>
                        <a:pt x="357341" y="422612"/>
                      </a:cubicBezTo>
                      <a:cubicBezTo>
                        <a:pt x="354621" y="414453"/>
                        <a:pt x="354621" y="409014"/>
                        <a:pt x="354621" y="400855"/>
                      </a:cubicBezTo>
                      <a:cubicBezTo>
                        <a:pt x="354621" y="395415"/>
                        <a:pt x="354621" y="389976"/>
                        <a:pt x="354621" y="381817"/>
                      </a:cubicBezTo>
                      <a:cubicBezTo>
                        <a:pt x="335583" y="381817"/>
                        <a:pt x="308387" y="384537"/>
                        <a:pt x="270312" y="381817"/>
                      </a:cubicBezTo>
                      <a:cubicBezTo>
                        <a:pt x="262153" y="381817"/>
                        <a:pt x="256713" y="387256"/>
                        <a:pt x="256713" y="395415"/>
                      </a:cubicBezTo>
                      <a:cubicBezTo>
                        <a:pt x="256713" y="403574"/>
                        <a:pt x="256713" y="414453"/>
                        <a:pt x="253994" y="422612"/>
                      </a:cubicBezTo>
                      <a:cubicBezTo>
                        <a:pt x="253994" y="425332"/>
                        <a:pt x="253994" y="430771"/>
                        <a:pt x="253994" y="433490"/>
                      </a:cubicBezTo>
                      <a:cubicBezTo>
                        <a:pt x="253994" y="438930"/>
                        <a:pt x="253994" y="444369"/>
                        <a:pt x="253994" y="449809"/>
                      </a:cubicBezTo>
                      <a:cubicBezTo>
                        <a:pt x="253994" y="457967"/>
                        <a:pt x="256713" y="466126"/>
                        <a:pt x="256713" y="474285"/>
                      </a:cubicBezTo>
                      <a:cubicBezTo>
                        <a:pt x="256713" y="482444"/>
                        <a:pt x="256713" y="490603"/>
                        <a:pt x="256713" y="496043"/>
                      </a:cubicBezTo>
                      <a:cubicBezTo>
                        <a:pt x="256713" y="509641"/>
                        <a:pt x="259433" y="520520"/>
                        <a:pt x="259433" y="534118"/>
                      </a:cubicBezTo>
                      <a:cubicBezTo>
                        <a:pt x="259433" y="553155"/>
                        <a:pt x="259433" y="572193"/>
                        <a:pt x="259433" y="591231"/>
                      </a:cubicBezTo>
                      <a:cubicBezTo>
                        <a:pt x="259433" y="602109"/>
                        <a:pt x="262153" y="610268"/>
                        <a:pt x="262153" y="618427"/>
                      </a:cubicBezTo>
                      <a:cubicBezTo>
                        <a:pt x="264872" y="626586"/>
                        <a:pt x="262153" y="642904"/>
                        <a:pt x="267592" y="648343"/>
                      </a:cubicBezTo>
                      <a:cubicBezTo>
                        <a:pt x="270312" y="651063"/>
                        <a:pt x="275751" y="651063"/>
                        <a:pt x="292069" y="651063"/>
                      </a:cubicBezTo>
                      <a:cubicBezTo>
                        <a:pt x="305667" y="651063"/>
                        <a:pt x="319265" y="651063"/>
                        <a:pt x="327424" y="651063"/>
                      </a:cubicBezTo>
                      <a:cubicBezTo>
                        <a:pt x="338303" y="651063"/>
                        <a:pt x="351901" y="653783"/>
                        <a:pt x="362780" y="653783"/>
                      </a:cubicBezTo>
                      <a:cubicBezTo>
                        <a:pt x="376378" y="653783"/>
                        <a:pt x="384537" y="651063"/>
                        <a:pt x="395416" y="648343"/>
                      </a:cubicBezTo>
                      <a:cubicBezTo>
                        <a:pt x="395416" y="637465"/>
                        <a:pt x="395416" y="629306"/>
                        <a:pt x="395416" y="618427"/>
                      </a:cubicBezTo>
                      <a:cubicBezTo>
                        <a:pt x="395416" y="610268"/>
                        <a:pt x="395416" y="602109"/>
                        <a:pt x="395416" y="596670"/>
                      </a:cubicBezTo>
                      <a:cubicBezTo>
                        <a:pt x="395416" y="591231"/>
                        <a:pt x="395416" y="585791"/>
                        <a:pt x="398136" y="574913"/>
                      </a:cubicBezTo>
                      <a:cubicBezTo>
                        <a:pt x="400855" y="569473"/>
                        <a:pt x="400855" y="564034"/>
                        <a:pt x="406295" y="558595"/>
                      </a:cubicBezTo>
                      <a:cubicBezTo>
                        <a:pt x="411734" y="553155"/>
                        <a:pt x="414453" y="553155"/>
                        <a:pt x="422612" y="553155"/>
                      </a:cubicBezTo>
                      <a:cubicBezTo>
                        <a:pt x="436211" y="553155"/>
                        <a:pt x="438930" y="577632"/>
                        <a:pt x="438930" y="588511"/>
                      </a:cubicBezTo>
                      <a:cubicBezTo>
                        <a:pt x="438930" y="612988"/>
                        <a:pt x="438930" y="623866"/>
                        <a:pt x="436211" y="645624"/>
                      </a:cubicBezTo>
                      <a:cubicBezTo>
                        <a:pt x="433491" y="648343"/>
                        <a:pt x="433491" y="648343"/>
                        <a:pt x="433491" y="651063"/>
                      </a:cubicBezTo>
                      <a:lnTo>
                        <a:pt x="433491" y="651063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103" name="Freeform: Shape 102">
                  <a:extLst>
                    <a:ext uri="{FF2B5EF4-FFF2-40B4-BE49-F238E27FC236}">
                      <a16:creationId xmlns:a16="http://schemas.microsoft.com/office/drawing/2014/main" id="{858FDDF3-B04F-44DD-840A-D2C8ECA1A0CC}"/>
                    </a:ext>
                  </a:extLst>
                </p:cNvPr>
                <p:cNvSpPr/>
                <p:nvPr/>
              </p:nvSpPr>
              <p:spPr>
                <a:xfrm>
                  <a:off x="7912732" y="4250336"/>
                  <a:ext cx="465062" cy="658157"/>
                </a:xfrm>
                <a:custGeom>
                  <a:avLst/>
                  <a:gdLst>
                    <a:gd name="connsiteX0" fmla="*/ 193096 w 465062"/>
                    <a:gd name="connsiteY0" fmla="*/ 59832 h 658157"/>
                    <a:gd name="connsiteX1" fmla="*/ 193096 w 465062"/>
                    <a:gd name="connsiteY1" fmla="*/ 114226 h 658157"/>
                    <a:gd name="connsiteX2" fmla="*/ 198536 w 465062"/>
                    <a:gd name="connsiteY2" fmla="*/ 209414 h 658157"/>
                    <a:gd name="connsiteX3" fmla="*/ 201255 w 465062"/>
                    <a:gd name="connsiteY3" fmla="*/ 282845 h 658157"/>
                    <a:gd name="connsiteX4" fmla="*/ 203975 w 465062"/>
                    <a:gd name="connsiteY4" fmla="*/ 315481 h 658157"/>
                    <a:gd name="connsiteX5" fmla="*/ 203975 w 465062"/>
                    <a:gd name="connsiteY5" fmla="*/ 320920 h 658157"/>
                    <a:gd name="connsiteX6" fmla="*/ 212134 w 465062"/>
                    <a:gd name="connsiteY6" fmla="*/ 329079 h 658157"/>
                    <a:gd name="connsiteX7" fmla="*/ 223013 w 465062"/>
                    <a:gd name="connsiteY7" fmla="*/ 329079 h 658157"/>
                    <a:gd name="connsiteX8" fmla="*/ 239331 w 465062"/>
                    <a:gd name="connsiteY8" fmla="*/ 329079 h 658157"/>
                    <a:gd name="connsiteX9" fmla="*/ 280126 w 465062"/>
                    <a:gd name="connsiteY9" fmla="*/ 312761 h 658157"/>
                    <a:gd name="connsiteX10" fmla="*/ 296443 w 465062"/>
                    <a:gd name="connsiteY10" fmla="*/ 288284 h 658157"/>
                    <a:gd name="connsiteX11" fmla="*/ 304602 w 465062"/>
                    <a:gd name="connsiteY11" fmla="*/ 258368 h 658157"/>
                    <a:gd name="connsiteX12" fmla="*/ 312761 w 465062"/>
                    <a:gd name="connsiteY12" fmla="*/ 225732 h 658157"/>
                    <a:gd name="connsiteX13" fmla="*/ 315481 w 465062"/>
                    <a:gd name="connsiteY13" fmla="*/ 195816 h 658157"/>
                    <a:gd name="connsiteX14" fmla="*/ 318201 w 465062"/>
                    <a:gd name="connsiteY14" fmla="*/ 168619 h 658157"/>
                    <a:gd name="connsiteX15" fmla="*/ 312761 w 465062"/>
                    <a:gd name="connsiteY15" fmla="*/ 135983 h 658157"/>
                    <a:gd name="connsiteX16" fmla="*/ 312761 w 465062"/>
                    <a:gd name="connsiteY16" fmla="*/ 122385 h 658157"/>
                    <a:gd name="connsiteX17" fmla="*/ 293724 w 465062"/>
                    <a:gd name="connsiteY17" fmla="*/ 84309 h 658157"/>
                    <a:gd name="connsiteX18" fmla="*/ 280126 w 465062"/>
                    <a:gd name="connsiteY18" fmla="*/ 73430 h 658157"/>
                    <a:gd name="connsiteX19" fmla="*/ 258368 w 465062"/>
                    <a:gd name="connsiteY19" fmla="*/ 62552 h 658157"/>
                    <a:gd name="connsiteX20" fmla="*/ 217573 w 465062"/>
                    <a:gd name="connsiteY20" fmla="*/ 59832 h 658157"/>
                    <a:gd name="connsiteX21" fmla="*/ 111506 w 465062"/>
                    <a:gd name="connsiteY21" fmla="*/ 0 h 658157"/>
                    <a:gd name="connsiteX22" fmla="*/ 127824 w 465062"/>
                    <a:gd name="connsiteY22" fmla="*/ 0 h 658157"/>
                    <a:gd name="connsiteX23" fmla="*/ 157741 w 465062"/>
                    <a:gd name="connsiteY23" fmla="*/ 5440 h 658157"/>
                    <a:gd name="connsiteX24" fmla="*/ 179497 w 465062"/>
                    <a:gd name="connsiteY24" fmla="*/ 16318 h 658157"/>
                    <a:gd name="connsiteX25" fmla="*/ 209414 w 465062"/>
                    <a:gd name="connsiteY25" fmla="*/ 16318 h 658157"/>
                    <a:gd name="connsiteX26" fmla="*/ 247489 w 465062"/>
                    <a:gd name="connsiteY26" fmla="*/ 16318 h 658157"/>
                    <a:gd name="connsiteX27" fmla="*/ 266527 w 465062"/>
                    <a:gd name="connsiteY27" fmla="*/ 16318 h 658157"/>
                    <a:gd name="connsiteX28" fmla="*/ 312761 w 465062"/>
                    <a:gd name="connsiteY28" fmla="*/ 27197 h 658157"/>
                    <a:gd name="connsiteX29" fmla="*/ 337238 w 465062"/>
                    <a:gd name="connsiteY29" fmla="*/ 38075 h 658157"/>
                    <a:gd name="connsiteX30" fmla="*/ 364434 w 465062"/>
                    <a:gd name="connsiteY30" fmla="*/ 54393 h 658157"/>
                    <a:gd name="connsiteX31" fmla="*/ 386192 w 465062"/>
                    <a:gd name="connsiteY31" fmla="*/ 73431 h 658157"/>
                    <a:gd name="connsiteX32" fmla="*/ 407949 w 465062"/>
                    <a:gd name="connsiteY32" fmla="*/ 103347 h 658157"/>
                    <a:gd name="connsiteX33" fmla="*/ 416108 w 465062"/>
                    <a:gd name="connsiteY33" fmla="*/ 141422 h 658157"/>
                    <a:gd name="connsiteX34" fmla="*/ 418828 w 465062"/>
                    <a:gd name="connsiteY34" fmla="*/ 163179 h 658157"/>
                    <a:gd name="connsiteX35" fmla="*/ 418828 w 465062"/>
                    <a:gd name="connsiteY35" fmla="*/ 171339 h 658157"/>
                    <a:gd name="connsiteX36" fmla="*/ 421547 w 465062"/>
                    <a:gd name="connsiteY36" fmla="*/ 187656 h 658157"/>
                    <a:gd name="connsiteX37" fmla="*/ 418828 w 465062"/>
                    <a:gd name="connsiteY37" fmla="*/ 206694 h 658157"/>
                    <a:gd name="connsiteX38" fmla="*/ 416108 w 465062"/>
                    <a:gd name="connsiteY38" fmla="*/ 233891 h 658157"/>
                    <a:gd name="connsiteX39" fmla="*/ 405229 w 465062"/>
                    <a:gd name="connsiteY39" fmla="*/ 263807 h 658157"/>
                    <a:gd name="connsiteX40" fmla="*/ 394351 w 465062"/>
                    <a:gd name="connsiteY40" fmla="*/ 274686 h 658157"/>
                    <a:gd name="connsiteX41" fmla="*/ 388912 w 465062"/>
                    <a:gd name="connsiteY41" fmla="*/ 285564 h 658157"/>
                    <a:gd name="connsiteX42" fmla="*/ 369874 w 465062"/>
                    <a:gd name="connsiteY42" fmla="*/ 304602 h 658157"/>
                    <a:gd name="connsiteX43" fmla="*/ 358995 w 465062"/>
                    <a:gd name="connsiteY43" fmla="*/ 310041 h 658157"/>
                    <a:gd name="connsiteX44" fmla="*/ 348117 w 465062"/>
                    <a:gd name="connsiteY44" fmla="*/ 320920 h 658157"/>
                    <a:gd name="connsiteX45" fmla="*/ 326359 w 465062"/>
                    <a:gd name="connsiteY45" fmla="*/ 339957 h 658157"/>
                    <a:gd name="connsiteX46" fmla="*/ 312761 w 465062"/>
                    <a:gd name="connsiteY46" fmla="*/ 353555 h 658157"/>
                    <a:gd name="connsiteX47" fmla="*/ 337238 w 465062"/>
                    <a:gd name="connsiteY47" fmla="*/ 380752 h 658157"/>
                    <a:gd name="connsiteX48" fmla="*/ 358995 w 465062"/>
                    <a:gd name="connsiteY48" fmla="*/ 421547 h 658157"/>
                    <a:gd name="connsiteX49" fmla="*/ 372593 w 465062"/>
                    <a:gd name="connsiteY49" fmla="*/ 459622 h 658157"/>
                    <a:gd name="connsiteX50" fmla="*/ 386192 w 465062"/>
                    <a:gd name="connsiteY50" fmla="*/ 514015 h 658157"/>
                    <a:gd name="connsiteX51" fmla="*/ 407949 w 465062"/>
                    <a:gd name="connsiteY51" fmla="*/ 568408 h 658157"/>
                    <a:gd name="connsiteX52" fmla="*/ 421547 w 465062"/>
                    <a:gd name="connsiteY52" fmla="*/ 598324 h 658157"/>
                    <a:gd name="connsiteX53" fmla="*/ 451463 w 465062"/>
                    <a:gd name="connsiteY53" fmla="*/ 628241 h 658157"/>
                    <a:gd name="connsiteX54" fmla="*/ 465062 w 465062"/>
                    <a:gd name="connsiteY54" fmla="*/ 644559 h 658157"/>
                    <a:gd name="connsiteX55" fmla="*/ 462342 w 465062"/>
                    <a:gd name="connsiteY55" fmla="*/ 649998 h 658157"/>
                    <a:gd name="connsiteX56" fmla="*/ 437865 w 465062"/>
                    <a:gd name="connsiteY56" fmla="*/ 658157 h 658157"/>
                    <a:gd name="connsiteX57" fmla="*/ 361715 w 465062"/>
                    <a:gd name="connsiteY57" fmla="*/ 622801 h 658157"/>
                    <a:gd name="connsiteX58" fmla="*/ 320920 w 465062"/>
                    <a:gd name="connsiteY58" fmla="*/ 565689 h 658157"/>
                    <a:gd name="connsiteX59" fmla="*/ 304602 w 465062"/>
                    <a:gd name="connsiteY59" fmla="*/ 530333 h 658157"/>
                    <a:gd name="connsiteX60" fmla="*/ 293723 w 465062"/>
                    <a:gd name="connsiteY60" fmla="*/ 497697 h 658157"/>
                    <a:gd name="connsiteX61" fmla="*/ 282845 w 465062"/>
                    <a:gd name="connsiteY61" fmla="*/ 462342 h 658157"/>
                    <a:gd name="connsiteX62" fmla="*/ 269246 w 465062"/>
                    <a:gd name="connsiteY62" fmla="*/ 424267 h 658157"/>
                    <a:gd name="connsiteX63" fmla="*/ 255648 w 465062"/>
                    <a:gd name="connsiteY63" fmla="*/ 391631 h 658157"/>
                    <a:gd name="connsiteX64" fmla="*/ 236610 w 465062"/>
                    <a:gd name="connsiteY64" fmla="*/ 367154 h 658157"/>
                    <a:gd name="connsiteX65" fmla="*/ 217573 w 465062"/>
                    <a:gd name="connsiteY65" fmla="*/ 361714 h 658157"/>
                    <a:gd name="connsiteX66" fmla="*/ 201255 w 465062"/>
                    <a:gd name="connsiteY66" fmla="*/ 361714 h 658157"/>
                    <a:gd name="connsiteX67" fmla="*/ 198535 w 465062"/>
                    <a:gd name="connsiteY67" fmla="*/ 367154 h 658157"/>
                    <a:gd name="connsiteX68" fmla="*/ 201255 w 465062"/>
                    <a:gd name="connsiteY68" fmla="*/ 388911 h 658157"/>
                    <a:gd name="connsiteX69" fmla="*/ 198535 w 465062"/>
                    <a:gd name="connsiteY69" fmla="*/ 426986 h 658157"/>
                    <a:gd name="connsiteX70" fmla="*/ 203975 w 465062"/>
                    <a:gd name="connsiteY70" fmla="*/ 478660 h 658157"/>
                    <a:gd name="connsiteX71" fmla="*/ 198535 w 465062"/>
                    <a:gd name="connsiteY71" fmla="*/ 552090 h 658157"/>
                    <a:gd name="connsiteX72" fmla="*/ 195816 w 465062"/>
                    <a:gd name="connsiteY72" fmla="*/ 576567 h 658157"/>
                    <a:gd name="connsiteX73" fmla="*/ 198535 w 465062"/>
                    <a:gd name="connsiteY73" fmla="*/ 592885 h 658157"/>
                    <a:gd name="connsiteX74" fmla="*/ 233891 w 465062"/>
                    <a:gd name="connsiteY74" fmla="*/ 592885 h 658157"/>
                    <a:gd name="connsiteX75" fmla="*/ 271966 w 465062"/>
                    <a:gd name="connsiteY75" fmla="*/ 611923 h 658157"/>
                    <a:gd name="connsiteX76" fmla="*/ 266527 w 465062"/>
                    <a:gd name="connsiteY76" fmla="*/ 628241 h 658157"/>
                    <a:gd name="connsiteX77" fmla="*/ 250209 w 465062"/>
                    <a:gd name="connsiteY77" fmla="*/ 636400 h 658157"/>
                    <a:gd name="connsiteX78" fmla="*/ 228451 w 465062"/>
                    <a:gd name="connsiteY78" fmla="*/ 639119 h 658157"/>
                    <a:gd name="connsiteX79" fmla="*/ 187657 w 465062"/>
                    <a:gd name="connsiteY79" fmla="*/ 639119 h 658157"/>
                    <a:gd name="connsiteX80" fmla="*/ 152301 w 465062"/>
                    <a:gd name="connsiteY80" fmla="*/ 652717 h 658157"/>
                    <a:gd name="connsiteX81" fmla="*/ 133263 w 465062"/>
                    <a:gd name="connsiteY81" fmla="*/ 655437 h 658157"/>
                    <a:gd name="connsiteX82" fmla="*/ 122385 w 465062"/>
                    <a:gd name="connsiteY82" fmla="*/ 652717 h 658157"/>
                    <a:gd name="connsiteX83" fmla="*/ 97908 w 465062"/>
                    <a:gd name="connsiteY83" fmla="*/ 639119 h 658157"/>
                    <a:gd name="connsiteX84" fmla="*/ 70711 w 465062"/>
                    <a:gd name="connsiteY84" fmla="*/ 639119 h 658157"/>
                    <a:gd name="connsiteX85" fmla="*/ 46234 w 465062"/>
                    <a:gd name="connsiteY85" fmla="*/ 639119 h 658157"/>
                    <a:gd name="connsiteX86" fmla="*/ 19038 w 465062"/>
                    <a:gd name="connsiteY86" fmla="*/ 630960 h 658157"/>
                    <a:gd name="connsiteX87" fmla="*/ 2720 w 465062"/>
                    <a:gd name="connsiteY87" fmla="*/ 614642 h 658157"/>
                    <a:gd name="connsiteX88" fmla="*/ 8159 w 465062"/>
                    <a:gd name="connsiteY88" fmla="*/ 606483 h 658157"/>
                    <a:gd name="connsiteX89" fmla="*/ 29916 w 465062"/>
                    <a:gd name="connsiteY89" fmla="*/ 598324 h 658157"/>
                    <a:gd name="connsiteX90" fmla="*/ 76151 w 465062"/>
                    <a:gd name="connsiteY90" fmla="*/ 592885 h 658157"/>
                    <a:gd name="connsiteX91" fmla="*/ 73431 w 465062"/>
                    <a:gd name="connsiteY91" fmla="*/ 573848 h 658157"/>
                    <a:gd name="connsiteX92" fmla="*/ 70711 w 465062"/>
                    <a:gd name="connsiteY92" fmla="*/ 500417 h 658157"/>
                    <a:gd name="connsiteX93" fmla="*/ 73431 w 465062"/>
                    <a:gd name="connsiteY93" fmla="*/ 437865 h 658157"/>
                    <a:gd name="connsiteX94" fmla="*/ 70711 w 465062"/>
                    <a:gd name="connsiteY94" fmla="*/ 369873 h 658157"/>
                    <a:gd name="connsiteX95" fmla="*/ 70711 w 465062"/>
                    <a:gd name="connsiteY95" fmla="*/ 293723 h 658157"/>
                    <a:gd name="connsiteX96" fmla="*/ 73431 w 465062"/>
                    <a:gd name="connsiteY96" fmla="*/ 212133 h 658157"/>
                    <a:gd name="connsiteX97" fmla="*/ 76151 w 465062"/>
                    <a:gd name="connsiteY97" fmla="*/ 155021 h 658157"/>
                    <a:gd name="connsiteX98" fmla="*/ 76151 w 465062"/>
                    <a:gd name="connsiteY98" fmla="*/ 119665 h 658157"/>
                    <a:gd name="connsiteX99" fmla="*/ 78870 w 465062"/>
                    <a:gd name="connsiteY99" fmla="*/ 84310 h 658157"/>
                    <a:gd name="connsiteX100" fmla="*/ 76151 w 465062"/>
                    <a:gd name="connsiteY100" fmla="*/ 62552 h 658157"/>
                    <a:gd name="connsiteX101" fmla="*/ 67992 w 465062"/>
                    <a:gd name="connsiteY101" fmla="*/ 62552 h 658157"/>
                    <a:gd name="connsiteX102" fmla="*/ 43515 w 465062"/>
                    <a:gd name="connsiteY102" fmla="*/ 62552 h 658157"/>
                    <a:gd name="connsiteX103" fmla="*/ 16318 w 465062"/>
                    <a:gd name="connsiteY103" fmla="*/ 57113 h 658157"/>
                    <a:gd name="connsiteX104" fmla="*/ 0 w 465062"/>
                    <a:gd name="connsiteY104" fmla="*/ 40795 h 658157"/>
                    <a:gd name="connsiteX105" fmla="*/ 5439 w 465062"/>
                    <a:gd name="connsiteY105" fmla="*/ 32636 h 658157"/>
                    <a:gd name="connsiteX106" fmla="*/ 27197 w 465062"/>
                    <a:gd name="connsiteY106" fmla="*/ 24477 h 658157"/>
                    <a:gd name="connsiteX107" fmla="*/ 76151 w 465062"/>
                    <a:gd name="connsiteY107" fmla="*/ 19038 h 658157"/>
                    <a:gd name="connsiteX108" fmla="*/ 78870 w 465062"/>
                    <a:gd name="connsiteY108" fmla="*/ 13598 h 658157"/>
                    <a:gd name="connsiteX109" fmla="*/ 95188 w 465062"/>
                    <a:gd name="connsiteY109" fmla="*/ 5440 h 658157"/>
                    <a:gd name="connsiteX110" fmla="*/ 111506 w 465062"/>
                    <a:gd name="connsiteY110" fmla="*/ 0 h 6581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</a:cxnLst>
                  <a:rect l="l" t="t" r="r" b="b"/>
                  <a:pathLst>
                    <a:path w="465062" h="658157">
                      <a:moveTo>
                        <a:pt x="193096" y="59832"/>
                      </a:moveTo>
                      <a:cubicBezTo>
                        <a:pt x="193096" y="73430"/>
                        <a:pt x="193096" y="89748"/>
                        <a:pt x="193096" y="114226"/>
                      </a:cubicBezTo>
                      <a:cubicBezTo>
                        <a:pt x="193096" y="144142"/>
                        <a:pt x="195816" y="176778"/>
                        <a:pt x="198536" y="209414"/>
                      </a:cubicBezTo>
                      <a:cubicBezTo>
                        <a:pt x="198536" y="247489"/>
                        <a:pt x="201255" y="277406"/>
                        <a:pt x="201255" y="282845"/>
                      </a:cubicBezTo>
                      <a:cubicBezTo>
                        <a:pt x="201255" y="293723"/>
                        <a:pt x="203975" y="304602"/>
                        <a:pt x="203975" y="315481"/>
                      </a:cubicBezTo>
                      <a:cubicBezTo>
                        <a:pt x="203975" y="318200"/>
                        <a:pt x="203975" y="318200"/>
                        <a:pt x="203975" y="320920"/>
                      </a:cubicBezTo>
                      <a:cubicBezTo>
                        <a:pt x="203975" y="326359"/>
                        <a:pt x="206695" y="329079"/>
                        <a:pt x="212134" y="329079"/>
                      </a:cubicBezTo>
                      <a:cubicBezTo>
                        <a:pt x="214854" y="329079"/>
                        <a:pt x="220293" y="329079"/>
                        <a:pt x="223013" y="329079"/>
                      </a:cubicBezTo>
                      <a:cubicBezTo>
                        <a:pt x="228452" y="329079"/>
                        <a:pt x="233891" y="329079"/>
                        <a:pt x="239331" y="329079"/>
                      </a:cubicBezTo>
                      <a:cubicBezTo>
                        <a:pt x="252929" y="329079"/>
                        <a:pt x="271967" y="323640"/>
                        <a:pt x="280126" y="312761"/>
                      </a:cubicBezTo>
                      <a:cubicBezTo>
                        <a:pt x="288284" y="304602"/>
                        <a:pt x="291004" y="299163"/>
                        <a:pt x="296443" y="288284"/>
                      </a:cubicBezTo>
                      <a:cubicBezTo>
                        <a:pt x="299163" y="277406"/>
                        <a:pt x="301883" y="269247"/>
                        <a:pt x="304602" y="258368"/>
                      </a:cubicBezTo>
                      <a:cubicBezTo>
                        <a:pt x="307322" y="244770"/>
                        <a:pt x="310042" y="239330"/>
                        <a:pt x="312761" y="225732"/>
                      </a:cubicBezTo>
                      <a:cubicBezTo>
                        <a:pt x="315481" y="212134"/>
                        <a:pt x="315481" y="209414"/>
                        <a:pt x="315481" y="195816"/>
                      </a:cubicBezTo>
                      <a:cubicBezTo>
                        <a:pt x="315481" y="179498"/>
                        <a:pt x="315481" y="184937"/>
                        <a:pt x="318201" y="168619"/>
                      </a:cubicBezTo>
                      <a:cubicBezTo>
                        <a:pt x="312761" y="152302"/>
                        <a:pt x="312761" y="149582"/>
                        <a:pt x="312761" y="135983"/>
                      </a:cubicBezTo>
                      <a:cubicBezTo>
                        <a:pt x="312761" y="133264"/>
                        <a:pt x="312761" y="127825"/>
                        <a:pt x="312761" y="122385"/>
                      </a:cubicBezTo>
                      <a:cubicBezTo>
                        <a:pt x="312761" y="111507"/>
                        <a:pt x="301883" y="95188"/>
                        <a:pt x="293724" y="84309"/>
                      </a:cubicBezTo>
                      <a:cubicBezTo>
                        <a:pt x="288284" y="78870"/>
                        <a:pt x="285565" y="76150"/>
                        <a:pt x="280126" y="73430"/>
                      </a:cubicBezTo>
                      <a:cubicBezTo>
                        <a:pt x="271967" y="67991"/>
                        <a:pt x="266527" y="65271"/>
                        <a:pt x="258368" y="62552"/>
                      </a:cubicBezTo>
                      <a:cubicBezTo>
                        <a:pt x="244770" y="59832"/>
                        <a:pt x="228452" y="59832"/>
                        <a:pt x="217573" y="59832"/>
                      </a:cubicBezTo>
                      <a:close/>
                      <a:moveTo>
                        <a:pt x="111506" y="0"/>
                      </a:moveTo>
                      <a:cubicBezTo>
                        <a:pt x="114226" y="0"/>
                        <a:pt x="122385" y="0"/>
                        <a:pt x="127824" y="0"/>
                      </a:cubicBezTo>
                      <a:cubicBezTo>
                        <a:pt x="135983" y="0"/>
                        <a:pt x="146862" y="2720"/>
                        <a:pt x="157741" y="5440"/>
                      </a:cubicBezTo>
                      <a:cubicBezTo>
                        <a:pt x="168619" y="8159"/>
                        <a:pt x="176778" y="10879"/>
                        <a:pt x="179497" y="16318"/>
                      </a:cubicBezTo>
                      <a:cubicBezTo>
                        <a:pt x="193096" y="16318"/>
                        <a:pt x="201255" y="16318"/>
                        <a:pt x="209414" y="16318"/>
                      </a:cubicBezTo>
                      <a:cubicBezTo>
                        <a:pt x="220292" y="16318"/>
                        <a:pt x="231171" y="16318"/>
                        <a:pt x="247489" y="16318"/>
                      </a:cubicBezTo>
                      <a:cubicBezTo>
                        <a:pt x="250209" y="16318"/>
                        <a:pt x="258368" y="16318"/>
                        <a:pt x="266527" y="16318"/>
                      </a:cubicBezTo>
                      <a:cubicBezTo>
                        <a:pt x="277405" y="16318"/>
                        <a:pt x="291004" y="21758"/>
                        <a:pt x="312761" y="27197"/>
                      </a:cubicBezTo>
                      <a:cubicBezTo>
                        <a:pt x="320920" y="29917"/>
                        <a:pt x="329079" y="35356"/>
                        <a:pt x="337238" y="38075"/>
                      </a:cubicBezTo>
                      <a:cubicBezTo>
                        <a:pt x="342677" y="40795"/>
                        <a:pt x="353556" y="48954"/>
                        <a:pt x="364434" y="54393"/>
                      </a:cubicBezTo>
                      <a:cubicBezTo>
                        <a:pt x="375313" y="62552"/>
                        <a:pt x="386192" y="67992"/>
                        <a:pt x="386192" y="73431"/>
                      </a:cubicBezTo>
                      <a:cubicBezTo>
                        <a:pt x="391631" y="84310"/>
                        <a:pt x="402510" y="92469"/>
                        <a:pt x="407949" y="103347"/>
                      </a:cubicBezTo>
                      <a:cubicBezTo>
                        <a:pt x="413388" y="116945"/>
                        <a:pt x="416108" y="130544"/>
                        <a:pt x="416108" y="141422"/>
                      </a:cubicBezTo>
                      <a:cubicBezTo>
                        <a:pt x="416108" y="152301"/>
                        <a:pt x="418828" y="157740"/>
                        <a:pt x="418828" y="163179"/>
                      </a:cubicBezTo>
                      <a:cubicBezTo>
                        <a:pt x="418828" y="165899"/>
                        <a:pt x="418828" y="168619"/>
                        <a:pt x="418828" y="171339"/>
                      </a:cubicBezTo>
                      <a:cubicBezTo>
                        <a:pt x="418828" y="174058"/>
                        <a:pt x="421547" y="182217"/>
                        <a:pt x="421547" y="187656"/>
                      </a:cubicBezTo>
                      <a:cubicBezTo>
                        <a:pt x="421547" y="193096"/>
                        <a:pt x="418828" y="201255"/>
                        <a:pt x="418828" y="206694"/>
                      </a:cubicBezTo>
                      <a:cubicBezTo>
                        <a:pt x="418828" y="217573"/>
                        <a:pt x="418828" y="223012"/>
                        <a:pt x="416108" y="233891"/>
                      </a:cubicBezTo>
                      <a:cubicBezTo>
                        <a:pt x="413388" y="244769"/>
                        <a:pt x="410668" y="255648"/>
                        <a:pt x="405229" y="263807"/>
                      </a:cubicBezTo>
                      <a:cubicBezTo>
                        <a:pt x="402510" y="269246"/>
                        <a:pt x="397070" y="269246"/>
                        <a:pt x="394351" y="274686"/>
                      </a:cubicBezTo>
                      <a:cubicBezTo>
                        <a:pt x="391631" y="277405"/>
                        <a:pt x="391631" y="282844"/>
                        <a:pt x="388912" y="285564"/>
                      </a:cubicBezTo>
                      <a:cubicBezTo>
                        <a:pt x="383472" y="291003"/>
                        <a:pt x="375313" y="301882"/>
                        <a:pt x="369874" y="304602"/>
                      </a:cubicBezTo>
                      <a:cubicBezTo>
                        <a:pt x="367154" y="307321"/>
                        <a:pt x="361715" y="307321"/>
                        <a:pt x="358995" y="310041"/>
                      </a:cubicBezTo>
                      <a:cubicBezTo>
                        <a:pt x="356275" y="312761"/>
                        <a:pt x="350836" y="318200"/>
                        <a:pt x="348117" y="320920"/>
                      </a:cubicBezTo>
                      <a:cubicBezTo>
                        <a:pt x="339958" y="326359"/>
                        <a:pt x="334518" y="334518"/>
                        <a:pt x="326359" y="339957"/>
                      </a:cubicBezTo>
                      <a:cubicBezTo>
                        <a:pt x="320920" y="342677"/>
                        <a:pt x="312761" y="342677"/>
                        <a:pt x="312761" y="353555"/>
                      </a:cubicBezTo>
                      <a:cubicBezTo>
                        <a:pt x="312761" y="361714"/>
                        <a:pt x="334518" y="372593"/>
                        <a:pt x="337238" y="380752"/>
                      </a:cubicBezTo>
                      <a:cubicBezTo>
                        <a:pt x="345397" y="394350"/>
                        <a:pt x="353556" y="407948"/>
                        <a:pt x="358995" y="421547"/>
                      </a:cubicBezTo>
                      <a:cubicBezTo>
                        <a:pt x="364434" y="435145"/>
                        <a:pt x="367154" y="446024"/>
                        <a:pt x="372593" y="459622"/>
                      </a:cubicBezTo>
                      <a:cubicBezTo>
                        <a:pt x="378033" y="478660"/>
                        <a:pt x="383472" y="494978"/>
                        <a:pt x="386192" y="514015"/>
                      </a:cubicBezTo>
                      <a:cubicBezTo>
                        <a:pt x="391631" y="533053"/>
                        <a:pt x="402510" y="549371"/>
                        <a:pt x="407949" y="568408"/>
                      </a:cubicBezTo>
                      <a:cubicBezTo>
                        <a:pt x="410668" y="579287"/>
                        <a:pt x="416108" y="590165"/>
                        <a:pt x="421547" y="598324"/>
                      </a:cubicBezTo>
                      <a:cubicBezTo>
                        <a:pt x="435146" y="614642"/>
                        <a:pt x="443305" y="622801"/>
                        <a:pt x="451463" y="628241"/>
                      </a:cubicBezTo>
                      <a:cubicBezTo>
                        <a:pt x="456903" y="630960"/>
                        <a:pt x="465062" y="636400"/>
                        <a:pt x="465062" y="644559"/>
                      </a:cubicBezTo>
                      <a:cubicBezTo>
                        <a:pt x="465062" y="647278"/>
                        <a:pt x="465062" y="647278"/>
                        <a:pt x="462342" y="649998"/>
                      </a:cubicBezTo>
                      <a:cubicBezTo>
                        <a:pt x="456903" y="655437"/>
                        <a:pt x="446024" y="658157"/>
                        <a:pt x="437865" y="658157"/>
                      </a:cubicBezTo>
                      <a:cubicBezTo>
                        <a:pt x="413388" y="658157"/>
                        <a:pt x="378033" y="641839"/>
                        <a:pt x="361715" y="622801"/>
                      </a:cubicBezTo>
                      <a:cubicBezTo>
                        <a:pt x="345397" y="606483"/>
                        <a:pt x="334518" y="584726"/>
                        <a:pt x="320920" y="565689"/>
                      </a:cubicBezTo>
                      <a:cubicBezTo>
                        <a:pt x="315480" y="554810"/>
                        <a:pt x="310041" y="543931"/>
                        <a:pt x="304602" y="530333"/>
                      </a:cubicBezTo>
                      <a:cubicBezTo>
                        <a:pt x="299163" y="519454"/>
                        <a:pt x="296443" y="508576"/>
                        <a:pt x="293723" y="497697"/>
                      </a:cubicBezTo>
                      <a:cubicBezTo>
                        <a:pt x="291004" y="486819"/>
                        <a:pt x="288284" y="473220"/>
                        <a:pt x="282845" y="462342"/>
                      </a:cubicBezTo>
                      <a:cubicBezTo>
                        <a:pt x="280125" y="448743"/>
                        <a:pt x="274686" y="437865"/>
                        <a:pt x="269246" y="424267"/>
                      </a:cubicBezTo>
                      <a:cubicBezTo>
                        <a:pt x="266527" y="416108"/>
                        <a:pt x="261087" y="402509"/>
                        <a:pt x="255648" y="391631"/>
                      </a:cubicBezTo>
                      <a:cubicBezTo>
                        <a:pt x="250209" y="380752"/>
                        <a:pt x="244770" y="375313"/>
                        <a:pt x="236610" y="367154"/>
                      </a:cubicBezTo>
                      <a:cubicBezTo>
                        <a:pt x="231171" y="361714"/>
                        <a:pt x="223012" y="361714"/>
                        <a:pt x="217573" y="361714"/>
                      </a:cubicBezTo>
                      <a:cubicBezTo>
                        <a:pt x="212134" y="361714"/>
                        <a:pt x="206694" y="361714"/>
                        <a:pt x="201255" y="361714"/>
                      </a:cubicBezTo>
                      <a:cubicBezTo>
                        <a:pt x="198535" y="361714"/>
                        <a:pt x="198535" y="364434"/>
                        <a:pt x="198535" y="367154"/>
                      </a:cubicBezTo>
                      <a:cubicBezTo>
                        <a:pt x="198535" y="375313"/>
                        <a:pt x="201255" y="386191"/>
                        <a:pt x="201255" y="388911"/>
                      </a:cubicBezTo>
                      <a:cubicBezTo>
                        <a:pt x="201255" y="402509"/>
                        <a:pt x="198535" y="413388"/>
                        <a:pt x="198535" y="426986"/>
                      </a:cubicBezTo>
                      <a:cubicBezTo>
                        <a:pt x="198535" y="446024"/>
                        <a:pt x="203975" y="456902"/>
                        <a:pt x="203975" y="478660"/>
                      </a:cubicBezTo>
                      <a:cubicBezTo>
                        <a:pt x="203975" y="503136"/>
                        <a:pt x="201255" y="527613"/>
                        <a:pt x="198535" y="552090"/>
                      </a:cubicBezTo>
                      <a:cubicBezTo>
                        <a:pt x="198535" y="560249"/>
                        <a:pt x="195816" y="568408"/>
                        <a:pt x="195816" y="576567"/>
                      </a:cubicBezTo>
                      <a:cubicBezTo>
                        <a:pt x="195816" y="582006"/>
                        <a:pt x="195816" y="587446"/>
                        <a:pt x="198535" y="592885"/>
                      </a:cubicBezTo>
                      <a:cubicBezTo>
                        <a:pt x="212134" y="592885"/>
                        <a:pt x="225732" y="592885"/>
                        <a:pt x="233891" y="592885"/>
                      </a:cubicBezTo>
                      <a:cubicBezTo>
                        <a:pt x="247489" y="592885"/>
                        <a:pt x="271966" y="592885"/>
                        <a:pt x="271966" y="611923"/>
                      </a:cubicBezTo>
                      <a:cubicBezTo>
                        <a:pt x="271966" y="620082"/>
                        <a:pt x="269246" y="622801"/>
                        <a:pt x="266527" y="628241"/>
                      </a:cubicBezTo>
                      <a:cubicBezTo>
                        <a:pt x="261087" y="633680"/>
                        <a:pt x="255648" y="636400"/>
                        <a:pt x="250209" y="636400"/>
                      </a:cubicBezTo>
                      <a:cubicBezTo>
                        <a:pt x="239330" y="639119"/>
                        <a:pt x="233891" y="639119"/>
                        <a:pt x="228451" y="639119"/>
                      </a:cubicBezTo>
                      <a:cubicBezTo>
                        <a:pt x="223012" y="639119"/>
                        <a:pt x="206694" y="639119"/>
                        <a:pt x="187657" y="639119"/>
                      </a:cubicBezTo>
                      <a:cubicBezTo>
                        <a:pt x="176778" y="647278"/>
                        <a:pt x="163180" y="649998"/>
                        <a:pt x="152301" y="652717"/>
                      </a:cubicBezTo>
                      <a:cubicBezTo>
                        <a:pt x="146862" y="652717"/>
                        <a:pt x="138703" y="655437"/>
                        <a:pt x="133263" y="655437"/>
                      </a:cubicBezTo>
                      <a:cubicBezTo>
                        <a:pt x="130544" y="655437"/>
                        <a:pt x="125104" y="655437"/>
                        <a:pt x="122385" y="652717"/>
                      </a:cubicBezTo>
                      <a:cubicBezTo>
                        <a:pt x="114226" y="649998"/>
                        <a:pt x="103347" y="644559"/>
                        <a:pt x="97908" y="639119"/>
                      </a:cubicBezTo>
                      <a:cubicBezTo>
                        <a:pt x="87029" y="639119"/>
                        <a:pt x="78870" y="639119"/>
                        <a:pt x="70711" y="639119"/>
                      </a:cubicBezTo>
                      <a:cubicBezTo>
                        <a:pt x="62552" y="639119"/>
                        <a:pt x="54393" y="639119"/>
                        <a:pt x="46234" y="639119"/>
                      </a:cubicBezTo>
                      <a:cubicBezTo>
                        <a:pt x="38075" y="639119"/>
                        <a:pt x="27197" y="633680"/>
                        <a:pt x="19038" y="630960"/>
                      </a:cubicBezTo>
                      <a:cubicBezTo>
                        <a:pt x="10879" y="628241"/>
                        <a:pt x="2720" y="620082"/>
                        <a:pt x="2720" y="614642"/>
                      </a:cubicBezTo>
                      <a:cubicBezTo>
                        <a:pt x="2720" y="611923"/>
                        <a:pt x="2720" y="609203"/>
                        <a:pt x="8159" y="606483"/>
                      </a:cubicBezTo>
                      <a:cubicBezTo>
                        <a:pt x="13599" y="603764"/>
                        <a:pt x="24477" y="601044"/>
                        <a:pt x="29916" y="598324"/>
                      </a:cubicBezTo>
                      <a:cubicBezTo>
                        <a:pt x="43515" y="595605"/>
                        <a:pt x="62552" y="595605"/>
                        <a:pt x="76151" y="592885"/>
                      </a:cubicBezTo>
                      <a:cubicBezTo>
                        <a:pt x="76151" y="587446"/>
                        <a:pt x="73431" y="582006"/>
                        <a:pt x="73431" y="573848"/>
                      </a:cubicBezTo>
                      <a:cubicBezTo>
                        <a:pt x="73431" y="565689"/>
                        <a:pt x="70711" y="516735"/>
                        <a:pt x="70711" y="500417"/>
                      </a:cubicBezTo>
                      <a:cubicBezTo>
                        <a:pt x="70711" y="481379"/>
                        <a:pt x="73431" y="456902"/>
                        <a:pt x="73431" y="437865"/>
                      </a:cubicBezTo>
                      <a:cubicBezTo>
                        <a:pt x="73431" y="416108"/>
                        <a:pt x="70711" y="391631"/>
                        <a:pt x="70711" y="369873"/>
                      </a:cubicBezTo>
                      <a:cubicBezTo>
                        <a:pt x="70711" y="345397"/>
                        <a:pt x="70711" y="318200"/>
                        <a:pt x="70711" y="293723"/>
                      </a:cubicBezTo>
                      <a:cubicBezTo>
                        <a:pt x="70711" y="266526"/>
                        <a:pt x="73431" y="239330"/>
                        <a:pt x="73431" y="212133"/>
                      </a:cubicBezTo>
                      <a:cubicBezTo>
                        <a:pt x="73431" y="187656"/>
                        <a:pt x="76151" y="179498"/>
                        <a:pt x="76151" y="155021"/>
                      </a:cubicBezTo>
                      <a:cubicBezTo>
                        <a:pt x="76151" y="144142"/>
                        <a:pt x="76151" y="130544"/>
                        <a:pt x="76151" y="119665"/>
                      </a:cubicBezTo>
                      <a:cubicBezTo>
                        <a:pt x="76151" y="106067"/>
                        <a:pt x="78870" y="95188"/>
                        <a:pt x="78870" y="84310"/>
                      </a:cubicBezTo>
                      <a:cubicBezTo>
                        <a:pt x="78870" y="78870"/>
                        <a:pt x="78870" y="70711"/>
                        <a:pt x="76151" y="62552"/>
                      </a:cubicBezTo>
                      <a:cubicBezTo>
                        <a:pt x="76151" y="62552"/>
                        <a:pt x="73431" y="62552"/>
                        <a:pt x="67992" y="62552"/>
                      </a:cubicBezTo>
                      <a:cubicBezTo>
                        <a:pt x="59833" y="62552"/>
                        <a:pt x="51674" y="62552"/>
                        <a:pt x="43515" y="62552"/>
                      </a:cubicBezTo>
                      <a:cubicBezTo>
                        <a:pt x="35356" y="62552"/>
                        <a:pt x="24477" y="59833"/>
                        <a:pt x="16318" y="57113"/>
                      </a:cubicBezTo>
                      <a:cubicBezTo>
                        <a:pt x="8159" y="54393"/>
                        <a:pt x="0" y="43515"/>
                        <a:pt x="0" y="40795"/>
                      </a:cubicBezTo>
                      <a:cubicBezTo>
                        <a:pt x="0" y="38075"/>
                        <a:pt x="0" y="35356"/>
                        <a:pt x="5439" y="32636"/>
                      </a:cubicBezTo>
                      <a:cubicBezTo>
                        <a:pt x="10879" y="29917"/>
                        <a:pt x="21758" y="27197"/>
                        <a:pt x="27197" y="24477"/>
                      </a:cubicBezTo>
                      <a:cubicBezTo>
                        <a:pt x="46234" y="21758"/>
                        <a:pt x="62552" y="19038"/>
                        <a:pt x="76151" y="19038"/>
                      </a:cubicBezTo>
                      <a:cubicBezTo>
                        <a:pt x="76151" y="16318"/>
                        <a:pt x="78870" y="16318"/>
                        <a:pt x="78870" y="13598"/>
                      </a:cubicBezTo>
                      <a:cubicBezTo>
                        <a:pt x="84309" y="10879"/>
                        <a:pt x="89749" y="8159"/>
                        <a:pt x="95188" y="5440"/>
                      </a:cubicBezTo>
                      <a:cubicBezTo>
                        <a:pt x="100628" y="2720"/>
                        <a:pt x="106067" y="0"/>
                        <a:pt x="111506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104" name="Freeform: Shape 103">
                  <a:extLst>
                    <a:ext uri="{FF2B5EF4-FFF2-40B4-BE49-F238E27FC236}">
                      <a16:creationId xmlns:a16="http://schemas.microsoft.com/office/drawing/2014/main" id="{66F30D1B-0E53-41CF-B520-74FD721FEE2B}"/>
                    </a:ext>
                  </a:extLst>
                </p:cNvPr>
                <p:cNvSpPr/>
                <p:nvPr/>
              </p:nvSpPr>
              <p:spPr>
                <a:xfrm>
                  <a:off x="8346812" y="4186718"/>
                  <a:ext cx="353556" cy="761503"/>
                </a:xfrm>
                <a:custGeom>
                  <a:avLst/>
                  <a:gdLst>
                    <a:gd name="connsiteX0" fmla="*/ 283910 w 353555"/>
                    <a:gd name="connsiteY0" fmla="*/ 672820 h 761503"/>
                    <a:gd name="connsiteX1" fmla="*/ 321985 w 353555"/>
                    <a:gd name="connsiteY1" fmla="*/ 689138 h 761503"/>
                    <a:gd name="connsiteX2" fmla="*/ 316546 w 353555"/>
                    <a:gd name="connsiteY2" fmla="*/ 705456 h 761503"/>
                    <a:gd name="connsiteX3" fmla="*/ 300228 w 353555"/>
                    <a:gd name="connsiteY3" fmla="*/ 713615 h 761503"/>
                    <a:gd name="connsiteX4" fmla="*/ 278471 w 353555"/>
                    <a:gd name="connsiteY4" fmla="*/ 716335 h 761503"/>
                    <a:gd name="connsiteX5" fmla="*/ 237676 w 353555"/>
                    <a:gd name="connsiteY5" fmla="*/ 716335 h 761503"/>
                    <a:gd name="connsiteX6" fmla="*/ 180563 w 353555"/>
                    <a:gd name="connsiteY6" fmla="*/ 719054 h 761503"/>
                    <a:gd name="connsiteX7" fmla="*/ 126170 w 353555"/>
                    <a:gd name="connsiteY7" fmla="*/ 719054 h 761503"/>
                    <a:gd name="connsiteX8" fmla="*/ 101693 w 353555"/>
                    <a:gd name="connsiteY8" fmla="*/ 719054 h 761503"/>
                    <a:gd name="connsiteX9" fmla="*/ 74496 w 353555"/>
                    <a:gd name="connsiteY9" fmla="*/ 713615 h 761503"/>
                    <a:gd name="connsiteX10" fmla="*/ 58178 w 353555"/>
                    <a:gd name="connsiteY10" fmla="*/ 697297 h 761503"/>
                    <a:gd name="connsiteX11" fmla="*/ 63618 w 353555"/>
                    <a:gd name="connsiteY11" fmla="*/ 689138 h 761503"/>
                    <a:gd name="connsiteX12" fmla="*/ 85375 w 353555"/>
                    <a:gd name="connsiteY12" fmla="*/ 680979 h 761503"/>
                    <a:gd name="connsiteX13" fmla="*/ 131609 w 353555"/>
                    <a:gd name="connsiteY13" fmla="*/ 675540 h 761503"/>
                    <a:gd name="connsiteX14" fmla="*/ 142488 w 353555"/>
                    <a:gd name="connsiteY14" fmla="*/ 675540 h 761503"/>
                    <a:gd name="connsiteX15" fmla="*/ 131609 w 353555"/>
                    <a:gd name="connsiteY15" fmla="*/ 653783 h 761503"/>
                    <a:gd name="connsiteX16" fmla="*/ 128890 w 353555"/>
                    <a:gd name="connsiteY16" fmla="*/ 640184 h 761503"/>
                    <a:gd name="connsiteX17" fmla="*/ 128890 w 353555"/>
                    <a:gd name="connsiteY17" fmla="*/ 629306 h 761503"/>
                    <a:gd name="connsiteX18" fmla="*/ 128890 w 353555"/>
                    <a:gd name="connsiteY18" fmla="*/ 621147 h 761503"/>
                    <a:gd name="connsiteX19" fmla="*/ 128890 w 353555"/>
                    <a:gd name="connsiteY19" fmla="*/ 593950 h 761503"/>
                    <a:gd name="connsiteX20" fmla="*/ 128890 w 353555"/>
                    <a:gd name="connsiteY20" fmla="*/ 583072 h 761503"/>
                    <a:gd name="connsiteX21" fmla="*/ 128890 w 353555"/>
                    <a:gd name="connsiteY21" fmla="*/ 436210 h 761503"/>
                    <a:gd name="connsiteX22" fmla="*/ 128890 w 353555"/>
                    <a:gd name="connsiteY22" fmla="*/ 357340 h 761503"/>
                    <a:gd name="connsiteX23" fmla="*/ 131609 w 353555"/>
                    <a:gd name="connsiteY23" fmla="*/ 289349 h 761503"/>
                    <a:gd name="connsiteX24" fmla="*/ 131609 w 353555"/>
                    <a:gd name="connsiteY24" fmla="*/ 251274 h 761503"/>
                    <a:gd name="connsiteX25" fmla="*/ 131609 w 353555"/>
                    <a:gd name="connsiteY25" fmla="*/ 205040 h 761503"/>
                    <a:gd name="connsiteX26" fmla="*/ 131609 w 353555"/>
                    <a:gd name="connsiteY26" fmla="*/ 139768 h 761503"/>
                    <a:gd name="connsiteX27" fmla="*/ 131609 w 353555"/>
                    <a:gd name="connsiteY27" fmla="*/ 128889 h 761503"/>
                    <a:gd name="connsiteX28" fmla="*/ 126170 w 353555"/>
                    <a:gd name="connsiteY28" fmla="*/ 128889 h 761503"/>
                    <a:gd name="connsiteX29" fmla="*/ 101693 w 353555"/>
                    <a:gd name="connsiteY29" fmla="*/ 128889 h 761503"/>
                    <a:gd name="connsiteX30" fmla="*/ 74496 w 353555"/>
                    <a:gd name="connsiteY30" fmla="*/ 123450 h 761503"/>
                    <a:gd name="connsiteX31" fmla="*/ 58178 w 353555"/>
                    <a:gd name="connsiteY31" fmla="*/ 107132 h 761503"/>
                    <a:gd name="connsiteX32" fmla="*/ 60898 w 353555"/>
                    <a:gd name="connsiteY32" fmla="*/ 98973 h 761503"/>
                    <a:gd name="connsiteX33" fmla="*/ 82655 w 353555"/>
                    <a:gd name="connsiteY33" fmla="*/ 93534 h 761503"/>
                    <a:gd name="connsiteX34" fmla="*/ 131609 w 353555"/>
                    <a:gd name="connsiteY34" fmla="*/ 88094 h 761503"/>
                    <a:gd name="connsiteX35" fmla="*/ 131609 w 353555"/>
                    <a:gd name="connsiteY35" fmla="*/ 82655 h 761503"/>
                    <a:gd name="connsiteX36" fmla="*/ 134329 w 353555"/>
                    <a:gd name="connsiteY36" fmla="*/ 71776 h 761503"/>
                    <a:gd name="connsiteX37" fmla="*/ 147927 w 353555"/>
                    <a:gd name="connsiteY37" fmla="*/ 63617 h 761503"/>
                    <a:gd name="connsiteX38" fmla="*/ 164245 w 353555"/>
                    <a:gd name="connsiteY38" fmla="*/ 58178 h 761503"/>
                    <a:gd name="connsiteX39" fmla="*/ 177843 w 353555"/>
                    <a:gd name="connsiteY39" fmla="*/ 58178 h 761503"/>
                    <a:gd name="connsiteX40" fmla="*/ 196881 w 353555"/>
                    <a:gd name="connsiteY40" fmla="*/ 60898 h 761503"/>
                    <a:gd name="connsiteX41" fmla="*/ 232237 w 353555"/>
                    <a:gd name="connsiteY41" fmla="*/ 88094 h 761503"/>
                    <a:gd name="connsiteX42" fmla="*/ 278471 w 353555"/>
                    <a:gd name="connsiteY42" fmla="*/ 88094 h 761503"/>
                    <a:gd name="connsiteX43" fmla="*/ 316546 w 353555"/>
                    <a:gd name="connsiteY43" fmla="*/ 104412 h 761503"/>
                    <a:gd name="connsiteX44" fmla="*/ 311107 w 353555"/>
                    <a:gd name="connsiteY44" fmla="*/ 120730 h 761503"/>
                    <a:gd name="connsiteX45" fmla="*/ 294789 w 353555"/>
                    <a:gd name="connsiteY45" fmla="*/ 128889 h 761503"/>
                    <a:gd name="connsiteX46" fmla="*/ 273032 w 353555"/>
                    <a:gd name="connsiteY46" fmla="*/ 131609 h 761503"/>
                    <a:gd name="connsiteX47" fmla="*/ 243115 w 353555"/>
                    <a:gd name="connsiteY47" fmla="*/ 131609 h 761503"/>
                    <a:gd name="connsiteX48" fmla="*/ 243115 w 353555"/>
                    <a:gd name="connsiteY48" fmla="*/ 134329 h 761503"/>
                    <a:gd name="connsiteX49" fmla="*/ 248554 w 353555"/>
                    <a:gd name="connsiteY49" fmla="*/ 169684 h 761503"/>
                    <a:gd name="connsiteX50" fmla="*/ 251274 w 353555"/>
                    <a:gd name="connsiteY50" fmla="*/ 205040 h 761503"/>
                    <a:gd name="connsiteX51" fmla="*/ 251274 w 353555"/>
                    <a:gd name="connsiteY51" fmla="*/ 240395 h 761503"/>
                    <a:gd name="connsiteX52" fmla="*/ 251274 w 353555"/>
                    <a:gd name="connsiteY52" fmla="*/ 256713 h 761503"/>
                    <a:gd name="connsiteX53" fmla="*/ 253994 w 353555"/>
                    <a:gd name="connsiteY53" fmla="*/ 270311 h 761503"/>
                    <a:gd name="connsiteX54" fmla="*/ 259433 w 353555"/>
                    <a:gd name="connsiteY54" fmla="*/ 343742 h 761503"/>
                    <a:gd name="connsiteX55" fmla="*/ 262153 w 353555"/>
                    <a:gd name="connsiteY55" fmla="*/ 425332 h 761503"/>
                    <a:gd name="connsiteX56" fmla="*/ 264872 w 353555"/>
                    <a:gd name="connsiteY56" fmla="*/ 490603 h 761503"/>
                    <a:gd name="connsiteX57" fmla="*/ 270312 w 353555"/>
                    <a:gd name="connsiteY57" fmla="*/ 564034 h 761503"/>
                    <a:gd name="connsiteX58" fmla="*/ 270312 w 353555"/>
                    <a:gd name="connsiteY58" fmla="*/ 599390 h 761503"/>
                    <a:gd name="connsiteX59" fmla="*/ 270312 w 353555"/>
                    <a:gd name="connsiteY59" fmla="*/ 637465 h 761503"/>
                    <a:gd name="connsiteX60" fmla="*/ 264872 w 353555"/>
                    <a:gd name="connsiteY60" fmla="*/ 670101 h 761503"/>
                    <a:gd name="connsiteX61" fmla="*/ 283910 w 353555"/>
                    <a:gd name="connsiteY61" fmla="*/ 672820 h 761503"/>
                    <a:gd name="connsiteX62" fmla="*/ 283910 w 353555"/>
                    <a:gd name="connsiteY62" fmla="*/ 672820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</a:cxnLst>
                  <a:rect l="l" t="t" r="r" b="b"/>
                  <a:pathLst>
                    <a:path w="353555" h="761503">
                      <a:moveTo>
                        <a:pt x="283910" y="672820"/>
                      </a:moveTo>
                      <a:cubicBezTo>
                        <a:pt x="297508" y="672820"/>
                        <a:pt x="321985" y="672820"/>
                        <a:pt x="321985" y="689138"/>
                      </a:cubicBezTo>
                      <a:cubicBezTo>
                        <a:pt x="321985" y="697297"/>
                        <a:pt x="319266" y="697297"/>
                        <a:pt x="316546" y="705456"/>
                      </a:cubicBezTo>
                      <a:cubicBezTo>
                        <a:pt x="311107" y="710895"/>
                        <a:pt x="305667" y="713615"/>
                        <a:pt x="300228" y="713615"/>
                      </a:cubicBezTo>
                      <a:cubicBezTo>
                        <a:pt x="292069" y="716335"/>
                        <a:pt x="283910" y="716335"/>
                        <a:pt x="278471" y="716335"/>
                      </a:cubicBezTo>
                      <a:cubicBezTo>
                        <a:pt x="275751" y="716335"/>
                        <a:pt x="256713" y="716335"/>
                        <a:pt x="237676" y="716335"/>
                      </a:cubicBezTo>
                      <a:cubicBezTo>
                        <a:pt x="213199" y="716335"/>
                        <a:pt x="186003" y="719054"/>
                        <a:pt x="180563" y="719054"/>
                      </a:cubicBezTo>
                      <a:cubicBezTo>
                        <a:pt x="166965" y="719054"/>
                        <a:pt x="142488" y="719054"/>
                        <a:pt x="126170" y="719054"/>
                      </a:cubicBezTo>
                      <a:cubicBezTo>
                        <a:pt x="118011" y="719054"/>
                        <a:pt x="109852" y="719054"/>
                        <a:pt x="101693" y="719054"/>
                      </a:cubicBezTo>
                      <a:cubicBezTo>
                        <a:pt x="93534" y="719054"/>
                        <a:pt x="82655" y="719054"/>
                        <a:pt x="74496" y="713615"/>
                      </a:cubicBezTo>
                      <a:cubicBezTo>
                        <a:pt x="66337" y="710895"/>
                        <a:pt x="58178" y="702736"/>
                        <a:pt x="58178" y="697297"/>
                      </a:cubicBezTo>
                      <a:cubicBezTo>
                        <a:pt x="58178" y="694578"/>
                        <a:pt x="58178" y="691858"/>
                        <a:pt x="63618" y="689138"/>
                      </a:cubicBezTo>
                      <a:cubicBezTo>
                        <a:pt x="69057" y="686418"/>
                        <a:pt x="79936" y="683699"/>
                        <a:pt x="85375" y="680979"/>
                      </a:cubicBezTo>
                      <a:cubicBezTo>
                        <a:pt x="104413" y="678260"/>
                        <a:pt x="123450" y="675540"/>
                        <a:pt x="131609" y="675540"/>
                      </a:cubicBezTo>
                      <a:cubicBezTo>
                        <a:pt x="134329" y="675540"/>
                        <a:pt x="137049" y="675540"/>
                        <a:pt x="142488" y="675540"/>
                      </a:cubicBezTo>
                      <a:cubicBezTo>
                        <a:pt x="134329" y="670101"/>
                        <a:pt x="131609" y="661942"/>
                        <a:pt x="131609" y="653783"/>
                      </a:cubicBezTo>
                      <a:cubicBezTo>
                        <a:pt x="131609" y="648343"/>
                        <a:pt x="131609" y="642904"/>
                        <a:pt x="128890" y="640184"/>
                      </a:cubicBezTo>
                      <a:cubicBezTo>
                        <a:pt x="128890" y="637465"/>
                        <a:pt x="128890" y="634745"/>
                        <a:pt x="128890" y="629306"/>
                      </a:cubicBezTo>
                      <a:cubicBezTo>
                        <a:pt x="128890" y="626586"/>
                        <a:pt x="128890" y="623867"/>
                        <a:pt x="128890" y="621147"/>
                      </a:cubicBezTo>
                      <a:cubicBezTo>
                        <a:pt x="128890" y="612988"/>
                        <a:pt x="128890" y="604829"/>
                        <a:pt x="128890" y="593950"/>
                      </a:cubicBezTo>
                      <a:cubicBezTo>
                        <a:pt x="128890" y="591231"/>
                        <a:pt x="128890" y="585791"/>
                        <a:pt x="128890" y="583072"/>
                      </a:cubicBezTo>
                      <a:cubicBezTo>
                        <a:pt x="128890" y="534118"/>
                        <a:pt x="131609" y="485164"/>
                        <a:pt x="128890" y="436210"/>
                      </a:cubicBezTo>
                      <a:cubicBezTo>
                        <a:pt x="128890" y="409014"/>
                        <a:pt x="128890" y="384537"/>
                        <a:pt x="128890" y="357340"/>
                      </a:cubicBezTo>
                      <a:cubicBezTo>
                        <a:pt x="128890" y="335583"/>
                        <a:pt x="131609" y="313826"/>
                        <a:pt x="131609" y="289349"/>
                      </a:cubicBezTo>
                      <a:cubicBezTo>
                        <a:pt x="131609" y="275751"/>
                        <a:pt x="131609" y="264872"/>
                        <a:pt x="131609" y="251274"/>
                      </a:cubicBezTo>
                      <a:cubicBezTo>
                        <a:pt x="131609" y="234956"/>
                        <a:pt x="131609" y="221357"/>
                        <a:pt x="131609" y="205040"/>
                      </a:cubicBezTo>
                      <a:cubicBezTo>
                        <a:pt x="131609" y="183282"/>
                        <a:pt x="131609" y="161525"/>
                        <a:pt x="131609" y="139768"/>
                      </a:cubicBezTo>
                      <a:cubicBezTo>
                        <a:pt x="131609" y="137048"/>
                        <a:pt x="131609" y="134329"/>
                        <a:pt x="131609" y="128889"/>
                      </a:cubicBezTo>
                      <a:cubicBezTo>
                        <a:pt x="128890" y="128889"/>
                        <a:pt x="126170" y="128889"/>
                        <a:pt x="126170" y="128889"/>
                      </a:cubicBezTo>
                      <a:cubicBezTo>
                        <a:pt x="118011" y="128889"/>
                        <a:pt x="109852" y="128889"/>
                        <a:pt x="101693" y="128889"/>
                      </a:cubicBezTo>
                      <a:cubicBezTo>
                        <a:pt x="93534" y="128889"/>
                        <a:pt x="82655" y="128889"/>
                        <a:pt x="74496" y="123450"/>
                      </a:cubicBezTo>
                      <a:cubicBezTo>
                        <a:pt x="66337" y="120730"/>
                        <a:pt x="58178" y="112571"/>
                        <a:pt x="58178" y="107132"/>
                      </a:cubicBezTo>
                      <a:cubicBezTo>
                        <a:pt x="58178" y="104412"/>
                        <a:pt x="58178" y="101693"/>
                        <a:pt x="60898" y="98973"/>
                      </a:cubicBezTo>
                      <a:cubicBezTo>
                        <a:pt x="63618" y="96253"/>
                        <a:pt x="77216" y="93534"/>
                        <a:pt x="82655" y="93534"/>
                      </a:cubicBezTo>
                      <a:cubicBezTo>
                        <a:pt x="98973" y="90814"/>
                        <a:pt x="123450" y="88094"/>
                        <a:pt x="131609" y="88094"/>
                      </a:cubicBezTo>
                      <a:cubicBezTo>
                        <a:pt x="131609" y="85375"/>
                        <a:pt x="131609" y="85375"/>
                        <a:pt x="131609" y="82655"/>
                      </a:cubicBezTo>
                      <a:cubicBezTo>
                        <a:pt x="131609" y="77216"/>
                        <a:pt x="131609" y="74496"/>
                        <a:pt x="134329" y="71776"/>
                      </a:cubicBezTo>
                      <a:cubicBezTo>
                        <a:pt x="137049" y="69057"/>
                        <a:pt x="145208" y="66337"/>
                        <a:pt x="147927" y="63617"/>
                      </a:cubicBezTo>
                      <a:cubicBezTo>
                        <a:pt x="153366" y="60898"/>
                        <a:pt x="158806" y="58178"/>
                        <a:pt x="164245" y="58178"/>
                      </a:cubicBezTo>
                      <a:cubicBezTo>
                        <a:pt x="169684" y="58178"/>
                        <a:pt x="175124" y="58178"/>
                        <a:pt x="177843" y="58178"/>
                      </a:cubicBezTo>
                      <a:cubicBezTo>
                        <a:pt x="183283" y="58178"/>
                        <a:pt x="191442" y="58178"/>
                        <a:pt x="196881" y="60898"/>
                      </a:cubicBezTo>
                      <a:cubicBezTo>
                        <a:pt x="213199" y="63617"/>
                        <a:pt x="224078" y="74496"/>
                        <a:pt x="232237" y="88094"/>
                      </a:cubicBezTo>
                      <a:cubicBezTo>
                        <a:pt x="253994" y="88094"/>
                        <a:pt x="270312" y="88094"/>
                        <a:pt x="278471" y="88094"/>
                      </a:cubicBezTo>
                      <a:cubicBezTo>
                        <a:pt x="292069" y="88094"/>
                        <a:pt x="316546" y="88094"/>
                        <a:pt x="316546" y="104412"/>
                      </a:cubicBezTo>
                      <a:cubicBezTo>
                        <a:pt x="316546" y="112571"/>
                        <a:pt x="313826" y="112571"/>
                        <a:pt x="311107" y="120730"/>
                      </a:cubicBezTo>
                      <a:cubicBezTo>
                        <a:pt x="305667" y="126170"/>
                        <a:pt x="300228" y="128889"/>
                        <a:pt x="294789" y="128889"/>
                      </a:cubicBezTo>
                      <a:cubicBezTo>
                        <a:pt x="286630" y="131609"/>
                        <a:pt x="278471" y="131609"/>
                        <a:pt x="273032" y="131609"/>
                      </a:cubicBezTo>
                      <a:cubicBezTo>
                        <a:pt x="270312" y="131609"/>
                        <a:pt x="259433" y="131609"/>
                        <a:pt x="243115" y="131609"/>
                      </a:cubicBezTo>
                      <a:lnTo>
                        <a:pt x="243115" y="134329"/>
                      </a:lnTo>
                      <a:cubicBezTo>
                        <a:pt x="245835" y="145207"/>
                        <a:pt x="245835" y="158805"/>
                        <a:pt x="248554" y="169684"/>
                      </a:cubicBezTo>
                      <a:cubicBezTo>
                        <a:pt x="251274" y="180563"/>
                        <a:pt x="251274" y="194161"/>
                        <a:pt x="251274" y="205040"/>
                      </a:cubicBezTo>
                      <a:cubicBezTo>
                        <a:pt x="251274" y="215918"/>
                        <a:pt x="251274" y="226797"/>
                        <a:pt x="251274" y="240395"/>
                      </a:cubicBezTo>
                      <a:cubicBezTo>
                        <a:pt x="251274" y="245834"/>
                        <a:pt x="251274" y="251274"/>
                        <a:pt x="251274" y="256713"/>
                      </a:cubicBezTo>
                      <a:cubicBezTo>
                        <a:pt x="251274" y="262152"/>
                        <a:pt x="251274" y="267592"/>
                        <a:pt x="253994" y="270311"/>
                      </a:cubicBezTo>
                      <a:cubicBezTo>
                        <a:pt x="256713" y="294788"/>
                        <a:pt x="256713" y="319265"/>
                        <a:pt x="259433" y="343742"/>
                      </a:cubicBezTo>
                      <a:cubicBezTo>
                        <a:pt x="259433" y="370939"/>
                        <a:pt x="262153" y="398135"/>
                        <a:pt x="262153" y="425332"/>
                      </a:cubicBezTo>
                      <a:cubicBezTo>
                        <a:pt x="262153" y="447089"/>
                        <a:pt x="262153" y="468846"/>
                        <a:pt x="264872" y="490603"/>
                      </a:cubicBezTo>
                      <a:cubicBezTo>
                        <a:pt x="264872" y="515080"/>
                        <a:pt x="270312" y="539557"/>
                        <a:pt x="270312" y="564034"/>
                      </a:cubicBezTo>
                      <a:cubicBezTo>
                        <a:pt x="270312" y="574913"/>
                        <a:pt x="270312" y="588511"/>
                        <a:pt x="270312" y="599390"/>
                      </a:cubicBezTo>
                      <a:cubicBezTo>
                        <a:pt x="270312" y="612988"/>
                        <a:pt x="270312" y="623867"/>
                        <a:pt x="270312" y="637465"/>
                      </a:cubicBezTo>
                      <a:cubicBezTo>
                        <a:pt x="270312" y="648343"/>
                        <a:pt x="270312" y="661942"/>
                        <a:pt x="264872" y="670101"/>
                      </a:cubicBezTo>
                      <a:cubicBezTo>
                        <a:pt x="273032" y="672820"/>
                        <a:pt x="278471" y="672820"/>
                        <a:pt x="283910" y="672820"/>
                      </a:cubicBezTo>
                      <a:lnTo>
                        <a:pt x="283910" y="672820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105" name="Freeform: Shape 104">
                  <a:extLst>
                    <a:ext uri="{FF2B5EF4-FFF2-40B4-BE49-F238E27FC236}">
                      <a16:creationId xmlns:a16="http://schemas.microsoft.com/office/drawing/2014/main" id="{D32DE67F-29B8-4F0A-9959-F3E9BEB5E548}"/>
                    </a:ext>
                  </a:extLst>
                </p:cNvPr>
                <p:cNvSpPr/>
                <p:nvPr/>
              </p:nvSpPr>
              <p:spPr>
                <a:xfrm>
                  <a:off x="8652924" y="4192158"/>
                  <a:ext cx="516735" cy="788700"/>
                </a:xfrm>
                <a:custGeom>
                  <a:avLst/>
                  <a:gdLst>
                    <a:gd name="connsiteX0" fmla="*/ 464616 w 516735"/>
                    <a:gd name="connsiteY0" fmla="*/ 436210 h 788699"/>
                    <a:gd name="connsiteX1" fmla="*/ 445578 w 516735"/>
                    <a:gd name="connsiteY1" fmla="*/ 455248 h 788699"/>
                    <a:gd name="connsiteX2" fmla="*/ 404783 w 516735"/>
                    <a:gd name="connsiteY2" fmla="*/ 466126 h 788699"/>
                    <a:gd name="connsiteX3" fmla="*/ 385746 w 516735"/>
                    <a:gd name="connsiteY3" fmla="*/ 479725 h 788699"/>
                    <a:gd name="connsiteX4" fmla="*/ 388466 w 516735"/>
                    <a:gd name="connsiteY4" fmla="*/ 512361 h 788699"/>
                    <a:gd name="connsiteX5" fmla="*/ 388466 w 516735"/>
                    <a:gd name="connsiteY5" fmla="*/ 544997 h 788699"/>
                    <a:gd name="connsiteX6" fmla="*/ 388466 w 516735"/>
                    <a:gd name="connsiteY6" fmla="*/ 566754 h 788699"/>
                    <a:gd name="connsiteX7" fmla="*/ 391185 w 516735"/>
                    <a:gd name="connsiteY7" fmla="*/ 632026 h 788699"/>
                    <a:gd name="connsiteX8" fmla="*/ 393905 w 516735"/>
                    <a:gd name="connsiteY8" fmla="*/ 683699 h 788699"/>
                    <a:gd name="connsiteX9" fmla="*/ 377587 w 516735"/>
                    <a:gd name="connsiteY9" fmla="*/ 724494 h 788699"/>
                    <a:gd name="connsiteX10" fmla="*/ 361269 w 516735"/>
                    <a:gd name="connsiteY10" fmla="*/ 719054 h 788699"/>
                    <a:gd name="connsiteX11" fmla="*/ 353110 w 516735"/>
                    <a:gd name="connsiteY11" fmla="*/ 702737 h 788699"/>
                    <a:gd name="connsiteX12" fmla="*/ 350390 w 516735"/>
                    <a:gd name="connsiteY12" fmla="*/ 686419 h 788699"/>
                    <a:gd name="connsiteX13" fmla="*/ 353110 w 516735"/>
                    <a:gd name="connsiteY13" fmla="*/ 659222 h 788699"/>
                    <a:gd name="connsiteX14" fmla="*/ 353110 w 516735"/>
                    <a:gd name="connsiteY14" fmla="*/ 656502 h 788699"/>
                    <a:gd name="connsiteX15" fmla="*/ 317754 w 516735"/>
                    <a:gd name="connsiteY15" fmla="*/ 708176 h 788699"/>
                    <a:gd name="connsiteX16" fmla="*/ 241604 w 516735"/>
                    <a:gd name="connsiteY16" fmla="*/ 735372 h 788699"/>
                    <a:gd name="connsiteX17" fmla="*/ 187211 w 516735"/>
                    <a:gd name="connsiteY17" fmla="*/ 727214 h 788699"/>
                    <a:gd name="connsiteX18" fmla="*/ 135537 w 516735"/>
                    <a:gd name="connsiteY18" fmla="*/ 694578 h 788699"/>
                    <a:gd name="connsiteX19" fmla="*/ 86583 w 516735"/>
                    <a:gd name="connsiteY19" fmla="*/ 621147 h 788699"/>
                    <a:gd name="connsiteX20" fmla="*/ 67546 w 516735"/>
                    <a:gd name="connsiteY20" fmla="*/ 555875 h 788699"/>
                    <a:gd name="connsiteX21" fmla="*/ 59387 w 516735"/>
                    <a:gd name="connsiteY21" fmla="*/ 509641 h 788699"/>
                    <a:gd name="connsiteX22" fmla="*/ 59387 w 516735"/>
                    <a:gd name="connsiteY22" fmla="*/ 468846 h 788699"/>
                    <a:gd name="connsiteX23" fmla="*/ 86583 w 516735"/>
                    <a:gd name="connsiteY23" fmla="*/ 302947 h 788699"/>
                    <a:gd name="connsiteX24" fmla="*/ 108341 w 516735"/>
                    <a:gd name="connsiteY24" fmla="*/ 224077 h 788699"/>
                    <a:gd name="connsiteX25" fmla="*/ 146416 w 516735"/>
                    <a:gd name="connsiteY25" fmla="*/ 145207 h 788699"/>
                    <a:gd name="connsiteX26" fmla="*/ 198090 w 516735"/>
                    <a:gd name="connsiteY26" fmla="*/ 85375 h 788699"/>
                    <a:gd name="connsiteX27" fmla="*/ 228006 w 516735"/>
                    <a:gd name="connsiteY27" fmla="*/ 69057 h 788699"/>
                    <a:gd name="connsiteX28" fmla="*/ 268801 w 516735"/>
                    <a:gd name="connsiteY28" fmla="*/ 58178 h 788699"/>
                    <a:gd name="connsiteX29" fmla="*/ 274240 w 516735"/>
                    <a:gd name="connsiteY29" fmla="*/ 58178 h 788699"/>
                    <a:gd name="connsiteX30" fmla="*/ 295997 w 516735"/>
                    <a:gd name="connsiteY30" fmla="*/ 60898 h 788699"/>
                    <a:gd name="connsiteX31" fmla="*/ 331353 w 516735"/>
                    <a:gd name="connsiteY31" fmla="*/ 71776 h 788699"/>
                    <a:gd name="connsiteX32" fmla="*/ 350390 w 516735"/>
                    <a:gd name="connsiteY32" fmla="*/ 93534 h 788699"/>
                    <a:gd name="connsiteX33" fmla="*/ 353110 w 516735"/>
                    <a:gd name="connsiteY33" fmla="*/ 74496 h 788699"/>
                    <a:gd name="connsiteX34" fmla="*/ 358549 w 516735"/>
                    <a:gd name="connsiteY34" fmla="*/ 63618 h 788699"/>
                    <a:gd name="connsiteX35" fmla="*/ 366708 w 516735"/>
                    <a:gd name="connsiteY35" fmla="*/ 58178 h 788699"/>
                    <a:gd name="connsiteX36" fmla="*/ 374867 w 516735"/>
                    <a:gd name="connsiteY36" fmla="*/ 63618 h 788699"/>
                    <a:gd name="connsiteX37" fmla="*/ 383027 w 516735"/>
                    <a:gd name="connsiteY37" fmla="*/ 82655 h 788699"/>
                    <a:gd name="connsiteX38" fmla="*/ 385746 w 516735"/>
                    <a:gd name="connsiteY38" fmla="*/ 126170 h 788699"/>
                    <a:gd name="connsiteX39" fmla="*/ 388466 w 516735"/>
                    <a:gd name="connsiteY39" fmla="*/ 186002 h 788699"/>
                    <a:gd name="connsiteX40" fmla="*/ 391185 w 516735"/>
                    <a:gd name="connsiteY40" fmla="*/ 237676 h 788699"/>
                    <a:gd name="connsiteX41" fmla="*/ 374867 w 516735"/>
                    <a:gd name="connsiteY41" fmla="*/ 278470 h 788699"/>
                    <a:gd name="connsiteX42" fmla="*/ 358549 w 516735"/>
                    <a:gd name="connsiteY42" fmla="*/ 273031 h 788699"/>
                    <a:gd name="connsiteX43" fmla="*/ 350390 w 516735"/>
                    <a:gd name="connsiteY43" fmla="*/ 256713 h 788699"/>
                    <a:gd name="connsiteX44" fmla="*/ 347671 w 516735"/>
                    <a:gd name="connsiteY44" fmla="*/ 240395 h 788699"/>
                    <a:gd name="connsiteX45" fmla="*/ 347671 w 516735"/>
                    <a:gd name="connsiteY45" fmla="*/ 213199 h 788699"/>
                    <a:gd name="connsiteX46" fmla="*/ 344951 w 516735"/>
                    <a:gd name="connsiteY46" fmla="*/ 194161 h 788699"/>
                    <a:gd name="connsiteX47" fmla="*/ 339512 w 516735"/>
                    <a:gd name="connsiteY47" fmla="*/ 150647 h 788699"/>
                    <a:gd name="connsiteX48" fmla="*/ 323194 w 516735"/>
                    <a:gd name="connsiteY48" fmla="*/ 112571 h 788699"/>
                    <a:gd name="connsiteX49" fmla="*/ 293278 w 516735"/>
                    <a:gd name="connsiteY49" fmla="*/ 101693 h 788699"/>
                    <a:gd name="connsiteX50" fmla="*/ 263361 w 516735"/>
                    <a:gd name="connsiteY50" fmla="*/ 120730 h 788699"/>
                    <a:gd name="connsiteX51" fmla="*/ 241604 w 516735"/>
                    <a:gd name="connsiteY51" fmla="*/ 153366 h 788699"/>
                    <a:gd name="connsiteX52" fmla="*/ 233445 w 516735"/>
                    <a:gd name="connsiteY52" fmla="*/ 194161 h 788699"/>
                    <a:gd name="connsiteX53" fmla="*/ 225286 w 516735"/>
                    <a:gd name="connsiteY53" fmla="*/ 232236 h 788699"/>
                    <a:gd name="connsiteX54" fmla="*/ 217127 w 516735"/>
                    <a:gd name="connsiteY54" fmla="*/ 275751 h 788699"/>
                    <a:gd name="connsiteX55" fmla="*/ 211688 w 516735"/>
                    <a:gd name="connsiteY55" fmla="*/ 316545 h 788699"/>
                    <a:gd name="connsiteX56" fmla="*/ 206249 w 516735"/>
                    <a:gd name="connsiteY56" fmla="*/ 354621 h 788699"/>
                    <a:gd name="connsiteX57" fmla="*/ 200809 w 516735"/>
                    <a:gd name="connsiteY57" fmla="*/ 398135 h 788699"/>
                    <a:gd name="connsiteX58" fmla="*/ 195370 w 516735"/>
                    <a:gd name="connsiteY58" fmla="*/ 438930 h 788699"/>
                    <a:gd name="connsiteX59" fmla="*/ 192650 w 516735"/>
                    <a:gd name="connsiteY59" fmla="*/ 474286 h 788699"/>
                    <a:gd name="connsiteX60" fmla="*/ 195370 w 516735"/>
                    <a:gd name="connsiteY60" fmla="*/ 525959 h 788699"/>
                    <a:gd name="connsiteX61" fmla="*/ 208968 w 516735"/>
                    <a:gd name="connsiteY61" fmla="*/ 596670 h 788699"/>
                    <a:gd name="connsiteX62" fmla="*/ 214407 w 516735"/>
                    <a:gd name="connsiteY62" fmla="*/ 623867 h 788699"/>
                    <a:gd name="connsiteX63" fmla="*/ 228006 w 516735"/>
                    <a:gd name="connsiteY63" fmla="*/ 656502 h 788699"/>
                    <a:gd name="connsiteX64" fmla="*/ 271520 w 516735"/>
                    <a:gd name="connsiteY64" fmla="*/ 689138 h 788699"/>
                    <a:gd name="connsiteX65" fmla="*/ 306876 w 516735"/>
                    <a:gd name="connsiteY65" fmla="*/ 664661 h 788699"/>
                    <a:gd name="connsiteX66" fmla="*/ 331353 w 516735"/>
                    <a:gd name="connsiteY66" fmla="*/ 602109 h 788699"/>
                    <a:gd name="connsiteX67" fmla="*/ 336792 w 516735"/>
                    <a:gd name="connsiteY67" fmla="*/ 544997 h 788699"/>
                    <a:gd name="connsiteX68" fmla="*/ 336792 w 516735"/>
                    <a:gd name="connsiteY68" fmla="*/ 498762 h 788699"/>
                    <a:gd name="connsiteX69" fmla="*/ 336792 w 516735"/>
                    <a:gd name="connsiteY69" fmla="*/ 490603 h 788699"/>
                    <a:gd name="connsiteX70" fmla="*/ 320474 w 516735"/>
                    <a:gd name="connsiteY70" fmla="*/ 477005 h 788699"/>
                    <a:gd name="connsiteX71" fmla="*/ 282399 w 516735"/>
                    <a:gd name="connsiteY71" fmla="*/ 479725 h 788699"/>
                    <a:gd name="connsiteX72" fmla="*/ 252483 w 516735"/>
                    <a:gd name="connsiteY72" fmla="*/ 474286 h 788699"/>
                    <a:gd name="connsiteX73" fmla="*/ 247044 w 516735"/>
                    <a:gd name="connsiteY73" fmla="*/ 466126 h 788699"/>
                    <a:gd name="connsiteX74" fmla="*/ 249763 w 516735"/>
                    <a:gd name="connsiteY74" fmla="*/ 457968 h 788699"/>
                    <a:gd name="connsiteX75" fmla="*/ 268801 w 516735"/>
                    <a:gd name="connsiteY75" fmla="*/ 447089 h 788699"/>
                    <a:gd name="connsiteX76" fmla="*/ 312315 w 516735"/>
                    <a:gd name="connsiteY76" fmla="*/ 436210 h 788699"/>
                    <a:gd name="connsiteX77" fmla="*/ 353110 w 516735"/>
                    <a:gd name="connsiteY77" fmla="*/ 430771 h 788699"/>
                    <a:gd name="connsiteX78" fmla="*/ 385746 w 516735"/>
                    <a:gd name="connsiteY78" fmla="*/ 430771 h 788699"/>
                    <a:gd name="connsiteX79" fmla="*/ 437420 w 516735"/>
                    <a:gd name="connsiteY79" fmla="*/ 428051 h 788699"/>
                    <a:gd name="connsiteX80" fmla="*/ 464616 w 516735"/>
                    <a:gd name="connsiteY80" fmla="*/ 436210 h 788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</a:cxnLst>
                  <a:rect l="l" t="t" r="r" b="b"/>
                  <a:pathLst>
                    <a:path w="516735" h="788699">
                      <a:moveTo>
                        <a:pt x="464616" y="436210"/>
                      </a:moveTo>
                      <a:cubicBezTo>
                        <a:pt x="464616" y="447089"/>
                        <a:pt x="453738" y="452528"/>
                        <a:pt x="445578" y="455248"/>
                      </a:cubicBezTo>
                      <a:cubicBezTo>
                        <a:pt x="434700" y="460687"/>
                        <a:pt x="415662" y="463407"/>
                        <a:pt x="404783" y="466126"/>
                      </a:cubicBezTo>
                      <a:cubicBezTo>
                        <a:pt x="393905" y="466126"/>
                        <a:pt x="385746" y="468846"/>
                        <a:pt x="385746" y="479725"/>
                      </a:cubicBezTo>
                      <a:cubicBezTo>
                        <a:pt x="385746" y="487884"/>
                        <a:pt x="388466" y="506921"/>
                        <a:pt x="388466" y="512361"/>
                      </a:cubicBezTo>
                      <a:cubicBezTo>
                        <a:pt x="388466" y="515080"/>
                        <a:pt x="388466" y="539557"/>
                        <a:pt x="388466" y="544997"/>
                      </a:cubicBezTo>
                      <a:cubicBezTo>
                        <a:pt x="388466" y="550436"/>
                        <a:pt x="388466" y="558595"/>
                        <a:pt x="388466" y="566754"/>
                      </a:cubicBezTo>
                      <a:cubicBezTo>
                        <a:pt x="388466" y="591231"/>
                        <a:pt x="388466" y="621147"/>
                        <a:pt x="391185" y="632026"/>
                      </a:cubicBezTo>
                      <a:cubicBezTo>
                        <a:pt x="393905" y="653783"/>
                        <a:pt x="393905" y="661942"/>
                        <a:pt x="393905" y="683699"/>
                      </a:cubicBezTo>
                      <a:cubicBezTo>
                        <a:pt x="393905" y="694578"/>
                        <a:pt x="393905" y="724494"/>
                        <a:pt x="377587" y="724494"/>
                      </a:cubicBezTo>
                      <a:cubicBezTo>
                        <a:pt x="369428" y="724494"/>
                        <a:pt x="366708" y="721774"/>
                        <a:pt x="361269" y="719054"/>
                      </a:cubicBezTo>
                      <a:cubicBezTo>
                        <a:pt x="355830" y="716335"/>
                        <a:pt x="353110" y="708176"/>
                        <a:pt x="353110" y="702737"/>
                      </a:cubicBezTo>
                      <a:cubicBezTo>
                        <a:pt x="350390" y="694578"/>
                        <a:pt x="350390" y="689138"/>
                        <a:pt x="350390" y="686419"/>
                      </a:cubicBezTo>
                      <a:cubicBezTo>
                        <a:pt x="350390" y="678260"/>
                        <a:pt x="353110" y="672820"/>
                        <a:pt x="353110" y="659222"/>
                      </a:cubicBezTo>
                      <a:lnTo>
                        <a:pt x="353110" y="656502"/>
                      </a:lnTo>
                      <a:cubicBezTo>
                        <a:pt x="347671" y="675540"/>
                        <a:pt x="334073" y="694578"/>
                        <a:pt x="317754" y="708176"/>
                      </a:cubicBezTo>
                      <a:cubicBezTo>
                        <a:pt x="293278" y="727214"/>
                        <a:pt x="274240" y="735372"/>
                        <a:pt x="241604" y="735372"/>
                      </a:cubicBezTo>
                      <a:cubicBezTo>
                        <a:pt x="222566" y="735372"/>
                        <a:pt x="203529" y="732653"/>
                        <a:pt x="187211" y="727214"/>
                      </a:cubicBezTo>
                      <a:cubicBezTo>
                        <a:pt x="165454" y="719054"/>
                        <a:pt x="149136" y="708176"/>
                        <a:pt x="135537" y="694578"/>
                      </a:cubicBezTo>
                      <a:cubicBezTo>
                        <a:pt x="113780" y="672820"/>
                        <a:pt x="100182" y="648343"/>
                        <a:pt x="86583" y="621147"/>
                      </a:cubicBezTo>
                      <a:cubicBezTo>
                        <a:pt x="75705" y="599390"/>
                        <a:pt x="70266" y="580352"/>
                        <a:pt x="67546" y="555875"/>
                      </a:cubicBezTo>
                      <a:cubicBezTo>
                        <a:pt x="64826" y="539557"/>
                        <a:pt x="62107" y="525959"/>
                        <a:pt x="59387" y="509641"/>
                      </a:cubicBezTo>
                      <a:cubicBezTo>
                        <a:pt x="56667" y="493323"/>
                        <a:pt x="59387" y="485164"/>
                        <a:pt x="59387" y="468846"/>
                      </a:cubicBezTo>
                      <a:cubicBezTo>
                        <a:pt x="59387" y="414453"/>
                        <a:pt x="72985" y="362780"/>
                        <a:pt x="86583" y="302947"/>
                      </a:cubicBezTo>
                      <a:cubicBezTo>
                        <a:pt x="92023" y="275751"/>
                        <a:pt x="100182" y="248554"/>
                        <a:pt x="108341" y="224077"/>
                      </a:cubicBezTo>
                      <a:cubicBezTo>
                        <a:pt x="116500" y="196881"/>
                        <a:pt x="130098" y="169684"/>
                        <a:pt x="146416" y="145207"/>
                      </a:cubicBezTo>
                      <a:cubicBezTo>
                        <a:pt x="160014" y="123450"/>
                        <a:pt x="176332" y="101693"/>
                        <a:pt x="198090" y="85375"/>
                      </a:cubicBezTo>
                      <a:cubicBezTo>
                        <a:pt x="206249" y="77216"/>
                        <a:pt x="217127" y="71776"/>
                        <a:pt x="228006" y="69057"/>
                      </a:cubicBezTo>
                      <a:cubicBezTo>
                        <a:pt x="241604" y="63618"/>
                        <a:pt x="255202" y="58178"/>
                        <a:pt x="268801" y="58178"/>
                      </a:cubicBezTo>
                      <a:cubicBezTo>
                        <a:pt x="271520" y="58178"/>
                        <a:pt x="274240" y="58178"/>
                        <a:pt x="274240" y="58178"/>
                      </a:cubicBezTo>
                      <a:cubicBezTo>
                        <a:pt x="279679" y="58178"/>
                        <a:pt x="285119" y="58178"/>
                        <a:pt x="295997" y="60898"/>
                      </a:cubicBezTo>
                      <a:cubicBezTo>
                        <a:pt x="309595" y="63618"/>
                        <a:pt x="320474" y="66337"/>
                        <a:pt x="331353" y="71776"/>
                      </a:cubicBezTo>
                      <a:cubicBezTo>
                        <a:pt x="339512" y="77216"/>
                        <a:pt x="347671" y="85375"/>
                        <a:pt x="350390" y="93534"/>
                      </a:cubicBezTo>
                      <a:cubicBezTo>
                        <a:pt x="350390" y="88095"/>
                        <a:pt x="353110" y="79936"/>
                        <a:pt x="353110" y="74496"/>
                      </a:cubicBezTo>
                      <a:cubicBezTo>
                        <a:pt x="355830" y="71776"/>
                        <a:pt x="355830" y="69057"/>
                        <a:pt x="358549" y="63618"/>
                      </a:cubicBezTo>
                      <a:cubicBezTo>
                        <a:pt x="361269" y="60898"/>
                        <a:pt x="363989" y="58178"/>
                        <a:pt x="366708" y="58178"/>
                      </a:cubicBezTo>
                      <a:cubicBezTo>
                        <a:pt x="369428" y="58178"/>
                        <a:pt x="372148" y="60898"/>
                        <a:pt x="374867" y="63618"/>
                      </a:cubicBezTo>
                      <a:cubicBezTo>
                        <a:pt x="377587" y="69057"/>
                        <a:pt x="380307" y="77216"/>
                        <a:pt x="383027" y="82655"/>
                      </a:cubicBezTo>
                      <a:cubicBezTo>
                        <a:pt x="383027" y="90814"/>
                        <a:pt x="385746" y="107132"/>
                        <a:pt x="385746" y="126170"/>
                      </a:cubicBezTo>
                      <a:cubicBezTo>
                        <a:pt x="385746" y="150647"/>
                        <a:pt x="385746" y="177843"/>
                        <a:pt x="388466" y="186002"/>
                      </a:cubicBezTo>
                      <a:cubicBezTo>
                        <a:pt x="391185" y="207759"/>
                        <a:pt x="391185" y="215918"/>
                        <a:pt x="391185" y="237676"/>
                      </a:cubicBezTo>
                      <a:cubicBezTo>
                        <a:pt x="391185" y="248554"/>
                        <a:pt x="391185" y="278470"/>
                        <a:pt x="374867" y="278470"/>
                      </a:cubicBezTo>
                      <a:cubicBezTo>
                        <a:pt x="366708" y="278470"/>
                        <a:pt x="363989" y="275751"/>
                        <a:pt x="358549" y="273031"/>
                      </a:cubicBezTo>
                      <a:cubicBezTo>
                        <a:pt x="353110" y="270311"/>
                        <a:pt x="350390" y="262152"/>
                        <a:pt x="350390" y="256713"/>
                      </a:cubicBezTo>
                      <a:cubicBezTo>
                        <a:pt x="350390" y="251274"/>
                        <a:pt x="347671" y="245834"/>
                        <a:pt x="347671" y="240395"/>
                      </a:cubicBezTo>
                      <a:cubicBezTo>
                        <a:pt x="347671" y="232236"/>
                        <a:pt x="347671" y="224077"/>
                        <a:pt x="347671" y="213199"/>
                      </a:cubicBezTo>
                      <a:cubicBezTo>
                        <a:pt x="347671" y="207759"/>
                        <a:pt x="347671" y="199600"/>
                        <a:pt x="344951" y="194161"/>
                      </a:cubicBezTo>
                      <a:cubicBezTo>
                        <a:pt x="342232" y="180563"/>
                        <a:pt x="342232" y="164245"/>
                        <a:pt x="339512" y="150647"/>
                      </a:cubicBezTo>
                      <a:cubicBezTo>
                        <a:pt x="336792" y="137048"/>
                        <a:pt x="331353" y="123450"/>
                        <a:pt x="323194" y="112571"/>
                      </a:cubicBezTo>
                      <a:cubicBezTo>
                        <a:pt x="317754" y="104412"/>
                        <a:pt x="304156" y="101693"/>
                        <a:pt x="293278" y="101693"/>
                      </a:cubicBezTo>
                      <a:cubicBezTo>
                        <a:pt x="279679" y="101693"/>
                        <a:pt x="271520" y="109852"/>
                        <a:pt x="263361" y="120730"/>
                      </a:cubicBezTo>
                      <a:cubicBezTo>
                        <a:pt x="257922" y="131609"/>
                        <a:pt x="247044" y="139768"/>
                        <a:pt x="241604" y="153366"/>
                      </a:cubicBezTo>
                      <a:cubicBezTo>
                        <a:pt x="236165" y="166964"/>
                        <a:pt x="233445" y="180563"/>
                        <a:pt x="233445" y="194161"/>
                      </a:cubicBezTo>
                      <a:cubicBezTo>
                        <a:pt x="233445" y="207759"/>
                        <a:pt x="230725" y="218638"/>
                        <a:pt x="225286" y="232236"/>
                      </a:cubicBezTo>
                      <a:cubicBezTo>
                        <a:pt x="219847" y="245834"/>
                        <a:pt x="219847" y="262152"/>
                        <a:pt x="217127" y="275751"/>
                      </a:cubicBezTo>
                      <a:cubicBezTo>
                        <a:pt x="214407" y="289349"/>
                        <a:pt x="214407" y="302947"/>
                        <a:pt x="211688" y="316545"/>
                      </a:cubicBezTo>
                      <a:cubicBezTo>
                        <a:pt x="211688" y="330144"/>
                        <a:pt x="206249" y="341022"/>
                        <a:pt x="206249" y="354621"/>
                      </a:cubicBezTo>
                      <a:cubicBezTo>
                        <a:pt x="203529" y="368219"/>
                        <a:pt x="203529" y="381817"/>
                        <a:pt x="200809" y="398135"/>
                      </a:cubicBezTo>
                      <a:cubicBezTo>
                        <a:pt x="198090" y="411733"/>
                        <a:pt x="198090" y="425332"/>
                        <a:pt x="195370" y="438930"/>
                      </a:cubicBezTo>
                      <a:cubicBezTo>
                        <a:pt x="195370" y="449809"/>
                        <a:pt x="192650" y="463407"/>
                        <a:pt x="192650" y="474286"/>
                      </a:cubicBezTo>
                      <a:cubicBezTo>
                        <a:pt x="192650" y="490603"/>
                        <a:pt x="195370" y="509641"/>
                        <a:pt x="195370" y="525959"/>
                      </a:cubicBezTo>
                      <a:cubicBezTo>
                        <a:pt x="195370" y="550436"/>
                        <a:pt x="203529" y="572193"/>
                        <a:pt x="208968" y="596670"/>
                      </a:cubicBezTo>
                      <a:cubicBezTo>
                        <a:pt x="211688" y="604829"/>
                        <a:pt x="211688" y="615708"/>
                        <a:pt x="214407" y="623867"/>
                      </a:cubicBezTo>
                      <a:cubicBezTo>
                        <a:pt x="217127" y="634745"/>
                        <a:pt x="222566" y="645624"/>
                        <a:pt x="228006" y="656502"/>
                      </a:cubicBezTo>
                      <a:cubicBezTo>
                        <a:pt x="236165" y="670101"/>
                        <a:pt x="252483" y="689138"/>
                        <a:pt x="271520" y="689138"/>
                      </a:cubicBezTo>
                      <a:cubicBezTo>
                        <a:pt x="287838" y="689138"/>
                        <a:pt x="298717" y="675540"/>
                        <a:pt x="306876" y="664661"/>
                      </a:cubicBezTo>
                      <a:cubicBezTo>
                        <a:pt x="320474" y="645624"/>
                        <a:pt x="325914" y="623867"/>
                        <a:pt x="331353" y="602109"/>
                      </a:cubicBezTo>
                      <a:cubicBezTo>
                        <a:pt x="334073" y="583072"/>
                        <a:pt x="336792" y="564034"/>
                        <a:pt x="336792" y="544997"/>
                      </a:cubicBezTo>
                      <a:cubicBezTo>
                        <a:pt x="336792" y="531398"/>
                        <a:pt x="336792" y="512361"/>
                        <a:pt x="336792" y="498762"/>
                      </a:cubicBezTo>
                      <a:cubicBezTo>
                        <a:pt x="336792" y="496043"/>
                        <a:pt x="336792" y="493323"/>
                        <a:pt x="336792" y="490603"/>
                      </a:cubicBezTo>
                      <a:cubicBezTo>
                        <a:pt x="336792" y="479725"/>
                        <a:pt x="336792" y="477005"/>
                        <a:pt x="320474" y="477005"/>
                      </a:cubicBezTo>
                      <a:cubicBezTo>
                        <a:pt x="309595" y="477005"/>
                        <a:pt x="295997" y="479725"/>
                        <a:pt x="282399" y="479725"/>
                      </a:cubicBezTo>
                      <a:cubicBezTo>
                        <a:pt x="271520" y="479725"/>
                        <a:pt x="260642" y="479725"/>
                        <a:pt x="252483" y="474286"/>
                      </a:cubicBezTo>
                      <a:cubicBezTo>
                        <a:pt x="249763" y="471566"/>
                        <a:pt x="247044" y="468846"/>
                        <a:pt x="247044" y="466126"/>
                      </a:cubicBezTo>
                      <a:cubicBezTo>
                        <a:pt x="247044" y="463407"/>
                        <a:pt x="247044" y="460687"/>
                        <a:pt x="249763" y="457968"/>
                      </a:cubicBezTo>
                      <a:cubicBezTo>
                        <a:pt x="255202" y="452528"/>
                        <a:pt x="260642" y="449809"/>
                        <a:pt x="268801" y="447089"/>
                      </a:cubicBezTo>
                      <a:cubicBezTo>
                        <a:pt x="282399" y="441650"/>
                        <a:pt x="295997" y="438930"/>
                        <a:pt x="312315" y="436210"/>
                      </a:cubicBezTo>
                      <a:cubicBezTo>
                        <a:pt x="325914" y="433491"/>
                        <a:pt x="339512" y="433491"/>
                        <a:pt x="353110" y="430771"/>
                      </a:cubicBezTo>
                      <a:cubicBezTo>
                        <a:pt x="363989" y="430771"/>
                        <a:pt x="374867" y="430771"/>
                        <a:pt x="385746" y="430771"/>
                      </a:cubicBezTo>
                      <a:cubicBezTo>
                        <a:pt x="402064" y="430771"/>
                        <a:pt x="426541" y="428051"/>
                        <a:pt x="437420" y="428051"/>
                      </a:cubicBezTo>
                      <a:cubicBezTo>
                        <a:pt x="451018" y="422612"/>
                        <a:pt x="464616" y="425332"/>
                        <a:pt x="464616" y="436210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106" name="Freeform: Shape 105">
                  <a:extLst>
                    <a:ext uri="{FF2B5EF4-FFF2-40B4-BE49-F238E27FC236}">
                      <a16:creationId xmlns:a16="http://schemas.microsoft.com/office/drawing/2014/main" id="{3BD3A72F-04AB-4D1A-9C3B-0FB77049F320}"/>
                    </a:ext>
                  </a:extLst>
                </p:cNvPr>
                <p:cNvSpPr/>
                <p:nvPr/>
              </p:nvSpPr>
              <p:spPr>
                <a:xfrm>
                  <a:off x="9053923" y="4178559"/>
                  <a:ext cx="625521" cy="788700"/>
                </a:xfrm>
                <a:custGeom>
                  <a:avLst/>
                  <a:gdLst>
                    <a:gd name="connsiteX0" fmla="*/ 536838 w 625521"/>
                    <a:gd name="connsiteY0" fmla="*/ 680979 h 788699"/>
                    <a:gd name="connsiteX1" fmla="*/ 574913 w 625521"/>
                    <a:gd name="connsiteY1" fmla="*/ 697297 h 788699"/>
                    <a:gd name="connsiteX2" fmla="*/ 566755 w 625521"/>
                    <a:gd name="connsiteY2" fmla="*/ 713615 h 788699"/>
                    <a:gd name="connsiteX3" fmla="*/ 550437 w 625521"/>
                    <a:gd name="connsiteY3" fmla="*/ 721774 h 788699"/>
                    <a:gd name="connsiteX4" fmla="*/ 528680 w 625521"/>
                    <a:gd name="connsiteY4" fmla="*/ 724494 h 788699"/>
                    <a:gd name="connsiteX5" fmla="*/ 417174 w 625521"/>
                    <a:gd name="connsiteY5" fmla="*/ 724494 h 788699"/>
                    <a:gd name="connsiteX6" fmla="*/ 398136 w 625521"/>
                    <a:gd name="connsiteY6" fmla="*/ 724494 h 788699"/>
                    <a:gd name="connsiteX7" fmla="*/ 373659 w 625521"/>
                    <a:gd name="connsiteY7" fmla="*/ 724494 h 788699"/>
                    <a:gd name="connsiteX8" fmla="*/ 346462 w 625521"/>
                    <a:gd name="connsiteY8" fmla="*/ 719054 h 788699"/>
                    <a:gd name="connsiteX9" fmla="*/ 330144 w 625521"/>
                    <a:gd name="connsiteY9" fmla="*/ 702737 h 788699"/>
                    <a:gd name="connsiteX10" fmla="*/ 335584 w 625521"/>
                    <a:gd name="connsiteY10" fmla="*/ 694578 h 788699"/>
                    <a:gd name="connsiteX11" fmla="*/ 357341 w 625521"/>
                    <a:gd name="connsiteY11" fmla="*/ 686419 h 788699"/>
                    <a:gd name="connsiteX12" fmla="*/ 395416 w 625521"/>
                    <a:gd name="connsiteY12" fmla="*/ 680979 h 788699"/>
                    <a:gd name="connsiteX13" fmla="*/ 381817 w 625521"/>
                    <a:gd name="connsiteY13" fmla="*/ 656502 h 788699"/>
                    <a:gd name="connsiteX14" fmla="*/ 379098 w 625521"/>
                    <a:gd name="connsiteY14" fmla="*/ 585791 h 788699"/>
                    <a:gd name="connsiteX15" fmla="*/ 379098 w 625521"/>
                    <a:gd name="connsiteY15" fmla="*/ 517800 h 788699"/>
                    <a:gd name="connsiteX16" fmla="*/ 379098 w 625521"/>
                    <a:gd name="connsiteY16" fmla="*/ 474286 h 788699"/>
                    <a:gd name="connsiteX17" fmla="*/ 379098 w 625521"/>
                    <a:gd name="connsiteY17" fmla="*/ 430771 h 788699"/>
                    <a:gd name="connsiteX18" fmla="*/ 381817 w 625521"/>
                    <a:gd name="connsiteY18" fmla="*/ 411733 h 788699"/>
                    <a:gd name="connsiteX19" fmla="*/ 379098 w 625521"/>
                    <a:gd name="connsiteY19" fmla="*/ 400855 h 788699"/>
                    <a:gd name="connsiteX20" fmla="*/ 370939 w 625521"/>
                    <a:gd name="connsiteY20" fmla="*/ 398135 h 788699"/>
                    <a:gd name="connsiteX21" fmla="*/ 338304 w 625521"/>
                    <a:gd name="connsiteY21" fmla="*/ 400855 h 788699"/>
                    <a:gd name="connsiteX22" fmla="*/ 289349 w 625521"/>
                    <a:gd name="connsiteY22" fmla="*/ 403575 h 788699"/>
                    <a:gd name="connsiteX23" fmla="*/ 264872 w 625521"/>
                    <a:gd name="connsiteY23" fmla="*/ 400855 h 788699"/>
                    <a:gd name="connsiteX24" fmla="*/ 259433 w 625521"/>
                    <a:gd name="connsiteY24" fmla="*/ 406294 h 788699"/>
                    <a:gd name="connsiteX25" fmla="*/ 259433 w 625521"/>
                    <a:gd name="connsiteY25" fmla="*/ 425332 h 788699"/>
                    <a:gd name="connsiteX26" fmla="*/ 259433 w 625521"/>
                    <a:gd name="connsiteY26" fmla="*/ 449809 h 788699"/>
                    <a:gd name="connsiteX27" fmla="*/ 259433 w 625521"/>
                    <a:gd name="connsiteY27" fmla="*/ 471566 h 788699"/>
                    <a:gd name="connsiteX28" fmla="*/ 259433 w 625521"/>
                    <a:gd name="connsiteY28" fmla="*/ 504202 h 788699"/>
                    <a:gd name="connsiteX29" fmla="*/ 259433 w 625521"/>
                    <a:gd name="connsiteY29" fmla="*/ 509641 h 788699"/>
                    <a:gd name="connsiteX30" fmla="*/ 256714 w 625521"/>
                    <a:gd name="connsiteY30" fmla="*/ 542277 h 788699"/>
                    <a:gd name="connsiteX31" fmla="*/ 256714 w 625521"/>
                    <a:gd name="connsiteY31" fmla="*/ 577632 h 788699"/>
                    <a:gd name="connsiteX32" fmla="*/ 256714 w 625521"/>
                    <a:gd name="connsiteY32" fmla="*/ 612988 h 788699"/>
                    <a:gd name="connsiteX33" fmla="*/ 253994 w 625521"/>
                    <a:gd name="connsiteY33" fmla="*/ 656502 h 788699"/>
                    <a:gd name="connsiteX34" fmla="*/ 256714 w 625521"/>
                    <a:gd name="connsiteY34" fmla="*/ 678260 h 788699"/>
                    <a:gd name="connsiteX35" fmla="*/ 286629 w 625521"/>
                    <a:gd name="connsiteY35" fmla="*/ 694578 h 788699"/>
                    <a:gd name="connsiteX36" fmla="*/ 281191 w 625521"/>
                    <a:gd name="connsiteY36" fmla="*/ 710895 h 788699"/>
                    <a:gd name="connsiteX37" fmla="*/ 264872 w 625521"/>
                    <a:gd name="connsiteY37" fmla="*/ 719054 h 788699"/>
                    <a:gd name="connsiteX38" fmla="*/ 243116 w 625521"/>
                    <a:gd name="connsiteY38" fmla="*/ 721774 h 788699"/>
                    <a:gd name="connsiteX39" fmla="*/ 243116 w 625521"/>
                    <a:gd name="connsiteY39" fmla="*/ 721774 h 788699"/>
                    <a:gd name="connsiteX40" fmla="*/ 232236 w 625521"/>
                    <a:gd name="connsiteY40" fmla="*/ 727214 h 788699"/>
                    <a:gd name="connsiteX41" fmla="*/ 224078 w 625521"/>
                    <a:gd name="connsiteY41" fmla="*/ 735372 h 788699"/>
                    <a:gd name="connsiteX42" fmla="*/ 213199 w 625521"/>
                    <a:gd name="connsiteY42" fmla="*/ 738092 h 788699"/>
                    <a:gd name="connsiteX43" fmla="*/ 183283 w 625521"/>
                    <a:gd name="connsiteY43" fmla="*/ 727214 h 788699"/>
                    <a:gd name="connsiteX44" fmla="*/ 175124 w 625521"/>
                    <a:gd name="connsiteY44" fmla="*/ 719054 h 788699"/>
                    <a:gd name="connsiteX45" fmla="*/ 145208 w 625521"/>
                    <a:gd name="connsiteY45" fmla="*/ 719054 h 788699"/>
                    <a:gd name="connsiteX46" fmla="*/ 126170 w 625521"/>
                    <a:gd name="connsiteY46" fmla="*/ 719054 h 788699"/>
                    <a:gd name="connsiteX47" fmla="*/ 101693 w 625521"/>
                    <a:gd name="connsiteY47" fmla="*/ 719054 h 788699"/>
                    <a:gd name="connsiteX48" fmla="*/ 74496 w 625521"/>
                    <a:gd name="connsiteY48" fmla="*/ 713615 h 788699"/>
                    <a:gd name="connsiteX49" fmla="*/ 58178 w 625521"/>
                    <a:gd name="connsiteY49" fmla="*/ 697297 h 788699"/>
                    <a:gd name="connsiteX50" fmla="*/ 63618 w 625521"/>
                    <a:gd name="connsiteY50" fmla="*/ 689138 h 788699"/>
                    <a:gd name="connsiteX51" fmla="*/ 85375 w 625521"/>
                    <a:gd name="connsiteY51" fmla="*/ 680979 h 788699"/>
                    <a:gd name="connsiteX52" fmla="*/ 131609 w 625521"/>
                    <a:gd name="connsiteY52" fmla="*/ 675540 h 788699"/>
                    <a:gd name="connsiteX53" fmla="*/ 131609 w 625521"/>
                    <a:gd name="connsiteY53" fmla="*/ 667381 h 788699"/>
                    <a:gd name="connsiteX54" fmla="*/ 131609 w 625521"/>
                    <a:gd name="connsiteY54" fmla="*/ 651063 h 788699"/>
                    <a:gd name="connsiteX55" fmla="*/ 131609 w 625521"/>
                    <a:gd name="connsiteY55" fmla="*/ 618427 h 788699"/>
                    <a:gd name="connsiteX56" fmla="*/ 131609 w 625521"/>
                    <a:gd name="connsiteY56" fmla="*/ 580352 h 788699"/>
                    <a:gd name="connsiteX57" fmla="*/ 131609 w 625521"/>
                    <a:gd name="connsiteY57" fmla="*/ 531398 h 788699"/>
                    <a:gd name="connsiteX58" fmla="*/ 131609 w 625521"/>
                    <a:gd name="connsiteY58" fmla="*/ 466126 h 788699"/>
                    <a:gd name="connsiteX59" fmla="*/ 131609 w 625521"/>
                    <a:gd name="connsiteY59" fmla="*/ 422612 h 788699"/>
                    <a:gd name="connsiteX60" fmla="*/ 131609 w 625521"/>
                    <a:gd name="connsiteY60" fmla="*/ 411733 h 788699"/>
                    <a:gd name="connsiteX61" fmla="*/ 131609 w 625521"/>
                    <a:gd name="connsiteY61" fmla="*/ 398135 h 788699"/>
                    <a:gd name="connsiteX62" fmla="*/ 126170 w 625521"/>
                    <a:gd name="connsiteY62" fmla="*/ 389976 h 788699"/>
                    <a:gd name="connsiteX63" fmla="*/ 101693 w 625521"/>
                    <a:gd name="connsiteY63" fmla="*/ 387257 h 788699"/>
                    <a:gd name="connsiteX64" fmla="*/ 77216 w 625521"/>
                    <a:gd name="connsiteY64" fmla="*/ 376378 h 788699"/>
                    <a:gd name="connsiteX65" fmla="*/ 82655 w 625521"/>
                    <a:gd name="connsiteY65" fmla="*/ 368219 h 788699"/>
                    <a:gd name="connsiteX66" fmla="*/ 98973 w 625521"/>
                    <a:gd name="connsiteY66" fmla="*/ 360060 h 788699"/>
                    <a:gd name="connsiteX67" fmla="*/ 118011 w 625521"/>
                    <a:gd name="connsiteY67" fmla="*/ 357340 h 788699"/>
                    <a:gd name="connsiteX68" fmla="*/ 131609 w 625521"/>
                    <a:gd name="connsiteY68" fmla="*/ 351901 h 788699"/>
                    <a:gd name="connsiteX69" fmla="*/ 131609 w 625521"/>
                    <a:gd name="connsiteY69" fmla="*/ 343742 h 788699"/>
                    <a:gd name="connsiteX70" fmla="*/ 131609 w 625521"/>
                    <a:gd name="connsiteY70" fmla="*/ 270311 h 788699"/>
                    <a:gd name="connsiteX71" fmla="*/ 137048 w 625521"/>
                    <a:gd name="connsiteY71" fmla="*/ 145207 h 788699"/>
                    <a:gd name="connsiteX72" fmla="*/ 139768 w 625521"/>
                    <a:gd name="connsiteY72" fmla="*/ 123450 h 788699"/>
                    <a:gd name="connsiteX73" fmla="*/ 123450 w 625521"/>
                    <a:gd name="connsiteY73" fmla="*/ 123450 h 788699"/>
                    <a:gd name="connsiteX74" fmla="*/ 118011 w 625521"/>
                    <a:gd name="connsiteY74" fmla="*/ 123450 h 788699"/>
                    <a:gd name="connsiteX75" fmla="*/ 101693 w 625521"/>
                    <a:gd name="connsiteY75" fmla="*/ 123450 h 788699"/>
                    <a:gd name="connsiteX76" fmla="*/ 74496 w 625521"/>
                    <a:gd name="connsiteY76" fmla="*/ 118011 h 788699"/>
                    <a:gd name="connsiteX77" fmla="*/ 58178 w 625521"/>
                    <a:gd name="connsiteY77" fmla="*/ 101693 h 788699"/>
                    <a:gd name="connsiteX78" fmla="*/ 63618 w 625521"/>
                    <a:gd name="connsiteY78" fmla="*/ 93534 h 788699"/>
                    <a:gd name="connsiteX79" fmla="*/ 85375 w 625521"/>
                    <a:gd name="connsiteY79" fmla="*/ 85375 h 788699"/>
                    <a:gd name="connsiteX80" fmla="*/ 137048 w 625521"/>
                    <a:gd name="connsiteY80" fmla="*/ 82655 h 788699"/>
                    <a:gd name="connsiteX81" fmla="*/ 147927 w 625521"/>
                    <a:gd name="connsiteY81" fmla="*/ 82655 h 788699"/>
                    <a:gd name="connsiteX82" fmla="*/ 186003 w 625521"/>
                    <a:gd name="connsiteY82" fmla="*/ 58178 h 788699"/>
                    <a:gd name="connsiteX83" fmla="*/ 226797 w 625521"/>
                    <a:gd name="connsiteY83" fmla="*/ 79936 h 788699"/>
                    <a:gd name="connsiteX84" fmla="*/ 253994 w 625521"/>
                    <a:gd name="connsiteY84" fmla="*/ 79936 h 788699"/>
                    <a:gd name="connsiteX85" fmla="*/ 294789 w 625521"/>
                    <a:gd name="connsiteY85" fmla="*/ 96253 h 788699"/>
                    <a:gd name="connsiteX86" fmla="*/ 283910 w 625521"/>
                    <a:gd name="connsiteY86" fmla="*/ 112571 h 788699"/>
                    <a:gd name="connsiteX87" fmla="*/ 267592 w 625521"/>
                    <a:gd name="connsiteY87" fmla="*/ 120730 h 788699"/>
                    <a:gd name="connsiteX88" fmla="*/ 245835 w 625521"/>
                    <a:gd name="connsiteY88" fmla="*/ 123450 h 788699"/>
                    <a:gd name="connsiteX89" fmla="*/ 237676 w 625521"/>
                    <a:gd name="connsiteY89" fmla="*/ 123450 h 788699"/>
                    <a:gd name="connsiteX90" fmla="*/ 240396 w 625521"/>
                    <a:gd name="connsiteY90" fmla="*/ 128889 h 788699"/>
                    <a:gd name="connsiteX91" fmla="*/ 251274 w 625521"/>
                    <a:gd name="connsiteY91" fmla="*/ 177843 h 788699"/>
                    <a:gd name="connsiteX92" fmla="*/ 256714 w 625521"/>
                    <a:gd name="connsiteY92" fmla="*/ 226797 h 788699"/>
                    <a:gd name="connsiteX93" fmla="*/ 262153 w 625521"/>
                    <a:gd name="connsiteY93" fmla="*/ 273031 h 788699"/>
                    <a:gd name="connsiteX94" fmla="*/ 262153 w 625521"/>
                    <a:gd name="connsiteY94" fmla="*/ 289349 h 788699"/>
                    <a:gd name="connsiteX95" fmla="*/ 262153 w 625521"/>
                    <a:gd name="connsiteY95" fmla="*/ 297508 h 788699"/>
                    <a:gd name="connsiteX96" fmla="*/ 264872 w 625521"/>
                    <a:gd name="connsiteY96" fmla="*/ 321985 h 788699"/>
                    <a:gd name="connsiteX97" fmla="*/ 270312 w 625521"/>
                    <a:gd name="connsiteY97" fmla="*/ 335583 h 788699"/>
                    <a:gd name="connsiteX98" fmla="*/ 270312 w 625521"/>
                    <a:gd name="connsiteY98" fmla="*/ 338303 h 788699"/>
                    <a:gd name="connsiteX99" fmla="*/ 270312 w 625521"/>
                    <a:gd name="connsiteY99" fmla="*/ 346462 h 788699"/>
                    <a:gd name="connsiteX100" fmla="*/ 278471 w 625521"/>
                    <a:gd name="connsiteY100" fmla="*/ 354621 h 788699"/>
                    <a:gd name="connsiteX101" fmla="*/ 338304 w 625521"/>
                    <a:gd name="connsiteY101" fmla="*/ 349181 h 788699"/>
                    <a:gd name="connsiteX102" fmla="*/ 365500 w 625521"/>
                    <a:gd name="connsiteY102" fmla="*/ 349181 h 788699"/>
                    <a:gd name="connsiteX103" fmla="*/ 381817 w 625521"/>
                    <a:gd name="connsiteY103" fmla="*/ 349181 h 788699"/>
                    <a:gd name="connsiteX104" fmla="*/ 392697 w 625521"/>
                    <a:gd name="connsiteY104" fmla="*/ 338303 h 788699"/>
                    <a:gd name="connsiteX105" fmla="*/ 389977 w 625521"/>
                    <a:gd name="connsiteY105" fmla="*/ 313826 h 788699"/>
                    <a:gd name="connsiteX106" fmla="*/ 392697 w 625521"/>
                    <a:gd name="connsiteY106" fmla="*/ 262152 h 788699"/>
                    <a:gd name="connsiteX107" fmla="*/ 395416 w 625521"/>
                    <a:gd name="connsiteY107" fmla="*/ 224077 h 788699"/>
                    <a:gd name="connsiteX108" fmla="*/ 398136 w 625521"/>
                    <a:gd name="connsiteY108" fmla="*/ 177843 h 788699"/>
                    <a:gd name="connsiteX109" fmla="*/ 395416 w 625521"/>
                    <a:gd name="connsiteY109" fmla="*/ 153366 h 788699"/>
                    <a:gd name="connsiteX110" fmla="*/ 395416 w 625521"/>
                    <a:gd name="connsiteY110" fmla="*/ 137048 h 788699"/>
                    <a:gd name="connsiteX111" fmla="*/ 379098 w 625521"/>
                    <a:gd name="connsiteY111" fmla="*/ 137048 h 788699"/>
                    <a:gd name="connsiteX112" fmla="*/ 351902 w 625521"/>
                    <a:gd name="connsiteY112" fmla="*/ 131609 h 788699"/>
                    <a:gd name="connsiteX113" fmla="*/ 338304 w 625521"/>
                    <a:gd name="connsiteY113" fmla="*/ 115291 h 788699"/>
                    <a:gd name="connsiteX114" fmla="*/ 343742 w 625521"/>
                    <a:gd name="connsiteY114" fmla="*/ 107132 h 788699"/>
                    <a:gd name="connsiteX115" fmla="*/ 362780 w 625521"/>
                    <a:gd name="connsiteY115" fmla="*/ 98973 h 788699"/>
                    <a:gd name="connsiteX116" fmla="*/ 395416 w 625521"/>
                    <a:gd name="connsiteY116" fmla="*/ 96253 h 788699"/>
                    <a:gd name="connsiteX117" fmla="*/ 403575 w 625521"/>
                    <a:gd name="connsiteY117" fmla="*/ 90814 h 788699"/>
                    <a:gd name="connsiteX118" fmla="*/ 422612 w 625521"/>
                    <a:gd name="connsiteY118" fmla="*/ 88095 h 788699"/>
                    <a:gd name="connsiteX119" fmla="*/ 428052 w 625521"/>
                    <a:gd name="connsiteY119" fmla="*/ 88095 h 788699"/>
                    <a:gd name="connsiteX120" fmla="*/ 447090 w 625521"/>
                    <a:gd name="connsiteY120" fmla="*/ 90814 h 788699"/>
                    <a:gd name="connsiteX121" fmla="*/ 455249 w 625521"/>
                    <a:gd name="connsiteY121" fmla="*/ 96253 h 788699"/>
                    <a:gd name="connsiteX122" fmla="*/ 525960 w 625521"/>
                    <a:gd name="connsiteY122" fmla="*/ 93534 h 788699"/>
                    <a:gd name="connsiteX123" fmla="*/ 561315 w 625521"/>
                    <a:gd name="connsiteY123" fmla="*/ 109852 h 788699"/>
                    <a:gd name="connsiteX124" fmla="*/ 555876 w 625521"/>
                    <a:gd name="connsiteY124" fmla="*/ 126170 h 788699"/>
                    <a:gd name="connsiteX125" fmla="*/ 539558 w 625521"/>
                    <a:gd name="connsiteY125" fmla="*/ 134329 h 788699"/>
                    <a:gd name="connsiteX126" fmla="*/ 517800 w 625521"/>
                    <a:gd name="connsiteY126" fmla="*/ 137048 h 788699"/>
                    <a:gd name="connsiteX127" fmla="*/ 477006 w 625521"/>
                    <a:gd name="connsiteY127" fmla="*/ 137048 h 788699"/>
                    <a:gd name="connsiteX128" fmla="*/ 485165 w 625521"/>
                    <a:gd name="connsiteY128" fmla="*/ 161525 h 788699"/>
                    <a:gd name="connsiteX129" fmla="*/ 496043 w 625521"/>
                    <a:gd name="connsiteY129" fmla="*/ 210479 h 788699"/>
                    <a:gd name="connsiteX130" fmla="*/ 501483 w 625521"/>
                    <a:gd name="connsiteY130" fmla="*/ 251274 h 788699"/>
                    <a:gd name="connsiteX131" fmla="*/ 506922 w 625521"/>
                    <a:gd name="connsiteY131" fmla="*/ 292069 h 788699"/>
                    <a:gd name="connsiteX132" fmla="*/ 506922 w 625521"/>
                    <a:gd name="connsiteY132" fmla="*/ 321985 h 788699"/>
                    <a:gd name="connsiteX133" fmla="*/ 509642 w 625521"/>
                    <a:gd name="connsiteY133" fmla="*/ 341022 h 788699"/>
                    <a:gd name="connsiteX134" fmla="*/ 509642 w 625521"/>
                    <a:gd name="connsiteY134" fmla="*/ 343742 h 788699"/>
                    <a:gd name="connsiteX135" fmla="*/ 517800 w 625521"/>
                    <a:gd name="connsiteY135" fmla="*/ 349181 h 788699"/>
                    <a:gd name="connsiteX136" fmla="*/ 528680 w 625521"/>
                    <a:gd name="connsiteY136" fmla="*/ 349181 h 788699"/>
                    <a:gd name="connsiteX137" fmla="*/ 550437 w 625521"/>
                    <a:gd name="connsiteY137" fmla="*/ 357340 h 788699"/>
                    <a:gd name="connsiteX138" fmla="*/ 550437 w 625521"/>
                    <a:gd name="connsiteY138" fmla="*/ 362780 h 788699"/>
                    <a:gd name="connsiteX139" fmla="*/ 534119 w 625521"/>
                    <a:gd name="connsiteY139" fmla="*/ 384537 h 788699"/>
                    <a:gd name="connsiteX140" fmla="*/ 520520 w 625521"/>
                    <a:gd name="connsiteY140" fmla="*/ 389976 h 788699"/>
                    <a:gd name="connsiteX141" fmla="*/ 512362 w 625521"/>
                    <a:gd name="connsiteY141" fmla="*/ 395415 h 788699"/>
                    <a:gd name="connsiteX142" fmla="*/ 512362 w 625521"/>
                    <a:gd name="connsiteY142" fmla="*/ 398135 h 788699"/>
                    <a:gd name="connsiteX143" fmla="*/ 512362 w 625521"/>
                    <a:gd name="connsiteY143" fmla="*/ 409014 h 788699"/>
                    <a:gd name="connsiteX144" fmla="*/ 512362 w 625521"/>
                    <a:gd name="connsiteY144" fmla="*/ 414453 h 788699"/>
                    <a:gd name="connsiteX145" fmla="*/ 512362 w 625521"/>
                    <a:gd name="connsiteY145" fmla="*/ 438930 h 788699"/>
                    <a:gd name="connsiteX146" fmla="*/ 515081 w 625521"/>
                    <a:gd name="connsiteY146" fmla="*/ 504202 h 788699"/>
                    <a:gd name="connsiteX147" fmla="*/ 520520 w 625521"/>
                    <a:gd name="connsiteY147" fmla="*/ 572193 h 788699"/>
                    <a:gd name="connsiteX148" fmla="*/ 517800 w 625521"/>
                    <a:gd name="connsiteY148" fmla="*/ 604829 h 788699"/>
                    <a:gd name="connsiteX149" fmla="*/ 512362 w 625521"/>
                    <a:gd name="connsiteY149" fmla="*/ 661942 h 788699"/>
                    <a:gd name="connsiteX150" fmla="*/ 509642 w 625521"/>
                    <a:gd name="connsiteY150" fmla="*/ 670101 h 788699"/>
                    <a:gd name="connsiteX151" fmla="*/ 512362 w 625521"/>
                    <a:gd name="connsiteY151" fmla="*/ 680979 h 788699"/>
                    <a:gd name="connsiteX152" fmla="*/ 512362 w 625521"/>
                    <a:gd name="connsiteY152" fmla="*/ 686419 h 788699"/>
                    <a:gd name="connsiteX153" fmla="*/ 536838 w 625521"/>
                    <a:gd name="connsiteY153" fmla="*/ 680979 h 788699"/>
                    <a:gd name="connsiteX154" fmla="*/ 536838 w 625521"/>
                    <a:gd name="connsiteY154" fmla="*/ 680979 h 788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</a:cxnLst>
                  <a:rect l="l" t="t" r="r" b="b"/>
                  <a:pathLst>
                    <a:path w="625521" h="788699">
                      <a:moveTo>
                        <a:pt x="536838" y="680979"/>
                      </a:moveTo>
                      <a:cubicBezTo>
                        <a:pt x="550437" y="680979"/>
                        <a:pt x="574913" y="680979"/>
                        <a:pt x="574913" y="697297"/>
                      </a:cubicBezTo>
                      <a:cubicBezTo>
                        <a:pt x="574913" y="705456"/>
                        <a:pt x="572194" y="708176"/>
                        <a:pt x="566755" y="713615"/>
                      </a:cubicBezTo>
                      <a:cubicBezTo>
                        <a:pt x="561315" y="719054"/>
                        <a:pt x="555876" y="721774"/>
                        <a:pt x="550437" y="721774"/>
                      </a:cubicBezTo>
                      <a:cubicBezTo>
                        <a:pt x="539558" y="724494"/>
                        <a:pt x="534119" y="724494"/>
                        <a:pt x="528680" y="724494"/>
                      </a:cubicBezTo>
                      <a:cubicBezTo>
                        <a:pt x="517800" y="724494"/>
                        <a:pt x="428052" y="724494"/>
                        <a:pt x="417174" y="724494"/>
                      </a:cubicBezTo>
                      <a:cubicBezTo>
                        <a:pt x="403575" y="724494"/>
                        <a:pt x="414454" y="724494"/>
                        <a:pt x="398136" y="724494"/>
                      </a:cubicBezTo>
                      <a:cubicBezTo>
                        <a:pt x="389977" y="724494"/>
                        <a:pt x="381817" y="724494"/>
                        <a:pt x="373659" y="724494"/>
                      </a:cubicBezTo>
                      <a:cubicBezTo>
                        <a:pt x="365500" y="724494"/>
                        <a:pt x="354621" y="721774"/>
                        <a:pt x="346462" y="719054"/>
                      </a:cubicBezTo>
                      <a:cubicBezTo>
                        <a:pt x="338304" y="716335"/>
                        <a:pt x="330144" y="708176"/>
                        <a:pt x="330144" y="702737"/>
                      </a:cubicBezTo>
                      <a:cubicBezTo>
                        <a:pt x="330144" y="700017"/>
                        <a:pt x="330144" y="697297"/>
                        <a:pt x="335584" y="694578"/>
                      </a:cubicBezTo>
                      <a:cubicBezTo>
                        <a:pt x="341023" y="691858"/>
                        <a:pt x="351902" y="689138"/>
                        <a:pt x="357341" y="686419"/>
                      </a:cubicBezTo>
                      <a:cubicBezTo>
                        <a:pt x="373659" y="683699"/>
                        <a:pt x="387257" y="680979"/>
                        <a:pt x="395416" y="680979"/>
                      </a:cubicBezTo>
                      <a:cubicBezTo>
                        <a:pt x="387257" y="675540"/>
                        <a:pt x="384537" y="670101"/>
                        <a:pt x="381817" y="656502"/>
                      </a:cubicBezTo>
                      <a:cubicBezTo>
                        <a:pt x="379098" y="632026"/>
                        <a:pt x="379098" y="610268"/>
                        <a:pt x="379098" y="585791"/>
                      </a:cubicBezTo>
                      <a:cubicBezTo>
                        <a:pt x="379098" y="564034"/>
                        <a:pt x="379098" y="542277"/>
                        <a:pt x="379098" y="517800"/>
                      </a:cubicBezTo>
                      <a:cubicBezTo>
                        <a:pt x="379098" y="504202"/>
                        <a:pt x="379098" y="487884"/>
                        <a:pt x="379098" y="474286"/>
                      </a:cubicBezTo>
                      <a:cubicBezTo>
                        <a:pt x="379098" y="457968"/>
                        <a:pt x="376379" y="444369"/>
                        <a:pt x="379098" y="430771"/>
                      </a:cubicBezTo>
                      <a:cubicBezTo>
                        <a:pt x="379098" y="425332"/>
                        <a:pt x="381817" y="417173"/>
                        <a:pt x="381817" y="411733"/>
                      </a:cubicBezTo>
                      <a:cubicBezTo>
                        <a:pt x="381817" y="406294"/>
                        <a:pt x="381817" y="403575"/>
                        <a:pt x="379098" y="400855"/>
                      </a:cubicBezTo>
                      <a:cubicBezTo>
                        <a:pt x="376379" y="400855"/>
                        <a:pt x="373659" y="398135"/>
                        <a:pt x="370939" y="398135"/>
                      </a:cubicBezTo>
                      <a:cubicBezTo>
                        <a:pt x="360061" y="398135"/>
                        <a:pt x="343742" y="400855"/>
                        <a:pt x="338304" y="400855"/>
                      </a:cubicBezTo>
                      <a:cubicBezTo>
                        <a:pt x="330144" y="400855"/>
                        <a:pt x="319266" y="403575"/>
                        <a:pt x="289349" y="403575"/>
                      </a:cubicBezTo>
                      <a:cubicBezTo>
                        <a:pt x="275751" y="403575"/>
                        <a:pt x="267592" y="400855"/>
                        <a:pt x="264872" y="400855"/>
                      </a:cubicBezTo>
                      <a:cubicBezTo>
                        <a:pt x="262153" y="400855"/>
                        <a:pt x="259433" y="400855"/>
                        <a:pt x="259433" y="406294"/>
                      </a:cubicBezTo>
                      <a:cubicBezTo>
                        <a:pt x="259433" y="414453"/>
                        <a:pt x="259433" y="419892"/>
                        <a:pt x="259433" y="425332"/>
                      </a:cubicBezTo>
                      <a:cubicBezTo>
                        <a:pt x="259433" y="433491"/>
                        <a:pt x="259433" y="441650"/>
                        <a:pt x="259433" y="449809"/>
                      </a:cubicBezTo>
                      <a:cubicBezTo>
                        <a:pt x="259433" y="457968"/>
                        <a:pt x="259433" y="463407"/>
                        <a:pt x="259433" y="471566"/>
                      </a:cubicBezTo>
                      <a:cubicBezTo>
                        <a:pt x="259433" y="482445"/>
                        <a:pt x="259433" y="493323"/>
                        <a:pt x="259433" y="504202"/>
                      </a:cubicBezTo>
                      <a:cubicBezTo>
                        <a:pt x="259433" y="506921"/>
                        <a:pt x="259433" y="506921"/>
                        <a:pt x="259433" y="509641"/>
                      </a:cubicBezTo>
                      <a:cubicBezTo>
                        <a:pt x="259433" y="520520"/>
                        <a:pt x="256714" y="531398"/>
                        <a:pt x="256714" y="542277"/>
                      </a:cubicBezTo>
                      <a:cubicBezTo>
                        <a:pt x="256714" y="553156"/>
                        <a:pt x="256714" y="566754"/>
                        <a:pt x="256714" y="577632"/>
                      </a:cubicBezTo>
                      <a:cubicBezTo>
                        <a:pt x="256714" y="588511"/>
                        <a:pt x="256714" y="599390"/>
                        <a:pt x="256714" y="612988"/>
                      </a:cubicBezTo>
                      <a:cubicBezTo>
                        <a:pt x="256714" y="629306"/>
                        <a:pt x="253994" y="642904"/>
                        <a:pt x="253994" y="656502"/>
                      </a:cubicBezTo>
                      <a:cubicBezTo>
                        <a:pt x="253994" y="664661"/>
                        <a:pt x="256714" y="672820"/>
                        <a:pt x="256714" y="678260"/>
                      </a:cubicBezTo>
                      <a:cubicBezTo>
                        <a:pt x="270312" y="678260"/>
                        <a:pt x="286629" y="680979"/>
                        <a:pt x="286629" y="694578"/>
                      </a:cubicBezTo>
                      <a:cubicBezTo>
                        <a:pt x="286629" y="702737"/>
                        <a:pt x="283910" y="705456"/>
                        <a:pt x="281191" y="710895"/>
                      </a:cubicBezTo>
                      <a:cubicBezTo>
                        <a:pt x="275751" y="716335"/>
                        <a:pt x="270312" y="719054"/>
                        <a:pt x="264872" y="719054"/>
                      </a:cubicBezTo>
                      <a:cubicBezTo>
                        <a:pt x="256714" y="721774"/>
                        <a:pt x="248554" y="721774"/>
                        <a:pt x="243116" y="721774"/>
                      </a:cubicBezTo>
                      <a:cubicBezTo>
                        <a:pt x="243116" y="721774"/>
                        <a:pt x="243116" y="721774"/>
                        <a:pt x="243116" y="721774"/>
                      </a:cubicBezTo>
                      <a:cubicBezTo>
                        <a:pt x="237676" y="724494"/>
                        <a:pt x="237676" y="724494"/>
                        <a:pt x="232236" y="727214"/>
                      </a:cubicBezTo>
                      <a:cubicBezTo>
                        <a:pt x="229517" y="729933"/>
                        <a:pt x="229517" y="732653"/>
                        <a:pt x="224078" y="735372"/>
                      </a:cubicBezTo>
                      <a:cubicBezTo>
                        <a:pt x="221358" y="738092"/>
                        <a:pt x="215919" y="738092"/>
                        <a:pt x="213199" y="738092"/>
                      </a:cubicBezTo>
                      <a:cubicBezTo>
                        <a:pt x="199601" y="738092"/>
                        <a:pt x="188722" y="735372"/>
                        <a:pt x="183283" y="727214"/>
                      </a:cubicBezTo>
                      <a:cubicBezTo>
                        <a:pt x="180563" y="724494"/>
                        <a:pt x="177843" y="721774"/>
                        <a:pt x="175124" y="719054"/>
                      </a:cubicBezTo>
                      <a:cubicBezTo>
                        <a:pt x="161526" y="719054"/>
                        <a:pt x="150646" y="719054"/>
                        <a:pt x="145208" y="719054"/>
                      </a:cubicBezTo>
                      <a:cubicBezTo>
                        <a:pt x="131609" y="719054"/>
                        <a:pt x="142488" y="719054"/>
                        <a:pt x="126170" y="719054"/>
                      </a:cubicBezTo>
                      <a:cubicBezTo>
                        <a:pt x="118011" y="719054"/>
                        <a:pt x="109852" y="719054"/>
                        <a:pt x="101693" y="719054"/>
                      </a:cubicBezTo>
                      <a:cubicBezTo>
                        <a:pt x="93534" y="719054"/>
                        <a:pt x="82655" y="719054"/>
                        <a:pt x="74496" y="713615"/>
                      </a:cubicBezTo>
                      <a:cubicBezTo>
                        <a:pt x="66338" y="710895"/>
                        <a:pt x="58178" y="702737"/>
                        <a:pt x="58178" y="697297"/>
                      </a:cubicBezTo>
                      <a:cubicBezTo>
                        <a:pt x="58178" y="694578"/>
                        <a:pt x="58178" y="691858"/>
                        <a:pt x="63618" y="689138"/>
                      </a:cubicBezTo>
                      <a:cubicBezTo>
                        <a:pt x="69057" y="686419"/>
                        <a:pt x="79936" y="683699"/>
                        <a:pt x="85375" y="680979"/>
                      </a:cubicBezTo>
                      <a:cubicBezTo>
                        <a:pt x="98973" y="678260"/>
                        <a:pt x="118011" y="678260"/>
                        <a:pt x="131609" y="675540"/>
                      </a:cubicBezTo>
                      <a:cubicBezTo>
                        <a:pt x="131609" y="672820"/>
                        <a:pt x="131609" y="670101"/>
                        <a:pt x="131609" y="667381"/>
                      </a:cubicBezTo>
                      <a:cubicBezTo>
                        <a:pt x="131609" y="661942"/>
                        <a:pt x="131609" y="656502"/>
                        <a:pt x="131609" y="651063"/>
                      </a:cubicBezTo>
                      <a:cubicBezTo>
                        <a:pt x="131609" y="640184"/>
                        <a:pt x="131609" y="629306"/>
                        <a:pt x="131609" y="618427"/>
                      </a:cubicBezTo>
                      <a:cubicBezTo>
                        <a:pt x="131609" y="604829"/>
                        <a:pt x="131609" y="593950"/>
                        <a:pt x="131609" y="580352"/>
                      </a:cubicBezTo>
                      <a:cubicBezTo>
                        <a:pt x="131609" y="564034"/>
                        <a:pt x="131609" y="547716"/>
                        <a:pt x="131609" y="531398"/>
                      </a:cubicBezTo>
                      <a:cubicBezTo>
                        <a:pt x="131609" y="509641"/>
                        <a:pt x="131609" y="487884"/>
                        <a:pt x="131609" y="466126"/>
                      </a:cubicBezTo>
                      <a:cubicBezTo>
                        <a:pt x="131609" y="452528"/>
                        <a:pt x="131609" y="436210"/>
                        <a:pt x="131609" y="422612"/>
                      </a:cubicBezTo>
                      <a:cubicBezTo>
                        <a:pt x="131609" y="419892"/>
                        <a:pt x="131609" y="414453"/>
                        <a:pt x="131609" y="411733"/>
                      </a:cubicBezTo>
                      <a:cubicBezTo>
                        <a:pt x="131609" y="409014"/>
                        <a:pt x="131609" y="400855"/>
                        <a:pt x="131609" y="398135"/>
                      </a:cubicBezTo>
                      <a:cubicBezTo>
                        <a:pt x="131609" y="392696"/>
                        <a:pt x="131609" y="392696"/>
                        <a:pt x="126170" y="389976"/>
                      </a:cubicBezTo>
                      <a:cubicBezTo>
                        <a:pt x="123450" y="389976"/>
                        <a:pt x="109852" y="387257"/>
                        <a:pt x="101693" y="387257"/>
                      </a:cubicBezTo>
                      <a:cubicBezTo>
                        <a:pt x="90814" y="384537"/>
                        <a:pt x="77216" y="381817"/>
                        <a:pt x="77216" y="376378"/>
                      </a:cubicBezTo>
                      <a:cubicBezTo>
                        <a:pt x="77216" y="373658"/>
                        <a:pt x="79936" y="370939"/>
                        <a:pt x="82655" y="368219"/>
                      </a:cubicBezTo>
                      <a:cubicBezTo>
                        <a:pt x="88095" y="365499"/>
                        <a:pt x="93534" y="362780"/>
                        <a:pt x="98973" y="360060"/>
                      </a:cubicBezTo>
                      <a:cubicBezTo>
                        <a:pt x="104413" y="360060"/>
                        <a:pt x="112571" y="357340"/>
                        <a:pt x="118011" y="357340"/>
                      </a:cubicBezTo>
                      <a:cubicBezTo>
                        <a:pt x="126170" y="354621"/>
                        <a:pt x="128890" y="357340"/>
                        <a:pt x="131609" y="351901"/>
                      </a:cubicBezTo>
                      <a:cubicBezTo>
                        <a:pt x="131609" y="349181"/>
                        <a:pt x="131609" y="346462"/>
                        <a:pt x="131609" y="343742"/>
                      </a:cubicBezTo>
                      <a:cubicBezTo>
                        <a:pt x="131609" y="319265"/>
                        <a:pt x="131609" y="294788"/>
                        <a:pt x="131609" y="270311"/>
                      </a:cubicBezTo>
                      <a:cubicBezTo>
                        <a:pt x="131609" y="226797"/>
                        <a:pt x="131609" y="186002"/>
                        <a:pt x="137048" y="145207"/>
                      </a:cubicBezTo>
                      <a:cubicBezTo>
                        <a:pt x="137048" y="139768"/>
                        <a:pt x="137048" y="131609"/>
                        <a:pt x="139768" y="123450"/>
                      </a:cubicBezTo>
                      <a:cubicBezTo>
                        <a:pt x="134329" y="123450"/>
                        <a:pt x="137048" y="123450"/>
                        <a:pt x="123450" y="123450"/>
                      </a:cubicBezTo>
                      <a:cubicBezTo>
                        <a:pt x="120731" y="123450"/>
                        <a:pt x="120731" y="123450"/>
                        <a:pt x="118011" y="123450"/>
                      </a:cubicBezTo>
                      <a:cubicBezTo>
                        <a:pt x="112571" y="123450"/>
                        <a:pt x="107133" y="123450"/>
                        <a:pt x="101693" y="123450"/>
                      </a:cubicBezTo>
                      <a:cubicBezTo>
                        <a:pt x="93534" y="123450"/>
                        <a:pt x="82655" y="120730"/>
                        <a:pt x="74496" y="118011"/>
                      </a:cubicBezTo>
                      <a:cubicBezTo>
                        <a:pt x="66338" y="115291"/>
                        <a:pt x="58178" y="107132"/>
                        <a:pt x="58178" y="101693"/>
                      </a:cubicBezTo>
                      <a:cubicBezTo>
                        <a:pt x="58178" y="98973"/>
                        <a:pt x="58178" y="96253"/>
                        <a:pt x="63618" y="93534"/>
                      </a:cubicBezTo>
                      <a:cubicBezTo>
                        <a:pt x="66338" y="90814"/>
                        <a:pt x="77216" y="88095"/>
                        <a:pt x="85375" y="85375"/>
                      </a:cubicBezTo>
                      <a:cubicBezTo>
                        <a:pt x="104413" y="82655"/>
                        <a:pt x="128890" y="82655"/>
                        <a:pt x="137048" y="82655"/>
                      </a:cubicBezTo>
                      <a:cubicBezTo>
                        <a:pt x="139768" y="82655"/>
                        <a:pt x="142488" y="82655"/>
                        <a:pt x="147927" y="82655"/>
                      </a:cubicBezTo>
                      <a:cubicBezTo>
                        <a:pt x="153366" y="69057"/>
                        <a:pt x="164245" y="58178"/>
                        <a:pt x="186003" y="58178"/>
                      </a:cubicBezTo>
                      <a:cubicBezTo>
                        <a:pt x="202321" y="58178"/>
                        <a:pt x="215919" y="66337"/>
                        <a:pt x="226797" y="79936"/>
                      </a:cubicBezTo>
                      <a:cubicBezTo>
                        <a:pt x="237676" y="79936"/>
                        <a:pt x="248554" y="79936"/>
                        <a:pt x="253994" y="79936"/>
                      </a:cubicBezTo>
                      <a:cubicBezTo>
                        <a:pt x="267592" y="79936"/>
                        <a:pt x="294789" y="79936"/>
                        <a:pt x="294789" y="96253"/>
                      </a:cubicBezTo>
                      <a:cubicBezTo>
                        <a:pt x="294789" y="104412"/>
                        <a:pt x="289349" y="107132"/>
                        <a:pt x="283910" y="112571"/>
                      </a:cubicBezTo>
                      <a:cubicBezTo>
                        <a:pt x="278471" y="118011"/>
                        <a:pt x="273031" y="120730"/>
                        <a:pt x="267592" y="120730"/>
                      </a:cubicBezTo>
                      <a:cubicBezTo>
                        <a:pt x="259433" y="123450"/>
                        <a:pt x="251274" y="123450"/>
                        <a:pt x="245835" y="123450"/>
                      </a:cubicBezTo>
                      <a:cubicBezTo>
                        <a:pt x="245835" y="123450"/>
                        <a:pt x="243116" y="123450"/>
                        <a:pt x="237676" y="123450"/>
                      </a:cubicBezTo>
                      <a:cubicBezTo>
                        <a:pt x="237676" y="126170"/>
                        <a:pt x="237676" y="126170"/>
                        <a:pt x="240396" y="128889"/>
                      </a:cubicBezTo>
                      <a:cubicBezTo>
                        <a:pt x="245835" y="145207"/>
                        <a:pt x="248554" y="161525"/>
                        <a:pt x="251274" y="177843"/>
                      </a:cubicBezTo>
                      <a:cubicBezTo>
                        <a:pt x="253994" y="194161"/>
                        <a:pt x="253994" y="210479"/>
                        <a:pt x="256714" y="226797"/>
                      </a:cubicBezTo>
                      <a:cubicBezTo>
                        <a:pt x="259433" y="243115"/>
                        <a:pt x="262153" y="256713"/>
                        <a:pt x="262153" y="273031"/>
                      </a:cubicBezTo>
                      <a:cubicBezTo>
                        <a:pt x="262153" y="278470"/>
                        <a:pt x="262153" y="283910"/>
                        <a:pt x="262153" y="289349"/>
                      </a:cubicBezTo>
                      <a:lnTo>
                        <a:pt x="262153" y="297508"/>
                      </a:lnTo>
                      <a:cubicBezTo>
                        <a:pt x="262153" y="305667"/>
                        <a:pt x="262153" y="313826"/>
                        <a:pt x="264872" y="321985"/>
                      </a:cubicBezTo>
                      <a:cubicBezTo>
                        <a:pt x="264872" y="327424"/>
                        <a:pt x="270312" y="330144"/>
                        <a:pt x="270312" y="335583"/>
                      </a:cubicBezTo>
                      <a:cubicBezTo>
                        <a:pt x="270312" y="335583"/>
                        <a:pt x="270312" y="338303"/>
                        <a:pt x="270312" y="338303"/>
                      </a:cubicBezTo>
                      <a:cubicBezTo>
                        <a:pt x="270312" y="341022"/>
                        <a:pt x="270312" y="343742"/>
                        <a:pt x="270312" y="346462"/>
                      </a:cubicBezTo>
                      <a:cubicBezTo>
                        <a:pt x="270312" y="351901"/>
                        <a:pt x="273031" y="354621"/>
                        <a:pt x="278471" y="354621"/>
                      </a:cubicBezTo>
                      <a:cubicBezTo>
                        <a:pt x="289349" y="354621"/>
                        <a:pt x="335584" y="351901"/>
                        <a:pt x="338304" y="349181"/>
                      </a:cubicBezTo>
                      <a:cubicBezTo>
                        <a:pt x="346462" y="349181"/>
                        <a:pt x="357341" y="349181"/>
                        <a:pt x="365500" y="349181"/>
                      </a:cubicBezTo>
                      <a:cubicBezTo>
                        <a:pt x="370939" y="349181"/>
                        <a:pt x="376379" y="349181"/>
                        <a:pt x="381817" y="349181"/>
                      </a:cubicBezTo>
                      <a:cubicBezTo>
                        <a:pt x="387257" y="349181"/>
                        <a:pt x="392697" y="346462"/>
                        <a:pt x="392697" y="338303"/>
                      </a:cubicBezTo>
                      <a:cubicBezTo>
                        <a:pt x="392697" y="330144"/>
                        <a:pt x="389977" y="316545"/>
                        <a:pt x="389977" y="313826"/>
                      </a:cubicBezTo>
                      <a:cubicBezTo>
                        <a:pt x="389977" y="294788"/>
                        <a:pt x="389977" y="278470"/>
                        <a:pt x="392697" y="262152"/>
                      </a:cubicBezTo>
                      <a:cubicBezTo>
                        <a:pt x="392697" y="259433"/>
                        <a:pt x="395416" y="243115"/>
                        <a:pt x="395416" y="224077"/>
                      </a:cubicBezTo>
                      <a:cubicBezTo>
                        <a:pt x="395416" y="207759"/>
                        <a:pt x="398136" y="188722"/>
                        <a:pt x="398136" y="177843"/>
                      </a:cubicBezTo>
                      <a:cubicBezTo>
                        <a:pt x="398136" y="169684"/>
                        <a:pt x="395416" y="158806"/>
                        <a:pt x="395416" y="153366"/>
                      </a:cubicBezTo>
                      <a:cubicBezTo>
                        <a:pt x="395416" y="145207"/>
                        <a:pt x="395416" y="142488"/>
                        <a:pt x="395416" y="137048"/>
                      </a:cubicBezTo>
                      <a:cubicBezTo>
                        <a:pt x="389977" y="137048"/>
                        <a:pt x="384537" y="137048"/>
                        <a:pt x="379098" y="137048"/>
                      </a:cubicBezTo>
                      <a:cubicBezTo>
                        <a:pt x="370939" y="137048"/>
                        <a:pt x="360061" y="134329"/>
                        <a:pt x="351902" y="131609"/>
                      </a:cubicBezTo>
                      <a:cubicBezTo>
                        <a:pt x="343742" y="128889"/>
                        <a:pt x="338304" y="120730"/>
                        <a:pt x="338304" y="115291"/>
                      </a:cubicBezTo>
                      <a:cubicBezTo>
                        <a:pt x="338304" y="112571"/>
                        <a:pt x="338304" y="109852"/>
                        <a:pt x="343742" y="107132"/>
                      </a:cubicBezTo>
                      <a:cubicBezTo>
                        <a:pt x="349182" y="104412"/>
                        <a:pt x="357341" y="101693"/>
                        <a:pt x="362780" y="98973"/>
                      </a:cubicBezTo>
                      <a:cubicBezTo>
                        <a:pt x="373659" y="96253"/>
                        <a:pt x="387257" y="96253"/>
                        <a:pt x="395416" y="96253"/>
                      </a:cubicBezTo>
                      <a:cubicBezTo>
                        <a:pt x="398136" y="93534"/>
                        <a:pt x="400855" y="90814"/>
                        <a:pt x="403575" y="90814"/>
                      </a:cubicBezTo>
                      <a:cubicBezTo>
                        <a:pt x="411734" y="90814"/>
                        <a:pt x="419893" y="88095"/>
                        <a:pt x="422612" y="88095"/>
                      </a:cubicBezTo>
                      <a:cubicBezTo>
                        <a:pt x="425332" y="88095"/>
                        <a:pt x="425332" y="88095"/>
                        <a:pt x="428052" y="88095"/>
                      </a:cubicBezTo>
                      <a:cubicBezTo>
                        <a:pt x="433492" y="88095"/>
                        <a:pt x="441650" y="88095"/>
                        <a:pt x="447090" y="90814"/>
                      </a:cubicBezTo>
                      <a:cubicBezTo>
                        <a:pt x="449809" y="90814"/>
                        <a:pt x="452529" y="93534"/>
                        <a:pt x="455249" y="96253"/>
                      </a:cubicBezTo>
                      <a:cubicBezTo>
                        <a:pt x="482445" y="96253"/>
                        <a:pt x="509642" y="93534"/>
                        <a:pt x="525960" y="93534"/>
                      </a:cubicBezTo>
                      <a:cubicBezTo>
                        <a:pt x="539558" y="93534"/>
                        <a:pt x="561315" y="93534"/>
                        <a:pt x="561315" y="109852"/>
                      </a:cubicBezTo>
                      <a:cubicBezTo>
                        <a:pt x="561315" y="118011"/>
                        <a:pt x="561315" y="120730"/>
                        <a:pt x="555876" y="126170"/>
                      </a:cubicBezTo>
                      <a:cubicBezTo>
                        <a:pt x="550437" y="131609"/>
                        <a:pt x="544997" y="134329"/>
                        <a:pt x="539558" y="134329"/>
                      </a:cubicBezTo>
                      <a:cubicBezTo>
                        <a:pt x="531399" y="137048"/>
                        <a:pt x="523240" y="137048"/>
                        <a:pt x="517800" y="137048"/>
                      </a:cubicBezTo>
                      <a:cubicBezTo>
                        <a:pt x="515081" y="137048"/>
                        <a:pt x="498763" y="137048"/>
                        <a:pt x="477006" y="137048"/>
                      </a:cubicBezTo>
                      <a:cubicBezTo>
                        <a:pt x="479725" y="145207"/>
                        <a:pt x="485165" y="153366"/>
                        <a:pt x="485165" y="161525"/>
                      </a:cubicBezTo>
                      <a:cubicBezTo>
                        <a:pt x="487885" y="177843"/>
                        <a:pt x="493324" y="194161"/>
                        <a:pt x="496043" y="210479"/>
                      </a:cubicBezTo>
                      <a:cubicBezTo>
                        <a:pt x="498763" y="224077"/>
                        <a:pt x="498763" y="237676"/>
                        <a:pt x="501483" y="251274"/>
                      </a:cubicBezTo>
                      <a:cubicBezTo>
                        <a:pt x="504202" y="264872"/>
                        <a:pt x="506922" y="275751"/>
                        <a:pt x="506922" y="292069"/>
                      </a:cubicBezTo>
                      <a:cubicBezTo>
                        <a:pt x="506922" y="302947"/>
                        <a:pt x="506922" y="311106"/>
                        <a:pt x="506922" y="321985"/>
                      </a:cubicBezTo>
                      <a:cubicBezTo>
                        <a:pt x="506922" y="327424"/>
                        <a:pt x="509642" y="335583"/>
                        <a:pt x="509642" y="341022"/>
                      </a:cubicBezTo>
                      <a:cubicBezTo>
                        <a:pt x="509642" y="343742"/>
                        <a:pt x="509642" y="343742"/>
                        <a:pt x="509642" y="343742"/>
                      </a:cubicBezTo>
                      <a:cubicBezTo>
                        <a:pt x="509642" y="349181"/>
                        <a:pt x="515081" y="349181"/>
                        <a:pt x="517800" y="349181"/>
                      </a:cubicBezTo>
                      <a:cubicBezTo>
                        <a:pt x="520520" y="349181"/>
                        <a:pt x="523240" y="349181"/>
                        <a:pt x="528680" y="349181"/>
                      </a:cubicBezTo>
                      <a:cubicBezTo>
                        <a:pt x="536838" y="349181"/>
                        <a:pt x="547717" y="349181"/>
                        <a:pt x="550437" y="357340"/>
                      </a:cubicBezTo>
                      <a:cubicBezTo>
                        <a:pt x="550437" y="360060"/>
                        <a:pt x="550437" y="360060"/>
                        <a:pt x="550437" y="362780"/>
                      </a:cubicBezTo>
                      <a:cubicBezTo>
                        <a:pt x="550437" y="370939"/>
                        <a:pt x="539558" y="381817"/>
                        <a:pt x="534119" y="384537"/>
                      </a:cubicBezTo>
                      <a:cubicBezTo>
                        <a:pt x="531399" y="387257"/>
                        <a:pt x="523240" y="387257"/>
                        <a:pt x="520520" y="389976"/>
                      </a:cubicBezTo>
                      <a:cubicBezTo>
                        <a:pt x="515081" y="389976"/>
                        <a:pt x="512362" y="392696"/>
                        <a:pt x="512362" y="395415"/>
                      </a:cubicBezTo>
                      <a:cubicBezTo>
                        <a:pt x="512362" y="395415"/>
                        <a:pt x="512362" y="398135"/>
                        <a:pt x="512362" y="398135"/>
                      </a:cubicBezTo>
                      <a:cubicBezTo>
                        <a:pt x="512362" y="400855"/>
                        <a:pt x="512362" y="406294"/>
                        <a:pt x="512362" y="409014"/>
                      </a:cubicBezTo>
                      <a:cubicBezTo>
                        <a:pt x="512362" y="411733"/>
                        <a:pt x="512362" y="411733"/>
                        <a:pt x="512362" y="414453"/>
                      </a:cubicBezTo>
                      <a:cubicBezTo>
                        <a:pt x="512362" y="422612"/>
                        <a:pt x="512362" y="430771"/>
                        <a:pt x="512362" y="438930"/>
                      </a:cubicBezTo>
                      <a:cubicBezTo>
                        <a:pt x="512362" y="460687"/>
                        <a:pt x="512362" y="482445"/>
                        <a:pt x="515081" y="504202"/>
                      </a:cubicBezTo>
                      <a:cubicBezTo>
                        <a:pt x="517800" y="525959"/>
                        <a:pt x="520520" y="550436"/>
                        <a:pt x="520520" y="572193"/>
                      </a:cubicBezTo>
                      <a:cubicBezTo>
                        <a:pt x="520520" y="583072"/>
                        <a:pt x="520520" y="593950"/>
                        <a:pt x="517800" y="604829"/>
                      </a:cubicBezTo>
                      <a:cubicBezTo>
                        <a:pt x="515081" y="623867"/>
                        <a:pt x="515081" y="642904"/>
                        <a:pt x="512362" y="661942"/>
                      </a:cubicBezTo>
                      <a:cubicBezTo>
                        <a:pt x="512362" y="664661"/>
                        <a:pt x="509642" y="667381"/>
                        <a:pt x="509642" y="670101"/>
                      </a:cubicBezTo>
                      <a:cubicBezTo>
                        <a:pt x="509642" y="672820"/>
                        <a:pt x="512362" y="678260"/>
                        <a:pt x="512362" y="680979"/>
                      </a:cubicBezTo>
                      <a:cubicBezTo>
                        <a:pt x="512362" y="683699"/>
                        <a:pt x="512362" y="686419"/>
                        <a:pt x="512362" y="686419"/>
                      </a:cubicBezTo>
                      <a:cubicBezTo>
                        <a:pt x="517800" y="680979"/>
                        <a:pt x="528680" y="680979"/>
                        <a:pt x="536838" y="680979"/>
                      </a:cubicBezTo>
                      <a:lnTo>
                        <a:pt x="536838" y="680979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107" name="Freeform: Shape 106">
                  <a:extLst>
                    <a:ext uri="{FF2B5EF4-FFF2-40B4-BE49-F238E27FC236}">
                      <a16:creationId xmlns:a16="http://schemas.microsoft.com/office/drawing/2014/main" id="{833ED0F9-5BAB-4134-9F73-83BBEE9A13D7}"/>
                    </a:ext>
                  </a:extLst>
                </p:cNvPr>
                <p:cNvSpPr/>
                <p:nvPr/>
              </p:nvSpPr>
              <p:spPr>
                <a:xfrm>
                  <a:off x="9592416" y="4192158"/>
                  <a:ext cx="516735" cy="761503"/>
                </a:xfrm>
                <a:custGeom>
                  <a:avLst/>
                  <a:gdLst>
                    <a:gd name="connsiteX0" fmla="*/ 463407 w 516735"/>
                    <a:gd name="connsiteY0" fmla="*/ 194161 h 761503"/>
                    <a:gd name="connsiteX1" fmla="*/ 447089 w 516735"/>
                    <a:gd name="connsiteY1" fmla="*/ 226797 h 761503"/>
                    <a:gd name="connsiteX2" fmla="*/ 430771 w 516735"/>
                    <a:gd name="connsiteY2" fmla="*/ 221357 h 761503"/>
                    <a:gd name="connsiteX3" fmla="*/ 422612 w 516735"/>
                    <a:gd name="connsiteY3" fmla="*/ 207759 h 761503"/>
                    <a:gd name="connsiteX4" fmla="*/ 419893 w 516735"/>
                    <a:gd name="connsiteY4" fmla="*/ 188722 h 761503"/>
                    <a:gd name="connsiteX5" fmla="*/ 419893 w 516735"/>
                    <a:gd name="connsiteY5" fmla="*/ 139768 h 761503"/>
                    <a:gd name="connsiteX6" fmla="*/ 419893 w 516735"/>
                    <a:gd name="connsiteY6" fmla="*/ 120730 h 761503"/>
                    <a:gd name="connsiteX7" fmla="*/ 395416 w 516735"/>
                    <a:gd name="connsiteY7" fmla="*/ 120730 h 761503"/>
                    <a:gd name="connsiteX8" fmla="*/ 370939 w 516735"/>
                    <a:gd name="connsiteY8" fmla="*/ 120730 h 761503"/>
                    <a:gd name="connsiteX9" fmla="*/ 346461 w 516735"/>
                    <a:gd name="connsiteY9" fmla="*/ 123450 h 761503"/>
                    <a:gd name="connsiteX10" fmla="*/ 335583 w 516735"/>
                    <a:gd name="connsiteY10" fmla="*/ 123450 h 761503"/>
                    <a:gd name="connsiteX11" fmla="*/ 335583 w 516735"/>
                    <a:gd name="connsiteY11" fmla="*/ 123450 h 761503"/>
                    <a:gd name="connsiteX12" fmla="*/ 324704 w 516735"/>
                    <a:gd name="connsiteY12" fmla="*/ 128889 h 761503"/>
                    <a:gd name="connsiteX13" fmla="*/ 327424 w 516735"/>
                    <a:gd name="connsiteY13" fmla="*/ 139768 h 761503"/>
                    <a:gd name="connsiteX14" fmla="*/ 330144 w 516735"/>
                    <a:gd name="connsiteY14" fmla="*/ 175123 h 761503"/>
                    <a:gd name="connsiteX15" fmla="*/ 330144 w 516735"/>
                    <a:gd name="connsiteY15" fmla="*/ 199600 h 761503"/>
                    <a:gd name="connsiteX16" fmla="*/ 327424 w 516735"/>
                    <a:gd name="connsiteY16" fmla="*/ 224077 h 761503"/>
                    <a:gd name="connsiteX17" fmla="*/ 330144 w 516735"/>
                    <a:gd name="connsiteY17" fmla="*/ 251274 h 761503"/>
                    <a:gd name="connsiteX18" fmla="*/ 327424 w 516735"/>
                    <a:gd name="connsiteY18" fmla="*/ 278470 h 761503"/>
                    <a:gd name="connsiteX19" fmla="*/ 327424 w 516735"/>
                    <a:gd name="connsiteY19" fmla="*/ 332864 h 761503"/>
                    <a:gd name="connsiteX20" fmla="*/ 330144 w 516735"/>
                    <a:gd name="connsiteY20" fmla="*/ 357340 h 761503"/>
                    <a:gd name="connsiteX21" fmla="*/ 330144 w 516735"/>
                    <a:gd name="connsiteY21" fmla="*/ 368219 h 761503"/>
                    <a:gd name="connsiteX22" fmla="*/ 332863 w 516735"/>
                    <a:gd name="connsiteY22" fmla="*/ 387257 h 761503"/>
                    <a:gd name="connsiteX23" fmla="*/ 332863 w 516735"/>
                    <a:gd name="connsiteY23" fmla="*/ 433491 h 761503"/>
                    <a:gd name="connsiteX24" fmla="*/ 332863 w 516735"/>
                    <a:gd name="connsiteY24" fmla="*/ 487884 h 761503"/>
                    <a:gd name="connsiteX25" fmla="*/ 330144 w 516735"/>
                    <a:gd name="connsiteY25" fmla="*/ 512361 h 761503"/>
                    <a:gd name="connsiteX26" fmla="*/ 330144 w 516735"/>
                    <a:gd name="connsiteY26" fmla="*/ 539557 h 761503"/>
                    <a:gd name="connsiteX27" fmla="*/ 332863 w 516735"/>
                    <a:gd name="connsiteY27" fmla="*/ 593950 h 761503"/>
                    <a:gd name="connsiteX28" fmla="*/ 332863 w 516735"/>
                    <a:gd name="connsiteY28" fmla="*/ 648343 h 761503"/>
                    <a:gd name="connsiteX29" fmla="*/ 332863 w 516735"/>
                    <a:gd name="connsiteY29" fmla="*/ 656502 h 761503"/>
                    <a:gd name="connsiteX30" fmla="*/ 357341 w 516735"/>
                    <a:gd name="connsiteY30" fmla="*/ 656502 h 761503"/>
                    <a:gd name="connsiteX31" fmla="*/ 395416 w 516735"/>
                    <a:gd name="connsiteY31" fmla="*/ 675540 h 761503"/>
                    <a:gd name="connsiteX32" fmla="*/ 389976 w 516735"/>
                    <a:gd name="connsiteY32" fmla="*/ 691858 h 761503"/>
                    <a:gd name="connsiteX33" fmla="*/ 373658 w 516735"/>
                    <a:gd name="connsiteY33" fmla="*/ 700017 h 761503"/>
                    <a:gd name="connsiteX34" fmla="*/ 351901 w 516735"/>
                    <a:gd name="connsiteY34" fmla="*/ 702737 h 761503"/>
                    <a:gd name="connsiteX35" fmla="*/ 319265 w 516735"/>
                    <a:gd name="connsiteY35" fmla="*/ 702737 h 761503"/>
                    <a:gd name="connsiteX36" fmla="*/ 311106 w 516735"/>
                    <a:gd name="connsiteY36" fmla="*/ 708176 h 761503"/>
                    <a:gd name="connsiteX37" fmla="*/ 289349 w 516735"/>
                    <a:gd name="connsiteY37" fmla="*/ 713615 h 761503"/>
                    <a:gd name="connsiteX38" fmla="*/ 270311 w 516735"/>
                    <a:gd name="connsiteY38" fmla="*/ 713615 h 761503"/>
                    <a:gd name="connsiteX39" fmla="*/ 243115 w 516735"/>
                    <a:gd name="connsiteY39" fmla="*/ 705456 h 761503"/>
                    <a:gd name="connsiteX40" fmla="*/ 237675 w 516735"/>
                    <a:gd name="connsiteY40" fmla="*/ 702737 h 761503"/>
                    <a:gd name="connsiteX41" fmla="*/ 199600 w 516735"/>
                    <a:gd name="connsiteY41" fmla="*/ 702737 h 761503"/>
                    <a:gd name="connsiteX42" fmla="*/ 175123 w 516735"/>
                    <a:gd name="connsiteY42" fmla="*/ 702737 h 761503"/>
                    <a:gd name="connsiteX43" fmla="*/ 147927 w 516735"/>
                    <a:gd name="connsiteY43" fmla="*/ 697297 h 761503"/>
                    <a:gd name="connsiteX44" fmla="*/ 131609 w 516735"/>
                    <a:gd name="connsiteY44" fmla="*/ 678260 h 761503"/>
                    <a:gd name="connsiteX45" fmla="*/ 137048 w 516735"/>
                    <a:gd name="connsiteY45" fmla="*/ 670101 h 761503"/>
                    <a:gd name="connsiteX46" fmla="*/ 158805 w 516735"/>
                    <a:gd name="connsiteY46" fmla="*/ 661942 h 761503"/>
                    <a:gd name="connsiteX47" fmla="*/ 199600 w 516735"/>
                    <a:gd name="connsiteY47" fmla="*/ 659222 h 761503"/>
                    <a:gd name="connsiteX48" fmla="*/ 199600 w 516735"/>
                    <a:gd name="connsiteY48" fmla="*/ 659222 h 761503"/>
                    <a:gd name="connsiteX49" fmla="*/ 196880 w 516735"/>
                    <a:gd name="connsiteY49" fmla="*/ 629306 h 761503"/>
                    <a:gd name="connsiteX50" fmla="*/ 199600 w 516735"/>
                    <a:gd name="connsiteY50" fmla="*/ 574913 h 761503"/>
                    <a:gd name="connsiteX51" fmla="*/ 202320 w 516735"/>
                    <a:gd name="connsiteY51" fmla="*/ 523239 h 761503"/>
                    <a:gd name="connsiteX52" fmla="*/ 205040 w 516735"/>
                    <a:gd name="connsiteY52" fmla="*/ 460687 h 761503"/>
                    <a:gd name="connsiteX53" fmla="*/ 205040 w 516735"/>
                    <a:gd name="connsiteY53" fmla="*/ 417173 h 761503"/>
                    <a:gd name="connsiteX54" fmla="*/ 207759 w 516735"/>
                    <a:gd name="connsiteY54" fmla="*/ 392696 h 761503"/>
                    <a:gd name="connsiteX55" fmla="*/ 210478 w 516735"/>
                    <a:gd name="connsiteY55" fmla="*/ 368219 h 761503"/>
                    <a:gd name="connsiteX56" fmla="*/ 210478 w 516735"/>
                    <a:gd name="connsiteY56" fmla="*/ 313826 h 761503"/>
                    <a:gd name="connsiteX57" fmla="*/ 210478 w 516735"/>
                    <a:gd name="connsiteY57" fmla="*/ 259433 h 761503"/>
                    <a:gd name="connsiteX58" fmla="*/ 210478 w 516735"/>
                    <a:gd name="connsiteY58" fmla="*/ 213199 h 761503"/>
                    <a:gd name="connsiteX59" fmla="*/ 210478 w 516735"/>
                    <a:gd name="connsiteY59" fmla="*/ 145207 h 761503"/>
                    <a:gd name="connsiteX60" fmla="*/ 213198 w 516735"/>
                    <a:gd name="connsiteY60" fmla="*/ 131609 h 761503"/>
                    <a:gd name="connsiteX61" fmla="*/ 205040 w 516735"/>
                    <a:gd name="connsiteY61" fmla="*/ 123450 h 761503"/>
                    <a:gd name="connsiteX62" fmla="*/ 161525 w 516735"/>
                    <a:gd name="connsiteY62" fmla="*/ 123450 h 761503"/>
                    <a:gd name="connsiteX63" fmla="*/ 112571 w 516735"/>
                    <a:gd name="connsiteY63" fmla="*/ 120730 h 761503"/>
                    <a:gd name="connsiteX64" fmla="*/ 104412 w 516735"/>
                    <a:gd name="connsiteY64" fmla="*/ 118011 h 761503"/>
                    <a:gd name="connsiteX65" fmla="*/ 107132 w 516735"/>
                    <a:gd name="connsiteY65" fmla="*/ 191441 h 761503"/>
                    <a:gd name="connsiteX66" fmla="*/ 90814 w 516735"/>
                    <a:gd name="connsiteY66" fmla="*/ 224077 h 761503"/>
                    <a:gd name="connsiteX67" fmla="*/ 74496 w 516735"/>
                    <a:gd name="connsiteY67" fmla="*/ 218638 h 761503"/>
                    <a:gd name="connsiteX68" fmla="*/ 66337 w 516735"/>
                    <a:gd name="connsiteY68" fmla="*/ 205040 h 761503"/>
                    <a:gd name="connsiteX69" fmla="*/ 63617 w 516735"/>
                    <a:gd name="connsiteY69" fmla="*/ 186002 h 761503"/>
                    <a:gd name="connsiteX70" fmla="*/ 63617 w 516735"/>
                    <a:gd name="connsiteY70" fmla="*/ 145207 h 761503"/>
                    <a:gd name="connsiteX71" fmla="*/ 63617 w 516735"/>
                    <a:gd name="connsiteY71" fmla="*/ 109852 h 761503"/>
                    <a:gd name="connsiteX72" fmla="*/ 58178 w 516735"/>
                    <a:gd name="connsiteY72" fmla="*/ 96253 h 761503"/>
                    <a:gd name="connsiteX73" fmla="*/ 66337 w 516735"/>
                    <a:gd name="connsiteY73" fmla="*/ 85375 h 761503"/>
                    <a:gd name="connsiteX74" fmla="*/ 93533 w 516735"/>
                    <a:gd name="connsiteY74" fmla="*/ 77216 h 761503"/>
                    <a:gd name="connsiteX75" fmla="*/ 115290 w 516735"/>
                    <a:gd name="connsiteY75" fmla="*/ 77216 h 761503"/>
                    <a:gd name="connsiteX76" fmla="*/ 169684 w 516735"/>
                    <a:gd name="connsiteY76" fmla="*/ 74496 h 761503"/>
                    <a:gd name="connsiteX77" fmla="*/ 194161 w 516735"/>
                    <a:gd name="connsiteY77" fmla="*/ 71776 h 761503"/>
                    <a:gd name="connsiteX78" fmla="*/ 196880 w 516735"/>
                    <a:gd name="connsiteY78" fmla="*/ 71776 h 761503"/>
                    <a:gd name="connsiteX79" fmla="*/ 210478 w 516735"/>
                    <a:gd name="connsiteY79" fmla="*/ 71776 h 761503"/>
                    <a:gd name="connsiteX80" fmla="*/ 218638 w 516735"/>
                    <a:gd name="connsiteY80" fmla="*/ 71776 h 761503"/>
                    <a:gd name="connsiteX81" fmla="*/ 237675 w 516735"/>
                    <a:gd name="connsiteY81" fmla="*/ 60898 h 761503"/>
                    <a:gd name="connsiteX82" fmla="*/ 253993 w 516735"/>
                    <a:gd name="connsiteY82" fmla="*/ 58178 h 761503"/>
                    <a:gd name="connsiteX83" fmla="*/ 283910 w 516735"/>
                    <a:gd name="connsiteY83" fmla="*/ 60898 h 761503"/>
                    <a:gd name="connsiteX84" fmla="*/ 294788 w 516735"/>
                    <a:gd name="connsiteY84" fmla="*/ 66337 h 761503"/>
                    <a:gd name="connsiteX85" fmla="*/ 305667 w 516735"/>
                    <a:gd name="connsiteY85" fmla="*/ 74496 h 761503"/>
                    <a:gd name="connsiteX86" fmla="*/ 313826 w 516735"/>
                    <a:gd name="connsiteY86" fmla="*/ 74496 h 761503"/>
                    <a:gd name="connsiteX87" fmla="*/ 327424 w 516735"/>
                    <a:gd name="connsiteY87" fmla="*/ 74496 h 761503"/>
                    <a:gd name="connsiteX88" fmla="*/ 354621 w 516735"/>
                    <a:gd name="connsiteY88" fmla="*/ 74496 h 761503"/>
                    <a:gd name="connsiteX89" fmla="*/ 422612 w 516735"/>
                    <a:gd name="connsiteY89" fmla="*/ 74496 h 761503"/>
                    <a:gd name="connsiteX90" fmla="*/ 455248 w 516735"/>
                    <a:gd name="connsiteY90" fmla="*/ 79936 h 761503"/>
                    <a:gd name="connsiteX91" fmla="*/ 466127 w 516735"/>
                    <a:gd name="connsiteY91" fmla="*/ 98973 h 761503"/>
                    <a:gd name="connsiteX92" fmla="*/ 463407 w 516735"/>
                    <a:gd name="connsiteY92" fmla="*/ 109852 h 761503"/>
                    <a:gd name="connsiteX93" fmla="*/ 463407 w 516735"/>
                    <a:gd name="connsiteY93" fmla="*/ 120730 h 761503"/>
                    <a:gd name="connsiteX94" fmla="*/ 463407 w 516735"/>
                    <a:gd name="connsiteY94" fmla="*/ 194161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</a:cxnLst>
                  <a:rect l="l" t="t" r="r" b="b"/>
                  <a:pathLst>
                    <a:path w="516735" h="761503">
                      <a:moveTo>
                        <a:pt x="463407" y="194161"/>
                      </a:moveTo>
                      <a:cubicBezTo>
                        <a:pt x="463407" y="205040"/>
                        <a:pt x="463407" y="226797"/>
                        <a:pt x="447089" y="226797"/>
                      </a:cubicBezTo>
                      <a:cubicBezTo>
                        <a:pt x="438930" y="226797"/>
                        <a:pt x="436211" y="226797"/>
                        <a:pt x="430771" y="221357"/>
                      </a:cubicBezTo>
                      <a:cubicBezTo>
                        <a:pt x="425332" y="218638"/>
                        <a:pt x="422612" y="210479"/>
                        <a:pt x="422612" y="207759"/>
                      </a:cubicBezTo>
                      <a:cubicBezTo>
                        <a:pt x="419893" y="199600"/>
                        <a:pt x="419893" y="194161"/>
                        <a:pt x="419893" y="188722"/>
                      </a:cubicBezTo>
                      <a:cubicBezTo>
                        <a:pt x="419893" y="183282"/>
                        <a:pt x="419893" y="147927"/>
                        <a:pt x="419893" y="139768"/>
                      </a:cubicBezTo>
                      <a:cubicBezTo>
                        <a:pt x="419893" y="134329"/>
                        <a:pt x="419893" y="128889"/>
                        <a:pt x="419893" y="120730"/>
                      </a:cubicBezTo>
                      <a:cubicBezTo>
                        <a:pt x="411734" y="120730"/>
                        <a:pt x="403574" y="120730"/>
                        <a:pt x="395416" y="120730"/>
                      </a:cubicBezTo>
                      <a:cubicBezTo>
                        <a:pt x="387256" y="120730"/>
                        <a:pt x="379098" y="120730"/>
                        <a:pt x="370939" y="120730"/>
                      </a:cubicBezTo>
                      <a:cubicBezTo>
                        <a:pt x="362780" y="120730"/>
                        <a:pt x="354621" y="123450"/>
                        <a:pt x="346461" y="123450"/>
                      </a:cubicBezTo>
                      <a:cubicBezTo>
                        <a:pt x="343742" y="123450"/>
                        <a:pt x="341023" y="123450"/>
                        <a:pt x="335583" y="123450"/>
                      </a:cubicBezTo>
                      <a:cubicBezTo>
                        <a:pt x="335583" y="123450"/>
                        <a:pt x="335583" y="123450"/>
                        <a:pt x="335583" y="123450"/>
                      </a:cubicBezTo>
                      <a:cubicBezTo>
                        <a:pt x="327424" y="123450"/>
                        <a:pt x="324704" y="126170"/>
                        <a:pt x="324704" y="128889"/>
                      </a:cubicBezTo>
                      <a:cubicBezTo>
                        <a:pt x="324704" y="131609"/>
                        <a:pt x="324704" y="137048"/>
                        <a:pt x="327424" y="139768"/>
                      </a:cubicBezTo>
                      <a:cubicBezTo>
                        <a:pt x="330144" y="147927"/>
                        <a:pt x="330144" y="166964"/>
                        <a:pt x="330144" y="175123"/>
                      </a:cubicBezTo>
                      <a:cubicBezTo>
                        <a:pt x="330144" y="183282"/>
                        <a:pt x="330144" y="191441"/>
                        <a:pt x="330144" y="199600"/>
                      </a:cubicBezTo>
                      <a:cubicBezTo>
                        <a:pt x="330144" y="207759"/>
                        <a:pt x="327424" y="215918"/>
                        <a:pt x="327424" y="224077"/>
                      </a:cubicBezTo>
                      <a:cubicBezTo>
                        <a:pt x="327424" y="232236"/>
                        <a:pt x="330144" y="243115"/>
                        <a:pt x="330144" y="251274"/>
                      </a:cubicBezTo>
                      <a:cubicBezTo>
                        <a:pt x="330144" y="259433"/>
                        <a:pt x="330144" y="267592"/>
                        <a:pt x="327424" y="278470"/>
                      </a:cubicBezTo>
                      <a:cubicBezTo>
                        <a:pt x="327424" y="294788"/>
                        <a:pt x="327424" y="313826"/>
                        <a:pt x="327424" y="332864"/>
                      </a:cubicBezTo>
                      <a:cubicBezTo>
                        <a:pt x="327424" y="341022"/>
                        <a:pt x="327424" y="349181"/>
                        <a:pt x="330144" y="357340"/>
                      </a:cubicBezTo>
                      <a:cubicBezTo>
                        <a:pt x="330144" y="360060"/>
                        <a:pt x="330144" y="365499"/>
                        <a:pt x="330144" y="368219"/>
                      </a:cubicBezTo>
                      <a:cubicBezTo>
                        <a:pt x="330144" y="373658"/>
                        <a:pt x="332863" y="384537"/>
                        <a:pt x="332863" y="387257"/>
                      </a:cubicBezTo>
                      <a:cubicBezTo>
                        <a:pt x="332863" y="406294"/>
                        <a:pt x="332863" y="414453"/>
                        <a:pt x="332863" y="433491"/>
                      </a:cubicBezTo>
                      <a:cubicBezTo>
                        <a:pt x="332863" y="452528"/>
                        <a:pt x="335583" y="468846"/>
                        <a:pt x="332863" y="487884"/>
                      </a:cubicBezTo>
                      <a:cubicBezTo>
                        <a:pt x="332863" y="496043"/>
                        <a:pt x="330144" y="504202"/>
                        <a:pt x="330144" y="512361"/>
                      </a:cubicBezTo>
                      <a:cubicBezTo>
                        <a:pt x="330144" y="520520"/>
                        <a:pt x="330144" y="531398"/>
                        <a:pt x="330144" y="539557"/>
                      </a:cubicBezTo>
                      <a:cubicBezTo>
                        <a:pt x="330144" y="558595"/>
                        <a:pt x="330144" y="574913"/>
                        <a:pt x="332863" y="593950"/>
                      </a:cubicBezTo>
                      <a:cubicBezTo>
                        <a:pt x="332863" y="610268"/>
                        <a:pt x="332863" y="632026"/>
                        <a:pt x="332863" y="648343"/>
                      </a:cubicBezTo>
                      <a:cubicBezTo>
                        <a:pt x="332863" y="651063"/>
                        <a:pt x="332863" y="653783"/>
                        <a:pt x="332863" y="656502"/>
                      </a:cubicBezTo>
                      <a:cubicBezTo>
                        <a:pt x="343742" y="656502"/>
                        <a:pt x="351901" y="656502"/>
                        <a:pt x="357341" y="656502"/>
                      </a:cubicBezTo>
                      <a:cubicBezTo>
                        <a:pt x="370939" y="656502"/>
                        <a:pt x="395416" y="659222"/>
                        <a:pt x="395416" y="675540"/>
                      </a:cubicBezTo>
                      <a:cubicBezTo>
                        <a:pt x="395416" y="683699"/>
                        <a:pt x="392696" y="686419"/>
                        <a:pt x="389976" y="691858"/>
                      </a:cubicBezTo>
                      <a:cubicBezTo>
                        <a:pt x="384537" y="697297"/>
                        <a:pt x="379098" y="700017"/>
                        <a:pt x="373658" y="700017"/>
                      </a:cubicBezTo>
                      <a:cubicBezTo>
                        <a:pt x="365499" y="702737"/>
                        <a:pt x="357341" y="702737"/>
                        <a:pt x="351901" y="702737"/>
                      </a:cubicBezTo>
                      <a:cubicBezTo>
                        <a:pt x="349181" y="702737"/>
                        <a:pt x="335583" y="702737"/>
                        <a:pt x="319265" y="702737"/>
                      </a:cubicBezTo>
                      <a:cubicBezTo>
                        <a:pt x="316546" y="705456"/>
                        <a:pt x="313826" y="705456"/>
                        <a:pt x="311106" y="708176"/>
                      </a:cubicBezTo>
                      <a:cubicBezTo>
                        <a:pt x="302948" y="713615"/>
                        <a:pt x="297508" y="713615"/>
                        <a:pt x="289349" y="713615"/>
                      </a:cubicBezTo>
                      <a:cubicBezTo>
                        <a:pt x="283910" y="713615"/>
                        <a:pt x="278470" y="713615"/>
                        <a:pt x="270311" y="713615"/>
                      </a:cubicBezTo>
                      <a:cubicBezTo>
                        <a:pt x="259433" y="713615"/>
                        <a:pt x="251273" y="710895"/>
                        <a:pt x="243115" y="705456"/>
                      </a:cubicBezTo>
                      <a:cubicBezTo>
                        <a:pt x="240395" y="705456"/>
                        <a:pt x="237675" y="702737"/>
                        <a:pt x="237675" y="702737"/>
                      </a:cubicBezTo>
                      <a:cubicBezTo>
                        <a:pt x="224077" y="702737"/>
                        <a:pt x="213198" y="702737"/>
                        <a:pt x="199600" y="702737"/>
                      </a:cubicBezTo>
                      <a:cubicBezTo>
                        <a:pt x="191441" y="702737"/>
                        <a:pt x="183282" y="702737"/>
                        <a:pt x="175123" y="702737"/>
                      </a:cubicBezTo>
                      <a:cubicBezTo>
                        <a:pt x="166965" y="702737"/>
                        <a:pt x="156085" y="702737"/>
                        <a:pt x="147927" y="697297"/>
                      </a:cubicBezTo>
                      <a:cubicBezTo>
                        <a:pt x="139768" y="694578"/>
                        <a:pt x="131609" y="680979"/>
                        <a:pt x="131609" y="678260"/>
                      </a:cubicBezTo>
                      <a:cubicBezTo>
                        <a:pt x="131609" y="675540"/>
                        <a:pt x="131609" y="672820"/>
                        <a:pt x="137048" y="670101"/>
                      </a:cubicBezTo>
                      <a:cubicBezTo>
                        <a:pt x="142487" y="667381"/>
                        <a:pt x="153366" y="664661"/>
                        <a:pt x="158805" y="661942"/>
                      </a:cubicBezTo>
                      <a:cubicBezTo>
                        <a:pt x="175123" y="659222"/>
                        <a:pt x="191441" y="659222"/>
                        <a:pt x="199600" y="659222"/>
                      </a:cubicBezTo>
                      <a:lnTo>
                        <a:pt x="199600" y="659222"/>
                      </a:lnTo>
                      <a:cubicBezTo>
                        <a:pt x="199600" y="648343"/>
                        <a:pt x="196880" y="640184"/>
                        <a:pt x="196880" y="629306"/>
                      </a:cubicBezTo>
                      <a:cubicBezTo>
                        <a:pt x="196880" y="612988"/>
                        <a:pt x="196880" y="591231"/>
                        <a:pt x="199600" y="574913"/>
                      </a:cubicBezTo>
                      <a:cubicBezTo>
                        <a:pt x="199600" y="558595"/>
                        <a:pt x="199600" y="539557"/>
                        <a:pt x="202320" y="523239"/>
                      </a:cubicBezTo>
                      <a:cubicBezTo>
                        <a:pt x="202320" y="501482"/>
                        <a:pt x="205040" y="482445"/>
                        <a:pt x="205040" y="460687"/>
                      </a:cubicBezTo>
                      <a:cubicBezTo>
                        <a:pt x="205040" y="447089"/>
                        <a:pt x="205040" y="430771"/>
                        <a:pt x="205040" y="417173"/>
                      </a:cubicBezTo>
                      <a:cubicBezTo>
                        <a:pt x="205040" y="409014"/>
                        <a:pt x="207759" y="400855"/>
                        <a:pt x="207759" y="392696"/>
                      </a:cubicBezTo>
                      <a:cubicBezTo>
                        <a:pt x="207759" y="384537"/>
                        <a:pt x="210478" y="376378"/>
                        <a:pt x="210478" y="368219"/>
                      </a:cubicBezTo>
                      <a:cubicBezTo>
                        <a:pt x="210478" y="351901"/>
                        <a:pt x="210478" y="332864"/>
                        <a:pt x="210478" y="313826"/>
                      </a:cubicBezTo>
                      <a:cubicBezTo>
                        <a:pt x="210478" y="294788"/>
                        <a:pt x="210478" y="275751"/>
                        <a:pt x="210478" y="259433"/>
                      </a:cubicBezTo>
                      <a:cubicBezTo>
                        <a:pt x="210478" y="243115"/>
                        <a:pt x="210478" y="226797"/>
                        <a:pt x="210478" y="213199"/>
                      </a:cubicBezTo>
                      <a:cubicBezTo>
                        <a:pt x="210478" y="194161"/>
                        <a:pt x="210478" y="164245"/>
                        <a:pt x="210478" y="145207"/>
                      </a:cubicBezTo>
                      <a:cubicBezTo>
                        <a:pt x="210478" y="139768"/>
                        <a:pt x="213198" y="134329"/>
                        <a:pt x="213198" y="131609"/>
                      </a:cubicBezTo>
                      <a:cubicBezTo>
                        <a:pt x="213198" y="126170"/>
                        <a:pt x="207759" y="123450"/>
                        <a:pt x="205040" y="123450"/>
                      </a:cubicBezTo>
                      <a:cubicBezTo>
                        <a:pt x="199600" y="123450"/>
                        <a:pt x="166965" y="123450"/>
                        <a:pt x="161525" y="123450"/>
                      </a:cubicBezTo>
                      <a:cubicBezTo>
                        <a:pt x="145207" y="123450"/>
                        <a:pt x="128889" y="123450"/>
                        <a:pt x="112571" y="120730"/>
                      </a:cubicBezTo>
                      <a:cubicBezTo>
                        <a:pt x="109852" y="120730"/>
                        <a:pt x="107132" y="120730"/>
                        <a:pt x="104412" y="118011"/>
                      </a:cubicBezTo>
                      <a:cubicBezTo>
                        <a:pt x="107132" y="137048"/>
                        <a:pt x="107132" y="172404"/>
                        <a:pt x="107132" y="191441"/>
                      </a:cubicBezTo>
                      <a:cubicBezTo>
                        <a:pt x="107132" y="202320"/>
                        <a:pt x="107132" y="224077"/>
                        <a:pt x="90814" y="224077"/>
                      </a:cubicBezTo>
                      <a:cubicBezTo>
                        <a:pt x="82655" y="224077"/>
                        <a:pt x="79935" y="221357"/>
                        <a:pt x="74496" y="218638"/>
                      </a:cubicBezTo>
                      <a:cubicBezTo>
                        <a:pt x="69057" y="215918"/>
                        <a:pt x="66337" y="210479"/>
                        <a:pt x="66337" y="205040"/>
                      </a:cubicBezTo>
                      <a:cubicBezTo>
                        <a:pt x="63617" y="196881"/>
                        <a:pt x="63617" y="191441"/>
                        <a:pt x="63617" y="186002"/>
                      </a:cubicBezTo>
                      <a:cubicBezTo>
                        <a:pt x="63617" y="180563"/>
                        <a:pt x="63617" y="153366"/>
                        <a:pt x="63617" y="145207"/>
                      </a:cubicBezTo>
                      <a:cubicBezTo>
                        <a:pt x="63617" y="134329"/>
                        <a:pt x="63617" y="120730"/>
                        <a:pt x="63617" y="109852"/>
                      </a:cubicBezTo>
                      <a:cubicBezTo>
                        <a:pt x="60897" y="104412"/>
                        <a:pt x="58178" y="101693"/>
                        <a:pt x="58178" y="96253"/>
                      </a:cubicBezTo>
                      <a:cubicBezTo>
                        <a:pt x="58178" y="93534"/>
                        <a:pt x="60897" y="88095"/>
                        <a:pt x="66337" y="85375"/>
                      </a:cubicBezTo>
                      <a:cubicBezTo>
                        <a:pt x="74496" y="79936"/>
                        <a:pt x="77215" y="77216"/>
                        <a:pt x="93533" y="77216"/>
                      </a:cubicBezTo>
                      <a:cubicBezTo>
                        <a:pt x="101692" y="77216"/>
                        <a:pt x="109852" y="77216"/>
                        <a:pt x="115290" y="77216"/>
                      </a:cubicBezTo>
                      <a:cubicBezTo>
                        <a:pt x="134328" y="77216"/>
                        <a:pt x="150646" y="77216"/>
                        <a:pt x="169684" y="74496"/>
                      </a:cubicBezTo>
                      <a:cubicBezTo>
                        <a:pt x="177843" y="74496"/>
                        <a:pt x="186002" y="71776"/>
                        <a:pt x="194161" y="71776"/>
                      </a:cubicBezTo>
                      <a:cubicBezTo>
                        <a:pt x="194161" y="71776"/>
                        <a:pt x="196880" y="71776"/>
                        <a:pt x="196880" y="71776"/>
                      </a:cubicBezTo>
                      <a:cubicBezTo>
                        <a:pt x="199600" y="71776"/>
                        <a:pt x="205040" y="71776"/>
                        <a:pt x="210478" y="71776"/>
                      </a:cubicBezTo>
                      <a:cubicBezTo>
                        <a:pt x="213198" y="71776"/>
                        <a:pt x="215918" y="71776"/>
                        <a:pt x="218638" y="71776"/>
                      </a:cubicBezTo>
                      <a:cubicBezTo>
                        <a:pt x="224077" y="69057"/>
                        <a:pt x="229516" y="63618"/>
                        <a:pt x="237675" y="60898"/>
                      </a:cubicBezTo>
                      <a:cubicBezTo>
                        <a:pt x="243115" y="58178"/>
                        <a:pt x="248554" y="58178"/>
                        <a:pt x="253993" y="58178"/>
                      </a:cubicBezTo>
                      <a:cubicBezTo>
                        <a:pt x="264872" y="58178"/>
                        <a:pt x="273031" y="58178"/>
                        <a:pt x="283910" y="60898"/>
                      </a:cubicBezTo>
                      <a:cubicBezTo>
                        <a:pt x="286629" y="60898"/>
                        <a:pt x="292068" y="63618"/>
                        <a:pt x="294788" y="66337"/>
                      </a:cubicBezTo>
                      <a:cubicBezTo>
                        <a:pt x="297508" y="69057"/>
                        <a:pt x="302948" y="71776"/>
                        <a:pt x="305667" y="74496"/>
                      </a:cubicBezTo>
                      <a:cubicBezTo>
                        <a:pt x="308386" y="74496"/>
                        <a:pt x="311106" y="74496"/>
                        <a:pt x="313826" y="74496"/>
                      </a:cubicBezTo>
                      <a:cubicBezTo>
                        <a:pt x="319265" y="74496"/>
                        <a:pt x="321985" y="74496"/>
                        <a:pt x="327424" y="74496"/>
                      </a:cubicBezTo>
                      <a:cubicBezTo>
                        <a:pt x="335583" y="74496"/>
                        <a:pt x="346461" y="74496"/>
                        <a:pt x="354621" y="74496"/>
                      </a:cubicBezTo>
                      <a:cubicBezTo>
                        <a:pt x="376378" y="74496"/>
                        <a:pt x="400855" y="74496"/>
                        <a:pt x="422612" y="74496"/>
                      </a:cubicBezTo>
                      <a:cubicBezTo>
                        <a:pt x="433491" y="74496"/>
                        <a:pt x="447089" y="74496"/>
                        <a:pt x="455248" y="79936"/>
                      </a:cubicBezTo>
                      <a:cubicBezTo>
                        <a:pt x="460687" y="82655"/>
                        <a:pt x="466127" y="90814"/>
                        <a:pt x="466127" y="98973"/>
                      </a:cubicBezTo>
                      <a:cubicBezTo>
                        <a:pt x="466127" y="101693"/>
                        <a:pt x="466127" y="107132"/>
                        <a:pt x="463407" y="109852"/>
                      </a:cubicBezTo>
                      <a:cubicBezTo>
                        <a:pt x="463407" y="112571"/>
                        <a:pt x="463407" y="112571"/>
                        <a:pt x="463407" y="120730"/>
                      </a:cubicBezTo>
                      <a:cubicBezTo>
                        <a:pt x="463407" y="142488"/>
                        <a:pt x="463407" y="172404"/>
                        <a:pt x="463407" y="194161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</p:grpSp>
          <p:pic>
            <p:nvPicPr>
              <p:cNvPr id="65" name="Graphic 64">
                <a:extLst>
                  <a:ext uri="{FF2B5EF4-FFF2-40B4-BE49-F238E27FC236}">
                    <a16:creationId xmlns:a16="http://schemas.microsoft.com/office/drawing/2014/main" id="{B62AACDE-64C4-4803-BB30-19E9D595505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tretch>
                <a:fillRect/>
              </a:stretch>
            </p:blipFill>
            <p:spPr>
              <a:xfrm>
                <a:off x="9162579" y="5240354"/>
                <a:ext cx="45719" cy="1348711"/>
              </a:xfrm>
              <a:prstGeom prst="rect">
                <a:avLst/>
              </a:prstGeom>
            </p:spPr>
          </p:pic>
        </p:grpSp>
        <p:pic>
          <p:nvPicPr>
            <p:cNvPr id="63" name="Picture 62" descr="Diagram&#10;&#10;Description automatically generated">
              <a:extLst>
                <a:ext uri="{FF2B5EF4-FFF2-40B4-BE49-F238E27FC236}">
                  <a16:creationId xmlns:a16="http://schemas.microsoft.com/office/drawing/2014/main" id="{BBFA1955-18C2-4D48-896F-91199911A951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/>
            <a:stretch>
              <a:fillRect/>
            </a:stretch>
          </p:blipFill>
          <p:spPr>
            <a:xfrm>
              <a:off x="7052978" y="5406588"/>
              <a:ext cx="1854273" cy="1066587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98749736"/>
      </p:ext>
    </p:extLst>
  </p:cSld>
  <p:clrMapOvr>
    <a:masterClrMapping/>
  </p:clrMapOvr>
</p:sldLayout>
</file>

<file path=ppt/slideLayouts/slideLayout11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I_Circle Picture with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10">
            <a:extLst>
              <a:ext uri="{FF2B5EF4-FFF2-40B4-BE49-F238E27FC236}">
                <a16:creationId xmlns:a16="http://schemas.microsoft.com/office/drawing/2014/main" id="{A2733906-1C03-4012-B214-1CE93389DA79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0" y="2"/>
            <a:ext cx="5266036" cy="6857999"/>
          </a:xfrm>
          <a:custGeom>
            <a:avLst/>
            <a:gdLst>
              <a:gd name="connsiteX0" fmla="*/ 0 w 5266036"/>
              <a:gd name="connsiteY0" fmla="*/ 0 h 6857999"/>
              <a:gd name="connsiteX1" fmla="*/ 3014696 w 5266036"/>
              <a:gd name="connsiteY1" fmla="*/ 0 h 6857999"/>
              <a:gd name="connsiteX2" fmla="*/ 3040982 w 5266036"/>
              <a:gd name="connsiteY2" fmla="*/ 11408 h 6857999"/>
              <a:gd name="connsiteX3" fmla="*/ 5250901 w 5266036"/>
              <a:gd name="connsiteY3" fmla="*/ 4085922 h 6857999"/>
              <a:gd name="connsiteX4" fmla="*/ 3435696 w 5266036"/>
              <a:gd name="connsiteY4" fmla="*/ 6839477 h 6857999"/>
              <a:gd name="connsiteX5" fmla="*/ 3398838 w 5266036"/>
              <a:gd name="connsiteY5" fmla="*/ 6857999 h 6857999"/>
              <a:gd name="connsiteX6" fmla="*/ 0 w 5266036"/>
              <a:gd name="connsiteY6" fmla="*/ 6857999 h 6857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266036" h="6857999">
                <a:moveTo>
                  <a:pt x="0" y="0"/>
                </a:moveTo>
                <a:lnTo>
                  <a:pt x="3014696" y="0"/>
                </a:lnTo>
                <a:lnTo>
                  <a:pt x="3040982" y="11408"/>
                </a:lnTo>
                <a:cubicBezTo>
                  <a:pt x="4562919" y="717837"/>
                  <a:pt x="5390071" y="2397951"/>
                  <a:pt x="5250901" y="4085922"/>
                </a:cubicBezTo>
                <a:cubicBezTo>
                  <a:pt x="5138669" y="5484335"/>
                  <a:pt x="4361602" y="6343612"/>
                  <a:pt x="3435696" y="6839477"/>
                </a:cubicBezTo>
                <a:lnTo>
                  <a:pt x="3398838" y="6857999"/>
                </a:lnTo>
                <a:lnTo>
                  <a:pt x="0" y="6857999"/>
                </a:lnTo>
                <a:close/>
              </a:path>
            </a:pathLst>
          </a:custGeom>
          <a:solidFill>
            <a:srgbClr val="D9D9D9"/>
          </a:solidFill>
        </p:spPr>
        <p:txBody>
          <a:bodyPr wrap="square" tIns="3657600">
            <a:noAutofit/>
          </a:bodyPr>
          <a:lstStyle>
            <a:lvl1pPr marL="0" marR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tx1"/>
              </a:buClr>
              <a:buSzTx/>
              <a:buFont typeface="Arial" panose="020B0604020202020204" pitchFamily="34" charset="0"/>
              <a:buNone/>
              <a:tabLst/>
              <a:defRPr sz="1600"/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1200"/>
              </a:spcBef>
              <a:spcAft>
                <a:spcPts val="0"/>
              </a:spcAft>
              <a:buClr>
                <a:schemeClr val="tx1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t>Click icon to insert picture</a:t>
            </a:r>
            <a:br>
              <a:rPr/>
            </a:br>
            <a:r>
              <a:t>(minimum recommended size for </a:t>
            </a:r>
            <a:br>
              <a:rPr/>
            </a:br>
            <a:r>
              <a:t>half slide image is 640 x 720 pixels)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18AEA02C-1880-4C71-86A6-34ED8A6721F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0" y="152400"/>
            <a:ext cx="5715002" cy="901700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8" name="Content Placeholder 7">
            <a:extLst>
              <a:ext uri="{FF2B5EF4-FFF2-40B4-BE49-F238E27FC236}">
                <a16:creationId xmlns:a16="http://schemas.microsoft.com/office/drawing/2014/main" id="{720C5055-7E08-43F9-85F7-AF9A137CF041}"/>
              </a:ext>
            </a:extLst>
          </p:cNvPr>
          <p:cNvSpPr>
            <a:spLocks noGrp="1"/>
          </p:cNvSpPr>
          <p:nvPr>
            <p:ph sz="quarter" idx="14" hasCustomPrompt="1"/>
          </p:nvPr>
        </p:nvSpPr>
        <p:spPr>
          <a:xfrm>
            <a:off x="6096000" y="1383792"/>
            <a:ext cx="5715000" cy="4636008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t>Click to add text or choose an icon below to insert other content</a:t>
            </a:r>
          </a:p>
          <a:p>
            <a:pPr lvl="1"/>
            <a:r>
              <a:t>Second level</a:t>
            </a:r>
          </a:p>
          <a:p>
            <a:pPr lvl="2"/>
            <a:r>
              <a:t>Third level</a:t>
            </a:r>
          </a:p>
          <a:p>
            <a:pPr lvl="3"/>
            <a:r>
              <a:t>Fourth level</a:t>
            </a:r>
          </a:p>
          <a:p>
            <a:pPr lvl="4"/>
            <a:r>
              <a:t>Fifth level</a:t>
            </a:r>
          </a:p>
        </p:txBody>
      </p:sp>
      <p:sp>
        <p:nvSpPr>
          <p:cNvPr id="5" name="Date Placeholder 2">
            <a:extLst>
              <a:ext uri="{FF2B5EF4-FFF2-40B4-BE49-F238E27FC236}">
                <a16:creationId xmlns:a16="http://schemas.microsoft.com/office/drawing/2014/main" id="{79029F35-3026-2742-AE90-C20806B60A49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077200" y="6301124"/>
            <a:ext cx="914400" cy="158954"/>
          </a:xfrm>
        </p:spPr>
        <p:txBody>
          <a:bodyPr/>
          <a:lstStyle/>
          <a:p>
            <a:fld id="{2EB1475D-EF5B-48A6-8CCB-3BD08F726926}" type="datetimeFigureOut">
              <a:rPr lang="en-US"/>
              <a:pPr/>
              <a:t>10/30/2026</a:t>
            </a:fld>
            <a:endParaRPr/>
          </a:p>
        </p:txBody>
      </p:sp>
      <p:sp>
        <p:nvSpPr>
          <p:cNvPr id="7" name="Footer Placeholder 3">
            <a:extLst>
              <a:ext uri="{FF2B5EF4-FFF2-40B4-BE49-F238E27FC236}">
                <a16:creationId xmlns:a16="http://schemas.microsoft.com/office/drawing/2014/main" id="{55FB9CC5-FD8E-304D-BE2F-83C609B481D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839983" y="6307160"/>
            <a:ext cx="3124200" cy="153759"/>
          </a:xfrm>
        </p:spPr>
        <p:txBody>
          <a:bodyPr/>
          <a:lstStyle/>
          <a:p>
            <a:endParaRPr/>
          </a:p>
        </p:txBody>
      </p:sp>
      <p:sp>
        <p:nvSpPr>
          <p:cNvPr id="9" name="Slide Number Placeholder 4">
            <a:extLst>
              <a:ext uri="{FF2B5EF4-FFF2-40B4-BE49-F238E27FC236}">
                <a16:creationId xmlns:a16="http://schemas.microsoft.com/office/drawing/2014/main" id="{30CD7821-56B1-2A4F-98C3-2191450FC33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4420883" y="6301966"/>
            <a:ext cx="306083" cy="158953"/>
          </a:xfrm>
        </p:spPr>
        <p:txBody>
          <a:bodyPr/>
          <a:lstStyle/>
          <a:p>
            <a:fld id="{565A54F4-DB31-4FC5-B748-3F06867349C3}" type="slidenum">
              <a:rPr/>
              <a:pPr/>
              <a:t>‹#›</a:t>
            </a:fld>
            <a:endParaRPr/>
          </a:p>
        </p:txBody>
      </p:sp>
      <p:grpSp>
        <p:nvGrpSpPr>
          <p:cNvPr id="56" name="Group 55">
            <a:extLst>
              <a:ext uri="{FF2B5EF4-FFF2-40B4-BE49-F238E27FC236}">
                <a16:creationId xmlns:a16="http://schemas.microsoft.com/office/drawing/2014/main" id="{50233F6A-D8F4-4454-B048-130D125BFC55}"/>
              </a:ext>
            </a:extLst>
          </p:cNvPr>
          <p:cNvGrpSpPr/>
          <p:nvPr userDrawn="1"/>
        </p:nvGrpSpPr>
        <p:grpSpPr>
          <a:xfrm>
            <a:off x="9592777" y="6126470"/>
            <a:ext cx="2217276" cy="638739"/>
            <a:chOff x="7052978" y="5240354"/>
            <a:chExt cx="4681822" cy="1348711"/>
          </a:xfrm>
        </p:grpSpPr>
        <p:grpSp>
          <p:nvGrpSpPr>
            <p:cNvPr id="57" name="Group 56">
              <a:extLst>
                <a:ext uri="{FF2B5EF4-FFF2-40B4-BE49-F238E27FC236}">
                  <a16:creationId xmlns:a16="http://schemas.microsoft.com/office/drawing/2014/main" id="{6F491C43-5FB1-4E70-B4F5-6728F0BBC4AF}"/>
                </a:ext>
              </a:extLst>
            </p:cNvPr>
            <p:cNvGrpSpPr/>
            <p:nvPr userDrawn="1"/>
          </p:nvGrpSpPr>
          <p:grpSpPr>
            <a:xfrm>
              <a:off x="9162579" y="5240354"/>
              <a:ext cx="2572221" cy="1348711"/>
              <a:chOff x="9162579" y="5240354"/>
              <a:chExt cx="2572221" cy="1348711"/>
            </a:xfrm>
          </p:grpSpPr>
          <p:grpSp>
            <p:nvGrpSpPr>
              <p:cNvPr id="59" name="Group 58">
                <a:extLst>
                  <a:ext uri="{FF2B5EF4-FFF2-40B4-BE49-F238E27FC236}">
                    <a16:creationId xmlns:a16="http://schemas.microsoft.com/office/drawing/2014/main" id="{F2114517-E358-4AED-B58A-18EBE6D527DE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9448800" y="5543531"/>
                <a:ext cx="2286000" cy="880288"/>
                <a:chOff x="2078951" y="1888610"/>
                <a:chExt cx="8030200" cy="3092248"/>
              </a:xfrm>
              <a:solidFill>
                <a:srgbClr val="4F2170"/>
              </a:solidFill>
            </p:grpSpPr>
            <p:sp>
              <p:nvSpPr>
                <p:cNvPr id="61" name="Freeform: Shape 60">
                  <a:extLst>
                    <a:ext uri="{FF2B5EF4-FFF2-40B4-BE49-F238E27FC236}">
                      <a16:creationId xmlns:a16="http://schemas.microsoft.com/office/drawing/2014/main" id="{9A2C127F-9BF1-4B58-9046-BAB74089C990}"/>
                    </a:ext>
                  </a:extLst>
                </p:cNvPr>
                <p:cNvSpPr/>
                <p:nvPr/>
              </p:nvSpPr>
              <p:spPr>
                <a:xfrm>
                  <a:off x="2078951" y="2872694"/>
                  <a:ext cx="951880" cy="652717"/>
                </a:xfrm>
                <a:custGeom>
                  <a:avLst/>
                  <a:gdLst>
                    <a:gd name="connsiteX0" fmla="*/ 903041 w 951880"/>
                    <a:gd name="connsiteY0" fmla="*/ 330574 h 652717"/>
                    <a:gd name="connsiteX1" fmla="*/ 780656 w 951880"/>
                    <a:gd name="connsiteY1" fmla="*/ 379528 h 652717"/>
                    <a:gd name="connsiteX2" fmla="*/ 598439 w 951880"/>
                    <a:gd name="connsiteY2" fmla="*/ 311537 h 652717"/>
                    <a:gd name="connsiteX3" fmla="*/ 505970 w 951880"/>
                    <a:gd name="connsiteY3" fmla="*/ 164675 h 652717"/>
                    <a:gd name="connsiteX4" fmla="*/ 266640 w 951880"/>
                    <a:gd name="connsiteY4" fmla="*/ 61329 h 652717"/>
                    <a:gd name="connsiteX5" fmla="*/ 103461 w 951880"/>
                    <a:gd name="connsiteY5" fmla="*/ 458398 h 652717"/>
                    <a:gd name="connsiteX6" fmla="*/ 756179 w 951880"/>
                    <a:gd name="connsiteY6" fmla="*/ 485595 h 652717"/>
                    <a:gd name="connsiteX7" fmla="*/ 903041 w 951880"/>
                    <a:gd name="connsiteY7" fmla="*/ 330574 h 652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951880" h="652717">
                      <a:moveTo>
                        <a:pt x="903041" y="330574"/>
                      </a:moveTo>
                      <a:cubicBezTo>
                        <a:pt x="867685" y="363210"/>
                        <a:pt x="813292" y="374089"/>
                        <a:pt x="780656" y="379528"/>
                      </a:cubicBezTo>
                      <a:cubicBezTo>
                        <a:pt x="712664" y="387687"/>
                        <a:pt x="641953" y="365930"/>
                        <a:pt x="598439" y="311537"/>
                      </a:cubicBezTo>
                      <a:cubicBezTo>
                        <a:pt x="563083" y="268022"/>
                        <a:pt x="544046" y="210910"/>
                        <a:pt x="505970" y="164675"/>
                      </a:cubicBezTo>
                      <a:cubicBezTo>
                        <a:pt x="448858" y="93964"/>
                        <a:pt x="359109" y="45011"/>
                        <a:pt x="266640" y="61329"/>
                      </a:cubicBezTo>
                      <a:cubicBezTo>
                        <a:pt x="81704" y="93964"/>
                        <a:pt x="114" y="308817"/>
                        <a:pt x="103461" y="458398"/>
                      </a:cubicBezTo>
                      <a:cubicBezTo>
                        <a:pt x="253042" y="670531"/>
                        <a:pt x="584840" y="635176"/>
                        <a:pt x="756179" y="485595"/>
                      </a:cubicBezTo>
                      <a:cubicBezTo>
                        <a:pt x="813292" y="442080"/>
                        <a:pt x="862246" y="390407"/>
                        <a:pt x="903041" y="330574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62" name="Freeform: Shape 61">
                  <a:extLst>
                    <a:ext uri="{FF2B5EF4-FFF2-40B4-BE49-F238E27FC236}">
                      <a16:creationId xmlns:a16="http://schemas.microsoft.com/office/drawing/2014/main" id="{664BB411-BF0F-487E-8CE1-E74C0F427DF4}"/>
                    </a:ext>
                  </a:extLst>
                </p:cNvPr>
                <p:cNvSpPr/>
                <p:nvPr/>
              </p:nvSpPr>
              <p:spPr>
                <a:xfrm>
                  <a:off x="9151831" y="2872694"/>
                  <a:ext cx="951880" cy="652717"/>
                </a:xfrm>
                <a:custGeom>
                  <a:avLst/>
                  <a:gdLst>
                    <a:gd name="connsiteX0" fmla="*/ 58178 w 951880"/>
                    <a:gd name="connsiteY0" fmla="*/ 330574 h 652717"/>
                    <a:gd name="connsiteX1" fmla="*/ 180563 w 951880"/>
                    <a:gd name="connsiteY1" fmla="*/ 379528 h 652717"/>
                    <a:gd name="connsiteX2" fmla="*/ 362780 w 951880"/>
                    <a:gd name="connsiteY2" fmla="*/ 311537 h 652717"/>
                    <a:gd name="connsiteX3" fmla="*/ 455249 w 951880"/>
                    <a:gd name="connsiteY3" fmla="*/ 164675 h 652717"/>
                    <a:gd name="connsiteX4" fmla="*/ 694578 w 951880"/>
                    <a:gd name="connsiteY4" fmla="*/ 61329 h 652717"/>
                    <a:gd name="connsiteX5" fmla="*/ 857758 w 951880"/>
                    <a:gd name="connsiteY5" fmla="*/ 458398 h 652717"/>
                    <a:gd name="connsiteX6" fmla="*/ 205040 w 951880"/>
                    <a:gd name="connsiteY6" fmla="*/ 485595 h 652717"/>
                    <a:gd name="connsiteX7" fmla="*/ 58178 w 951880"/>
                    <a:gd name="connsiteY7" fmla="*/ 330574 h 652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951880" h="652717">
                      <a:moveTo>
                        <a:pt x="58178" y="330574"/>
                      </a:moveTo>
                      <a:cubicBezTo>
                        <a:pt x="96253" y="363210"/>
                        <a:pt x="147927" y="374089"/>
                        <a:pt x="180563" y="379528"/>
                      </a:cubicBezTo>
                      <a:cubicBezTo>
                        <a:pt x="248554" y="387687"/>
                        <a:pt x="319266" y="365930"/>
                        <a:pt x="362780" y="311537"/>
                      </a:cubicBezTo>
                      <a:cubicBezTo>
                        <a:pt x="398136" y="268022"/>
                        <a:pt x="417174" y="210910"/>
                        <a:pt x="455249" y="164675"/>
                      </a:cubicBezTo>
                      <a:cubicBezTo>
                        <a:pt x="512362" y="93964"/>
                        <a:pt x="602110" y="45011"/>
                        <a:pt x="694578" y="61329"/>
                      </a:cubicBezTo>
                      <a:cubicBezTo>
                        <a:pt x="879515" y="93964"/>
                        <a:pt x="961105" y="308817"/>
                        <a:pt x="857758" y="458398"/>
                      </a:cubicBezTo>
                      <a:cubicBezTo>
                        <a:pt x="708176" y="670531"/>
                        <a:pt x="376379" y="635176"/>
                        <a:pt x="205040" y="485595"/>
                      </a:cubicBezTo>
                      <a:cubicBezTo>
                        <a:pt x="150646" y="442080"/>
                        <a:pt x="101693" y="390407"/>
                        <a:pt x="58178" y="330574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63" name="Freeform: Shape 62">
                  <a:extLst>
                    <a:ext uri="{FF2B5EF4-FFF2-40B4-BE49-F238E27FC236}">
                      <a16:creationId xmlns:a16="http://schemas.microsoft.com/office/drawing/2014/main" id="{9D73403A-1BBD-451D-BB35-C85FC5FBED50}"/>
                    </a:ext>
                  </a:extLst>
                </p:cNvPr>
                <p:cNvSpPr/>
                <p:nvPr/>
              </p:nvSpPr>
              <p:spPr>
                <a:xfrm>
                  <a:off x="8001294" y="2010994"/>
                  <a:ext cx="734308" cy="299162"/>
                </a:xfrm>
                <a:custGeom>
                  <a:avLst/>
                  <a:gdLst>
                    <a:gd name="connsiteX0" fmla="*/ 596792 w 734307"/>
                    <a:gd name="connsiteY0" fmla="*/ 58178 h 299162"/>
                    <a:gd name="connsiteX1" fmla="*/ 148048 w 734307"/>
                    <a:gd name="connsiteY1" fmla="*/ 58178 h 299162"/>
                    <a:gd name="connsiteX2" fmla="*/ 58299 w 734307"/>
                    <a:gd name="connsiteY2" fmla="*/ 150646 h 299162"/>
                    <a:gd name="connsiteX3" fmla="*/ 148048 w 734307"/>
                    <a:gd name="connsiteY3" fmla="*/ 251274 h 299162"/>
                    <a:gd name="connsiteX4" fmla="*/ 596792 w 734307"/>
                    <a:gd name="connsiteY4" fmla="*/ 251274 h 299162"/>
                    <a:gd name="connsiteX5" fmla="*/ 686541 w 734307"/>
                    <a:gd name="connsiteY5" fmla="*/ 158805 h 299162"/>
                    <a:gd name="connsiteX6" fmla="*/ 596792 w 734307"/>
                    <a:gd name="connsiteY6" fmla="*/ 58178 h 2991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34307" h="299162">
                      <a:moveTo>
                        <a:pt x="596792" y="58178"/>
                      </a:moveTo>
                      <a:cubicBezTo>
                        <a:pt x="591353" y="58178"/>
                        <a:pt x="153487" y="58178"/>
                        <a:pt x="148048" y="58178"/>
                      </a:cubicBezTo>
                      <a:cubicBezTo>
                        <a:pt x="99094" y="60898"/>
                        <a:pt x="61019" y="104412"/>
                        <a:pt x="58299" y="150646"/>
                      </a:cubicBezTo>
                      <a:cubicBezTo>
                        <a:pt x="55580" y="199600"/>
                        <a:pt x="99094" y="248554"/>
                        <a:pt x="148048" y="251274"/>
                      </a:cubicBezTo>
                      <a:cubicBezTo>
                        <a:pt x="153487" y="251274"/>
                        <a:pt x="591353" y="251274"/>
                        <a:pt x="596792" y="251274"/>
                      </a:cubicBezTo>
                      <a:cubicBezTo>
                        <a:pt x="645746" y="248554"/>
                        <a:pt x="683821" y="205040"/>
                        <a:pt x="686541" y="158805"/>
                      </a:cubicBezTo>
                      <a:cubicBezTo>
                        <a:pt x="689260" y="109852"/>
                        <a:pt x="648465" y="60898"/>
                        <a:pt x="596792" y="58178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64" name="Freeform: Shape 63">
                  <a:extLst>
                    <a:ext uri="{FF2B5EF4-FFF2-40B4-BE49-F238E27FC236}">
                      <a16:creationId xmlns:a16="http://schemas.microsoft.com/office/drawing/2014/main" id="{2E6A1899-972A-4E4B-92A7-541C21D975F0}"/>
                    </a:ext>
                  </a:extLst>
                </p:cNvPr>
                <p:cNvSpPr/>
                <p:nvPr/>
              </p:nvSpPr>
              <p:spPr>
                <a:xfrm>
                  <a:off x="4920042" y="2277520"/>
                  <a:ext cx="1006274" cy="951879"/>
                </a:xfrm>
                <a:custGeom>
                  <a:avLst/>
                  <a:gdLst>
                    <a:gd name="connsiteX0" fmla="*/ 884954 w 1006273"/>
                    <a:gd name="connsiteY0" fmla="*/ 746251 h 951879"/>
                    <a:gd name="connsiteX1" fmla="*/ 874076 w 1006273"/>
                    <a:gd name="connsiteY1" fmla="*/ 670101 h 951879"/>
                    <a:gd name="connsiteX2" fmla="*/ 874076 w 1006273"/>
                    <a:gd name="connsiteY2" fmla="*/ 536837 h 951879"/>
                    <a:gd name="connsiteX3" fmla="*/ 689139 w 1006273"/>
                    <a:gd name="connsiteY3" fmla="*/ 88094 h 951879"/>
                    <a:gd name="connsiteX4" fmla="*/ 428052 w 1006273"/>
                    <a:gd name="connsiteY4" fmla="*/ 253993 h 951879"/>
                    <a:gd name="connsiteX5" fmla="*/ 196881 w 1006273"/>
                    <a:gd name="connsiteY5" fmla="*/ 58178 h 951879"/>
                    <a:gd name="connsiteX6" fmla="*/ 58178 w 1006273"/>
                    <a:gd name="connsiteY6" fmla="*/ 128889 h 951879"/>
                    <a:gd name="connsiteX7" fmla="*/ 142488 w 1006273"/>
                    <a:gd name="connsiteY7" fmla="*/ 273031 h 951879"/>
                    <a:gd name="connsiteX8" fmla="*/ 142488 w 1006273"/>
                    <a:gd name="connsiteY8" fmla="*/ 757130 h 951879"/>
                    <a:gd name="connsiteX9" fmla="*/ 283910 w 1006273"/>
                    <a:gd name="connsiteY9" fmla="*/ 895832 h 951879"/>
                    <a:gd name="connsiteX10" fmla="*/ 428052 w 1006273"/>
                    <a:gd name="connsiteY10" fmla="*/ 757130 h 951879"/>
                    <a:gd name="connsiteX11" fmla="*/ 428052 w 1006273"/>
                    <a:gd name="connsiteY11" fmla="*/ 400855 h 951879"/>
                    <a:gd name="connsiteX12" fmla="*/ 523240 w 1006273"/>
                    <a:gd name="connsiteY12" fmla="*/ 283910 h 951879"/>
                    <a:gd name="connsiteX13" fmla="*/ 591231 w 1006273"/>
                    <a:gd name="connsiteY13" fmla="*/ 354621 h 951879"/>
                    <a:gd name="connsiteX14" fmla="*/ 591231 w 1006273"/>
                    <a:gd name="connsiteY14" fmla="*/ 697297 h 951879"/>
                    <a:gd name="connsiteX15" fmla="*/ 593951 w 1006273"/>
                    <a:gd name="connsiteY15" fmla="*/ 729933 h 951879"/>
                    <a:gd name="connsiteX16" fmla="*/ 610269 w 1006273"/>
                    <a:gd name="connsiteY16" fmla="*/ 778887 h 951879"/>
                    <a:gd name="connsiteX17" fmla="*/ 822402 w 1006273"/>
                    <a:gd name="connsiteY17" fmla="*/ 893112 h 951879"/>
                    <a:gd name="connsiteX18" fmla="*/ 961105 w 1006273"/>
                    <a:gd name="connsiteY18" fmla="*/ 822401 h 951879"/>
                    <a:gd name="connsiteX19" fmla="*/ 884954 w 1006273"/>
                    <a:gd name="connsiteY19" fmla="*/ 746251 h 9518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006273" h="951879">
                      <a:moveTo>
                        <a:pt x="884954" y="746251"/>
                      </a:moveTo>
                      <a:cubicBezTo>
                        <a:pt x="879515" y="721774"/>
                        <a:pt x="876795" y="694578"/>
                        <a:pt x="874076" y="670101"/>
                      </a:cubicBezTo>
                      <a:cubicBezTo>
                        <a:pt x="874076" y="634745"/>
                        <a:pt x="874076" y="583072"/>
                        <a:pt x="874076" y="536837"/>
                      </a:cubicBezTo>
                      <a:cubicBezTo>
                        <a:pt x="879515" y="373658"/>
                        <a:pt x="909431" y="88094"/>
                        <a:pt x="689139" y="88094"/>
                      </a:cubicBezTo>
                      <a:cubicBezTo>
                        <a:pt x="539558" y="88094"/>
                        <a:pt x="452529" y="213199"/>
                        <a:pt x="428052" y="253993"/>
                      </a:cubicBezTo>
                      <a:cubicBezTo>
                        <a:pt x="425332" y="139768"/>
                        <a:pt x="335583" y="58178"/>
                        <a:pt x="196881" y="58178"/>
                      </a:cubicBezTo>
                      <a:cubicBezTo>
                        <a:pt x="109852" y="58178"/>
                        <a:pt x="58178" y="128889"/>
                        <a:pt x="58178" y="128889"/>
                      </a:cubicBezTo>
                      <a:cubicBezTo>
                        <a:pt x="58178" y="128889"/>
                        <a:pt x="142488" y="158805"/>
                        <a:pt x="142488" y="273031"/>
                      </a:cubicBezTo>
                      <a:cubicBezTo>
                        <a:pt x="142488" y="354621"/>
                        <a:pt x="142488" y="757130"/>
                        <a:pt x="142488" y="757130"/>
                      </a:cubicBezTo>
                      <a:cubicBezTo>
                        <a:pt x="145207" y="827841"/>
                        <a:pt x="194161" y="895832"/>
                        <a:pt x="283910" y="895832"/>
                      </a:cubicBezTo>
                      <a:cubicBezTo>
                        <a:pt x="373659" y="895832"/>
                        <a:pt x="428052" y="827841"/>
                        <a:pt x="428052" y="757130"/>
                      </a:cubicBezTo>
                      <a:lnTo>
                        <a:pt x="428052" y="400855"/>
                      </a:lnTo>
                      <a:cubicBezTo>
                        <a:pt x="441650" y="343742"/>
                        <a:pt x="474286" y="283910"/>
                        <a:pt x="523240" y="283910"/>
                      </a:cubicBezTo>
                      <a:cubicBezTo>
                        <a:pt x="585792" y="283910"/>
                        <a:pt x="591231" y="354621"/>
                        <a:pt x="591231" y="354621"/>
                      </a:cubicBezTo>
                      <a:lnTo>
                        <a:pt x="591231" y="697297"/>
                      </a:lnTo>
                      <a:cubicBezTo>
                        <a:pt x="591231" y="708176"/>
                        <a:pt x="593951" y="719054"/>
                        <a:pt x="593951" y="729933"/>
                      </a:cubicBezTo>
                      <a:cubicBezTo>
                        <a:pt x="596671" y="748971"/>
                        <a:pt x="602110" y="765289"/>
                        <a:pt x="610269" y="778887"/>
                      </a:cubicBezTo>
                      <a:cubicBezTo>
                        <a:pt x="645624" y="846878"/>
                        <a:pt x="719055" y="893112"/>
                        <a:pt x="822402" y="893112"/>
                      </a:cubicBezTo>
                      <a:cubicBezTo>
                        <a:pt x="909431" y="893112"/>
                        <a:pt x="961105" y="822401"/>
                        <a:pt x="961105" y="822401"/>
                      </a:cubicBezTo>
                      <a:cubicBezTo>
                        <a:pt x="961105" y="822401"/>
                        <a:pt x="909431" y="808803"/>
                        <a:pt x="884954" y="746251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65" name="Freeform: Shape 64">
                  <a:extLst>
                    <a:ext uri="{FF2B5EF4-FFF2-40B4-BE49-F238E27FC236}">
                      <a16:creationId xmlns:a16="http://schemas.microsoft.com/office/drawing/2014/main" id="{ED561793-B601-4FBE-8B78-96D52AE1A3D0}"/>
                    </a:ext>
                  </a:extLst>
                </p:cNvPr>
                <p:cNvSpPr/>
                <p:nvPr/>
              </p:nvSpPr>
              <p:spPr>
                <a:xfrm>
                  <a:off x="7552331" y="1888610"/>
                  <a:ext cx="489539" cy="1332631"/>
                </a:xfrm>
                <a:custGeom>
                  <a:avLst/>
                  <a:gdLst>
                    <a:gd name="connsiteX0" fmla="*/ 368560 w 489538"/>
                    <a:gd name="connsiteY0" fmla="*/ 1135162 h 1332630"/>
                    <a:gd name="connsiteX1" fmla="*/ 357681 w 489538"/>
                    <a:gd name="connsiteY1" fmla="*/ 1059011 h 1332630"/>
                    <a:gd name="connsiteX2" fmla="*/ 357681 w 489538"/>
                    <a:gd name="connsiteY2" fmla="*/ 207759 h 1332630"/>
                    <a:gd name="connsiteX3" fmla="*/ 208099 w 489538"/>
                    <a:gd name="connsiteY3" fmla="*/ 58178 h 1332630"/>
                    <a:gd name="connsiteX4" fmla="*/ 58518 w 489538"/>
                    <a:gd name="connsiteY4" fmla="*/ 207759 h 1332630"/>
                    <a:gd name="connsiteX5" fmla="*/ 58518 w 489538"/>
                    <a:gd name="connsiteY5" fmla="*/ 961104 h 1332630"/>
                    <a:gd name="connsiteX6" fmla="*/ 85715 w 489538"/>
                    <a:gd name="connsiteY6" fmla="*/ 1159639 h 1332630"/>
                    <a:gd name="connsiteX7" fmla="*/ 306007 w 489538"/>
                    <a:gd name="connsiteY7" fmla="*/ 1282023 h 1332630"/>
                    <a:gd name="connsiteX8" fmla="*/ 444710 w 489538"/>
                    <a:gd name="connsiteY8" fmla="*/ 1211312 h 1332630"/>
                    <a:gd name="connsiteX9" fmla="*/ 368560 w 489538"/>
                    <a:gd name="connsiteY9" fmla="*/ 1135162 h 13326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89538" h="1332630">
                      <a:moveTo>
                        <a:pt x="368560" y="1135162"/>
                      </a:moveTo>
                      <a:cubicBezTo>
                        <a:pt x="363120" y="1110685"/>
                        <a:pt x="357681" y="1083488"/>
                        <a:pt x="357681" y="1059011"/>
                      </a:cubicBezTo>
                      <a:lnTo>
                        <a:pt x="357681" y="207759"/>
                      </a:lnTo>
                      <a:cubicBezTo>
                        <a:pt x="357681" y="126170"/>
                        <a:pt x="289689" y="58178"/>
                        <a:pt x="208099" y="58178"/>
                      </a:cubicBezTo>
                      <a:cubicBezTo>
                        <a:pt x="126510" y="58178"/>
                        <a:pt x="58518" y="126170"/>
                        <a:pt x="58518" y="207759"/>
                      </a:cubicBezTo>
                      <a:lnTo>
                        <a:pt x="58518" y="961104"/>
                      </a:lnTo>
                      <a:cubicBezTo>
                        <a:pt x="58518" y="1029095"/>
                        <a:pt x="53079" y="1097086"/>
                        <a:pt x="85715" y="1159639"/>
                      </a:cubicBezTo>
                      <a:cubicBezTo>
                        <a:pt x="118351" y="1227630"/>
                        <a:pt x="202660" y="1282023"/>
                        <a:pt x="306007" y="1282023"/>
                      </a:cubicBezTo>
                      <a:cubicBezTo>
                        <a:pt x="393036" y="1282023"/>
                        <a:pt x="444710" y="1211312"/>
                        <a:pt x="444710" y="1211312"/>
                      </a:cubicBezTo>
                      <a:cubicBezTo>
                        <a:pt x="444710" y="1211312"/>
                        <a:pt x="393036" y="1197714"/>
                        <a:pt x="368560" y="1135162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66" name="Freeform: Shape 65">
                  <a:extLst>
                    <a:ext uri="{FF2B5EF4-FFF2-40B4-BE49-F238E27FC236}">
                      <a16:creationId xmlns:a16="http://schemas.microsoft.com/office/drawing/2014/main" id="{5DA78E82-86DF-41A7-9EA8-006413305240}"/>
                    </a:ext>
                  </a:extLst>
                </p:cNvPr>
                <p:cNvSpPr/>
                <p:nvPr/>
              </p:nvSpPr>
              <p:spPr>
                <a:xfrm>
                  <a:off x="4162324" y="2357456"/>
                  <a:ext cx="815899" cy="815898"/>
                </a:xfrm>
                <a:custGeom>
                  <a:avLst/>
                  <a:gdLst>
                    <a:gd name="connsiteX0" fmla="*/ 407949 w 815899"/>
                    <a:gd name="connsiteY0" fmla="*/ 174058 h 815898"/>
                    <a:gd name="connsiteX1" fmla="*/ 293723 w 815899"/>
                    <a:gd name="connsiteY1" fmla="*/ 407950 h 815898"/>
                    <a:gd name="connsiteX2" fmla="*/ 410669 w 815899"/>
                    <a:gd name="connsiteY2" fmla="*/ 641840 h 815898"/>
                    <a:gd name="connsiteX3" fmla="*/ 522175 w 815899"/>
                    <a:gd name="connsiteY3" fmla="*/ 407950 h 815898"/>
                    <a:gd name="connsiteX4" fmla="*/ 407949 w 815899"/>
                    <a:gd name="connsiteY4" fmla="*/ 174058 h 815898"/>
                    <a:gd name="connsiteX5" fmla="*/ 407950 w 815899"/>
                    <a:gd name="connsiteY5" fmla="*/ 0 h 815898"/>
                    <a:gd name="connsiteX6" fmla="*/ 815899 w 815899"/>
                    <a:gd name="connsiteY6" fmla="*/ 407949 h 815898"/>
                    <a:gd name="connsiteX7" fmla="*/ 407950 w 815899"/>
                    <a:gd name="connsiteY7" fmla="*/ 815898 h 815898"/>
                    <a:gd name="connsiteX8" fmla="*/ 0 w 815899"/>
                    <a:gd name="connsiteY8" fmla="*/ 407949 h 815898"/>
                    <a:gd name="connsiteX9" fmla="*/ 407950 w 815899"/>
                    <a:gd name="connsiteY9" fmla="*/ 0 h 8158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15899" h="815898">
                      <a:moveTo>
                        <a:pt x="407949" y="174058"/>
                      </a:moveTo>
                      <a:cubicBezTo>
                        <a:pt x="342677" y="174058"/>
                        <a:pt x="293723" y="263807"/>
                        <a:pt x="293723" y="407950"/>
                      </a:cubicBezTo>
                      <a:cubicBezTo>
                        <a:pt x="293723" y="552091"/>
                        <a:pt x="331799" y="639120"/>
                        <a:pt x="410669" y="641840"/>
                      </a:cubicBezTo>
                      <a:cubicBezTo>
                        <a:pt x="489539" y="641840"/>
                        <a:pt x="527614" y="552091"/>
                        <a:pt x="522175" y="407950"/>
                      </a:cubicBezTo>
                      <a:cubicBezTo>
                        <a:pt x="522175" y="263807"/>
                        <a:pt x="473221" y="176778"/>
                        <a:pt x="407949" y="174058"/>
                      </a:cubicBezTo>
                      <a:close/>
                      <a:moveTo>
                        <a:pt x="407950" y="0"/>
                      </a:moveTo>
                      <a:cubicBezTo>
                        <a:pt x="633682" y="0"/>
                        <a:pt x="815899" y="182217"/>
                        <a:pt x="815899" y="407949"/>
                      </a:cubicBezTo>
                      <a:cubicBezTo>
                        <a:pt x="815899" y="633681"/>
                        <a:pt x="633682" y="815898"/>
                        <a:pt x="407950" y="815898"/>
                      </a:cubicBezTo>
                      <a:cubicBezTo>
                        <a:pt x="182218" y="815898"/>
                        <a:pt x="0" y="633681"/>
                        <a:pt x="0" y="407949"/>
                      </a:cubicBezTo>
                      <a:cubicBezTo>
                        <a:pt x="0" y="182217"/>
                        <a:pt x="182218" y="0"/>
                        <a:pt x="407950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67" name="Freeform: Shape 66">
                  <a:extLst>
                    <a:ext uri="{FF2B5EF4-FFF2-40B4-BE49-F238E27FC236}">
                      <a16:creationId xmlns:a16="http://schemas.microsoft.com/office/drawing/2014/main" id="{3DF41B1D-E150-42B5-8BEF-049A95E84C22}"/>
                    </a:ext>
                  </a:extLst>
                </p:cNvPr>
                <p:cNvSpPr/>
                <p:nvPr/>
              </p:nvSpPr>
              <p:spPr>
                <a:xfrm>
                  <a:off x="5884871" y="1946788"/>
                  <a:ext cx="912802" cy="1223846"/>
                </a:xfrm>
                <a:custGeom>
                  <a:avLst/>
                  <a:gdLst>
                    <a:gd name="connsiteX0" fmla="*/ 387907 w 912802"/>
                    <a:gd name="connsiteY0" fmla="*/ 620081 h 1223846"/>
                    <a:gd name="connsiteX1" fmla="*/ 273681 w 912802"/>
                    <a:gd name="connsiteY1" fmla="*/ 824055 h 1223846"/>
                    <a:gd name="connsiteX2" fmla="*/ 390627 w 912802"/>
                    <a:gd name="connsiteY2" fmla="*/ 1028029 h 1223846"/>
                    <a:gd name="connsiteX3" fmla="*/ 502132 w 912802"/>
                    <a:gd name="connsiteY3" fmla="*/ 824055 h 1223846"/>
                    <a:gd name="connsiteX4" fmla="*/ 387907 w 912802"/>
                    <a:gd name="connsiteY4" fmla="*/ 620081 h 1223846"/>
                    <a:gd name="connsiteX5" fmla="*/ 676192 w 912802"/>
                    <a:gd name="connsiteY5" fmla="*/ 0 h 1223846"/>
                    <a:gd name="connsiteX6" fmla="*/ 825773 w 912802"/>
                    <a:gd name="connsiteY6" fmla="*/ 149581 h 1223846"/>
                    <a:gd name="connsiteX7" fmla="*/ 825773 w 912802"/>
                    <a:gd name="connsiteY7" fmla="*/ 1000834 h 1223846"/>
                    <a:gd name="connsiteX8" fmla="*/ 836651 w 912802"/>
                    <a:gd name="connsiteY8" fmla="*/ 1076985 h 1223846"/>
                    <a:gd name="connsiteX9" fmla="*/ 912802 w 912802"/>
                    <a:gd name="connsiteY9" fmla="*/ 1150415 h 1223846"/>
                    <a:gd name="connsiteX10" fmla="*/ 774099 w 912802"/>
                    <a:gd name="connsiteY10" fmla="*/ 1221126 h 1223846"/>
                    <a:gd name="connsiteX11" fmla="*/ 553807 w 912802"/>
                    <a:gd name="connsiteY11" fmla="*/ 1098742 h 1223846"/>
                    <a:gd name="connsiteX12" fmla="*/ 548367 w 912802"/>
                    <a:gd name="connsiteY12" fmla="*/ 1085144 h 1223846"/>
                    <a:gd name="connsiteX13" fmla="*/ 398786 w 912802"/>
                    <a:gd name="connsiteY13" fmla="*/ 1212967 h 1223846"/>
                    <a:gd name="connsiteX14" fmla="*/ 156736 w 912802"/>
                    <a:gd name="connsiteY14" fmla="*/ 1180332 h 1223846"/>
                    <a:gd name="connsiteX15" fmla="*/ 287280 w 912802"/>
                    <a:gd name="connsiteY15" fmla="*/ 416107 h 1223846"/>
                    <a:gd name="connsiteX16" fmla="*/ 526611 w 912802"/>
                    <a:gd name="connsiteY16" fmla="*/ 552091 h 1223846"/>
                    <a:gd name="connsiteX17" fmla="*/ 526611 w 912802"/>
                    <a:gd name="connsiteY17" fmla="*/ 149581 h 1223846"/>
                    <a:gd name="connsiteX18" fmla="*/ 676192 w 912802"/>
                    <a:gd name="connsiteY18" fmla="*/ 0 h 12238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912802" h="1223846">
                      <a:moveTo>
                        <a:pt x="387907" y="620081"/>
                      </a:moveTo>
                      <a:cubicBezTo>
                        <a:pt x="322635" y="620081"/>
                        <a:pt x="273681" y="698951"/>
                        <a:pt x="273681" y="824055"/>
                      </a:cubicBezTo>
                      <a:cubicBezTo>
                        <a:pt x="273681" y="949160"/>
                        <a:pt x="311756" y="1028029"/>
                        <a:pt x="390627" y="1028029"/>
                      </a:cubicBezTo>
                      <a:cubicBezTo>
                        <a:pt x="466777" y="1025310"/>
                        <a:pt x="504852" y="949160"/>
                        <a:pt x="502132" y="824055"/>
                      </a:cubicBezTo>
                      <a:cubicBezTo>
                        <a:pt x="502132" y="698951"/>
                        <a:pt x="455898" y="622801"/>
                        <a:pt x="387907" y="620081"/>
                      </a:cubicBezTo>
                      <a:close/>
                      <a:moveTo>
                        <a:pt x="676192" y="0"/>
                      </a:moveTo>
                      <a:cubicBezTo>
                        <a:pt x="757781" y="0"/>
                        <a:pt x="825773" y="67992"/>
                        <a:pt x="825773" y="149581"/>
                      </a:cubicBezTo>
                      <a:lnTo>
                        <a:pt x="825773" y="1000834"/>
                      </a:lnTo>
                      <a:cubicBezTo>
                        <a:pt x="828492" y="1025311"/>
                        <a:pt x="831212" y="1052508"/>
                        <a:pt x="836651" y="1076985"/>
                      </a:cubicBezTo>
                      <a:cubicBezTo>
                        <a:pt x="861128" y="1139537"/>
                        <a:pt x="912802" y="1150415"/>
                        <a:pt x="912802" y="1150415"/>
                      </a:cubicBezTo>
                      <a:cubicBezTo>
                        <a:pt x="912802" y="1150415"/>
                        <a:pt x="861128" y="1221126"/>
                        <a:pt x="774099" y="1221126"/>
                      </a:cubicBezTo>
                      <a:cubicBezTo>
                        <a:pt x="670752" y="1221126"/>
                        <a:pt x="589162" y="1166733"/>
                        <a:pt x="553807" y="1098742"/>
                      </a:cubicBezTo>
                      <a:cubicBezTo>
                        <a:pt x="551087" y="1093303"/>
                        <a:pt x="551087" y="1090583"/>
                        <a:pt x="548367" y="1085144"/>
                      </a:cubicBezTo>
                      <a:cubicBezTo>
                        <a:pt x="534769" y="1147696"/>
                        <a:pt x="450460" y="1199369"/>
                        <a:pt x="398786" y="1212967"/>
                      </a:cubicBezTo>
                      <a:cubicBezTo>
                        <a:pt x="322636" y="1234725"/>
                        <a:pt x="222008" y="1223846"/>
                        <a:pt x="156736" y="1180332"/>
                      </a:cubicBezTo>
                      <a:cubicBezTo>
                        <a:pt x="-79874" y="1028031"/>
                        <a:pt x="-58117" y="416107"/>
                        <a:pt x="287280" y="416107"/>
                      </a:cubicBezTo>
                      <a:cubicBezTo>
                        <a:pt x="412385" y="416107"/>
                        <a:pt x="491255" y="503137"/>
                        <a:pt x="526611" y="552091"/>
                      </a:cubicBezTo>
                      <a:lnTo>
                        <a:pt x="526611" y="149581"/>
                      </a:lnTo>
                      <a:cubicBezTo>
                        <a:pt x="526611" y="67992"/>
                        <a:pt x="594602" y="0"/>
                        <a:pt x="676192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68" name="Freeform: Shape 67">
                  <a:extLst>
                    <a:ext uri="{FF2B5EF4-FFF2-40B4-BE49-F238E27FC236}">
                      <a16:creationId xmlns:a16="http://schemas.microsoft.com/office/drawing/2014/main" id="{1FC62B2B-A06F-4010-BAFD-B8535E6DD6D4}"/>
                    </a:ext>
                  </a:extLst>
                </p:cNvPr>
                <p:cNvSpPr/>
                <p:nvPr/>
              </p:nvSpPr>
              <p:spPr>
                <a:xfrm>
                  <a:off x="6789513" y="2362895"/>
                  <a:ext cx="747906" cy="810458"/>
                </a:xfrm>
                <a:custGeom>
                  <a:avLst/>
                  <a:gdLst>
                    <a:gd name="connsiteX0" fmla="*/ 394818 w 747906"/>
                    <a:gd name="connsiteY0" fmla="*/ 163222 h 810458"/>
                    <a:gd name="connsiteX1" fmla="*/ 356275 w 747906"/>
                    <a:gd name="connsiteY1" fmla="*/ 174058 h 810458"/>
                    <a:gd name="connsiteX2" fmla="*/ 274685 w 747906"/>
                    <a:gd name="connsiteY2" fmla="*/ 356275 h 810458"/>
                    <a:gd name="connsiteX3" fmla="*/ 375313 w 747906"/>
                    <a:gd name="connsiteY3" fmla="*/ 358994 h 810458"/>
                    <a:gd name="connsiteX4" fmla="*/ 473220 w 747906"/>
                    <a:gd name="connsiteY4" fmla="*/ 239329 h 810458"/>
                    <a:gd name="connsiteX5" fmla="*/ 394818 w 747906"/>
                    <a:gd name="connsiteY5" fmla="*/ 163222 h 810458"/>
                    <a:gd name="connsiteX6" fmla="*/ 386192 w 747906"/>
                    <a:gd name="connsiteY6" fmla="*/ 0 h 810458"/>
                    <a:gd name="connsiteX7" fmla="*/ 747906 w 747906"/>
                    <a:gd name="connsiteY7" fmla="*/ 266526 h 810458"/>
                    <a:gd name="connsiteX8" fmla="*/ 291004 w 747906"/>
                    <a:gd name="connsiteY8" fmla="*/ 484100 h 810458"/>
                    <a:gd name="connsiteX9" fmla="*/ 497698 w 747906"/>
                    <a:gd name="connsiteY9" fmla="*/ 617363 h 810458"/>
                    <a:gd name="connsiteX10" fmla="*/ 712551 w 747906"/>
                    <a:gd name="connsiteY10" fmla="*/ 557530 h 810458"/>
                    <a:gd name="connsiteX11" fmla="*/ 388912 w 747906"/>
                    <a:gd name="connsiteY11" fmla="*/ 810458 h 810458"/>
                    <a:gd name="connsiteX12" fmla="*/ 0 w 747906"/>
                    <a:gd name="connsiteY12" fmla="*/ 413389 h 810458"/>
                    <a:gd name="connsiteX13" fmla="*/ 386192 w 747906"/>
                    <a:gd name="connsiteY13" fmla="*/ 0 h 8104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747906" h="810458">
                      <a:moveTo>
                        <a:pt x="394818" y="163222"/>
                      </a:moveTo>
                      <a:cubicBezTo>
                        <a:pt x="381772" y="163179"/>
                        <a:pt x="368514" y="166579"/>
                        <a:pt x="356275" y="174058"/>
                      </a:cubicBezTo>
                      <a:cubicBezTo>
                        <a:pt x="299162" y="212133"/>
                        <a:pt x="282844" y="291003"/>
                        <a:pt x="274685" y="356275"/>
                      </a:cubicBezTo>
                      <a:cubicBezTo>
                        <a:pt x="274685" y="364434"/>
                        <a:pt x="369873" y="358994"/>
                        <a:pt x="375313" y="358994"/>
                      </a:cubicBezTo>
                      <a:cubicBezTo>
                        <a:pt x="432425" y="345396"/>
                        <a:pt x="473220" y="301881"/>
                        <a:pt x="473220" y="239329"/>
                      </a:cubicBezTo>
                      <a:cubicBezTo>
                        <a:pt x="471181" y="194455"/>
                        <a:pt x="433956" y="163349"/>
                        <a:pt x="394818" y="163222"/>
                      </a:cubicBezTo>
                      <a:close/>
                      <a:moveTo>
                        <a:pt x="386192" y="0"/>
                      </a:moveTo>
                      <a:cubicBezTo>
                        <a:pt x="519455" y="0"/>
                        <a:pt x="747906" y="65272"/>
                        <a:pt x="747906" y="266526"/>
                      </a:cubicBezTo>
                      <a:cubicBezTo>
                        <a:pt x="747906" y="467782"/>
                        <a:pt x="538493" y="484100"/>
                        <a:pt x="291004" y="484100"/>
                      </a:cubicBezTo>
                      <a:cubicBezTo>
                        <a:pt x="291004" y="484100"/>
                        <a:pt x="326359" y="617363"/>
                        <a:pt x="497698" y="617363"/>
                      </a:cubicBezTo>
                      <a:cubicBezTo>
                        <a:pt x="669036" y="617363"/>
                        <a:pt x="712551" y="557530"/>
                        <a:pt x="712551" y="557530"/>
                      </a:cubicBezTo>
                      <a:cubicBezTo>
                        <a:pt x="712551" y="557530"/>
                        <a:pt x="696233" y="810458"/>
                        <a:pt x="388912" y="810458"/>
                      </a:cubicBezTo>
                      <a:cubicBezTo>
                        <a:pt x="212134" y="810458"/>
                        <a:pt x="0" y="677195"/>
                        <a:pt x="0" y="413389"/>
                      </a:cubicBezTo>
                      <a:cubicBezTo>
                        <a:pt x="0" y="176778"/>
                        <a:pt x="163180" y="0"/>
                        <a:pt x="386192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69" name="Freeform: Shape 68">
                  <a:extLst>
                    <a:ext uri="{FF2B5EF4-FFF2-40B4-BE49-F238E27FC236}">
                      <a16:creationId xmlns:a16="http://schemas.microsoft.com/office/drawing/2014/main" id="{B091D453-8540-42D8-9FED-7B712458B7C9}"/>
                    </a:ext>
                  </a:extLst>
                </p:cNvPr>
                <p:cNvSpPr/>
                <p:nvPr/>
              </p:nvSpPr>
              <p:spPr>
                <a:xfrm>
                  <a:off x="7988882" y="2362895"/>
                  <a:ext cx="747906" cy="810458"/>
                </a:xfrm>
                <a:custGeom>
                  <a:avLst/>
                  <a:gdLst>
                    <a:gd name="connsiteX0" fmla="*/ 394818 w 747906"/>
                    <a:gd name="connsiteY0" fmla="*/ 163222 h 810458"/>
                    <a:gd name="connsiteX1" fmla="*/ 356275 w 747906"/>
                    <a:gd name="connsiteY1" fmla="*/ 174058 h 810458"/>
                    <a:gd name="connsiteX2" fmla="*/ 274685 w 747906"/>
                    <a:gd name="connsiteY2" fmla="*/ 356275 h 810458"/>
                    <a:gd name="connsiteX3" fmla="*/ 375313 w 747906"/>
                    <a:gd name="connsiteY3" fmla="*/ 358994 h 810458"/>
                    <a:gd name="connsiteX4" fmla="*/ 473220 w 747906"/>
                    <a:gd name="connsiteY4" fmla="*/ 239329 h 810458"/>
                    <a:gd name="connsiteX5" fmla="*/ 394818 w 747906"/>
                    <a:gd name="connsiteY5" fmla="*/ 163222 h 810458"/>
                    <a:gd name="connsiteX6" fmla="*/ 386192 w 747906"/>
                    <a:gd name="connsiteY6" fmla="*/ 0 h 810458"/>
                    <a:gd name="connsiteX7" fmla="*/ 747906 w 747906"/>
                    <a:gd name="connsiteY7" fmla="*/ 266526 h 810458"/>
                    <a:gd name="connsiteX8" fmla="*/ 291004 w 747906"/>
                    <a:gd name="connsiteY8" fmla="*/ 484100 h 810458"/>
                    <a:gd name="connsiteX9" fmla="*/ 497697 w 747906"/>
                    <a:gd name="connsiteY9" fmla="*/ 617363 h 810458"/>
                    <a:gd name="connsiteX10" fmla="*/ 712551 w 747906"/>
                    <a:gd name="connsiteY10" fmla="*/ 557530 h 810458"/>
                    <a:gd name="connsiteX11" fmla="*/ 388911 w 747906"/>
                    <a:gd name="connsiteY11" fmla="*/ 810458 h 810458"/>
                    <a:gd name="connsiteX12" fmla="*/ 0 w 747906"/>
                    <a:gd name="connsiteY12" fmla="*/ 413389 h 810458"/>
                    <a:gd name="connsiteX13" fmla="*/ 386192 w 747906"/>
                    <a:gd name="connsiteY13" fmla="*/ 0 h 8104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747906" h="810458">
                      <a:moveTo>
                        <a:pt x="394818" y="163222"/>
                      </a:moveTo>
                      <a:cubicBezTo>
                        <a:pt x="381772" y="163179"/>
                        <a:pt x="368514" y="166579"/>
                        <a:pt x="356275" y="174058"/>
                      </a:cubicBezTo>
                      <a:cubicBezTo>
                        <a:pt x="299162" y="212133"/>
                        <a:pt x="282844" y="291003"/>
                        <a:pt x="274685" y="356275"/>
                      </a:cubicBezTo>
                      <a:cubicBezTo>
                        <a:pt x="274685" y="364434"/>
                        <a:pt x="369873" y="358994"/>
                        <a:pt x="375313" y="358994"/>
                      </a:cubicBezTo>
                      <a:cubicBezTo>
                        <a:pt x="432426" y="345396"/>
                        <a:pt x="473220" y="301881"/>
                        <a:pt x="473220" y="239329"/>
                      </a:cubicBezTo>
                      <a:cubicBezTo>
                        <a:pt x="471181" y="194455"/>
                        <a:pt x="433955" y="163349"/>
                        <a:pt x="394818" y="163222"/>
                      </a:cubicBezTo>
                      <a:close/>
                      <a:moveTo>
                        <a:pt x="386192" y="0"/>
                      </a:moveTo>
                      <a:cubicBezTo>
                        <a:pt x="519455" y="0"/>
                        <a:pt x="747906" y="65272"/>
                        <a:pt x="747906" y="266526"/>
                      </a:cubicBezTo>
                      <a:cubicBezTo>
                        <a:pt x="747906" y="467782"/>
                        <a:pt x="538492" y="484100"/>
                        <a:pt x="291004" y="484100"/>
                      </a:cubicBezTo>
                      <a:cubicBezTo>
                        <a:pt x="291004" y="484100"/>
                        <a:pt x="326359" y="617363"/>
                        <a:pt x="497697" y="617363"/>
                      </a:cubicBezTo>
                      <a:cubicBezTo>
                        <a:pt x="669036" y="617363"/>
                        <a:pt x="712551" y="557530"/>
                        <a:pt x="712551" y="557530"/>
                      </a:cubicBezTo>
                      <a:cubicBezTo>
                        <a:pt x="712551" y="557530"/>
                        <a:pt x="696233" y="810458"/>
                        <a:pt x="388911" y="810458"/>
                      </a:cubicBezTo>
                      <a:cubicBezTo>
                        <a:pt x="212133" y="810458"/>
                        <a:pt x="0" y="677195"/>
                        <a:pt x="0" y="413389"/>
                      </a:cubicBezTo>
                      <a:cubicBezTo>
                        <a:pt x="0" y="176778"/>
                        <a:pt x="163180" y="0"/>
                        <a:pt x="386192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70" name="Freeform: Shape 69">
                  <a:extLst>
                    <a:ext uri="{FF2B5EF4-FFF2-40B4-BE49-F238E27FC236}">
                      <a16:creationId xmlns:a16="http://schemas.microsoft.com/office/drawing/2014/main" id="{43D7F1D0-43F0-4353-ABB7-B3AE61B86825}"/>
                    </a:ext>
                  </a:extLst>
                </p:cNvPr>
                <p:cNvSpPr/>
                <p:nvPr/>
              </p:nvSpPr>
              <p:spPr>
                <a:xfrm>
                  <a:off x="8683414" y="2274801"/>
                  <a:ext cx="897487" cy="951879"/>
                </a:xfrm>
                <a:custGeom>
                  <a:avLst/>
                  <a:gdLst>
                    <a:gd name="connsiteX0" fmla="*/ 580988 w 897487"/>
                    <a:gd name="connsiteY0" fmla="*/ 667381 h 951879"/>
                    <a:gd name="connsiteX1" fmla="*/ 409649 w 897487"/>
                    <a:gd name="connsiteY1" fmla="*/ 667381 h 951879"/>
                    <a:gd name="connsiteX2" fmla="*/ 591866 w 897487"/>
                    <a:gd name="connsiteY2" fmla="*/ 525959 h 951879"/>
                    <a:gd name="connsiteX3" fmla="*/ 842075 w 897487"/>
                    <a:gd name="connsiteY3" fmla="*/ 123450 h 951879"/>
                    <a:gd name="connsiteX4" fmla="*/ 842075 w 897487"/>
                    <a:gd name="connsiteY4" fmla="*/ 123450 h 951879"/>
                    <a:gd name="connsiteX5" fmla="*/ 798560 w 897487"/>
                    <a:gd name="connsiteY5" fmla="*/ 58178 h 951879"/>
                    <a:gd name="connsiteX6" fmla="*/ 746887 w 897487"/>
                    <a:gd name="connsiteY6" fmla="*/ 107132 h 951879"/>
                    <a:gd name="connsiteX7" fmla="*/ 697933 w 897487"/>
                    <a:gd name="connsiteY7" fmla="*/ 115291 h 951879"/>
                    <a:gd name="connsiteX8" fmla="*/ 219273 w 897487"/>
                    <a:gd name="connsiteY8" fmla="*/ 115291 h 951879"/>
                    <a:gd name="connsiteX9" fmla="*/ 102328 w 897487"/>
                    <a:gd name="connsiteY9" fmla="*/ 224077 h 951879"/>
                    <a:gd name="connsiteX10" fmla="*/ 213834 w 897487"/>
                    <a:gd name="connsiteY10" fmla="*/ 332863 h 951879"/>
                    <a:gd name="connsiteX11" fmla="*/ 485800 w 897487"/>
                    <a:gd name="connsiteY11" fmla="*/ 335583 h 951879"/>
                    <a:gd name="connsiteX12" fmla="*/ 134964 w 897487"/>
                    <a:gd name="connsiteY12" fmla="*/ 615708 h 951879"/>
                    <a:gd name="connsiteX13" fmla="*/ 61533 w 897487"/>
                    <a:gd name="connsiteY13" fmla="*/ 884953 h 951879"/>
                    <a:gd name="connsiteX14" fmla="*/ 398771 w 897487"/>
                    <a:gd name="connsiteY14" fmla="*/ 806083 h 951879"/>
                    <a:gd name="connsiteX15" fmla="*/ 529314 w 897487"/>
                    <a:gd name="connsiteY15" fmla="*/ 863196 h 951879"/>
                    <a:gd name="connsiteX16" fmla="*/ 782242 w 897487"/>
                    <a:gd name="connsiteY16" fmla="*/ 607549 h 951879"/>
                    <a:gd name="connsiteX17" fmla="*/ 580988 w 897487"/>
                    <a:gd name="connsiteY17" fmla="*/ 667381 h 9518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897487" h="951879">
                      <a:moveTo>
                        <a:pt x="580988" y="667381"/>
                      </a:moveTo>
                      <a:lnTo>
                        <a:pt x="409649" y="667381"/>
                      </a:lnTo>
                      <a:cubicBezTo>
                        <a:pt x="423248" y="667381"/>
                        <a:pt x="548352" y="561314"/>
                        <a:pt x="591866" y="525959"/>
                      </a:cubicBezTo>
                      <a:cubicBezTo>
                        <a:pt x="700653" y="433491"/>
                        <a:pt x="899188" y="297508"/>
                        <a:pt x="842075" y="123450"/>
                      </a:cubicBezTo>
                      <a:lnTo>
                        <a:pt x="842075" y="123450"/>
                      </a:lnTo>
                      <a:cubicBezTo>
                        <a:pt x="831197" y="82655"/>
                        <a:pt x="798560" y="58178"/>
                        <a:pt x="798560" y="58178"/>
                      </a:cubicBezTo>
                      <a:cubicBezTo>
                        <a:pt x="798560" y="58178"/>
                        <a:pt x="787682" y="90814"/>
                        <a:pt x="746887" y="107132"/>
                      </a:cubicBezTo>
                      <a:cubicBezTo>
                        <a:pt x="730569" y="109852"/>
                        <a:pt x="714251" y="115291"/>
                        <a:pt x="697933" y="115291"/>
                      </a:cubicBezTo>
                      <a:cubicBezTo>
                        <a:pt x="684334" y="115291"/>
                        <a:pt x="219273" y="115291"/>
                        <a:pt x="219273" y="115291"/>
                      </a:cubicBezTo>
                      <a:cubicBezTo>
                        <a:pt x="156721" y="115291"/>
                        <a:pt x="105048" y="166964"/>
                        <a:pt x="102328" y="224077"/>
                      </a:cubicBezTo>
                      <a:cubicBezTo>
                        <a:pt x="102328" y="283910"/>
                        <a:pt x="151282" y="332863"/>
                        <a:pt x="213834" y="332863"/>
                      </a:cubicBezTo>
                      <a:lnTo>
                        <a:pt x="485800" y="335583"/>
                      </a:lnTo>
                      <a:cubicBezTo>
                        <a:pt x="360695" y="406294"/>
                        <a:pt x="211114" y="487884"/>
                        <a:pt x="134964" y="615708"/>
                      </a:cubicBezTo>
                      <a:cubicBezTo>
                        <a:pt x="91449" y="689138"/>
                        <a:pt x="45215" y="800644"/>
                        <a:pt x="61533" y="884953"/>
                      </a:cubicBezTo>
                      <a:cubicBezTo>
                        <a:pt x="121366" y="830560"/>
                        <a:pt x="279106" y="778887"/>
                        <a:pt x="398771" y="806083"/>
                      </a:cubicBezTo>
                      <a:cubicBezTo>
                        <a:pt x="445005" y="814242"/>
                        <a:pt x="491239" y="838719"/>
                        <a:pt x="529314" y="863196"/>
                      </a:cubicBezTo>
                      <a:cubicBezTo>
                        <a:pt x="755046" y="1004618"/>
                        <a:pt x="891029" y="727213"/>
                        <a:pt x="782242" y="607549"/>
                      </a:cubicBezTo>
                      <a:cubicBezTo>
                        <a:pt x="784962" y="607549"/>
                        <a:pt x="722410" y="667381"/>
                        <a:pt x="580988" y="667381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71" name="Freeform: Shape 70">
                  <a:extLst>
                    <a:ext uri="{FF2B5EF4-FFF2-40B4-BE49-F238E27FC236}">
                      <a16:creationId xmlns:a16="http://schemas.microsoft.com/office/drawing/2014/main" id="{C49F678F-CB3A-4DA7-A990-709044785C1E}"/>
                    </a:ext>
                  </a:extLst>
                </p:cNvPr>
                <p:cNvSpPr/>
                <p:nvPr/>
              </p:nvSpPr>
              <p:spPr>
                <a:xfrm>
                  <a:off x="2624650" y="1948442"/>
                  <a:ext cx="1903761" cy="1577400"/>
                </a:xfrm>
                <a:custGeom>
                  <a:avLst/>
                  <a:gdLst>
                    <a:gd name="connsiteX0" fmla="*/ 1559430 w 1903760"/>
                    <a:gd name="connsiteY0" fmla="*/ 1165078 h 1577399"/>
                    <a:gd name="connsiteX1" fmla="*/ 1369054 w 1903760"/>
                    <a:gd name="connsiteY1" fmla="*/ 593950 h 1577399"/>
                    <a:gd name="connsiteX2" fmla="*/ 1483279 w 1903760"/>
                    <a:gd name="connsiteY2" fmla="*/ 126170 h 1577399"/>
                    <a:gd name="connsiteX3" fmla="*/ 1311941 w 1903760"/>
                    <a:gd name="connsiteY3" fmla="*/ 58178 h 1577399"/>
                    <a:gd name="connsiteX4" fmla="*/ 1078050 w 1903760"/>
                    <a:gd name="connsiteY4" fmla="*/ 205040 h 1577399"/>
                    <a:gd name="connsiteX5" fmla="*/ 846879 w 1903760"/>
                    <a:gd name="connsiteY5" fmla="*/ 523239 h 1577399"/>
                    <a:gd name="connsiteX6" fmla="*/ 645624 w 1903760"/>
                    <a:gd name="connsiteY6" fmla="*/ 210479 h 1577399"/>
                    <a:gd name="connsiteX7" fmla="*/ 455248 w 1903760"/>
                    <a:gd name="connsiteY7" fmla="*/ 63617 h 1577399"/>
                    <a:gd name="connsiteX8" fmla="*/ 234956 w 1903760"/>
                    <a:gd name="connsiteY8" fmla="*/ 137048 h 1577399"/>
                    <a:gd name="connsiteX9" fmla="*/ 316546 w 1903760"/>
                    <a:gd name="connsiteY9" fmla="*/ 588511 h 1577399"/>
                    <a:gd name="connsiteX10" fmla="*/ 58178 w 1903760"/>
                    <a:gd name="connsiteY10" fmla="*/ 1072610 h 1577399"/>
                    <a:gd name="connsiteX11" fmla="*/ 474286 w 1903760"/>
                    <a:gd name="connsiteY11" fmla="*/ 1020936 h 1577399"/>
                    <a:gd name="connsiteX12" fmla="*/ 555876 w 1903760"/>
                    <a:gd name="connsiteY12" fmla="*/ 572193 h 1577399"/>
                    <a:gd name="connsiteX13" fmla="*/ 830561 w 1903760"/>
                    <a:gd name="connsiteY13" fmla="*/ 993740 h 1577399"/>
                    <a:gd name="connsiteX14" fmla="*/ 1140602 w 1903760"/>
                    <a:gd name="connsiteY14" fmla="*/ 574913 h 1577399"/>
                    <a:gd name="connsiteX15" fmla="*/ 1567589 w 1903760"/>
                    <a:gd name="connsiteY15" fmla="*/ 1526792 h 1577399"/>
                    <a:gd name="connsiteX16" fmla="*/ 1866751 w 1903760"/>
                    <a:gd name="connsiteY16" fmla="*/ 1322818 h 1577399"/>
                    <a:gd name="connsiteX17" fmla="*/ 1559430 w 1903760"/>
                    <a:gd name="connsiteY17" fmla="*/ 1165078 h 1577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1903760" h="1577399">
                      <a:moveTo>
                        <a:pt x="1559430" y="1165078"/>
                      </a:moveTo>
                      <a:cubicBezTo>
                        <a:pt x="1420727" y="1012777"/>
                        <a:pt x="1377213" y="762569"/>
                        <a:pt x="1369054" y="593950"/>
                      </a:cubicBezTo>
                      <a:cubicBezTo>
                        <a:pt x="1360895" y="449809"/>
                        <a:pt x="1369054" y="199600"/>
                        <a:pt x="1483279" y="126170"/>
                      </a:cubicBezTo>
                      <a:cubicBezTo>
                        <a:pt x="1445204" y="77216"/>
                        <a:pt x="1369054" y="58178"/>
                        <a:pt x="1311941" y="58178"/>
                      </a:cubicBezTo>
                      <a:cubicBezTo>
                        <a:pt x="1184117" y="58178"/>
                        <a:pt x="1121565" y="142488"/>
                        <a:pt x="1078050" y="205040"/>
                      </a:cubicBezTo>
                      <a:cubicBezTo>
                        <a:pt x="1064452" y="224077"/>
                        <a:pt x="846879" y="523239"/>
                        <a:pt x="846879" y="523239"/>
                      </a:cubicBezTo>
                      <a:cubicBezTo>
                        <a:pt x="846879" y="523239"/>
                        <a:pt x="667382" y="243115"/>
                        <a:pt x="645624" y="210479"/>
                      </a:cubicBezTo>
                      <a:cubicBezTo>
                        <a:pt x="615708" y="164245"/>
                        <a:pt x="555876" y="77216"/>
                        <a:pt x="455248" y="63617"/>
                      </a:cubicBezTo>
                      <a:cubicBezTo>
                        <a:pt x="411734" y="58178"/>
                        <a:pt x="297508" y="52739"/>
                        <a:pt x="234956" y="137048"/>
                      </a:cubicBezTo>
                      <a:cubicBezTo>
                        <a:pt x="341023" y="221357"/>
                        <a:pt x="338303" y="438930"/>
                        <a:pt x="316546" y="588511"/>
                      </a:cubicBezTo>
                      <a:cubicBezTo>
                        <a:pt x="248554" y="1031815"/>
                        <a:pt x="58178" y="1072610"/>
                        <a:pt x="58178" y="1072610"/>
                      </a:cubicBezTo>
                      <a:cubicBezTo>
                        <a:pt x="156086" y="1333696"/>
                        <a:pt x="403575" y="1230350"/>
                        <a:pt x="474286" y="1020936"/>
                      </a:cubicBezTo>
                      <a:cubicBezTo>
                        <a:pt x="520520" y="884953"/>
                        <a:pt x="550436" y="713615"/>
                        <a:pt x="555876" y="572193"/>
                      </a:cubicBezTo>
                      <a:lnTo>
                        <a:pt x="830561" y="993740"/>
                      </a:lnTo>
                      <a:cubicBezTo>
                        <a:pt x="830561" y="993740"/>
                        <a:pt x="1140602" y="574913"/>
                        <a:pt x="1140602" y="574913"/>
                      </a:cubicBezTo>
                      <a:cubicBezTo>
                        <a:pt x="1088929" y="1314659"/>
                        <a:pt x="1344577" y="1526792"/>
                        <a:pt x="1567589" y="1526792"/>
                      </a:cubicBezTo>
                      <a:cubicBezTo>
                        <a:pt x="1790601" y="1526792"/>
                        <a:pt x="1866751" y="1322818"/>
                        <a:pt x="1866751" y="1322818"/>
                      </a:cubicBezTo>
                      <a:cubicBezTo>
                        <a:pt x="1744367" y="1314659"/>
                        <a:pt x="1641019" y="1252107"/>
                        <a:pt x="1559430" y="1165078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72" name="Freeform: Shape 71">
                  <a:extLst>
                    <a:ext uri="{FF2B5EF4-FFF2-40B4-BE49-F238E27FC236}">
                      <a16:creationId xmlns:a16="http://schemas.microsoft.com/office/drawing/2014/main" id="{6DDED2DE-1596-4A30-9742-35A44B2A8DC7}"/>
                    </a:ext>
                  </a:extLst>
                </p:cNvPr>
                <p:cNvSpPr/>
                <p:nvPr/>
              </p:nvSpPr>
              <p:spPr>
                <a:xfrm>
                  <a:off x="4792218" y="3234839"/>
                  <a:ext cx="271966" cy="652717"/>
                </a:xfrm>
                <a:custGeom>
                  <a:avLst/>
                  <a:gdLst>
                    <a:gd name="connsiteX0" fmla="*/ 88095 w 271965"/>
                    <a:gd name="connsiteY0" fmla="*/ 120730 h 652717"/>
                    <a:gd name="connsiteX1" fmla="*/ 93534 w 271965"/>
                    <a:gd name="connsiteY1" fmla="*/ 153366 h 652717"/>
                    <a:gd name="connsiteX2" fmla="*/ 93534 w 271965"/>
                    <a:gd name="connsiteY2" fmla="*/ 544997 h 652717"/>
                    <a:gd name="connsiteX3" fmla="*/ 156086 w 271965"/>
                    <a:gd name="connsiteY3" fmla="*/ 604829 h 652717"/>
                    <a:gd name="connsiteX4" fmla="*/ 221358 w 271965"/>
                    <a:gd name="connsiteY4" fmla="*/ 544997 h 652717"/>
                    <a:gd name="connsiteX5" fmla="*/ 221358 w 271965"/>
                    <a:gd name="connsiteY5" fmla="*/ 194161 h 652717"/>
                    <a:gd name="connsiteX6" fmla="*/ 210479 w 271965"/>
                    <a:gd name="connsiteY6" fmla="*/ 109852 h 652717"/>
                    <a:gd name="connsiteX7" fmla="*/ 118011 w 271965"/>
                    <a:gd name="connsiteY7" fmla="*/ 58178 h 652717"/>
                    <a:gd name="connsiteX8" fmla="*/ 58178 w 271965"/>
                    <a:gd name="connsiteY8" fmla="*/ 88094 h 652717"/>
                    <a:gd name="connsiteX9" fmla="*/ 88095 w 271965"/>
                    <a:gd name="connsiteY9" fmla="*/ 120730 h 652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71965" h="652717">
                      <a:moveTo>
                        <a:pt x="88095" y="120730"/>
                      </a:moveTo>
                      <a:cubicBezTo>
                        <a:pt x="90814" y="131609"/>
                        <a:pt x="90814" y="142487"/>
                        <a:pt x="93534" y="153366"/>
                      </a:cubicBezTo>
                      <a:cubicBezTo>
                        <a:pt x="93534" y="156086"/>
                        <a:pt x="93534" y="542277"/>
                        <a:pt x="93534" y="544997"/>
                      </a:cubicBezTo>
                      <a:cubicBezTo>
                        <a:pt x="93534" y="577632"/>
                        <a:pt x="123450" y="604829"/>
                        <a:pt x="156086" y="604829"/>
                      </a:cubicBezTo>
                      <a:cubicBezTo>
                        <a:pt x="188722" y="607548"/>
                        <a:pt x="221358" y="577632"/>
                        <a:pt x="221358" y="544997"/>
                      </a:cubicBezTo>
                      <a:cubicBezTo>
                        <a:pt x="221358" y="539557"/>
                        <a:pt x="221358" y="194161"/>
                        <a:pt x="221358" y="194161"/>
                      </a:cubicBezTo>
                      <a:cubicBezTo>
                        <a:pt x="221358" y="164245"/>
                        <a:pt x="224078" y="134329"/>
                        <a:pt x="210479" y="109852"/>
                      </a:cubicBezTo>
                      <a:cubicBezTo>
                        <a:pt x="196881" y="79935"/>
                        <a:pt x="158806" y="58178"/>
                        <a:pt x="118011" y="58178"/>
                      </a:cubicBezTo>
                      <a:cubicBezTo>
                        <a:pt x="79936" y="58178"/>
                        <a:pt x="58178" y="88094"/>
                        <a:pt x="58178" y="88094"/>
                      </a:cubicBezTo>
                      <a:cubicBezTo>
                        <a:pt x="58178" y="88094"/>
                        <a:pt x="77216" y="93534"/>
                        <a:pt x="88095" y="120730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73" name="Freeform: Shape 72">
                  <a:extLst>
                    <a:ext uri="{FF2B5EF4-FFF2-40B4-BE49-F238E27FC236}">
                      <a16:creationId xmlns:a16="http://schemas.microsoft.com/office/drawing/2014/main" id="{0993C473-3449-426F-A6B6-A722F40B46F1}"/>
                    </a:ext>
                  </a:extLst>
                </p:cNvPr>
                <p:cNvSpPr/>
                <p:nvPr/>
              </p:nvSpPr>
              <p:spPr>
                <a:xfrm>
                  <a:off x="8751819" y="3234667"/>
                  <a:ext cx="271966" cy="652717"/>
                </a:xfrm>
                <a:custGeom>
                  <a:avLst/>
                  <a:gdLst>
                    <a:gd name="connsiteX0" fmla="*/ 191663 w 271965"/>
                    <a:gd name="connsiteY0" fmla="*/ 542449 h 652717"/>
                    <a:gd name="connsiteX1" fmla="*/ 186224 w 271965"/>
                    <a:gd name="connsiteY1" fmla="*/ 509813 h 652717"/>
                    <a:gd name="connsiteX2" fmla="*/ 186224 w 271965"/>
                    <a:gd name="connsiteY2" fmla="*/ 118183 h 652717"/>
                    <a:gd name="connsiteX3" fmla="*/ 123672 w 271965"/>
                    <a:gd name="connsiteY3" fmla="*/ 58350 h 652717"/>
                    <a:gd name="connsiteX4" fmla="*/ 58400 w 271965"/>
                    <a:gd name="connsiteY4" fmla="*/ 118183 h 652717"/>
                    <a:gd name="connsiteX5" fmla="*/ 58400 w 271965"/>
                    <a:gd name="connsiteY5" fmla="*/ 469018 h 652717"/>
                    <a:gd name="connsiteX6" fmla="*/ 69279 w 271965"/>
                    <a:gd name="connsiteY6" fmla="*/ 553328 h 652717"/>
                    <a:gd name="connsiteX7" fmla="*/ 161747 w 271965"/>
                    <a:gd name="connsiteY7" fmla="*/ 605001 h 652717"/>
                    <a:gd name="connsiteX8" fmla="*/ 221580 w 271965"/>
                    <a:gd name="connsiteY8" fmla="*/ 575085 h 652717"/>
                    <a:gd name="connsiteX9" fmla="*/ 191663 w 271965"/>
                    <a:gd name="connsiteY9" fmla="*/ 542449 h 652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71965" h="652717">
                      <a:moveTo>
                        <a:pt x="191663" y="542449"/>
                      </a:moveTo>
                      <a:cubicBezTo>
                        <a:pt x="188944" y="531570"/>
                        <a:pt x="186224" y="520692"/>
                        <a:pt x="186224" y="509813"/>
                      </a:cubicBezTo>
                      <a:cubicBezTo>
                        <a:pt x="186224" y="507093"/>
                        <a:pt x="186224" y="120902"/>
                        <a:pt x="186224" y="118183"/>
                      </a:cubicBezTo>
                      <a:cubicBezTo>
                        <a:pt x="186224" y="85547"/>
                        <a:pt x="156308" y="58350"/>
                        <a:pt x="123672" y="58350"/>
                      </a:cubicBezTo>
                      <a:cubicBezTo>
                        <a:pt x="91036" y="55631"/>
                        <a:pt x="58400" y="85547"/>
                        <a:pt x="58400" y="118183"/>
                      </a:cubicBezTo>
                      <a:cubicBezTo>
                        <a:pt x="58400" y="123622"/>
                        <a:pt x="58400" y="469018"/>
                        <a:pt x="58400" y="469018"/>
                      </a:cubicBezTo>
                      <a:cubicBezTo>
                        <a:pt x="58400" y="498934"/>
                        <a:pt x="55680" y="528851"/>
                        <a:pt x="69279" y="553328"/>
                      </a:cubicBezTo>
                      <a:cubicBezTo>
                        <a:pt x="82877" y="583244"/>
                        <a:pt x="120953" y="605001"/>
                        <a:pt x="161747" y="605001"/>
                      </a:cubicBezTo>
                      <a:cubicBezTo>
                        <a:pt x="199822" y="605001"/>
                        <a:pt x="221580" y="575085"/>
                        <a:pt x="221580" y="575085"/>
                      </a:cubicBezTo>
                      <a:cubicBezTo>
                        <a:pt x="221580" y="575085"/>
                        <a:pt x="202542" y="566926"/>
                        <a:pt x="191663" y="542449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74" name="Freeform: Shape 73">
                  <a:extLst>
                    <a:ext uri="{FF2B5EF4-FFF2-40B4-BE49-F238E27FC236}">
                      <a16:creationId xmlns:a16="http://schemas.microsoft.com/office/drawing/2014/main" id="{DB83E6C5-CEA4-4186-9AA5-F9AC85D1ECE8}"/>
                    </a:ext>
                  </a:extLst>
                </p:cNvPr>
                <p:cNvSpPr/>
                <p:nvPr/>
              </p:nvSpPr>
              <p:spPr>
                <a:xfrm>
                  <a:off x="6320666" y="3416868"/>
                  <a:ext cx="435145" cy="462341"/>
                </a:xfrm>
                <a:custGeom>
                  <a:avLst/>
                  <a:gdLst>
                    <a:gd name="connsiteX0" fmla="*/ 302948 w 435145"/>
                    <a:gd name="connsiteY0" fmla="*/ 74684 h 462341"/>
                    <a:gd name="connsiteX1" fmla="*/ 186003 w 435145"/>
                    <a:gd name="connsiteY1" fmla="*/ 148115 h 462341"/>
                    <a:gd name="connsiteX2" fmla="*/ 186003 w 435145"/>
                    <a:gd name="connsiteY2" fmla="*/ 148115 h 462341"/>
                    <a:gd name="connsiteX3" fmla="*/ 186003 w 435145"/>
                    <a:gd name="connsiteY3" fmla="*/ 115479 h 462341"/>
                    <a:gd name="connsiteX4" fmla="*/ 123450 w 435145"/>
                    <a:gd name="connsiteY4" fmla="*/ 58366 h 462341"/>
                    <a:gd name="connsiteX5" fmla="*/ 58178 w 435145"/>
                    <a:gd name="connsiteY5" fmla="*/ 115479 h 462341"/>
                    <a:gd name="connsiteX6" fmla="*/ 58178 w 435145"/>
                    <a:gd name="connsiteY6" fmla="*/ 362967 h 462341"/>
                    <a:gd name="connsiteX7" fmla="*/ 120730 w 435145"/>
                    <a:gd name="connsiteY7" fmla="*/ 422800 h 462341"/>
                    <a:gd name="connsiteX8" fmla="*/ 186003 w 435145"/>
                    <a:gd name="connsiteY8" fmla="*/ 362967 h 462341"/>
                    <a:gd name="connsiteX9" fmla="*/ 186003 w 435145"/>
                    <a:gd name="connsiteY9" fmla="*/ 213386 h 462341"/>
                    <a:gd name="connsiteX10" fmla="*/ 186003 w 435145"/>
                    <a:gd name="connsiteY10" fmla="*/ 213386 h 462341"/>
                    <a:gd name="connsiteX11" fmla="*/ 229517 w 435145"/>
                    <a:gd name="connsiteY11" fmla="*/ 161713 h 462341"/>
                    <a:gd name="connsiteX12" fmla="*/ 259433 w 435145"/>
                    <a:gd name="connsiteY12" fmla="*/ 194349 h 462341"/>
                    <a:gd name="connsiteX13" fmla="*/ 259433 w 435145"/>
                    <a:gd name="connsiteY13" fmla="*/ 362967 h 462341"/>
                    <a:gd name="connsiteX14" fmla="*/ 321985 w 435145"/>
                    <a:gd name="connsiteY14" fmla="*/ 422800 h 462341"/>
                    <a:gd name="connsiteX15" fmla="*/ 387257 w 435145"/>
                    <a:gd name="connsiteY15" fmla="*/ 362967 h 462341"/>
                    <a:gd name="connsiteX16" fmla="*/ 387257 w 435145"/>
                    <a:gd name="connsiteY16" fmla="*/ 273219 h 462341"/>
                    <a:gd name="connsiteX17" fmla="*/ 302948 w 435145"/>
                    <a:gd name="connsiteY17" fmla="*/ 74684 h 4623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435145" h="462341">
                      <a:moveTo>
                        <a:pt x="302948" y="74684"/>
                      </a:moveTo>
                      <a:cubicBezTo>
                        <a:pt x="234956" y="74684"/>
                        <a:pt x="196881" y="131797"/>
                        <a:pt x="186003" y="148115"/>
                      </a:cubicBezTo>
                      <a:lnTo>
                        <a:pt x="186003" y="148115"/>
                      </a:lnTo>
                      <a:cubicBezTo>
                        <a:pt x="186003" y="129077"/>
                        <a:pt x="186003" y="115479"/>
                        <a:pt x="186003" y="115479"/>
                      </a:cubicBezTo>
                      <a:cubicBezTo>
                        <a:pt x="186003" y="82843"/>
                        <a:pt x="156086" y="58366"/>
                        <a:pt x="123450" y="58366"/>
                      </a:cubicBezTo>
                      <a:cubicBezTo>
                        <a:pt x="90814" y="55646"/>
                        <a:pt x="58178" y="82843"/>
                        <a:pt x="58178" y="115479"/>
                      </a:cubicBezTo>
                      <a:cubicBezTo>
                        <a:pt x="58178" y="120918"/>
                        <a:pt x="58178" y="360248"/>
                        <a:pt x="58178" y="362967"/>
                      </a:cubicBezTo>
                      <a:cubicBezTo>
                        <a:pt x="58178" y="395603"/>
                        <a:pt x="88095" y="422800"/>
                        <a:pt x="120730" y="422800"/>
                      </a:cubicBezTo>
                      <a:cubicBezTo>
                        <a:pt x="153366" y="425519"/>
                        <a:pt x="186003" y="395603"/>
                        <a:pt x="186003" y="362967"/>
                      </a:cubicBezTo>
                      <a:cubicBezTo>
                        <a:pt x="186003" y="360248"/>
                        <a:pt x="186003" y="281378"/>
                        <a:pt x="186003" y="213386"/>
                      </a:cubicBezTo>
                      <a:lnTo>
                        <a:pt x="186003" y="213386"/>
                      </a:lnTo>
                      <a:cubicBezTo>
                        <a:pt x="191442" y="186190"/>
                        <a:pt x="205040" y="161713"/>
                        <a:pt x="229517" y="161713"/>
                      </a:cubicBezTo>
                      <a:cubicBezTo>
                        <a:pt x="259433" y="161713"/>
                        <a:pt x="259433" y="194349"/>
                        <a:pt x="259433" y="194349"/>
                      </a:cubicBezTo>
                      <a:lnTo>
                        <a:pt x="259433" y="362967"/>
                      </a:lnTo>
                      <a:cubicBezTo>
                        <a:pt x="259433" y="395603"/>
                        <a:pt x="289349" y="422800"/>
                        <a:pt x="321985" y="422800"/>
                      </a:cubicBezTo>
                      <a:cubicBezTo>
                        <a:pt x="354621" y="425519"/>
                        <a:pt x="387257" y="395603"/>
                        <a:pt x="387257" y="362967"/>
                      </a:cubicBezTo>
                      <a:lnTo>
                        <a:pt x="387257" y="273219"/>
                      </a:lnTo>
                      <a:cubicBezTo>
                        <a:pt x="387257" y="183470"/>
                        <a:pt x="395416" y="71964"/>
                        <a:pt x="302948" y="74684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75" name="Freeform: Shape 74">
                  <a:extLst>
                    <a:ext uri="{FF2B5EF4-FFF2-40B4-BE49-F238E27FC236}">
                      <a16:creationId xmlns:a16="http://schemas.microsoft.com/office/drawing/2014/main" id="{CA28692A-FD4D-4748-8992-F63026811B85}"/>
                    </a:ext>
                  </a:extLst>
                </p:cNvPr>
                <p:cNvSpPr/>
                <p:nvPr/>
              </p:nvSpPr>
              <p:spPr>
                <a:xfrm>
                  <a:off x="7960620" y="3416868"/>
                  <a:ext cx="435145" cy="462341"/>
                </a:xfrm>
                <a:custGeom>
                  <a:avLst/>
                  <a:gdLst>
                    <a:gd name="connsiteX0" fmla="*/ 302948 w 435145"/>
                    <a:gd name="connsiteY0" fmla="*/ 74684 h 462341"/>
                    <a:gd name="connsiteX1" fmla="*/ 186002 w 435145"/>
                    <a:gd name="connsiteY1" fmla="*/ 148115 h 462341"/>
                    <a:gd name="connsiteX2" fmla="*/ 186002 w 435145"/>
                    <a:gd name="connsiteY2" fmla="*/ 148115 h 462341"/>
                    <a:gd name="connsiteX3" fmla="*/ 186002 w 435145"/>
                    <a:gd name="connsiteY3" fmla="*/ 115479 h 462341"/>
                    <a:gd name="connsiteX4" fmla="*/ 123450 w 435145"/>
                    <a:gd name="connsiteY4" fmla="*/ 58366 h 462341"/>
                    <a:gd name="connsiteX5" fmla="*/ 58178 w 435145"/>
                    <a:gd name="connsiteY5" fmla="*/ 115479 h 462341"/>
                    <a:gd name="connsiteX6" fmla="*/ 58178 w 435145"/>
                    <a:gd name="connsiteY6" fmla="*/ 362967 h 462341"/>
                    <a:gd name="connsiteX7" fmla="*/ 120730 w 435145"/>
                    <a:gd name="connsiteY7" fmla="*/ 422800 h 462341"/>
                    <a:gd name="connsiteX8" fmla="*/ 186002 w 435145"/>
                    <a:gd name="connsiteY8" fmla="*/ 362967 h 462341"/>
                    <a:gd name="connsiteX9" fmla="*/ 186002 w 435145"/>
                    <a:gd name="connsiteY9" fmla="*/ 213386 h 462341"/>
                    <a:gd name="connsiteX10" fmla="*/ 186002 w 435145"/>
                    <a:gd name="connsiteY10" fmla="*/ 213386 h 462341"/>
                    <a:gd name="connsiteX11" fmla="*/ 229517 w 435145"/>
                    <a:gd name="connsiteY11" fmla="*/ 161713 h 462341"/>
                    <a:gd name="connsiteX12" fmla="*/ 259433 w 435145"/>
                    <a:gd name="connsiteY12" fmla="*/ 194349 h 462341"/>
                    <a:gd name="connsiteX13" fmla="*/ 259433 w 435145"/>
                    <a:gd name="connsiteY13" fmla="*/ 362967 h 462341"/>
                    <a:gd name="connsiteX14" fmla="*/ 321985 w 435145"/>
                    <a:gd name="connsiteY14" fmla="*/ 422800 h 462341"/>
                    <a:gd name="connsiteX15" fmla="*/ 387257 w 435145"/>
                    <a:gd name="connsiteY15" fmla="*/ 362967 h 462341"/>
                    <a:gd name="connsiteX16" fmla="*/ 387257 w 435145"/>
                    <a:gd name="connsiteY16" fmla="*/ 273219 h 462341"/>
                    <a:gd name="connsiteX17" fmla="*/ 302948 w 435145"/>
                    <a:gd name="connsiteY17" fmla="*/ 74684 h 4623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435145" h="462341">
                      <a:moveTo>
                        <a:pt x="302948" y="74684"/>
                      </a:moveTo>
                      <a:cubicBezTo>
                        <a:pt x="234956" y="74684"/>
                        <a:pt x="196881" y="131797"/>
                        <a:pt x="186002" y="148115"/>
                      </a:cubicBezTo>
                      <a:lnTo>
                        <a:pt x="186002" y="148115"/>
                      </a:lnTo>
                      <a:cubicBezTo>
                        <a:pt x="186002" y="129077"/>
                        <a:pt x="186002" y="115479"/>
                        <a:pt x="186002" y="115479"/>
                      </a:cubicBezTo>
                      <a:cubicBezTo>
                        <a:pt x="186002" y="82843"/>
                        <a:pt x="156086" y="58366"/>
                        <a:pt x="123450" y="58366"/>
                      </a:cubicBezTo>
                      <a:cubicBezTo>
                        <a:pt x="90814" y="55646"/>
                        <a:pt x="58178" y="82843"/>
                        <a:pt x="58178" y="115479"/>
                      </a:cubicBezTo>
                      <a:cubicBezTo>
                        <a:pt x="58178" y="120918"/>
                        <a:pt x="58178" y="360248"/>
                        <a:pt x="58178" y="362967"/>
                      </a:cubicBezTo>
                      <a:cubicBezTo>
                        <a:pt x="58178" y="395603"/>
                        <a:pt x="88095" y="422800"/>
                        <a:pt x="120730" y="422800"/>
                      </a:cubicBezTo>
                      <a:cubicBezTo>
                        <a:pt x="153366" y="425519"/>
                        <a:pt x="186002" y="395603"/>
                        <a:pt x="186002" y="362967"/>
                      </a:cubicBezTo>
                      <a:cubicBezTo>
                        <a:pt x="186002" y="360248"/>
                        <a:pt x="186002" y="281378"/>
                        <a:pt x="186002" y="213386"/>
                      </a:cubicBezTo>
                      <a:lnTo>
                        <a:pt x="186002" y="213386"/>
                      </a:lnTo>
                      <a:cubicBezTo>
                        <a:pt x="191442" y="186190"/>
                        <a:pt x="205040" y="161713"/>
                        <a:pt x="229517" y="161713"/>
                      </a:cubicBezTo>
                      <a:cubicBezTo>
                        <a:pt x="259433" y="161713"/>
                        <a:pt x="259433" y="194349"/>
                        <a:pt x="259433" y="194349"/>
                      </a:cubicBezTo>
                      <a:lnTo>
                        <a:pt x="259433" y="362967"/>
                      </a:lnTo>
                      <a:cubicBezTo>
                        <a:pt x="259433" y="395603"/>
                        <a:pt x="289349" y="422800"/>
                        <a:pt x="321985" y="422800"/>
                      </a:cubicBezTo>
                      <a:cubicBezTo>
                        <a:pt x="354621" y="425519"/>
                        <a:pt x="387257" y="395603"/>
                        <a:pt x="387257" y="362967"/>
                      </a:cubicBezTo>
                      <a:lnTo>
                        <a:pt x="387257" y="273219"/>
                      </a:lnTo>
                      <a:cubicBezTo>
                        <a:pt x="384537" y="183470"/>
                        <a:pt x="395416" y="71964"/>
                        <a:pt x="302948" y="74684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76" name="Freeform: Shape 75">
                  <a:extLst>
                    <a:ext uri="{FF2B5EF4-FFF2-40B4-BE49-F238E27FC236}">
                      <a16:creationId xmlns:a16="http://schemas.microsoft.com/office/drawing/2014/main" id="{8204F6B6-F0CF-43C0-994E-740D2BE11547}"/>
                    </a:ext>
                  </a:extLst>
                </p:cNvPr>
                <p:cNvSpPr/>
                <p:nvPr/>
              </p:nvSpPr>
              <p:spPr>
                <a:xfrm>
                  <a:off x="5020669" y="3416868"/>
                  <a:ext cx="435145" cy="462341"/>
                </a:xfrm>
                <a:custGeom>
                  <a:avLst/>
                  <a:gdLst>
                    <a:gd name="connsiteX0" fmla="*/ 302948 w 435145"/>
                    <a:gd name="connsiteY0" fmla="*/ 74684 h 462341"/>
                    <a:gd name="connsiteX1" fmla="*/ 186002 w 435145"/>
                    <a:gd name="connsiteY1" fmla="*/ 148115 h 462341"/>
                    <a:gd name="connsiteX2" fmla="*/ 186002 w 435145"/>
                    <a:gd name="connsiteY2" fmla="*/ 148115 h 462341"/>
                    <a:gd name="connsiteX3" fmla="*/ 186002 w 435145"/>
                    <a:gd name="connsiteY3" fmla="*/ 115479 h 462341"/>
                    <a:gd name="connsiteX4" fmla="*/ 123450 w 435145"/>
                    <a:gd name="connsiteY4" fmla="*/ 58366 h 462341"/>
                    <a:gd name="connsiteX5" fmla="*/ 58178 w 435145"/>
                    <a:gd name="connsiteY5" fmla="*/ 115479 h 462341"/>
                    <a:gd name="connsiteX6" fmla="*/ 58178 w 435145"/>
                    <a:gd name="connsiteY6" fmla="*/ 362967 h 462341"/>
                    <a:gd name="connsiteX7" fmla="*/ 120730 w 435145"/>
                    <a:gd name="connsiteY7" fmla="*/ 422800 h 462341"/>
                    <a:gd name="connsiteX8" fmla="*/ 186002 w 435145"/>
                    <a:gd name="connsiteY8" fmla="*/ 362967 h 462341"/>
                    <a:gd name="connsiteX9" fmla="*/ 186002 w 435145"/>
                    <a:gd name="connsiteY9" fmla="*/ 213386 h 462341"/>
                    <a:gd name="connsiteX10" fmla="*/ 186002 w 435145"/>
                    <a:gd name="connsiteY10" fmla="*/ 213386 h 462341"/>
                    <a:gd name="connsiteX11" fmla="*/ 229517 w 435145"/>
                    <a:gd name="connsiteY11" fmla="*/ 161713 h 462341"/>
                    <a:gd name="connsiteX12" fmla="*/ 259433 w 435145"/>
                    <a:gd name="connsiteY12" fmla="*/ 194349 h 462341"/>
                    <a:gd name="connsiteX13" fmla="*/ 259433 w 435145"/>
                    <a:gd name="connsiteY13" fmla="*/ 362967 h 462341"/>
                    <a:gd name="connsiteX14" fmla="*/ 321985 w 435145"/>
                    <a:gd name="connsiteY14" fmla="*/ 422800 h 462341"/>
                    <a:gd name="connsiteX15" fmla="*/ 387257 w 435145"/>
                    <a:gd name="connsiteY15" fmla="*/ 362967 h 462341"/>
                    <a:gd name="connsiteX16" fmla="*/ 387257 w 435145"/>
                    <a:gd name="connsiteY16" fmla="*/ 273219 h 462341"/>
                    <a:gd name="connsiteX17" fmla="*/ 302948 w 435145"/>
                    <a:gd name="connsiteY17" fmla="*/ 74684 h 4623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435145" h="462341">
                      <a:moveTo>
                        <a:pt x="302948" y="74684"/>
                      </a:moveTo>
                      <a:cubicBezTo>
                        <a:pt x="234956" y="74684"/>
                        <a:pt x="196881" y="131797"/>
                        <a:pt x="186002" y="148115"/>
                      </a:cubicBezTo>
                      <a:lnTo>
                        <a:pt x="186002" y="148115"/>
                      </a:lnTo>
                      <a:cubicBezTo>
                        <a:pt x="186002" y="129077"/>
                        <a:pt x="186002" y="115479"/>
                        <a:pt x="186002" y="115479"/>
                      </a:cubicBezTo>
                      <a:cubicBezTo>
                        <a:pt x="186002" y="82843"/>
                        <a:pt x="156086" y="58366"/>
                        <a:pt x="123450" y="58366"/>
                      </a:cubicBezTo>
                      <a:cubicBezTo>
                        <a:pt x="90814" y="55646"/>
                        <a:pt x="58178" y="82843"/>
                        <a:pt x="58178" y="115479"/>
                      </a:cubicBezTo>
                      <a:cubicBezTo>
                        <a:pt x="58178" y="120918"/>
                        <a:pt x="58178" y="360248"/>
                        <a:pt x="58178" y="362967"/>
                      </a:cubicBezTo>
                      <a:cubicBezTo>
                        <a:pt x="58178" y="395603"/>
                        <a:pt x="88094" y="422800"/>
                        <a:pt x="120730" y="422800"/>
                      </a:cubicBezTo>
                      <a:cubicBezTo>
                        <a:pt x="153366" y="425519"/>
                        <a:pt x="186002" y="395603"/>
                        <a:pt x="186002" y="362967"/>
                      </a:cubicBezTo>
                      <a:cubicBezTo>
                        <a:pt x="186002" y="360248"/>
                        <a:pt x="186002" y="281378"/>
                        <a:pt x="186002" y="213386"/>
                      </a:cubicBezTo>
                      <a:lnTo>
                        <a:pt x="186002" y="213386"/>
                      </a:lnTo>
                      <a:cubicBezTo>
                        <a:pt x="191442" y="186190"/>
                        <a:pt x="205040" y="161713"/>
                        <a:pt x="229517" y="161713"/>
                      </a:cubicBezTo>
                      <a:cubicBezTo>
                        <a:pt x="259433" y="161713"/>
                        <a:pt x="259433" y="194349"/>
                        <a:pt x="259433" y="194349"/>
                      </a:cubicBezTo>
                      <a:lnTo>
                        <a:pt x="259433" y="362967"/>
                      </a:lnTo>
                      <a:cubicBezTo>
                        <a:pt x="259433" y="395603"/>
                        <a:pt x="289349" y="422800"/>
                        <a:pt x="321985" y="422800"/>
                      </a:cubicBezTo>
                      <a:cubicBezTo>
                        <a:pt x="354621" y="425519"/>
                        <a:pt x="387257" y="395603"/>
                        <a:pt x="387257" y="362967"/>
                      </a:cubicBezTo>
                      <a:lnTo>
                        <a:pt x="387257" y="273219"/>
                      </a:lnTo>
                      <a:cubicBezTo>
                        <a:pt x="384537" y="183470"/>
                        <a:pt x="395416" y="71964"/>
                        <a:pt x="302948" y="74684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77" name="Freeform: Shape 76">
                  <a:extLst>
                    <a:ext uri="{FF2B5EF4-FFF2-40B4-BE49-F238E27FC236}">
                      <a16:creationId xmlns:a16="http://schemas.microsoft.com/office/drawing/2014/main" id="{5B78D677-24D5-4A02-BE4D-B783C0C21E53}"/>
                    </a:ext>
                  </a:extLst>
                </p:cNvPr>
                <p:cNvSpPr/>
                <p:nvPr/>
              </p:nvSpPr>
              <p:spPr>
                <a:xfrm>
                  <a:off x="7616289" y="3475234"/>
                  <a:ext cx="364436" cy="364434"/>
                </a:xfrm>
                <a:custGeom>
                  <a:avLst/>
                  <a:gdLst>
                    <a:gd name="connsiteX0" fmla="*/ 182218 w 364436"/>
                    <a:gd name="connsiteY0" fmla="*/ 73431 h 364434"/>
                    <a:gd name="connsiteX1" fmla="*/ 130544 w 364436"/>
                    <a:gd name="connsiteY1" fmla="*/ 179499 h 364434"/>
                    <a:gd name="connsiteX2" fmla="*/ 182218 w 364436"/>
                    <a:gd name="connsiteY2" fmla="*/ 285565 h 364434"/>
                    <a:gd name="connsiteX3" fmla="*/ 233891 w 364436"/>
                    <a:gd name="connsiteY3" fmla="*/ 179499 h 364434"/>
                    <a:gd name="connsiteX4" fmla="*/ 182218 w 364436"/>
                    <a:gd name="connsiteY4" fmla="*/ 73431 h 364434"/>
                    <a:gd name="connsiteX5" fmla="*/ 182219 w 364436"/>
                    <a:gd name="connsiteY5" fmla="*/ 0 h 364434"/>
                    <a:gd name="connsiteX6" fmla="*/ 364436 w 364436"/>
                    <a:gd name="connsiteY6" fmla="*/ 182217 h 364434"/>
                    <a:gd name="connsiteX7" fmla="*/ 182219 w 364436"/>
                    <a:gd name="connsiteY7" fmla="*/ 364434 h 364434"/>
                    <a:gd name="connsiteX8" fmla="*/ 0 w 364436"/>
                    <a:gd name="connsiteY8" fmla="*/ 182217 h 364434"/>
                    <a:gd name="connsiteX9" fmla="*/ 182219 w 364436"/>
                    <a:gd name="connsiteY9" fmla="*/ 0 h 3644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64436" h="364434">
                      <a:moveTo>
                        <a:pt x="182218" y="73431"/>
                      </a:moveTo>
                      <a:cubicBezTo>
                        <a:pt x="152302" y="76151"/>
                        <a:pt x="130544" y="114226"/>
                        <a:pt x="130544" y="179499"/>
                      </a:cubicBezTo>
                      <a:cubicBezTo>
                        <a:pt x="130544" y="244770"/>
                        <a:pt x="146862" y="285565"/>
                        <a:pt x="182218" y="285565"/>
                      </a:cubicBezTo>
                      <a:cubicBezTo>
                        <a:pt x="217573" y="285565"/>
                        <a:pt x="233891" y="247490"/>
                        <a:pt x="233891" y="179499"/>
                      </a:cubicBezTo>
                      <a:cubicBezTo>
                        <a:pt x="233891" y="114226"/>
                        <a:pt x="212134" y="73431"/>
                        <a:pt x="182218" y="73431"/>
                      </a:cubicBezTo>
                      <a:close/>
                      <a:moveTo>
                        <a:pt x="182219" y="0"/>
                      </a:moveTo>
                      <a:cubicBezTo>
                        <a:pt x="282846" y="0"/>
                        <a:pt x="364436" y="81590"/>
                        <a:pt x="364436" y="182217"/>
                      </a:cubicBezTo>
                      <a:cubicBezTo>
                        <a:pt x="364436" y="282844"/>
                        <a:pt x="282846" y="364434"/>
                        <a:pt x="182219" y="364434"/>
                      </a:cubicBezTo>
                      <a:cubicBezTo>
                        <a:pt x="81591" y="364434"/>
                        <a:pt x="0" y="282844"/>
                        <a:pt x="0" y="182217"/>
                      </a:cubicBezTo>
                      <a:cubicBezTo>
                        <a:pt x="0" y="81590"/>
                        <a:pt x="81591" y="0"/>
                        <a:pt x="182219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78" name="Freeform: Shape 77">
                  <a:extLst>
                    <a:ext uri="{FF2B5EF4-FFF2-40B4-BE49-F238E27FC236}">
                      <a16:creationId xmlns:a16="http://schemas.microsoft.com/office/drawing/2014/main" id="{DC88D5F6-20F5-4BA9-A0B4-FA6C7565AA9D}"/>
                    </a:ext>
                  </a:extLst>
                </p:cNvPr>
                <p:cNvSpPr/>
                <p:nvPr/>
              </p:nvSpPr>
              <p:spPr>
                <a:xfrm>
                  <a:off x="6743101" y="3464184"/>
                  <a:ext cx="372773" cy="375657"/>
                </a:xfrm>
                <a:custGeom>
                  <a:avLst/>
                  <a:gdLst>
                    <a:gd name="connsiteX0" fmla="*/ 176958 w 372773"/>
                    <a:gd name="connsiteY0" fmla="*/ 98080 h 375657"/>
                    <a:gd name="connsiteX1" fmla="*/ 125284 w 372773"/>
                    <a:gd name="connsiteY1" fmla="*/ 190548 h 375657"/>
                    <a:gd name="connsiteX2" fmla="*/ 176958 w 372773"/>
                    <a:gd name="connsiteY2" fmla="*/ 283017 h 375657"/>
                    <a:gd name="connsiteX3" fmla="*/ 228631 w 372773"/>
                    <a:gd name="connsiteY3" fmla="*/ 190548 h 375657"/>
                    <a:gd name="connsiteX4" fmla="*/ 176958 w 372773"/>
                    <a:gd name="connsiteY4" fmla="*/ 98080 h 375657"/>
                    <a:gd name="connsiteX5" fmla="*/ 307501 w 372773"/>
                    <a:gd name="connsiteY5" fmla="*/ 172 h 375657"/>
                    <a:gd name="connsiteX6" fmla="*/ 372773 w 372773"/>
                    <a:gd name="connsiteY6" fmla="*/ 62724 h 375657"/>
                    <a:gd name="connsiteX7" fmla="*/ 372773 w 372773"/>
                    <a:gd name="connsiteY7" fmla="*/ 312934 h 375657"/>
                    <a:gd name="connsiteX8" fmla="*/ 302061 w 372773"/>
                    <a:gd name="connsiteY8" fmla="*/ 375486 h 375657"/>
                    <a:gd name="connsiteX9" fmla="*/ 239509 w 372773"/>
                    <a:gd name="connsiteY9" fmla="*/ 326532 h 375657"/>
                    <a:gd name="connsiteX10" fmla="*/ 179677 w 372773"/>
                    <a:gd name="connsiteY10" fmla="*/ 370046 h 375657"/>
                    <a:gd name="connsiteX11" fmla="*/ 70890 w 372773"/>
                    <a:gd name="connsiteY11" fmla="*/ 353728 h 375657"/>
                    <a:gd name="connsiteX12" fmla="*/ 128003 w 372773"/>
                    <a:gd name="connsiteY12" fmla="*/ 11051 h 375657"/>
                    <a:gd name="connsiteX13" fmla="*/ 236790 w 372773"/>
                    <a:gd name="connsiteY13" fmla="*/ 70883 h 375657"/>
                    <a:gd name="connsiteX14" fmla="*/ 236790 w 372773"/>
                    <a:gd name="connsiteY14" fmla="*/ 62724 h 375657"/>
                    <a:gd name="connsiteX15" fmla="*/ 307501 w 372773"/>
                    <a:gd name="connsiteY15" fmla="*/ 172 h 3756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773" h="375657">
                      <a:moveTo>
                        <a:pt x="176958" y="98080"/>
                      </a:moveTo>
                      <a:cubicBezTo>
                        <a:pt x="147042" y="100800"/>
                        <a:pt x="125284" y="133436"/>
                        <a:pt x="125284" y="190548"/>
                      </a:cubicBezTo>
                      <a:cubicBezTo>
                        <a:pt x="125284" y="247661"/>
                        <a:pt x="141602" y="283017"/>
                        <a:pt x="176958" y="283017"/>
                      </a:cubicBezTo>
                      <a:cubicBezTo>
                        <a:pt x="212314" y="283017"/>
                        <a:pt x="228631" y="247661"/>
                        <a:pt x="228631" y="190548"/>
                      </a:cubicBezTo>
                      <a:cubicBezTo>
                        <a:pt x="228631" y="133436"/>
                        <a:pt x="206874" y="98080"/>
                        <a:pt x="176958" y="98080"/>
                      </a:cubicBezTo>
                      <a:close/>
                      <a:moveTo>
                        <a:pt x="307501" y="172"/>
                      </a:moveTo>
                      <a:cubicBezTo>
                        <a:pt x="340137" y="172"/>
                        <a:pt x="372773" y="30088"/>
                        <a:pt x="372773" y="62724"/>
                      </a:cubicBezTo>
                      <a:cubicBezTo>
                        <a:pt x="372773" y="65444"/>
                        <a:pt x="372773" y="307494"/>
                        <a:pt x="372773" y="312934"/>
                      </a:cubicBezTo>
                      <a:cubicBezTo>
                        <a:pt x="370053" y="348289"/>
                        <a:pt x="337417" y="378205"/>
                        <a:pt x="302061" y="375486"/>
                      </a:cubicBezTo>
                      <a:cubicBezTo>
                        <a:pt x="274865" y="372766"/>
                        <a:pt x="247668" y="353728"/>
                        <a:pt x="239509" y="326532"/>
                      </a:cubicBezTo>
                      <a:cubicBezTo>
                        <a:pt x="225911" y="348289"/>
                        <a:pt x="198715" y="364607"/>
                        <a:pt x="179677" y="370046"/>
                      </a:cubicBezTo>
                      <a:cubicBezTo>
                        <a:pt x="147041" y="378205"/>
                        <a:pt x="100807" y="372766"/>
                        <a:pt x="70890" y="353728"/>
                      </a:cubicBezTo>
                      <a:cubicBezTo>
                        <a:pt x="-35177" y="285737"/>
                        <a:pt x="-27018" y="11051"/>
                        <a:pt x="128003" y="11051"/>
                      </a:cubicBezTo>
                      <a:cubicBezTo>
                        <a:pt x="185116" y="11051"/>
                        <a:pt x="220471" y="49126"/>
                        <a:pt x="236790" y="70883"/>
                      </a:cubicBezTo>
                      <a:cubicBezTo>
                        <a:pt x="236790" y="70883"/>
                        <a:pt x="236790" y="65444"/>
                        <a:pt x="236790" y="62724"/>
                      </a:cubicBezTo>
                      <a:cubicBezTo>
                        <a:pt x="239509" y="27369"/>
                        <a:pt x="272145" y="-2547"/>
                        <a:pt x="307501" y="172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79" name="Freeform: Shape 78">
                  <a:extLst>
                    <a:ext uri="{FF2B5EF4-FFF2-40B4-BE49-F238E27FC236}">
                      <a16:creationId xmlns:a16="http://schemas.microsoft.com/office/drawing/2014/main" id="{CD2B6259-579D-4181-8643-6CF345CD8DEE}"/>
                    </a:ext>
                  </a:extLst>
                </p:cNvPr>
                <p:cNvSpPr/>
                <p:nvPr/>
              </p:nvSpPr>
              <p:spPr>
                <a:xfrm>
                  <a:off x="8380335" y="3464184"/>
                  <a:ext cx="372772" cy="375657"/>
                </a:xfrm>
                <a:custGeom>
                  <a:avLst/>
                  <a:gdLst>
                    <a:gd name="connsiteX0" fmla="*/ 176957 w 372772"/>
                    <a:gd name="connsiteY0" fmla="*/ 98080 h 375657"/>
                    <a:gd name="connsiteX1" fmla="*/ 125282 w 372772"/>
                    <a:gd name="connsiteY1" fmla="*/ 190548 h 375657"/>
                    <a:gd name="connsiteX2" fmla="*/ 176957 w 372772"/>
                    <a:gd name="connsiteY2" fmla="*/ 283017 h 375657"/>
                    <a:gd name="connsiteX3" fmla="*/ 228630 w 372772"/>
                    <a:gd name="connsiteY3" fmla="*/ 190548 h 375657"/>
                    <a:gd name="connsiteX4" fmla="*/ 176957 w 372772"/>
                    <a:gd name="connsiteY4" fmla="*/ 98080 h 375657"/>
                    <a:gd name="connsiteX5" fmla="*/ 307501 w 372772"/>
                    <a:gd name="connsiteY5" fmla="*/ 172 h 375657"/>
                    <a:gd name="connsiteX6" fmla="*/ 372772 w 372772"/>
                    <a:gd name="connsiteY6" fmla="*/ 62724 h 375657"/>
                    <a:gd name="connsiteX7" fmla="*/ 372772 w 372772"/>
                    <a:gd name="connsiteY7" fmla="*/ 312934 h 375657"/>
                    <a:gd name="connsiteX8" fmla="*/ 302062 w 372772"/>
                    <a:gd name="connsiteY8" fmla="*/ 375486 h 375657"/>
                    <a:gd name="connsiteX9" fmla="*/ 239509 w 372772"/>
                    <a:gd name="connsiteY9" fmla="*/ 326532 h 375657"/>
                    <a:gd name="connsiteX10" fmla="*/ 179677 w 372772"/>
                    <a:gd name="connsiteY10" fmla="*/ 370046 h 375657"/>
                    <a:gd name="connsiteX11" fmla="*/ 70890 w 372772"/>
                    <a:gd name="connsiteY11" fmla="*/ 353728 h 375657"/>
                    <a:gd name="connsiteX12" fmla="*/ 128002 w 372772"/>
                    <a:gd name="connsiteY12" fmla="*/ 11051 h 375657"/>
                    <a:gd name="connsiteX13" fmla="*/ 236790 w 372772"/>
                    <a:gd name="connsiteY13" fmla="*/ 70883 h 375657"/>
                    <a:gd name="connsiteX14" fmla="*/ 236790 w 372772"/>
                    <a:gd name="connsiteY14" fmla="*/ 62724 h 375657"/>
                    <a:gd name="connsiteX15" fmla="*/ 307501 w 372772"/>
                    <a:gd name="connsiteY15" fmla="*/ 172 h 3756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772" h="375657">
                      <a:moveTo>
                        <a:pt x="176957" y="98080"/>
                      </a:moveTo>
                      <a:cubicBezTo>
                        <a:pt x="147039" y="100800"/>
                        <a:pt x="125282" y="133436"/>
                        <a:pt x="125282" y="190548"/>
                      </a:cubicBezTo>
                      <a:cubicBezTo>
                        <a:pt x="125282" y="247661"/>
                        <a:pt x="141600" y="283017"/>
                        <a:pt x="176957" y="283017"/>
                      </a:cubicBezTo>
                      <a:cubicBezTo>
                        <a:pt x="212312" y="283017"/>
                        <a:pt x="228630" y="247661"/>
                        <a:pt x="228630" y="190548"/>
                      </a:cubicBezTo>
                      <a:cubicBezTo>
                        <a:pt x="228630" y="133436"/>
                        <a:pt x="206873" y="98080"/>
                        <a:pt x="176957" y="98080"/>
                      </a:cubicBezTo>
                      <a:close/>
                      <a:moveTo>
                        <a:pt x="307501" y="172"/>
                      </a:moveTo>
                      <a:cubicBezTo>
                        <a:pt x="340137" y="172"/>
                        <a:pt x="372772" y="30088"/>
                        <a:pt x="372772" y="62724"/>
                      </a:cubicBezTo>
                      <a:cubicBezTo>
                        <a:pt x="372772" y="65444"/>
                        <a:pt x="372772" y="307494"/>
                        <a:pt x="372772" y="312934"/>
                      </a:cubicBezTo>
                      <a:cubicBezTo>
                        <a:pt x="370053" y="348289"/>
                        <a:pt x="337417" y="378205"/>
                        <a:pt x="302062" y="375486"/>
                      </a:cubicBezTo>
                      <a:cubicBezTo>
                        <a:pt x="274865" y="372766"/>
                        <a:pt x="247668" y="353728"/>
                        <a:pt x="239509" y="326532"/>
                      </a:cubicBezTo>
                      <a:cubicBezTo>
                        <a:pt x="228630" y="348289"/>
                        <a:pt x="198714" y="364607"/>
                        <a:pt x="179677" y="370046"/>
                      </a:cubicBezTo>
                      <a:cubicBezTo>
                        <a:pt x="147040" y="378205"/>
                        <a:pt x="100806" y="372766"/>
                        <a:pt x="70890" y="353728"/>
                      </a:cubicBezTo>
                      <a:cubicBezTo>
                        <a:pt x="-35177" y="285737"/>
                        <a:pt x="-27018" y="11051"/>
                        <a:pt x="128002" y="11051"/>
                      </a:cubicBezTo>
                      <a:cubicBezTo>
                        <a:pt x="185116" y="11051"/>
                        <a:pt x="220472" y="49126"/>
                        <a:pt x="236790" y="70883"/>
                      </a:cubicBezTo>
                      <a:cubicBezTo>
                        <a:pt x="236790" y="70883"/>
                        <a:pt x="236790" y="65444"/>
                        <a:pt x="236790" y="62724"/>
                      </a:cubicBezTo>
                      <a:cubicBezTo>
                        <a:pt x="239509" y="27369"/>
                        <a:pt x="272145" y="-2547"/>
                        <a:pt x="307501" y="172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80" name="Freeform: Shape 79">
                  <a:extLst>
                    <a:ext uri="{FF2B5EF4-FFF2-40B4-BE49-F238E27FC236}">
                      <a16:creationId xmlns:a16="http://schemas.microsoft.com/office/drawing/2014/main" id="{43BD66C8-7ECF-4358-A768-A0F6B2F09378}"/>
                    </a:ext>
                  </a:extLst>
                </p:cNvPr>
                <p:cNvSpPr/>
                <p:nvPr/>
              </p:nvSpPr>
              <p:spPr>
                <a:xfrm>
                  <a:off x="7389492" y="3444253"/>
                  <a:ext cx="217573" cy="435145"/>
                </a:xfrm>
                <a:custGeom>
                  <a:avLst/>
                  <a:gdLst>
                    <a:gd name="connsiteX0" fmla="*/ 186002 w 217572"/>
                    <a:gd name="connsiteY0" fmla="*/ 118011 h 435144"/>
                    <a:gd name="connsiteX1" fmla="*/ 128890 w 217572"/>
                    <a:gd name="connsiteY1" fmla="*/ 58178 h 435144"/>
                    <a:gd name="connsiteX2" fmla="*/ 123450 w 217572"/>
                    <a:gd name="connsiteY2" fmla="*/ 58178 h 435144"/>
                    <a:gd name="connsiteX3" fmla="*/ 58178 w 217572"/>
                    <a:gd name="connsiteY3" fmla="*/ 115291 h 435144"/>
                    <a:gd name="connsiteX4" fmla="*/ 58178 w 217572"/>
                    <a:gd name="connsiteY4" fmla="*/ 232236 h 435144"/>
                    <a:gd name="connsiteX5" fmla="*/ 58178 w 217572"/>
                    <a:gd name="connsiteY5" fmla="*/ 232236 h 435144"/>
                    <a:gd name="connsiteX6" fmla="*/ 58178 w 217572"/>
                    <a:gd name="connsiteY6" fmla="*/ 335583 h 435144"/>
                    <a:gd name="connsiteX7" fmla="*/ 115291 w 217572"/>
                    <a:gd name="connsiteY7" fmla="*/ 395415 h 435144"/>
                    <a:gd name="connsiteX8" fmla="*/ 120730 w 217572"/>
                    <a:gd name="connsiteY8" fmla="*/ 395415 h 435144"/>
                    <a:gd name="connsiteX9" fmla="*/ 186002 w 217572"/>
                    <a:gd name="connsiteY9" fmla="*/ 338303 h 435144"/>
                    <a:gd name="connsiteX10" fmla="*/ 186002 w 217572"/>
                    <a:gd name="connsiteY10" fmla="*/ 240395 h 435144"/>
                    <a:gd name="connsiteX11" fmla="*/ 186002 w 217572"/>
                    <a:gd name="connsiteY11" fmla="*/ 240395 h 435144"/>
                    <a:gd name="connsiteX12" fmla="*/ 186002 w 217572"/>
                    <a:gd name="connsiteY12" fmla="*/ 118011 h 4351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17572" h="435144">
                      <a:moveTo>
                        <a:pt x="186002" y="118011"/>
                      </a:moveTo>
                      <a:cubicBezTo>
                        <a:pt x="183283" y="85375"/>
                        <a:pt x="158806" y="60898"/>
                        <a:pt x="128890" y="58178"/>
                      </a:cubicBezTo>
                      <a:cubicBezTo>
                        <a:pt x="126170" y="58178"/>
                        <a:pt x="126170" y="58178"/>
                        <a:pt x="123450" y="58178"/>
                      </a:cubicBezTo>
                      <a:cubicBezTo>
                        <a:pt x="96254" y="58178"/>
                        <a:pt x="58178" y="82655"/>
                        <a:pt x="58178" y="115291"/>
                      </a:cubicBezTo>
                      <a:lnTo>
                        <a:pt x="58178" y="232236"/>
                      </a:lnTo>
                      <a:lnTo>
                        <a:pt x="58178" y="232236"/>
                      </a:lnTo>
                      <a:cubicBezTo>
                        <a:pt x="58178" y="270311"/>
                        <a:pt x="58178" y="335583"/>
                        <a:pt x="58178" y="335583"/>
                      </a:cubicBezTo>
                      <a:cubicBezTo>
                        <a:pt x="60898" y="368219"/>
                        <a:pt x="85375" y="392696"/>
                        <a:pt x="115291" y="395415"/>
                      </a:cubicBezTo>
                      <a:cubicBezTo>
                        <a:pt x="118011" y="395415"/>
                        <a:pt x="118011" y="395415"/>
                        <a:pt x="120730" y="395415"/>
                      </a:cubicBezTo>
                      <a:cubicBezTo>
                        <a:pt x="147927" y="395415"/>
                        <a:pt x="186002" y="370938"/>
                        <a:pt x="186002" y="338303"/>
                      </a:cubicBezTo>
                      <a:lnTo>
                        <a:pt x="186002" y="240395"/>
                      </a:lnTo>
                      <a:lnTo>
                        <a:pt x="186002" y="240395"/>
                      </a:lnTo>
                      <a:cubicBezTo>
                        <a:pt x="186002" y="202320"/>
                        <a:pt x="186002" y="118011"/>
                        <a:pt x="186002" y="118011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81" name="Freeform: Shape 80">
                  <a:extLst>
                    <a:ext uri="{FF2B5EF4-FFF2-40B4-BE49-F238E27FC236}">
                      <a16:creationId xmlns:a16="http://schemas.microsoft.com/office/drawing/2014/main" id="{228C1249-4DBB-4F25-9423-1401CDFF6FE5}"/>
                    </a:ext>
                  </a:extLst>
                </p:cNvPr>
                <p:cNvSpPr/>
                <p:nvPr/>
              </p:nvSpPr>
              <p:spPr>
                <a:xfrm>
                  <a:off x="7392212" y="3280901"/>
                  <a:ext cx="217573" cy="217572"/>
                </a:xfrm>
                <a:custGeom>
                  <a:avLst/>
                  <a:gdLst>
                    <a:gd name="connsiteX0" fmla="*/ 183282 w 217572"/>
                    <a:gd name="connsiteY0" fmla="*/ 120902 h 217572"/>
                    <a:gd name="connsiteX1" fmla="*/ 120730 w 217572"/>
                    <a:gd name="connsiteY1" fmla="*/ 183454 h 217572"/>
                    <a:gd name="connsiteX2" fmla="*/ 58178 w 217572"/>
                    <a:gd name="connsiteY2" fmla="*/ 120902 h 217572"/>
                    <a:gd name="connsiteX3" fmla="*/ 120730 w 217572"/>
                    <a:gd name="connsiteY3" fmla="*/ 58350 h 217572"/>
                    <a:gd name="connsiteX4" fmla="*/ 183282 w 217572"/>
                    <a:gd name="connsiteY4" fmla="*/ 120902 h 2175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7572" h="217572">
                      <a:moveTo>
                        <a:pt x="183282" y="120902"/>
                      </a:moveTo>
                      <a:cubicBezTo>
                        <a:pt x="183282" y="156258"/>
                        <a:pt x="156086" y="183454"/>
                        <a:pt x="120730" y="183454"/>
                      </a:cubicBezTo>
                      <a:cubicBezTo>
                        <a:pt x="85375" y="183454"/>
                        <a:pt x="58178" y="156258"/>
                        <a:pt x="58178" y="120902"/>
                      </a:cubicBezTo>
                      <a:cubicBezTo>
                        <a:pt x="58178" y="85547"/>
                        <a:pt x="85375" y="58350"/>
                        <a:pt x="120730" y="58350"/>
                      </a:cubicBezTo>
                      <a:cubicBezTo>
                        <a:pt x="153366" y="55630"/>
                        <a:pt x="183282" y="85547"/>
                        <a:pt x="183282" y="120902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82" name="Freeform: Shape 81">
                  <a:extLst>
                    <a:ext uri="{FF2B5EF4-FFF2-40B4-BE49-F238E27FC236}">
                      <a16:creationId xmlns:a16="http://schemas.microsoft.com/office/drawing/2014/main" id="{57D68D8F-4EED-44C0-8530-464EA76DB964}"/>
                    </a:ext>
                  </a:extLst>
                </p:cNvPr>
                <p:cNvSpPr/>
                <p:nvPr/>
              </p:nvSpPr>
              <p:spPr>
                <a:xfrm>
                  <a:off x="6005186" y="3416884"/>
                  <a:ext cx="380752" cy="462341"/>
                </a:xfrm>
                <a:custGeom>
                  <a:avLst/>
                  <a:gdLst>
                    <a:gd name="connsiteX0" fmla="*/ 270312 w 380752"/>
                    <a:gd name="connsiteY0" fmla="*/ 69229 h 462341"/>
                    <a:gd name="connsiteX1" fmla="*/ 188722 w 380752"/>
                    <a:gd name="connsiteY1" fmla="*/ 134501 h 462341"/>
                    <a:gd name="connsiteX2" fmla="*/ 188722 w 380752"/>
                    <a:gd name="connsiteY2" fmla="*/ 118183 h 462341"/>
                    <a:gd name="connsiteX3" fmla="*/ 126170 w 380752"/>
                    <a:gd name="connsiteY3" fmla="*/ 58350 h 462341"/>
                    <a:gd name="connsiteX4" fmla="*/ 58178 w 380752"/>
                    <a:gd name="connsiteY4" fmla="*/ 118183 h 462341"/>
                    <a:gd name="connsiteX5" fmla="*/ 58178 w 380752"/>
                    <a:gd name="connsiteY5" fmla="*/ 210651 h 462341"/>
                    <a:gd name="connsiteX6" fmla="*/ 58178 w 380752"/>
                    <a:gd name="connsiteY6" fmla="*/ 365671 h 462341"/>
                    <a:gd name="connsiteX7" fmla="*/ 58178 w 380752"/>
                    <a:gd name="connsiteY7" fmla="*/ 365671 h 462341"/>
                    <a:gd name="connsiteX8" fmla="*/ 120730 w 380752"/>
                    <a:gd name="connsiteY8" fmla="*/ 425504 h 462341"/>
                    <a:gd name="connsiteX9" fmla="*/ 186002 w 380752"/>
                    <a:gd name="connsiteY9" fmla="*/ 365671 h 462341"/>
                    <a:gd name="connsiteX10" fmla="*/ 186002 w 380752"/>
                    <a:gd name="connsiteY10" fmla="*/ 365671 h 462341"/>
                    <a:gd name="connsiteX11" fmla="*/ 186002 w 380752"/>
                    <a:gd name="connsiteY11" fmla="*/ 210651 h 462341"/>
                    <a:gd name="connsiteX12" fmla="*/ 215919 w 380752"/>
                    <a:gd name="connsiteY12" fmla="*/ 158978 h 462341"/>
                    <a:gd name="connsiteX13" fmla="*/ 275751 w 380752"/>
                    <a:gd name="connsiteY13" fmla="*/ 221530 h 462341"/>
                    <a:gd name="connsiteX14" fmla="*/ 270312 w 380752"/>
                    <a:gd name="connsiteY14" fmla="*/ 69229 h 4623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80752" h="462341">
                      <a:moveTo>
                        <a:pt x="270312" y="69229"/>
                      </a:moveTo>
                      <a:cubicBezTo>
                        <a:pt x="232236" y="71949"/>
                        <a:pt x="213199" y="99145"/>
                        <a:pt x="188722" y="134501"/>
                      </a:cubicBezTo>
                      <a:cubicBezTo>
                        <a:pt x="188722" y="134501"/>
                        <a:pt x="188722" y="118183"/>
                        <a:pt x="188722" y="118183"/>
                      </a:cubicBezTo>
                      <a:cubicBezTo>
                        <a:pt x="188722" y="85547"/>
                        <a:pt x="158806" y="58350"/>
                        <a:pt x="126170" y="58350"/>
                      </a:cubicBezTo>
                      <a:cubicBezTo>
                        <a:pt x="93534" y="55631"/>
                        <a:pt x="60898" y="85547"/>
                        <a:pt x="58178" y="118183"/>
                      </a:cubicBezTo>
                      <a:lnTo>
                        <a:pt x="58178" y="210651"/>
                      </a:lnTo>
                      <a:lnTo>
                        <a:pt x="58178" y="365671"/>
                      </a:lnTo>
                      <a:lnTo>
                        <a:pt x="58178" y="365671"/>
                      </a:lnTo>
                      <a:cubicBezTo>
                        <a:pt x="58178" y="398307"/>
                        <a:pt x="88094" y="425504"/>
                        <a:pt x="120730" y="425504"/>
                      </a:cubicBezTo>
                      <a:cubicBezTo>
                        <a:pt x="153366" y="428224"/>
                        <a:pt x="186002" y="398307"/>
                        <a:pt x="186002" y="365671"/>
                      </a:cubicBezTo>
                      <a:lnTo>
                        <a:pt x="186002" y="365671"/>
                      </a:lnTo>
                      <a:lnTo>
                        <a:pt x="186002" y="210651"/>
                      </a:lnTo>
                      <a:cubicBezTo>
                        <a:pt x="188722" y="188894"/>
                        <a:pt x="196881" y="158978"/>
                        <a:pt x="215919" y="158978"/>
                      </a:cubicBezTo>
                      <a:cubicBezTo>
                        <a:pt x="243115" y="158978"/>
                        <a:pt x="215919" y="221530"/>
                        <a:pt x="275751" y="221530"/>
                      </a:cubicBezTo>
                      <a:cubicBezTo>
                        <a:pt x="362780" y="221530"/>
                        <a:pt x="373658" y="63790"/>
                        <a:pt x="270312" y="69229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83" name="Freeform: Shape 82">
                  <a:extLst>
                    <a:ext uri="{FF2B5EF4-FFF2-40B4-BE49-F238E27FC236}">
                      <a16:creationId xmlns:a16="http://schemas.microsoft.com/office/drawing/2014/main" id="{F146BDC4-C88F-49FA-A273-C03FC594F94D}"/>
                    </a:ext>
                  </a:extLst>
                </p:cNvPr>
                <p:cNvSpPr/>
                <p:nvPr/>
              </p:nvSpPr>
              <p:spPr>
                <a:xfrm>
                  <a:off x="5693490" y="3475234"/>
                  <a:ext cx="337238" cy="364434"/>
                </a:xfrm>
                <a:custGeom>
                  <a:avLst/>
                  <a:gdLst>
                    <a:gd name="connsiteX0" fmla="*/ 180433 w 337238"/>
                    <a:gd name="connsiteY0" fmla="*/ 73984 h 364434"/>
                    <a:gd name="connsiteX1" fmla="*/ 163180 w 337238"/>
                    <a:gd name="connsiteY1" fmla="*/ 78870 h 364434"/>
                    <a:gd name="connsiteX2" fmla="*/ 125105 w 337238"/>
                    <a:gd name="connsiteY2" fmla="*/ 160461 h 364434"/>
                    <a:gd name="connsiteX3" fmla="*/ 171339 w 337238"/>
                    <a:gd name="connsiteY3" fmla="*/ 163180 h 364434"/>
                    <a:gd name="connsiteX4" fmla="*/ 214854 w 337238"/>
                    <a:gd name="connsiteY4" fmla="*/ 108787 h 364434"/>
                    <a:gd name="connsiteX5" fmla="*/ 180433 w 337238"/>
                    <a:gd name="connsiteY5" fmla="*/ 73984 h 364434"/>
                    <a:gd name="connsiteX6" fmla="*/ 174059 w 337238"/>
                    <a:gd name="connsiteY6" fmla="*/ 0 h 364434"/>
                    <a:gd name="connsiteX7" fmla="*/ 337238 w 337238"/>
                    <a:gd name="connsiteY7" fmla="*/ 119665 h 364434"/>
                    <a:gd name="connsiteX8" fmla="*/ 133264 w 337238"/>
                    <a:gd name="connsiteY8" fmla="*/ 217573 h 364434"/>
                    <a:gd name="connsiteX9" fmla="*/ 225732 w 337238"/>
                    <a:gd name="connsiteY9" fmla="*/ 277405 h 364434"/>
                    <a:gd name="connsiteX10" fmla="*/ 320920 w 337238"/>
                    <a:gd name="connsiteY10" fmla="*/ 250208 h 364434"/>
                    <a:gd name="connsiteX11" fmla="*/ 174059 w 337238"/>
                    <a:gd name="connsiteY11" fmla="*/ 364434 h 364434"/>
                    <a:gd name="connsiteX12" fmla="*/ 0 w 337238"/>
                    <a:gd name="connsiteY12" fmla="*/ 184937 h 364434"/>
                    <a:gd name="connsiteX13" fmla="*/ 174059 w 337238"/>
                    <a:gd name="connsiteY13" fmla="*/ 0 h 3644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37238" h="364434">
                      <a:moveTo>
                        <a:pt x="180433" y="73984"/>
                      </a:moveTo>
                      <a:cubicBezTo>
                        <a:pt x="174569" y="73941"/>
                        <a:pt x="168620" y="75471"/>
                        <a:pt x="163180" y="78870"/>
                      </a:cubicBezTo>
                      <a:cubicBezTo>
                        <a:pt x="135984" y="95189"/>
                        <a:pt x="127825" y="130544"/>
                        <a:pt x="125105" y="160461"/>
                      </a:cubicBezTo>
                      <a:cubicBezTo>
                        <a:pt x="125105" y="163180"/>
                        <a:pt x="168620" y="160461"/>
                        <a:pt x="171339" y="163180"/>
                      </a:cubicBezTo>
                      <a:cubicBezTo>
                        <a:pt x="195816" y="157741"/>
                        <a:pt x="214854" y="135984"/>
                        <a:pt x="214854" y="108787"/>
                      </a:cubicBezTo>
                      <a:cubicBezTo>
                        <a:pt x="214854" y="88389"/>
                        <a:pt x="198026" y="74111"/>
                        <a:pt x="180433" y="73984"/>
                      </a:cubicBezTo>
                      <a:close/>
                      <a:moveTo>
                        <a:pt x="174059" y="0"/>
                      </a:moveTo>
                      <a:cubicBezTo>
                        <a:pt x="233891" y="0"/>
                        <a:pt x="337238" y="29916"/>
                        <a:pt x="337238" y="119665"/>
                      </a:cubicBezTo>
                      <a:cubicBezTo>
                        <a:pt x="337238" y="209414"/>
                        <a:pt x="244770" y="217573"/>
                        <a:pt x="133264" y="217573"/>
                      </a:cubicBezTo>
                      <a:cubicBezTo>
                        <a:pt x="133264" y="217573"/>
                        <a:pt x="149581" y="277405"/>
                        <a:pt x="225732" y="277405"/>
                      </a:cubicBezTo>
                      <a:cubicBezTo>
                        <a:pt x="301883" y="277405"/>
                        <a:pt x="320920" y="250208"/>
                        <a:pt x="320920" y="250208"/>
                      </a:cubicBezTo>
                      <a:cubicBezTo>
                        <a:pt x="320920" y="250208"/>
                        <a:pt x="315481" y="364434"/>
                        <a:pt x="174059" y="364434"/>
                      </a:cubicBezTo>
                      <a:cubicBezTo>
                        <a:pt x="95188" y="364434"/>
                        <a:pt x="0" y="304602"/>
                        <a:pt x="0" y="184937"/>
                      </a:cubicBezTo>
                      <a:cubicBezTo>
                        <a:pt x="0" y="78870"/>
                        <a:pt x="73431" y="0"/>
                        <a:pt x="174059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84" name="Freeform: Shape 83">
                  <a:extLst>
                    <a:ext uri="{FF2B5EF4-FFF2-40B4-BE49-F238E27FC236}">
                      <a16:creationId xmlns:a16="http://schemas.microsoft.com/office/drawing/2014/main" id="{807E82E8-43FC-4229-9A7A-8507C4E875AA}"/>
                    </a:ext>
                  </a:extLst>
                </p:cNvPr>
                <p:cNvSpPr/>
                <p:nvPr/>
              </p:nvSpPr>
              <p:spPr>
                <a:xfrm>
                  <a:off x="5376945" y="3338014"/>
                  <a:ext cx="353556" cy="543931"/>
                </a:xfrm>
                <a:custGeom>
                  <a:avLst/>
                  <a:gdLst>
                    <a:gd name="connsiteX0" fmla="*/ 311107 w 353555"/>
                    <a:gd name="connsiteY0" fmla="*/ 433663 h 543931"/>
                    <a:gd name="connsiteX1" fmla="*/ 215919 w 353555"/>
                    <a:gd name="connsiteY1" fmla="*/ 501654 h 543931"/>
                    <a:gd name="connsiteX2" fmla="*/ 98973 w 353555"/>
                    <a:gd name="connsiteY2" fmla="*/ 392868 h 543931"/>
                    <a:gd name="connsiteX3" fmla="*/ 98973 w 353555"/>
                    <a:gd name="connsiteY3" fmla="*/ 221530 h 543931"/>
                    <a:gd name="connsiteX4" fmla="*/ 82655 w 353555"/>
                    <a:gd name="connsiteY4" fmla="*/ 221530 h 543931"/>
                    <a:gd name="connsiteX5" fmla="*/ 58178 w 353555"/>
                    <a:gd name="connsiteY5" fmla="*/ 191614 h 543931"/>
                    <a:gd name="connsiteX6" fmla="*/ 85375 w 353555"/>
                    <a:gd name="connsiteY6" fmla="*/ 164417 h 543931"/>
                    <a:gd name="connsiteX7" fmla="*/ 101693 w 353555"/>
                    <a:gd name="connsiteY7" fmla="*/ 164417 h 543931"/>
                    <a:gd name="connsiteX8" fmla="*/ 101693 w 353555"/>
                    <a:gd name="connsiteY8" fmla="*/ 118183 h 543931"/>
                    <a:gd name="connsiteX9" fmla="*/ 166965 w 353555"/>
                    <a:gd name="connsiteY9" fmla="*/ 58350 h 543931"/>
                    <a:gd name="connsiteX10" fmla="*/ 229517 w 353555"/>
                    <a:gd name="connsiteY10" fmla="*/ 118183 h 543931"/>
                    <a:gd name="connsiteX11" fmla="*/ 229517 w 353555"/>
                    <a:gd name="connsiteY11" fmla="*/ 118183 h 543931"/>
                    <a:gd name="connsiteX12" fmla="*/ 229517 w 353555"/>
                    <a:gd name="connsiteY12" fmla="*/ 164417 h 543931"/>
                    <a:gd name="connsiteX13" fmla="*/ 283910 w 353555"/>
                    <a:gd name="connsiteY13" fmla="*/ 164417 h 543931"/>
                    <a:gd name="connsiteX14" fmla="*/ 308387 w 353555"/>
                    <a:gd name="connsiteY14" fmla="*/ 194333 h 543931"/>
                    <a:gd name="connsiteX15" fmla="*/ 281190 w 353555"/>
                    <a:gd name="connsiteY15" fmla="*/ 221530 h 543931"/>
                    <a:gd name="connsiteX16" fmla="*/ 229517 w 353555"/>
                    <a:gd name="connsiteY16" fmla="*/ 221530 h 543931"/>
                    <a:gd name="connsiteX17" fmla="*/ 229517 w 353555"/>
                    <a:gd name="connsiteY17" fmla="*/ 365671 h 543931"/>
                    <a:gd name="connsiteX18" fmla="*/ 311107 w 353555"/>
                    <a:gd name="connsiteY18" fmla="*/ 433663 h 5439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353555" h="543931">
                      <a:moveTo>
                        <a:pt x="311107" y="433663"/>
                      </a:moveTo>
                      <a:cubicBezTo>
                        <a:pt x="311107" y="433663"/>
                        <a:pt x="278471" y="501654"/>
                        <a:pt x="215919" y="501654"/>
                      </a:cubicBezTo>
                      <a:cubicBezTo>
                        <a:pt x="164245" y="501654"/>
                        <a:pt x="101693" y="458140"/>
                        <a:pt x="98973" y="392868"/>
                      </a:cubicBezTo>
                      <a:cubicBezTo>
                        <a:pt x="98973" y="392868"/>
                        <a:pt x="98973" y="297680"/>
                        <a:pt x="98973" y="221530"/>
                      </a:cubicBezTo>
                      <a:lnTo>
                        <a:pt x="82655" y="221530"/>
                      </a:lnTo>
                      <a:cubicBezTo>
                        <a:pt x="74496" y="221530"/>
                        <a:pt x="58178" y="216090"/>
                        <a:pt x="58178" y="191614"/>
                      </a:cubicBezTo>
                      <a:cubicBezTo>
                        <a:pt x="58178" y="167137"/>
                        <a:pt x="77216" y="164417"/>
                        <a:pt x="85375" y="164417"/>
                      </a:cubicBezTo>
                      <a:lnTo>
                        <a:pt x="101693" y="164417"/>
                      </a:lnTo>
                      <a:cubicBezTo>
                        <a:pt x="101693" y="137220"/>
                        <a:pt x="101693" y="118183"/>
                        <a:pt x="101693" y="118183"/>
                      </a:cubicBezTo>
                      <a:cubicBezTo>
                        <a:pt x="104413" y="85547"/>
                        <a:pt x="134329" y="55631"/>
                        <a:pt x="166965" y="58350"/>
                      </a:cubicBezTo>
                      <a:cubicBezTo>
                        <a:pt x="196881" y="61070"/>
                        <a:pt x="229517" y="85547"/>
                        <a:pt x="229517" y="118183"/>
                      </a:cubicBezTo>
                      <a:lnTo>
                        <a:pt x="229517" y="118183"/>
                      </a:lnTo>
                      <a:lnTo>
                        <a:pt x="229517" y="164417"/>
                      </a:lnTo>
                      <a:lnTo>
                        <a:pt x="283910" y="164417"/>
                      </a:lnTo>
                      <a:cubicBezTo>
                        <a:pt x="292069" y="164417"/>
                        <a:pt x="308387" y="169856"/>
                        <a:pt x="308387" y="194333"/>
                      </a:cubicBezTo>
                      <a:cubicBezTo>
                        <a:pt x="308387" y="218810"/>
                        <a:pt x="292069" y="221530"/>
                        <a:pt x="281190" y="221530"/>
                      </a:cubicBezTo>
                      <a:lnTo>
                        <a:pt x="229517" y="221530"/>
                      </a:lnTo>
                      <a:lnTo>
                        <a:pt x="229517" y="365671"/>
                      </a:lnTo>
                      <a:cubicBezTo>
                        <a:pt x="226797" y="409186"/>
                        <a:pt x="267592" y="433663"/>
                        <a:pt x="311107" y="433663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85" name="Freeform: Shape 84">
                  <a:extLst>
                    <a:ext uri="{FF2B5EF4-FFF2-40B4-BE49-F238E27FC236}">
                      <a16:creationId xmlns:a16="http://schemas.microsoft.com/office/drawing/2014/main" id="{ADA1214D-595A-4B11-ABBD-4910F1D6B52A}"/>
                    </a:ext>
                  </a:extLst>
                </p:cNvPr>
                <p:cNvSpPr/>
                <p:nvPr/>
              </p:nvSpPr>
              <p:spPr>
                <a:xfrm>
                  <a:off x="7090329" y="3338014"/>
                  <a:ext cx="353556" cy="543931"/>
                </a:xfrm>
                <a:custGeom>
                  <a:avLst/>
                  <a:gdLst>
                    <a:gd name="connsiteX0" fmla="*/ 311107 w 353555"/>
                    <a:gd name="connsiteY0" fmla="*/ 433663 h 543931"/>
                    <a:gd name="connsiteX1" fmla="*/ 215919 w 353555"/>
                    <a:gd name="connsiteY1" fmla="*/ 501654 h 543931"/>
                    <a:gd name="connsiteX2" fmla="*/ 98973 w 353555"/>
                    <a:gd name="connsiteY2" fmla="*/ 392868 h 543931"/>
                    <a:gd name="connsiteX3" fmla="*/ 98973 w 353555"/>
                    <a:gd name="connsiteY3" fmla="*/ 221530 h 543931"/>
                    <a:gd name="connsiteX4" fmla="*/ 82655 w 353555"/>
                    <a:gd name="connsiteY4" fmla="*/ 221530 h 543931"/>
                    <a:gd name="connsiteX5" fmla="*/ 58178 w 353555"/>
                    <a:gd name="connsiteY5" fmla="*/ 191614 h 543931"/>
                    <a:gd name="connsiteX6" fmla="*/ 85375 w 353555"/>
                    <a:gd name="connsiteY6" fmla="*/ 164417 h 543931"/>
                    <a:gd name="connsiteX7" fmla="*/ 101693 w 353555"/>
                    <a:gd name="connsiteY7" fmla="*/ 164417 h 543931"/>
                    <a:gd name="connsiteX8" fmla="*/ 101693 w 353555"/>
                    <a:gd name="connsiteY8" fmla="*/ 118183 h 543931"/>
                    <a:gd name="connsiteX9" fmla="*/ 166965 w 353555"/>
                    <a:gd name="connsiteY9" fmla="*/ 58350 h 543931"/>
                    <a:gd name="connsiteX10" fmla="*/ 229517 w 353555"/>
                    <a:gd name="connsiteY10" fmla="*/ 118183 h 543931"/>
                    <a:gd name="connsiteX11" fmla="*/ 229517 w 353555"/>
                    <a:gd name="connsiteY11" fmla="*/ 118183 h 543931"/>
                    <a:gd name="connsiteX12" fmla="*/ 229517 w 353555"/>
                    <a:gd name="connsiteY12" fmla="*/ 164417 h 543931"/>
                    <a:gd name="connsiteX13" fmla="*/ 283910 w 353555"/>
                    <a:gd name="connsiteY13" fmla="*/ 164417 h 543931"/>
                    <a:gd name="connsiteX14" fmla="*/ 308387 w 353555"/>
                    <a:gd name="connsiteY14" fmla="*/ 194333 h 543931"/>
                    <a:gd name="connsiteX15" fmla="*/ 281190 w 353555"/>
                    <a:gd name="connsiteY15" fmla="*/ 221530 h 543931"/>
                    <a:gd name="connsiteX16" fmla="*/ 229517 w 353555"/>
                    <a:gd name="connsiteY16" fmla="*/ 221530 h 543931"/>
                    <a:gd name="connsiteX17" fmla="*/ 229517 w 353555"/>
                    <a:gd name="connsiteY17" fmla="*/ 365671 h 543931"/>
                    <a:gd name="connsiteX18" fmla="*/ 311107 w 353555"/>
                    <a:gd name="connsiteY18" fmla="*/ 433663 h 5439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353555" h="543931">
                      <a:moveTo>
                        <a:pt x="311107" y="433663"/>
                      </a:moveTo>
                      <a:cubicBezTo>
                        <a:pt x="311107" y="433663"/>
                        <a:pt x="278471" y="501654"/>
                        <a:pt x="215919" y="501654"/>
                      </a:cubicBezTo>
                      <a:cubicBezTo>
                        <a:pt x="164245" y="501654"/>
                        <a:pt x="101693" y="458140"/>
                        <a:pt x="98973" y="392868"/>
                      </a:cubicBezTo>
                      <a:cubicBezTo>
                        <a:pt x="98973" y="392868"/>
                        <a:pt x="98973" y="297680"/>
                        <a:pt x="98973" y="221530"/>
                      </a:cubicBezTo>
                      <a:lnTo>
                        <a:pt x="82655" y="221530"/>
                      </a:lnTo>
                      <a:cubicBezTo>
                        <a:pt x="74496" y="221530"/>
                        <a:pt x="58178" y="216090"/>
                        <a:pt x="58178" y="191614"/>
                      </a:cubicBezTo>
                      <a:cubicBezTo>
                        <a:pt x="58178" y="167137"/>
                        <a:pt x="77216" y="164417"/>
                        <a:pt x="85375" y="164417"/>
                      </a:cubicBezTo>
                      <a:lnTo>
                        <a:pt x="101693" y="164417"/>
                      </a:lnTo>
                      <a:cubicBezTo>
                        <a:pt x="101693" y="137220"/>
                        <a:pt x="101693" y="118183"/>
                        <a:pt x="101693" y="118183"/>
                      </a:cubicBezTo>
                      <a:cubicBezTo>
                        <a:pt x="104412" y="85547"/>
                        <a:pt x="134329" y="55631"/>
                        <a:pt x="166965" y="58350"/>
                      </a:cubicBezTo>
                      <a:cubicBezTo>
                        <a:pt x="196881" y="61070"/>
                        <a:pt x="229517" y="85547"/>
                        <a:pt x="229517" y="118183"/>
                      </a:cubicBezTo>
                      <a:lnTo>
                        <a:pt x="229517" y="118183"/>
                      </a:lnTo>
                      <a:lnTo>
                        <a:pt x="229517" y="164417"/>
                      </a:lnTo>
                      <a:lnTo>
                        <a:pt x="283910" y="164417"/>
                      </a:lnTo>
                      <a:cubicBezTo>
                        <a:pt x="292069" y="164417"/>
                        <a:pt x="308387" y="169856"/>
                        <a:pt x="308387" y="194333"/>
                      </a:cubicBezTo>
                      <a:cubicBezTo>
                        <a:pt x="308387" y="218810"/>
                        <a:pt x="292069" y="221530"/>
                        <a:pt x="281190" y="221530"/>
                      </a:cubicBezTo>
                      <a:lnTo>
                        <a:pt x="229517" y="221530"/>
                      </a:lnTo>
                      <a:lnTo>
                        <a:pt x="229517" y="365671"/>
                      </a:lnTo>
                      <a:cubicBezTo>
                        <a:pt x="229517" y="409186"/>
                        <a:pt x="270312" y="433663"/>
                        <a:pt x="311107" y="433663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86" name="Freeform: Shape 85">
                  <a:extLst>
                    <a:ext uri="{FF2B5EF4-FFF2-40B4-BE49-F238E27FC236}">
                      <a16:creationId xmlns:a16="http://schemas.microsoft.com/office/drawing/2014/main" id="{4D191A5D-9D5A-4EA0-96F4-BB0A33EEAEE6}"/>
                    </a:ext>
                  </a:extLst>
                </p:cNvPr>
                <p:cNvSpPr/>
                <p:nvPr/>
              </p:nvSpPr>
              <p:spPr>
                <a:xfrm>
                  <a:off x="2080719" y="4178559"/>
                  <a:ext cx="462342" cy="788700"/>
                </a:xfrm>
                <a:custGeom>
                  <a:avLst/>
                  <a:gdLst>
                    <a:gd name="connsiteX0" fmla="*/ 403575 w 462341"/>
                    <a:gd name="connsiteY0" fmla="*/ 583072 h 788699"/>
                    <a:gd name="connsiteX1" fmla="*/ 406295 w 462341"/>
                    <a:gd name="connsiteY1" fmla="*/ 596670 h 788699"/>
                    <a:gd name="connsiteX2" fmla="*/ 400855 w 462341"/>
                    <a:gd name="connsiteY2" fmla="*/ 610268 h 788699"/>
                    <a:gd name="connsiteX3" fmla="*/ 389977 w 462341"/>
                    <a:gd name="connsiteY3" fmla="*/ 626586 h 788699"/>
                    <a:gd name="connsiteX4" fmla="*/ 354621 w 462341"/>
                    <a:gd name="connsiteY4" fmla="*/ 675540 h 788699"/>
                    <a:gd name="connsiteX5" fmla="*/ 327424 w 462341"/>
                    <a:gd name="connsiteY5" fmla="*/ 691858 h 788699"/>
                    <a:gd name="connsiteX6" fmla="*/ 292069 w 462341"/>
                    <a:gd name="connsiteY6" fmla="*/ 713615 h 788699"/>
                    <a:gd name="connsiteX7" fmla="*/ 251274 w 462341"/>
                    <a:gd name="connsiteY7" fmla="*/ 724494 h 788699"/>
                    <a:gd name="connsiteX8" fmla="*/ 221358 w 462341"/>
                    <a:gd name="connsiteY8" fmla="*/ 721774 h 788699"/>
                    <a:gd name="connsiteX9" fmla="*/ 191442 w 462341"/>
                    <a:gd name="connsiteY9" fmla="*/ 721774 h 788699"/>
                    <a:gd name="connsiteX10" fmla="*/ 153366 w 462341"/>
                    <a:gd name="connsiteY10" fmla="*/ 713615 h 788699"/>
                    <a:gd name="connsiteX11" fmla="*/ 104412 w 462341"/>
                    <a:gd name="connsiteY11" fmla="*/ 675540 h 788699"/>
                    <a:gd name="connsiteX12" fmla="*/ 104412 w 462341"/>
                    <a:gd name="connsiteY12" fmla="*/ 689138 h 788699"/>
                    <a:gd name="connsiteX13" fmla="*/ 101693 w 462341"/>
                    <a:gd name="connsiteY13" fmla="*/ 710895 h 788699"/>
                    <a:gd name="connsiteX14" fmla="*/ 85375 w 462341"/>
                    <a:gd name="connsiteY14" fmla="*/ 732653 h 788699"/>
                    <a:gd name="connsiteX15" fmla="*/ 69057 w 462341"/>
                    <a:gd name="connsiteY15" fmla="*/ 727214 h 788699"/>
                    <a:gd name="connsiteX16" fmla="*/ 60898 w 462341"/>
                    <a:gd name="connsiteY16" fmla="*/ 710895 h 788699"/>
                    <a:gd name="connsiteX17" fmla="*/ 58178 w 462341"/>
                    <a:gd name="connsiteY17" fmla="*/ 691858 h 788699"/>
                    <a:gd name="connsiteX18" fmla="*/ 60898 w 462341"/>
                    <a:gd name="connsiteY18" fmla="*/ 664661 h 788699"/>
                    <a:gd name="connsiteX19" fmla="*/ 60898 w 462341"/>
                    <a:gd name="connsiteY19" fmla="*/ 607549 h 788699"/>
                    <a:gd name="connsiteX20" fmla="*/ 63618 w 462341"/>
                    <a:gd name="connsiteY20" fmla="*/ 528679 h 788699"/>
                    <a:gd name="connsiteX21" fmla="*/ 69057 w 462341"/>
                    <a:gd name="connsiteY21" fmla="*/ 504202 h 788699"/>
                    <a:gd name="connsiteX22" fmla="*/ 74496 w 462341"/>
                    <a:gd name="connsiteY22" fmla="*/ 493323 h 788699"/>
                    <a:gd name="connsiteX23" fmla="*/ 82655 w 462341"/>
                    <a:gd name="connsiteY23" fmla="*/ 487884 h 788699"/>
                    <a:gd name="connsiteX24" fmla="*/ 90814 w 462341"/>
                    <a:gd name="connsiteY24" fmla="*/ 493323 h 788699"/>
                    <a:gd name="connsiteX25" fmla="*/ 98973 w 462341"/>
                    <a:gd name="connsiteY25" fmla="*/ 512361 h 788699"/>
                    <a:gd name="connsiteX26" fmla="*/ 101693 w 462341"/>
                    <a:gd name="connsiteY26" fmla="*/ 555875 h 788699"/>
                    <a:gd name="connsiteX27" fmla="*/ 101693 w 462341"/>
                    <a:gd name="connsiteY27" fmla="*/ 596670 h 788699"/>
                    <a:gd name="connsiteX28" fmla="*/ 109852 w 462341"/>
                    <a:gd name="connsiteY28" fmla="*/ 626586 h 788699"/>
                    <a:gd name="connsiteX29" fmla="*/ 128889 w 462341"/>
                    <a:gd name="connsiteY29" fmla="*/ 651063 h 788699"/>
                    <a:gd name="connsiteX30" fmla="*/ 153366 w 462341"/>
                    <a:gd name="connsiteY30" fmla="*/ 670101 h 788699"/>
                    <a:gd name="connsiteX31" fmla="*/ 196881 w 462341"/>
                    <a:gd name="connsiteY31" fmla="*/ 678260 h 788699"/>
                    <a:gd name="connsiteX32" fmla="*/ 221358 w 462341"/>
                    <a:gd name="connsiteY32" fmla="*/ 667381 h 788699"/>
                    <a:gd name="connsiteX33" fmla="*/ 253994 w 462341"/>
                    <a:gd name="connsiteY33" fmla="*/ 659222 h 788699"/>
                    <a:gd name="connsiteX34" fmla="*/ 275751 w 462341"/>
                    <a:gd name="connsiteY34" fmla="*/ 637465 h 788699"/>
                    <a:gd name="connsiteX35" fmla="*/ 281190 w 462341"/>
                    <a:gd name="connsiteY35" fmla="*/ 615708 h 788699"/>
                    <a:gd name="connsiteX36" fmla="*/ 278471 w 462341"/>
                    <a:gd name="connsiteY36" fmla="*/ 602109 h 788699"/>
                    <a:gd name="connsiteX37" fmla="*/ 262153 w 462341"/>
                    <a:gd name="connsiteY37" fmla="*/ 572193 h 788699"/>
                    <a:gd name="connsiteX38" fmla="*/ 245835 w 462341"/>
                    <a:gd name="connsiteY38" fmla="*/ 536838 h 788699"/>
                    <a:gd name="connsiteX39" fmla="*/ 196881 w 462341"/>
                    <a:gd name="connsiteY39" fmla="*/ 477005 h 788699"/>
                    <a:gd name="connsiteX40" fmla="*/ 145207 w 462341"/>
                    <a:gd name="connsiteY40" fmla="*/ 419892 h 788699"/>
                    <a:gd name="connsiteX41" fmla="*/ 93534 w 462341"/>
                    <a:gd name="connsiteY41" fmla="*/ 357340 h 788699"/>
                    <a:gd name="connsiteX42" fmla="*/ 66337 w 462341"/>
                    <a:gd name="connsiteY42" fmla="*/ 283910 h 788699"/>
                    <a:gd name="connsiteX43" fmla="*/ 58178 w 462341"/>
                    <a:gd name="connsiteY43" fmla="*/ 224077 h 788699"/>
                    <a:gd name="connsiteX44" fmla="*/ 82655 w 462341"/>
                    <a:gd name="connsiteY44" fmla="*/ 150647 h 788699"/>
                    <a:gd name="connsiteX45" fmla="*/ 137048 w 462341"/>
                    <a:gd name="connsiteY45" fmla="*/ 96253 h 788699"/>
                    <a:gd name="connsiteX46" fmla="*/ 196881 w 462341"/>
                    <a:gd name="connsiteY46" fmla="*/ 77216 h 788699"/>
                    <a:gd name="connsiteX47" fmla="*/ 232236 w 462341"/>
                    <a:gd name="connsiteY47" fmla="*/ 69057 h 788699"/>
                    <a:gd name="connsiteX48" fmla="*/ 262153 w 462341"/>
                    <a:gd name="connsiteY48" fmla="*/ 74496 h 788699"/>
                    <a:gd name="connsiteX49" fmla="*/ 294789 w 462341"/>
                    <a:gd name="connsiteY49" fmla="*/ 85375 h 788699"/>
                    <a:gd name="connsiteX50" fmla="*/ 327424 w 462341"/>
                    <a:gd name="connsiteY50" fmla="*/ 104412 h 788699"/>
                    <a:gd name="connsiteX51" fmla="*/ 332864 w 462341"/>
                    <a:gd name="connsiteY51" fmla="*/ 74496 h 788699"/>
                    <a:gd name="connsiteX52" fmla="*/ 338303 w 462341"/>
                    <a:gd name="connsiteY52" fmla="*/ 63618 h 788699"/>
                    <a:gd name="connsiteX53" fmla="*/ 349182 w 462341"/>
                    <a:gd name="connsiteY53" fmla="*/ 58178 h 788699"/>
                    <a:gd name="connsiteX54" fmla="*/ 357341 w 462341"/>
                    <a:gd name="connsiteY54" fmla="*/ 63618 h 788699"/>
                    <a:gd name="connsiteX55" fmla="*/ 365500 w 462341"/>
                    <a:gd name="connsiteY55" fmla="*/ 82655 h 788699"/>
                    <a:gd name="connsiteX56" fmla="*/ 368219 w 462341"/>
                    <a:gd name="connsiteY56" fmla="*/ 142488 h 788699"/>
                    <a:gd name="connsiteX57" fmla="*/ 368219 w 462341"/>
                    <a:gd name="connsiteY57" fmla="*/ 188722 h 788699"/>
                    <a:gd name="connsiteX58" fmla="*/ 370939 w 462341"/>
                    <a:gd name="connsiteY58" fmla="*/ 245834 h 788699"/>
                    <a:gd name="connsiteX59" fmla="*/ 354621 w 462341"/>
                    <a:gd name="connsiteY59" fmla="*/ 286629 h 788699"/>
                    <a:gd name="connsiteX60" fmla="*/ 338303 w 462341"/>
                    <a:gd name="connsiteY60" fmla="*/ 281190 h 788699"/>
                    <a:gd name="connsiteX61" fmla="*/ 330144 w 462341"/>
                    <a:gd name="connsiteY61" fmla="*/ 264872 h 788699"/>
                    <a:gd name="connsiteX62" fmla="*/ 327424 w 462341"/>
                    <a:gd name="connsiteY62" fmla="*/ 248554 h 788699"/>
                    <a:gd name="connsiteX63" fmla="*/ 330144 w 462341"/>
                    <a:gd name="connsiteY63" fmla="*/ 221357 h 788699"/>
                    <a:gd name="connsiteX64" fmla="*/ 330144 w 462341"/>
                    <a:gd name="connsiteY64" fmla="*/ 188722 h 788699"/>
                    <a:gd name="connsiteX65" fmla="*/ 327424 w 462341"/>
                    <a:gd name="connsiteY65" fmla="*/ 164245 h 788699"/>
                    <a:gd name="connsiteX66" fmla="*/ 311107 w 462341"/>
                    <a:gd name="connsiteY66" fmla="*/ 134329 h 788699"/>
                    <a:gd name="connsiteX67" fmla="*/ 283910 w 462341"/>
                    <a:gd name="connsiteY67" fmla="*/ 118011 h 788699"/>
                    <a:gd name="connsiteX68" fmla="*/ 251274 w 462341"/>
                    <a:gd name="connsiteY68" fmla="*/ 112571 h 788699"/>
                    <a:gd name="connsiteX69" fmla="*/ 215918 w 462341"/>
                    <a:gd name="connsiteY69" fmla="*/ 123450 h 788699"/>
                    <a:gd name="connsiteX70" fmla="*/ 202320 w 462341"/>
                    <a:gd name="connsiteY70" fmla="*/ 147927 h 788699"/>
                    <a:gd name="connsiteX71" fmla="*/ 188722 w 462341"/>
                    <a:gd name="connsiteY71" fmla="*/ 180563 h 788699"/>
                    <a:gd name="connsiteX72" fmla="*/ 183283 w 462341"/>
                    <a:gd name="connsiteY72" fmla="*/ 210479 h 788699"/>
                    <a:gd name="connsiteX73" fmla="*/ 188722 w 462341"/>
                    <a:gd name="connsiteY73" fmla="*/ 226797 h 788699"/>
                    <a:gd name="connsiteX74" fmla="*/ 188722 w 462341"/>
                    <a:gd name="connsiteY74" fmla="*/ 248554 h 788699"/>
                    <a:gd name="connsiteX75" fmla="*/ 210479 w 462341"/>
                    <a:gd name="connsiteY75" fmla="*/ 273031 h 788699"/>
                    <a:gd name="connsiteX76" fmla="*/ 226797 w 462341"/>
                    <a:gd name="connsiteY76" fmla="*/ 300228 h 788699"/>
                    <a:gd name="connsiteX77" fmla="*/ 256713 w 462341"/>
                    <a:gd name="connsiteY77" fmla="*/ 332864 h 788699"/>
                    <a:gd name="connsiteX78" fmla="*/ 275751 w 462341"/>
                    <a:gd name="connsiteY78" fmla="*/ 351901 h 788699"/>
                    <a:gd name="connsiteX79" fmla="*/ 324705 w 462341"/>
                    <a:gd name="connsiteY79" fmla="*/ 400855 h 788699"/>
                    <a:gd name="connsiteX80" fmla="*/ 343742 w 462341"/>
                    <a:gd name="connsiteY80" fmla="*/ 428051 h 788699"/>
                    <a:gd name="connsiteX81" fmla="*/ 351901 w 462341"/>
                    <a:gd name="connsiteY81" fmla="*/ 433491 h 788699"/>
                    <a:gd name="connsiteX82" fmla="*/ 360060 w 462341"/>
                    <a:gd name="connsiteY82" fmla="*/ 447089 h 788699"/>
                    <a:gd name="connsiteX83" fmla="*/ 384537 w 462341"/>
                    <a:gd name="connsiteY83" fmla="*/ 474286 h 788699"/>
                    <a:gd name="connsiteX84" fmla="*/ 395416 w 462341"/>
                    <a:gd name="connsiteY84" fmla="*/ 506921 h 788699"/>
                    <a:gd name="connsiteX85" fmla="*/ 406295 w 462341"/>
                    <a:gd name="connsiteY85" fmla="*/ 536838 h 788699"/>
                    <a:gd name="connsiteX86" fmla="*/ 409014 w 462341"/>
                    <a:gd name="connsiteY86" fmla="*/ 547716 h 788699"/>
                    <a:gd name="connsiteX87" fmla="*/ 406295 w 462341"/>
                    <a:gd name="connsiteY87" fmla="*/ 569473 h 788699"/>
                    <a:gd name="connsiteX88" fmla="*/ 403575 w 462341"/>
                    <a:gd name="connsiteY88" fmla="*/ 583072 h 788699"/>
                    <a:gd name="connsiteX89" fmla="*/ 403575 w 462341"/>
                    <a:gd name="connsiteY89" fmla="*/ 583072 h 788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</a:cxnLst>
                  <a:rect l="l" t="t" r="r" b="b"/>
                  <a:pathLst>
                    <a:path w="462341" h="788699">
                      <a:moveTo>
                        <a:pt x="403575" y="583072"/>
                      </a:moveTo>
                      <a:cubicBezTo>
                        <a:pt x="403575" y="588511"/>
                        <a:pt x="406295" y="591231"/>
                        <a:pt x="406295" y="596670"/>
                      </a:cubicBezTo>
                      <a:cubicBezTo>
                        <a:pt x="406295" y="602109"/>
                        <a:pt x="403575" y="604829"/>
                        <a:pt x="400855" y="610268"/>
                      </a:cubicBezTo>
                      <a:cubicBezTo>
                        <a:pt x="398136" y="615708"/>
                        <a:pt x="392696" y="621147"/>
                        <a:pt x="389977" y="626586"/>
                      </a:cubicBezTo>
                      <a:cubicBezTo>
                        <a:pt x="381818" y="645624"/>
                        <a:pt x="368219" y="661942"/>
                        <a:pt x="354621" y="675540"/>
                      </a:cubicBezTo>
                      <a:cubicBezTo>
                        <a:pt x="346462" y="683699"/>
                        <a:pt x="338303" y="686419"/>
                        <a:pt x="327424" y="691858"/>
                      </a:cubicBezTo>
                      <a:cubicBezTo>
                        <a:pt x="316546" y="700017"/>
                        <a:pt x="302948" y="708176"/>
                        <a:pt x="292069" y="713615"/>
                      </a:cubicBezTo>
                      <a:cubicBezTo>
                        <a:pt x="281190" y="719054"/>
                        <a:pt x="264872" y="724494"/>
                        <a:pt x="251274" y="724494"/>
                      </a:cubicBezTo>
                      <a:cubicBezTo>
                        <a:pt x="240395" y="724494"/>
                        <a:pt x="229517" y="721774"/>
                        <a:pt x="221358" y="721774"/>
                      </a:cubicBezTo>
                      <a:cubicBezTo>
                        <a:pt x="213199" y="721774"/>
                        <a:pt x="202320" y="721774"/>
                        <a:pt x="191442" y="721774"/>
                      </a:cubicBezTo>
                      <a:cubicBezTo>
                        <a:pt x="172404" y="721774"/>
                        <a:pt x="172404" y="721774"/>
                        <a:pt x="153366" y="713615"/>
                      </a:cubicBezTo>
                      <a:cubicBezTo>
                        <a:pt x="134329" y="708176"/>
                        <a:pt x="118011" y="691858"/>
                        <a:pt x="104412" y="675540"/>
                      </a:cubicBezTo>
                      <a:cubicBezTo>
                        <a:pt x="104412" y="678260"/>
                        <a:pt x="104412" y="680979"/>
                        <a:pt x="104412" y="689138"/>
                      </a:cubicBezTo>
                      <a:cubicBezTo>
                        <a:pt x="104412" y="694578"/>
                        <a:pt x="104412" y="702737"/>
                        <a:pt x="101693" y="710895"/>
                      </a:cubicBezTo>
                      <a:cubicBezTo>
                        <a:pt x="101693" y="721774"/>
                        <a:pt x="96253" y="732653"/>
                        <a:pt x="85375" y="732653"/>
                      </a:cubicBezTo>
                      <a:cubicBezTo>
                        <a:pt x="77216" y="732653"/>
                        <a:pt x="74496" y="729933"/>
                        <a:pt x="69057" y="727214"/>
                      </a:cubicBezTo>
                      <a:cubicBezTo>
                        <a:pt x="63618" y="724494"/>
                        <a:pt x="60898" y="716335"/>
                        <a:pt x="60898" y="710895"/>
                      </a:cubicBezTo>
                      <a:cubicBezTo>
                        <a:pt x="58178" y="702737"/>
                        <a:pt x="58178" y="697297"/>
                        <a:pt x="58178" y="691858"/>
                      </a:cubicBezTo>
                      <a:cubicBezTo>
                        <a:pt x="58178" y="683699"/>
                        <a:pt x="60898" y="678260"/>
                        <a:pt x="60898" y="664661"/>
                      </a:cubicBezTo>
                      <a:cubicBezTo>
                        <a:pt x="60898" y="656502"/>
                        <a:pt x="60898" y="632026"/>
                        <a:pt x="60898" y="607549"/>
                      </a:cubicBezTo>
                      <a:cubicBezTo>
                        <a:pt x="60898" y="574913"/>
                        <a:pt x="60898" y="542277"/>
                        <a:pt x="63618" y="528679"/>
                      </a:cubicBezTo>
                      <a:cubicBezTo>
                        <a:pt x="63618" y="520520"/>
                        <a:pt x="63618" y="509641"/>
                        <a:pt x="69057" y="504202"/>
                      </a:cubicBezTo>
                      <a:cubicBezTo>
                        <a:pt x="71777" y="501482"/>
                        <a:pt x="71777" y="498762"/>
                        <a:pt x="74496" y="493323"/>
                      </a:cubicBezTo>
                      <a:cubicBezTo>
                        <a:pt x="77216" y="490603"/>
                        <a:pt x="79936" y="487884"/>
                        <a:pt x="82655" y="487884"/>
                      </a:cubicBezTo>
                      <a:cubicBezTo>
                        <a:pt x="85375" y="487884"/>
                        <a:pt x="90814" y="490603"/>
                        <a:pt x="90814" y="493323"/>
                      </a:cubicBezTo>
                      <a:cubicBezTo>
                        <a:pt x="93534" y="498762"/>
                        <a:pt x="98973" y="506921"/>
                        <a:pt x="98973" y="512361"/>
                      </a:cubicBezTo>
                      <a:cubicBezTo>
                        <a:pt x="98973" y="520520"/>
                        <a:pt x="101693" y="536838"/>
                        <a:pt x="101693" y="555875"/>
                      </a:cubicBezTo>
                      <a:cubicBezTo>
                        <a:pt x="101693" y="569473"/>
                        <a:pt x="101693" y="583072"/>
                        <a:pt x="101693" y="596670"/>
                      </a:cubicBezTo>
                      <a:cubicBezTo>
                        <a:pt x="101693" y="607549"/>
                        <a:pt x="104412" y="618427"/>
                        <a:pt x="109852" y="626586"/>
                      </a:cubicBezTo>
                      <a:cubicBezTo>
                        <a:pt x="115291" y="637465"/>
                        <a:pt x="123450" y="642904"/>
                        <a:pt x="128889" y="651063"/>
                      </a:cubicBezTo>
                      <a:cubicBezTo>
                        <a:pt x="137048" y="661942"/>
                        <a:pt x="139768" y="667381"/>
                        <a:pt x="153366" y="670101"/>
                      </a:cubicBezTo>
                      <a:cubicBezTo>
                        <a:pt x="161525" y="670101"/>
                        <a:pt x="183283" y="678260"/>
                        <a:pt x="196881" y="678260"/>
                      </a:cubicBezTo>
                      <a:cubicBezTo>
                        <a:pt x="207759" y="678260"/>
                        <a:pt x="210479" y="672820"/>
                        <a:pt x="221358" y="667381"/>
                      </a:cubicBezTo>
                      <a:cubicBezTo>
                        <a:pt x="232236" y="661942"/>
                        <a:pt x="245835" y="664661"/>
                        <a:pt x="253994" y="659222"/>
                      </a:cubicBezTo>
                      <a:cubicBezTo>
                        <a:pt x="262153" y="653783"/>
                        <a:pt x="273031" y="645624"/>
                        <a:pt x="275751" y="637465"/>
                      </a:cubicBezTo>
                      <a:cubicBezTo>
                        <a:pt x="281190" y="629306"/>
                        <a:pt x="281190" y="621147"/>
                        <a:pt x="281190" y="615708"/>
                      </a:cubicBezTo>
                      <a:cubicBezTo>
                        <a:pt x="281190" y="610268"/>
                        <a:pt x="281190" y="607549"/>
                        <a:pt x="278471" y="602109"/>
                      </a:cubicBezTo>
                      <a:cubicBezTo>
                        <a:pt x="275751" y="591231"/>
                        <a:pt x="267592" y="583072"/>
                        <a:pt x="262153" y="572193"/>
                      </a:cubicBezTo>
                      <a:cubicBezTo>
                        <a:pt x="256713" y="561314"/>
                        <a:pt x="253994" y="547716"/>
                        <a:pt x="245835" y="536838"/>
                      </a:cubicBezTo>
                      <a:cubicBezTo>
                        <a:pt x="232236" y="515080"/>
                        <a:pt x="213199" y="498762"/>
                        <a:pt x="196881" y="477005"/>
                      </a:cubicBezTo>
                      <a:cubicBezTo>
                        <a:pt x="180563" y="457968"/>
                        <a:pt x="164245" y="438930"/>
                        <a:pt x="145207" y="419892"/>
                      </a:cubicBezTo>
                      <a:cubicBezTo>
                        <a:pt x="126170" y="400855"/>
                        <a:pt x="109852" y="379098"/>
                        <a:pt x="93534" y="357340"/>
                      </a:cubicBezTo>
                      <a:cubicBezTo>
                        <a:pt x="77216" y="335583"/>
                        <a:pt x="71777" y="308387"/>
                        <a:pt x="66337" y="283910"/>
                      </a:cubicBezTo>
                      <a:cubicBezTo>
                        <a:pt x="63618" y="267592"/>
                        <a:pt x="58178" y="245834"/>
                        <a:pt x="58178" y="224077"/>
                      </a:cubicBezTo>
                      <a:cubicBezTo>
                        <a:pt x="58178" y="194161"/>
                        <a:pt x="69057" y="175123"/>
                        <a:pt x="82655" y="150647"/>
                      </a:cubicBezTo>
                      <a:cubicBezTo>
                        <a:pt x="96253" y="128889"/>
                        <a:pt x="115291" y="109852"/>
                        <a:pt x="137048" y="96253"/>
                      </a:cubicBezTo>
                      <a:cubicBezTo>
                        <a:pt x="158806" y="82655"/>
                        <a:pt x="172404" y="79936"/>
                        <a:pt x="196881" y="77216"/>
                      </a:cubicBezTo>
                      <a:cubicBezTo>
                        <a:pt x="210479" y="77216"/>
                        <a:pt x="215918" y="69057"/>
                        <a:pt x="232236" y="69057"/>
                      </a:cubicBezTo>
                      <a:cubicBezTo>
                        <a:pt x="243115" y="69057"/>
                        <a:pt x="251274" y="71776"/>
                        <a:pt x="262153" y="74496"/>
                      </a:cubicBezTo>
                      <a:cubicBezTo>
                        <a:pt x="273031" y="77216"/>
                        <a:pt x="283910" y="82655"/>
                        <a:pt x="294789" y="85375"/>
                      </a:cubicBezTo>
                      <a:cubicBezTo>
                        <a:pt x="308387" y="90814"/>
                        <a:pt x="319265" y="96253"/>
                        <a:pt x="327424" y="104412"/>
                      </a:cubicBezTo>
                      <a:cubicBezTo>
                        <a:pt x="327424" y="90814"/>
                        <a:pt x="327424" y="79936"/>
                        <a:pt x="332864" y="74496"/>
                      </a:cubicBezTo>
                      <a:cubicBezTo>
                        <a:pt x="335583" y="71776"/>
                        <a:pt x="335583" y="69057"/>
                        <a:pt x="338303" y="63618"/>
                      </a:cubicBezTo>
                      <a:cubicBezTo>
                        <a:pt x="341023" y="60898"/>
                        <a:pt x="346462" y="58178"/>
                        <a:pt x="349182" y="58178"/>
                      </a:cubicBezTo>
                      <a:cubicBezTo>
                        <a:pt x="351901" y="58178"/>
                        <a:pt x="357341" y="60898"/>
                        <a:pt x="357341" y="63618"/>
                      </a:cubicBezTo>
                      <a:cubicBezTo>
                        <a:pt x="360060" y="69057"/>
                        <a:pt x="365500" y="77216"/>
                        <a:pt x="365500" y="82655"/>
                      </a:cubicBezTo>
                      <a:cubicBezTo>
                        <a:pt x="365500" y="90814"/>
                        <a:pt x="368219" y="123450"/>
                        <a:pt x="368219" y="142488"/>
                      </a:cubicBezTo>
                      <a:cubicBezTo>
                        <a:pt x="368219" y="158806"/>
                        <a:pt x="368219" y="177843"/>
                        <a:pt x="368219" y="188722"/>
                      </a:cubicBezTo>
                      <a:cubicBezTo>
                        <a:pt x="368219" y="213199"/>
                        <a:pt x="370939" y="224077"/>
                        <a:pt x="370939" y="245834"/>
                      </a:cubicBezTo>
                      <a:cubicBezTo>
                        <a:pt x="370939" y="256713"/>
                        <a:pt x="370939" y="286629"/>
                        <a:pt x="354621" y="286629"/>
                      </a:cubicBezTo>
                      <a:cubicBezTo>
                        <a:pt x="346462" y="286629"/>
                        <a:pt x="343742" y="283910"/>
                        <a:pt x="338303" y="281190"/>
                      </a:cubicBezTo>
                      <a:cubicBezTo>
                        <a:pt x="332864" y="278470"/>
                        <a:pt x="330144" y="270311"/>
                        <a:pt x="330144" y="264872"/>
                      </a:cubicBezTo>
                      <a:cubicBezTo>
                        <a:pt x="327424" y="256713"/>
                        <a:pt x="327424" y="251274"/>
                        <a:pt x="327424" y="248554"/>
                      </a:cubicBezTo>
                      <a:cubicBezTo>
                        <a:pt x="327424" y="240395"/>
                        <a:pt x="330144" y="234956"/>
                        <a:pt x="330144" y="221357"/>
                      </a:cubicBezTo>
                      <a:cubicBezTo>
                        <a:pt x="330144" y="213199"/>
                        <a:pt x="330144" y="202320"/>
                        <a:pt x="330144" y="188722"/>
                      </a:cubicBezTo>
                      <a:cubicBezTo>
                        <a:pt x="330144" y="180563"/>
                        <a:pt x="327424" y="172404"/>
                        <a:pt x="327424" y="164245"/>
                      </a:cubicBezTo>
                      <a:cubicBezTo>
                        <a:pt x="324705" y="153366"/>
                        <a:pt x="319265" y="142488"/>
                        <a:pt x="311107" y="134329"/>
                      </a:cubicBezTo>
                      <a:cubicBezTo>
                        <a:pt x="302948" y="126170"/>
                        <a:pt x="294789" y="120730"/>
                        <a:pt x="283910" y="118011"/>
                      </a:cubicBezTo>
                      <a:cubicBezTo>
                        <a:pt x="275751" y="115291"/>
                        <a:pt x="262153" y="112571"/>
                        <a:pt x="251274" y="112571"/>
                      </a:cubicBezTo>
                      <a:cubicBezTo>
                        <a:pt x="237676" y="112571"/>
                        <a:pt x="224077" y="115291"/>
                        <a:pt x="215918" y="123450"/>
                      </a:cubicBezTo>
                      <a:cubicBezTo>
                        <a:pt x="207759" y="128889"/>
                        <a:pt x="205040" y="139768"/>
                        <a:pt x="202320" y="147927"/>
                      </a:cubicBezTo>
                      <a:cubicBezTo>
                        <a:pt x="196881" y="158806"/>
                        <a:pt x="191442" y="166964"/>
                        <a:pt x="188722" y="180563"/>
                      </a:cubicBezTo>
                      <a:cubicBezTo>
                        <a:pt x="186002" y="191441"/>
                        <a:pt x="183283" y="199600"/>
                        <a:pt x="183283" y="210479"/>
                      </a:cubicBezTo>
                      <a:cubicBezTo>
                        <a:pt x="183283" y="215918"/>
                        <a:pt x="186002" y="221357"/>
                        <a:pt x="188722" y="226797"/>
                      </a:cubicBezTo>
                      <a:cubicBezTo>
                        <a:pt x="191442" y="234956"/>
                        <a:pt x="188722" y="243115"/>
                        <a:pt x="188722" y="248554"/>
                      </a:cubicBezTo>
                      <a:cubicBezTo>
                        <a:pt x="191442" y="259433"/>
                        <a:pt x="202320" y="264872"/>
                        <a:pt x="210479" y="273031"/>
                      </a:cubicBezTo>
                      <a:cubicBezTo>
                        <a:pt x="218638" y="281190"/>
                        <a:pt x="221358" y="292069"/>
                        <a:pt x="226797" y="300228"/>
                      </a:cubicBezTo>
                      <a:cubicBezTo>
                        <a:pt x="234956" y="311106"/>
                        <a:pt x="245835" y="321985"/>
                        <a:pt x="256713" y="332864"/>
                      </a:cubicBezTo>
                      <a:cubicBezTo>
                        <a:pt x="259433" y="338303"/>
                        <a:pt x="267592" y="343742"/>
                        <a:pt x="275751" y="351901"/>
                      </a:cubicBezTo>
                      <a:cubicBezTo>
                        <a:pt x="292069" y="368219"/>
                        <a:pt x="311107" y="384537"/>
                        <a:pt x="324705" y="400855"/>
                      </a:cubicBezTo>
                      <a:cubicBezTo>
                        <a:pt x="332864" y="409014"/>
                        <a:pt x="335583" y="419892"/>
                        <a:pt x="343742" y="428051"/>
                      </a:cubicBezTo>
                      <a:cubicBezTo>
                        <a:pt x="346462" y="430771"/>
                        <a:pt x="349182" y="430771"/>
                        <a:pt x="351901" y="433491"/>
                      </a:cubicBezTo>
                      <a:cubicBezTo>
                        <a:pt x="354621" y="436210"/>
                        <a:pt x="357341" y="441650"/>
                        <a:pt x="360060" y="447089"/>
                      </a:cubicBezTo>
                      <a:cubicBezTo>
                        <a:pt x="368219" y="455248"/>
                        <a:pt x="376378" y="463407"/>
                        <a:pt x="384537" y="474286"/>
                      </a:cubicBezTo>
                      <a:cubicBezTo>
                        <a:pt x="389977" y="482445"/>
                        <a:pt x="392696" y="496043"/>
                        <a:pt x="395416" y="506921"/>
                      </a:cubicBezTo>
                      <a:cubicBezTo>
                        <a:pt x="400855" y="517800"/>
                        <a:pt x="400855" y="528679"/>
                        <a:pt x="406295" y="536838"/>
                      </a:cubicBezTo>
                      <a:cubicBezTo>
                        <a:pt x="409014" y="539557"/>
                        <a:pt x="409014" y="544997"/>
                        <a:pt x="409014" y="547716"/>
                      </a:cubicBezTo>
                      <a:cubicBezTo>
                        <a:pt x="409014" y="555875"/>
                        <a:pt x="406295" y="561314"/>
                        <a:pt x="406295" y="569473"/>
                      </a:cubicBezTo>
                      <a:cubicBezTo>
                        <a:pt x="406295" y="574913"/>
                        <a:pt x="403575" y="577632"/>
                        <a:pt x="403575" y="583072"/>
                      </a:cubicBezTo>
                      <a:lnTo>
                        <a:pt x="403575" y="583072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87" name="Freeform: Shape 86">
                  <a:extLst>
                    <a:ext uri="{FF2B5EF4-FFF2-40B4-BE49-F238E27FC236}">
                      <a16:creationId xmlns:a16="http://schemas.microsoft.com/office/drawing/2014/main" id="{5532EC32-21F9-4E52-94E7-7C0A0288859D}"/>
                    </a:ext>
                  </a:extLst>
                </p:cNvPr>
                <p:cNvSpPr/>
                <p:nvPr/>
              </p:nvSpPr>
              <p:spPr>
                <a:xfrm>
                  <a:off x="2456032" y="4192158"/>
                  <a:ext cx="571128" cy="761503"/>
                </a:xfrm>
                <a:custGeom>
                  <a:avLst/>
                  <a:gdLst>
                    <a:gd name="connsiteX0" fmla="*/ 512361 w 571128"/>
                    <a:gd name="connsiteY0" fmla="*/ 79936 h 761503"/>
                    <a:gd name="connsiteX1" fmla="*/ 539558 w 571128"/>
                    <a:gd name="connsiteY1" fmla="*/ 96253 h 761503"/>
                    <a:gd name="connsiteX2" fmla="*/ 534118 w 571128"/>
                    <a:gd name="connsiteY2" fmla="*/ 112571 h 761503"/>
                    <a:gd name="connsiteX3" fmla="*/ 523240 w 571128"/>
                    <a:gd name="connsiteY3" fmla="*/ 120730 h 761503"/>
                    <a:gd name="connsiteX4" fmla="*/ 506922 w 571128"/>
                    <a:gd name="connsiteY4" fmla="*/ 123450 h 761503"/>
                    <a:gd name="connsiteX5" fmla="*/ 477006 w 571128"/>
                    <a:gd name="connsiteY5" fmla="*/ 123450 h 761503"/>
                    <a:gd name="connsiteX6" fmla="*/ 479725 w 571128"/>
                    <a:gd name="connsiteY6" fmla="*/ 145207 h 761503"/>
                    <a:gd name="connsiteX7" fmla="*/ 477006 w 571128"/>
                    <a:gd name="connsiteY7" fmla="*/ 180563 h 761503"/>
                    <a:gd name="connsiteX8" fmla="*/ 482445 w 571128"/>
                    <a:gd name="connsiteY8" fmla="*/ 232236 h 761503"/>
                    <a:gd name="connsiteX9" fmla="*/ 485165 w 571128"/>
                    <a:gd name="connsiteY9" fmla="*/ 283910 h 761503"/>
                    <a:gd name="connsiteX10" fmla="*/ 485165 w 571128"/>
                    <a:gd name="connsiteY10" fmla="*/ 327424 h 761503"/>
                    <a:gd name="connsiteX11" fmla="*/ 487884 w 571128"/>
                    <a:gd name="connsiteY11" fmla="*/ 373658 h 761503"/>
                    <a:gd name="connsiteX12" fmla="*/ 485165 w 571128"/>
                    <a:gd name="connsiteY12" fmla="*/ 419892 h 761503"/>
                    <a:gd name="connsiteX13" fmla="*/ 485165 w 571128"/>
                    <a:gd name="connsiteY13" fmla="*/ 463407 h 761503"/>
                    <a:gd name="connsiteX14" fmla="*/ 482445 w 571128"/>
                    <a:gd name="connsiteY14" fmla="*/ 515080 h 761503"/>
                    <a:gd name="connsiteX15" fmla="*/ 482445 w 571128"/>
                    <a:gd name="connsiteY15" fmla="*/ 558595 h 761503"/>
                    <a:gd name="connsiteX16" fmla="*/ 479725 w 571128"/>
                    <a:gd name="connsiteY16" fmla="*/ 602109 h 761503"/>
                    <a:gd name="connsiteX17" fmla="*/ 485165 w 571128"/>
                    <a:gd name="connsiteY17" fmla="*/ 648343 h 761503"/>
                    <a:gd name="connsiteX18" fmla="*/ 474286 w 571128"/>
                    <a:gd name="connsiteY18" fmla="*/ 675540 h 761503"/>
                    <a:gd name="connsiteX19" fmla="*/ 428052 w 571128"/>
                    <a:gd name="connsiteY19" fmla="*/ 691858 h 761503"/>
                    <a:gd name="connsiteX20" fmla="*/ 387257 w 571128"/>
                    <a:gd name="connsiteY20" fmla="*/ 683699 h 761503"/>
                    <a:gd name="connsiteX21" fmla="*/ 351901 w 571128"/>
                    <a:gd name="connsiteY21" fmla="*/ 664661 h 761503"/>
                    <a:gd name="connsiteX22" fmla="*/ 305667 w 571128"/>
                    <a:gd name="connsiteY22" fmla="*/ 596670 h 761503"/>
                    <a:gd name="connsiteX23" fmla="*/ 270312 w 571128"/>
                    <a:gd name="connsiteY23" fmla="*/ 509641 h 761503"/>
                    <a:gd name="connsiteX24" fmla="*/ 251274 w 571128"/>
                    <a:gd name="connsiteY24" fmla="*/ 460687 h 761503"/>
                    <a:gd name="connsiteX25" fmla="*/ 224077 w 571128"/>
                    <a:gd name="connsiteY25" fmla="*/ 381817 h 761503"/>
                    <a:gd name="connsiteX26" fmla="*/ 207759 w 571128"/>
                    <a:gd name="connsiteY26" fmla="*/ 330144 h 761503"/>
                    <a:gd name="connsiteX27" fmla="*/ 191442 w 571128"/>
                    <a:gd name="connsiteY27" fmla="*/ 286629 h 761503"/>
                    <a:gd name="connsiteX28" fmla="*/ 183283 w 571128"/>
                    <a:gd name="connsiteY28" fmla="*/ 278470 h 761503"/>
                    <a:gd name="connsiteX29" fmla="*/ 180563 w 571128"/>
                    <a:gd name="connsiteY29" fmla="*/ 292069 h 761503"/>
                    <a:gd name="connsiteX30" fmla="*/ 180563 w 571128"/>
                    <a:gd name="connsiteY30" fmla="*/ 305667 h 761503"/>
                    <a:gd name="connsiteX31" fmla="*/ 183283 w 571128"/>
                    <a:gd name="connsiteY31" fmla="*/ 354621 h 761503"/>
                    <a:gd name="connsiteX32" fmla="*/ 188722 w 571128"/>
                    <a:gd name="connsiteY32" fmla="*/ 449809 h 761503"/>
                    <a:gd name="connsiteX33" fmla="*/ 188722 w 571128"/>
                    <a:gd name="connsiteY33" fmla="*/ 479725 h 761503"/>
                    <a:gd name="connsiteX34" fmla="*/ 188722 w 571128"/>
                    <a:gd name="connsiteY34" fmla="*/ 542277 h 761503"/>
                    <a:gd name="connsiteX35" fmla="*/ 186002 w 571128"/>
                    <a:gd name="connsiteY35" fmla="*/ 615708 h 761503"/>
                    <a:gd name="connsiteX36" fmla="*/ 186002 w 571128"/>
                    <a:gd name="connsiteY36" fmla="*/ 637465 h 761503"/>
                    <a:gd name="connsiteX37" fmla="*/ 183283 w 571128"/>
                    <a:gd name="connsiteY37" fmla="*/ 664661 h 761503"/>
                    <a:gd name="connsiteX38" fmla="*/ 226797 w 571128"/>
                    <a:gd name="connsiteY38" fmla="*/ 664661 h 761503"/>
                    <a:gd name="connsiteX39" fmla="*/ 253994 w 571128"/>
                    <a:gd name="connsiteY39" fmla="*/ 680979 h 761503"/>
                    <a:gd name="connsiteX40" fmla="*/ 248554 w 571128"/>
                    <a:gd name="connsiteY40" fmla="*/ 697297 h 761503"/>
                    <a:gd name="connsiteX41" fmla="*/ 234956 w 571128"/>
                    <a:gd name="connsiteY41" fmla="*/ 705456 h 761503"/>
                    <a:gd name="connsiteX42" fmla="*/ 218638 w 571128"/>
                    <a:gd name="connsiteY42" fmla="*/ 708176 h 761503"/>
                    <a:gd name="connsiteX43" fmla="*/ 183283 w 571128"/>
                    <a:gd name="connsiteY43" fmla="*/ 708176 h 761503"/>
                    <a:gd name="connsiteX44" fmla="*/ 150647 w 571128"/>
                    <a:gd name="connsiteY44" fmla="*/ 708176 h 761503"/>
                    <a:gd name="connsiteX45" fmla="*/ 107132 w 571128"/>
                    <a:gd name="connsiteY45" fmla="*/ 708176 h 761503"/>
                    <a:gd name="connsiteX46" fmla="*/ 88094 w 571128"/>
                    <a:gd name="connsiteY46" fmla="*/ 708176 h 761503"/>
                    <a:gd name="connsiteX47" fmla="*/ 69057 w 571128"/>
                    <a:gd name="connsiteY47" fmla="*/ 702737 h 761503"/>
                    <a:gd name="connsiteX48" fmla="*/ 58178 w 571128"/>
                    <a:gd name="connsiteY48" fmla="*/ 686419 h 761503"/>
                    <a:gd name="connsiteX49" fmla="*/ 60898 w 571128"/>
                    <a:gd name="connsiteY49" fmla="*/ 678260 h 761503"/>
                    <a:gd name="connsiteX50" fmla="*/ 77216 w 571128"/>
                    <a:gd name="connsiteY50" fmla="*/ 670101 h 761503"/>
                    <a:gd name="connsiteX51" fmla="*/ 120730 w 571128"/>
                    <a:gd name="connsiteY51" fmla="*/ 664661 h 761503"/>
                    <a:gd name="connsiteX52" fmla="*/ 131609 w 571128"/>
                    <a:gd name="connsiteY52" fmla="*/ 664661 h 761503"/>
                    <a:gd name="connsiteX53" fmla="*/ 134329 w 571128"/>
                    <a:gd name="connsiteY53" fmla="*/ 539557 h 761503"/>
                    <a:gd name="connsiteX54" fmla="*/ 134329 w 571128"/>
                    <a:gd name="connsiteY54" fmla="*/ 504202 h 761503"/>
                    <a:gd name="connsiteX55" fmla="*/ 131609 w 571128"/>
                    <a:gd name="connsiteY55" fmla="*/ 376378 h 761503"/>
                    <a:gd name="connsiteX56" fmla="*/ 131609 w 571128"/>
                    <a:gd name="connsiteY56" fmla="*/ 302947 h 761503"/>
                    <a:gd name="connsiteX57" fmla="*/ 134329 w 571128"/>
                    <a:gd name="connsiteY57" fmla="*/ 221357 h 761503"/>
                    <a:gd name="connsiteX58" fmla="*/ 137048 w 571128"/>
                    <a:gd name="connsiteY58" fmla="*/ 123450 h 761503"/>
                    <a:gd name="connsiteX59" fmla="*/ 107132 w 571128"/>
                    <a:gd name="connsiteY59" fmla="*/ 123450 h 761503"/>
                    <a:gd name="connsiteX60" fmla="*/ 88094 w 571128"/>
                    <a:gd name="connsiteY60" fmla="*/ 123450 h 761503"/>
                    <a:gd name="connsiteX61" fmla="*/ 69057 w 571128"/>
                    <a:gd name="connsiteY61" fmla="*/ 118011 h 761503"/>
                    <a:gd name="connsiteX62" fmla="*/ 58178 w 571128"/>
                    <a:gd name="connsiteY62" fmla="*/ 101693 h 761503"/>
                    <a:gd name="connsiteX63" fmla="*/ 60898 w 571128"/>
                    <a:gd name="connsiteY63" fmla="*/ 93534 h 761503"/>
                    <a:gd name="connsiteX64" fmla="*/ 77216 w 571128"/>
                    <a:gd name="connsiteY64" fmla="*/ 85375 h 761503"/>
                    <a:gd name="connsiteX65" fmla="*/ 131609 w 571128"/>
                    <a:gd name="connsiteY65" fmla="*/ 79936 h 761503"/>
                    <a:gd name="connsiteX66" fmla="*/ 161525 w 571128"/>
                    <a:gd name="connsiteY66" fmla="*/ 79936 h 761503"/>
                    <a:gd name="connsiteX67" fmla="*/ 177843 w 571128"/>
                    <a:gd name="connsiteY67" fmla="*/ 66337 h 761503"/>
                    <a:gd name="connsiteX68" fmla="*/ 202320 w 571128"/>
                    <a:gd name="connsiteY68" fmla="*/ 58178 h 761503"/>
                    <a:gd name="connsiteX69" fmla="*/ 234956 w 571128"/>
                    <a:gd name="connsiteY69" fmla="*/ 77216 h 761503"/>
                    <a:gd name="connsiteX70" fmla="*/ 251274 w 571128"/>
                    <a:gd name="connsiteY70" fmla="*/ 107132 h 761503"/>
                    <a:gd name="connsiteX71" fmla="*/ 267592 w 571128"/>
                    <a:gd name="connsiteY71" fmla="*/ 147927 h 761503"/>
                    <a:gd name="connsiteX72" fmla="*/ 281190 w 571128"/>
                    <a:gd name="connsiteY72" fmla="*/ 183282 h 761503"/>
                    <a:gd name="connsiteX73" fmla="*/ 297508 w 571128"/>
                    <a:gd name="connsiteY73" fmla="*/ 224077 h 761503"/>
                    <a:gd name="connsiteX74" fmla="*/ 308387 w 571128"/>
                    <a:gd name="connsiteY74" fmla="*/ 264872 h 761503"/>
                    <a:gd name="connsiteX75" fmla="*/ 319265 w 571128"/>
                    <a:gd name="connsiteY75" fmla="*/ 300228 h 761503"/>
                    <a:gd name="connsiteX76" fmla="*/ 351901 w 571128"/>
                    <a:gd name="connsiteY76" fmla="*/ 379098 h 761503"/>
                    <a:gd name="connsiteX77" fmla="*/ 365500 w 571128"/>
                    <a:gd name="connsiteY77" fmla="*/ 417173 h 761503"/>
                    <a:gd name="connsiteX78" fmla="*/ 379098 w 571128"/>
                    <a:gd name="connsiteY78" fmla="*/ 457968 h 761503"/>
                    <a:gd name="connsiteX79" fmla="*/ 395416 w 571128"/>
                    <a:gd name="connsiteY79" fmla="*/ 496043 h 761503"/>
                    <a:gd name="connsiteX80" fmla="*/ 406295 w 571128"/>
                    <a:gd name="connsiteY80" fmla="*/ 512361 h 761503"/>
                    <a:gd name="connsiteX81" fmla="*/ 411734 w 571128"/>
                    <a:gd name="connsiteY81" fmla="*/ 531398 h 761503"/>
                    <a:gd name="connsiteX82" fmla="*/ 419893 w 571128"/>
                    <a:gd name="connsiteY82" fmla="*/ 558595 h 761503"/>
                    <a:gd name="connsiteX83" fmla="*/ 425332 w 571128"/>
                    <a:gd name="connsiteY83" fmla="*/ 564034 h 761503"/>
                    <a:gd name="connsiteX84" fmla="*/ 430771 w 571128"/>
                    <a:gd name="connsiteY84" fmla="*/ 558595 h 761503"/>
                    <a:gd name="connsiteX85" fmla="*/ 430771 w 571128"/>
                    <a:gd name="connsiteY85" fmla="*/ 550436 h 761503"/>
                    <a:gd name="connsiteX86" fmla="*/ 430771 w 571128"/>
                    <a:gd name="connsiteY86" fmla="*/ 501482 h 761503"/>
                    <a:gd name="connsiteX87" fmla="*/ 430771 w 571128"/>
                    <a:gd name="connsiteY87" fmla="*/ 403575 h 761503"/>
                    <a:gd name="connsiteX88" fmla="*/ 425332 w 571128"/>
                    <a:gd name="connsiteY88" fmla="*/ 313826 h 761503"/>
                    <a:gd name="connsiteX89" fmla="*/ 425332 w 571128"/>
                    <a:gd name="connsiteY89" fmla="*/ 248554 h 761503"/>
                    <a:gd name="connsiteX90" fmla="*/ 425332 w 571128"/>
                    <a:gd name="connsiteY90" fmla="*/ 210479 h 761503"/>
                    <a:gd name="connsiteX91" fmla="*/ 422613 w 571128"/>
                    <a:gd name="connsiteY91" fmla="*/ 153366 h 761503"/>
                    <a:gd name="connsiteX92" fmla="*/ 425332 w 571128"/>
                    <a:gd name="connsiteY92" fmla="*/ 123450 h 761503"/>
                    <a:gd name="connsiteX93" fmla="*/ 398136 w 571128"/>
                    <a:gd name="connsiteY93" fmla="*/ 123450 h 761503"/>
                    <a:gd name="connsiteX94" fmla="*/ 379098 w 571128"/>
                    <a:gd name="connsiteY94" fmla="*/ 123450 h 761503"/>
                    <a:gd name="connsiteX95" fmla="*/ 360060 w 571128"/>
                    <a:gd name="connsiteY95" fmla="*/ 118011 h 761503"/>
                    <a:gd name="connsiteX96" fmla="*/ 349182 w 571128"/>
                    <a:gd name="connsiteY96" fmla="*/ 101693 h 761503"/>
                    <a:gd name="connsiteX97" fmla="*/ 351901 w 571128"/>
                    <a:gd name="connsiteY97" fmla="*/ 93534 h 761503"/>
                    <a:gd name="connsiteX98" fmla="*/ 368219 w 571128"/>
                    <a:gd name="connsiteY98" fmla="*/ 85375 h 761503"/>
                    <a:gd name="connsiteX99" fmla="*/ 422613 w 571128"/>
                    <a:gd name="connsiteY99" fmla="*/ 79936 h 761503"/>
                    <a:gd name="connsiteX100" fmla="*/ 444370 w 571128"/>
                    <a:gd name="connsiteY100" fmla="*/ 79936 h 761503"/>
                    <a:gd name="connsiteX101" fmla="*/ 463407 w 571128"/>
                    <a:gd name="connsiteY101" fmla="*/ 71776 h 761503"/>
                    <a:gd name="connsiteX102" fmla="*/ 477006 w 571128"/>
                    <a:gd name="connsiteY102" fmla="*/ 79936 h 761503"/>
                    <a:gd name="connsiteX103" fmla="*/ 512361 w 571128"/>
                    <a:gd name="connsiteY103" fmla="*/ 79936 h 761503"/>
                    <a:gd name="connsiteX104" fmla="*/ 512361 w 571128"/>
                    <a:gd name="connsiteY104" fmla="*/ 79936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</a:cxnLst>
                  <a:rect l="l" t="t" r="r" b="b"/>
                  <a:pathLst>
                    <a:path w="571128" h="761503">
                      <a:moveTo>
                        <a:pt x="512361" y="79936"/>
                      </a:moveTo>
                      <a:cubicBezTo>
                        <a:pt x="520520" y="79936"/>
                        <a:pt x="539558" y="79936"/>
                        <a:pt x="539558" y="96253"/>
                      </a:cubicBezTo>
                      <a:cubicBezTo>
                        <a:pt x="539558" y="104412"/>
                        <a:pt x="539558" y="107132"/>
                        <a:pt x="534118" y="112571"/>
                      </a:cubicBezTo>
                      <a:cubicBezTo>
                        <a:pt x="531399" y="118011"/>
                        <a:pt x="525960" y="120730"/>
                        <a:pt x="523240" y="120730"/>
                      </a:cubicBezTo>
                      <a:cubicBezTo>
                        <a:pt x="515081" y="123450"/>
                        <a:pt x="512361" y="123450"/>
                        <a:pt x="506922" y="123450"/>
                      </a:cubicBezTo>
                      <a:cubicBezTo>
                        <a:pt x="504202" y="123450"/>
                        <a:pt x="490604" y="123450"/>
                        <a:pt x="477006" y="123450"/>
                      </a:cubicBezTo>
                      <a:cubicBezTo>
                        <a:pt x="477006" y="131609"/>
                        <a:pt x="479725" y="137048"/>
                        <a:pt x="479725" y="145207"/>
                      </a:cubicBezTo>
                      <a:cubicBezTo>
                        <a:pt x="479725" y="156086"/>
                        <a:pt x="477006" y="166964"/>
                        <a:pt x="477006" y="180563"/>
                      </a:cubicBezTo>
                      <a:cubicBezTo>
                        <a:pt x="477006" y="196881"/>
                        <a:pt x="479725" y="215918"/>
                        <a:pt x="482445" y="232236"/>
                      </a:cubicBezTo>
                      <a:cubicBezTo>
                        <a:pt x="485165" y="248554"/>
                        <a:pt x="485165" y="267592"/>
                        <a:pt x="485165" y="283910"/>
                      </a:cubicBezTo>
                      <a:cubicBezTo>
                        <a:pt x="485165" y="297508"/>
                        <a:pt x="485165" y="313826"/>
                        <a:pt x="485165" y="327424"/>
                      </a:cubicBezTo>
                      <a:cubicBezTo>
                        <a:pt x="485165" y="343742"/>
                        <a:pt x="487884" y="357340"/>
                        <a:pt x="487884" y="373658"/>
                      </a:cubicBezTo>
                      <a:cubicBezTo>
                        <a:pt x="487884" y="389976"/>
                        <a:pt x="485165" y="403575"/>
                        <a:pt x="485165" y="419892"/>
                      </a:cubicBezTo>
                      <a:cubicBezTo>
                        <a:pt x="485165" y="436210"/>
                        <a:pt x="485165" y="449809"/>
                        <a:pt x="485165" y="463407"/>
                      </a:cubicBezTo>
                      <a:cubicBezTo>
                        <a:pt x="485165" y="479725"/>
                        <a:pt x="485165" y="498762"/>
                        <a:pt x="482445" y="515080"/>
                      </a:cubicBezTo>
                      <a:cubicBezTo>
                        <a:pt x="482445" y="528679"/>
                        <a:pt x="482445" y="542277"/>
                        <a:pt x="482445" y="558595"/>
                      </a:cubicBezTo>
                      <a:cubicBezTo>
                        <a:pt x="482445" y="572193"/>
                        <a:pt x="479725" y="588511"/>
                        <a:pt x="479725" y="602109"/>
                      </a:cubicBezTo>
                      <a:cubicBezTo>
                        <a:pt x="479725" y="615708"/>
                        <a:pt x="485165" y="632026"/>
                        <a:pt x="485165" y="648343"/>
                      </a:cubicBezTo>
                      <a:cubicBezTo>
                        <a:pt x="485165" y="659222"/>
                        <a:pt x="482445" y="670101"/>
                        <a:pt x="474286" y="675540"/>
                      </a:cubicBezTo>
                      <a:cubicBezTo>
                        <a:pt x="460688" y="686419"/>
                        <a:pt x="444370" y="691858"/>
                        <a:pt x="428052" y="691858"/>
                      </a:cubicBezTo>
                      <a:cubicBezTo>
                        <a:pt x="414454" y="691858"/>
                        <a:pt x="400855" y="689138"/>
                        <a:pt x="387257" y="683699"/>
                      </a:cubicBezTo>
                      <a:cubicBezTo>
                        <a:pt x="373659" y="678260"/>
                        <a:pt x="360060" y="672820"/>
                        <a:pt x="351901" y="664661"/>
                      </a:cubicBezTo>
                      <a:cubicBezTo>
                        <a:pt x="330144" y="645624"/>
                        <a:pt x="316546" y="621147"/>
                        <a:pt x="305667" y="596670"/>
                      </a:cubicBezTo>
                      <a:cubicBezTo>
                        <a:pt x="292069" y="569473"/>
                        <a:pt x="281190" y="539557"/>
                        <a:pt x="270312" y="509641"/>
                      </a:cubicBezTo>
                      <a:cubicBezTo>
                        <a:pt x="264872" y="493323"/>
                        <a:pt x="256713" y="477005"/>
                        <a:pt x="251274" y="460687"/>
                      </a:cubicBezTo>
                      <a:cubicBezTo>
                        <a:pt x="240395" y="433491"/>
                        <a:pt x="232236" y="409014"/>
                        <a:pt x="224077" y="381817"/>
                      </a:cubicBezTo>
                      <a:cubicBezTo>
                        <a:pt x="218638" y="365499"/>
                        <a:pt x="213199" y="346462"/>
                        <a:pt x="207759" y="330144"/>
                      </a:cubicBezTo>
                      <a:cubicBezTo>
                        <a:pt x="202320" y="316545"/>
                        <a:pt x="196881" y="300228"/>
                        <a:pt x="191442" y="286629"/>
                      </a:cubicBezTo>
                      <a:cubicBezTo>
                        <a:pt x="188722" y="281190"/>
                        <a:pt x="186002" y="278470"/>
                        <a:pt x="183283" y="278470"/>
                      </a:cubicBezTo>
                      <a:cubicBezTo>
                        <a:pt x="180563" y="278470"/>
                        <a:pt x="180563" y="286629"/>
                        <a:pt x="180563" y="292069"/>
                      </a:cubicBezTo>
                      <a:cubicBezTo>
                        <a:pt x="180563" y="297508"/>
                        <a:pt x="180563" y="302947"/>
                        <a:pt x="180563" y="305667"/>
                      </a:cubicBezTo>
                      <a:cubicBezTo>
                        <a:pt x="180563" y="321985"/>
                        <a:pt x="183283" y="338303"/>
                        <a:pt x="183283" y="354621"/>
                      </a:cubicBezTo>
                      <a:cubicBezTo>
                        <a:pt x="183283" y="387257"/>
                        <a:pt x="186002" y="417173"/>
                        <a:pt x="188722" y="449809"/>
                      </a:cubicBezTo>
                      <a:cubicBezTo>
                        <a:pt x="188722" y="460687"/>
                        <a:pt x="188722" y="468846"/>
                        <a:pt x="188722" y="479725"/>
                      </a:cubicBezTo>
                      <a:cubicBezTo>
                        <a:pt x="188722" y="501482"/>
                        <a:pt x="188722" y="523239"/>
                        <a:pt x="188722" y="542277"/>
                      </a:cubicBezTo>
                      <a:cubicBezTo>
                        <a:pt x="188722" y="566754"/>
                        <a:pt x="186002" y="591231"/>
                        <a:pt x="186002" y="615708"/>
                      </a:cubicBezTo>
                      <a:cubicBezTo>
                        <a:pt x="186002" y="623867"/>
                        <a:pt x="186002" y="632026"/>
                        <a:pt x="186002" y="637465"/>
                      </a:cubicBezTo>
                      <a:cubicBezTo>
                        <a:pt x="186002" y="645624"/>
                        <a:pt x="183283" y="656502"/>
                        <a:pt x="183283" y="664661"/>
                      </a:cubicBezTo>
                      <a:cubicBezTo>
                        <a:pt x="202320" y="664661"/>
                        <a:pt x="218638" y="664661"/>
                        <a:pt x="226797" y="664661"/>
                      </a:cubicBezTo>
                      <a:cubicBezTo>
                        <a:pt x="234956" y="664661"/>
                        <a:pt x="253994" y="664661"/>
                        <a:pt x="253994" y="680979"/>
                      </a:cubicBezTo>
                      <a:cubicBezTo>
                        <a:pt x="253994" y="689138"/>
                        <a:pt x="253994" y="691858"/>
                        <a:pt x="248554" y="697297"/>
                      </a:cubicBezTo>
                      <a:cubicBezTo>
                        <a:pt x="245835" y="702737"/>
                        <a:pt x="240395" y="705456"/>
                        <a:pt x="234956" y="705456"/>
                      </a:cubicBezTo>
                      <a:cubicBezTo>
                        <a:pt x="226797" y="708176"/>
                        <a:pt x="224077" y="708176"/>
                        <a:pt x="218638" y="708176"/>
                      </a:cubicBezTo>
                      <a:cubicBezTo>
                        <a:pt x="215918" y="708176"/>
                        <a:pt x="199600" y="708176"/>
                        <a:pt x="183283" y="708176"/>
                      </a:cubicBezTo>
                      <a:cubicBezTo>
                        <a:pt x="166965" y="708176"/>
                        <a:pt x="153366" y="708176"/>
                        <a:pt x="150647" y="708176"/>
                      </a:cubicBezTo>
                      <a:cubicBezTo>
                        <a:pt x="139768" y="708176"/>
                        <a:pt x="120730" y="708176"/>
                        <a:pt x="107132" y="708176"/>
                      </a:cubicBezTo>
                      <a:cubicBezTo>
                        <a:pt x="101693" y="708176"/>
                        <a:pt x="96253" y="708176"/>
                        <a:pt x="88094" y="708176"/>
                      </a:cubicBezTo>
                      <a:cubicBezTo>
                        <a:pt x="82655" y="708176"/>
                        <a:pt x="74496" y="708176"/>
                        <a:pt x="69057" y="702737"/>
                      </a:cubicBezTo>
                      <a:cubicBezTo>
                        <a:pt x="63618" y="700017"/>
                        <a:pt x="58178" y="691858"/>
                        <a:pt x="58178" y="686419"/>
                      </a:cubicBezTo>
                      <a:cubicBezTo>
                        <a:pt x="58178" y="683699"/>
                        <a:pt x="58178" y="680979"/>
                        <a:pt x="60898" y="678260"/>
                      </a:cubicBezTo>
                      <a:cubicBezTo>
                        <a:pt x="63618" y="675540"/>
                        <a:pt x="71777" y="672820"/>
                        <a:pt x="77216" y="670101"/>
                      </a:cubicBezTo>
                      <a:cubicBezTo>
                        <a:pt x="90814" y="667381"/>
                        <a:pt x="115291" y="664661"/>
                        <a:pt x="120730" y="664661"/>
                      </a:cubicBezTo>
                      <a:cubicBezTo>
                        <a:pt x="123450" y="664661"/>
                        <a:pt x="126170" y="664661"/>
                        <a:pt x="131609" y="664661"/>
                      </a:cubicBezTo>
                      <a:cubicBezTo>
                        <a:pt x="131609" y="623867"/>
                        <a:pt x="134329" y="583072"/>
                        <a:pt x="134329" y="539557"/>
                      </a:cubicBezTo>
                      <a:cubicBezTo>
                        <a:pt x="134329" y="528679"/>
                        <a:pt x="134329" y="515080"/>
                        <a:pt x="134329" y="504202"/>
                      </a:cubicBezTo>
                      <a:cubicBezTo>
                        <a:pt x="131609" y="460687"/>
                        <a:pt x="131609" y="417173"/>
                        <a:pt x="131609" y="376378"/>
                      </a:cubicBezTo>
                      <a:cubicBezTo>
                        <a:pt x="131609" y="351901"/>
                        <a:pt x="131609" y="327424"/>
                        <a:pt x="131609" y="302947"/>
                      </a:cubicBezTo>
                      <a:cubicBezTo>
                        <a:pt x="131609" y="275751"/>
                        <a:pt x="131609" y="248554"/>
                        <a:pt x="134329" y="221357"/>
                      </a:cubicBezTo>
                      <a:cubicBezTo>
                        <a:pt x="134329" y="188722"/>
                        <a:pt x="137048" y="156086"/>
                        <a:pt x="137048" y="123450"/>
                      </a:cubicBezTo>
                      <a:cubicBezTo>
                        <a:pt x="126170" y="123450"/>
                        <a:pt x="115291" y="123450"/>
                        <a:pt x="107132" y="123450"/>
                      </a:cubicBezTo>
                      <a:cubicBezTo>
                        <a:pt x="101693" y="123450"/>
                        <a:pt x="96253" y="123450"/>
                        <a:pt x="88094" y="123450"/>
                      </a:cubicBezTo>
                      <a:cubicBezTo>
                        <a:pt x="82655" y="123450"/>
                        <a:pt x="74496" y="120730"/>
                        <a:pt x="69057" y="118011"/>
                      </a:cubicBezTo>
                      <a:cubicBezTo>
                        <a:pt x="63618" y="115291"/>
                        <a:pt x="58178" y="107132"/>
                        <a:pt x="58178" y="101693"/>
                      </a:cubicBezTo>
                      <a:cubicBezTo>
                        <a:pt x="58178" y="98973"/>
                        <a:pt x="58178" y="96253"/>
                        <a:pt x="60898" y="93534"/>
                      </a:cubicBezTo>
                      <a:cubicBezTo>
                        <a:pt x="63618" y="90814"/>
                        <a:pt x="71777" y="88095"/>
                        <a:pt x="77216" y="85375"/>
                      </a:cubicBezTo>
                      <a:cubicBezTo>
                        <a:pt x="90814" y="82655"/>
                        <a:pt x="126170" y="79936"/>
                        <a:pt x="131609" y="79936"/>
                      </a:cubicBezTo>
                      <a:cubicBezTo>
                        <a:pt x="137048" y="79936"/>
                        <a:pt x="147927" y="79936"/>
                        <a:pt x="161525" y="79936"/>
                      </a:cubicBezTo>
                      <a:cubicBezTo>
                        <a:pt x="166965" y="74496"/>
                        <a:pt x="172404" y="71776"/>
                        <a:pt x="177843" y="66337"/>
                      </a:cubicBezTo>
                      <a:cubicBezTo>
                        <a:pt x="186002" y="60898"/>
                        <a:pt x="194161" y="58178"/>
                        <a:pt x="202320" y="58178"/>
                      </a:cubicBezTo>
                      <a:cubicBezTo>
                        <a:pt x="215918" y="58178"/>
                        <a:pt x="226797" y="63618"/>
                        <a:pt x="234956" y="77216"/>
                      </a:cubicBezTo>
                      <a:cubicBezTo>
                        <a:pt x="240395" y="88095"/>
                        <a:pt x="248554" y="96253"/>
                        <a:pt x="251274" y="107132"/>
                      </a:cubicBezTo>
                      <a:cubicBezTo>
                        <a:pt x="256713" y="120730"/>
                        <a:pt x="259433" y="134329"/>
                        <a:pt x="267592" y="147927"/>
                      </a:cubicBezTo>
                      <a:cubicBezTo>
                        <a:pt x="273031" y="158806"/>
                        <a:pt x="275751" y="172404"/>
                        <a:pt x="281190" y="183282"/>
                      </a:cubicBezTo>
                      <a:cubicBezTo>
                        <a:pt x="286630" y="196881"/>
                        <a:pt x="292069" y="210479"/>
                        <a:pt x="297508" y="224077"/>
                      </a:cubicBezTo>
                      <a:cubicBezTo>
                        <a:pt x="300228" y="237676"/>
                        <a:pt x="305667" y="251274"/>
                        <a:pt x="308387" y="264872"/>
                      </a:cubicBezTo>
                      <a:cubicBezTo>
                        <a:pt x="311107" y="278470"/>
                        <a:pt x="311107" y="289349"/>
                        <a:pt x="319265" y="300228"/>
                      </a:cubicBezTo>
                      <a:cubicBezTo>
                        <a:pt x="332864" y="324704"/>
                        <a:pt x="346462" y="351901"/>
                        <a:pt x="351901" y="379098"/>
                      </a:cubicBezTo>
                      <a:cubicBezTo>
                        <a:pt x="354621" y="392696"/>
                        <a:pt x="360060" y="403575"/>
                        <a:pt x="365500" y="417173"/>
                      </a:cubicBezTo>
                      <a:cubicBezTo>
                        <a:pt x="373659" y="430771"/>
                        <a:pt x="373659" y="444369"/>
                        <a:pt x="379098" y="457968"/>
                      </a:cubicBezTo>
                      <a:cubicBezTo>
                        <a:pt x="381818" y="471566"/>
                        <a:pt x="387257" y="482445"/>
                        <a:pt x="395416" y="496043"/>
                      </a:cubicBezTo>
                      <a:cubicBezTo>
                        <a:pt x="398136" y="501482"/>
                        <a:pt x="403575" y="506921"/>
                        <a:pt x="406295" y="512361"/>
                      </a:cubicBezTo>
                      <a:cubicBezTo>
                        <a:pt x="409014" y="517800"/>
                        <a:pt x="409014" y="525959"/>
                        <a:pt x="411734" y="531398"/>
                      </a:cubicBezTo>
                      <a:cubicBezTo>
                        <a:pt x="414454" y="539557"/>
                        <a:pt x="417173" y="550436"/>
                        <a:pt x="419893" y="558595"/>
                      </a:cubicBezTo>
                      <a:cubicBezTo>
                        <a:pt x="422613" y="561314"/>
                        <a:pt x="422613" y="564034"/>
                        <a:pt x="425332" y="564034"/>
                      </a:cubicBezTo>
                      <a:cubicBezTo>
                        <a:pt x="428052" y="564034"/>
                        <a:pt x="428052" y="561314"/>
                        <a:pt x="430771" y="558595"/>
                      </a:cubicBezTo>
                      <a:cubicBezTo>
                        <a:pt x="430771" y="555875"/>
                        <a:pt x="430771" y="553156"/>
                        <a:pt x="430771" y="550436"/>
                      </a:cubicBezTo>
                      <a:cubicBezTo>
                        <a:pt x="430771" y="534118"/>
                        <a:pt x="430771" y="517800"/>
                        <a:pt x="430771" y="501482"/>
                      </a:cubicBezTo>
                      <a:cubicBezTo>
                        <a:pt x="430771" y="468846"/>
                        <a:pt x="433491" y="436210"/>
                        <a:pt x="430771" y="403575"/>
                      </a:cubicBezTo>
                      <a:cubicBezTo>
                        <a:pt x="430771" y="373658"/>
                        <a:pt x="425332" y="343742"/>
                        <a:pt x="425332" y="313826"/>
                      </a:cubicBezTo>
                      <a:cubicBezTo>
                        <a:pt x="425332" y="292069"/>
                        <a:pt x="425332" y="270311"/>
                        <a:pt x="425332" y="248554"/>
                      </a:cubicBezTo>
                      <a:cubicBezTo>
                        <a:pt x="425332" y="234956"/>
                        <a:pt x="425332" y="224077"/>
                        <a:pt x="425332" y="210479"/>
                      </a:cubicBezTo>
                      <a:cubicBezTo>
                        <a:pt x="425332" y="191441"/>
                        <a:pt x="422613" y="172404"/>
                        <a:pt x="422613" y="153366"/>
                      </a:cubicBezTo>
                      <a:cubicBezTo>
                        <a:pt x="422613" y="142488"/>
                        <a:pt x="422613" y="134329"/>
                        <a:pt x="425332" y="123450"/>
                      </a:cubicBezTo>
                      <a:cubicBezTo>
                        <a:pt x="417173" y="123450"/>
                        <a:pt x="406295" y="123450"/>
                        <a:pt x="398136" y="123450"/>
                      </a:cubicBezTo>
                      <a:cubicBezTo>
                        <a:pt x="392696" y="123450"/>
                        <a:pt x="387257" y="123450"/>
                        <a:pt x="379098" y="123450"/>
                      </a:cubicBezTo>
                      <a:cubicBezTo>
                        <a:pt x="373659" y="123450"/>
                        <a:pt x="365500" y="120730"/>
                        <a:pt x="360060" y="118011"/>
                      </a:cubicBezTo>
                      <a:cubicBezTo>
                        <a:pt x="354621" y="115291"/>
                        <a:pt x="349182" y="107132"/>
                        <a:pt x="349182" y="101693"/>
                      </a:cubicBezTo>
                      <a:cubicBezTo>
                        <a:pt x="349182" y="98973"/>
                        <a:pt x="349182" y="96253"/>
                        <a:pt x="351901" y="93534"/>
                      </a:cubicBezTo>
                      <a:cubicBezTo>
                        <a:pt x="354621" y="90814"/>
                        <a:pt x="362780" y="88095"/>
                        <a:pt x="368219" y="85375"/>
                      </a:cubicBezTo>
                      <a:cubicBezTo>
                        <a:pt x="381818" y="82655"/>
                        <a:pt x="417173" y="79936"/>
                        <a:pt x="422613" y="79936"/>
                      </a:cubicBezTo>
                      <a:cubicBezTo>
                        <a:pt x="428052" y="79936"/>
                        <a:pt x="433491" y="79936"/>
                        <a:pt x="444370" y="79936"/>
                      </a:cubicBezTo>
                      <a:cubicBezTo>
                        <a:pt x="449809" y="74496"/>
                        <a:pt x="455248" y="71776"/>
                        <a:pt x="463407" y="71776"/>
                      </a:cubicBezTo>
                      <a:cubicBezTo>
                        <a:pt x="471566" y="71776"/>
                        <a:pt x="477006" y="74496"/>
                        <a:pt x="477006" y="79936"/>
                      </a:cubicBezTo>
                      <a:cubicBezTo>
                        <a:pt x="490604" y="82655"/>
                        <a:pt x="504202" y="79936"/>
                        <a:pt x="512361" y="79936"/>
                      </a:cubicBezTo>
                      <a:lnTo>
                        <a:pt x="512361" y="79936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88" name="Freeform: Shape 87">
                  <a:extLst>
                    <a:ext uri="{FF2B5EF4-FFF2-40B4-BE49-F238E27FC236}">
                      <a16:creationId xmlns:a16="http://schemas.microsoft.com/office/drawing/2014/main" id="{1AA4A575-D499-4134-B867-8E9AF2CCD67C}"/>
                    </a:ext>
                  </a:extLst>
                </p:cNvPr>
                <p:cNvSpPr/>
                <p:nvPr/>
              </p:nvSpPr>
              <p:spPr>
                <a:xfrm>
                  <a:off x="2987430" y="4242177"/>
                  <a:ext cx="494979" cy="674476"/>
                </a:xfrm>
                <a:custGeom>
                  <a:avLst/>
                  <a:gdLst>
                    <a:gd name="connsiteX0" fmla="*/ 228453 w 494979"/>
                    <a:gd name="connsiteY0" fmla="*/ 97907 h 674476"/>
                    <a:gd name="connsiteX1" fmla="*/ 212135 w 494979"/>
                    <a:gd name="connsiteY1" fmla="*/ 119665 h 674476"/>
                    <a:gd name="connsiteX2" fmla="*/ 203976 w 494979"/>
                    <a:gd name="connsiteY2" fmla="*/ 152300 h 674476"/>
                    <a:gd name="connsiteX3" fmla="*/ 201256 w 494979"/>
                    <a:gd name="connsiteY3" fmla="*/ 168618 h 674476"/>
                    <a:gd name="connsiteX4" fmla="*/ 198537 w 494979"/>
                    <a:gd name="connsiteY4" fmla="*/ 184936 h 674476"/>
                    <a:gd name="connsiteX5" fmla="*/ 190378 w 494979"/>
                    <a:gd name="connsiteY5" fmla="*/ 220292 h 674476"/>
                    <a:gd name="connsiteX6" fmla="*/ 171340 w 494979"/>
                    <a:gd name="connsiteY6" fmla="*/ 291003 h 674476"/>
                    <a:gd name="connsiteX7" fmla="*/ 163180 w 494979"/>
                    <a:gd name="connsiteY7" fmla="*/ 323639 h 674476"/>
                    <a:gd name="connsiteX8" fmla="*/ 152302 w 494979"/>
                    <a:gd name="connsiteY8" fmla="*/ 361714 h 674476"/>
                    <a:gd name="connsiteX9" fmla="*/ 146862 w 494979"/>
                    <a:gd name="connsiteY9" fmla="*/ 388910 h 674476"/>
                    <a:gd name="connsiteX10" fmla="*/ 152302 w 494979"/>
                    <a:gd name="connsiteY10" fmla="*/ 391630 h 674476"/>
                    <a:gd name="connsiteX11" fmla="*/ 174060 w 494979"/>
                    <a:gd name="connsiteY11" fmla="*/ 391630 h 674476"/>
                    <a:gd name="connsiteX12" fmla="*/ 195817 w 494979"/>
                    <a:gd name="connsiteY12" fmla="*/ 388910 h 674476"/>
                    <a:gd name="connsiteX13" fmla="*/ 214855 w 494979"/>
                    <a:gd name="connsiteY13" fmla="*/ 388910 h 674476"/>
                    <a:gd name="connsiteX14" fmla="*/ 239332 w 494979"/>
                    <a:gd name="connsiteY14" fmla="*/ 388910 h 674476"/>
                    <a:gd name="connsiteX15" fmla="*/ 252930 w 494979"/>
                    <a:gd name="connsiteY15" fmla="*/ 386191 h 674476"/>
                    <a:gd name="connsiteX16" fmla="*/ 261089 w 494979"/>
                    <a:gd name="connsiteY16" fmla="*/ 386191 h 674476"/>
                    <a:gd name="connsiteX17" fmla="*/ 258369 w 494979"/>
                    <a:gd name="connsiteY17" fmla="*/ 367153 h 674476"/>
                    <a:gd name="connsiteX18" fmla="*/ 252930 w 494979"/>
                    <a:gd name="connsiteY18" fmla="*/ 331797 h 674476"/>
                    <a:gd name="connsiteX19" fmla="*/ 250210 w 494979"/>
                    <a:gd name="connsiteY19" fmla="*/ 244769 h 674476"/>
                    <a:gd name="connsiteX20" fmla="*/ 244771 w 494979"/>
                    <a:gd name="connsiteY20" fmla="*/ 203974 h 674476"/>
                    <a:gd name="connsiteX21" fmla="*/ 239332 w 494979"/>
                    <a:gd name="connsiteY21" fmla="*/ 157740 h 674476"/>
                    <a:gd name="connsiteX22" fmla="*/ 236612 w 494979"/>
                    <a:gd name="connsiteY22" fmla="*/ 119665 h 674476"/>
                    <a:gd name="connsiteX23" fmla="*/ 228453 w 494979"/>
                    <a:gd name="connsiteY23" fmla="*/ 97907 h 674476"/>
                    <a:gd name="connsiteX24" fmla="*/ 274687 w 494979"/>
                    <a:gd name="connsiteY24" fmla="*/ 0 h 674476"/>
                    <a:gd name="connsiteX25" fmla="*/ 304603 w 494979"/>
                    <a:gd name="connsiteY25" fmla="*/ 5439 h 674476"/>
                    <a:gd name="connsiteX26" fmla="*/ 320921 w 494979"/>
                    <a:gd name="connsiteY26" fmla="*/ 24477 h 674476"/>
                    <a:gd name="connsiteX27" fmla="*/ 334519 w 494979"/>
                    <a:gd name="connsiteY27" fmla="*/ 43515 h 674476"/>
                    <a:gd name="connsiteX28" fmla="*/ 339959 w 494979"/>
                    <a:gd name="connsiteY28" fmla="*/ 65272 h 674476"/>
                    <a:gd name="connsiteX29" fmla="*/ 348118 w 494979"/>
                    <a:gd name="connsiteY29" fmla="*/ 114226 h 674476"/>
                    <a:gd name="connsiteX30" fmla="*/ 361716 w 494979"/>
                    <a:gd name="connsiteY30" fmla="*/ 163180 h 674476"/>
                    <a:gd name="connsiteX31" fmla="*/ 369875 w 494979"/>
                    <a:gd name="connsiteY31" fmla="*/ 220293 h 674476"/>
                    <a:gd name="connsiteX32" fmla="*/ 378034 w 494979"/>
                    <a:gd name="connsiteY32" fmla="*/ 274686 h 674476"/>
                    <a:gd name="connsiteX33" fmla="*/ 383473 w 494979"/>
                    <a:gd name="connsiteY33" fmla="*/ 301883 h 674476"/>
                    <a:gd name="connsiteX34" fmla="*/ 391632 w 494979"/>
                    <a:gd name="connsiteY34" fmla="*/ 337238 h 674476"/>
                    <a:gd name="connsiteX35" fmla="*/ 397071 w 494979"/>
                    <a:gd name="connsiteY35" fmla="*/ 364435 h 674476"/>
                    <a:gd name="connsiteX36" fmla="*/ 405230 w 494979"/>
                    <a:gd name="connsiteY36" fmla="*/ 383473 h 674476"/>
                    <a:gd name="connsiteX37" fmla="*/ 416109 w 494979"/>
                    <a:gd name="connsiteY37" fmla="*/ 386192 h 674476"/>
                    <a:gd name="connsiteX38" fmla="*/ 426988 w 494979"/>
                    <a:gd name="connsiteY38" fmla="*/ 386192 h 674476"/>
                    <a:gd name="connsiteX39" fmla="*/ 454184 w 494979"/>
                    <a:gd name="connsiteY39" fmla="*/ 397071 h 674476"/>
                    <a:gd name="connsiteX40" fmla="*/ 456904 w 494979"/>
                    <a:gd name="connsiteY40" fmla="*/ 405230 h 674476"/>
                    <a:gd name="connsiteX41" fmla="*/ 451465 w 494979"/>
                    <a:gd name="connsiteY41" fmla="*/ 416108 h 674476"/>
                    <a:gd name="connsiteX42" fmla="*/ 432427 w 494979"/>
                    <a:gd name="connsiteY42" fmla="*/ 429707 h 674476"/>
                    <a:gd name="connsiteX43" fmla="*/ 421548 w 494979"/>
                    <a:gd name="connsiteY43" fmla="*/ 432426 h 674476"/>
                    <a:gd name="connsiteX44" fmla="*/ 413389 w 494979"/>
                    <a:gd name="connsiteY44" fmla="*/ 435146 h 674476"/>
                    <a:gd name="connsiteX45" fmla="*/ 413389 w 494979"/>
                    <a:gd name="connsiteY45" fmla="*/ 440585 h 674476"/>
                    <a:gd name="connsiteX46" fmla="*/ 416109 w 494979"/>
                    <a:gd name="connsiteY46" fmla="*/ 451464 h 674476"/>
                    <a:gd name="connsiteX47" fmla="*/ 418829 w 494979"/>
                    <a:gd name="connsiteY47" fmla="*/ 465062 h 674476"/>
                    <a:gd name="connsiteX48" fmla="*/ 418829 w 494979"/>
                    <a:gd name="connsiteY48" fmla="*/ 475941 h 674476"/>
                    <a:gd name="connsiteX49" fmla="*/ 418829 w 494979"/>
                    <a:gd name="connsiteY49" fmla="*/ 486820 h 674476"/>
                    <a:gd name="connsiteX50" fmla="*/ 426988 w 494979"/>
                    <a:gd name="connsiteY50" fmla="*/ 516736 h 674476"/>
                    <a:gd name="connsiteX51" fmla="*/ 432427 w 494979"/>
                    <a:gd name="connsiteY51" fmla="*/ 543932 h 674476"/>
                    <a:gd name="connsiteX52" fmla="*/ 437866 w 494979"/>
                    <a:gd name="connsiteY52" fmla="*/ 573848 h 674476"/>
                    <a:gd name="connsiteX53" fmla="*/ 443306 w 494979"/>
                    <a:gd name="connsiteY53" fmla="*/ 606484 h 674476"/>
                    <a:gd name="connsiteX54" fmla="*/ 446025 w 494979"/>
                    <a:gd name="connsiteY54" fmla="*/ 617363 h 674476"/>
                    <a:gd name="connsiteX55" fmla="*/ 470502 w 494979"/>
                    <a:gd name="connsiteY55" fmla="*/ 617363 h 674476"/>
                    <a:gd name="connsiteX56" fmla="*/ 494979 w 494979"/>
                    <a:gd name="connsiteY56" fmla="*/ 641840 h 674476"/>
                    <a:gd name="connsiteX57" fmla="*/ 486820 w 494979"/>
                    <a:gd name="connsiteY57" fmla="*/ 655438 h 674476"/>
                    <a:gd name="connsiteX58" fmla="*/ 470502 w 494979"/>
                    <a:gd name="connsiteY58" fmla="*/ 663597 h 674476"/>
                    <a:gd name="connsiteX59" fmla="*/ 446025 w 494979"/>
                    <a:gd name="connsiteY59" fmla="*/ 666317 h 674476"/>
                    <a:gd name="connsiteX60" fmla="*/ 424268 w 494979"/>
                    <a:gd name="connsiteY60" fmla="*/ 666317 h 674476"/>
                    <a:gd name="connsiteX61" fmla="*/ 416109 w 494979"/>
                    <a:gd name="connsiteY61" fmla="*/ 666317 h 674476"/>
                    <a:gd name="connsiteX62" fmla="*/ 402511 w 494979"/>
                    <a:gd name="connsiteY62" fmla="*/ 671756 h 674476"/>
                    <a:gd name="connsiteX63" fmla="*/ 386193 w 494979"/>
                    <a:gd name="connsiteY63" fmla="*/ 674476 h 674476"/>
                    <a:gd name="connsiteX64" fmla="*/ 350837 w 494979"/>
                    <a:gd name="connsiteY64" fmla="*/ 669036 h 674476"/>
                    <a:gd name="connsiteX65" fmla="*/ 329080 w 494979"/>
                    <a:gd name="connsiteY65" fmla="*/ 669036 h 674476"/>
                    <a:gd name="connsiteX66" fmla="*/ 280126 w 494979"/>
                    <a:gd name="connsiteY66" fmla="*/ 669036 h 674476"/>
                    <a:gd name="connsiteX67" fmla="*/ 255649 w 494979"/>
                    <a:gd name="connsiteY67" fmla="*/ 663597 h 674476"/>
                    <a:gd name="connsiteX68" fmla="*/ 239331 w 494979"/>
                    <a:gd name="connsiteY68" fmla="*/ 647279 h 674476"/>
                    <a:gd name="connsiteX69" fmla="*/ 263808 w 494979"/>
                    <a:gd name="connsiteY69" fmla="*/ 630961 h 674476"/>
                    <a:gd name="connsiteX70" fmla="*/ 291005 w 494979"/>
                    <a:gd name="connsiteY70" fmla="*/ 628241 h 674476"/>
                    <a:gd name="connsiteX71" fmla="*/ 288285 w 494979"/>
                    <a:gd name="connsiteY71" fmla="*/ 609204 h 674476"/>
                    <a:gd name="connsiteX72" fmla="*/ 285565 w 494979"/>
                    <a:gd name="connsiteY72" fmla="*/ 582007 h 674476"/>
                    <a:gd name="connsiteX73" fmla="*/ 282846 w 494979"/>
                    <a:gd name="connsiteY73" fmla="*/ 568409 h 674476"/>
                    <a:gd name="connsiteX74" fmla="*/ 285565 w 494979"/>
                    <a:gd name="connsiteY74" fmla="*/ 554811 h 674476"/>
                    <a:gd name="connsiteX75" fmla="*/ 280126 w 494979"/>
                    <a:gd name="connsiteY75" fmla="*/ 538493 h 674476"/>
                    <a:gd name="connsiteX76" fmla="*/ 274687 w 494979"/>
                    <a:gd name="connsiteY76" fmla="*/ 505857 h 674476"/>
                    <a:gd name="connsiteX77" fmla="*/ 271967 w 494979"/>
                    <a:gd name="connsiteY77" fmla="*/ 478660 h 674476"/>
                    <a:gd name="connsiteX78" fmla="*/ 269247 w 494979"/>
                    <a:gd name="connsiteY78" fmla="*/ 446025 h 674476"/>
                    <a:gd name="connsiteX79" fmla="*/ 263808 w 494979"/>
                    <a:gd name="connsiteY79" fmla="*/ 437866 h 674476"/>
                    <a:gd name="connsiteX80" fmla="*/ 252929 w 494979"/>
                    <a:gd name="connsiteY80" fmla="*/ 437866 h 674476"/>
                    <a:gd name="connsiteX81" fmla="*/ 223013 w 494979"/>
                    <a:gd name="connsiteY81" fmla="*/ 440585 h 674476"/>
                    <a:gd name="connsiteX82" fmla="*/ 193097 w 494979"/>
                    <a:gd name="connsiteY82" fmla="*/ 443305 h 674476"/>
                    <a:gd name="connsiteX83" fmla="*/ 168620 w 494979"/>
                    <a:gd name="connsiteY83" fmla="*/ 443305 h 674476"/>
                    <a:gd name="connsiteX84" fmla="*/ 146862 w 494979"/>
                    <a:gd name="connsiteY84" fmla="*/ 440585 h 674476"/>
                    <a:gd name="connsiteX85" fmla="*/ 138703 w 494979"/>
                    <a:gd name="connsiteY85" fmla="*/ 454184 h 674476"/>
                    <a:gd name="connsiteX86" fmla="*/ 133263 w 494979"/>
                    <a:gd name="connsiteY86" fmla="*/ 486820 h 674476"/>
                    <a:gd name="connsiteX87" fmla="*/ 122385 w 494979"/>
                    <a:gd name="connsiteY87" fmla="*/ 541213 h 674476"/>
                    <a:gd name="connsiteX88" fmla="*/ 106067 w 494979"/>
                    <a:gd name="connsiteY88" fmla="*/ 614643 h 674476"/>
                    <a:gd name="connsiteX89" fmla="*/ 135983 w 494979"/>
                    <a:gd name="connsiteY89" fmla="*/ 614643 h 674476"/>
                    <a:gd name="connsiteX90" fmla="*/ 171340 w 494979"/>
                    <a:gd name="connsiteY90" fmla="*/ 630961 h 674476"/>
                    <a:gd name="connsiteX91" fmla="*/ 165900 w 494979"/>
                    <a:gd name="connsiteY91" fmla="*/ 647279 h 674476"/>
                    <a:gd name="connsiteX92" fmla="*/ 149581 w 494979"/>
                    <a:gd name="connsiteY92" fmla="*/ 655438 h 674476"/>
                    <a:gd name="connsiteX93" fmla="*/ 127824 w 494979"/>
                    <a:gd name="connsiteY93" fmla="*/ 658158 h 674476"/>
                    <a:gd name="connsiteX94" fmla="*/ 106067 w 494979"/>
                    <a:gd name="connsiteY94" fmla="*/ 658158 h 674476"/>
                    <a:gd name="connsiteX95" fmla="*/ 62552 w 494979"/>
                    <a:gd name="connsiteY95" fmla="*/ 658158 h 674476"/>
                    <a:gd name="connsiteX96" fmla="*/ 40795 w 494979"/>
                    <a:gd name="connsiteY96" fmla="*/ 658158 h 674476"/>
                    <a:gd name="connsiteX97" fmla="*/ 16318 w 494979"/>
                    <a:gd name="connsiteY97" fmla="*/ 652718 h 674476"/>
                    <a:gd name="connsiteX98" fmla="*/ 0 w 494979"/>
                    <a:gd name="connsiteY98" fmla="*/ 636401 h 674476"/>
                    <a:gd name="connsiteX99" fmla="*/ 2720 w 494979"/>
                    <a:gd name="connsiteY99" fmla="*/ 628241 h 674476"/>
                    <a:gd name="connsiteX100" fmla="*/ 24477 w 494979"/>
                    <a:gd name="connsiteY100" fmla="*/ 620082 h 674476"/>
                    <a:gd name="connsiteX101" fmla="*/ 62552 w 494979"/>
                    <a:gd name="connsiteY101" fmla="*/ 617363 h 674476"/>
                    <a:gd name="connsiteX102" fmla="*/ 62552 w 494979"/>
                    <a:gd name="connsiteY102" fmla="*/ 614643 h 674476"/>
                    <a:gd name="connsiteX103" fmla="*/ 65272 w 494979"/>
                    <a:gd name="connsiteY103" fmla="*/ 587447 h 674476"/>
                    <a:gd name="connsiteX104" fmla="*/ 76151 w 494979"/>
                    <a:gd name="connsiteY104" fmla="*/ 522175 h 674476"/>
                    <a:gd name="connsiteX105" fmla="*/ 87029 w 494979"/>
                    <a:gd name="connsiteY105" fmla="*/ 470501 h 674476"/>
                    <a:gd name="connsiteX106" fmla="*/ 92469 w 494979"/>
                    <a:gd name="connsiteY106" fmla="*/ 446025 h 674476"/>
                    <a:gd name="connsiteX107" fmla="*/ 65272 w 494979"/>
                    <a:gd name="connsiteY107" fmla="*/ 432426 h 674476"/>
                    <a:gd name="connsiteX108" fmla="*/ 54393 w 494979"/>
                    <a:gd name="connsiteY108" fmla="*/ 421548 h 674476"/>
                    <a:gd name="connsiteX109" fmla="*/ 73431 w 494979"/>
                    <a:gd name="connsiteY109" fmla="*/ 407949 h 674476"/>
                    <a:gd name="connsiteX110" fmla="*/ 100628 w 494979"/>
                    <a:gd name="connsiteY110" fmla="*/ 399790 h 674476"/>
                    <a:gd name="connsiteX111" fmla="*/ 108787 w 494979"/>
                    <a:gd name="connsiteY111" fmla="*/ 369874 h 674476"/>
                    <a:gd name="connsiteX112" fmla="*/ 125105 w 494979"/>
                    <a:gd name="connsiteY112" fmla="*/ 307322 h 674476"/>
                    <a:gd name="connsiteX113" fmla="*/ 141423 w 494979"/>
                    <a:gd name="connsiteY113" fmla="*/ 242051 h 674476"/>
                    <a:gd name="connsiteX114" fmla="*/ 155021 w 494979"/>
                    <a:gd name="connsiteY114" fmla="*/ 179498 h 674476"/>
                    <a:gd name="connsiteX115" fmla="*/ 168620 w 494979"/>
                    <a:gd name="connsiteY115" fmla="*/ 119665 h 674476"/>
                    <a:gd name="connsiteX116" fmla="*/ 193097 w 494979"/>
                    <a:gd name="connsiteY116" fmla="*/ 57113 h 674476"/>
                    <a:gd name="connsiteX117" fmla="*/ 201256 w 494979"/>
                    <a:gd name="connsiteY117" fmla="*/ 38075 h 674476"/>
                    <a:gd name="connsiteX118" fmla="*/ 217574 w 494979"/>
                    <a:gd name="connsiteY118" fmla="*/ 13598 h 674476"/>
                    <a:gd name="connsiteX119" fmla="*/ 274687 w 494979"/>
                    <a:gd name="connsiteY119" fmla="*/ 0 h 6744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</a:cxnLst>
                  <a:rect l="l" t="t" r="r" b="b"/>
                  <a:pathLst>
                    <a:path w="494979" h="674476">
                      <a:moveTo>
                        <a:pt x="228453" y="97907"/>
                      </a:moveTo>
                      <a:cubicBezTo>
                        <a:pt x="220294" y="97907"/>
                        <a:pt x="212135" y="114225"/>
                        <a:pt x="212135" y="119665"/>
                      </a:cubicBezTo>
                      <a:cubicBezTo>
                        <a:pt x="209415" y="130543"/>
                        <a:pt x="206696" y="144141"/>
                        <a:pt x="203976" y="152300"/>
                      </a:cubicBezTo>
                      <a:cubicBezTo>
                        <a:pt x="201256" y="157740"/>
                        <a:pt x="201256" y="163179"/>
                        <a:pt x="201256" y="168618"/>
                      </a:cubicBezTo>
                      <a:cubicBezTo>
                        <a:pt x="201256" y="174058"/>
                        <a:pt x="198537" y="179497"/>
                        <a:pt x="198537" y="184936"/>
                      </a:cubicBezTo>
                      <a:cubicBezTo>
                        <a:pt x="195817" y="195815"/>
                        <a:pt x="193097" y="209413"/>
                        <a:pt x="190378" y="220292"/>
                      </a:cubicBezTo>
                      <a:cubicBezTo>
                        <a:pt x="187658" y="244769"/>
                        <a:pt x="179499" y="269246"/>
                        <a:pt x="171340" y="291003"/>
                      </a:cubicBezTo>
                      <a:cubicBezTo>
                        <a:pt x="168620" y="301881"/>
                        <a:pt x="165900" y="312760"/>
                        <a:pt x="163180" y="323639"/>
                      </a:cubicBezTo>
                      <a:cubicBezTo>
                        <a:pt x="160461" y="337237"/>
                        <a:pt x="157741" y="348115"/>
                        <a:pt x="152302" y="361714"/>
                      </a:cubicBezTo>
                      <a:cubicBezTo>
                        <a:pt x="149582" y="367153"/>
                        <a:pt x="146862" y="383471"/>
                        <a:pt x="146862" y="388910"/>
                      </a:cubicBezTo>
                      <a:cubicBezTo>
                        <a:pt x="146862" y="391630"/>
                        <a:pt x="149582" y="391630"/>
                        <a:pt x="152302" y="391630"/>
                      </a:cubicBezTo>
                      <a:cubicBezTo>
                        <a:pt x="157741" y="391630"/>
                        <a:pt x="171340" y="391630"/>
                        <a:pt x="174060" y="391630"/>
                      </a:cubicBezTo>
                      <a:cubicBezTo>
                        <a:pt x="182219" y="391630"/>
                        <a:pt x="190378" y="391630"/>
                        <a:pt x="195817" y="388910"/>
                      </a:cubicBezTo>
                      <a:cubicBezTo>
                        <a:pt x="201256" y="388910"/>
                        <a:pt x="206696" y="388910"/>
                        <a:pt x="214855" y="388910"/>
                      </a:cubicBezTo>
                      <a:cubicBezTo>
                        <a:pt x="220294" y="388910"/>
                        <a:pt x="228453" y="388910"/>
                        <a:pt x="239332" y="388910"/>
                      </a:cubicBezTo>
                      <a:cubicBezTo>
                        <a:pt x="244771" y="388910"/>
                        <a:pt x="250210" y="388910"/>
                        <a:pt x="252930" y="386191"/>
                      </a:cubicBezTo>
                      <a:cubicBezTo>
                        <a:pt x="258369" y="391630"/>
                        <a:pt x="261089" y="388910"/>
                        <a:pt x="261089" y="386191"/>
                      </a:cubicBezTo>
                      <a:cubicBezTo>
                        <a:pt x="261089" y="380751"/>
                        <a:pt x="258369" y="372592"/>
                        <a:pt x="258369" y="367153"/>
                      </a:cubicBezTo>
                      <a:cubicBezTo>
                        <a:pt x="255650" y="353555"/>
                        <a:pt x="252930" y="342676"/>
                        <a:pt x="252930" y="331797"/>
                      </a:cubicBezTo>
                      <a:cubicBezTo>
                        <a:pt x="252930" y="301881"/>
                        <a:pt x="252930" y="274685"/>
                        <a:pt x="250210" y="244769"/>
                      </a:cubicBezTo>
                      <a:cubicBezTo>
                        <a:pt x="250210" y="231170"/>
                        <a:pt x="247491" y="217572"/>
                        <a:pt x="244771" y="203974"/>
                      </a:cubicBezTo>
                      <a:cubicBezTo>
                        <a:pt x="242051" y="187656"/>
                        <a:pt x="239332" y="174058"/>
                        <a:pt x="239332" y="157740"/>
                      </a:cubicBezTo>
                      <a:cubicBezTo>
                        <a:pt x="239332" y="152300"/>
                        <a:pt x="239332" y="133263"/>
                        <a:pt x="236612" y="119665"/>
                      </a:cubicBezTo>
                      <a:cubicBezTo>
                        <a:pt x="236612" y="106066"/>
                        <a:pt x="233892" y="97907"/>
                        <a:pt x="228453" y="97907"/>
                      </a:cubicBezTo>
                      <a:close/>
                      <a:moveTo>
                        <a:pt x="274687" y="0"/>
                      </a:moveTo>
                      <a:cubicBezTo>
                        <a:pt x="288285" y="0"/>
                        <a:pt x="293724" y="2720"/>
                        <a:pt x="304603" y="5439"/>
                      </a:cubicBezTo>
                      <a:cubicBezTo>
                        <a:pt x="315482" y="10879"/>
                        <a:pt x="315482" y="16318"/>
                        <a:pt x="320921" y="24477"/>
                      </a:cubicBezTo>
                      <a:cubicBezTo>
                        <a:pt x="326360" y="29916"/>
                        <a:pt x="331800" y="35356"/>
                        <a:pt x="334519" y="43515"/>
                      </a:cubicBezTo>
                      <a:cubicBezTo>
                        <a:pt x="337239" y="51674"/>
                        <a:pt x="337239" y="57113"/>
                        <a:pt x="339959" y="65272"/>
                      </a:cubicBezTo>
                      <a:cubicBezTo>
                        <a:pt x="345398" y="78870"/>
                        <a:pt x="342678" y="97908"/>
                        <a:pt x="348118" y="114226"/>
                      </a:cubicBezTo>
                      <a:cubicBezTo>
                        <a:pt x="350837" y="130544"/>
                        <a:pt x="358996" y="146863"/>
                        <a:pt x="361716" y="163180"/>
                      </a:cubicBezTo>
                      <a:cubicBezTo>
                        <a:pt x="364435" y="182218"/>
                        <a:pt x="364435" y="201256"/>
                        <a:pt x="369875" y="220293"/>
                      </a:cubicBezTo>
                      <a:cubicBezTo>
                        <a:pt x="375314" y="239331"/>
                        <a:pt x="378034" y="255649"/>
                        <a:pt x="378034" y="274686"/>
                      </a:cubicBezTo>
                      <a:cubicBezTo>
                        <a:pt x="378034" y="282845"/>
                        <a:pt x="380753" y="293724"/>
                        <a:pt x="383473" y="301883"/>
                      </a:cubicBezTo>
                      <a:cubicBezTo>
                        <a:pt x="386193" y="312762"/>
                        <a:pt x="388912" y="326360"/>
                        <a:pt x="391632" y="337238"/>
                      </a:cubicBezTo>
                      <a:cubicBezTo>
                        <a:pt x="391632" y="342678"/>
                        <a:pt x="394352" y="353556"/>
                        <a:pt x="397071" y="364435"/>
                      </a:cubicBezTo>
                      <a:cubicBezTo>
                        <a:pt x="399791" y="372594"/>
                        <a:pt x="402511" y="380753"/>
                        <a:pt x="405230" y="383473"/>
                      </a:cubicBezTo>
                      <a:cubicBezTo>
                        <a:pt x="407950" y="386192"/>
                        <a:pt x="413389" y="386192"/>
                        <a:pt x="416109" y="386192"/>
                      </a:cubicBezTo>
                      <a:cubicBezTo>
                        <a:pt x="418829" y="386192"/>
                        <a:pt x="424268" y="386192"/>
                        <a:pt x="426988" y="386192"/>
                      </a:cubicBezTo>
                      <a:cubicBezTo>
                        <a:pt x="437866" y="386192"/>
                        <a:pt x="448745" y="388912"/>
                        <a:pt x="454184" y="397071"/>
                      </a:cubicBezTo>
                      <a:cubicBezTo>
                        <a:pt x="456904" y="399790"/>
                        <a:pt x="456904" y="402510"/>
                        <a:pt x="456904" y="405230"/>
                      </a:cubicBezTo>
                      <a:cubicBezTo>
                        <a:pt x="456904" y="407949"/>
                        <a:pt x="454184" y="410669"/>
                        <a:pt x="451465" y="416108"/>
                      </a:cubicBezTo>
                      <a:cubicBezTo>
                        <a:pt x="446025" y="421548"/>
                        <a:pt x="440586" y="426987"/>
                        <a:pt x="432427" y="429707"/>
                      </a:cubicBezTo>
                      <a:cubicBezTo>
                        <a:pt x="429707" y="429707"/>
                        <a:pt x="426988" y="432426"/>
                        <a:pt x="421548" y="432426"/>
                      </a:cubicBezTo>
                      <a:cubicBezTo>
                        <a:pt x="418829" y="432426"/>
                        <a:pt x="416109" y="432426"/>
                        <a:pt x="413389" y="435146"/>
                      </a:cubicBezTo>
                      <a:cubicBezTo>
                        <a:pt x="413389" y="435146"/>
                        <a:pt x="413389" y="437866"/>
                        <a:pt x="413389" y="440585"/>
                      </a:cubicBezTo>
                      <a:cubicBezTo>
                        <a:pt x="413389" y="443305"/>
                        <a:pt x="413389" y="448744"/>
                        <a:pt x="416109" y="451464"/>
                      </a:cubicBezTo>
                      <a:cubicBezTo>
                        <a:pt x="416109" y="456903"/>
                        <a:pt x="418829" y="462343"/>
                        <a:pt x="418829" y="465062"/>
                      </a:cubicBezTo>
                      <a:lnTo>
                        <a:pt x="418829" y="475941"/>
                      </a:lnTo>
                      <a:cubicBezTo>
                        <a:pt x="418829" y="481380"/>
                        <a:pt x="418829" y="484100"/>
                        <a:pt x="418829" y="486820"/>
                      </a:cubicBezTo>
                      <a:cubicBezTo>
                        <a:pt x="421548" y="497698"/>
                        <a:pt x="424268" y="505857"/>
                        <a:pt x="426988" y="516736"/>
                      </a:cubicBezTo>
                      <a:cubicBezTo>
                        <a:pt x="426988" y="524895"/>
                        <a:pt x="429707" y="535773"/>
                        <a:pt x="432427" y="543932"/>
                      </a:cubicBezTo>
                      <a:cubicBezTo>
                        <a:pt x="435147" y="554811"/>
                        <a:pt x="437866" y="562970"/>
                        <a:pt x="437866" y="573848"/>
                      </a:cubicBezTo>
                      <a:cubicBezTo>
                        <a:pt x="437866" y="587447"/>
                        <a:pt x="440586" y="595606"/>
                        <a:pt x="443306" y="606484"/>
                      </a:cubicBezTo>
                      <a:cubicBezTo>
                        <a:pt x="443306" y="609204"/>
                        <a:pt x="446025" y="614643"/>
                        <a:pt x="446025" y="617363"/>
                      </a:cubicBezTo>
                      <a:cubicBezTo>
                        <a:pt x="454184" y="617363"/>
                        <a:pt x="462343" y="617363"/>
                        <a:pt x="470502" y="617363"/>
                      </a:cubicBezTo>
                      <a:cubicBezTo>
                        <a:pt x="478661" y="625522"/>
                        <a:pt x="492259" y="630961"/>
                        <a:pt x="494979" y="641840"/>
                      </a:cubicBezTo>
                      <a:cubicBezTo>
                        <a:pt x="494979" y="647279"/>
                        <a:pt x="489540" y="649999"/>
                        <a:pt x="486820" y="655438"/>
                      </a:cubicBezTo>
                      <a:cubicBezTo>
                        <a:pt x="484100" y="660877"/>
                        <a:pt x="475942" y="663597"/>
                        <a:pt x="470502" y="663597"/>
                      </a:cubicBezTo>
                      <a:cubicBezTo>
                        <a:pt x="459623" y="666317"/>
                        <a:pt x="454184" y="666317"/>
                        <a:pt x="446025" y="666317"/>
                      </a:cubicBezTo>
                      <a:cubicBezTo>
                        <a:pt x="440586" y="666317"/>
                        <a:pt x="432427" y="666317"/>
                        <a:pt x="424268" y="666317"/>
                      </a:cubicBezTo>
                      <a:cubicBezTo>
                        <a:pt x="421548" y="666317"/>
                        <a:pt x="418829" y="666317"/>
                        <a:pt x="416109" y="666317"/>
                      </a:cubicBezTo>
                      <a:cubicBezTo>
                        <a:pt x="410670" y="669036"/>
                        <a:pt x="407950" y="669036"/>
                        <a:pt x="402511" y="671756"/>
                      </a:cubicBezTo>
                      <a:cubicBezTo>
                        <a:pt x="397071" y="671756"/>
                        <a:pt x="391632" y="674476"/>
                        <a:pt x="386193" y="674476"/>
                      </a:cubicBezTo>
                      <a:cubicBezTo>
                        <a:pt x="375314" y="674476"/>
                        <a:pt x="361716" y="671756"/>
                        <a:pt x="350837" y="669036"/>
                      </a:cubicBezTo>
                      <a:cubicBezTo>
                        <a:pt x="342678" y="669036"/>
                        <a:pt x="334519" y="669036"/>
                        <a:pt x="329080" y="669036"/>
                      </a:cubicBezTo>
                      <a:cubicBezTo>
                        <a:pt x="307323" y="669036"/>
                        <a:pt x="288285" y="669036"/>
                        <a:pt x="280126" y="669036"/>
                      </a:cubicBezTo>
                      <a:cubicBezTo>
                        <a:pt x="271967" y="669036"/>
                        <a:pt x="261088" y="669036"/>
                        <a:pt x="255649" y="663597"/>
                      </a:cubicBezTo>
                      <a:cubicBezTo>
                        <a:pt x="250210" y="660877"/>
                        <a:pt x="239331" y="655438"/>
                        <a:pt x="239331" y="647279"/>
                      </a:cubicBezTo>
                      <a:cubicBezTo>
                        <a:pt x="239331" y="636401"/>
                        <a:pt x="255649" y="633681"/>
                        <a:pt x="263808" y="630961"/>
                      </a:cubicBezTo>
                      <a:cubicBezTo>
                        <a:pt x="269247" y="630961"/>
                        <a:pt x="277406" y="630961"/>
                        <a:pt x="291005" y="628241"/>
                      </a:cubicBezTo>
                      <a:cubicBezTo>
                        <a:pt x="291005" y="620082"/>
                        <a:pt x="291005" y="614643"/>
                        <a:pt x="288285" y="609204"/>
                      </a:cubicBezTo>
                      <a:cubicBezTo>
                        <a:pt x="288285" y="601045"/>
                        <a:pt x="285565" y="590166"/>
                        <a:pt x="285565" y="582007"/>
                      </a:cubicBezTo>
                      <a:cubicBezTo>
                        <a:pt x="285565" y="576568"/>
                        <a:pt x="282846" y="573848"/>
                        <a:pt x="282846" y="568409"/>
                      </a:cubicBezTo>
                      <a:cubicBezTo>
                        <a:pt x="282846" y="562970"/>
                        <a:pt x="285565" y="557531"/>
                        <a:pt x="285565" y="554811"/>
                      </a:cubicBezTo>
                      <a:cubicBezTo>
                        <a:pt x="285565" y="549371"/>
                        <a:pt x="282846" y="546652"/>
                        <a:pt x="280126" y="538493"/>
                      </a:cubicBezTo>
                      <a:cubicBezTo>
                        <a:pt x="280126" y="527614"/>
                        <a:pt x="274687" y="516736"/>
                        <a:pt x="274687" y="505857"/>
                      </a:cubicBezTo>
                      <a:cubicBezTo>
                        <a:pt x="274687" y="494978"/>
                        <a:pt x="274687" y="486820"/>
                        <a:pt x="271967" y="478660"/>
                      </a:cubicBezTo>
                      <a:cubicBezTo>
                        <a:pt x="269247" y="467782"/>
                        <a:pt x="269247" y="456903"/>
                        <a:pt x="269247" y="446025"/>
                      </a:cubicBezTo>
                      <a:cubicBezTo>
                        <a:pt x="269247" y="440585"/>
                        <a:pt x="266528" y="437866"/>
                        <a:pt x="263808" y="437866"/>
                      </a:cubicBezTo>
                      <a:cubicBezTo>
                        <a:pt x="261088" y="437866"/>
                        <a:pt x="258369" y="437866"/>
                        <a:pt x="252929" y="437866"/>
                      </a:cubicBezTo>
                      <a:cubicBezTo>
                        <a:pt x="242051" y="437866"/>
                        <a:pt x="231172" y="437866"/>
                        <a:pt x="223013" y="440585"/>
                      </a:cubicBezTo>
                      <a:cubicBezTo>
                        <a:pt x="212135" y="440585"/>
                        <a:pt x="203976" y="443305"/>
                        <a:pt x="193097" y="443305"/>
                      </a:cubicBezTo>
                      <a:cubicBezTo>
                        <a:pt x="184938" y="443305"/>
                        <a:pt x="176779" y="443305"/>
                        <a:pt x="168620" y="443305"/>
                      </a:cubicBezTo>
                      <a:cubicBezTo>
                        <a:pt x="165900" y="443305"/>
                        <a:pt x="155021" y="440585"/>
                        <a:pt x="146862" y="440585"/>
                      </a:cubicBezTo>
                      <a:cubicBezTo>
                        <a:pt x="138703" y="440585"/>
                        <a:pt x="138703" y="448744"/>
                        <a:pt x="138703" y="454184"/>
                      </a:cubicBezTo>
                      <a:cubicBezTo>
                        <a:pt x="138703" y="465062"/>
                        <a:pt x="135983" y="475941"/>
                        <a:pt x="133263" y="486820"/>
                      </a:cubicBezTo>
                      <a:cubicBezTo>
                        <a:pt x="130544" y="505857"/>
                        <a:pt x="125105" y="522175"/>
                        <a:pt x="122385" y="541213"/>
                      </a:cubicBezTo>
                      <a:cubicBezTo>
                        <a:pt x="119665" y="560250"/>
                        <a:pt x="111506" y="595606"/>
                        <a:pt x="106067" y="614643"/>
                      </a:cubicBezTo>
                      <a:cubicBezTo>
                        <a:pt x="114226" y="614643"/>
                        <a:pt x="125105" y="614643"/>
                        <a:pt x="135983" y="614643"/>
                      </a:cubicBezTo>
                      <a:cubicBezTo>
                        <a:pt x="149581" y="614643"/>
                        <a:pt x="171340" y="614643"/>
                        <a:pt x="171340" y="630961"/>
                      </a:cubicBezTo>
                      <a:cubicBezTo>
                        <a:pt x="171340" y="639120"/>
                        <a:pt x="168620" y="639120"/>
                        <a:pt x="165900" y="647279"/>
                      </a:cubicBezTo>
                      <a:cubicBezTo>
                        <a:pt x="163181" y="652718"/>
                        <a:pt x="155021" y="655438"/>
                        <a:pt x="149581" y="655438"/>
                      </a:cubicBezTo>
                      <a:cubicBezTo>
                        <a:pt x="141423" y="658158"/>
                        <a:pt x="135983" y="658158"/>
                        <a:pt x="127824" y="658158"/>
                      </a:cubicBezTo>
                      <a:cubicBezTo>
                        <a:pt x="122385" y="658158"/>
                        <a:pt x="116946" y="658158"/>
                        <a:pt x="106067" y="658158"/>
                      </a:cubicBezTo>
                      <a:cubicBezTo>
                        <a:pt x="92469" y="658158"/>
                        <a:pt x="78870" y="658158"/>
                        <a:pt x="62552" y="658158"/>
                      </a:cubicBezTo>
                      <a:cubicBezTo>
                        <a:pt x="54393" y="658158"/>
                        <a:pt x="46234" y="658158"/>
                        <a:pt x="40795" y="658158"/>
                      </a:cubicBezTo>
                      <a:cubicBezTo>
                        <a:pt x="32636" y="658158"/>
                        <a:pt x="21758" y="658158"/>
                        <a:pt x="16318" y="652718"/>
                      </a:cubicBezTo>
                      <a:cubicBezTo>
                        <a:pt x="8159" y="649999"/>
                        <a:pt x="0" y="641840"/>
                        <a:pt x="0" y="636401"/>
                      </a:cubicBezTo>
                      <a:cubicBezTo>
                        <a:pt x="0" y="633681"/>
                        <a:pt x="0" y="630961"/>
                        <a:pt x="2720" y="628241"/>
                      </a:cubicBezTo>
                      <a:cubicBezTo>
                        <a:pt x="8159" y="625522"/>
                        <a:pt x="16318" y="622802"/>
                        <a:pt x="24477" y="620082"/>
                      </a:cubicBezTo>
                      <a:cubicBezTo>
                        <a:pt x="38075" y="617363"/>
                        <a:pt x="48954" y="617363"/>
                        <a:pt x="62552" y="617363"/>
                      </a:cubicBezTo>
                      <a:cubicBezTo>
                        <a:pt x="62552" y="617363"/>
                        <a:pt x="62552" y="614643"/>
                        <a:pt x="62552" y="614643"/>
                      </a:cubicBezTo>
                      <a:cubicBezTo>
                        <a:pt x="62552" y="603765"/>
                        <a:pt x="65272" y="590166"/>
                        <a:pt x="65272" y="587447"/>
                      </a:cubicBezTo>
                      <a:cubicBezTo>
                        <a:pt x="67992" y="565689"/>
                        <a:pt x="73431" y="543932"/>
                        <a:pt x="76151" y="522175"/>
                      </a:cubicBezTo>
                      <a:cubicBezTo>
                        <a:pt x="78870" y="505857"/>
                        <a:pt x="81590" y="486820"/>
                        <a:pt x="87029" y="470501"/>
                      </a:cubicBezTo>
                      <a:cubicBezTo>
                        <a:pt x="87029" y="465062"/>
                        <a:pt x="92469" y="451464"/>
                        <a:pt x="92469" y="446025"/>
                      </a:cubicBezTo>
                      <a:cubicBezTo>
                        <a:pt x="92469" y="437866"/>
                        <a:pt x="73431" y="437866"/>
                        <a:pt x="65272" y="432426"/>
                      </a:cubicBezTo>
                      <a:cubicBezTo>
                        <a:pt x="59833" y="429707"/>
                        <a:pt x="54393" y="426987"/>
                        <a:pt x="54393" y="421548"/>
                      </a:cubicBezTo>
                      <a:cubicBezTo>
                        <a:pt x="54393" y="413389"/>
                        <a:pt x="62552" y="410669"/>
                        <a:pt x="73431" y="407949"/>
                      </a:cubicBezTo>
                      <a:cubicBezTo>
                        <a:pt x="78870" y="407949"/>
                        <a:pt x="92469" y="405230"/>
                        <a:pt x="100628" y="399790"/>
                      </a:cubicBezTo>
                      <a:cubicBezTo>
                        <a:pt x="106067" y="394351"/>
                        <a:pt x="106067" y="378033"/>
                        <a:pt x="108787" y="369874"/>
                      </a:cubicBezTo>
                      <a:cubicBezTo>
                        <a:pt x="114226" y="348117"/>
                        <a:pt x="119665" y="326360"/>
                        <a:pt x="125105" y="307322"/>
                      </a:cubicBezTo>
                      <a:cubicBezTo>
                        <a:pt x="130544" y="285565"/>
                        <a:pt x="135983" y="263808"/>
                        <a:pt x="141423" y="242051"/>
                      </a:cubicBezTo>
                      <a:cubicBezTo>
                        <a:pt x="146862" y="220293"/>
                        <a:pt x="152301" y="198536"/>
                        <a:pt x="155021" y="179498"/>
                      </a:cubicBezTo>
                      <a:cubicBezTo>
                        <a:pt x="157740" y="160461"/>
                        <a:pt x="163181" y="138703"/>
                        <a:pt x="168620" y="119665"/>
                      </a:cubicBezTo>
                      <a:cubicBezTo>
                        <a:pt x="176779" y="100627"/>
                        <a:pt x="182218" y="76150"/>
                        <a:pt x="193097" y="57113"/>
                      </a:cubicBezTo>
                      <a:lnTo>
                        <a:pt x="201256" y="38075"/>
                      </a:lnTo>
                      <a:cubicBezTo>
                        <a:pt x="206695" y="29916"/>
                        <a:pt x="209415" y="19038"/>
                        <a:pt x="217574" y="13598"/>
                      </a:cubicBezTo>
                      <a:cubicBezTo>
                        <a:pt x="231172" y="2720"/>
                        <a:pt x="255649" y="0"/>
                        <a:pt x="274687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89" name="Freeform: Shape 88">
                  <a:extLst>
                    <a:ext uri="{FF2B5EF4-FFF2-40B4-BE49-F238E27FC236}">
                      <a16:creationId xmlns:a16="http://schemas.microsoft.com/office/drawing/2014/main" id="{EDC4E5DB-5515-448C-81EB-E50F3CE12C74}"/>
                    </a:ext>
                  </a:extLst>
                </p:cNvPr>
                <p:cNvSpPr/>
                <p:nvPr/>
              </p:nvSpPr>
              <p:spPr>
                <a:xfrm>
                  <a:off x="3443268" y="4186718"/>
                  <a:ext cx="435145" cy="761503"/>
                </a:xfrm>
                <a:custGeom>
                  <a:avLst/>
                  <a:gdLst>
                    <a:gd name="connsiteX0" fmla="*/ 400855 w 435145"/>
                    <a:gd name="connsiteY0" fmla="*/ 678260 h 761503"/>
                    <a:gd name="connsiteX1" fmla="*/ 384537 w 435145"/>
                    <a:gd name="connsiteY1" fmla="*/ 719054 h 761503"/>
                    <a:gd name="connsiteX2" fmla="*/ 368219 w 435145"/>
                    <a:gd name="connsiteY2" fmla="*/ 713615 h 761503"/>
                    <a:gd name="connsiteX3" fmla="*/ 360060 w 435145"/>
                    <a:gd name="connsiteY3" fmla="*/ 697297 h 761503"/>
                    <a:gd name="connsiteX4" fmla="*/ 360060 w 435145"/>
                    <a:gd name="connsiteY4" fmla="*/ 651063 h 761503"/>
                    <a:gd name="connsiteX5" fmla="*/ 332864 w 435145"/>
                    <a:gd name="connsiteY5" fmla="*/ 686418 h 761503"/>
                    <a:gd name="connsiteX6" fmla="*/ 251274 w 435145"/>
                    <a:gd name="connsiteY6" fmla="*/ 721774 h 761503"/>
                    <a:gd name="connsiteX7" fmla="*/ 229517 w 435145"/>
                    <a:gd name="connsiteY7" fmla="*/ 719054 h 761503"/>
                    <a:gd name="connsiteX8" fmla="*/ 158806 w 435145"/>
                    <a:gd name="connsiteY8" fmla="*/ 694578 h 761503"/>
                    <a:gd name="connsiteX9" fmla="*/ 112571 w 435145"/>
                    <a:gd name="connsiteY9" fmla="*/ 659222 h 761503"/>
                    <a:gd name="connsiteX10" fmla="*/ 79936 w 435145"/>
                    <a:gd name="connsiteY10" fmla="*/ 607548 h 761503"/>
                    <a:gd name="connsiteX11" fmla="*/ 63618 w 435145"/>
                    <a:gd name="connsiteY11" fmla="*/ 542277 h 761503"/>
                    <a:gd name="connsiteX12" fmla="*/ 58178 w 435145"/>
                    <a:gd name="connsiteY12" fmla="*/ 471566 h 761503"/>
                    <a:gd name="connsiteX13" fmla="*/ 60898 w 435145"/>
                    <a:gd name="connsiteY13" fmla="*/ 400855 h 761503"/>
                    <a:gd name="connsiteX14" fmla="*/ 66337 w 435145"/>
                    <a:gd name="connsiteY14" fmla="*/ 335583 h 761503"/>
                    <a:gd name="connsiteX15" fmla="*/ 85375 w 435145"/>
                    <a:gd name="connsiteY15" fmla="*/ 267592 h 761503"/>
                    <a:gd name="connsiteX16" fmla="*/ 109852 w 435145"/>
                    <a:gd name="connsiteY16" fmla="*/ 199600 h 761503"/>
                    <a:gd name="connsiteX17" fmla="*/ 145207 w 435145"/>
                    <a:gd name="connsiteY17" fmla="*/ 145207 h 761503"/>
                    <a:gd name="connsiteX18" fmla="*/ 188722 w 435145"/>
                    <a:gd name="connsiteY18" fmla="*/ 96253 h 761503"/>
                    <a:gd name="connsiteX19" fmla="*/ 243115 w 435145"/>
                    <a:gd name="connsiteY19" fmla="*/ 71776 h 761503"/>
                    <a:gd name="connsiteX20" fmla="*/ 286630 w 435145"/>
                    <a:gd name="connsiteY20" fmla="*/ 63617 h 761503"/>
                    <a:gd name="connsiteX21" fmla="*/ 305667 w 435145"/>
                    <a:gd name="connsiteY21" fmla="*/ 66337 h 761503"/>
                    <a:gd name="connsiteX22" fmla="*/ 324705 w 435145"/>
                    <a:gd name="connsiteY22" fmla="*/ 79936 h 761503"/>
                    <a:gd name="connsiteX23" fmla="*/ 341023 w 435145"/>
                    <a:gd name="connsiteY23" fmla="*/ 101693 h 761503"/>
                    <a:gd name="connsiteX24" fmla="*/ 354621 w 435145"/>
                    <a:gd name="connsiteY24" fmla="*/ 123450 h 761503"/>
                    <a:gd name="connsiteX25" fmla="*/ 354621 w 435145"/>
                    <a:gd name="connsiteY25" fmla="*/ 98973 h 761503"/>
                    <a:gd name="connsiteX26" fmla="*/ 360060 w 435145"/>
                    <a:gd name="connsiteY26" fmla="*/ 74496 h 761503"/>
                    <a:gd name="connsiteX27" fmla="*/ 365500 w 435145"/>
                    <a:gd name="connsiteY27" fmla="*/ 63617 h 761503"/>
                    <a:gd name="connsiteX28" fmla="*/ 373659 w 435145"/>
                    <a:gd name="connsiteY28" fmla="*/ 58178 h 761503"/>
                    <a:gd name="connsiteX29" fmla="*/ 381818 w 435145"/>
                    <a:gd name="connsiteY29" fmla="*/ 63617 h 761503"/>
                    <a:gd name="connsiteX30" fmla="*/ 389977 w 435145"/>
                    <a:gd name="connsiteY30" fmla="*/ 82655 h 761503"/>
                    <a:gd name="connsiteX31" fmla="*/ 392696 w 435145"/>
                    <a:gd name="connsiteY31" fmla="*/ 126170 h 761503"/>
                    <a:gd name="connsiteX32" fmla="*/ 395416 w 435145"/>
                    <a:gd name="connsiteY32" fmla="*/ 186002 h 761503"/>
                    <a:gd name="connsiteX33" fmla="*/ 398136 w 435145"/>
                    <a:gd name="connsiteY33" fmla="*/ 237675 h 761503"/>
                    <a:gd name="connsiteX34" fmla="*/ 398136 w 435145"/>
                    <a:gd name="connsiteY34" fmla="*/ 243115 h 761503"/>
                    <a:gd name="connsiteX35" fmla="*/ 395416 w 435145"/>
                    <a:gd name="connsiteY35" fmla="*/ 256713 h 761503"/>
                    <a:gd name="connsiteX36" fmla="*/ 379098 w 435145"/>
                    <a:gd name="connsiteY36" fmla="*/ 278470 h 761503"/>
                    <a:gd name="connsiteX37" fmla="*/ 362780 w 435145"/>
                    <a:gd name="connsiteY37" fmla="*/ 273031 h 761503"/>
                    <a:gd name="connsiteX38" fmla="*/ 354621 w 435145"/>
                    <a:gd name="connsiteY38" fmla="*/ 256713 h 761503"/>
                    <a:gd name="connsiteX39" fmla="*/ 354621 w 435145"/>
                    <a:gd name="connsiteY39" fmla="*/ 213198 h 761503"/>
                    <a:gd name="connsiteX40" fmla="*/ 354621 w 435145"/>
                    <a:gd name="connsiteY40" fmla="*/ 205040 h 761503"/>
                    <a:gd name="connsiteX41" fmla="*/ 338303 w 435145"/>
                    <a:gd name="connsiteY41" fmla="*/ 147927 h 761503"/>
                    <a:gd name="connsiteX42" fmla="*/ 292069 w 435145"/>
                    <a:gd name="connsiteY42" fmla="*/ 107132 h 761503"/>
                    <a:gd name="connsiteX43" fmla="*/ 262153 w 435145"/>
                    <a:gd name="connsiteY43" fmla="*/ 120730 h 761503"/>
                    <a:gd name="connsiteX44" fmla="*/ 251274 w 435145"/>
                    <a:gd name="connsiteY44" fmla="*/ 131609 h 761503"/>
                    <a:gd name="connsiteX45" fmla="*/ 240395 w 435145"/>
                    <a:gd name="connsiteY45" fmla="*/ 139768 h 761503"/>
                    <a:gd name="connsiteX46" fmla="*/ 237676 w 435145"/>
                    <a:gd name="connsiteY46" fmla="*/ 164245 h 761503"/>
                    <a:gd name="connsiteX47" fmla="*/ 226797 w 435145"/>
                    <a:gd name="connsiteY47" fmla="*/ 196881 h 761503"/>
                    <a:gd name="connsiteX48" fmla="*/ 213199 w 435145"/>
                    <a:gd name="connsiteY48" fmla="*/ 259433 h 761503"/>
                    <a:gd name="connsiteX49" fmla="*/ 207759 w 435145"/>
                    <a:gd name="connsiteY49" fmla="*/ 324704 h 761503"/>
                    <a:gd name="connsiteX50" fmla="*/ 207759 w 435145"/>
                    <a:gd name="connsiteY50" fmla="*/ 335583 h 761503"/>
                    <a:gd name="connsiteX51" fmla="*/ 205040 w 435145"/>
                    <a:gd name="connsiteY51" fmla="*/ 349181 h 761503"/>
                    <a:gd name="connsiteX52" fmla="*/ 207759 w 435145"/>
                    <a:gd name="connsiteY52" fmla="*/ 368219 h 761503"/>
                    <a:gd name="connsiteX53" fmla="*/ 207759 w 435145"/>
                    <a:gd name="connsiteY53" fmla="*/ 376378 h 761503"/>
                    <a:gd name="connsiteX54" fmla="*/ 205040 w 435145"/>
                    <a:gd name="connsiteY54" fmla="*/ 387256 h 761503"/>
                    <a:gd name="connsiteX55" fmla="*/ 205040 w 435145"/>
                    <a:gd name="connsiteY55" fmla="*/ 395415 h 761503"/>
                    <a:gd name="connsiteX56" fmla="*/ 205040 w 435145"/>
                    <a:gd name="connsiteY56" fmla="*/ 406294 h 761503"/>
                    <a:gd name="connsiteX57" fmla="*/ 205040 w 435145"/>
                    <a:gd name="connsiteY57" fmla="*/ 425332 h 761503"/>
                    <a:gd name="connsiteX58" fmla="*/ 213199 w 435145"/>
                    <a:gd name="connsiteY58" fmla="*/ 493323 h 761503"/>
                    <a:gd name="connsiteX59" fmla="*/ 221358 w 435145"/>
                    <a:gd name="connsiteY59" fmla="*/ 561314 h 761503"/>
                    <a:gd name="connsiteX60" fmla="*/ 226797 w 435145"/>
                    <a:gd name="connsiteY60" fmla="*/ 591231 h 761503"/>
                    <a:gd name="connsiteX61" fmla="*/ 240395 w 435145"/>
                    <a:gd name="connsiteY61" fmla="*/ 618427 h 761503"/>
                    <a:gd name="connsiteX62" fmla="*/ 283910 w 435145"/>
                    <a:gd name="connsiteY62" fmla="*/ 651063 h 761503"/>
                    <a:gd name="connsiteX63" fmla="*/ 338303 w 435145"/>
                    <a:gd name="connsiteY63" fmla="*/ 612988 h 761503"/>
                    <a:gd name="connsiteX64" fmla="*/ 354621 w 435145"/>
                    <a:gd name="connsiteY64" fmla="*/ 577632 h 761503"/>
                    <a:gd name="connsiteX65" fmla="*/ 357341 w 435145"/>
                    <a:gd name="connsiteY65" fmla="*/ 509641 h 761503"/>
                    <a:gd name="connsiteX66" fmla="*/ 362780 w 435145"/>
                    <a:gd name="connsiteY66" fmla="*/ 485164 h 761503"/>
                    <a:gd name="connsiteX67" fmla="*/ 368219 w 435145"/>
                    <a:gd name="connsiteY67" fmla="*/ 474286 h 761503"/>
                    <a:gd name="connsiteX68" fmla="*/ 376378 w 435145"/>
                    <a:gd name="connsiteY68" fmla="*/ 468846 h 761503"/>
                    <a:gd name="connsiteX69" fmla="*/ 384537 w 435145"/>
                    <a:gd name="connsiteY69" fmla="*/ 474286 h 761503"/>
                    <a:gd name="connsiteX70" fmla="*/ 392696 w 435145"/>
                    <a:gd name="connsiteY70" fmla="*/ 493323 h 761503"/>
                    <a:gd name="connsiteX71" fmla="*/ 395416 w 435145"/>
                    <a:gd name="connsiteY71" fmla="*/ 558595 h 761503"/>
                    <a:gd name="connsiteX72" fmla="*/ 398136 w 435145"/>
                    <a:gd name="connsiteY72" fmla="*/ 618427 h 761503"/>
                    <a:gd name="connsiteX73" fmla="*/ 400855 w 435145"/>
                    <a:gd name="connsiteY73" fmla="*/ 678260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</a:cxnLst>
                  <a:rect l="l" t="t" r="r" b="b"/>
                  <a:pathLst>
                    <a:path w="435145" h="761503">
                      <a:moveTo>
                        <a:pt x="400855" y="678260"/>
                      </a:moveTo>
                      <a:cubicBezTo>
                        <a:pt x="400855" y="689138"/>
                        <a:pt x="400855" y="719054"/>
                        <a:pt x="384537" y="719054"/>
                      </a:cubicBezTo>
                      <a:cubicBezTo>
                        <a:pt x="376378" y="719054"/>
                        <a:pt x="373659" y="716335"/>
                        <a:pt x="368219" y="713615"/>
                      </a:cubicBezTo>
                      <a:cubicBezTo>
                        <a:pt x="362780" y="710895"/>
                        <a:pt x="360060" y="702736"/>
                        <a:pt x="360060" y="697297"/>
                      </a:cubicBezTo>
                      <a:cubicBezTo>
                        <a:pt x="357341" y="680979"/>
                        <a:pt x="357341" y="664661"/>
                        <a:pt x="360060" y="651063"/>
                      </a:cubicBezTo>
                      <a:cubicBezTo>
                        <a:pt x="354621" y="659222"/>
                        <a:pt x="341023" y="678260"/>
                        <a:pt x="332864" y="686418"/>
                      </a:cubicBezTo>
                      <a:cubicBezTo>
                        <a:pt x="311107" y="708176"/>
                        <a:pt x="283910" y="721774"/>
                        <a:pt x="251274" y="721774"/>
                      </a:cubicBezTo>
                      <a:cubicBezTo>
                        <a:pt x="243115" y="721774"/>
                        <a:pt x="237676" y="721774"/>
                        <a:pt x="229517" y="719054"/>
                      </a:cubicBezTo>
                      <a:cubicBezTo>
                        <a:pt x="207759" y="716335"/>
                        <a:pt x="183283" y="708176"/>
                        <a:pt x="158806" y="694578"/>
                      </a:cubicBezTo>
                      <a:cubicBezTo>
                        <a:pt x="142488" y="686418"/>
                        <a:pt x="126170" y="672820"/>
                        <a:pt x="112571" y="659222"/>
                      </a:cubicBezTo>
                      <a:cubicBezTo>
                        <a:pt x="98973" y="642904"/>
                        <a:pt x="88095" y="626586"/>
                        <a:pt x="79936" y="607548"/>
                      </a:cubicBezTo>
                      <a:cubicBezTo>
                        <a:pt x="71777" y="585791"/>
                        <a:pt x="66337" y="566754"/>
                        <a:pt x="63618" y="542277"/>
                      </a:cubicBezTo>
                      <a:cubicBezTo>
                        <a:pt x="60898" y="517800"/>
                        <a:pt x="58178" y="493323"/>
                        <a:pt x="58178" y="471566"/>
                      </a:cubicBezTo>
                      <a:cubicBezTo>
                        <a:pt x="58178" y="447089"/>
                        <a:pt x="58178" y="425332"/>
                        <a:pt x="60898" y="400855"/>
                      </a:cubicBezTo>
                      <a:cubicBezTo>
                        <a:pt x="63618" y="379098"/>
                        <a:pt x="60898" y="357340"/>
                        <a:pt x="66337" y="335583"/>
                      </a:cubicBezTo>
                      <a:cubicBezTo>
                        <a:pt x="69057" y="313826"/>
                        <a:pt x="77216" y="289349"/>
                        <a:pt x="85375" y="267592"/>
                      </a:cubicBezTo>
                      <a:cubicBezTo>
                        <a:pt x="93534" y="243115"/>
                        <a:pt x="98973" y="221357"/>
                        <a:pt x="109852" y="199600"/>
                      </a:cubicBezTo>
                      <a:cubicBezTo>
                        <a:pt x="118011" y="177843"/>
                        <a:pt x="131609" y="161525"/>
                        <a:pt x="145207" y="145207"/>
                      </a:cubicBezTo>
                      <a:cubicBezTo>
                        <a:pt x="158806" y="128889"/>
                        <a:pt x="172404" y="109852"/>
                        <a:pt x="188722" y="96253"/>
                      </a:cubicBezTo>
                      <a:cubicBezTo>
                        <a:pt x="205040" y="82655"/>
                        <a:pt x="224077" y="77216"/>
                        <a:pt x="243115" y="71776"/>
                      </a:cubicBezTo>
                      <a:cubicBezTo>
                        <a:pt x="256713" y="69057"/>
                        <a:pt x="273031" y="63617"/>
                        <a:pt x="286630" y="63617"/>
                      </a:cubicBezTo>
                      <a:cubicBezTo>
                        <a:pt x="292069" y="63617"/>
                        <a:pt x="297508" y="63617"/>
                        <a:pt x="305667" y="66337"/>
                      </a:cubicBezTo>
                      <a:cubicBezTo>
                        <a:pt x="313826" y="69057"/>
                        <a:pt x="319266" y="74496"/>
                        <a:pt x="324705" y="79936"/>
                      </a:cubicBezTo>
                      <a:cubicBezTo>
                        <a:pt x="332864" y="85375"/>
                        <a:pt x="332864" y="93534"/>
                        <a:pt x="341023" y="101693"/>
                      </a:cubicBezTo>
                      <a:cubicBezTo>
                        <a:pt x="346462" y="107132"/>
                        <a:pt x="349182" y="118011"/>
                        <a:pt x="354621" y="123450"/>
                      </a:cubicBezTo>
                      <a:cubicBezTo>
                        <a:pt x="354621" y="115291"/>
                        <a:pt x="354621" y="101693"/>
                        <a:pt x="354621" y="98973"/>
                      </a:cubicBezTo>
                      <a:cubicBezTo>
                        <a:pt x="354621" y="90814"/>
                        <a:pt x="354621" y="79936"/>
                        <a:pt x="360060" y="74496"/>
                      </a:cubicBezTo>
                      <a:cubicBezTo>
                        <a:pt x="362780" y="71776"/>
                        <a:pt x="362780" y="69057"/>
                        <a:pt x="365500" y="63617"/>
                      </a:cubicBezTo>
                      <a:cubicBezTo>
                        <a:pt x="368219" y="60898"/>
                        <a:pt x="370939" y="58178"/>
                        <a:pt x="373659" y="58178"/>
                      </a:cubicBezTo>
                      <a:cubicBezTo>
                        <a:pt x="376378" y="58178"/>
                        <a:pt x="379098" y="60898"/>
                        <a:pt x="381818" y="63617"/>
                      </a:cubicBezTo>
                      <a:cubicBezTo>
                        <a:pt x="384537" y="69057"/>
                        <a:pt x="387257" y="77216"/>
                        <a:pt x="389977" y="82655"/>
                      </a:cubicBezTo>
                      <a:cubicBezTo>
                        <a:pt x="389977" y="90814"/>
                        <a:pt x="392696" y="107132"/>
                        <a:pt x="392696" y="126170"/>
                      </a:cubicBezTo>
                      <a:cubicBezTo>
                        <a:pt x="392696" y="150647"/>
                        <a:pt x="392696" y="177843"/>
                        <a:pt x="395416" y="186002"/>
                      </a:cubicBezTo>
                      <a:cubicBezTo>
                        <a:pt x="398136" y="205040"/>
                        <a:pt x="398136" y="215918"/>
                        <a:pt x="398136" y="237675"/>
                      </a:cubicBezTo>
                      <a:cubicBezTo>
                        <a:pt x="398136" y="240395"/>
                        <a:pt x="398136" y="243115"/>
                        <a:pt x="398136" y="243115"/>
                      </a:cubicBezTo>
                      <a:cubicBezTo>
                        <a:pt x="398136" y="248554"/>
                        <a:pt x="398136" y="251274"/>
                        <a:pt x="395416" y="256713"/>
                      </a:cubicBezTo>
                      <a:cubicBezTo>
                        <a:pt x="392696" y="267592"/>
                        <a:pt x="389977" y="278470"/>
                        <a:pt x="379098" y="278470"/>
                      </a:cubicBezTo>
                      <a:cubicBezTo>
                        <a:pt x="370939" y="278470"/>
                        <a:pt x="368219" y="275751"/>
                        <a:pt x="362780" y="273031"/>
                      </a:cubicBezTo>
                      <a:cubicBezTo>
                        <a:pt x="357341" y="270311"/>
                        <a:pt x="354621" y="262152"/>
                        <a:pt x="354621" y="256713"/>
                      </a:cubicBezTo>
                      <a:cubicBezTo>
                        <a:pt x="349182" y="237675"/>
                        <a:pt x="354621" y="232236"/>
                        <a:pt x="354621" y="213198"/>
                      </a:cubicBezTo>
                      <a:cubicBezTo>
                        <a:pt x="354621" y="210479"/>
                        <a:pt x="354621" y="207759"/>
                        <a:pt x="354621" y="205040"/>
                      </a:cubicBezTo>
                      <a:cubicBezTo>
                        <a:pt x="349182" y="186002"/>
                        <a:pt x="343742" y="169684"/>
                        <a:pt x="338303" y="147927"/>
                      </a:cubicBezTo>
                      <a:cubicBezTo>
                        <a:pt x="332864" y="131609"/>
                        <a:pt x="311107" y="107132"/>
                        <a:pt x="292069" y="107132"/>
                      </a:cubicBezTo>
                      <a:cubicBezTo>
                        <a:pt x="281190" y="107132"/>
                        <a:pt x="270312" y="115291"/>
                        <a:pt x="262153" y="120730"/>
                      </a:cubicBezTo>
                      <a:cubicBezTo>
                        <a:pt x="259433" y="123450"/>
                        <a:pt x="256713" y="126170"/>
                        <a:pt x="251274" y="131609"/>
                      </a:cubicBezTo>
                      <a:cubicBezTo>
                        <a:pt x="248554" y="134329"/>
                        <a:pt x="243115" y="137048"/>
                        <a:pt x="240395" y="139768"/>
                      </a:cubicBezTo>
                      <a:cubicBezTo>
                        <a:pt x="237676" y="145207"/>
                        <a:pt x="240395" y="156086"/>
                        <a:pt x="237676" y="164245"/>
                      </a:cubicBezTo>
                      <a:cubicBezTo>
                        <a:pt x="232236" y="175123"/>
                        <a:pt x="229517" y="186002"/>
                        <a:pt x="226797" y="196881"/>
                      </a:cubicBezTo>
                      <a:cubicBezTo>
                        <a:pt x="221358" y="218638"/>
                        <a:pt x="218638" y="237675"/>
                        <a:pt x="213199" y="259433"/>
                      </a:cubicBezTo>
                      <a:cubicBezTo>
                        <a:pt x="210479" y="281190"/>
                        <a:pt x="207759" y="302947"/>
                        <a:pt x="207759" y="324704"/>
                      </a:cubicBezTo>
                      <a:cubicBezTo>
                        <a:pt x="207759" y="327424"/>
                        <a:pt x="207759" y="332863"/>
                        <a:pt x="207759" y="335583"/>
                      </a:cubicBezTo>
                      <a:cubicBezTo>
                        <a:pt x="207759" y="341022"/>
                        <a:pt x="205040" y="343742"/>
                        <a:pt x="205040" y="349181"/>
                      </a:cubicBezTo>
                      <a:cubicBezTo>
                        <a:pt x="205040" y="354621"/>
                        <a:pt x="207759" y="362779"/>
                        <a:pt x="207759" y="368219"/>
                      </a:cubicBezTo>
                      <a:cubicBezTo>
                        <a:pt x="207759" y="370939"/>
                        <a:pt x="207759" y="373658"/>
                        <a:pt x="207759" y="376378"/>
                      </a:cubicBezTo>
                      <a:cubicBezTo>
                        <a:pt x="205040" y="381817"/>
                        <a:pt x="205040" y="384537"/>
                        <a:pt x="205040" y="387256"/>
                      </a:cubicBezTo>
                      <a:cubicBezTo>
                        <a:pt x="205040" y="389976"/>
                        <a:pt x="205040" y="392696"/>
                        <a:pt x="205040" y="395415"/>
                      </a:cubicBezTo>
                      <a:cubicBezTo>
                        <a:pt x="205040" y="398135"/>
                        <a:pt x="205040" y="403574"/>
                        <a:pt x="205040" y="406294"/>
                      </a:cubicBezTo>
                      <a:cubicBezTo>
                        <a:pt x="205040" y="411733"/>
                        <a:pt x="205040" y="417173"/>
                        <a:pt x="205040" y="425332"/>
                      </a:cubicBezTo>
                      <a:cubicBezTo>
                        <a:pt x="205040" y="449809"/>
                        <a:pt x="213199" y="471566"/>
                        <a:pt x="213199" y="493323"/>
                      </a:cubicBezTo>
                      <a:cubicBezTo>
                        <a:pt x="213199" y="517800"/>
                        <a:pt x="215919" y="539557"/>
                        <a:pt x="221358" y="561314"/>
                      </a:cubicBezTo>
                      <a:cubicBezTo>
                        <a:pt x="224077" y="572193"/>
                        <a:pt x="224077" y="580352"/>
                        <a:pt x="226797" y="591231"/>
                      </a:cubicBezTo>
                      <a:cubicBezTo>
                        <a:pt x="229517" y="599390"/>
                        <a:pt x="237676" y="607548"/>
                        <a:pt x="240395" y="618427"/>
                      </a:cubicBezTo>
                      <a:cubicBezTo>
                        <a:pt x="248554" y="637465"/>
                        <a:pt x="262153" y="651063"/>
                        <a:pt x="283910" y="651063"/>
                      </a:cubicBezTo>
                      <a:cubicBezTo>
                        <a:pt x="302948" y="651063"/>
                        <a:pt x="330144" y="629306"/>
                        <a:pt x="338303" y="612988"/>
                      </a:cubicBezTo>
                      <a:cubicBezTo>
                        <a:pt x="346462" y="599390"/>
                        <a:pt x="351901" y="591231"/>
                        <a:pt x="354621" y="577632"/>
                      </a:cubicBezTo>
                      <a:cubicBezTo>
                        <a:pt x="354621" y="550436"/>
                        <a:pt x="354621" y="517800"/>
                        <a:pt x="357341" y="509641"/>
                      </a:cubicBezTo>
                      <a:cubicBezTo>
                        <a:pt x="357341" y="501482"/>
                        <a:pt x="357341" y="490603"/>
                        <a:pt x="362780" y="485164"/>
                      </a:cubicBezTo>
                      <a:cubicBezTo>
                        <a:pt x="365500" y="482444"/>
                        <a:pt x="365500" y="479725"/>
                        <a:pt x="368219" y="474286"/>
                      </a:cubicBezTo>
                      <a:cubicBezTo>
                        <a:pt x="370939" y="471566"/>
                        <a:pt x="373659" y="468846"/>
                        <a:pt x="376378" y="468846"/>
                      </a:cubicBezTo>
                      <a:cubicBezTo>
                        <a:pt x="379098" y="468846"/>
                        <a:pt x="381818" y="471566"/>
                        <a:pt x="384537" y="474286"/>
                      </a:cubicBezTo>
                      <a:cubicBezTo>
                        <a:pt x="387257" y="479725"/>
                        <a:pt x="389977" y="487884"/>
                        <a:pt x="392696" y="493323"/>
                      </a:cubicBezTo>
                      <a:cubicBezTo>
                        <a:pt x="392696" y="501482"/>
                        <a:pt x="395416" y="539557"/>
                        <a:pt x="395416" y="558595"/>
                      </a:cubicBezTo>
                      <a:cubicBezTo>
                        <a:pt x="395416" y="583072"/>
                        <a:pt x="395416" y="610268"/>
                        <a:pt x="398136" y="618427"/>
                      </a:cubicBezTo>
                      <a:cubicBezTo>
                        <a:pt x="398136" y="648343"/>
                        <a:pt x="400855" y="659222"/>
                        <a:pt x="400855" y="678260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90" name="Freeform: Shape 89">
                  <a:extLst>
                    <a:ext uri="{FF2B5EF4-FFF2-40B4-BE49-F238E27FC236}">
                      <a16:creationId xmlns:a16="http://schemas.microsoft.com/office/drawing/2014/main" id="{8869E8F9-B18E-41D2-96FB-FECEACD74029}"/>
                    </a:ext>
                  </a:extLst>
                </p:cNvPr>
                <p:cNvSpPr/>
                <p:nvPr/>
              </p:nvSpPr>
              <p:spPr>
                <a:xfrm>
                  <a:off x="3829459" y="4200317"/>
                  <a:ext cx="598325" cy="761503"/>
                </a:xfrm>
                <a:custGeom>
                  <a:avLst/>
                  <a:gdLst>
                    <a:gd name="connsiteX0" fmla="*/ 360060 w 598324"/>
                    <a:gd name="connsiteY0" fmla="*/ 332863 h 761503"/>
                    <a:gd name="connsiteX1" fmla="*/ 341023 w 598324"/>
                    <a:gd name="connsiteY1" fmla="*/ 370939 h 761503"/>
                    <a:gd name="connsiteX2" fmla="*/ 376378 w 598324"/>
                    <a:gd name="connsiteY2" fmla="*/ 389976 h 761503"/>
                    <a:gd name="connsiteX3" fmla="*/ 425332 w 598324"/>
                    <a:gd name="connsiteY3" fmla="*/ 433491 h 761503"/>
                    <a:gd name="connsiteX4" fmla="*/ 438930 w 598324"/>
                    <a:gd name="connsiteY4" fmla="*/ 463407 h 761503"/>
                    <a:gd name="connsiteX5" fmla="*/ 449809 w 598324"/>
                    <a:gd name="connsiteY5" fmla="*/ 498762 h 761503"/>
                    <a:gd name="connsiteX6" fmla="*/ 457968 w 598324"/>
                    <a:gd name="connsiteY6" fmla="*/ 528679 h 761503"/>
                    <a:gd name="connsiteX7" fmla="*/ 466127 w 598324"/>
                    <a:gd name="connsiteY7" fmla="*/ 564034 h 761503"/>
                    <a:gd name="connsiteX8" fmla="*/ 471566 w 598324"/>
                    <a:gd name="connsiteY8" fmla="*/ 593950 h 761503"/>
                    <a:gd name="connsiteX9" fmla="*/ 479725 w 598324"/>
                    <a:gd name="connsiteY9" fmla="*/ 607548 h 761503"/>
                    <a:gd name="connsiteX10" fmla="*/ 487884 w 598324"/>
                    <a:gd name="connsiteY10" fmla="*/ 623867 h 761503"/>
                    <a:gd name="connsiteX11" fmla="*/ 501482 w 598324"/>
                    <a:gd name="connsiteY11" fmla="*/ 651063 h 761503"/>
                    <a:gd name="connsiteX12" fmla="*/ 523240 w 598324"/>
                    <a:gd name="connsiteY12" fmla="*/ 670101 h 761503"/>
                    <a:gd name="connsiteX13" fmla="*/ 534119 w 598324"/>
                    <a:gd name="connsiteY13" fmla="*/ 686418 h 761503"/>
                    <a:gd name="connsiteX14" fmla="*/ 531399 w 598324"/>
                    <a:gd name="connsiteY14" fmla="*/ 694578 h 761503"/>
                    <a:gd name="connsiteX15" fmla="*/ 498763 w 598324"/>
                    <a:gd name="connsiteY15" fmla="*/ 708176 h 761503"/>
                    <a:gd name="connsiteX16" fmla="*/ 449809 w 598324"/>
                    <a:gd name="connsiteY16" fmla="*/ 700017 h 761503"/>
                    <a:gd name="connsiteX17" fmla="*/ 400855 w 598324"/>
                    <a:gd name="connsiteY17" fmla="*/ 667381 h 761503"/>
                    <a:gd name="connsiteX18" fmla="*/ 381817 w 598324"/>
                    <a:gd name="connsiteY18" fmla="*/ 642904 h 761503"/>
                    <a:gd name="connsiteX19" fmla="*/ 368219 w 598324"/>
                    <a:gd name="connsiteY19" fmla="*/ 610268 h 761503"/>
                    <a:gd name="connsiteX20" fmla="*/ 349182 w 598324"/>
                    <a:gd name="connsiteY20" fmla="*/ 550436 h 761503"/>
                    <a:gd name="connsiteX21" fmla="*/ 338303 w 598324"/>
                    <a:gd name="connsiteY21" fmla="*/ 504202 h 761503"/>
                    <a:gd name="connsiteX22" fmla="*/ 330144 w 598324"/>
                    <a:gd name="connsiteY22" fmla="*/ 477005 h 761503"/>
                    <a:gd name="connsiteX23" fmla="*/ 321985 w 598324"/>
                    <a:gd name="connsiteY23" fmla="*/ 455248 h 761503"/>
                    <a:gd name="connsiteX24" fmla="*/ 305667 w 598324"/>
                    <a:gd name="connsiteY24" fmla="*/ 436210 h 761503"/>
                    <a:gd name="connsiteX25" fmla="*/ 294788 w 598324"/>
                    <a:gd name="connsiteY25" fmla="*/ 441650 h 761503"/>
                    <a:gd name="connsiteX26" fmla="*/ 278471 w 598324"/>
                    <a:gd name="connsiteY26" fmla="*/ 463407 h 761503"/>
                    <a:gd name="connsiteX27" fmla="*/ 264872 w 598324"/>
                    <a:gd name="connsiteY27" fmla="*/ 496043 h 761503"/>
                    <a:gd name="connsiteX28" fmla="*/ 262153 w 598324"/>
                    <a:gd name="connsiteY28" fmla="*/ 517800 h 761503"/>
                    <a:gd name="connsiteX29" fmla="*/ 262153 w 598324"/>
                    <a:gd name="connsiteY29" fmla="*/ 523239 h 761503"/>
                    <a:gd name="connsiteX30" fmla="*/ 262153 w 598324"/>
                    <a:gd name="connsiteY30" fmla="*/ 553155 h 761503"/>
                    <a:gd name="connsiteX31" fmla="*/ 262153 w 598324"/>
                    <a:gd name="connsiteY31" fmla="*/ 629306 h 761503"/>
                    <a:gd name="connsiteX32" fmla="*/ 259433 w 598324"/>
                    <a:gd name="connsiteY32" fmla="*/ 659222 h 761503"/>
                    <a:gd name="connsiteX33" fmla="*/ 283910 w 598324"/>
                    <a:gd name="connsiteY33" fmla="*/ 659222 h 761503"/>
                    <a:gd name="connsiteX34" fmla="*/ 321985 w 598324"/>
                    <a:gd name="connsiteY34" fmla="*/ 675540 h 761503"/>
                    <a:gd name="connsiteX35" fmla="*/ 316546 w 598324"/>
                    <a:gd name="connsiteY35" fmla="*/ 691858 h 761503"/>
                    <a:gd name="connsiteX36" fmla="*/ 300228 w 598324"/>
                    <a:gd name="connsiteY36" fmla="*/ 700017 h 761503"/>
                    <a:gd name="connsiteX37" fmla="*/ 278471 w 598324"/>
                    <a:gd name="connsiteY37" fmla="*/ 702736 h 761503"/>
                    <a:gd name="connsiteX38" fmla="*/ 243115 w 598324"/>
                    <a:gd name="connsiteY38" fmla="*/ 702736 h 761503"/>
                    <a:gd name="connsiteX39" fmla="*/ 221358 w 598324"/>
                    <a:gd name="connsiteY39" fmla="*/ 710895 h 761503"/>
                    <a:gd name="connsiteX40" fmla="*/ 194161 w 598324"/>
                    <a:gd name="connsiteY40" fmla="*/ 702736 h 761503"/>
                    <a:gd name="connsiteX41" fmla="*/ 177843 w 598324"/>
                    <a:gd name="connsiteY41" fmla="*/ 702736 h 761503"/>
                    <a:gd name="connsiteX42" fmla="*/ 126170 w 598324"/>
                    <a:gd name="connsiteY42" fmla="*/ 702736 h 761503"/>
                    <a:gd name="connsiteX43" fmla="*/ 101693 w 598324"/>
                    <a:gd name="connsiteY43" fmla="*/ 702736 h 761503"/>
                    <a:gd name="connsiteX44" fmla="*/ 74496 w 598324"/>
                    <a:gd name="connsiteY44" fmla="*/ 697297 h 761503"/>
                    <a:gd name="connsiteX45" fmla="*/ 58178 w 598324"/>
                    <a:gd name="connsiteY45" fmla="*/ 680979 h 761503"/>
                    <a:gd name="connsiteX46" fmla="*/ 63617 w 598324"/>
                    <a:gd name="connsiteY46" fmla="*/ 672820 h 761503"/>
                    <a:gd name="connsiteX47" fmla="*/ 85375 w 598324"/>
                    <a:gd name="connsiteY47" fmla="*/ 664661 h 761503"/>
                    <a:gd name="connsiteX48" fmla="*/ 128889 w 598324"/>
                    <a:gd name="connsiteY48" fmla="*/ 659222 h 761503"/>
                    <a:gd name="connsiteX49" fmla="*/ 147927 w 598324"/>
                    <a:gd name="connsiteY49" fmla="*/ 659222 h 761503"/>
                    <a:gd name="connsiteX50" fmla="*/ 145207 w 598324"/>
                    <a:gd name="connsiteY50" fmla="*/ 653783 h 761503"/>
                    <a:gd name="connsiteX51" fmla="*/ 131609 w 598324"/>
                    <a:gd name="connsiteY51" fmla="*/ 585791 h 761503"/>
                    <a:gd name="connsiteX52" fmla="*/ 134329 w 598324"/>
                    <a:gd name="connsiteY52" fmla="*/ 498762 h 761503"/>
                    <a:gd name="connsiteX53" fmla="*/ 137048 w 598324"/>
                    <a:gd name="connsiteY53" fmla="*/ 406294 h 761503"/>
                    <a:gd name="connsiteX54" fmla="*/ 134329 w 598324"/>
                    <a:gd name="connsiteY54" fmla="*/ 327424 h 761503"/>
                    <a:gd name="connsiteX55" fmla="*/ 137048 w 598324"/>
                    <a:gd name="connsiteY55" fmla="*/ 253993 h 761503"/>
                    <a:gd name="connsiteX56" fmla="*/ 139768 w 598324"/>
                    <a:gd name="connsiteY56" fmla="*/ 207759 h 761503"/>
                    <a:gd name="connsiteX57" fmla="*/ 137048 w 598324"/>
                    <a:gd name="connsiteY57" fmla="*/ 172404 h 761503"/>
                    <a:gd name="connsiteX58" fmla="*/ 137048 w 598324"/>
                    <a:gd name="connsiteY58" fmla="*/ 112571 h 761503"/>
                    <a:gd name="connsiteX59" fmla="*/ 126170 w 598324"/>
                    <a:gd name="connsiteY59" fmla="*/ 112571 h 761503"/>
                    <a:gd name="connsiteX60" fmla="*/ 101693 w 598324"/>
                    <a:gd name="connsiteY60" fmla="*/ 112571 h 761503"/>
                    <a:gd name="connsiteX61" fmla="*/ 74496 w 598324"/>
                    <a:gd name="connsiteY61" fmla="*/ 107132 h 761503"/>
                    <a:gd name="connsiteX62" fmla="*/ 58178 w 598324"/>
                    <a:gd name="connsiteY62" fmla="*/ 90814 h 761503"/>
                    <a:gd name="connsiteX63" fmla="*/ 63617 w 598324"/>
                    <a:gd name="connsiteY63" fmla="*/ 82655 h 761503"/>
                    <a:gd name="connsiteX64" fmla="*/ 85375 w 598324"/>
                    <a:gd name="connsiteY64" fmla="*/ 74496 h 761503"/>
                    <a:gd name="connsiteX65" fmla="*/ 137048 w 598324"/>
                    <a:gd name="connsiteY65" fmla="*/ 69057 h 761503"/>
                    <a:gd name="connsiteX66" fmla="*/ 145207 w 598324"/>
                    <a:gd name="connsiteY66" fmla="*/ 69057 h 761503"/>
                    <a:gd name="connsiteX67" fmla="*/ 169684 w 598324"/>
                    <a:gd name="connsiteY67" fmla="*/ 58178 h 761503"/>
                    <a:gd name="connsiteX68" fmla="*/ 177843 w 598324"/>
                    <a:gd name="connsiteY68" fmla="*/ 58178 h 761503"/>
                    <a:gd name="connsiteX69" fmla="*/ 205040 w 598324"/>
                    <a:gd name="connsiteY69" fmla="*/ 66337 h 761503"/>
                    <a:gd name="connsiteX70" fmla="*/ 286629 w 598324"/>
                    <a:gd name="connsiteY70" fmla="*/ 63617 h 761503"/>
                    <a:gd name="connsiteX71" fmla="*/ 324705 w 598324"/>
                    <a:gd name="connsiteY71" fmla="*/ 79936 h 761503"/>
                    <a:gd name="connsiteX72" fmla="*/ 319265 w 598324"/>
                    <a:gd name="connsiteY72" fmla="*/ 96253 h 761503"/>
                    <a:gd name="connsiteX73" fmla="*/ 302948 w 598324"/>
                    <a:gd name="connsiteY73" fmla="*/ 104412 h 761503"/>
                    <a:gd name="connsiteX74" fmla="*/ 278471 w 598324"/>
                    <a:gd name="connsiteY74" fmla="*/ 112571 h 761503"/>
                    <a:gd name="connsiteX75" fmla="*/ 232236 w 598324"/>
                    <a:gd name="connsiteY75" fmla="*/ 112571 h 761503"/>
                    <a:gd name="connsiteX76" fmla="*/ 240395 w 598324"/>
                    <a:gd name="connsiteY76" fmla="*/ 137048 h 761503"/>
                    <a:gd name="connsiteX77" fmla="*/ 240395 w 598324"/>
                    <a:gd name="connsiteY77" fmla="*/ 150647 h 761503"/>
                    <a:gd name="connsiteX78" fmla="*/ 243115 w 598324"/>
                    <a:gd name="connsiteY78" fmla="*/ 158805 h 761503"/>
                    <a:gd name="connsiteX79" fmla="*/ 248554 w 598324"/>
                    <a:gd name="connsiteY79" fmla="*/ 188722 h 761503"/>
                    <a:gd name="connsiteX80" fmla="*/ 248554 w 598324"/>
                    <a:gd name="connsiteY80" fmla="*/ 199600 h 761503"/>
                    <a:gd name="connsiteX81" fmla="*/ 248554 w 598324"/>
                    <a:gd name="connsiteY81" fmla="*/ 221357 h 761503"/>
                    <a:gd name="connsiteX82" fmla="*/ 253994 w 598324"/>
                    <a:gd name="connsiteY82" fmla="*/ 264872 h 761503"/>
                    <a:gd name="connsiteX83" fmla="*/ 262153 w 598324"/>
                    <a:gd name="connsiteY83" fmla="*/ 297508 h 761503"/>
                    <a:gd name="connsiteX84" fmla="*/ 264872 w 598324"/>
                    <a:gd name="connsiteY84" fmla="*/ 324704 h 761503"/>
                    <a:gd name="connsiteX85" fmla="*/ 264872 w 598324"/>
                    <a:gd name="connsiteY85" fmla="*/ 332863 h 761503"/>
                    <a:gd name="connsiteX86" fmla="*/ 264872 w 598324"/>
                    <a:gd name="connsiteY86" fmla="*/ 351901 h 761503"/>
                    <a:gd name="connsiteX87" fmla="*/ 262153 w 598324"/>
                    <a:gd name="connsiteY87" fmla="*/ 370939 h 761503"/>
                    <a:gd name="connsiteX88" fmla="*/ 267592 w 598324"/>
                    <a:gd name="connsiteY88" fmla="*/ 384537 h 761503"/>
                    <a:gd name="connsiteX89" fmla="*/ 278471 w 598324"/>
                    <a:gd name="connsiteY89" fmla="*/ 370939 h 761503"/>
                    <a:gd name="connsiteX90" fmla="*/ 297508 w 598324"/>
                    <a:gd name="connsiteY90" fmla="*/ 332863 h 761503"/>
                    <a:gd name="connsiteX91" fmla="*/ 311106 w 598324"/>
                    <a:gd name="connsiteY91" fmla="*/ 305667 h 761503"/>
                    <a:gd name="connsiteX92" fmla="*/ 335583 w 598324"/>
                    <a:gd name="connsiteY92" fmla="*/ 259433 h 761503"/>
                    <a:gd name="connsiteX93" fmla="*/ 354621 w 598324"/>
                    <a:gd name="connsiteY93" fmla="*/ 224077 h 761503"/>
                    <a:gd name="connsiteX94" fmla="*/ 381817 w 598324"/>
                    <a:gd name="connsiteY94" fmla="*/ 172404 h 761503"/>
                    <a:gd name="connsiteX95" fmla="*/ 409014 w 598324"/>
                    <a:gd name="connsiteY95" fmla="*/ 118011 h 761503"/>
                    <a:gd name="connsiteX96" fmla="*/ 411734 w 598324"/>
                    <a:gd name="connsiteY96" fmla="*/ 115291 h 761503"/>
                    <a:gd name="connsiteX97" fmla="*/ 398136 w 598324"/>
                    <a:gd name="connsiteY97" fmla="*/ 115291 h 761503"/>
                    <a:gd name="connsiteX98" fmla="*/ 379098 w 598324"/>
                    <a:gd name="connsiteY98" fmla="*/ 109852 h 761503"/>
                    <a:gd name="connsiteX99" fmla="*/ 368219 w 598324"/>
                    <a:gd name="connsiteY99" fmla="*/ 93534 h 761503"/>
                    <a:gd name="connsiteX100" fmla="*/ 370939 w 598324"/>
                    <a:gd name="connsiteY100" fmla="*/ 85375 h 761503"/>
                    <a:gd name="connsiteX101" fmla="*/ 387257 w 598324"/>
                    <a:gd name="connsiteY101" fmla="*/ 77216 h 761503"/>
                    <a:gd name="connsiteX102" fmla="*/ 422612 w 598324"/>
                    <a:gd name="connsiteY102" fmla="*/ 71776 h 761503"/>
                    <a:gd name="connsiteX103" fmla="*/ 436211 w 598324"/>
                    <a:gd name="connsiteY103" fmla="*/ 71776 h 761503"/>
                    <a:gd name="connsiteX104" fmla="*/ 438930 w 598324"/>
                    <a:gd name="connsiteY104" fmla="*/ 69057 h 761503"/>
                    <a:gd name="connsiteX105" fmla="*/ 452529 w 598324"/>
                    <a:gd name="connsiteY105" fmla="*/ 66337 h 761503"/>
                    <a:gd name="connsiteX106" fmla="*/ 466127 w 598324"/>
                    <a:gd name="connsiteY106" fmla="*/ 69057 h 761503"/>
                    <a:gd name="connsiteX107" fmla="*/ 471566 w 598324"/>
                    <a:gd name="connsiteY107" fmla="*/ 71776 h 761503"/>
                    <a:gd name="connsiteX108" fmla="*/ 515081 w 598324"/>
                    <a:gd name="connsiteY108" fmla="*/ 71776 h 761503"/>
                    <a:gd name="connsiteX109" fmla="*/ 542277 w 598324"/>
                    <a:gd name="connsiteY109" fmla="*/ 88094 h 761503"/>
                    <a:gd name="connsiteX110" fmla="*/ 536838 w 598324"/>
                    <a:gd name="connsiteY110" fmla="*/ 104412 h 761503"/>
                    <a:gd name="connsiteX111" fmla="*/ 525959 w 598324"/>
                    <a:gd name="connsiteY111" fmla="*/ 112571 h 761503"/>
                    <a:gd name="connsiteX112" fmla="*/ 509642 w 598324"/>
                    <a:gd name="connsiteY112" fmla="*/ 115291 h 761503"/>
                    <a:gd name="connsiteX113" fmla="*/ 468847 w 598324"/>
                    <a:gd name="connsiteY113" fmla="*/ 115291 h 761503"/>
                    <a:gd name="connsiteX114" fmla="*/ 457968 w 598324"/>
                    <a:gd name="connsiteY114" fmla="*/ 137048 h 761503"/>
                    <a:gd name="connsiteX115" fmla="*/ 430771 w 598324"/>
                    <a:gd name="connsiteY115" fmla="*/ 194161 h 761503"/>
                    <a:gd name="connsiteX116" fmla="*/ 400855 w 598324"/>
                    <a:gd name="connsiteY116" fmla="*/ 262152 h 761503"/>
                    <a:gd name="connsiteX117" fmla="*/ 360060 w 598324"/>
                    <a:gd name="connsiteY117" fmla="*/ 332863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</a:cxnLst>
                  <a:rect l="l" t="t" r="r" b="b"/>
                  <a:pathLst>
                    <a:path w="598324" h="761503">
                      <a:moveTo>
                        <a:pt x="360060" y="332863"/>
                      </a:moveTo>
                      <a:cubicBezTo>
                        <a:pt x="351901" y="343742"/>
                        <a:pt x="341023" y="357340"/>
                        <a:pt x="341023" y="370939"/>
                      </a:cubicBezTo>
                      <a:cubicBezTo>
                        <a:pt x="341023" y="379098"/>
                        <a:pt x="357341" y="381817"/>
                        <a:pt x="376378" y="389976"/>
                      </a:cubicBezTo>
                      <a:cubicBezTo>
                        <a:pt x="395416" y="398135"/>
                        <a:pt x="417173" y="417173"/>
                        <a:pt x="425332" y="433491"/>
                      </a:cubicBezTo>
                      <a:cubicBezTo>
                        <a:pt x="430771" y="444369"/>
                        <a:pt x="436211" y="452528"/>
                        <a:pt x="438930" y="463407"/>
                      </a:cubicBezTo>
                      <a:cubicBezTo>
                        <a:pt x="444370" y="474286"/>
                        <a:pt x="447089" y="487884"/>
                        <a:pt x="449809" y="498762"/>
                      </a:cubicBezTo>
                      <a:cubicBezTo>
                        <a:pt x="452529" y="512361"/>
                        <a:pt x="452529" y="517800"/>
                        <a:pt x="457968" y="528679"/>
                      </a:cubicBezTo>
                      <a:cubicBezTo>
                        <a:pt x="463407" y="539557"/>
                        <a:pt x="463407" y="553155"/>
                        <a:pt x="466127" y="564034"/>
                      </a:cubicBezTo>
                      <a:cubicBezTo>
                        <a:pt x="468847" y="572193"/>
                        <a:pt x="468847" y="585791"/>
                        <a:pt x="471566" y="593950"/>
                      </a:cubicBezTo>
                      <a:cubicBezTo>
                        <a:pt x="474286" y="599390"/>
                        <a:pt x="477006" y="602109"/>
                        <a:pt x="479725" y="607548"/>
                      </a:cubicBezTo>
                      <a:cubicBezTo>
                        <a:pt x="482445" y="612988"/>
                        <a:pt x="487884" y="618427"/>
                        <a:pt x="487884" y="623867"/>
                      </a:cubicBezTo>
                      <a:cubicBezTo>
                        <a:pt x="490604" y="634745"/>
                        <a:pt x="496043" y="642904"/>
                        <a:pt x="501482" y="651063"/>
                      </a:cubicBezTo>
                      <a:cubicBezTo>
                        <a:pt x="506922" y="661942"/>
                        <a:pt x="512361" y="664661"/>
                        <a:pt x="523240" y="670101"/>
                      </a:cubicBezTo>
                      <a:cubicBezTo>
                        <a:pt x="528679" y="672820"/>
                        <a:pt x="534119" y="680979"/>
                        <a:pt x="534119" y="686418"/>
                      </a:cubicBezTo>
                      <a:cubicBezTo>
                        <a:pt x="534119" y="689138"/>
                        <a:pt x="534119" y="691858"/>
                        <a:pt x="531399" y="694578"/>
                      </a:cubicBezTo>
                      <a:cubicBezTo>
                        <a:pt x="525959" y="702736"/>
                        <a:pt x="512361" y="708176"/>
                        <a:pt x="498763" y="708176"/>
                      </a:cubicBezTo>
                      <a:cubicBezTo>
                        <a:pt x="485165" y="708176"/>
                        <a:pt x="466127" y="705456"/>
                        <a:pt x="449809" y="700017"/>
                      </a:cubicBezTo>
                      <a:cubicBezTo>
                        <a:pt x="430771" y="694578"/>
                        <a:pt x="409014" y="675540"/>
                        <a:pt x="400855" y="667381"/>
                      </a:cubicBezTo>
                      <a:cubicBezTo>
                        <a:pt x="392696" y="659222"/>
                        <a:pt x="387257" y="651063"/>
                        <a:pt x="381817" y="642904"/>
                      </a:cubicBezTo>
                      <a:cubicBezTo>
                        <a:pt x="376378" y="632025"/>
                        <a:pt x="370939" y="623867"/>
                        <a:pt x="368219" y="610268"/>
                      </a:cubicBezTo>
                      <a:cubicBezTo>
                        <a:pt x="360060" y="588511"/>
                        <a:pt x="357341" y="574913"/>
                        <a:pt x="349182" y="550436"/>
                      </a:cubicBezTo>
                      <a:cubicBezTo>
                        <a:pt x="343742" y="534118"/>
                        <a:pt x="341023" y="520520"/>
                        <a:pt x="338303" y="504202"/>
                      </a:cubicBezTo>
                      <a:cubicBezTo>
                        <a:pt x="335583" y="493323"/>
                        <a:pt x="332864" y="485164"/>
                        <a:pt x="330144" y="477005"/>
                      </a:cubicBezTo>
                      <a:cubicBezTo>
                        <a:pt x="327424" y="471566"/>
                        <a:pt x="324705" y="463407"/>
                        <a:pt x="321985" y="455248"/>
                      </a:cubicBezTo>
                      <a:cubicBezTo>
                        <a:pt x="316546" y="444369"/>
                        <a:pt x="311106" y="436210"/>
                        <a:pt x="305667" y="436210"/>
                      </a:cubicBezTo>
                      <a:cubicBezTo>
                        <a:pt x="302948" y="436210"/>
                        <a:pt x="300228" y="438930"/>
                        <a:pt x="294788" y="441650"/>
                      </a:cubicBezTo>
                      <a:cubicBezTo>
                        <a:pt x="289349" y="447089"/>
                        <a:pt x="283910" y="455248"/>
                        <a:pt x="278471" y="463407"/>
                      </a:cubicBezTo>
                      <a:cubicBezTo>
                        <a:pt x="270312" y="474286"/>
                        <a:pt x="267592" y="485164"/>
                        <a:pt x="264872" y="496043"/>
                      </a:cubicBezTo>
                      <a:cubicBezTo>
                        <a:pt x="264872" y="504202"/>
                        <a:pt x="262153" y="512361"/>
                        <a:pt x="262153" y="517800"/>
                      </a:cubicBezTo>
                      <a:cubicBezTo>
                        <a:pt x="262153" y="520520"/>
                        <a:pt x="262153" y="520520"/>
                        <a:pt x="262153" y="523239"/>
                      </a:cubicBezTo>
                      <a:cubicBezTo>
                        <a:pt x="262153" y="528679"/>
                        <a:pt x="262153" y="544997"/>
                        <a:pt x="262153" y="553155"/>
                      </a:cubicBezTo>
                      <a:cubicBezTo>
                        <a:pt x="262153" y="583072"/>
                        <a:pt x="264872" y="599390"/>
                        <a:pt x="262153" y="629306"/>
                      </a:cubicBezTo>
                      <a:cubicBezTo>
                        <a:pt x="262153" y="640184"/>
                        <a:pt x="262153" y="648343"/>
                        <a:pt x="259433" y="659222"/>
                      </a:cubicBezTo>
                      <a:cubicBezTo>
                        <a:pt x="270312" y="659222"/>
                        <a:pt x="278471" y="659222"/>
                        <a:pt x="283910" y="659222"/>
                      </a:cubicBezTo>
                      <a:cubicBezTo>
                        <a:pt x="297508" y="659222"/>
                        <a:pt x="321985" y="659222"/>
                        <a:pt x="321985" y="675540"/>
                      </a:cubicBezTo>
                      <a:cubicBezTo>
                        <a:pt x="321985" y="683699"/>
                        <a:pt x="319265" y="686418"/>
                        <a:pt x="316546" y="691858"/>
                      </a:cubicBezTo>
                      <a:cubicBezTo>
                        <a:pt x="311106" y="697297"/>
                        <a:pt x="305667" y="700017"/>
                        <a:pt x="300228" y="700017"/>
                      </a:cubicBezTo>
                      <a:cubicBezTo>
                        <a:pt x="292069" y="702736"/>
                        <a:pt x="283910" y="702736"/>
                        <a:pt x="278471" y="702736"/>
                      </a:cubicBezTo>
                      <a:cubicBezTo>
                        <a:pt x="275751" y="702736"/>
                        <a:pt x="259433" y="702736"/>
                        <a:pt x="243115" y="702736"/>
                      </a:cubicBezTo>
                      <a:cubicBezTo>
                        <a:pt x="237676" y="708176"/>
                        <a:pt x="229517" y="710895"/>
                        <a:pt x="221358" y="710895"/>
                      </a:cubicBezTo>
                      <a:cubicBezTo>
                        <a:pt x="213199" y="710895"/>
                        <a:pt x="202320" y="708176"/>
                        <a:pt x="194161" y="702736"/>
                      </a:cubicBezTo>
                      <a:cubicBezTo>
                        <a:pt x="186002" y="702736"/>
                        <a:pt x="180563" y="702736"/>
                        <a:pt x="177843" y="702736"/>
                      </a:cubicBezTo>
                      <a:cubicBezTo>
                        <a:pt x="164245" y="702736"/>
                        <a:pt x="139768" y="702736"/>
                        <a:pt x="126170" y="702736"/>
                      </a:cubicBezTo>
                      <a:cubicBezTo>
                        <a:pt x="118011" y="702736"/>
                        <a:pt x="109852" y="702736"/>
                        <a:pt x="101693" y="702736"/>
                      </a:cubicBezTo>
                      <a:cubicBezTo>
                        <a:pt x="93534" y="702736"/>
                        <a:pt x="82655" y="702736"/>
                        <a:pt x="74496" y="697297"/>
                      </a:cubicBezTo>
                      <a:cubicBezTo>
                        <a:pt x="66337" y="694578"/>
                        <a:pt x="58178" y="686418"/>
                        <a:pt x="58178" y="680979"/>
                      </a:cubicBezTo>
                      <a:cubicBezTo>
                        <a:pt x="58178" y="678260"/>
                        <a:pt x="58178" y="675540"/>
                        <a:pt x="63617" y="672820"/>
                      </a:cubicBezTo>
                      <a:cubicBezTo>
                        <a:pt x="69057" y="670101"/>
                        <a:pt x="79935" y="667381"/>
                        <a:pt x="85375" y="664661"/>
                      </a:cubicBezTo>
                      <a:cubicBezTo>
                        <a:pt x="104412" y="661942"/>
                        <a:pt x="123450" y="659222"/>
                        <a:pt x="128889" y="659222"/>
                      </a:cubicBezTo>
                      <a:cubicBezTo>
                        <a:pt x="134329" y="659222"/>
                        <a:pt x="139768" y="659222"/>
                        <a:pt x="147927" y="659222"/>
                      </a:cubicBezTo>
                      <a:cubicBezTo>
                        <a:pt x="147927" y="656502"/>
                        <a:pt x="145207" y="653783"/>
                        <a:pt x="145207" y="653783"/>
                      </a:cubicBezTo>
                      <a:cubicBezTo>
                        <a:pt x="131609" y="632025"/>
                        <a:pt x="131609" y="610268"/>
                        <a:pt x="131609" y="585791"/>
                      </a:cubicBezTo>
                      <a:cubicBezTo>
                        <a:pt x="131609" y="555875"/>
                        <a:pt x="131609" y="528679"/>
                        <a:pt x="134329" y="498762"/>
                      </a:cubicBezTo>
                      <a:cubicBezTo>
                        <a:pt x="134329" y="468846"/>
                        <a:pt x="137048" y="436210"/>
                        <a:pt x="137048" y="406294"/>
                      </a:cubicBezTo>
                      <a:cubicBezTo>
                        <a:pt x="137048" y="379098"/>
                        <a:pt x="134329" y="354621"/>
                        <a:pt x="134329" y="327424"/>
                      </a:cubicBezTo>
                      <a:cubicBezTo>
                        <a:pt x="134329" y="302947"/>
                        <a:pt x="137048" y="278470"/>
                        <a:pt x="137048" y="253993"/>
                      </a:cubicBezTo>
                      <a:cubicBezTo>
                        <a:pt x="137048" y="237675"/>
                        <a:pt x="139768" y="224077"/>
                        <a:pt x="139768" y="207759"/>
                      </a:cubicBezTo>
                      <a:cubicBezTo>
                        <a:pt x="139768" y="196881"/>
                        <a:pt x="137048" y="183282"/>
                        <a:pt x="137048" y="172404"/>
                      </a:cubicBezTo>
                      <a:cubicBezTo>
                        <a:pt x="137048" y="150647"/>
                        <a:pt x="137048" y="131609"/>
                        <a:pt x="137048" y="112571"/>
                      </a:cubicBezTo>
                      <a:cubicBezTo>
                        <a:pt x="134329" y="112571"/>
                        <a:pt x="137048" y="112571"/>
                        <a:pt x="126170" y="112571"/>
                      </a:cubicBezTo>
                      <a:cubicBezTo>
                        <a:pt x="118011" y="112571"/>
                        <a:pt x="109852" y="112571"/>
                        <a:pt x="101693" y="112571"/>
                      </a:cubicBezTo>
                      <a:cubicBezTo>
                        <a:pt x="93534" y="112571"/>
                        <a:pt x="82655" y="109852"/>
                        <a:pt x="74496" y="107132"/>
                      </a:cubicBezTo>
                      <a:cubicBezTo>
                        <a:pt x="66337" y="104412"/>
                        <a:pt x="58178" y="96253"/>
                        <a:pt x="58178" y="90814"/>
                      </a:cubicBezTo>
                      <a:cubicBezTo>
                        <a:pt x="58178" y="88094"/>
                        <a:pt x="58178" y="85375"/>
                        <a:pt x="63617" y="82655"/>
                      </a:cubicBezTo>
                      <a:cubicBezTo>
                        <a:pt x="69057" y="79936"/>
                        <a:pt x="79935" y="77216"/>
                        <a:pt x="85375" y="74496"/>
                      </a:cubicBezTo>
                      <a:cubicBezTo>
                        <a:pt x="104412" y="71776"/>
                        <a:pt x="128889" y="69057"/>
                        <a:pt x="137048" y="69057"/>
                      </a:cubicBezTo>
                      <a:cubicBezTo>
                        <a:pt x="137048" y="69057"/>
                        <a:pt x="139768" y="69057"/>
                        <a:pt x="145207" y="69057"/>
                      </a:cubicBezTo>
                      <a:cubicBezTo>
                        <a:pt x="150646" y="60898"/>
                        <a:pt x="158806" y="58178"/>
                        <a:pt x="169684" y="58178"/>
                      </a:cubicBezTo>
                      <a:cubicBezTo>
                        <a:pt x="172404" y="58178"/>
                        <a:pt x="175123" y="58178"/>
                        <a:pt x="177843" y="58178"/>
                      </a:cubicBezTo>
                      <a:cubicBezTo>
                        <a:pt x="186002" y="58178"/>
                        <a:pt x="196881" y="63617"/>
                        <a:pt x="205040" y="66337"/>
                      </a:cubicBezTo>
                      <a:cubicBezTo>
                        <a:pt x="237676" y="66337"/>
                        <a:pt x="273031" y="63617"/>
                        <a:pt x="286629" y="63617"/>
                      </a:cubicBezTo>
                      <a:cubicBezTo>
                        <a:pt x="300228" y="63617"/>
                        <a:pt x="324705" y="63617"/>
                        <a:pt x="324705" y="79936"/>
                      </a:cubicBezTo>
                      <a:cubicBezTo>
                        <a:pt x="324705" y="88094"/>
                        <a:pt x="321985" y="90814"/>
                        <a:pt x="319265" y="96253"/>
                      </a:cubicBezTo>
                      <a:cubicBezTo>
                        <a:pt x="313826" y="101693"/>
                        <a:pt x="308387" y="104412"/>
                        <a:pt x="302948" y="104412"/>
                      </a:cubicBezTo>
                      <a:cubicBezTo>
                        <a:pt x="289349" y="112571"/>
                        <a:pt x="283910" y="112571"/>
                        <a:pt x="278471" y="112571"/>
                      </a:cubicBezTo>
                      <a:cubicBezTo>
                        <a:pt x="273031" y="112571"/>
                        <a:pt x="253994" y="112571"/>
                        <a:pt x="232236" y="112571"/>
                      </a:cubicBezTo>
                      <a:cubicBezTo>
                        <a:pt x="237676" y="120730"/>
                        <a:pt x="240395" y="128889"/>
                        <a:pt x="240395" y="137048"/>
                      </a:cubicBezTo>
                      <a:cubicBezTo>
                        <a:pt x="240395" y="142487"/>
                        <a:pt x="240395" y="145207"/>
                        <a:pt x="240395" y="150647"/>
                      </a:cubicBezTo>
                      <a:cubicBezTo>
                        <a:pt x="240395" y="153366"/>
                        <a:pt x="240395" y="156086"/>
                        <a:pt x="243115" y="158805"/>
                      </a:cubicBezTo>
                      <a:cubicBezTo>
                        <a:pt x="245835" y="169684"/>
                        <a:pt x="245835" y="180563"/>
                        <a:pt x="248554" y="188722"/>
                      </a:cubicBezTo>
                      <a:cubicBezTo>
                        <a:pt x="248554" y="191441"/>
                        <a:pt x="248554" y="194161"/>
                        <a:pt x="248554" y="199600"/>
                      </a:cubicBezTo>
                      <a:cubicBezTo>
                        <a:pt x="248554" y="207759"/>
                        <a:pt x="248554" y="213198"/>
                        <a:pt x="248554" y="221357"/>
                      </a:cubicBezTo>
                      <a:cubicBezTo>
                        <a:pt x="248554" y="234956"/>
                        <a:pt x="251274" y="248554"/>
                        <a:pt x="253994" y="264872"/>
                      </a:cubicBezTo>
                      <a:cubicBezTo>
                        <a:pt x="256713" y="275751"/>
                        <a:pt x="259433" y="286629"/>
                        <a:pt x="262153" y="297508"/>
                      </a:cubicBezTo>
                      <a:cubicBezTo>
                        <a:pt x="264872" y="305667"/>
                        <a:pt x="264872" y="313826"/>
                        <a:pt x="264872" y="324704"/>
                      </a:cubicBezTo>
                      <a:cubicBezTo>
                        <a:pt x="264872" y="327424"/>
                        <a:pt x="264872" y="330144"/>
                        <a:pt x="264872" y="332863"/>
                      </a:cubicBezTo>
                      <a:cubicBezTo>
                        <a:pt x="264872" y="338303"/>
                        <a:pt x="264872" y="346462"/>
                        <a:pt x="264872" y="351901"/>
                      </a:cubicBezTo>
                      <a:cubicBezTo>
                        <a:pt x="264872" y="357340"/>
                        <a:pt x="262153" y="365499"/>
                        <a:pt x="262153" y="370939"/>
                      </a:cubicBezTo>
                      <a:cubicBezTo>
                        <a:pt x="262153" y="376378"/>
                        <a:pt x="264872" y="384537"/>
                        <a:pt x="267592" y="384537"/>
                      </a:cubicBezTo>
                      <a:cubicBezTo>
                        <a:pt x="273031" y="384537"/>
                        <a:pt x="275751" y="376378"/>
                        <a:pt x="278471" y="370939"/>
                      </a:cubicBezTo>
                      <a:cubicBezTo>
                        <a:pt x="283910" y="360060"/>
                        <a:pt x="289349" y="346462"/>
                        <a:pt x="297508" y="332863"/>
                      </a:cubicBezTo>
                      <a:cubicBezTo>
                        <a:pt x="302948" y="324704"/>
                        <a:pt x="305667" y="313826"/>
                        <a:pt x="311106" y="305667"/>
                      </a:cubicBezTo>
                      <a:cubicBezTo>
                        <a:pt x="319265" y="289349"/>
                        <a:pt x="327424" y="275751"/>
                        <a:pt x="335583" y="259433"/>
                      </a:cubicBezTo>
                      <a:cubicBezTo>
                        <a:pt x="341023" y="248554"/>
                        <a:pt x="349182" y="234956"/>
                        <a:pt x="354621" y="224077"/>
                      </a:cubicBezTo>
                      <a:cubicBezTo>
                        <a:pt x="362780" y="207759"/>
                        <a:pt x="370939" y="191441"/>
                        <a:pt x="381817" y="172404"/>
                      </a:cubicBezTo>
                      <a:cubicBezTo>
                        <a:pt x="389977" y="153366"/>
                        <a:pt x="400855" y="134329"/>
                        <a:pt x="409014" y="118011"/>
                      </a:cubicBezTo>
                      <a:cubicBezTo>
                        <a:pt x="409014" y="115291"/>
                        <a:pt x="409014" y="115291"/>
                        <a:pt x="411734" y="115291"/>
                      </a:cubicBezTo>
                      <a:cubicBezTo>
                        <a:pt x="406294" y="115291"/>
                        <a:pt x="400855" y="115291"/>
                        <a:pt x="398136" y="115291"/>
                      </a:cubicBezTo>
                      <a:cubicBezTo>
                        <a:pt x="392696" y="115291"/>
                        <a:pt x="384537" y="115291"/>
                        <a:pt x="379098" y="109852"/>
                      </a:cubicBezTo>
                      <a:cubicBezTo>
                        <a:pt x="373659" y="107132"/>
                        <a:pt x="368219" y="98973"/>
                        <a:pt x="368219" y="93534"/>
                      </a:cubicBezTo>
                      <a:cubicBezTo>
                        <a:pt x="368219" y="90814"/>
                        <a:pt x="368219" y="88094"/>
                        <a:pt x="370939" y="85375"/>
                      </a:cubicBezTo>
                      <a:cubicBezTo>
                        <a:pt x="373659" y="82655"/>
                        <a:pt x="381817" y="79936"/>
                        <a:pt x="387257" y="77216"/>
                      </a:cubicBezTo>
                      <a:cubicBezTo>
                        <a:pt x="400855" y="74496"/>
                        <a:pt x="414453" y="71776"/>
                        <a:pt x="422612" y="71776"/>
                      </a:cubicBezTo>
                      <a:cubicBezTo>
                        <a:pt x="425332" y="71776"/>
                        <a:pt x="430771" y="71776"/>
                        <a:pt x="436211" y="71776"/>
                      </a:cubicBezTo>
                      <a:cubicBezTo>
                        <a:pt x="436211" y="71776"/>
                        <a:pt x="438930" y="69057"/>
                        <a:pt x="438930" y="69057"/>
                      </a:cubicBezTo>
                      <a:cubicBezTo>
                        <a:pt x="444370" y="66337"/>
                        <a:pt x="447089" y="66337"/>
                        <a:pt x="452529" y="66337"/>
                      </a:cubicBezTo>
                      <a:cubicBezTo>
                        <a:pt x="457968" y="66337"/>
                        <a:pt x="460688" y="66337"/>
                        <a:pt x="466127" y="69057"/>
                      </a:cubicBezTo>
                      <a:cubicBezTo>
                        <a:pt x="468847" y="69057"/>
                        <a:pt x="471566" y="71776"/>
                        <a:pt x="471566" y="71776"/>
                      </a:cubicBezTo>
                      <a:cubicBezTo>
                        <a:pt x="490604" y="71776"/>
                        <a:pt x="506922" y="71776"/>
                        <a:pt x="515081" y="71776"/>
                      </a:cubicBezTo>
                      <a:cubicBezTo>
                        <a:pt x="523240" y="71776"/>
                        <a:pt x="542277" y="71776"/>
                        <a:pt x="542277" y="88094"/>
                      </a:cubicBezTo>
                      <a:cubicBezTo>
                        <a:pt x="542277" y="96253"/>
                        <a:pt x="542277" y="98973"/>
                        <a:pt x="536838" y="104412"/>
                      </a:cubicBezTo>
                      <a:cubicBezTo>
                        <a:pt x="534119" y="109852"/>
                        <a:pt x="528679" y="112571"/>
                        <a:pt x="525959" y="112571"/>
                      </a:cubicBezTo>
                      <a:cubicBezTo>
                        <a:pt x="520520" y="115291"/>
                        <a:pt x="515081" y="115291"/>
                        <a:pt x="509642" y="115291"/>
                      </a:cubicBezTo>
                      <a:cubicBezTo>
                        <a:pt x="506922" y="115291"/>
                        <a:pt x="487884" y="115291"/>
                        <a:pt x="468847" y="115291"/>
                      </a:cubicBezTo>
                      <a:cubicBezTo>
                        <a:pt x="466127" y="123450"/>
                        <a:pt x="460688" y="128889"/>
                        <a:pt x="457968" y="137048"/>
                      </a:cubicBezTo>
                      <a:cubicBezTo>
                        <a:pt x="447089" y="156086"/>
                        <a:pt x="438930" y="175123"/>
                        <a:pt x="430771" y="194161"/>
                      </a:cubicBezTo>
                      <a:cubicBezTo>
                        <a:pt x="419893" y="215918"/>
                        <a:pt x="411734" y="240395"/>
                        <a:pt x="400855" y="262152"/>
                      </a:cubicBezTo>
                      <a:cubicBezTo>
                        <a:pt x="387257" y="289349"/>
                        <a:pt x="373659" y="311106"/>
                        <a:pt x="360060" y="332863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91" name="Freeform: Shape 90">
                  <a:extLst>
                    <a:ext uri="{FF2B5EF4-FFF2-40B4-BE49-F238E27FC236}">
                      <a16:creationId xmlns:a16="http://schemas.microsoft.com/office/drawing/2014/main" id="{F467577D-21D5-40EB-8F81-A306FB667014}"/>
                    </a:ext>
                  </a:extLst>
                </p:cNvPr>
                <p:cNvSpPr/>
                <p:nvPr/>
              </p:nvSpPr>
              <p:spPr>
                <a:xfrm>
                  <a:off x="4335316" y="4186718"/>
                  <a:ext cx="353556" cy="761503"/>
                </a:xfrm>
                <a:custGeom>
                  <a:avLst/>
                  <a:gdLst>
                    <a:gd name="connsiteX0" fmla="*/ 283910 w 353555"/>
                    <a:gd name="connsiteY0" fmla="*/ 672820 h 761503"/>
                    <a:gd name="connsiteX1" fmla="*/ 321985 w 353555"/>
                    <a:gd name="connsiteY1" fmla="*/ 689138 h 761503"/>
                    <a:gd name="connsiteX2" fmla="*/ 316546 w 353555"/>
                    <a:gd name="connsiteY2" fmla="*/ 705456 h 761503"/>
                    <a:gd name="connsiteX3" fmla="*/ 300228 w 353555"/>
                    <a:gd name="connsiteY3" fmla="*/ 713615 h 761503"/>
                    <a:gd name="connsiteX4" fmla="*/ 278471 w 353555"/>
                    <a:gd name="connsiteY4" fmla="*/ 716335 h 761503"/>
                    <a:gd name="connsiteX5" fmla="*/ 237676 w 353555"/>
                    <a:gd name="connsiteY5" fmla="*/ 716335 h 761503"/>
                    <a:gd name="connsiteX6" fmla="*/ 180563 w 353555"/>
                    <a:gd name="connsiteY6" fmla="*/ 719054 h 761503"/>
                    <a:gd name="connsiteX7" fmla="*/ 126170 w 353555"/>
                    <a:gd name="connsiteY7" fmla="*/ 719054 h 761503"/>
                    <a:gd name="connsiteX8" fmla="*/ 101693 w 353555"/>
                    <a:gd name="connsiteY8" fmla="*/ 719054 h 761503"/>
                    <a:gd name="connsiteX9" fmla="*/ 74496 w 353555"/>
                    <a:gd name="connsiteY9" fmla="*/ 713615 h 761503"/>
                    <a:gd name="connsiteX10" fmla="*/ 58178 w 353555"/>
                    <a:gd name="connsiteY10" fmla="*/ 697297 h 761503"/>
                    <a:gd name="connsiteX11" fmla="*/ 63617 w 353555"/>
                    <a:gd name="connsiteY11" fmla="*/ 689138 h 761503"/>
                    <a:gd name="connsiteX12" fmla="*/ 85375 w 353555"/>
                    <a:gd name="connsiteY12" fmla="*/ 680979 h 761503"/>
                    <a:gd name="connsiteX13" fmla="*/ 131609 w 353555"/>
                    <a:gd name="connsiteY13" fmla="*/ 675540 h 761503"/>
                    <a:gd name="connsiteX14" fmla="*/ 142488 w 353555"/>
                    <a:gd name="connsiteY14" fmla="*/ 675540 h 761503"/>
                    <a:gd name="connsiteX15" fmla="*/ 131609 w 353555"/>
                    <a:gd name="connsiteY15" fmla="*/ 653783 h 761503"/>
                    <a:gd name="connsiteX16" fmla="*/ 128889 w 353555"/>
                    <a:gd name="connsiteY16" fmla="*/ 640184 h 761503"/>
                    <a:gd name="connsiteX17" fmla="*/ 128889 w 353555"/>
                    <a:gd name="connsiteY17" fmla="*/ 629306 h 761503"/>
                    <a:gd name="connsiteX18" fmla="*/ 128889 w 353555"/>
                    <a:gd name="connsiteY18" fmla="*/ 621147 h 761503"/>
                    <a:gd name="connsiteX19" fmla="*/ 128889 w 353555"/>
                    <a:gd name="connsiteY19" fmla="*/ 593950 h 761503"/>
                    <a:gd name="connsiteX20" fmla="*/ 128889 w 353555"/>
                    <a:gd name="connsiteY20" fmla="*/ 583072 h 761503"/>
                    <a:gd name="connsiteX21" fmla="*/ 128889 w 353555"/>
                    <a:gd name="connsiteY21" fmla="*/ 436210 h 761503"/>
                    <a:gd name="connsiteX22" fmla="*/ 128889 w 353555"/>
                    <a:gd name="connsiteY22" fmla="*/ 357340 h 761503"/>
                    <a:gd name="connsiteX23" fmla="*/ 131609 w 353555"/>
                    <a:gd name="connsiteY23" fmla="*/ 289349 h 761503"/>
                    <a:gd name="connsiteX24" fmla="*/ 131609 w 353555"/>
                    <a:gd name="connsiteY24" fmla="*/ 251274 h 761503"/>
                    <a:gd name="connsiteX25" fmla="*/ 131609 w 353555"/>
                    <a:gd name="connsiteY25" fmla="*/ 205040 h 761503"/>
                    <a:gd name="connsiteX26" fmla="*/ 131609 w 353555"/>
                    <a:gd name="connsiteY26" fmla="*/ 139768 h 761503"/>
                    <a:gd name="connsiteX27" fmla="*/ 131609 w 353555"/>
                    <a:gd name="connsiteY27" fmla="*/ 128889 h 761503"/>
                    <a:gd name="connsiteX28" fmla="*/ 126170 w 353555"/>
                    <a:gd name="connsiteY28" fmla="*/ 128889 h 761503"/>
                    <a:gd name="connsiteX29" fmla="*/ 101693 w 353555"/>
                    <a:gd name="connsiteY29" fmla="*/ 128889 h 761503"/>
                    <a:gd name="connsiteX30" fmla="*/ 74496 w 353555"/>
                    <a:gd name="connsiteY30" fmla="*/ 123450 h 761503"/>
                    <a:gd name="connsiteX31" fmla="*/ 58178 w 353555"/>
                    <a:gd name="connsiteY31" fmla="*/ 107132 h 761503"/>
                    <a:gd name="connsiteX32" fmla="*/ 60898 w 353555"/>
                    <a:gd name="connsiteY32" fmla="*/ 98973 h 761503"/>
                    <a:gd name="connsiteX33" fmla="*/ 82655 w 353555"/>
                    <a:gd name="connsiteY33" fmla="*/ 93534 h 761503"/>
                    <a:gd name="connsiteX34" fmla="*/ 131609 w 353555"/>
                    <a:gd name="connsiteY34" fmla="*/ 88094 h 761503"/>
                    <a:gd name="connsiteX35" fmla="*/ 131609 w 353555"/>
                    <a:gd name="connsiteY35" fmla="*/ 82655 h 761503"/>
                    <a:gd name="connsiteX36" fmla="*/ 134329 w 353555"/>
                    <a:gd name="connsiteY36" fmla="*/ 71776 h 761503"/>
                    <a:gd name="connsiteX37" fmla="*/ 147927 w 353555"/>
                    <a:gd name="connsiteY37" fmla="*/ 63617 h 761503"/>
                    <a:gd name="connsiteX38" fmla="*/ 164245 w 353555"/>
                    <a:gd name="connsiteY38" fmla="*/ 58178 h 761503"/>
                    <a:gd name="connsiteX39" fmla="*/ 177843 w 353555"/>
                    <a:gd name="connsiteY39" fmla="*/ 58178 h 761503"/>
                    <a:gd name="connsiteX40" fmla="*/ 196881 w 353555"/>
                    <a:gd name="connsiteY40" fmla="*/ 60898 h 761503"/>
                    <a:gd name="connsiteX41" fmla="*/ 232236 w 353555"/>
                    <a:gd name="connsiteY41" fmla="*/ 88094 h 761503"/>
                    <a:gd name="connsiteX42" fmla="*/ 278471 w 353555"/>
                    <a:gd name="connsiteY42" fmla="*/ 88094 h 761503"/>
                    <a:gd name="connsiteX43" fmla="*/ 316546 w 353555"/>
                    <a:gd name="connsiteY43" fmla="*/ 104412 h 761503"/>
                    <a:gd name="connsiteX44" fmla="*/ 311106 w 353555"/>
                    <a:gd name="connsiteY44" fmla="*/ 120730 h 761503"/>
                    <a:gd name="connsiteX45" fmla="*/ 294788 w 353555"/>
                    <a:gd name="connsiteY45" fmla="*/ 128889 h 761503"/>
                    <a:gd name="connsiteX46" fmla="*/ 273031 w 353555"/>
                    <a:gd name="connsiteY46" fmla="*/ 131609 h 761503"/>
                    <a:gd name="connsiteX47" fmla="*/ 243115 w 353555"/>
                    <a:gd name="connsiteY47" fmla="*/ 131609 h 761503"/>
                    <a:gd name="connsiteX48" fmla="*/ 243115 w 353555"/>
                    <a:gd name="connsiteY48" fmla="*/ 134329 h 761503"/>
                    <a:gd name="connsiteX49" fmla="*/ 248554 w 353555"/>
                    <a:gd name="connsiteY49" fmla="*/ 169684 h 761503"/>
                    <a:gd name="connsiteX50" fmla="*/ 251274 w 353555"/>
                    <a:gd name="connsiteY50" fmla="*/ 205040 h 761503"/>
                    <a:gd name="connsiteX51" fmla="*/ 251274 w 353555"/>
                    <a:gd name="connsiteY51" fmla="*/ 240395 h 761503"/>
                    <a:gd name="connsiteX52" fmla="*/ 251274 w 353555"/>
                    <a:gd name="connsiteY52" fmla="*/ 256713 h 761503"/>
                    <a:gd name="connsiteX53" fmla="*/ 253994 w 353555"/>
                    <a:gd name="connsiteY53" fmla="*/ 270311 h 761503"/>
                    <a:gd name="connsiteX54" fmla="*/ 259433 w 353555"/>
                    <a:gd name="connsiteY54" fmla="*/ 343742 h 761503"/>
                    <a:gd name="connsiteX55" fmla="*/ 262153 w 353555"/>
                    <a:gd name="connsiteY55" fmla="*/ 425332 h 761503"/>
                    <a:gd name="connsiteX56" fmla="*/ 264872 w 353555"/>
                    <a:gd name="connsiteY56" fmla="*/ 490603 h 761503"/>
                    <a:gd name="connsiteX57" fmla="*/ 270312 w 353555"/>
                    <a:gd name="connsiteY57" fmla="*/ 564034 h 761503"/>
                    <a:gd name="connsiteX58" fmla="*/ 270312 w 353555"/>
                    <a:gd name="connsiteY58" fmla="*/ 599390 h 761503"/>
                    <a:gd name="connsiteX59" fmla="*/ 270312 w 353555"/>
                    <a:gd name="connsiteY59" fmla="*/ 637465 h 761503"/>
                    <a:gd name="connsiteX60" fmla="*/ 264872 w 353555"/>
                    <a:gd name="connsiteY60" fmla="*/ 670101 h 761503"/>
                    <a:gd name="connsiteX61" fmla="*/ 283910 w 353555"/>
                    <a:gd name="connsiteY61" fmla="*/ 672820 h 761503"/>
                    <a:gd name="connsiteX62" fmla="*/ 283910 w 353555"/>
                    <a:gd name="connsiteY62" fmla="*/ 672820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</a:cxnLst>
                  <a:rect l="l" t="t" r="r" b="b"/>
                  <a:pathLst>
                    <a:path w="353555" h="761503">
                      <a:moveTo>
                        <a:pt x="283910" y="672820"/>
                      </a:moveTo>
                      <a:cubicBezTo>
                        <a:pt x="297508" y="672820"/>
                        <a:pt x="321985" y="672820"/>
                        <a:pt x="321985" y="689138"/>
                      </a:cubicBezTo>
                      <a:cubicBezTo>
                        <a:pt x="321985" y="697297"/>
                        <a:pt x="319265" y="697297"/>
                        <a:pt x="316546" y="705456"/>
                      </a:cubicBezTo>
                      <a:cubicBezTo>
                        <a:pt x="311106" y="710895"/>
                        <a:pt x="305667" y="713615"/>
                        <a:pt x="300228" y="713615"/>
                      </a:cubicBezTo>
                      <a:cubicBezTo>
                        <a:pt x="292069" y="716335"/>
                        <a:pt x="283910" y="716335"/>
                        <a:pt x="278471" y="716335"/>
                      </a:cubicBezTo>
                      <a:cubicBezTo>
                        <a:pt x="275751" y="716335"/>
                        <a:pt x="256713" y="716335"/>
                        <a:pt x="237676" y="716335"/>
                      </a:cubicBezTo>
                      <a:cubicBezTo>
                        <a:pt x="213199" y="716335"/>
                        <a:pt x="186002" y="719054"/>
                        <a:pt x="180563" y="719054"/>
                      </a:cubicBezTo>
                      <a:cubicBezTo>
                        <a:pt x="166965" y="719054"/>
                        <a:pt x="142488" y="719054"/>
                        <a:pt x="126170" y="719054"/>
                      </a:cubicBezTo>
                      <a:cubicBezTo>
                        <a:pt x="118011" y="719054"/>
                        <a:pt x="109852" y="719054"/>
                        <a:pt x="101693" y="719054"/>
                      </a:cubicBezTo>
                      <a:cubicBezTo>
                        <a:pt x="93534" y="719054"/>
                        <a:pt x="82655" y="719054"/>
                        <a:pt x="74496" y="713615"/>
                      </a:cubicBezTo>
                      <a:cubicBezTo>
                        <a:pt x="66337" y="710895"/>
                        <a:pt x="58178" y="702736"/>
                        <a:pt x="58178" y="697297"/>
                      </a:cubicBezTo>
                      <a:cubicBezTo>
                        <a:pt x="58178" y="694578"/>
                        <a:pt x="58178" y="691858"/>
                        <a:pt x="63617" y="689138"/>
                      </a:cubicBezTo>
                      <a:cubicBezTo>
                        <a:pt x="69057" y="686418"/>
                        <a:pt x="79935" y="683699"/>
                        <a:pt x="85375" y="680979"/>
                      </a:cubicBezTo>
                      <a:cubicBezTo>
                        <a:pt x="104412" y="678260"/>
                        <a:pt x="123450" y="675540"/>
                        <a:pt x="131609" y="675540"/>
                      </a:cubicBezTo>
                      <a:cubicBezTo>
                        <a:pt x="134329" y="675540"/>
                        <a:pt x="137048" y="675540"/>
                        <a:pt x="142488" y="675540"/>
                      </a:cubicBezTo>
                      <a:cubicBezTo>
                        <a:pt x="134329" y="670101"/>
                        <a:pt x="131609" y="661942"/>
                        <a:pt x="131609" y="653783"/>
                      </a:cubicBezTo>
                      <a:cubicBezTo>
                        <a:pt x="131609" y="648343"/>
                        <a:pt x="131609" y="642904"/>
                        <a:pt x="128889" y="640184"/>
                      </a:cubicBezTo>
                      <a:cubicBezTo>
                        <a:pt x="128889" y="637465"/>
                        <a:pt x="128889" y="634745"/>
                        <a:pt x="128889" y="629306"/>
                      </a:cubicBezTo>
                      <a:cubicBezTo>
                        <a:pt x="128889" y="626586"/>
                        <a:pt x="128889" y="623867"/>
                        <a:pt x="128889" y="621147"/>
                      </a:cubicBezTo>
                      <a:cubicBezTo>
                        <a:pt x="128889" y="612988"/>
                        <a:pt x="128889" y="604829"/>
                        <a:pt x="128889" y="593950"/>
                      </a:cubicBezTo>
                      <a:cubicBezTo>
                        <a:pt x="128889" y="591231"/>
                        <a:pt x="128889" y="585791"/>
                        <a:pt x="128889" y="583072"/>
                      </a:cubicBezTo>
                      <a:cubicBezTo>
                        <a:pt x="128889" y="534118"/>
                        <a:pt x="131609" y="485164"/>
                        <a:pt x="128889" y="436210"/>
                      </a:cubicBezTo>
                      <a:cubicBezTo>
                        <a:pt x="128889" y="409014"/>
                        <a:pt x="128889" y="384537"/>
                        <a:pt x="128889" y="357340"/>
                      </a:cubicBezTo>
                      <a:cubicBezTo>
                        <a:pt x="128889" y="335583"/>
                        <a:pt x="131609" y="313826"/>
                        <a:pt x="131609" y="289349"/>
                      </a:cubicBezTo>
                      <a:cubicBezTo>
                        <a:pt x="131609" y="275751"/>
                        <a:pt x="131609" y="264872"/>
                        <a:pt x="131609" y="251274"/>
                      </a:cubicBezTo>
                      <a:cubicBezTo>
                        <a:pt x="131609" y="234956"/>
                        <a:pt x="131609" y="221357"/>
                        <a:pt x="131609" y="205040"/>
                      </a:cubicBezTo>
                      <a:cubicBezTo>
                        <a:pt x="131609" y="183282"/>
                        <a:pt x="131609" y="161525"/>
                        <a:pt x="131609" y="139768"/>
                      </a:cubicBezTo>
                      <a:cubicBezTo>
                        <a:pt x="131609" y="137048"/>
                        <a:pt x="131609" y="134329"/>
                        <a:pt x="131609" y="128889"/>
                      </a:cubicBezTo>
                      <a:cubicBezTo>
                        <a:pt x="128889" y="128889"/>
                        <a:pt x="126170" y="128889"/>
                        <a:pt x="126170" y="128889"/>
                      </a:cubicBezTo>
                      <a:cubicBezTo>
                        <a:pt x="118011" y="128889"/>
                        <a:pt x="109852" y="128889"/>
                        <a:pt x="101693" y="128889"/>
                      </a:cubicBezTo>
                      <a:cubicBezTo>
                        <a:pt x="93534" y="128889"/>
                        <a:pt x="82655" y="128889"/>
                        <a:pt x="74496" y="123450"/>
                      </a:cubicBezTo>
                      <a:cubicBezTo>
                        <a:pt x="66337" y="120730"/>
                        <a:pt x="58178" y="112571"/>
                        <a:pt x="58178" y="107132"/>
                      </a:cubicBezTo>
                      <a:cubicBezTo>
                        <a:pt x="58178" y="104412"/>
                        <a:pt x="58178" y="101693"/>
                        <a:pt x="60898" y="98973"/>
                      </a:cubicBezTo>
                      <a:cubicBezTo>
                        <a:pt x="63617" y="96253"/>
                        <a:pt x="77216" y="93534"/>
                        <a:pt x="82655" y="93534"/>
                      </a:cubicBezTo>
                      <a:cubicBezTo>
                        <a:pt x="98973" y="90814"/>
                        <a:pt x="123450" y="88094"/>
                        <a:pt x="131609" y="88094"/>
                      </a:cubicBezTo>
                      <a:cubicBezTo>
                        <a:pt x="131609" y="85375"/>
                        <a:pt x="131609" y="85375"/>
                        <a:pt x="131609" y="82655"/>
                      </a:cubicBezTo>
                      <a:cubicBezTo>
                        <a:pt x="131609" y="77216"/>
                        <a:pt x="131609" y="74496"/>
                        <a:pt x="134329" y="71776"/>
                      </a:cubicBezTo>
                      <a:cubicBezTo>
                        <a:pt x="137048" y="69057"/>
                        <a:pt x="145207" y="66337"/>
                        <a:pt x="147927" y="63617"/>
                      </a:cubicBezTo>
                      <a:cubicBezTo>
                        <a:pt x="153366" y="60898"/>
                        <a:pt x="158806" y="58178"/>
                        <a:pt x="164245" y="58178"/>
                      </a:cubicBezTo>
                      <a:cubicBezTo>
                        <a:pt x="169684" y="58178"/>
                        <a:pt x="175123" y="58178"/>
                        <a:pt x="177843" y="58178"/>
                      </a:cubicBezTo>
                      <a:cubicBezTo>
                        <a:pt x="183283" y="58178"/>
                        <a:pt x="191442" y="58178"/>
                        <a:pt x="196881" y="60898"/>
                      </a:cubicBezTo>
                      <a:cubicBezTo>
                        <a:pt x="213199" y="63617"/>
                        <a:pt x="224077" y="74496"/>
                        <a:pt x="232236" y="88094"/>
                      </a:cubicBezTo>
                      <a:cubicBezTo>
                        <a:pt x="253994" y="88094"/>
                        <a:pt x="270312" y="88094"/>
                        <a:pt x="278471" y="88094"/>
                      </a:cubicBezTo>
                      <a:cubicBezTo>
                        <a:pt x="292069" y="88094"/>
                        <a:pt x="316546" y="88094"/>
                        <a:pt x="316546" y="104412"/>
                      </a:cubicBezTo>
                      <a:cubicBezTo>
                        <a:pt x="316546" y="112571"/>
                        <a:pt x="313826" y="112571"/>
                        <a:pt x="311106" y="120730"/>
                      </a:cubicBezTo>
                      <a:cubicBezTo>
                        <a:pt x="305667" y="126170"/>
                        <a:pt x="300228" y="128889"/>
                        <a:pt x="294788" y="128889"/>
                      </a:cubicBezTo>
                      <a:cubicBezTo>
                        <a:pt x="286630" y="131609"/>
                        <a:pt x="278471" y="131609"/>
                        <a:pt x="273031" y="131609"/>
                      </a:cubicBezTo>
                      <a:cubicBezTo>
                        <a:pt x="270312" y="131609"/>
                        <a:pt x="259433" y="131609"/>
                        <a:pt x="243115" y="131609"/>
                      </a:cubicBezTo>
                      <a:lnTo>
                        <a:pt x="243115" y="134329"/>
                      </a:lnTo>
                      <a:cubicBezTo>
                        <a:pt x="245835" y="145207"/>
                        <a:pt x="245835" y="158805"/>
                        <a:pt x="248554" y="169684"/>
                      </a:cubicBezTo>
                      <a:cubicBezTo>
                        <a:pt x="251274" y="180563"/>
                        <a:pt x="251274" y="194161"/>
                        <a:pt x="251274" y="205040"/>
                      </a:cubicBezTo>
                      <a:cubicBezTo>
                        <a:pt x="251274" y="215918"/>
                        <a:pt x="251274" y="226797"/>
                        <a:pt x="251274" y="240395"/>
                      </a:cubicBezTo>
                      <a:cubicBezTo>
                        <a:pt x="251274" y="245834"/>
                        <a:pt x="251274" y="251274"/>
                        <a:pt x="251274" y="256713"/>
                      </a:cubicBezTo>
                      <a:cubicBezTo>
                        <a:pt x="251274" y="262152"/>
                        <a:pt x="251274" y="267592"/>
                        <a:pt x="253994" y="270311"/>
                      </a:cubicBezTo>
                      <a:cubicBezTo>
                        <a:pt x="256713" y="294788"/>
                        <a:pt x="256713" y="319265"/>
                        <a:pt x="259433" y="343742"/>
                      </a:cubicBezTo>
                      <a:cubicBezTo>
                        <a:pt x="259433" y="370939"/>
                        <a:pt x="262153" y="398135"/>
                        <a:pt x="262153" y="425332"/>
                      </a:cubicBezTo>
                      <a:cubicBezTo>
                        <a:pt x="262153" y="447089"/>
                        <a:pt x="262153" y="468846"/>
                        <a:pt x="264872" y="490603"/>
                      </a:cubicBezTo>
                      <a:cubicBezTo>
                        <a:pt x="264872" y="515080"/>
                        <a:pt x="270312" y="539557"/>
                        <a:pt x="270312" y="564034"/>
                      </a:cubicBezTo>
                      <a:cubicBezTo>
                        <a:pt x="270312" y="574913"/>
                        <a:pt x="270312" y="588511"/>
                        <a:pt x="270312" y="599390"/>
                      </a:cubicBezTo>
                      <a:cubicBezTo>
                        <a:pt x="270312" y="612988"/>
                        <a:pt x="270312" y="623867"/>
                        <a:pt x="270312" y="637465"/>
                      </a:cubicBezTo>
                      <a:cubicBezTo>
                        <a:pt x="270312" y="648343"/>
                        <a:pt x="270312" y="661942"/>
                        <a:pt x="264872" y="670101"/>
                      </a:cubicBezTo>
                      <a:cubicBezTo>
                        <a:pt x="273031" y="672820"/>
                        <a:pt x="278471" y="672820"/>
                        <a:pt x="283910" y="672820"/>
                      </a:cubicBezTo>
                      <a:lnTo>
                        <a:pt x="283910" y="672820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92" name="Freeform: Shape 91">
                  <a:extLst>
                    <a:ext uri="{FF2B5EF4-FFF2-40B4-BE49-F238E27FC236}">
                      <a16:creationId xmlns:a16="http://schemas.microsoft.com/office/drawing/2014/main" id="{814E1230-18AC-4187-88EA-7BC6A675FC19}"/>
                    </a:ext>
                  </a:extLst>
                </p:cNvPr>
                <p:cNvSpPr/>
                <p:nvPr/>
              </p:nvSpPr>
              <p:spPr>
                <a:xfrm>
                  <a:off x="4620880" y="4194877"/>
                  <a:ext cx="598325" cy="761503"/>
                </a:xfrm>
                <a:custGeom>
                  <a:avLst/>
                  <a:gdLst>
                    <a:gd name="connsiteX0" fmla="*/ 515081 w 598324"/>
                    <a:gd name="connsiteY0" fmla="*/ 79935 h 761503"/>
                    <a:gd name="connsiteX1" fmla="*/ 542277 w 598324"/>
                    <a:gd name="connsiteY1" fmla="*/ 96253 h 761503"/>
                    <a:gd name="connsiteX2" fmla="*/ 536838 w 598324"/>
                    <a:gd name="connsiteY2" fmla="*/ 112571 h 761503"/>
                    <a:gd name="connsiteX3" fmla="*/ 523240 w 598324"/>
                    <a:gd name="connsiteY3" fmla="*/ 120730 h 761503"/>
                    <a:gd name="connsiteX4" fmla="*/ 506922 w 598324"/>
                    <a:gd name="connsiteY4" fmla="*/ 123450 h 761503"/>
                    <a:gd name="connsiteX5" fmla="*/ 477006 w 598324"/>
                    <a:gd name="connsiteY5" fmla="*/ 123450 h 761503"/>
                    <a:gd name="connsiteX6" fmla="*/ 479725 w 598324"/>
                    <a:gd name="connsiteY6" fmla="*/ 145207 h 761503"/>
                    <a:gd name="connsiteX7" fmla="*/ 477006 w 598324"/>
                    <a:gd name="connsiteY7" fmla="*/ 180563 h 761503"/>
                    <a:gd name="connsiteX8" fmla="*/ 482445 w 598324"/>
                    <a:gd name="connsiteY8" fmla="*/ 232236 h 761503"/>
                    <a:gd name="connsiteX9" fmla="*/ 485165 w 598324"/>
                    <a:gd name="connsiteY9" fmla="*/ 283909 h 761503"/>
                    <a:gd name="connsiteX10" fmla="*/ 485165 w 598324"/>
                    <a:gd name="connsiteY10" fmla="*/ 327424 h 761503"/>
                    <a:gd name="connsiteX11" fmla="*/ 487884 w 598324"/>
                    <a:gd name="connsiteY11" fmla="*/ 373658 h 761503"/>
                    <a:gd name="connsiteX12" fmla="*/ 485165 w 598324"/>
                    <a:gd name="connsiteY12" fmla="*/ 419892 h 761503"/>
                    <a:gd name="connsiteX13" fmla="*/ 485165 w 598324"/>
                    <a:gd name="connsiteY13" fmla="*/ 463407 h 761503"/>
                    <a:gd name="connsiteX14" fmla="*/ 482445 w 598324"/>
                    <a:gd name="connsiteY14" fmla="*/ 515080 h 761503"/>
                    <a:gd name="connsiteX15" fmla="*/ 482445 w 598324"/>
                    <a:gd name="connsiteY15" fmla="*/ 558595 h 761503"/>
                    <a:gd name="connsiteX16" fmla="*/ 479725 w 598324"/>
                    <a:gd name="connsiteY16" fmla="*/ 602109 h 761503"/>
                    <a:gd name="connsiteX17" fmla="*/ 485165 w 598324"/>
                    <a:gd name="connsiteY17" fmla="*/ 648343 h 761503"/>
                    <a:gd name="connsiteX18" fmla="*/ 474286 w 598324"/>
                    <a:gd name="connsiteY18" fmla="*/ 675540 h 761503"/>
                    <a:gd name="connsiteX19" fmla="*/ 428052 w 598324"/>
                    <a:gd name="connsiteY19" fmla="*/ 691858 h 761503"/>
                    <a:gd name="connsiteX20" fmla="*/ 387257 w 598324"/>
                    <a:gd name="connsiteY20" fmla="*/ 683699 h 761503"/>
                    <a:gd name="connsiteX21" fmla="*/ 351901 w 598324"/>
                    <a:gd name="connsiteY21" fmla="*/ 664661 h 761503"/>
                    <a:gd name="connsiteX22" fmla="*/ 305667 w 598324"/>
                    <a:gd name="connsiteY22" fmla="*/ 596670 h 761503"/>
                    <a:gd name="connsiteX23" fmla="*/ 270312 w 598324"/>
                    <a:gd name="connsiteY23" fmla="*/ 509641 h 761503"/>
                    <a:gd name="connsiteX24" fmla="*/ 251274 w 598324"/>
                    <a:gd name="connsiteY24" fmla="*/ 460687 h 761503"/>
                    <a:gd name="connsiteX25" fmla="*/ 224077 w 598324"/>
                    <a:gd name="connsiteY25" fmla="*/ 381817 h 761503"/>
                    <a:gd name="connsiteX26" fmla="*/ 207759 w 598324"/>
                    <a:gd name="connsiteY26" fmla="*/ 330144 h 761503"/>
                    <a:gd name="connsiteX27" fmla="*/ 191442 w 598324"/>
                    <a:gd name="connsiteY27" fmla="*/ 286629 h 761503"/>
                    <a:gd name="connsiteX28" fmla="*/ 183283 w 598324"/>
                    <a:gd name="connsiteY28" fmla="*/ 278470 h 761503"/>
                    <a:gd name="connsiteX29" fmla="*/ 180563 w 598324"/>
                    <a:gd name="connsiteY29" fmla="*/ 292068 h 761503"/>
                    <a:gd name="connsiteX30" fmla="*/ 180563 w 598324"/>
                    <a:gd name="connsiteY30" fmla="*/ 305667 h 761503"/>
                    <a:gd name="connsiteX31" fmla="*/ 183283 w 598324"/>
                    <a:gd name="connsiteY31" fmla="*/ 354620 h 761503"/>
                    <a:gd name="connsiteX32" fmla="*/ 188722 w 598324"/>
                    <a:gd name="connsiteY32" fmla="*/ 449808 h 761503"/>
                    <a:gd name="connsiteX33" fmla="*/ 188722 w 598324"/>
                    <a:gd name="connsiteY33" fmla="*/ 479725 h 761503"/>
                    <a:gd name="connsiteX34" fmla="*/ 188722 w 598324"/>
                    <a:gd name="connsiteY34" fmla="*/ 542277 h 761503"/>
                    <a:gd name="connsiteX35" fmla="*/ 186002 w 598324"/>
                    <a:gd name="connsiteY35" fmla="*/ 615708 h 761503"/>
                    <a:gd name="connsiteX36" fmla="*/ 186002 w 598324"/>
                    <a:gd name="connsiteY36" fmla="*/ 637465 h 761503"/>
                    <a:gd name="connsiteX37" fmla="*/ 183283 w 598324"/>
                    <a:gd name="connsiteY37" fmla="*/ 664661 h 761503"/>
                    <a:gd name="connsiteX38" fmla="*/ 226797 w 598324"/>
                    <a:gd name="connsiteY38" fmla="*/ 664661 h 761503"/>
                    <a:gd name="connsiteX39" fmla="*/ 253994 w 598324"/>
                    <a:gd name="connsiteY39" fmla="*/ 680979 h 761503"/>
                    <a:gd name="connsiteX40" fmla="*/ 248554 w 598324"/>
                    <a:gd name="connsiteY40" fmla="*/ 697297 h 761503"/>
                    <a:gd name="connsiteX41" fmla="*/ 234956 w 598324"/>
                    <a:gd name="connsiteY41" fmla="*/ 705456 h 761503"/>
                    <a:gd name="connsiteX42" fmla="*/ 218638 w 598324"/>
                    <a:gd name="connsiteY42" fmla="*/ 708176 h 761503"/>
                    <a:gd name="connsiteX43" fmla="*/ 183283 w 598324"/>
                    <a:gd name="connsiteY43" fmla="*/ 708176 h 761503"/>
                    <a:gd name="connsiteX44" fmla="*/ 150647 w 598324"/>
                    <a:gd name="connsiteY44" fmla="*/ 708176 h 761503"/>
                    <a:gd name="connsiteX45" fmla="*/ 107132 w 598324"/>
                    <a:gd name="connsiteY45" fmla="*/ 708176 h 761503"/>
                    <a:gd name="connsiteX46" fmla="*/ 88094 w 598324"/>
                    <a:gd name="connsiteY46" fmla="*/ 708176 h 761503"/>
                    <a:gd name="connsiteX47" fmla="*/ 69057 w 598324"/>
                    <a:gd name="connsiteY47" fmla="*/ 702736 h 761503"/>
                    <a:gd name="connsiteX48" fmla="*/ 58178 w 598324"/>
                    <a:gd name="connsiteY48" fmla="*/ 686418 h 761503"/>
                    <a:gd name="connsiteX49" fmla="*/ 60898 w 598324"/>
                    <a:gd name="connsiteY49" fmla="*/ 678259 h 761503"/>
                    <a:gd name="connsiteX50" fmla="*/ 77216 w 598324"/>
                    <a:gd name="connsiteY50" fmla="*/ 670101 h 761503"/>
                    <a:gd name="connsiteX51" fmla="*/ 120730 w 598324"/>
                    <a:gd name="connsiteY51" fmla="*/ 664661 h 761503"/>
                    <a:gd name="connsiteX52" fmla="*/ 131609 w 598324"/>
                    <a:gd name="connsiteY52" fmla="*/ 664661 h 761503"/>
                    <a:gd name="connsiteX53" fmla="*/ 134329 w 598324"/>
                    <a:gd name="connsiteY53" fmla="*/ 539557 h 761503"/>
                    <a:gd name="connsiteX54" fmla="*/ 134329 w 598324"/>
                    <a:gd name="connsiteY54" fmla="*/ 504201 h 761503"/>
                    <a:gd name="connsiteX55" fmla="*/ 131609 w 598324"/>
                    <a:gd name="connsiteY55" fmla="*/ 376378 h 761503"/>
                    <a:gd name="connsiteX56" fmla="*/ 131609 w 598324"/>
                    <a:gd name="connsiteY56" fmla="*/ 302947 h 761503"/>
                    <a:gd name="connsiteX57" fmla="*/ 134329 w 598324"/>
                    <a:gd name="connsiteY57" fmla="*/ 221357 h 761503"/>
                    <a:gd name="connsiteX58" fmla="*/ 137048 w 598324"/>
                    <a:gd name="connsiteY58" fmla="*/ 123450 h 761503"/>
                    <a:gd name="connsiteX59" fmla="*/ 107132 w 598324"/>
                    <a:gd name="connsiteY59" fmla="*/ 123450 h 761503"/>
                    <a:gd name="connsiteX60" fmla="*/ 88094 w 598324"/>
                    <a:gd name="connsiteY60" fmla="*/ 123450 h 761503"/>
                    <a:gd name="connsiteX61" fmla="*/ 69057 w 598324"/>
                    <a:gd name="connsiteY61" fmla="*/ 118011 h 761503"/>
                    <a:gd name="connsiteX62" fmla="*/ 58178 w 598324"/>
                    <a:gd name="connsiteY62" fmla="*/ 101693 h 761503"/>
                    <a:gd name="connsiteX63" fmla="*/ 60898 w 598324"/>
                    <a:gd name="connsiteY63" fmla="*/ 93534 h 761503"/>
                    <a:gd name="connsiteX64" fmla="*/ 77216 w 598324"/>
                    <a:gd name="connsiteY64" fmla="*/ 85375 h 761503"/>
                    <a:gd name="connsiteX65" fmla="*/ 131609 w 598324"/>
                    <a:gd name="connsiteY65" fmla="*/ 79935 h 761503"/>
                    <a:gd name="connsiteX66" fmla="*/ 161525 w 598324"/>
                    <a:gd name="connsiteY66" fmla="*/ 79935 h 761503"/>
                    <a:gd name="connsiteX67" fmla="*/ 177843 w 598324"/>
                    <a:gd name="connsiteY67" fmla="*/ 66337 h 761503"/>
                    <a:gd name="connsiteX68" fmla="*/ 202320 w 598324"/>
                    <a:gd name="connsiteY68" fmla="*/ 58178 h 761503"/>
                    <a:gd name="connsiteX69" fmla="*/ 234956 w 598324"/>
                    <a:gd name="connsiteY69" fmla="*/ 77216 h 761503"/>
                    <a:gd name="connsiteX70" fmla="*/ 251274 w 598324"/>
                    <a:gd name="connsiteY70" fmla="*/ 107132 h 761503"/>
                    <a:gd name="connsiteX71" fmla="*/ 267592 w 598324"/>
                    <a:gd name="connsiteY71" fmla="*/ 147927 h 761503"/>
                    <a:gd name="connsiteX72" fmla="*/ 281190 w 598324"/>
                    <a:gd name="connsiteY72" fmla="*/ 183282 h 761503"/>
                    <a:gd name="connsiteX73" fmla="*/ 297508 w 598324"/>
                    <a:gd name="connsiteY73" fmla="*/ 224077 h 761503"/>
                    <a:gd name="connsiteX74" fmla="*/ 308387 w 598324"/>
                    <a:gd name="connsiteY74" fmla="*/ 264872 h 761503"/>
                    <a:gd name="connsiteX75" fmla="*/ 319265 w 598324"/>
                    <a:gd name="connsiteY75" fmla="*/ 300227 h 761503"/>
                    <a:gd name="connsiteX76" fmla="*/ 351901 w 598324"/>
                    <a:gd name="connsiteY76" fmla="*/ 379097 h 761503"/>
                    <a:gd name="connsiteX77" fmla="*/ 365500 w 598324"/>
                    <a:gd name="connsiteY77" fmla="*/ 417173 h 761503"/>
                    <a:gd name="connsiteX78" fmla="*/ 379098 w 598324"/>
                    <a:gd name="connsiteY78" fmla="*/ 457967 h 761503"/>
                    <a:gd name="connsiteX79" fmla="*/ 395416 w 598324"/>
                    <a:gd name="connsiteY79" fmla="*/ 496043 h 761503"/>
                    <a:gd name="connsiteX80" fmla="*/ 406294 w 598324"/>
                    <a:gd name="connsiteY80" fmla="*/ 512361 h 761503"/>
                    <a:gd name="connsiteX81" fmla="*/ 411734 w 598324"/>
                    <a:gd name="connsiteY81" fmla="*/ 531398 h 761503"/>
                    <a:gd name="connsiteX82" fmla="*/ 419893 w 598324"/>
                    <a:gd name="connsiteY82" fmla="*/ 558595 h 761503"/>
                    <a:gd name="connsiteX83" fmla="*/ 425332 w 598324"/>
                    <a:gd name="connsiteY83" fmla="*/ 564034 h 761503"/>
                    <a:gd name="connsiteX84" fmla="*/ 430771 w 598324"/>
                    <a:gd name="connsiteY84" fmla="*/ 558595 h 761503"/>
                    <a:gd name="connsiteX85" fmla="*/ 430771 w 598324"/>
                    <a:gd name="connsiteY85" fmla="*/ 550436 h 761503"/>
                    <a:gd name="connsiteX86" fmla="*/ 430771 w 598324"/>
                    <a:gd name="connsiteY86" fmla="*/ 501482 h 761503"/>
                    <a:gd name="connsiteX87" fmla="*/ 430771 w 598324"/>
                    <a:gd name="connsiteY87" fmla="*/ 403574 h 761503"/>
                    <a:gd name="connsiteX88" fmla="*/ 425332 w 598324"/>
                    <a:gd name="connsiteY88" fmla="*/ 313826 h 761503"/>
                    <a:gd name="connsiteX89" fmla="*/ 425332 w 598324"/>
                    <a:gd name="connsiteY89" fmla="*/ 248554 h 761503"/>
                    <a:gd name="connsiteX90" fmla="*/ 425332 w 598324"/>
                    <a:gd name="connsiteY90" fmla="*/ 210479 h 761503"/>
                    <a:gd name="connsiteX91" fmla="*/ 422613 w 598324"/>
                    <a:gd name="connsiteY91" fmla="*/ 153366 h 761503"/>
                    <a:gd name="connsiteX92" fmla="*/ 425332 w 598324"/>
                    <a:gd name="connsiteY92" fmla="*/ 123450 h 761503"/>
                    <a:gd name="connsiteX93" fmla="*/ 398136 w 598324"/>
                    <a:gd name="connsiteY93" fmla="*/ 123450 h 761503"/>
                    <a:gd name="connsiteX94" fmla="*/ 379098 w 598324"/>
                    <a:gd name="connsiteY94" fmla="*/ 123450 h 761503"/>
                    <a:gd name="connsiteX95" fmla="*/ 360060 w 598324"/>
                    <a:gd name="connsiteY95" fmla="*/ 118011 h 761503"/>
                    <a:gd name="connsiteX96" fmla="*/ 349182 w 598324"/>
                    <a:gd name="connsiteY96" fmla="*/ 101693 h 761503"/>
                    <a:gd name="connsiteX97" fmla="*/ 351901 w 598324"/>
                    <a:gd name="connsiteY97" fmla="*/ 93534 h 761503"/>
                    <a:gd name="connsiteX98" fmla="*/ 368219 w 598324"/>
                    <a:gd name="connsiteY98" fmla="*/ 85375 h 761503"/>
                    <a:gd name="connsiteX99" fmla="*/ 422613 w 598324"/>
                    <a:gd name="connsiteY99" fmla="*/ 79935 h 761503"/>
                    <a:gd name="connsiteX100" fmla="*/ 444370 w 598324"/>
                    <a:gd name="connsiteY100" fmla="*/ 79935 h 761503"/>
                    <a:gd name="connsiteX101" fmla="*/ 463407 w 598324"/>
                    <a:gd name="connsiteY101" fmla="*/ 71776 h 761503"/>
                    <a:gd name="connsiteX102" fmla="*/ 477006 w 598324"/>
                    <a:gd name="connsiteY102" fmla="*/ 79935 h 761503"/>
                    <a:gd name="connsiteX103" fmla="*/ 515081 w 598324"/>
                    <a:gd name="connsiteY103" fmla="*/ 79935 h 761503"/>
                    <a:gd name="connsiteX104" fmla="*/ 515081 w 598324"/>
                    <a:gd name="connsiteY104" fmla="*/ 79935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</a:cxnLst>
                  <a:rect l="l" t="t" r="r" b="b"/>
                  <a:pathLst>
                    <a:path w="598324" h="761503">
                      <a:moveTo>
                        <a:pt x="515081" y="79935"/>
                      </a:moveTo>
                      <a:cubicBezTo>
                        <a:pt x="523240" y="79935"/>
                        <a:pt x="542277" y="79935"/>
                        <a:pt x="542277" y="96253"/>
                      </a:cubicBezTo>
                      <a:cubicBezTo>
                        <a:pt x="542277" y="104412"/>
                        <a:pt x="542277" y="107132"/>
                        <a:pt x="536838" y="112571"/>
                      </a:cubicBezTo>
                      <a:cubicBezTo>
                        <a:pt x="534119" y="118011"/>
                        <a:pt x="528679" y="120730"/>
                        <a:pt x="523240" y="120730"/>
                      </a:cubicBezTo>
                      <a:cubicBezTo>
                        <a:pt x="515081" y="123450"/>
                        <a:pt x="512361" y="123450"/>
                        <a:pt x="506922" y="123450"/>
                      </a:cubicBezTo>
                      <a:cubicBezTo>
                        <a:pt x="504202" y="123450"/>
                        <a:pt x="490604" y="123450"/>
                        <a:pt x="477006" y="123450"/>
                      </a:cubicBezTo>
                      <a:cubicBezTo>
                        <a:pt x="477006" y="131609"/>
                        <a:pt x="479725" y="137048"/>
                        <a:pt x="479725" y="145207"/>
                      </a:cubicBezTo>
                      <a:cubicBezTo>
                        <a:pt x="479725" y="156086"/>
                        <a:pt x="477006" y="166964"/>
                        <a:pt x="477006" y="180563"/>
                      </a:cubicBezTo>
                      <a:cubicBezTo>
                        <a:pt x="477006" y="196881"/>
                        <a:pt x="479725" y="215918"/>
                        <a:pt x="482445" y="232236"/>
                      </a:cubicBezTo>
                      <a:cubicBezTo>
                        <a:pt x="485165" y="248554"/>
                        <a:pt x="485165" y="267592"/>
                        <a:pt x="485165" y="283909"/>
                      </a:cubicBezTo>
                      <a:cubicBezTo>
                        <a:pt x="485165" y="297508"/>
                        <a:pt x="485165" y="313826"/>
                        <a:pt x="485165" y="327424"/>
                      </a:cubicBezTo>
                      <a:cubicBezTo>
                        <a:pt x="485165" y="343742"/>
                        <a:pt x="487884" y="357340"/>
                        <a:pt x="487884" y="373658"/>
                      </a:cubicBezTo>
                      <a:cubicBezTo>
                        <a:pt x="487884" y="389976"/>
                        <a:pt x="485165" y="403574"/>
                        <a:pt x="485165" y="419892"/>
                      </a:cubicBezTo>
                      <a:cubicBezTo>
                        <a:pt x="485165" y="436210"/>
                        <a:pt x="485165" y="449808"/>
                        <a:pt x="485165" y="463407"/>
                      </a:cubicBezTo>
                      <a:cubicBezTo>
                        <a:pt x="485165" y="479725"/>
                        <a:pt x="485165" y="498762"/>
                        <a:pt x="482445" y="515080"/>
                      </a:cubicBezTo>
                      <a:cubicBezTo>
                        <a:pt x="482445" y="528678"/>
                        <a:pt x="482445" y="542277"/>
                        <a:pt x="482445" y="558595"/>
                      </a:cubicBezTo>
                      <a:cubicBezTo>
                        <a:pt x="482445" y="572193"/>
                        <a:pt x="479725" y="588511"/>
                        <a:pt x="479725" y="602109"/>
                      </a:cubicBezTo>
                      <a:cubicBezTo>
                        <a:pt x="479725" y="615708"/>
                        <a:pt x="485165" y="632025"/>
                        <a:pt x="485165" y="648343"/>
                      </a:cubicBezTo>
                      <a:cubicBezTo>
                        <a:pt x="485165" y="659222"/>
                        <a:pt x="482445" y="670101"/>
                        <a:pt x="474286" y="675540"/>
                      </a:cubicBezTo>
                      <a:cubicBezTo>
                        <a:pt x="460688" y="686418"/>
                        <a:pt x="444370" y="691858"/>
                        <a:pt x="428052" y="691858"/>
                      </a:cubicBezTo>
                      <a:cubicBezTo>
                        <a:pt x="414453" y="691858"/>
                        <a:pt x="400855" y="689138"/>
                        <a:pt x="387257" y="683699"/>
                      </a:cubicBezTo>
                      <a:cubicBezTo>
                        <a:pt x="373659" y="678259"/>
                        <a:pt x="360060" y="672820"/>
                        <a:pt x="351901" y="664661"/>
                      </a:cubicBezTo>
                      <a:cubicBezTo>
                        <a:pt x="330144" y="645624"/>
                        <a:pt x="316546" y="621147"/>
                        <a:pt x="305667" y="596670"/>
                      </a:cubicBezTo>
                      <a:cubicBezTo>
                        <a:pt x="292069" y="569473"/>
                        <a:pt x="281190" y="539557"/>
                        <a:pt x="270312" y="509641"/>
                      </a:cubicBezTo>
                      <a:cubicBezTo>
                        <a:pt x="264872" y="493323"/>
                        <a:pt x="256713" y="477005"/>
                        <a:pt x="251274" y="460687"/>
                      </a:cubicBezTo>
                      <a:cubicBezTo>
                        <a:pt x="240395" y="433490"/>
                        <a:pt x="232236" y="409014"/>
                        <a:pt x="224077" y="381817"/>
                      </a:cubicBezTo>
                      <a:cubicBezTo>
                        <a:pt x="218638" y="365499"/>
                        <a:pt x="213199" y="346462"/>
                        <a:pt x="207759" y="330144"/>
                      </a:cubicBezTo>
                      <a:cubicBezTo>
                        <a:pt x="202320" y="316545"/>
                        <a:pt x="196881" y="300227"/>
                        <a:pt x="191442" y="286629"/>
                      </a:cubicBezTo>
                      <a:cubicBezTo>
                        <a:pt x="188722" y="281190"/>
                        <a:pt x="186002" y="278470"/>
                        <a:pt x="183283" y="278470"/>
                      </a:cubicBezTo>
                      <a:cubicBezTo>
                        <a:pt x="180563" y="278470"/>
                        <a:pt x="180563" y="286629"/>
                        <a:pt x="180563" y="292068"/>
                      </a:cubicBezTo>
                      <a:cubicBezTo>
                        <a:pt x="180563" y="297508"/>
                        <a:pt x="180563" y="302947"/>
                        <a:pt x="180563" y="305667"/>
                      </a:cubicBezTo>
                      <a:cubicBezTo>
                        <a:pt x="180563" y="321985"/>
                        <a:pt x="183283" y="338303"/>
                        <a:pt x="183283" y="354620"/>
                      </a:cubicBezTo>
                      <a:cubicBezTo>
                        <a:pt x="183283" y="387256"/>
                        <a:pt x="186002" y="417173"/>
                        <a:pt x="188722" y="449808"/>
                      </a:cubicBezTo>
                      <a:cubicBezTo>
                        <a:pt x="188722" y="460687"/>
                        <a:pt x="188722" y="468846"/>
                        <a:pt x="188722" y="479725"/>
                      </a:cubicBezTo>
                      <a:cubicBezTo>
                        <a:pt x="188722" y="501482"/>
                        <a:pt x="188722" y="523239"/>
                        <a:pt x="188722" y="542277"/>
                      </a:cubicBezTo>
                      <a:cubicBezTo>
                        <a:pt x="188722" y="566754"/>
                        <a:pt x="186002" y="591231"/>
                        <a:pt x="186002" y="615708"/>
                      </a:cubicBezTo>
                      <a:cubicBezTo>
                        <a:pt x="186002" y="623866"/>
                        <a:pt x="186002" y="632025"/>
                        <a:pt x="186002" y="637465"/>
                      </a:cubicBezTo>
                      <a:cubicBezTo>
                        <a:pt x="186002" y="645624"/>
                        <a:pt x="183283" y="656502"/>
                        <a:pt x="183283" y="664661"/>
                      </a:cubicBezTo>
                      <a:cubicBezTo>
                        <a:pt x="202320" y="664661"/>
                        <a:pt x="218638" y="664661"/>
                        <a:pt x="226797" y="664661"/>
                      </a:cubicBezTo>
                      <a:cubicBezTo>
                        <a:pt x="234956" y="664661"/>
                        <a:pt x="253994" y="664661"/>
                        <a:pt x="253994" y="680979"/>
                      </a:cubicBezTo>
                      <a:cubicBezTo>
                        <a:pt x="253994" y="689138"/>
                        <a:pt x="253994" y="691858"/>
                        <a:pt x="248554" y="697297"/>
                      </a:cubicBezTo>
                      <a:cubicBezTo>
                        <a:pt x="245835" y="702736"/>
                        <a:pt x="240395" y="705456"/>
                        <a:pt x="234956" y="705456"/>
                      </a:cubicBezTo>
                      <a:cubicBezTo>
                        <a:pt x="226797" y="708176"/>
                        <a:pt x="224077" y="708176"/>
                        <a:pt x="218638" y="708176"/>
                      </a:cubicBezTo>
                      <a:cubicBezTo>
                        <a:pt x="215918" y="708176"/>
                        <a:pt x="199600" y="708176"/>
                        <a:pt x="183283" y="708176"/>
                      </a:cubicBezTo>
                      <a:cubicBezTo>
                        <a:pt x="166965" y="708176"/>
                        <a:pt x="153366" y="708176"/>
                        <a:pt x="150647" y="708176"/>
                      </a:cubicBezTo>
                      <a:cubicBezTo>
                        <a:pt x="139768" y="708176"/>
                        <a:pt x="120730" y="708176"/>
                        <a:pt x="107132" y="708176"/>
                      </a:cubicBezTo>
                      <a:cubicBezTo>
                        <a:pt x="101693" y="708176"/>
                        <a:pt x="96254" y="708176"/>
                        <a:pt x="88094" y="708176"/>
                      </a:cubicBezTo>
                      <a:cubicBezTo>
                        <a:pt x="82655" y="708176"/>
                        <a:pt x="74496" y="708176"/>
                        <a:pt x="69057" y="702736"/>
                      </a:cubicBezTo>
                      <a:cubicBezTo>
                        <a:pt x="63617" y="700017"/>
                        <a:pt x="58178" y="691858"/>
                        <a:pt x="58178" y="686418"/>
                      </a:cubicBezTo>
                      <a:cubicBezTo>
                        <a:pt x="58178" y="683699"/>
                        <a:pt x="58178" y="680979"/>
                        <a:pt x="60898" y="678259"/>
                      </a:cubicBezTo>
                      <a:cubicBezTo>
                        <a:pt x="63617" y="675540"/>
                        <a:pt x="71777" y="672820"/>
                        <a:pt x="77216" y="670101"/>
                      </a:cubicBezTo>
                      <a:cubicBezTo>
                        <a:pt x="90814" y="667381"/>
                        <a:pt x="115291" y="664661"/>
                        <a:pt x="120730" y="664661"/>
                      </a:cubicBezTo>
                      <a:cubicBezTo>
                        <a:pt x="123450" y="664661"/>
                        <a:pt x="126170" y="664661"/>
                        <a:pt x="131609" y="664661"/>
                      </a:cubicBezTo>
                      <a:cubicBezTo>
                        <a:pt x="131609" y="623866"/>
                        <a:pt x="134329" y="583072"/>
                        <a:pt x="134329" y="539557"/>
                      </a:cubicBezTo>
                      <a:cubicBezTo>
                        <a:pt x="134329" y="528678"/>
                        <a:pt x="134329" y="515080"/>
                        <a:pt x="134329" y="504201"/>
                      </a:cubicBezTo>
                      <a:cubicBezTo>
                        <a:pt x="131609" y="460687"/>
                        <a:pt x="131609" y="417173"/>
                        <a:pt x="131609" y="376378"/>
                      </a:cubicBezTo>
                      <a:cubicBezTo>
                        <a:pt x="131609" y="351901"/>
                        <a:pt x="131609" y="327424"/>
                        <a:pt x="131609" y="302947"/>
                      </a:cubicBezTo>
                      <a:cubicBezTo>
                        <a:pt x="131609" y="275751"/>
                        <a:pt x="131609" y="248554"/>
                        <a:pt x="134329" y="221357"/>
                      </a:cubicBezTo>
                      <a:cubicBezTo>
                        <a:pt x="134329" y="188722"/>
                        <a:pt x="137048" y="156086"/>
                        <a:pt x="137048" y="123450"/>
                      </a:cubicBezTo>
                      <a:cubicBezTo>
                        <a:pt x="126170" y="123450"/>
                        <a:pt x="115291" y="123450"/>
                        <a:pt x="107132" y="123450"/>
                      </a:cubicBezTo>
                      <a:cubicBezTo>
                        <a:pt x="101693" y="123450"/>
                        <a:pt x="96254" y="123450"/>
                        <a:pt x="88094" y="123450"/>
                      </a:cubicBezTo>
                      <a:cubicBezTo>
                        <a:pt x="82655" y="123450"/>
                        <a:pt x="74496" y="120730"/>
                        <a:pt x="69057" y="118011"/>
                      </a:cubicBezTo>
                      <a:cubicBezTo>
                        <a:pt x="63617" y="115291"/>
                        <a:pt x="58178" y="107132"/>
                        <a:pt x="58178" y="101693"/>
                      </a:cubicBezTo>
                      <a:cubicBezTo>
                        <a:pt x="58178" y="98973"/>
                        <a:pt x="58178" y="96253"/>
                        <a:pt x="60898" y="93534"/>
                      </a:cubicBezTo>
                      <a:cubicBezTo>
                        <a:pt x="63617" y="90814"/>
                        <a:pt x="71777" y="88094"/>
                        <a:pt x="77216" y="85375"/>
                      </a:cubicBezTo>
                      <a:cubicBezTo>
                        <a:pt x="90814" y="82655"/>
                        <a:pt x="126170" y="79935"/>
                        <a:pt x="131609" y="79935"/>
                      </a:cubicBezTo>
                      <a:cubicBezTo>
                        <a:pt x="137048" y="79935"/>
                        <a:pt x="147927" y="79935"/>
                        <a:pt x="161525" y="79935"/>
                      </a:cubicBezTo>
                      <a:cubicBezTo>
                        <a:pt x="166965" y="74496"/>
                        <a:pt x="172404" y="71776"/>
                        <a:pt x="177843" y="66337"/>
                      </a:cubicBezTo>
                      <a:cubicBezTo>
                        <a:pt x="186002" y="60898"/>
                        <a:pt x="194161" y="58178"/>
                        <a:pt x="202320" y="58178"/>
                      </a:cubicBezTo>
                      <a:cubicBezTo>
                        <a:pt x="215918" y="58178"/>
                        <a:pt x="226797" y="63617"/>
                        <a:pt x="234956" y="77216"/>
                      </a:cubicBezTo>
                      <a:cubicBezTo>
                        <a:pt x="240395" y="88094"/>
                        <a:pt x="248554" y="96253"/>
                        <a:pt x="251274" y="107132"/>
                      </a:cubicBezTo>
                      <a:cubicBezTo>
                        <a:pt x="256713" y="120730"/>
                        <a:pt x="259433" y="134328"/>
                        <a:pt x="267592" y="147927"/>
                      </a:cubicBezTo>
                      <a:cubicBezTo>
                        <a:pt x="273031" y="158805"/>
                        <a:pt x="275751" y="172404"/>
                        <a:pt x="281190" y="183282"/>
                      </a:cubicBezTo>
                      <a:cubicBezTo>
                        <a:pt x="286630" y="196881"/>
                        <a:pt x="292069" y="210479"/>
                        <a:pt x="297508" y="224077"/>
                      </a:cubicBezTo>
                      <a:cubicBezTo>
                        <a:pt x="300228" y="237675"/>
                        <a:pt x="305667" y="251274"/>
                        <a:pt x="308387" y="264872"/>
                      </a:cubicBezTo>
                      <a:cubicBezTo>
                        <a:pt x="311106" y="278470"/>
                        <a:pt x="311106" y="289349"/>
                        <a:pt x="319265" y="300227"/>
                      </a:cubicBezTo>
                      <a:cubicBezTo>
                        <a:pt x="332864" y="324704"/>
                        <a:pt x="346462" y="351901"/>
                        <a:pt x="351901" y="379097"/>
                      </a:cubicBezTo>
                      <a:cubicBezTo>
                        <a:pt x="354621" y="392696"/>
                        <a:pt x="360060" y="403574"/>
                        <a:pt x="365500" y="417173"/>
                      </a:cubicBezTo>
                      <a:cubicBezTo>
                        <a:pt x="373659" y="430771"/>
                        <a:pt x="373659" y="444369"/>
                        <a:pt x="379098" y="457967"/>
                      </a:cubicBezTo>
                      <a:cubicBezTo>
                        <a:pt x="381818" y="471566"/>
                        <a:pt x="387257" y="482444"/>
                        <a:pt x="395416" y="496043"/>
                      </a:cubicBezTo>
                      <a:cubicBezTo>
                        <a:pt x="398136" y="501482"/>
                        <a:pt x="403575" y="506921"/>
                        <a:pt x="406294" y="512361"/>
                      </a:cubicBezTo>
                      <a:cubicBezTo>
                        <a:pt x="409014" y="517800"/>
                        <a:pt x="409014" y="525959"/>
                        <a:pt x="411734" y="531398"/>
                      </a:cubicBezTo>
                      <a:cubicBezTo>
                        <a:pt x="414453" y="539557"/>
                        <a:pt x="417173" y="550436"/>
                        <a:pt x="419893" y="558595"/>
                      </a:cubicBezTo>
                      <a:cubicBezTo>
                        <a:pt x="422613" y="561314"/>
                        <a:pt x="422613" y="564034"/>
                        <a:pt x="425332" y="564034"/>
                      </a:cubicBezTo>
                      <a:cubicBezTo>
                        <a:pt x="428052" y="564034"/>
                        <a:pt x="428052" y="561314"/>
                        <a:pt x="430771" y="558595"/>
                      </a:cubicBezTo>
                      <a:cubicBezTo>
                        <a:pt x="430771" y="555875"/>
                        <a:pt x="430771" y="553155"/>
                        <a:pt x="430771" y="550436"/>
                      </a:cubicBezTo>
                      <a:cubicBezTo>
                        <a:pt x="430771" y="534118"/>
                        <a:pt x="430771" y="517800"/>
                        <a:pt x="430771" y="501482"/>
                      </a:cubicBezTo>
                      <a:cubicBezTo>
                        <a:pt x="430771" y="468846"/>
                        <a:pt x="433491" y="436210"/>
                        <a:pt x="430771" y="403574"/>
                      </a:cubicBezTo>
                      <a:cubicBezTo>
                        <a:pt x="430771" y="373658"/>
                        <a:pt x="425332" y="343742"/>
                        <a:pt x="425332" y="313826"/>
                      </a:cubicBezTo>
                      <a:cubicBezTo>
                        <a:pt x="425332" y="292068"/>
                        <a:pt x="425332" y="270311"/>
                        <a:pt x="425332" y="248554"/>
                      </a:cubicBezTo>
                      <a:cubicBezTo>
                        <a:pt x="425332" y="234956"/>
                        <a:pt x="425332" y="224077"/>
                        <a:pt x="425332" y="210479"/>
                      </a:cubicBezTo>
                      <a:cubicBezTo>
                        <a:pt x="425332" y="191441"/>
                        <a:pt x="422613" y="172404"/>
                        <a:pt x="422613" y="153366"/>
                      </a:cubicBezTo>
                      <a:cubicBezTo>
                        <a:pt x="422613" y="142487"/>
                        <a:pt x="422613" y="134328"/>
                        <a:pt x="425332" y="123450"/>
                      </a:cubicBezTo>
                      <a:cubicBezTo>
                        <a:pt x="417173" y="123450"/>
                        <a:pt x="406294" y="123450"/>
                        <a:pt x="398136" y="123450"/>
                      </a:cubicBezTo>
                      <a:cubicBezTo>
                        <a:pt x="392696" y="123450"/>
                        <a:pt x="387257" y="123450"/>
                        <a:pt x="379098" y="123450"/>
                      </a:cubicBezTo>
                      <a:cubicBezTo>
                        <a:pt x="373659" y="123450"/>
                        <a:pt x="365500" y="120730"/>
                        <a:pt x="360060" y="118011"/>
                      </a:cubicBezTo>
                      <a:cubicBezTo>
                        <a:pt x="354621" y="115291"/>
                        <a:pt x="349182" y="107132"/>
                        <a:pt x="349182" y="101693"/>
                      </a:cubicBezTo>
                      <a:cubicBezTo>
                        <a:pt x="349182" y="98973"/>
                        <a:pt x="349182" y="96253"/>
                        <a:pt x="351901" y="93534"/>
                      </a:cubicBezTo>
                      <a:cubicBezTo>
                        <a:pt x="354621" y="90814"/>
                        <a:pt x="362780" y="88094"/>
                        <a:pt x="368219" y="85375"/>
                      </a:cubicBezTo>
                      <a:cubicBezTo>
                        <a:pt x="381818" y="82655"/>
                        <a:pt x="417173" y="79935"/>
                        <a:pt x="422613" y="79935"/>
                      </a:cubicBezTo>
                      <a:cubicBezTo>
                        <a:pt x="428052" y="79935"/>
                        <a:pt x="433491" y="79935"/>
                        <a:pt x="444370" y="79935"/>
                      </a:cubicBezTo>
                      <a:cubicBezTo>
                        <a:pt x="449809" y="74496"/>
                        <a:pt x="455248" y="71776"/>
                        <a:pt x="463407" y="71776"/>
                      </a:cubicBezTo>
                      <a:cubicBezTo>
                        <a:pt x="471566" y="71776"/>
                        <a:pt x="477006" y="74496"/>
                        <a:pt x="477006" y="79935"/>
                      </a:cubicBezTo>
                      <a:cubicBezTo>
                        <a:pt x="493324" y="79935"/>
                        <a:pt x="506922" y="79935"/>
                        <a:pt x="515081" y="79935"/>
                      </a:cubicBezTo>
                      <a:lnTo>
                        <a:pt x="515081" y="79935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93" name="Freeform: Shape 92">
                  <a:extLst>
                    <a:ext uri="{FF2B5EF4-FFF2-40B4-BE49-F238E27FC236}">
                      <a16:creationId xmlns:a16="http://schemas.microsoft.com/office/drawing/2014/main" id="{3018A6A4-6B01-4F98-B82E-C43C975D7FDD}"/>
                    </a:ext>
                  </a:extLst>
                </p:cNvPr>
                <p:cNvSpPr/>
                <p:nvPr/>
              </p:nvSpPr>
              <p:spPr>
                <a:xfrm>
                  <a:off x="5139126" y="4192158"/>
                  <a:ext cx="516735" cy="788700"/>
                </a:xfrm>
                <a:custGeom>
                  <a:avLst/>
                  <a:gdLst>
                    <a:gd name="connsiteX0" fmla="*/ 464616 w 516735"/>
                    <a:gd name="connsiteY0" fmla="*/ 436210 h 788699"/>
                    <a:gd name="connsiteX1" fmla="*/ 445578 w 516735"/>
                    <a:gd name="connsiteY1" fmla="*/ 455248 h 788699"/>
                    <a:gd name="connsiteX2" fmla="*/ 404784 w 516735"/>
                    <a:gd name="connsiteY2" fmla="*/ 466126 h 788699"/>
                    <a:gd name="connsiteX3" fmla="*/ 385746 w 516735"/>
                    <a:gd name="connsiteY3" fmla="*/ 479725 h 788699"/>
                    <a:gd name="connsiteX4" fmla="*/ 388466 w 516735"/>
                    <a:gd name="connsiteY4" fmla="*/ 512361 h 788699"/>
                    <a:gd name="connsiteX5" fmla="*/ 388466 w 516735"/>
                    <a:gd name="connsiteY5" fmla="*/ 544997 h 788699"/>
                    <a:gd name="connsiteX6" fmla="*/ 388466 w 516735"/>
                    <a:gd name="connsiteY6" fmla="*/ 566754 h 788699"/>
                    <a:gd name="connsiteX7" fmla="*/ 391185 w 516735"/>
                    <a:gd name="connsiteY7" fmla="*/ 632026 h 788699"/>
                    <a:gd name="connsiteX8" fmla="*/ 393905 w 516735"/>
                    <a:gd name="connsiteY8" fmla="*/ 683699 h 788699"/>
                    <a:gd name="connsiteX9" fmla="*/ 377587 w 516735"/>
                    <a:gd name="connsiteY9" fmla="*/ 724494 h 788699"/>
                    <a:gd name="connsiteX10" fmla="*/ 361269 w 516735"/>
                    <a:gd name="connsiteY10" fmla="*/ 719054 h 788699"/>
                    <a:gd name="connsiteX11" fmla="*/ 353110 w 516735"/>
                    <a:gd name="connsiteY11" fmla="*/ 702737 h 788699"/>
                    <a:gd name="connsiteX12" fmla="*/ 350390 w 516735"/>
                    <a:gd name="connsiteY12" fmla="*/ 686419 h 788699"/>
                    <a:gd name="connsiteX13" fmla="*/ 353110 w 516735"/>
                    <a:gd name="connsiteY13" fmla="*/ 659222 h 788699"/>
                    <a:gd name="connsiteX14" fmla="*/ 353110 w 516735"/>
                    <a:gd name="connsiteY14" fmla="*/ 656502 h 788699"/>
                    <a:gd name="connsiteX15" fmla="*/ 317755 w 516735"/>
                    <a:gd name="connsiteY15" fmla="*/ 708176 h 788699"/>
                    <a:gd name="connsiteX16" fmla="*/ 241604 w 516735"/>
                    <a:gd name="connsiteY16" fmla="*/ 735372 h 788699"/>
                    <a:gd name="connsiteX17" fmla="*/ 187211 w 516735"/>
                    <a:gd name="connsiteY17" fmla="*/ 727214 h 788699"/>
                    <a:gd name="connsiteX18" fmla="*/ 135538 w 516735"/>
                    <a:gd name="connsiteY18" fmla="*/ 694578 h 788699"/>
                    <a:gd name="connsiteX19" fmla="*/ 86584 w 516735"/>
                    <a:gd name="connsiteY19" fmla="*/ 621147 h 788699"/>
                    <a:gd name="connsiteX20" fmla="*/ 67546 w 516735"/>
                    <a:gd name="connsiteY20" fmla="*/ 555875 h 788699"/>
                    <a:gd name="connsiteX21" fmla="*/ 59387 w 516735"/>
                    <a:gd name="connsiteY21" fmla="*/ 509641 h 788699"/>
                    <a:gd name="connsiteX22" fmla="*/ 59387 w 516735"/>
                    <a:gd name="connsiteY22" fmla="*/ 468846 h 788699"/>
                    <a:gd name="connsiteX23" fmla="*/ 86584 w 516735"/>
                    <a:gd name="connsiteY23" fmla="*/ 302947 h 788699"/>
                    <a:gd name="connsiteX24" fmla="*/ 108341 w 516735"/>
                    <a:gd name="connsiteY24" fmla="*/ 224077 h 788699"/>
                    <a:gd name="connsiteX25" fmla="*/ 146416 w 516735"/>
                    <a:gd name="connsiteY25" fmla="*/ 145207 h 788699"/>
                    <a:gd name="connsiteX26" fmla="*/ 198090 w 516735"/>
                    <a:gd name="connsiteY26" fmla="*/ 85375 h 788699"/>
                    <a:gd name="connsiteX27" fmla="*/ 228006 w 516735"/>
                    <a:gd name="connsiteY27" fmla="*/ 69057 h 788699"/>
                    <a:gd name="connsiteX28" fmla="*/ 268801 w 516735"/>
                    <a:gd name="connsiteY28" fmla="*/ 58178 h 788699"/>
                    <a:gd name="connsiteX29" fmla="*/ 274240 w 516735"/>
                    <a:gd name="connsiteY29" fmla="*/ 58178 h 788699"/>
                    <a:gd name="connsiteX30" fmla="*/ 295997 w 516735"/>
                    <a:gd name="connsiteY30" fmla="*/ 60898 h 788699"/>
                    <a:gd name="connsiteX31" fmla="*/ 331353 w 516735"/>
                    <a:gd name="connsiteY31" fmla="*/ 71776 h 788699"/>
                    <a:gd name="connsiteX32" fmla="*/ 350390 w 516735"/>
                    <a:gd name="connsiteY32" fmla="*/ 93534 h 788699"/>
                    <a:gd name="connsiteX33" fmla="*/ 353110 w 516735"/>
                    <a:gd name="connsiteY33" fmla="*/ 74496 h 788699"/>
                    <a:gd name="connsiteX34" fmla="*/ 358549 w 516735"/>
                    <a:gd name="connsiteY34" fmla="*/ 63618 h 788699"/>
                    <a:gd name="connsiteX35" fmla="*/ 366708 w 516735"/>
                    <a:gd name="connsiteY35" fmla="*/ 58178 h 788699"/>
                    <a:gd name="connsiteX36" fmla="*/ 374867 w 516735"/>
                    <a:gd name="connsiteY36" fmla="*/ 63618 h 788699"/>
                    <a:gd name="connsiteX37" fmla="*/ 383026 w 516735"/>
                    <a:gd name="connsiteY37" fmla="*/ 82655 h 788699"/>
                    <a:gd name="connsiteX38" fmla="*/ 385746 w 516735"/>
                    <a:gd name="connsiteY38" fmla="*/ 126170 h 788699"/>
                    <a:gd name="connsiteX39" fmla="*/ 388466 w 516735"/>
                    <a:gd name="connsiteY39" fmla="*/ 186002 h 788699"/>
                    <a:gd name="connsiteX40" fmla="*/ 391185 w 516735"/>
                    <a:gd name="connsiteY40" fmla="*/ 237676 h 788699"/>
                    <a:gd name="connsiteX41" fmla="*/ 374867 w 516735"/>
                    <a:gd name="connsiteY41" fmla="*/ 278470 h 788699"/>
                    <a:gd name="connsiteX42" fmla="*/ 358549 w 516735"/>
                    <a:gd name="connsiteY42" fmla="*/ 273031 h 788699"/>
                    <a:gd name="connsiteX43" fmla="*/ 350390 w 516735"/>
                    <a:gd name="connsiteY43" fmla="*/ 256713 h 788699"/>
                    <a:gd name="connsiteX44" fmla="*/ 347671 w 516735"/>
                    <a:gd name="connsiteY44" fmla="*/ 240395 h 788699"/>
                    <a:gd name="connsiteX45" fmla="*/ 347671 w 516735"/>
                    <a:gd name="connsiteY45" fmla="*/ 213199 h 788699"/>
                    <a:gd name="connsiteX46" fmla="*/ 344951 w 516735"/>
                    <a:gd name="connsiteY46" fmla="*/ 194161 h 788699"/>
                    <a:gd name="connsiteX47" fmla="*/ 339512 w 516735"/>
                    <a:gd name="connsiteY47" fmla="*/ 150647 h 788699"/>
                    <a:gd name="connsiteX48" fmla="*/ 323194 w 516735"/>
                    <a:gd name="connsiteY48" fmla="*/ 112571 h 788699"/>
                    <a:gd name="connsiteX49" fmla="*/ 293278 w 516735"/>
                    <a:gd name="connsiteY49" fmla="*/ 101693 h 788699"/>
                    <a:gd name="connsiteX50" fmla="*/ 263361 w 516735"/>
                    <a:gd name="connsiteY50" fmla="*/ 120730 h 788699"/>
                    <a:gd name="connsiteX51" fmla="*/ 241604 w 516735"/>
                    <a:gd name="connsiteY51" fmla="*/ 153366 h 788699"/>
                    <a:gd name="connsiteX52" fmla="*/ 233445 w 516735"/>
                    <a:gd name="connsiteY52" fmla="*/ 194161 h 788699"/>
                    <a:gd name="connsiteX53" fmla="*/ 225286 w 516735"/>
                    <a:gd name="connsiteY53" fmla="*/ 232236 h 788699"/>
                    <a:gd name="connsiteX54" fmla="*/ 217127 w 516735"/>
                    <a:gd name="connsiteY54" fmla="*/ 275751 h 788699"/>
                    <a:gd name="connsiteX55" fmla="*/ 211688 w 516735"/>
                    <a:gd name="connsiteY55" fmla="*/ 316545 h 788699"/>
                    <a:gd name="connsiteX56" fmla="*/ 206249 w 516735"/>
                    <a:gd name="connsiteY56" fmla="*/ 354621 h 788699"/>
                    <a:gd name="connsiteX57" fmla="*/ 200809 w 516735"/>
                    <a:gd name="connsiteY57" fmla="*/ 398135 h 788699"/>
                    <a:gd name="connsiteX58" fmla="*/ 195370 w 516735"/>
                    <a:gd name="connsiteY58" fmla="*/ 438930 h 788699"/>
                    <a:gd name="connsiteX59" fmla="*/ 192650 w 516735"/>
                    <a:gd name="connsiteY59" fmla="*/ 474286 h 788699"/>
                    <a:gd name="connsiteX60" fmla="*/ 195370 w 516735"/>
                    <a:gd name="connsiteY60" fmla="*/ 525959 h 788699"/>
                    <a:gd name="connsiteX61" fmla="*/ 208968 w 516735"/>
                    <a:gd name="connsiteY61" fmla="*/ 596670 h 788699"/>
                    <a:gd name="connsiteX62" fmla="*/ 214407 w 516735"/>
                    <a:gd name="connsiteY62" fmla="*/ 623867 h 788699"/>
                    <a:gd name="connsiteX63" fmla="*/ 228006 w 516735"/>
                    <a:gd name="connsiteY63" fmla="*/ 656502 h 788699"/>
                    <a:gd name="connsiteX64" fmla="*/ 271520 w 516735"/>
                    <a:gd name="connsiteY64" fmla="*/ 689138 h 788699"/>
                    <a:gd name="connsiteX65" fmla="*/ 306876 w 516735"/>
                    <a:gd name="connsiteY65" fmla="*/ 664661 h 788699"/>
                    <a:gd name="connsiteX66" fmla="*/ 331353 w 516735"/>
                    <a:gd name="connsiteY66" fmla="*/ 602109 h 788699"/>
                    <a:gd name="connsiteX67" fmla="*/ 336792 w 516735"/>
                    <a:gd name="connsiteY67" fmla="*/ 544997 h 788699"/>
                    <a:gd name="connsiteX68" fmla="*/ 336792 w 516735"/>
                    <a:gd name="connsiteY68" fmla="*/ 498762 h 788699"/>
                    <a:gd name="connsiteX69" fmla="*/ 336792 w 516735"/>
                    <a:gd name="connsiteY69" fmla="*/ 490603 h 788699"/>
                    <a:gd name="connsiteX70" fmla="*/ 320474 w 516735"/>
                    <a:gd name="connsiteY70" fmla="*/ 477005 h 788699"/>
                    <a:gd name="connsiteX71" fmla="*/ 282399 w 516735"/>
                    <a:gd name="connsiteY71" fmla="*/ 479725 h 788699"/>
                    <a:gd name="connsiteX72" fmla="*/ 252483 w 516735"/>
                    <a:gd name="connsiteY72" fmla="*/ 474286 h 788699"/>
                    <a:gd name="connsiteX73" fmla="*/ 247043 w 516735"/>
                    <a:gd name="connsiteY73" fmla="*/ 466126 h 788699"/>
                    <a:gd name="connsiteX74" fmla="*/ 249763 w 516735"/>
                    <a:gd name="connsiteY74" fmla="*/ 457968 h 788699"/>
                    <a:gd name="connsiteX75" fmla="*/ 268801 w 516735"/>
                    <a:gd name="connsiteY75" fmla="*/ 447089 h 788699"/>
                    <a:gd name="connsiteX76" fmla="*/ 312315 w 516735"/>
                    <a:gd name="connsiteY76" fmla="*/ 436210 h 788699"/>
                    <a:gd name="connsiteX77" fmla="*/ 353110 w 516735"/>
                    <a:gd name="connsiteY77" fmla="*/ 430771 h 788699"/>
                    <a:gd name="connsiteX78" fmla="*/ 385746 w 516735"/>
                    <a:gd name="connsiteY78" fmla="*/ 430771 h 788699"/>
                    <a:gd name="connsiteX79" fmla="*/ 437420 w 516735"/>
                    <a:gd name="connsiteY79" fmla="*/ 428051 h 788699"/>
                    <a:gd name="connsiteX80" fmla="*/ 464616 w 516735"/>
                    <a:gd name="connsiteY80" fmla="*/ 436210 h 788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</a:cxnLst>
                  <a:rect l="l" t="t" r="r" b="b"/>
                  <a:pathLst>
                    <a:path w="516735" h="788699">
                      <a:moveTo>
                        <a:pt x="464616" y="436210"/>
                      </a:moveTo>
                      <a:cubicBezTo>
                        <a:pt x="464616" y="447089"/>
                        <a:pt x="453737" y="452528"/>
                        <a:pt x="445578" y="455248"/>
                      </a:cubicBezTo>
                      <a:cubicBezTo>
                        <a:pt x="434700" y="460687"/>
                        <a:pt x="415662" y="463407"/>
                        <a:pt x="404784" y="466126"/>
                      </a:cubicBezTo>
                      <a:cubicBezTo>
                        <a:pt x="393905" y="466126"/>
                        <a:pt x="385746" y="468846"/>
                        <a:pt x="385746" y="479725"/>
                      </a:cubicBezTo>
                      <a:cubicBezTo>
                        <a:pt x="385746" y="487884"/>
                        <a:pt x="388466" y="506921"/>
                        <a:pt x="388466" y="512361"/>
                      </a:cubicBezTo>
                      <a:cubicBezTo>
                        <a:pt x="388466" y="515080"/>
                        <a:pt x="388466" y="539557"/>
                        <a:pt x="388466" y="544997"/>
                      </a:cubicBezTo>
                      <a:cubicBezTo>
                        <a:pt x="388466" y="550436"/>
                        <a:pt x="388466" y="558595"/>
                        <a:pt x="388466" y="566754"/>
                      </a:cubicBezTo>
                      <a:cubicBezTo>
                        <a:pt x="388466" y="591231"/>
                        <a:pt x="388466" y="621147"/>
                        <a:pt x="391185" y="632026"/>
                      </a:cubicBezTo>
                      <a:cubicBezTo>
                        <a:pt x="393905" y="653783"/>
                        <a:pt x="393905" y="661942"/>
                        <a:pt x="393905" y="683699"/>
                      </a:cubicBezTo>
                      <a:cubicBezTo>
                        <a:pt x="393905" y="694578"/>
                        <a:pt x="393905" y="724494"/>
                        <a:pt x="377587" y="724494"/>
                      </a:cubicBezTo>
                      <a:cubicBezTo>
                        <a:pt x="369428" y="724494"/>
                        <a:pt x="366708" y="721774"/>
                        <a:pt x="361269" y="719054"/>
                      </a:cubicBezTo>
                      <a:cubicBezTo>
                        <a:pt x="355830" y="716335"/>
                        <a:pt x="353110" y="708176"/>
                        <a:pt x="353110" y="702737"/>
                      </a:cubicBezTo>
                      <a:cubicBezTo>
                        <a:pt x="350390" y="694578"/>
                        <a:pt x="350390" y="689138"/>
                        <a:pt x="350390" y="686419"/>
                      </a:cubicBezTo>
                      <a:cubicBezTo>
                        <a:pt x="350390" y="678260"/>
                        <a:pt x="353110" y="672820"/>
                        <a:pt x="353110" y="659222"/>
                      </a:cubicBezTo>
                      <a:lnTo>
                        <a:pt x="353110" y="656502"/>
                      </a:lnTo>
                      <a:cubicBezTo>
                        <a:pt x="347671" y="675540"/>
                        <a:pt x="334072" y="694578"/>
                        <a:pt x="317755" y="708176"/>
                      </a:cubicBezTo>
                      <a:cubicBezTo>
                        <a:pt x="293278" y="727214"/>
                        <a:pt x="274240" y="735372"/>
                        <a:pt x="241604" y="735372"/>
                      </a:cubicBezTo>
                      <a:cubicBezTo>
                        <a:pt x="222566" y="735372"/>
                        <a:pt x="203529" y="732653"/>
                        <a:pt x="187211" y="727214"/>
                      </a:cubicBezTo>
                      <a:cubicBezTo>
                        <a:pt x="165454" y="719054"/>
                        <a:pt x="149136" y="708176"/>
                        <a:pt x="135538" y="694578"/>
                      </a:cubicBezTo>
                      <a:cubicBezTo>
                        <a:pt x="113780" y="672820"/>
                        <a:pt x="100182" y="648343"/>
                        <a:pt x="86584" y="621147"/>
                      </a:cubicBezTo>
                      <a:cubicBezTo>
                        <a:pt x="75705" y="599390"/>
                        <a:pt x="70266" y="580352"/>
                        <a:pt x="67546" y="555875"/>
                      </a:cubicBezTo>
                      <a:cubicBezTo>
                        <a:pt x="64826" y="539557"/>
                        <a:pt x="62107" y="525959"/>
                        <a:pt x="59387" y="509641"/>
                      </a:cubicBezTo>
                      <a:cubicBezTo>
                        <a:pt x="56667" y="493323"/>
                        <a:pt x="59387" y="485164"/>
                        <a:pt x="59387" y="468846"/>
                      </a:cubicBezTo>
                      <a:cubicBezTo>
                        <a:pt x="59387" y="414453"/>
                        <a:pt x="72985" y="362780"/>
                        <a:pt x="86584" y="302947"/>
                      </a:cubicBezTo>
                      <a:cubicBezTo>
                        <a:pt x="92023" y="275751"/>
                        <a:pt x="100182" y="248554"/>
                        <a:pt x="108341" y="224077"/>
                      </a:cubicBezTo>
                      <a:cubicBezTo>
                        <a:pt x="116500" y="196881"/>
                        <a:pt x="130098" y="169684"/>
                        <a:pt x="146416" y="145207"/>
                      </a:cubicBezTo>
                      <a:cubicBezTo>
                        <a:pt x="160014" y="123450"/>
                        <a:pt x="176332" y="101693"/>
                        <a:pt x="198090" y="85375"/>
                      </a:cubicBezTo>
                      <a:cubicBezTo>
                        <a:pt x="206249" y="77216"/>
                        <a:pt x="217127" y="71776"/>
                        <a:pt x="228006" y="69057"/>
                      </a:cubicBezTo>
                      <a:cubicBezTo>
                        <a:pt x="241604" y="63618"/>
                        <a:pt x="255202" y="58178"/>
                        <a:pt x="268801" y="58178"/>
                      </a:cubicBezTo>
                      <a:cubicBezTo>
                        <a:pt x="271520" y="58178"/>
                        <a:pt x="274240" y="58178"/>
                        <a:pt x="274240" y="58178"/>
                      </a:cubicBezTo>
                      <a:cubicBezTo>
                        <a:pt x="279679" y="58178"/>
                        <a:pt x="285119" y="58178"/>
                        <a:pt x="295997" y="60898"/>
                      </a:cubicBezTo>
                      <a:cubicBezTo>
                        <a:pt x="309595" y="63618"/>
                        <a:pt x="320474" y="66337"/>
                        <a:pt x="331353" y="71776"/>
                      </a:cubicBezTo>
                      <a:cubicBezTo>
                        <a:pt x="339512" y="77216"/>
                        <a:pt x="347671" y="85375"/>
                        <a:pt x="350390" y="93534"/>
                      </a:cubicBezTo>
                      <a:cubicBezTo>
                        <a:pt x="350390" y="88095"/>
                        <a:pt x="353110" y="79936"/>
                        <a:pt x="353110" y="74496"/>
                      </a:cubicBezTo>
                      <a:cubicBezTo>
                        <a:pt x="355830" y="71776"/>
                        <a:pt x="355830" y="69057"/>
                        <a:pt x="358549" y="63618"/>
                      </a:cubicBezTo>
                      <a:cubicBezTo>
                        <a:pt x="361269" y="60898"/>
                        <a:pt x="363989" y="58178"/>
                        <a:pt x="366708" y="58178"/>
                      </a:cubicBezTo>
                      <a:cubicBezTo>
                        <a:pt x="369428" y="58178"/>
                        <a:pt x="372148" y="60898"/>
                        <a:pt x="374867" y="63618"/>
                      </a:cubicBezTo>
                      <a:cubicBezTo>
                        <a:pt x="377587" y="69057"/>
                        <a:pt x="380307" y="77216"/>
                        <a:pt x="383026" y="82655"/>
                      </a:cubicBezTo>
                      <a:cubicBezTo>
                        <a:pt x="383026" y="90814"/>
                        <a:pt x="385746" y="107132"/>
                        <a:pt x="385746" y="126170"/>
                      </a:cubicBezTo>
                      <a:cubicBezTo>
                        <a:pt x="385746" y="150647"/>
                        <a:pt x="385746" y="177843"/>
                        <a:pt x="388466" y="186002"/>
                      </a:cubicBezTo>
                      <a:cubicBezTo>
                        <a:pt x="391185" y="207759"/>
                        <a:pt x="391185" y="215918"/>
                        <a:pt x="391185" y="237676"/>
                      </a:cubicBezTo>
                      <a:cubicBezTo>
                        <a:pt x="391185" y="248554"/>
                        <a:pt x="391185" y="278470"/>
                        <a:pt x="374867" y="278470"/>
                      </a:cubicBezTo>
                      <a:cubicBezTo>
                        <a:pt x="366708" y="278470"/>
                        <a:pt x="363989" y="275751"/>
                        <a:pt x="358549" y="273031"/>
                      </a:cubicBezTo>
                      <a:cubicBezTo>
                        <a:pt x="353110" y="270311"/>
                        <a:pt x="350390" y="262152"/>
                        <a:pt x="350390" y="256713"/>
                      </a:cubicBezTo>
                      <a:cubicBezTo>
                        <a:pt x="350390" y="251274"/>
                        <a:pt x="347671" y="245834"/>
                        <a:pt x="347671" y="240395"/>
                      </a:cubicBezTo>
                      <a:cubicBezTo>
                        <a:pt x="347671" y="232236"/>
                        <a:pt x="347671" y="224077"/>
                        <a:pt x="347671" y="213199"/>
                      </a:cubicBezTo>
                      <a:cubicBezTo>
                        <a:pt x="347671" y="207759"/>
                        <a:pt x="347671" y="199600"/>
                        <a:pt x="344951" y="194161"/>
                      </a:cubicBezTo>
                      <a:cubicBezTo>
                        <a:pt x="342232" y="180563"/>
                        <a:pt x="342232" y="164245"/>
                        <a:pt x="339512" y="150647"/>
                      </a:cubicBezTo>
                      <a:cubicBezTo>
                        <a:pt x="336792" y="137048"/>
                        <a:pt x="331353" y="123450"/>
                        <a:pt x="323194" y="112571"/>
                      </a:cubicBezTo>
                      <a:cubicBezTo>
                        <a:pt x="317755" y="104412"/>
                        <a:pt x="304156" y="101693"/>
                        <a:pt x="293278" y="101693"/>
                      </a:cubicBezTo>
                      <a:cubicBezTo>
                        <a:pt x="279679" y="101693"/>
                        <a:pt x="271520" y="109852"/>
                        <a:pt x="263361" y="120730"/>
                      </a:cubicBezTo>
                      <a:cubicBezTo>
                        <a:pt x="257922" y="131609"/>
                        <a:pt x="247043" y="139768"/>
                        <a:pt x="241604" y="153366"/>
                      </a:cubicBezTo>
                      <a:cubicBezTo>
                        <a:pt x="236165" y="166964"/>
                        <a:pt x="233445" y="180563"/>
                        <a:pt x="233445" y="194161"/>
                      </a:cubicBezTo>
                      <a:cubicBezTo>
                        <a:pt x="233445" y="207759"/>
                        <a:pt x="230726" y="218638"/>
                        <a:pt x="225286" y="232236"/>
                      </a:cubicBezTo>
                      <a:cubicBezTo>
                        <a:pt x="219847" y="245834"/>
                        <a:pt x="219847" y="262152"/>
                        <a:pt x="217127" y="275751"/>
                      </a:cubicBezTo>
                      <a:cubicBezTo>
                        <a:pt x="214407" y="289349"/>
                        <a:pt x="214407" y="302947"/>
                        <a:pt x="211688" y="316545"/>
                      </a:cubicBezTo>
                      <a:cubicBezTo>
                        <a:pt x="211688" y="330144"/>
                        <a:pt x="206249" y="341022"/>
                        <a:pt x="206249" y="354621"/>
                      </a:cubicBezTo>
                      <a:cubicBezTo>
                        <a:pt x="203529" y="368219"/>
                        <a:pt x="203529" y="381817"/>
                        <a:pt x="200809" y="398135"/>
                      </a:cubicBezTo>
                      <a:cubicBezTo>
                        <a:pt x="198090" y="411733"/>
                        <a:pt x="198090" y="425332"/>
                        <a:pt x="195370" y="438930"/>
                      </a:cubicBezTo>
                      <a:cubicBezTo>
                        <a:pt x="195370" y="449809"/>
                        <a:pt x="192650" y="463407"/>
                        <a:pt x="192650" y="474286"/>
                      </a:cubicBezTo>
                      <a:cubicBezTo>
                        <a:pt x="192650" y="490603"/>
                        <a:pt x="195370" y="509641"/>
                        <a:pt x="195370" y="525959"/>
                      </a:cubicBezTo>
                      <a:cubicBezTo>
                        <a:pt x="195370" y="550436"/>
                        <a:pt x="203529" y="572193"/>
                        <a:pt x="208968" y="596670"/>
                      </a:cubicBezTo>
                      <a:cubicBezTo>
                        <a:pt x="211688" y="604829"/>
                        <a:pt x="211688" y="615708"/>
                        <a:pt x="214407" y="623867"/>
                      </a:cubicBezTo>
                      <a:cubicBezTo>
                        <a:pt x="217127" y="634745"/>
                        <a:pt x="222566" y="645624"/>
                        <a:pt x="228006" y="656502"/>
                      </a:cubicBezTo>
                      <a:cubicBezTo>
                        <a:pt x="236165" y="670101"/>
                        <a:pt x="252483" y="689138"/>
                        <a:pt x="271520" y="689138"/>
                      </a:cubicBezTo>
                      <a:cubicBezTo>
                        <a:pt x="287838" y="689138"/>
                        <a:pt x="298717" y="675540"/>
                        <a:pt x="306876" y="664661"/>
                      </a:cubicBezTo>
                      <a:cubicBezTo>
                        <a:pt x="320474" y="645624"/>
                        <a:pt x="325914" y="623867"/>
                        <a:pt x="331353" y="602109"/>
                      </a:cubicBezTo>
                      <a:cubicBezTo>
                        <a:pt x="334072" y="583072"/>
                        <a:pt x="336792" y="564034"/>
                        <a:pt x="336792" y="544997"/>
                      </a:cubicBezTo>
                      <a:cubicBezTo>
                        <a:pt x="336792" y="531398"/>
                        <a:pt x="336792" y="512361"/>
                        <a:pt x="336792" y="498762"/>
                      </a:cubicBezTo>
                      <a:cubicBezTo>
                        <a:pt x="336792" y="496043"/>
                        <a:pt x="336792" y="493323"/>
                        <a:pt x="336792" y="490603"/>
                      </a:cubicBezTo>
                      <a:cubicBezTo>
                        <a:pt x="336792" y="479725"/>
                        <a:pt x="336792" y="477005"/>
                        <a:pt x="320474" y="477005"/>
                      </a:cubicBezTo>
                      <a:cubicBezTo>
                        <a:pt x="309595" y="477005"/>
                        <a:pt x="295997" y="479725"/>
                        <a:pt x="282399" y="479725"/>
                      </a:cubicBezTo>
                      <a:cubicBezTo>
                        <a:pt x="271520" y="479725"/>
                        <a:pt x="260642" y="479725"/>
                        <a:pt x="252483" y="474286"/>
                      </a:cubicBezTo>
                      <a:cubicBezTo>
                        <a:pt x="249763" y="471566"/>
                        <a:pt x="247043" y="468846"/>
                        <a:pt x="247043" y="466126"/>
                      </a:cubicBezTo>
                      <a:cubicBezTo>
                        <a:pt x="247043" y="463407"/>
                        <a:pt x="247043" y="460687"/>
                        <a:pt x="249763" y="457968"/>
                      </a:cubicBezTo>
                      <a:cubicBezTo>
                        <a:pt x="255202" y="452528"/>
                        <a:pt x="260642" y="449809"/>
                        <a:pt x="268801" y="447089"/>
                      </a:cubicBezTo>
                      <a:cubicBezTo>
                        <a:pt x="282399" y="441650"/>
                        <a:pt x="295997" y="438930"/>
                        <a:pt x="312315" y="436210"/>
                      </a:cubicBezTo>
                      <a:cubicBezTo>
                        <a:pt x="325914" y="433491"/>
                        <a:pt x="339512" y="433491"/>
                        <a:pt x="353110" y="430771"/>
                      </a:cubicBezTo>
                      <a:cubicBezTo>
                        <a:pt x="363989" y="430771"/>
                        <a:pt x="374867" y="430771"/>
                        <a:pt x="385746" y="430771"/>
                      </a:cubicBezTo>
                      <a:cubicBezTo>
                        <a:pt x="402064" y="430771"/>
                        <a:pt x="426541" y="428051"/>
                        <a:pt x="437420" y="428051"/>
                      </a:cubicBezTo>
                      <a:cubicBezTo>
                        <a:pt x="451018" y="419892"/>
                        <a:pt x="464616" y="425332"/>
                        <a:pt x="464616" y="436210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94" name="Freeform: Shape 93">
                  <a:extLst>
                    <a:ext uri="{FF2B5EF4-FFF2-40B4-BE49-F238E27FC236}">
                      <a16:creationId xmlns:a16="http://schemas.microsoft.com/office/drawing/2014/main" id="{BD310714-9EB8-4199-9BD3-1CBF49909E61}"/>
                    </a:ext>
                  </a:extLst>
                </p:cNvPr>
                <p:cNvSpPr/>
                <p:nvPr/>
              </p:nvSpPr>
              <p:spPr>
                <a:xfrm>
                  <a:off x="5651630" y="4181279"/>
                  <a:ext cx="734308" cy="788700"/>
                </a:xfrm>
                <a:custGeom>
                  <a:avLst/>
                  <a:gdLst>
                    <a:gd name="connsiteX0" fmla="*/ 653783 w 734307"/>
                    <a:gd name="connsiteY0" fmla="*/ 678259 h 788699"/>
                    <a:gd name="connsiteX1" fmla="*/ 691859 w 734307"/>
                    <a:gd name="connsiteY1" fmla="*/ 694577 h 788699"/>
                    <a:gd name="connsiteX2" fmla="*/ 686419 w 734307"/>
                    <a:gd name="connsiteY2" fmla="*/ 710895 h 788699"/>
                    <a:gd name="connsiteX3" fmla="*/ 670101 w 734307"/>
                    <a:gd name="connsiteY3" fmla="*/ 719054 h 788699"/>
                    <a:gd name="connsiteX4" fmla="*/ 648344 w 734307"/>
                    <a:gd name="connsiteY4" fmla="*/ 721774 h 788699"/>
                    <a:gd name="connsiteX5" fmla="*/ 618428 w 734307"/>
                    <a:gd name="connsiteY5" fmla="*/ 721774 h 788699"/>
                    <a:gd name="connsiteX6" fmla="*/ 572194 w 734307"/>
                    <a:gd name="connsiteY6" fmla="*/ 735372 h 788699"/>
                    <a:gd name="connsiteX7" fmla="*/ 544997 w 734307"/>
                    <a:gd name="connsiteY7" fmla="*/ 729933 h 788699"/>
                    <a:gd name="connsiteX8" fmla="*/ 534119 w 734307"/>
                    <a:gd name="connsiteY8" fmla="*/ 721774 h 788699"/>
                    <a:gd name="connsiteX9" fmla="*/ 496043 w 734307"/>
                    <a:gd name="connsiteY9" fmla="*/ 721774 h 788699"/>
                    <a:gd name="connsiteX10" fmla="*/ 471566 w 734307"/>
                    <a:gd name="connsiteY10" fmla="*/ 721774 h 788699"/>
                    <a:gd name="connsiteX11" fmla="*/ 444370 w 734307"/>
                    <a:gd name="connsiteY11" fmla="*/ 716335 h 788699"/>
                    <a:gd name="connsiteX12" fmla="*/ 428052 w 734307"/>
                    <a:gd name="connsiteY12" fmla="*/ 700017 h 788699"/>
                    <a:gd name="connsiteX13" fmla="*/ 433491 w 734307"/>
                    <a:gd name="connsiteY13" fmla="*/ 691858 h 788699"/>
                    <a:gd name="connsiteX14" fmla="*/ 455248 w 734307"/>
                    <a:gd name="connsiteY14" fmla="*/ 683699 h 788699"/>
                    <a:gd name="connsiteX15" fmla="*/ 506922 w 734307"/>
                    <a:gd name="connsiteY15" fmla="*/ 678259 h 788699"/>
                    <a:gd name="connsiteX16" fmla="*/ 509641 w 734307"/>
                    <a:gd name="connsiteY16" fmla="*/ 678259 h 788699"/>
                    <a:gd name="connsiteX17" fmla="*/ 506922 w 734307"/>
                    <a:gd name="connsiteY17" fmla="*/ 664661 h 788699"/>
                    <a:gd name="connsiteX18" fmla="*/ 498763 w 734307"/>
                    <a:gd name="connsiteY18" fmla="*/ 580352 h 788699"/>
                    <a:gd name="connsiteX19" fmla="*/ 496043 w 734307"/>
                    <a:gd name="connsiteY19" fmla="*/ 479725 h 788699"/>
                    <a:gd name="connsiteX20" fmla="*/ 493324 w 734307"/>
                    <a:gd name="connsiteY20" fmla="*/ 389976 h 788699"/>
                    <a:gd name="connsiteX21" fmla="*/ 490604 w 734307"/>
                    <a:gd name="connsiteY21" fmla="*/ 302947 h 788699"/>
                    <a:gd name="connsiteX22" fmla="*/ 487884 w 734307"/>
                    <a:gd name="connsiteY22" fmla="*/ 229516 h 788699"/>
                    <a:gd name="connsiteX23" fmla="*/ 485165 w 734307"/>
                    <a:gd name="connsiteY23" fmla="*/ 221357 h 788699"/>
                    <a:gd name="connsiteX24" fmla="*/ 482445 w 734307"/>
                    <a:gd name="connsiteY24" fmla="*/ 226797 h 788699"/>
                    <a:gd name="connsiteX25" fmla="*/ 477006 w 734307"/>
                    <a:gd name="connsiteY25" fmla="*/ 262152 h 788699"/>
                    <a:gd name="connsiteX26" fmla="*/ 460688 w 734307"/>
                    <a:gd name="connsiteY26" fmla="*/ 341022 h 788699"/>
                    <a:gd name="connsiteX27" fmla="*/ 444370 w 734307"/>
                    <a:gd name="connsiteY27" fmla="*/ 417173 h 788699"/>
                    <a:gd name="connsiteX28" fmla="*/ 436211 w 734307"/>
                    <a:gd name="connsiteY28" fmla="*/ 455248 h 788699"/>
                    <a:gd name="connsiteX29" fmla="*/ 425332 w 734307"/>
                    <a:gd name="connsiteY29" fmla="*/ 493323 h 788699"/>
                    <a:gd name="connsiteX30" fmla="*/ 411734 w 734307"/>
                    <a:gd name="connsiteY30" fmla="*/ 531398 h 788699"/>
                    <a:gd name="connsiteX31" fmla="*/ 376378 w 734307"/>
                    <a:gd name="connsiteY31" fmla="*/ 547716 h 788699"/>
                    <a:gd name="connsiteX32" fmla="*/ 319265 w 734307"/>
                    <a:gd name="connsiteY32" fmla="*/ 525959 h 788699"/>
                    <a:gd name="connsiteX33" fmla="*/ 289349 w 734307"/>
                    <a:gd name="connsiteY33" fmla="*/ 455248 h 788699"/>
                    <a:gd name="connsiteX34" fmla="*/ 273031 w 734307"/>
                    <a:gd name="connsiteY34" fmla="*/ 373658 h 788699"/>
                    <a:gd name="connsiteX35" fmla="*/ 262153 w 734307"/>
                    <a:gd name="connsiteY35" fmla="*/ 316545 h 788699"/>
                    <a:gd name="connsiteX36" fmla="*/ 245835 w 734307"/>
                    <a:gd name="connsiteY36" fmla="*/ 237675 h 788699"/>
                    <a:gd name="connsiteX37" fmla="*/ 234956 w 734307"/>
                    <a:gd name="connsiteY37" fmla="*/ 196881 h 788699"/>
                    <a:gd name="connsiteX38" fmla="*/ 232236 w 734307"/>
                    <a:gd name="connsiteY38" fmla="*/ 191441 h 788699"/>
                    <a:gd name="connsiteX39" fmla="*/ 226797 w 734307"/>
                    <a:gd name="connsiteY39" fmla="*/ 207759 h 788699"/>
                    <a:gd name="connsiteX40" fmla="*/ 226797 w 734307"/>
                    <a:gd name="connsiteY40" fmla="*/ 232236 h 788699"/>
                    <a:gd name="connsiteX41" fmla="*/ 224077 w 734307"/>
                    <a:gd name="connsiteY41" fmla="*/ 267592 h 788699"/>
                    <a:gd name="connsiteX42" fmla="*/ 221358 w 734307"/>
                    <a:gd name="connsiteY42" fmla="*/ 311106 h 788699"/>
                    <a:gd name="connsiteX43" fmla="*/ 218638 w 734307"/>
                    <a:gd name="connsiteY43" fmla="*/ 360060 h 788699"/>
                    <a:gd name="connsiteX44" fmla="*/ 215919 w 734307"/>
                    <a:gd name="connsiteY44" fmla="*/ 398135 h 788699"/>
                    <a:gd name="connsiteX45" fmla="*/ 213199 w 734307"/>
                    <a:gd name="connsiteY45" fmla="*/ 430771 h 788699"/>
                    <a:gd name="connsiteX46" fmla="*/ 213199 w 734307"/>
                    <a:gd name="connsiteY46" fmla="*/ 455248 h 788699"/>
                    <a:gd name="connsiteX47" fmla="*/ 213199 w 734307"/>
                    <a:gd name="connsiteY47" fmla="*/ 477005 h 788699"/>
                    <a:gd name="connsiteX48" fmla="*/ 207759 w 734307"/>
                    <a:gd name="connsiteY48" fmla="*/ 520520 h 788699"/>
                    <a:gd name="connsiteX49" fmla="*/ 196881 w 734307"/>
                    <a:gd name="connsiteY49" fmla="*/ 610268 h 788699"/>
                    <a:gd name="connsiteX50" fmla="*/ 194161 w 734307"/>
                    <a:gd name="connsiteY50" fmla="*/ 653783 h 788699"/>
                    <a:gd name="connsiteX51" fmla="*/ 191441 w 734307"/>
                    <a:gd name="connsiteY51" fmla="*/ 667381 h 788699"/>
                    <a:gd name="connsiteX52" fmla="*/ 243115 w 734307"/>
                    <a:gd name="connsiteY52" fmla="*/ 667381 h 788699"/>
                    <a:gd name="connsiteX53" fmla="*/ 273031 w 734307"/>
                    <a:gd name="connsiteY53" fmla="*/ 683699 h 788699"/>
                    <a:gd name="connsiteX54" fmla="*/ 262153 w 734307"/>
                    <a:gd name="connsiteY54" fmla="*/ 697297 h 788699"/>
                    <a:gd name="connsiteX55" fmla="*/ 248554 w 734307"/>
                    <a:gd name="connsiteY55" fmla="*/ 705456 h 788699"/>
                    <a:gd name="connsiteX56" fmla="*/ 232236 w 734307"/>
                    <a:gd name="connsiteY56" fmla="*/ 708176 h 788699"/>
                    <a:gd name="connsiteX57" fmla="*/ 166965 w 734307"/>
                    <a:gd name="connsiteY57" fmla="*/ 708176 h 788699"/>
                    <a:gd name="connsiteX58" fmla="*/ 109852 w 734307"/>
                    <a:gd name="connsiteY58" fmla="*/ 708176 h 788699"/>
                    <a:gd name="connsiteX59" fmla="*/ 90814 w 734307"/>
                    <a:gd name="connsiteY59" fmla="*/ 708176 h 788699"/>
                    <a:gd name="connsiteX60" fmla="*/ 69057 w 734307"/>
                    <a:gd name="connsiteY60" fmla="*/ 702736 h 788699"/>
                    <a:gd name="connsiteX61" fmla="*/ 58178 w 734307"/>
                    <a:gd name="connsiteY61" fmla="*/ 686418 h 788699"/>
                    <a:gd name="connsiteX62" fmla="*/ 60898 w 734307"/>
                    <a:gd name="connsiteY62" fmla="*/ 678259 h 788699"/>
                    <a:gd name="connsiteX63" fmla="*/ 77216 w 734307"/>
                    <a:gd name="connsiteY63" fmla="*/ 670101 h 788699"/>
                    <a:gd name="connsiteX64" fmla="*/ 126170 w 734307"/>
                    <a:gd name="connsiteY64" fmla="*/ 664661 h 788699"/>
                    <a:gd name="connsiteX65" fmla="*/ 142487 w 734307"/>
                    <a:gd name="connsiteY65" fmla="*/ 664661 h 788699"/>
                    <a:gd name="connsiteX66" fmla="*/ 147927 w 734307"/>
                    <a:gd name="connsiteY66" fmla="*/ 588511 h 788699"/>
                    <a:gd name="connsiteX67" fmla="*/ 153366 w 734307"/>
                    <a:gd name="connsiteY67" fmla="*/ 493323 h 788699"/>
                    <a:gd name="connsiteX68" fmla="*/ 156086 w 734307"/>
                    <a:gd name="connsiteY68" fmla="*/ 411733 h 788699"/>
                    <a:gd name="connsiteX69" fmla="*/ 161525 w 734307"/>
                    <a:gd name="connsiteY69" fmla="*/ 297508 h 788699"/>
                    <a:gd name="connsiteX70" fmla="*/ 166965 w 734307"/>
                    <a:gd name="connsiteY70" fmla="*/ 240395 h 788699"/>
                    <a:gd name="connsiteX71" fmla="*/ 177843 w 734307"/>
                    <a:gd name="connsiteY71" fmla="*/ 161525 h 788699"/>
                    <a:gd name="connsiteX72" fmla="*/ 183282 w 734307"/>
                    <a:gd name="connsiteY72" fmla="*/ 118011 h 788699"/>
                    <a:gd name="connsiteX73" fmla="*/ 183282 w 734307"/>
                    <a:gd name="connsiteY73" fmla="*/ 115291 h 788699"/>
                    <a:gd name="connsiteX74" fmla="*/ 161525 w 734307"/>
                    <a:gd name="connsiteY74" fmla="*/ 115291 h 788699"/>
                    <a:gd name="connsiteX75" fmla="*/ 137048 w 734307"/>
                    <a:gd name="connsiteY75" fmla="*/ 115291 h 788699"/>
                    <a:gd name="connsiteX76" fmla="*/ 109852 w 734307"/>
                    <a:gd name="connsiteY76" fmla="*/ 109851 h 788699"/>
                    <a:gd name="connsiteX77" fmla="*/ 93534 w 734307"/>
                    <a:gd name="connsiteY77" fmla="*/ 93534 h 788699"/>
                    <a:gd name="connsiteX78" fmla="*/ 98973 w 734307"/>
                    <a:gd name="connsiteY78" fmla="*/ 85375 h 788699"/>
                    <a:gd name="connsiteX79" fmla="*/ 120730 w 734307"/>
                    <a:gd name="connsiteY79" fmla="*/ 77216 h 788699"/>
                    <a:gd name="connsiteX80" fmla="*/ 172404 w 734307"/>
                    <a:gd name="connsiteY80" fmla="*/ 71776 h 788699"/>
                    <a:gd name="connsiteX81" fmla="*/ 234956 w 734307"/>
                    <a:gd name="connsiteY81" fmla="*/ 69057 h 788699"/>
                    <a:gd name="connsiteX82" fmla="*/ 243115 w 734307"/>
                    <a:gd name="connsiteY82" fmla="*/ 69057 h 788699"/>
                    <a:gd name="connsiteX83" fmla="*/ 270312 w 734307"/>
                    <a:gd name="connsiteY83" fmla="*/ 74496 h 788699"/>
                    <a:gd name="connsiteX84" fmla="*/ 308387 w 734307"/>
                    <a:gd name="connsiteY84" fmla="*/ 123450 h 788699"/>
                    <a:gd name="connsiteX85" fmla="*/ 332864 w 734307"/>
                    <a:gd name="connsiteY85" fmla="*/ 202320 h 788699"/>
                    <a:gd name="connsiteX86" fmla="*/ 338303 w 734307"/>
                    <a:gd name="connsiteY86" fmla="*/ 237675 h 788699"/>
                    <a:gd name="connsiteX87" fmla="*/ 349182 w 734307"/>
                    <a:gd name="connsiteY87" fmla="*/ 281190 h 788699"/>
                    <a:gd name="connsiteX88" fmla="*/ 357341 w 734307"/>
                    <a:gd name="connsiteY88" fmla="*/ 316545 h 788699"/>
                    <a:gd name="connsiteX89" fmla="*/ 365500 w 734307"/>
                    <a:gd name="connsiteY89" fmla="*/ 351901 h 788699"/>
                    <a:gd name="connsiteX90" fmla="*/ 376378 w 734307"/>
                    <a:gd name="connsiteY90" fmla="*/ 389976 h 788699"/>
                    <a:gd name="connsiteX91" fmla="*/ 387257 w 734307"/>
                    <a:gd name="connsiteY91" fmla="*/ 414453 h 788699"/>
                    <a:gd name="connsiteX92" fmla="*/ 398136 w 734307"/>
                    <a:gd name="connsiteY92" fmla="*/ 376378 h 788699"/>
                    <a:gd name="connsiteX93" fmla="*/ 406295 w 734307"/>
                    <a:gd name="connsiteY93" fmla="*/ 332863 h 788699"/>
                    <a:gd name="connsiteX94" fmla="*/ 425332 w 734307"/>
                    <a:gd name="connsiteY94" fmla="*/ 243115 h 788699"/>
                    <a:gd name="connsiteX95" fmla="*/ 444370 w 734307"/>
                    <a:gd name="connsiteY95" fmla="*/ 150646 h 788699"/>
                    <a:gd name="connsiteX96" fmla="*/ 477006 w 734307"/>
                    <a:gd name="connsiteY96" fmla="*/ 79935 h 788699"/>
                    <a:gd name="connsiteX97" fmla="*/ 523240 w 734307"/>
                    <a:gd name="connsiteY97" fmla="*/ 58178 h 788699"/>
                    <a:gd name="connsiteX98" fmla="*/ 544997 w 734307"/>
                    <a:gd name="connsiteY98" fmla="*/ 63617 h 788699"/>
                    <a:gd name="connsiteX99" fmla="*/ 612988 w 734307"/>
                    <a:gd name="connsiteY99" fmla="*/ 63617 h 788699"/>
                    <a:gd name="connsiteX100" fmla="*/ 651064 w 734307"/>
                    <a:gd name="connsiteY100" fmla="*/ 79935 h 788699"/>
                    <a:gd name="connsiteX101" fmla="*/ 645624 w 734307"/>
                    <a:gd name="connsiteY101" fmla="*/ 96253 h 788699"/>
                    <a:gd name="connsiteX102" fmla="*/ 629307 w 734307"/>
                    <a:gd name="connsiteY102" fmla="*/ 104412 h 788699"/>
                    <a:gd name="connsiteX103" fmla="*/ 607549 w 734307"/>
                    <a:gd name="connsiteY103" fmla="*/ 107132 h 788699"/>
                    <a:gd name="connsiteX104" fmla="*/ 580353 w 734307"/>
                    <a:gd name="connsiteY104" fmla="*/ 107132 h 788699"/>
                    <a:gd name="connsiteX105" fmla="*/ 583072 w 734307"/>
                    <a:gd name="connsiteY105" fmla="*/ 115291 h 788699"/>
                    <a:gd name="connsiteX106" fmla="*/ 588512 w 734307"/>
                    <a:gd name="connsiteY106" fmla="*/ 156086 h 788699"/>
                    <a:gd name="connsiteX107" fmla="*/ 593951 w 734307"/>
                    <a:gd name="connsiteY107" fmla="*/ 196881 h 788699"/>
                    <a:gd name="connsiteX108" fmla="*/ 599390 w 734307"/>
                    <a:gd name="connsiteY108" fmla="*/ 226797 h 788699"/>
                    <a:gd name="connsiteX109" fmla="*/ 599390 w 734307"/>
                    <a:gd name="connsiteY109" fmla="*/ 232236 h 788699"/>
                    <a:gd name="connsiteX110" fmla="*/ 599390 w 734307"/>
                    <a:gd name="connsiteY110" fmla="*/ 240395 h 788699"/>
                    <a:gd name="connsiteX111" fmla="*/ 602110 w 734307"/>
                    <a:gd name="connsiteY111" fmla="*/ 270311 h 788699"/>
                    <a:gd name="connsiteX112" fmla="*/ 607549 w 734307"/>
                    <a:gd name="connsiteY112" fmla="*/ 308386 h 788699"/>
                    <a:gd name="connsiteX113" fmla="*/ 607549 w 734307"/>
                    <a:gd name="connsiteY113" fmla="*/ 319265 h 788699"/>
                    <a:gd name="connsiteX114" fmla="*/ 612988 w 734307"/>
                    <a:gd name="connsiteY114" fmla="*/ 335583 h 788699"/>
                    <a:gd name="connsiteX115" fmla="*/ 612988 w 734307"/>
                    <a:gd name="connsiteY115" fmla="*/ 346462 h 788699"/>
                    <a:gd name="connsiteX116" fmla="*/ 612988 w 734307"/>
                    <a:gd name="connsiteY116" fmla="*/ 370939 h 788699"/>
                    <a:gd name="connsiteX117" fmla="*/ 612988 w 734307"/>
                    <a:gd name="connsiteY117" fmla="*/ 395415 h 788699"/>
                    <a:gd name="connsiteX118" fmla="*/ 615708 w 734307"/>
                    <a:gd name="connsiteY118" fmla="*/ 422612 h 788699"/>
                    <a:gd name="connsiteX119" fmla="*/ 618428 w 734307"/>
                    <a:gd name="connsiteY119" fmla="*/ 441650 h 788699"/>
                    <a:gd name="connsiteX120" fmla="*/ 618428 w 734307"/>
                    <a:gd name="connsiteY120" fmla="*/ 455248 h 788699"/>
                    <a:gd name="connsiteX121" fmla="*/ 621147 w 734307"/>
                    <a:gd name="connsiteY121" fmla="*/ 463407 h 788699"/>
                    <a:gd name="connsiteX122" fmla="*/ 626587 w 734307"/>
                    <a:gd name="connsiteY122" fmla="*/ 482444 h 788699"/>
                    <a:gd name="connsiteX123" fmla="*/ 629307 w 734307"/>
                    <a:gd name="connsiteY123" fmla="*/ 517800 h 788699"/>
                    <a:gd name="connsiteX124" fmla="*/ 634746 w 734307"/>
                    <a:gd name="connsiteY124" fmla="*/ 561314 h 788699"/>
                    <a:gd name="connsiteX125" fmla="*/ 634746 w 734307"/>
                    <a:gd name="connsiteY125" fmla="*/ 566754 h 788699"/>
                    <a:gd name="connsiteX126" fmla="*/ 634746 w 734307"/>
                    <a:gd name="connsiteY126" fmla="*/ 583072 h 788699"/>
                    <a:gd name="connsiteX127" fmla="*/ 637466 w 734307"/>
                    <a:gd name="connsiteY127" fmla="*/ 607548 h 788699"/>
                    <a:gd name="connsiteX128" fmla="*/ 640185 w 734307"/>
                    <a:gd name="connsiteY128" fmla="*/ 618427 h 788699"/>
                    <a:gd name="connsiteX129" fmla="*/ 640185 w 734307"/>
                    <a:gd name="connsiteY129" fmla="*/ 632025 h 788699"/>
                    <a:gd name="connsiteX130" fmla="*/ 640185 w 734307"/>
                    <a:gd name="connsiteY130" fmla="*/ 640184 h 788699"/>
                    <a:gd name="connsiteX131" fmla="*/ 642905 w 734307"/>
                    <a:gd name="connsiteY131" fmla="*/ 659222 h 788699"/>
                    <a:gd name="connsiteX132" fmla="*/ 642905 w 734307"/>
                    <a:gd name="connsiteY132" fmla="*/ 664661 h 788699"/>
                    <a:gd name="connsiteX133" fmla="*/ 653783 w 734307"/>
                    <a:gd name="connsiteY133" fmla="*/ 678259 h 788699"/>
                    <a:gd name="connsiteX134" fmla="*/ 653783 w 734307"/>
                    <a:gd name="connsiteY134" fmla="*/ 678259 h 788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</a:cxnLst>
                  <a:rect l="l" t="t" r="r" b="b"/>
                  <a:pathLst>
                    <a:path w="734307" h="788699">
                      <a:moveTo>
                        <a:pt x="653783" y="678259"/>
                      </a:moveTo>
                      <a:cubicBezTo>
                        <a:pt x="667382" y="678259"/>
                        <a:pt x="691859" y="678259"/>
                        <a:pt x="691859" y="694577"/>
                      </a:cubicBezTo>
                      <a:cubicBezTo>
                        <a:pt x="691859" y="702736"/>
                        <a:pt x="689139" y="705456"/>
                        <a:pt x="686419" y="710895"/>
                      </a:cubicBezTo>
                      <a:cubicBezTo>
                        <a:pt x="683700" y="716335"/>
                        <a:pt x="675541" y="719054"/>
                        <a:pt x="670101" y="719054"/>
                      </a:cubicBezTo>
                      <a:cubicBezTo>
                        <a:pt x="661942" y="721774"/>
                        <a:pt x="653783" y="721774"/>
                        <a:pt x="648344" y="721774"/>
                      </a:cubicBezTo>
                      <a:cubicBezTo>
                        <a:pt x="645624" y="721774"/>
                        <a:pt x="634746" y="721774"/>
                        <a:pt x="618428" y="721774"/>
                      </a:cubicBezTo>
                      <a:cubicBezTo>
                        <a:pt x="604829" y="729933"/>
                        <a:pt x="588512" y="735372"/>
                        <a:pt x="572194" y="735372"/>
                      </a:cubicBezTo>
                      <a:cubicBezTo>
                        <a:pt x="564035" y="735372"/>
                        <a:pt x="553156" y="732653"/>
                        <a:pt x="544997" y="729933"/>
                      </a:cubicBezTo>
                      <a:cubicBezTo>
                        <a:pt x="539558" y="727213"/>
                        <a:pt x="536838" y="724494"/>
                        <a:pt x="534119" y="721774"/>
                      </a:cubicBezTo>
                      <a:cubicBezTo>
                        <a:pt x="520520" y="721774"/>
                        <a:pt x="509641" y="721774"/>
                        <a:pt x="496043" y="721774"/>
                      </a:cubicBezTo>
                      <a:cubicBezTo>
                        <a:pt x="487884" y="721774"/>
                        <a:pt x="479725" y="721774"/>
                        <a:pt x="471566" y="721774"/>
                      </a:cubicBezTo>
                      <a:cubicBezTo>
                        <a:pt x="463407" y="721774"/>
                        <a:pt x="452529" y="721774"/>
                        <a:pt x="444370" y="716335"/>
                      </a:cubicBezTo>
                      <a:cubicBezTo>
                        <a:pt x="436211" y="713615"/>
                        <a:pt x="428052" y="705456"/>
                        <a:pt x="428052" y="700017"/>
                      </a:cubicBezTo>
                      <a:cubicBezTo>
                        <a:pt x="428052" y="697297"/>
                        <a:pt x="428052" y="694577"/>
                        <a:pt x="433491" y="691858"/>
                      </a:cubicBezTo>
                      <a:cubicBezTo>
                        <a:pt x="438930" y="689138"/>
                        <a:pt x="449809" y="686418"/>
                        <a:pt x="455248" y="683699"/>
                      </a:cubicBezTo>
                      <a:cubicBezTo>
                        <a:pt x="474286" y="680979"/>
                        <a:pt x="498763" y="678259"/>
                        <a:pt x="506922" y="678259"/>
                      </a:cubicBezTo>
                      <a:cubicBezTo>
                        <a:pt x="506922" y="678259"/>
                        <a:pt x="509641" y="678259"/>
                        <a:pt x="509641" y="678259"/>
                      </a:cubicBezTo>
                      <a:cubicBezTo>
                        <a:pt x="509641" y="672820"/>
                        <a:pt x="506922" y="670101"/>
                        <a:pt x="506922" y="664661"/>
                      </a:cubicBezTo>
                      <a:cubicBezTo>
                        <a:pt x="501483" y="640184"/>
                        <a:pt x="501483" y="612988"/>
                        <a:pt x="498763" y="580352"/>
                      </a:cubicBezTo>
                      <a:cubicBezTo>
                        <a:pt x="496043" y="547716"/>
                        <a:pt x="498763" y="512361"/>
                        <a:pt x="496043" y="479725"/>
                      </a:cubicBezTo>
                      <a:cubicBezTo>
                        <a:pt x="493324" y="449808"/>
                        <a:pt x="493324" y="419892"/>
                        <a:pt x="493324" y="389976"/>
                      </a:cubicBezTo>
                      <a:cubicBezTo>
                        <a:pt x="493324" y="360060"/>
                        <a:pt x="490604" y="332863"/>
                        <a:pt x="490604" y="302947"/>
                      </a:cubicBezTo>
                      <a:cubicBezTo>
                        <a:pt x="487884" y="275751"/>
                        <a:pt x="487884" y="240395"/>
                        <a:pt x="487884" y="229516"/>
                      </a:cubicBezTo>
                      <a:cubicBezTo>
                        <a:pt x="487884" y="224077"/>
                        <a:pt x="487884" y="221357"/>
                        <a:pt x="485165" y="221357"/>
                      </a:cubicBezTo>
                      <a:cubicBezTo>
                        <a:pt x="485165" y="221357"/>
                        <a:pt x="482445" y="224077"/>
                        <a:pt x="482445" y="226797"/>
                      </a:cubicBezTo>
                      <a:cubicBezTo>
                        <a:pt x="479725" y="237675"/>
                        <a:pt x="479725" y="251274"/>
                        <a:pt x="477006" y="262152"/>
                      </a:cubicBezTo>
                      <a:cubicBezTo>
                        <a:pt x="471566" y="289349"/>
                        <a:pt x="466127" y="316545"/>
                        <a:pt x="460688" y="341022"/>
                      </a:cubicBezTo>
                      <a:cubicBezTo>
                        <a:pt x="455248" y="365499"/>
                        <a:pt x="447090" y="392696"/>
                        <a:pt x="444370" y="417173"/>
                      </a:cubicBezTo>
                      <a:cubicBezTo>
                        <a:pt x="441650" y="430771"/>
                        <a:pt x="438930" y="441650"/>
                        <a:pt x="436211" y="455248"/>
                      </a:cubicBezTo>
                      <a:cubicBezTo>
                        <a:pt x="433491" y="468846"/>
                        <a:pt x="428052" y="479725"/>
                        <a:pt x="425332" y="493323"/>
                      </a:cubicBezTo>
                      <a:cubicBezTo>
                        <a:pt x="422612" y="506921"/>
                        <a:pt x="419893" y="520520"/>
                        <a:pt x="411734" y="531398"/>
                      </a:cubicBezTo>
                      <a:cubicBezTo>
                        <a:pt x="406295" y="539557"/>
                        <a:pt x="395416" y="547716"/>
                        <a:pt x="376378" y="547716"/>
                      </a:cubicBezTo>
                      <a:cubicBezTo>
                        <a:pt x="357341" y="547716"/>
                        <a:pt x="335583" y="539557"/>
                        <a:pt x="319265" y="525959"/>
                      </a:cubicBezTo>
                      <a:cubicBezTo>
                        <a:pt x="300228" y="506921"/>
                        <a:pt x="294788" y="479725"/>
                        <a:pt x="289349" y="455248"/>
                      </a:cubicBezTo>
                      <a:cubicBezTo>
                        <a:pt x="283910" y="428051"/>
                        <a:pt x="278470" y="400855"/>
                        <a:pt x="273031" y="373658"/>
                      </a:cubicBezTo>
                      <a:cubicBezTo>
                        <a:pt x="273031" y="368219"/>
                        <a:pt x="267592" y="346462"/>
                        <a:pt x="262153" y="316545"/>
                      </a:cubicBezTo>
                      <a:cubicBezTo>
                        <a:pt x="256713" y="292068"/>
                        <a:pt x="251274" y="262152"/>
                        <a:pt x="245835" y="237675"/>
                      </a:cubicBezTo>
                      <a:cubicBezTo>
                        <a:pt x="240395" y="218638"/>
                        <a:pt x="237675" y="205039"/>
                        <a:pt x="234956" y="196881"/>
                      </a:cubicBezTo>
                      <a:cubicBezTo>
                        <a:pt x="232236" y="191441"/>
                        <a:pt x="232236" y="191441"/>
                        <a:pt x="232236" y="191441"/>
                      </a:cubicBezTo>
                      <a:cubicBezTo>
                        <a:pt x="229517" y="191441"/>
                        <a:pt x="229517" y="196881"/>
                        <a:pt x="226797" y="207759"/>
                      </a:cubicBezTo>
                      <a:cubicBezTo>
                        <a:pt x="226797" y="215918"/>
                        <a:pt x="226797" y="229516"/>
                        <a:pt x="226797" y="232236"/>
                      </a:cubicBezTo>
                      <a:cubicBezTo>
                        <a:pt x="226797" y="243115"/>
                        <a:pt x="224077" y="256713"/>
                        <a:pt x="224077" y="267592"/>
                      </a:cubicBezTo>
                      <a:cubicBezTo>
                        <a:pt x="224077" y="278470"/>
                        <a:pt x="224077" y="294788"/>
                        <a:pt x="221358" y="311106"/>
                      </a:cubicBezTo>
                      <a:cubicBezTo>
                        <a:pt x="221358" y="327424"/>
                        <a:pt x="218638" y="343742"/>
                        <a:pt x="218638" y="360060"/>
                      </a:cubicBezTo>
                      <a:cubicBezTo>
                        <a:pt x="218638" y="373658"/>
                        <a:pt x="215919" y="384537"/>
                        <a:pt x="215919" y="398135"/>
                      </a:cubicBezTo>
                      <a:cubicBezTo>
                        <a:pt x="215919" y="409014"/>
                        <a:pt x="213199" y="419892"/>
                        <a:pt x="213199" y="430771"/>
                      </a:cubicBezTo>
                      <a:cubicBezTo>
                        <a:pt x="213199" y="438930"/>
                        <a:pt x="213199" y="447089"/>
                        <a:pt x="213199" y="455248"/>
                      </a:cubicBezTo>
                      <a:cubicBezTo>
                        <a:pt x="213199" y="463407"/>
                        <a:pt x="213199" y="471566"/>
                        <a:pt x="213199" y="477005"/>
                      </a:cubicBezTo>
                      <a:cubicBezTo>
                        <a:pt x="210479" y="490603"/>
                        <a:pt x="207759" y="506921"/>
                        <a:pt x="207759" y="520520"/>
                      </a:cubicBezTo>
                      <a:cubicBezTo>
                        <a:pt x="202320" y="550436"/>
                        <a:pt x="199600" y="580352"/>
                        <a:pt x="196881" y="610268"/>
                      </a:cubicBezTo>
                      <a:cubicBezTo>
                        <a:pt x="196881" y="623866"/>
                        <a:pt x="196881" y="640184"/>
                        <a:pt x="194161" y="653783"/>
                      </a:cubicBezTo>
                      <a:cubicBezTo>
                        <a:pt x="194161" y="659222"/>
                        <a:pt x="194161" y="661942"/>
                        <a:pt x="191441" y="667381"/>
                      </a:cubicBezTo>
                      <a:cubicBezTo>
                        <a:pt x="213199" y="667381"/>
                        <a:pt x="232236" y="667381"/>
                        <a:pt x="243115" y="667381"/>
                      </a:cubicBezTo>
                      <a:cubicBezTo>
                        <a:pt x="253994" y="667381"/>
                        <a:pt x="273031" y="670101"/>
                        <a:pt x="273031" y="683699"/>
                      </a:cubicBezTo>
                      <a:cubicBezTo>
                        <a:pt x="273031" y="691858"/>
                        <a:pt x="267592" y="691858"/>
                        <a:pt x="262153" y="697297"/>
                      </a:cubicBezTo>
                      <a:cubicBezTo>
                        <a:pt x="259433" y="702736"/>
                        <a:pt x="253994" y="705456"/>
                        <a:pt x="248554" y="705456"/>
                      </a:cubicBezTo>
                      <a:cubicBezTo>
                        <a:pt x="240395" y="708176"/>
                        <a:pt x="234956" y="708176"/>
                        <a:pt x="232236" y="708176"/>
                      </a:cubicBezTo>
                      <a:cubicBezTo>
                        <a:pt x="226797" y="708176"/>
                        <a:pt x="175124" y="708176"/>
                        <a:pt x="166965" y="708176"/>
                      </a:cubicBezTo>
                      <a:cubicBezTo>
                        <a:pt x="156086" y="708176"/>
                        <a:pt x="120730" y="708176"/>
                        <a:pt x="109852" y="708176"/>
                      </a:cubicBezTo>
                      <a:cubicBezTo>
                        <a:pt x="104412" y="708176"/>
                        <a:pt x="96253" y="708176"/>
                        <a:pt x="90814" y="708176"/>
                      </a:cubicBezTo>
                      <a:cubicBezTo>
                        <a:pt x="85375" y="708176"/>
                        <a:pt x="77216" y="705456"/>
                        <a:pt x="69057" y="702736"/>
                      </a:cubicBezTo>
                      <a:cubicBezTo>
                        <a:pt x="63617" y="700017"/>
                        <a:pt x="58178" y="691858"/>
                        <a:pt x="58178" y="686418"/>
                      </a:cubicBezTo>
                      <a:cubicBezTo>
                        <a:pt x="58178" y="683699"/>
                        <a:pt x="58178" y="680979"/>
                        <a:pt x="60898" y="678259"/>
                      </a:cubicBezTo>
                      <a:cubicBezTo>
                        <a:pt x="63617" y="675540"/>
                        <a:pt x="71777" y="672820"/>
                        <a:pt x="77216" y="670101"/>
                      </a:cubicBezTo>
                      <a:cubicBezTo>
                        <a:pt x="90814" y="667381"/>
                        <a:pt x="120730" y="664661"/>
                        <a:pt x="126170" y="664661"/>
                      </a:cubicBezTo>
                      <a:cubicBezTo>
                        <a:pt x="128889" y="664661"/>
                        <a:pt x="134329" y="664661"/>
                        <a:pt x="142487" y="664661"/>
                      </a:cubicBezTo>
                      <a:cubicBezTo>
                        <a:pt x="142487" y="640184"/>
                        <a:pt x="147927" y="612988"/>
                        <a:pt x="147927" y="588511"/>
                      </a:cubicBezTo>
                      <a:cubicBezTo>
                        <a:pt x="150646" y="555875"/>
                        <a:pt x="153366" y="523239"/>
                        <a:pt x="153366" y="493323"/>
                      </a:cubicBezTo>
                      <a:cubicBezTo>
                        <a:pt x="153366" y="466126"/>
                        <a:pt x="156086" y="438930"/>
                        <a:pt x="156086" y="411733"/>
                      </a:cubicBezTo>
                      <a:cubicBezTo>
                        <a:pt x="158806" y="373658"/>
                        <a:pt x="158806" y="335583"/>
                        <a:pt x="161525" y="297508"/>
                      </a:cubicBezTo>
                      <a:cubicBezTo>
                        <a:pt x="161525" y="278470"/>
                        <a:pt x="164245" y="259433"/>
                        <a:pt x="166965" y="240395"/>
                      </a:cubicBezTo>
                      <a:cubicBezTo>
                        <a:pt x="169684" y="210479"/>
                        <a:pt x="172404" y="191441"/>
                        <a:pt x="177843" y="161525"/>
                      </a:cubicBezTo>
                      <a:cubicBezTo>
                        <a:pt x="180563" y="147927"/>
                        <a:pt x="180563" y="131609"/>
                        <a:pt x="183282" y="118011"/>
                      </a:cubicBezTo>
                      <a:cubicBezTo>
                        <a:pt x="183282" y="118011"/>
                        <a:pt x="183282" y="115291"/>
                        <a:pt x="183282" y="115291"/>
                      </a:cubicBezTo>
                      <a:cubicBezTo>
                        <a:pt x="177843" y="115291"/>
                        <a:pt x="172404" y="115291"/>
                        <a:pt x="161525" y="115291"/>
                      </a:cubicBezTo>
                      <a:cubicBezTo>
                        <a:pt x="153366" y="115291"/>
                        <a:pt x="145207" y="115291"/>
                        <a:pt x="137048" y="115291"/>
                      </a:cubicBezTo>
                      <a:cubicBezTo>
                        <a:pt x="128889" y="115291"/>
                        <a:pt x="118011" y="115291"/>
                        <a:pt x="109852" y="109851"/>
                      </a:cubicBezTo>
                      <a:cubicBezTo>
                        <a:pt x="101693" y="107132"/>
                        <a:pt x="93534" y="98973"/>
                        <a:pt x="93534" y="93534"/>
                      </a:cubicBezTo>
                      <a:cubicBezTo>
                        <a:pt x="93534" y="90814"/>
                        <a:pt x="93534" y="88094"/>
                        <a:pt x="98973" y="85375"/>
                      </a:cubicBezTo>
                      <a:cubicBezTo>
                        <a:pt x="104412" y="82655"/>
                        <a:pt x="115291" y="79935"/>
                        <a:pt x="120730" y="77216"/>
                      </a:cubicBezTo>
                      <a:cubicBezTo>
                        <a:pt x="139768" y="74496"/>
                        <a:pt x="164245" y="71776"/>
                        <a:pt x="172404" y="71776"/>
                      </a:cubicBezTo>
                      <a:cubicBezTo>
                        <a:pt x="194161" y="71776"/>
                        <a:pt x="210479" y="69057"/>
                        <a:pt x="234956" y="69057"/>
                      </a:cubicBezTo>
                      <a:cubicBezTo>
                        <a:pt x="237675" y="69057"/>
                        <a:pt x="240395" y="69057"/>
                        <a:pt x="243115" y="69057"/>
                      </a:cubicBezTo>
                      <a:cubicBezTo>
                        <a:pt x="251274" y="69057"/>
                        <a:pt x="262153" y="69057"/>
                        <a:pt x="270312" y="74496"/>
                      </a:cubicBezTo>
                      <a:cubicBezTo>
                        <a:pt x="283910" y="82655"/>
                        <a:pt x="300228" y="96253"/>
                        <a:pt x="308387" y="123450"/>
                      </a:cubicBezTo>
                      <a:cubicBezTo>
                        <a:pt x="316546" y="147927"/>
                        <a:pt x="327424" y="175123"/>
                        <a:pt x="332864" y="202320"/>
                      </a:cubicBezTo>
                      <a:cubicBezTo>
                        <a:pt x="335583" y="213198"/>
                        <a:pt x="335583" y="226797"/>
                        <a:pt x="338303" y="237675"/>
                      </a:cubicBezTo>
                      <a:cubicBezTo>
                        <a:pt x="343742" y="251274"/>
                        <a:pt x="346462" y="264872"/>
                        <a:pt x="349182" y="281190"/>
                      </a:cubicBezTo>
                      <a:cubicBezTo>
                        <a:pt x="351901" y="292068"/>
                        <a:pt x="351901" y="305667"/>
                        <a:pt x="357341" y="316545"/>
                      </a:cubicBezTo>
                      <a:cubicBezTo>
                        <a:pt x="362780" y="327424"/>
                        <a:pt x="362780" y="338303"/>
                        <a:pt x="365500" y="351901"/>
                      </a:cubicBezTo>
                      <a:cubicBezTo>
                        <a:pt x="365500" y="357340"/>
                        <a:pt x="373658" y="373658"/>
                        <a:pt x="376378" y="389976"/>
                      </a:cubicBezTo>
                      <a:cubicBezTo>
                        <a:pt x="381817" y="403574"/>
                        <a:pt x="384537" y="414453"/>
                        <a:pt x="387257" y="414453"/>
                      </a:cubicBezTo>
                      <a:cubicBezTo>
                        <a:pt x="392696" y="414453"/>
                        <a:pt x="395416" y="381817"/>
                        <a:pt x="398136" y="376378"/>
                      </a:cubicBezTo>
                      <a:cubicBezTo>
                        <a:pt x="400855" y="362779"/>
                        <a:pt x="403575" y="346462"/>
                        <a:pt x="406295" y="332863"/>
                      </a:cubicBezTo>
                      <a:cubicBezTo>
                        <a:pt x="411734" y="302947"/>
                        <a:pt x="417173" y="273031"/>
                        <a:pt x="425332" y="243115"/>
                      </a:cubicBezTo>
                      <a:cubicBezTo>
                        <a:pt x="430771" y="213198"/>
                        <a:pt x="436211" y="180563"/>
                        <a:pt x="444370" y="150646"/>
                      </a:cubicBezTo>
                      <a:cubicBezTo>
                        <a:pt x="449809" y="126170"/>
                        <a:pt x="460688" y="98973"/>
                        <a:pt x="477006" y="79935"/>
                      </a:cubicBezTo>
                      <a:cubicBezTo>
                        <a:pt x="487884" y="66337"/>
                        <a:pt x="506922" y="58178"/>
                        <a:pt x="523240" y="58178"/>
                      </a:cubicBezTo>
                      <a:cubicBezTo>
                        <a:pt x="528679" y="58178"/>
                        <a:pt x="539558" y="58178"/>
                        <a:pt x="544997" y="63617"/>
                      </a:cubicBezTo>
                      <a:lnTo>
                        <a:pt x="612988" y="63617"/>
                      </a:lnTo>
                      <a:cubicBezTo>
                        <a:pt x="626587" y="63617"/>
                        <a:pt x="651064" y="63617"/>
                        <a:pt x="651064" y="79935"/>
                      </a:cubicBezTo>
                      <a:cubicBezTo>
                        <a:pt x="651064" y="88094"/>
                        <a:pt x="648344" y="88094"/>
                        <a:pt x="645624" y="96253"/>
                      </a:cubicBezTo>
                      <a:cubicBezTo>
                        <a:pt x="640185" y="101693"/>
                        <a:pt x="634746" y="104412"/>
                        <a:pt x="629307" y="104412"/>
                      </a:cubicBezTo>
                      <a:cubicBezTo>
                        <a:pt x="621147" y="107132"/>
                        <a:pt x="612988" y="107132"/>
                        <a:pt x="607549" y="107132"/>
                      </a:cubicBezTo>
                      <a:cubicBezTo>
                        <a:pt x="604829" y="107132"/>
                        <a:pt x="591231" y="107132"/>
                        <a:pt x="580353" y="107132"/>
                      </a:cubicBezTo>
                      <a:cubicBezTo>
                        <a:pt x="580353" y="109851"/>
                        <a:pt x="583072" y="112571"/>
                        <a:pt x="583072" y="115291"/>
                      </a:cubicBezTo>
                      <a:cubicBezTo>
                        <a:pt x="585792" y="128889"/>
                        <a:pt x="585792" y="142487"/>
                        <a:pt x="588512" y="156086"/>
                      </a:cubicBezTo>
                      <a:cubicBezTo>
                        <a:pt x="591231" y="169684"/>
                        <a:pt x="591231" y="183282"/>
                        <a:pt x="593951" y="196881"/>
                      </a:cubicBezTo>
                      <a:cubicBezTo>
                        <a:pt x="593951" y="207759"/>
                        <a:pt x="599390" y="215918"/>
                        <a:pt x="599390" y="226797"/>
                      </a:cubicBezTo>
                      <a:cubicBezTo>
                        <a:pt x="599390" y="229516"/>
                        <a:pt x="599390" y="229516"/>
                        <a:pt x="599390" y="232236"/>
                      </a:cubicBezTo>
                      <a:cubicBezTo>
                        <a:pt x="599390" y="234956"/>
                        <a:pt x="599390" y="237675"/>
                        <a:pt x="599390" y="240395"/>
                      </a:cubicBezTo>
                      <a:cubicBezTo>
                        <a:pt x="599390" y="251274"/>
                        <a:pt x="599390" y="259433"/>
                        <a:pt x="602110" y="270311"/>
                      </a:cubicBezTo>
                      <a:cubicBezTo>
                        <a:pt x="604829" y="283909"/>
                        <a:pt x="607549" y="294788"/>
                        <a:pt x="607549" y="308386"/>
                      </a:cubicBezTo>
                      <a:cubicBezTo>
                        <a:pt x="607549" y="311106"/>
                        <a:pt x="607549" y="316545"/>
                        <a:pt x="607549" y="319265"/>
                      </a:cubicBezTo>
                      <a:cubicBezTo>
                        <a:pt x="607549" y="324704"/>
                        <a:pt x="610269" y="330144"/>
                        <a:pt x="612988" y="335583"/>
                      </a:cubicBezTo>
                      <a:cubicBezTo>
                        <a:pt x="612988" y="338303"/>
                        <a:pt x="612988" y="343742"/>
                        <a:pt x="612988" y="346462"/>
                      </a:cubicBezTo>
                      <a:cubicBezTo>
                        <a:pt x="612988" y="354620"/>
                        <a:pt x="612988" y="362779"/>
                        <a:pt x="612988" y="370939"/>
                      </a:cubicBezTo>
                      <a:cubicBezTo>
                        <a:pt x="612988" y="379097"/>
                        <a:pt x="612988" y="387256"/>
                        <a:pt x="612988" y="395415"/>
                      </a:cubicBezTo>
                      <a:cubicBezTo>
                        <a:pt x="612988" y="403574"/>
                        <a:pt x="615708" y="414453"/>
                        <a:pt x="615708" y="422612"/>
                      </a:cubicBezTo>
                      <a:cubicBezTo>
                        <a:pt x="618428" y="430771"/>
                        <a:pt x="618428" y="436210"/>
                        <a:pt x="618428" y="441650"/>
                      </a:cubicBezTo>
                      <a:cubicBezTo>
                        <a:pt x="618428" y="444369"/>
                        <a:pt x="618428" y="449808"/>
                        <a:pt x="618428" y="455248"/>
                      </a:cubicBezTo>
                      <a:cubicBezTo>
                        <a:pt x="618428" y="460687"/>
                        <a:pt x="618428" y="460687"/>
                        <a:pt x="621147" y="463407"/>
                      </a:cubicBezTo>
                      <a:cubicBezTo>
                        <a:pt x="623867" y="471566"/>
                        <a:pt x="623867" y="477005"/>
                        <a:pt x="626587" y="482444"/>
                      </a:cubicBezTo>
                      <a:cubicBezTo>
                        <a:pt x="629307" y="493323"/>
                        <a:pt x="629307" y="506921"/>
                        <a:pt x="629307" y="517800"/>
                      </a:cubicBezTo>
                      <a:cubicBezTo>
                        <a:pt x="632026" y="534118"/>
                        <a:pt x="632026" y="547716"/>
                        <a:pt x="634746" y="561314"/>
                      </a:cubicBezTo>
                      <a:cubicBezTo>
                        <a:pt x="634746" y="564034"/>
                        <a:pt x="634746" y="564034"/>
                        <a:pt x="634746" y="566754"/>
                      </a:cubicBezTo>
                      <a:cubicBezTo>
                        <a:pt x="634746" y="572193"/>
                        <a:pt x="634746" y="577632"/>
                        <a:pt x="634746" y="583072"/>
                      </a:cubicBezTo>
                      <a:cubicBezTo>
                        <a:pt x="634746" y="596670"/>
                        <a:pt x="637466" y="602109"/>
                        <a:pt x="637466" y="607548"/>
                      </a:cubicBezTo>
                      <a:cubicBezTo>
                        <a:pt x="637466" y="610268"/>
                        <a:pt x="640185" y="615708"/>
                        <a:pt x="640185" y="618427"/>
                      </a:cubicBezTo>
                      <a:cubicBezTo>
                        <a:pt x="640185" y="623866"/>
                        <a:pt x="640185" y="629306"/>
                        <a:pt x="640185" y="632025"/>
                      </a:cubicBezTo>
                      <a:cubicBezTo>
                        <a:pt x="640185" y="634745"/>
                        <a:pt x="640185" y="637465"/>
                        <a:pt x="640185" y="640184"/>
                      </a:cubicBezTo>
                      <a:cubicBezTo>
                        <a:pt x="640185" y="645624"/>
                        <a:pt x="642905" y="653783"/>
                        <a:pt x="642905" y="659222"/>
                      </a:cubicBezTo>
                      <a:cubicBezTo>
                        <a:pt x="642905" y="661942"/>
                        <a:pt x="642905" y="661942"/>
                        <a:pt x="642905" y="664661"/>
                      </a:cubicBezTo>
                      <a:cubicBezTo>
                        <a:pt x="645624" y="678259"/>
                        <a:pt x="651064" y="678259"/>
                        <a:pt x="653783" y="678259"/>
                      </a:cubicBezTo>
                      <a:lnTo>
                        <a:pt x="653783" y="678259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95" name="Freeform: Shape 94">
                  <a:extLst>
                    <a:ext uri="{FF2B5EF4-FFF2-40B4-BE49-F238E27FC236}">
                      <a16:creationId xmlns:a16="http://schemas.microsoft.com/office/drawing/2014/main" id="{B9FA1D22-84A0-452A-AF53-50D718C96ECE}"/>
                    </a:ext>
                  </a:extLst>
                </p:cNvPr>
                <p:cNvSpPr/>
                <p:nvPr/>
              </p:nvSpPr>
              <p:spPr>
                <a:xfrm>
                  <a:off x="6362526" y="4242177"/>
                  <a:ext cx="492259" cy="674476"/>
                </a:xfrm>
                <a:custGeom>
                  <a:avLst/>
                  <a:gdLst>
                    <a:gd name="connsiteX0" fmla="*/ 225733 w 492259"/>
                    <a:gd name="connsiteY0" fmla="*/ 97907 h 674476"/>
                    <a:gd name="connsiteX1" fmla="*/ 209415 w 492259"/>
                    <a:gd name="connsiteY1" fmla="*/ 119665 h 674476"/>
                    <a:gd name="connsiteX2" fmla="*/ 201256 w 492259"/>
                    <a:gd name="connsiteY2" fmla="*/ 152300 h 674476"/>
                    <a:gd name="connsiteX3" fmla="*/ 198536 w 492259"/>
                    <a:gd name="connsiteY3" fmla="*/ 168618 h 674476"/>
                    <a:gd name="connsiteX4" fmla="*/ 195817 w 492259"/>
                    <a:gd name="connsiteY4" fmla="*/ 184936 h 674476"/>
                    <a:gd name="connsiteX5" fmla="*/ 187658 w 492259"/>
                    <a:gd name="connsiteY5" fmla="*/ 220292 h 674476"/>
                    <a:gd name="connsiteX6" fmla="*/ 168620 w 492259"/>
                    <a:gd name="connsiteY6" fmla="*/ 291003 h 674476"/>
                    <a:gd name="connsiteX7" fmla="*/ 160461 w 492259"/>
                    <a:gd name="connsiteY7" fmla="*/ 323639 h 674476"/>
                    <a:gd name="connsiteX8" fmla="*/ 149582 w 492259"/>
                    <a:gd name="connsiteY8" fmla="*/ 361714 h 674476"/>
                    <a:gd name="connsiteX9" fmla="*/ 144143 w 492259"/>
                    <a:gd name="connsiteY9" fmla="*/ 388910 h 674476"/>
                    <a:gd name="connsiteX10" fmla="*/ 149582 w 492259"/>
                    <a:gd name="connsiteY10" fmla="*/ 391630 h 674476"/>
                    <a:gd name="connsiteX11" fmla="*/ 171340 w 492259"/>
                    <a:gd name="connsiteY11" fmla="*/ 391630 h 674476"/>
                    <a:gd name="connsiteX12" fmla="*/ 193097 w 492259"/>
                    <a:gd name="connsiteY12" fmla="*/ 388910 h 674476"/>
                    <a:gd name="connsiteX13" fmla="*/ 212135 w 492259"/>
                    <a:gd name="connsiteY13" fmla="*/ 388910 h 674476"/>
                    <a:gd name="connsiteX14" fmla="*/ 236611 w 492259"/>
                    <a:gd name="connsiteY14" fmla="*/ 388910 h 674476"/>
                    <a:gd name="connsiteX15" fmla="*/ 250210 w 492259"/>
                    <a:gd name="connsiteY15" fmla="*/ 386191 h 674476"/>
                    <a:gd name="connsiteX16" fmla="*/ 258369 w 492259"/>
                    <a:gd name="connsiteY16" fmla="*/ 386191 h 674476"/>
                    <a:gd name="connsiteX17" fmla="*/ 255649 w 492259"/>
                    <a:gd name="connsiteY17" fmla="*/ 367153 h 674476"/>
                    <a:gd name="connsiteX18" fmla="*/ 250210 w 492259"/>
                    <a:gd name="connsiteY18" fmla="*/ 331797 h 674476"/>
                    <a:gd name="connsiteX19" fmla="*/ 247490 w 492259"/>
                    <a:gd name="connsiteY19" fmla="*/ 244769 h 674476"/>
                    <a:gd name="connsiteX20" fmla="*/ 242051 w 492259"/>
                    <a:gd name="connsiteY20" fmla="*/ 203974 h 674476"/>
                    <a:gd name="connsiteX21" fmla="*/ 236611 w 492259"/>
                    <a:gd name="connsiteY21" fmla="*/ 157740 h 674476"/>
                    <a:gd name="connsiteX22" fmla="*/ 233892 w 492259"/>
                    <a:gd name="connsiteY22" fmla="*/ 119665 h 674476"/>
                    <a:gd name="connsiteX23" fmla="*/ 225733 w 492259"/>
                    <a:gd name="connsiteY23" fmla="*/ 97907 h 674476"/>
                    <a:gd name="connsiteX24" fmla="*/ 274687 w 492259"/>
                    <a:gd name="connsiteY24" fmla="*/ 0 h 674476"/>
                    <a:gd name="connsiteX25" fmla="*/ 304603 w 492259"/>
                    <a:gd name="connsiteY25" fmla="*/ 5439 h 674476"/>
                    <a:gd name="connsiteX26" fmla="*/ 320921 w 492259"/>
                    <a:gd name="connsiteY26" fmla="*/ 24477 h 674476"/>
                    <a:gd name="connsiteX27" fmla="*/ 334519 w 492259"/>
                    <a:gd name="connsiteY27" fmla="*/ 43515 h 674476"/>
                    <a:gd name="connsiteX28" fmla="*/ 339959 w 492259"/>
                    <a:gd name="connsiteY28" fmla="*/ 65272 h 674476"/>
                    <a:gd name="connsiteX29" fmla="*/ 348118 w 492259"/>
                    <a:gd name="connsiteY29" fmla="*/ 114226 h 674476"/>
                    <a:gd name="connsiteX30" fmla="*/ 361716 w 492259"/>
                    <a:gd name="connsiteY30" fmla="*/ 163180 h 674476"/>
                    <a:gd name="connsiteX31" fmla="*/ 369875 w 492259"/>
                    <a:gd name="connsiteY31" fmla="*/ 220293 h 674476"/>
                    <a:gd name="connsiteX32" fmla="*/ 378034 w 492259"/>
                    <a:gd name="connsiteY32" fmla="*/ 274686 h 674476"/>
                    <a:gd name="connsiteX33" fmla="*/ 383473 w 492259"/>
                    <a:gd name="connsiteY33" fmla="*/ 301883 h 674476"/>
                    <a:gd name="connsiteX34" fmla="*/ 391632 w 492259"/>
                    <a:gd name="connsiteY34" fmla="*/ 337238 h 674476"/>
                    <a:gd name="connsiteX35" fmla="*/ 397071 w 492259"/>
                    <a:gd name="connsiteY35" fmla="*/ 364435 h 674476"/>
                    <a:gd name="connsiteX36" fmla="*/ 405230 w 492259"/>
                    <a:gd name="connsiteY36" fmla="*/ 383473 h 674476"/>
                    <a:gd name="connsiteX37" fmla="*/ 416109 w 492259"/>
                    <a:gd name="connsiteY37" fmla="*/ 386192 h 674476"/>
                    <a:gd name="connsiteX38" fmla="*/ 426988 w 492259"/>
                    <a:gd name="connsiteY38" fmla="*/ 386192 h 674476"/>
                    <a:gd name="connsiteX39" fmla="*/ 454184 w 492259"/>
                    <a:gd name="connsiteY39" fmla="*/ 397071 h 674476"/>
                    <a:gd name="connsiteX40" fmla="*/ 456904 w 492259"/>
                    <a:gd name="connsiteY40" fmla="*/ 405230 h 674476"/>
                    <a:gd name="connsiteX41" fmla="*/ 451464 w 492259"/>
                    <a:gd name="connsiteY41" fmla="*/ 416108 h 674476"/>
                    <a:gd name="connsiteX42" fmla="*/ 432427 w 492259"/>
                    <a:gd name="connsiteY42" fmla="*/ 429707 h 674476"/>
                    <a:gd name="connsiteX43" fmla="*/ 421548 w 492259"/>
                    <a:gd name="connsiteY43" fmla="*/ 432426 h 674476"/>
                    <a:gd name="connsiteX44" fmla="*/ 413389 w 492259"/>
                    <a:gd name="connsiteY44" fmla="*/ 435146 h 674476"/>
                    <a:gd name="connsiteX45" fmla="*/ 413389 w 492259"/>
                    <a:gd name="connsiteY45" fmla="*/ 440585 h 674476"/>
                    <a:gd name="connsiteX46" fmla="*/ 416109 w 492259"/>
                    <a:gd name="connsiteY46" fmla="*/ 451464 h 674476"/>
                    <a:gd name="connsiteX47" fmla="*/ 418829 w 492259"/>
                    <a:gd name="connsiteY47" fmla="*/ 465062 h 674476"/>
                    <a:gd name="connsiteX48" fmla="*/ 418829 w 492259"/>
                    <a:gd name="connsiteY48" fmla="*/ 475941 h 674476"/>
                    <a:gd name="connsiteX49" fmla="*/ 418829 w 492259"/>
                    <a:gd name="connsiteY49" fmla="*/ 486820 h 674476"/>
                    <a:gd name="connsiteX50" fmla="*/ 426988 w 492259"/>
                    <a:gd name="connsiteY50" fmla="*/ 516736 h 674476"/>
                    <a:gd name="connsiteX51" fmla="*/ 432427 w 492259"/>
                    <a:gd name="connsiteY51" fmla="*/ 543932 h 674476"/>
                    <a:gd name="connsiteX52" fmla="*/ 437866 w 492259"/>
                    <a:gd name="connsiteY52" fmla="*/ 573848 h 674476"/>
                    <a:gd name="connsiteX53" fmla="*/ 443306 w 492259"/>
                    <a:gd name="connsiteY53" fmla="*/ 606484 h 674476"/>
                    <a:gd name="connsiteX54" fmla="*/ 446025 w 492259"/>
                    <a:gd name="connsiteY54" fmla="*/ 617363 h 674476"/>
                    <a:gd name="connsiteX55" fmla="*/ 470502 w 492259"/>
                    <a:gd name="connsiteY55" fmla="*/ 617363 h 674476"/>
                    <a:gd name="connsiteX56" fmla="*/ 492259 w 492259"/>
                    <a:gd name="connsiteY56" fmla="*/ 641840 h 674476"/>
                    <a:gd name="connsiteX57" fmla="*/ 484101 w 492259"/>
                    <a:gd name="connsiteY57" fmla="*/ 655438 h 674476"/>
                    <a:gd name="connsiteX58" fmla="*/ 467782 w 492259"/>
                    <a:gd name="connsiteY58" fmla="*/ 663597 h 674476"/>
                    <a:gd name="connsiteX59" fmla="*/ 443306 w 492259"/>
                    <a:gd name="connsiteY59" fmla="*/ 666317 h 674476"/>
                    <a:gd name="connsiteX60" fmla="*/ 421548 w 492259"/>
                    <a:gd name="connsiteY60" fmla="*/ 666317 h 674476"/>
                    <a:gd name="connsiteX61" fmla="*/ 413389 w 492259"/>
                    <a:gd name="connsiteY61" fmla="*/ 666317 h 674476"/>
                    <a:gd name="connsiteX62" fmla="*/ 399791 w 492259"/>
                    <a:gd name="connsiteY62" fmla="*/ 671756 h 674476"/>
                    <a:gd name="connsiteX63" fmla="*/ 383473 w 492259"/>
                    <a:gd name="connsiteY63" fmla="*/ 674476 h 674476"/>
                    <a:gd name="connsiteX64" fmla="*/ 348118 w 492259"/>
                    <a:gd name="connsiteY64" fmla="*/ 669036 h 674476"/>
                    <a:gd name="connsiteX65" fmla="*/ 326360 w 492259"/>
                    <a:gd name="connsiteY65" fmla="*/ 669036 h 674476"/>
                    <a:gd name="connsiteX66" fmla="*/ 277406 w 492259"/>
                    <a:gd name="connsiteY66" fmla="*/ 669036 h 674476"/>
                    <a:gd name="connsiteX67" fmla="*/ 252930 w 492259"/>
                    <a:gd name="connsiteY67" fmla="*/ 663597 h 674476"/>
                    <a:gd name="connsiteX68" fmla="*/ 236611 w 492259"/>
                    <a:gd name="connsiteY68" fmla="*/ 647279 h 674476"/>
                    <a:gd name="connsiteX69" fmla="*/ 261088 w 492259"/>
                    <a:gd name="connsiteY69" fmla="*/ 630961 h 674476"/>
                    <a:gd name="connsiteX70" fmla="*/ 288285 w 492259"/>
                    <a:gd name="connsiteY70" fmla="*/ 628241 h 674476"/>
                    <a:gd name="connsiteX71" fmla="*/ 285565 w 492259"/>
                    <a:gd name="connsiteY71" fmla="*/ 609204 h 674476"/>
                    <a:gd name="connsiteX72" fmla="*/ 282846 w 492259"/>
                    <a:gd name="connsiteY72" fmla="*/ 582007 h 674476"/>
                    <a:gd name="connsiteX73" fmla="*/ 280126 w 492259"/>
                    <a:gd name="connsiteY73" fmla="*/ 568409 h 674476"/>
                    <a:gd name="connsiteX74" fmla="*/ 282846 w 492259"/>
                    <a:gd name="connsiteY74" fmla="*/ 554811 h 674476"/>
                    <a:gd name="connsiteX75" fmla="*/ 277406 w 492259"/>
                    <a:gd name="connsiteY75" fmla="*/ 538493 h 674476"/>
                    <a:gd name="connsiteX76" fmla="*/ 271967 w 492259"/>
                    <a:gd name="connsiteY76" fmla="*/ 505857 h 674476"/>
                    <a:gd name="connsiteX77" fmla="*/ 269247 w 492259"/>
                    <a:gd name="connsiteY77" fmla="*/ 478660 h 674476"/>
                    <a:gd name="connsiteX78" fmla="*/ 266528 w 492259"/>
                    <a:gd name="connsiteY78" fmla="*/ 446025 h 674476"/>
                    <a:gd name="connsiteX79" fmla="*/ 261088 w 492259"/>
                    <a:gd name="connsiteY79" fmla="*/ 437866 h 674476"/>
                    <a:gd name="connsiteX80" fmla="*/ 250210 w 492259"/>
                    <a:gd name="connsiteY80" fmla="*/ 437866 h 674476"/>
                    <a:gd name="connsiteX81" fmla="*/ 220293 w 492259"/>
                    <a:gd name="connsiteY81" fmla="*/ 440585 h 674476"/>
                    <a:gd name="connsiteX82" fmla="*/ 190377 w 492259"/>
                    <a:gd name="connsiteY82" fmla="*/ 443305 h 674476"/>
                    <a:gd name="connsiteX83" fmla="*/ 165900 w 492259"/>
                    <a:gd name="connsiteY83" fmla="*/ 443305 h 674476"/>
                    <a:gd name="connsiteX84" fmla="*/ 144143 w 492259"/>
                    <a:gd name="connsiteY84" fmla="*/ 440585 h 674476"/>
                    <a:gd name="connsiteX85" fmla="*/ 135984 w 492259"/>
                    <a:gd name="connsiteY85" fmla="*/ 454184 h 674476"/>
                    <a:gd name="connsiteX86" fmla="*/ 130545 w 492259"/>
                    <a:gd name="connsiteY86" fmla="*/ 486820 h 674476"/>
                    <a:gd name="connsiteX87" fmla="*/ 119666 w 492259"/>
                    <a:gd name="connsiteY87" fmla="*/ 541213 h 674476"/>
                    <a:gd name="connsiteX88" fmla="*/ 103348 w 492259"/>
                    <a:gd name="connsiteY88" fmla="*/ 614643 h 674476"/>
                    <a:gd name="connsiteX89" fmla="*/ 133264 w 492259"/>
                    <a:gd name="connsiteY89" fmla="*/ 614643 h 674476"/>
                    <a:gd name="connsiteX90" fmla="*/ 168620 w 492259"/>
                    <a:gd name="connsiteY90" fmla="*/ 630961 h 674476"/>
                    <a:gd name="connsiteX91" fmla="*/ 163181 w 492259"/>
                    <a:gd name="connsiteY91" fmla="*/ 647279 h 674476"/>
                    <a:gd name="connsiteX92" fmla="*/ 146863 w 492259"/>
                    <a:gd name="connsiteY92" fmla="*/ 655438 h 674476"/>
                    <a:gd name="connsiteX93" fmla="*/ 127825 w 492259"/>
                    <a:gd name="connsiteY93" fmla="*/ 658158 h 674476"/>
                    <a:gd name="connsiteX94" fmla="*/ 106068 w 492259"/>
                    <a:gd name="connsiteY94" fmla="*/ 658158 h 674476"/>
                    <a:gd name="connsiteX95" fmla="*/ 62552 w 492259"/>
                    <a:gd name="connsiteY95" fmla="*/ 658158 h 674476"/>
                    <a:gd name="connsiteX96" fmla="*/ 40795 w 492259"/>
                    <a:gd name="connsiteY96" fmla="*/ 658158 h 674476"/>
                    <a:gd name="connsiteX97" fmla="*/ 16318 w 492259"/>
                    <a:gd name="connsiteY97" fmla="*/ 652718 h 674476"/>
                    <a:gd name="connsiteX98" fmla="*/ 0 w 492259"/>
                    <a:gd name="connsiteY98" fmla="*/ 636401 h 674476"/>
                    <a:gd name="connsiteX99" fmla="*/ 2720 w 492259"/>
                    <a:gd name="connsiteY99" fmla="*/ 628241 h 674476"/>
                    <a:gd name="connsiteX100" fmla="*/ 24477 w 492259"/>
                    <a:gd name="connsiteY100" fmla="*/ 620082 h 674476"/>
                    <a:gd name="connsiteX101" fmla="*/ 62552 w 492259"/>
                    <a:gd name="connsiteY101" fmla="*/ 617363 h 674476"/>
                    <a:gd name="connsiteX102" fmla="*/ 62552 w 492259"/>
                    <a:gd name="connsiteY102" fmla="*/ 614643 h 674476"/>
                    <a:gd name="connsiteX103" fmla="*/ 65272 w 492259"/>
                    <a:gd name="connsiteY103" fmla="*/ 587447 h 674476"/>
                    <a:gd name="connsiteX104" fmla="*/ 76151 w 492259"/>
                    <a:gd name="connsiteY104" fmla="*/ 522175 h 674476"/>
                    <a:gd name="connsiteX105" fmla="*/ 87029 w 492259"/>
                    <a:gd name="connsiteY105" fmla="*/ 470501 h 674476"/>
                    <a:gd name="connsiteX106" fmla="*/ 92468 w 492259"/>
                    <a:gd name="connsiteY106" fmla="*/ 446025 h 674476"/>
                    <a:gd name="connsiteX107" fmla="*/ 65272 w 492259"/>
                    <a:gd name="connsiteY107" fmla="*/ 432426 h 674476"/>
                    <a:gd name="connsiteX108" fmla="*/ 54393 w 492259"/>
                    <a:gd name="connsiteY108" fmla="*/ 421548 h 674476"/>
                    <a:gd name="connsiteX109" fmla="*/ 73431 w 492259"/>
                    <a:gd name="connsiteY109" fmla="*/ 407949 h 674476"/>
                    <a:gd name="connsiteX110" fmla="*/ 100629 w 492259"/>
                    <a:gd name="connsiteY110" fmla="*/ 399790 h 674476"/>
                    <a:gd name="connsiteX111" fmla="*/ 108788 w 492259"/>
                    <a:gd name="connsiteY111" fmla="*/ 369874 h 674476"/>
                    <a:gd name="connsiteX112" fmla="*/ 125105 w 492259"/>
                    <a:gd name="connsiteY112" fmla="*/ 307322 h 674476"/>
                    <a:gd name="connsiteX113" fmla="*/ 141423 w 492259"/>
                    <a:gd name="connsiteY113" fmla="*/ 242051 h 674476"/>
                    <a:gd name="connsiteX114" fmla="*/ 155022 w 492259"/>
                    <a:gd name="connsiteY114" fmla="*/ 179498 h 674476"/>
                    <a:gd name="connsiteX115" fmla="*/ 168620 w 492259"/>
                    <a:gd name="connsiteY115" fmla="*/ 119665 h 674476"/>
                    <a:gd name="connsiteX116" fmla="*/ 193097 w 492259"/>
                    <a:gd name="connsiteY116" fmla="*/ 57113 h 674476"/>
                    <a:gd name="connsiteX117" fmla="*/ 201256 w 492259"/>
                    <a:gd name="connsiteY117" fmla="*/ 38075 h 674476"/>
                    <a:gd name="connsiteX118" fmla="*/ 217574 w 492259"/>
                    <a:gd name="connsiteY118" fmla="*/ 13598 h 674476"/>
                    <a:gd name="connsiteX119" fmla="*/ 274687 w 492259"/>
                    <a:gd name="connsiteY119" fmla="*/ 0 h 6744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</a:cxnLst>
                  <a:rect l="l" t="t" r="r" b="b"/>
                  <a:pathLst>
                    <a:path w="492259" h="674476">
                      <a:moveTo>
                        <a:pt x="225733" y="97907"/>
                      </a:moveTo>
                      <a:cubicBezTo>
                        <a:pt x="217574" y="97907"/>
                        <a:pt x="209415" y="114225"/>
                        <a:pt x="209415" y="119665"/>
                      </a:cubicBezTo>
                      <a:cubicBezTo>
                        <a:pt x="206695" y="130543"/>
                        <a:pt x="203976" y="144141"/>
                        <a:pt x="201256" y="152300"/>
                      </a:cubicBezTo>
                      <a:cubicBezTo>
                        <a:pt x="198536" y="157740"/>
                        <a:pt x="198536" y="163179"/>
                        <a:pt x="198536" y="168618"/>
                      </a:cubicBezTo>
                      <a:cubicBezTo>
                        <a:pt x="198536" y="174058"/>
                        <a:pt x="195817" y="179497"/>
                        <a:pt x="195817" y="184936"/>
                      </a:cubicBezTo>
                      <a:cubicBezTo>
                        <a:pt x="193097" y="195815"/>
                        <a:pt x="190377" y="209413"/>
                        <a:pt x="187658" y="220292"/>
                      </a:cubicBezTo>
                      <a:cubicBezTo>
                        <a:pt x="184938" y="244769"/>
                        <a:pt x="176779" y="269246"/>
                        <a:pt x="168620" y="291003"/>
                      </a:cubicBezTo>
                      <a:cubicBezTo>
                        <a:pt x="165900" y="301881"/>
                        <a:pt x="163181" y="312760"/>
                        <a:pt x="160461" y="323639"/>
                      </a:cubicBezTo>
                      <a:cubicBezTo>
                        <a:pt x="157742" y="337237"/>
                        <a:pt x="155022" y="348115"/>
                        <a:pt x="149582" y="361714"/>
                      </a:cubicBezTo>
                      <a:cubicBezTo>
                        <a:pt x="146863" y="367153"/>
                        <a:pt x="144143" y="383471"/>
                        <a:pt x="144143" y="388910"/>
                      </a:cubicBezTo>
                      <a:cubicBezTo>
                        <a:pt x="144143" y="391630"/>
                        <a:pt x="146863" y="391630"/>
                        <a:pt x="149582" y="391630"/>
                      </a:cubicBezTo>
                      <a:cubicBezTo>
                        <a:pt x="155022" y="391630"/>
                        <a:pt x="168620" y="391630"/>
                        <a:pt x="171340" y="391630"/>
                      </a:cubicBezTo>
                      <a:cubicBezTo>
                        <a:pt x="179498" y="391630"/>
                        <a:pt x="187658" y="391630"/>
                        <a:pt x="193097" y="388910"/>
                      </a:cubicBezTo>
                      <a:cubicBezTo>
                        <a:pt x="198536" y="388910"/>
                        <a:pt x="203976" y="388910"/>
                        <a:pt x="212135" y="388910"/>
                      </a:cubicBezTo>
                      <a:cubicBezTo>
                        <a:pt x="217574" y="388910"/>
                        <a:pt x="225733" y="388910"/>
                        <a:pt x="236611" y="388910"/>
                      </a:cubicBezTo>
                      <a:cubicBezTo>
                        <a:pt x="242051" y="388910"/>
                        <a:pt x="247490" y="388910"/>
                        <a:pt x="250210" y="386191"/>
                      </a:cubicBezTo>
                      <a:cubicBezTo>
                        <a:pt x="255649" y="391630"/>
                        <a:pt x="258369" y="388910"/>
                        <a:pt x="258369" y="386191"/>
                      </a:cubicBezTo>
                      <a:cubicBezTo>
                        <a:pt x="258369" y="380751"/>
                        <a:pt x="255649" y="372592"/>
                        <a:pt x="255649" y="367153"/>
                      </a:cubicBezTo>
                      <a:cubicBezTo>
                        <a:pt x="252930" y="353555"/>
                        <a:pt x="250210" y="342676"/>
                        <a:pt x="250210" y="331797"/>
                      </a:cubicBezTo>
                      <a:cubicBezTo>
                        <a:pt x="250210" y="301881"/>
                        <a:pt x="250210" y="274685"/>
                        <a:pt x="247490" y="244769"/>
                      </a:cubicBezTo>
                      <a:cubicBezTo>
                        <a:pt x="247490" y="231170"/>
                        <a:pt x="244771" y="217572"/>
                        <a:pt x="242051" y="203974"/>
                      </a:cubicBezTo>
                      <a:cubicBezTo>
                        <a:pt x="239331" y="187656"/>
                        <a:pt x="236611" y="174058"/>
                        <a:pt x="236611" y="157740"/>
                      </a:cubicBezTo>
                      <a:cubicBezTo>
                        <a:pt x="236611" y="152300"/>
                        <a:pt x="236611" y="133263"/>
                        <a:pt x="233892" y="119665"/>
                      </a:cubicBezTo>
                      <a:cubicBezTo>
                        <a:pt x="233892" y="106066"/>
                        <a:pt x="231172" y="97907"/>
                        <a:pt x="225733" y="97907"/>
                      </a:cubicBezTo>
                      <a:close/>
                      <a:moveTo>
                        <a:pt x="274687" y="0"/>
                      </a:moveTo>
                      <a:cubicBezTo>
                        <a:pt x="288285" y="0"/>
                        <a:pt x="293724" y="2720"/>
                        <a:pt x="304603" y="5439"/>
                      </a:cubicBezTo>
                      <a:cubicBezTo>
                        <a:pt x="315481" y="10879"/>
                        <a:pt x="315481" y="16318"/>
                        <a:pt x="320921" y="24477"/>
                      </a:cubicBezTo>
                      <a:cubicBezTo>
                        <a:pt x="326360" y="29916"/>
                        <a:pt x="331800" y="35356"/>
                        <a:pt x="334519" y="43515"/>
                      </a:cubicBezTo>
                      <a:cubicBezTo>
                        <a:pt x="337239" y="51674"/>
                        <a:pt x="337239" y="57113"/>
                        <a:pt x="339959" y="65272"/>
                      </a:cubicBezTo>
                      <a:cubicBezTo>
                        <a:pt x="345398" y="78870"/>
                        <a:pt x="342678" y="97908"/>
                        <a:pt x="348118" y="114226"/>
                      </a:cubicBezTo>
                      <a:cubicBezTo>
                        <a:pt x="350837" y="130544"/>
                        <a:pt x="358996" y="146863"/>
                        <a:pt x="361716" y="163180"/>
                      </a:cubicBezTo>
                      <a:cubicBezTo>
                        <a:pt x="364435" y="182218"/>
                        <a:pt x="364435" y="201256"/>
                        <a:pt x="369875" y="220293"/>
                      </a:cubicBezTo>
                      <a:cubicBezTo>
                        <a:pt x="375314" y="239331"/>
                        <a:pt x="378034" y="255649"/>
                        <a:pt x="378034" y="274686"/>
                      </a:cubicBezTo>
                      <a:cubicBezTo>
                        <a:pt x="378034" y="282845"/>
                        <a:pt x="380753" y="293724"/>
                        <a:pt x="383473" y="301883"/>
                      </a:cubicBezTo>
                      <a:cubicBezTo>
                        <a:pt x="386193" y="312762"/>
                        <a:pt x="388913" y="326360"/>
                        <a:pt x="391632" y="337238"/>
                      </a:cubicBezTo>
                      <a:cubicBezTo>
                        <a:pt x="391632" y="342678"/>
                        <a:pt x="394352" y="353556"/>
                        <a:pt x="397071" y="364435"/>
                      </a:cubicBezTo>
                      <a:cubicBezTo>
                        <a:pt x="399791" y="372594"/>
                        <a:pt x="402511" y="380753"/>
                        <a:pt x="405230" y="383473"/>
                      </a:cubicBezTo>
                      <a:cubicBezTo>
                        <a:pt x="407950" y="386192"/>
                        <a:pt x="413389" y="386192"/>
                        <a:pt x="416109" y="386192"/>
                      </a:cubicBezTo>
                      <a:cubicBezTo>
                        <a:pt x="418829" y="386192"/>
                        <a:pt x="424268" y="386192"/>
                        <a:pt x="426988" y="386192"/>
                      </a:cubicBezTo>
                      <a:cubicBezTo>
                        <a:pt x="437866" y="386192"/>
                        <a:pt x="448745" y="388912"/>
                        <a:pt x="454184" y="397071"/>
                      </a:cubicBezTo>
                      <a:cubicBezTo>
                        <a:pt x="456904" y="399790"/>
                        <a:pt x="456904" y="402510"/>
                        <a:pt x="456904" y="405230"/>
                      </a:cubicBezTo>
                      <a:cubicBezTo>
                        <a:pt x="456904" y="407949"/>
                        <a:pt x="454184" y="410669"/>
                        <a:pt x="451464" y="416108"/>
                      </a:cubicBezTo>
                      <a:cubicBezTo>
                        <a:pt x="446025" y="421548"/>
                        <a:pt x="440586" y="426987"/>
                        <a:pt x="432427" y="429707"/>
                      </a:cubicBezTo>
                      <a:cubicBezTo>
                        <a:pt x="429707" y="429707"/>
                        <a:pt x="426988" y="432426"/>
                        <a:pt x="421548" y="432426"/>
                      </a:cubicBezTo>
                      <a:cubicBezTo>
                        <a:pt x="418829" y="432426"/>
                        <a:pt x="416109" y="432426"/>
                        <a:pt x="413389" y="435146"/>
                      </a:cubicBezTo>
                      <a:cubicBezTo>
                        <a:pt x="413389" y="435146"/>
                        <a:pt x="413389" y="437866"/>
                        <a:pt x="413389" y="440585"/>
                      </a:cubicBezTo>
                      <a:cubicBezTo>
                        <a:pt x="413389" y="443305"/>
                        <a:pt x="413389" y="448744"/>
                        <a:pt x="416109" y="451464"/>
                      </a:cubicBezTo>
                      <a:cubicBezTo>
                        <a:pt x="416109" y="456903"/>
                        <a:pt x="418829" y="462343"/>
                        <a:pt x="418829" y="465062"/>
                      </a:cubicBezTo>
                      <a:lnTo>
                        <a:pt x="418829" y="475941"/>
                      </a:lnTo>
                      <a:cubicBezTo>
                        <a:pt x="418829" y="481380"/>
                        <a:pt x="418829" y="484100"/>
                        <a:pt x="418829" y="486820"/>
                      </a:cubicBezTo>
                      <a:cubicBezTo>
                        <a:pt x="421548" y="497698"/>
                        <a:pt x="424268" y="505857"/>
                        <a:pt x="426988" y="516736"/>
                      </a:cubicBezTo>
                      <a:cubicBezTo>
                        <a:pt x="426988" y="524895"/>
                        <a:pt x="429707" y="535773"/>
                        <a:pt x="432427" y="543932"/>
                      </a:cubicBezTo>
                      <a:cubicBezTo>
                        <a:pt x="435147" y="554811"/>
                        <a:pt x="437866" y="562970"/>
                        <a:pt x="437866" y="573848"/>
                      </a:cubicBezTo>
                      <a:cubicBezTo>
                        <a:pt x="437866" y="587447"/>
                        <a:pt x="440586" y="595606"/>
                        <a:pt x="443306" y="606484"/>
                      </a:cubicBezTo>
                      <a:cubicBezTo>
                        <a:pt x="443306" y="609204"/>
                        <a:pt x="446025" y="614643"/>
                        <a:pt x="446025" y="617363"/>
                      </a:cubicBezTo>
                      <a:cubicBezTo>
                        <a:pt x="454184" y="617363"/>
                        <a:pt x="462343" y="617363"/>
                        <a:pt x="470502" y="617363"/>
                      </a:cubicBezTo>
                      <a:cubicBezTo>
                        <a:pt x="475942" y="625522"/>
                        <a:pt x="492259" y="630961"/>
                        <a:pt x="492259" y="641840"/>
                      </a:cubicBezTo>
                      <a:cubicBezTo>
                        <a:pt x="492259" y="647279"/>
                        <a:pt x="486820" y="649999"/>
                        <a:pt x="484101" y="655438"/>
                      </a:cubicBezTo>
                      <a:cubicBezTo>
                        <a:pt x="481381" y="660877"/>
                        <a:pt x="473222" y="663597"/>
                        <a:pt x="467782" y="663597"/>
                      </a:cubicBezTo>
                      <a:cubicBezTo>
                        <a:pt x="456904" y="666317"/>
                        <a:pt x="451464" y="666317"/>
                        <a:pt x="443306" y="666317"/>
                      </a:cubicBezTo>
                      <a:cubicBezTo>
                        <a:pt x="437866" y="666317"/>
                        <a:pt x="429707" y="666317"/>
                        <a:pt x="421548" y="666317"/>
                      </a:cubicBezTo>
                      <a:cubicBezTo>
                        <a:pt x="418829" y="666317"/>
                        <a:pt x="416109" y="666317"/>
                        <a:pt x="413389" y="666317"/>
                      </a:cubicBezTo>
                      <a:cubicBezTo>
                        <a:pt x="407950" y="669036"/>
                        <a:pt x="405230" y="669036"/>
                        <a:pt x="399791" y="671756"/>
                      </a:cubicBezTo>
                      <a:cubicBezTo>
                        <a:pt x="394352" y="671756"/>
                        <a:pt x="388913" y="674476"/>
                        <a:pt x="383473" y="674476"/>
                      </a:cubicBezTo>
                      <a:cubicBezTo>
                        <a:pt x="372594" y="674476"/>
                        <a:pt x="358996" y="671756"/>
                        <a:pt x="348118" y="669036"/>
                      </a:cubicBezTo>
                      <a:cubicBezTo>
                        <a:pt x="339959" y="669036"/>
                        <a:pt x="331800" y="669036"/>
                        <a:pt x="326360" y="669036"/>
                      </a:cubicBezTo>
                      <a:cubicBezTo>
                        <a:pt x="304603" y="669036"/>
                        <a:pt x="285565" y="669036"/>
                        <a:pt x="277406" y="669036"/>
                      </a:cubicBezTo>
                      <a:cubicBezTo>
                        <a:pt x="269247" y="669036"/>
                        <a:pt x="258369" y="669036"/>
                        <a:pt x="252930" y="663597"/>
                      </a:cubicBezTo>
                      <a:cubicBezTo>
                        <a:pt x="247490" y="660877"/>
                        <a:pt x="236611" y="655438"/>
                        <a:pt x="236611" y="647279"/>
                      </a:cubicBezTo>
                      <a:cubicBezTo>
                        <a:pt x="236611" y="636401"/>
                        <a:pt x="252930" y="633681"/>
                        <a:pt x="261088" y="630961"/>
                      </a:cubicBezTo>
                      <a:cubicBezTo>
                        <a:pt x="266528" y="630961"/>
                        <a:pt x="274687" y="630961"/>
                        <a:pt x="288285" y="628241"/>
                      </a:cubicBezTo>
                      <a:cubicBezTo>
                        <a:pt x="288285" y="620082"/>
                        <a:pt x="288285" y="614643"/>
                        <a:pt x="285565" y="609204"/>
                      </a:cubicBezTo>
                      <a:cubicBezTo>
                        <a:pt x="285565" y="601045"/>
                        <a:pt x="282846" y="590166"/>
                        <a:pt x="282846" y="582007"/>
                      </a:cubicBezTo>
                      <a:cubicBezTo>
                        <a:pt x="282846" y="576568"/>
                        <a:pt x="280126" y="573848"/>
                        <a:pt x="280126" y="568409"/>
                      </a:cubicBezTo>
                      <a:cubicBezTo>
                        <a:pt x="280126" y="562970"/>
                        <a:pt x="282846" y="557531"/>
                        <a:pt x="282846" y="554811"/>
                      </a:cubicBezTo>
                      <a:cubicBezTo>
                        <a:pt x="282846" y="549371"/>
                        <a:pt x="280126" y="546652"/>
                        <a:pt x="277406" y="538493"/>
                      </a:cubicBezTo>
                      <a:cubicBezTo>
                        <a:pt x="277406" y="527614"/>
                        <a:pt x="271967" y="516736"/>
                        <a:pt x="271967" y="505857"/>
                      </a:cubicBezTo>
                      <a:cubicBezTo>
                        <a:pt x="271967" y="494978"/>
                        <a:pt x="271967" y="486820"/>
                        <a:pt x="269247" y="478660"/>
                      </a:cubicBezTo>
                      <a:cubicBezTo>
                        <a:pt x="266528" y="467782"/>
                        <a:pt x="266528" y="456903"/>
                        <a:pt x="266528" y="446025"/>
                      </a:cubicBezTo>
                      <a:cubicBezTo>
                        <a:pt x="266528" y="440585"/>
                        <a:pt x="263808" y="437866"/>
                        <a:pt x="261088" y="437866"/>
                      </a:cubicBezTo>
                      <a:cubicBezTo>
                        <a:pt x="258369" y="437866"/>
                        <a:pt x="255649" y="437866"/>
                        <a:pt x="250210" y="437866"/>
                      </a:cubicBezTo>
                      <a:cubicBezTo>
                        <a:pt x="239331" y="437866"/>
                        <a:pt x="228452" y="437866"/>
                        <a:pt x="220293" y="440585"/>
                      </a:cubicBezTo>
                      <a:cubicBezTo>
                        <a:pt x="209415" y="440585"/>
                        <a:pt x="201256" y="443305"/>
                        <a:pt x="190377" y="443305"/>
                      </a:cubicBezTo>
                      <a:cubicBezTo>
                        <a:pt x="182218" y="443305"/>
                        <a:pt x="174059" y="443305"/>
                        <a:pt x="165900" y="443305"/>
                      </a:cubicBezTo>
                      <a:cubicBezTo>
                        <a:pt x="163181" y="443305"/>
                        <a:pt x="152302" y="440585"/>
                        <a:pt x="144143" y="440585"/>
                      </a:cubicBezTo>
                      <a:cubicBezTo>
                        <a:pt x="135984" y="440585"/>
                        <a:pt x="135984" y="448744"/>
                        <a:pt x="135984" y="454184"/>
                      </a:cubicBezTo>
                      <a:cubicBezTo>
                        <a:pt x="135984" y="465062"/>
                        <a:pt x="133264" y="475941"/>
                        <a:pt x="130545" y="486820"/>
                      </a:cubicBezTo>
                      <a:cubicBezTo>
                        <a:pt x="127825" y="505857"/>
                        <a:pt x="122386" y="522175"/>
                        <a:pt x="119666" y="541213"/>
                      </a:cubicBezTo>
                      <a:cubicBezTo>
                        <a:pt x="116947" y="560250"/>
                        <a:pt x="108788" y="595606"/>
                        <a:pt x="103348" y="614643"/>
                      </a:cubicBezTo>
                      <a:cubicBezTo>
                        <a:pt x="111507" y="614643"/>
                        <a:pt x="122386" y="614643"/>
                        <a:pt x="133264" y="614643"/>
                      </a:cubicBezTo>
                      <a:cubicBezTo>
                        <a:pt x="146863" y="614643"/>
                        <a:pt x="168620" y="614643"/>
                        <a:pt x="168620" y="630961"/>
                      </a:cubicBezTo>
                      <a:cubicBezTo>
                        <a:pt x="168620" y="639120"/>
                        <a:pt x="165900" y="639120"/>
                        <a:pt x="163181" y="647279"/>
                      </a:cubicBezTo>
                      <a:cubicBezTo>
                        <a:pt x="160461" y="652718"/>
                        <a:pt x="152302" y="655438"/>
                        <a:pt x="146863" y="655438"/>
                      </a:cubicBezTo>
                      <a:cubicBezTo>
                        <a:pt x="138704" y="658158"/>
                        <a:pt x="133264" y="658158"/>
                        <a:pt x="127825" y="658158"/>
                      </a:cubicBezTo>
                      <a:cubicBezTo>
                        <a:pt x="122386" y="658158"/>
                        <a:pt x="116947" y="658158"/>
                        <a:pt x="106068" y="658158"/>
                      </a:cubicBezTo>
                      <a:cubicBezTo>
                        <a:pt x="92468" y="658158"/>
                        <a:pt x="78870" y="658158"/>
                        <a:pt x="62552" y="658158"/>
                      </a:cubicBezTo>
                      <a:cubicBezTo>
                        <a:pt x="54393" y="658158"/>
                        <a:pt x="46234" y="658158"/>
                        <a:pt x="40795" y="658158"/>
                      </a:cubicBezTo>
                      <a:cubicBezTo>
                        <a:pt x="32636" y="658158"/>
                        <a:pt x="21758" y="658158"/>
                        <a:pt x="16318" y="652718"/>
                      </a:cubicBezTo>
                      <a:cubicBezTo>
                        <a:pt x="8159" y="649999"/>
                        <a:pt x="0" y="641840"/>
                        <a:pt x="0" y="636401"/>
                      </a:cubicBezTo>
                      <a:cubicBezTo>
                        <a:pt x="0" y="633681"/>
                        <a:pt x="0" y="630961"/>
                        <a:pt x="2720" y="628241"/>
                      </a:cubicBezTo>
                      <a:cubicBezTo>
                        <a:pt x="8159" y="625522"/>
                        <a:pt x="16318" y="622802"/>
                        <a:pt x="24477" y="620082"/>
                      </a:cubicBezTo>
                      <a:cubicBezTo>
                        <a:pt x="38075" y="617363"/>
                        <a:pt x="48954" y="617363"/>
                        <a:pt x="62552" y="617363"/>
                      </a:cubicBezTo>
                      <a:cubicBezTo>
                        <a:pt x="62552" y="617363"/>
                        <a:pt x="62552" y="614643"/>
                        <a:pt x="62552" y="614643"/>
                      </a:cubicBezTo>
                      <a:cubicBezTo>
                        <a:pt x="62552" y="603765"/>
                        <a:pt x="65272" y="590166"/>
                        <a:pt x="65272" y="587447"/>
                      </a:cubicBezTo>
                      <a:cubicBezTo>
                        <a:pt x="67992" y="565689"/>
                        <a:pt x="73431" y="543932"/>
                        <a:pt x="76151" y="522175"/>
                      </a:cubicBezTo>
                      <a:cubicBezTo>
                        <a:pt x="78870" y="505857"/>
                        <a:pt x="81590" y="486820"/>
                        <a:pt x="87029" y="470501"/>
                      </a:cubicBezTo>
                      <a:cubicBezTo>
                        <a:pt x="87029" y="465062"/>
                        <a:pt x="92468" y="451464"/>
                        <a:pt x="92468" y="446025"/>
                      </a:cubicBezTo>
                      <a:cubicBezTo>
                        <a:pt x="92468" y="437866"/>
                        <a:pt x="73431" y="437866"/>
                        <a:pt x="65272" y="432426"/>
                      </a:cubicBezTo>
                      <a:cubicBezTo>
                        <a:pt x="59833" y="429707"/>
                        <a:pt x="54393" y="426987"/>
                        <a:pt x="54393" y="421548"/>
                      </a:cubicBezTo>
                      <a:cubicBezTo>
                        <a:pt x="54393" y="413389"/>
                        <a:pt x="62552" y="410669"/>
                        <a:pt x="73431" y="407949"/>
                      </a:cubicBezTo>
                      <a:cubicBezTo>
                        <a:pt x="78870" y="407949"/>
                        <a:pt x="92468" y="405230"/>
                        <a:pt x="100629" y="399790"/>
                      </a:cubicBezTo>
                      <a:cubicBezTo>
                        <a:pt x="106068" y="394351"/>
                        <a:pt x="106068" y="378033"/>
                        <a:pt x="108788" y="369874"/>
                      </a:cubicBezTo>
                      <a:cubicBezTo>
                        <a:pt x="114227" y="348117"/>
                        <a:pt x="119666" y="326360"/>
                        <a:pt x="125105" y="307322"/>
                      </a:cubicBezTo>
                      <a:cubicBezTo>
                        <a:pt x="130545" y="285565"/>
                        <a:pt x="135984" y="263808"/>
                        <a:pt x="141423" y="242051"/>
                      </a:cubicBezTo>
                      <a:cubicBezTo>
                        <a:pt x="146863" y="220293"/>
                        <a:pt x="152302" y="198536"/>
                        <a:pt x="155022" y="179498"/>
                      </a:cubicBezTo>
                      <a:cubicBezTo>
                        <a:pt x="157742" y="160461"/>
                        <a:pt x="163181" y="138703"/>
                        <a:pt x="168620" y="119665"/>
                      </a:cubicBezTo>
                      <a:cubicBezTo>
                        <a:pt x="176779" y="100627"/>
                        <a:pt x="182218" y="76150"/>
                        <a:pt x="193097" y="57113"/>
                      </a:cubicBezTo>
                      <a:lnTo>
                        <a:pt x="201256" y="38075"/>
                      </a:lnTo>
                      <a:cubicBezTo>
                        <a:pt x="206695" y="29916"/>
                        <a:pt x="209415" y="19038"/>
                        <a:pt x="217574" y="13598"/>
                      </a:cubicBezTo>
                      <a:cubicBezTo>
                        <a:pt x="231172" y="2720"/>
                        <a:pt x="255649" y="0"/>
                        <a:pt x="274687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96" name="Freeform: Shape 95">
                  <a:extLst>
                    <a:ext uri="{FF2B5EF4-FFF2-40B4-BE49-F238E27FC236}">
                      <a16:creationId xmlns:a16="http://schemas.microsoft.com/office/drawing/2014/main" id="{40AEC6AD-81BC-4D4C-B0B0-CB9ED53CFC2A}"/>
                    </a:ext>
                  </a:extLst>
                </p:cNvPr>
                <p:cNvSpPr/>
                <p:nvPr/>
              </p:nvSpPr>
              <p:spPr>
                <a:xfrm>
                  <a:off x="6876542" y="4244897"/>
                  <a:ext cx="462342" cy="677195"/>
                </a:xfrm>
                <a:custGeom>
                  <a:avLst/>
                  <a:gdLst>
                    <a:gd name="connsiteX0" fmla="*/ 214853 w 462342"/>
                    <a:gd name="connsiteY0" fmla="*/ 65272 h 677195"/>
                    <a:gd name="connsiteX1" fmla="*/ 195815 w 462342"/>
                    <a:gd name="connsiteY1" fmla="*/ 73431 h 677195"/>
                    <a:gd name="connsiteX2" fmla="*/ 193096 w 462342"/>
                    <a:gd name="connsiteY2" fmla="*/ 125105 h 677195"/>
                    <a:gd name="connsiteX3" fmla="*/ 190376 w 462342"/>
                    <a:gd name="connsiteY3" fmla="*/ 280125 h 677195"/>
                    <a:gd name="connsiteX4" fmla="*/ 190376 w 462342"/>
                    <a:gd name="connsiteY4" fmla="*/ 301882 h 677195"/>
                    <a:gd name="connsiteX5" fmla="*/ 193096 w 462342"/>
                    <a:gd name="connsiteY5" fmla="*/ 342677 h 677195"/>
                    <a:gd name="connsiteX6" fmla="*/ 195815 w 462342"/>
                    <a:gd name="connsiteY6" fmla="*/ 397070 h 677195"/>
                    <a:gd name="connsiteX7" fmla="*/ 195815 w 462342"/>
                    <a:gd name="connsiteY7" fmla="*/ 443304 h 677195"/>
                    <a:gd name="connsiteX8" fmla="*/ 195815 w 462342"/>
                    <a:gd name="connsiteY8" fmla="*/ 530333 h 677195"/>
                    <a:gd name="connsiteX9" fmla="*/ 193096 w 462342"/>
                    <a:gd name="connsiteY9" fmla="*/ 554810 h 677195"/>
                    <a:gd name="connsiteX10" fmla="*/ 190376 w 462342"/>
                    <a:gd name="connsiteY10" fmla="*/ 603764 h 677195"/>
                    <a:gd name="connsiteX11" fmla="*/ 198535 w 462342"/>
                    <a:gd name="connsiteY11" fmla="*/ 611923 h 677195"/>
                    <a:gd name="connsiteX12" fmla="*/ 214853 w 462342"/>
                    <a:gd name="connsiteY12" fmla="*/ 611923 h 677195"/>
                    <a:gd name="connsiteX13" fmla="*/ 236610 w 462342"/>
                    <a:gd name="connsiteY13" fmla="*/ 611923 h 677195"/>
                    <a:gd name="connsiteX14" fmla="*/ 263807 w 462342"/>
                    <a:gd name="connsiteY14" fmla="*/ 598325 h 677195"/>
                    <a:gd name="connsiteX15" fmla="*/ 277405 w 462342"/>
                    <a:gd name="connsiteY15" fmla="*/ 592885 h 677195"/>
                    <a:gd name="connsiteX16" fmla="*/ 291004 w 462342"/>
                    <a:gd name="connsiteY16" fmla="*/ 573848 h 677195"/>
                    <a:gd name="connsiteX17" fmla="*/ 307322 w 462342"/>
                    <a:gd name="connsiteY17" fmla="*/ 543931 h 677195"/>
                    <a:gd name="connsiteX18" fmla="*/ 326359 w 462342"/>
                    <a:gd name="connsiteY18" fmla="*/ 481379 h 677195"/>
                    <a:gd name="connsiteX19" fmla="*/ 337238 w 462342"/>
                    <a:gd name="connsiteY19" fmla="*/ 413388 h 677195"/>
                    <a:gd name="connsiteX20" fmla="*/ 337238 w 462342"/>
                    <a:gd name="connsiteY20" fmla="*/ 350836 h 677195"/>
                    <a:gd name="connsiteX21" fmla="*/ 334518 w 462342"/>
                    <a:gd name="connsiteY21" fmla="*/ 296443 h 677195"/>
                    <a:gd name="connsiteX22" fmla="*/ 329079 w 462342"/>
                    <a:gd name="connsiteY22" fmla="*/ 244769 h 677195"/>
                    <a:gd name="connsiteX23" fmla="*/ 307322 w 462342"/>
                    <a:gd name="connsiteY23" fmla="*/ 135983 h 677195"/>
                    <a:gd name="connsiteX24" fmla="*/ 271966 w 462342"/>
                    <a:gd name="connsiteY24" fmla="*/ 78870 h 677195"/>
                    <a:gd name="connsiteX25" fmla="*/ 214853 w 462342"/>
                    <a:gd name="connsiteY25" fmla="*/ 65272 h 677195"/>
                    <a:gd name="connsiteX26" fmla="*/ 114226 w 462342"/>
                    <a:gd name="connsiteY26" fmla="*/ 0 h 677195"/>
                    <a:gd name="connsiteX27" fmla="*/ 127824 w 462342"/>
                    <a:gd name="connsiteY27" fmla="*/ 0 h 677195"/>
                    <a:gd name="connsiteX28" fmla="*/ 146862 w 462342"/>
                    <a:gd name="connsiteY28" fmla="*/ 2720 h 677195"/>
                    <a:gd name="connsiteX29" fmla="*/ 174059 w 462342"/>
                    <a:gd name="connsiteY29" fmla="*/ 21758 h 677195"/>
                    <a:gd name="connsiteX30" fmla="*/ 193096 w 462342"/>
                    <a:gd name="connsiteY30" fmla="*/ 21758 h 677195"/>
                    <a:gd name="connsiteX31" fmla="*/ 261088 w 462342"/>
                    <a:gd name="connsiteY31" fmla="*/ 27197 h 677195"/>
                    <a:gd name="connsiteX32" fmla="*/ 310042 w 462342"/>
                    <a:gd name="connsiteY32" fmla="*/ 35356 h 677195"/>
                    <a:gd name="connsiteX33" fmla="*/ 334518 w 462342"/>
                    <a:gd name="connsiteY33" fmla="*/ 40795 h 677195"/>
                    <a:gd name="connsiteX34" fmla="*/ 356276 w 462342"/>
                    <a:gd name="connsiteY34" fmla="*/ 59833 h 677195"/>
                    <a:gd name="connsiteX35" fmla="*/ 372593 w 462342"/>
                    <a:gd name="connsiteY35" fmla="*/ 76151 h 677195"/>
                    <a:gd name="connsiteX36" fmla="*/ 380752 w 462342"/>
                    <a:gd name="connsiteY36" fmla="*/ 95188 h 677195"/>
                    <a:gd name="connsiteX37" fmla="*/ 405230 w 462342"/>
                    <a:gd name="connsiteY37" fmla="*/ 114226 h 677195"/>
                    <a:gd name="connsiteX38" fmla="*/ 416108 w 462342"/>
                    <a:gd name="connsiteY38" fmla="*/ 141422 h 677195"/>
                    <a:gd name="connsiteX39" fmla="*/ 451464 w 462342"/>
                    <a:gd name="connsiteY39" fmla="*/ 201256 h 677195"/>
                    <a:gd name="connsiteX40" fmla="*/ 456903 w 462342"/>
                    <a:gd name="connsiteY40" fmla="*/ 252929 h 677195"/>
                    <a:gd name="connsiteX41" fmla="*/ 456903 w 462342"/>
                    <a:gd name="connsiteY41" fmla="*/ 291004 h 677195"/>
                    <a:gd name="connsiteX42" fmla="*/ 459623 w 462342"/>
                    <a:gd name="connsiteY42" fmla="*/ 318201 h 677195"/>
                    <a:gd name="connsiteX43" fmla="*/ 459623 w 462342"/>
                    <a:gd name="connsiteY43" fmla="*/ 326360 h 677195"/>
                    <a:gd name="connsiteX44" fmla="*/ 459623 w 462342"/>
                    <a:gd name="connsiteY44" fmla="*/ 348117 h 677195"/>
                    <a:gd name="connsiteX45" fmla="*/ 462342 w 462342"/>
                    <a:gd name="connsiteY45" fmla="*/ 367155 h 677195"/>
                    <a:gd name="connsiteX46" fmla="*/ 456903 w 462342"/>
                    <a:gd name="connsiteY46" fmla="*/ 391632 h 677195"/>
                    <a:gd name="connsiteX47" fmla="*/ 456903 w 462342"/>
                    <a:gd name="connsiteY47" fmla="*/ 418828 h 677195"/>
                    <a:gd name="connsiteX48" fmla="*/ 451464 w 462342"/>
                    <a:gd name="connsiteY48" fmla="*/ 437866 h 677195"/>
                    <a:gd name="connsiteX49" fmla="*/ 446025 w 462342"/>
                    <a:gd name="connsiteY49" fmla="*/ 454184 h 677195"/>
                    <a:gd name="connsiteX50" fmla="*/ 440585 w 462342"/>
                    <a:gd name="connsiteY50" fmla="*/ 481380 h 677195"/>
                    <a:gd name="connsiteX51" fmla="*/ 432426 w 462342"/>
                    <a:gd name="connsiteY51" fmla="*/ 508577 h 677195"/>
                    <a:gd name="connsiteX52" fmla="*/ 418828 w 462342"/>
                    <a:gd name="connsiteY52" fmla="*/ 530334 h 677195"/>
                    <a:gd name="connsiteX53" fmla="*/ 410669 w 462342"/>
                    <a:gd name="connsiteY53" fmla="*/ 549371 h 677195"/>
                    <a:gd name="connsiteX54" fmla="*/ 391631 w 462342"/>
                    <a:gd name="connsiteY54" fmla="*/ 579288 h 677195"/>
                    <a:gd name="connsiteX55" fmla="*/ 337238 w 462342"/>
                    <a:gd name="connsiteY55" fmla="*/ 630961 h 677195"/>
                    <a:gd name="connsiteX56" fmla="*/ 301883 w 462342"/>
                    <a:gd name="connsiteY56" fmla="*/ 647279 h 677195"/>
                    <a:gd name="connsiteX57" fmla="*/ 263807 w 462342"/>
                    <a:gd name="connsiteY57" fmla="*/ 652718 h 677195"/>
                    <a:gd name="connsiteX58" fmla="*/ 233891 w 462342"/>
                    <a:gd name="connsiteY58" fmla="*/ 649999 h 677195"/>
                    <a:gd name="connsiteX59" fmla="*/ 187657 w 462342"/>
                    <a:gd name="connsiteY59" fmla="*/ 652718 h 677195"/>
                    <a:gd name="connsiteX60" fmla="*/ 171339 w 462342"/>
                    <a:gd name="connsiteY60" fmla="*/ 669036 h 677195"/>
                    <a:gd name="connsiteX61" fmla="*/ 155021 w 462342"/>
                    <a:gd name="connsiteY61" fmla="*/ 671756 h 677195"/>
                    <a:gd name="connsiteX62" fmla="*/ 138703 w 462342"/>
                    <a:gd name="connsiteY62" fmla="*/ 674476 h 677195"/>
                    <a:gd name="connsiteX63" fmla="*/ 125105 w 462342"/>
                    <a:gd name="connsiteY63" fmla="*/ 677195 h 677195"/>
                    <a:gd name="connsiteX64" fmla="*/ 106067 w 462342"/>
                    <a:gd name="connsiteY64" fmla="*/ 671756 h 677195"/>
                    <a:gd name="connsiteX65" fmla="*/ 87029 w 462342"/>
                    <a:gd name="connsiteY65" fmla="*/ 658158 h 677195"/>
                    <a:gd name="connsiteX66" fmla="*/ 81590 w 462342"/>
                    <a:gd name="connsiteY66" fmla="*/ 652718 h 677195"/>
                    <a:gd name="connsiteX67" fmla="*/ 67992 w 462342"/>
                    <a:gd name="connsiteY67" fmla="*/ 652718 h 677195"/>
                    <a:gd name="connsiteX68" fmla="*/ 43515 w 462342"/>
                    <a:gd name="connsiteY68" fmla="*/ 652718 h 677195"/>
                    <a:gd name="connsiteX69" fmla="*/ 16318 w 462342"/>
                    <a:gd name="connsiteY69" fmla="*/ 647279 h 677195"/>
                    <a:gd name="connsiteX70" fmla="*/ 0 w 462342"/>
                    <a:gd name="connsiteY70" fmla="*/ 630961 h 677195"/>
                    <a:gd name="connsiteX71" fmla="*/ 5439 w 462342"/>
                    <a:gd name="connsiteY71" fmla="*/ 620083 h 677195"/>
                    <a:gd name="connsiteX72" fmla="*/ 27197 w 462342"/>
                    <a:gd name="connsiteY72" fmla="*/ 611924 h 677195"/>
                    <a:gd name="connsiteX73" fmla="*/ 65272 w 462342"/>
                    <a:gd name="connsiteY73" fmla="*/ 609204 h 677195"/>
                    <a:gd name="connsiteX74" fmla="*/ 65272 w 462342"/>
                    <a:gd name="connsiteY74" fmla="*/ 584727 h 677195"/>
                    <a:gd name="connsiteX75" fmla="*/ 62552 w 462342"/>
                    <a:gd name="connsiteY75" fmla="*/ 456903 h 677195"/>
                    <a:gd name="connsiteX76" fmla="*/ 65272 w 462342"/>
                    <a:gd name="connsiteY76" fmla="*/ 337238 h 677195"/>
                    <a:gd name="connsiteX77" fmla="*/ 67992 w 462342"/>
                    <a:gd name="connsiteY77" fmla="*/ 203975 h 677195"/>
                    <a:gd name="connsiteX78" fmla="*/ 70712 w 462342"/>
                    <a:gd name="connsiteY78" fmla="*/ 119665 h 677195"/>
                    <a:gd name="connsiteX79" fmla="*/ 73431 w 462342"/>
                    <a:gd name="connsiteY79" fmla="*/ 67992 h 677195"/>
                    <a:gd name="connsiteX80" fmla="*/ 67992 w 462342"/>
                    <a:gd name="connsiteY80" fmla="*/ 67992 h 677195"/>
                    <a:gd name="connsiteX81" fmla="*/ 43515 w 462342"/>
                    <a:gd name="connsiteY81" fmla="*/ 67992 h 677195"/>
                    <a:gd name="connsiteX82" fmla="*/ 16318 w 462342"/>
                    <a:gd name="connsiteY82" fmla="*/ 62552 h 677195"/>
                    <a:gd name="connsiteX83" fmla="*/ 0 w 462342"/>
                    <a:gd name="connsiteY83" fmla="*/ 46234 h 677195"/>
                    <a:gd name="connsiteX84" fmla="*/ 5439 w 462342"/>
                    <a:gd name="connsiteY84" fmla="*/ 35356 h 677195"/>
                    <a:gd name="connsiteX85" fmla="*/ 27197 w 462342"/>
                    <a:gd name="connsiteY85" fmla="*/ 27197 h 677195"/>
                    <a:gd name="connsiteX86" fmla="*/ 76151 w 462342"/>
                    <a:gd name="connsiteY86" fmla="*/ 21758 h 677195"/>
                    <a:gd name="connsiteX87" fmla="*/ 81590 w 462342"/>
                    <a:gd name="connsiteY87" fmla="*/ 13598 h 677195"/>
                    <a:gd name="connsiteX88" fmla="*/ 97908 w 462342"/>
                    <a:gd name="connsiteY88" fmla="*/ 5439 h 677195"/>
                    <a:gd name="connsiteX89" fmla="*/ 114226 w 462342"/>
                    <a:gd name="connsiteY89" fmla="*/ 0 h 6771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</a:cxnLst>
                  <a:rect l="l" t="t" r="r" b="b"/>
                  <a:pathLst>
                    <a:path w="462342" h="677195">
                      <a:moveTo>
                        <a:pt x="214853" y="65272"/>
                      </a:moveTo>
                      <a:cubicBezTo>
                        <a:pt x="203975" y="65272"/>
                        <a:pt x="195815" y="67992"/>
                        <a:pt x="195815" y="73431"/>
                      </a:cubicBezTo>
                      <a:cubicBezTo>
                        <a:pt x="193096" y="78870"/>
                        <a:pt x="193096" y="100628"/>
                        <a:pt x="193096" y="125105"/>
                      </a:cubicBezTo>
                      <a:cubicBezTo>
                        <a:pt x="193096" y="182217"/>
                        <a:pt x="193096" y="266527"/>
                        <a:pt x="190376" y="280125"/>
                      </a:cubicBezTo>
                      <a:cubicBezTo>
                        <a:pt x="190376" y="288284"/>
                        <a:pt x="190376" y="293723"/>
                        <a:pt x="190376" y="301882"/>
                      </a:cubicBezTo>
                      <a:cubicBezTo>
                        <a:pt x="190376" y="315480"/>
                        <a:pt x="190376" y="329079"/>
                        <a:pt x="193096" y="342677"/>
                      </a:cubicBezTo>
                      <a:cubicBezTo>
                        <a:pt x="193096" y="361715"/>
                        <a:pt x="193096" y="378033"/>
                        <a:pt x="195815" y="397070"/>
                      </a:cubicBezTo>
                      <a:cubicBezTo>
                        <a:pt x="195815" y="413388"/>
                        <a:pt x="195815" y="426986"/>
                        <a:pt x="195815" y="443304"/>
                      </a:cubicBezTo>
                      <a:cubicBezTo>
                        <a:pt x="195815" y="465061"/>
                        <a:pt x="198535" y="508576"/>
                        <a:pt x="195815" y="530333"/>
                      </a:cubicBezTo>
                      <a:cubicBezTo>
                        <a:pt x="195815" y="538492"/>
                        <a:pt x="193096" y="546651"/>
                        <a:pt x="193096" y="554810"/>
                      </a:cubicBezTo>
                      <a:cubicBezTo>
                        <a:pt x="193096" y="560249"/>
                        <a:pt x="190376" y="590166"/>
                        <a:pt x="190376" y="603764"/>
                      </a:cubicBezTo>
                      <a:cubicBezTo>
                        <a:pt x="190376" y="609203"/>
                        <a:pt x="190376" y="611923"/>
                        <a:pt x="198535" y="611923"/>
                      </a:cubicBezTo>
                      <a:cubicBezTo>
                        <a:pt x="206694" y="611923"/>
                        <a:pt x="209414" y="611923"/>
                        <a:pt x="214853" y="611923"/>
                      </a:cubicBezTo>
                      <a:cubicBezTo>
                        <a:pt x="223012" y="611923"/>
                        <a:pt x="220293" y="611923"/>
                        <a:pt x="236610" y="611923"/>
                      </a:cubicBezTo>
                      <a:cubicBezTo>
                        <a:pt x="242050" y="611923"/>
                        <a:pt x="258368" y="601044"/>
                        <a:pt x="263807" y="598325"/>
                      </a:cubicBezTo>
                      <a:cubicBezTo>
                        <a:pt x="266527" y="598325"/>
                        <a:pt x="274686" y="592885"/>
                        <a:pt x="277405" y="592885"/>
                      </a:cubicBezTo>
                      <a:cubicBezTo>
                        <a:pt x="285564" y="587446"/>
                        <a:pt x="288284" y="579287"/>
                        <a:pt x="291004" y="573848"/>
                      </a:cubicBezTo>
                      <a:cubicBezTo>
                        <a:pt x="296443" y="562969"/>
                        <a:pt x="301882" y="554810"/>
                        <a:pt x="307322" y="543931"/>
                      </a:cubicBezTo>
                      <a:cubicBezTo>
                        <a:pt x="315481" y="524894"/>
                        <a:pt x="320920" y="524894"/>
                        <a:pt x="326359" y="481379"/>
                      </a:cubicBezTo>
                      <a:cubicBezTo>
                        <a:pt x="329079" y="456903"/>
                        <a:pt x="334518" y="435145"/>
                        <a:pt x="337238" y="413388"/>
                      </a:cubicBezTo>
                      <a:cubicBezTo>
                        <a:pt x="337238" y="391631"/>
                        <a:pt x="337238" y="369873"/>
                        <a:pt x="337238" y="350836"/>
                      </a:cubicBezTo>
                      <a:cubicBezTo>
                        <a:pt x="337238" y="339957"/>
                        <a:pt x="337238" y="320920"/>
                        <a:pt x="334518" y="296443"/>
                      </a:cubicBezTo>
                      <a:cubicBezTo>
                        <a:pt x="331798" y="269246"/>
                        <a:pt x="329079" y="250209"/>
                        <a:pt x="329079" y="244769"/>
                      </a:cubicBezTo>
                      <a:cubicBezTo>
                        <a:pt x="323640" y="206694"/>
                        <a:pt x="318200" y="174058"/>
                        <a:pt x="307322" y="135983"/>
                      </a:cubicBezTo>
                      <a:cubicBezTo>
                        <a:pt x="304602" y="125105"/>
                        <a:pt x="304602" y="108787"/>
                        <a:pt x="271966" y="78870"/>
                      </a:cubicBezTo>
                      <a:cubicBezTo>
                        <a:pt x="263807" y="73431"/>
                        <a:pt x="233891" y="65272"/>
                        <a:pt x="214853" y="65272"/>
                      </a:cubicBezTo>
                      <a:close/>
                      <a:moveTo>
                        <a:pt x="114226" y="0"/>
                      </a:moveTo>
                      <a:cubicBezTo>
                        <a:pt x="119665" y="0"/>
                        <a:pt x="125105" y="0"/>
                        <a:pt x="127824" y="0"/>
                      </a:cubicBezTo>
                      <a:cubicBezTo>
                        <a:pt x="133264" y="0"/>
                        <a:pt x="141422" y="0"/>
                        <a:pt x="146862" y="2720"/>
                      </a:cubicBezTo>
                      <a:cubicBezTo>
                        <a:pt x="157741" y="5439"/>
                        <a:pt x="165900" y="13598"/>
                        <a:pt x="174059" y="21758"/>
                      </a:cubicBezTo>
                      <a:cubicBezTo>
                        <a:pt x="179498" y="21758"/>
                        <a:pt x="187657" y="21758"/>
                        <a:pt x="193096" y="21758"/>
                      </a:cubicBezTo>
                      <a:cubicBezTo>
                        <a:pt x="212134" y="21758"/>
                        <a:pt x="228452" y="27197"/>
                        <a:pt x="261088" y="27197"/>
                      </a:cubicBezTo>
                      <a:cubicBezTo>
                        <a:pt x="277405" y="27197"/>
                        <a:pt x="293723" y="35356"/>
                        <a:pt x="310042" y="35356"/>
                      </a:cubicBezTo>
                      <a:cubicBezTo>
                        <a:pt x="318200" y="35356"/>
                        <a:pt x="329079" y="35356"/>
                        <a:pt x="334518" y="40795"/>
                      </a:cubicBezTo>
                      <a:cubicBezTo>
                        <a:pt x="342677" y="46234"/>
                        <a:pt x="348117" y="54393"/>
                        <a:pt x="356276" y="59833"/>
                      </a:cubicBezTo>
                      <a:cubicBezTo>
                        <a:pt x="361715" y="65272"/>
                        <a:pt x="369874" y="67992"/>
                        <a:pt x="372593" y="76151"/>
                      </a:cubicBezTo>
                      <a:cubicBezTo>
                        <a:pt x="375313" y="81590"/>
                        <a:pt x="378033" y="89749"/>
                        <a:pt x="380752" y="95188"/>
                      </a:cubicBezTo>
                      <a:cubicBezTo>
                        <a:pt x="386192" y="103347"/>
                        <a:pt x="391631" y="106067"/>
                        <a:pt x="405230" y="114226"/>
                      </a:cubicBezTo>
                      <a:cubicBezTo>
                        <a:pt x="413388" y="119665"/>
                        <a:pt x="410669" y="133263"/>
                        <a:pt x="416108" y="141422"/>
                      </a:cubicBezTo>
                      <a:cubicBezTo>
                        <a:pt x="426987" y="160461"/>
                        <a:pt x="446025" y="182218"/>
                        <a:pt x="451464" y="201256"/>
                      </a:cubicBezTo>
                      <a:cubicBezTo>
                        <a:pt x="456903" y="220293"/>
                        <a:pt x="456903" y="236611"/>
                        <a:pt x="456903" y="252929"/>
                      </a:cubicBezTo>
                      <a:cubicBezTo>
                        <a:pt x="456903" y="266527"/>
                        <a:pt x="456903" y="277406"/>
                        <a:pt x="456903" y="291004"/>
                      </a:cubicBezTo>
                      <a:cubicBezTo>
                        <a:pt x="456903" y="299163"/>
                        <a:pt x="456903" y="307322"/>
                        <a:pt x="459623" y="318201"/>
                      </a:cubicBezTo>
                      <a:cubicBezTo>
                        <a:pt x="459623" y="320921"/>
                        <a:pt x="459623" y="323640"/>
                        <a:pt x="459623" y="326360"/>
                      </a:cubicBezTo>
                      <a:cubicBezTo>
                        <a:pt x="462342" y="331799"/>
                        <a:pt x="459623" y="337238"/>
                        <a:pt x="459623" y="348117"/>
                      </a:cubicBezTo>
                      <a:cubicBezTo>
                        <a:pt x="459623" y="350837"/>
                        <a:pt x="462342" y="361715"/>
                        <a:pt x="462342" y="367155"/>
                      </a:cubicBezTo>
                      <a:cubicBezTo>
                        <a:pt x="462342" y="375314"/>
                        <a:pt x="456903" y="383473"/>
                        <a:pt x="456903" y="391632"/>
                      </a:cubicBezTo>
                      <a:cubicBezTo>
                        <a:pt x="456903" y="399790"/>
                        <a:pt x="456903" y="410669"/>
                        <a:pt x="456903" y="418828"/>
                      </a:cubicBezTo>
                      <a:cubicBezTo>
                        <a:pt x="456903" y="421548"/>
                        <a:pt x="454183" y="429707"/>
                        <a:pt x="451464" y="437866"/>
                      </a:cubicBezTo>
                      <a:cubicBezTo>
                        <a:pt x="448744" y="443305"/>
                        <a:pt x="448744" y="451464"/>
                        <a:pt x="446025" y="454184"/>
                      </a:cubicBezTo>
                      <a:cubicBezTo>
                        <a:pt x="443305" y="462343"/>
                        <a:pt x="440585" y="473221"/>
                        <a:pt x="440585" y="481380"/>
                      </a:cubicBezTo>
                      <a:cubicBezTo>
                        <a:pt x="437865" y="489539"/>
                        <a:pt x="437865" y="500418"/>
                        <a:pt x="432426" y="508577"/>
                      </a:cubicBezTo>
                      <a:cubicBezTo>
                        <a:pt x="429706" y="516736"/>
                        <a:pt x="424267" y="522175"/>
                        <a:pt x="418828" y="530334"/>
                      </a:cubicBezTo>
                      <a:cubicBezTo>
                        <a:pt x="416108" y="535773"/>
                        <a:pt x="413388" y="543932"/>
                        <a:pt x="410669" y="549371"/>
                      </a:cubicBezTo>
                      <a:cubicBezTo>
                        <a:pt x="405230" y="557531"/>
                        <a:pt x="397071" y="573848"/>
                        <a:pt x="391631" y="579288"/>
                      </a:cubicBezTo>
                      <a:cubicBezTo>
                        <a:pt x="369874" y="609204"/>
                        <a:pt x="350836" y="620083"/>
                        <a:pt x="337238" y="630961"/>
                      </a:cubicBezTo>
                      <a:cubicBezTo>
                        <a:pt x="326359" y="639120"/>
                        <a:pt x="315481" y="641840"/>
                        <a:pt x="301883" y="647279"/>
                      </a:cubicBezTo>
                      <a:cubicBezTo>
                        <a:pt x="291004" y="649999"/>
                        <a:pt x="277405" y="652718"/>
                        <a:pt x="263807" y="652718"/>
                      </a:cubicBezTo>
                      <a:cubicBezTo>
                        <a:pt x="252929" y="652718"/>
                        <a:pt x="244770" y="649999"/>
                        <a:pt x="233891" y="649999"/>
                      </a:cubicBezTo>
                      <a:cubicBezTo>
                        <a:pt x="206694" y="649999"/>
                        <a:pt x="217573" y="652718"/>
                        <a:pt x="187657" y="652718"/>
                      </a:cubicBezTo>
                      <a:cubicBezTo>
                        <a:pt x="184937" y="660877"/>
                        <a:pt x="179498" y="666317"/>
                        <a:pt x="171339" y="669036"/>
                      </a:cubicBezTo>
                      <a:cubicBezTo>
                        <a:pt x="165900" y="671756"/>
                        <a:pt x="160460" y="671756"/>
                        <a:pt x="155021" y="671756"/>
                      </a:cubicBezTo>
                      <a:cubicBezTo>
                        <a:pt x="149581" y="671756"/>
                        <a:pt x="144142" y="674476"/>
                        <a:pt x="138703" y="674476"/>
                      </a:cubicBezTo>
                      <a:cubicBezTo>
                        <a:pt x="135983" y="674476"/>
                        <a:pt x="127824" y="677195"/>
                        <a:pt x="125105" y="677195"/>
                      </a:cubicBezTo>
                      <a:cubicBezTo>
                        <a:pt x="116946" y="677195"/>
                        <a:pt x="108787" y="671756"/>
                        <a:pt x="106067" y="671756"/>
                      </a:cubicBezTo>
                      <a:cubicBezTo>
                        <a:pt x="100628" y="669036"/>
                        <a:pt x="95188" y="663597"/>
                        <a:pt x="87029" y="658158"/>
                      </a:cubicBezTo>
                      <a:cubicBezTo>
                        <a:pt x="84310" y="655438"/>
                        <a:pt x="81590" y="655438"/>
                        <a:pt x="81590" y="652718"/>
                      </a:cubicBezTo>
                      <a:cubicBezTo>
                        <a:pt x="73431" y="652718"/>
                        <a:pt x="81590" y="652718"/>
                        <a:pt x="67992" y="652718"/>
                      </a:cubicBezTo>
                      <a:cubicBezTo>
                        <a:pt x="59833" y="652718"/>
                        <a:pt x="51674" y="652718"/>
                        <a:pt x="43515" y="652718"/>
                      </a:cubicBezTo>
                      <a:cubicBezTo>
                        <a:pt x="35356" y="652718"/>
                        <a:pt x="24477" y="652718"/>
                        <a:pt x="16318" y="647279"/>
                      </a:cubicBezTo>
                      <a:cubicBezTo>
                        <a:pt x="8159" y="644559"/>
                        <a:pt x="0" y="636401"/>
                        <a:pt x="0" y="630961"/>
                      </a:cubicBezTo>
                      <a:cubicBezTo>
                        <a:pt x="0" y="625522"/>
                        <a:pt x="0" y="622802"/>
                        <a:pt x="5439" y="620083"/>
                      </a:cubicBezTo>
                      <a:cubicBezTo>
                        <a:pt x="10879" y="617363"/>
                        <a:pt x="21758" y="614643"/>
                        <a:pt x="27197" y="611924"/>
                      </a:cubicBezTo>
                      <a:cubicBezTo>
                        <a:pt x="38076" y="609204"/>
                        <a:pt x="54393" y="609204"/>
                        <a:pt x="65272" y="609204"/>
                      </a:cubicBezTo>
                      <a:cubicBezTo>
                        <a:pt x="65272" y="601045"/>
                        <a:pt x="65272" y="592886"/>
                        <a:pt x="65272" y="584727"/>
                      </a:cubicBezTo>
                      <a:cubicBezTo>
                        <a:pt x="65272" y="541213"/>
                        <a:pt x="62552" y="500418"/>
                        <a:pt x="62552" y="456903"/>
                      </a:cubicBezTo>
                      <a:cubicBezTo>
                        <a:pt x="62552" y="440585"/>
                        <a:pt x="65272" y="397071"/>
                        <a:pt x="65272" y="337238"/>
                      </a:cubicBezTo>
                      <a:cubicBezTo>
                        <a:pt x="65272" y="293724"/>
                        <a:pt x="67992" y="247490"/>
                        <a:pt x="67992" y="203975"/>
                      </a:cubicBezTo>
                      <a:cubicBezTo>
                        <a:pt x="67992" y="179498"/>
                        <a:pt x="67992" y="149582"/>
                        <a:pt x="70712" y="119665"/>
                      </a:cubicBezTo>
                      <a:cubicBezTo>
                        <a:pt x="70712" y="103347"/>
                        <a:pt x="73431" y="84309"/>
                        <a:pt x="73431" y="67992"/>
                      </a:cubicBezTo>
                      <a:cubicBezTo>
                        <a:pt x="73431" y="67992"/>
                        <a:pt x="70712" y="67992"/>
                        <a:pt x="67992" y="67992"/>
                      </a:cubicBezTo>
                      <a:cubicBezTo>
                        <a:pt x="59833" y="67992"/>
                        <a:pt x="51674" y="67992"/>
                        <a:pt x="43515" y="67992"/>
                      </a:cubicBezTo>
                      <a:cubicBezTo>
                        <a:pt x="35356" y="67992"/>
                        <a:pt x="24477" y="67992"/>
                        <a:pt x="16318" y="62552"/>
                      </a:cubicBezTo>
                      <a:cubicBezTo>
                        <a:pt x="8159" y="59833"/>
                        <a:pt x="0" y="51674"/>
                        <a:pt x="0" y="46234"/>
                      </a:cubicBezTo>
                      <a:cubicBezTo>
                        <a:pt x="0" y="43515"/>
                        <a:pt x="0" y="38075"/>
                        <a:pt x="5439" y="35356"/>
                      </a:cubicBezTo>
                      <a:cubicBezTo>
                        <a:pt x="10879" y="32636"/>
                        <a:pt x="21758" y="29916"/>
                        <a:pt x="27197" y="27197"/>
                      </a:cubicBezTo>
                      <a:cubicBezTo>
                        <a:pt x="46234" y="24477"/>
                        <a:pt x="65272" y="21758"/>
                        <a:pt x="76151" y="21758"/>
                      </a:cubicBezTo>
                      <a:cubicBezTo>
                        <a:pt x="76151" y="19038"/>
                        <a:pt x="78871" y="16318"/>
                        <a:pt x="81590" y="13598"/>
                      </a:cubicBezTo>
                      <a:cubicBezTo>
                        <a:pt x="84310" y="10879"/>
                        <a:pt x="92469" y="5439"/>
                        <a:pt x="97908" y="5439"/>
                      </a:cubicBezTo>
                      <a:cubicBezTo>
                        <a:pt x="103347" y="2720"/>
                        <a:pt x="108787" y="0"/>
                        <a:pt x="114226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97" name="Freeform: Shape 96">
                  <a:extLst>
                    <a:ext uri="{FF2B5EF4-FFF2-40B4-BE49-F238E27FC236}">
                      <a16:creationId xmlns:a16="http://schemas.microsoft.com/office/drawing/2014/main" id="{2C2411EF-DBBD-472B-ADD3-DE6A15B2B56E}"/>
                    </a:ext>
                  </a:extLst>
                </p:cNvPr>
                <p:cNvSpPr/>
                <p:nvPr/>
              </p:nvSpPr>
              <p:spPr>
                <a:xfrm>
                  <a:off x="7310622" y="4197597"/>
                  <a:ext cx="489539" cy="761503"/>
                </a:xfrm>
                <a:custGeom>
                  <a:avLst/>
                  <a:gdLst>
                    <a:gd name="connsiteX0" fmla="*/ 433491 w 489538"/>
                    <a:gd name="connsiteY0" fmla="*/ 651063 h 761503"/>
                    <a:gd name="connsiteX1" fmla="*/ 438930 w 489538"/>
                    <a:gd name="connsiteY1" fmla="*/ 661942 h 761503"/>
                    <a:gd name="connsiteX2" fmla="*/ 425332 w 489538"/>
                    <a:gd name="connsiteY2" fmla="*/ 683699 h 761503"/>
                    <a:gd name="connsiteX3" fmla="*/ 400855 w 489538"/>
                    <a:gd name="connsiteY3" fmla="*/ 691858 h 761503"/>
                    <a:gd name="connsiteX4" fmla="*/ 343742 w 489538"/>
                    <a:gd name="connsiteY4" fmla="*/ 700017 h 761503"/>
                    <a:gd name="connsiteX5" fmla="*/ 316546 w 489538"/>
                    <a:gd name="connsiteY5" fmla="*/ 705456 h 761503"/>
                    <a:gd name="connsiteX6" fmla="*/ 275751 w 489538"/>
                    <a:gd name="connsiteY6" fmla="*/ 705456 h 761503"/>
                    <a:gd name="connsiteX7" fmla="*/ 264872 w 489538"/>
                    <a:gd name="connsiteY7" fmla="*/ 708176 h 761503"/>
                    <a:gd name="connsiteX8" fmla="*/ 253994 w 489538"/>
                    <a:gd name="connsiteY8" fmla="*/ 708176 h 761503"/>
                    <a:gd name="connsiteX9" fmla="*/ 240395 w 489538"/>
                    <a:gd name="connsiteY9" fmla="*/ 719054 h 761503"/>
                    <a:gd name="connsiteX10" fmla="*/ 224077 w 489538"/>
                    <a:gd name="connsiteY10" fmla="*/ 721774 h 761503"/>
                    <a:gd name="connsiteX11" fmla="*/ 205040 w 489538"/>
                    <a:gd name="connsiteY11" fmla="*/ 724494 h 761503"/>
                    <a:gd name="connsiteX12" fmla="*/ 191441 w 489538"/>
                    <a:gd name="connsiteY12" fmla="*/ 727213 h 761503"/>
                    <a:gd name="connsiteX13" fmla="*/ 169684 w 489538"/>
                    <a:gd name="connsiteY13" fmla="*/ 721774 h 761503"/>
                    <a:gd name="connsiteX14" fmla="*/ 150646 w 489538"/>
                    <a:gd name="connsiteY14" fmla="*/ 708176 h 761503"/>
                    <a:gd name="connsiteX15" fmla="*/ 139768 w 489538"/>
                    <a:gd name="connsiteY15" fmla="*/ 708176 h 761503"/>
                    <a:gd name="connsiteX16" fmla="*/ 120730 w 489538"/>
                    <a:gd name="connsiteY16" fmla="*/ 708176 h 761503"/>
                    <a:gd name="connsiteX17" fmla="*/ 98973 w 489538"/>
                    <a:gd name="connsiteY17" fmla="*/ 708176 h 761503"/>
                    <a:gd name="connsiteX18" fmla="*/ 74496 w 489538"/>
                    <a:gd name="connsiteY18" fmla="*/ 702736 h 761503"/>
                    <a:gd name="connsiteX19" fmla="*/ 58178 w 489538"/>
                    <a:gd name="connsiteY19" fmla="*/ 683699 h 761503"/>
                    <a:gd name="connsiteX20" fmla="*/ 63617 w 489538"/>
                    <a:gd name="connsiteY20" fmla="*/ 675540 h 761503"/>
                    <a:gd name="connsiteX21" fmla="*/ 85375 w 489538"/>
                    <a:gd name="connsiteY21" fmla="*/ 667381 h 761503"/>
                    <a:gd name="connsiteX22" fmla="*/ 128889 w 489538"/>
                    <a:gd name="connsiteY22" fmla="*/ 661942 h 761503"/>
                    <a:gd name="connsiteX23" fmla="*/ 128889 w 489538"/>
                    <a:gd name="connsiteY23" fmla="*/ 602109 h 761503"/>
                    <a:gd name="connsiteX24" fmla="*/ 126170 w 489538"/>
                    <a:gd name="connsiteY24" fmla="*/ 523239 h 761503"/>
                    <a:gd name="connsiteX25" fmla="*/ 126170 w 489538"/>
                    <a:gd name="connsiteY25" fmla="*/ 468846 h 761503"/>
                    <a:gd name="connsiteX26" fmla="*/ 123450 w 489538"/>
                    <a:gd name="connsiteY26" fmla="*/ 409014 h 761503"/>
                    <a:gd name="connsiteX27" fmla="*/ 123450 w 489538"/>
                    <a:gd name="connsiteY27" fmla="*/ 384537 h 761503"/>
                    <a:gd name="connsiteX28" fmla="*/ 126170 w 489538"/>
                    <a:gd name="connsiteY28" fmla="*/ 349181 h 761503"/>
                    <a:gd name="connsiteX29" fmla="*/ 126170 w 489538"/>
                    <a:gd name="connsiteY29" fmla="*/ 324704 h 761503"/>
                    <a:gd name="connsiteX30" fmla="*/ 128889 w 489538"/>
                    <a:gd name="connsiteY30" fmla="*/ 292068 h 761503"/>
                    <a:gd name="connsiteX31" fmla="*/ 134329 w 489538"/>
                    <a:gd name="connsiteY31" fmla="*/ 234956 h 761503"/>
                    <a:gd name="connsiteX32" fmla="*/ 134329 w 489538"/>
                    <a:gd name="connsiteY32" fmla="*/ 172404 h 761503"/>
                    <a:gd name="connsiteX33" fmla="*/ 137048 w 489538"/>
                    <a:gd name="connsiteY33" fmla="*/ 123450 h 761503"/>
                    <a:gd name="connsiteX34" fmla="*/ 123450 w 489538"/>
                    <a:gd name="connsiteY34" fmla="*/ 123450 h 761503"/>
                    <a:gd name="connsiteX35" fmla="*/ 101693 w 489538"/>
                    <a:gd name="connsiteY35" fmla="*/ 123450 h 761503"/>
                    <a:gd name="connsiteX36" fmla="*/ 77216 w 489538"/>
                    <a:gd name="connsiteY36" fmla="*/ 118011 h 761503"/>
                    <a:gd name="connsiteX37" fmla="*/ 60898 w 489538"/>
                    <a:gd name="connsiteY37" fmla="*/ 98973 h 761503"/>
                    <a:gd name="connsiteX38" fmla="*/ 66337 w 489538"/>
                    <a:gd name="connsiteY38" fmla="*/ 90814 h 761503"/>
                    <a:gd name="connsiteX39" fmla="*/ 88094 w 489538"/>
                    <a:gd name="connsiteY39" fmla="*/ 82655 h 761503"/>
                    <a:gd name="connsiteX40" fmla="*/ 145207 w 489538"/>
                    <a:gd name="connsiteY40" fmla="*/ 77216 h 761503"/>
                    <a:gd name="connsiteX41" fmla="*/ 145207 w 489538"/>
                    <a:gd name="connsiteY41" fmla="*/ 77216 h 761503"/>
                    <a:gd name="connsiteX42" fmla="*/ 153366 w 489538"/>
                    <a:gd name="connsiteY42" fmla="*/ 69057 h 761503"/>
                    <a:gd name="connsiteX43" fmla="*/ 177843 w 489538"/>
                    <a:gd name="connsiteY43" fmla="*/ 60898 h 761503"/>
                    <a:gd name="connsiteX44" fmla="*/ 196881 w 489538"/>
                    <a:gd name="connsiteY44" fmla="*/ 58178 h 761503"/>
                    <a:gd name="connsiteX45" fmla="*/ 205040 w 489538"/>
                    <a:gd name="connsiteY45" fmla="*/ 58178 h 761503"/>
                    <a:gd name="connsiteX46" fmla="*/ 215919 w 489538"/>
                    <a:gd name="connsiteY46" fmla="*/ 63617 h 761503"/>
                    <a:gd name="connsiteX47" fmla="*/ 229517 w 489538"/>
                    <a:gd name="connsiteY47" fmla="*/ 69057 h 761503"/>
                    <a:gd name="connsiteX48" fmla="*/ 256713 w 489538"/>
                    <a:gd name="connsiteY48" fmla="*/ 77216 h 761503"/>
                    <a:gd name="connsiteX49" fmla="*/ 264872 w 489538"/>
                    <a:gd name="connsiteY49" fmla="*/ 77216 h 761503"/>
                    <a:gd name="connsiteX50" fmla="*/ 281190 w 489538"/>
                    <a:gd name="connsiteY50" fmla="*/ 77216 h 761503"/>
                    <a:gd name="connsiteX51" fmla="*/ 330144 w 489538"/>
                    <a:gd name="connsiteY51" fmla="*/ 77216 h 761503"/>
                    <a:gd name="connsiteX52" fmla="*/ 357341 w 489538"/>
                    <a:gd name="connsiteY52" fmla="*/ 79935 h 761503"/>
                    <a:gd name="connsiteX53" fmla="*/ 387257 w 489538"/>
                    <a:gd name="connsiteY53" fmla="*/ 82655 h 761503"/>
                    <a:gd name="connsiteX54" fmla="*/ 406295 w 489538"/>
                    <a:gd name="connsiteY54" fmla="*/ 85375 h 761503"/>
                    <a:gd name="connsiteX55" fmla="*/ 417173 w 489538"/>
                    <a:gd name="connsiteY55" fmla="*/ 79935 h 761503"/>
                    <a:gd name="connsiteX56" fmla="*/ 425332 w 489538"/>
                    <a:gd name="connsiteY56" fmla="*/ 85375 h 761503"/>
                    <a:gd name="connsiteX57" fmla="*/ 433491 w 489538"/>
                    <a:gd name="connsiteY57" fmla="*/ 104412 h 761503"/>
                    <a:gd name="connsiteX58" fmla="*/ 436211 w 489538"/>
                    <a:gd name="connsiteY58" fmla="*/ 137048 h 761503"/>
                    <a:gd name="connsiteX59" fmla="*/ 438930 w 489538"/>
                    <a:gd name="connsiteY59" fmla="*/ 183282 h 761503"/>
                    <a:gd name="connsiteX60" fmla="*/ 422612 w 489538"/>
                    <a:gd name="connsiteY60" fmla="*/ 218638 h 761503"/>
                    <a:gd name="connsiteX61" fmla="*/ 406295 w 489538"/>
                    <a:gd name="connsiteY61" fmla="*/ 213198 h 761503"/>
                    <a:gd name="connsiteX62" fmla="*/ 398136 w 489538"/>
                    <a:gd name="connsiteY62" fmla="*/ 196881 h 761503"/>
                    <a:gd name="connsiteX63" fmla="*/ 395416 w 489538"/>
                    <a:gd name="connsiteY63" fmla="*/ 175123 h 761503"/>
                    <a:gd name="connsiteX64" fmla="*/ 395416 w 489538"/>
                    <a:gd name="connsiteY64" fmla="*/ 153366 h 761503"/>
                    <a:gd name="connsiteX65" fmla="*/ 395416 w 489538"/>
                    <a:gd name="connsiteY65" fmla="*/ 126170 h 761503"/>
                    <a:gd name="connsiteX66" fmla="*/ 370939 w 489538"/>
                    <a:gd name="connsiteY66" fmla="*/ 128889 h 761503"/>
                    <a:gd name="connsiteX67" fmla="*/ 338303 w 489538"/>
                    <a:gd name="connsiteY67" fmla="*/ 131609 h 761503"/>
                    <a:gd name="connsiteX68" fmla="*/ 286629 w 489538"/>
                    <a:gd name="connsiteY68" fmla="*/ 134328 h 761503"/>
                    <a:gd name="connsiteX69" fmla="*/ 273031 w 489538"/>
                    <a:gd name="connsiteY69" fmla="*/ 137048 h 761503"/>
                    <a:gd name="connsiteX70" fmla="*/ 262153 w 489538"/>
                    <a:gd name="connsiteY70" fmla="*/ 142487 h 761503"/>
                    <a:gd name="connsiteX71" fmla="*/ 259433 w 489538"/>
                    <a:gd name="connsiteY71" fmla="*/ 153366 h 761503"/>
                    <a:gd name="connsiteX72" fmla="*/ 262153 w 489538"/>
                    <a:gd name="connsiteY72" fmla="*/ 166964 h 761503"/>
                    <a:gd name="connsiteX73" fmla="*/ 262153 w 489538"/>
                    <a:gd name="connsiteY73" fmla="*/ 196881 h 761503"/>
                    <a:gd name="connsiteX74" fmla="*/ 262153 w 489538"/>
                    <a:gd name="connsiteY74" fmla="*/ 215918 h 761503"/>
                    <a:gd name="connsiteX75" fmla="*/ 262153 w 489538"/>
                    <a:gd name="connsiteY75" fmla="*/ 251274 h 761503"/>
                    <a:gd name="connsiteX76" fmla="*/ 259433 w 489538"/>
                    <a:gd name="connsiteY76" fmla="*/ 278470 h 761503"/>
                    <a:gd name="connsiteX77" fmla="*/ 259433 w 489538"/>
                    <a:gd name="connsiteY77" fmla="*/ 308386 h 761503"/>
                    <a:gd name="connsiteX78" fmla="*/ 259433 w 489538"/>
                    <a:gd name="connsiteY78" fmla="*/ 321985 h 761503"/>
                    <a:gd name="connsiteX79" fmla="*/ 259433 w 489538"/>
                    <a:gd name="connsiteY79" fmla="*/ 332863 h 761503"/>
                    <a:gd name="connsiteX80" fmla="*/ 267592 w 489538"/>
                    <a:gd name="connsiteY80" fmla="*/ 335583 h 761503"/>
                    <a:gd name="connsiteX81" fmla="*/ 281190 w 489538"/>
                    <a:gd name="connsiteY81" fmla="*/ 335583 h 761503"/>
                    <a:gd name="connsiteX82" fmla="*/ 327424 w 489538"/>
                    <a:gd name="connsiteY82" fmla="*/ 338303 h 761503"/>
                    <a:gd name="connsiteX83" fmla="*/ 351901 w 489538"/>
                    <a:gd name="connsiteY83" fmla="*/ 341022 h 761503"/>
                    <a:gd name="connsiteX84" fmla="*/ 351901 w 489538"/>
                    <a:gd name="connsiteY84" fmla="*/ 335583 h 761503"/>
                    <a:gd name="connsiteX85" fmla="*/ 351901 w 489538"/>
                    <a:gd name="connsiteY85" fmla="*/ 313826 h 761503"/>
                    <a:gd name="connsiteX86" fmla="*/ 357341 w 489538"/>
                    <a:gd name="connsiteY86" fmla="*/ 289349 h 761503"/>
                    <a:gd name="connsiteX87" fmla="*/ 373658 w 489538"/>
                    <a:gd name="connsiteY87" fmla="*/ 273031 h 761503"/>
                    <a:gd name="connsiteX88" fmla="*/ 381817 w 489538"/>
                    <a:gd name="connsiteY88" fmla="*/ 278470 h 761503"/>
                    <a:gd name="connsiteX89" fmla="*/ 389977 w 489538"/>
                    <a:gd name="connsiteY89" fmla="*/ 300228 h 761503"/>
                    <a:gd name="connsiteX90" fmla="*/ 395416 w 489538"/>
                    <a:gd name="connsiteY90" fmla="*/ 351901 h 761503"/>
                    <a:gd name="connsiteX91" fmla="*/ 398136 w 489538"/>
                    <a:gd name="connsiteY91" fmla="*/ 409014 h 761503"/>
                    <a:gd name="connsiteX92" fmla="*/ 381817 w 489538"/>
                    <a:gd name="connsiteY92" fmla="*/ 444369 h 761503"/>
                    <a:gd name="connsiteX93" fmla="*/ 365500 w 489538"/>
                    <a:gd name="connsiteY93" fmla="*/ 438930 h 761503"/>
                    <a:gd name="connsiteX94" fmla="*/ 357341 w 489538"/>
                    <a:gd name="connsiteY94" fmla="*/ 422612 h 761503"/>
                    <a:gd name="connsiteX95" fmla="*/ 354621 w 489538"/>
                    <a:gd name="connsiteY95" fmla="*/ 400855 h 761503"/>
                    <a:gd name="connsiteX96" fmla="*/ 354621 w 489538"/>
                    <a:gd name="connsiteY96" fmla="*/ 381817 h 761503"/>
                    <a:gd name="connsiteX97" fmla="*/ 270312 w 489538"/>
                    <a:gd name="connsiteY97" fmla="*/ 381817 h 761503"/>
                    <a:gd name="connsiteX98" fmla="*/ 256713 w 489538"/>
                    <a:gd name="connsiteY98" fmla="*/ 395415 h 761503"/>
                    <a:gd name="connsiteX99" fmla="*/ 253994 w 489538"/>
                    <a:gd name="connsiteY99" fmla="*/ 422612 h 761503"/>
                    <a:gd name="connsiteX100" fmla="*/ 253994 w 489538"/>
                    <a:gd name="connsiteY100" fmla="*/ 433490 h 761503"/>
                    <a:gd name="connsiteX101" fmla="*/ 253994 w 489538"/>
                    <a:gd name="connsiteY101" fmla="*/ 449809 h 761503"/>
                    <a:gd name="connsiteX102" fmla="*/ 256713 w 489538"/>
                    <a:gd name="connsiteY102" fmla="*/ 474285 h 761503"/>
                    <a:gd name="connsiteX103" fmla="*/ 256713 w 489538"/>
                    <a:gd name="connsiteY103" fmla="*/ 496043 h 761503"/>
                    <a:gd name="connsiteX104" fmla="*/ 259433 w 489538"/>
                    <a:gd name="connsiteY104" fmla="*/ 534118 h 761503"/>
                    <a:gd name="connsiteX105" fmla="*/ 259433 w 489538"/>
                    <a:gd name="connsiteY105" fmla="*/ 591231 h 761503"/>
                    <a:gd name="connsiteX106" fmla="*/ 262153 w 489538"/>
                    <a:gd name="connsiteY106" fmla="*/ 618427 h 761503"/>
                    <a:gd name="connsiteX107" fmla="*/ 267592 w 489538"/>
                    <a:gd name="connsiteY107" fmla="*/ 648343 h 761503"/>
                    <a:gd name="connsiteX108" fmla="*/ 292069 w 489538"/>
                    <a:gd name="connsiteY108" fmla="*/ 651063 h 761503"/>
                    <a:gd name="connsiteX109" fmla="*/ 327424 w 489538"/>
                    <a:gd name="connsiteY109" fmla="*/ 651063 h 761503"/>
                    <a:gd name="connsiteX110" fmla="*/ 362780 w 489538"/>
                    <a:gd name="connsiteY110" fmla="*/ 653783 h 761503"/>
                    <a:gd name="connsiteX111" fmla="*/ 395416 w 489538"/>
                    <a:gd name="connsiteY111" fmla="*/ 648343 h 761503"/>
                    <a:gd name="connsiteX112" fmla="*/ 395416 w 489538"/>
                    <a:gd name="connsiteY112" fmla="*/ 618427 h 761503"/>
                    <a:gd name="connsiteX113" fmla="*/ 395416 w 489538"/>
                    <a:gd name="connsiteY113" fmla="*/ 596670 h 761503"/>
                    <a:gd name="connsiteX114" fmla="*/ 398136 w 489538"/>
                    <a:gd name="connsiteY114" fmla="*/ 574913 h 761503"/>
                    <a:gd name="connsiteX115" fmla="*/ 406295 w 489538"/>
                    <a:gd name="connsiteY115" fmla="*/ 558595 h 761503"/>
                    <a:gd name="connsiteX116" fmla="*/ 422612 w 489538"/>
                    <a:gd name="connsiteY116" fmla="*/ 553155 h 761503"/>
                    <a:gd name="connsiteX117" fmla="*/ 438930 w 489538"/>
                    <a:gd name="connsiteY117" fmla="*/ 588511 h 761503"/>
                    <a:gd name="connsiteX118" fmla="*/ 436211 w 489538"/>
                    <a:gd name="connsiteY118" fmla="*/ 645624 h 761503"/>
                    <a:gd name="connsiteX119" fmla="*/ 433491 w 489538"/>
                    <a:gd name="connsiteY119" fmla="*/ 651063 h 761503"/>
                    <a:gd name="connsiteX120" fmla="*/ 433491 w 489538"/>
                    <a:gd name="connsiteY120" fmla="*/ 651063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</a:cxnLst>
                  <a:rect l="l" t="t" r="r" b="b"/>
                  <a:pathLst>
                    <a:path w="489538" h="761503">
                      <a:moveTo>
                        <a:pt x="433491" y="651063"/>
                      </a:moveTo>
                      <a:cubicBezTo>
                        <a:pt x="436211" y="653783"/>
                        <a:pt x="438930" y="656502"/>
                        <a:pt x="438930" y="661942"/>
                      </a:cubicBezTo>
                      <a:cubicBezTo>
                        <a:pt x="438930" y="670101"/>
                        <a:pt x="433491" y="678259"/>
                        <a:pt x="425332" y="683699"/>
                      </a:cubicBezTo>
                      <a:cubicBezTo>
                        <a:pt x="417173" y="689138"/>
                        <a:pt x="409014" y="689138"/>
                        <a:pt x="400855" y="691858"/>
                      </a:cubicBezTo>
                      <a:cubicBezTo>
                        <a:pt x="381817" y="694578"/>
                        <a:pt x="362780" y="694578"/>
                        <a:pt x="343742" y="700017"/>
                      </a:cubicBezTo>
                      <a:cubicBezTo>
                        <a:pt x="335583" y="702736"/>
                        <a:pt x="324705" y="702736"/>
                        <a:pt x="316546" y="705456"/>
                      </a:cubicBezTo>
                      <a:cubicBezTo>
                        <a:pt x="308387" y="705456"/>
                        <a:pt x="289349" y="705456"/>
                        <a:pt x="275751" y="705456"/>
                      </a:cubicBezTo>
                      <a:cubicBezTo>
                        <a:pt x="270312" y="705456"/>
                        <a:pt x="267592" y="708176"/>
                        <a:pt x="264872" y="708176"/>
                      </a:cubicBezTo>
                      <a:cubicBezTo>
                        <a:pt x="264872" y="708176"/>
                        <a:pt x="259433" y="708176"/>
                        <a:pt x="253994" y="708176"/>
                      </a:cubicBezTo>
                      <a:cubicBezTo>
                        <a:pt x="251274" y="713615"/>
                        <a:pt x="245835" y="716335"/>
                        <a:pt x="240395" y="719054"/>
                      </a:cubicBezTo>
                      <a:cubicBezTo>
                        <a:pt x="234956" y="721774"/>
                        <a:pt x="229517" y="721774"/>
                        <a:pt x="224077" y="721774"/>
                      </a:cubicBezTo>
                      <a:cubicBezTo>
                        <a:pt x="218638" y="721774"/>
                        <a:pt x="213199" y="724494"/>
                        <a:pt x="205040" y="724494"/>
                      </a:cubicBezTo>
                      <a:cubicBezTo>
                        <a:pt x="202320" y="724494"/>
                        <a:pt x="194161" y="727213"/>
                        <a:pt x="191441" y="727213"/>
                      </a:cubicBezTo>
                      <a:cubicBezTo>
                        <a:pt x="183282" y="727213"/>
                        <a:pt x="172404" y="721774"/>
                        <a:pt x="169684" y="721774"/>
                      </a:cubicBezTo>
                      <a:cubicBezTo>
                        <a:pt x="164245" y="719054"/>
                        <a:pt x="156086" y="713615"/>
                        <a:pt x="150646" y="708176"/>
                      </a:cubicBezTo>
                      <a:cubicBezTo>
                        <a:pt x="145207" y="708176"/>
                        <a:pt x="139768" y="708176"/>
                        <a:pt x="139768" y="708176"/>
                      </a:cubicBezTo>
                      <a:cubicBezTo>
                        <a:pt x="126170" y="708176"/>
                        <a:pt x="137048" y="708176"/>
                        <a:pt x="120730" y="708176"/>
                      </a:cubicBezTo>
                      <a:cubicBezTo>
                        <a:pt x="112571" y="708176"/>
                        <a:pt x="104412" y="708176"/>
                        <a:pt x="98973" y="708176"/>
                      </a:cubicBezTo>
                      <a:cubicBezTo>
                        <a:pt x="90814" y="708176"/>
                        <a:pt x="79936" y="708176"/>
                        <a:pt x="74496" y="702736"/>
                      </a:cubicBezTo>
                      <a:cubicBezTo>
                        <a:pt x="66337" y="700017"/>
                        <a:pt x="58178" y="689138"/>
                        <a:pt x="58178" y="683699"/>
                      </a:cubicBezTo>
                      <a:cubicBezTo>
                        <a:pt x="58178" y="680979"/>
                        <a:pt x="58178" y="678259"/>
                        <a:pt x="63617" y="675540"/>
                      </a:cubicBezTo>
                      <a:cubicBezTo>
                        <a:pt x="69057" y="672820"/>
                        <a:pt x="77216" y="670101"/>
                        <a:pt x="85375" y="667381"/>
                      </a:cubicBezTo>
                      <a:cubicBezTo>
                        <a:pt x="98973" y="664661"/>
                        <a:pt x="115291" y="664661"/>
                        <a:pt x="128889" y="661942"/>
                      </a:cubicBezTo>
                      <a:cubicBezTo>
                        <a:pt x="128889" y="645624"/>
                        <a:pt x="128889" y="623866"/>
                        <a:pt x="128889" y="602109"/>
                      </a:cubicBezTo>
                      <a:cubicBezTo>
                        <a:pt x="128889" y="566754"/>
                        <a:pt x="128889" y="531398"/>
                        <a:pt x="126170" y="523239"/>
                      </a:cubicBezTo>
                      <a:cubicBezTo>
                        <a:pt x="126170" y="517800"/>
                        <a:pt x="126170" y="487884"/>
                        <a:pt x="126170" y="468846"/>
                      </a:cubicBezTo>
                      <a:cubicBezTo>
                        <a:pt x="126170" y="449809"/>
                        <a:pt x="123450" y="430771"/>
                        <a:pt x="123450" y="409014"/>
                      </a:cubicBezTo>
                      <a:cubicBezTo>
                        <a:pt x="123450" y="400855"/>
                        <a:pt x="123450" y="392696"/>
                        <a:pt x="123450" y="384537"/>
                      </a:cubicBezTo>
                      <a:cubicBezTo>
                        <a:pt x="123450" y="373658"/>
                        <a:pt x="126170" y="360060"/>
                        <a:pt x="126170" y="349181"/>
                      </a:cubicBezTo>
                      <a:cubicBezTo>
                        <a:pt x="126170" y="341022"/>
                        <a:pt x="126170" y="332863"/>
                        <a:pt x="126170" y="324704"/>
                      </a:cubicBezTo>
                      <a:cubicBezTo>
                        <a:pt x="126170" y="313826"/>
                        <a:pt x="126170" y="302947"/>
                        <a:pt x="128889" y="292068"/>
                      </a:cubicBezTo>
                      <a:cubicBezTo>
                        <a:pt x="131609" y="273031"/>
                        <a:pt x="134329" y="253993"/>
                        <a:pt x="134329" y="234956"/>
                      </a:cubicBezTo>
                      <a:cubicBezTo>
                        <a:pt x="134329" y="213198"/>
                        <a:pt x="134329" y="191441"/>
                        <a:pt x="134329" y="172404"/>
                      </a:cubicBezTo>
                      <a:cubicBezTo>
                        <a:pt x="134329" y="156086"/>
                        <a:pt x="134329" y="139768"/>
                        <a:pt x="137048" y="123450"/>
                      </a:cubicBezTo>
                      <a:cubicBezTo>
                        <a:pt x="131609" y="123450"/>
                        <a:pt x="134329" y="123450"/>
                        <a:pt x="123450" y="123450"/>
                      </a:cubicBezTo>
                      <a:cubicBezTo>
                        <a:pt x="115291" y="123450"/>
                        <a:pt x="107132" y="123450"/>
                        <a:pt x="101693" y="123450"/>
                      </a:cubicBezTo>
                      <a:cubicBezTo>
                        <a:pt x="93534" y="123450"/>
                        <a:pt x="82655" y="123450"/>
                        <a:pt x="77216" y="118011"/>
                      </a:cubicBezTo>
                      <a:cubicBezTo>
                        <a:pt x="69057" y="115291"/>
                        <a:pt x="60898" y="101693"/>
                        <a:pt x="60898" y="98973"/>
                      </a:cubicBezTo>
                      <a:cubicBezTo>
                        <a:pt x="60898" y="96253"/>
                        <a:pt x="60898" y="93534"/>
                        <a:pt x="66337" y="90814"/>
                      </a:cubicBezTo>
                      <a:cubicBezTo>
                        <a:pt x="71777" y="88094"/>
                        <a:pt x="79936" y="85375"/>
                        <a:pt x="88094" y="82655"/>
                      </a:cubicBezTo>
                      <a:cubicBezTo>
                        <a:pt x="104412" y="79935"/>
                        <a:pt x="131609" y="77216"/>
                        <a:pt x="145207" y="77216"/>
                      </a:cubicBezTo>
                      <a:cubicBezTo>
                        <a:pt x="145207" y="77216"/>
                        <a:pt x="145207" y="77216"/>
                        <a:pt x="145207" y="77216"/>
                      </a:cubicBezTo>
                      <a:cubicBezTo>
                        <a:pt x="145207" y="74496"/>
                        <a:pt x="150646" y="71776"/>
                        <a:pt x="153366" y="69057"/>
                      </a:cubicBezTo>
                      <a:cubicBezTo>
                        <a:pt x="161525" y="63617"/>
                        <a:pt x="169684" y="63617"/>
                        <a:pt x="177843" y="60898"/>
                      </a:cubicBezTo>
                      <a:cubicBezTo>
                        <a:pt x="183282" y="58178"/>
                        <a:pt x="191441" y="58178"/>
                        <a:pt x="196881" y="58178"/>
                      </a:cubicBezTo>
                      <a:cubicBezTo>
                        <a:pt x="199600" y="58178"/>
                        <a:pt x="202320" y="58178"/>
                        <a:pt x="205040" y="58178"/>
                      </a:cubicBezTo>
                      <a:cubicBezTo>
                        <a:pt x="207759" y="58178"/>
                        <a:pt x="213199" y="60898"/>
                        <a:pt x="215919" y="63617"/>
                      </a:cubicBezTo>
                      <a:cubicBezTo>
                        <a:pt x="221358" y="66337"/>
                        <a:pt x="224077" y="66337"/>
                        <a:pt x="229517" y="69057"/>
                      </a:cubicBezTo>
                      <a:cubicBezTo>
                        <a:pt x="237675" y="71776"/>
                        <a:pt x="245835" y="77216"/>
                        <a:pt x="256713" y="77216"/>
                      </a:cubicBezTo>
                      <a:cubicBezTo>
                        <a:pt x="259433" y="77216"/>
                        <a:pt x="262153" y="77216"/>
                        <a:pt x="264872" y="77216"/>
                      </a:cubicBezTo>
                      <a:cubicBezTo>
                        <a:pt x="270312" y="77216"/>
                        <a:pt x="275751" y="77216"/>
                        <a:pt x="281190" y="77216"/>
                      </a:cubicBezTo>
                      <a:cubicBezTo>
                        <a:pt x="292069" y="77216"/>
                        <a:pt x="321985" y="77216"/>
                        <a:pt x="330144" y="77216"/>
                      </a:cubicBezTo>
                      <a:cubicBezTo>
                        <a:pt x="338303" y="77216"/>
                        <a:pt x="349182" y="77216"/>
                        <a:pt x="357341" y="79935"/>
                      </a:cubicBezTo>
                      <a:cubicBezTo>
                        <a:pt x="368219" y="79935"/>
                        <a:pt x="379098" y="82655"/>
                        <a:pt x="387257" y="82655"/>
                      </a:cubicBezTo>
                      <a:cubicBezTo>
                        <a:pt x="392696" y="82655"/>
                        <a:pt x="400855" y="85375"/>
                        <a:pt x="406295" y="85375"/>
                      </a:cubicBezTo>
                      <a:cubicBezTo>
                        <a:pt x="409014" y="82655"/>
                        <a:pt x="414453" y="79935"/>
                        <a:pt x="417173" y="79935"/>
                      </a:cubicBezTo>
                      <a:cubicBezTo>
                        <a:pt x="419893" y="79935"/>
                        <a:pt x="422612" y="79935"/>
                        <a:pt x="425332" y="85375"/>
                      </a:cubicBezTo>
                      <a:cubicBezTo>
                        <a:pt x="428052" y="90814"/>
                        <a:pt x="433491" y="98973"/>
                        <a:pt x="433491" y="104412"/>
                      </a:cubicBezTo>
                      <a:cubicBezTo>
                        <a:pt x="436211" y="131609"/>
                        <a:pt x="436211" y="120730"/>
                        <a:pt x="436211" y="137048"/>
                      </a:cubicBezTo>
                      <a:cubicBezTo>
                        <a:pt x="438930" y="158805"/>
                        <a:pt x="438930" y="158805"/>
                        <a:pt x="438930" y="183282"/>
                      </a:cubicBezTo>
                      <a:cubicBezTo>
                        <a:pt x="438930" y="194161"/>
                        <a:pt x="438930" y="218638"/>
                        <a:pt x="422612" y="218638"/>
                      </a:cubicBezTo>
                      <a:cubicBezTo>
                        <a:pt x="414453" y="218638"/>
                        <a:pt x="411734" y="215918"/>
                        <a:pt x="406295" y="213198"/>
                      </a:cubicBezTo>
                      <a:cubicBezTo>
                        <a:pt x="400855" y="210479"/>
                        <a:pt x="398136" y="202320"/>
                        <a:pt x="398136" y="196881"/>
                      </a:cubicBezTo>
                      <a:cubicBezTo>
                        <a:pt x="395416" y="188722"/>
                        <a:pt x="395416" y="183282"/>
                        <a:pt x="395416" y="175123"/>
                      </a:cubicBezTo>
                      <a:cubicBezTo>
                        <a:pt x="395416" y="169684"/>
                        <a:pt x="395416" y="164245"/>
                        <a:pt x="395416" y="153366"/>
                      </a:cubicBezTo>
                      <a:cubicBezTo>
                        <a:pt x="395416" y="145207"/>
                        <a:pt x="395416" y="134328"/>
                        <a:pt x="395416" y="126170"/>
                      </a:cubicBezTo>
                      <a:cubicBezTo>
                        <a:pt x="387257" y="128889"/>
                        <a:pt x="379098" y="128889"/>
                        <a:pt x="370939" y="128889"/>
                      </a:cubicBezTo>
                      <a:cubicBezTo>
                        <a:pt x="360060" y="128889"/>
                        <a:pt x="349182" y="128889"/>
                        <a:pt x="338303" y="131609"/>
                      </a:cubicBezTo>
                      <a:cubicBezTo>
                        <a:pt x="327424" y="131609"/>
                        <a:pt x="319265" y="134328"/>
                        <a:pt x="286629" y="134328"/>
                      </a:cubicBezTo>
                      <a:cubicBezTo>
                        <a:pt x="281190" y="134328"/>
                        <a:pt x="278470" y="134328"/>
                        <a:pt x="273031" y="137048"/>
                      </a:cubicBezTo>
                      <a:cubicBezTo>
                        <a:pt x="270312" y="137048"/>
                        <a:pt x="264872" y="137048"/>
                        <a:pt x="262153" y="142487"/>
                      </a:cubicBezTo>
                      <a:cubicBezTo>
                        <a:pt x="259433" y="145207"/>
                        <a:pt x="259433" y="150647"/>
                        <a:pt x="259433" y="153366"/>
                      </a:cubicBezTo>
                      <a:cubicBezTo>
                        <a:pt x="259433" y="158805"/>
                        <a:pt x="259433" y="164245"/>
                        <a:pt x="262153" y="166964"/>
                      </a:cubicBezTo>
                      <a:cubicBezTo>
                        <a:pt x="262153" y="177843"/>
                        <a:pt x="262153" y="186002"/>
                        <a:pt x="262153" y="196881"/>
                      </a:cubicBezTo>
                      <a:cubicBezTo>
                        <a:pt x="262153" y="202320"/>
                        <a:pt x="262153" y="210479"/>
                        <a:pt x="262153" y="215918"/>
                      </a:cubicBezTo>
                      <a:cubicBezTo>
                        <a:pt x="262153" y="229516"/>
                        <a:pt x="262153" y="240395"/>
                        <a:pt x="262153" y="251274"/>
                      </a:cubicBezTo>
                      <a:cubicBezTo>
                        <a:pt x="262153" y="259433"/>
                        <a:pt x="259433" y="270311"/>
                        <a:pt x="259433" y="278470"/>
                      </a:cubicBezTo>
                      <a:cubicBezTo>
                        <a:pt x="259433" y="289349"/>
                        <a:pt x="259433" y="297508"/>
                        <a:pt x="259433" y="308386"/>
                      </a:cubicBezTo>
                      <a:cubicBezTo>
                        <a:pt x="259433" y="313826"/>
                        <a:pt x="259433" y="319265"/>
                        <a:pt x="259433" y="321985"/>
                      </a:cubicBezTo>
                      <a:cubicBezTo>
                        <a:pt x="259433" y="324704"/>
                        <a:pt x="259433" y="330144"/>
                        <a:pt x="259433" y="332863"/>
                      </a:cubicBezTo>
                      <a:cubicBezTo>
                        <a:pt x="262153" y="335583"/>
                        <a:pt x="264872" y="335583"/>
                        <a:pt x="267592" y="335583"/>
                      </a:cubicBezTo>
                      <a:cubicBezTo>
                        <a:pt x="273031" y="335583"/>
                        <a:pt x="275751" y="335583"/>
                        <a:pt x="281190" y="335583"/>
                      </a:cubicBezTo>
                      <a:cubicBezTo>
                        <a:pt x="311107" y="335583"/>
                        <a:pt x="319265" y="335583"/>
                        <a:pt x="327424" y="338303"/>
                      </a:cubicBezTo>
                      <a:cubicBezTo>
                        <a:pt x="335583" y="341022"/>
                        <a:pt x="343742" y="341022"/>
                        <a:pt x="351901" y="341022"/>
                      </a:cubicBezTo>
                      <a:cubicBezTo>
                        <a:pt x="351901" y="338303"/>
                        <a:pt x="351901" y="338303"/>
                        <a:pt x="351901" y="335583"/>
                      </a:cubicBezTo>
                      <a:cubicBezTo>
                        <a:pt x="351901" y="327424"/>
                        <a:pt x="351901" y="319265"/>
                        <a:pt x="351901" y="313826"/>
                      </a:cubicBezTo>
                      <a:cubicBezTo>
                        <a:pt x="351901" y="305667"/>
                        <a:pt x="351901" y="294788"/>
                        <a:pt x="357341" y="289349"/>
                      </a:cubicBezTo>
                      <a:cubicBezTo>
                        <a:pt x="360060" y="281190"/>
                        <a:pt x="368219" y="273031"/>
                        <a:pt x="373658" y="273031"/>
                      </a:cubicBezTo>
                      <a:cubicBezTo>
                        <a:pt x="376378" y="273031"/>
                        <a:pt x="379098" y="273031"/>
                        <a:pt x="381817" y="278470"/>
                      </a:cubicBezTo>
                      <a:cubicBezTo>
                        <a:pt x="384537" y="283909"/>
                        <a:pt x="387257" y="292068"/>
                        <a:pt x="389977" y="300228"/>
                      </a:cubicBezTo>
                      <a:cubicBezTo>
                        <a:pt x="392696" y="316545"/>
                        <a:pt x="392696" y="335583"/>
                        <a:pt x="395416" y="351901"/>
                      </a:cubicBezTo>
                      <a:cubicBezTo>
                        <a:pt x="398136" y="373658"/>
                        <a:pt x="398136" y="384537"/>
                        <a:pt x="398136" y="409014"/>
                      </a:cubicBezTo>
                      <a:cubicBezTo>
                        <a:pt x="398136" y="422612"/>
                        <a:pt x="398136" y="444369"/>
                        <a:pt x="381817" y="444369"/>
                      </a:cubicBezTo>
                      <a:cubicBezTo>
                        <a:pt x="373658" y="444369"/>
                        <a:pt x="370939" y="441650"/>
                        <a:pt x="365500" y="438930"/>
                      </a:cubicBezTo>
                      <a:cubicBezTo>
                        <a:pt x="360060" y="436210"/>
                        <a:pt x="357341" y="428051"/>
                        <a:pt x="357341" y="422612"/>
                      </a:cubicBezTo>
                      <a:cubicBezTo>
                        <a:pt x="354621" y="414453"/>
                        <a:pt x="354621" y="409014"/>
                        <a:pt x="354621" y="400855"/>
                      </a:cubicBezTo>
                      <a:cubicBezTo>
                        <a:pt x="354621" y="395415"/>
                        <a:pt x="354621" y="389976"/>
                        <a:pt x="354621" y="381817"/>
                      </a:cubicBezTo>
                      <a:cubicBezTo>
                        <a:pt x="335583" y="381817"/>
                        <a:pt x="308387" y="384537"/>
                        <a:pt x="270312" y="381817"/>
                      </a:cubicBezTo>
                      <a:cubicBezTo>
                        <a:pt x="262153" y="381817"/>
                        <a:pt x="256713" y="387256"/>
                        <a:pt x="256713" y="395415"/>
                      </a:cubicBezTo>
                      <a:cubicBezTo>
                        <a:pt x="256713" y="403574"/>
                        <a:pt x="256713" y="414453"/>
                        <a:pt x="253994" y="422612"/>
                      </a:cubicBezTo>
                      <a:cubicBezTo>
                        <a:pt x="253994" y="425332"/>
                        <a:pt x="253994" y="430771"/>
                        <a:pt x="253994" y="433490"/>
                      </a:cubicBezTo>
                      <a:cubicBezTo>
                        <a:pt x="253994" y="438930"/>
                        <a:pt x="253994" y="444369"/>
                        <a:pt x="253994" y="449809"/>
                      </a:cubicBezTo>
                      <a:cubicBezTo>
                        <a:pt x="253994" y="457967"/>
                        <a:pt x="256713" y="466126"/>
                        <a:pt x="256713" y="474285"/>
                      </a:cubicBezTo>
                      <a:cubicBezTo>
                        <a:pt x="256713" y="482444"/>
                        <a:pt x="256713" y="490603"/>
                        <a:pt x="256713" y="496043"/>
                      </a:cubicBezTo>
                      <a:cubicBezTo>
                        <a:pt x="256713" y="509641"/>
                        <a:pt x="259433" y="520520"/>
                        <a:pt x="259433" y="534118"/>
                      </a:cubicBezTo>
                      <a:cubicBezTo>
                        <a:pt x="259433" y="553155"/>
                        <a:pt x="259433" y="572193"/>
                        <a:pt x="259433" y="591231"/>
                      </a:cubicBezTo>
                      <a:cubicBezTo>
                        <a:pt x="259433" y="602109"/>
                        <a:pt x="262153" y="610268"/>
                        <a:pt x="262153" y="618427"/>
                      </a:cubicBezTo>
                      <a:cubicBezTo>
                        <a:pt x="264872" y="626586"/>
                        <a:pt x="262153" y="642904"/>
                        <a:pt x="267592" y="648343"/>
                      </a:cubicBezTo>
                      <a:cubicBezTo>
                        <a:pt x="270312" y="651063"/>
                        <a:pt x="275751" y="651063"/>
                        <a:pt x="292069" y="651063"/>
                      </a:cubicBezTo>
                      <a:cubicBezTo>
                        <a:pt x="305667" y="651063"/>
                        <a:pt x="319265" y="651063"/>
                        <a:pt x="327424" y="651063"/>
                      </a:cubicBezTo>
                      <a:cubicBezTo>
                        <a:pt x="338303" y="651063"/>
                        <a:pt x="351901" y="653783"/>
                        <a:pt x="362780" y="653783"/>
                      </a:cubicBezTo>
                      <a:cubicBezTo>
                        <a:pt x="376378" y="653783"/>
                        <a:pt x="384537" y="651063"/>
                        <a:pt x="395416" y="648343"/>
                      </a:cubicBezTo>
                      <a:cubicBezTo>
                        <a:pt x="395416" y="637465"/>
                        <a:pt x="395416" y="629306"/>
                        <a:pt x="395416" y="618427"/>
                      </a:cubicBezTo>
                      <a:cubicBezTo>
                        <a:pt x="395416" y="610268"/>
                        <a:pt x="395416" y="602109"/>
                        <a:pt x="395416" y="596670"/>
                      </a:cubicBezTo>
                      <a:cubicBezTo>
                        <a:pt x="395416" y="591231"/>
                        <a:pt x="395416" y="585791"/>
                        <a:pt x="398136" y="574913"/>
                      </a:cubicBezTo>
                      <a:cubicBezTo>
                        <a:pt x="400855" y="569473"/>
                        <a:pt x="400855" y="564034"/>
                        <a:pt x="406295" y="558595"/>
                      </a:cubicBezTo>
                      <a:cubicBezTo>
                        <a:pt x="411734" y="553155"/>
                        <a:pt x="414453" y="553155"/>
                        <a:pt x="422612" y="553155"/>
                      </a:cubicBezTo>
                      <a:cubicBezTo>
                        <a:pt x="436211" y="553155"/>
                        <a:pt x="438930" y="577632"/>
                        <a:pt x="438930" y="588511"/>
                      </a:cubicBezTo>
                      <a:cubicBezTo>
                        <a:pt x="438930" y="612988"/>
                        <a:pt x="438930" y="623866"/>
                        <a:pt x="436211" y="645624"/>
                      </a:cubicBezTo>
                      <a:cubicBezTo>
                        <a:pt x="433491" y="648343"/>
                        <a:pt x="433491" y="648343"/>
                        <a:pt x="433491" y="651063"/>
                      </a:cubicBezTo>
                      <a:lnTo>
                        <a:pt x="433491" y="651063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98" name="Freeform: Shape 97">
                  <a:extLst>
                    <a:ext uri="{FF2B5EF4-FFF2-40B4-BE49-F238E27FC236}">
                      <a16:creationId xmlns:a16="http://schemas.microsoft.com/office/drawing/2014/main" id="{C7A52A5F-DC47-441F-B66B-C6B0C4EAD5FA}"/>
                    </a:ext>
                  </a:extLst>
                </p:cNvPr>
                <p:cNvSpPr/>
                <p:nvPr/>
              </p:nvSpPr>
              <p:spPr>
                <a:xfrm>
                  <a:off x="7912732" y="4250336"/>
                  <a:ext cx="465062" cy="658157"/>
                </a:xfrm>
                <a:custGeom>
                  <a:avLst/>
                  <a:gdLst>
                    <a:gd name="connsiteX0" fmla="*/ 193096 w 465062"/>
                    <a:gd name="connsiteY0" fmla="*/ 59832 h 658157"/>
                    <a:gd name="connsiteX1" fmla="*/ 193096 w 465062"/>
                    <a:gd name="connsiteY1" fmla="*/ 114226 h 658157"/>
                    <a:gd name="connsiteX2" fmla="*/ 198536 w 465062"/>
                    <a:gd name="connsiteY2" fmla="*/ 209414 h 658157"/>
                    <a:gd name="connsiteX3" fmla="*/ 201255 w 465062"/>
                    <a:gd name="connsiteY3" fmla="*/ 282845 h 658157"/>
                    <a:gd name="connsiteX4" fmla="*/ 203975 w 465062"/>
                    <a:gd name="connsiteY4" fmla="*/ 315481 h 658157"/>
                    <a:gd name="connsiteX5" fmla="*/ 203975 w 465062"/>
                    <a:gd name="connsiteY5" fmla="*/ 320920 h 658157"/>
                    <a:gd name="connsiteX6" fmla="*/ 212134 w 465062"/>
                    <a:gd name="connsiteY6" fmla="*/ 329079 h 658157"/>
                    <a:gd name="connsiteX7" fmla="*/ 223013 w 465062"/>
                    <a:gd name="connsiteY7" fmla="*/ 329079 h 658157"/>
                    <a:gd name="connsiteX8" fmla="*/ 239331 w 465062"/>
                    <a:gd name="connsiteY8" fmla="*/ 329079 h 658157"/>
                    <a:gd name="connsiteX9" fmla="*/ 280126 w 465062"/>
                    <a:gd name="connsiteY9" fmla="*/ 312761 h 658157"/>
                    <a:gd name="connsiteX10" fmla="*/ 296443 w 465062"/>
                    <a:gd name="connsiteY10" fmla="*/ 288284 h 658157"/>
                    <a:gd name="connsiteX11" fmla="*/ 304602 w 465062"/>
                    <a:gd name="connsiteY11" fmla="*/ 258368 h 658157"/>
                    <a:gd name="connsiteX12" fmla="*/ 312761 w 465062"/>
                    <a:gd name="connsiteY12" fmla="*/ 225732 h 658157"/>
                    <a:gd name="connsiteX13" fmla="*/ 315481 w 465062"/>
                    <a:gd name="connsiteY13" fmla="*/ 195816 h 658157"/>
                    <a:gd name="connsiteX14" fmla="*/ 318201 w 465062"/>
                    <a:gd name="connsiteY14" fmla="*/ 168619 h 658157"/>
                    <a:gd name="connsiteX15" fmla="*/ 312761 w 465062"/>
                    <a:gd name="connsiteY15" fmla="*/ 135983 h 658157"/>
                    <a:gd name="connsiteX16" fmla="*/ 312761 w 465062"/>
                    <a:gd name="connsiteY16" fmla="*/ 122385 h 658157"/>
                    <a:gd name="connsiteX17" fmla="*/ 293724 w 465062"/>
                    <a:gd name="connsiteY17" fmla="*/ 84309 h 658157"/>
                    <a:gd name="connsiteX18" fmla="*/ 280126 w 465062"/>
                    <a:gd name="connsiteY18" fmla="*/ 73430 h 658157"/>
                    <a:gd name="connsiteX19" fmla="*/ 258368 w 465062"/>
                    <a:gd name="connsiteY19" fmla="*/ 62552 h 658157"/>
                    <a:gd name="connsiteX20" fmla="*/ 217573 w 465062"/>
                    <a:gd name="connsiteY20" fmla="*/ 59832 h 658157"/>
                    <a:gd name="connsiteX21" fmla="*/ 111506 w 465062"/>
                    <a:gd name="connsiteY21" fmla="*/ 0 h 658157"/>
                    <a:gd name="connsiteX22" fmla="*/ 127824 w 465062"/>
                    <a:gd name="connsiteY22" fmla="*/ 0 h 658157"/>
                    <a:gd name="connsiteX23" fmla="*/ 157741 w 465062"/>
                    <a:gd name="connsiteY23" fmla="*/ 5440 h 658157"/>
                    <a:gd name="connsiteX24" fmla="*/ 179497 w 465062"/>
                    <a:gd name="connsiteY24" fmla="*/ 16318 h 658157"/>
                    <a:gd name="connsiteX25" fmla="*/ 209414 w 465062"/>
                    <a:gd name="connsiteY25" fmla="*/ 16318 h 658157"/>
                    <a:gd name="connsiteX26" fmla="*/ 247489 w 465062"/>
                    <a:gd name="connsiteY26" fmla="*/ 16318 h 658157"/>
                    <a:gd name="connsiteX27" fmla="*/ 266527 w 465062"/>
                    <a:gd name="connsiteY27" fmla="*/ 16318 h 658157"/>
                    <a:gd name="connsiteX28" fmla="*/ 312761 w 465062"/>
                    <a:gd name="connsiteY28" fmla="*/ 27197 h 658157"/>
                    <a:gd name="connsiteX29" fmla="*/ 337238 w 465062"/>
                    <a:gd name="connsiteY29" fmla="*/ 38075 h 658157"/>
                    <a:gd name="connsiteX30" fmla="*/ 364434 w 465062"/>
                    <a:gd name="connsiteY30" fmla="*/ 54393 h 658157"/>
                    <a:gd name="connsiteX31" fmla="*/ 386192 w 465062"/>
                    <a:gd name="connsiteY31" fmla="*/ 73431 h 658157"/>
                    <a:gd name="connsiteX32" fmla="*/ 407949 w 465062"/>
                    <a:gd name="connsiteY32" fmla="*/ 103347 h 658157"/>
                    <a:gd name="connsiteX33" fmla="*/ 416108 w 465062"/>
                    <a:gd name="connsiteY33" fmla="*/ 141422 h 658157"/>
                    <a:gd name="connsiteX34" fmla="*/ 418828 w 465062"/>
                    <a:gd name="connsiteY34" fmla="*/ 163179 h 658157"/>
                    <a:gd name="connsiteX35" fmla="*/ 418828 w 465062"/>
                    <a:gd name="connsiteY35" fmla="*/ 171339 h 658157"/>
                    <a:gd name="connsiteX36" fmla="*/ 421547 w 465062"/>
                    <a:gd name="connsiteY36" fmla="*/ 187656 h 658157"/>
                    <a:gd name="connsiteX37" fmla="*/ 418828 w 465062"/>
                    <a:gd name="connsiteY37" fmla="*/ 206694 h 658157"/>
                    <a:gd name="connsiteX38" fmla="*/ 416108 w 465062"/>
                    <a:gd name="connsiteY38" fmla="*/ 233891 h 658157"/>
                    <a:gd name="connsiteX39" fmla="*/ 405229 w 465062"/>
                    <a:gd name="connsiteY39" fmla="*/ 263807 h 658157"/>
                    <a:gd name="connsiteX40" fmla="*/ 394351 w 465062"/>
                    <a:gd name="connsiteY40" fmla="*/ 274686 h 658157"/>
                    <a:gd name="connsiteX41" fmla="*/ 388912 w 465062"/>
                    <a:gd name="connsiteY41" fmla="*/ 285564 h 658157"/>
                    <a:gd name="connsiteX42" fmla="*/ 369874 w 465062"/>
                    <a:gd name="connsiteY42" fmla="*/ 304602 h 658157"/>
                    <a:gd name="connsiteX43" fmla="*/ 358995 w 465062"/>
                    <a:gd name="connsiteY43" fmla="*/ 310041 h 658157"/>
                    <a:gd name="connsiteX44" fmla="*/ 348117 w 465062"/>
                    <a:gd name="connsiteY44" fmla="*/ 320920 h 658157"/>
                    <a:gd name="connsiteX45" fmla="*/ 326359 w 465062"/>
                    <a:gd name="connsiteY45" fmla="*/ 339957 h 658157"/>
                    <a:gd name="connsiteX46" fmla="*/ 312761 w 465062"/>
                    <a:gd name="connsiteY46" fmla="*/ 353555 h 658157"/>
                    <a:gd name="connsiteX47" fmla="*/ 337238 w 465062"/>
                    <a:gd name="connsiteY47" fmla="*/ 380752 h 658157"/>
                    <a:gd name="connsiteX48" fmla="*/ 358995 w 465062"/>
                    <a:gd name="connsiteY48" fmla="*/ 421547 h 658157"/>
                    <a:gd name="connsiteX49" fmla="*/ 372593 w 465062"/>
                    <a:gd name="connsiteY49" fmla="*/ 459622 h 658157"/>
                    <a:gd name="connsiteX50" fmla="*/ 386192 w 465062"/>
                    <a:gd name="connsiteY50" fmla="*/ 514015 h 658157"/>
                    <a:gd name="connsiteX51" fmla="*/ 407949 w 465062"/>
                    <a:gd name="connsiteY51" fmla="*/ 568408 h 658157"/>
                    <a:gd name="connsiteX52" fmla="*/ 421547 w 465062"/>
                    <a:gd name="connsiteY52" fmla="*/ 598324 h 658157"/>
                    <a:gd name="connsiteX53" fmla="*/ 451463 w 465062"/>
                    <a:gd name="connsiteY53" fmla="*/ 628241 h 658157"/>
                    <a:gd name="connsiteX54" fmla="*/ 465062 w 465062"/>
                    <a:gd name="connsiteY54" fmla="*/ 644559 h 658157"/>
                    <a:gd name="connsiteX55" fmla="*/ 462342 w 465062"/>
                    <a:gd name="connsiteY55" fmla="*/ 649998 h 658157"/>
                    <a:gd name="connsiteX56" fmla="*/ 437865 w 465062"/>
                    <a:gd name="connsiteY56" fmla="*/ 658157 h 658157"/>
                    <a:gd name="connsiteX57" fmla="*/ 361715 w 465062"/>
                    <a:gd name="connsiteY57" fmla="*/ 622801 h 658157"/>
                    <a:gd name="connsiteX58" fmla="*/ 320920 w 465062"/>
                    <a:gd name="connsiteY58" fmla="*/ 565689 h 658157"/>
                    <a:gd name="connsiteX59" fmla="*/ 304602 w 465062"/>
                    <a:gd name="connsiteY59" fmla="*/ 530333 h 658157"/>
                    <a:gd name="connsiteX60" fmla="*/ 293723 w 465062"/>
                    <a:gd name="connsiteY60" fmla="*/ 497697 h 658157"/>
                    <a:gd name="connsiteX61" fmla="*/ 282845 w 465062"/>
                    <a:gd name="connsiteY61" fmla="*/ 462342 h 658157"/>
                    <a:gd name="connsiteX62" fmla="*/ 269246 w 465062"/>
                    <a:gd name="connsiteY62" fmla="*/ 424267 h 658157"/>
                    <a:gd name="connsiteX63" fmla="*/ 255648 w 465062"/>
                    <a:gd name="connsiteY63" fmla="*/ 391631 h 658157"/>
                    <a:gd name="connsiteX64" fmla="*/ 236610 w 465062"/>
                    <a:gd name="connsiteY64" fmla="*/ 367154 h 658157"/>
                    <a:gd name="connsiteX65" fmla="*/ 217573 w 465062"/>
                    <a:gd name="connsiteY65" fmla="*/ 361714 h 658157"/>
                    <a:gd name="connsiteX66" fmla="*/ 201255 w 465062"/>
                    <a:gd name="connsiteY66" fmla="*/ 361714 h 658157"/>
                    <a:gd name="connsiteX67" fmla="*/ 198535 w 465062"/>
                    <a:gd name="connsiteY67" fmla="*/ 367154 h 658157"/>
                    <a:gd name="connsiteX68" fmla="*/ 201255 w 465062"/>
                    <a:gd name="connsiteY68" fmla="*/ 388911 h 658157"/>
                    <a:gd name="connsiteX69" fmla="*/ 198535 w 465062"/>
                    <a:gd name="connsiteY69" fmla="*/ 426986 h 658157"/>
                    <a:gd name="connsiteX70" fmla="*/ 203975 w 465062"/>
                    <a:gd name="connsiteY70" fmla="*/ 478660 h 658157"/>
                    <a:gd name="connsiteX71" fmla="*/ 198535 w 465062"/>
                    <a:gd name="connsiteY71" fmla="*/ 552090 h 658157"/>
                    <a:gd name="connsiteX72" fmla="*/ 195816 w 465062"/>
                    <a:gd name="connsiteY72" fmla="*/ 576567 h 658157"/>
                    <a:gd name="connsiteX73" fmla="*/ 198535 w 465062"/>
                    <a:gd name="connsiteY73" fmla="*/ 592885 h 658157"/>
                    <a:gd name="connsiteX74" fmla="*/ 233891 w 465062"/>
                    <a:gd name="connsiteY74" fmla="*/ 592885 h 658157"/>
                    <a:gd name="connsiteX75" fmla="*/ 271966 w 465062"/>
                    <a:gd name="connsiteY75" fmla="*/ 611923 h 658157"/>
                    <a:gd name="connsiteX76" fmla="*/ 266527 w 465062"/>
                    <a:gd name="connsiteY76" fmla="*/ 628241 h 658157"/>
                    <a:gd name="connsiteX77" fmla="*/ 250209 w 465062"/>
                    <a:gd name="connsiteY77" fmla="*/ 636400 h 658157"/>
                    <a:gd name="connsiteX78" fmla="*/ 228451 w 465062"/>
                    <a:gd name="connsiteY78" fmla="*/ 639119 h 658157"/>
                    <a:gd name="connsiteX79" fmla="*/ 187657 w 465062"/>
                    <a:gd name="connsiteY79" fmla="*/ 639119 h 658157"/>
                    <a:gd name="connsiteX80" fmla="*/ 152301 w 465062"/>
                    <a:gd name="connsiteY80" fmla="*/ 652717 h 658157"/>
                    <a:gd name="connsiteX81" fmla="*/ 133263 w 465062"/>
                    <a:gd name="connsiteY81" fmla="*/ 655437 h 658157"/>
                    <a:gd name="connsiteX82" fmla="*/ 122385 w 465062"/>
                    <a:gd name="connsiteY82" fmla="*/ 652717 h 658157"/>
                    <a:gd name="connsiteX83" fmla="*/ 97908 w 465062"/>
                    <a:gd name="connsiteY83" fmla="*/ 639119 h 658157"/>
                    <a:gd name="connsiteX84" fmla="*/ 70711 w 465062"/>
                    <a:gd name="connsiteY84" fmla="*/ 639119 h 658157"/>
                    <a:gd name="connsiteX85" fmla="*/ 46234 w 465062"/>
                    <a:gd name="connsiteY85" fmla="*/ 639119 h 658157"/>
                    <a:gd name="connsiteX86" fmla="*/ 19038 w 465062"/>
                    <a:gd name="connsiteY86" fmla="*/ 630960 h 658157"/>
                    <a:gd name="connsiteX87" fmla="*/ 2720 w 465062"/>
                    <a:gd name="connsiteY87" fmla="*/ 614642 h 658157"/>
                    <a:gd name="connsiteX88" fmla="*/ 8159 w 465062"/>
                    <a:gd name="connsiteY88" fmla="*/ 606483 h 658157"/>
                    <a:gd name="connsiteX89" fmla="*/ 29916 w 465062"/>
                    <a:gd name="connsiteY89" fmla="*/ 598324 h 658157"/>
                    <a:gd name="connsiteX90" fmla="*/ 76151 w 465062"/>
                    <a:gd name="connsiteY90" fmla="*/ 592885 h 658157"/>
                    <a:gd name="connsiteX91" fmla="*/ 73431 w 465062"/>
                    <a:gd name="connsiteY91" fmla="*/ 573848 h 658157"/>
                    <a:gd name="connsiteX92" fmla="*/ 70711 w 465062"/>
                    <a:gd name="connsiteY92" fmla="*/ 500417 h 658157"/>
                    <a:gd name="connsiteX93" fmla="*/ 73431 w 465062"/>
                    <a:gd name="connsiteY93" fmla="*/ 437865 h 658157"/>
                    <a:gd name="connsiteX94" fmla="*/ 70711 w 465062"/>
                    <a:gd name="connsiteY94" fmla="*/ 369873 h 658157"/>
                    <a:gd name="connsiteX95" fmla="*/ 70711 w 465062"/>
                    <a:gd name="connsiteY95" fmla="*/ 293723 h 658157"/>
                    <a:gd name="connsiteX96" fmla="*/ 73431 w 465062"/>
                    <a:gd name="connsiteY96" fmla="*/ 212133 h 658157"/>
                    <a:gd name="connsiteX97" fmla="*/ 76151 w 465062"/>
                    <a:gd name="connsiteY97" fmla="*/ 155021 h 658157"/>
                    <a:gd name="connsiteX98" fmla="*/ 76151 w 465062"/>
                    <a:gd name="connsiteY98" fmla="*/ 119665 h 658157"/>
                    <a:gd name="connsiteX99" fmla="*/ 78870 w 465062"/>
                    <a:gd name="connsiteY99" fmla="*/ 84310 h 658157"/>
                    <a:gd name="connsiteX100" fmla="*/ 76151 w 465062"/>
                    <a:gd name="connsiteY100" fmla="*/ 62552 h 658157"/>
                    <a:gd name="connsiteX101" fmla="*/ 67992 w 465062"/>
                    <a:gd name="connsiteY101" fmla="*/ 62552 h 658157"/>
                    <a:gd name="connsiteX102" fmla="*/ 43515 w 465062"/>
                    <a:gd name="connsiteY102" fmla="*/ 62552 h 658157"/>
                    <a:gd name="connsiteX103" fmla="*/ 16318 w 465062"/>
                    <a:gd name="connsiteY103" fmla="*/ 57113 h 658157"/>
                    <a:gd name="connsiteX104" fmla="*/ 0 w 465062"/>
                    <a:gd name="connsiteY104" fmla="*/ 40795 h 658157"/>
                    <a:gd name="connsiteX105" fmla="*/ 5439 w 465062"/>
                    <a:gd name="connsiteY105" fmla="*/ 32636 h 658157"/>
                    <a:gd name="connsiteX106" fmla="*/ 27197 w 465062"/>
                    <a:gd name="connsiteY106" fmla="*/ 24477 h 658157"/>
                    <a:gd name="connsiteX107" fmla="*/ 76151 w 465062"/>
                    <a:gd name="connsiteY107" fmla="*/ 19038 h 658157"/>
                    <a:gd name="connsiteX108" fmla="*/ 78870 w 465062"/>
                    <a:gd name="connsiteY108" fmla="*/ 13598 h 658157"/>
                    <a:gd name="connsiteX109" fmla="*/ 95188 w 465062"/>
                    <a:gd name="connsiteY109" fmla="*/ 5440 h 658157"/>
                    <a:gd name="connsiteX110" fmla="*/ 111506 w 465062"/>
                    <a:gd name="connsiteY110" fmla="*/ 0 h 6581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</a:cxnLst>
                  <a:rect l="l" t="t" r="r" b="b"/>
                  <a:pathLst>
                    <a:path w="465062" h="658157">
                      <a:moveTo>
                        <a:pt x="193096" y="59832"/>
                      </a:moveTo>
                      <a:cubicBezTo>
                        <a:pt x="193096" y="73430"/>
                        <a:pt x="193096" y="89748"/>
                        <a:pt x="193096" y="114226"/>
                      </a:cubicBezTo>
                      <a:cubicBezTo>
                        <a:pt x="193096" y="144142"/>
                        <a:pt x="195816" y="176778"/>
                        <a:pt x="198536" y="209414"/>
                      </a:cubicBezTo>
                      <a:cubicBezTo>
                        <a:pt x="198536" y="247489"/>
                        <a:pt x="201255" y="277406"/>
                        <a:pt x="201255" y="282845"/>
                      </a:cubicBezTo>
                      <a:cubicBezTo>
                        <a:pt x="201255" y="293723"/>
                        <a:pt x="203975" y="304602"/>
                        <a:pt x="203975" y="315481"/>
                      </a:cubicBezTo>
                      <a:cubicBezTo>
                        <a:pt x="203975" y="318200"/>
                        <a:pt x="203975" y="318200"/>
                        <a:pt x="203975" y="320920"/>
                      </a:cubicBezTo>
                      <a:cubicBezTo>
                        <a:pt x="203975" y="326359"/>
                        <a:pt x="206695" y="329079"/>
                        <a:pt x="212134" y="329079"/>
                      </a:cubicBezTo>
                      <a:cubicBezTo>
                        <a:pt x="214854" y="329079"/>
                        <a:pt x="220293" y="329079"/>
                        <a:pt x="223013" y="329079"/>
                      </a:cubicBezTo>
                      <a:cubicBezTo>
                        <a:pt x="228452" y="329079"/>
                        <a:pt x="233891" y="329079"/>
                        <a:pt x="239331" y="329079"/>
                      </a:cubicBezTo>
                      <a:cubicBezTo>
                        <a:pt x="252929" y="329079"/>
                        <a:pt x="271967" y="323640"/>
                        <a:pt x="280126" y="312761"/>
                      </a:cubicBezTo>
                      <a:cubicBezTo>
                        <a:pt x="288284" y="304602"/>
                        <a:pt x="291004" y="299163"/>
                        <a:pt x="296443" y="288284"/>
                      </a:cubicBezTo>
                      <a:cubicBezTo>
                        <a:pt x="299163" y="277406"/>
                        <a:pt x="301883" y="269247"/>
                        <a:pt x="304602" y="258368"/>
                      </a:cubicBezTo>
                      <a:cubicBezTo>
                        <a:pt x="307322" y="244770"/>
                        <a:pt x="310042" y="239330"/>
                        <a:pt x="312761" y="225732"/>
                      </a:cubicBezTo>
                      <a:cubicBezTo>
                        <a:pt x="315481" y="212134"/>
                        <a:pt x="315481" y="209414"/>
                        <a:pt x="315481" y="195816"/>
                      </a:cubicBezTo>
                      <a:cubicBezTo>
                        <a:pt x="315481" y="179498"/>
                        <a:pt x="315481" y="184937"/>
                        <a:pt x="318201" y="168619"/>
                      </a:cubicBezTo>
                      <a:cubicBezTo>
                        <a:pt x="312761" y="152302"/>
                        <a:pt x="312761" y="149582"/>
                        <a:pt x="312761" y="135983"/>
                      </a:cubicBezTo>
                      <a:cubicBezTo>
                        <a:pt x="312761" y="133264"/>
                        <a:pt x="312761" y="127825"/>
                        <a:pt x="312761" y="122385"/>
                      </a:cubicBezTo>
                      <a:cubicBezTo>
                        <a:pt x="312761" y="111507"/>
                        <a:pt x="301883" y="95188"/>
                        <a:pt x="293724" y="84309"/>
                      </a:cubicBezTo>
                      <a:cubicBezTo>
                        <a:pt x="288284" y="78870"/>
                        <a:pt x="285565" y="76150"/>
                        <a:pt x="280126" y="73430"/>
                      </a:cubicBezTo>
                      <a:cubicBezTo>
                        <a:pt x="271967" y="67991"/>
                        <a:pt x="266527" y="65271"/>
                        <a:pt x="258368" y="62552"/>
                      </a:cubicBezTo>
                      <a:cubicBezTo>
                        <a:pt x="244770" y="59832"/>
                        <a:pt x="228452" y="59832"/>
                        <a:pt x="217573" y="59832"/>
                      </a:cubicBezTo>
                      <a:close/>
                      <a:moveTo>
                        <a:pt x="111506" y="0"/>
                      </a:moveTo>
                      <a:cubicBezTo>
                        <a:pt x="114226" y="0"/>
                        <a:pt x="122385" y="0"/>
                        <a:pt x="127824" y="0"/>
                      </a:cubicBezTo>
                      <a:cubicBezTo>
                        <a:pt x="135983" y="0"/>
                        <a:pt x="146862" y="2720"/>
                        <a:pt x="157741" y="5440"/>
                      </a:cubicBezTo>
                      <a:cubicBezTo>
                        <a:pt x="168619" y="8159"/>
                        <a:pt x="176778" y="10879"/>
                        <a:pt x="179497" y="16318"/>
                      </a:cubicBezTo>
                      <a:cubicBezTo>
                        <a:pt x="193096" y="16318"/>
                        <a:pt x="201255" y="16318"/>
                        <a:pt x="209414" y="16318"/>
                      </a:cubicBezTo>
                      <a:cubicBezTo>
                        <a:pt x="220292" y="16318"/>
                        <a:pt x="231171" y="16318"/>
                        <a:pt x="247489" y="16318"/>
                      </a:cubicBezTo>
                      <a:cubicBezTo>
                        <a:pt x="250209" y="16318"/>
                        <a:pt x="258368" y="16318"/>
                        <a:pt x="266527" y="16318"/>
                      </a:cubicBezTo>
                      <a:cubicBezTo>
                        <a:pt x="277405" y="16318"/>
                        <a:pt x="291004" y="21758"/>
                        <a:pt x="312761" y="27197"/>
                      </a:cubicBezTo>
                      <a:cubicBezTo>
                        <a:pt x="320920" y="29917"/>
                        <a:pt x="329079" y="35356"/>
                        <a:pt x="337238" y="38075"/>
                      </a:cubicBezTo>
                      <a:cubicBezTo>
                        <a:pt x="342677" y="40795"/>
                        <a:pt x="353556" y="48954"/>
                        <a:pt x="364434" y="54393"/>
                      </a:cubicBezTo>
                      <a:cubicBezTo>
                        <a:pt x="375313" y="62552"/>
                        <a:pt x="386192" y="67992"/>
                        <a:pt x="386192" y="73431"/>
                      </a:cubicBezTo>
                      <a:cubicBezTo>
                        <a:pt x="391631" y="84310"/>
                        <a:pt x="402510" y="92469"/>
                        <a:pt x="407949" y="103347"/>
                      </a:cubicBezTo>
                      <a:cubicBezTo>
                        <a:pt x="413388" y="116945"/>
                        <a:pt x="416108" y="130544"/>
                        <a:pt x="416108" y="141422"/>
                      </a:cubicBezTo>
                      <a:cubicBezTo>
                        <a:pt x="416108" y="152301"/>
                        <a:pt x="418828" y="157740"/>
                        <a:pt x="418828" y="163179"/>
                      </a:cubicBezTo>
                      <a:cubicBezTo>
                        <a:pt x="418828" y="165899"/>
                        <a:pt x="418828" y="168619"/>
                        <a:pt x="418828" y="171339"/>
                      </a:cubicBezTo>
                      <a:cubicBezTo>
                        <a:pt x="418828" y="174058"/>
                        <a:pt x="421547" y="182217"/>
                        <a:pt x="421547" y="187656"/>
                      </a:cubicBezTo>
                      <a:cubicBezTo>
                        <a:pt x="421547" y="193096"/>
                        <a:pt x="418828" y="201255"/>
                        <a:pt x="418828" y="206694"/>
                      </a:cubicBezTo>
                      <a:cubicBezTo>
                        <a:pt x="418828" y="217573"/>
                        <a:pt x="418828" y="223012"/>
                        <a:pt x="416108" y="233891"/>
                      </a:cubicBezTo>
                      <a:cubicBezTo>
                        <a:pt x="413388" y="244769"/>
                        <a:pt x="410668" y="255648"/>
                        <a:pt x="405229" y="263807"/>
                      </a:cubicBezTo>
                      <a:cubicBezTo>
                        <a:pt x="402510" y="269246"/>
                        <a:pt x="397070" y="269246"/>
                        <a:pt x="394351" y="274686"/>
                      </a:cubicBezTo>
                      <a:cubicBezTo>
                        <a:pt x="391631" y="277405"/>
                        <a:pt x="391631" y="282844"/>
                        <a:pt x="388912" y="285564"/>
                      </a:cubicBezTo>
                      <a:cubicBezTo>
                        <a:pt x="383472" y="291003"/>
                        <a:pt x="375313" y="301882"/>
                        <a:pt x="369874" y="304602"/>
                      </a:cubicBezTo>
                      <a:cubicBezTo>
                        <a:pt x="367154" y="307321"/>
                        <a:pt x="361715" y="307321"/>
                        <a:pt x="358995" y="310041"/>
                      </a:cubicBezTo>
                      <a:cubicBezTo>
                        <a:pt x="356275" y="312761"/>
                        <a:pt x="350836" y="318200"/>
                        <a:pt x="348117" y="320920"/>
                      </a:cubicBezTo>
                      <a:cubicBezTo>
                        <a:pt x="339958" y="326359"/>
                        <a:pt x="334518" y="334518"/>
                        <a:pt x="326359" y="339957"/>
                      </a:cubicBezTo>
                      <a:cubicBezTo>
                        <a:pt x="320920" y="342677"/>
                        <a:pt x="312761" y="342677"/>
                        <a:pt x="312761" y="353555"/>
                      </a:cubicBezTo>
                      <a:cubicBezTo>
                        <a:pt x="312761" y="361714"/>
                        <a:pt x="334518" y="372593"/>
                        <a:pt x="337238" y="380752"/>
                      </a:cubicBezTo>
                      <a:cubicBezTo>
                        <a:pt x="345397" y="394350"/>
                        <a:pt x="353556" y="407948"/>
                        <a:pt x="358995" y="421547"/>
                      </a:cubicBezTo>
                      <a:cubicBezTo>
                        <a:pt x="364434" y="435145"/>
                        <a:pt x="367154" y="446024"/>
                        <a:pt x="372593" y="459622"/>
                      </a:cubicBezTo>
                      <a:cubicBezTo>
                        <a:pt x="378033" y="478660"/>
                        <a:pt x="383472" y="494978"/>
                        <a:pt x="386192" y="514015"/>
                      </a:cubicBezTo>
                      <a:cubicBezTo>
                        <a:pt x="391631" y="533053"/>
                        <a:pt x="402510" y="549371"/>
                        <a:pt x="407949" y="568408"/>
                      </a:cubicBezTo>
                      <a:cubicBezTo>
                        <a:pt x="410668" y="579287"/>
                        <a:pt x="416108" y="590165"/>
                        <a:pt x="421547" y="598324"/>
                      </a:cubicBezTo>
                      <a:cubicBezTo>
                        <a:pt x="435146" y="614642"/>
                        <a:pt x="443305" y="622801"/>
                        <a:pt x="451463" y="628241"/>
                      </a:cubicBezTo>
                      <a:cubicBezTo>
                        <a:pt x="456903" y="630960"/>
                        <a:pt x="465062" y="636400"/>
                        <a:pt x="465062" y="644559"/>
                      </a:cubicBezTo>
                      <a:cubicBezTo>
                        <a:pt x="465062" y="647278"/>
                        <a:pt x="465062" y="647278"/>
                        <a:pt x="462342" y="649998"/>
                      </a:cubicBezTo>
                      <a:cubicBezTo>
                        <a:pt x="456903" y="655437"/>
                        <a:pt x="446024" y="658157"/>
                        <a:pt x="437865" y="658157"/>
                      </a:cubicBezTo>
                      <a:cubicBezTo>
                        <a:pt x="413388" y="658157"/>
                        <a:pt x="378033" y="641839"/>
                        <a:pt x="361715" y="622801"/>
                      </a:cubicBezTo>
                      <a:cubicBezTo>
                        <a:pt x="345397" y="606483"/>
                        <a:pt x="334518" y="584726"/>
                        <a:pt x="320920" y="565689"/>
                      </a:cubicBezTo>
                      <a:cubicBezTo>
                        <a:pt x="315480" y="554810"/>
                        <a:pt x="310041" y="543931"/>
                        <a:pt x="304602" y="530333"/>
                      </a:cubicBezTo>
                      <a:cubicBezTo>
                        <a:pt x="299163" y="519454"/>
                        <a:pt x="296443" y="508576"/>
                        <a:pt x="293723" y="497697"/>
                      </a:cubicBezTo>
                      <a:cubicBezTo>
                        <a:pt x="291004" y="486819"/>
                        <a:pt x="288284" y="473220"/>
                        <a:pt x="282845" y="462342"/>
                      </a:cubicBezTo>
                      <a:cubicBezTo>
                        <a:pt x="280125" y="448743"/>
                        <a:pt x="274686" y="437865"/>
                        <a:pt x="269246" y="424267"/>
                      </a:cubicBezTo>
                      <a:cubicBezTo>
                        <a:pt x="266527" y="416108"/>
                        <a:pt x="261087" y="402509"/>
                        <a:pt x="255648" y="391631"/>
                      </a:cubicBezTo>
                      <a:cubicBezTo>
                        <a:pt x="250209" y="380752"/>
                        <a:pt x="244770" y="375313"/>
                        <a:pt x="236610" y="367154"/>
                      </a:cubicBezTo>
                      <a:cubicBezTo>
                        <a:pt x="231171" y="361714"/>
                        <a:pt x="223012" y="361714"/>
                        <a:pt x="217573" y="361714"/>
                      </a:cubicBezTo>
                      <a:cubicBezTo>
                        <a:pt x="212134" y="361714"/>
                        <a:pt x="206694" y="361714"/>
                        <a:pt x="201255" y="361714"/>
                      </a:cubicBezTo>
                      <a:cubicBezTo>
                        <a:pt x="198535" y="361714"/>
                        <a:pt x="198535" y="364434"/>
                        <a:pt x="198535" y="367154"/>
                      </a:cubicBezTo>
                      <a:cubicBezTo>
                        <a:pt x="198535" y="375313"/>
                        <a:pt x="201255" y="386191"/>
                        <a:pt x="201255" y="388911"/>
                      </a:cubicBezTo>
                      <a:cubicBezTo>
                        <a:pt x="201255" y="402509"/>
                        <a:pt x="198535" y="413388"/>
                        <a:pt x="198535" y="426986"/>
                      </a:cubicBezTo>
                      <a:cubicBezTo>
                        <a:pt x="198535" y="446024"/>
                        <a:pt x="203975" y="456902"/>
                        <a:pt x="203975" y="478660"/>
                      </a:cubicBezTo>
                      <a:cubicBezTo>
                        <a:pt x="203975" y="503136"/>
                        <a:pt x="201255" y="527613"/>
                        <a:pt x="198535" y="552090"/>
                      </a:cubicBezTo>
                      <a:cubicBezTo>
                        <a:pt x="198535" y="560249"/>
                        <a:pt x="195816" y="568408"/>
                        <a:pt x="195816" y="576567"/>
                      </a:cubicBezTo>
                      <a:cubicBezTo>
                        <a:pt x="195816" y="582006"/>
                        <a:pt x="195816" y="587446"/>
                        <a:pt x="198535" y="592885"/>
                      </a:cubicBezTo>
                      <a:cubicBezTo>
                        <a:pt x="212134" y="592885"/>
                        <a:pt x="225732" y="592885"/>
                        <a:pt x="233891" y="592885"/>
                      </a:cubicBezTo>
                      <a:cubicBezTo>
                        <a:pt x="247489" y="592885"/>
                        <a:pt x="271966" y="592885"/>
                        <a:pt x="271966" y="611923"/>
                      </a:cubicBezTo>
                      <a:cubicBezTo>
                        <a:pt x="271966" y="620082"/>
                        <a:pt x="269246" y="622801"/>
                        <a:pt x="266527" y="628241"/>
                      </a:cubicBezTo>
                      <a:cubicBezTo>
                        <a:pt x="261087" y="633680"/>
                        <a:pt x="255648" y="636400"/>
                        <a:pt x="250209" y="636400"/>
                      </a:cubicBezTo>
                      <a:cubicBezTo>
                        <a:pt x="239330" y="639119"/>
                        <a:pt x="233891" y="639119"/>
                        <a:pt x="228451" y="639119"/>
                      </a:cubicBezTo>
                      <a:cubicBezTo>
                        <a:pt x="223012" y="639119"/>
                        <a:pt x="206694" y="639119"/>
                        <a:pt x="187657" y="639119"/>
                      </a:cubicBezTo>
                      <a:cubicBezTo>
                        <a:pt x="176778" y="647278"/>
                        <a:pt x="163180" y="649998"/>
                        <a:pt x="152301" y="652717"/>
                      </a:cubicBezTo>
                      <a:cubicBezTo>
                        <a:pt x="146862" y="652717"/>
                        <a:pt x="138703" y="655437"/>
                        <a:pt x="133263" y="655437"/>
                      </a:cubicBezTo>
                      <a:cubicBezTo>
                        <a:pt x="130544" y="655437"/>
                        <a:pt x="125104" y="655437"/>
                        <a:pt x="122385" y="652717"/>
                      </a:cubicBezTo>
                      <a:cubicBezTo>
                        <a:pt x="114226" y="649998"/>
                        <a:pt x="103347" y="644559"/>
                        <a:pt x="97908" y="639119"/>
                      </a:cubicBezTo>
                      <a:cubicBezTo>
                        <a:pt x="87029" y="639119"/>
                        <a:pt x="78870" y="639119"/>
                        <a:pt x="70711" y="639119"/>
                      </a:cubicBezTo>
                      <a:cubicBezTo>
                        <a:pt x="62552" y="639119"/>
                        <a:pt x="54393" y="639119"/>
                        <a:pt x="46234" y="639119"/>
                      </a:cubicBezTo>
                      <a:cubicBezTo>
                        <a:pt x="38075" y="639119"/>
                        <a:pt x="27197" y="633680"/>
                        <a:pt x="19038" y="630960"/>
                      </a:cubicBezTo>
                      <a:cubicBezTo>
                        <a:pt x="10879" y="628241"/>
                        <a:pt x="2720" y="620082"/>
                        <a:pt x="2720" y="614642"/>
                      </a:cubicBezTo>
                      <a:cubicBezTo>
                        <a:pt x="2720" y="611923"/>
                        <a:pt x="2720" y="609203"/>
                        <a:pt x="8159" y="606483"/>
                      </a:cubicBezTo>
                      <a:cubicBezTo>
                        <a:pt x="13599" y="603764"/>
                        <a:pt x="24477" y="601044"/>
                        <a:pt x="29916" y="598324"/>
                      </a:cubicBezTo>
                      <a:cubicBezTo>
                        <a:pt x="43515" y="595605"/>
                        <a:pt x="62552" y="595605"/>
                        <a:pt x="76151" y="592885"/>
                      </a:cubicBezTo>
                      <a:cubicBezTo>
                        <a:pt x="76151" y="587446"/>
                        <a:pt x="73431" y="582006"/>
                        <a:pt x="73431" y="573848"/>
                      </a:cubicBezTo>
                      <a:cubicBezTo>
                        <a:pt x="73431" y="565689"/>
                        <a:pt x="70711" y="516735"/>
                        <a:pt x="70711" y="500417"/>
                      </a:cubicBezTo>
                      <a:cubicBezTo>
                        <a:pt x="70711" y="481379"/>
                        <a:pt x="73431" y="456902"/>
                        <a:pt x="73431" y="437865"/>
                      </a:cubicBezTo>
                      <a:cubicBezTo>
                        <a:pt x="73431" y="416108"/>
                        <a:pt x="70711" y="391631"/>
                        <a:pt x="70711" y="369873"/>
                      </a:cubicBezTo>
                      <a:cubicBezTo>
                        <a:pt x="70711" y="345397"/>
                        <a:pt x="70711" y="318200"/>
                        <a:pt x="70711" y="293723"/>
                      </a:cubicBezTo>
                      <a:cubicBezTo>
                        <a:pt x="70711" y="266526"/>
                        <a:pt x="73431" y="239330"/>
                        <a:pt x="73431" y="212133"/>
                      </a:cubicBezTo>
                      <a:cubicBezTo>
                        <a:pt x="73431" y="187656"/>
                        <a:pt x="76151" y="179498"/>
                        <a:pt x="76151" y="155021"/>
                      </a:cubicBezTo>
                      <a:cubicBezTo>
                        <a:pt x="76151" y="144142"/>
                        <a:pt x="76151" y="130544"/>
                        <a:pt x="76151" y="119665"/>
                      </a:cubicBezTo>
                      <a:cubicBezTo>
                        <a:pt x="76151" y="106067"/>
                        <a:pt x="78870" y="95188"/>
                        <a:pt x="78870" y="84310"/>
                      </a:cubicBezTo>
                      <a:cubicBezTo>
                        <a:pt x="78870" y="78870"/>
                        <a:pt x="78870" y="70711"/>
                        <a:pt x="76151" y="62552"/>
                      </a:cubicBezTo>
                      <a:cubicBezTo>
                        <a:pt x="76151" y="62552"/>
                        <a:pt x="73431" y="62552"/>
                        <a:pt x="67992" y="62552"/>
                      </a:cubicBezTo>
                      <a:cubicBezTo>
                        <a:pt x="59833" y="62552"/>
                        <a:pt x="51674" y="62552"/>
                        <a:pt x="43515" y="62552"/>
                      </a:cubicBezTo>
                      <a:cubicBezTo>
                        <a:pt x="35356" y="62552"/>
                        <a:pt x="24477" y="59833"/>
                        <a:pt x="16318" y="57113"/>
                      </a:cubicBezTo>
                      <a:cubicBezTo>
                        <a:pt x="8159" y="54393"/>
                        <a:pt x="0" y="43515"/>
                        <a:pt x="0" y="40795"/>
                      </a:cubicBezTo>
                      <a:cubicBezTo>
                        <a:pt x="0" y="38075"/>
                        <a:pt x="0" y="35356"/>
                        <a:pt x="5439" y="32636"/>
                      </a:cubicBezTo>
                      <a:cubicBezTo>
                        <a:pt x="10879" y="29917"/>
                        <a:pt x="21758" y="27197"/>
                        <a:pt x="27197" y="24477"/>
                      </a:cubicBezTo>
                      <a:cubicBezTo>
                        <a:pt x="46234" y="21758"/>
                        <a:pt x="62552" y="19038"/>
                        <a:pt x="76151" y="19038"/>
                      </a:cubicBezTo>
                      <a:cubicBezTo>
                        <a:pt x="76151" y="16318"/>
                        <a:pt x="78870" y="16318"/>
                        <a:pt x="78870" y="13598"/>
                      </a:cubicBezTo>
                      <a:cubicBezTo>
                        <a:pt x="84309" y="10879"/>
                        <a:pt x="89749" y="8159"/>
                        <a:pt x="95188" y="5440"/>
                      </a:cubicBezTo>
                      <a:cubicBezTo>
                        <a:pt x="100628" y="2720"/>
                        <a:pt x="106067" y="0"/>
                        <a:pt x="111506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99" name="Freeform: Shape 98">
                  <a:extLst>
                    <a:ext uri="{FF2B5EF4-FFF2-40B4-BE49-F238E27FC236}">
                      <a16:creationId xmlns:a16="http://schemas.microsoft.com/office/drawing/2014/main" id="{2E369AFE-FE22-4546-B790-6CF2EBB77CDE}"/>
                    </a:ext>
                  </a:extLst>
                </p:cNvPr>
                <p:cNvSpPr/>
                <p:nvPr/>
              </p:nvSpPr>
              <p:spPr>
                <a:xfrm>
                  <a:off x="8346812" y="4186718"/>
                  <a:ext cx="353556" cy="761503"/>
                </a:xfrm>
                <a:custGeom>
                  <a:avLst/>
                  <a:gdLst>
                    <a:gd name="connsiteX0" fmla="*/ 283910 w 353555"/>
                    <a:gd name="connsiteY0" fmla="*/ 672820 h 761503"/>
                    <a:gd name="connsiteX1" fmla="*/ 321985 w 353555"/>
                    <a:gd name="connsiteY1" fmla="*/ 689138 h 761503"/>
                    <a:gd name="connsiteX2" fmla="*/ 316546 w 353555"/>
                    <a:gd name="connsiteY2" fmla="*/ 705456 h 761503"/>
                    <a:gd name="connsiteX3" fmla="*/ 300228 w 353555"/>
                    <a:gd name="connsiteY3" fmla="*/ 713615 h 761503"/>
                    <a:gd name="connsiteX4" fmla="*/ 278471 w 353555"/>
                    <a:gd name="connsiteY4" fmla="*/ 716335 h 761503"/>
                    <a:gd name="connsiteX5" fmla="*/ 237676 w 353555"/>
                    <a:gd name="connsiteY5" fmla="*/ 716335 h 761503"/>
                    <a:gd name="connsiteX6" fmla="*/ 180563 w 353555"/>
                    <a:gd name="connsiteY6" fmla="*/ 719054 h 761503"/>
                    <a:gd name="connsiteX7" fmla="*/ 126170 w 353555"/>
                    <a:gd name="connsiteY7" fmla="*/ 719054 h 761503"/>
                    <a:gd name="connsiteX8" fmla="*/ 101693 w 353555"/>
                    <a:gd name="connsiteY8" fmla="*/ 719054 h 761503"/>
                    <a:gd name="connsiteX9" fmla="*/ 74496 w 353555"/>
                    <a:gd name="connsiteY9" fmla="*/ 713615 h 761503"/>
                    <a:gd name="connsiteX10" fmla="*/ 58178 w 353555"/>
                    <a:gd name="connsiteY10" fmla="*/ 697297 h 761503"/>
                    <a:gd name="connsiteX11" fmla="*/ 63618 w 353555"/>
                    <a:gd name="connsiteY11" fmla="*/ 689138 h 761503"/>
                    <a:gd name="connsiteX12" fmla="*/ 85375 w 353555"/>
                    <a:gd name="connsiteY12" fmla="*/ 680979 h 761503"/>
                    <a:gd name="connsiteX13" fmla="*/ 131609 w 353555"/>
                    <a:gd name="connsiteY13" fmla="*/ 675540 h 761503"/>
                    <a:gd name="connsiteX14" fmla="*/ 142488 w 353555"/>
                    <a:gd name="connsiteY14" fmla="*/ 675540 h 761503"/>
                    <a:gd name="connsiteX15" fmla="*/ 131609 w 353555"/>
                    <a:gd name="connsiteY15" fmla="*/ 653783 h 761503"/>
                    <a:gd name="connsiteX16" fmla="*/ 128890 w 353555"/>
                    <a:gd name="connsiteY16" fmla="*/ 640184 h 761503"/>
                    <a:gd name="connsiteX17" fmla="*/ 128890 w 353555"/>
                    <a:gd name="connsiteY17" fmla="*/ 629306 h 761503"/>
                    <a:gd name="connsiteX18" fmla="*/ 128890 w 353555"/>
                    <a:gd name="connsiteY18" fmla="*/ 621147 h 761503"/>
                    <a:gd name="connsiteX19" fmla="*/ 128890 w 353555"/>
                    <a:gd name="connsiteY19" fmla="*/ 593950 h 761503"/>
                    <a:gd name="connsiteX20" fmla="*/ 128890 w 353555"/>
                    <a:gd name="connsiteY20" fmla="*/ 583072 h 761503"/>
                    <a:gd name="connsiteX21" fmla="*/ 128890 w 353555"/>
                    <a:gd name="connsiteY21" fmla="*/ 436210 h 761503"/>
                    <a:gd name="connsiteX22" fmla="*/ 128890 w 353555"/>
                    <a:gd name="connsiteY22" fmla="*/ 357340 h 761503"/>
                    <a:gd name="connsiteX23" fmla="*/ 131609 w 353555"/>
                    <a:gd name="connsiteY23" fmla="*/ 289349 h 761503"/>
                    <a:gd name="connsiteX24" fmla="*/ 131609 w 353555"/>
                    <a:gd name="connsiteY24" fmla="*/ 251274 h 761503"/>
                    <a:gd name="connsiteX25" fmla="*/ 131609 w 353555"/>
                    <a:gd name="connsiteY25" fmla="*/ 205040 h 761503"/>
                    <a:gd name="connsiteX26" fmla="*/ 131609 w 353555"/>
                    <a:gd name="connsiteY26" fmla="*/ 139768 h 761503"/>
                    <a:gd name="connsiteX27" fmla="*/ 131609 w 353555"/>
                    <a:gd name="connsiteY27" fmla="*/ 128889 h 761503"/>
                    <a:gd name="connsiteX28" fmla="*/ 126170 w 353555"/>
                    <a:gd name="connsiteY28" fmla="*/ 128889 h 761503"/>
                    <a:gd name="connsiteX29" fmla="*/ 101693 w 353555"/>
                    <a:gd name="connsiteY29" fmla="*/ 128889 h 761503"/>
                    <a:gd name="connsiteX30" fmla="*/ 74496 w 353555"/>
                    <a:gd name="connsiteY30" fmla="*/ 123450 h 761503"/>
                    <a:gd name="connsiteX31" fmla="*/ 58178 w 353555"/>
                    <a:gd name="connsiteY31" fmla="*/ 107132 h 761503"/>
                    <a:gd name="connsiteX32" fmla="*/ 60898 w 353555"/>
                    <a:gd name="connsiteY32" fmla="*/ 98973 h 761503"/>
                    <a:gd name="connsiteX33" fmla="*/ 82655 w 353555"/>
                    <a:gd name="connsiteY33" fmla="*/ 93534 h 761503"/>
                    <a:gd name="connsiteX34" fmla="*/ 131609 w 353555"/>
                    <a:gd name="connsiteY34" fmla="*/ 88094 h 761503"/>
                    <a:gd name="connsiteX35" fmla="*/ 131609 w 353555"/>
                    <a:gd name="connsiteY35" fmla="*/ 82655 h 761503"/>
                    <a:gd name="connsiteX36" fmla="*/ 134329 w 353555"/>
                    <a:gd name="connsiteY36" fmla="*/ 71776 h 761503"/>
                    <a:gd name="connsiteX37" fmla="*/ 147927 w 353555"/>
                    <a:gd name="connsiteY37" fmla="*/ 63617 h 761503"/>
                    <a:gd name="connsiteX38" fmla="*/ 164245 w 353555"/>
                    <a:gd name="connsiteY38" fmla="*/ 58178 h 761503"/>
                    <a:gd name="connsiteX39" fmla="*/ 177843 w 353555"/>
                    <a:gd name="connsiteY39" fmla="*/ 58178 h 761503"/>
                    <a:gd name="connsiteX40" fmla="*/ 196881 w 353555"/>
                    <a:gd name="connsiteY40" fmla="*/ 60898 h 761503"/>
                    <a:gd name="connsiteX41" fmla="*/ 232237 w 353555"/>
                    <a:gd name="connsiteY41" fmla="*/ 88094 h 761503"/>
                    <a:gd name="connsiteX42" fmla="*/ 278471 w 353555"/>
                    <a:gd name="connsiteY42" fmla="*/ 88094 h 761503"/>
                    <a:gd name="connsiteX43" fmla="*/ 316546 w 353555"/>
                    <a:gd name="connsiteY43" fmla="*/ 104412 h 761503"/>
                    <a:gd name="connsiteX44" fmla="*/ 311107 w 353555"/>
                    <a:gd name="connsiteY44" fmla="*/ 120730 h 761503"/>
                    <a:gd name="connsiteX45" fmla="*/ 294789 w 353555"/>
                    <a:gd name="connsiteY45" fmla="*/ 128889 h 761503"/>
                    <a:gd name="connsiteX46" fmla="*/ 273032 w 353555"/>
                    <a:gd name="connsiteY46" fmla="*/ 131609 h 761503"/>
                    <a:gd name="connsiteX47" fmla="*/ 243115 w 353555"/>
                    <a:gd name="connsiteY47" fmla="*/ 131609 h 761503"/>
                    <a:gd name="connsiteX48" fmla="*/ 243115 w 353555"/>
                    <a:gd name="connsiteY48" fmla="*/ 134329 h 761503"/>
                    <a:gd name="connsiteX49" fmla="*/ 248554 w 353555"/>
                    <a:gd name="connsiteY49" fmla="*/ 169684 h 761503"/>
                    <a:gd name="connsiteX50" fmla="*/ 251274 w 353555"/>
                    <a:gd name="connsiteY50" fmla="*/ 205040 h 761503"/>
                    <a:gd name="connsiteX51" fmla="*/ 251274 w 353555"/>
                    <a:gd name="connsiteY51" fmla="*/ 240395 h 761503"/>
                    <a:gd name="connsiteX52" fmla="*/ 251274 w 353555"/>
                    <a:gd name="connsiteY52" fmla="*/ 256713 h 761503"/>
                    <a:gd name="connsiteX53" fmla="*/ 253994 w 353555"/>
                    <a:gd name="connsiteY53" fmla="*/ 270311 h 761503"/>
                    <a:gd name="connsiteX54" fmla="*/ 259433 w 353555"/>
                    <a:gd name="connsiteY54" fmla="*/ 343742 h 761503"/>
                    <a:gd name="connsiteX55" fmla="*/ 262153 w 353555"/>
                    <a:gd name="connsiteY55" fmla="*/ 425332 h 761503"/>
                    <a:gd name="connsiteX56" fmla="*/ 264872 w 353555"/>
                    <a:gd name="connsiteY56" fmla="*/ 490603 h 761503"/>
                    <a:gd name="connsiteX57" fmla="*/ 270312 w 353555"/>
                    <a:gd name="connsiteY57" fmla="*/ 564034 h 761503"/>
                    <a:gd name="connsiteX58" fmla="*/ 270312 w 353555"/>
                    <a:gd name="connsiteY58" fmla="*/ 599390 h 761503"/>
                    <a:gd name="connsiteX59" fmla="*/ 270312 w 353555"/>
                    <a:gd name="connsiteY59" fmla="*/ 637465 h 761503"/>
                    <a:gd name="connsiteX60" fmla="*/ 264872 w 353555"/>
                    <a:gd name="connsiteY60" fmla="*/ 670101 h 761503"/>
                    <a:gd name="connsiteX61" fmla="*/ 283910 w 353555"/>
                    <a:gd name="connsiteY61" fmla="*/ 672820 h 761503"/>
                    <a:gd name="connsiteX62" fmla="*/ 283910 w 353555"/>
                    <a:gd name="connsiteY62" fmla="*/ 672820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</a:cxnLst>
                  <a:rect l="l" t="t" r="r" b="b"/>
                  <a:pathLst>
                    <a:path w="353555" h="761503">
                      <a:moveTo>
                        <a:pt x="283910" y="672820"/>
                      </a:moveTo>
                      <a:cubicBezTo>
                        <a:pt x="297508" y="672820"/>
                        <a:pt x="321985" y="672820"/>
                        <a:pt x="321985" y="689138"/>
                      </a:cubicBezTo>
                      <a:cubicBezTo>
                        <a:pt x="321985" y="697297"/>
                        <a:pt x="319266" y="697297"/>
                        <a:pt x="316546" y="705456"/>
                      </a:cubicBezTo>
                      <a:cubicBezTo>
                        <a:pt x="311107" y="710895"/>
                        <a:pt x="305667" y="713615"/>
                        <a:pt x="300228" y="713615"/>
                      </a:cubicBezTo>
                      <a:cubicBezTo>
                        <a:pt x="292069" y="716335"/>
                        <a:pt x="283910" y="716335"/>
                        <a:pt x="278471" y="716335"/>
                      </a:cubicBezTo>
                      <a:cubicBezTo>
                        <a:pt x="275751" y="716335"/>
                        <a:pt x="256713" y="716335"/>
                        <a:pt x="237676" y="716335"/>
                      </a:cubicBezTo>
                      <a:cubicBezTo>
                        <a:pt x="213199" y="716335"/>
                        <a:pt x="186003" y="719054"/>
                        <a:pt x="180563" y="719054"/>
                      </a:cubicBezTo>
                      <a:cubicBezTo>
                        <a:pt x="166965" y="719054"/>
                        <a:pt x="142488" y="719054"/>
                        <a:pt x="126170" y="719054"/>
                      </a:cubicBezTo>
                      <a:cubicBezTo>
                        <a:pt x="118011" y="719054"/>
                        <a:pt x="109852" y="719054"/>
                        <a:pt x="101693" y="719054"/>
                      </a:cubicBezTo>
                      <a:cubicBezTo>
                        <a:pt x="93534" y="719054"/>
                        <a:pt x="82655" y="719054"/>
                        <a:pt x="74496" y="713615"/>
                      </a:cubicBezTo>
                      <a:cubicBezTo>
                        <a:pt x="66337" y="710895"/>
                        <a:pt x="58178" y="702736"/>
                        <a:pt x="58178" y="697297"/>
                      </a:cubicBezTo>
                      <a:cubicBezTo>
                        <a:pt x="58178" y="694578"/>
                        <a:pt x="58178" y="691858"/>
                        <a:pt x="63618" y="689138"/>
                      </a:cubicBezTo>
                      <a:cubicBezTo>
                        <a:pt x="69057" y="686418"/>
                        <a:pt x="79936" y="683699"/>
                        <a:pt x="85375" y="680979"/>
                      </a:cubicBezTo>
                      <a:cubicBezTo>
                        <a:pt x="104413" y="678260"/>
                        <a:pt x="123450" y="675540"/>
                        <a:pt x="131609" y="675540"/>
                      </a:cubicBezTo>
                      <a:cubicBezTo>
                        <a:pt x="134329" y="675540"/>
                        <a:pt x="137049" y="675540"/>
                        <a:pt x="142488" y="675540"/>
                      </a:cubicBezTo>
                      <a:cubicBezTo>
                        <a:pt x="134329" y="670101"/>
                        <a:pt x="131609" y="661942"/>
                        <a:pt x="131609" y="653783"/>
                      </a:cubicBezTo>
                      <a:cubicBezTo>
                        <a:pt x="131609" y="648343"/>
                        <a:pt x="131609" y="642904"/>
                        <a:pt x="128890" y="640184"/>
                      </a:cubicBezTo>
                      <a:cubicBezTo>
                        <a:pt x="128890" y="637465"/>
                        <a:pt x="128890" y="634745"/>
                        <a:pt x="128890" y="629306"/>
                      </a:cubicBezTo>
                      <a:cubicBezTo>
                        <a:pt x="128890" y="626586"/>
                        <a:pt x="128890" y="623867"/>
                        <a:pt x="128890" y="621147"/>
                      </a:cubicBezTo>
                      <a:cubicBezTo>
                        <a:pt x="128890" y="612988"/>
                        <a:pt x="128890" y="604829"/>
                        <a:pt x="128890" y="593950"/>
                      </a:cubicBezTo>
                      <a:cubicBezTo>
                        <a:pt x="128890" y="591231"/>
                        <a:pt x="128890" y="585791"/>
                        <a:pt x="128890" y="583072"/>
                      </a:cubicBezTo>
                      <a:cubicBezTo>
                        <a:pt x="128890" y="534118"/>
                        <a:pt x="131609" y="485164"/>
                        <a:pt x="128890" y="436210"/>
                      </a:cubicBezTo>
                      <a:cubicBezTo>
                        <a:pt x="128890" y="409014"/>
                        <a:pt x="128890" y="384537"/>
                        <a:pt x="128890" y="357340"/>
                      </a:cubicBezTo>
                      <a:cubicBezTo>
                        <a:pt x="128890" y="335583"/>
                        <a:pt x="131609" y="313826"/>
                        <a:pt x="131609" y="289349"/>
                      </a:cubicBezTo>
                      <a:cubicBezTo>
                        <a:pt x="131609" y="275751"/>
                        <a:pt x="131609" y="264872"/>
                        <a:pt x="131609" y="251274"/>
                      </a:cubicBezTo>
                      <a:cubicBezTo>
                        <a:pt x="131609" y="234956"/>
                        <a:pt x="131609" y="221357"/>
                        <a:pt x="131609" y="205040"/>
                      </a:cubicBezTo>
                      <a:cubicBezTo>
                        <a:pt x="131609" y="183282"/>
                        <a:pt x="131609" y="161525"/>
                        <a:pt x="131609" y="139768"/>
                      </a:cubicBezTo>
                      <a:cubicBezTo>
                        <a:pt x="131609" y="137048"/>
                        <a:pt x="131609" y="134329"/>
                        <a:pt x="131609" y="128889"/>
                      </a:cubicBezTo>
                      <a:cubicBezTo>
                        <a:pt x="128890" y="128889"/>
                        <a:pt x="126170" y="128889"/>
                        <a:pt x="126170" y="128889"/>
                      </a:cubicBezTo>
                      <a:cubicBezTo>
                        <a:pt x="118011" y="128889"/>
                        <a:pt x="109852" y="128889"/>
                        <a:pt x="101693" y="128889"/>
                      </a:cubicBezTo>
                      <a:cubicBezTo>
                        <a:pt x="93534" y="128889"/>
                        <a:pt x="82655" y="128889"/>
                        <a:pt x="74496" y="123450"/>
                      </a:cubicBezTo>
                      <a:cubicBezTo>
                        <a:pt x="66337" y="120730"/>
                        <a:pt x="58178" y="112571"/>
                        <a:pt x="58178" y="107132"/>
                      </a:cubicBezTo>
                      <a:cubicBezTo>
                        <a:pt x="58178" y="104412"/>
                        <a:pt x="58178" y="101693"/>
                        <a:pt x="60898" y="98973"/>
                      </a:cubicBezTo>
                      <a:cubicBezTo>
                        <a:pt x="63618" y="96253"/>
                        <a:pt x="77216" y="93534"/>
                        <a:pt x="82655" y="93534"/>
                      </a:cubicBezTo>
                      <a:cubicBezTo>
                        <a:pt x="98973" y="90814"/>
                        <a:pt x="123450" y="88094"/>
                        <a:pt x="131609" y="88094"/>
                      </a:cubicBezTo>
                      <a:cubicBezTo>
                        <a:pt x="131609" y="85375"/>
                        <a:pt x="131609" y="85375"/>
                        <a:pt x="131609" y="82655"/>
                      </a:cubicBezTo>
                      <a:cubicBezTo>
                        <a:pt x="131609" y="77216"/>
                        <a:pt x="131609" y="74496"/>
                        <a:pt x="134329" y="71776"/>
                      </a:cubicBezTo>
                      <a:cubicBezTo>
                        <a:pt x="137049" y="69057"/>
                        <a:pt x="145208" y="66337"/>
                        <a:pt x="147927" y="63617"/>
                      </a:cubicBezTo>
                      <a:cubicBezTo>
                        <a:pt x="153366" y="60898"/>
                        <a:pt x="158806" y="58178"/>
                        <a:pt x="164245" y="58178"/>
                      </a:cubicBezTo>
                      <a:cubicBezTo>
                        <a:pt x="169684" y="58178"/>
                        <a:pt x="175124" y="58178"/>
                        <a:pt x="177843" y="58178"/>
                      </a:cubicBezTo>
                      <a:cubicBezTo>
                        <a:pt x="183283" y="58178"/>
                        <a:pt x="191442" y="58178"/>
                        <a:pt x="196881" y="60898"/>
                      </a:cubicBezTo>
                      <a:cubicBezTo>
                        <a:pt x="213199" y="63617"/>
                        <a:pt x="224078" y="74496"/>
                        <a:pt x="232237" y="88094"/>
                      </a:cubicBezTo>
                      <a:cubicBezTo>
                        <a:pt x="253994" y="88094"/>
                        <a:pt x="270312" y="88094"/>
                        <a:pt x="278471" y="88094"/>
                      </a:cubicBezTo>
                      <a:cubicBezTo>
                        <a:pt x="292069" y="88094"/>
                        <a:pt x="316546" y="88094"/>
                        <a:pt x="316546" y="104412"/>
                      </a:cubicBezTo>
                      <a:cubicBezTo>
                        <a:pt x="316546" y="112571"/>
                        <a:pt x="313826" y="112571"/>
                        <a:pt x="311107" y="120730"/>
                      </a:cubicBezTo>
                      <a:cubicBezTo>
                        <a:pt x="305667" y="126170"/>
                        <a:pt x="300228" y="128889"/>
                        <a:pt x="294789" y="128889"/>
                      </a:cubicBezTo>
                      <a:cubicBezTo>
                        <a:pt x="286630" y="131609"/>
                        <a:pt x="278471" y="131609"/>
                        <a:pt x="273032" y="131609"/>
                      </a:cubicBezTo>
                      <a:cubicBezTo>
                        <a:pt x="270312" y="131609"/>
                        <a:pt x="259433" y="131609"/>
                        <a:pt x="243115" y="131609"/>
                      </a:cubicBezTo>
                      <a:lnTo>
                        <a:pt x="243115" y="134329"/>
                      </a:lnTo>
                      <a:cubicBezTo>
                        <a:pt x="245835" y="145207"/>
                        <a:pt x="245835" y="158805"/>
                        <a:pt x="248554" y="169684"/>
                      </a:cubicBezTo>
                      <a:cubicBezTo>
                        <a:pt x="251274" y="180563"/>
                        <a:pt x="251274" y="194161"/>
                        <a:pt x="251274" y="205040"/>
                      </a:cubicBezTo>
                      <a:cubicBezTo>
                        <a:pt x="251274" y="215918"/>
                        <a:pt x="251274" y="226797"/>
                        <a:pt x="251274" y="240395"/>
                      </a:cubicBezTo>
                      <a:cubicBezTo>
                        <a:pt x="251274" y="245834"/>
                        <a:pt x="251274" y="251274"/>
                        <a:pt x="251274" y="256713"/>
                      </a:cubicBezTo>
                      <a:cubicBezTo>
                        <a:pt x="251274" y="262152"/>
                        <a:pt x="251274" y="267592"/>
                        <a:pt x="253994" y="270311"/>
                      </a:cubicBezTo>
                      <a:cubicBezTo>
                        <a:pt x="256713" y="294788"/>
                        <a:pt x="256713" y="319265"/>
                        <a:pt x="259433" y="343742"/>
                      </a:cubicBezTo>
                      <a:cubicBezTo>
                        <a:pt x="259433" y="370939"/>
                        <a:pt x="262153" y="398135"/>
                        <a:pt x="262153" y="425332"/>
                      </a:cubicBezTo>
                      <a:cubicBezTo>
                        <a:pt x="262153" y="447089"/>
                        <a:pt x="262153" y="468846"/>
                        <a:pt x="264872" y="490603"/>
                      </a:cubicBezTo>
                      <a:cubicBezTo>
                        <a:pt x="264872" y="515080"/>
                        <a:pt x="270312" y="539557"/>
                        <a:pt x="270312" y="564034"/>
                      </a:cubicBezTo>
                      <a:cubicBezTo>
                        <a:pt x="270312" y="574913"/>
                        <a:pt x="270312" y="588511"/>
                        <a:pt x="270312" y="599390"/>
                      </a:cubicBezTo>
                      <a:cubicBezTo>
                        <a:pt x="270312" y="612988"/>
                        <a:pt x="270312" y="623867"/>
                        <a:pt x="270312" y="637465"/>
                      </a:cubicBezTo>
                      <a:cubicBezTo>
                        <a:pt x="270312" y="648343"/>
                        <a:pt x="270312" y="661942"/>
                        <a:pt x="264872" y="670101"/>
                      </a:cubicBezTo>
                      <a:cubicBezTo>
                        <a:pt x="273032" y="672820"/>
                        <a:pt x="278471" y="672820"/>
                        <a:pt x="283910" y="672820"/>
                      </a:cubicBezTo>
                      <a:lnTo>
                        <a:pt x="283910" y="672820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100" name="Freeform: Shape 99">
                  <a:extLst>
                    <a:ext uri="{FF2B5EF4-FFF2-40B4-BE49-F238E27FC236}">
                      <a16:creationId xmlns:a16="http://schemas.microsoft.com/office/drawing/2014/main" id="{30F898BE-FC8A-41D9-AC3C-2E7110D97621}"/>
                    </a:ext>
                  </a:extLst>
                </p:cNvPr>
                <p:cNvSpPr/>
                <p:nvPr/>
              </p:nvSpPr>
              <p:spPr>
                <a:xfrm>
                  <a:off x="8652924" y="4192158"/>
                  <a:ext cx="516735" cy="788700"/>
                </a:xfrm>
                <a:custGeom>
                  <a:avLst/>
                  <a:gdLst>
                    <a:gd name="connsiteX0" fmla="*/ 464616 w 516735"/>
                    <a:gd name="connsiteY0" fmla="*/ 436210 h 788699"/>
                    <a:gd name="connsiteX1" fmla="*/ 445578 w 516735"/>
                    <a:gd name="connsiteY1" fmla="*/ 455248 h 788699"/>
                    <a:gd name="connsiteX2" fmla="*/ 404783 w 516735"/>
                    <a:gd name="connsiteY2" fmla="*/ 466126 h 788699"/>
                    <a:gd name="connsiteX3" fmla="*/ 385746 w 516735"/>
                    <a:gd name="connsiteY3" fmla="*/ 479725 h 788699"/>
                    <a:gd name="connsiteX4" fmla="*/ 388466 w 516735"/>
                    <a:gd name="connsiteY4" fmla="*/ 512361 h 788699"/>
                    <a:gd name="connsiteX5" fmla="*/ 388466 w 516735"/>
                    <a:gd name="connsiteY5" fmla="*/ 544997 h 788699"/>
                    <a:gd name="connsiteX6" fmla="*/ 388466 w 516735"/>
                    <a:gd name="connsiteY6" fmla="*/ 566754 h 788699"/>
                    <a:gd name="connsiteX7" fmla="*/ 391185 w 516735"/>
                    <a:gd name="connsiteY7" fmla="*/ 632026 h 788699"/>
                    <a:gd name="connsiteX8" fmla="*/ 393905 w 516735"/>
                    <a:gd name="connsiteY8" fmla="*/ 683699 h 788699"/>
                    <a:gd name="connsiteX9" fmla="*/ 377587 w 516735"/>
                    <a:gd name="connsiteY9" fmla="*/ 724494 h 788699"/>
                    <a:gd name="connsiteX10" fmla="*/ 361269 w 516735"/>
                    <a:gd name="connsiteY10" fmla="*/ 719054 h 788699"/>
                    <a:gd name="connsiteX11" fmla="*/ 353110 w 516735"/>
                    <a:gd name="connsiteY11" fmla="*/ 702737 h 788699"/>
                    <a:gd name="connsiteX12" fmla="*/ 350390 w 516735"/>
                    <a:gd name="connsiteY12" fmla="*/ 686419 h 788699"/>
                    <a:gd name="connsiteX13" fmla="*/ 353110 w 516735"/>
                    <a:gd name="connsiteY13" fmla="*/ 659222 h 788699"/>
                    <a:gd name="connsiteX14" fmla="*/ 353110 w 516735"/>
                    <a:gd name="connsiteY14" fmla="*/ 656502 h 788699"/>
                    <a:gd name="connsiteX15" fmla="*/ 317754 w 516735"/>
                    <a:gd name="connsiteY15" fmla="*/ 708176 h 788699"/>
                    <a:gd name="connsiteX16" fmla="*/ 241604 w 516735"/>
                    <a:gd name="connsiteY16" fmla="*/ 735372 h 788699"/>
                    <a:gd name="connsiteX17" fmla="*/ 187211 w 516735"/>
                    <a:gd name="connsiteY17" fmla="*/ 727214 h 788699"/>
                    <a:gd name="connsiteX18" fmla="*/ 135537 w 516735"/>
                    <a:gd name="connsiteY18" fmla="*/ 694578 h 788699"/>
                    <a:gd name="connsiteX19" fmla="*/ 86583 w 516735"/>
                    <a:gd name="connsiteY19" fmla="*/ 621147 h 788699"/>
                    <a:gd name="connsiteX20" fmla="*/ 67546 w 516735"/>
                    <a:gd name="connsiteY20" fmla="*/ 555875 h 788699"/>
                    <a:gd name="connsiteX21" fmla="*/ 59387 w 516735"/>
                    <a:gd name="connsiteY21" fmla="*/ 509641 h 788699"/>
                    <a:gd name="connsiteX22" fmla="*/ 59387 w 516735"/>
                    <a:gd name="connsiteY22" fmla="*/ 468846 h 788699"/>
                    <a:gd name="connsiteX23" fmla="*/ 86583 w 516735"/>
                    <a:gd name="connsiteY23" fmla="*/ 302947 h 788699"/>
                    <a:gd name="connsiteX24" fmla="*/ 108341 w 516735"/>
                    <a:gd name="connsiteY24" fmla="*/ 224077 h 788699"/>
                    <a:gd name="connsiteX25" fmla="*/ 146416 w 516735"/>
                    <a:gd name="connsiteY25" fmla="*/ 145207 h 788699"/>
                    <a:gd name="connsiteX26" fmla="*/ 198090 w 516735"/>
                    <a:gd name="connsiteY26" fmla="*/ 85375 h 788699"/>
                    <a:gd name="connsiteX27" fmla="*/ 228006 w 516735"/>
                    <a:gd name="connsiteY27" fmla="*/ 69057 h 788699"/>
                    <a:gd name="connsiteX28" fmla="*/ 268801 w 516735"/>
                    <a:gd name="connsiteY28" fmla="*/ 58178 h 788699"/>
                    <a:gd name="connsiteX29" fmla="*/ 274240 w 516735"/>
                    <a:gd name="connsiteY29" fmla="*/ 58178 h 788699"/>
                    <a:gd name="connsiteX30" fmla="*/ 295997 w 516735"/>
                    <a:gd name="connsiteY30" fmla="*/ 60898 h 788699"/>
                    <a:gd name="connsiteX31" fmla="*/ 331353 w 516735"/>
                    <a:gd name="connsiteY31" fmla="*/ 71776 h 788699"/>
                    <a:gd name="connsiteX32" fmla="*/ 350390 w 516735"/>
                    <a:gd name="connsiteY32" fmla="*/ 93534 h 788699"/>
                    <a:gd name="connsiteX33" fmla="*/ 353110 w 516735"/>
                    <a:gd name="connsiteY33" fmla="*/ 74496 h 788699"/>
                    <a:gd name="connsiteX34" fmla="*/ 358549 w 516735"/>
                    <a:gd name="connsiteY34" fmla="*/ 63618 h 788699"/>
                    <a:gd name="connsiteX35" fmla="*/ 366708 w 516735"/>
                    <a:gd name="connsiteY35" fmla="*/ 58178 h 788699"/>
                    <a:gd name="connsiteX36" fmla="*/ 374867 w 516735"/>
                    <a:gd name="connsiteY36" fmla="*/ 63618 h 788699"/>
                    <a:gd name="connsiteX37" fmla="*/ 383027 w 516735"/>
                    <a:gd name="connsiteY37" fmla="*/ 82655 h 788699"/>
                    <a:gd name="connsiteX38" fmla="*/ 385746 w 516735"/>
                    <a:gd name="connsiteY38" fmla="*/ 126170 h 788699"/>
                    <a:gd name="connsiteX39" fmla="*/ 388466 w 516735"/>
                    <a:gd name="connsiteY39" fmla="*/ 186002 h 788699"/>
                    <a:gd name="connsiteX40" fmla="*/ 391185 w 516735"/>
                    <a:gd name="connsiteY40" fmla="*/ 237676 h 788699"/>
                    <a:gd name="connsiteX41" fmla="*/ 374867 w 516735"/>
                    <a:gd name="connsiteY41" fmla="*/ 278470 h 788699"/>
                    <a:gd name="connsiteX42" fmla="*/ 358549 w 516735"/>
                    <a:gd name="connsiteY42" fmla="*/ 273031 h 788699"/>
                    <a:gd name="connsiteX43" fmla="*/ 350390 w 516735"/>
                    <a:gd name="connsiteY43" fmla="*/ 256713 h 788699"/>
                    <a:gd name="connsiteX44" fmla="*/ 347671 w 516735"/>
                    <a:gd name="connsiteY44" fmla="*/ 240395 h 788699"/>
                    <a:gd name="connsiteX45" fmla="*/ 347671 w 516735"/>
                    <a:gd name="connsiteY45" fmla="*/ 213199 h 788699"/>
                    <a:gd name="connsiteX46" fmla="*/ 344951 w 516735"/>
                    <a:gd name="connsiteY46" fmla="*/ 194161 h 788699"/>
                    <a:gd name="connsiteX47" fmla="*/ 339512 w 516735"/>
                    <a:gd name="connsiteY47" fmla="*/ 150647 h 788699"/>
                    <a:gd name="connsiteX48" fmla="*/ 323194 w 516735"/>
                    <a:gd name="connsiteY48" fmla="*/ 112571 h 788699"/>
                    <a:gd name="connsiteX49" fmla="*/ 293278 w 516735"/>
                    <a:gd name="connsiteY49" fmla="*/ 101693 h 788699"/>
                    <a:gd name="connsiteX50" fmla="*/ 263361 w 516735"/>
                    <a:gd name="connsiteY50" fmla="*/ 120730 h 788699"/>
                    <a:gd name="connsiteX51" fmla="*/ 241604 w 516735"/>
                    <a:gd name="connsiteY51" fmla="*/ 153366 h 788699"/>
                    <a:gd name="connsiteX52" fmla="*/ 233445 w 516735"/>
                    <a:gd name="connsiteY52" fmla="*/ 194161 h 788699"/>
                    <a:gd name="connsiteX53" fmla="*/ 225286 w 516735"/>
                    <a:gd name="connsiteY53" fmla="*/ 232236 h 788699"/>
                    <a:gd name="connsiteX54" fmla="*/ 217127 w 516735"/>
                    <a:gd name="connsiteY54" fmla="*/ 275751 h 788699"/>
                    <a:gd name="connsiteX55" fmla="*/ 211688 w 516735"/>
                    <a:gd name="connsiteY55" fmla="*/ 316545 h 788699"/>
                    <a:gd name="connsiteX56" fmla="*/ 206249 w 516735"/>
                    <a:gd name="connsiteY56" fmla="*/ 354621 h 788699"/>
                    <a:gd name="connsiteX57" fmla="*/ 200809 w 516735"/>
                    <a:gd name="connsiteY57" fmla="*/ 398135 h 788699"/>
                    <a:gd name="connsiteX58" fmla="*/ 195370 w 516735"/>
                    <a:gd name="connsiteY58" fmla="*/ 438930 h 788699"/>
                    <a:gd name="connsiteX59" fmla="*/ 192650 w 516735"/>
                    <a:gd name="connsiteY59" fmla="*/ 474286 h 788699"/>
                    <a:gd name="connsiteX60" fmla="*/ 195370 w 516735"/>
                    <a:gd name="connsiteY60" fmla="*/ 525959 h 788699"/>
                    <a:gd name="connsiteX61" fmla="*/ 208968 w 516735"/>
                    <a:gd name="connsiteY61" fmla="*/ 596670 h 788699"/>
                    <a:gd name="connsiteX62" fmla="*/ 214407 w 516735"/>
                    <a:gd name="connsiteY62" fmla="*/ 623867 h 788699"/>
                    <a:gd name="connsiteX63" fmla="*/ 228006 w 516735"/>
                    <a:gd name="connsiteY63" fmla="*/ 656502 h 788699"/>
                    <a:gd name="connsiteX64" fmla="*/ 271520 w 516735"/>
                    <a:gd name="connsiteY64" fmla="*/ 689138 h 788699"/>
                    <a:gd name="connsiteX65" fmla="*/ 306876 w 516735"/>
                    <a:gd name="connsiteY65" fmla="*/ 664661 h 788699"/>
                    <a:gd name="connsiteX66" fmla="*/ 331353 w 516735"/>
                    <a:gd name="connsiteY66" fmla="*/ 602109 h 788699"/>
                    <a:gd name="connsiteX67" fmla="*/ 336792 w 516735"/>
                    <a:gd name="connsiteY67" fmla="*/ 544997 h 788699"/>
                    <a:gd name="connsiteX68" fmla="*/ 336792 w 516735"/>
                    <a:gd name="connsiteY68" fmla="*/ 498762 h 788699"/>
                    <a:gd name="connsiteX69" fmla="*/ 336792 w 516735"/>
                    <a:gd name="connsiteY69" fmla="*/ 490603 h 788699"/>
                    <a:gd name="connsiteX70" fmla="*/ 320474 w 516735"/>
                    <a:gd name="connsiteY70" fmla="*/ 477005 h 788699"/>
                    <a:gd name="connsiteX71" fmla="*/ 282399 w 516735"/>
                    <a:gd name="connsiteY71" fmla="*/ 479725 h 788699"/>
                    <a:gd name="connsiteX72" fmla="*/ 252483 w 516735"/>
                    <a:gd name="connsiteY72" fmla="*/ 474286 h 788699"/>
                    <a:gd name="connsiteX73" fmla="*/ 247044 w 516735"/>
                    <a:gd name="connsiteY73" fmla="*/ 466126 h 788699"/>
                    <a:gd name="connsiteX74" fmla="*/ 249763 w 516735"/>
                    <a:gd name="connsiteY74" fmla="*/ 457968 h 788699"/>
                    <a:gd name="connsiteX75" fmla="*/ 268801 w 516735"/>
                    <a:gd name="connsiteY75" fmla="*/ 447089 h 788699"/>
                    <a:gd name="connsiteX76" fmla="*/ 312315 w 516735"/>
                    <a:gd name="connsiteY76" fmla="*/ 436210 h 788699"/>
                    <a:gd name="connsiteX77" fmla="*/ 353110 w 516735"/>
                    <a:gd name="connsiteY77" fmla="*/ 430771 h 788699"/>
                    <a:gd name="connsiteX78" fmla="*/ 385746 w 516735"/>
                    <a:gd name="connsiteY78" fmla="*/ 430771 h 788699"/>
                    <a:gd name="connsiteX79" fmla="*/ 437420 w 516735"/>
                    <a:gd name="connsiteY79" fmla="*/ 428051 h 788699"/>
                    <a:gd name="connsiteX80" fmla="*/ 464616 w 516735"/>
                    <a:gd name="connsiteY80" fmla="*/ 436210 h 788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</a:cxnLst>
                  <a:rect l="l" t="t" r="r" b="b"/>
                  <a:pathLst>
                    <a:path w="516735" h="788699">
                      <a:moveTo>
                        <a:pt x="464616" y="436210"/>
                      </a:moveTo>
                      <a:cubicBezTo>
                        <a:pt x="464616" y="447089"/>
                        <a:pt x="453738" y="452528"/>
                        <a:pt x="445578" y="455248"/>
                      </a:cubicBezTo>
                      <a:cubicBezTo>
                        <a:pt x="434700" y="460687"/>
                        <a:pt x="415662" y="463407"/>
                        <a:pt x="404783" y="466126"/>
                      </a:cubicBezTo>
                      <a:cubicBezTo>
                        <a:pt x="393905" y="466126"/>
                        <a:pt x="385746" y="468846"/>
                        <a:pt x="385746" y="479725"/>
                      </a:cubicBezTo>
                      <a:cubicBezTo>
                        <a:pt x="385746" y="487884"/>
                        <a:pt x="388466" y="506921"/>
                        <a:pt x="388466" y="512361"/>
                      </a:cubicBezTo>
                      <a:cubicBezTo>
                        <a:pt x="388466" y="515080"/>
                        <a:pt x="388466" y="539557"/>
                        <a:pt x="388466" y="544997"/>
                      </a:cubicBezTo>
                      <a:cubicBezTo>
                        <a:pt x="388466" y="550436"/>
                        <a:pt x="388466" y="558595"/>
                        <a:pt x="388466" y="566754"/>
                      </a:cubicBezTo>
                      <a:cubicBezTo>
                        <a:pt x="388466" y="591231"/>
                        <a:pt x="388466" y="621147"/>
                        <a:pt x="391185" y="632026"/>
                      </a:cubicBezTo>
                      <a:cubicBezTo>
                        <a:pt x="393905" y="653783"/>
                        <a:pt x="393905" y="661942"/>
                        <a:pt x="393905" y="683699"/>
                      </a:cubicBezTo>
                      <a:cubicBezTo>
                        <a:pt x="393905" y="694578"/>
                        <a:pt x="393905" y="724494"/>
                        <a:pt x="377587" y="724494"/>
                      </a:cubicBezTo>
                      <a:cubicBezTo>
                        <a:pt x="369428" y="724494"/>
                        <a:pt x="366708" y="721774"/>
                        <a:pt x="361269" y="719054"/>
                      </a:cubicBezTo>
                      <a:cubicBezTo>
                        <a:pt x="355830" y="716335"/>
                        <a:pt x="353110" y="708176"/>
                        <a:pt x="353110" y="702737"/>
                      </a:cubicBezTo>
                      <a:cubicBezTo>
                        <a:pt x="350390" y="694578"/>
                        <a:pt x="350390" y="689138"/>
                        <a:pt x="350390" y="686419"/>
                      </a:cubicBezTo>
                      <a:cubicBezTo>
                        <a:pt x="350390" y="678260"/>
                        <a:pt x="353110" y="672820"/>
                        <a:pt x="353110" y="659222"/>
                      </a:cubicBezTo>
                      <a:lnTo>
                        <a:pt x="353110" y="656502"/>
                      </a:lnTo>
                      <a:cubicBezTo>
                        <a:pt x="347671" y="675540"/>
                        <a:pt x="334073" y="694578"/>
                        <a:pt x="317754" y="708176"/>
                      </a:cubicBezTo>
                      <a:cubicBezTo>
                        <a:pt x="293278" y="727214"/>
                        <a:pt x="274240" y="735372"/>
                        <a:pt x="241604" y="735372"/>
                      </a:cubicBezTo>
                      <a:cubicBezTo>
                        <a:pt x="222566" y="735372"/>
                        <a:pt x="203529" y="732653"/>
                        <a:pt x="187211" y="727214"/>
                      </a:cubicBezTo>
                      <a:cubicBezTo>
                        <a:pt x="165454" y="719054"/>
                        <a:pt x="149136" y="708176"/>
                        <a:pt x="135537" y="694578"/>
                      </a:cubicBezTo>
                      <a:cubicBezTo>
                        <a:pt x="113780" y="672820"/>
                        <a:pt x="100182" y="648343"/>
                        <a:pt x="86583" y="621147"/>
                      </a:cubicBezTo>
                      <a:cubicBezTo>
                        <a:pt x="75705" y="599390"/>
                        <a:pt x="70266" y="580352"/>
                        <a:pt x="67546" y="555875"/>
                      </a:cubicBezTo>
                      <a:cubicBezTo>
                        <a:pt x="64826" y="539557"/>
                        <a:pt x="62107" y="525959"/>
                        <a:pt x="59387" y="509641"/>
                      </a:cubicBezTo>
                      <a:cubicBezTo>
                        <a:pt x="56667" y="493323"/>
                        <a:pt x="59387" y="485164"/>
                        <a:pt x="59387" y="468846"/>
                      </a:cubicBezTo>
                      <a:cubicBezTo>
                        <a:pt x="59387" y="414453"/>
                        <a:pt x="72985" y="362780"/>
                        <a:pt x="86583" y="302947"/>
                      </a:cubicBezTo>
                      <a:cubicBezTo>
                        <a:pt x="92023" y="275751"/>
                        <a:pt x="100182" y="248554"/>
                        <a:pt x="108341" y="224077"/>
                      </a:cubicBezTo>
                      <a:cubicBezTo>
                        <a:pt x="116500" y="196881"/>
                        <a:pt x="130098" y="169684"/>
                        <a:pt x="146416" y="145207"/>
                      </a:cubicBezTo>
                      <a:cubicBezTo>
                        <a:pt x="160014" y="123450"/>
                        <a:pt x="176332" y="101693"/>
                        <a:pt x="198090" y="85375"/>
                      </a:cubicBezTo>
                      <a:cubicBezTo>
                        <a:pt x="206249" y="77216"/>
                        <a:pt x="217127" y="71776"/>
                        <a:pt x="228006" y="69057"/>
                      </a:cubicBezTo>
                      <a:cubicBezTo>
                        <a:pt x="241604" y="63618"/>
                        <a:pt x="255202" y="58178"/>
                        <a:pt x="268801" y="58178"/>
                      </a:cubicBezTo>
                      <a:cubicBezTo>
                        <a:pt x="271520" y="58178"/>
                        <a:pt x="274240" y="58178"/>
                        <a:pt x="274240" y="58178"/>
                      </a:cubicBezTo>
                      <a:cubicBezTo>
                        <a:pt x="279679" y="58178"/>
                        <a:pt x="285119" y="58178"/>
                        <a:pt x="295997" y="60898"/>
                      </a:cubicBezTo>
                      <a:cubicBezTo>
                        <a:pt x="309595" y="63618"/>
                        <a:pt x="320474" y="66337"/>
                        <a:pt x="331353" y="71776"/>
                      </a:cubicBezTo>
                      <a:cubicBezTo>
                        <a:pt x="339512" y="77216"/>
                        <a:pt x="347671" y="85375"/>
                        <a:pt x="350390" y="93534"/>
                      </a:cubicBezTo>
                      <a:cubicBezTo>
                        <a:pt x="350390" y="88095"/>
                        <a:pt x="353110" y="79936"/>
                        <a:pt x="353110" y="74496"/>
                      </a:cubicBezTo>
                      <a:cubicBezTo>
                        <a:pt x="355830" y="71776"/>
                        <a:pt x="355830" y="69057"/>
                        <a:pt x="358549" y="63618"/>
                      </a:cubicBezTo>
                      <a:cubicBezTo>
                        <a:pt x="361269" y="60898"/>
                        <a:pt x="363989" y="58178"/>
                        <a:pt x="366708" y="58178"/>
                      </a:cubicBezTo>
                      <a:cubicBezTo>
                        <a:pt x="369428" y="58178"/>
                        <a:pt x="372148" y="60898"/>
                        <a:pt x="374867" y="63618"/>
                      </a:cubicBezTo>
                      <a:cubicBezTo>
                        <a:pt x="377587" y="69057"/>
                        <a:pt x="380307" y="77216"/>
                        <a:pt x="383027" y="82655"/>
                      </a:cubicBezTo>
                      <a:cubicBezTo>
                        <a:pt x="383027" y="90814"/>
                        <a:pt x="385746" y="107132"/>
                        <a:pt x="385746" y="126170"/>
                      </a:cubicBezTo>
                      <a:cubicBezTo>
                        <a:pt x="385746" y="150647"/>
                        <a:pt x="385746" y="177843"/>
                        <a:pt x="388466" y="186002"/>
                      </a:cubicBezTo>
                      <a:cubicBezTo>
                        <a:pt x="391185" y="207759"/>
                        <a:pt x="391185" y="215918"/>
                        <a:pt x="391185" y="237676"/>
                      </a:cubicBezTo>
                      <a:cubicBezTo>
                        <a:pt x="391185" y="248554"/>
                        <a:pt x="391185" y="278470"/>
                        <a:pt x="374867" y="278470"/>
                      </a:cubicBezTo>
                      <a:cubicBezTo>
                        <a:pt x="366708" y="278470"/>
                        <a:pt x="363989" y="275751"/>
                        <a:pt x="358549" y="273031"/>
                      </a:cubicBezTo>
                      <a:cubicBezTo>
                        <a:pt x="353110" y="270311"/>
                        <a:pt x="350390" y="262152"/>
                        <a:pt x="350390" y="256713"/>
                      </a:cubicBezTo>
                      <a:cubicBezTo>
                        <a:pt x="350390" y="251274"/>
                        <a:pt x="347671" y="245834"/>
                        <a:pt x="347671" y="240395"/>
                      </a:cubicBezTo>
                      <a:cubicBezTo>
                        <a:pt x="347671" y="232236"/>
                        <a:pt x="347671" y="224077"/>
                        <a:pt x="347671" y="213199"/>
                      </a:cubicBezTo>
                      <a:cubicBezTo>
                        <a:pt x="347671" y="207759"/>
                        <a:pt x="347671" y="199600"/>
                        <a:pt x="344951" y="194161"/>
                      </a:cubicBezTo>
                      <a:cubicBezTo>
                        <a:pt x="342232" y="180563"/>
                        <a:pt x="342232" y="164245"/>
                        <a:pt x="339512" y="150647"/>
                      </a:cubicBezTo>
                      <a:cubicBezTo>
                        <a:pt x="336792" y="137048"/>
                        <a:pt x="331353" y="123450"/>
                        <a:pt x="323194" y="112571"/>
                      </a:cubicBezTo>
                      <a:cubicBezTo>
                        <a:pt x="317754" y="104412"/>
                        <a:pt x="304156" y="101693"/>
                        <a:pt x="293278" y="101693"/>
                      </a:cubicBezTo>
                      <a:cubicBezTo>
                        <a:pt x="279679" y="101693"/>
                        <a:pt x="271520" y="109852"/>
                        <a:pt x="263361" y="120730"/>
                      </a:cubicBezTo>
                      <a:cubicBezTo>
                        <a:pt x="257922" y="131609"/>
                        <a:pt x="247044" y="139768"/>
                        <a:pt x="241604" y="153366"/>
                      </a:cubicBezTo>
                      <a:cubicBezTo>
                        <a:pt x="236165" y="166964"/>
                        <a:pt x="233445" y="180563"/>
                        <a:pt x="233445" y="194161"/>
                      </a:cubicBezTo>
                      <a:cubicBezTo>
                        <a:pt x="233445" y="207759"/>
                        <a:pt x="230725" y="218638"/>
                        <a:pt x="225286" y="232236"/>
                      </a:cubicBezTo>
                      <a:cubicBezTo>
                        <a:pt x="219847" y="245834"/>
                        <a:pt x="219847" y="262152"/>
                        <a:pt x="217127" y="275751"/>
                      </a:cubicBezTo>
                      <a:cubicBezTo>
                        <a:pt x="214407" y="289349"/>
                        <a:pt x="214407" y="302947"/>
                        <a:pt x="211688" y="316545"/>
                      </a:cubicBezTo>
                      <a:cubicBezTo>
                        <a:pt x="211688" y="330144"/>
                        <a:pt x="206249" y="341022"/>
                        <a:pt x="206249" y="354621"/>
                      </a:cubicBezTo>
                      <a:cubicBezTo>
                        <a:pt x="203529" y="368219"/>
                        <a:pt x="203529" y="381817"/>
                        <a:pt x="200809" y="398135"/>
                      </a:cubicBezTo>
                      <a:cubicBezTo>
                        <a:pt x="198090" y="411733"/>
                        <a:pt x="198090" y="425332"/>
                        <a:pt x="195370" y="438930"/>
                      </a:cubicBezTo>
                      <a:cubicBezTo>
                        <a:pt x="195370" y="449809"/>
                        <a:pt x="192650" y="463407"/>
                        <a:pt x="192650" y="474286"/>
                      </a:cubicBezTo>
                      <a:cubicBezTo>
                        <a:pt x="192650" y="490603"/>
                        <a:pt x="195370" y="509641"/>
                        <a:pt x="195370" y="525959"/>
                      </a:cubicBezTo>
                      <a:cubicBezTo>
                        <a:pt x="195370" y="550436"/>
                        <a:pt x="203529" y="572193"/>
                        <a:pt x="208968" y="596670"/>
                      </a:cubicBezTo>
                      <a:cubicBezTo>
                        <a:pt x="211688" y="604829"/>
                        <a:pt x="211688" y="615708"/>
                        <a:pt x="214407" y="623867"/>
                      </a:cubicBezTo>
                      <a:cubicBezTo>
                        <a:pt x="217127" y="634745"/>
                        <a:pt x="222566" y="645624"/>
                        <a:pt x="228006" y="656502"/>
                      </a:cubicBezTo>
                      <a:cubicBezTo>
                        <a:pt x="236165" y="670101"/>
                        <a:pt x="252483" y="689138"/>
                        <a:pt x="271520" y="689138"/>
                      </a:cubicBezTo>
                      <a:cubicBezTo>
                        <a:pt x="287838" y="689138"/>
                        <a:pt x="298717" y="675540"/>
                        <a:pt x="306876" y="664661"/>
                      </a:cubicBezTo>
                      <a:cubicBezTo>
                        <a:pt x="320474" y="645624"/>
                        <a:pt x="325914" y="623867"/>
                        <a:pt x="331353" y="602109"/>
                      </a:cubicBezTo>
                      <a:cubicBezTo>
                        <a:pt x="334073" y="583072"/>
                        <a:pt x="336792" y="564034"/>
                        <a:pt x="336792" y="544997"/>
                      </a:cubicBezTo>
                      <a:cubicBezTo>
                        <a:pt x="336792" y="531398"/>
                        <a:pt x="336792" y="512361"/>
                        <a:pt x="336792" y="498762"/>
                      </a:cubicBezTo>
                      <a:cubicBezTo>
                        <a:pt x="336792" y="496043"/>
                        <a:pt x="336792" y="493323"/>
                        <a:pt x="336792" y="490603"/>
                      </a:cubicBezTo>
                      <a:cubicBezTo>
                        <a:pt x="336792" y="479725"/>
                        <a:pt x="336792" y="477005"/>
                        <a:pt x="320474" y="477005"/>
                      </a:cubicBezTo>
                      <a:cubicBezTo>
                        <a:pt x="309595" y="477005"/>
                        <a:pt x="295997" y="479725"/>
                        <a:pt x="282399" y="479725"/>
                      </a:cubicBezTo>
                      <a:cubicBezTo>
                        <a:pt x="271520" y="479725"/>
                        <a:pt x="260642" y="479725"/>
                        <a:pt x="252483" y="474286"/>
                      </a:cubicBezTo>
                      <a:cubicBezTo>
                        <a:pt x="249763" y="471566"/>
                        <a:pt x="247044" y="468846"/>
                        <a:pt x="247044" y="466126"/>
                      </a:cubicBezTo>
                      <a:cubicBezTo>
                        <a:pt x="247044" y="463407"/>
                        <a:pt x="247044" y="460687"/>
                        <a:pt x="249763" y="457968"/>
                      </a:cubicBezTo>
                      <a:cubicBezTo>
                        <a:pt x="255202" y="452528"/>
                        <a:pt x="260642" y="449809"/>
                        <a:pt x="268801" y="447089"/>
                      </a:cubicBezTo>
                      <a:cubicBezTo>
                        <a:pt x="282399" y="441650"/>
                        <a:pt x="295997" y="438930"/>
                        <a:pt x="312315" y="436210"/>
                      </a:cubicBezTo>
                      <a:cubicBezTo>
                        <a:pt x="325914" y="433491"/>
                        <a:pt x="339512" y="433491"/>
                        <a:pt x="353110" y="430771"/>
                      </a:cubicBezTo>
                      <a:cubicBezTo>
                        <a:pt x="363989" y="430771"/>
                        <a:pt x="374867" y="430771"/>
                        <a:pt x="385746" y="430771"/>
                      </a:cubicBezTo>
                      <a:cubicBezTo>
                        <a:pt x="402064" y="430771"/>
                        <a:pt x="426541" y="428051"/>
                        <a:pt x="437420" y="428051"/>
                      </a:cubicBezTo>
                      <a:cubicBezTo>
                        <a:pt x="451018" y="422612"/>
                        <a:pt x="464616" y="425332"/>
                        <a:pt x="464616" y="436210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101" name="Freeform: Shape 100">
                  <a:extLst>
                    <a:ext uri="{FF2B5EF4-FFF2-40B4-BE49-F238E27FC236}">
                      <a16:creationId xmlns:a16="http://schemas.microsoft.com/office/drawing/2014/main" id="{C692B201-B9ED-4051-8695-8E0EEF4FA213}"/>
                    </a:ext>
                  </a:extLst>
                </p:cNvPr>
                <p:cNvSpPr/>
                <p:nvPr/>
              </p:nvSpPr>
              <p:spPr>
                <a:xfrm>
                  <a:off x="9053923" y="4178559"/>
                  <a:ext cx="625521" cy="788700"/>
                </a:xfrm>
                <a:custGeom>
                  <a:avLst/>
                  <a:gdLst>
                    <a:gd name="connsiteX0" fmla="*/ 536838 w 625521"/>
                    <a:gd name="connsiteY0" fmla="*/ 680979 h 788699"/>
                    <a:gd name="connsiteX1" fmla="*/ 574913 w 625521"/>
                    <a:gd name="connsiteY1" fmla="*/ 697297 h 788699"/>
                    <a:gd name="connsiteX2" fmla="*/ 566755 w 625521"/>
                    <a:gd name="connsiteY2" fmla="*/ 713615 h 788699"/>
                    <a:gd name="connsiteX3" fmla="*/ 550437 w 625521"/>
                    <a:gd name="connsiteY3" fmla="*/ 721774 h 788699"/>
                    <a:gd name="connsiteX4" fmla="*/ 528680 w 625521"/>
                    <a:gd name="connsiteY4" fmla="*/ 724494 h 788699"/>
                    <a:gd name="connsiteX5" fmla="*/ 417174 w 625521"/>
                    <a:gd name="connsiteY5" fmla="*/ 724494 h 788699"/>
                    <a:gd name="connsiteX6" fmla="*/ 398136 w 625521"/>
                    <a:gd name="connsiteY6" fmla="*/ 724494 h 788699"/>
                    <a:gd name="connsiteX7" fmla="*/ 373659 w 625521"/>
                    <a:gd name="connsiteY7" fmla="*/ 724494 h 788699"/>
                    <a:gd name="connsiteX8" fmla="*/ 346462 w 625521"/>
                    <a:gd name="connsiteY8" fmla="*/ 719054 h 788699"/>
                    <a:gd name="connsiteX9" fmla="*/ 330144 w 625521"/>
                    <a:gd name="connsiteY9" fmla="*/ 702737 h 788699"/>
                    <a:gd name="connsiteX10" fmla="*/ 335584 w 625521"/>
                    <a:gd name="connsiteY10" fmla="*/ 694578 h 788699"/>
                    <a:gd name="connsiteX11" fmla="*/ 357341 w 625521"/>
                    <a:gd name="connsiteY11" fmla="*/ 686419 h 788699"/>
                    <a:gd name="connsiteX12" fmla="*/ 395416 w 625521"/>
                    <a:gd name="connsiteY12" fmla="*/ 680979 h 788699"/>
                    <a:gd name="connsiteX13" fmla="*/ 381817 w 625521"/>
                    <a:gd name="connsiteY13" fmla="*/ 656502 h 788699"/>
                    <a:gd name="connsiteX14" fmla="*/ 379098 w 625521"/>
                    <a:gd name="connsiteY14" fmla="*/ 585791 h 788699"/>
                    <a:gd name="connsiteX15" fmla="*/ 379098 w 625521"/>
                    <a:gd name="connsiteY15" fmla="*/ 517800 h 788699"/>
                    <a:gd name="connsiteX16" fmla="*/ 379098 w 625521"/>
                    <a:gd name="connsiteY16" fmla="*/ 474286 h 788699"/>
                    <a:gd name="connsiteX17" fmla="*/ 379098 w 625521"/>
                    <a:gd name="connsiteY17" fmla="*/ 430771 h 788699"/>
                    <a:gd name="connsiteX18" fmla="*/ 381817 w 625521"/>
                    <a:gd name="connsiteY18" fmla="*/ 411733 h 788699"/>
                    <a:gd name="connsiteX19" fmla="*/ 379098 w 625521"/>
                    <a:gd name="connsiteY19" fmla="*/ 400855 h 788699"/>
                    <a:gd name="connsiteX20" fmla="*/ 370939 w 625521"/>
                    <a:gd name="connsiteY20" fmla="*/ 398135 h 788699"/>
                    <a:gd name="connsiteX21" fmla="*/ 338304 w 625521"/>
                    <a:gd name="connsiteY21" fmla="*/ 400855 h 788699"/>
                    <a:gd name="connsiteX22" fmla="*/ 289349 w 625521"/>
                    <a:gd name="connsiteY22" fmla="*/ 403575 h 788699"/>
                    <a:gd name="connsiteX23" fmla="*/ 264872 w 625521"/>
                    <a:gd name="connsiteY23" fmla="*/ 400855 h 788699"/>
                    <a:gd name="connsiteX24" fmla="*/ 259433 w 625521"/>
                    <a:gd name="connsiteY24" fmla="*/ 406294 h 788699"/>
                    <a:gd name="connsiteX25" fmla="*/ 259433 w 625521"/>
                    <a:gd name="connsiteY25" fmla="*/ 425332 h 788699"/>
                    <a:gd name="connsiteX26" fmla="*/ 259433 w 625521"/>
                    <a:gd name="connsiteY26" fmla="*/ 449809 h 788699"/>
                    <a:gd name="connsiteX27" fmla="*/ 259433 w 625521"/>
                    <a:gd name="connsiteY27" fmla="*/ 471566 h 788699"/>
                    <a:gd name="connsiteX28" fmla="*/ 259433 w 625521"/>
                    <a:gd name="connsiteY28" fmla="*/ 504202 h 788699"/>
                    <a:gd name="connsiteX29" fmla="*/ 259433 w 625521"/>
                    <a:gd name="connsiteY29" fmla="*/ 509641 h 788699"/>
                    <a:gd name="connsiteX30" fmla="*/ 256714 w 625521"/>
                    <a:gd name="connsiteY30" fmla="*/ 542277 h 788699"/>
                    <a:gd name="connsiteX31" fmla="*/ 256714 w 625521"/>
                    <a:gd name="connsiteY31" fmla="*/ 577632 h 788699"/>
                    <a:gd name="connsiteX32" fmla="*/ 256714 w 625521"/>
                    <a:gd name="connsiteY32" fmla="*/ 612988 h 788699"/>
                    <a:gd name="connsiteX33" fmla="*/ 253994 w 625521"/>
                    <a:gd name="connsiteY33" fmla="*/ 656502 h 788699"/>
                    <a:gd name="connsiteX34" fmla="*/ 256714 w 625521"/>
                    <a:gd name="connsiteY34" fmla="*/ 678260 h 788699"/>
                    <a:gd name="connsiteX35" fmla="*/ 286629 w 625521"/>
                    <a:gd name="connsiteY35" fmla="*/ 694578 h 788699"/>
                    <a:gd name="connsiteX36" fmla="*/ 281191 w 625521"/>
                    <a:gd name="connsiteY36" fmla="*/ 710895 h 788699"/>
                    <a:gd name="connsiteX37" fmla="*/ 264872 w 625521"/>
                    <a:gd name="connsiteY37" fmla="*/ 719054 h 788699"/>
                    <a:gd name="connsiteX38" fmla="*/ 243116 w 625521"/>
                    <a:gd name="connsiteY38" fmla="*/ 721774 h 788699"/>
                    <a:gd name="connsiteX39" fmla="*/ 243116 w 625521"/>
                    <a:gd name="connsiteY39" fmla="*/ 721774 h 788699"/>
                    <a:gd name="connsiteX40" fmla="*/ 232236 w 625521"/>
                    <a:gd name="connsiteY40" fmla="*/ 727214 h 788699"/>
                    <a:gd name="connsiteX41" fmla="*/ 224078 w 625521"/>
                    <a:gd name="connsiteY41" fmla="*/ 735372 h 788699"/>
                    <a:gd name="connsiteX42" fmla="*/ 213199 w 625521"/>
                    <a:gd name="connsiteY42" fmla="*/ 738092 h 788699"/>
                    <a:gd name="connsiteX43" fmla="*/ 183283 w 625521"/>
                    <a:gd name="connsiteY43" fmla="*/ 727214 h 788699"/>
                    <a:gd name="connsiteX44" fmla="*/ 175124 w 625521"/>
                    <a:gd name="connsiteY44" fmla="*/ 719054 h 788699"/>
                    <a:gd name="connsiteX45" fmla="*/ 145208 w 625521"/>
                    <a:gd name="connsiteY45" fmla="*/ 719054 h 788699"/>
                    <a:gd name="connsiteX46" fmla="*/ 126170 w 625521"/>
                    <a:gd name="connsiteY46" fmla="*/ 719054 h 788699"/>
                    <a:gd name="connsiteX47" fmla="*/ 101693 w 625521"/>
                    <a:gd name="connsiteY47" fmla="*/ 719054 h 788699"/>
                    <a:gd name="connsiteX48" fmla="*/ 74496 w 625521"/>
                    <a:gd name="connsiteY48" fmla="*/ 713615 h 788699"/>
                    <a:gd name="connsiteX49" fmla="*/ 58178 w 625521"/>
                    <a:gd name="connsiteY49" fmla="*/ 697297 h 788699"/>
                    <a:gd name="connsiteX50" fmla="*/ 63618 w 625521"/>
                    <a:gd name="connsiteY50" fmla="*/ 689138 h 788699"/>
                    <a:gd name="connsiteX51" fmla="*/ 85375 w 625521"/>
                    <a:gd name="connsiteY51" fmla="*/ 680979 h 788699"/>
                    <a:gd name="connsiteX52" fmla="*/ 131609 w 625521"/>
                    <a:gd name="connsiteY52" fmla="*/ 675540 h 788699"/>
                    <a:gd name="connsiteX53" fmla="*/ 131609 w 625521"/>
                    <a:gd name="connsiteY53" fmla="*/ 667381 h 788699"/>
                    <a:gd name="connsiteX54" fmla="*/ 131609 w 625521"/>
                    <a:gd name="connsiteY54" fmla="*/ 651063 h 788699"/>
                    <a:gd name="connsiteX55" fmla="*/ 131609 w 625521"/>
                    <a:gd name="connsiteY55" fmla="*/ 618427 h 788699"/>
                    <a:gd name="connsiteX56" fmla="*/ 131609 w 625521"/>
                    <a:gd name="connsiteY56" fmla="*/ 580352 h 788699"/>
                    <a:gd name="connsiteX57" fmla="*/ 131609 w 625521"/>
                    <a:gd name="connsiteY57" fmla="*/ 531398 h 788699"/>
                    <a:gd name="connsiteX58" fmla="*/ 131609 w 625521"/>
                    <a:gd name="connsiteY58" fmla="*/ 466126 h 788699"/>
                    <a:gd name="connsiteX59" fmla="*/ 131609 w 625521"/>
                    <a:gd name="connsiteY59" fmla="*/ 422612 h 788699"/>
                    <a:gd name="connsiteX60" fmla="*/ 131609 w 625521"/>
                    <a:gd name="connsiteY60" fmla="*/ 411733 h 788699"/>
                    <a:gd name="connsiteX61" fmla="*/ 131609 w 625521"/>
                    <a:gd name="connsiteY61" fmla="*/ 398135 h 788699"/>
                    <a:gd name="connsiteX62" fmla="*/ 126170 w 625521"/>
                    <a:gd name="connsiteY62" fmla="*/ 389976 h 788699"/>
                    <a:gd name="connsiteX63" fmla="*/ 101693 w 625521"/>
                    <a:gd name="connsiteY63" fmla="*/ 387257 h 788699"/>
                    <a:gd name="connsiteX64" fmla="*/ 77216 w 625521"/>
                    <a:gd name="connsiteY64" fmla="*/ 376378 h 788699"/>
                    <a:gd name="connsiteX65" fmla="*/ 82655 w 625521"/>
                    <a:gd name="connsiteY65" fmla="*/ 368219 h 788699"/>
                    <a:gd name="connsiteX66" fmla="*/ 98973 w 625521"/>
                    <a:gd name="connsiteY66" fmla="*/ 360060 h 788699"/>
                    <a:gd name="connsiteX67" fmla="*/ 118011 w 625521"/>
                    <a:gd name="connsiteY67" fmla="*/ 357340 h 788699"/>
                    <a:gd name="connsiteX68" fmla="*/ 131609 w 625521"/>
                    <a:gd name="connsiteY68" fmla="*/ 351901 h 788699"/>
                    <a:gd name="connsiteX69" fmla="*/ 131609 w 625521"/>
                    <a:gd name="connsiteY69" fmla="*/ 343742 h 788699"/>
                    <a:gd name="connsiteX70" fmla="*/ 131609 w 625521"/>
                    <a:gd name="connsiteY70" fmla="*/ 270311 h 788699"/>
                    <a:gd name="connsiteX71" fmla="*/ 137048 w 625521"/>
                    <a:gd name="connsiteY71" fmla="*/ 145207 h 788699"/>
                    <a:gd name="connsiteX72" fmla="*/ 139768 w 625521"/>
                    <a:gd name="connsiteY72" fmla="*/ 123450 h 788699"/>
                    <a:gd name="connsiteX73" fmla="*/ 123450 w 625521"/>
                    <a:gd name="connsiteY73" fmla="*/ 123450 h 788699"/>
                    <a:gd name="connsiteX74" fmla="*/ 118011 w 625521"/>
                    <a:gd name="connsiteY74" fmla="*/ 123450 h 788699"/>
                    <a:gd name="connsiteX75" fmla="*/ 101693 w 625521"/>
                    <a:gd name="connsiteY75" fmla="*/ 123450 h 788699"/>
                    <a:gd name="connsiteX76" fmla="*/ 74496 w 625521"/>
                    <a:gd name="connsiteY76" fmla="*/ 118011 h 788699"/>
                    <a:gd name="connsiteX77" fmla="*/ 58178 w 625521"/>
                    <a:gd name="connsiteY77" fmla="*/ 101693 h 788699"/>
                    <a:gd name="connsiteX78" fmla="*/ 63618 w 625521"/>
                    <a:gd name="connsiteY78" fmla="*/ 93534 h 788699"/>
                    <a:gd name="connsiteX79" fmla="*/ 85375 w 625521"/>
                    <a:gd name="connsiteY79" fmla="*/ 85375 h 788699"/>
                    <a:gd name="connsiteX80" fmla="*/ 137048 w 625521"/>
                    <a:gd name="connsiteY80" fmla="*/ 82655 h 788699"/>
                    <a:gd name="connsiteX81" fmla="*/ 147927 w 625521"/>
                    <a:gd name="connsiteY81" fmla="*/ 82655 h 788699"/>
                    <a:gd name="connsiteX82" fmla="*/ 186003 w 625521"/>
                    <a:gd name="connsiteY82" fmla="*/ 58178 h 788699"/>
                    <a:gd name="connsiteX83" fmla="*/ 226797 w 625521"/>
                    <a:gd name="connsiteY83" fmla="*/ 79936 h 788699"/>
                    <a:gd name="connsiteX84" fmla="*/ 253994 w 625521"/>
                    <a:gd name="connsiteY84" fmla="*/ 79936 h 788699"/>
                    <a:gd name="connsiteX85" fmla="*/ 294789 w 625521"/>
                    <a:gd name="connsiteY85" fmla="*/ 96253 h 788699"/>
                    <a:gd name="connsiteX86" fmla="*/ 283910 w 625521"/>
                    <a:gd name="connsiteY86" fmla="*/ 112571 h 788699"/>
                    <a:gd name="connsiteX87" fmla="*/ 267592 w 625521"/>
                    <a:gd name="connsiteY87" fmla="*/ 120730 h 788699"/>
                    <a:gd name="connsiteX88" fmla="*/ 245835 w 625521"/>
                    <a:gd name="connsiteY88" fmla="*/ 123450 h 788699"/>
                    <a:gd name="connsiteX89" fmla="*/ 237676 w 625521"/>
                    <a:gd name="connsiteY89" fmla="*/ 123450 h 788699"/>
                    <a:gd name="connsiteX90" fmla="*/ 240396 w 625521"/>
                    <a:gd name="connsiteY90" fmla="*/ 128889 h 788699"/>
                    <a:gd name="connsiteX91" fmla="*/ 251274 w 625521"/>
                    <a:gd name="connsiteY91" fmla="*/ 177843 h 788699"/>
                    <a:gd name="connsiteX92" fmla="*/ 256714 w 625521"/>
                    <a:gd name="connsiteY92" fmla="*/ 226797 h 788699"/>
                    <a:gd name="connsiteX93" fmla="*/ 262153 w 625521"/>
                    <a:gd name="connsiteY93" fmla="*/ 273031 h 788699"/>
                    <a:gd name="connsiteX94" fmla="*/ 262153 w 625521"/>
                    <a:gd name="connsiteY94" fmla="*/ 289349 h 788699"/>
                    <a:gd name="connsiteX95" fmla="*/ 262153 w 625521"/>
                    <a:gd name="connsiteY95" fmla="*/ 297508 h 788699"/>
                    <a:gd name="connsiteX96" fmla="*/ 264872 w 625521"/>
                    <a:gd name="connsiteY96" fmla="*/ 321985 h 788699"/>
                    <a:gd name="connsiteX97" fmla="*/ 270312 w 625521"/>
                    <a:gd name="connsiteY97" fmla="*/ 335583 h 788699"/>
                    <a:gd name="connsiteX98" fmla="*/ 270312 w 625521"/>
                    <a:gd name="connsiteY98" fmla="*/ 338303 h 788699"/>
                    <a:gd name="connsiteX99" fmla="*/ 270312 w 625521"/>
                    <a:gd name="connsiteY99" fmla="*/ 346462 h 788699"/>
                    <a:gd name="connsiteX100" fmla="*/ 278471 w 625521"/>
                    <a:gd name="connsiteY100" fmla="*/ 354621 h 788699"/>
                    <a:gd name="connsiteX101" fmla="*/ 338304 w 625521"/>
                    <a:gd name="connsiteY101" fmla="*/ 349181 h 788699"/>
                    <a:gd name="connsiteX102" fmla="*/ 365500 w 625521"/>
                    <a:gd name="connsiteY102" fmla="*/ 349181 h 788699"/>
                    <a:gd name="connsiteX103" fmla="*/ 381817 w 625521"/>
                    <a:gd name="connsiteY103" fmla="*/ 349181 h 788699"/>
                    <a:gd name="connsiteX104" fmla="*/ 392697 w 625521"/>
                    <a:gd name="connsiteY104" fmla="*/ 338303 h 788699"/>
                    <a:gd name="connsiteX105" fmla="*/ 389977 w 625521"/>
                    <a:gd name="connsiteY105" fmla="*/ 313826 h 788699"/>
                    <a:gd name="connsiteX106" fmla="*/ 392697 w 625521"/>
                    <a:gd name="connsiteY106" fmla="*/ 262152 h 788699"/>
                    <a:gd name="connsiteX107" fmla="*/ 395416 w 625521"/>
                    <a:gd name="connsiteY107" fmla="*/ 224077 h 788699"/>
                    <a:gd name="connsiteX108" fmla="*/ 398136 w 625521"/>
                    <a:gd name="connsiteY108" fmla="*/ 177843 h 788699"/>
                    <a:gd name="connsiteX109" fmla="*/ 395416 w 625521"/>
                    <a:gd name="connsiteY109" fmla="*/ 153366 h 788699"/>
                    <a:gd name="connsiteX110" fmla="*/ 395416 w 625521"/>
                    <a:gd name="connsiteY110" fmla="*/ 137048 h 788699"/>
                    <a:gd name="connsiteX111" fmla="*/ 379098 w 625521"/>
                    <a:gd name="connsiteY111" fmla="*/ 137048 h 788699"/>
                    <a:gd name="connsiteX112" fmla="*/ 351902 w 625521"/>
                    <a:gd name="connsiteY112" fmla="*/ 131609 h 788699"/>
                    <a:gd name="connsiteX113" fmla="*/ 338304 w 625521"/>
                    <a:gd name="connsiteY113" fmla="*/ 115291 h 788699"/>
                    <a:gd name="connsiteX114" fmla="*/ 343742 w 625521"/>
                    <a:gd name="connsiteY114" fmla="*/ 107132 h 788699"/>
                    <a:gd name="connsiteX115" fmla="*/ 362780 w 625521"/>
                    <a:gd name="connsiteY115" fmla="*/ 98973 h 788699"/>
                    <a:gd name="connsiteX116" fmla="*/ 395416 w 625521"/>
                    <a:gd name="connsiteY116" fmla="*/ 96253 h 788699"/>
                    <a:gd name="connsiteX117" fmla="*/ 403575 w 625521"/>
                    <a:gd name="connsiteY117" fmla="*/ 90814 h 788699"/>
                    <a:gd name="connsiteX118" fmla="*/ 422612 w 625521"/>
                    <a:gd name="connsiteY118" fmla="*/ 88095 h 788699"/>
                    <a:gd name="connsiteX119" fmla="*/ 428052 w 625521"/>
                    <a:gd name="connsiteY119" fmla="*/ 88095 h 788699"/>
                    <a:gd name="connsiteX120" fmla="*/ 447090 w 625521"/>
                    <a:gd name="connsiteY120" fmla="*/ 90814 h 788699"/>
                    <a:gd name="connsiteX121" fmla="*/ 455249 w 625521"/>
                    <a:gd name="connsiteY121" fmla="*/ 96253 h 788699"/>
                    <a:gd name="connsiteX122" fmla="*/ 525960 w 625521"/>
                    <a:gd name="connsiteY122" fmla="*/ 93534 h 788699"/>
                    <a:gd name="connsiteX123" fmla="*/ 561315 w 625521"/>
                    <a:gd name="connsiteY123" fmla="*/ 109852 h 788699"/>
                    <a:gd name="connsiteX124" fmla="*/ 555876 w 625521"/>
                    <a:gd name="connsiteY124" fmla="*/ 126170 h 788699"/>
                    <a:gd name="connsiteX125" fmla="*/ 539558 w 625521"/>
                    <a:gd name="connsiteY125" fmla="*/ 134329 h 788699"/>
                    <a:gd name="connsiteX126" fmla="*/ 517800 w 625521"/>
                    <a:gd name="connsiteY126" fmla="*/ 137048 h 788699"/>
                    <a:gd name="connsiteX127" fmla="*/ 477006 w 625521"/>
                    <a:gd name="connsiteY127" fmla="*/ 137048 h 788699"/>
                    <a:gd name="connsiteX128" fmla="*/ 485165 w 625521"/>
                    <a:gd name="connsiteY128" fmla="*/ 161525 h 788699"/>
                    <a:gd name="connsiteX129" fmla="*/ 496043 w 625521"/>
                    <a:gd name="connsiteY129" fmla="*/ 210479 h 788699"/>
                    <a:gd name="connsiteX130" fmla="*/ 501483 w 625521"/>
                    <a:gd name="connsiteY130" fmla="*/ 251274 h 788699"/>
                    <a:gd name="connsiteX131" fmla="*/ 506922 w 625521"/>
                    <a:gd name="connsiteY131" fmla="*/ 292069 h 788699"/>
                    <a:gd name="connsiteX132" fmla="*/ 506922 w 625521"/>
                    <a:gd name="connsiteY132" fmla="*/ 321985 h 788699"/>
                    <a:gd name="connsiteX133" fmla="*/ 509642 w 625521"/>
                    <a:gd name="connsiteY133" fmla="*/ 341022 h 788699"/>
                    <a:gd name="connsiteX134" fmla="*/ 509642 w 625521"/>
                    <a:gd name="connsiteY134" fmla="*/ 343742 h 788699"/>
                    <a:gd name="connsiteX135" fmla="*/ 517800 w 625521"/>
                    <a:gd name="connsiteY135" fmla="*/ 349181 h 788699"/>
                    <a:gd name="connsiteX136" fmla="*/ 528680 w 625521"/>
                    <a:gd name="connsiteY136" fmla="*/ 349181 h 788699"/>
                    <a:gd name="connsiteX137" fmla="*/ 550437 w 625521"/>
                    <a:gd name="connsiteY137" fmla="*/ 357340 h 788699"/>
                    <a:gd name="connsiteX138" fmla="*/ 550437 w 625521"/>
                    <a:gd name="connsiteY138" fmla="*/ 362780 h 788699"/>
                    <a:gd name="connsiteX139" fmla="*/ 534119 w 625521"/>
                    <a:gd name="connsiteY139" fmla="*/ 384537 h 788699"/>
                    <a:gd name="connsiteX140" fmla="*/ 520520 w 625521"/>
                    <a:gd name="connsiteY140" fmla="*/ 389976 h 788699"/>
                    <a:gd name="connsiteX141" fmla="*/ 512362 w 625521"/>
                    <a:gd name="connsiteY141" fmla="*/ 395415 h 788699"/>
                    <a:gd name="connsiteX142" fmla="*/ 512362 w 625521"/>
                    <a:gd name="connsiteY142" fmla="*/ 398135 h 788699"/>
                    <a:gd name="connsiteX143" fmla="*/ 512362 w 625521"/>
                    <a:gd name="connsiteY143" fmla="*/ 409014 h 788699"/>
                    <a:gd name="connsiteX144" fmla="*/ 512362 w 625521"/>
                    <a:gd name="connsiteY144" fmla="*/ 414453 h 788699"/>
                    <a:gd name="connsiteX145" fmla="*/ 512362 w 625521"/>
                    <a:gd name="connsiteY145" fmla="*/ 438930 h 788699"/>
                    <a:gd name="connsiteX146" fmla="*/ 515081 w 625521"/>
                    <a:gd name="connsiteY146" fmla="*/ 504202 h 788699"/>
                    <a:gd name="connsiteX147" fmla="*/ 520520 w 625521"/>
                    <a:gd name="connsiteY147" fmla="*/ 572193 h 788699"/>
                    <a:gd name="connsiteX148" fmla="*/ 517800 w 625521"/>
                    <a:gd name="connsiteY148" fmla="*/ 604829 h 788699"/>
                    <a:gd name="connsiteX149" fmla="*/ 512362 w 625521"/>
                    <a:gd name="connsiteY149" fmla="*/ 661942 h 788699"/>
                    <a:gd name="connsiteX150" fmla="*/ 509642 w 625521"/>
                    <a:gd name="connsiteY150" fmla="*/ 670101 h 788699"/>
                    <a:gd name="connsiteX151" fmla="*/ 512362 w 625521"/>
                    <a:gd name="connsiteY151" fmla="*/ 680979 h 788699"/>
                    <a:gd name="connsiteX152" fmla="*/ 512362 w 625521"/>
                    <a:gd name="connsiteY152" fmla="*/ 686419 h 788699"/>
                    <a:gd name="connsiteX153" fmla="*/ 536838 w 625521"/>
                    <a:gd name="connsiteY153" fmla="*/ 680979 h 788699"/>
                    <a:gd name="connsiteX154" fmla="*/ 536838 w 625521"/>
                    <a:gd name="connsiteY154" fmla="*/ 680979 h 788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</a:cxnLst>
                  <a:rect l="l" t="t" r="r" b="b"/>
                  <a:pathLst>
                    <a:path w="625521" h="788699">
                      <a:moveTo>
                        <a:pt x="536838" y="680979"/>
                      </a:moveTo>
                      <a:cubicBezTo>
                        <a:pt x="550437" y="680979"/>
                        <a:pt x="574913" y="680979"/>
                        <a:pt x="574913" y="697297"/>
                      </a:cubicBezTo>
                      <a:cubicBezTo>
                        <a:pt x="574913" y="705456"/>
                        <a:pt x="572194" y="708176"/>
                        <a:pt x="566755" y="713615"/>
                      </a:cubicBezTo>
                      <a:cubicBezTo>
                        <a:pt x="561315" y="719054"/>
                        <a:pt x="555876" y="721774"/>
                        <a:pt x="550437" y="721774"/>
                      </a:cubicBezTo>
                      <a:cubicBezTo>
                        <a:pt x="539558" y="724494"/>
                        <a:pt x="534119" y="724494"/>
                        <a:pt x="528680" y="724494"/>
                      </a:cubicBezTo>
                      <a:cubicBezTo>
                        <a:pt x="517800" y="724494"/>
                        <a:pt x="428052" y="724494"/>
                        <a:pt x="417174" y="724494"/>
                      </a:cubicBezTo>
                      <a:cubicBezTo>
                        <a:pt x="403575" y="724494"/>
                        <a:pt x="414454" y="724494"/>
                        <a:pt x="398136" y="724494"/>
                      </a:cubicBezTo>
                      <a:cubicBezTo>
                        <a:pt x="389977" y="724494"/>
                        <a:pt x="381817" y="724494"/>
                        <a:pt x="373659" y="724494"/>
                      </a:cubicBezTo>
                      <a:cubicBezTo>
                        <a:pt x="365500" y="724494"/>
                        <a:pt x="354621" y="721774"/>
                        <a:pt x="346462" y="719054"/>
                      </a:cubicBezTo>
                      <a:cubicBezTo>
                        <a:pt x="338304" y="716335"/>
                        <a:pt x="330144" y="708176"/>
                        <a:pt x="330144" y="702737"/>
                      </a:cubicBezTo>
                      <a:cubicBezTo>
                        <a:pt x="330144" y="700017"/>
                        <a:pt x="330144" y="697297"/>
                        <a:pt x="335584" y="694578"/>
                      </a:cubicBezTo>
                      <a:cubicBezTo>
                        <a:pt x="341023" y="691858"/>
                        <a:pt x="351902" y="689138"/>
                        <a:pt x="357341" y="686419"/>
                      </a:cubicBezTo>
                      <a:cubicBezTo>
                        <a:pt x="373659" y="683699"/>
                        <a:pt x="387257" y="680979"/>
                        <a:pt x="395416" y="680979"/>
                      </a:cubicBezTo>
                      <a:cubicBezTo>
                        <a:pt x="387257" y="675540"/>
                        <a:pt x="384537" y="670101"/>
                        <a:pt x="381817" y="656502"/>
                      </a:cubicBezTo>
                      <a:cubicBezTo>
                        <a:pt x="379098" y="632026"/>
                        <a:pt x="379098" y="610268"/>
                        <a:pt x="379098" y="585791"/>
                      </a:cubicBezTo>
                      <a:cubicBezTo>
                        <a:pt x="379098" y="564034"/>
                        <a:pt x="379098" y="542277"/>
                        <a:pt x="379098" y="517800"/>
                      </a:cubicBezTo>
                      <a:cubicBezTo>
                        <a:pt x="379098" y="504202"/>
                        <a:pt x="379098" y="487884"/>
                        <a:pt x="379098" y="474286"/>
                      </a:cubicBezTo>
                      <a:cubicBezTo>
                        <a:pt x="379098" y="457968"/>
                        <a:pt x="376379" y="444369"/>
                        <a:pt x="379098" y="430771"/>
                      </a:cubicBezTo>
                      <a:cubicBezTo>
                        <a:pt x="379098" y="425332"/>
                        <a:pt x="381817" y="417173"/>
                        <a:pt x="381817" y="411733"/>
                      </a:cubicBezTo>
                      <a:cubicBezTo>
                        <a:pt x="381817" y="406294"/>
                        <a:pt x="381817" y="403575"/>
                        <a:pt x="379098" y="400855"/>
                      </a:cubicBezTo>
                      <a:cubicBezTo>
                        <a:pt x="376379" y="400855"/>
                        <a:pt x="373659" y="398135"/>
                        <a:pt x="370939" y="398135"/>
                      </a:cubicBezTo>
                      <a:cubicBezTo>
                        <a:pt x="360061" y="398135"/>
                        <a:pt x="343742" y="400855"/>
                        <a:pt x="338304" y="400855"/>
                      </a:cubicBezTo>
                      <a:cubicBezTo>
                        <a:pt x="330144" y="400855"/>
                        <a:pt x="319266" y="403575"/>
                        <a:pt x="289349" y="403575"/>
                      </a:cubicBezTo>
                      <a:cubicBezTo>
                        <a:pt x="275751" y="403575"/>
                        <a:pt x="267592" y="400855"/>
                        <a:pt x="264872" y="400855"/>
                      </a:cubicBezTo>
                      <a:cubicBezTo>
                        <a:pt x="262153" y="400855"/>
                        <a:pt x="259433" y="400855"/>
                        <a:pt x="259433" y="406294"/>
                      </a:cubicBezTo>
                      <a:cubicBezTo>
                        <a:pt x="259433" y="414453"/>
                        <a:pt x="259433" y="419892"/>
                        <a:pt x="259433" y="425332"/>
                      </a:cubicBezTo>
                      <a:cubicBezTo>
                        <a:pt x="259433" y="433491"/>
                        <a:pt x="259433" y="441650"/>
                        <a:pt x="259433" y="449809"/>
                      </a:cubicBezTo>
                      <a:cubicBezTo>
                        <a:pt x="259433" y="457968"/>
                        <a:pt x="259433" y="463407"/>
                        <a:pt x="259433" y="471566"/>
                      </a:cubicBezTo>
                      <a:cubicBezTo>
                        <a:pt x="259433" y="482445"/>
                        <a:pt x="259433" y="493323"/>
                        <a:pt x="259433" y="504202"/>
                      </a:cubicBezTo>
                      <a:cubicBezTo>
                        <a:pt x="259433" y="506921"/>
                        <a:pt x="259433" y="506921"/>
                        <a:pt x="259433" y="509641"/>
                      </a:cubicBezTo>
                      <a:cubicBezTo>
                        <a:pt x="259433" y="520520"/>
                        <a:pt x="256714" y="531398"/>
                        <a:pt x="256714" y="542277"/>
                      </a:cubicBezTo>
                      <a:cubicBezTo>
                        <a:pt x="256714" y="553156"/>
                        <a:pt x="256714" y="566754"/>
                        <a:pt x="256714" y="577632"/>
                      </a:cubicBezTo>
                      <a:cubicBezTo>
                        <a:pt x="256714" y="588511"/>
                        <a:pt x="256714" y="599390"/>
                        <a:pt x="256714" y="612988"/>
                      </a:cubicBezTo>
                      <a:cubicBezTo>
                        <a:pt x="256714" y="629306"/>
                        <a:pt x="253994" y="642904"/>
                        <a:pt x="253994" y="656502"/>
                      </a:cubicBezTo>
                      <a:cubicBezTo>
                        <a:pt x="253994" y="664661"/>
                        <a:pt x="256714" y="672820"/>
                        <a:pt x="256714" y="678260"/>
                      </a:cubicBezTo>
                      <a:cubicBezTo>
                        <a:pt x="270312" y="678260"/>
                        <a:pt x="286629" y="680979"/>
                        <a:pt x="286629" y="694578"/>
                      </a:cubicBezTo>
                      <a:cubicBezTo>
                        <a:pt x="286629" y="702737"/>
                        <a:pt x="283910" y="705456"/>
                        <a:pt x="281191" y="710895"/>
                      </a:cubicBezTo>
                      <a:cubicBezTo>
                        <a:pt x="275751" y="716335"/>
                        <a:pt x="270312" y="719054"/>
                        <a:pt x="264872" y="719054"/>
                      </a:cubicBezTo>
                      <a:cubicBezTo>
                        <a:pt x="256714" y="721774"/>
                        <a:pt x="248554" y="721774"/>
                        <a:pt x="243116" y="721774"/>
                      </a:cubicBezTo>
                      <a:cubicBezTo>
                        <a:pt x="243116" y="721774"/>
                        <a:pt x="243116" y="721774"/>
                        <a:pt x="243116" y="721774"/>
                      </a:cubicBezTo>
                      <a:cubicBezTo>
                        <a:pt x="237676" y="724494"/>
                        <a:pt x="237676" y="724494"/>
                        <a:pt x="232236" y="727214"/>
                      </a:cubicBezTo>
                      <a:cubicBezTo>
                        <a:pt x="229517" y="729933"/>
                        <a:pt x="229517" y="732653"/>
                        <a:pt x="224078" y="735372"/>
                      </a:cubicBezTo>
                      <a:cubicBezTo>
                        <a:pt x="221358" y="738092"/>
                        <a:pt x="215919" y="738092"/>
                        <a:pt x="213199" y="738092"/>
                      </a:cubicBezTo>
                      <a:cubicBezTo>
                        <a:pt x="199601" y="738092"/>
                        <a:pt x="188722" y="735372"/>
                        <a:pt x="183283" y="727214"/>
                      </a:cubicBezTo>
                      <a:cubicBezTo>
                        <a:pt x="180563" y="724494"/>
                        <a:pt x="177843" y="721774"/>
                        <a:pt x="175124" y="719054"/>
                      </a:cubicBezTo>
                      <a:cubicBezTo>
                        <a:pt x="161526" y="719054"/>
                        <a:pt x="150646" y="719054"/>
                        <a:pt x="145208" y="719054"/>
                      </a:cubicBezTo>
                      <a:cubicBezTo>
                        <a:pt x="131609" y="719054"/>
                        <a:pt x="142488" y="719054"/>
                        <a:pt x="126170" y="719054"/>
                      </a:cubicBezTo>
                      <a:cubicBezTo>
                        <a:pt x="118011" y="719054"/>
                        <a:pt x="109852" y="719054"/>
                        <a:pt x="101693" y="719054"/>
                      </a:cubicBezTo>
                      <a:cubicBezTo>
                        <a:pt x="93534" y="719054"/>
                        <a:pt x="82655" y="719054"/>
                        <a:pt x="74496" y="713615"/>
                      </a:cubicBezTo>
                      <a:cubicBezTo>
                        <a:pt x="66338" y="710895"/>
                        <a:pt x="58178" y="702737"/>
                        <a:pt x="58178" y="697297"/>
                      </a:cubicBezTo>
                      <a:cubicBezTo>
                        <a:pt x="58178" y="694578"/>
                        <a:pt x="58178" y="691858"/>
                        <a:pt x="63618" y="689138"/>
                      </a:cubicBezTo>
                      <a:cubicBezTo>
                        <a:pt x="69057" y="686419"/>
                        <a:pt x="79936" y="683699"/>
                        <a:pt x="85375" y="680979"/>
                      </a:cubicBezTo>
                      <a:cubicBezTo>
                        <a:pt x="98973" y="678260"/>
                        <a:pt x="118011" y="678260"/>
                        <a:pt x="131609" y="675540"/>
                      </a:cubicBezTo>
                      <a:cubicBezTo>
                        <a:pt x="131609" y="672820"/>
                        <a:pt x="131609" y="670101"/>
                        <a:pt x="131609" y="667381"/>
                      </a:cubicBezTo>
                      <a:cubicBezTo>
                        <a:pt x="131609" y="661942"/>
                        <a:pt x="131609" y="656502"/>
                        <a:pt x="131609" y="651063"/>
                      </a:cubicBezTo>
                      <a:cubicBezTo>
                        <a:pt x="131609" y="640184"/>
                        <a:pt x="131609" y="629306"/>
                        <a:pt x="131609" y="618427"/>
                      </a:cubicBezTo>
                      <a:cubicBezTo>
                        <a:pt x="131609" y="604829"/>
                        <a:pt x="131609" y="593950"/>
                        <a:pt x="131609" y="580352"/>
                      </a:cubicBezTo>
                      <a:cubicBezTo>
                        <a:pt x="131609" y="564034"/>
                        <a:pt x="131609" y="547716"/>
                        <a:pt x="131609" y="531398"/>
                      </a:cubicBezTo>
                      <a:cubicBezTo>
                        <a:pt x="131609" y="509641"/>
                        <a:pt x="131609" y="487884"/>
                        <a:pt x="131609" y="466126"/>
                      </a:cubicBezTo>
                      <a:cubicBezTo>
                        <a:pt x="131609" y="452528"/>
                        <a:pt x="131609" y="436210"/>
                        <a:pt x="131609" y="422612"/>
                      </a:cubicBezTo>
                      <a:cubicBezTo>
                        <a:pt x="131609" y="419892"/>
                        <a:pt x="131609" y="414453"/>
                        <a:pt x="131609" y="411733"/>
                      </a:cubicBezTo>
                      <a:cubicBezTo>
                        <a:pt x="131609" y="409014"/>
                        <a:pt x="131609" y="400855"/>
                        <a:pt x="131609" y="398135"/>
                      </a:cubicBezTo>
                      <a:cubicBezTo>
                        <a:pt x="131609" y="392696"/>
                        <a:pt x="131609" y="392696"/>
                        <a:pt x="126170" y="389976"/>
                      </a:cubicBezTo>
                      <a:cubicBezTo>
                        <a:pt x="123450" y="389976"/>
                        <a:pt x="109852" y="387257"/>
                        <a:pt x="101693" y="387257"/>
                      </a:cubicBezTo>
                      <a:cubicBezTo>
                        <a:pt x="90814" y="384537"/>
                        <a:pt x="77216" y="381817"/>
                        <a:pt x="77216" y="376378"/>
                      </a:cubicBezTo>
                      <a:cubicBezTo>
                        <a:pt x="77216" y="373658"/>
                        <a:pt x="79936" y="370939"/>
                        <a:pt x="82655" y="368219"/>
                      </a:cubicBezTo>
                      <a:cubicBezTo>
                        <a:pt x="88095" y="365499"/>
                        <a:pt x="93534" y="362780"/>
                        <a:pt x="98973" y="360060"/>
                      </a:cubicBezTo>
                      <a:cubicBezTo>
                        <a:pt x="104413" y="360060"/>
                        <a:pt x="112571" y="357340"/>
                        <a:pt x="118011" y="357340"/>
                      </a:cubicBezTo>
                      <a:cubicBezTo>
                        <a:pt x="126170" y="354621"/>
                        <a:pt x="128890" y="357340"/>
                        <a:pt x="131609" y="351901"/>
                      </a:cubicBezTo>
                      <a:cubicBezTo>
                        <a:pt x="131609" y="349181"/>
                        <a:pt x="131609" y="346462"/>
                        <a:pt x="131609" y="343742"/>
                      </a:cubicBezTo>
                      <a:cubicBezTo>
                        <a:pt x="131609" y="319265"/>
                        <a:pt x="131609" y="294788"/>
                        <a:pt x="131609" y="270311"/>
                      </a:cubicBezTo>
                      <a:cubicBezTo>
                        <a:pt x="131609" y="226797"/>
                        <a:pt x="131609" y="186002"/>
                        <a:pt x="137048" y="145207"/>
                      </a:cubicBezTo>
                      <a:cubicBezTo>
                        <a:pt x="137048" y="139768"/>
                        <a:pt x="137048" y="131609"/>
                        <a:pt x="139768" y="123450"/>
                      </a:cubicBezTo>
                      <a:cubicBezTo>
                        <a:pt x="134329" y="123450"/>
                        <a:pt x="137048" y="123450"/>
                        <a:pt x="123450" y="123450"/>
                      </a:cubicBezTo>
                      <a:cubicBezTo>
                        <a:pt x="120731" y="123450"/>
                        <a:pt x="120731" y="123450"/>
                        <a:pt x="118011" y="123450"/>
                      </a:cubicBezTo>
                      <a:cubicBezTo>
                        <a:pt x="112571" y="123450"/>
                        <a:pt x="107133" y="123450"/>
                        <a:pt x="101693" y="123450"/>
                      </a:cubicBezTo>
                      <a:cubicBezTo>
                        <a:pt x="93534" y="123450"/>
                        <a:pt x="82655" y="120730"/>
                        <a:pt x="74496" y="118011"/>
                      </a:cubicBezTo>
                      <a:cubicBezTo>
                        <a:pt x="66338" y="115291"/>
                        <a:pt x="58178" y="107132"/>
                        <a:pt x="58178" y="101693"/>
                      </a:cubicBezTo>
                      <a:cubicBezTo>
                        <a:pt x="58178" y="98973"/>
                        <a:pt x="58178" y="96253"/>
                        <a:pt x="63618" y="93534"/>
                      </a:cubicBezTo>
                      <a:cubicBezTo>
                        <a:pt x="66338" y="90814"/>
                        <a:pt x="77216" y="88095"/>
                        <a:pt x="85375" y="85375"/>
                      </a:cubicBezTo>
                      <a:cubicBezTo>
                        <a:pt x="104413" y="82655"/>
                        <a:pt x="128890" y="82655"/>
                        <a:pt x="137048" y="82655"/>
                      </a:cubicBezTo>
                      <a:cubicBezTo>
                        <a:pt x="139768" y="82655"/>
                        <a:pt x="142488" y="82655"/>
                        <a:pt x="147927" y="82655"/>
                      </a:cubicBezTo>
                      <a:cubicBezTo>
                        <a:pt x="153366" y="69057"/>
                        <a:pt x="164245" y="58178"/>
                        <a:pt x="186003" y="58178"/>
                      </a:cubicBezTo>
                      <a:cubicBezTo>
                        <a:pt x="202321" y="58178"/>
                        <a:pt x="215919" y="66337"/>
                        <a:pt x="226797" y="79936"/>
                      </a:cubicBezTo>
                      <a:cubicBezTo>
                        <a:pt x="237676" y="79936"/>
                        <a:pt x="248554" y="79936"/>
                        <a:pt x="253994" y="79936"/>
                      </a:cubicBezTo>
                      <a:cubicBezTo>
                        <a:pt x="267592" y="79936"/>
                        <a:pt x="294789" y="79936"/>
                        <a:pt x="294789" y="96253"/>
                      </a:cubicBezTo>
                      <a:cubicBezTo>
                        <a:pt x="294789" y="104412"/>
                        <a:pt x="289349" y="107132"/>
                        <a:pt x="283910" y="112571"/>
                      </a:cubicBezTo>
                      <a:cubicBezTo>
                        <a:pt x="278471" y="118011"/>
                        <a:pt x="273031" y="120730"/>
                        <a:pt x="267592" y="120730"/>
                      </a:cubicBezTo>
                      <a:cubicBezTo>
                        <a:pt x="259433" y="123450"/>
                        <a:pt x="251274" y="123450"/>
                        <a:pt x="245835" y="123450"/>
                      </a:cubicBezTo>
                      <a:cubicBezTo>
                        <a:pt x="245835" y="123450"/>
                        <a:pt x="243116" y="123450"/>
                        <a:pt x="237676" y="123450"/>
                      </a:cubicBezTo>
                      <a:cubicBezTo>
                        <a:pt x="237676" y="126170"/>
                        <a:pt x="237676" y="126170"/>
                        <a:pt x="240396" y="128889"/>
                      </a:cubicBezTo>
                      <a:cubicBezTo>
                        <a:pt x="245835" y="145207"/>
                        <a:pt x="248554" y="161525"/>
                        <a:pt x="251274" y="177843"/>
                      </a:cubicBezTo>
                      <a:cubicBezTo>
                        <a:pt x="253994" y="194161"/>
                        <a:pt x="253994" y="210479"/>
                        <a:pt x="256714" y="226797"/>
                      </a:cubicBezTo>
                      <a:cubicBezTo>
                        <a:pt x="259433" y="243115"/>
                        <a:pt x="262153" y="256713"/>
                        <a:pt x="262153" y="273031"/>
                      </a:cubicBezTo>
                      <a:cubicBezTo>
                        <a:pt x="262153" y="278470"/>
                        <a:pt x="262153" y="283910"/>
                        <a:pt x="262153" y="289349"/>
                      </a:cubicBezTo>
                      <a:lnTo>
                        <a:pt x="262153" y="297508"/>
                      </a:lnTo>
                      <a:cubicBezTo>
                        <a:pt x="262153" y="305667"/>
                        <a:pt x="262153" y="313826"/>
                        <a:pt x="264872" y="321985"/>
                      </a:cubicBezTo>
                      <a:cubicBezTo>
                        <a:pt x="264872" y="327424"/>
                        <a:pt x="270312" y="330144"/>
                        <a:pt x="270312" y="335583"/>
                      </a:cubicBezTo>
                      <a:cubicBezTo>
                        <a:pt x="270312" y="335583"/>
                        <a:pt x="270312" y="338303"/>
                        <a:pt x="270312" y="338303"/>
                      </a:cubicBezTo>
                      <a:cubicBezTo>
                        <a:pt x="270312" y="341022"/>
                        <a:pt x="270312" y="343742"/>
                        <a:pt x="270312" y="346462"/>
                      </a:cubicBezTo>
                      <a:cubicBezTo>
                        <a:pt x="270312" y="351901"/>
                        <a:pt x="273031" y="354621"/>
                        <a:pt x="278471" y="354621"/>
                      </a:cubicBezTo>
                      <a:cubicBezTo>
                        <a:pt x="289349" y="354621"/>
                        <a:pt x="335584" y="351901"/>
                        <a:pt x="338304" y="349181"/>
                      </a:cubicBezTo>
                      <a:cubicBezTo>
                        <a:pt x="346462" y="349181"/>
                        <a:pt x="357341" y="349181"/>
                        <a:pt x="365500" y="349181"/>
                      </a:cubicBezTo>
                      <a:cubicBezTo>
                        <a:pt x="370939" y="349181"/>
                        <a:pt x="376379" y="349181"/>
                        <a:pt x="381817" y="349181"/>
                      </a:cubicBezTo>
                      <a:cubicBezTo>
                        <a:pt x="387257" y="349181"/>
                        <a:pt x="392697" y="346462"/>
                        <a:pt x="392697" y="338303"/>
                      </a:cubicBezTo>
                      <a:cubicBezTo>
                        <a:pt x="392697" y="330144"/>
                        <a:pt x="389977" y="316545"/>
                        <a:pt x="389977" y="313826"/>
                      </a:cubicBezTo>
                      <a:cubicBezTo>
                        <a:pt x="389977" y="294788"/>
                        <a:pt x="389977" y="278470"/>
                        <a:pt x="392697" y="262152"/>
                      </a:cubicBezTo>
                      <a:cubicBezTo>
                        <a:pt x="392697" y="259433"/>
                        <a:pt x="395416" y="243115"/>
                        <a:pt x="395416" y="224077"/>
                      </a:cubicBezTo>
                      <a:cubicBezTo>
                        <a:pt x="395416" y="207759"/>
                        <a:pt x="398136" y="188722"/>
                        <a:pt x="398136" y="177843"/>
                      </a:cubicBezTo>
                      <a:cubicBezTo>
                        <a:pt x="398136" y="169684"/>
                        <a:pt x="395416" y="158806"/>
                        <a:pt x="395416" y="153366"/>
                      </a:cubicBezTo>
                      <a:cubicBezTo>
                        <a:pt x="395416" y="145207"/>
                        <a:pt x="395416" y="142488"/>
                        <a:pt x="395416" y="137048"/>
                      </a:cubicBezTo>
                      <a:cubicBezTo>
                        <a:pt x="389977" y="137048"/>
                        <a:pt x="384537" y="137048"/>
                        <a:pt x="379098" y="137048"/>
                      </a:cubicBezTo>
                      <a:cubicBezTo>
                        <a:pt x="370939" y="137048"/>
                        <a:pt x="360061" y="134329"/>
                        <a:pt x="351902" y="131609"/>
                      </a:cubicBezTo>
                      <a:cubicBezTo>
                        <a:pt x="343742" y="128889"/>
                        <a:pt x="338304" y="120730"/>
                        <a:pt x="338304" y="115291"/>
                      </a:cubicBezTo>
                      <a:cubicBezTo>
                        <a:pt x="338304" y="112571"/>
                        <a:pt x="338304" y="109852"/>
                        <a:pt x="343742" y="107132"/>
                      </a:cubicBezTo>
                      <a:cubicBezTo>
                        <a:pt x="349182" y="104412"/>
                        <a:pt x="357341" y="101693"/>
                        <a:pt x="362780" y="98973"/>
                      </a:cubicBezTo>
                      <a:cubicBezTo>
                        <a:pt x="373659" y="96253"/>
                        <a:pt x="387257" y="96253"/>
                        <a:pt x="395416" y="96253"/>
                      </a:cubicBezTo>
                      <a:cubicBezTo>
                        <a:pt x="398136" y="93534"/>
                        <a:pt x="400855" y="90814"/>
                        <a:pt x="403575" y="90814"/>
                      </a:cubicBezTo>
                      <a:cubicBezTo>
                        <a:pt x="411734" y="90814"/>
                        <a:pt x="419893" y="88095"/>
                        <a:pt x="422612" y="88095"/>
                      </a:cubicBezTo>
                      <a:cubicBezTo>
                        <a:pt x="425332" y="88095"/>
                        <a:pt x="425332" y="88095"/>
                        <a:pt x="428052" y="88095"/>
                      </a:cubicBezTo>
                      <a:cubicBezTo>
                        <a:pt x="433492" y="88095"/>
                        <a:pt x="441650" y="88095"/>
                        <a:pt x="447090" y="90814"/>
                      </a:cubicBezTo>
                      <a:cubicBezTo>
                        <a:pt x="449809" y="90814"/>
                        <a:pt x="452529" y="93534"/>
                        <a:pt x="455249" y="96253"/>
                      </a:cubicBezTo>
                      <a:cubicBezTo>
                        <a:pt x="482445" y="96253"/>
                        <a:pt x="509642" y="93534"/>
                        <a:pt x="525960" y="93534"/>
                      </a:cubicBezTo>
                      <a:cubicBezTo>
                        <a:pt x="539558" y="93534"/>
                        <a:pt x="561315" y="93534"/>
                        <a:pt x="561315" y="109852"/>
                      </a:cubicBezTo>
                      <a:cubicBezTo>
                        <a:pt x="561315" y="118011"/>
                        <a:pt x="561315" y="120730"/>
                        <a:pt x="555876" y="126170"/>
                      </a:cubicBezTo>
                      <a:cubicBezTo>
                        <a:pt x="550437" y="131609"/>
                        <a:pt x="544997" y="134329"/>
                        <a:pt x="539558" y="134329"/>
                      </a:cubicBezTo>
                      <a:cubicBezTo>
                        <a:pt x="531399" y="137048"/>
                        <a:pt x="523240" y="137048"/>
                        <a:pt x="517800" y="137048"/>
                      </a:cubicBezTo>
                      <a:cubicBezTo>
                        <a:pt x="515081" y="137048"/>
                        <a:pt x="498763" y="137048"/>
                        <a:pt x="477006" y="137048"/>
                      </a:cubicBezTo>
                      <a:cubicBezTo>
                        <a:pt x="479725" y="145207"/>
                        <a:pt x="485165" y="153366"/>
                        <a:pt x="485165" y="161525"/>
                      </a:cubicBezTo>
                      <a:cubicBezTo>
                        <a:pt x="487885" y="177843"/>
                        <a:pt x="493324" y="194161"/>
                        <a:pt x="496043" y="210479"/>
                      </a:cubicBezTo>
                      <a:cubicBezTo>
                        <a:pt x="498763" y="224077"/>
                        <a:pt x="498763" y="237676"/>
                        <a:pt x="501483" y="251274"/>
                      </a:cubicBezTo>
                      <a:cubicBezTo>
                        <a:pt x="504202" y="264872"/>
                        <a:pt x="506922" y="275751"/>
                        <a:pt x="506922" y="292069"/>
                      </a:cubicBezTo>
                      <a:cubicBezTo>
                        <a:pt x="506922" y="302947"/>
                        <a:pt x="506922" y="311106"/>
                        <a:pt x="506922" y="321985"/>
                      </a:cubicBezTo>
                      <a:cubicBezTo>
                        <a:pt x="506922" y="327424"/>
                        <a:pt x="509642" y="335583"/>
                        <a:pt x="509642" y="341022"/>
                      </a:cubicBezTo>
                      <a:cubicBezTo>
                        <a:pt x="509642" y="343742"/>
                        <a:pt x="509642" y="343742"/>
                        <a:pt x="509642" y="343742"/>
                      </a:cubicBezTo>
                      <a:cubicBezTo>
                        <a:pt x="509642" y="349181"/>
                        <a:pt x="515081" y="349181"/>
                        <a:pt x="517800" y="349181"/>
                      </a:cubicBezTo>
                      <a:cubicBezTo>
                        <a:pt x="520520" y="349181"/>
                        <a:pt x="523240" y="349181"/>
                        <a:pt x="528680" y="349181"/>
                      </a:cubicBezTo>
                      <a:cubicBezTo>
                        <a:pt x="536838" y="349181"/>
                        <a:pt x="547717" y="349181"/>
                        <a:pt x="550437" y="357340"/>
                      </a:cubicBezTo>
                      <a:cubicBezTo>
                        <a:pt x="550437" y="360060"/>
                        <a:pt x="550437" y="360060"/>
                        <a:pt x="550437" y="362780"/>
                      </a:cubicBezTo>
                      <a:cubicBezTo>
                        <a:pt x="550437" y="370939"/>
                        <a:pt x="539558" y="381817"/>
                        <a:pt x="534119" y="384537"/>
                      </a:cubicBezTo>
                      <a:cubicBezTo>
                        <a:pt x="531399" y="387257"/>
                        <a:pt x="523240" y="387257"/>
                        <a:pt x="520520" y="389976"/>
                      </a:cubicBezTo>
                      <a:cubicBezTo>
                        <a:pt x="515081" y="389976"/>
                        <a:pt x="512362" y="392696"/>
                        <a:pt x="512362" y="395415"/>
                      </a:cubicBezTo>
                      <a:cubicBezTo>
                        <a:pt x="512362" y="395415"/>
                        <a:pt x="512362" y="398135"/>
                        <a:pt x="512362" y="398135"/>
                      </a:cubicBezTo>
                      <a:cubicBezTo>
                        <a:pt x="512362" y="400855"/>
                        <a:pt x="512362" y="406294"/>
                        <a:pt x="512362" y="409014"/>
                      </a:cubicBezTo>
                      <a:cubicBezTo>
                        <a:pt x="512362" y="411733"/>
                        <a:pt x="512362" y="411733"/>
                        <a:pt x="512362" y="414453"/>
                      </a:cubicBezTo>
                      <a:cubicBezTo>
                        <a:pt x="512362" y="422612"/>
                        <a:pt x="512362" y="430771"/>
                        <a:pt x="512362" y="438930"/>
                      </a:cubicBezTo>
                      <a:cubicBezTo>
                        <a:pt x="512362" y="460687"/>
                        <a:pt x="512362" y="482445"/>
                        <a:pt x="515081" y="504202"/>
                      </a:cubicBezTo>
                      <a:cubicBezTo>
                        <a:pt x="517800" y="525959"/>
                        <a:pt x="520520" y="550436"/>
                        <a:pt x="520520" y="572193"/>
                      </a:cubicBezTo>
                      <a:cubicBezTo>
                        <a:pt x="520520" y="583072"/>
                        <a:pt x="520520" y="593950"/>
                        <a:pt x="517800" y="604829"/>
                      </a:cubicBezTo>
                      <a:cubicBezTo>
                        <a:pt x="515081" y="623867"/>
                        <a:pt x="515081" y="642904"/>
                        <a:pt x="512362" y="661942"/>
                      </a:cubicBezTo>
                      <a:cubicBezTo>
                        <a:pt x="512362" y="664661"/>
                        <a:pt x="509642" y="667381"/>
                        <a:pt x="509642" y="670101"/>
                      </a:cubicBezTo>
                      <a:cubicBezTo>
                        <a:pt x="509642" y="672820"/>
                        <a:pt x="512362" y="678260"/>
                        <a:pt x="512362" y="680979"/>
                      </a:cubicBezTo>
                      <a:cubicBezTo>
                        <a:pt x="512362" y="683699"/>
                        <a:pt x="512362" y="686419"/>
                        <a:pt x="512362" y="686419"/>
                      </a:cubicBezTo>
                      <a:cubicBezTo>
                        <a:pt x="517800" y="680979"/>
                        <a:pt x="528680" y="680979"/>
                        <a:pt x="536838" y="680979"/>
                      </a:cubicBezTo>
                      <a:lnTo>
                        <a:pt x="536838" y="680979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102" name="Freeform: Shape 101">
                  <a:extLst>
                    <a:ext uri="{FF2B5EF4-FFF2-40B4-BE49-F238E27FC236}">
                      <a16:creationId xmlns:a16="http://schemas.microsoft.com/office/drawing/2014/main" id="{F4DA8BA0-1C7A-4762-A1A9-BAC0A7C4F10E}"/>
                    </a:ext>
                  </a:extLst>
                </p:cNvPr>
                <p:cNvSpPr/>
                <p:nvPr/>
              </p:nvSpPr>
              <p:spPr>
                <a:xfrm>
                  <a:off x="9592416" y="4192158"/>
                  <a:ext cx="516735" cy="761503"/>
                </a:xfrm>
                <a:custGeom>
                  <a:avLst/>
                  <a:gdLst>
                    <a:gd name="connsiteX0" fmla="*/ 463407 w 516735"/>
                    <a:gd name="connsiteY0" fmla="*/ 194161 h 761503"/>
                    <a:gd name="connsiteX1" fmla="*/ 447089 w 516735"/>
                    <a:gd name="connsiteY1" fmla="*/ 226797 h 761503"/>
                    <a:gd name="connsiteX2" fmla="*/ 430771 w 516735"/>
                    <a:gd name="connsiteY2" fmla="*/ 221357 h 761503"/>
                    <a:gd name="connsiteX3" fmla="*/ 422612 w 516735"/>
                    <a:gd name="connsiteY3" fmla="*/ 207759 h 761503"/>
                    <a:gd name="connsiteX4" fmla="*/ 419893 w 516735"/>
                    <a:gd name="connsiteY4" fmla="*/ 188722 h 761503"/>
                    <a:gd name="connsiteX5" fmla="*/ 419893 w 516735"/>
                    <a:gd name="connsiteY5" fmla="*/ 139768 h 761503"/>
                    <a:gd name="connsiteX6" fmla="*/ 419893 w 516735"/>
                    <a:gd name="connsiteY6" fmla="*/ 120730 h 761503"/>
                    <a:gd name="connsiteX7" fmla="*/ 395416 w 516735"/>
                    <a:gd name="connsiteY7" fmla="*/ 120730 h 761503"/>
                    <a:gd name="connsiteX8" fmla="*/ 370939 w 516735"/>
                    <a:gd name="connsiteY8" fmla="*/ 120730 h 761503"/>
                    <a:gd name="connsiteX9" fmla="*/ 346461 w 516735"/>
                    <a:gd name="connsiteY9" fmla="*/ 123450 h 761503"/>
                    <a:gd name="connsiteX10" fmla="*/ 335583 w 516735"/>
                    <a:gd name="connsiteY10" fmla="*/ 123450 h 761503"/>
                    <a:gd name="connsiteX11" fmla="*/ 335583 w 516735"/>
                    <a:gd name="connsiteY11" fmla="*/ 123450 h 761503"/>
                    <a:gd name="connsiteX12" fmla="*/ 324704 w 516735"/>
                    <a:gd name="connsiteY12" fmla="*/ 128889 h 761503"/>
                    <a:gd name="connsiteX13" fmla="*/ 327424 w 516735"/>
                    <a:gd name="connsiteY13" fmla="*/ 139768 h 761503"/>
                    <a:gd name="connsiteX14" fmla="*/ 330144 w 516735"/>
                    <a:gd name="connsiteY14" fmla="*/ 175123 h 761503"/>
                    <a:gd name="connsiteX15" fmla="*/ 330144 w 516735"/>
                    <a:gd name="connsiteY15" fmla="*/ 199600 h 761503"/>
                    <a:gd name="connsiteX16" fmla="*/ 327424 w 516735"/>
                    <a:gd name="connsiteY16" fmla="*/ 224077 h 761503"/>
                    <a:gd name="connsiteX17" fmla="*/ 330144 w 516735"/>
                    <a:gd name="connsiteY17" fmla="*/ 251274 h 761503"/>
                    <a:gd name="connsiteX18" fmla="*/ 327424 w 516735"/>
                    <a:gd name="connsiteY18" fmla="*/ 278470 h 761503"/>
                    <a:gd name="connsiteX19" fmla="*/ 327424 w 516735"/>
                    <a:gd name="connsiteY19" fmla="*/ 332864 h 761503"/>
                    <a:gd name="connsiteX20" fmla="*/ 330144 w 516735"/>
                    <a:gd name="connsiteY20" fmla="*/ 357340 h 761503"/>
                    <a:gd name="connsiteX21" fmla="*/ 330144 w 516735"/>
                    <a:gd name="connsiteY21" fmla="*/ 368219 h 761503"/>
                    <a:gd name="connsiteX22" fmla="*/ 332863 w 516735"/>
                    <a:gd name="connsiteY22" fmla="*/ 387257 h 761503"/>
                    <a:gd name="connsiteX23" fmla="*/ 332863 w 516735"/>
                    <a:gd name="connsiteY23" fmla="*/ 433491 h 761503"/>
                    <a:gd name="connsiteX24" fmla="*/ 332863 w 516735"/>
                    <a:gd name="connsiteY24" fmla="*/ 487884 h 761503"/>
                    <a:gd name="connsiteX25" fmla="*/ 330144 w 516735"/>
                    <a:gd name="connsiteY25" fmla="*/ 512361 h 761503"/>
                    <a:gd name="connsiteX26" fmla="*/ 330144 w 516735"/>
                    <a:gd name="connsiteY26" fmla="*/ 539557 h 761503"/>
                    <a:gd name="connsiteX27" fmla="*/ 332863 w 516735"/>
                    <a:gd name="connsiteY27" fmla="*/ 593950 h 761503"/>
                    <a:gd name="connsiteX28" fmla="*/ 332863 w 516735"/>
                    <a:gd name="connsiteY28" fmla="*/ 648343 h 761503"/>
                    <a:gd name="connsiteX29" fmla="*/ 332863 w 516735"/>
                    <a:gd name="connsiteY29" fmla="*/ 656502 h 761503"/>
                    <a:gd name="connsiteX30" fmla="*/ 357341 w 516735"/>
                    <a:gd name="connsiteY30" fmla="*/ 656502 h 761503"/>
                    <a:gd name="connsiteX31" fmla="*/ 395416 w 516735"/>
                    <a:gd name="connsiteY31" fmla="*/ 675540 h 761503"/>
                    <a:gd name="connsiteX32" fmla="*/ 389976 w 516735"/>
                    <a:gd name="connsiteY32" fmla="*/ 691858 h 761503"/>
                    <a:gd name="connsiteX33" fmla="*/ 373658 w 516735"/>
                    <a:gd name="connsiteY33" fmla="*/ 700017 h 761503"/>
                    <a:gd name="connsiteX34" fmla="*/ 351901 w 516735"/>
                    <a:gd name="connsiteY34" fmla="*/ 702737 h 761503"/>
                    <a:gd name="connsiteX35" fmla="*/ 319265 w 516735"/>
                    <a:gd name="connsiteY35" fmla="*/ 702737 h 761503"/>
                    <a:gd name="connsiteX36" fmla="*/ 311106 w 516735"/>
                    <a:gd name="connsiteY36" fmla="*/ 708176 h 761503"/>
                    <a:gd name="connsiteX37" fmla="*/ 289349 w 516735"/>
                    <a:gd name="connsiteY37" fmla="*/ 713615 h 761503"/>
                    <a:gd name="connsiteX38" fmla="*/ 270311 w 516735"/>
                    <a:gd name="connsiteY38" fmla="*/ 713615 h 761503"/>
                    <a:gd name="connsiteX39" fmla="*/ 243115 w 516735"/>
                    <a:gd name="connsiteY39" fmla="*/ 705456 h 761503"/>
                    <a:gd name="connsiteX40" fmla="*/ 237675 w 516735"/>
                    <a:gd name="connsiteY40" fmla="*/ 702737 h 761503"/>
                    <a:gd name="connsiteX41" fmla="*/ 199600 w 516735"/>
                    <a:gd name="connsiteY41" fmla="*/ 702737 h 761503"/>
                    <a:gd name="connsiteX42" fmla="*/ 175123 w 516735"/>
                    <a:gd name="connsiteY42" fmla="*/ 702737 h 761503"/>
                    <a:gd name="connsiteX43" fmla="*/ 147927 w 516735"/>
                    <a:gd name="connsiteY43" fmla="*/ 697297 h 761503"/>
                    <a:gd name="connsiteX44" fmla="*/ 131609 w 516735"/>
                    <a:gd name="connsiteY44" fmla="*/ 678260 h 761503"/>
                    <a:gd name="connsiteX45" fmla="*/ 137048 w 516735"/>
                    <a:gd name="connsiteY45" fmla="*/ 670101 h 761503"/>
                    <a:gd name="connsiteX46" fmla="*/ 158805 w 516735"/>
                    <a:gd name="connsiteY46" fmla="*/ 661942 h 761503"/>
                    <a:gd name="connsiteX47" fmla="*/ 199600 w 516735"/>
                    <a:gd name="connsiteY47" fmla="*/ 659222 h 761503"/>
                    <a:gd name="connsiteX48" fmla="*/ 199600 w 516735"/>
                    <a:gd name="connsiteY48" fmla="*/ 659222 h 761503"/>
                    <a:gd name="connsiteX49" fmla="*/ 196880 w 516735"/>
                    <a:gd name="connsiteY49" fmla="*/ 629306 h 761503"/>
                    <a:gd name="connsiteX50" fmla="*/ 199600 w 516735"/>
                    <a:gd name="connsiteY50" fmla="*/ 574913 h 761503"/>
                    <a:gd name="connsiteX51" fmla="*/ 202320 w 516735"/>
                    <a:gd name="connsiteY51" fmla="*/ 523239 h 761503"/>
                    <a:gd name="connsiteX52" fmla="*/ 205040 w 516735"/>
                    <a:gd name="connsiteY52" fmla="*/ 460687 h 761503"/>
                    <a:gd name="connsiteX53" fmla="*/ 205040 w 516735"/>
                    <a:gd name="connsiteY53" fmla="*/ 417173 h 761503"/>
                    <a:gd name="connsiteX54" fmla="*/ 207759 w 516735"/>
                    <a:gd name="connsiteY54" fmla="*/ 392696 h 761503"/>
                    <a:gd name="connsiteX55" fmla="*/ 210478 w 516735"/>
                    <a:gd name="connsiteY55" fmla="*/ 368219 h 761503"/>
                    <a:gd name="connsiteX56" fmla="*/ 210478 w 516735"/>
                    <a:gd name="connsiteY56" fmla="*/ 313826 h 761503"/>
                    <a:gd name="connsiteX57" fmla="*/ 210478 w 516735"/>
                    <a:gd name="connsiteY57" fmla="*/ 259433 h 761503"/>
                    <a:gd name="connsiteX58" fmla="*/ 210478 w 516735"/>
                    <a:gd name="connsiteY58" fmla="*/ 213199 h 761503"/>
                    <a:gd name="connsiteX59" fmla="*/ 210478 w 516735"/>
                    <a:gd name="connsiteY59" fmla="*/ 145207 h 761503"/>
                    <a:gd name="connsiteX60" fmla="*/ 213198 w 516735"/>
                    <a:gd name="connsiteY60" fmla="*/ 131609 h 761503"/>
                    <a:gd name="connsiteX61" fmla="*/ 205040 w 516735"/>
                    <a:gd name="connsiteY61" fmla="*/ 123450 h 761503"/>
                    <a:gd name="connsiteX62" fmla="*/ 161525 w 516735"/>
                    <a:gd name="connsiteY62" fmla="*/ 123450 h 761503"/>
                    <a:gd name="connsiteX63" fmla="*/ 112571 w 516735"/>
                    <a:gd name="connsiteY63" fmla="*/ 120730 h 761503"/>
                    <a:gd name="connsiteX64" fmla="*/ 104412 w 516735"/>
                    <a:gd name="connsiteY64" fmla="*/ 118011 h 761503"/>
                    <a:gd name="connsiteX65" fmla="*/ 107132 w 516735"/>
                    <a:gd name="connsiteY65" fmla="*/ 191441 h 761503"/>
                    <a:gd name="connsiteX66" fmla="*/ 90814 w 516735"/>
                    <a:gd name="connsiteY66" fmla="*/ 224077 h 761503"/>
                    <a:gd name="connsiteX67" fmla="*/ 74496 w 516735"/>
                    <a:gd name="connsiteY67" fmla="*/ 218638 h 761503"/>
                    <a:gd name="connsiteX68" fmla="*/ 66337 w 516735"/>
                    <a:gd name="connsiteY68" fmla="*/ 205040 h 761503"/>
                    <a:gd name="connsiteX69" fmla="*/ 63617 w 516735"/>
                    <a:gd name="connsiteY69" fmla="*/ 186002 h 761503"/>
                    <a:gd name="connsiteX70" fmla="*/ 63617 w 516735"/>
                    <a:gd name="connsiteY70" fmla="*/ 145207 h 761503"/>
                    <a:gd name="connsiteX71" fmla="*/ 63617 w 516735"/>
                    <a:gd name="connsiteY71" fmla="*/ 109852 h 761503"/>
                    <a:gd name="connsiteX72" fmla="*/ 58178 w 516735"/>
                    <a:gd name="connsiteY72" fmla="*/ 96253 h 761503"/>
                    <a:gd name="connsiteX73" fmla="*/ 66337 w 516735"/>
                    <a:gd name="connsiteY73" fmla="*/ 85375 h 761503"/>
                    <a:gd name="connsiteX74" fmla="*/ 93533 w 516735"/>
                    <a:gd name="connsiteY74" fmla="*/ 77216 h 761503"/>
                    <a:gd name="connsiteX75" fmla="*/ 115290 w 516735"/>
                    <a:gd name="connsiteY75" fmla="*/ 77216 h 761503"/>
                    <a:gd name="connsiteX76" fmla="*/ 169684 w 516735"/>
                    <a:gd name="connsiteY76" fmla="*/ 74496 h 761503"/>
                    <a:gd name="connsiteX77" fmla="*/ 194161 w 516735"/>
                    <a:gd name="connsiteY77" fmla="*/ 71776 h 761503"/>
                    <a:gd name="connsiteX78" fmla="*/ 196880 w 516735"/>
                    <a:gd name="connsiteY78" fmla="*/ 71776 h 761503"/>
                    <a:gd name="connsiteX79" fmla="*/ 210478 w 516735"/>
                    <a:gd name="connsiteY79" fmla="*/ 71776 h 761503"/>
                    <a:gd name="connsiteX80" fmla="*/ 218638 w 516735"/>
                    <a:gd name="connsiteY80" fmla="*/ 71776 h 761503"/>
                    <a:gd name="connsiteX81" fmla="*/ 237675 w 516735"/>
                    <a:gd name="connsiteY81" fmla="*/ 60898 h 761503"/>
                    <a:gd name="connsiteX82" fmla="*/ 253993 w 516735"/>
                    <a:gd name="connsiteY82" fmla="*/ 58178 h 761503"/>
                    <a:gd name="connsiteX83" fmla="*/ 283910 w 516735"/>
                    <a:gd name="connsiteY83" fmla="*/ 60898 h 761503"/>
                    <a:gd name="connsiteX84" fmla="*/ 294788 w 516735"/>
                    <a:gd name="connsiteY84" fmla="*/ 66337 h 761503"/>
                    <a:gd name="connsiteX85" fmla="*/ 305667 w 516735"/>
                    <a:gd name="connsiteY85" fmla="*/ 74496 h 761503"/>
                    <a:gd name="connsiteX86" fmla="*/ 313826 w 516735"/>
                    <a:gd name="connsiteY86" fmla="*/ 74496 h 761503"/>
                    <a:gd name="connsiteX87" fmla="*/ 327424 w 516735"/>
                    <a:gd name="connsiteY87" fmla="*/ 74496 h 761503"/>
                    <a:gd name="connsiteX88" fmla="*/ 354621 w 516735"/>
                    <a:gd name="connsiteY88" fmla="*/ 74496 h 761503"/>
                    <a:gd name="connsiteX89" fmla="*/ 422612 w 516735"/>
                    <a:gd name="connsiteY89" fmla="*/ 74496 h 761503"/>
                    <a:gd name="connsiteX90" fmla="*/ 455248 w 516735"/>
                    <a:gd name="connsiteY90" fmla="*/ 79936 h 761503"/>
                    <a:gd name="connsiteX91" fmla="*/ 466127 w 516735"/>
                    <a:gd name="connsiteY91" fmla="*/ 98973 h 761503"/>
                    <a:gd name="connsiteX92" fmla="*/ 463407 w 516735"/>
                    <a:gd name="connsiteY92" fmla="*/ 109852 h 761503"/>
                    <a:gd name="connsiteX93" fmla="*/ 463407 w 516735"/>
                    <a:gd name="connsiteY93" fmla="*/ 120730 h 761503"/>
                    <a:gd name="connsiteX94" fmla="*/ 463407 w 516735"/>
                    <a:gd name="connsiteY94" fmla="*/ 194161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</a:cxnLst>
                  <a:rect l="l" t="t" r="r" b="b"/>
                  <a:pathLst>
                    <a:path w="516735" h="761503">
                      <a:moveTo>
                        <a:pt x="463407" y="194161"/>
                      </a:moveTo>
                      <a:cubicBezTo>
                        <a:pt x="463407" y="205040"/>
                        <a:pt x="463407" y="226797"/>
                        <a:pt x="447089" y="226797"/>
                      </a:cubicBezTo>
                      <a:cubicBezTo>
                        <a:pt x="438930" y="226797"/>
                        <a:pt x="436211" y="226797"/>
                        <a:pt x="430771" y="221357"/>
                      </a:cubicBezTo>
                      <a:cubicBezTo>
                        <a:pt x="425332" y="218638"/>
                        <a:pt x="422612" y="210479"/>
                        <a:pt x="422612" y="207759"/>
                      </a:cubicBezTo>
                      <a:cubicBezTo>
                        <a:pt x="419893" y="199600"/>
                        <a:pt x="419893" y="194161"/>
                        <a:pt x="419893" y="188722"/>
                      </a:cubicBezTo>
                      <a:cubicBezTo>
                        <a:pt x="419893" y="183282"/>
                        <a:pt x="419893" y="147927"/>
                        <a:pt x="419893" y="139768"/>
                      </a:cubicBezTo>
                      <a:cubicBezTo>
                        <a:pt x="419893" y="134329"/>
                        <a:pt x="419893" y="128889"/>
                        <a:pt x="419893" y="120730"/>
                      </a:cubicBezTo>
                      <a:cubicBezTo>
                        <a:pt x="411734" y="120730"/>
                        <a:pt x="403574" y="120730"/>
                        <a:pt x="395416" y="120730"/>
                      </a:cubicBezTo>
                      <a:cubicBezTo>
                        <a:pt x="387256" y="120730"/>
                        <a:pt x="379098" y="120730"/>
                        <a:pt x="370939" y="120730"/>
                      </a:cubicBezTo>
                      <a:cubicBezTo>
                        <a:pt x="362780" y="120730"/>
                        <a:pt x="354621" y="123450"/>
                        <a:pt x="346461" y="123450"/>
                      </a:cubicBezTo>
                      <a:cubicBezTo>
                        <a:pt x="343742" y="123450"/>
                        <a:pt x="341023" y="123450"/>
                        <a:pt x="335583" y="123450"/>
                      </a:cubicBezTo>
                      <a:cubicBezTo>
                        <a:pt x="335583" y="123450"/>
                        <a:pt x="335583" y="123450"/>
                        <a:pt x="335583" y="123450"/>
                      </a:cubicBezTo>
                      <a:cubicBezTo>
                        <a:pt x="327424" y="123450"/>
                        <a:pt x="324704" y="126170"/>
                        <a:pt x="324704" y="128889"/>
                      </a:cubicBezTo>
                      <a:cubicBezTo>
                        <a:pt x="324704" y="131609"/>
                        <a:pt x="324704" y="137048"/>
                        <a:pt x="327424" y="139768"/>
                      </a:cubicBezTo>
                      <a:cubicBezTo>
                        <a:pt x="330144" y="147927"/>
                        <a:pt x="330144" y="166964"/>
                        <a:pt x="330144" y="175123"/>
                      </a:cubicBezTo>
                      <a:cubicBezTo>
                        <a:pt x="330144" y="183282"/>
                        <a:pt x="330144" y="191441"/>
                        <a:pt x="330144" y="199600"/>
                      </a:cubicBezTo>
                      <a:cubicBezTo>
                        <a:pt x="330144" y="207759"/>
                        <a:pt x="327424" y="215918"/>
                        <a:pt x="327424" y="224077"/>
                      </a:cubicBezTo>
                      <a:cubicBezTo>
                        <a:pt x="327424" y="232236"/>
                        <a:pt x="330144" y="243115"/>
                        <a:pt x="330144" y="251274"/>
                      </a:cubicBezTo>
                      <a:cubicBezTo>
                        <a:pt x="330144" y="259433"/>
                        <a:pt x="330144" y="267592"/>
                        <a:pt x="327424" y="278470"/>
                      </a:cubicBezTo>
                      <a:cubicBezTo>
                        <a:pt x="327424" y="294788"/>
                        <a:pt x="327424" y="313826"/>
                        <a:pt x="327424" y="332864"/>
                      </a:cubicBezTo>
                      <a:cubicBezTo>
                        <a:pt x="327424" y="341022"/>
                        <a:pt x="327424" y="349181"/>
                        <a:pt x="330144" y="357340"/>
                      </a:cubicBezTo>
                      <a:cubicBezTo>
                        <a:pt x="330144" y="360060"/>
                        <a:pt x="330144" y="365499"/>
                        <a:pt x="330144" y="368219"/>
                      </a:cubicBezTo>
                      <a:cubicBezTo>
                        <a:pt x="330144" y="373658"/>
                        <a:pt x="332863" y="384537"/>
                        <a:pt x="332863" y="387257"/>
                      </a:cubicBezTo>
                      <a:cubicBezTo>
                        <a:pt x="332863" y="406294"/>
                        <a:pt x="332863" y="414453"/>
                        <a:pt x="332863" y="433491"/>
                      </a:cubicBezTo>
                      <a:cubicBezTo>
                        <a:pt x="332863" y="452528"/>
                        <a:pt x="335583" y="468846"/>
                        <a:pt x="332863" y="487884"/>
                      </a:cubicBezTo>
                      <a:cubicBezTo>
                        <a:pt x="332863" y="496043"/>
                        <a:pt x="330144" y="504202"/>
                        <a:pt x="330144" y="512361"/>
                      </a:cubicBezTo>
                      <a:cubicBezTo>
                        <a:pt x="330144" y="520520"/>
                        <a:pt x="330144" y="531398"/>
                        <a:pt x="330144" y="539557"/>
                      </a:cubicBezTo>
                      <a:cubicBezTo>
                        <a:pt x="330144" y="558595"/>
                        <a:pt x="330144" y="574913"/>
                        <a:pt x="332863" y="593950"/>
                      </a:cubicBezTo>
                      <a:cubicBezTo>
                        <a:pt x="332863" y="610268"/>
                        <a:pt x="332863" y="632026"/>
                        <a:pt x="332863" y="648343"/>
                      </a:cubicBezTo>
                      <a:cubicBezTo>
                        <a:pt x="332863" y="651063"/>
                        <a:pt x="332863" y="653783"/>
                        <a:pt x="332863" y="656502"/>
                      </a:cubicBezTo>
                      <a:cubicBezTo>
                        <a:pt x="343742" y="656502"/>
                        <a:pt x="351901" y="656502"/>
                        <a:pt x="357341" y="656502"/>
                      </a:cubicBezTo>
                      <a:cubicBezTo>
                        <a:pt x="370939" y="656502"/>
                        <a:pt x="395416" y="659222"/>
                        <a:pt x="395416" y="675540"/>
                      </a:cubicBezTo>
                      <a:cubicBezTo>
                        <a:pt x="395416" y="683699"/>
                        <a:pt x="392696" y="686419"/>
                        <a:pt x="389976" y="691858"/>
                      </a:cubicBezTo>
                      <a:cubicBezTo>
                        <a:pt x="384537" y="697297"/>
                        <a:pt x="379098" y="700017"/>
                        <a:pt x="373658" y="700017"/>
                      </a:cubicBezTo>
                      <a:cubicBezTo>
                        <a:pt x="365499" y="702737"/>
                        <a:pt x="357341" y="702737"/>
                        <a:pt x="351901" y="702737"/>
                      </a:cubicBezTo>
                      <a:cubicBezTo>
                        <a:pt x="349181" y="702737"/>
                        <a:pt x="335583" y="702737"/>
                        <a:pt x="319265" y="702737"/>
                      </a:cubicBezTo>
                      <a:cubicBezTo>
                        <a:pt x="316546" y="705456"/>
                        <a:pt x="313826" y="705456"/>
                        <a:pt x="311106" y="708176"/>
                      </a:cubicBezTo>
                      <a:cubicBezTo>
                        <a:pt x="302948" y="713615"/>
                        <a:pt x="297508" y="713615"/>
                        <a:pt x="289349" y="713615"/>
                      </a:cubicBezTo>
                      <a:cubicBezTo>
                        <a:pt x="283910" y="713615"/>
                        <a:pt x="278470" y="713615"/>
                        <a:pt x="270311" y="713615"/>
                      </a:cubicBezTo>
                      <a:cubicBezTo>
                        <a:pt x="259433" y="713615"/>
                        <a:pt x="251273" y="710895"/>
                        <a:pt x="243115" y="705456"/>
                      </a:cubicBezTo>
                      <a:cubicBezTo>
                        <a:pt x="240395" y="705456"/>
                        <a:pt x="237675" y="702737"/>
                        <a:pt x="237675" y="702737"/>
                      </a:cubicBezTo>
                      <a:cubicBezTo>
                        <a:pt x="224077" y="702737"/>
                        <a:pt x="213198" y="702737"/>
                        <a:pt x="199600" y="702737"/>
                      </a:cubicBezTo>
                      <a:cubicBezTo>
                        <a:pt x="191441" y="702737"/>
                        <a:pt x="183282" y="702737"/>
                        <a:pt x="175123" y="702737"/>
                      </a:cubicBezTo>
                      <a:cubicBezTo>
                        <a:pt x="166965" y="702737"/>
                        <a:pt x="156085" y="702737"/>
                        <a:pt x="147927" y="697297"/>
                      </a:cubicBezTo>
                      <a:cubicBezTo>
                        <a:pt x="139768" y="694578"/>
                        <a:pt x="131609" y="680979"/>
                        <a:pt x="131609" y="678260"/>
                      </a:cubicBezTo>
                      <a:cubicBezTo>
                        <a:pt x="131609" y="675540"/>
                        <a:pt x="131609" y="672820"/>
                        <a:pt x="137048" y="670101"/>
                      </a:cubicBezTo>
                      <a:cubicBezTo>
                        <a:pt x="142487" y="667381"/>
                        <a:pt x="153366" y="664661"/>
                        <a:pt x="158805" y="661942"/>
                      </a:cubicBezTo>
                      <a:cubicBezTo>
                        <a:pt x="175123" y="659222"/>
                        <a:pt x="191441" y="659222"/>
                        <a:pt x="199600" y="659222"/>
                      </a:cubicBezTo>
                      <a:lnTo>
                        <a:pt x="199600" y="659222"/>
                      </a:lnTo>
                      <a:cubicBezTo>
                        <a:pt x="199600" y="648343"/>
                        <a:pt x="196880" y="640184"/>
                        <a:pt x="196880" y="629306"/>
                      </a:cubicBezTo>
                      <a:cubicBezTo>
                        <a:pt x="196880" y="612988"/>
                        <a:pt x="196880" y="591231"/>
                        <a:pt x="199600" y="574913"/>
                      </a:cubicBezTo>
                      <a:cubicBezTo>
                        <a:pt x="199600" y="558595"/>
                        <a:pt x="199600" y="539557"/>
                        <a:pt x="202320" y="523239"/>
                      </a:cubicBezTo>
                      <a:cubicBezTo>
                        <a:pt x="202320" y="501482"/>
                        <a:pt x="205040" y="482445"/>
                        <a:pt x="205040" y="460687"/>
                      </a:cubicBezTo>
                      <a:cubicBezTo>
                        <a:pt x="205040" y="447089"/>
                        <a:pt x="205040" y="430771"/>
                        <a:pt x="205040" y="417173"/>
                      </a:cubicBezTo>
                      <a:cubicBezTo>
                        <a:pt x="205040" y="409014"/>
                        <a:pt x="207759" y="400855"/>
                        <a:pt x="207759" y="392696"/>
                      </a:cubicBezTo>
                      <a:cubicBezTo>
                        <a:pt x="207759" y="384537"/>
                        <a:pt x="210478" y="376378"/>
                        <a:pt x="210478" y="368219"/>
                      </a:cubicBezTo>
                      <a:cubicBezTo>
                        <a:pt x="210478" y="351901"/>
                        <a:pt x="210478" y="332864"/>
                        <a:pt x="210478" y="313826"/>
                      </a:cubicBezTo>
                      <a:cubicBezTo>
                        <a:pt x="210478" y="294788"/>
                        <a:pt x="210478" y="275751"/>
                        <a:pt x="210478" y="259433"/>
                      </a:cubicBezTo>
                      <a:cubicBezTo>
                        <a:pt x="210478" y="243115"/>
                        <a:pt x="210478" y="226797"/>
                        <a:pt x="210478" y="213199"/>
                      </a:cubicBezTo>
                      <a:cubicBezTo>
                        <a:pt x="210478" y="194161"/>
                        <a:pt x="210478" y="164245"/>
                        <a:pt x="210478" y="145207"/>
                      </a:cubicBezTo>
                      <a:cubicBezTo>
                        <a:pt x="210478" y="139768"/>
                        <a:pt x="213198" y="134329"/>
                        <a:pt x="213198" y="131609"/>
                      </a:cubicBezTo>
                      <a:cubicBezTo>
                        <a:pt x="213198" y="126170"/>
                        <a:pt x="207759" y="123450"/>
                        <a:pt x="205040" y="123450"/>
                      </a:cubicBezTo>
                      <a:cubicBezTo>
                        <a:pt x="199600" y="123450"/>
                        <a:pt x="166965" y="123450"/>
                        <a:pt x="161525" y="123450"/>
                      </a:cubicBezTo>
                      <a:cubicBezTo>
                        <a:pt x="145207" y="123450"/>
                        <a:pt x="128889" y="123450"/>
                        <a:pt x="112571" y="120730"/>
                      </a:cubicBezTo>
                      <a:cubicBezTo>
                        <a:pt x="109852" y="120730"/>
                        <a:pt x="107132" y="120730"/>
                        <a:pt x="104412" y="118011"/>
                      </a:cubicBezTo>
                      <a:cubicBezTo>
                        <a:pt x="107132" y="137048"/>
                        <a:pt x="107132" y="172404"/>
                        <a:pt x="107132" y="191441"/>
                      </a:cubicBezTo>
                      <a:cubicBezTo>
                        <a:pt x="107132" y="202320"/>
                        <a:pt x="107132" y="224077"/>
                        <a:pt x="90814" y="224077"/>
                      </a:cubicBezTo>
                      <a:cubicBezTo>
                        <a:pt x="82655" y="224077"/>
                        <a:pt x="79935" y="221357"/>
                        <a:pt x="74496" y="218638"/>
                      </a:cubicBezTo>
                      <a:cubicBezTo>
                        <a:pt x="69057" y="215918"/>
                        <a:pt x="66337" y="210479"/>
                        <a:pt x="66337" y="205040"/>
                      </a:cubicBezTo>
                      <a:cubicBezTo>
                        <a:pt x="63617" y="196881"/>
                        <a:pt x="63617" y="191441"/>
                        <a:pt x="63617" y="186002"/>
                      </a:cubicBezTo>
                      <a:cubicBezTo>
                        <a:pt x="63617" y="180563"/>
                        <a:pt x="63617" y="153366"/>
                        <a:pt x="63617" y="145207"/>
                      </a:cubicBezTo>
                      <a:cubicBezTo>
                        <a:pt x="63617" y="134329"/>
                        <a:pt x="63617" y="120730"/>
                        <a:pt x="63617" y="109852"/>
                      </a:cubicBezTo>
                      <a:cubicBezTo>
                        <a:pt x="60897" y="104412"/>
                        <a:pt x="58178" y="101693"/>
                        <a:pt x="58178" y="96253"/>
                      </a:cubicBezTo>
                      <a:cubicBezTo>
                        <a:pt x="58178" y="93534"/>
                        <a:pt x="60897" y="88095"/>
                        <a:pt x="66337" y="85375"/>
                      </a:cubicBezTo>
                      <a:cubicBezTo>
                        <a:pt x="74496" y="79936"/>
                        <a:pt x="77215" y="77216"/>
                        <a:pt x="93533" y="77216"/>
                      </a:cubicBezTo>
                      <a:cubicBezTo>
                        <a:pt x="101692" y="77216"/>
                        <a:pt x="109852" y="77216"/>
                        <a:pt x="115290" y="77216"/>
                      </a:cubicBezTo>
                      <a:cubicBezTo>
                        <a:pt x="134328" y="77216"/>
                        <a:pt x="150646" y="77216"/>
                        <a:pt x="169684" y="74496"/>
                      </a:cubicBezTo>
                      <a:cubicBezTo>
                        <a:pt x="177843" y="74496"/>
                        <a:pt x="186002" y="71776"/>
                        <a:pt x="194161" y="71776"/>
                      </a:cubicBezTo>
                      <a:cubicBezTo>
                        <a:pt x="194161" y="71776"/>
                        <a:pt x="196880" y="71776"/>
                        <a:pt x="196880" y="71776"/>
                      </a:cubicBezTo>
                      <a:cubicBezTo>
                        <a:pt x="199600" y="71776"/>
                        <a:pt x="205040" y="71776"/>
                        <a:pt x="210478" y="71776"/>
                      </a:cubicBezTo>
                      <a:cubicBezTo>
                        <a:pt x="213198" y="71776"/>
                        <a:pt x="215918" y="71776"/>
                        <a:pt x="218638" y="71776"/>
                      </a:cubicBezTo>
                      <a:cubicBezTo>
                        <a:pt x="224077" y="69057"/>
                        <a:pt x="229516" y="63618"/>
                        <a:pt x="237675" y="60898"/>
                      </a:cubicBezTo>
                      <a:cubicBezTo>
                        <a:pt x="243115" y="58178"/>
                        <a:pt x="248554" y="58178"/>
                        <a:pt x="253993" y="58178"/>
                      </a:cubicBezTo>
                      <a:cubicBezTo>
                        <a:pt x="264872" y="58178"/>
                        <a:pt x="273031" y="58178"/>
                        <a:pt x="283910" y="60898"/>
                      </a:cubicBezTo>
                      <a:cubicBezTo>
                        <a:pt x="286629" y="60898"/>
                        <a:pt x="292068" y="63618"/>
                        <a:pt x="294788" y="66337"/>
                      </a:cubicBezTo>
                      <a:cubicBezTo>
                        <a:pt x="297508" y="69057"/>
                        <a:pt x="302948" y="71776"/>
                        <a:pt x="305667" y="74496"/>
                      </a:cubicBezTo>
                      <a:cubicBezTo>
                        <a:pt x="308386" y="74496"/>
                        <a:pt x="311106" y="74496"/>
                        <a:pt x="313826" y="74496"/>
                      </a:cubicBezTo>
                      <a:cubicBezTo>
                        <a:pt x="319265" y="74496"/>
                        <a:pt x="321985" y="74496"/>
                        <a:pt x="327424" y="74496"/>
                      </a:cubicBezTo>
                      <a:cubicBezTo>
                        <a:pt x="335583" y="74496"/>
                        <a:pt x="346461" y="74496"/>
                        <a:pt x="354621" y="74496"/>
                      </a:cubicBezTo>
                      <a:cubicBezTo>
                        <a:pt x="376378" y="74496"/>
                        <a:pt x="400855" y="74496"/>
                        <a:pt x="422612" y="74496"/>
                      </a:cubicBezTo>
                      <a:cubicBezTo>
                        <a:pt x="433491" y="74496"/>
                        <a:pt x="447089" y="74496"/>
                        <a:pt x="455248" y="79936"/>
                      </a:cubicBezTo>
                      <a:cubicBezTo>
                        <a:pt x="460687" y="82655"/>
                        <a:pt x="466127" y="90814"/>
                        <a:pt x="466127" y="98973"/>
                      </a:cubicBezTo>
                      <a:cubicBezTo>
                        <a:pt x="466127" y="101693"/>
                        <a:pt x="466127" y="107132"/>
                        <a:pt x="463407" y="109852"/>
                      </a:cubicBezTo>
                      <a:cubicBezTo>
                        <a:pt x="463407" y="112571"/>
                        <a:pt x="463407" y="112571"/>
                        <a:pt x="463407" y="120730"/>
                      </a:cubicBezTo>
                      <a:cubicBezTo>
                        <a:pt x="463407" y="142488"/>
                        <a:pt x="463407" y="172404"/>
                        <a:pt x="463407" y="194161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</p:grpSp>
          <p:pic>
            <p:nvPicPr>
              <p:cNvPr id="60" name="Graphic 59">
                <a:extLst>
                  <a:ext uri="{FF2B5EF4-FFF2-40B4-BE49-F238E27FC236}">
                    <a16:creationId xmlns:a16="http://schemas.microsoft.com/office/drawing/2014/main" id="{24EBFCF1-84FE-4D43-BFAA-15B952E60CA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tretch>
                <a:fillRect/>
              </a:stretch>
            </p:blipFill>
            <p:spPr>
              <a:xfrm>
                <a:off x="9162579" y="5240354"/>
                <a:ext cx="45719" cy="1348711"/>
              </a:xfrm>
              <a:prstGeom prst="rect">
                <a:avLst/>
              </a:prstGeom>
            </p:spPr>
          </p:pic>
        </p:grpSp>
        <p:pic>
          <p:nvPicPr>
            <p:cNvPr id="58" name="Picture 57" descr="Diagram&#10;&#10;Description automatically generated">
              <a:extLst>
                <a:ext uri="{FF2B5EF4-FFF2-40B4-BE49-F238E27FC236}">
                  <a16:creationId xmlns:a16="http://schemas.microsoft.com/office/drawing/2014/main" id="{BC30312C-7662-4BD8-8015-61337CCDC7BE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/>
            <a:stretch>
              <a:fillRect/>
            </a:stretch>
          </p:blipFill>
          <p:spPr>
            <a:xfrm>
              <a:off x="7052978" y="5406588"/>
              <a:ext cx="1854273" cy="1066587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204361547"/>
      </p:ext>
    </p:extLst>
  </p:cSld>
  <p:clrMapOvr>
    <a:masterClrMapping/>
  </p:clrMapOvr>
</p:sldLayout>
</file>

<file path=ppt/slideLayouts/slideLayout1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I_Square Picture with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273CA62-557B-4233-A280-B632FDE7EB4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1001" y="152400"/>
            <a:ext cx="11430001" cy="485335"/>
          </a:xfrm>
        </p:spPr>
        <p:txBody>
          <a:bodyPr/>
          <a:lstStyle/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23477033-05D8-4136-947B-33FDFE0937F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EB1475D-EF5B-48A6-8CCB-3BD08F726926}" type="datetimeFigureOut">
              <a:rPr lang="en-US"/>
              <a:pPr/>
              <a:t>10/30/2026</a:t>
            </a:fld>
            <a:endParaRPr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94ABE26E-7618-4F78-8596-2A31C0BCE0C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44B0F7D-C1BE-4FF4-8D9C-4EB1E876039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5A54F4-DB31-4FC5-B748-3F06867349C3}" type="slidenum">
              <a:rPr/>
              <a:pPr/>
              <a:t>‹#›</a:t>
            </a:fld>
            <a:endParaRPr/>
          </a:p>
        </p:txBody>
      </p:sp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9CAA4CE7-2E79-487E-9FB0-5C7F0E926C22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381000" y="1383792"/>
            <a:ext cx="6400800" cy="4636008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t>Click to add text or choose an icon below to insert other content</a:t>
            </a:r>
          </a:p>
          <a:p>
            <a:pPr lvl="1"/>
            <a:r>
              <a:t>Second level</a:t>
            </a:r>
          </a:p>
          <a:p>
            <a:pPr lvl="2"/>
            <a:r>
              <a:t>Third level</a:t>
            </a:r>
          </a:p>
          <a:p>
            <a:pPr lvl="3"/>
            <a:r>
              <a:t>Fourth level</a:t>
            </a:r>
          </a:p>
          <a:p>
            <a:pPr lvl="4"/>
            <a:r>
              <a:t>Fifth level</a:t>
            </a:r>
          </a:p>
        </p:txBody>
      </p:sp>
      <p:sp>
        <p:nvSpPr>
          <p:cNvPr id="8" name="Text Placeholder 53">
            <a:extLst>
              <a:ext uri="{FF2B5EF4-FFF2-40B4-BE49-F238E27FC236}">
                <a16:creationId xmlns:a16="http://schemas.microsoft.com/office/drawing/2014/main" id="{734CE9CF-0E3B-470F-87D6-C69D18AB3E08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381001" y="731530"/>
            <a:ext cx="6400799" cy="365739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1pPr>
            <a:lvl2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2pPr>
            <a:lvl3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3pPr>
            <a:lvl4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4pPr>
            <a:lvl5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5pPr>
            <a:lvl6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6pPr>
            <a:lvl7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7pPr>
            <a:lvl8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8pPr>
            <a:lvl9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9pPr>
          </a:lstStyle>
          <a:p>
            <a:pPr lvl="0"/>
            <a:r>
              <a:t>Click to add subtitle</a:t>
            </a:r>
          </a:p>
        </p:txBody>
      </p:sp>
      <p:sp>
        <p:nvSpPr>
          <p:cNvPr id="12" name="Picture Placeholder 11">
            <a:extLst>
              <a:ext uri="{FF2B5EF4-FFF2-40B4-BE49-F238E27FC236}">
                <a16:creationId xmlns:a16="http://schemas.microsoft.com/office/drawing/2014/main" id="{111A1073-7FE1-4F7F-8031-C3C041EB8AF5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6986761" y="862564"/>
            <a:ext cx="4851030" cy="5081476"/>
          </a:xfrm>
          <a:custGeom>
            <a:avLst/>
            <a:gdLst>
              <a:gd name="connsiteX0" fmla="*/ 4603651 w 4851030"/>
              <a:gd name="connsiteY0" fmla="*/ 0 h 5081476"/>
              <a:gd name="connsiteX1" fmla="*/ 4827723 w 4851030"/>
              <a:gd name="connsiteY1" fmla="*/ 669963 h 5081476"/>
              <a:gd name="connsiteX2" fmla="*/ 4837903 w 4851030"/>
              <a:gd name="connsiteY2" fmla="*/ 2094980 h 5081476"/>
              <a:gd name="connsiteX3" fmla="*/ 4848093 w 4851030"/>
              <a:gd name="connsiteY3" fmla="*/ 3169064 h 5081476"/>
              <a:gd name="connsiteX4" fmla="*/ 4848093 w 4851030"/>
              <a:gd name="connsiteY4" fmla="*/ 3913475 h 5081476"/>
              <a:gd name="connsiteX5" fmla="*/ 4817532 w 4851030"/>
              <a:gd name="connsiteY5" fmla="*/ 4838667 h 5081476"/>
              <a:gd name="connsiteX6" fmla="*/ 4471241 w 4851030"/>
              <a:gd name="connsiteY6" fmla="*/ 5008818 h 5081476"/>
              <a:gd name="connsiteX7" fmla="*/ 4114767 w 4851030"/>
              <a:gd name="connsiteY7" fmla="*/ 5019457 h 5081476"/>
              <a:gd name="connsiteX8" fmla="*/ 3748105 w 4851030"/>
              <a:gd name="connsiteY8" fmla="*/ 5072624 h 5081476"/>
              <a:gd name="connsiteX9" fmla="*/ 998137 w 4851030"/>
              <a:gd name="connsiteY9" fmla="*/ 5030086 h 5081476"/>
              <a:gd name="connsiteX10" fmla="*/ 488884 w 4851030"/>
              <a:gd name="connsiteY10" fmla="*/ 4976920 h 5081476"/>
              <a:gd name="connsiteX11" fmla="*/ 81481 w 4851030"/>
              <a:gd name="connsiteY11" fmla="*/ 4742962 h 5081476"/>
              <a:gd name="connsiteX12" fmla="*/ 40741 w 4851030"/>
              <a:gd name="connsiteY12" fmla="*/ 3679517 h 5081476"/>
              <a:gd name="connsiteX13" fmla="*/ 20371 w 4851030"/>
              <a:gd name="connsiteY13" fmla="*/ 2084351 h 5081476"/>
              <a:gd name="connsiteX14" fmla="*/ 0 w 4851030"/>
              <a:gd name="connsiteY14" fmla="*/ 1552629 h 5081476"/>
              <a:gd name="connsiteX15" fmla="*/ 20371 w 4851030"/>
              <a:gd name="connsiteY15" fmla="*/ 723142 h 5081476"/>
              <a:gd name="connsiteX16" fmla="*/ 30551 w 4851030"/>
              <a:gd name="connsiteY16" fmla="*/ 457275 h 5081476"/>
              <a:gd name="connsiteX17" fmla="*/ 71291 w 4851030"/>
              <a:gd name="connsiteY17" fmla="*/ 74435 h 5081476"/>
              <a:gd name="connsiteX18" fmla="*/ 2261085 w 4851030"/>
              <a:gd name="connsiteY18" fmla="*/ 42537 h 5081476"/>
              <a:gd name="connsiteX19" fmla="*/ 3554584 w 4851030"/>
              <a:gd name="connsiteY19" fmla="*/ 31898 h 5081476"/>
              <a:gd name="connsiteX20" fmla="*/ 4603651 w 4851030"/>
              <a:gd name="connsiteY20" fmla="*/ 0 h 50814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4851030" h="5081476">
                <a:moveTo>
                  <a:pt x="4603651" y="0"/>
                </a:moveTo>
                <a:cubicBezTo>
                  <a:pt x="4868463" y="0"/>
                  <a:pt x="4827723" y="340302"/>
                  <a:pt x="4827723" y="669963"/>
                </a:cubicBezTo>
                <a:cubicBezTo>
                  <a:pt x="4817532" y="1148520"/>
                  <a:pt x="4858273" y="1616435"/>
                  <a:pt x="4837903" y="2094980"/>
                </a:cubicBezTo>
                <a:cubicBezTo>
                  <a:pt x="4827723" y="2445922"/>
                  <a:pt x="4858273" y="2818122"/>
                  <a:pt x="4848093" y="3169064"/>
                </a:cubicBezTo>
                <a:cubicBezTo>
                  <a:pt x="4837903" y="3413650"/>
                  <a:pt x="4858273" y="3668878"/>
                  <a:pt x="4848093" y="3913475"/>
                </a:cubicBezTo>
                <a:cubicBezTo>
                  <a:pt x="4837903" y="4158061"/>
                  <a:pt x="4858273" y="4519633"/>
                  <a:pt x="4817532" y="4838667"/>
                </a:cubicBezTo>
                <a:cubicBezTo>
                  <a:pt x="4797162" y="4966279"/>
                  <a:pt x="4613831" y="4987548"/>
                  <a:pt x="4471241" y="5008818"/>
                </a:cubicBezTo>
                <a:cubicBezTo>
                  <a:pt x="4389759" y="5019457"/>
                  <a:pt x="4236989" y="4998188"/>
                  <a:pt x="4114767" y="5019457"/>
                </a:cubicBezTo>
                <a:cubicBezTo>
                  <a:pt x="4023097" y="5040726"/>
                  <a:pt x="3849956" y="5072624"/>
                  <a:pt x="3748105" y="5072624"/>
                </a:cubicBezTo>
                <a:cubicBezTo>
                  <a:pt x="2709228" y="5104533"/>
                  <a:pt x="2199975" y="5040726"/>
                  <a:pt x="998137" y="5030086"/>
                </a:cubicBezTo>
                <a:cubicBezTo>
                  <a:pt x="886096" y="5030086"/>
                  <a:pt x="733325" y="5030086"/>
                  <a:pt x="488884" y="4976920"/>
                </a:cubicBezTo>
                <a:cubicBezTo>
                  <a:pt x="264812" y="4934382"/>
                  <a:pt x="152771" y="4976920"/>
                  <a:pt x="81481" y="4742962"/>
                </a:cubicBezTo>
                <a:cubicBezTo>
                  <a:pt x="20371" y="4551542"/>
                  <a:pt x="50920" y="3924104"/>
                  <a:pt x="40741" y="3679517"/>
                </a:cubicBezTo>
                <a:cubicBezTo>
                  <a:pt x="20371" y="3126526"/>
                  <a:pt x="20371" y="2743686"/>
                  <a:pt x="20371" y="2084351"/>
                </a:cubicBezTo>
                <a:lnTo>
                  <a:pt x="0" y="1552629"/>
                </a:lnTo>
                <a:cubicBezTo>
                  <a:pt x="50920" y="1254863"/>
                  <a:pt x="-30560" y="1031534"/>
                  <a:pt x="20371" y="723142"/>
                </a:cubicBezTo>
                <a:cubicBezTo>
                  <a:pt x="30551" y="616798"/>
                  <a:pt x="30551" y="627426"/>
                  <a:pt x="30551" y="457275"/>
                </a:cubicBezTo>
                <a:cubicBezTo>
                  <a:pt x="30551" y="393469"/>
                  <a:pt x="-31630" y="221930"/>
                  <a:pt x="71291" y="74435"/>
                </a:cubicBezTo>
                <a:cubicBezTo>
                  <a:pt x="358675" y="-52826"/>
                  <a:pt x="1476830" y="42537"/>
                  <a:pt x="2261085" y="42537"/>
                </a:cubicBezTo>
                <a:cubicBezTo>
                  <a:pt x="2658297" y="42537"/>
                  <a:pt x="3167551" y="21269"/>
                  <a:pt x="3554584" y="31898"/>
                </a:cubicBezTo>
                <a:cubicBezTo>
                  <a:pt x="3676805" y="42537"/>
                  <a:pt x="4481430" y="0"/>
                  <a:pt x="4603651" y="0"/>
                </a:cubicBezTo>
                <a:close/>
              </a:path>
            </a:pathLst>
          </a:custGeom>
          <a:solidFill>
            <a:srgbClr val="D9D9D9"/>
          </a:solidFill>
        </p:spPr>
        <p:txBody>
          <a:bodyPr wrap="square" tIns="1554480">
            <a:noAutofit/>
          </a:bodyPr>
          <a:lstStyle>
            <a:lvl1pPr marL="0" marR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tx1"/>
              </a:buClr>
              <a:buSzTx/>
              <a:buFont typeface="Arial" panose="020B0604020202020204" pitchFamily="34" charset="0"/>
              <a:buNone/>
              <a:tabLst/>
              <a:defRPr sz="1600"/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1200"/>
              </a:spcBef>
              <a:spcAft>
                <a:spcPts val="0"/>
              </a:spcAft>
              <a:buClr>
                <a:schemeClr val="tx1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t>Click icon to insert picture</a:t>
            </a:r>
            <a:br>
              <a:rPr/>
            </a:br>
            <a:r>
              <a:t>(minimum recommended size for </a:t>
            </a:r>
            <a:br>
              <a:rPr/>
            </a:br>
            <a:r>
              <a:t>half slide image is 640 x 720 pixels)</a:t>
            </a:r>
          </a:p>
        </p:txBody>
      </p:sp>
    </p:spTree>
    <p:extLst>
      <p:ext uri="{BB962C8B-B14F-4D97-AF65-F5344CB8AC3E}">
        <p14:creationId xmlns:p14="http://schemas.microsoft.com/office/powerpoint/2010/main" val="2566344727"/>
      </p:ext>
    </p:extLst>
  </p:cSld>
  <p:clrMapOvr>
    <a:masterClrMapping/>
  </p:clrMapOvr>
</p:sldLayout>
</file>

<file path=ppt/slideLayouts/slideLayout11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Close Statement Purple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01AE889-7B80-4DAF-BFF1-2CAC896A364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438400" y="914400"/>
            <a:ext cx="7315200" cy="2174793"/>
          </a:xfrm>
        </p:spPr>
        <p:txBody>
          <a:bodyPr/>
          <a:lstStyle>
            <a:lvl1pPr algn="ctr">
              <a:defRPr sz="8000">
                <a:solidFill>
                  <a:srgbClr val="4F2170"/>
                </a:solidFill>
              </a:defRPr>
            </a:lvl1pPr>
          </a:lstStyle>
          <a:p>
            <a:r>
              <a:t>Click to ADD title</a:t>
            </a:r>
          </a:p>
        </p:txBody>
      </p:sp>
      <p:sp>
        <p:nvSpPr>
          <p:cNvPr id="49" name="Text Placeholder 53">
            <a:extLst>
              <a:ext uri="{FF2B5EF4-FFF2-40B4-BE49-F238E27FC236}">
                <a16:creationId xmlns:a16="http://schemas.microsoft.com/office/drawing/2014/main" id="{5B8EF472-40A4-439A-B62A-2B3D53CEFD55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2438400" y="3422650"/>
            <a:ext cx="7315200" cy="640080"/>
          </a:xfrm>
        </p:spPr>
        <p:txBody>
          <a:bodyPr/>
          <a:lstStyle>
            <a:lvl1pPr marL="0" indent="0" algn="ctr">
              <a:spcBef>
                <a:spcPts val="0"/>
              </a:spcBef>
              <a:buNone/>
              <a:defRPr sz="2000">
                <a:solidFill>
                  <a:srgbClr val="4F2170"/>
                </a:solidFill>
              </a:defRPr>
            </a:lvl1pPr>
            <a:lvl2pPr marL="0" indent="0" algn="ctr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2pPr>
            <a:lvl3pPr marL="0" indent="0" algn="ctr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3pPr>
            <a:lvl4pPr marL="0" indent="0" algn="ctr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4pPr>
            <a:lvl5pPr marL="0" indent="0" algn="ctr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5pPr>
            <a:lvl6pPr marL="0" indent="0" algn="ctr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6pPr>
            <a:lvl7pPr marL="0" indent="0" algn="ctr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7pPr>
            <a:lvl8pPr marL="0" indent="0" algn="ctr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8pPr>
            <a:lvl9pPr marL="0" indent="0" algn="ctr">
              <a:spcBef>
                <a:spcPts val="0"/>
              </a:spcBef>
              <a:buNone/>
              <a:defRPr sz="2000">
                <a:solidFill>
                  <a:schemeClr val="tx1"/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72C0D684-738A-0B4B-87F4-3C05D330FCCC}"/>
              </a:ext>
            </a:extLst>
          </p:cNvPr>
          <p:cNvSpPr txBox="1"/>
          <p:nvPr userDrawn="1"/>
        </p:nvSpPr>
        <p:spPr>
          <a:xfrm>
            <a:off x="1003852" y="6241774"/>
            <a:ext cx="0" cy="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l">
              <a:lnSpc>
                <a:spcPct val="90000"/>
              </a:lnSpc>
            </a:pPr>
            <a:endParaRPr lang="en-US"/>
          </a:p>
        </p:txBody>
      </p:sp>
      <p:grpSp>
        <p:nvGrpSpPr>
          <p:cNvPr id="51" name="Group 50">
            <a:extLst>
              <a:ext uri="{FF2B5EF4-FFF2-40B4-BE49-F238E27FC236}">
                <a16:creationId xmlns:a16="http://schemas.microsoft.com/office/drawing/2014/main" id="{440AD558-643C-4905-ADEE-3149909D0711}"/>
              </a:ext>
            </a:extLst>
          </p:cNvPr>
          <p:cNvGrpSpPr/>
          <p:nvPr userDrawn="1"/>
        </p:nvGrpSpPr>
        <p:grpSpPr>
          <a:xfrm>
            <a:off x="3831070" y="4720047"/>
            <a:ext cx="4529861" cy="1304934"/>
            <a:chOff x="7052978" y="5240354"/>
            <a:chExt cx="4681822" cy="1348711"/>
          </a:xfrm>
        </p:grpSpPr>
        <p:grpSp>
          <p:nvGrpSpPr>
            <p:cNvPr id="96" name="Group 95">
              <a:extLst>
                <a:ext uri="{FF2B5EF4-FFF2-40B4-BE49-F238E27FC236}">
                  <a16:creationId xmlns:a16="http://schemas.microsoft.com/office/drawing/2014/main" id="{3F3416C3-3ABE-4CF0-8AE3-6D1621B6D07B}"/>
                </a:ext>
              </a:extLst>
            </p:cNvPr>
            <p:cNvGrpSpPr/>
            <p:nvPr userDrawn="1"/>
          </p:nvGrpSpPr>
          <p:grpSpPr>
            <a:xfrm>
              <a:off x="9162579" y="5240354"/>
              <a:ext cx="2572221" cy="1348711"/>
              <a:chOff x="9162579" y="5240354"/>
              <a:chExt cx="2572221" cy="1348711"/>
            </a:xfrm>
          </p:grpSpPr>
          <p:grpSp>
            <p:nvGrpSpPr>
              <p:cNvPr id="98" name="Group 97">
                <a:extLst>
                  <a:ext uri="{FF2B5EF4-FFF2-40B4-BE49-F238E27FC236}">
                    <a16:creationId xmlns:a16="http://schemas.microsoft.com/office/drawing/2014/main" id="{B645C22E-2DF6-458D-91C4-3F1F609DCFFE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9448800" y="5543531"/>
                <a:ext cx="2286000" cy="880288"/>
                <a:chOff x="2078951" y="1888610"/>
                <a:chExt cx="8030200" cy="3092248"/>
              </a:xfrm>
              <a:solidFill>
                <a:srgbClr val="4F2170"/>
              </a:solidFill>
            </p:grpSpPr>
            <p:sp>
              <p:nvSpPr>
                <p:cNvPr id="102" name="Freeform: Shape 101">
                  <a:extLst>
                    <a:ext uri="{FF2B5EF4-FFF2-40B4-BE49-F238E27FC236}">
                      <a16:creationId xmlns:a16="http://schemas.microsoft.com/office/drawing/2014/main" id="{4D82B027-46DF-46CA-ACFF-E63551CA1ADC}"/>
                    </a:ext>
                  </a:extLst>
                </p:cNvPr>
                <p:cNvSpPr/>
                <p:nvPr/>
              </p:nvSpPr>
              <p:spPr>
                <a:xfrm>
                  <a:off x="2078951" y="2872694"/>
                  <a:ext cx="951880" cy="652717"/>
                </a:xfrm>
                <a:custGeom>
                  <a:avLst/>
                  <a:gdLst>
                    <a:gd name="connsiteX0" fmla="*/ 903041 w 951880"/>
                    <a:gd name="connsiteY0" fmla="*/ 330574 h 652717"/>
                    <a:gd name="connsiteX1" fmla="*/ 780656 w 951880"/>
                    <a:gd name="connsiteY1" fmla="*/ 379528 h 652717"/>
                    <a:gd name="connsiteX2" fmla="*/ 598439 w 951880"/>
                    <a:gd name="connsiteY2" fmla="*/ 311537 h 652717"/>
                    <a:gd name="connsiteX3" fmla="*/ 505970 w 951880"/>
                    <a:gd name="connsiteY3" fmla="*/ 164675 h 652717"/>
                    <a:gd name="connsiteX4" fmla="*/ 266640 w 951880"/>
                    <a:gd name="connsiteY4" fmla="*/ 61329 h 652717"/>
                    <a:gd name="connsiteX5" fmla="*/ 103461 w 951880"/>
                    <a:gd name="connsiteY5" fmla="*/ 458398 h 652717"/>
                    <a:gd name="connsiteX6" fmla="*/ 756179 w 951880"/>
                    <a:gd name="connsiteY6" fmla="*/ 485595 h 652717"/>
                    <a:gd name="connsiteX7" fmla="*/ 903041 w 951880"/>
                    <a:gd name="connsiteY7" fmla="*/ 330574 h 652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951880" h="652717">
                      <a:moveTo>
                        <a:pt x="903041" y="330574"/>
                      </a:moveTo>
                      <a:cubicBezTo>
                        <a:pt x="867685" y="363210"/>
                        <a:pt x="813292" y="374089"/>
                        <a:pt x="780656" y="379528"/>
                      </a:cubicBezTo>
                      <a:cubicBezTo>
                        <a:pt x="712664" y="387687"/>
                        <a:pt x="641953" y="365930"/>
                        <a:pt x="598439" y="311537"/>
                      </a:cubicBezTo>
                      <a:cubicBezTo>
                        <a:pt x="563083" y="268022"/>
                        <a:pt x="544046" y="210910"/>
                        <a:pt x="505970" y="164675"/>
                      </a:cubicBezTo>
                      <a:cubicBezTo>
                        <a:pt x="448858" y="93964"/>
                        <a:pt x="359109" y="45011"/>
                        <a:pt x="266640" y="61329"/>
                      </a:cubicBezTo>
                      <a:cubicBezTo>
                        <a:pt x="81704" y="93964"/>
                        <a:pt x="114" y="308817"/>
                        <a:pt x="103461" y="458398"/>
                      </a:cubicBezTo>
                      <a:cubicBezTo>
                        <a:pt x="253042" y="670531"/>
                        <a:pt x="584840" y="635176"/>
                        <a:pt x="756179" y="485595"/>
                      </a:cubicBezTo>
                      <a:cubicBezTo>
                        <a:pt x="813292" y="442080"/>
                        <a:pt x="862246" y="390407"/>
                        <a:pt x="903041" y="330574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103" name="Freeform: Shape 102">
                  <a:extLst>
                    <a:ext uri="{FF2B5EF4-FFF2-40B4-BE49-F238E27FC236}">
                      <a16:creationId xmlns:a16="http://schemas.microsoft.com/office/drawing/2014/main" id="{B1C4B1BE-D64E-4A95-84CB-E042ED085AEC}"/>
                    </a:ext>
                  </a:extLst>
                </p:cNvPr>
                <p:cNvSpPr/>
                <p:nvPr/>
              </p:nvSpPr>
              <p:spPr>
                <a:xfrm>
                  <a:off x="9151831" y="2872694"/>
                  <a:ext cx="951880" cy="652717"/>
                </a:xfrm>
                <a:custGeom>
                  <a:avLst/>
                  <a:gdLst>
                    <a:gd name="connsiteX0" fmla="*/ 58178 w 951880"/>
                    <a:gd name="connsiteY0" fmla="*/ 330574 h 652717"/>
                    <a:gd name="connsiteX1" fmla="*/ 180563 w 951880"/>
                    <a:gd name="connsiteY1" fmla="*/ 379528 h 652717"/>
                    <a:gd name="connsiteX2" fmla="*/ 362780 w 951880"/>
                    <a:gd name="connsiteY2" fmla="*/ 311537 h 652717"/>
                    <a:gd name="connsiteX3" fmla="*/ 455249 w 951880"/>
                    <a:gd name="connsiteY3" fmla="*/ 164675 h 652717"/>
                    <a:gd name="connsiteX4" fmla="*/ 694578 w 951880"/>
                    <a:gd name="connsiteY4" fmla="*/ 61329 h 652717"/>
                    <a:gd name="connsiteX5" fmla="*/ 857758 w 951880"/>
                    <a:gd name="connsiteY5" fmla="*/ 458398 h 652717"/>
                    <a:gd name="connsiteX6" fmla="*/ 205040 w 951880"/>
                    <a:gd name="connsiteY6" fmla="*/ 485595 h 652717"/>
                    <a:gd name="connsiteX7" fmla="*/ 58178 w 951880"/>
                    <a:gd name="connsiteY7" fmla="*/ 330574 h 652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951880" h="652717">
                      <a:moveTo>
                        <a:pt x="58178" y="330574"/>
                      </a:moveTo>
                      <a:cubicBezTo>
                        <a:pt x="96253" y="363210"/>
                        <a:pt x="147927" y="374089"/>
                        <a:pt x="180563" y="379528"/>
                      </a:cubicBezTo>
                      <a:cubicBezTo>
                        <a:pt x="248554" y="387687"/>
                        <a:pt x="319266" y="365930"/>
                        <a:pt x="362780" y="311537"/>
                      </a:cubicBezTo>
                      <a:cubicBezTo>
                        <a:pt x="398136" y="268022"/>
                        <a:pt x="417174" y="210910"/>
                        <a:pt x="455249" y="164675"/>
                      </a:cubicBezTo>
                      <a:cubicBezTo>
                        <a:pt x="512362" y="93964"/>
                        <a:pt x="602110" y="45011"/>
                        <a:pt x="694578" y="61329"/>
                      </a:cubicBezTo>
                      <a:cubicBezTo>
                        <a:pt x="879515" y="93964"/>
                        <a:pt x="961105" y="308817"/>
                        <a:pt x="857758" y="458398"/>
                      </a:cubicBezTo>
                      <a:cubicBezTo>
                        <a:pt x="708176" y="670531"/>
                        <a:pt x="376379" y="635176"/>
                        <a:pt x="205040" y="485595"/>
                      </a:cubicBezTo>
                      <a:cubicBezTo>
                        <a:pt x="150646" y="442080"/>
                        <a:pt x="101693" y="390407"/>
                        <a:pt x="58178" y="330574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104" name="Freeform: Shape 103">
                  <a:extLst>
                    <a:ext uri="{FF2B5EF4-FFF2-40B4-BE49-F238E27FC236}">
                      <a16:creationId xmlns:a16="http://schemas.microsoft.com/office/drawing/2014/main" id="{CA4B1A5D-EA3F-473C-B552-59F75082CAF5}"/>
                    </a:ext>
                  </a:extLst>
                </p:cNvPr>
                <p:cNvSpPr/>
                <p:nvPr/>
              </p:nvSpPr>
              <p:spPr>
                <a:xfrm>
                  <a:off x="8001294" y="2010994"/>
                  <a:ext cx="734308" cy="299162"/>
                </a:xfrm>
                <a:custGeom>
                  <a:avLst/>
                  <a:gdLst>
                    <a:gd name="connsiteX0" fmla="*/ 596792 w 734307"/>
                    <a:gd name="connsiteY0" fmla="*/ 58178 h 299162"/>
                    <a:gd name="connsiteX1" fmla="*/ 148048 w 734307"/>
                    <a:gd name="connsiteY1" fmla="*/ 58178 h 299162"/>
                    <a:gd name="connsiteX2" fmla="*/ 58299 w 734307"/>
                    <a:gd name="connsiteY2" fmla="*/ 150646 h 299162"/>
                    <a:gd name="connsiteX3" fmla="*/ 148048 w 734307"/>
                    <a:gd name="connsiteY3" fmla="*/ 251274 h 299162"/>
                    <a:gd name="connsiteX4" fmla="*/ 596792 w 734307"/>
                    <a:gd name="connsiteY4" fmla="*/ 251274 h 299162"/>
                    <a:gd name="connsiteX5" fmla="*/ 686541 w 734307"/>
                    <a:gd name="connsiteY5" fmla="*/ 158805 h 299162"/>
                    <a:gd name="connsiteX6" fmla="*/ 596792 w 734307"/>
                    <a:gd name="connsiteY6" fmla="*/ 58178 h 2991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34307" h="299162">
                      <a:moveTo>
                        <a:pt x="596792" y="58178"/>
                      </a:moveTo>
                      <a:cubicBezTo>
                        <a:pt x="591353" y="58178"/>
                        <a:pt x="153487" y="58178"/>
                        <a:pt x="148048" y="58178"/>
                      </a:cubicBezTo>
                      <a:cubicBezTo>
                        <a:pt x="99094" y="60898"/>
                        <a:pt x="61019" y="104412"/>
                        <a:pt x="58299" y="150646"/>
                      </a:cubicBezTo>
                      <a:cubicBezTo>
                        <a:pt x="55580" y="199600"/>
                        <a:pt x="99094" y="248554"/>
                        <a:pt x="148048" y="251274"/>
                      </a:cubicBezTo>
                      <a:cubicBezTo>
                        <a:pt x="153487" y="251274"/>
                        <a:pt x="591353" y="251274"/>
                        <a:pt x="596792" y="251274"/>
                      </a:cubicBezTo>
                      <a:cubicBezTo>
                        <a:pt x="645746" y="248554"/>
                        <a:pt x="683821" y="205040"/>
                        <a:pt x="686541" y="158805"/>
                      </a:cubicBezTo>
                      <a:cubicBezTo>
                        <a:pt x="689260" y="109852"/>
                        <a:pt x="648465" y="60898"/>
                        <a:pt x="596792" y="58178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105" name="Freeform: Shape 104">
                  <a:extLst>
                    <a:ext uri="{FF2B5EF4-FFF2-40B4-BE49-F238E27FC236}">
                      <a16:creationId xmlns:a16="http://schemas.microsoft.com/office/drawing/2014/main" id="{480CD017-ECA8-4F46-87FC-52103515F6B1}"/>
                    </a:ext>
                  </a:extLst>
                </p:cNvPr>
                <p:cNvSpPr/>
                <p:nvPr/>
              </p:nvSpPr>
              <p:spPr>
                <a:xfrm>
                  <a:off x="4920042" y="2277520"/>
                  <a:ext cx="1006274" cy="951879"/>
                </a:xfrm>
                <a:custGeom>
                  <a:avLst/>
                  <a:gdLst>
                    <a:gd name="connsiteX0" fmla="*/ 884954 w 1006273"/>
                    <a:gd name="connsiteY0" fmla="*/ 746251 h 951879"/>
                    <a:gd name="connsiteX1" fmla="*/ 874076 w 1006273"/>
                    <a:gd name="connsiteY1" fmla="*/ 670101 h 951879"/>
                    <a:gd name="connsiteX2" fmla="*/ 874076 w 1006273"/>
                    <a:gd name="connsiteY2" fmla="*/ 536837 h 951879"/>
                    <a:gd name="connsiteX3" fmla="*/ 689139 w 1006273"/>
                    <a:gd name="connsiteY3" fmla="*/ 88094 h 951879"/>
                    <a:gd name="connsiteX4" fmla="*/ 428052 w 1006273"/>
                    <a:gd name="connsiteY4" fmla="*/ 253993 h 951879"/>
                    <a:gd name="connsiteX5" fmla="*/ 196881 w 1006273"/>
                    <a:gd name="connsiteY5" fmla="*/ 58178 h 951879"/>
                    <a:gd name="connsiteX6" fmla="*/ 58178 w 1006273"/>
                    <a:gd name="connsiteY6" fmla="*/ 128889 h 951879"/>
                    <a:gd name="connsiteX7" fmla="*/ 142488 w 1006273"/>
                    <a:gd name="connsiteY7" fmla="*/ 273031 h 951879"/>
                    <a:gd name="connsiteX8" fmla="*/ 142488 w 1006273"/>
                    <a:gd name="connsiteY8" fmla="*/ 757130 h 951879"/>
                    <a:gd name="connsiteX9" fmla="*/ 283910 w 1006273"/>
                    <a:gd name="connsiteY9" fmla="*/ 895832 h 951879"/>
                    <a:gd name="connsiteX10" fmla="*/ 428052 w 1006273"/>
                    <a:gd name="connsiteY10" fmla="*/ 757130 h 951879"/>
                    <a:gd name="connsiteX11" fmla="*/ 428052 w 1006273"/>
                    <a:gd name="connsiteY11" fmla="*/ 400855 h 951879"/>
                    <a:gd name="connsiteX12" fmla="*/ 523240 w 1006273"/>
                    <a:gd name="connsiteY12" fmla="*/ 283910 h 951879"/>
                    <a:gd name="connsiteX13" fmla="*/ 591231 w 1006273"/>
                    <a:gd name="connsiteY13" fmla="*/ 354621 h 951879"/>
                    <a:gd name="connsiteX14" fmla="*/ 591231 w 1006273"/>
                    <a:gd name="connsiteY14" fmla="*/ 697297 h 951879"/>
                    <a:gd name="connsiteX15" fmla="*/ 593951 w 1006273"/>
                    <a:gd name="connsiteY15" fmla="*/ 729933 h 951879"/>
                    <a:gd name="connsiteX16" fmla="*/ 610269 w 1006273"/>
                    <a:gd name="connsiteY16" fmla="*/ 778887 h 951879"/>
                    <a:gd name="connsiteX17" fmla="*/ 822402 w 1006273"/>
                    <a:gd name="connsiteY17" fmla="*/ 893112 h 951879"/>
                    <a:gd name="connsiteX18" fmla="*/ 961105 w 1006273"/>
                    <a:gd name="connsiteY18" fmla="*/ 822401 h 951879"/>
                    <a:gd name="connsiteX19" fmla="*/ 884954 w 1006273"/>
                    <a:gd name="connsiteY19" fmla="*/ 746251 h 9518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006273" h="951879">
                      <a:moveTo>
                        <a:pt x="884954" y="746251"/>
                      </a:moveTo>
                      <a:cubicBezTo>
                        <a:pt x="879515" y="721774"/>
                        <a:pt x="876795" y="694578"/>
                        <a:pt x="874076" y="670101"/>
                      </a:cubicBezTo>
                      <a:cubicBezTo>
                        <a:pt x="874076" y="634745"/>
                        <a:pt x="874076" y="583072"/>
                        <a:pt x="874076" y="536837"/>
                      </a:cubicBezTo>
                      <a:cubicBezTo>
                        <a:pt x="879515" y="373658"/>
                        <a:pt x="909431" y="88094"/>
                        <a:pt x="689139" y="88094"/>
                      </a:cubicBezTo>
                      <a:cubicBezTo>
                        <a:pt x="539558" y="88094"/>
                        <a:pt x="452529" y="213199"/>
                        <a:pt x="428052" y="253993"/>
                      </a:cubicBezTo>
                      <a:cubicBezTo>
                        <a:pt x="425332" y="139768"/>
                        <a:pt x="335583" y="58178"/>
                        <a:pt x="196881" y="58178"/>
                      </a:cubicBezTo>
                      <a:cubicBezTo>
                        <a:pt x="109852" y="58178"/>
                        <a:pt x="58178" y="128889"/>
                        <a:pt x="58178" y="128889"/>
                      </a:cubicBezTo>
                      <a:cubicBezTo>
                        <a:pt x="58178" y="128889"/>
                        <a:pt x="142488" y="158805"/>
                        <a:pt x="142488" y="273031"/>
                      </a:cubicBezTo>
                      <a:cubicBezTo>
                        <a:pt x="142488" y="354621"/>
                        <a:pt x="142488" y="757130"/>
                        <a:pt x="142488" y="757130"/>
                      </a:cubicBezTo>
                      <a:cubicBezTo>
                        <a:pt x="145207" y="827841"/>
                        <a:pt x="194161" y="895832"/>
                        <a:pt x="283910" y="895832"/>
                      </a:cubicBezTo>
                      <a:cubicBezTo>
                        <a:pt x="373659" y="895832"/>
                        <a:pt x="428052" y="827841"/>
                        <a:pt x="428052" y="757130"/>
                      </a:cubicBezTo>
                      <a:lnTo>
                        <a:pt x="428052" y="400855"/>
                      </a:lnTo>
                      <a:cubicBezTo>
                        <a:pt x="441650" y="343742"/>
                        <a:pt x="474286" y="283910"/>
                        <a:pt x="523240" y="283910"/>
                      </a:cubicBezTo>
                      <a:cubicBezTo>
                        <a:pt x="585792" y="283910"/>
                        <a:pt x="591231" y="354621"/>
                        <a:pt x="591231" y="354621"/>
                      </a:cubicBezTo>
                      <a:lnTo>
                        <a:pt x="591231" y="697297"/>
                      </a:lnTo>
                      <a:cubicBezTo>
                        <a:pt x="591231" y="708176"/>
                        <a:pt x="593951" y="719054"/>
                        <a:pt x="593951" y="729933"/>
                      </a:cubicBezTo>
                      <a:cubicBezTo>
                        <a:pt x="596671" y="748971"/>
                        <a:pt x="602110" y="765289"/>
                        <a:pt x="610269" y="778887"/>
                      </a:cubicBezTo>
                      <a:cubicBezTo>
                        <a:pt x="645624" y="846878"/>
                        <a:pt x="719055" y="893112"/>
                        <a:pt x="822402" y="893112"/>
                      </a:cubicBezTo>
                      <a:cubicBezTo>
                        <a:pt x="909431" y="893112"/>
                        <a:pt x="961105" y="822401"/>
                        <a:pt x="961105" y="822401"/>
                      </a:cubicBezTo>
                      <a:cubicBezTo>
                        <a:pt x="961105" y="822401"/>
                        <a:pt x="909431" y="808803"/>
                        <a:pt x="884954" y="746251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106" name="Freeform: Shape 105">
                  <a:extLst>
                    <a:ext uri="{FF2B5EF4-FFF2-40B4-BE49-F238E27FC236}">
                      <a16:creationId xmlns:a16="http://schemas.microsoft.com/office/drawing/2014/main" id="{E54A9C3F-AFA5-45A5-9C7D-3C7E015C4220}"/>
                    </a:ext>
                  </a:extLst>
                </p:cNvPr>
                <p:cNvSpPr/>
                <p:nvPr/>
              </p:nvSpPr>
              <p:spPr>
                <a:xfrm>
                  <a:off x="7552331" y="1888610"/>
                  <a:ext cx="489539" cy="1332631"/>
                </a:xfrm>
                <a:custGeom>
                  <a:avLst/>
                  <a:gdLst>
                    <a:gd name="connsiteX0" fmla="*/ 368560 w 489538"/>
                    <a:gd name="connsiteY0" fmla="*/ 1135162 h 1332630"/>
                    <a:gd name="connsiteX1" fmla="*/ 357681 w 489538"/>
                    <a:gd name="connsiteY1" fmla="*/ 1059011 h 1332630"/>
                    <a:gd name="connsiteX2" fmla="*/ 357681 w 489538"/>
                    <a:gd name="connsiteY2" fmla="*/ 207759 h 1332630"/>
                    <a:gd name="connsiteX3" fmla="*/ 208099 w 489538"/>
                    <a:gd name="connsiteY3" fmla="*/ 58178 h 1332630"/>
                    <a:gd name="connsiteX4" fmla="*/ 58518 w 489538"/>
                    <a:gd name="connsiteY4" fmla="*/ 207759 h 1332630"/>
                    <a:gd name="connsiteX5" fmla="*/ 58518 w 489538"/>
                    <a:gd name="connsiteY5" fmla="*/ 961104 h 1332630"/>
                    <a:gd name="connsiteX6" fmla="*/ 85715 w 489538"/>
                    <a:gd name="connsiteY6" fmla="*/ 1159639 h 1332630"/>
                    <a:gd name="connsiteX7" fmla="*/ 306007 w 489538"/>
                    <a:gd name="connsiteY7" fmla="*/ 1282023 h 1332630"/>
                    <a:gd name="connsiteX8" fmla="*/ 444710 w 489538"/>
                    <a:gd name="connsiteY8" fmla="*/ 1211312 h 1332630"/>
                    <a:gd name="connsiteX9" fmla="*/ 368560 w 489538"/>
                    <a:gd name="connsiteY9" fmla="*/ 1135162 h 13326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89538" h="1332630">
                      <a:moveTo>
                        <a:pt x="368560" y="1135162"/>
                      </a:moveTo>
                      <a:cubicBezTo>
                        <a:pt x="363120" y="1110685"/>
                        <a:pt x="357681" y="1083488"/>
                        <a:pt x="357681" y="1059011"/>
                      </a:cubicBezTo>
                      <a:lnTo>
                        <a:pt x="357681" y="207759"/>
                      </a:lnTo>
                      <a:cubicBezTo>
                        <a:pt x="357681" y="126170"/>
                        <a:pt x="289689" y="58178"/>
                        <a:pt x="208099" y="58178"/>
                      </a:cubicBezTo>
                      <a:cubicBezTo>
                        <a:pt x="126510" y="58178"/>
                        <a:pt x="58518" y="126170"/>
                        <a:pt x="58518" y="207759"/>
                      </a:cubicBezTo>
                      <a:lnTo>
                        <a:pt x="58518" y="961104"/>
                      </a:lnTo>
                      <a:cubicBezTo>
                        <a:pt x="58518" y="1029095"/>
                        <a:pt x="53079" y="1097086"/>
                        <a:pt x="85715" y="1159639"/>
                      </a:cubicBezTo>
                      <a:cubicBezTo>
                        <a:pt x="118351" y="1227630"/>
                        <a:pt x="202660" y="1282023"/>
                        <a:pt x="306007" y="1282023"/>
                      </a:cubicBezTo>
                      <a:cubicBezTo>
                        <a:pt x="393036" y="1282023"/>
                        <a:pt x="444710" y="1211312"/>
                        <a:pt x="444710" y="1211312"/>
                      </a:cubicBezTo>
                      <a:cubicBezTo>
                        <a:pt x="444710" y="1211312"/>
                        <a:pt x="393036" y="1197714"/>
                        <a:pt x="368560" y="1135162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107" name="Freeform: Shape 106">
                  <a:extLst>
                    <a:ext uri="{FF2B5EF4-FFF2-40B4-BE49-F238E27FC236}">
                      <a16:creationId xmlns:a16="http://schemas.microsoft.com/office/drawing/2014/main" id="{9FC51805-CC6E-47B5-8EC8-FEAEA71C151E}"/>
                    </a:ext>
                  </a:extLst>
                </p:cNvPr>
                <p:cNvSpPr/>
                <p:nvPr/>
              </p:nvSpPr>
              <p:spPr>
                <a:xfrm>
                  <a:off x="4162324" y="2357456"/>
                  <a:ext cx="815899" cy="815898"/>
                </a:xfrm>
                <a:custGeom>
                  <a:avLst/>
                  <a:gdLst>
                    <a:gd name="connsiteX0" fmla="*/ 407949 w 815899"/>
                    <a:gd name="connsiteY0" fmla="*/ 174058 h 815898"/>
                    <a:gd name="connsiteX1" fmla="*/ 293723 w 815899"/>
                    <a:gd name="connsiteY1" fmla="*/ 407950 h 815898"/>
                    <a:gd name="connsiteX2" fmla="*/ 410669 w 815899"/>
                    <a:gd name="connsiteY2" fmla="*/ 641840 h 815898"/>
                    <a:gd name="connsiteX3" fmla="*/ 522175 w 815899"/>
                    <a:gd name="connsiteY3" fmla="*/ 407950 h 815898"/>
                    <a:gd name="connsiteX4" fmla="*/ 407949 w 815899"/>
                    <a:gd name="connsiteY4" fmla="*/ 174058 h 815898"/>
                    <a:gd name="connsiteX5" fmla="*/ 407950 w 815899"/>
                    <a:gd name="connsiteY5" fmla="*/ 0 h 815898"/>
                    <a:gd name="connsiteX6" fmla="*/ 815899 w 815899"/>
                    <a:gd name="connsiteY6" fmla="*/ 407949 h 815898"/>
                    <a:gd name="connsiteX7" fmla="*/ 407950 w 815899"/>
                    <a:gd name="connsiteY7" fmla="*/ 815898 h 815898"/>
                    <a:gd name="connsiteX8" fmla="*/ 0 w 815899"/>
                    <a:gd name="connsiteY8" fmla="*/ 407949 h 815898"/>
                    <a:gd name="connsiteX9" fmla="*/ 407950 w 815899"/>
                    <a:gd name="connsiteY9" fmla="*/ 0 h 8158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15899" h="815898">
                      <a:moveTo>
                        <a:pt x="407949" y="174058"/>
                      </a:moveTo>
                      <a:cubicBezTo>
                        <a:pt x="342677" y="174058"/>
                        <a:pt x="293723" y="263807"/>
                        <a:pt x="293723" y="407950"/>
                      </a:cubicBezTo>
                      <a:cubicBezTo>
                        <a:pt x="293723" y="552091"/>
                        <a:pt x="331799" y="639120"/>
                        <a:pt x="410669" y="641840"/>
                      </a:cubicBezTo>
                      <a:cubicBezTo>
                        <a:pt x="489539" y="641840"/>
                        <a:pt x="527614" y="552091"/>
                        <a:pt x="522175" y="407950"/>
                      </a:cubicBezTo>
                      <a:cubicBezTo>
                        <a:pt x="522175" y="263807"/>
                        <a:pt x="473221" y="176778"/>
                        <a:pt x="407949" y="174058"/>
                      </a:cubicBezTo>
                      <a:close/>
                      <a:moveTo>
                        <a:pt x="407950" y="0"/>
                      </a:moveTo>
                      <a:cubicBezTo>
                        <a:pt x="633682" y="0"/>
                        <a:pt x="815899" y="182217"/>
                        <a:pt x="815899" y="407949"/>
                      </a:cubicBezTo>
                      <a:cubicBezTo>
                        <a:pt x="815899" y="633681"/>
                        <a:pt x="633682" y="815898"/>
                        <a:pt x="407950" y="815898"/>
                      </a:cubicBezTo>
                      <a:cubicBezTo>
                        <a:pt x="182218" y="815898"/>
                        <a:pt x="0" y="633681"/>
                        <a:pt x="0" y="407949"/>
                      </a:cubicBezTo>
                      <a:cubicBezTo>
                        <a:pt x="0" y="182217"/>
                        <a:pt x="182218" y="0"/>
                        <a:pt x="407950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108" name="Freeform: Shape 107">
                  <a:extLst>
                    <a:ext uri="{FF2B5EF4-FFF2-40B4-BE49-F238E27FC236}">
                      <a16:creationId xmlns:a16="http://schemas.microsoft.com/office/drawing/2014/main" id="{81E1A724-6F91-4ED5-B7DE-2E7CB58A4539}"/>
                    </a:ext>
                  </a:extLst>
                </p:cNvPr>
                <p:cNvSpPr/>
                <p:nvPr/>
              </p:nvSpPr>
              <p:spPr>
                <a:xfrm>
                  <a:off x="5884871" y="1946788"/>
                  <a:ext cx="912802" cy="1223846"/>
                </a:xfrm>
                <a:custGeom>
                  <a:avLst/>
                  <a:gdLst>
                    <a:gd name="connsiteX0" fmla="*/ 387907 w 912802"/>
                    <a:gd name="connsiteY0" fmla="*/ 620081 h 1223846"/>
                    <a:gd name="connsiteX1" fmla="*/ 273681 w 912802"/>
                    <a:gd name="connsiteY1" fmla="*/ 824055 h 1223846"/>
                    <a:gd name="connsiteX2" fmla="*/ 390627 w 912802"/>
                    <a:gd name="connsiteY2" fmla="*/ 1028029 h 1223846"/>
                    <a:gd name="connsiteX3" fmla="*/ 502132 w 912802"/>
                    <a:gd name="connsiteY3" fmla="*/ 824055 h 1223846"/>
                    <a:gd name="connsiteX4" fmla="*/ 387907 w 912802"/>
                    <a:gd name="connsiteY4" fmla="*/ 620081 h 1223846"/>
                    <a:gd name="connsiteX5" fmla="*/ 676192 w 912802"/>
                    <a:gd name="connsiteY5" fmla="*/ 0 h 1223846"/>
                    <a:gd name="connsiteX6" fmla="*/ 825773 w 912802"/>
                    <a:gd name="connsiteY6" fmla="*/ 149581 h 1223846"/>
                    <a:gd name="connsiteX7" fmla="*/ 825773 w 912802"/>
                    <a:gd name="connsiteY7" fmla="*/ 1000834 h 1223846"/>
                    <a:gd name="connsiteX8" fmla="*/ 836651 w 912802"/>
                    <a:gd name="connsiteY8" fmla="*/ 1076985 h 1223846"/>
                    <a:gd name="connsiteX9" fmla="*/ 912802 w 912802"/>
                    <a:gd name="connsiteY9" fmla="*/ 1150415 h 1223846"/>
                    <a:gd name="connsiteX10" fmla="*/ 774099 w 912802"/>
                    <a:gd name="connsiteY10" fmla="*/ 1221126 h 1223846"/>
                    <a:gd name="connsiteX11" fmla="*/ 553807 w 912802"/>
                    <a:gd name="connsiteY11" fmla="*/ 1098742 h 1223846"/>
                    <a:gd name="connsiteX12" fmla="*/ 548367 w 912802"/>
                    <a:gd name="connsiteY12" fmla="*/ 1085144 h 1223846"/>
                    <a:gd name="connsiteX13" fmla="*/ 398786 w 912802"/>
                    <a:gd name="connsiteY13" fmla="*/ 1212967 h 1223846"/>
                    <a:gd name="connsiteX14" fmla="*/ 156736 w 912802"/>
                    <a:gd name="connsiteY14" fmla="*/ 1180332 h 1223846"/>
                    <a:gd name="connsiteX15" fmla="*/ 287280 w 912802"/>
                    <a:gd name="connsiteY15" fmla="*/ 416107 h 1223846"/>
                    <a:gd name="connsiteX16" fmla="*/ 526611 w 912802"/>
                    <a:gd name="connsiteY16" fmla="*/ 552091 h 1223846"/>
                    <a:gd name="connsiteX17" fmla="*/ 526611 w 912802"/>
                    <a:gd name="connsiteY17" fmla="*/ 149581 h 1223846"/>
                    <a:gd name="connsiteX18" fmla="*/ 676192 w 912802"/>
                    <a:gd name="connsiteY18" fmla="*/ 0 h 12238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912802" h="1223846">
                      <a:moveTo>
                        <a:pt x="387907" y="620081"/>
                      </a:moveTo>
                      <a:cubicBezTo>
                        <a:pt x="322635" y="620081"/>
                        <a:pt x="273681" y="698951"/>
                        <a:pt x="273681" y="824055"/>
                      </a:cubicBezTo>
                      <a:cubicBezTo>
                        <a:pt x="273681" y="949160"/>
                        <a:pt x="311756" y="1028029"/>
                        <a:pt x="390627" y="1028029"/>
                      </a:cubicBezTo>
                      <a:cubicBezTo>
                        <a:pt x="466777" y="1025310"/>
                        <a:pt x="504852" y="949160"/>
                        <a:pt x="502132" y="824055"/>
                      </a:cubicBezTo>
                      <a:cubicBezTo>
                        <a:pt x="502132" y="698951"/>
                        <a:pt x="455898" y="622801"/>
                        <a:pt x="387907" y="620081"/>
                      </a:cubicBezTo>
                      <a:close/>
                      <a:moveTo>
                        <a:pt x="676192" y="0"/>
                      </a:moveTo>
                      <a:cubicBezTo>
                        <a:pt x="757781" y="0"/>
                        <a:pt x="825773" y="67992"/>
                        <a:pt x="825773" y="149581"/>
                      </a:cubicBezTo>
                      <a:lnTo>
                        <a:pt x="825773" y="1000834"/>
                      </a:lnTo>
                      <a:cubicBezTo>
                        <a:pt x="828492" y="1025311"/>
                        <a:pt x="831212" y="1052508"/>
                        <a:pt x="836651" y="1076985"/>
                      </a:cubicBezTo>
                      <a:cubicBezTo>
                        <a:pt x="861128" y="1139537"/>
                        <a:pt x="912802" y="1150415"/>
                        <a:pt x="912802" y="1150415"/>
                      </a:cubicBezTo>
                      <a:cubicBezTo>
                        <a:pt x="912802" y="1150415"/>
                        <a:pt x="861128" y="1221126"/>
                        <a:pt x="774099" y="1221126"/>
                      </a:cubicBezTo>
                      <a:cubicBezTo>
                        <a:pt x="670752" y="1221126"/>
                        <a:pt x="589162" y="1166733"/>
                        <a:pt x="553807" y="1098742"/>
                      </a:cubicBezTo>
                      <a:cubicBezTo>
                        <a:pt x="551087" y="1093303"/>
                        <a:pt x="551087" y="1090583"/>
                        <a:pt x="548367" y="1085144"/>
                      </a:cubicBezTo>
                      <a:cubicBezTo>
                        <a:pt x="534769" y="1147696"/>
                        <a:pt x="450460" y="1199369"/>
                        <a:pt x="398786" y="1212967"/>
                      </a:cubicBezTo>
                      <a:cubicBezTo>
                        <a:pt x="322636" y="1234725"/>
                        <a:pt x="222008" y="1223846"/>
                        <a:pt x="156736" y="1180332"/>
                      </a:cubicBezTo>
                      <a:cubicBezTo>
                        <a:pt x="-79874" y="1028031"/>
                        <a:pt x="-58117" y="416107"/>
                        <a:pt x="287280" y="416107"/>
                      </a:cubicBezTo>
                      <a:cubicBezTo>
                        <a:pt x="412385" y="416107"/>
                        <a:pt x="491255" y="503137"/>
                        <a:pt x="526611" y="552091"/>
                      </a:cubicBezTo>
                      <a:lnTo>
                        <a:pt x="526611" y="149581"/>
                      </a:lnTo>
                      <a:cubicBezTo>
                        <a:pt x="526611" y="67992"/>
                        <a:pt x="594602" y="0"/>
                        <a:pt x="676192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109" name="Freeform: Shape 108">
                  <a:extLst>
                    <a:ext uri="{FF2B5EF4-FFF2-40B4-BE49-F238E27FC236}">
                      <a16:creationId xmlns:a16="http://schemas.microsoft.com/office/drawing/2014/main" id="{DD54DD6B-D04D-4D04-8E49-3D6DA20462EA}"/>
                    </a:ext>
                  </a:extLst>
                </p:cNvPr>
                <p:cNvSpPr/>
                <p:nvPr/>
              </p:nvSpPr>
              <p:spPr>
                <a:xfrm>
                  <a:off x="6789513" y="2362895"/>
                  <a:ext cx="747906" cy="810458"/>
                </a:xfrm>
                <a:custGeom>
                  <a:avLst/>
                  <a:gdLst>
                    <a:gd name="connsiteX0" fmla="*/ 394818 w 747906"/>
                    <a:gd name="connsiteY0" fmla="*/ 163222 h 810458"/>
                    <a:gd name="connsiteX1" fmla="*/ 356275 w 747906"/>
                    <a:gd name="connsiteY1" fmla="*/ 174058 h 810458"/>
                    <a:gd name="connsiteX2" fmla="*/ 274685 w 747906"/>
                    <a:gd name="connsiteY2" fmla="*/ 356275 h 810458"/>
                    <a:gd name="connsiteX3" fmla="*/ 375313 w 747906"/>
                    <a:gd name="connsiteY3" fmla="*/ 358994 h 810458"/>
                    <a:gd name="connsiteX4" fmla="*/ 473220 w 747906"/>
                    <a:gd name="connsiteY4" fmla="*/ 239329 h 810458"/>
                    <a:gd name="connsiteX5" fmla="*/ 394818 w 747906"/>
                    <a:gd name="connsiteY5" fmla="*/ 163222 h 810458"/>
                    <a:gd name="connsiteX6" fmla="*/ 386192 w 747906"/>
                    <a:gd name="connsiteY6" fmla="*/ 0 h 810458"/>
                    <a:gd name="connsiteX7" fmla="*/ 747906 w 747906"/>
                    <a:gd name="connsiteY7" fmla="*/ 266526 h 810458"/>
                    <a:gd name="connsiteX8" fmla="*/ 291004 w 747906"/>
                    <a:gd name="connsiteY8" fmla="*/ 484100 h 810458"/>
                    <a:gd name="connsiteX9" fmla="*/ 497698 w 747906"/>
                    <a:gd name="connsiteY9" fmla="*/ 617363 h 810458"/>
                    <a:gd name="connsiteX10" fmla="*/ 712551 w 747906"/>
                    <a:gd name="connsiteY10" fmla="*/ 557530 h 810458"/>
                    <a:gd name="connsiteX11" fmla="*/ 388912 w 747906"/>
                    <a:gd name="connsiteY11" fmla="*/ 810458 h 810458"/>
                    <a:gd name="connsiteX12" fmla="*/ 0 w 747906"/>
                    <a:gd name="connsiteY12" fmla="*/ 413389 h 810458"/>
                    <a:gd name="connsiteX13" fmla="*/ 386192 w 747906"/>
                    <a:gd name="connsiteY13" fmla="*/ 0 h 8104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747906" h="810458">
                      <a:moveTo>
                        <a:pt x="394818" y="163222"/>
                      </a:moveTo>
                      <a:cubicBezTo>
                        <a:pt x="381772" y="163179"/>
                        <a:pt x="368514" y="166579"/>
                        <a:pt x="356275" y="174058"/>
                      </a:cubicBezTo>
                      <a:cubicBezTo>
                        <a:pt x="299162" y="212133"/>
                        <a:pt x="282844" y="291003"/>
                        <a:pt x="274685" y="356275"/>
                      </a:cubicBezTo>
                      <a:cubicBezTo>
                        <a:pt x="274685" y="364434"/>
                        <a:pt x="369873" y="358994"/>
                        <a:pt x="375313" y="358994"/>
                      </a:cubicBezTo>
                      <a:cubicBezTo>
                        <a:pt x="432425" y="345396"/>
                        <a:pt x="473220" y="301881"/>
                        <a:pt x="473220" y="239329"/>
                      </a:cubicBezTo>
                      <a:cubicBezTo>
                        <a:pt x="471181" y="194455"/>
                        <a:pt x="433956" y="163349"/>
                        <a:pt x="394818" y="163222"/>
                      </a:cubicBezTo>
                      <a:close/>
                      <a:moveTo>
                        <a:pt x="386192" y="0"/>
                      </a:moveTo>
                      <a:cubicBezTo>
                        <a:pt x="519455" y="0"/>
                        <a:pt x="747906" y="65272"/>
                        <a:pt x="747906" y="266526"/>
                      </a:cubicBezTo>
                      <a:cubicBezTo>
                        <a:pt x="747906" y="467782"/>
                        <a:pt x="538493" y="484100"/>
                        <a:pt x="291004" y="484100"/>
                      </a:cubicBezTo>
                      <a:cubicBezTo>
                        <a:pt x="291004" y="484100"/>
                        <a:pt x="326359" y="617363"/>
                        <a:pt x="497698" y="617363"/>
                      </a:cubicBezTo>
                      <a:cubicBezTo>
                        <a:pt x="669036" y="617363"/>
                        <a:pt x="712551" y="557530"/>
                        <a:pt x="712551" y="557530"/>
                      </a:cubicBezTo>
                      <a:cubicBezTo>
                        <a:pt x="712551" y="557530"/>
                        <a:pt x="696233" y="810458"/>
                        <a:pt x="388912" y="810458"/>
                      </a:cubicBezTo>
                      <a:cubicBezTo>
                        <a:pt x="212134" y="810458"/>
                        <a:pt x="0" y="677195"/>
                        <a:pt x="0" y="413389"/>
                      </a:cubicBezTo>
                      <a:cubicBezTo>
                        <a:pt x="0" y="176778"/>
                        <a:pt x="163180" y="0"/>
                        <a:pt x="386192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110" name="Freeform: Shape 109">
                  <a:extLst>
                    <a:ext uri="{FF2B5EF4-FFF2-40B4-BE49-F238E27FC236}">
                      <a16:creationId xmlns:a16="http://schemas.microsoft.com/office/drawing/2014/main" id="{A90B1842-AB0D-48CC-B8B6-889DB30274EC}"/>
                    </a:ext>
                  </a:extLst>
                </p:cNvPr>
                <p:cNvSpPr/>
                <p:nvPr/>
              </p:nvSpPr>
              <p:spPr>
                <a:xfrm>
                  <a:off x="7988882" y="2362895"/>
                  <a:ext cx="747906" cy="810458"/>
                </a:xfrm>
                <a:custGeom>
                  <a:avLst/>
                  <a:gdLst>
                    <a:gd name="connsiteX0" fmla="*/ 394818 w 747906"/>
                    <a:gd name="connsiteY0" fmla="*/ 163222 h 810458"/>
                    <a:gd name="connsiteX1" fmla="*/ 356275 w 747906"/>
                    <a:gd name="connsiteY1" fmla="*/ 174058 h 810458"/>
                    <a:gd name="connsiteX2" fmla="*/ 274685 w 747906"/>
                    <a:gd name="connsiteY2" fmla="*/ 356275 h 810458"/>
                    <a:gd name="connsiteX3" fmla="*/ 375313 w 747906"/>
                    <a:gd name="connsiteY3" fmla="*/ 358994 h 810458"/>
                    <a:gd name="connsiteX4" fmla="*/ 473220 w 747906"/>
                    <a:gd name="connsiteY4" fmla="*/ 239329 h 810458"/>
                    <a:gd name="connsiteX5" fmla="*/ 394818 w 747906"/>
                    <a:gd name="connsiteY5" fmla="*/ 163222 h 810458"/>
                    <a:gd name="connsiteX6" fmla="*/ 386192 w 747906"/>
                    <a:gd name="connsiteY6" fmla="*/ 0 h 810458"/>
                    <a:gd name="connsiteX7" fmla="*/ 747906 w 747906"/>
                    <a:gd name="connsiteY7" fmla="*/ 266526 h 810458"/>
                    <a:gd name="connsiteX8" fmla="*/ 291004 w 747906"/>
                    <a:gd name="connsiteY8" fmla="*/ 484100 h 810458"/>
                    <a:gd name="connsiteX9" fmla="*/ 497697 w 747906"/>
                    <a:gd name="connsiteY9" fmla="*/ 617363 h 810458"/>
                    <a:gd name="connsiteX10" fmla="*/ 712551 w 747906"/>
                    <a:gd name="connsiteY10" fmla="*/ 557530 h 810458"/>
                    <a:gd name="connsiteX11" fmla="*/ 388911 w 747906"/>
                    <a:gd name="connsiteY11" fmla="*/ 810458 h 810458"/>
                    <a:gd name="connsiteX12" fmla="*/ 0 w 747906"/>
                    <a:gd name="connsiteY12" fmla="*/ 413389 h 810458"/>
                    <a:gd name="connsiteX13" fmla="*/ 386192 w 747906"/>
                    <a:gd name="connsiteY13" fmla="*/ 0 h 8104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747906" h="810458">
                      <a:moveTo>
                        <a:pt x="394818" y="163222"/>
                      </a:moveTo>
                      <a:cubicBezTo>
                        <a:pt x="381772" y="163179"/>
                        <a:pt x="368514" y="166579"/>
                        <a:pt x="356275" y="174058"/>
                      </a:cubicBezTo>
                      <a:cubicBezTo>
                        <a:pt x="299162" y="212133"/>
                        <a:pt x="282844" y="291003"/>
                        <a:pt x="274685" y="356275"/>
                      </a:cubicBezTo>
                      <a:cubicBezTo>
                        <a:pt x="274685" y="364434"/>
                        <a:pt x="369873" y="358994"/>
                        <a:pt x="375313" y="358994"/>
                      </a:cubicBezTo>
                      <a:cubicBezTo>
                        <a:pt x="432426" y="345396"/>
                        <a:pt x="473220" y="301881"/>
                        <a:pt x="473220" y="239329"/>
                      </a:cubicBezTo>
                      <a:cubicBezTo>
                        <a:pt x="471181" y="194455"/>
                        <a:pt x="433955" y="163349"/>
                        <a:pt x="394818" y="163222"/>
                      </a:cubicBezTo>
                      <a:close/>
                      <a:moveTo>
                        <a:pt x="386192" y="0"/>
                      </a:moveTo>
                      <a:cubicBezTo>
                        <a:pt x="519455" y="0"/>
                        <a:pt x="747906" y="65272"/>
                        <a:pt x="747906" y="266526"/>
                      </a:cubicBezTo>
                      <a:cubicBezTo>
                        <a:pt x="747906" y="467782"/>
                        <a:pt x="538492" y="484100"/>
                        <a:pt x="291004" y="484100"/>
                      </a:cubicBezTo>
                      <a:cubicBezTo>
                        <a:pt x="291004" y="484100"/>
                        <a:pt x="326359" y="617363"/>
                        <a:pt x="497697" y="617363"/>
                      </a:cubicBezTo>
                      <a:cubicBezTo>
                        <a:pt x="669036" y="617363"/>
                        <a:pt x="712551" y="557530"/>
                        <a:pt x="712551" y="557530"/>
                      </a:cubicBezTo>
                      <a:cubicBezTo>
                        <a:pt x="712551" y="557530"/>
                        <a:pt x="696233" y="810458"/>
                        <a:pt x="388911" y="810458"/>
                      </a:cubicBezTo>
                      <a:cubicBezTo>
                        <a:pt x="212133" y="810458"/>
                        <a:pt x="0" y="677195"/>
                        <a:pt x="0" y="413389"/>
                      </a:cubicBezTo>
                      <a:cubicBezTo>
                        <a:pt x="0" y="176778"/>
                        <a:pt x="163180" y="0"/>
                        <a:pt x="386192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111" name="Freeform: Shape 110">
                  <a:extLst>
                    <a:ext uri="{FF2B5EF4-FFF2-40B4-BE49-F238E27FC236}">
                      <a16:creationId xmlns:a16="http://schemas.microsoft.com/office/drawing/2014/main" id="{67BE6F20-8854-40DE-B256-A3CAE815D675}"/>
                    </a:ext>
                  </a:extLst>
                </p:cNvPr>
                <p:cNvSpPr/>
                <p:nvPr/>
              </p:nvSpPr>
              <p:spPr>
                <a:xfrm>
                  <a:off x="8683414" y="2274801"/>
                  <a:ext cx="897487" cy="951879"/>
                </a:xfrm>
                <a:custGeom>
                  <a:avLst/>
                  <a:gdLst>
                    <a:gd name="connsiteX0" fmla="*/ 580988 w 897487"/>
                    <a:gd name="connsiteY0" fmla="*/ 667381 h 951879"/>
                    <a:gd name="connsiteX1" fmla="*/ 409649 w 897487"/>
                    <a:gd name="connsiteY1" fmla="*/ 667381 h 951879"/>
                    <a:gd name="connsiteX2" fmla="*/ 591866 w 897487"/>
                    <a:gd name="connsiteY2" fmla="*/ 525959 h 951879"/>
                    <a:gd name="connsiteX3" fmla="*/ 842075 w 897487"/>
                    <a:gd name="connsiteY3" fmla="*/ 123450 h 951879"/>
                    <a:gd name="connsiteX4" fmla="*/ 842075 w 897487"/>
                    <a:gd name="connsiteY4" fmla="*/ 123450 h 951879"/>
                    <a:gd name="connsiteX5" fmla="*/ 798560 w 897487"/>
                    <a:gd name="connsiteY5" fmla="*/ 58178 h 951879"/>
                    <a:gd name="connsiteX6" fmla="*/ 746887 w 897487"/>
                    <a:gd name="connsiteY6" fmla="*/ 107132 h 951879"/>
                    <a:gd name="connsiteX7" fmla="*/ 697933 w 897487"/>
                    <a:gd name="connsiteY7" fmla="*/ 115291 h 951879"/>
                    <a:gd name="connsiteX8" fmla="*/ 219273 w 897487"/>
                    <a:gd name="connsiteY8" fmla="*/ 115291 h 951879"/>
                    <a:gd name="connsiteX9" fmla="*/ 102328 w 897487"/>
                    <a:gd name="connsiteY9" fmla="*/ 224077 h 951879"/>
                    <a:gd name="connsiteX10" fmla="*/ 213834 w 897487"/>
                    <a:gd name="connsiteY10" fmla="*/ 332863 h 951879"/>
                    <a:gd name="connsiteX11" fmla="*/ 485800 w 897487"/>
                    <a:gd name="connsiteY11" fmla="*/ 335583 h 951879"/>
                    <a:gd name="connsiteX12" fmla="*/ 134964 w 897487"/>
                    <a:gd name="connsiteY12" fmla="*/ 615708 h 951879"/>
                    <a:gd name="connsiteX13" fmla="*/ 61533 w 897487"/>
                    <a:gd name="connsiteY13" fmla="*/ 884953 h 951879"/>
                    <a:gd name="connsiteX14" fmla="*/ 398771 w 897487"/>
                    <a:gd name="connsiteY14" fmla="*/ 806083 h 951879"/>
                    <a:gd name="connsiteX15" fmla="*/ 529314 w 897487"/>
                    <a:gd name="connsiteY15" fmla="*/ 863196 h 951879"/>
                    <a:gd name="connsiteX16" fmla="*/ 782242 w 897487"/>
                    <a:gd name="connsiteY16" fmla="*/ 607549 h 951879"/>
                    <a:gd name="connsiteX17" fmla="*/ 580988 w 897487"/>
                    <a:gd name="connsiteY17" fmla="*/ 667381 h 9518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897487" h="951879">
                      <a:moveTo>
                        <a:pt x="580988" y="667381"/>
                      </a:moveTo>
                      <a:lnTo>
                        <a:pt x="409649" y="667381"/>
                      </a:lnTo>
                      <a:cubicBezTo>
                        <a:pt x="423248" y="667381"/>
                        <a:pt x="548352" y="561314"/>
                        <a:pt x="591866" y="525959"/>
                      </a:cubicBezTo>
                      <a:cubicBezTo>
                        <a:pt x="700653" y="433491"/>
                        <a:pt x="899188" y="297508"/>
                        <a:pt x="842075" y="123450"/>
                      </a:cubicBezTo>
                      <a:lnTo>
                        <a:pt x="842075" y="123450"/>
                      </a:lnTo>
                      <a:cubicBezTo>
                        <a:pt x="831197" y="82655"/>
                        <a:pt x="798560" y="58178"/>
                        <a:pt x="798560" y="58178"/>
                      </a:cubicBezTo>
                      <a:cubicBezTo>
                        <a:pt x="798560" y="58178"/>
                        <a:pt x="787682" y="90814"/>
                        <a:pt x="746887" y="107132"/>
                      </a:cubicBezTo>
                      <a:cubicBezTo>
                        <a:pt x="730569" y="109852"/>
                        <a:pt x="714251" y="115291"/>
                        <a:pt x="697933" y="115291"/>
                      </a:cubicBezTo>
                      <a:cubicBezTo>
                        <a:pt x="684334" y="115291"/>
                        <a:pt x="219273" y="115291"/>
                        <a:pt x="219273" y="115291"/>
                      </a:cubicBezTo>
                      <a:cubicBezTo>
                        <a:pt x="156721" y="115291"/>
                        <a:pt x="105048" y="166964"/>
                        <a:pt x="102328" y="224077"/>
                      </a:cubicBezTo>
                      <a:cubicBezTo>
                        <a:pt x="102328" y="283910"/>
                        <a:pt x="151282" y="332863"/>
                        <a:pt x="213834" y="332863"/>
                      </a:cubicBezTo>
                      <a:lnTo>
                        <a:pt x="485800" y="335583"/>
                      </a:lnTo>
                      <a:cubicBezTo>
                        <a:pt x="360695" y="406294"/>
                        <a:pt x="211114" y="487884"/>
                        <a:pt x="134964" y="615708"/>
                      </a:cubicBezTo>
                      <a:cubicBezTo>
                        <a:pt x="91449" y="689138"/>
                        <a:pt x="45215" y="800644"/>
                        <a:pt x="61533" y="884953"/>
                      </a:cubicBezTo>
                      <a:cubicBezTo>
                        <a:pt x="121366" y="830560"/>
                        <a:pt x="279106" y="778887"/>
                        <a:pt x="398771" y="806083"/>
                      </a:cubicBezTo>
                      <a:cubicBezTo>
                        <a:pt x="445005" y="814242"/>
                        <a:pt x="491239" y="838719"/>
                        <a:pt x="529314" y="863196"/>
                      </a:cubicBezTo>
                      <a:cubicBezTo>
                        <a:pt x="755046" y="1004618"/>
                        <a:pt x="891029" y="727213"/>
                        <a:pt x="782242" y="607549"/>
                      </a:cubicBezTo>
                      <a:cubicBezTo>
                        <a:pt x="784962" y="607549"/>
                        <a:pt x="722410" y="667381"/>
                        <a:pt x="580988" y="667381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112" name="Freeform: Shape 111">
                  <a:extLst>
                    <a:ext uri="{FF2B5EF4-FFF2-40B4-BE49-F238E27FC236}">
                      <a16:creationId xmlns:a16="http://schemas.microsoft.com/office/drawing/2014/main" id="{CB58FB87-1620-4587-A2D7-4B27CCDAD72A}"/>
                    </a:ext>
                  </a:extLst>
                </p:cNvPr>
                <p:cNvSpPr/>
                <p:nvPr/>
              </p:nvSpPr>
              <p:spPr>
                <a:xfrm>
                  <a:off x="2624650" y="1948442"/>
                  <a:ext cx="1903761" cy="1577400"/>
                </a:xfrm>
                <a:custGeom>
                  <a:avLst/>
                  <a:gdLst>
                    <a:gd name="connsiteX0" fmla="*/ 1559430 w 1903760"/>
                    <a:gd name="connsiteY0" fmla="*/ 1165078 h 1577399"/>
                    <a:gd name="connsiteX1" fmla="*/ 1369054 w 1903760"/>
                    <a:gd name="connsiteY1" fmla="*/ 593950 h 1577399"/>
                    <a:gd name="connsiteX2" fmla="*/ 1483279 w 1903760"/>
                    <a:gd name="connsiteY2" fmla="*/ 126170 h 1577399"/>
                    <a:gd name="connsiteX3" fmla="*/ 1311941 w 1903760"/>
                    <a:gd name="connsiteY3" fmla="*/ 58178 h 1577399"/>
                    <a:gd name="connsiteX4" fmla="*/ 1078050 w 1903760"/>
                    <a:gd name="connsiteY4" fmla="*/ 205040 h 1577399"/>
                    <a:gd name="connsiteX5" fmla="*/ 846879 w 1903760"/>
                    <a:gd name="connsiteY5" fmla="*/ 523239 h 1577399"/>
                    <a:gd name="connsiteX6" fmla="*/ 645624 w 1903760"/>
                    <a:gd name="connsiteY6" fmla="*/ 210479 h 1577399"/>
                    <a:gd name="connsiteX7" fmla="*/ 455248 w 1903760"/>
                    <a:gd name="connsiteY7" fmla="*/ 63617 h 1577399"/>
                    <a:gd name="connsiteX8" fmla="*/ 234956 w 1903760"/>
                    <a:gd name="connsiteY8" fmla="*/ 137048 h 1577399"/>
                    <a:gd name="connsiteX9" fmla="*/ 316546 w 1903760"/>
                    <a:gd name="connsiteY9" fmla="*/ 588511 h 1577399"/>
                    <a:gd name="connsiteX10" fmla="*/ 58178 w 1903760"/>
                    <a:gd name="connsiteY10" fmla="*/ 1072610 h 1577399"/>
                    <a:gd name="connsiteX11" fmla="*/ 474286 w 1903760"/>
                    <a:gd name="connsiteY11" fmla="*/ 1020936 h 1577399"/>
                    <a:gd name="connsiteX12" fmla="*/ 555876 w 1903760"/>
                    <a:gd name="connsiteY12" fmla="*/ 572193 h 1577399"/>
                    <a:gd name="connsiteX13" fmla="*/ 830561 w 1903760"/>
                    <a:gd name="connsiteY13" fmla="*/ 993740 h 1577399"/>
                    <a:gd name="connsiteX14" fmla="*/ 1140602 w 1903760"/>
                    <a:gd name="connsiteY14" fmla="*/ 574913 h 1577399"/>
                    <a:gd name="connsiteX15" fmla="*/ 1567589 w 1903760"/>
                    <a:gd name="connsiteY15" fmla="*/ 1526792 h 1577399"/>
                    <a:gd name="connsiteX16" fmla="*/ 1866751 w 1903760"/>
                    <a:gd name="connsiteY16" fmla="*/ 1322818 h 1577399"/>
                    <a:gd name="connsiteX17" fmla="*/ 1559430 w 1903760"/>
                    <a:gd name="connsiteY17" fmla="*/ 1165078 h 1577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1903760" h="1577399">
                      <a:moveTo>
                        <a:pt x="1559430" y="1165078"/>
                      </a:moveTo>
                      <a:cubicBezTo>
                        <a:pt x="1420727" y="1012777"/>
                        <a:pt x="1377213" y="762569"/>
                        <a:pt x="1369054" y="593950"/>
                      </a:cubicBezTo>
                      <a:cubicBezTo>
                        <a:pt x="1360895" y="449809"/>
                        <a:pt x="1369054" y="199600"/>
                        <a:pt x="1483279" y="126170"/>
                      </a:cubicBezTo>
                      <a:cubicBezTo>
                        <a:pt x="1445204" y="77216"/>
                        <a:pt x="1369054" y="58178"/>
                        <a:pt x="1311941" y="58178"/>
                      </a:cubicBezTo>
                      <a:cubicBezTo>
                        <a:pt x="1184117" y="58178"/>
                        <a:pt x="1121565" y="142488"/>
                        <a:pt x="1078050" y="205040"/>
                      </a:cubicBezTo>
                      <a:cubicBezTo>
                        <a:pt x="1064452" y="224077"/>
                        <a:pt x="846879" y="523239"/>
                        <a:pt x="846879" y="523239"/>
                      </a:cubicBezTo>
                      <a:cubicBezTo>
                        <a:pt x="846879" y="523239"/>
                        <a:pt x="667382" y="243115"/>
                        <a:pt x="645624" y="210479"/>
                      </a:cubicBezTo>
                      <a:cubicBezTo>
                        <a:pt x="615708" y="164245"/>
                        <a:pt x="555876" y="77216"/>
                        <a:pt x="455248" y="63617"/>
                      </a:cubicBezTo>
                      <a:cubicBezTo>
                        <a:pt x="411734" y="58178"/>
                        <a:pt x="297508" y="52739"/>
                        <a:pt x="234956" y="137048"/>
                      </a:cubicBezTo>
                      <a:cubicBezTo>
                        <a:pt x="341023" y="221357"/>
                        <a:pt x="338303" y="438930"/>
                        <a:pt x="316546" y="588511"/>
                      </a:cubicBezTo>
                      <a:cubicBezTo>
                        <a:pt x="248554" y="1031815"/>
                        <a:pt x="58178" y="1072610"/>
                        <a:pt x="58178" y="1072610"/>
                      </a:cubicBezTo>
                      <a:cubicBezTo>
                        <a:pt x="156086" y="1333696"/>
                        <a:pt x="403575" y="1230350"/>
                        <a:pt x="474286" y="1020936"/>
                      </a:cubicBezTo>
                      <a:cubicBezTo>
                        <a:pt x="520520" y="884953"/>
                        <a:pt x="550436" y="713615"/>
                        <a:pt x="555876" y="572193"/>
                      </a:cubicBezTo>
                      <a:lnTo>
                        <a:pt x="830561" y="993740"/>
                      </a:lnTo>
                      <a:cubicBezTo>
                        <a:pt x="830561" y="993740"/>
                        <a:pt x="1140602" y="574913"/>
                        <a:pt x="1140602" y="574913"/>
                      </a:cubicBezTo>
                      <a:cubicBezTo>
                        <a:pt x="1088929" y="1314659"/>
                        <a:pt x="1344577" y="1526792"/>
                        <a:pt x="1567589" y="1526792"/>
                      </a:cubicBezTo>
                      <a:cubicBezTo>
                        <a:pt x="1790601" y="1526792"/>
                        <a:pt x="1866751" y="1322818"/>
                        <a:pt x="1866751" y="1322818"/>
                      </a:cubicBezTo>
                      <a:cubicBezTo>
                        <a:pt x="1744367" y="1314659"/>
                        <a:pt x="1641019" y="1252107"/>
                        <a:pt x="1559430" y="1165078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113" name="Freeform: Shape 112">
                  <a:extLst>
                    <a:ext uri="{FF2B5EF4-FFF2-40B4-BE49-F238E27FC236}">
                      <a16:creationId xmlns:a16="http://schemas.microsoft.com/office/drawing/2014/main" id="{F852975D-277E-411D-92A5-1C2A21C3FDDA}"/>
                    </a:ext>
                  </a:extLst>
                </p:cNvPr>
                <p:cNvSpPr/>
                <p:nvPr/>
              </p:nvSpPr>
              <p:spPr>
                <a:xfrm>
                  <a:off x="4792218" y="3234839"/>
                  <a:ext cx="271966" cy="652717"/>
                </a:xfrm>
                <a:custGeom>
                  <a:avLst/>
                  <a:gdLst>
                    <a:gd name="connsiteX0" fmla="*/ 88095 w 271965"/>
                    <a:gd name="connsiteY0" fmla="*/ 120730 h 652717"/>
                    <a:gd name="connsiteX1" fmla="*/ 93534 w 271965"/>
                    <a:gd name="connsiteY1" fmla="*/ 153366 h 652717"/>
                    <a:gd name="connsiteX2" fmla="*/ 93534 w 271965"/>
                    <a:gd name="connsiteY2" fmla="*/ 544997 h 652717"/>
                    <a:gd name="connsiteX3" fmla="*/ 156086 w 271965"/>
                    <a:gd name="connsiteY3" fmla="*/ 604829 h 652717"/>
                    <a:gd name="connsiteX4" fmla="*/ 221358 w 271965"/>
                    <a:gd name="connsiteY4" fmla="*/ 544997 h 652717"/>
                    <a:gd name="connsiteX5" fmla="*/ 221358 w 271965"/>
                    <a:gd name="connsiteY5" fmla="*/ 194161 h 652717"/>
                    <a:gd name="connsiteX6" fmla="*/ 210479 w 271965"/>
                    <a:gd name="connsiteY6" fmla="*/ 109852 h 652717"/>
                    <a:gd name="connsiteX7" fmla="*/ 118011 w 271965"/>
                    <a:gd name="connsiteY7" fmla="*/ 58178 h 652717"/>
                    <a:gd name="connsiteX8" fmla="*/ 58178 w 271965"/>
                    <a:gd name="connsiteY8" fmla="*/ 88094 h 652717"/>
                    <a:gd name="connsiteX9" fmla="*/ 88095 w 271965"/>
                    <a:gd name="connsiteY9" fmla="*/ 120730 h 652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71965" h="652717">
                      <a:moveTo>
                        <a:pt x="88095" y="120730"/>
                      </a:moveTo>
                      <a:cubicBezTo>
                        <a:pt x="90814" y="131609"/>
                        <a:pt x="90814" y="142487"/>
                        <a:pt x="93534" y="153366"/>
                      </a:cubicBezTo>
                      <a:cubicBezTo>
                        <a:pt x="93534" y="156086"/>
                        <a:pt x="93534" y="542277"/>
                        <a:pt x="93534" y="544997"/>
                      </a:cubicBezTo>
                      <a:cubicBezTo>
                        <a:pt x="93534" y="577632"/>
                        <a:pt x="123450" y="604829"/>
                        <a:pt x="156086" y="604829"/>
                      </a:cubicBezTo>
                      <a:cubicBezTo>
                        <a:pt x="188722" y="607548"/>
                        <a:pt x="221358" y="577632"/>
                        <a:pt x="221358" y="544997"/>
                      </a:cubicBezTo>
                      <a:cubicBezTo>
                        <a:pt x="221358" y="539557"/>
                        <a:pt x="221358" y="194161"/>
                        <a:pt x="221358" y="194161"/>
                      </a:cubicBezTo>
                      <a:cubicBezTo>
                        <a:pt x="221358" y="164245"/>
                        <a:pt x="224078" y="134329"/>
                        <a:pt x="210479" y="109852"/>
                      </a:cubicBezTo>
                      <a:cubicBezTo>
                        <a:pt x="196881" y="79935"/>
                        <a:pt x="158806" y="58178"/>
                        <a:pt x="118011" y="58178"/>
                      </a:cubicBezTo>
                      <a:cubicBezTo>
                        <a:pt x="79936" y="58178"/>
                        <a:pt x="58178" y="88094"/>
                        <a:pt x="58178" y="88094"/>
                      </a:cubicBezTo>
                      <a:cubicBezTo>
                        <a:pt x="58178" y="88094"/>
                        <a:pt x="77216" y="93534"/>
                        <a:pt x="88095" y="120730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114" name="Freeform: Shape 113">
                  <a:extLst>
                    <a:ext uri="{FF2B5EF4-FFF2-40B4-BE49-F238E27FC236}">
                      <a16:creationId xmlns:a16="http://schemas.microsoft.com/office/drawing/2014/main" id="{DFC40091-6BD8-40AA-AD73-BEF0C47EF007}"/>
                    </a:ext>
                  </a:extLst>
                </p:cNvPr>
                <p:cNvSpPr/>
                <p:nvPr/>
              </p:nvSpPr>
              <p:spPr>
                <a:xfrm>
                  <a:off x="8751819" y="3234667"/>
                  <a:ext cx="271966" cy="652717"/>
                </a:xfrm>
                <a:custGeom>
                  <a:avLst/>
                  <a:gdLst>
                    <a:gd name="connsiteX0" fmla="*/ 191663 w 271965"/>
                    <a:gd name="connsiteY0" fmla="*/ 542449 h 652717"/>
                    <a:gd name="connsiteX1" fmla="*/ 186224 w 271965"/>
                    <a:gd name="connsiteY1" fmla="*/ 509813 h 652717"/>
                    <a:gd name="connsiteX2" fmla="*/ 186224 w 271965"/>
                    <a:gd name="connsiteY2" fmla="*/ 118183 h 652717"/>
                    <a:gd name="connsiteX3" fmla="*/ 123672 w 271965"/>
                    <a:gd name="connsiteY3" fmla="*/ 58350 h 652717"/>
                    <a:gd name="connsiteX4" fmla="*/ 58400 w 271965"/>
                    <a:gd name="connsiteY4" fmla="*/ 118183 h 652717"/>
                    <a:gd name="connsiteX5" fmla="*/ 58400 w 271965"/>
                    <a:gd name="connsiteY5" fmla="*/ 469018 h 652717"/>
                    <a:gd name="connsiteX6" fmla="*/ 69279 w 271965"/>
                    <a:gd name="connsiteY6" fmla="*/ 553328 h 652717"/>
                    <a:gd name="connsiteX7" fmla="*/ 161747 w 271965"/>
                    <a:gd name="connsiteY7" fmla="*/ 605001 h 652717"/>
                    <a:gd name="connsiteX8" fmla="*/ 221580 w 271965"/>
                    <a:gd name="connsiteY8" fmla="*/ 575085 h 652717"/>
                    <a:gd name="connsiteX9" fmla="*/ 191663 w 271965"/>
                    <a:gd name="connsiteY9" fmla="*/ 542449 h 652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71965" h="652717">
                      <a:moveTo>
                        <a:pt x="191663" y="542449"/>
                      </a:moveTo>
                      <a:cubicBezTo>
                        <a:pt x="188944" y="531570"/>
                        <a:pt x="186224" y="520692"/>
                        <a:pt x="186224" y="509813"/>
                      </a:cubicBezTo>
                      <a:cubicBezTo>
                        <a:pt x="186224" y="507093"/>
                        <a:pt x="186224" y="120902"/>
                        <a:pt x="186224" y="118183"/>
                      </a:cubicBezTo>
                      <a:cubicBezTo>
                        <a:pt x="186224" y="85547"/>
                        <a:pt x="156308" y="58350"/>
                        <a:pt x="123672" y="58350"/>
                      </a:cubicBezTo>
                      <a:cubicBezTo>
                        <a:pt x="91036" y="55631"/>
                        <a:pt x="58400" y="85547"/>
                        <a:pt x="58400" y="118183"/>
                      </a:cubicBezTo>
                      <a:cubicBezTo>
                        <a:pt x="58400" y="123622"/>
                        <a:pt x="58400" y="469018"/>
                        <a:pt x="58400" y="469018"/>
                      </a:cubicBezTo>
                      <a:cubicBezTo>
                        <a:pt x="58400" y="498934"/>
                        <a:pt x="55680" y="528851"/>
                        <a:pt x="69279" y="553328"/>
                      </a:cubicBezTo>
                      <a:cubicBezTo>
                        <a:pt x="82877" y="583244"/>
                        <a:pt x="120953" y="605001"/>
                        <a:pt x="161747" y="605001"/>
                      </a:cubicBezTo>
                      <a:cubicBezTo>
                        <a:pt x="199822" y="605001"/>
                        <a:pt x="221580" y="575085"/>
                        <a:pt x="221580" y="575085"/>
                      </a:cubicBezTo>
                      <a:cubicBezTo>
                        <a:pt x="221580" y="575085"/>
                        <a:pt x="202542" y="566926"/>
                        <a:pt x="191663" y="542449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115" name="Freeform: Shape 114">
                  <a:extLst>
                    <a:ext uri="{FF2B5EF4-FFF2-40B4-BE49-F238E27FC236}">
                      <a16:creationId xmlns:a16="http://schemas.microsoft.com/office/drawing/2014/main" id="{3962B9C3-BC95-44CF-AEFF-EA58007BF2CC}"/>
                    </a:ext>
                  </a:extLst>
                </p:cNvPr>
                <p:cNvSpPr/>
                <p:nvPr/>
              </p:nvSpPr>
              <p:spPr>
                <a:xfrm>
                  <a:off x="6320666" y="3416868"/>
                  <a:ext cx="435145" cy="462341"/>
                </a:xfrm>
                <a:custGeom>
                  <a:avLst/>
                  <a:gdLst>
                    <a:gd name="connsiteX0" fmla="*/ 302948 w 435145"/>
                    <a:gd name="connsiteY0" fmla="*/ 74684 h 462341"/>
                    <a:gd name="connsiteX1" fmla="*/ 186003 w 435145"/>
                    <a:gd name="connsiteY1" fmla="*/ 148115 h 462341"/>
                    <a:gd name="connsiteX2" fmla="*/ 186003 w 435145"/>
                    <a:gd name="connsiteY2" fmla="*/ 148115 h 462341"/>
                    <a:gd name="connsiteX3" fmla="*/ 186003 w 435145"/>
                    <a:gd name="connsiteY3" fmla="*/ 115479 h 462341"/>
                    <a:gd name="connsiteX4" fmla="*/ 123450 w 435145"/>
                    <a:gd name="connsiteY4" fmla="*/ 58366 h 462341"/>
                    <a:gd name="connsiteX5" fmla="*/ 58178 w 435145"/>
                    <a:gd name="connsiteY5" fmla="*/ 115479 h 462341"/>
                    <a:gd name="connsiteX6" fmla="*/ 58178 w 435145"/>
                    <a:gd name="connsiteY6" fmla="*/ 362967 h 462341"/>
                    <a:gd name="connsiteX7" fmla="*/ 120730 w 435145"/>
                    <a:gd name="connsiteY7" fmla="*/ 422800 h 462341"/>
                    <a:gd name="connsiteX8" fmla="*/ 186003 w 435145"/>
                    <a:gd name="connsiteY8" fmla="*/ 362967 h 462341"/>
                    <a:gd name="connsiteX9" fmla="*/ 186003 w 435145"/>
                    <a:gd name="connsiteY9" fmla="*/ 213386 h 462341"/>
                    <a:gd name="connsiteX10" fmla="*/ 186003 w 435145"/>
                    <a:gd name="connsiteY10" fmla="*/ 213386 h 462341"/>
                    <a:gd name="connsiteX11" fmla="*/ 229517 w 435145"/>
                    <a:gd name="connsiteY11" fmla="*/ 161713 h 462341"/>
                    <a:gd name="connsiteX12" fmla="*/ 259433 w 435145"/>
                    <a:gd name="connsiteY12" fmla="*/ 194349 h 462341"/>
                    <a:gd name="connsiteX13" fmla="*/ 259433 w 435145"/>
                    <a:gd name="connsiteY13" fmla="*/ 362967 h 462341"/>
                    <a:gd name="connsiteX14" fmla="*/ 321985 w 435145"/>
                    <a:gd name="connsiteY14" fmla="*/ 422800 h 462341"/>
                    <a:gd name="connsiteX15" fmla="*/ 387257 w 435145"/>
                    <a:gd name="connsiteY15" fmla="*/ 362967 h 462341"/>
                    <a:gd name="connsiteX16" fmla="*/ 387257 w 435145"/>
                    <a:gd name="connsiteY16" fmla="*/ 273219 h 462341"/>
                    <a:gd name="connsiteX17" fmla="*/ 302948 w 435145"/>
                    <a:gd name="connsiteY17" fmla="*/ 74684 h 4623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435145" h="462341">
                      <a:moveTo>
                        <a:pt x="302948" y="74684"/>
                      </a:moveTo>
                      <a:cubicBezTo>
                        <a:pt x="234956" y="74684"/>
                        <a:pt x="196881" y="131797"/>
                        <a:pt x="186003" y="148115"/>
                      </a:cubicBezTo>
                      <a:lnTo>
                        <a:pt x="186003" y="148115"/>
                      </a:lnTo>
                      <a:cubicBezTo>
                        <a:pt x="186003" y="129077"/>
                        <a:pt x="186003" y="115479"/>
                        <a:pt x="186003" y="115479"/>
                      </a:cubicBezTo>
                      <a:cubicBezTo>
                        <a:pt x="186003" y="82843"/>
                        <a:pt x="156086" y="58366"/>
                        <a:pt x="123450" y="58366"/>
                      </a:cubicBezTo>
                      <a:cubicBezTo>
                        <a:pt x="90814" y="55646"/>
                        <a:pt x="58178" y="82843"/>
                        <a:pt x="58178" y="115479"/>
                      </a:cubicBezTo>
                      <a:cubicBezTo>
                        <a:pt x="58178" y="120918"/>
                        <a:pt x="58178" y="360248"/>
                        <a:pt x="58178" y="362967"/>
                      </a:cubicBezTo>
                      <a:cubicBezTo>
                        <a:pt x="58178" y="395603"/>
                        <a:pt x="88095" y="422800"/>
                        <a:pt x="120730" y="422800"/>
                      </a:cubicBezTo>
                      <a:cubicBezTo>
                        <a:pt x="153366" y="425519"/>
                        <a:pt x="186003" y="395603"/>
                        <a:pt x="186003" y="362967"/>
                      </a:cubicBezTo>
                      <a:cubicBezTo>
                        <a:pt x="186003" y="360248"/>
                        <a:pt x="186003" y="281378"/>
                        <a:pt x="186003" y="213386"/>
                      </a:cubicBezTo>
                      <a:lnTo>
                        <a:pt x="186003" y="213386"/>
                      </a:lnTo>
                      <a:cubicBezTo>
                        <a:pt x="191442" y="186190"/>
                        <a:pt x="205040" y="161713"/>
                        <a:pt x="229517" y="161713"/>
                      </a:cubicBezTo>
                      <a:cubicBezTo>
                        <a:pt x="259433" y="161713"/>
                        <a:pt x="259433" y="194349"/>
                        <a:pt x="259433" y="194349"/>
                      </a:cubicBezTo>
                      <a:lnTo>
                        <a:pt x="259433" y="362967"/>
                      </a:lnTo>
                      <a:cubicBezTo>
                        <a:pt x="259433" y="395603"/>
                        <a:pt x="289349" y="422800"/>
                        <a:pt x="321985" y="422800"/>
                      </a:cubicBezTo>
                      <a:cubicBezTo>
                        <a:pt x="354621" y="425519"/>
                        <a:pt x="387257" y="395603"/>
                        <a:pt x="387257" y="362967"/>
                      </a:cubicBezTo>
                      <a:lnTo>
                        <a:pt x="387257" y="273219"/>
                      </a:lnTo>
                      <a:cubicBezTo>
                        <a:pt x="387257" y="183470"/>
                        <a:pt x="395416" y="71964"/>
                        <a:pt x="302948" y="74684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116" name="Freeform: Shape 115">
                  <a:extLst>
                    <a:ext uri="{FF2B5EF4-FFF2-40B4-BE49-F238E27FC236}">
                      <a16:creationId xmlns:a16="http://schemas.microsoft.com/office/drawing/2014/main" id="{1AF2B866-C102-483F-98A1-24AD9F8D2C94}"/>
                    </a:ext>
                  </a:extLst>
                </p:cNvPr>
                <p:cNvSpPr/>
                <p:nvPr/>
              </p:nvSpPr>
              <p:spPr>
                <a:xfrm>
                  <a:off x="7960620" y="3416868"/>
                  <a:ext cx="435145" cy="462341"/>
                </a:xfrm>
                <a:custGeom>
                  <a:avLst/>
                  <a:gdLst>
                    <a:gd name="connsiteX0" fmla="*/ 302948 w 435145"/>
                    <a:gd name="connsiteY0" fmla="*/ 74684 h 462341"/>
                    <a:gd name="connsiteX1" fmla="*/ 186002 w 435145"/>
                    <a:gd name="connsiteY1" fmla="*/ 148115 h 462341"/>
                    <a:gd name="connsiteX2" fmla="*/ 186002 w 435145"/>
                    <a:gd name="connsiteY2" fmla="*/ 148115 h 462341"/>
                    <a:gd name="connsiteX3" fmla="*/ 186002 w 435145"/>
                    <a:gd name="connsiteY3" fmla="*/ 115479 h 462341"/>
                    <a:gd name="connsiteX4" fmla="*/ 123450 w 435145"/>
                    <a:gd name="connsiteY4" fmla="*/ 58366 h 462341"/>
                    <a:gd name="connsiteX5" fmla="*/ 58178 w 435145"/>
                    <a:gd name="connsiteY5" fmla="*/ 115479 h 462341"/>
                    <a:gd name="connsiteX6" fmla="*/ 58178 w 435145"/>
                    <a:gd name="connsiteY6" fmla="*/ 362967 h 462341"/>
                    <a:gd name="connsiteX7" fmla="*/ 120730 w 435145"/>
                    <a:gd name="connsiteY7" fmla="*/ 422800 h 462341"/>
                    <a:gd name="connsiteX8" fmla="*/ 186002 w 435145"/>
                    <a:gd name="connsiteY8" fmla="*/ 362967 h 462341"/>
                    <a:gd name="connsiteX9" fmla="*/ 186002 w 435145"/>
                    <a:gd name="connsiteY9" fmla="*/ 213386 h 462341"/>
                    <a:gd name="connsiteX10" fmla="*/ 186002 w 435145"/>
                    <a:gd name="connsiteY10" fmla="*/ 213386 h 462341"/>
                    <a:gd name="connsiteX11" fmla="*/ 229517 w 435145"/>
                    <a:gd name="connsiteY11" fmla="*/ 161713 h 462341"/>
                    <a:gd name="connsiteX12" fmla="*/ 259433 w 435145"/>
                    <a:gd name="connsiteY12" fmla="*/ 194349 h 462341"/>
                    <a:gd name="connsiteX13" fmla="*/ 259433 w 435145"/>
                    <a:gd name="connsiteY13" fmla="*/ 362967 h 462341"/>
                    <a:gd name="connsiteX14" fmla="*/ 321985 w 435145"/>
                    <a:gd name="connsiteY14" fmla="*/ 422800 h 462341"/>
                    <a:gd name="connsiteX15" fmla="*/ 387257 w 435145"/>
                    <a:gd name="connsiteY15" fmla="*/ 362967 h 462341"/>
                    <a:gd name="connsiteX16" fmla="*/ 387257 w 435145"/>
                    <a:gd name="connsiteY16" fmla="*/ 273219 h 462341"/>
                    <a:gd name="connsiteX17" fmla="*/ 302948 w 435145"/>
                    <a:gd name="connsiteY17" fmla="*/ 74684 h 4623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435145" h="462341">
                      <a:moveTo>
                        <a:pt x="302948" y="74684"/>
                      </a:moveTo>
                      <a:cubicBezTo>
                        <a:pt x="234956" y="74684"/>
                        <a:pt x="196881" y="131797"/>
                        <a:pt x="186002" y="148115"/>
                      </a:cubicBezTo>
                      <a:lnTo>
                        <a:pt x="186002" y="148115"/>
                      </a:lnTo>
                      <a:cubicBezTo>
                        <a:pt x="186002" y="129077"/>
                        <a:pt x="186002" y="115479"/>
                        <a:pt x="186002" y="115479"/>
                      </a:cubicBezTo>
                      <a:cubicBezTo>
                        <a:pt x="186002" y="82843"/>
                        <a:pt x="156086" y="58366"/>
                        <a:pt x="123450" y="58366"/>
                      </a:cubicBezTo>
                      <a:cubicBezTo>
                        <a:pt x="90814" y="55646"/>
                        <a:pt x="58178" y="82843"/>
                        <a:pt x="58178" y="115479"/>
                      </a:cubicBezTo>
                      <a:cubicBezTo>
                        <a:pt x="58178" y="120918"/>
                        <a:pt x="58178" y="360248"/>
                        <a:pt x="58178" y="362967"/>
                      </a:cubicBezTo>
                      <a:cubicBezTo>
                        <a:pt x="58178" y="395603"/>
                        <a:pt x="88095" y="422800"/>
                        <a:pt x="120730" y="422800"/>
                      </a:cubicBezTo>
                      <a:cubicBezTo>
                        <a:pt x="153366" y="425519"/>
                        <a:pt x="186002" y="395603"/>
                        <a:pt x="186002" y="362967"/>
                      </a:cubicBezTo>
                      <a:cubicBezTo>
                        <a:pt x="186002" y="360248"/>
                        <a:pt x="186002" y="281378"/>
                        <a:pt x="186002" y="213386"/>
                      </a:cubicBezTo>
                      <a:lnTo>
                        <a:pt x="186002" y="213386"/>
                      </a:lnTo>
                      <a:cubicBezTo>
                        <a:pt x="191442" y="186190"/>
                        <a:pt x="205040" y="161713"/>
                        <a:pt x="229517" y="161713"/>
                      </a:cubicBezTo>
                      <a:cubicBezTo>
                        <a:pt x="259433" y="161713"/>
                        <a:pt x="259433" y="194349"/>
                        <a:pt x="259433" y="194349"/>
                      </a:cubicBezTo>
                      <a:lnTo>
                        <a:pt x="259433" y="362967"/>
                      </a:lnTo>
                      <a:cubicBezTo>
                        <a:pt x="259433" y="395603"/>
                        <a:pt x="289349" y="422800"/>
                        <a:pt x="321985" y="422800"/>
                      </a:cubicBezTo>
                      <a:cubicBezTo>
                        <a:pt x="354621" y="425519"/>
                        <a:pt x="387257" y="395603"/>
                        <a:pt x="387257" y="362967"/>
                      </a:cubicBezTo>
                      <a:lnTo>
                        <a:pt x="387257" y="273219"/>
                      </a:lnTo>
                      <a:cubicBezTo>
                        <a:pt x="384537" y="183470"/>
                        <a:pt x="395416" y="71964"/>
                        <a:pt x="302948" y="74684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117" name="Freeform: Shape 116">
                  <a:extLst>
                    <a:ext uri="{FF2B5EF4-FFF2-40B4-BE49-F238E27FC236}">
                      <a16:creationId xmlns:a16="http://schemas.microsoft.com/office/drawing/2014/main" id="{E67A1F7D-460B-4D5F-8222-47BBBD7839A1}"/>
                    </a:ext>
                  </a:extLst>
                </p:cNvPr>
                <p:cNvSpPr/>
                <p:nvPr/>
              </p:nvSpPr>
              <p:spPr>
                <a:xfrm>
                  <a:off x="5020669" y="3416868"/>
                  <a:ext cx="435145" cy="462341"/>
                </a:xfrm>
                <a:custGeom>
                  <a:avLst/>
                  <a:gdLst>
                    <a:gd name="connsiteX0" fmla="*/ 302948 w 435145"/>
                    <a:gd name="connsiteY0" fmla="*/ 74684 h 462341"/>
                    <a:gd name="connsiteX1" fmla="*/ 186002 w 435145"/>
                    <a:gd name="connsiteY1" fmla="*/ 148115 h 462341"/>
                    <a:gd name="connsiteX2" fmla="*/ 186002 w 435145"/>
                    <a:gd name="connsiteY2" fmla="*/ 148115 h 462341"/>
                    <a:gd name="connsiteX3" fmla="*/ 186002 w 435145"/>
                    <a:gd name="connsiteY3" fmla="*/ 115479 h 462341"/>
                    <a:gd name="connsiteX4" fmla="*/ 123450 w 435145"/>
                    <a:gd name="connsiteY4" fmla="*/ 58366 h 462341"/>
                    <a:gd name="connsiteX5" fmla="*/ 58178 w 435145"/>
                    <a:gd name="connsiteY5" fmla="*/ 115479 h 462341"/>
                    <a:gd name="connsiteX6" fmla="*/ 58178 w 435145"/>
                    <a:gd name="connsiteY6" fmla="*/ 362967 h 462341"/>
                    <a:gd name="connsiteX7" fmla="*/ 120730 w 435145"/>
                    <a:gd name="connsiteY7" fmla="*/ 422800 h 462341"/>
                    <a:gd name="connsiteX8" fmla="*/ 186002 w 435145"/>
                    <a:gd name="connsiteY8" fmla="*/ 362967 h 462341"/>
                    <a:gd name="connsiteX9" fmla="*/ 186002 w 435145"/>
                    <a:gd name="connsiteY9" fmla="*/ 213386 h 462341"/>
                    <a:gd name="connsiteX10" fmla="*/ 186002 w 435145"/>
                    <a:gd name="connsiteY10" fmla="*/ 213386 h 462341"/>
                    <a:gd name="connsiteX11" fmla="*/ 229517 w 435145"/>
                    <a:gd name="connsiteY11" fmla="*/ 161713 h 462341"/>
                    <a:gd name="connsiteX12" fmla="*/ 259433 w 435145"/>
                    <a:gd name="connsiteY12" fmla="*/ 194349 h 462341"/>
                    <a:gd name="connsiteX13" fmla="*/ 259433 w 435145"/>
                    <a:gd name="connsiteY13" fmla="*/ 362967 h 462341"/>
                    <a:gd name="connsiteX14" fmla="*/ 321985 w 435145"/>
                    <a:gd name="connsiteY14" fmla="*/ 422800 h 462341"/>
                    <a:gd name="connsiteX15" fmla="*/ 387257 w 435145"/>
                    <a:gd name="connsiteY15" fmla="*/ 362967 h 462341"/>
                    <a:gd name="connsiteX16" fmla="*/ 387257 w 435145"/>
                    <a:gd name="connsiteY16" fmla="*/ 273219 h 462341"/>
                    <a:gd name="connsiteX17" fmla="*/ 302948 w 435145"/>
                    <a:gd name="connsiteY17" fmla="*/ 74684 h 4623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435145" h="462341">
                      <a:moveTo>
                        <a:pt x="302948" y="74684"/>
                      </a:moveTo>
                      <a:cubicBezTo>
                        <a:pt x="234956" y="74684"/>
                        <a:pt x="196881" y="131797"/>
                        <a:pt x="186002" y="148115"/>
                      </a:cubicBezTo>
                      <a:lnTo>
                        <a:pt x="186002" y="148115"/>
                      </a:lnTo>
                      <a:cubicBezTo>
                        <a:pt x="186002" y="129077"/>
                        <a:pt x="186002" y="115479"/>
                        <a:pt x="186002" y="115479"/>
                      </a:cubicBezTo>
                      <a:cubicBezTo>
                        <a:pt x="186002" y="82843"/>
                        <a:pt x="156086" y="58366"/>
                        <a:pt x="123450" y="58366"/>
                      </a:cubicBezTo>
                      <a:cubicBezTo>
                        <a:pt x="90814" y="55646"/>
                        <a:pt x="58178" y="82843"/>
                        <a:pt x="58178" y="115479"/>
                      </a:cubicBezTo>
                      <a:cubicBezTo>
                        <a:pt x="58178" y="120918"/>
                        <a:pt x="58178" y="360248"/>
                        <a:pt x="58178" y="362967"/>
                      </a:cubicBezTo>
                      <a:cubicBezTo>
                        <a:pt x="58178" y="395603"/>
                        <a:pt x="88094" y="422800"/>
                        <a:pt x="120730" y="422800"/>
                      </a:cubicBezTo>
                      <a:cubicBezTo>
                        <a:pt x="153366" y="425519"/>
                        <a:pt x="186002" y="395603"/>
                        <a:pt x="186002" y="362967"/>
                      </a:cubicBezTo>
                      <a:cubicBezTo>
                        <a:pt x="186002" y="360248"/>
                        <a:pt x="186002" y="281378"/>
                        <a:pt x="186002" y="213386"/>
                      </a:cubicBezTo>
                      <a:lnTo>
                        <a:pt x="186002" y="213386"/>
                      </a:lnTo>
                      <a:cubicBezTo>
                        <a:pt x="191442" y="186190"/>
                        <a:pt x="205040" y="161713"/>
                        <a:pt x="229517" y="161713"/>
                      </a:cubicBezTo>
                      <a:cubicBezTo>
                        <a:pt x="259433" y="161713"/>
                        <a:pt x="259433" y="194349"/>
                        <a:pt x="259433" y="194349"/>
                      </a:cubicBezTo>
                      <a:lnTo>
                        <a:pt x="259433" y="362967"/>
                      </a:lnTo>
                      <a:cubicBezTo>
                        <a:pt x="259433" y="395603"/>
                        <a:pt x="289349" y="422800"/>
                        <a:pt x="321985" y="422800"/>
                      </a:cubicBezTo>
                      <a:cubicBezTo>
                        <a:pt x="354621" y="425519"/>
                        <a:pt x="387257" y="395603"/>
                        <a:pt x="387257" y="362967"/>
                      </a:cubicBezTo>
                      <a:lnTo>
                        <a:pt x="387257" y="273219"/>
                      </a:lnTo>
                      <a:cubicBezTo>
                        <a:pt x="384537" y="183470"/>
                        <a:pt x="395416" y="71964"/>
                        <a:pt x="302948" y="74684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118" name="Freeform: Shape 117">
                  <a:extLst>
                    <a:ext uri="{FF2B5EF4-FFF2-40B4-BE49-F238E27FC236}">
                      <a16:creationId xmlns:a16="http://schemas.microsoft.com/office/drawing/2014/main" id="{F43274A5-7644-40C5-A6EC-7A1C66E2181A}"/>
                    </a:ext>
                  </a:extLst>
                </p:cNvPr>
                <p:cNvSpPr/>
                <p:nvPr/>
              </p:nvSpPr>
              <p:spPr>
                <a:xfrm>
                  <a:off x="7616289" y="3475234"/>
                  <a:ext cx="364436" cy="364434"/>
                </a:xfrm>
                <a:custGeom>
                  <a:avLst/>
                  <a:gdLst>
                    <a:gd name="connsiteX0" fmla="*/ 182218 w 364436"/>
                    <a:gd name="connsiteY0" fmla="*/ 73431 h 364434"/>
                    <a:gd name="connsiteX1" fmla="*/ 130544 w 364436"/>
                    <a:gd name="connsiteY1" fmla="*/ 179499 h 364434"/>
                    <a:gd name="connsiteX2" fmla="*/ 182218 w 364436"/>
                    <a:gd name="connsiteY2" fmla="*/ 285565 h 364434"/>
                    <a:gd name="connsiteX3" fmla="*/ 233891 w 364436"/>
                    <a:gd name="connsiteY3" fmla="*/ 179499 h 364434"/>
                    <a:gd name="connsiteX4" fmla="*/ 182218 w 364436"/>
                    <a:gd name="connsiteY4" fmla="*/ 73431 h 364434"/>
                    <a:gd name="connsiteX5" fmla="*/ 182219 w 364436"/>
                    <a:gd name="connsiteY5" fmla="*/ 0 h 364434"/>
                    <a:gd name="connsiteX6" fmla="*/ 364436 w 364436"/>
                    <a:gd name="connsiteY6" fmla="*/ 182217 h 364434"/>
                    <a:gd name="connsiteX7" fmla="*/ 182219 w 364436"/>
                    <a:gd name="connsiteY7" fmla="*/ 364434 h 364434"/>
                    <a:gd name="connsiteX8" fmla="*/ 0 w 364436"/>
                    <a:gd name="connsiteY8" fmla="*/ 182217 h 364434"/>
                    <a:gd name="connsiteX9" fmla="*/ 182219 w 364436"/>
                    <a:gd name="connsiteY9" fmla="*/ 0 h 3644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64436" h="364434">
                      <a:moveTo>
                        <a:pt x="182218" y="73431"/>
                      </a:moveTo>
                      <a:cubicBezTo>
                        <a:pt x="152302" y="76151"/>
                        <a:pt x="130544" y="114226"/>
                        <a:pt x="130544" y="179499"/>
                      </a:cubicBezTo>
                      <a:cubicBezTo>
                        <a:pt x="130544" y="244770"/>
                        <a:pt x="146862" y="285565"/>
                        <a:pt x="182218" y="285565"/>
                      </a:cubicBezTo>
                      <a:cubicBezTo>
                        <a:pt x="217573" y="285565"/>
                        <a:pt x="233891" y="247490"/>
                        <a:pt x="233891" y="179499"/>
                      </a:cubicBezTo>
                      <a:cubicBezTo>
                        <a:pt x="233891" y="114226"/>
                        <a:pt x="212134" y="73431"/>
                        <a:pt x="182218" y="73431"/>
                      </a:cubicBezTo>
                      <a:close/>
                      <a:moveTo>
                        <a:pt x="182219" y="0"/>
                      </a:moveTo>
                      <a:cubicBezTo>
                        <a:pt x="282846" y="0"/>
                        <a:pt x="364436" y="81590"/>
                        <a:pt x="364436" y="182217"/>
                      </a:cubicBezTo>
                      <a:cubicBezTo>
                        <a:pt x="364436" y="282844"/>
                        <a:pt x="282846" y="364434"/>
                        <a:pt x="182219" y="364434"/>
                      </a:cubicBezTo>
                      <a:cubicBezTo>
                        <a:pt x="81591" y="364434"/>
                        <a:pt x="0" y="282844"/>
                        <a:pt x="0" y="182217"/>
                      </a:cubicBezTo>
                      <a:cubicBezTo>
                        <a:pt x="0" y="81590"/>
                        <a:pt x="81591" y="0"/>
                        <a:pt x="182219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119" name="Freeform: Shape 118">
                  <a:extLst>
                    <a:ext uri="{FF2B5EF4-FFF2-40B4-BE49-F238E27FC236}">
                      <a16:creationId xmlns:a16="http://schemas.microsoft.com/office/drawing/2014/main" id="{EB85BEFF-17BF-4E22-8B04-BBE8EF996C3F}"/>
                    </a:ext>
                  </a:extLst>
                </p:cNvPr>
                <p:cNvSpPr/>
                <p:nvPr/>
              </p:nvSpPr>
              <p:spPr>
                <a:xfrm>
                  <a:off x="6743101" y="3464184"/>
                  <a:ext cx="372773" cy="375657"/>
                </a:xfrm>
                <a:custGeom>
                  <a:avLst/>
                  <a:gdLst>
                    <a:gd name="connsiteX0" fmla="*/ 176958 w 372773"/>
                    <a:gd name="connsiteY0" fmla="*/ 98080 h 375657"/>
                    <a:gd name="connsiteX1" fmla="*/ 125284 w 372773"/>
                    <a:gd name="connsiteY1" fmla="*/ 190548 h 375657"/>
                    <a:gd name="connsiteX2" fmla="*/ 176958 w 372773"/>
                    <a:gd name="connsiteY2" fmla="*/ 283017 h 375657"/>
                    <a:gd name="connsiteX3" fmla="*/ 228631 w 372773"/>
                    <a:gd name="connsiteY3" fmla="*/ 190548 h 375657"/>
                    <a:gd name="connsiteX4" fmla="*/ 176958 w 372773"/>
                    <a:gd name="connsiteY4" fmla="*/ 98080 h 375657"/>
                    <a:gd name="connsiteX5" fmla="*/ 307501 w 372773"/>
                    <a:gd name="connsiteY5" fmla="*/ 172 h 375657"/>
                    <a:gd name="connsiteX6" fmla="*/ 372773 w 372773"/>
                    <a:gd name="connsiteY6" fmla="*/ 62724 h 375657"/>
                    <a:gd name="connsiteX7" fmla="*/ 372773 w 372773"/>
                    <a:gd name="connsiteY7" fmla="*/ 312934 h 375657"/>
                    <a:gd name="connsiteX8" fmla="*/ 302061 w 372773"/>
                    <a:gd name="connsiteY8" fmla="*/ 375486 h 375657"/>
                    <a:gd name="connsiteX9" fmla="*/ 239509 w 372773"/>
                    <a:gd name="connsiteY9" fmla="*/ 326532 h 375657"/>
                    <a:gd name="connsiteX10" fmla="*/ 179677 w 372773"/>
                    <a:gd name="connsiteY10" fmla="*/ 370046 h 375657"/>
                    <a:gd name="connsiteX11" fmla="*/ 70890 w 372773"/>
                    <a:gd name="connsiteY11" fmla="*/ 353728 h 375657"/>
                    <a:gd name="connsiteX12" fmla="*/ 128003 w 372773"/>
                    <a:gd name="connsiteY12" fmla="*/ 11051 h 375657"/>
                    <a:gd name="connsiteX13" fmla="*/ 236790 w 372773"/>
                    <a:gd name="connsiteY13" fmla="*/ 70883 h 375657"/>
                    <a:gd name="connsiteX14" fmla="*/ 236790 w 372773"/>
                    <a:gd name="connsiteY14" fmla="*/ 62724 h 375657"/>
                    <a:gd name="connsiteX15" fmla="*/ 307501 w 372773"/>
                    <a:gd name="connsiteY15" fmla="*/ 172 h 3756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773" h="375657">
                      <a:moveTo>
                        <a:pt x="176958" y="98080"/>
                      </a:moveTo>
                      <a:cubicBezTo>
                        <a:pt x="147042" y="100800"/>
                        <a:pt x="125284" y="133436"/>
                        <a:pt x="125284" y="190548"/>
                      </a:cubicBezTo>
                      <a:cubicBezTo>
                        <a:pt x="125284" y="247661"/>
                        <a:pt x="141602" y="283017"/>
                        <a:pt x="176958" y="283017"/>
                      </a:cubicBezTo>
                      <a:cubicBezTo>
                        <a:pt x="212314" y="283017"/>
                        <a:pt x="228631" y="247661"/>
                        <a:pt x="228631" y="190548"/>
                      </a:cubicBezTo>
                      <a:cubicBezTo>
                        <a:pt x="228631" y="133436"/>
                        <a:pt x="206874" y="98080"/>
                        <a:pt x="176958" y="98080"/>
                      </a:cubicBezTo>
                      <a:close/>
                      <a:moveTo>
                        <a:pt x="307501" y="172"/>
                      </a:moveTo>
                      <a:cubicBezTo>
                        <a:pt x="340137" y="172"/>
                        <a:pt x="372773" y="30088"/>
                        <a:pt x="372773" y="62724"/>
                      </a:cubicBezTo>
                      <a:cubicBezTo>
                        <a:pt x="372773" y="65444"/>
                        <a:pt x="372773" y="307494"/>
                        <a:pt x="372773" y="312934"/>
                      </a:cubicBezTo>
                      <a:cubicBezTo>
                        <a:pt x="370053" y="348289"/>
                        <a:pt x="337417" y="378205"/>
                        <a:pt x="302061" y="375486"/>
                      </a:cubicBezTo>
                      <a:cubicBezTo>
                        <a:pt x="274865" y="372766"/>
                        <a:pt x="247668" y="353728"/>
                        <a:pt x="239509" y="326532"/>
                      </a:cubicBezTo>
                      <a:cubicBezTo>
                        <a:pt x="225911" y="348289"/>
                        <a:pt x="198715" y="364607"/>
                        <a:pt x="179677" y="370046"/>
                      </a:cubicBezTo>
                      <a:cubicBezTo>
                        <a:pt x="147041" y="378205"/>
                        <a:pt x="100807" y="372766"/>
                        <a:pt x="70890" y="353728"/>
                      </a:cubicBezTo>
                      <a:cubicBezTo>
                        <a:pt x="-35177" y="285737"/>
                        <a:pt x="-27018" y="11051"/>
                        <a:pt x="128003" y="11051"/>
                      </a:cubicBezTo>
                      <a:cubicBezTo>
                        <a:pt x="185116" y="11051"/>
                        <a:pt x="220471" y="49126"/>
                        <a:pt x="236790" y="70883"/>
                      </a:cubicBezTo>
                      <a:cubicBezTo>
                        <a:pt x="236790" y="70883"/>
                        <a:pt x="236790" y="65444"/>
                        <a:pt x="236790" y="62724"/>
                      </a:cubicBezTo>
                      <a:cubicBezTo>
                        <a:pt x="239509" y="27369"/>
                        <a:pt x="272145" y="-2547"/>
                        <a:pt x="307501" y="172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120" name="Freeform: Shape 119">
                  <a:extLst>
                    <a:ext uri="{FF2B5EF4-FFF2-40B4-BE49-F238E27FC236}">
                      <a16:creationId xmlns:a16="http://schemas.microsoft.com/office/drawing/2014/main" id="{C52BFF93-A431-4D00-8CD2-82BA1910206E}"/>
                    </a:ext>
                  </a:extLst>
                </p:cNvPr>
                <p:cNvSpPr/>
                <p:nvPr/>
              </p:nvSpPr>
              <p:spPr>
                <a:xfrm>
                  <a:off x="8380335" y="3464184"/>
                  <a:ext cx="372772" cy="375657"/>
                </a:xfrm>
                <a:custGeom>
                  <a:avLst/>
                  <a:gdLst>
                    <a:gd name="connsiteX0" fmla="*/ 176957 w 372772"/>
                    <a:gd name="connsiteY0" fmla="*/ 98080 h 375657"/>
                    <a:gd name="connsiteX1" fmla="*/ 125282 w 372772"/>
                    <a:gd name="connsiteY1" fmla="*/ 190548 h 375657"/>
                    <a:gd name="connsiteX2" fmla="*/ 176957 w 372772"/>
                    <a:gd name="connsiteY2" fmla="*/ 283017 h 375657"/>
                    <a:gd name="connsiteX3" fmla="*/ 228630 w 372772"/>
                    <a:gd name="connsiteY3" fmla="*/ 190548 h 375657"/>
                    <a:gd name="connsiteX4" fmla="*/ 176957 w 372772"/>
                    <a:gd name="connsiteY4" fmla="*/ 98080 h 375657"/>
                    <a:gd name="connsiteX5" fmla="*/ 307501 w 372772"/>
                    <a:gd name="connsiteY5" fmla="*/ 172 h 375657"/>
                    <a:gd name="connsiteX6" fmla="*/ 372772 w 372772"/>
                    <a:gd name="connsiteY6" fmla="*/ 62724 h 375657"/>
                    <a:gd name="connsiteX7" fmla="*/ 372772 w 372772"/>
                    <a:gd name="connsiteY7" fmla="*/ 312934 h 375657"/>
                    <a:gd name="connsiteX8" fmla="*/ 302062 w 372772"/>
                    <a:gd name="connsiteY8" fmla="*/ 375486 h 375657"/>
                    <a:gd name="connsiteX9" fmla="*/ 239509 w 372772"/>
                    <a:gd name="connsiteY9" fmla="*/ 326532 h 375657"/>
                    <a:gd name="connsiteX10" fmla="*/ 179677 w 372772"/>
                    <a:gd name="connsiteY10" fmla="*/ 370046 h 375657"/>
                    <a:gd name="connsiteX11" fmla="*/ 70890 w 372772"/>
                    <a:gd name="connsiteY11" fmla="*/ 353728 h 375657"/>
                    <a:gd name="connsiteX12" fmla="*/ 128002 w 372772"/>
                    <a:gd name="connsiteY12" fmla="*/ 11051 h 375657"/>
                    <a:gd name="connsiteX13" fmla="*/ 236790 w 372772"/>
                    <a:gd name="connsiteY13" fmla="*/ 70883 h 375657"/>
                    <a:gd name="connsiteX14" fmla="*/ 236790 w 372772"/>
                    <a:gd name="connsiteY14" fmla="*/ 62724 h 375657"/>
                    <a:gd name="connsiteX15" fmla="*/ 307501 w 372772"/>
                    <a:gd name="connsiteY15" fmla="*/ 172 h 3756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772" h="375657">
                      <a:moveTo>
                        <a:pt x="176957" y="98080"/>
                      </a:moveTo>
                      <a:cubicBezTo>
                        <a:pt x="147039" y="100800"/>
                        <a:pt x="125282" y="133436"/>
                        <a:pt x="125282" y="190548"/>
                      </a:cubicBezTo>
                      <a:cubicBezTo>
                        <a:pt x="125282" y="247661"/>
                        <a:pt x="141600" y="283017"/>
                        <a:pt x="176957" y="283017"/>
                      </a:cubicBezTo>
                      <a:cubicBezTo>
                        <a:pt x="212312" y="283017"/>
                        <a:pt x="228630" y="247661"/>
                        <a:pt x="228630" y="190548"/>
                      </a:cubicBezTo>
                      <a:cubicBezTo>
                        <a:pt x="228630" y="133436"/>
                        <a:pt x="206873" y="98080"/>
                        <a:pt x="176957" y="98080"/>
                      </a:cubicBezTo>
                      <a:close/>
                      <a:moveTo>
                        <a:pt x="307501" y="172"/>
                      </a:moveTo>
                      <a:cubicBezTo>
                        <a:pt x="340137" y="172"/>
                        <a:pt x="372772" y="30088"/>
                        <a:pt x="372772" y="62724"/>
                      </a:cubicBezTo>
                      <a:cubicBezTo>
                        <a:pt x="372772" y="65444"/>
                        <a:pt x="372772" y="307494"/>
                        <a:pt x="372772" y="312934"/>
                      </a:cubicBezTo>
                      <a:cubicBezTo>
                        <a:pt x="370053" y="348289"/>
                        <a:pt x="337417" y="378205"/>
                        <a:pt x="302062" y="375486"/>
                      </a:cubicBezTo>
                      <a:cubicBezTo>
                        <a:pt x="274865" y="372766"/>
                        <a:pt x="247668" y="353728"/>
                        <a:pt x="239509" y="326532"/>
                      </a:cubicBezTo>
                      <a:cubicBezTo>
                        <a:pt x="228630" y="348289"/>
                        <a:pt x="198714" y="364607"/>
                        <a:pt x="179677" y="370046"/>
                      </a:cubicBezTo>
                      <a:cubicBezTo>
                        <a:pt x="147040" y="378205"/>
                        <a:pt x="100806" y="372766"/>
                        <a:pt x="70890" y="353728"/>
                      </a:cubicBezTo>
                      <a:cubicBezTo>
                        <a:pt x="-35177" y="285737"/>
                        <a:pt x="-27018" y="11051"/>
                        <a:pt x="128002" y="11051"/>
                      </a:cubicBezTo>
                      <a:cubicBezTo>
                        <a:pt x="185116" y="11051"/>
                        <a:pt x="220472" y="49126"/>
                        <a:pt x="236790" y="70883"/>
                      </a:cubicBezTo>
                      <a:cubicBezTo>
                        <a:pt x="236790" y="70883"/>
                        <a:pt x="236790" y="65444"/>
                        <a:pt x="236790" y="62724"/>
                      </a:cubicBezTo>
                      <a:cubicBezTo>
                        <a:pt x="239509" y="27369"/>
                        <a:pt x="272145" y="-2547"/>
                        <a:pt x="307501" y="172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121" name="Freeform: Shape 120">
                  <a:extLst>
                    <a:ext uri="{FF2B5EF4-FFF2-40B4-BE49-F238E27FC236}">
                      <a16:creationId xmlns:a16="http://schemas.microsoft.com/office/drawing/2014/main" id="{2D20C21F-56A5-40FA-B05E-F0410CCB5FA9}"/>
                    </a:ext>
                  </a:extLst>
                </p:cNvPr>
                <p:cNvSpPr/>
                <p:nvPr/>
              </p:nvSpPr>
              <p:spPr>
                <a:xfrm>
                  <a:off x="7389492" y="3444253"/>
                  <a:ext cx="217573" cy="435145"/>
                </a:xfrm>
                <a:custGeom>
                  <a:avLst/>
                  <a:gdLst>
                    <a:gd name="connsiteX0" fmla="*/ 186002 w 217572"/>
                    <a:gd name="connsiteY0" fmla="*/ 118011 h 435144"/>
                    <a:gd name="connsiteX1" fmla="*/ 128890 w 217572"/>
                    <a:gd name="connsiteY1" fmla="*/ 58178 h 435144"/>
                    <a:gd name="connsiteX2" fmla="*/ 123450 w 217572"/>
                    <a:gd name="connsiteY2" fmla="*/ 58178 h 435144"/>
                    <a:gd name="connsiteX3" fmla="*/ 58178 w 217572"/>
                    <a:gd name="connsiteY3" fmla="*/ 115291 h 435144"/>
                    <a:gd name="connsiteX4" fmla="*/ 58178 w 217572"/>
                    <a:gd name="connsiteY4" fmla="*/ 232236 h 435144"/>
                    <a:gd name="connsiteX5" fmla="*/ 58178 w 217572"/>
                    <a:gd name="connsiteY5" fmla="*/ 232236 h 435144"/>
                    <a:gd name="connsiteX6" fmla="*/ 58178 w 217572"/>
                    <a:gd name="connsiteY6" fmla="*/ 335583 h 435144"/>
                    <a:gd name="connsiteX7" fmla="*/ 115291 w 217572"/>
                    <a:gd name="connsiteY7" fmla="*/ 395415 h 435144"/>
                    <a:gd name="connsiteX8" fmla="*/ 120730 w 217572"/>
                    <a:gd name="connsiteY8" fmla="*/ 395415 h 435144"/>
                    <a:gd name="connsiteX9" fmla="*/ 186002 w 217572"/>
                    <a:gd name="connsiteY9" fmla="*/ 338303 h 435144"/>
                    <a:gd name="connsiteX10" fmla="*/ 186002 w 217572"/>
                    <a:gd name="connsiteY10" fmla="*/ 240395 h 435144"/>
                    <a:gd name="connsiteX11" fmla="*/ 186002 w 217572"/>
                    <a:gd name="connsiteY11" fmla="*/ 240395 h 435144"/>
                    <a:gd name="connsiteX12" fmla="*/ 186002 w 217572"/>
                    <a:gd name="connsiteY12" fmla="*/ 118011 h 4351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17572" h="435144">
                      <a:moveTo>
                        <a:pt x="186002" y="118011"/>
                      </a:moveTo>
                      <a:cubicBezTo>
                        <a:pt x="183283" y="85375"/>
                        <a:pt x="158806" y="60898"/>
                        <a:pt x="128890" y="58178"/>
                      </a:cubicBezTo>
                      <a:cubicBezTo>
                        <a:pt x="126170" y="58178"/>
                        <a:pt x="126170" y="58178"/>
                        <a:pt x="123450" y="58178"/>
                      </a:cubicBezTo>
                      <a:cubicBezTo>
                        <a:pt x="96254" y="58178"/>
                        <a:pt x="58178" y="82655"/>
                        <a:pt x="58178" y="115291"/>
                      </a:cubicBezTo>
                      <a:lnTo>
                        <a:pt x="58178" y="232236"/>
                      </a:lnTo>
                      <a:lnTo>
                        <a:pt x="58178" y="232236"/>
                      </a:lnTo>
                      <a:cubicBezTo>
                        <a:pt x="58178" y="270311"/>
                        <a:pt x="58178" y="335583"/>
                        <a:pt x="58178" y="335583"/>
                      </a:cubicBezTo>
                      <a:cubicBezTo>
                        <a:pt x="60898" y="368219"/>
                        <a:pt x="85375" y="392696"/>
                        <a:pt x="115291" y="395415"/>
                      </a:cubicBezTo>
                      <a:cubicBezTo>
                        <a:pt x="118011" y="395415"/>
                        <a:pt x="118011" y="395415"/>
                        <a:pt x="120730" y="395415"/>
                      </a:cubicBezTo>
                      <a:cubicBezTo>
                        <a:pt x="147927" y="395415"/>
                        <a:pt x="186002" y="370938"/>
                        <a:pt x="186002" y="338303"/>
                      </a:cubicBezTo>
                      <a:lnTo>
                        <a:pt x="186002" y="240395"/>
                      </a:lnTo>
                      <a:lnTo>
                        <a:pt x="186002" y="240395"/>
                      </a:lnTo>
                      <a:cubicBezTo>
                        <a:pt x="186002" y="202320"/>
                        <a:pt x="186002" y="118011"/>
                        <a:pt x="186002" y="118011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122" name="Freeform: Shape 121">
                  <a:extLst>
                    <a:ext uri="{FF2B5EF4-FFF2-40B4-BE49-F238E27FC236}">
                      <a16:creationId xmlns:a16="http://schemas.microsoft.com/office/drawing/2014/main" id="{6B0DC22F-EAE9-4ADF-B730-1A7B64DCAB3B}"/>
                    </a:ext>
                  </a:extLst>
                </p:cNvPr>
                <p:cNvSpPr/>
                <p:nvPr/>
              </p:nvSpPr>
              <p:spPr>
                <a:xfrm>
                  <a:off x="7392212" y="3280901"/>
                  <a:ext cx="217573" cy="217572"/>
                </a:xfrm>
                <a:custGeom>
                  <a:avLst/>
                  <a:gdLst>
                    <a:gd name="connsiteX0" fmla="*/ 183282 w 217572"/>
                    <a:gd name="connsiteY0" fmla="*/ 120902 h 217572"/>
                    <a:gd name="connsiteX1" fmla="*/ 120730 w 217572"/>
                    <a:gd name="connsiteY1" fmla="*/ 183454 h 217572"/>
                    <a:gd name="connsiteX2" fmla="*/ 58178 w 217572"/>
                    <a:gd name="connsiteY2" fmla="*/ 120902 h 217572"/>
                    <a:gd name="connsiteX3" fmla="*/ 120730 w 217572"/>
                    <a:gd name="connsiteY3" fmla="*/ 58350 h 217572"/>
                    <a:gd name="connsiteX4" fmla="*/ 183282 w 217572"/>
                    <a:gd name="connsiteY4" fmla="*/ 120902 h 2175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7572" h="217572">
                      <a:moveTo>
                        <a:pt x="183282" y="120902"/>
                      </a:moveTo>
                      <a:cubicBezTo>
                        <a:pt x="183282" y="156258"/>
                        <a:pt x="156086" y="183454"/>
                        <a:pt x="120730" y="183454"/>
                      </a:cubicBezTo>
                      <a:cubicBezTo>
                        <a:pt x="85375" y="183454"/>
                        <a:pt x="58178" y="156258"/>
                        <a:pt x="58178" y="120902"/>
                      </a:cubicBezTo>
                      <a:cubicBezTo>
                        <a:pt x="58178" y="85547"/>
                        <a:pt x="85375" y="58350"/>
                        <a:pt x="120730" y="58350"/>
                      </a:cubicBezTo>
                      <a:cubicBezTo>
                        <a:pt x="153366" y="55630"/>
                        <a:pt x="183282" y="85547"/>
                        <a:pt x="183282" y="120902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123" name="Freeform: Shape 122">
                  <a:extLst>
                    <a:ext uri="{FF2B5EF4-FFF2-40B4-BE49-F238E27FC236}">
                      <a16:creationId xmlns:a16="http://schemas.microsoft.com/office/drawing/2014/main" id="{580F4530-BC18-4F10-B8B4-F59AF4AB875D}"/>
                    </a:ext>
                  </a:extLst>
                </p:cNvPr>
                <p:cNvSpPr/>
                <p:nvPr/>
              </p:nvSpPr>
              <p:spPr>
                <a:xfrm>
                  <a:off x="6005186" y="3416884"/>
                  <a:ext cx="380752" cy="462341"/>
                </a:xfrm>
                <a:custGeom>
                  <a:avLst/>
                  <a:gdLst>
                    <a:gd name="connsiteX0" fmla="*/ 270312 w 380752"/>
                    <a:gd name="connsiteY0" fmla="*/ 69229 h 462341"/>
                    <a:gd name="connsiteX1" fmla="*/ 188722 w 380752"/>
                    <a:gd name="connsiteY1" fmla="*/ 134501 h 462341"/>
                    <a:gd name="connsiteX2" fmla="*/ 188722 w 380752"/>
                    <a:gd name="connsiteY2" fmla="*/ 118183 h 462341"/>
                    <a:gd name="connsiteX3" fmla="*/ 126170 w 380752"/>
                    <a:gd name="connsiteY3" fmla="*/ 58350 h 462341"/>
                    <a:gd name="connsiteX4" fmla="*/ 58178 w 380752"/>
                    <a:gd name="connsiteY4" fmla="*/ 118183 h 462341"/>
                    <a:gd name="connsiteX5" fmla="*/ 58178 w 380752"/>
                    <a:gd name="connsiteY5" fmla="*/ 210651 h 462341"/>
                    <a:gd name="connsiteX6" fmla="*/ 58178 w 380752"/>
                    <a:gd name="connsiteY6" fmla="*/ 365671 h 462341"/>
                    <a:gd name="connsiteX7" fmla="*/ 58178 w 380752"/>
                    <a:gd name="connsiteY7" fmla="*/ 365671 h 462341"/>
                    <a:gd name="connsiteX8" fmla="*/ 120730 w 380752"/>
                    <a:gd name="connsiteY8" fmla="*/ 425504 h 462341"/>
                    <a:gd name="connsiteX9" fmla="*/ 186002 w 380752"/>
                    <a:gd name="connsiteY9" fmla="*/ 365671 h 462341"/>
                    <a:gd name="connsiteX10" fmla="*/ 186002 w 380752"/>
                    <a:gd name="connsiteY10" fmla="*/ 365671 h 462341"/>
                    <a:gd name="connsiteX11" fmla="*/ 186002 w 380752"/>
                    <a:gd name="connsiteY11" fmla="*/ 210651 h 462341"/>
                    <a:gd name="connsiteX12" fmla="*/ 215919 w 380752"/>
                    <a:gd name="connsiteY12" fmla="*/ 158978 h 462341"/>
                    <a:gd name="connsiteX13" fmla="*/ 275751 w 380752"/>
                    <a:gd name="connsiteY13" fmla="*/ 221530 h 462341"/>
                    <a:gd name="connsiteX14" fmla="*/ 270312 w 380752"/>
                    <a:gd name="connsiteY14" fmla="*/ 69229 h 4623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80752" h="462341">
                      <a:moveTo>
                        <a:pt x="270312" y="69229"/>
                      </a:moveTo>
                      <a:cubicBezTo>
                        <a:pt x="232236" y="71949"/>
                        <a:pt x="213199" y="99145"/>
                        <a:pt x="188722" y="134501"/>
                      </a:cubicBezTo>
                      <a:cubicBezTo>
                        <a:pt x="188722" y="134501"/>
                        <a:pt x="188722" y="118183"/>
                        <a:pt x="188722" y="118183"/>
                      </a:cubicBezTo>
                      <a:cubicBezTo>
                        <a:pt x="188722" y="85547"/>
                        <a:pt x="158806" y="58350"/>
                        <a:pt x="126170" y="58350"/>
                      </a:cubicBezTo>
                      <a:cubicBezTo>
                        <a:pt x="93534" y="55631"/>
                        <a:pt x="60898" y="85547"/>
                        <a:pt x="58178" y="118183"/>
                      </a:cubicBezTo>
                      <a:lnTo>
                        <a:pt x="58178" y="210651"/>
                      </a:lnTo>
                      <a:lnTo>
                        <a:pt x="58178" y="365671"/>
                      </a:lnTo>
                      <a:lnTo>
                        <a:pt x="58178" y="365671"/>
                      </a:lnTo>
                      <a:cubicBezTo>
                        <a:pt x="58178" y="398307"/>
                        <a:pt x="88094" y="425504"/>
                        <a:pt x="120730" y="425504"/>
                      </a:cubicBezTo>
                      <a:cubicBezTo>
                        <a:pt x="153366" y="428224"/>
                        <a:pt x="186002" y="398307"/>
                        <a:pt x="186002" y="365671"/>
                      </a:cubicBezTo>
                      <a:lnTo>
                        <a:pt x="186002" y="365671"/>
                      </a:lnTo>
                      <a:lnTo>
                        <a:pt x="186002" y="210651"/>
                      </a:lnTo>
                      <a:cubicBezTo>
                        <a:pt x="188722" y="188894"/>
                        <a:pt x="196881" y="158978"/>
                        <a:pt x="215919" y="158978"/>
                      </a:cubicBezTo>
                      <a:cubicBezTo>
                        <a:pt x="243115" y="158978"/>
                        <a:pt x="215919" y="221530"/>
                        <a:pt x="275751" y="221530"/>
                      </a:cubicBezTo>
                      <a:cubicBezTo>
                        <a:pt x="362780" y="221530"/>
                        <a:pt x="373658" y="63790"/>
                        <a:pt x="270312" y="69229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124" name="Freeform: Shape 123">
                  <a:extLst>
                    <a:ext uri="{FF2B5EF4-FFF2-40B4-BE49-F238E27FC236}">
                      <a16:creationId xmlns:a16="http://schemas.microsoft.com/office/drawing/2014/main" id="{EAF84DF2-D01B-4C7D-9C9E-56EEC17BCA20}"/>
                    </a:ext>
                  </a:extLst>
                </p:cNvPr>
                <p:cNvSpPr/>
                <p:nvPr/>
              </p:nvSpPr>
              <p:spPr>
                <a:xfrm>
                  <a:off x="5693490" y="3475234"/>
                  <a:ext cx="337238" cy="364434"/>
                </a:xfrm>
                <a:custGeom>
                  <a:avLst/>
                  <a:gdLst>
                    <a:gd name="connsiteX0" fmla="*/ 180433 w 337238"/>
                    <a:gd name="connsiteY0" fmla="*/ 73984 h 364434"/>
                    <a:gd name="connsiteX1" fmla="*/ 163180 w 337238"/>
                    <a:gd name="connsiteY1" fmla="*/ 78870 h 364434"/>
                    <a:gd name="connsiteX2" fmla="*/ 125105 w 337238"/>
                    <a:gd name="connsiteY2" fmla="*/ 160461 h 364434"/>
                    <a:gd name="connsiteX3" fmla="*/ 171339 w 337238"/>
                    <a:gd name="connsiteY3" fmla="*/ 163180 h 364434"/>
                    <a:gd name="connsiteX4" fmla="*/ 214854 w 337238"/>
                    <a:gd name="connsiteY4" fmla="*/ 108787 h 364434"/>
                    <a:gd name="connsiteX5" fmla="*/ 180433 w 337238"/>
                    <a:gd name="connsiteY5" fmla="*/ 73984 h 364434"/>
                    <a:gd name="connsiteX6" fmla="*/ 174059 w 337238"/>
                    <a:gd name="connsiteY6" fmla="*/ 0 h 364434"/>
                    <a:gd name="connsiteX7" fmla="*/ 337238 w 337238"/>
                    <a:gd name="connsiteY7" fmla="*/ 119665 h 364434"/>
                    <a:gd name="connsiteX8" fmla="*/ 133264 w 337238"/>
                    <a:gd name="connsiteY8" fmla="*/ 217573 h 364434"/>
                    <a:gd name="connsiteX9" fmla="*/ 225732 w 337238"/>
                    <a:gd name="connsiteY9" fmla="*/ 277405 h 364434"/>
                    <a:gd name="connsiteX10" fmla="*/ 320920 w 337238"/>
                    <a:gd name="connsiteY10" fmla="*/ 250208 h 364434"/>
                    <a:gd name="connsiteX11" fmla="*/ 174059 w 337238"/>
                    <a:gd name="connsiteY11" fmla="*/ 364434 h 364434"/>
                    <a:gd name="connsiteX12" fmla="*/ 0 w 337238"/>
                    <a:gd name="connsiteY12" fmla="*/ 184937 h 364434"/>
                    <a:gd name="connsiteX13" fmla="*/ 174059 w 337238"/>
                    <a:gd name="connsiteY13" fmla="*/ 0 h 3644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37238" h="364434">
                      <a:moveTo>
                        <a:pt x="180433" y="73984"/>
                      </a:moveTo>
                      <a:cubicBezTo>
                        <a:pt x="174569" y="73941"/>
                        <a:pt x="168620" y="75471"/>
                        <a:pt x="163180" y="78870"/>
                      </a:cubicBezTo>
                      <a:cubicBezTo>
                        <a:pt x="135984" y="95189"/>
                        <a:pt x="127825" y="130544"/>
                        <a:pt x="125105" y="160461"/>
                      </a:cubicBezTo>
                      <a:cubicBezTo>
                        <a:pt x="125105" y="163180"/>
                        <a:pt x="168620" y="160461"/>
                        <a:pt x="171339" y="163180"/>
                      </a:cubicBezTo>
                      <a:cubicBezTo>
                        <a:pt x="195816" y="157741"/>
                        <a:pt x="214854" y="135984"/>
                        <a:pt x="214854" y="108787"/>
                      </a:cubicBezTo>
                      <a:cubicBezTo>
                        <a:pt x="214854" y="88389"/>
                        <a:pt x="198026" y="74111"/>
                        <a:pt x="180433" y="73984"/>
                      </a:cubicBezTo>
                      <a:close/>
                      <a:moveTo>
                        <a:pt x="174059" y="0"/>
                      </a:moveTo>
                      <a:cubicBezTo>
                        <a:pt x="233891" y="0"/>
                        <a:pt x="337238" y="29916"/>
                        <a:pt x="337238" y="119665"/>
                      </a:cubicBezTo>
                      <a:cubicBezTo>
                        <a:pt x="337238" y="209414"/>
                        <a:pt x="244770" y="217573"/>
                        <a:pt x="133264" y="217573"/>
                      </a:cubicBezTo>
                      <a:cubicBezTo>
                        <a:pt x="133264" y="217573"/>
                        <a:pt x="149581" y="277405"/>
                        <a:pt x="225732" y="277405"/>
                      </a:cubicBezTo>
                      <a:cubicBezTo>
                        <a:pt x="301883" y="277405"/>
                        <a:pt x="320920" y="250208"/>
                        <a:pt x="320920" y="250208"/>
                      </a:cubicBezTo>
                      <a:cubicBezTo>
                        <a:pt x="320920" y="250208"/>
                        <a:pt x="315481" y="364434"/>
                        <a:pt x="174059" y="364434"/>
                      </a:cubicBezTo>
                      <a:cubicBezTo>
                        <a:pt x="95188" y="364434"/>
                        <a:pt x="0" y="304602"/>
                        <a:pt x="0" y="184937"/>
                      </a:cubicBezTo>
                      <a:cubicBezTo>
                        <a:pt x="0" y="78870"/>
                        <a:pt x="73431" y="0"/>
                        <a:pt x="174059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125" name="Freeform: Shape 124">
                  <a:extLst>
                    <a:ext uri="{FF2B5EF4-FFF2-40B4-BE49-F238E27FC236}">
                      <a16:creationId xmlns:a16="http://schemas.microsoft.com/office/drawing/2014/main" id="{52FC3C3D-C2E3-413A-B0BB-2B39C7AB0F8E}"/>
                    </a:ext>
                  </a:extLst>
                </p:cNvPr>
                <p:cNvSpPr/>
                <p:nvPr/>
              </p:nvSpPr>
              <p:spPr>
                <a:xfrm>
                  <a:off x="5376945" y="3338014"/>
                  <a:ext cx="353556" cy="543931"/>
                </a:xfrm>
                <a:custGeom>
                  <a:avLst/>
                  <a:gdLst>
                    <a:gd name="connsiteX0" fmla="*/ 311107 w 353555"/>
                    <a:gd name="connsiteY0" fmla="*/ 433663 h 543931"/>
                    <a:gd name="connsiteX1" fmla="*/ 215919 w 353555"/>
                    <a:gd name="connsiteY1" fmla="*/ 501654 h 543931"/>
                    <a:gd name="connsiteX2" fmla="*/ 98973 w 353555"/>
                    <a:gd name="connsiteY2" fmla="*/ 392868 h 543931"/>
                    <a:gd name="connsiteX3" fmla="*/ 98973 w 353555"/>
                    <a:gd name="connsiteY3" fmla="*/ 221530 h 543931"/>
                    <a:gd name="connsiteX4" fmla="*/ 82655 w 353555"/>
                    <a:gd name="connsiteY4" fmla="*/ 221530 h 543931"/>
                    <a:gd name="connsiteX5" fmla="*/ 58178 w 353555"/>
                    <a:gd name="connsiteY5" fmla="*/ 191614 h 543931"/>
                    <a:gd name="connsiteX6" fmla="*/ 85375 w 353555"/>
                    <a:gd name="connsiteY6" fmla="*/ 164417 h 543931"/>
                    <a:gd name="connsiteX7" fmla="*/ 101693 w 353555"/>
                    <a:gd name="connsiteY7" fmla="*/ 164417 h 543931"/>
                    <a:gd name="connsiteX8" fmla="*/ 101693 w 353555"/>
                    <a:gd name="connsiteY8" fmla="*/ 118183 h 543931"/>
                    <a:gd name="connsiteX9" fmla="*/ 166965 w 353555"/>
                    <a:gd name="connsiteY9" fmla="*/ 58350 h 543931"/>
                    <a:gd name="connsiteX10" fmla="*/ 229517 w 353555"/>
                    <a:gd name="connsiteY10" fmla="*/ 118183 h 543931"/>
                    <a:gd name="connsiteX11" fmla="*/ 229517 w 353555"/>
                    <a:gd name="connsiteY11" fmla="*/ 118183 h 543931"/>
                    <a:gd name="connsiteX12" fmla="*/ 229517 w 353555"/>
                    <a:gd name="connsiteY12" fmla="*/ 164417 h 543931"/>
                    <a:gd name="connsiteX13" fmla="*/ 283910 w 353555"/>
                    <a:gd name="connsiteY13" fmla="*/ 164417 h 543931"/>
                    <a:gd name="connsiteX14" fmla="*/ 308387 w 353555"/>
                    <a:gd name="connsiteY14" fmla="*/ 194333 h 543931"/>
                    <a:gd name="connsiteX15" fmla="*/ 281190 w 353555"/>
                    <a:gd name="connsiteY15" fmla="*/ 221530 h 543931"/>
                    <a:gd name="connsiteX16" fmla="*/ 229517 w 353555"/>
                    <a:gd name="connsiteY16" fmla="*/ 221530 h 543931"/>
                    <a:gd name="connsiteX17" fmla="*/ 229517 w 353555"/>
                    <a:gd name="connsiteY17" fmla="*/ 365671 h 543931"/>
                    <a:gd name="connsiteX18" fmla="*/ 311107 w 353555"/>
                    <a:gd name="connsiteY18" fmla="*/ 433663 h 5439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353555" h="543931">
                      <a:moveTo>
                        <a:pt x="311107" y="433663"/>
                      </a:moveTo>
                      <a:cubicBezTo>
                        <a:pt x="311107" y="433663"/>
                        <a:pt x="278471" y="501654"/>
                        <a:pt x="215919" y="501654"/>
                      </a:cubicBezTo>
                      <a:cubicBezTo>
                        <a:pt x="164245" y="501654"/>
                        <a:pt x="101693" y="458140"/>
                        <a:pt x="98973" y="392868"/>
                      </a:cubicBezTo>
                      <a:cubicBezTo>
                        <a:pt x="98973" y="392868"/>
                        <a:pt x="98973" y="297680"/>
                        <a:pt x="98973" y="221530"/>
                      </a:cubicBezTo>
                      <a:lnTo>
                        <a:pt x="82655" y="221530"/>
                      </a:lnTo>
                      <a:cubicBezTo>
                        <a:pt x="74496" y="221530"/>
                        <a:pt x="58178" y="216090"/>
                        <a:pt x="58178" y="191614"/>
                      </a:cubicBezTo>
                      <a:cubicBezTo>
                        <a:pt x="58178" y="167137"/>
                        <a:pt x="77216" y="164417"/>
                        <a:pt x="85375" y="164417"/>
                      </a:cubicBezTo>
                      <a:lnTo>
                        <a:pt x="101693" y="164417"/>
                      </a:lnTo>
                      <a:cubicBezTo>
                        <a:pt x="101693" y="137220"/>
                        <a:pt x="101693" y="118183"/>
                        <a:pt x="101693" y="118183"/>
                      </a:cubicBezTo>
                      <a:cubicBezTo>
                        <a:pt x="104413" y="85547"/>
                        <a:pt x="134329" y="55631"/>
                        <a:pt x="166965" y="58350"/>
                      </a:cubicBezTo>
                      <a:cubicBezTo>
                        <a:pt x="196881" y="61070"/>
                        <a:pt x="229517" y="85547"/>
                        <a:pt x="229517" y="118183"/>
                      </a:cubicBezTo>
                      <a:lnTo>
                        <a:pt x="229517" y="118183"/>
                      </a:lnTo>
                      <a:lnTo>
                        <a:pt x="229517" y="164417"/>
                      </a:lnTo>
                      <a:lnTo>
                        <a:pt x="283910" y="164417"/>
                      </a:lnTo>
                      <a:cubicBezTo>
                        <a:pt x="292069" y="164417"/>
                        <a:pt x="308387" y="169856"/>
                        <a:pt x="308387" y="194333"/>
                      </a:cubicBezTo>
                      <a:cubicBezTo>
                        <a:pt x="308387" y="218810"/>
                        <a:pt x="292069" y="221530"/>
                        <a:pt x="281190" y="221530"/>
                      </a:cubicBezTo>
                      <a:lnTo>
                        <a:pt x="229517" y="221530"/>
                      </a:lnTo>
                      <a:lnTo>
                        <a:pt x="229517" y="365671"/>
                      </a:lnTo>
                      <a:cubicBezTo>
                        <a:pt x="226797" y="409186"/>
                        <a:pt x="267592" y="433663"/>
                        <a:pt x="311107" y="433663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126" name="Freeform: Shape 125">
                  <a:extLst>
                    <a:ext uri="{FF2B5EF4-FFF2-40B4-BE49-F238E27FC236}">
                      <a16:creationId xmlns:a16="http://schemas.microsoft.com/office/drawing/2014/main" id="{00D1EF3C-5237-477F-9E7F-71265543F5DF}"/>
                    </a:ext>
                  </a:extLst>
                </p:cNvPr>
                <p:cNvSpPr/>
                <p:nvPr/>
              </p:nvSpPr>
              <p:spPr>
                <a:xfrm>
                  <a:off x="7090329" y="3338014"/>
                  <a:ext cx="353556" cy="543931"/>
                </a:xfrm>
                <a:custGeom>
                  <a:avLst/>
                  <a:gdLst>
                    <a:gd name="connsiteX0" fmla="*/ 311107 w 353555"/>
                    <a:gd name="connsiteY0" fmla="*/ 433663 h 543931"/>
                    <a:gd name="connsiteX1" fmla="*/ 215919 w 353555"/>
                    <a:gd name="connsiteY1" fmla="*/ 501654 h 543931"/>
                    <a:gd name="connsiteX2" fmla="*/ 98973 w 353555"/>
                    <a:gd name="connsiteY2" fmla="*/ 392868 h 543931"/>
                    <a:gd name="connsiteX3" fmla="*/ 98973 w 353555"/>
                    <a:gd name="connsiteY3" fmla="*/ 221530 h 543931"/>
                    <a:gd name="connsiteX4" fmla="*/ 82655 w 353555"/>
                    <a:gd name="connsiteY4" fmla="*/ 221530 h 543931"/>
                    <a:gd name="connsiteX5" fmla="*/ 58178 w 353555"/>
                    <a:gd name="connsiteY5" fmla="*/ 191614 h 543931"/>
                    <a:gd name="connsiteX6" fmla="*/ 85375 w 353555"/>
                    <a:gd name="connsiteY6" fmla="*/ 164417 h 543931"/>
                    <a:gd name="connsiteX7" fmla="*/ 101693 w 353555"/>
                    <a:gd name="connsiteY7" fmla="*/ 164417 h 543931"/>
                    <a:gd name="connsiteX8" fmla="*/ 101693 w 353555"/>
                    <a:gd name="connsiteY8" fmla="*/ 118183 h 543931"/>
                    <a:gd name="connsiteX9" fmla="*/ 166965 w 353555"/>
                    <a:gd name="connsiteY9" fmla="*/ 58350 h 543931"/>
                    <a:gd name="connsiteX10" fmla="*/ 229517 w 353555"/>
                    <a:gd name="connsiteY10" fmla="*/ 118183 h 543931"/>
                    <a:gd name="connsiteX11" fmla="*/ 229517 w 353555"/>
                    <a:gd name="connsiteY11" fmla="*/ 118183 h 543931"/>
                    <a:gd name="connsiteX12" fmla="*/ 229517 w 353555"/>
                    <a:gd name="connsiteY12" fmla="*/ 164417 h 543931"/>
                    <a:gd name="connsiteX13" fmla="*/ 283910 w 353555"/>
                    <a:gd name="connsiteY13" fmla="*/ 164417 h 543931"/>
                    <a:gd name="connsiteX14" fmla="*/ 308387 w 353555"/>
                    <a:gd name="connsiteY14" fmla="*/ 194333 h 543931"/>
                    <a:gd name="connsiteX15" fmla="*/ 281190 w 353555"/>
                    <a:gd name="connsiteY15" fmla="*/ 221530 h 543931"/>
                    <a:gd name="connsiteX16" fmla="*/ 229517 w 353555"/>
                    <a:gd name="connsiteY16" fmla="*/ 221530 h 543931"/>
                    <a:gd name="connsiteX17" fmla="*/ 229517 w 353555"/>
                    <a:gd name="connsiteY17" fmla="*/ 365671 h 543931"/>
                    <a:gd name="connsiteX18" fmla="*/ 311107 w 353555"/>
                    <a:gd name="connsiteY18" fmla="*/ 433663 h 5439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353555" h="543931">
                      <a:moveTo>
                        <a:pt x="311107" y="433663"/>
                      </a:moveTo>
                      <a:cubicBezTo>
                        <a:pt x="311107" y="433663"/>
                        <a:pt x="278471" y="501654"/>
                        <a:pt x="215919" y="501654"/>
                      </a:cubicBezTo>
                      <a:cubicBezTo>
                        <a:pt x="164245" y="501654"/>
                        <a:pt x="101693" y="458140"/>
                        <a:pt x="98973" y="392868"/>
                      </a:cubicBezTo>
                      <a:cubicBezTo>
                        <a:pt x="98973" y="392868"/>
                        <a:pt x="98973" y="297680"/>
                        <a:pt x="98973" y="221530"/>
                      </a:cubicBezTo>
                      <a:lnTo>
                        <a:pt x="82655" y="221530"/>
                      </a:lnTo>
                      <a:cubicBezTo>
                        <a:pt x="74496" y="221530"/>
                        <a:pt x="58178" y="216090"/>
                        <a:pt x="58178" y="191614"/>
                      </a:cubicBezTo>
                      <a:cubicBezTo>
                        <a:pt x="58178" y="167137"/>
                        <a:pt x="77216" y="164417"/>
                        <a:pt x="85375" y="164417"/>
                      </a:cubicBezTo>
                      <a:lnTo>
                        <a:pt x="101693" y="164417"/>
                      </a:lnTo>
                      <a:cubicBezTo>
                        <a:pt x="101693" y="137220"/>
                        <a:pt x="101693" y="118183"/>
                        <a:pt x="101693" y="118183"/>
                      </a:cubicBezTo>
                      <a:cubicBezTo>
                        <a:pt x="104412" y="85547"/>
                        <a:pt x="134329" y="55631"/>
                        <a:pt x="166965" y="58350"/>
                      </a:cubicBezTo>
                      <a:cubicBezTo>
                        <a:pt x="196881" y="61070"/>
                        <a:pt x="229517" y="85547"/>
                        <a:pt x="229517" y="118183"/>
                      </a:cubicBezTo>
                      <a:lnTo>
                        <a:pt x="229517" y="118183"/>
                      </a:lnTo>
                      <a:lnTo>
                        <a:pt x="229517" y="164417"/>
                      </a:lnTo>
                      <a:lnTo>
                        <a:pt x="283910" y="164417"/>
                      </a:lnTo>
                      <a:cubicBezTo>
                        <a:pt x="292069" y="164417"/>
                        <a:pt x="308387" y="169856"/>
                        <a:pt x="308387" y="194333"/>
                      </a:cubicBezTo>
                      <a:cubicBezTo>
                        <a:pt x="308387" y="218810"/>
                        <a:pt x="292069" y="221530"/>
                        <a:pt x="281190" y="221530"/>
                      </a:cubicBezTo>
                      <a:lnTo>
                        <a:pt x="229517" y="221530"/>
                      </a:lnTo>
                      <a:lnTo>
                        <a:pt x="229517" y="365671"/>
                      </a:lnTo>
                      <a:cubicBezTo>
                        <a:pt x="229517" y="409186"/>
                        <a:pt x="270312" y="433663"/>
                        <a:pt x="311107" y="433663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127" name="Freeform: Shape 126">
                  <a:extLst>
                    <a:ext uri="{FF2B5EF4-FFF2-40B4-BE49-F238E27FC236}">
                      <a16:creationId xmlns:a16="http://schemas.microsoft.com/office/drawing/2014/main" id="{94CF959A-B8EB-4177-997B-686BBDD7D492}"/>
                    </a:ext>
                  </a:extLst>
                </p:cNvPr>
                <p:cNvSpPr/>
                <p:nvPr/>
              </p:nvSpPr>
              <p:spPr>
                <a:xfrm>
                  <a:off x="2080719" y="4178559"/>
                  <a:ext cx="462342" cy="788700"/>
                </a:xfrm>
                <a:custGeom>
                  <a:avLst/>
                  <a:gdLst>
                    <a:gd name="connsiteX0" fmla="*/ 403575 w 462341"/>
                    <a:gd name="connsiteY0" fmla="*/ 583072 h 788699"/>
                    <a:gd name="connsiteX1" fmla="*/ 406295 w 462341"/>
                    <a:gd name="connsiteY1" fmla="*/ 596670 h 788699"/>
                    <a:gd name="connsiteX2" fmla="*/ 400855 w 462341"/>
                    <a:gd name="connsiteY2" fmla="*/ 610268 h 788699"/>
                    <a:gd name="connsiteX3" fmla="*/ 389977 w 462341"/>
                    <a:gd name="connsiteY3" fmla="*/ 626586 h 788699"/>
                    <a:gd name="connsiteX4" fmla="*/ 354621 w 462341"/>
                    <a:gd name="connsiteY4" fmla="*/ 675540 h 788699"/>
                    <a:gd name="connsiteX5" fmla="*/ 327424 w 462341"/>
                    <a:gd name="connsiteY5" fmla="*/ 691858 h 788699"/>
                    <a:gd name="connsiteX6" fmla="*/ 292069 w 462341"/>
                    <a:gd name="connsiteY6" fmla="*/ 713615 h 788699"/>
                    <a:gd name="connsiteX7" fmla="*/ 251274 w 462341"/>
                    <a:gd name="connsiteY7" fmla="*/ 724494 h 788699"/>
                    <a:gd name="connsiteX8" fmla="*/ 221358 w 462341"/>
                    <a:gd name="connsiteY8" fmla="*/ 721774 h 788699"/>
                    <a:gd name="connsiteX9" fmla="*/ 191442 w 462341"/>
                    <a:gd name="connsiteY9" fmla="*/ 721774 h 788699"/>
                    <a:gd name="connsiteX10" fmla="*/ 153366 w 462341"/>
                    <a:gd name="connsiteY10" fmla="*/ 713615 h 788699"/>
                    <a:gd name="connsiteX11" fmla="*/ 104412 w 462341"/>
                    <a:gd name="connsiteY11" fmla="*/ 675540 h 788699"/>
                    <a:gd name="connsiteX12" fmla="*/ 104412 w 462341"/>
                    <a:gd name="connsiteY12" fmla="*/ 689138 h 788699"/>
                    <a:gd name="connsiteX13" fmla="*/ 101693 w 462341"/>
                    <a:gd name="connsiteY13" fmla="*/ 710895 h 788699"/>
                    <a:gd name="connsiteX14" fmla="*/ 85375 w 462341"/>
                    <a:gd name="connsiteY14" fmla="*/ 732653 h 788699"/>
                    <a:gd name="connsiteX15" fmla="*/ 69057 w 462341"/>
                    <a:gd name="connsiteY15" fmla="*/ 727214 h 788699"/>
                    <a:gd name="connsiteX16" fmla="*/ 60898 w 462341"/>
                    <a:gd name="connsiteY16" fmla="*/ 710895 h 788699"/>
                    <a:gd name="connsiteX17" fmla="*/ 58178 w 462341"/>
                    <a:gd name="connsiteY17" fmla="*/ 691858 h 788699"/>
                    <a:gd name="connsiteX18" fmla="*/ 60898 w 462341"/>
                    <a:gd name="connsiteY18" fmla="*/ 664661 h 788699"/>
                    <a:gd name="connsiteX19" fmla="*/ 60898 w 462341"/>
                    <a:gd name="connsiteY19" fmla="*/ 607549 h 788699"/>
                    <a:gd name="connsiteX20" fmla="*/ 63618 w 462341"/>
                    <a:gd name="connsiteY20" fmla="*/ 528679 h 788699"/>
                    <a:gd name="connsiteX21" fmla="*/ 69057 w 462341"/>
                    <a:gd name="connsiteY21" fmla="*/ 504202 h 788699"/>
                    <a:gd name="connsiteX22" fmla="*/ 74496 w 462341"/>
                    <a:gd name="connsiteY22" fmla="*/ 493323 h 788699"/>
                    <a:gd name="connsiteX23" fmla="*/ 82655 w 462341"/>
                    <a:gd name="connsiteY23" fmla="*/ 487884 h 788699"/>
                    <a:gd name="connsiteX24" fmla="*/ 90814 w 462341"/>
                    <a:gd name="connsiteY24" fmla="*/ 493323 h 788699"/>
                    <a:gd name="connsiteX25" fmla="*/ 98973 w 462341"/>
                    <a:gd name="connsiteY25" fmla="*/ 512361 h 788699"/>
                    <a:gd name="connsiteX26" fmla="*/ 101693 w 462341"/>
                    <a:gd name="connsiteY26" fmla="*/ 555875 h 788699"/>
                    <a:gd name="connsiteX27" fmla="*/ 101693 w 462341"/>
                    <a:gd name="connsiteY27" fmla="*/ 596670 h 788699"/>
                    <a:gd name="connsiteX28" fmla="*/ 109852 w 462341"/>
                    <a:gd name="connsiteY28" fmla="*/ 626586 h 788699"/>
                    <a:gd name="connsiteX29" fmla="*/ 128889 w 462341"/>
                    <a:gd name="connsiteY29" fmla="*/ 651063 h 788699"/>
                    <a:gd name="connsiteX30" fmla="*/ 153366 w 462341"/>
                    <a:gd name="connsiteY30" fmla="*/ 670101 h 788699"/>
                    <a:gd name="connsiteX31" fmla="*/ 196881 w 462341"/>
                    <a:gd name="connsiteY31" fmla="*/ 678260 h 788699"/>
                    <a:gd name="connsiteX32" fmla="*/ 221358 w 462341"/>
                    <a:gd name="connsiteY32" fmla="*/ 667381 h 788699"/>
                    <a:gd name="connsiteX33" fmla="*/ 253994 w 462341"/>
                    <a:gd name="connsiteY33" fmla="*/ 659222 h 788699"/>
                    <a:gd name="connsiteX34" fmla="*/ 275751 w 462341"/>
                    <a:gd name="connsiteY34" fmla="*/ 637465 h 788699"/>
                    <a:gd name="connsiteX35" fmla="*/ 281190 w 462341"/>
                    <a:gd name="connsiteY35" fmla="*/ 615708 h 788699"/>
                    <a:gd name="connsiteX36" fmla="*/ 278471 w 462341"/>
                    <a:gd name="connsiteY36" fmla="*/ 602109 h 788699"/>
                    <a:gd name="connsiteX37" fmla="*/ 262153 w 462341"/>
                    <a:gd name="connsiteY37" fmla="*/ 572193 h 788699"/>
                    <a:gd name="connsiteX38" fmla="*/ 245835 w 462341"/>
                    <a:gd name="connsiteY38" fmla="*/ 536838 h 788699"/>
                    <a:gd name="connsiteX39" fmla="*/ 196881 w 462341"/>
                    <a:gd name="connsiteY39" fmla="*/ 477005 h 788699"/>
                    <a:gd name="connsiteX40" fmla="*/ 145207 w 462341"/>
                    <a:gd name="connsiteY40" fmla="*/ 419892 h 788699"/>
                    <a:gd name="connsiteX41" fmla="*/ 93534 w 462341"/>
                    <a:gd name="connsiteY41" fmla="*/ 357340 h 788699"/>
                    <a:gd name="connsiteX42" fmla="*/ 66337 w 462341"/>
                    <a:gd name="connsiteY42" fmla="*/ 283910 h 788699"/>
                    <a:gd name="connsiteX43" fmla="*/ 58178 w 462341"/>
                    <a:gd name="connsiteY43" fmla="*/ 224077 h 788699"/>
                    <a:gd name="connsiteX44" fmla="*/ 82655 w 462341"/>
                    <a:gd name="connsiteY44" fmla="*/ 150647 h 788699"/>
                    <a:gd name="connsiteX45" fmla="*/ 137048 w 462341"/>
                    <a:gd name="connsiteY45" fmla="*/ 96253 h 788699"/>
                    <a:gd name="connsiteX46" fmla="*/ 196881 w 462341"/>
                    <a:gd name="connsiteY46" fmla="*/ 77216 h 788699"/>
                    <a:gd name="connsiteX47" fmla="*/ 232236 w 462341"/>
                    <a:gd name="connsiteY47" fmla="*/ 69057 h 788699"/>
                    <a:gd name="connsiteX48" fmla="*/ 262153 w 462341"/>
                    <a:gd name="connsiteY48" fmla="*/ 74496 h 788699"/>
                    <a:gd name="connsiteX49" fmla="*/ 294789 w 462341"/>
                    <a:gd name="connsiteY49" fmla="*/ 85375 h 788699"/>
                    <a:gd name="connsiteX50" fmla="*/ 327424 w 462341"/>
                    <a:gd name="connsiteY50" fmla="*/ 104412 h 788699"/>
                    <a:gd name="connsiteX51" fmla="*/ 332864 w 462341"/>
                    <a:gd name="connsiteY51" fmla="*/ 74496 h 788699"/>
                    <a:gd name="connsiteX52" fmla="*/ 338303 w 462341"/>
                    <a:gd name="connsiteY52" fmla="*/ 63618 h 788699"/>
                    <a:gd name="connsiteX53" fmla="*/ 349182 w 462341"/>
                    <a:gd name="connsiteY53" fmla="*/ 58178 h 788699"/>
                    <a:gd name="connsiteX54" fmla="*/ 357341 w 462341"/>
                    <a:gd name="connsiteY54" fmla="*/ 63618 h 788699"/>
                    <a:gd name="connsiteX55" fmla="*/ 365500 w 462341"/>
                    <a:gd name="connsiteY55" fmla="*/ 82655 h 788699"/>
                    <a:gd name="connsiteX56" fmla="*/ 368219 w 462341"/>
                    <a:gd name="connsiteY56" fmla="*/ 142488 h 788699"/>
                    <a:gd name="connsiteX57" fmla="*/ 368219 w 462341"/>
                    <a:gd name="connsiteY57" fmla="*/ 188722 h 788699"/>
                    <a:gd name="connsiteX58" fmla="*/ 370939 w 462341"/>
                    <a:gd name="connsiteY58" fmla="*/ 245834 h 788699"/>
                    <a:gd name="connsiteX59" fmla="*/ 354621 w 462341"/>
                    <a:gd name="connsiteY59" fmla="*/ 286629 h 788699"/>
                    <a:gd name="connsiteX60" fmla="*/ 338303 w 462341"/>
                    <a:gd name="connsiteY60" fmla="*/ 281190 h 788699"/>
                    <a:gd name="connsiteX61" fmla="*/ 330144 w 462341"/>
                    <a:gd name="connsiteY61" fmla="*/ 264872 h 788699"/>
                    <a:gd name="connsiteX62" fmla="*/ 327424 w 462341"/>
                    <a:gd name="connsiteY62" fmla="*/ 248554 h 788699"/>
                    <a:gd name="connsiteX63" fmla="*/ 330144 w 462341"/>
                    <a:gd name="connsiteY63" fmla="*/ 221357 h 788699"/>
                    <a:gd name="connsiteX64" fmla="*/ 330144 w 462341"/>
                    <a:gd name="connsiteY64" fmla="*/ 188722 h 788699"/>
                    <a:gd name="connsiteX65" fmla="*/ 327424 w 462341"/>
                    <a:gd name="connsiteY65" fmla="*/ 164245 h 788699"/>
                    <a:gd name="connsiteX66" fmla="*/ 311107 w 462341"/>
                    <a:gd name="connsiteY66" fmla="*/ 134329 h 788699"/>
                    <a:gd name="connsiteX67" fmla="*/ 283910 w 462341"/>
                    <a:gd name="connsiteY67" fmla="*/ 118011 h 788699"/>
                    <a:gd name="connsiteX68" fmla="*/ 251274 w 462341"/>
                    <a:gd name="connsiteY68" fmla="*/ 112571 h 788699"/>
                    <a:gd name="connsiteX69" fmla="*/ 215918 w 462341"/>
                    <a:gd name="connsiteY69" fmla="*/ 123450 h 788699"/>
                    <a:gd name="connsiteX70" fmla="*/ 202320 w 462341"/>
                    <a:gd name="connsiteY70" fmla="*/ 147927 h 788699"/>
                    <a:gd name="connsiteX71" fmla="*/ 188722 w 462341"/>
                    <a:gd name="connsiteY71" fmla="*/ 180563 h 788699"/>
                    <a:gd name="connsiteX72" fmla="*/ 183283 w 462341"/>
                    <a:gd name="connsiteY72" fmla="*/ 210479 h 788699"/>
                    <a:gd name="connsiteX73" fmla="*/ 188722 w 462341"/>
                    <a:gd name="connsiteY73" fmla="*/ 226797 h 788699"/>
                    <a:gd name="connsiteX74" fmla="*/ 188722 w 462341"/>
                    <a:gd name="connsiteY74" fmla="*/ 248554 h 788699"/>
                    <a:gd name="connsiteX75" fmla="*/ 210479 w 462341"/>
                    <a:gd name="connsiteY75" fmla="*/ 273031 h 788699"/>
                    <a:gd name="connsiteX76" fmla="*/ 226797 w 462341"/>
                    <a:gd name="connsiteY76" fmla="*/ 300228 h 788699"/>
                    <a:gd name="connsiteX77" fmla="*/ 256713 w 462341"/>
                    <a:gd name="connsiteY77" fmla="*/ 332864 h 788699"/>
                    <a:gd name="connsiteX78" fmla="*/ 275751 w 462341"/>
                    <a:gd name="connsiteY78" fmla="*/ 351901 h 788699"/>
                    <a:gd name="connsiteX79" fmla="*/ 324705 w 462341"/>
                    <a:gd name="connsiteY79" fmla="*/ 400855 h 788699"/>
                    <a:gd name="connsiteX80" fmla="*/ 343742 w 462341"/>
                    <a:gd name="connsiteY80" fmla="*/ 428051 h 788699"/>
                    <a:gd name="connsiteX81" fmla="*/ 351901 w 462341"/>
                    <a:gd name="connsiteY81" fmla="*/ 433491 h 788699"/>
                    <a:gd name="connsiteX82" fmla="*/ 360060 w 462341"/>
                    <a:gd name="connsiteY82" fmla="*/ 447089 h 788699"/>
                    <a:gd name="connsiteX83" fmla="*/ 384537 w 462341"/>
                    <a:gd name="connsiteY83" fmla="*/ 474286 h 788699"/>
                    <a:gd name="connsiteX84" fmla="*/ 395416 w 462341"/>
                    <a:gd name="connsiteY84" fmla="*/ 506921 h 788699"/>
                    <a:gd name="connsiteX85" fmla="*/ 406295 w 462341"/>
                    <a:gd name="connsiteY85" fmla="*/ 536838 h 788699"/>
                    <a:gd name="connsiteX86" fmla="*/ 409014 w 462341"/>
                    <a:gd name="connsiteY86" fmla="*/ 547716 h 788699"/>
                    <a:gd name="connsiteX87" fmla="*/ 406295 w 462341"/>
                    <a:gd name="connsiteY87" fmla="*/ 569473 h 788699"/>
                    <a:gd name="connsiteX88" fmla="*/ 403575 w 462341"/>
                    <a:gd name="connsiteY88" fmla="*/ 583072 h 788699"/>
                    <a:gd name="connsiteX89" fmla="*/ 403575 w 462341"/>
                    <a:gd name="connsiteY89" fmla="*/ 583072 h 788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</a:cxnLst>
                  <a:rect l="l" t="t" r="r" b="b"/>
                  <a:pathLst>
                    <a:path w="462341" h="788699">
                      <a:moveTo>
                        <a:pt x="403575" y="583072"/>
                      </a:moveTo>
                      <a:cubicBezTo>
                        <a:pt x="403575" y="588511"/>
                        <a:pt x="406295" y="591231"/>
                        <a:pt x="406295" y="596670"/>
                      </a:cubicBezTo>
                      <a:cubicBezTo>
                        <a:pt x="406295" y="602109"/>
                        <a:pt x="403575" y="604829"/>
                        <a:pt x="400855" y="610268"/>
                      </a:cubicBezTo>
                      <a:cubicBezTo>
                        <a:pt x="398136" y="615708"/>
                        <a:pt x="392696" y="621147"/>
                        <a:pt x="389977" y="626586"/>
                      </a:cubicBezTo>
                      <a:cubicBezTo>
                        <a:pt x="381818" y="645624"/>
                        <a:pt x="368219" y="661942"/>
                        <a:pt x="354621" y="675540"/>
                      </a:cubicBezTo>
                      <a:cubicBezTo>
                        <a:pt x="346462" y="683699"/>
                        <a:pt x="338303" y="686419"/>
                        <a:pt x="327424" y="691858"/>
                      </a:cubicBezTo>
                      <a:cubicBezTo>
                        <a:pt x="316546" y="700017"/>
                        <a:pt x="302948" y="708176"/>
                        <a:pt x="292069" y="713615"/>
                      </a:cubicBezTo>
                      <a:cubicBezTo>
                        <a:pt x="281190" y="719054"/>
                        <a:pt x="264872" y="724494"/>
                        <a:pt x="251274" y="724494"/>
                      </a:cubicBezTo>
                      <a:cubicBezTo>
                        <a:pt x="240395" y="724494"/>
                        <a:pt x="229517" y="721774"/>
                        <a:pt x="221358" y="721774"/>
                      </a:cubicBezTo>
                      <a:cubicBezTo>
                        <a:pt x="213199" y="721774"/>
                        <a:pt x="202320" y="721774"/>
                        <a:pt x="191442" y="721774"/>
                      </a:cubicBezTo>
                      <a:cubicBezTo>
                        <a:pt x="172404" y="721774"/>
                        <a:pt x="172404" y="721774"/>
                        <a:pt x="153366" y="713615"/>
                      </a:cubicBezTo>
                      <a:cubicBezTo>
                        <a:pt x="134329" y="708176"/>
                        <a:pt x="118011" y="691858"/>
                        <a:pt x="104412" y="675540"/>
                      </a:cubicBezTo>
                      <a:cubicBezTo>
                        <a:pt x="104412" y="678260"/>
                        <a:pt x="104412" y="680979"/>
                        <a:pt x="104412" y="689138"/>
                      </a:cubicBezTo>
                      <a:cubicBezTo>
                        <a:pt x="104412" y="694578"/>
                        <a:pt x="104412" y="702737"/>
                        <a:pt x="101693" y="710895"/>
                      </a:cubicBezTo>
                      <a:cubicBezTo>
                        <a:pt x="101693" y="721774"/>
                        <a:pt x="96253" y="732653"/>
                        <a:pt x="85375" y="732653"/>
                      </a:cubicBezTo>
                      <a:cubicBezTo>
                        <a:pt x="77216" y="732653"/>
                        <a:pt x="74496" y="729933"/>
                        <a:pt x="69057" y="727214"/>
                      </a:cubicBezTo>
                      <a:cubicBezTo>
                        <a:pt x="63618" y="724494"/>
                        <a:pt x="60898" y="716335"/>
                        <a:pt x="60898" y="710895"/>
                      </a:cubicBezTo>
                      <a:cubicBezTo>
                        <a:pt x="58178" y="702737"/>
                        <a:pt x="58178" y="697297"/>
                        <a:pt x="58178" y="691858"/>
                      </a:cubicBezTo>
                      <a:cubicBezTo>
                        <a:pt x="58178" y="683699"/>
                        <a:pt x="60898" y="678260"/>
                        <a:pt x="60898" y="664661"/>
                      </a:cubicBezTo>
                      <a:cubicBezTo>
                        <a:pt x="60898" y="656502"/>
                        <a:pt x="60898" y="632026"/>
                        <a:pt x="60898" y="607549"/>
                      </a:cubicBezTo>
                      <a:cubicBezTo>
                        <a:pt x="60898" y="574913"/>
                        <a:pt x="60898" y="542277"/>
                        <a:pt x="63618" y="528679"/>
                      </a:cubicBezTo>
                      <a:cubicBezTo>
                        <a:pt x="63618" y="520520"/>
                        <a:pt x="63618" y="509641"/>
                        <a:pt x="69057" y="504202"/>
                      </a:cubicBezTo>
                      <a:cubicBezTo>
                        <a:pt x="71777" y="501482"/>
                        <a:pt x="71777" y="498762"/>
                        <a:pt x="74496" y="493323"/>
                      </a:cubicBezTo>
                      <a:cubicBezTo>
                        <a:pt x="77216" y="490603"/>
                        <a:pt x="79936" y="487884"/>
                        <a:pt x="82655" y="487884"/>
                      </a:cubicBezTo>
                      <a:cubicBezTo>
                        <a:pt x="85375" y="487884"/>
                        <a:pt x="90814" y="490603"/>
                        <a:pt x="90814" y="493323"/>
                      </a:cubicBezTo>
                      <a:cubicBezTo>
                        <a:pt x="93534" y="498762"/>
                        <a:pt x="98973" y="506921"/>
                        <a:pt x="98973" y="512361"/>
                      </a:cubicBezTo>
                      <a:cubicBezTo>
                        <a:pt x="98973" y="520520"/>
                        <a:pt x="101693" y="536838"/>
                        <a:pt x="101693" y="555875"/>
                      </a:cubicBezTo>
                      <a:cubicBezTo>
                        <a:pt x="101693" y="569473"/>
                        <a:pt x="101693" y="583072"/>
                        <a:pt x="101693" y="596670"/>
                      </a:cubicBezTo>
                      <a:cubicBezTo>
                        <a:pt x="101693" y="607549"/>
                        <a:pt x="104412" y="618427"/>
                        <a:pt x="109852" y="626586"/>
                      </a:cubicBezTo>
                      <a:cubicBezTo>
                        <a:pt x="115291" y="637465"/>
                        <a:pt x="123450" y="642904"/>
                        <a:pt x="128889" y="651063"/>
                      </a:cubicBezTo>
                      <a:cubicBezTo>
                        <a:pt x="137048" y="661942"/>
                        <a:pt x="139768" y="667381"/>
                        <a:pt x="153366" y="670101"/>
                      </a:cubicBezTo>
                      <a:cubicBezTo>
                        <a:pt x="161525" y="670101"/>
                        <a:pt x="183283" y="678260"/>
                        <a:pt x="196881" y="678260"/>
                      </a:cubicBezTo>
                      <a:cubicBezTo>
                        <a:pt x="207759" y="678260"/>
                        <a:pt x="210479" y="672820"/>
                        <a:pt x="221358" y="667381"/>
                      </a:cubicBezTo>
                      <a:cubicBezTo>
                        <a:pt x="232236" y="661942"/>
                        <a:pt x="245835" y="664661"/>
                        <a:pt x="253994" y="659222"/>
                      </a:cubicBezTo>
                      <a:cubicBezTo>
                        <a:pt x="262153" y="653783"/>
                        <a:pt x="273031" y="645624"/>
                        <a:pt x="275751" y="637465"/>
                      </a:cubicBezTo>
                      <a:cubicBezTo>
                        <a:pt x="281190" y="629306"/>
                        <a:pt x="281190" y="621147"/>
                        <a:pt x="281190" y="615708"/>
                      </a:cubicBezTo>
                      <a:cubicBezTo>
                        <a:pt x="281190" y="610268"/>
                        <a:pt x="281190" y="607549"/>
                        <a:pt x="278471" y="602109"/>
                      </a:cubicBezTo>
                      <a:cubicBezTo>
                        <a:pt x="275751" y="591231"/>
                        <a:pt x="267592" y="583072"/>
                        <a:pt x="262153" y="572193"/>
                      </a:cubicBezTo>
                      <a:cubicBezTo>
                        <a:pt x="256713" y="561314"/>
                        <a:pt x="253994" y="547716"/>
                        <a:pt x="245835" y="536838"/>
                      </a:cubicBezTo>
                      <a:cubicBezTo>
                        <a:pt x="232236" y="515080"/>
                        <a:pt x="213199" y="498762"/>
                        <a:pt x="196881" y="477005"/>
                      </a:cubicBezTo>
                      <a:cubicBezTo>
                        <a:pt x="180563" y="457968"/>
                        <a:pt x="164245" y="438930"/>
                        <a:pt x="145207" y="419892"/>
                      </a:cubicBezTo>
                      <a:cubicBezTo>
                        <a:pt x="126170" y="400855"/>
                        <a:pt x="109852" y="379098"/>
                        <a:pt x="93534" y="357340"/>
                      </a:cubicBezTo>
                      <a:cubicBezTo>
                        <a:pt x="77216" y="335583"/>
                        <a:pt x="71777" y="308387"/>
                        <a:pt x="66337" y="283910"/>
                      </a:cubicBezTo>
                      <a:cubicBezTo>
                        <a:pt x="63618" y="267592"/>
                        <a:pt x="58178" y="245834"/>
                        <a:pt x="58178" y="224077"/>
                      </a:cubicBezTo>
                      <a:cubicBezTo>
                        <a:pt x="58178" y="194161"/>
                        <a:pt x="69057" y="175123"/>
                        <a:pt x="82655" y="150647"/>
                      </a:cubicBezTo>
                      <a:cubicBezTo>
                        <a:pt x="96253" y="128889"/>
                        <a:pt x="115291" y="109852"/>
                        <a:pt x="137048" y="96253"/>
                      </a:cubicBezTo>
                      <a:cubicBezTo>
                        <a:pt x="158806" y="82655"/>
                        <a:pt x="172404" y="79936"/>
                        <a:pt x="196881" y="77216"/>
                      </a:cubicBezTo>
                      <a:cubicBezTo>
                        <a:pt x="210479" y="77216"/>
                        <a:pt x="215918" y="69057"/>
                        <a:pt x="232236" y="69057"/>
                      </a:cubicBezTo>
                      <a:cubicBezTo>
                        <a:pt x="243115" y="69057"/>
                        <a:pt x="251274" y="71776"/>
                        <a:pt x="262153" y="74496"/>
                      </a:cubicBezTo>
                      <a:cubicBezTo>
                        <a:pt x="273031" y="77216"/>
                        <a:pt x="283910" y="82655"/>
                        <a:pt x="294789" y="85375"/>
                      </a:cubicBezTo>
                      <a:cubicBezTo>
                        <a:pt x="308387" y="90814"/>
                        <a:pt x="319265" y="96253"/>
                        <a:pt x="327424" y="104412"/>
                      </a:cubicBezTo>
                      <a:cubicBezTo>
                        <a:pt x="327424" y="90814"/>
                        <a:pt x="327424" y="79936"/>
                        <a:pt x="332864" y="74496"/>
                      </a:cubicBezTo>
                      <a:cubicBezTo>
                        <a:pt x="335583" y="71776"/>
                        <a:pt x="335583" y="69057"/>
                        <a:pt x="338303" y="63618"/>
                      </a:cubicBezTo>
                      <a:cubicBezTo>
                        <a:pt x="341023" y="60898"/>
                        <a:pt x="346462" y="58178"/>
                        <a:pt x="349182" y="58178"/>
                      </a:cubicBezTo>
                      <a:cubicBezTo>
                        <a:pt x="351901" y="58178"/>
                        <a:pt x="357341" y="60898"/>
                        <a:pt x="357341" y="63618"/>
                      </a:cubicBezTo>
                      <a:cubicBezTo>
                        <a:pt x="360060" y="69057"/>
                        <a:pt x="365500" y="77216"/>
                        <a:pt x="365500" y="82655"/>
                      </a:cubicBezTo>
                      <a:cubicBezTo>
                        <a:pt x="365500" y="90814"/>
                        <a:pt x="368219" y="123450"/>
                        <a:pt x="368219" y="142488"/>
                      </a:cubicBezTo>
                      <a:cubicBezTo>
                        <a:pt x="368219" y="158806"/>
                        <a:pt x="368219" y="177843"/>
                        <a:pt x="368219" y="188722"/>
                      </a:cubicBezTo>
                      <a:cubicBezTo>
                        <a:pt x="368219" y="213199"/>
                        <a:pt x="370939" y="224077"/>
                        <a:pt x="370939" y="245834"/>
                      </a:cubicBezTo>
                      <a:cubicBezTo>
                        <a:pt x="370939" y="256713"/>
                        <a:pt x="370939" y="286629"/>
                        <a:pt x="354621" y="286629"/>
                      </a:cubicBezTo>
                      <a:cubicBezTo>
                        <a:pt x="346462" y="286629"/>
                        <a:pt x="343742" y="283910"/>
                        <a:pt x="338303" y="281190"/>
                      </a:cubicBezTo>
                      <a:cubicBezTo>
                        <a:pt x="332864" y="278470"/>
                        <a:pt x="330144" y="270311"/>
                        <a:pt x="330144" y="264872"/>
                      </a:cubicBezTo>
                      <a:cubicBezTo>
                        <a:pt x="327424" y="256713"/>
                        <a:pt x="327424" y="251274"/>
                        <a:pt x="327424" y="248554"/>
                      </a:cubicBezTo>
                      <a:cubicBezTo>
                        <a:pt x="327424" y="240395"/>
                        <a:pt x="330144" y="234956"/>
                        <a:pt x="330144" y="221357"/>
                      </a:cubicBezTo>
                      <a:cubicBezTo>
                        <a:pt x="330144" y="213199"/>
                        <a:pt x="330144" y="202320"/>
                        <a:pt x="330144" y="188722"/>
                      </a:cubicBezTo>
                      <a:cubicBezTo>
                        <a:pt x="330144" y="180563"/>
                        <a:pt x="327424" y="172404"/>
                        <a:pt x="327424" y="164245"/>
                      </a:cubicBezTo>
                      <a:cubicBezTo>
                        <a:pt x="324705" y="153366"/>
                        <a:pt x="319265" y="142488"/>
                        <a:pt x="311107" y="134329"/>
                      </a:cubicBezTo>
                      <a:cubicBezTo>
                        <a:pt x="302948" y="126170"/>
                        <a:pt x="294789" y="120730"/>
                        <a:pt x="283910" y="118011"/>
                      </a:cubicBezTo>
                      <a:cubicBezTo>
                        <a:pt x="275751" y="115291"/>
                        <a:pt x="262153" y="112571"/>
                        <a:pt x="251274" y="112571"/>
                      </a:cubicBezTo>
                      <a:cubicBezTo>
                        <a:pt x="237676" y="112571"/>
                        <a:pt x="224077" y="115291"/>
                        <a:pt x="215918" y="123450"/>
                      </a:cubicBezTo>
                      <a:cubicBezTo>
                        <a:pt x="207759" y="128889"/>
                        <a:pt x="205040" y="139768"/>
                        <a:pt x="202320" y="147927"/>
                      </a:cubicBezTo>
                      <a:cubicBezTo>
                        <a:pt x="196881" y="158806"/>
                        <a:pt x="191442" y="166964"/>
                        <a:pt x="188722" y="180563"/>
                      </a:cubicBezTo>
                      <a:cubicBezTo>
                        <a:pt x="186002" y="191441"/>
                        <a:pt x="183283" y="199600"/>
                        <a:pt x="183283" y="210479"/>
                      </a:cubicBezTo>
                      <a:cubicBezTo>
                        <a:pt x="183283" y="215918"/>
                        <a:pt x="186002" y="221357"/>
                        <a:pt x="188722" y="226797"/>
                      </a:cubicBezTo>
                      <a:cubicBezTo>
                        <a:pt x="191442" y="234956"/>
                        <a:pt x="188722" y="243115"/>
                        <a:pt x="188722" y="248554"/>
                      </a:cubicBezTo>
                      <a:cubicBezTo>
                        <a:pt x="191442" y="259433"/>
                        <a:pt x="202320" y="264872"/>
                        <a:pt x="210479" y="273031"/>
                      </a:cubicBezTo>
                      <a:cubicBezTo>
                        <a:pt x="218638" y="281190"/>
                        <a:pt x="221358" y="292069"/>
                        <a:pt x="226797" y="300228"/>
                      </a:cubicBezTo>
                      <a:cubicBezTo>
                        <a:pt x="234956" y="311106"/>
                        <a:pt x="245835" y="321985"/>
                        <a:pt x="256713" y="332864"/>
                      </a:cubicBezTo>
                      <a:cubicBezTo>
                        <a:pt x="259433" y="338303"/>
                        <a:pt x="267592" y="343742"/>
                        <a:pt x="275751" y="351901"/>
                      </a:cubicBezTo>
                      <a:cubicBezTo>
                        <a:pt x="292069" y="368219"/>
                        <a:pt x="311107" y="384537"/>
                        <a:pt x="324705" y="400855"/>
                      </a:cubicBezTo>
                      <a:cubicBezTo>
                        <a:pt x="332864" y="409014"/>
                        <a:pt x="335583" y="419892"/>
                        <a:pt x="343742" y="428051"/>
                      </a:cubicBezTo>
                      <a:cubicBezTo>
                        <a:pt x="346462" y="430771"/>
                        <a:pt x="349182" y="430771"/>
                        <a:pt x="351901" y="433491"/>
                      </a:cubicBezTo>
                      <a:cubicBezTo>
                        <a:pt x="354621" y="436210"/>
                        <a:pt x="357341" y="441650"/>
                        <a:pt x="360060" y="447089"/>
                      </a:cubicBezTo>
                      <a:cubicBezTo>
                        <a:pt x="368219" y="455248"/>
                        <a:pt x="376378" y="463407"/>
                        <a:pt x="384537" y="474286"/>
                      </a:cubicBezTo>
                      <a:cubicBezTo>
                        <a:pt x="389977" y="482445"/>
                        <a:pt x="392696" y="496043"/>
                        <a:pt x="395416" y="506921"/>
                      </a:cubicBezTo>
                      <a:cubicBezTo>
                        <a:pt x="400855" y="517800"/>
                        <a:pt x="400855" y="528679"/>
                        <a:pt x="406295" y="536838"/>
                      </a:cubicBezTo>
                      <a:cubicBezTo>
                        <a:pt x="409014" y="539557"/>
                        <a:pt x="409014" y="544997"/>
                        <a:pt x="409014" y="547716"/>
                      </a:cubicBezTo>
                      <a:cubicBezTo>
                        <a:pt x="409014" y="555875"/>
                        <a:pt x="406295" y="561314"/>
                        <a:pt x="406295" y="569473"/>
                      </a:cubicBezTo>
                      <a:cubicBezTo>
                        <a:pt x="406295" y="574913"/>
                        <a:pt x="403575" y="577632"/>
                        <a:pt x="403575" y="583072"/>
                      </a:cubicBezTo>
                      <a:lnTo>
                        <a:pt x="403575" y="583072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128" name="Freeform: Shape 127">
                  <a:extLst>
                    <a:ext uri="{FF2B5EF4-FFF2-40B4-BE49-F238E27FC236}">
                      <a16:creationId xmlns:a16="http://schemas.microsoft.com/office/drawing/2014/main" id="{1ADB0537-F542-45E3-99B6-FB38DCCB2C5F}"/>
                    </a:ext>
                  </a:extLst>
                </p:cNvPr>
                <p:cNvSpPr/>
                <p:nvPr/>
              </p:nvSpPr>
              <p:spPr>
                <a:xfrm>
                  <a:off x="2456032" y="4192158"/>
                  <a:ext cx="571128" cy="761503"/>
                </a:xfrm>
                <a:custGeom>
                  <a:avLst/>
                  <a:gdLst>
                    <a:gd name="connsiteX0" fmla="*/ 512361 w 571128"/>
                    <a:gd name="connsiteY0" fmla="*/ 79936 h 761503"/>
                    <a:gd name="connsiteX1" fmla="*/ 539558 w 571128"/>
                    <a:gd name="connsiteY1" fmla="*/ 96253 h 761503"/>
                    <a:gd name="connsiteX2" fmla="*/ 534118 w 571128"/>
                    <a:gd name="connsiteY2" fmla="*/ 112571 h 761503"/>
                    <a:gd name="connsiteX3" fmla="*/ 523240 w 571128"/>
                    <a:gd name="connsiteY3" fmla="*/ 120730 h 761503"/>
                    <a:gd name="connsiteX4" fmla="*/ 506922 w 571128"/>
                    <a:gd name="connsiteY4" fmla="*/ 123450 h 761503"/>
                    <a:gd name="connsiteX5" fmla="*/ 477006 w 571128"/>
                    <a:gd name="connsiteY5" fmla="*/ 123450 h 761503"/>
                    <a:gd name="connsiteX6" fmla="*/ 479725 w 571128"/>
                    <a:gd name="connsiteY6" fmla="*/ 145207 h 761503"/>
                    <a:gd name="connsiteX7" fmla="*/ 477006 w 571128"/>
                    <a:gd name="connsiteY7" fmla="*/ 180563 h 761503"/>
                    <a:gd name="connsiteX8" fmla="*/ 482445 w 571128"/>
                    <a:gd name="connsiteY8" fmla="*/ 232236 h 761503"/>
                    <a:gd name="connsiteX9" fmla="*/ 485165 w 571128"/>
                    <a:gd name="connsiteY9" fmla="*/ 283910 h 761503"/>
                    <a:gd name="connsiteX10" fmla="*/ 485165 w 571128"/>
                    <a:gd name="connsiteY10" fmla="*/ 327424 h 761503"/>
                    <a:gd name="connsiteX11" fmla="*/ 487884 w 571128"/>
                    <a:gd name="connsiteY11" fmla="*/ 373658 h 761503"/>
                    <a:gd name="connsiteX12" fmla="*/ 485165 w 571128"/>
                    <a:gd name="connsiteY12" fmla="*/ 419892 h 761503"/>
                    <a:gd name="connsiteX13" fmla="*/ 485165 w 571128"/>
                    <a:gd name="connsiteY13" fmla="*/ 463407 h 761503"/>
                    <a:gd name="connsiteX14" fmla="*/ 482445 w 571128"/>
                    <a:gd name="connsiteY14" fmla="*/ 515080 h 761503"/>
                    <a:gd name="connsiteX15" fmla="*/ 482445 w 571128"/>
                    <a:gd name="connsiteY15" fmla="*/ 558595 h 761503"/>
                    <a:gd name="connsiteX16" fmla="*/ 479725 w 571128"/>
                    <a:gd name="connsiteY16" fmla="*/ 602109 h 761503"/>
                    <a:gd name="connsiteX17" fmla="*/ 485165 w 571128"/>
                    <a:gd name="connsiteY17" fmla="*/ 648343 h 761503"/>
                    <a:gd name="connsiteX18" fmla="*/ 474286 w 571128"/>
                    <a:gd name="connsiteY18" fmla="*/ 675540 h 761503"/>
                    <a:gd name="connsiteX19" fmla="*/ 428052 w 571128"/>
                    <a:gd name="connsiteY19" fmla="*/ 691858 h 761503"/>
                    <a:gd name="connsiteX20" fmla="*/ 387257 w 571128"/>
                    <a:gd name="connsiteY20" fmla="*/ 683699 h 761503"/>
                    <a:gd name="connsiteX21" fmla="*/ 351901 w 571128"/>
                    <a:gd name="connsiteY21" fmla="*/ 664661 h 761503"/>
                    <a:gd name="connsiteX22" fmla="*/ 305667 w 571128"/>
                    <a:gd name="connsiteY22" fmla="*/ 596670 h 761503"/>
                    <a:gd name="connsiteX23" fmla="*/ 270312 w 571128"/>
                    <a:gd name="connsiteY23" fmla="*/ 509641 h 761503"/>
                    <a:gd name="connsiteX24" fmla="*/ 251274 w 571128"/>
                    <a:gd name="connsiteY24" fmla="*/ 460687 h 761503"/>
                    <a:gd name="connsiteX25" fmla="*/ 224077 w 571128"/>
                    <a:gd name="connsiteY25" fmla="*/ 381817 h 761503"/>
                    <a:gd name="connsiteX26" fmla="*/ 207759 w 571128"/>
                    <a:gd name="connsiteY26" fmla="*/ 330144 h 761503"/>
                    <a:gd name="connsiteX27" fmla="*/ 191442 w 571128"/>
                    <a:gd name="connsiteY27" fmla="*/ 286629 h 761503"/>
                    <a:gd name="connsiteX28" fmla="*/ 183283 w 571128"/>
                    <a:gd name="connsiteY28" fmla="*/ 278470 h 761503"/>
                    <a:gd name="connsiteX29" fmla="*/ 180563 w 571128"/>
                    <a:gd name="connsiteY29" fmla="*/ 292069 h 761503"/>
                    <a:gd name="connsiteX30" fmla="*/ 180563 w 571128"/>
                    <a:gd name="connsiteY30" fmla="*/ 305667 h 761503"/>
                    <a:gd name="connsiteX31" fmla="*/ 183283 w 571128"/>
                    <a:gd name="connsiteY31" fmla="*/ 354621 h 761503"/>
                    <a:gd name="connsiteX32" fmla="*/ 188722 w 571128"/>
                    <a:gd name="connsiteY32" fmla="*/ 449809 h 761503"/>
                    <a:gd name="connsiteX33" fmla="*/ 188722 w 571128"/>
                    <a:gd name="connsiteY33" fmla="*/ 479725 h 761503"/>
                    <a:gd name="connsiteX34" fmla="*/ 188722 w 571128"/>
                    <a:gd name="connsiteY34" fmla="*/ 542277 h 761503"/>
                    <a:gd name="connsiteX35" fmla="*/ 186002 w 571128"/>
                    <a:gd name="connsiteY35" fmla="*/ 615708 h 761503"/>
                    <a:gd name="connsiteX36" fmla="*/ 186002 w 571128"/>
                    <a:gd name="connsiteY36" fmla="*/ 637465 h 761503"/>
                    <a:gd name="connsiteX37" fmla="*/ 183283 w 571128"/>
                    <a:gd name="connsiteY37" fmla="*/ 664661 h 761503"/>
                    <a:gd name="connsiteX38" fmla="*/ 226797 w 571128"/>
                    <a:gd name="connsiteY38" fmla="*/ 664661 h 761503"/>
                    <a:gd name="connsiteX39" fmla="*/ 253994 w 571128"/>
                    <a:gd name="connsiteY39" fmla="*/ 680979 h 761503"/>
                    <a:gd name="connsiteX40" fmla="*/ 248554 w 571128"/>
                    <a:gd name="connsiteY40" fmla="*/ 697297 h 761503"/>
                    <a:gd name="connsiteX41" fmla="*/ 234956 w 571128"/>
                    <a:gd name="connsiteY41" fmla="*/ 705456 h 761503"/>
                    <a:gd name="connsiteX42" fmla="*/ 218638 w 571128"/>
                    <a:gd name="connsiteY42" fmla="*/ 708176 h 761503"/>
                    <a:gd name="connsiteX43" fmla="*/ 183283 w 571128"/>
                    <a:gd name="connsiteY43" fmla="*/ 708176 h 761503"/>
                    <a:gd name="connsiteX44" fmla="*/ 150647 w 571128"/>
                    <a:gd name="connsiteY44" fmla="*/ 708176 h 761503"/>
                    <a:gd name="connsiteX45" fmla="*/ 107132 w 571128"/>
                    <a:gd name="connsiteY45" fmla="*/ 708176 h 761503"/>
                    <a:gd name="connsiteX46" fmla="*/ 88094 w 571128"/>
                    <a:gd name="connsiteY46" fmla="*/ 708176 h 761503"/>
                    <a:gd name="connsiteX47" fmla="*/ 69057 w 571128"/>
                    <a:gd name="connsiteY47" fmla="*/ 702737 h 761503"/>
                    <a:gd name="connsiteX48" fmla="*/ 58178 w 571128"/>
                    <a:gd name="connsiteY48" fmla="*/ 686419 h 761503"/>
                    <a:gd name="connsiteX49" fmla="*/ 60898 w 571128"/>
                    <a:gd name="connsiteY49" fmla="*/ 678260 h 761503"/>
                    <a:gd name="connsiteX50" fmla="*/ 77216 w 571128"/>
                    <a:gd name="connsiteY50" fmla="*/ 670101 h 761503"/>
                    <a:gd name="connsiteX51" fmla="*/ 120730 w 571128"/>
                    <a:gd name="connsiteY51" fmla="*/ 664661 h 761503"/>
                    <a:gd name="connsiteX52" fmla="*/ 131609 w 571128"/>
                    <a:gd name="connsiteY52" fmla="*/ 664661 h 761503"/>
                    <a:gd name="connsiteX53" fmla="*/ 134329 w 571128"/>
                    <a:gd name="connsiteY53" fmla="*/ 539557 h 761503"/>
                    <a:gd name="connsiteX54" fmla="*/ 134329 w 571128"/>
                    <a:gd name="connsiteY54" fmla="*/ 504202 h 761503"/>
                    <a:gd name="connsiteX55" fmla="*/ 131609 w 571128"/>
                    <a:gd name="connsiteY55" fmla="*/ 376378 h 761503"/>
                    <a:gd name="connsiteX56" fmla="*/ 131609 w 571128"/>
                    <a:gd name="connsiteY56" fmla="*/ 302947 h 761503"/>
                    <a:gd name="connsiteX57" fmla="*/ 134329 w 571128"/>
                    <a:gd name="connsiteY57" fmla="*/ 221357 h 761503"/>
                    <a:gd name="connsiteX58" fmla="*/ 137048 w 571128"/>
                    <a:gd name="connsiteY58" fmla="*/ 123450 h 761503"/>
                    <a:gd name="connsiteX59" fmla="*/ 107132 w 571128"/>
                    <a:gd name="connsiteY59" fmla="*/ 123450 h 761503"/>
                    <a:gd name="connsiteX60" fmla="*/ 88094 w 571128"/>
                    <a:gd name="connsiteY60" fmla="*/ 123450 h 761503"/>
                    <a:gd name="connsiteX61" fmla="*/ 69057 w 571128"/>
                    <a:gd name="connsiteY61" fmla="*/ 118011 h 761503"/>
                    <a:gd name="connsiteX62" fmla="*/ 58178 w 571128"/>
                    <a:gd name="connsiteY62" fmla="*/ 101693 h 761503"/>
                    <a:gd name="connsiteX63" fmla="*/ 60898 w 571128"/>
                    <a:gd name="connsiteY63" fmla="*/ 93534 h 761503"/>
                    <a:gd name="connsiteX64" fmla="*/ 77216 w 571128"/>
                    <a:gd name="connsiteY64" fmla="*/ 85375 h 761503"/>
                    <a:gd name="connsiteX65" fmla="*/ 131609 w 571128"/>
                    <a:gd name="connsiteY65" fmla="*/ 79936 h 761503"/>
                    <a:gd name="connsiteX66" fmla="*/ 161525 w 571128"/>
                    <a:gd name="connsiteY66" fmla="*/ 79936 h 761503"/>
                    <a:gd name="connsiteX67" fmla="*/ 177843 w 571128"/>
                    <a:gd name="connsiteY67" fmla="*/ 66337 h 761503"/>
                    <a:gd name="connsiteX68" fmla="*/ 202320 w 571128"/>
                    <a:gd name="connsiteY68" fmla="*/ 58178 h 761503"/>
                    <a:gd name="connsiteX69" fmla="*/ 234956 w 571128"/>
                    <a:gd name="connsiteY69" fmla="*/ 77216 h 761503"/>
                    <a:gd name="connsiteX70" fmla="*/ 251274 w 571128"/>
                    <a:gd name="connsiteY70" fmla="*/ 107132 h 761503"/>
                    <a:gd name="connsiteX71" fmla="*/ 267592 w 571128"/>
                    <a:gd name="connsiteY71" fmla="*/ 147927 h 761503"/>
                    <a:gd name="connsiteX72" fmla="*/ 281190 w 571128"/>
                    <a:gd name="connsiteY72" fmla="*/ 183282 h 761503"/>
                    <a:gd name="connsiteX73" fmla="*/ 297508 w 571128"/>
                    <a:gd name="connsiteY73" fmla="*/ 224077 h 761503"/>
                    <a:gd name="connsiteX74" fmla="*/ 308387 w 571128"/>
                    <a:gd name="connsiteY74" fmla="*/ 264872 h 761503"/>
                    <a:gd name="connsiteX75" fmla="*/ 319265 w 571128"/>
                    <a:gd name="connsiteY75" fmla="*/ 300228 h 761503"/>
                    <a:gd name="connsiteX76" fmla="*/ 351901 w 571128"/>
                    <a:gd name="connsiteY76" fmla="*/ 379098 h 761503"/>
                    <a:gd name="connsiteX77" fmla="*/ 365500 w 571128"/>
                    <a:gd name="connsiteY77" fmla="*/ 417173 h 761503"/>
                    <a:gd name="connsiteX78" fmla="*/ 379098 w 571128"/>
                    <a:gd name="connsiteY78" fmla="*/ 457968 h 761503"/>
                    <a:gd name="connsiteX79" fmla="*/ 395416 w 571128"/>
                    <a:gd name="connsiteY79" fmla="*/ 496043 h 761503"/>
                    <a:gd name="connsiteX80" fmla="*/ 406295 w 571128"/>
                    <a:gd name="connsiteY80" fmla="*/ 512361 h 761503"/>
                    <a:gd name="connsiteX81" fmla="*/ 411734 w 571128"/>
                    <a:gd name="connsiteY81" fmla="*/ 531398 h 761503"/>
                    <a:gd name="connsiteX82" fmla="*/ 419893 w 571128"/>
                    <a:gd name="connsiteY82" fmla="*/ 558595 h 761503"/>
                    <a:gd name="connsiteX83" fmla="*/ 425332 w 571128"/>
                    <a:gd name="connsiteY83" fmla="*/ 564034 h 761503"/>
                    <a:gd name="connsiteX84" fmla="*/ 430771 w 571128"/>
                    <a:gd name="connsiteY84" fmla="*/ 558595 h 761503"/>
                    <a:gd name="connsiteX85" fmla="*/ 430771 w 571128"/>
                    <a:gd name="connsiteY85" fmla="*/ 550436 h 761503"/>
                    <a:gd name="connsiteX86" fmla="*/ 430771 w 571128"/>
                    <a:gd name="connsiteY86" fmla="*/ 501482 h 761503"/>
                    <a:gd name="connsiteX87" fmla="*/ 430771 w 571128"/>
                    <a:gd name="connsiteY87" fmla="*/ 403575 h 761503"/>
                    <a:gd name="connsiteX88" fmla="*/ 425332 w 571128"/>
                    <a:gd name="connsiteY88" fmla="*/ 313826 h 761503"/>
                    <a:gd name="connsiteX89" fmla="*/ 425332 w 571128"/>
                    <a:gd name="connsiteY89" fmla="*/ 248554 h 761503"/>
                    <a:gd name="connsiteX90" fmla="*/ 425332 w 571128"/>
                    <a:gd name="connsiteY90" fmla="*/ 210479 h 761503"/>
                    <a:gd name="connsiteX91" fmla="*/ 422613 w 571128"/>
                    <a:gd name="connsiteY91" fmla="*/ 153366 h 761503"/>
                    <a:gd name="connsiteX92" fmla="*/ 425332 w 571128"/>
                    <a:gd name="connsiteY92" fmla="*/ 123450 h 761503"/>
                    <a:gd name="connsiteX93" fmla="*/ 398136 w 571128"/>
                    <a:gd name="connsiteY93" fmla="*/ 123450 h 761503"/>
                    <a:gd name="connsiteX94" fmla="*/ 379098 w 571128"/>
                    <a:gd name="connsiteY94" fmla="*/ 123450 h 761503"/>
                    <a:gd name="connsiteX95" fmla="*/ 360060 w 571128"/>
                    <a:gd name="connsiteY95" fmla="*/ 118011 h 761503"/>
                    <a:gd name="connsiteX96" fmla="*/ 349182 w 571128"/>
                    <a:gd name="connsiteY96" fmla="*/ 101693 h 761503"/>
                    <a:gd name="connsiteX97" fmla="*/ 351901 w 571128"/>
                    <a:gd name="connsiteY97" fmla="*/ 93534 h 761503"/>
                    <a:gd name="connsiteX98" fmla="*/ 368219 w 571128"/>
                    <a:gd name="connsiteY98" fmla="*/ 85375 h 761503"/>
                    <a:gd name="connsiteX99" fmla="*/ 422613 w 571128"/>
                    <a:gd name="connsiteY99" fmla="*/ 79936 h 761503"/>
                    <a:gd name="connsiteX100" fmla="*/ 444370 w 571128"/>
                    <a:gd name="connsiteY100" fmla="*/ 79936 h 761503"/>
                    <a:gd name="connsiteX101" fmla="*/ 463407 w 571128"/>
                    <a:gd name="connsiteY101" fmla="*/ 71776 h 761503"/>
                    <a:gd name="connsiteX102" fmla="*/ 477006 w 571128"/>
                    <a:gd name="connsiteY102" fmla="*/ 79936 h 761503"/>
                    <a:gd name="connsiteX103" fmla="*/ 512361 w 571128"/>
                    <a:gd name="connsiteY103" fmla="*/ 79936 h 761503"/>
                    <a:gd name="connsiteX104" fmla="*/ 512361 w 571128"/>
                    <a:gd name="connsiteY104" fmla="*/ 79936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</a:cxnLst>
                  <a:rect l="l" t="t" r="r" b="b"/>
                  <a:pathLst>
                    <a:path w="571128" h="761503">
                      <a:moveTo>
                        <a:pt x="512361" y="79936"/>
                      </a:moveTo>
                      <a:cubicBezTo>
                        <a:pt x="520520" y="79936"/>
                        <a:pt x="539558" y="79936"/>
                        <a:pt x="539558" y="96253"/>
                      </a:cubicBezTo>
                      <a:cubicBezTo>
                        <a:pt x="539558" y="104412"/>
                        <a:pt x="539558" y="107132"/>
                        <a:pt x="534118" y="112571"/>
                      </a:cubicBezTo>
                      <a:cubicBezTo>
                        <a:pt x="531399" y="118011"/>
                        <a:pt x="525960" y="120730"/>
                        <a:pt x="523240" y="120730"/>
                      </a:cubicBezTo>
                      <a:cubicBezTo>
                        <a:pt x="515081" y="123450"/>
                        <a:pt x="512361" y="123450"/>
                        <a:pt x="506922" y="123450"/>
                      </a:cubicBezTo>
                      <a:cubicBezTo>
                        <a:pt x="504202" y="123450"/>
                        <a:pt x="490604" y="123450"/>
                        <a:pt x="477006" y="123450"/>
                      </a:cubicBezTo>
                      <a:cubicBezTo>
                        <a:pt x="477006" y="131609"/>
                        <a:pt x="479725" y="137048"/>
                        <a:pt x="479725" y="145207"/>
                      </a:cubicBezTo>
                      <a:cubicBezTo>
                        <a:pt x="479725" y="156086"/>
                        <a:pt x="477006" y="166964"/>
                        <a:pt x="477006" y="180563"/>
                      </a:cubicBezTo>
                      <a:cubicBezTo>
                        <a:pt x="477006" y="196881"/>
                        <a:pt x="479725" y="215918"/>
                        <a:pt x="482445" y="232236"/>
                      </a:cubicBezTo>
                      <a:cubicBezTo>
                        <a:pt x="485165" y="248554"/>
                        <a:pt x="485165" y="267592"/>
                        <a:pt x="485165" y="283910"/>
                      </a:cubicBezTo>
                      <a:cubicBezTo>
                        <a:pt x="485165" y="297508"/>
                        <a:pt x="485165" y="313826"/>
                        <a:pt x="485165" y="327424"/>
                      </a:cubicBezTo>
                      <a:cubicBezTo>
                        <a:pt x="485165" y="343742"/>
                        <a:pt x="487884" y="357340"/>
                        <a:pt x="487884" y="373658"/>
                      </a:cubicBezTo>
                      <a:cubicBezTo>
                        <a:pt x="487884" y="389976"/>
                        <a:pt x="485165" y="403575"/>
                        <a:pt x="485165" y="419892"/>
                      </a:cubicBezTo>
                      <a:cubicBezTo>
                        <a:pt x="485165" y="436210"/>
                        <a:pt x="485165" y="449809"/>
                        <a:pt x="485165" y="463407"/>
                      </a:cubicBezTo>
                      <a:cubicBezTo>
                        <a:pt x="485165" y="479725"/>
                        <a:pt x="485165" y="498762"/>
                        <a:pt x="482445" y="515080"/>
                      </a:cubicBezTo>
                      <a:cubicBezTo>
                        <a:pt x="482445" y="528679"/>
                        <a:pt x="482445" y="542277"/>
                        <a:pt x="482445" y="558595"/>
                      </a:cubicBezTo>
                      <a:cubicBezTo>
                        <a:pt x="482445" y="572193"/>
                        <a:pt x="479725" y="588511"/>
                        <a:pt x="479725" y="602109"/>
                      </a:cubicBezTo>
                      <a:cubicBezTo>
                        <a:pt x="479725" y="615708"/>
                        <a:pt x="485165" y="632026"/>
                        <a:pt x="485165" y="648343"/>
                      </a:cubicBezTo>
                      <a:cubicBezTo>
                        <a:pt x="485165" y="659222"/>
                        <a:pt x="482445" y="670101"/>
                        <a:pt x="474286" y="675540"/>
                      </a:cubicBezTo>
                      <a:cubicBezTo>
                        <a:pt x="460688" y="686419"/>
                        <a:pt x="444370" y="691858"/>
                        <a:pt x="428052" y="691858"/>
                      </a:cubicBezTo>
                      <a:cubicBezTo>
                        <a:pt x="414454" y="691858"/>
                        <a:pt x="400855" y="689138"/>
                        <a:pt x="387257" y="683699"/>
                      </a:cubicBezTo>
                      <a:cubicBezTo>
                        <a:pt x="373659" y="678260"/>
                        <a:pt x="360060" y="672820"/>
                        <a:pt x="351901" y="664661"/>
                      </a:cubicBezTo>
                      <a:cubicBezTo>
                        <a:pt x="330144" y="645624"/>
                        <a:pt x="316546" y="621147"/>
                        <a:pt x="305667" y="596670"/>
                      </a:cubicBezTo>
                      <a:cubicBezTo>
                        <a:pt x="292069" y="569473"/>
                        <a:pt x="281190" y="539557"/>
                        <a:pt x="270312" y="509641"/>
                      </a:cubicBezTo>
                      <a:cubicBezTo>
                        <a:pt x="264872" y="493323"/>
                        <a:pt x="256713" y="477005"/>
                        <a:pt x="251274" y="460687"/>
                      </a:cubicBezTo>
                      <a:cubicBezTo>
                        <a:pt x="240395" y="433491"/>
                        <a:pt x="232236" y="409014"/>
                        <a:pt x="224077" y="381817"/>
                      </a:cubicBezTo>
                      <a:cubicBezTo>
                        <a:pt x="218638" y="365499"/>
                        <a:pt x="213199" y="346462"/>
                        <a:pt x="207759" y="330144"/>
                      </a:cubicBezTo>
                      <a:cubicBezTo>
                        <a:pt x="202320" y="316545"/>
                        <a:pt x="196881" y="300228"/>
                        <a:pt x="191442" y="286629"/>
                      </a:cubicBezTo>
                      <a:cubicBezTo>
                        <a:pt x="188722" y="281190"/>
                        <a:pt x="186002" y="278470"/>
                        <a:pt x="183283" y="278470"/>
                      </a:cubicBezTo>
                      <a:cubicBezTo>
                        <a:pt x="180563" y="278470"/>
                        <a:pt x="180563" y="286629"/>
                        <a:pt x="180563" y="292069"/>
                      </a:cubicBezTo>
                      <a:cubicBezTo>
                        <a:pt x="180563" y="297508"/>
                        <a:pt x="180563" y="302947"/>
                        <a:pt x="180563" y="305667"/>
                      </a:cubicBezTo>
                      <a:cubicBezTo>
                        <a:pt x="180563" y="321985"/>
                        <a:pt x="183283" y="338303"/>
                        <a:pt x="183283" y="354621"/>
                      </a:cubicBezTo>
                      <a:cubicBezTo>
                        <a:pt x="183283" y="387257"/>
                        <a:pt x="186002" y="417173"/>
                        <a:pt x="188722" y="449809"/>
                      </a:cubicBezTo>
                      <a:cubicBezTo>
                        <a:pt x="188722" y="460687"/>
                        <a:pt x="188722" y="468846"/>
                        <a:pt x="188722" y="479725"/>
                      </a:cubicBezTo>
                      <a:cubicBezTo>
                        <a:pt x="188722" y="501482"/>
                        <a:pt x="188722" y="523239"/>
                        <a:pt x="188722" y="542277"/>
                      </a:cubicBezTo>
                      <a:cubicBezTo>
                        <a:pt x="188722" y="566754"/>
                        <a:pt x="186002" y="591231"/>
                        <a:pt x="186002" y="615708"/>
                      </a:cubicBezTo>
                      <a:cubicBezTo>
                        <a:pt x="186002" y="623867"/>
                        <a:pt x="186002" y="632026"/>
                        <a:pt x="186002" y="637465"/>
                      </a:cubicBezTo>
                      <a:cubicBezTo>
                        <a:pt x="186002" y="645624"/>
                        <a:pt x="183283" y="656502"/>
                        <a:pt x="183283" y="664661"/>
                      </a:cubicBezTo>
                      <a:cubicBezTo>
                        <a:pt x="202320" y="664661"/>
                        <a:pt x="218638" y="664661"/>
                        <a:pt x="226797" y="664661"/>
                      </a:cubicBezTo>
                      <a:cubicBezTo>
                        <a:pt x="234956" y="664661"/>
                        <a:pt x="253994" y="664661"/>
                        <a:pt x="253994" y="680979"/>
                      </a:cubicBezTo>
                      <a:cubicBezTo>
                        <a:pt x="253994" y="689138"/>
                        <a:pt x="253994" y="691858"/>
                        <a:pt x="248554" y="697297"/>
                      </a:cubicBezTo>
                      <a:cubicBezTo>
                        <a:pt x="245835" y="702737"/>
                        <a:pt x="240395" y="705456"/>
                        <a:pt x="234956" y="705456"/>
                      </a:cubicBezTo>
                      <a:cubicBezTo>
                        <a:pt x="226797" y="708176"/>
                        <a:pt x="224077" y="708176"/>
                        <a:pt x="218638" y="708176"/>
                      </a:cubicBezTo>
                      <a:cubicBezTo>
                        <a:pt x="215918" y="708176"/>
                        <a:pt x="199600" y="708176"/>
                        <a:pt x="183283" y="708176"/>
                      </a:cubicBezTo>
                      <a:cubicBezTo>
                        <a:pt x="166965" y="708176"/>
                        <a:pt x="153366" y="708176"/>
                        <a:pt x="150647" y="708176"/>
                      </a:cubicBezTo>
                      <a:cubicBezTo>
                        <a:pt x="139768" y="708176"/>
                        <a:pt x="120730" y="708176"/>
                        <a:pt x="107132" y="708176"/>
                      </a:cubicBezTo>
                      <a:cubicBezTo>
                        <a:pt x="101693" y="708176"/>
                        <a:pt x="96253" y="708176"/>
                        <a:pt x="88094" y="708176"/>
                      </a:cubicBezTo>
                      <a:cubicBezTo>
                        <a:pt x="82655" y="708176"/>
                        <a:pt x="74496" y="708176"/>
                        <a:pt x="69057" y="702737"/>
                      </a:cubicBezTo>
                      <a:cubicBezTo>
                        <a:pt x="63618" y="700017"/>
                        <a:pt x="58178" y="691858"/>
                        <a:pt x="58178" y="686419"/>
                      </a:cubicBezTo>
                      <a:cubicBezTo>
                        <a:pt x="58178" y="683699"/>
                        <a:pt x="58178" y="680979"/>
                        <a:pt x="60898" y="678260"/>
                      </a:cubicBezTo>
                      <a:cubicBezTo>
                        <a:pt x="63618" y="675540"/>
                        <a:pt x="71777" y="672820"/>
                        <a:pt x="77216" y="670101"/>
                      </a:cubicBezTo>
                      <a:cubicBezTo>
                        <a:pt x="90814" y="667381"/>
                        <a:pt x="115291" y="664661"/>
                        <a:pt x="120730" y="664661"/>
                      </a:cubicBezTo>
                      <a:cubicBezTo>
                        <a:pt x="123450" y="664661"/>
                        <a:pt x="126170" y="664661"/>
                        <a:pt x="131609" y="664661"/>
                      </a:cubicBezTo>
                      <a:cubicBezTo>
                        <a:pt x="131609" y="623867"/>
                        <a:pt x="134329" y="583072"/>
                        <a:pt x="134329" y="539557"/>
                      </a:cubicBezTo>
                      <a:cubicBezTo>
                        <a:pt x="134329" y="528679"/>
                        <a:pt x="134329" y="515080"/>
                        <a:pt x="134329" y="504202"/>
                      </a:cubicBezTo>
                      <a:cubicBezTo>
                        <a:pt x="131609" y="460687"/>
                        <a:pt x="131609" y="417173"/>
                        <a:pt x="131609" y="376378"/>
                      </a:cubicBezTo>
                      <a:cubicBezTo>
                        <a:pt x="131609" y="351901"/>
                        <a:pt x="131609" y="327424"/>
                        <a:pt x="131609" y="302947"/>
                      </a:cubicBezTo>
                      <a:cubicBezTo>
                        <a:pt x="131609" y="275751"/>
                        <a:pt x="131609" y="248554"/>
                        <a:pt x="134329" y="221357"/>
                      </a:cubicBezTo>
                      <a:cubicBezTo>
                        <a:pt x="134329" y="188722"/>
                        <a:pt x="137048" y="156086"/>
                        <a:pt x="137048" y="123450"/>
                      </a:cubicBezTo>
                      <a:cubicBezTo>
                        <a:pt x="126170" y="123450"/>
                        <a:pt x="115291" y="123450"/>
                        <a:pt x="107132" y="123450"/>
                      </a:cubicBezTo>
                      <a:cubicBezTo>
                        <a:pt x="101693" y="123450"/>
                        <a:pt x="96253" y="123450"/>
                        <a:pt x="88094" y="123450"/>
                      </a:cubicBezTo>
                      <a:cubicBezTo>
                        <a:pt x="82655" y="123450"/>
                        <a:pt x="74496" y="120730"/>
                        <a:pt x="69057" y="118011"/>
                      </a:cubicBezTo>
                      <a:cubicBezTo>
                        <a:pt x="63618" y="115291"/>
                        <a:pt x="58178" y="107132"/>
                        <a:pt x="58178" y="101693"/>
                      </a:cubicBezTo>
                      <a:cubicBezTo>
                        <a:pt x="58178" y="98973"/>
                        <a:pt x="58178" y="96253"/>
                        <a:pt x="60898" y="93534"/>
                      </a:cubicBezTo>
                      <a:cubicBezTo>
                        <a:pt x="63618" y="90814"/>
                        <a:pt x="71777" y="88095"/>
                        <a:pt x="77216" y="85375"/>
                      </a:cubicBezTo>
                      <a:cubicBezTo>
                        <a:pt x="90814" y="82655"/>
                        <a:pt x="126170" y="79936"/>
                        <a:pt x="131609" y="79936"/>
                      </a:cubicBezTo>
                      <a:cubicBezTo>
                        <a:pt x="137048" y="79936"/>
                        <a:pt x="147927" y="79936"/>
                        <a:pt x="161525" y="79936"/>
                      </a:cubicBezTo>
                      <a:cubicBezTo>
                        <a:pt x="166965" y="74496"/>
                        <a:pt x="172404" y="71776"/>
                        <a:pt x="177843" y="66337"/>
                      </a:cubicBezTo>
                      <a:cubicBezTo>
                        <a:pt x="186002" y="60898"/>
                        <a:pt x="194161" y="58178"/>
                        <a:pt x="202320" y="58178"/>
                      </a:cubicBezTo>
                      <a:cubicBezTo>
                        <a:pt x="215918" y="58178"/>
                        <a:pt x="226797" y="63618"/>
                        <a:pt x="234956" y="77216"/>
                      </a:cubicBezTo>
                      <a:cubicBezTo>
                        <a:pt x="240395" y="88095"/>
                        <a:pt x="248554" y="96253"/>
                        <a:pt x="251274" y="107132"/>
                      </a:cubicBezTo>
                      <a:cubicBezTo>
                        <a:pt x="256713" y="120730"/>
                        <a:pt x="259433" y="134329"/>
                        <a:pt x="267592" y="147927"/>
                      </a:cubicBezTo>
                      <a:cubicBezTo>
                        <a:pt x="273031" y="158806"/>
                        <a:pt x="275751" y="172404"/>
                        <a:pt x="281190" y="183282"/>
                      </a:cubicBezTo>
                      <a:cubicBezTo>
                        <a:pt x="286630" y="196881"/>
                        <a:pt x="292069" y="210479"/>
                        <a:pt x="297508" y="224077"/>
                      </a:cubicBezTo>
                      <a:cubicBezTo>
                        <a:pt x="300228" y="237676"/>
                        <a:pt x="305667" y="251274"/>
                        <a:pt x="308387" y="264872"/>
                      </a:cubicBezTo>
                      <a:cubicBezTo>
                        <a:pt x="311107" y="278470"/>
                        <a:pt x="311107" y="289349"/>
                        <a:pt x="319265" y="300228"/>
                      </a:cubicBezTo>
                      <a:cubicBezTo>
                        <a:pt x="332864" y="324704"/>
                        <a:pt x="346462" y="351901"/>
                        <a:pt x="351901" y="379098"/>
                      </a:cubicBezTo>
                      <a:cubicBezTo>
                        <a:pt x="354621" y="392696"/>
                        <a:pt x="360060" y="403575"/>
                        <a:pt x="365500" y="417173"/>
                      </a:cubicBezTo>
                      <a:cubicBezTo>
                        <a:pt x="373659" y="430771"/>
                        <a:pt x="373659" y="444369"/>
                        <a:pt x="379098" y="457968"/>
                      </a:cubicBezTo>
                      <a:cubicBezTo>
                        <a:pt x="381818" y="471566"/>
                        <a:pt x="387257" y="482445"/>
                        <a:pt x="395416" y="496043"/>
                      </a:cubicBezTo>
                      <a:cubicBezTo>
                        <a:pt x="398136" y="501482"/>
                        <a:pt x="403575" y="506921"/>
                        <a:pt x="406295" y="512361"/>
                      </a:cubicBezTo>
                      <a:cubicBezTo>
                        <a:pt x="409014" y="517800"/>
                        <a:pt x="409014" y="525959"/>
                        <a:pt x="411734" y="531398"/>
                      </a:cubicBezTo>
                      <a:cubicBezTo>
                        <a:pt x="414454" y="539557"/>
                        <a:pt x="417173" y="550436"/>
                        <a:pt x="419893" y="558595"/>
                      </a:cubicBezTo>
                      <a:cubicBezTo>
                        <a:pt x="422613" y="561314"/>
                        <a:pt x="422613" y="564034"/>
                        <a:pt x="425332" y="564034"/>
                      </a:cubicBezTo>
                      <a:cubicBezTo>
                        <a:pt x="428052" y="564034"/>
                        <a:pt x="428052" y="561314"/>
                        <a:pt x="430771" y="558595"/>
                      </a:cubicBezTo>
                      <a:cubicBezTo>
                        <a:pt x="430771" y="555875"/>
                        <a:pt x="430771" y="553156"/>
                        <a:pt x="430771" y="550436"/>
                      </a:cubicBezTo>
                      <a:cubicBezTo>
                        <a:pt x="430771" y="534118"/>
                        <a:pt x="430771" y="517800"/>
                        <a:pt x="430771" y="501482"/>
                      </a:cubicBezTo>
                      <a:cubicBezTo>
                        <a:pt x="430771" y="468846"/>
                        <a:pt x="433491" y="436210"/>
                        <a:pt x="430771" y="403575"/>
                      </a:cubicBezTo>
                      <a:cubicBezTo>
                        <a:pt x="430771" y="373658"/>
                        <a:pt x="425332" y="343742"/>
                        <a:pt x="425332" y="313826"/>
                      </a:cubicBezTo>
                      <a:cubicBezTo>
                        <a:pt x="425332" y="292069"/>
                        <a:pt x="425332" y="270311"/>
                        <a:pt x="425332" y="248554"/>
                      </a:cubicBezTo>
                      <a:cubicBezTo>
                        <a:pt x="425332" y="234956"/>
                        <a:pt x="425332" y="224077"/>
                        <a:pt x="425332" y="210479"/>
                      </a:cubicBezTo>
                      <a:cubicBezTo>
                        <a:pt x="425332" y="191441"/>
                        <a:pt x="422613" y="172404"/>
                        <a:pt x="422613" y="153366"/>
                      </a:cubicBezTo>
                      <a:cubicBezTo>
                        <a:pt x="422613" y="142488"/>
                        <a:pt x="422613" y="134329"/>
                        <a:pt x="425332" y="123450"/>
                      </a:cubicBezTo>
                      <a:cubicBezTo>
                        <a:pt x="417173" y="123450"/>
                        <a:pt x="406295" y="123450"/>
                        <a:pt x="398136" y="123450"/>
                      </a:cubicBezTo>
                      <a:cubicBezTo>
                        <a:pt x="392696" y="123450"/>
                        <a:pt x="387257" y="123450"/>
                        <a:pt x="379098" y="123450"/>
                      </a:cubicBezTo>
                      <a:cubicBezTo>
                        <a:pt x="373659" y="123450"/>
                        <a:pt x="365500" y="120730"/>
                        <a:pt x="360060" y="118011"/>
                      </a:cubicBezTo>
                      <a:cubicBezTo>
                        <a:pt x="354621" y="115291"/>
                        <a:pt x="349182" y="107132"/>
                        <a:pt x="349182" y="101693"/>
                      </a:cubicBezTo>
                      <a:cubicBezTo>
                        <a:pt x="349182" y="98973"/>
                        <a:pt x="349182" y="96253"/>
                        <a:pt x="351901" y="93534"/>
                      </a:cubicBezTo>
                      <a:cubicBezTo>
                        <a:pt x="354621" y="90814"/>
                        <a:pt x="362780" y="88095"/>
                        <a:pt x="368219" y="85375"/>
                      </a:cubicBezTo>
                      <a:cubicBezTo>
                        <a:pt x="381818" y="82655"/>
                        <a:pt x="417173" y="79936"/>
                        <a:pt x="422613" y="79936"/>
                      </a:cubicBezTo>
                      <a:cubicBezTo>
                        <a:pt x="428052" y="79936"/>
                        <a:pt x="433491" y="79936"/>
                        <a:pt x="444370" y="79936"/>
                      </a:cubicBezTo>
                      <a:cubicBezTo>
                        <a:pt x="449809" y="74496"/>
                        <a:pt x="455248" y="71776"/>
                        <a:pt x="463407" y="71776"/>
                      </a:cubicBezTo>
                      <a:cubicBezTo>
                        <a:pt x="471566" y="71776"/>
                        <a:pt x="477006" y="74496"/>
                        <a:pt x="477006" y="79936"/>
                      </a:cubicBezTo>
                      <a:cubicBezTo>
                        <a:pt x="490604" y="82655"/>
                        <a:pt x="504202" y="79936"/>
                        <a:pt x="512361" y="79936"/>
                      </a:cubicBezTo>
                      <a:lnTo>
                        <a:pt x="512361" y="79936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129" name="Freeform: Shape 128">
                  <a:extLst>
                    <a:ext uri="{FF2B5EF4-FFF2-40B4-BE49-F238E27FC236}">
                      <a16:creationId xmlns:a16="http://schemas.microsoft.com/office/drawing/2014/main" id="{18FD230C-671A-4E23-995B-7EF0531259EE}"/>
                    </a:ext>
                  </a:extLst>
                </p:cNvPr>
                <p:cNvSpPr/>
                <p:nvPr/>
              </p:nvSpPr>
              <p:spPr>
                <a:xfrm>
                  <a:off x="2987430" y="4242177"/>
                  <a:ext cx="494979" cy="674476"/>
                </a:xfrm>
                <a:custGeom>
                  <a:avLst/>
                  <a:gdLst>
                    <a:gd name="connsiteX0" fmla="*/ 228453 w 494979"/>
                    <a:gd name="connsiteY0" fmla="*/ 97907 h 674476"/>
                    <a:gd name="connsiteX1" fmla="*/ 212135 w 494979"/>
                    <a:gd name="connsiteY1" fmla="*/ 119665 h 674476"/>
                    <a:gd name="connsiteX2" fmla="*/ 203976 w 494979"/>
                    <a:gd name="connsiteY2" fmla="*/ 152300 h 674476"/>
                    <a:gd name="connsiteX3" fmla="*/ 201256 w 494979"/>
                    <a:gd name="connsiteY3" fmla="*/ 168618 h 674476"/>
                    <a:gd name="connsiteX4" fmla="*/ 198537 w 494979"/>
                    <a:gd name="connsiteY4" fmla="*/ 184936 h 674476"/>
                    <a:gd name="connsiteX5" fmla="*/ 190378 w 494979"/>
                    <a:gd name="connsiteY5" fmla="*/ 220292 h 674476"/>
                    <a:gd name="connsiteX6" fmla="*/ 171340 w 494979"/>
                    <a:gd name="connsiteY6" fmla="*/ 291003 h 674476"/>
                    <a:gd name="connsiteX7" fmla="*/ 163180 w 494979"/>
                    <a:gd name="connsiteY7" fmla="*/ 323639 h 674476"/>
                    <a:gd name="connsiteX8" fmla="*/ 152302 w 494979"/>
                    <a:gd name="connsiteY8" fmla="*/ 361714 h 674476"/>
                    <a:gd name="connsiteX9" fmla="*/ 146862 w 494979"/>
                    <a:gd name="connsiteY9" fmla="*/ 388910 h 674476"/>
                    <a:gd name="connsiteX10" fmla="*/ 152302 w 494979"/>
                    <a:gd name="connsiteY10" fmla="*/ 391630 h 674476"/>
                    <a:gd name="connsiteX11" fmla="*/ 174060 w 494979"/>
                    <a:gd name="connsiteY11" fmla="*/ 391630 h 674476"/>
                    <a:gd name="connsiteX12" fmla="*/ 195817 w 494979"/>
                    <a:gd name="connsiteY12" fmla="*/ 388910 h 674476"/>
                    <a:gd name="connsiteX13" fmla="*/ 214855 w 494979"/>
                    <a:gd name="connsiteY13" fmla="*/ 388910 h 674476"/>
                    <a:gd name="connsiteX14" fmla="*/ 239332 w 494979"/>
                    <a:gd name="connsiteY14" fmla="*/ 388910 h 674476"/>
                    <a:gd name="connsiteX15" fmla="*/ 252930 w 494979"/>
                    <a:gd name="connsiteY15" fmla="*/ 386191 h 674476"/>
                    <a:gd name="connsiteX16" fmla="*/ 261089 w 494979"/>
                    <a:gd name="connsiteY16" fmla="*/ 386191 h 674476"/>
                    <a:gd name="connsiteX17" fmla="*/ 258369 w 494979"/>
                    <a:gd name="connsiteY17" fmla="*/ 367153 h 674476"/>
                    <a:gd name="connsiteX18" fmla="*/ 252930 w 494979"/>
                    <a:gd name="connsiteY18" fmla="*/ 331797 h 674476"/>
                    <a:gd name="connsiteX19" fmla="*/ 250210 w 494979"/>
                    <a:gd name="connsiteY19" fmla="*/ 244769 h 674476"/>
                    <a:gd name="connsiteX20" fmla="*/ 244771 w 494979"/>
                    <a:gd name="connsiteY20" fmla="*/ 203974 h 674476"/>
                    <a:gd name="connsiteX21" fmla="*/ 239332 w 494979"/>
                    <a:gd name="connsiteY21" fmla="*/ 157740 h 674476"/>
                    <a:gd name="connsiteX22" fmla="*/ 236612 w 494979"/>
                    <a:gd name="connsiteY22" fmla="*/ 119665 h 674476"/>
                    <a:gd name="connsiteX23" fmla="*/ 228453 w 494979"/>
                    <a:gd name="connsiteY23" fmla="*/ 97907 h 674476"/>
                    <a:gd name="connsiteX24" fmla="*/ 274687 w 494979"/>
                    <a:gd name="connsiteY24" fmla="*/ 0 h 674476"/>
                    <a:gd name="connsiteX25" fmla="*/ 304603 w 494979"/>
                    <a:gd name="connsiteY25" fmla="*/ 5439 h 674476"/>
                    <a:gd name="connsiteX26" fmla="*/ 320921 w 494979"/>
                    <a:gd name="connsiteY26" fmla="*/ 24477 h 674476"/>
                    <a:gd name="connsiteX27" fmla="*/ 334519 w 494979"/>
                    <a:gd name="connsiteY27" fmla="*/ 43515 h 674476"/>
                    <a:gd name="connsiteX28" fmla="*/ 339959 w 494979"/>
                    <a:gd name="connsiteY28" fmla="*/ 65272 h 674476"/>
                    <a:gd name="connsiteX29" fmla="*/ 348118 w 494979"/>
                    <a:gd name="connsiteY29" fmla="*/ 114226 h 674476"/>
                    <a:gd name="connsiteX30" fmla="*/ 361716 w 494979"/>
                    <a:gd name="connsiteY30" fmla="*/ 163180 h 674476"/>
                    <a:gd name="connsiteX31" fmla="*/ 369875 w 494979"/>
                    <a:gd name="connsiteY31" fmla="*/ 220293 h 674476"/>
                    <a:gd name="connsiteX32" fmla="*/ 378034 w 494979"/>
                    <a:gd name="connsiteY32" fmla="*/ 274686 h 674476"/>
                    <a:gd name="connsiteX33" fmla="*/ 383473 w 494979"/>
                    <a:gd name="connsiteY33" fmla="*/ 301883 h 674476"/>
                    <a:gd name="connsiteX34" fmla="*/ 391632 w 494979"/>
                    <a:gd name="connsiteY34" fmla="*/ 337238 h 674476"/>
                    <a:gd name="connsiteX35" fmla="*/ 397071 w 494979"/>
                    <a:gd name="connsiteY35" fmla="*/ 364435 h 674476"/>
                    <a:gd name="connsiteX36" fmla="*/ 405230 w 494979"/>
                    <a:gd name="connsiteY36" fmla="*/ 383473 h 674476"/>
                    <a:gd name="connsiteX37" fmla="*/ 416109 w 494979"/>
                    <a:gd name="connsiteY37" fmla="*/ 386192 h 674476"/>
                    <a:gd name="connsiteX38" fmla="*/ 426988 w 494979"/>
                    <a:gd name="connsiteY38" fmla="*/ 386192 h 674476"/>
                    <a:gd name="connsiteX39" fmla="*/ 454184 w 494979"/>
                    <a:gd name="connsiteY39" fmla="*/ 397071 h 674476"/>
                    <a:gd name="connsiteX40" fmla="*/ 456904 w 494979"/>
                    <a:gd name="connsiteY40" fmla="*/ 405230 h 674476"/>
                    <a:gd name="connsiteX41" fmla="*/ 451465 w 494979"/>
                    <a:gd name="connsiteY41" fmla="*/ 416108 h 674476"/>
                    <a:gd name="connsiteX42" fmla="*/ 432427 w 494979"/>
                    <a:gd name="connsiteY42" fmla="*/ 429707 h 674476"/>
                    <a:gd name="connsiteX43" fmla="*/ 421548 w 494979"/>
                    <a:gd name="connsiteY43" fmla="*/ 432426 h 674476"/>
                    <a:gd name="connsiteX44" fmla="*/ 413389 w 494979"/>
                    <a:gd name="connsiteY44" fmla="*/ 435146 h 674476"/>
                    <a:gd name="connsiteX45" fmla="*/ 413389 w 494979"/>
                    <a:gd name="connsiteY45" fmla="*/ 440585 h 674476"/>
                    <a:gd name="connsiteX46" fmla="*/ 416109 w 494979"/>
                    <a:gd name="connsiteY46" fmla="*/ 451464 h 674476"/>
                    <a:gd name="connsiteX47" fmla="*/ 418829 w 494979"/>
                    <a:gd name="connsiteY47" fmla="*/ 465062 h 674476"/>
                    <a:gd name="connsiteX48" fmla="*/ 418829 w 494979"/>
                    <a:gd name="connsiteY48" fmla="*/ 475941 h 674476"/>
                    <a:gd name="connsiteX49" fmla="*/ 418829 w 494979"/>
                    <a:gd name="connsiteY49" fmla="*/ 486820 h 674476"/>
                    <a:gd name="connsiteX50" fmla="*/ 426988 w 494979"/>
                    <a:gd name="connsiteY50" fmla="*/ 516736 h 674476"/>
                    <a:gd name="connsiteX51" fmla="*/ 432427 w 494979"/>
                    <a:gd name="connsiteY51" fmla="*/ 543932 h 674476"/>
                    <a:gd name="connsiteX52" fmla="*/ 437866 w 494979"/>
                    <a:gd name="connsiteY52" fmla="*/ 573848 h 674476"/>
                    <a:gd name="connsiteX53" fmla="*/ 443306 w 494979"/>
                    <a:gd name="connsiteY53" fmla="*/ 606484 h 674476"/>
                    <a:gd name="connsiteX54" fmla="*/ 446025 w 494979"/>
                    <a:gd name="connsiteY54" fmla="*/ 617363 h 674476"/>
                    <a:gd name="connsiteX55" fmla="*/ 470502 w 494979"/>
                    <a:gd name="connsiteY55" fmla="*/ 617363 h 674476"/>
                    <a:gd name="connsiteX56" fmla="*/ 494979 w 494979"/>
                    <a:gd name="connsiteY56" fmla="*/ 641840 h 674476"/>
                    <a:gd name="connsiteX57" fmla="*/ 486820 w 494979"/>
                    <a:gd name="connsiteY57" fmla="*/ 655438 h 674476"/>
                    <a:gd name="connsiteX58" fmla="*/ 470502 w 494979"/>
                    <a:gd name="connsiteY58" fmla="*/ 663597 h 674476"/>
                    <a:gd name="connsiteX59" fmla="*/ 446025 w 494979"/>
                    <a:gd name="connsiteY59" fmla="*/ 666317 h 674476"/>
                    <a:gd name="connsiteX60" fmla="*/ 424268 w 494979"/>
                    <a:gd name="connsiteY60" fmla="*/ 666317 h 674476"/>
                    <a:gd name="connsiteX61" fmla="*/ 416109 w 494979"/>
                    <a:gd name="connsiteY61" fmla="*/ 666317 h 674476"/>
                    <a:gd name="connsiteX62" fmla="*/ 402511 w 494979"/>
                    <a:gd name="connsiteY62" fmla="*/ 671756 h 674476"/>
                    <a:gd name="connsiteX63" fmla="*/ 386193 w 494979"/>
                    <a:gd name="connsiteY63" fmla="*/ 674476 h 674476"/>
                    <a:gd name="connsiteX64" fmla="*/ 350837 w 494979"/>
                    <a:gd name="connsiteY64" fmla="*/ 669036 h 674476"/>
                    <a:gd name="connsiteX65" fmla="*/ 329080 w 494979"/>
                    <a:gd name="connsiteY65" fmla="*/ 669036 h 674476"/>
                    <a:gd name="connsiteX66" fmla="*/ 280126 w 494979"/>
                    <a:gd name="connsiteY66" fmla="*/ 669036 h 674476"/>
                    <a:gd name="connsiteX67" fmla="*/ 255649 w 494979"/>
                    <a:gd name="connsiteY67" fmla="*/ 663597 h 674476"/>
                    <a:gd name="connsiteX68" fmla="*/ 239331 w 494979"/>
                    <a:gd name="connsiteY68" fmla="*/ 647279 h 674476"/>
                    <a:gd name="connsiteX69" fmla="*/ 263808 w 494979"/>
                    <a:gd name="connsiteY69" fmla="*/ 630961 h 674476"/>
                    <a:gd name="connsiteX70" fmla="*/ 291005 w 494979"/>
                    <a:gd name="connsiteY70" fmla="*/ 628241 h 674476"/>
                    <a:gd name="connsiteX71" fmla="*/ 288285 w 494979"/>
                    <a:gd name="connsiteY71" fmla="*/ 609204 h 674476"/>
                    <a:gd name="connsiteX72" fmla="*/ 285565 w 494979"/>
                    <a:gd name="connsiteY72" fmla="*/ 582007 h 674476"/>
                    <a:gd name="connsiteX73" fmla="*/ 282846 w 494979"/>
                    <a:gd name="connsiteY73" fmla="*/ 568409 h 674476"/>
                    <a:gd name="connsiteX74" fmla="*/ 285565 w 494979"/>
                    <a:gd name="connsiteY74" fmla="*/ 554811 h 674476"/>
                    <a:gd name="connsiteX75" fmla="*/ 280126 w 494979"/>
                    <a:gd name="connsiteY75" fmla="*/ 538493 h 674476"/>
                    <a:gd name="connsiteX76" fmla="*/ 274687 w 494979"/>
                    <a:gd name="connsiteY76" fmla="*/ 505857 h 674476"/>
                    <a:gd name="connsiteX77" fmla="*/ 271967 w 494979"/>
                    <a:gd name="connsiteY77" fmla="*/ 478660 h 674476"/>
                    <a:gd name="connsiteX78" fmla="*/ 269247 w 494979"/>
                    <a:gd name="connsiteY78" fmla="*/ 446025 h 674476"/>
                    <a:gd name="connsiteX79" fmla="*/ 263808 w 494979"/>
                    <a:gd name="connsiteY79" fmla="*/ 437866 h 674476"/>
                    <a:gd name="connsiteX80" fmla="*/ 252929 w 494979"/>
                    <a:gd name="connsiteY80" fmla="*/ 437866 h 674476"/>
                    <a:gd name="connsiteX81" fmla="*/ 223013 w 494979"/>
                    <a:gd name="connsiteY81" fmla="*/ 440585 h 674476"/>
                    <a:gd name="connsiteX82" fmla="*/ 193097 w 494979"/>
                    <a:gd name="connsiteY82" fmla="*/ 443305 h 674476"/>
                    <a:gd name="connsiteX83" fmla="*/ 168620 w 494979"/>
                    <a:gd name="connsiteY83" fmla="*/ 443305 h 674476"/>
                    <a:gd name="connsiteX84" fmla="*/ 146862 w 494979"/>
                    <a:gd name="connsiteY84" fmla="*/ 440585 h 674476"/>
                    <a:gd name="connsiteX85" fmla="*/ 138703 w 494979"/>
                    <a:gd name="connsiteY85" fmla="*/ 454184 h 674476"/>
                    <a:gd name="connsiteX86" fmla="*/ 133263 w 494979"/>
                    <a:gd name="connsiteY86" fmla="*/ 486820 h 674476"/>
                    <a:gd name="connsiteX87" fmla="*/ 122385 w 494979"/>
                    <a:gd name="connsiteY87" fmla="*/ 541213 h 674476"/>
                    <a:gd name="connsiteX88" fmla="*/ 106067 w 494979"/>
                    <a:gd name="connsiteY88" fmla="*/ 614643 h 674476"/>
                    <a:gd name="connsiteX89" fmla="*/ 135983 w 494979"/>
                    <a:gd name="connsiteY89" fmla="*/ 614643 h 674476"/>
                    <a:gd name="connsiteX90" fmla="*/ 171340 w 494979"/>
                    <a:gd name="connsiteY90" fmla="*/ 630961 h 674476"/>
                    <a:gd name="connsiteX91" fmla="*/ 165900 w 494979"/>
                    <a:gd name="connsiteY91" fmla="*/ 647279 h 674476"/>
                    <a:gd name="connsiteX92" fmla="*/ 149581 w 494979"/>
                    <a:gd name="connsiteY92" fmla="*/ 655438 h 674476"/>
                    <a:gd name="connsiteX93" fmla="*/ 127824 w 494979"/>
                    <a:gd name="connsiteY93" fmla="*/ 658158 h 674476"/>
                    <a:gd name="connsiteX94" fmla="*/ 106067 w 494979"/>
                    <a:gd name="connsiteY94" fmla="*/ 658158 h 674476"/>
                    <a:gd name="connsiteX95" fmla="*/ 62552 w 494979"/>
                    <a:gd name="connsiteY95" fmla="*/ 658158 h 674476"/>
                    <a:gd name="connsiteX96" fmla="*/ 40795 w 494979"/>
                    <a:gd name="connsiteY96" fmla="*/ 658158 h 674476"/>
                    <a:gd name="connsiteX97" fmla="*/ 16318 w 494979"/>
                    <a:gd name="connsiteY97" fmla="*/ 652718 h 674476"/>
                    <a:gd name="connsiteX98" fmla="*/ 0 w 494979"/>
                    <a:gd name="connsiteY98" fmla="*/ 636401 h 674476"/>
                    <a:gd name="connsiteX99" fmla="*/ 2720 w 494979"/>
                    <a:gd name="connsiteY99" fmla="*/ 628241 h 674476"/>
                    <a:gd name="connsiteX100" fmla="*/ 24477 w 494979"/>
                    <a:gd name="connsiteY100" fmla="*/ 620082 h 674476"/>
                    <a:gd name="connsiteX101" fmla="*/ 62552 w 494979"/>
                    <a:gd name="connsiteY101" fmla="*/ 617363 h 674476"/>
                    <a:gd name="connsiteX102" fmla="*/ 62552 w 494979"/>
                    <a:gd name="connsiteY102" fmla="*/ 614643 h 674476"/>
                    <a:gd name="connsiteX103" fmla="*/ 65272 w 494979"/>
                    <a:gd name="connsiteY103" fmla="*/ 587447 h 674476"/>
                    <a:gd name="connsiteX104" fmla="*/ 76151 w 494979"/>
                    <a:gd name="connsiteY104" fmla="*/ 522175 h 674476"/>
                    <a:gd name="connsiteX105" fmla="*/ 87029 w 494979"/>
                    <a:gd name="connsiteY105" fmla="*/ 470501 h 674476"/>
                    <a:gd name="connsiteX106" fmla="*/ 92469 w 494979"/>
                    <a:gd name="connsiteY106" fmla="*/ 446025 h 674476"/>
                    <a:gd name="connsiteX107" fmla="*/ 65272 w 494979"/>
                    <a:gd name="connsiteY107" fmla="*/ 432426 h 674476"/>
                    <a:gd name="connsiteX108" fmla="*/ 54393 w 494979"/>
                    <a:gd name="connsiteY108" fmla="*/ 421548 h 674476"/>
                    <a:gd name="connsiteX109" fmla="*/ 73431 w 494979"/>
                    <a:gd name="connsiteY109" fmla="*/ 407949 h 674476"/>
                    <a:gd name="connsiteX110" fmla="*/ 100628 w 494979"/>
                    <a:gd name="connsiteY110" fmla="*/ 399790 h 674476"/>
                    <a:gd name="connsiteX111" fmla="*/ 108787 w 494979"/>
                    <a:gd name="connsiteY111" fmla="*/ 369874 h 674476"/>
                    <a:gd name="connsiteX112" fmla="*/ 125105 w 494979"/>
                    <a:gd name="connsiteY112" fmla="*/ 307322 h 674476"/>
                    <a:gd name="connsiteX113" fmla="*/ 141423 w 494979"/>
                    <a:gd name="connsiteY113" fmla="*/ 242051 h 674476"/>
                    <a:gd name="connsiteX114" fmla="*/ 155021 w 494979"/>
                    <a:gd name="connsiteY114" fmla="*/ 179498 h 674476"/>
                    <a:gd name="connsiteX115" fmla="*/ 168620 w 494979"/>
                    <a:gd name="connsiteY115" fmla="*/ 119665 h 674476"/>
                    <a:gd name="connsiteX116" fmla="*/ 193097 w 494979"/>
                    <a:gd name="connsiteY116" fmla="*/ 57113 h 674476"/>
                    <a:gd name="connsiteX117" fmla="*/ 201256 w 494979"/>
                    <a:gd name="connsiteY117" fmla="*/ 38075 h 674476"/>
                    <a:gd name="connsiteX118" fmla="*/ 217574 w 494979"/>
                    <a:gd name="connsiteY118" fmla="*/ 13598 h 674476"/>
                    <a:gd name="connsiteX119" fmla="*/ 274687 w 494979"/>
                    <a:gd name="connsiteY119" fmla="*/ 0 h 6744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</a:cxnLst>
                  <a:rect l="l" t="t" r="r" b="b"/>
                  <a:pathLst>
                    <a:path w="494979" h="674476">
                      <a:moveTo>
                        <a:pt x="228453" y="97907"/>
                      </a:moveTo>
                      <a:cubicBezTo>
                        <a:pt x="220294" y="97907"/>
                        <a:pt x="212135" y="114225"/>
                        <a:pt x="212135" y="119665"/>
                      </a:cubicBezTo>
                      <a:cubicBezTo>
                        <a:pt x="209415" y="130543"/>
                        <a:pt x="206696" y="144141"/>
                        <a:pt x="203976" y="152300"/>
                      </a:cubicBezTo>
                      <a:cubicBezTo>
                        <a:pt x="201256" y="157740"/>
                        <a:pt x="201256" y="163179"/>
                        <a:pt x="201256" y="168618"/>
                      </a:cubicBezTo>
                      <a:cubicBezTo>
                        <a:pt x="201256" y="174058"/>
                        <a:pt x="198537" y="179497"/>
                        <a:pt x="198537" y="184936"/>
                      </a:cubicBezTo>
                      <a:cubicBezTo>
                        <a:pt x="195817" y="195815"/>
                        <a:pt x="193097" y="209413"/>
                        <a:pt x="190378" y="220292"/>
                      </a:cubicBezTo>
                      <a:cubicBezTo>
                        <a:pt x="187658" y="244769"/>
                        <a:pt x="179499" y="269246"/>
                        <a:pt x="171340" y="291003"/>
                      </a:cubicBezTo>
                      <a:cubicBezTo>
                        <a:pt x="168620" y="301881"/>
                        <a:pt x="165900" y="312760"/>
                        <a:pt x="163180" y="323639"/>
                      </a:cubicBezTo>
                      <a:cubicBezTo>
                        <a:pt x="160461" y="337237"/>
                        <a:pt x="157741" y="348115"/>
                        <a:pt x="152302" y="361714"/>
                      </a:cubicBezTo>
                      <a:cubicBezTo>
                        <a:pt x="149582" y="367153"/>
                        <a:pt x="146862" y="383471"/>
                        <a:pt x="146862" y="388910"/>
                      </a:cubicBezTo>
                      <a:cubicBezTo>
                        <a:pt x="146862" y="391630"/>
                        <a:pt x="149582" y="391630"/>
                        <a:pt x="152302" y="391630"/>
                      </a:cubicBezTo>
                      <a:cubicBezTo>
                        <a:pt x="157741" y="391630"/>
                        <a:pt x="171340" y="391630"/>
                        <a:pt x="174060" y="391630"/>
                      </a:cubicBezTo>
                      <a:cubicBezTo>
                        <a:pt x="182219" y="391630"/>
                        <a:pt x="190378" y="391630"/>
                        <a:pt x="195817" y="388910"/>
                      </a:cubicBezTo>
                      <a:cubicBezTo>
                        <a:pt x="201256" y="388910"/>
                        <a:pt x="206696" y="388910"/>
                        <a:pt x="214855" y="388910"/>
                      </a:cubicBezTo>
                      <a:cubicBezTo>
                        <a:pt x="220294" y="388910"/>
                        <a:pt x="228453" y="388910"/>
                        <a:pt x="239332" y="388910"/>
                      </a:cubicBezTo>
                      <a:cubicBezTo>
                        <a:pt x="244771" y="388910"/>
                        <a:pt x="250210" y="388910"/>
                        <a:pt x="252930" y="386191"/>
                      </a:cubicBezTo>
                      <a:cubicBezTo>
                        <a:pt x="258369" y="391630"/>
                        <a:pt x="261089" y="388910"/>
                        <a:pt x="261089" y="386191"/>
                      </a:cubicBezTo>
                      <a:cubicBezTo>
                        <a:pt x="261089" y="380751"/>
                        <a:pt x="258369" y="372592"/>
                        <a:pt x="258369" y="367153"/>
                      </a:cubicBezTo>
                      <a:cubicBezTo>
                        <a:pt x="255650" y="353555"/>
                        <a:pt x="252930" y="342676"/>
                        <a:pt x="252930" y="331797"/>
                      </a:cubicBezTo>
                      <a:cubicBezTo>
                        <a:pt x="252930" y="301881"/>
                        <a:pt x="252930" y="274685"/>
                        <a:pt x="250210" y="244769"/>
                      </a:cubicBezTo>
                      <a:cubicBezTo>
                        <a:pt x="250210" y="231170"/>
                        <a:pt x="247491" y="217572"/>
                        <a:pt x="244771" y="203974"/>
                      </a:cubicBezTo>
                      <a:cubicBezTo>
                        <a:pt x="242051" y="187656"/>
                        <a:pt x="239332" y="174058"/>
                        <a:pt x="239332" y="157740"/>
                      </a:cubicBezTo>
                      <a:cubicBezTo>
                        <a:pt x="239332" y="152300"/>
                        <a:pt x="239332" y="133263"/>
                        <a:pt x="236612" y="119665"/>
                      </a:cubicBezTo>
                      <a:cubicBezTo>
                        <a:pt x="236612" y="106066"/>
                        <a:pt x="233892" y="97907"/>
                        <a:pt x="228453" y="97907"/>
                      </a:cubicBezTo>
                      <a:close/>
                      <a:moveTo>
                        <a:pt x="274687" y="0"/>
                      </a:moveTo>
                      <a:cubicBezTo>
                        <a:pt x="288285" y="0"/>
                        <a:pt x="293724" y="2720"/>
                        <a:pt x="304603" y="5439"/>
                      </a:cubicBezTo>
                      <a:cubicBezTo>
                        <a:pt x="315482" y="10879"/>
                        <a:pt x="315482" y="16318"/>
                        <a:pt x="320921" y="24477"/>
                      </a:cubicBezTo>
                      <a:cubicBezTo>
                        <a:pt x="326360" y="29916"/>
                        <a:pt x="331800" y="35356"/>
                        <a:pt x="334519" y="43515"/>
                      </a:cubicBezTo>
                      <a:cubicBezTo>
                        <a:pt x="337239" y="51674"/>
                        <a:pt x="337239" y="57113"/>
                        <a:pt x="339959" y="65272"/>
                      </a:cubicBezTo>
                      <a:cubicBezTo>
                        <a:pt x="345398" y="78870"/>
                        <a:pt x="342678" y="97908"/>
                        <a:pt x="348118" y="114226"/>
                      </a:cubicBezTo>
                      <a:cubicBezTo>
                        <a:pt x="350837" y="130544"/>
                        <a:pt x="358996" y="146863"/>
                        <a:pt x="361716" y="163180"/>
                      </a:cubicBezTo>
                      <a:cubicBezTo>
                        <a:pt x="364435" y="182218"/>
                        <a:pt x="364435" y="201256"/>
                        <a:pt x="369875" y="220293"/>
                      </a:cubicBezTo>
                      <a:cubicBezTo>
                        <a:pt x="375314" y="239331"/>
                        <a:pt x="378034" y="255649"/>
                        <a:pt x="378034" y="274686"/>
                      </a:cubicBezTo>
                      <a:cubicBezTo>
                        <a:pt x="378034" y="282845"/>
                        <a:pt x="380753" y="293724"/>
                        <a:pt x="383473" y="301883"/>
                      </a:cubicBezTo>
                      <a:cubicBezTo>
                        <a:pt x="386193" y="312762"/>
                        <a:pt x="388912" y="326360"/>
                        <a:pt x="391632" y="337238"/>
                      </a:cubicBezTo>
                      <a:cubicBezTo>
                        <a:pt x="391632" y="342678"/>
                        <a:pt x="394352" y="353556"/>
                        <a:pt x="397071" y="364435"/>
                      </a:cubicBezTo>
                      <a:cubicBezTo>
                        <a:pt x="399791" y="372594"/>
                        <a:pt x="402511" y="380753"/>
                        <a:pt x="405230" y="383473"/>
                      </a:cubicBezTo>
                      <a:cubicBezTo>
                        <a:pt x="407950" y="386192"/>
                        <a:pt x="413389" y="386192"/>
                        <a:pt x="416109" y="386192"/>
                      </a:cubicBezTo>
                      <a:cubicBezTo>
                        <a:pt x="418829" y="386192"/>
                        <a:pt x="424268" y="386192"/>
                        <a:pt x="426988" y="386192"/>
                      </a:cubicBezTo>
                      <a:cubicBezTo>
                        <a:pt x="437866" y="386192"/>
                        <a:pt x="448745" y="388912"/>
                        <a:pt x="454184" y="397071"/>
                      </a:cubicBezTo>
                      <a:cubicBezTo>
                        <a:pt x="456904" y="399790"/>
                        <a:pt x="456904" y="402510"/>
                        <a:pt x="456904" y="405230"/>
                      </a:cubicBezTo>
                      <a:cubicBezTo>
                        <a:pt x="456904" y="407949"/>
                        <a:pt x="454184" y="410669"/>
                        <a:pt x="451465" y="416108"/>
                      </a:cubicBezTo>
                      <a:cubicBezTo>
                        <a:pt x="446025" y="421548"/>
                        <a:pt x="440586" y="426987"/>
                        <a:pt x="432427" y="429707"/>
                      </a:cubicBezTo>
                      <a:cubicBezTo>
                        <a:pt x="429707" y="429707"/>
                        <a:pt x="426988" y="432426"/>
                        <a:pt x="421548" y="432426"/>
                      </a:cubicBezTo>
                      <a:cubicBezTo>
                        <a:pt x="418829" y="432426"/>
                        <a:pt x="416109" y="432426"/>
                        <a:pt x="413389" y="435146"/>
                      </a:cubicBezTo>
                      <a:cubicBezTo>
                        <a:pt x="413389" y="435146"/>
                        <a:pt x="413389" y="437866"/>
                        <a:pt x="413389" y="440585"/>
                      </a:cubicBezTo>
                      <a:cubicBezTo>
                        <a:pt x="413389" y="443305"/>
                        <a:pt x="413389" y="448744"/>
                        <a:pt x="416109" y="451464"/>
                      </a:cubicBezTo>
                      <a:cubicBezTo>
                        <a:pt x="416109" y="456903"/>
                        <a:pt x="418829" y="462343"/>
                        <a:pt x="418829" y="465062"/>
                      </a:cubicBezTo>
                      <a:lnTo>
                        <a:pt x="418829" y="475941"/>
                      </a:lnTo>
                      <a:cubicBezTo>
                        <a:pt x="418829" y="481380"/>
                        <a:pt x="418829" y="484100"/>
                        <a:pt x="418829" y="486820"/>
                      </a:cubicBezTo>
                      <a:cubicBezTo>
                        <a:pt x="421548" y="497698"/>
                        <a:pt x="424268" y="505857"/>
                        <a:pt x="426988" y="516736"/>
                      </a:cubicBezTo>
                      <a:cubicBezTo>
                        <a:pt x="426988" y="524895"/>
                        <a:pt x="429707" y="535773"/>
                        <a:pt x="432427" y="543932"/>
                      </a:cubicBezTo>
                      <a:cubicBezTo>
                        <a:pt x="435147" y="554811"/>
                        <a:pt x="437866" y="562970"/>
                        <a:pt x="437866" y="573848"/>
                      </a:cubicBezTo>
                      <a:cubicBezTo>
                        <a:pt x="437866" y="587447"/>
                        <a:pt x="440586" y="595606"/>
                        <a:pt x="443306" y="606484"/>
                      </a:cubicBezTo>
                      <a:cubicBezTo>
                        <a:pt x="443306" y="609204"/>
                        <a:pt x="446025" y="614643"/>
                        <a:pt x="446025" y="617363"/>
                      </a:cubicBezTo>
                      <a:cubicBezTo>
                        <a:pt x="454184" y="617363"/>
                        <a:pt x="462343" y="617363"/>
                        <a:pt x="470502" y="617363"/>
                      </a:cubicBezTo>
                      <a:cubicBezTo>
                        <a:pt x="478661" y="625522"/>
                        <a:pt x="492259" y="630961"/>
                        <a:pt x="494979" y="641840"/>
                      </a:cubicBezTo>
                      <a:cubicBezTo>
                        <a:pt x="494979" y="647279"/>
                        <a:pt x="489540" y="649999"/>
                        <a:pt x="486820" y="655438"/>
                      </a:cubicBezTo>
                      <a:cubicBezTo>
                        <a:pt x="484100" y="660877"/>
                        <a:pt x="475942" y="663597"/>
                        <a:pt x="470502" y="663597"/>
                      </a:cubicBezTo>
                      <a:cubicBezTo>
                        <a:pt x="459623" y="666317"/>
                        <a:pt x="454184" y="666317"/>
                        <a:pt x="446025" y="666317"/>
                      </a:cubicBezTo>
                      <a:cubicBezTo>
                        <a:pt x="440586" y="666317"/>
                        <a:pt x="432427" y="666317"/>
                        <a:pt x="424268" y="666317"/>
                      </a:cubicBezTo>
                      <a:cubicBezTo>
                        <a:pt x="421548" y="666317"/>
                        <a:pt x="418829" y="666317"/>
                        <a:pt x="416109" y="666317"/>
                      </a:cubicBezTo>
                      <a:cubicBezTo>
                        <a:pt x="410670" y="669036"/>
                        <a:pt x="407950" y="669036"/>
                        <a:pt x="402511" y="671756"/>
                      </a:cubicBezTo>
                      <a:cubicBezTo>
                        <a:pt x="397071" y="671756"/>
                        <a:pt x="391632" y="674476"/>
                        <a:pt x="386193" y="674476"/>
                      </a:cubicBezTo>
                      <a:cubicBezTo>
                        <a:pt x="375314" y="674476"/>
                        <a:pt x="361716" y="671756"/>
                        <a:pt x="350837" y="669036"/>
                      </a:cubicBezTo>
                      <a:cubicBezTo>
                        <a:pt x="342678" y="669036"/>
                        <a:pt x="334519" y="669036"/>
                        <a:pt x="329080" y="669036"/>
                      </a:cubicBezTo>
                      <a:cubicBezTo>
                        <a:pt x="307323" y="669036"/>
                        <a:pt x="288285" y="669036"/>
                        <a:pt x="280126" y="669036"/>
                      </a:cubicBezTo>
                      <a:cubicBezTo>
                        <a:pt x="271967" y="669036"/>
                        <a:pt x="261088" y="669036"/>
                        <a:pt x="255649" y="663597"/>
                      </a:cubicBezTo>
                      <a:cubicBezTo>
                        <a:pt x="250210" y="660877"/>
                        <a:pt x="239331" y="655438"/>
                        <a:pt x="239331" y="647279"/>
                      </a:cubicBezTo>
                      <a:cubicBezTo>
                        <a:pt x="239331" y="636401"/>
                        <a:pt x="255649" y="633681"/>
                        <a:pt x="263808" y="630961"/>
                      </a:cubicBezTo>
                      <a:cubicBezTo>
                        <a:pt x="269247" y="630961"/>
                        <a:pt x="277406" y="630961"/>
                        <a:pt x="291005" y="628241"/>
                      </a:cubicBezTo>
                      <a:cubicBezTo>
                        <a:pt x="291005" y="620082"/>
                        <a:pt x="291005" y="614643"/>
                        <a:pt x="288285" y="609204"/>
                      </a:cubicBezTo>
                      <a:cubicBezTo>
                        <a:pt x="288285" y="601045"/>
                        <a:pt x="285565" y="590166"/>
                        <a:pt x="285565" y="582007"/>
                      </a:cubicBezTo>
                      <a:cubicBezTo>
                        <a:pt x="285565" y="576568"/>
                        <a:pt x="282846" y="573848"/>
                        <a:pt x="282846" y="568409"/>
                      </a:cubicBezTo>
                      <a:cubicBezTo>
                        <a:pt x="282846" y="562970"/>
                        <a:pt x="285565" y="557531"/>
                        <a:pt x="285565" y="554811"/>
                      </a:cubicBezTo>
                      <a:cubicBezTo>
                        <a:pt x="285565" y="549371"/>
                        <a:pt x="282846" y="546652"/>
                        <a:pt x="280126" y="538493"/>
                      </a:cubicBezTo>
                      <a:cubicBezTo>
                        <a:pt x="280126" y="527614"/>
                        <a:pt x="274687" y="516736"/>
                        <a:pt x="274687" y="505857"/>
                      </a:cubicBezTo>
                      <a:cubicBezTo>
                        <a:pt x="274687" y="494978"/>
                        <a:pt x="274687" y="486820"/>
                        <a:pt x="271967" y="478660"/>
                      </a:cubicBezTo>
                      <a:cubicBezTo>
                        <a:pt x="269247" y="467782"/>
                        <a:pt x="269247" y="456903"/>
                        <a:pt x="269247" y="446025"/>
                      </a:cubicBezTo>
                      <a:cubicBezTo>
                        <a:pt x="269247" y="440585"/>
                        <a:pt x="266528" y="437866"/>
                        <a:pt x="263808" y="437866"/>
                      </a:cubicBezTo>
                      <a:cubicBezTo>
                        <a:pt x="261088" y="437866"/>
                        <a:pt x="258369" y="437866"/>
                        <a:pt x="252929" y="437866"/>
                      </a:cubicBezTo>
                      <a:cubicBezTo>
                        <a:pt x="242051" y="437866"/>
                        <a:pt x="231172" y="437866"/>
                        <a:pt x="223013" y="440585"/>
                      </a:cubicBezTo>
                      <a:cubicBezTo>
                        <a:pt x="212135" y="440585"/>
                        <a:pt x="203976" y="443305"/>
                        <a:pt x="193097" y="443305"/>
                      </a:cubicBezTo>
                      <a:cubicBezTo>
                        <a:pt x="184938" y="443305"/>
                        <a:pt x="176779" y="443305"/>
                        <a:pt x="168620" y="443305"/>
                      </a:cubicBezTo>
                      <a:cubicBezTo>
                        <a:pt x="165900" y="443305"/>
                        <a:pt x="155021" y="440585"/>
                        <a:pt x="146862" y="440585"/>
                      </a:cubicBezTo>
                      <a:cubicBezTo>
                        <a:pt x="138703" y="440585"/>
                        <a:pt x="138703" y="448744"/>
                        <a:pt x="138703" y="454184"/>
                      </a:cubicBezTo>
                      <a:cubicBezTo>
                        <a:pt x="138703" y="465062"/>
                        <a:pt x="135983" y="475941"/>
                        <a:pt x="133263" y="486820"/>
                      </a:cubicBezTo>
                      <a:cubicBezTo>
                        <a:pt x="130544" y="505857"/>
                        <a:pt x="125105" y="522175"/>
                        <a:pt x="122385" y="541213"/>
                      </a:cubicBezTo>
                      <a:cubicBezTo>
                        <a:pt x="119665" y="560250"/>
                        <a:pt x="111506" y="595606"/>
                        <a:pt x="106067" y="614643"/>
                      </a:cubicBezTo>
                      <a:cubicBezTo>
                        <a:pt x="114226" y="614643"/>
                        <a:pt x="125105" y="614643"/>
                        <a:pt x="135983" y="614643"/>
                      </a:cubicBezTo>
                      <a:cubicBezTo>
                        <a:pt x="149581" y="614643"/>
                        <a:pt x="171340" y="614643"/>
                        <a:pt x="171340" y="630961"/>
                      </a:cubicBezTo>
                      <a:cubicBezTo>
                        <a:pt x="171340" y="639120"/>
                        <a:pt x="168620" y="639120"/>
                        <a:pt x="165900" y="647279"/>
                      </a:cubicBezTo>
                      <a:cubicBezTo>
                        <a:pt x="163181" y="652718"/>
                        <a:pt x="155021" y="655438"/>
                        <a:pt x="149581" y="655438"/>
                      </a:cubicBezTo>
                      <a:cubicBezTo>
                        <a:pt x="141423" y="658158"/>
                        <a:pt x="135983" y="658158"/>
                        <a:pt x="127824" y="658158"/>
                      </a:cubicBezTo>
                      <a:cubicBezTo>
                        <a:pt x="122385" y="658158"/>
                        <a:pt x="116946" y="658158"/>
                        <a:pt x="106067" y="658158"/>
                      </a:cubicBezTo>
                      <a:cubicBezTo>
                        <a:pt x="92469" y="658158"/>
                        <a:pt x="78870" y="658158"/>
                        <a:pt x="62552" y="658158"/>
                      </a:cubicBezTo>
                      <a:cubicBezTo>
                        <a:pt x="54393" y="658158"/>
                        <a:pt x="46234" y="658158"/>
                        <a:pt x="40795" y="658158"/>
                      </a:cubicBezTo>
                      <a:cubicBezTo>
                        <a:pt x="32636" y="658158"/>
                        <a:pt x="21758" y="658158"/>
                        <a:pt x="16318" y="652718"/>
                      </a:cubicBezTo>
                      <a:cubicBezTo>
                        <a:pt x="8159" y="649999"/>
                        <a:pt x="0" y="641840"/>
                        <a:pt x="0" y="636401"/>
                      </a:cubicBezTo>
                      <a:cubicBezTo>
                        <a:pt x="0" y="633681"/>
                        <a:pt x="0" y="630961"/>
                        <a:pt x="2720" y="628241"/>
                      </a:cubicBezTo>
                      <a:cubicBezTo>
                        <a:pt x="8159" y="625522"/>
                        <a:pt x="16318" y="622802"/>
                        <a:pt x="24477" y="620082"/>
                      </a:cubicBezTo>
                      <a:cubicBezTo>
                        <a:pt x="38075" y="617363"/>
                        <a:pt x="48954" y="617363"/>
                        <a:pt x="62552" y="617363"/>
                      </a:cubicBezTo>
                      <a:cubicBezTo>
                        <a:pt x="62552" y="617363"/>
                        <a:pt x="62552" y="614643"/>
                        <a:pt x="62552" y="614643"/>
                      </a:cubicBezTo>
                      <a:cubicBezTo>
                        <a:pt x="62552" y="603765"/>
                        <a:pt x="65272" y="590166"/>
                        <a:pt x="65272" y="587447"/>
                      </a:cubicBezTo>
                      <a:cubicBezTo>
                        <a:pt x="67992" y="565689"/>
                        <a:pt x="73431" y="543932"/>
                        <a:pt x="76151" y="522175"/>
                      </a:cubicBezTo>
                      <a:cubicBezTo>
                        <a:pt x="78870" y="505857"/>
                        <a:pt x="81590" y="486820"/>
                        <a:pt x="87029" y="470501"/>
                      </a:cubicBezTo>
                      <a:cubicBezTo>
                        <a:pt x="87029" y="465062"/>
                        <a:pt x="92469" y="451464"/>
                        <a:pt x="92469" y="446025"/>
                      </a:cubicBezTo>
                      <a:cubicBezTo>
                        <a:pt x="92469" y="437866"/>
                        <a:pt x="73431" y="437866"/>
                        <a:pt x="65272" y="432426"/>
                      </a:cubicBezTo>
                      <a:cubicBezTo>
                        <a:pt x="59833" y="429707"/>
                        <a:pt x="54393" y="426987"/>
                        <a:pt x="54393" y="421548"/>
                      </a:cubicBezTo>
                      <a:cubicBezTo>
                        <a:pt x="54393" y="413389"/>
                        <a:pt x="62552" y="410669"/>
                        <a:pt x="73431" y="407949"/>
                      </a:cubicBezTo>
                      <a:cubicBezTo>
                        <a:pt x="78870" y="407949"/>
                        <a:pt x="92469" y="405230"/>
                        <a:pt x="100628" y="399790"/>
                      </a:cubicBezTo>
                      <a:cubicBezTo>
                        <a:pt x="106067" y="394351"/>
                        <a:pt x="106067" y="378033"/>
                        <a:pt x="108787" y="369874"/>
                      </a:cubicBezTo>
                      <a:cubicBezTo>
                        <a:pt x="114226" y="348117"/>
                        <a:pt x="119665" y="326360"/>
                        <a:pt x="125105" y="307322"/>
                      </a:cubicBezTo>
                      <a:cubicBezTo>
                        <a:pt x="130544" y="285565"/>
                        <a:pt x="135983" y="263808"/>
                        <a:pt x="141423" y="242051"/>
                      </a:cubicBezTo>
                      <a:cubicBezTo>
                        <a:pt x="146862" y="220293"/>
                        <a:pt x="152301" y="198536"/>
                        <a:pt x="155021" y="179498"/>
                      </a:cubicBezTo>
                      <a:cubicBezTo>
                        <a:pt x="157740" y="160461"/>
                        <a:pt x="163181" y="138703"/>
                        <a:pt x="168620" y="119665"/>
                      </a:cubicBezTo>
                      <a:cubicBezTo>
                        <a:pt x="176779" y="100627"/>
                        <a:pt x="182218" y="76150"/>
                        <a:pt x="193097" y="57113"/>
                      </a:cubicBezTo>
                      <a:lnTo>
                        <a:pt x="201256" y="38075"/>
                      </a:lnTo>
                      <a:cubicBezTo>
                        <a:pt x="206695" y="29916"/>
                        <a:pt x="209415" y="19038"/>
                        <a:pt x="217574" y="13598"/>
                      </a:cubicBezTo>
                      <a:cubicBezTo>
                        <a:pt x="231172" y="2720"/>
                        <a:pt x="255649" y="0"/>
                        <a:pt x="274687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130" name="Freeform: Shape 129">
                  <a:extLst>
                    <a:ext uri="{FF2B5EF4-FFF2-40B4-BE49-F238E27FC236}">
                      <a16:creationId xmlns:a16="http://schemas.microsoft.com/office/drawing/2014/main" id="{D3C7673A-49A6-4172-B8A2-431123E0316F}"/>
                    </a:ext>
                  </a:extLst>
                </p:cNvPr>
                <p:cNvSpPr/>
                <p:nvPr/>
              </p:nvSpPr>
              <p:spPr>
                <a:xfrm>
                  <a:off x="3443268" y="4186718"/>
                  <a:ext cx="435145" cy="761503"/>
                </a:xfrm>
                <a:custGeom>
                  <a:avLst/>
                  <a:gdLst>
                    <a:gd name="connsiteX0" fmla="*/ 400855 w 435145"/>
                    <a:gd name="connsiteY0" fmla="*/ 678260 h 761503"/>
                    <a:gd name="connsiteX1" fmla="*/ 384537 w 435145"/>
                    <a:gd name="connsiteY1" fmla="*/ 719054 h 761503"/>
                    <a:gd name="connsiteX2" fmla="*/ 368219 w 435145"/>
                    <a:gd name="connsiteY2" fmla="*/ 713615 h 761503"/>
                    <a:gd name="connsiteX3" fmla="*/ 360060 w 435145"/>
                    <a:gd name="connsiteY3" fmla="*/ 697297 h 761503"/>
                    <a:gd name="connsiteX4" fmla="*/ 360060 w 435145"/>
                    <a:gd name="connsiteY4" fmla="*/ 651063 h 761503"/>
                    <a:gd name="connsiteX5" fmla="*/ 332864 w 435145"/>
                    <a:gd name="connsiteY5" fmla="*/ 686418 h 761503"/>
                    <a:gd name="connsiteX6" fmla="*/ 251274 w 435145"/>
                    <a:gd name="connsiteY6" fmla="*/ 721774 h 761503"/>
                    <a:gd name="connsiteX7" fmla="*/ 229517 w 435145"/>
                    <a:gd name="connsiteY7" fmla="*/ 719054 h 761503"/>
                    <a:gd name="connsiteX8" fmla="*/ 158806 w 435145"/>
                    <a:gd name="connsiteY8" fmla="*/ 694578 h 761503"/>
                    <a:gd name="connsiteX9" fmla="*/ 112571 w 435145"/>
                    <a:gd name="connsiteY9" fmla="*/ 659222 h 761503"/>
                    <a:gd name="connsiteX10" fmla="*/ 79936 w 435145"/>
                    <a:gd name="connsiteY10" fmla="*/ 607548 h 761503"/>
                    <a:gd name="connsiteX11" fmla="*/ 63618 w 435145"/>
                    <a:gd name="connsiteY11" fmla="*/ 542277 h 761503"/>
                    <a:gd name="connsiteX12" fmla="*/ 58178 w 435145"/>
                    <a:gd name="connsiteY12" fmla="*/ 471566 h 761503"/>
                    <a:gd name="connsiteX13" fmla="*/ 60898 w 435145"/>
                    <a:gd name="connsiteY13" fmla="*/ 400855 h 761503"/>
                    <a:gd name="connsiteX14" fmla="*/ 66337 w 435145"/>
                    <a:gd name="connsiteY14" fmla="*/ 335583 h 761503"/>
                    <a:gd name="connsiteX15" fmla="*/ 85375 w 435145"/>
                    <a:gd name="connsiteY15" fmla="*/ 267592 h 761503"/>
                    <a:gd name="connsiteX16" fmla="*/ 109852 w 435145"/>
                    <a:gd name="connsiteY16" fmla="*/ 199600 h 761503"/>
                    <a:gd name="connsiteX17" fmla="*/ 145207 w 435145"/>
                    <a:gd name="connsiteY17" fmla="*/ 145207 h 761503"/>
                    <a:gd name="connsiteX18" fmla="*/ 188722 w 435145"/>
                    <a:gd name="connsiteY18" fmla="*/ 96253 h 761503"/>
                    <a:gd name="connsiteX19" fmla="*/ 243115 w 435145"/>
                    <a:gd name="connsiteY19" fmla="*/ 71776 h 761503"/>
                    <a:gd name="connsiteX20" fmla="*/ 286630 w 435145"/>
                    <a:gd name="connsiteY20" fmla="*/ 63617 h 761503"/>
                    <a:gd name="connsiteX21" fmla="*/ 305667 w 435145"/>
                    <a:gd name="connsiteY21" fmla="*/ 66337 h 761503"/>
                    <a:gd name="connsiteX22" fmla="*/ 324705 w 435145"/>
                    <a:gd name="connsiteY22" fmla="*/ 79936 h 761503"/>
                    <a:gd name="connsiteX23" fmla="*/ 341023 w 435145"/>
                    <a:gd name="connsiteY23" fmla="*/ 101693 h 761503"/>
                    <a:gd name="connsiteX24" fmla="*/ 354621 w 435145"/>
                    <a:gd name="connsiteY24" fmla="*/ 123450 h 761503"/>
                    <a:gd name="connsiteX25" fmla="*/ 354621 w 435145"/>
                    <a:gd name="connsiteY25" fmla="*/ 98973 h 761503"/>
                    <a:gd name="connsiteX26" fmla="*/ 360060 w 435145"/>
                    <a:gd name="connsiteY26" fmla="*/ 74496 h 761503"/>
                    <a:gd name="connsiteX27" fmla="*/ 365500 w 435145"/>
                    <a:gd name="connsiteY27" fmla="*/ 63617 h 761503"/>
                    <a:gd name="connsiteX28" fmla="*/ 373659 w 435145"/>
                    <a:gd name="connsiteY28" fmla="*/ 58178 h 761503"/>
                    <a:gd name="connsiteX29" fmla="*/ 381818 w 435145"/>
                    <a:gd name="connsiteY29" fmla="*/ 63617 h 761503"/>
                    <a:gd name="connsiteX30" fmla="*/ 389977 w 435145"/>
                    <a:gd name="connsiteY30" fmla="*/ 82655 h 761503"/>
                    <a:gd name="connsiteX31" fmla="*/ 392696 w 435145"/>
                    <a:gd name="connsiteY31" fmla="*/ 126170 h 761503"/>
                    <a:gd name="connsiteX32" fmla="*/ 395416 w 435145"/>
                    <a:gd name="connsiteY32" fmla="*/ 186002 h 761503"/>
                    <a:gd name="connsiteX33" fmla="*/ 398136 w 435145"/>
                    <a:gd name="connsiteY33" fmla="*/ 237675 h 761503"/>
                    <a:gd name="connsiteX34" fmla="*/ 398136 w 435145"/>
                    <a:gd name="connsiteY34" fmla="*/ 243115 h 761503"/>
                    <a:gd name="connsiteX35" fmla="*/ 395416 w 435145"/>
                    <a:gd name="connsiteY35" fmla="*/ 256713 h 761503"/>
                    <a:gd name="connsiteX36" fmla="*/ 379098 w 435145"/>
                    <a:gd name="connsiteY36" fmla="*/ 278470 h 761503"/>
                    <a:gd name="connsiteX37" fmla="*/ 362780 w 435145"/>
                    <a:gd name="connsiteY37" fmla="*/ 273031 h 761503"/>
                    <a:gd name="connsiteX38" fmla="*/ 354621 w 435145"/>
                    <a:gd name="connsiteY38" fmla="*/ 256713 h 761503"/>
                    <a:gd name="connsiteX39" fmla="*/ 354621 w 435145"/>
                    <a:gd name="connsiteY39" fmla="*/ 213198 h 761503"/>
                    <a:gd name="connsiteX40" fmla="*/ 354621 w 435145"/>
                    <a:gd name="connsiteY40" fmla="*/ 205040 h 761503"/>
                    <a:gd name="connsiteX41" fmla="*/ 338303 w 435145"/>
                    <a:gd name="connsiteY41" fmla="*/ 147927 h 761503"/>
                    <a:gd name="connsiteX42" fmla="*/ 292069 w 435145"/>
                    <a:gd name="connsiteY42" fmla="*/ 107132 h 761503"/>
                    <a:gd name="connsiteX43" fmla="*/ 262153 w 435145"/>
                    <a:gd name="connsiteY43" fmla="*/ 120730 h 761503"/>
                    <a:gd name="connsiteX44" fmla="*/ 251274 w 435145"/>
                    <a:gd name="connsiteY44" fmla="*/ 131609 h 761503"/>
                    <a:gd name="connsiteX45" fmla="*/ 240395 w 435145"/>
                    <a:gd name="connsiteY45" fmla="*/ 139768 h 761503"/>
                    <a:gd name="connsiteX46" fmla="*/ 237676 w 435145"/>
                    <a:gd name="connsiteY46" fmla="*/ 164245 h 761503"/>
                    <a:gd name="connsiteX47" fmla="*/ 226797 w 435145"/>
                    <a:gd name="connsiteY47" fmla="*/ 196881 h 761503"/>
                    <a:gd name="connsiteX48" fmla="*/ 213199 w 435145"/>
                    <a:gd name="connsiteY48" fmla="*/ 259433 h 761503"/>
                    <a:gd name="connsiteX49" fmla="*/ 207759 w 435145"/>
                    <a:gd name="connsiteY49" fmla="*/ 324704 h 761503"/>
                    <a:gd name="connsiteX50" fmla="*/ 207759 w 435145"/>
                    <a:gd name="connsiteY50" fmla="*/ 335583 h 761503"/>
                    <a:gd name="connsiteX51" fmla="*/ 205040 w 435145"/>
                    <a:gd name="connsiteY51" fmla="*/ 349181 h 761503"/>
                    <a:gd name="connsiteX52" fmla="*/ 207759 w 435145"/>
                    <a:gd name="connsiteY52" fmla="*/ 368219 h 761503"/>
                    <a:gd name="connsiteX53" fmla="*/ 207759 w 435145"/>
                    <a:gd name="connsiteY53" fmla="*/ 376378 h 761503"/>
                    <a:gd name="connsiteX54" fmla="*/ 205040 w 435145"/>
                    <a:gd name="connsiteY54" fmla="*/ 387256 h 761503"/>
                    <a:gd name="connsiteX55" fmla="*/ 205040 w 435145"/>
                    <a:gd name="connsiteY55" fmla="*/ 395415 h 761503"/>
                    <a:gd name="connsiteX56" fmla="*/ 205040 w 435145"/>
                    <a:gd name="connsiteY56" fmla="*/ 406294 h 761503"/>
                    <a:gd name="connsiteX57" fmla="*/ 205040 w 435145"/>
                    <a:gd name="connsiteY57" fmla="*/ 425332 h 761503"/>
                    <a:gd name="connsiteX58" fmla="*/ 213199 w 435145"/>
                    <a:gd name="connsiteY58" fmla="*/ 493323 h 761503"/>
                    <a:gd name="connsiteX59" fmla="*/ 221358 w 435145"/>
                    <a:gd name="connsiteY59" fmla="*/ 561314 h 761503"/>
                    <a:gd name="connsiteX60" fmla="*/ 226797 w 435145"/>
                    <a:gd name="connsiteY60" fmla="*/ 591231 h 761503"/>
                    <a:gd name="connsiteX61" fmla="*/ 240395 w 435145"/>
                    <a:gd name="connsiteY61" fmla="*/ 618427 h 761503"/>
                    <a:gd name="connsiteX62" fmla="*/ 283910 w 435145"/>
                    <a:gd name="connsiteY62" fmla="*/ 651063 h 761503"/>
                    <a:gd name="connsiteX63" fmla="*/ 338303 w 435145"/>
                    <a:gd name="connsiteY63" fmla="*/ 612988 h 761503"/>
                    <a:gd name="connsiteX64" fmla="*/ 354621 w 435145"/>
                    <a:gd name="connsiteY64" fmla="*/ 577632 h 761503"/>
                    <a:gd name="connsiteX65" fmla="*/ 357341 w 435145"/>
                    <a:gd name="connsiteY65" fmla="*/ 509641 h 761503"/>
                    <a:gd name="connsiteX66" fmla="*/ 362780 w 435145"/>
                    <a:gd name="connsiteY66" fmla="*/ 485164 h 761503"/>
                    <a:gd name="connsiteX67" fmla="*/ 368219 w 435145"/>
                    <a:gd name="connsiteY67" fmla="*/ 474286 h 761503"/>
                    <a:gd name="connsiteX68" fmla="*/ 376378 w 435145"/>
                    <a:gd name="connsiteY68" fmla="*/ 468846 h 761503"/>
                    <a:gd name="connsiteX69" fmla="*/ 384537 w 435145"/>
                    <a:gd name="connsiteY69" fmla="*/ 474286 h 761503"/>
                    <a:gd name="connsiteX70" fmla="*/ 392696 w 435145"/>
                    <a:gd name="connsiteY70" fmla="*/ 493323 h 761503"/>
                    <a:gd name="connsiteX71" fmla="*/ 395416 w 435145"/>
                    <a:gd name="connsiteY71" fmla="*/ 558595 h 761503"/>
                    <a:gd name="connsiteX72" fmla="*/ 398136 w 435145"/>
                    <a:gd name="connsiteY72" fmla="*/ 618427 h 761503"/>
                    <a:gd name="connsiteX73" fmla="*/ 400855 w 435145"/>
                    <a:gd name="connsiteY73" fmla="*/ 678260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</a:cxnLst>
                  <a:rect l="l" t="t" r="r" b="b"/>
                  <a:pathLst>
                    <a:path w="435145" h="761503">
                      <a:moveTo>
                        <a:pt x="400855" y="678260"/>
                      </a:moveTo>
                      <a:cubicBezTo>
                        <a:pt x="400855" y="689138"/>
                        <a:pt x="400855" y="719054"/>
                        <a:pt x="384537" y="719054"/>
                      </a:cubicBezTo>
                      <a:cubicBezTo>
                        <a:pt x="376378" y="719054"/>
                        <a:pt x="373659" y="716335"/>
                        <a:pt x="368219" y="713615"/>
                      </a:cubicBezTo>
                      <a:cubicBezTo>
                        <a:pt x="362780" y="710895"/>
                        <a:pt x="360060" y="702736"/>
                        <a:pt x="360060" y="697297"/>
                      </a:cubicBezTo>
                      <a:cubicBezTo>
                        <a:pt x="357341" y="680979"/>
                        <a:pt x="357341" y="664661"/>
                        <a:pt x="360060" y="651063"/>
                      </a:cubicBezTo>
                      <a:cubicBezTo>
                        <a:pt x="354621" y="659222"/>
                        <a:pt x="341023" y="678260"/>
                        <a:pt x="332864" y="686418"/>
                      </a:cubicBezTo>
                      <a:cubicBezTo>
                        <a:pt x="311107" y="708176"/>
                        <a:pt x="283910" y="721774"/>
                        <a:pt x="251274" y="721774"/>
                      </a:cubicBezTo>
                      <a:cubicBezTo>
                        <a:pt x="243115" y="721774"/>
                        <a:pt x="237676" y="721774"/>
                        <a:pt x="229517" y="719054"/>
                      </a:cubicBezTo>
                      <a:cubicBezTo>
                        <a:pt x="207759" y="716335"/>
                        <a:pt x="183283" y="708176"/>
                        <a:pt x="158806" y="694578"/>
                      </a:cubicBezTo>
                      <a:cubicBezTo>
                        <a:pt x="142488" y="686418"/>
                        <a:pt x="126170" y="672820"/>
                        <a:pt x="112571" y="659222"/>
                      </a:cubicBezTo>
                      <a:cubicBezTo>
                        <a:pt x="98973" y="642904"/>
                        <a:pt x="88095" y="626586"/>
                        <a:pt x="79936" y="607548"/>
                      </a:cubicBezTo>
                      <a:cubicBezTo>
                        <a:pt x="71777" y="585791"/>
                        <a:pt x="66337" y="566754"/>
                        <a:pt x="63618" y="542277"/>
                      </a:cubicBezTo>
                      <a:cubicBezTo>
                        <a:pt x="60898" y="517800"/>
                        <a:pt x="58178" y="493323"/>
                        <a:pt x="58178" y="471566"/>
                      </a:cubicBezTo>
                      <a:cubicBezTo>
                        <a:pt x="58178" y="447089"/>
                        <a:pt x="58178" y="425332"/>
                        <a:pt x="60898" y="400855"/>
                      </a:cubicBezTo>
                      <a:cubicBezTo>
                        <a:pt x="63618" y="379098"/>
                        <a:pt x="60898" y="357340"/>
                        <a:pt x="66337" y="335583"/>
                      </a:cubicBezTo>
                      <a:cubicBezTo>
                        <a:pt x="69057" y="313826"/>
                        <a:pt x="77216" y="289349"/>
                        <a:pt x="85375" y="267592"/>
                      </a:cubicBezTo>
                      <a:cubicBezTo>
                        <a:pt x="93534" y="243115"/>
                        <a:pt x="98973" y="221357"/>
                        <a:pt x="109852" y="199600"/>
                      </a:cubicBezTo>
                      <a:cubicBezTo>
                        <a:pt x="118011" y="177843"/>
                        <a:pt x="131609" y="161525"/>
                        <a:pt x="145207" y="145207"/>
                      </a:cubicBezTo>
                      <a:cubicBezTo>
                        <a:pt x="158806" y="128889"/>
                        <a:pt x="172404" y="109852"/>
                        <a:pt x="188722" y="96253"/>
                      </a:cubicBezTo>
                      <a:cubicBezTo>
                        <a:pt x="205040" y="82655"/>
                        <a:pt x="224077" y="77216"/>
                        <a:pt x="243115" y="71776"/>
                      </a:cubicBezTo>
                      <a:cubicBezTo>
                        <a:pt x="256713" y="69057"/>
                        <a:pt x="273031" y="63617"/>
                        <a:pt x="286630" y="63617"/>
                      </a:cubicBezTo>
                      <a:cubicBezTo>
                        <a:pt x="292069" y="63617"/>
                        <a:pt x="297508" y="63617"/>
                        <a:pt x="305667" y="66337"/>
                      </a:cubicBezTo>
                      <a:cubicBezTo>
                        <a:pt x="313826" y="69057"/>
                        <a:pt x="319266" y="74496"/>
                        <a:pt x="324705" y="79936"/>
                      </a:cubicBezTo>
                      <a:cubicBezTo>
                        <a:pt x="332864" y="85375"/>
                        <a:pt x="332864" y="93534"/>
                        <a:pt x="341023" y="101693"/>
                      </a:cubicBezTo>
                      <a:cubicBezTo>
                        <a:pt x="346462" y="107132"/>
                        <a:pt x="349182" y="118011"/>
                        <a:pt x="354621" y="123450"/>
                      </a:cubicBezTo>
                      <a:cubicBezTo>
                        <a:pt x="354621" y="115291"/>
                        <a:pt x="354621" y="101693"/>
                        <a:pt x="354621" y="98973"/>
                      </a:cubicBezTo>
                      <a:cubicBezTo>
                        <a:pt x="354621" y="90814"/>
                        <a:pt x="354621" y="79936"/>
                        <a:pt x="360060" y="74496"/>
                      </a:cubicBezTo>
                      <a:cubicBezTo>
                        <a:pt x="362780" y="71776"/>
                        <a:pt x="362780" y="69057"/>
                        <a:pt x="365500" y="63617"/>
                      </a:cubicBezTo>
                      <a:cubicBezTo>
                        <a:pt x="368219" y="60898"/>
                        <a:pt x="370939" y="58178"/>
                        <a:pt x="373659" y="58178"/>
                      </a:cubicBezTo>
                      <a:cubicBezTo>
                        <a:pt x="376378" y="58178"/>
                        <a:pt x="379098" y="60898"/>
                        <a:pt x="381818" y="63617"/>
                      </a:cubicBezTo>
                      <a:cubicBezTo>
                        <a:pt x="384537" y="69057"/>
                        <a:pt x="387257" y="77216"/>
                        <a:pt x="389977" y="82655"/>
                      </a:cubicBezTo>
                      <a:cubicBezTo>
                        <a:pt x="389977" y="90814"/>
                        <a:pt x="392696" y="107132"/>
                        <a:pt x="392696" y="126170"/>
                      </a:cubicBezTo>
                      <a:cubicBezTo>
                        <a:pt x="392696" y="150647"/>
                        <a:pt x="392696" y="177843"/>
                        <a:pt x="395416" y="186002"/>
                      </a:cubicBezTo>
                      <a:cubicBezTo>
                        <a:pt x="398136" y="205040"/>
                        <a:pt x="398136" y="215918"/>
                        <a:pt x="398136" y="237675"/>
                      </a:cubicBezTo>
                      <a:cubicBezTo>
                        <a:pt x="398136" y="240395"/>
                        <a:pt x="398136" y="243115"/>
                        <a:pt x="398136" y="243115"/>
                      </a:cubicBezTo>
                      <a:cubicBezTo>
                        <a:pt x="398136" y="248554"/>
                        <a:pt x="398136" y="251274"/>
                        <a:pt x="395416" y="256713"/>
                      </a:cubicBezTo>
                      <a:cubicBezTo>
                        <a:pt x="392696" y="267592"/>
                        <a:pt x="389977" y="278470"/>
                        <a:pt x="379098" y="278470"/>
                      </a:cubicBezTo>
                      <a:cubicBezTo>
                        <a:pt x="370939" y="278470"/>
                        <a:pt x="368219" y="275751"/>
                        <a:pt x="362780" y="273031"/>
                      </a:cubicBezTo>
                      <a:cubicBezTo>
                        <a:pt x="357341" y="270311"/>
                        <a:pt x="354621" y="262152"/>
                        <a:pt x="354621" y="256713"/>
                      </a:cubicBezTo>
                      <a:cubicBezTo>
                        <a:pt x="349182" y="237675"/>
                        <a:pt x="354621" y="232236"/>
                        <a:pt x="354621" y="213198"/>
                      </a:cubicBezTo>
                      <a:cubicBezTo>
                        <a:pt x="354621" y="210479"/>
                        <a:pt x="354621" y="207759"/>
                        <a:pt x="354621" y="205040"/>
                      </a:cubicBezTo>
                      <a:cubicBezTo>
                        <a:pt x="349182" y="186002"/>
                        <a:pt x="343742" y="169684"/>
                        <a:pt x="338303" y="147927"/>
                      </a:cubicBezTo>
                      <a:cubicBezTo>
                        <a:pt x="332864" y="131609"/>
                        <a:pt x="311107" y="107132"/>
                        <a:pt x="292069" y="107132"/>
                      </a:cubicBezTo>
                      <a:cubicBezTo>
                        <a:pt x="281190" y="107132"/>
                        <a:pt x="270312" y="115291"/>
                        <a:pt x="262153" y="120730"/>
                      </a:cubicBezTo>
                      <a:cubicBezTo>
                        <a:pt x="259433" y="123450"/>
                        <a:pt x="256713" y="126170"/>
                        <a:pt x="251274" y="131609"/>
                      </a:cubicBezTo>
                      <a:cubicBezTo>
                        <a:pt x="248554" y="134329"/>
                        <a:pt x="243115" y="137048"/>
                        <a:pt x="240395" y="139768"/>
                      </a:cubicBezTo>
                      <a:cubicBezTo>
                        <a:pt x="237676" y="145207"/>
                        <a:pt x="240395" y="156086"/>
                        <a:pt x="237676" y="164245"/>
                      </a:cubicBezTo>
                      <a:cubicBezTo>
                        <a:pt x="232236" y="175123"/>
                        <a:pt x="229517" y="186002"/>
                        <a:pt x="226797" y="196881"/>
                      </a:cubicBezTo>
                      <a:cubicBezTo>
                        <a:pt x="221358" y="218638"/>
                        <a:pt x="218638" y="237675"/>
                        <a:pt x="213199" y="259433"/>
                      </a:cubicBezTo>
                      <a:cubicBezTo>
                        <a:pt x="210479" y="281190"/>
                        <a:pt x="207759" y="302947"/>
                        <a:pt x="207759" y="324704"/>
                      </a:cubicBezTo>
                      <a:cubicBezTo>
                        <a:pt x="207759" y="327424"/>
                        <a:pt x="207759" y="332863"/>
                        <a:pt x="207759" y="335583"/>
                      </a:cubicBezTo>
                      <a:cubicBezTo>
                        <a:pt x="207759" y="341022"/>
                        <a:pt x="205040" y="343742"/>
                        <a:pt x="205040" y="349181"/>
                      </a:cubicBezTo>
                      <a:cubicBezTo>
                        <a:pt x="205040" y="354621"/>
                        <a:pt x="207759" y="362779"/>
                        <a:pt x="207759" y="368219"/>
                      </a:cubicBezTo>
                      <a:cubicBezTo>
                        <a:pt x="207759" y="370939"/>
                        <a:pt x="207759" y="373658"/>
                        <a:pt x="207759" y="376378"/>
                      </a:cubicBezTo>
                      <a:cubicBezTo>
                        <a:pt x="205040" y="381817"/>
                        <a:pt x="205040" y="384537"/>
                        <a:pt x="205040" y="387256"/>
                      </a:cubicBezTo>
                      <a:cubicBezTo>
                        <a:pt x="205040" y="389976"/>
                        <a:pt x="205040" y="392696"/>
                        <a:pt x="205040" y="395415"/>
                      </a:cubicBezTo>
                      <a:cubicBezTo>
                        <a:pt x="205040" y="398135"/>
                        <a:pt x="205040" y="403574"/>
                        <a:pt x="205040" y="406294"/>
                      </a:cubicBezTo>
                      <a:cubicBezTo>
                        <a:pt x="205040" y="411733"/>
                        <a:pt x="205040" y="417173"/>
                        <a:pt x="205040" y="425332"/>
                      </a:cubicBezTo>
                      <a:cubicBezTo>
                        <a:pt x="205040" y="449809"/>
                        <a:pt x="213199" y="471566"/>
                        <a:pt x="213199" y="493323"/>
                      </a:cubicBezTo>
                      <a:cubicBezTo>
                        <a:pt x="213199" y="517800"/>
                        <a:pt x="215919" y="539557"/>
                        <a:pt x="221358" y="561314"/>
                      </a:cubicBezTo>
                      <a:cubicBezTo>
                        <a:pt x="224077" y="572193"/>
                        <a:pt x="224077" y="580352"/>
                        <a:pt x="226797" y="591231"/>
                      </a:cubicBezTo>
                      <a:cubicBezTo>
                        <a:pt x="229517" y="599390"/>
                        <a:pt x="237676" y="607548"/>
                        <a:pt x="240395" y="618427"/>
                      </a:cubicBezTo>
                      <a:cubicBezTo>
                        <a:pt x="248554" y="637465"/>
                        <a:pt x="262153" y="651063"/>
                        <a:pt x="283910" y="651063"/>
                      </a:cubicBezTo>
                      <a:cubicBezTo>
                        <a:pt x="302948" y="651063"/>
                        <a:pt x="330144" y="629306"/>
                        <a:pt x="338303" y="612988"/>
                      </a:cubicBezTo>
                      <a:cubicBezTo>
                        <a:pt x="346462" y="599390"/>
                        <a:pt x="351901" y="591231"/>
                        <a:pt x="354621" y="577632"/>
                      </a:cubicBezTo>
                      <a:cubicBezTo>
                        <a:pt x="354621" y="550436"/>
                        <a:pt x="354621" y="517800"/>
                        <a:pt x="357341" y="509641"/>
                      </a:cubicBezTo>
                      <a:cubicBezTo>
                        <a:pt x="357341" y="501482"/>
                        <a:pt x="357341" y="490603"/>
                        <a:pt x="362780" y="485164"/>
                      </a:cubicBezTo>
                      <a:cubicBezTo>
                        <a:pt x="365500" y="482444"/>
                        <a:pt x="365500" y="479725"/>
                        <a:pt x="368219" y="474286"/>
                      </a:cubicBezTo>
                      <a:cubicBezTo>
                        <a:pt x="370939" y="471566"/>
                        <a:pt x="373659" y="468846"/>
                        <a:pt x="376378" y="468846"/>
                      </a:cubicBezTo>
                      <a:cubicBezTo>
                        <a:pt x="379098" y="468846"/>
                        <a:pt x="381818" y="471566"/>
                        <a:pt x="384537" y="474286"/>
                      </a:cubicBezTo>
                      <a:cubicBezTo>
                        <a:pt x="387257" y="479725"/>
                        <a:pt x="389977" y="487884"/>
                        <a:pt x="392696" y="493323"/>
                      </a:cubicBezTo>
                      <a:cubicBezTo>
                        <a:pt x="392696" y="501482"/>
                        <a:pt x="395416" y="539557"/>
                        <a:pt x="395416" y="558595"/>
                      </a:cubicBezTo>
                      <a:cubicBezTo>
                        <a:pt x="395416" y="583072"/>
                        <a:pt x="395416" y="610268"/>
                        <a:pt x="398136" y="618427"/>
                      </a:cubicBezTo>
                      <a:cubicBezTo>
                        <a:pt x="398136" y="648343"/>
                        <a:pt x="400855" y="659222"/>
                        <a:pt x="400855" y="678260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131" name="Freeform: Shape 130">
                  <a:extLst>
                    <a:ext uri="{FF2B5EF4-FFF2-40B4-BE49-F238E27FC236}">
                      <a16:creationId xmlns:a16="http://schemas.microsoft.com/office/drawing/2014/main" id="{E27DF341-F3DE-4F8F-830E-D211995E0420}"/>
                    </a:ext>
                  </a:extLst>
                </p:cNvPr>
                <p:cNvSpPr/>
                <p:nvPr/>
              </p:nvSpPr>
              <p:spPr>
                <a:xfrm>
                  <a:off x="3829459" y="4200317"/>
                  <a:ext cx="598325" cy="761503"/>
                </a:xfrm>
                <a:custGeom>
                  <a:avLst/>
                  <a:gdLst>
                    <a:gd name="connsiteX0" fmla="*/ 360060 w 598324"/>
                    <a:gd name="connsiteY0" fmla="*/ 332863 h 761503"/>
                    <a:gd name="connsiteX1" fmla="*/ 341023 w 598324"/>
                    <a:gd name="connsiteY1" fmla="*/ 370939 h 761503"/>
                    <a:gd name="connsiteX2" fmla="*/ 376378 w 598324"/>
                    <a:gd name="connsiteY2" fmla="*/ 389976 h 761503"/>
                    <a:gd name="connsiteX3" fmla="*/ 425332 w 598324"/>
                    <a:gd name="connsiteY3" fmla="*/ 433491 h 761503"/>
                    <a:gd name="connsiteX4" fmla="*/ 438930 w 598324"/>
                    <a:gd name="connsiteY4" fmla="*/ 463407 h 761503"/>
                    <a:gd name="connsiteX5" fmla="*/ 449809 w 598324"/>
                    <a:gd name="connsiteY5" fmla="*/ 498762 h 761503"/>
                    <a:gd name="connsiteX6" fmla="*/ 457968 w 598324"/>
                    <a:gd name="connsiteY6" fmla="*/ 528679 h 761503"/>
                    <a:gd name="connsiteX7" fmla="*/ 466127 w 598324"/>
                    <a:gd name="connsiteY7" fmla="*/ 564034 h 761503"/>
                    <a:gd name="connsiteX8" fmla="*/ 471566 w 598324"/>
                    <a:gd name="connsiteY8" fmla="*/ 593950 h 761503"/>
                    <a:gd name="connsiteX9" fmla="*/ 479725 w 598324"/>
                    <a:gd name="connsiteY9" fmla="*/ 607548 h 761503"/>
                    <a:gd name="connsiteX10" fmla="*/ 487884 w 598324"/>
                    <a:gd name="connsiteY10" fmla="*/ 623867 h 761503"/>
                    <a:gd name="connsiteX11" fmla="*/ 501482 w 598324"/>
                    <a:gd name="connsiteY11" fmla="*/ 651063 h 761503"/>
                    <a:gd name="connsiteX12" fmla="*/ 523240 w 598324"/>
                    <a:gd name="connsiteY12" fmla="*/ 670101 h 761503"/>
                    <a:gd name="connsiteX13" fmla="*/ 534119 w 598324"/>
                    <a:gd name="connsiteY13" fmla="*/ 686418 h 761503"/>
                    <a:gd name="connsiteX14" fmla="*/ 531399 w 598324"/>
                    <a:gd name="connsiteY14" fmla="*/ 694578 h 761503"/>
                    <a:gd name="connsiteX15" fmla="*/ 498763 w 598324"/>
                    <a:gd name="connsiteY15" fmla="*/ 708176 h 761503"/>
                    <a:gd name="connsiteX16" fmla="*/ 449809 w 598324"/>
                    <a:gd name="connsiteY16" fmla="*/ 700017 h 761503"/>
                    <a:gd name="connsiteX17" fmla="*/ 400855 w 598324"/>
                    <a:gd name="connsiteY17" fmla="*/ 667381 h 761503"/>
                    <a:gd name="connsiteX18" fmla="*/ 381817 w 598324"/>
                    <a:gd name="connsiteY18" fmla="*/ 642904 h 761503"/>
                    <a:gd name="connsiteX19" fmla="*/ 368219 w 598324"/>
                    <a:gd name="connsiteY19" fmla="*/ 610268 h 761503"/>
                    <a:gd name="connsiteX20" fmla="*/ 349182 w 598324"/>
                    <a:gd name="connsiteY20" fmla="*/ 550436 h 761503"/>
                    <a:gd name="connsiteX21" fmla="*/ 338303 w 598324"/>
                    <a:gd name="connsiteY21" fmla="*/ 504202 h 761503"/>
                    <a:gd name="connsiteX22" fmla="*/ 330144 w 598324"/>
                    <a:gd name="connsiteY22" fmla="*/ 477005 h 761503"/>
                    <a:gd name="connsiteX23" fmla="*/ 321985 w 598324"/>
                    <a:gd name="connsiteY23" fmla="*/ 455248 h 761503"/>
                    <a:gd name="connsiteX24" fmla="*/ 305667 w 598324"/>
                    <a:gd name="connsiteY24" fmla="*/ 436210 h 761503"/>
                    <a:gd name="connsiteX25" fmla="*/ 294788 w 598324"/>
                    <a:gd name="connsiteY25" fmla="*/ 441650 h 761503"/>
                    <a:gd name="connsiteX26" fmla="*/ 278471 w 598324"/>
                    <a:gd name="connsiteY26" fmla="*/ 463407 h 761503"/>
                    <a:gd name="connsiteX27" fmla="*/ 264872 w 598324"/>
                    <a:gd name="connsiteY27" fmla="*/ 496043 h 761503"/>
                    <a:gd name="connsiteX28" fmla="*/ 262153 w 598324"/>
                    <a:gd name="connsiteY28" fmla="*/ 517800 h 761503"/>
                    <a:gd name="connsiteX29" fmla="*/ 262153 w 598324"/>
                    <a:gd name="connsiteY29" fmla="*/ 523239 h 761503"/>
                    <a:gd name="connsiteX30" fmla="*/ 262153 w 598324"/>
                    <a:gd name="connsiteY30" fmla="*/ 553155 h 761503"/>
                    <a:gd name="connsiteX31" fmla="*/ 262153 w 598324"/>
                    <a:gd name="connsiteY31" fmla="*/ 629306 h 761503"/>
                    <a:gd name="connsiteX32" fmla="*/ 259433 w 598324"/>
                    <a:gd name="connsiteY32" fmla="*/ 659222 h 761503"/>
                    <a:gd name="connsiteX33" fmla="*/ 283910 w 598324"/>
                    <a:gd name="connsiteY33" fmla="*/ 659222 h 761503"/>
                    <a:gd name="connsiteX34" fmla="*/ 321985 w 598324"/>
                    <a:gd name="connsiteY34" fmla="*/ 675540 h 761503"/>
                    <a:gd name="connsiteX35" fmla="*/ 316546 w 598324"/>
                    <a:gd name="connsiteY35" fmla="*/ 691858 h 761503"/>
                    <a:gd name="connsiteX36" fmla="*/ 300228 w 598324"/>
                    <a:gd name="connsiteY36" fmla="*/ 700017 h 761503"/>
                    <a:gd name="connsiteX37" fmla="*/ 278471 w 598324"/>
                    <a:gd name="connsiteY37" fmla="*/ 702736 h 761503"/>
                    <a:gd name="connsiteX38" fmla="*/ 243115 w 598324"/>
                    <a:gd name="connsiteY38" fmla="*/ 702736 h 761503"/>
                    <a:gd name="connsiteX39" fmla="*/ 221358 w 598324"/>
                    <a:gd name="connsiteY39" fmla="*/ 710895 h 761503"/>
                    <a:gd name="connsiteX40" fmla="*/ 194161 w 598324"/>
                    <a:gd name="connsiteY40" fmla="*/ 702736 h 761503"/>
                    <a:gd name="connsiteX41" fmla="*/ 177843 w 598324"/>
                    <a:gd name="connsiteY41" fmla="*/ 702736 h 761503"/>
                    <a:gd name="connsiteX42" fmla="*/ 126170 w 598324"/>
                    <a:gd name="connsiteY42" fmla="*/ 702736 h 761503"/>
                    <a:gd name="connsiteX43" fmla="*/ 101693 w 598324"/>
                    <a:gd name="connsiteY43" fmla="*/ 702736 h 761503"/>
                    <a:gd name="connsiteX44" fmla="*/ 74496 w 598324"/>
                    <a:gd name="connsiteY44" fmla="*/ 697297 h 761503"/>
                    <a:gd name="connsiteX45" fmla="*/ 58178 w 598324"/>
                    <a:gd name="connsiteY45" fmla="*/ 680979 h 761503"/>
                    <a:gd name="connsiteX46" fmla="*/ 63617 w 598324"/>
                    <a:gd name="connsiteY46" fmla="*/ 672820 h 761503"/>
                    <a:gd name="connsiteX47" fmla="*/ 85375 w 598324"/>
                    <a:gd name="connsiteY47" fmla="*/ 664661 h 761503"/>
                    <a:gd name="connsiteX48" fmla="*/ 128889 w 598324"/>
                    <a:gd name="connsiteY48" fmla="*/ 659222 h 761503"/>
                    <a:gd name="connsiteX49" fmla="*/ 147927 w 598324"/>
                    <a:gd name="connsiteY49" fmla="*/ 659222 h 761503"/>
                    <a:gd name="connsiteX50" fmla="*/ 145207 w 598324"/>
                    <a:gd name="connsiteY50" fmla="*/ 653783 h 761503"/>
                    <a:gd name="connsiteX51" fmla="*/ 131609 w 598324"/>
                    <a:gd name="connsiteY51" fmla="*/ 585791 h 761503"/>
                    <a:gd name="connsiteX52" fmla="*/ 134329 w 598324"/>
                    <a:gd name="connsiteY52" fmla="*/ 498762 h 761503"/>
                    <a:gd name="connsiteX53" fmla="*/ 137048 w 598324"/>
                    <a:gd name="connsiteY53" fmla="*/ 406294 h 761503"/>
                    <a:gd name="connsiteX54" fmla="*/ 134329 w 598324"/>
                    <a:gd name="connsiteY54" fmla="*/ 327424 h 761503"/>
                    <a:gd name="connsiteX55" fmla="*/ 137048 w 598324"/>
                    <a:gd name="connsiteY55" fmla="*/ 253993 h 761503"/>
                    <a:gd name="connsiteX56" fmla="*/ 139768 w 598324"/>
                    <a:gd name="connsiteY56" fmla="*/ 207759 h 761503"/>
                    <a:gd name="connsiteX57" fmla="*/ 137048 w 598324"/>
                    <a:gd name="connsiteY57" fmla="*/ 172404 h 761503"/>
                    <a:gd name="connsiteX58" fmla="*/ 137048 w 598324"/>
                    <a:gd name="connsiteY58" fmla="*/ 112571 h 761503"/>
                    <a:gd name="connsiteX59" fmla="*/ 126170 w 598324"/>
                    <a:gd name="connsiteY59" fmla="*/ 112571 h 761503"/>
                    <a:gd name="connsiteX60" fmla="*/ 101693 w 598324"/>
                    <a:gd name="connsiteY60" fmla="*/ 112571 h 761503"/>
                    <a:gd name="connsiteX61" fmla="*/ 74496 w 598324"/>
                    <a:gd name="connsiteY61" fmla="*/ 107132 h 761503"/>
                    <a:gd name="connsiteX62" fmla="*/ 58178 w 598324"/>
                    <a:gd name="connsiteY62" fmla="*/ 90814 h 761503"/>
                    <a:gd name="connsiteX63" fmla="*/ 63617 w 598324"/>
                    <a:gd name="connsiteY63" fmla="*/ 82655 h 761503"/>
                    <a:gd name="connsiteX64" fmla="*/ 85375 w 598324"/>
                    <a:gd name="connsiteY64" fmla="*/ 74496 h 761503"/>
                    <a:gd name="connsiteX65" fmla="*/ 137048 w 598324"/>
                    <a:gd name="connsiteY65" fmla="*/ 69057 h 761503"/>
                    <a:gd name="connsiteX66" fmla="*/ 145207 w 598324"/>
                    <a:gd name="connsiteY66" fmla="*/ 69057 h 761503"/>
                    <a:gd name="connsiteX67" fmla="*/ 169684 w 598324"/>
                    <a:gd name="connsiteY67" fmla="*/ 58178 h 761503"/>
                    <a:gd name="connsiteX68" fmla="*/ 177843 w 598324"/>
                    <a:gd name="connsiteY68" fmla="*/ 58178 h 761503"/>
                    <a:gd name="connsiteX69" fmla="*/ 205040 w 598324"/>
                    <a:gd name="connsiteY69" fmla="*/ 66337 h 761503"/>
                    <a:gd name="connsiteX70" fmla="*/ 286629 w 598324"/>
                    <a:gd name="connsiteY70" fmla="*/ 63617 h 761503"/>
                    <a:gd name="connsiteX71" fmla="*/ 324705 w 598324"/>
                    <a:gd name="connsiteY71" fmla="*/ 79936 h 761503"/>
                    <a:gd name="connsiteX72" fmla="*/ 319265 w 598324"/>
                    <a:gd name="connsiteY72" fmla="*/ 96253 h 761503"/>
                    <a:gd name="connsiteX73" fmla="*/ 302948 w 598324"/>
                    <a:gd name="connsiteY73" fmla="*/ 104412 h 761503"/>
                    <a:gd name="connsiteX74" fmla="*/ 278471 w 598324"/>
                    <a:gd name="connsiteY74" fmla="*/ 112571 h 761503"/>
                    <a:gd name="connsiteX75" fmla="*/ 232236 w 598324"/>
                    <a:gd name="connsiteY75" fmla="*/ 112571 h 761503"/>
                    <a:gd name="connsiteX76" fmla="*/ 240395 w 598324"/>
                    <a:gd name="connsiteY76" fmla="*/ 137048 h 761503"/>
                    <a:gd name="connsiteX77" fmla="*/ 240395 w 598324"/>
                    <a:gd name="connsiteY77" fmla="*/ 150647 h 761503"/>
                    <a:gd name="connsiteX78" fmla="*/ 243115 w 598324"/>
                    <a:gd name="connsiteY78" fmla="*/ 158805 h 761503"/>
                    <a:gd name="connsiteX79" fmla="*/ 248554 w 598324"/>
                    <a:gd name="connsiteY79" fmla="*/ 188722 h 761503"/>
                    <a:gd name="connsiteX80" fmla="*/ 248554 w 598324"/>
                    <a:gd name="connsiteY80" fmla="*/ 199600 h 761503"/>
                    <a:gd name="connsiteX81" fmla="*/ 248554 w 598324"/>
                    <a:gd name="connsiteY81" fmla="*/ 221357 h 761503"/>
                    <a:gd name="connsiteX82" fmla="*/ 253994 w 598324"/>
                    <a:gd name="connsiteY82" fmla="*/ 264872 h 761503"/>
                    <a:gd name="connsiteX83" fmla="*/ 262153 w 598324"/>
                    <a:gd name="connsiteY83" fmla="*/ 297508 h 761503"/>
                    <a:gd name="connsiteX84" fmla="*/ 264872 w 598324"/>
                    <a:gd name="connsiteY84" fmla="*/ 324704 h 761503"/>
                    <a:gd name="connsiteX85" fmla="*/ 264872 w 598324"/>
                    <a:gd name="connsiteY85" fmla="*/ 332863 h 761503"/>
                    <a:gd name="connsiteX86" fmla="*/ 264872 w 598324"/>
                    <a:gd name="connsiteY86" fmla="*/ 351901 h 761503"/>
                    <a:gd name="connsiteX87" fmla="*/ 262153 w 598324"/>
                    <a:gd name="connsiteY87" fmla="*/ 370939 h 761503"/>
                    <a:gd name="connsiteX88" fmla="*/ 267592 w 598324"/>
                    <a:gd name="connsiteY88" fmla="*/ 384537 h 761503"/>
                    <a:gd name="connsiteX89" fmla="*/ 278471 w 598324"/>
                    <a:gd name="connsiteY89" fmla="*/ 370939 h 761503"/>
                    <a:gd name="connsiteX90" fmla="*/ 297508 w 598324"/>
                    <a:gd name="connsiteY90" fmla="*/ 332863 h 761503"/>
                    <a:gd name="connsiteX91" fmla="*/ 311106 w 598324"/>
                    <a:gd name="connsiteY91" fmla="*/ 305667 h 761503"/>
                    <a:gd name="connsiteX92" fmla="*/ 335583 w 598324"/>
                    <a:gd name="connsiteY92" fmla="*/ 259433 h 761503"/>
                    <a:gd name="connsiteX93" fmla="*/ 354621 w 598324"/>
                    <a:gd name="connsiteY93" fmla="*/ 224077 h 761503"/>
                    <a:gd name="connsiteX94" fmla="*/ 381817 w 598324"/>
                    <a:gd name="connsiteY94" fmla="*/ 172404 h 761503"/>
                    <a:gd name="connsiteX95" fmla="*/ 409014 w 598324"/>
                    <a:gd name="connsiteY95" fmla="*/ 118011 h 761503"/>
                    <a:gd name="connsiteX96" fmla="*/ 411734 w 598324"/>
                    <a:gd name="connsiteY96" fmla="*/ 115291 h 761503"/>
                    <a:gd name="connsiteX97" fmla="*/ 398136 w 598324"/>
                    <a:gd name="connsiteY97" fmla="*/ 115291 h 761503"/>
                    <a:gd name="connsiteX98" fmla="*/ 379098 w 598324"/>
                    <a:gd name="connsiteY98" fmla="*/ 109852 h 761503"/>
                    <a:gd name="connsiteX99" fmla="*/ 368219 w 598324"/>
                    <a:gd name="connsiteY99" fmla="*/ 93534 h 761503"/>
                    <a:gd name="connsiteX100" fmla="*/ 370939 w 598324"/>
                    <a:gd name="connsiteY100" fmla="*/ 85375 h 761503"/>
                    <a:gd name="connsiteX101" fmla="*/ 387257 w 598324"/>
                    <a:gd name="connsiteY101" fmla="*/ 77216 h 761503"/>
                    <a:gd name="connsiteX102" fmla="*/ 422612 w 598324"/>
                    <a:gd name="connsiteY102" fmla="*/ 71776 h 761503"/>
                    <a:gd name="connsiteX103" fmla="*/ 436211 w 598324"/>
                    <a:gd name="connsiteY103" fmla="*/ 71776 h 761503"/>
                    <a:gd name="connsiteX104" fmla="*/ 438930 w 598324"/>
                    <a:gd name="connsiteY104" fmla="*/ 69057 h 761503"/>
                    <a:gd name="connsiteX105" fmla="*/ 452529 w 598324"/>
                    <a:gd name="connsiteY105" fmla="*/ 66337 h 761503"/>
                    <a:gd name="connsiteX106" fmla="*/ 466127 w 598324"/>
                    <a:gd name="connsiteY106" fmla="*/ 69057 h 761503"/>
                    <a:gd name="connsiteX107" fmla="*/ 471566 w 598324"/>
                    <a:gd name="connsiteY107" fmla="*/ 71776 h 761503"/>
                    <a:gd name="connsiteX108" fmla="*/ 515081 w 598324"/>
                    <a:gd name="connsiteY108" fmla="*/ 71776 h 761503"/>
                    <a:gd name="connsiteX109" fmla="*/ 542277 w 598324"/>
                    <a:gd name="connsiteY109" fmla="*/ 88094 h 761503"/>
                    <a:gd name="connsiteX110" fmla="*/ 536838 w 598324"/>
                    <a:gd name="connsiteY110" fmla="*/ 104412 h 761503"/>
                    <a:gd name="connsiteX111" fmla="*/ 525959 w 598324"/>
                    <a:gd name="connsiteY111" fmla="*/ 112571 h 761503"/>
                    <a:gd name="connsiteX112" fmla="*/ 509642 w 598324"/>
                    <a:gd name="connsiteY112" fmla="*/ 115291 h 761503"/>
                    <a:gd name="connsiteX113" fmla="*/ 468847 w 598324"/>
                    <a:gd name="connsiteY113" fmla="*/ 115291 h 761503"/>
                    <a:gd name="connsiteX114" fmla="*/ 457968 w 598324"/>
                    <a:gd name="connsiteY114" fmla="*/ 137048 h 761503"/>
                    <a:gd name="connsiteX115" fmla="*/ 430771 w 598324"/>
                    <a:gd name="connsiteY115" fmla="*/ 194161 h 761503"/>
                    <a:gd name="connsiteX116" fmla="*/ 400855 w 598324"/>
                    <a:gd name="connsiteY116" fmla="*/ 262152 h 761503"/>
                    <a:gd name="connsiteX117" fmla="*/ 360060 w 598324"/>
                    <a:gd name="connsiteY117" fmla="*/ 332863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</a:cxnLst>
                  <a:rect l="l" t="t" r="r" b="b"/>
                  <a:pathLst>
                    <a:path w="598324" h="761503">
                      <a:moveTo>
                        <a:pt x="360060" y="332863"/>
                      </a:moveTo>
                      <a:cubicBezTo>
                        <a:pt x="351901" y="343742"/>
                        <a:pt x="341023" y="357340"/>
                        <a:pt x="341023" y="370939"/>
                      </a:cubicBezTo>
                      <a:cubicBezTo>
                        <a:pt x="341023" y="379098"/>
                        <a:pt x="357341" y="381817"/>
                        <a:pt x="376378" y="389976"/>
                      </a:cubicBezTo>
                      <a:cubicBezTo>
                        <a:pt x="395416" y="398135"/>
                        <a:pt x="417173" y="417173"/>
                        <a:pt x="425332" y="433491"/>
                      </a:cubicBezTo>
                      <a:cubicBezTo>
                        <a:pt x="430771" y="444369"/>
                        <a:pt x="436211" y="452528"/>
                        <a:pt x="438930" y="463407"/>
                      </a:cubicBezTo>
                      <a:cubicBezTo>
                        <a:pt x="444370" y="474286"/>
                        <a:pt x="447089" y="487884"/>
                        <a:pt x="449809" y="498762"/>
                      </a:cubicBezTo>
                      <a:cubicBezTo>
                        <a:pt x="452529" y="512361"/>
                        <a:pt x="452529" y="517800"/>
                        <a:pt x="457968" y="528679"/>
                      </a:cubicBezTo>
                      <a:cubicBezTo>
                        <a:pt x="463407" y="539557"/>
                        <a:pt x="463407" y="553155"/>
                        <a:pt x="466127" y="564034"/>
                      </a:cubicBezTo>
                      <a:cubicBezTo>
                        <a:pt x="468847" y="572193"/>
                        <a:pt x="468847" y="585791"/>
                        <a:pt x="471566" y="593950"/>
                      </a:cubicBezTo>
                      <a:cubicBezTo>
                        <a:pt x="474286" y="599390"/>
                        <a:pt x="477006" y="602109"/>
                        <a:pt x="479725" y="607548"/>
                      </a:cubicBezTo>
                      <a:cubicBezTo>
                        <a:pt x="482445" y="612988"/>
                        <a:pt x="487884" y="618427"/>
                        <a:pt x="487884" y="623867"/>
                      </a:cubicBezTo>
                      <a:cubicBezTo>
                        <a:pt x="490604" y="634745"/>
                        <a:pt x="496043" y="642904"/>
                        <a:pt x="501482" y="651063"/>
                      </a:cubicBezTo>
                      <a:cubicBezTo>
                        <a:pt x="506922" y="661942"/>
                        <a:pt x="512361" y="664661"/>
                        <a:pt x="523240" y="670101"/>
                      </a:cubicBezTo>
                      <a:cubicBezTo>
                        <a:pt x="528679" y="672820"/>
                        <a:pt x="534119" y="680979"/>
                        <a:pt x="534119" y="686418"/>
                      </a:cubicBezTo>
                      <a:cubicBezTo>
                        <a:pt x="534119" y="689138"/>
                        <a:pt x="534119" y="691858"/>
                        <a:pt x="531399" y="694578"/>
                      </a:cubicBezTo>
                      <a:cubicBezTo>
                        <a:pt x="525959" y="702736"/>
                        <a:pt x="512361" y="708176"/>
                        <a:pt x="498763" y="708176"/>
                      </a:cubicBezTo>
                      <a:cubicBezTo>
                        <a:pt x="485165" y="708176"/>
                        <a:pt x="466127" y="705456"/>
                        <a:pt x="449809" y="700017"/>
                      </a:cubicBezTo>
                      <a:cubicBezTo>
                        <a:pt x="430771" y="694578"/>
                        <a:pt x="409014" y="675540"/>
                        <a:pt x="400855" y="667381"/>
                      </a:cubicBezTo>
                      <a:cubicBezTo>
                        <a:pt x="392696" y="659222"/>
                        <a:pt x="387257" y="651063"/>
                        <a:pt x="381817" y="642904"/>
                      </a:cubicBezTo>
                      <a:cubicBezTo>
                        <a:pt x="376378" y="632025"/>
                        <a:pt x="370939" y="623867"/>
                        <a:pt x="368219" y="610268"/>
                      </a:cubicBezTo>
                      <a:cubicBezTo>
                        <a:pt x="360060" y="588511"/>
                        <a:pt x="357341" y="574913"/>
                        <a:pt x="349182" y="550436"/>
                      </a:cubicBezTo>
                      <a:cubicBezTo>
                        <a:pt x="343742" y="534118"/>
                        <a:pt x="341023" y="520520"/>
                        <a:pt x="338303" y="504202"/>
                      </a:cubicBezTo>
                      <a:cubicBezTo>
                        <a:pt x="335583" y="493323"/>
                        <a:pt x="332864" y="485164"/>
                        <a:pt x="330144" y="477005"/>
                      </a:cubicBezTo>
                      <a:cubicBezTo>
                        <a:pt x="327424" y="471566"/>
                        <a:pt x="324705" y="463407"/>
                        <a:pt x="321985" y="455248"/>
                      </a:cubicBezTo>
                      <a:cubicBezTo>
                        <a:pt x="316546" y="444369"/>
                        <a:pt x="311106" y="436210"/>
                        <a:pt x="305667" y="436210"/>
                      </a:cubicBezTo>
                      <a:cubicBezTo>
                        <a:pt x="302948" y="436210"/>
                        <a:pt x="300228" y="438930"/>
                        <a:pt x="294788" y="441650"/>
                      </a:cubicBezTo>
                      <a:cubicBezTo>
                        <a:pt x="289349" y="447089"/>
                        <a:pt x="283910" y="455248"/>
                        <a:pt x="278471" y="463407"/>
                      </a:cubicBezTo>
                      <a:cubicBezTo>
                        <a:pt x="270312" y="474286"/>
                        <a:pt x="267592" y="485164"/>
                        <a:pt x="264872" y="496043"/>
                      </a:cubicBezTo>
                      <a:cubicBezTo>
                        <a:pt x="264872" y="504202"/>
                        <a:pt x="262153" y="512361"/>
                        <a:pt x="262153" y="517800"/>
                      </a:cubicBezTo>
                      <a:cubicBezTo>
                        <a:pt x="262153" y="520520"/>
                        <a:pt x="262153" y="520520"/>
                        <a:pt x="262153" y="523239"/>
                      </a:cubicBezTo>
                      <a:cubicBezTo>
                        <a:pt x="262153" y="528679"/>
                        <a:pt x="262153" y="544997"/>
                        <a:pt x="262153" y="553155"/>
                      </a:cubicBezTo>
                      <a:cubicBezTo>
                        <a:pt x="262153" y="583072"/>
                        <a:pt x="264872" y="599390"/>
                        <a:pt x="262153" y="629306"/>
                      </a:cubicBezTo>
                      <a:cubicBezTo>
                        <a:pt x="262153" y="640184"/>
                        <a:pt x="262153" y="648343"/>
                        <a:pt x="259433" y="659222"/>
                      </a:cubicBezTo>
                      <a:cubicBezTo>
                        <a:pt x="270312" y="659222"/>
                        <a:pt x="278471" y="659222"/>
                        <a:pt x="283910" y="659222"/>
                      </a:cubicBezTo>
                      <a:cubicBezTo>
                        <a:pt x="297508" y="659222"/>
                        <a:pt x="321985" y="659222"/>
                        <a:pt x="321985" y="675540"/>
                      </a:cubicBezTo>
                      <a:cubicBezTo>
                        <a:pt x="321985" y="683699"/>
                        <a:pt x="319265" y="686418"/>
                        <a:pt x="316546" y="691858"/>
                      </a:cubicBezTo>
                      <a:cubicBezTo>
                        <a:pt x="311106" y="697297"/>
                        <a:pt x="305667" y="700017"/>
                        <a:pt x="300228" y="700017"/>
                      </a:cubicBezTo>
                      <a:cubicBezTo>
                        <a:pt x="292069" y="702736"/>
                        <a:pt x="283910" y="702736"/>
                        <a:pt x="278471" y="702736"/>
                      </a:cubicBezTo>
                      <a:cubicBezTo>
                        <a:pt x="275751" y="702736"/>
                        <a:pt x="259433" y="702736"/>
                        <a:pt x="243115" y="702736"/>
                      </a:cubicBezTo>
                      <a:cubicBezTo>
                        <a:pt x="237676" y="708176"/>
                        <a:pt x="229517" y="710895"/>
                        <a:pt x="221358" y="710895"/>
                      </a:cubicBezTo>
                      <a:cubicBezTo>
                        <a:pt x="213199" y="710895"/>
                        <a:pt x="202320" y="708176"/>
                        <a:pt x="194161" y="702736"/>
                      </a:cubicBezTo>
                      <a:cubicBezTo>
                        <a:pt x="186002" y="702736"/>
                        <a:pt x="180563" y="702736"/>
                        <a:pt x="177843" y="702736"/>
                      </a:cubicBezTo>
                      <a:cubicBezTo>
                        <a:pt x="164245" y="702736"/>
                        <a:pt x="139768" y="702736"/>
                        <a:pt x="126170" y="702736"/>
                      </a:cubicBezTo>
                      <a:cubicBezTo>
                        <a:pt x="118011" y="702736"/>
                        <a:pt x="109852" y="702736"/>
                        <a:pt x="101693" y="702736"/>
                      </a:cubicBezTo>
                      <a:cubicBezTo>
                        <a:pt x="93534" y="702736"/>
                        <a:pt x="82655" y="702736"/>
                        <a:pt x="74496" y="697297"/>
                      </a:cubicBezTo>
                      <a:cubicBezTo>
                        <a:pt x="66337" y="694578"/>
                        <a:pt x="58178" y="686418"/>
                        <a:pt x="58178" y="680979"/>
                      </a:cubicBezTo>
                      <a:cubicBezTo>
                        <a:pt x="58178" y="678260"/>
                        <a:pt x="58178" y="675540"/>
                        <a:pt x="63617" y="672820"/>
                      </a:cubicBezTo>
                      <a:cubicBezTo>
                        <a:pt x="69057" y="670101"/>
                        <a:pt x="79935" y="667381"/>
                        <a:pt x="85375" y="664661"/>
                      </a:cubicBezTo>
                      <a:cubicBezTo>
                        <a:pt x="104412" y="661942"/>
                        <a:pt x="123450" y="659222"/>
                        <a:pt x="128889" y="659222"/>
                      </a:cubicBezTo>
                      <a:cubicBezTo>
                        <a:pt x="134329" y="659222"/>
                        <a:pt x="139768" y="659222"/>
                        <a:pt x="147927" y="659222"/>
                      </a:cubicBezTo>
                      <a:cubicBezTo>
                        <a:pt x="147927" y="656502"/>
                        <a:pt x="145207" y="653783"/>
                        <a:pt x="145207" y="653783"/>
                      </a:cubicBezTo>
                      <a:cubicBezTo>
                        <a:pt x="131609" y="632025"/>
                        <a:pt x="131609" y="610268"/>
                        <a:pt x="131609" y="585791"/>
                      </a:cubicBezTo>
                      <a:cubicBezTo>
                        <a:pt x="131609" y="555875"/>
                        <a:pt x="131609" y="528679"/>
                        <a:pt x="134329" y="498762"/>
                      </a:cubicBezTo>
                      <a:cubicBezTo>
                        <a:pt x="134329" y="468846"/>
                        <a:pt x="137048" y="436210"/>
                        <a:pt x="137048" y="406294"/>
                      </a:cubicBezTo>
                      <a:cubicBezTo>
                        <a:pt x="137048" y="379098"/>
                        <a:pt x="134329" y="354621"/>
                        <a:pt x="134329" y="327424"/>
                      </a:cubicBezTo>
                      <a:cubicBezTo>
                        <a:pt x="134329" y="302947"/>
                        <a:pt x="137048" y="278470"/>
                        <a:pt x="137048" y="253993"/>
                      </a:cubicBezTo>
                      <a:cubicBezTo>
                        <a:pt x="137048" y="237675"/>
                        <a:pt x="139768" y="224077"/>
                        <a:pt x="139768" y="207759"/>
                      </a:cubicBezTo>
                      <a:cubicBezTo>
                        <a:pt x="139768" y="196881"/>
                        <a:pt x="137048" y="183282"/>
                        <a:pt x="137048" y="172404"/>
                      </a:cubicBezTo>
                      <a:cubicBezTo>
                        <a:pt x="137048" y="150647"/>
                        <a:pt x="137048" y="131609"/>
                        <a:pt x="137048" y="112571"/>
                      </a:cubicBezTo>
                      <a:cubicBezTo>
                        <a:pt x="134329" y="112571"/>
                        <a:pt x="137048" y="112571"/>
                        <a:pt x="126170" y="112571"/>
                      </a:cubicBezTo>
                      <a:cubicBezTo>
                        <a:pt x="118011" y="112571"/>
                        <a:pt x="109852" y="112571"/>
                        <a:pt x="101693" y="112571"/>
                      </a:cubicBezTo>
                      <a:cubicBezTo>
                        <a:pt x="93534" y="112571"/>
                        <a:pt x="82655" y="109852"/>
                        <a:pt x="74496" y="107132"/>
                      </a:cubicBezTo>
                      <a:cubicBezTo>
                        <a:pt x="66337" y="104412"/>
                        <a:pt x="58178" y="96253"/>
                        <a:pt x="58178" y="90814"/>
                      </a:cubicBezTo>
                      <a:cubicBezTo>
                        <a:pt x="58178" y="88094"/>
                        <a:pt x="58178" y="85375"/>
                        <a:pt x="63617" y="82655"/>
                      </a:cubicBezTo>
                      <a:cubicBezTo>
                        <a:pt x="69057" y="79936"/>
                        <a:pt x="79935" y="77216"/>
                        <a:pt x="85375" y="74496"/>
                      </a:cubicBezTo>
                      <a:cubicBezTo>
                        <a:pt x="104412" y="71776"/>
                        <a:pt x="128889" y="69057"/>
                        <a:pt x="137048" y="69057"/>
                      </a:cubicBezTo>
                      <a:cubicBezTo>
                        <a:pt x="137048" y="69057"/>
                        <a:pt x="139768" y="69057"/>
                        <a:pt x="145207" y="69057"/>
                      </a:cubicBezTo>
                      <a:cubicBezTo>
                        <a:pt x="150646" y="60898"/>
                        <a:pt x="158806" y="58178"/>
                        <a:pt x="169684" y="58178"/>
                      </a:cubicBezTo>
                      <a:cubicBezTo>
                        <a:pt x="172404" y="58178"/>
                        <a:pt x="175123" y="58178"/>
                        <a:pt x="177843" y="58178"/>
                      </a:cubicBezTo>
                      <a:cubicBezTo>
                        <a:pt x="186002" y="58178"/>
                        <a:pt x="196881" y="63617"/>
                        <a:pt x="205040" y="66337"/>
                      </a:cubicBezTo>
                      <a:cubicBezTo>
                        <a:pt x="237676" y="66337"/>
                        <a:pt x="273031" y="63617"/>
                        <a:pt x="286629" y="63617"/>
                      </a:cubicBezTo>
                      <a:cubicBezTo>
                        <a:pt x="300228" y="63617"/>
                        <a:pt x="324705" y="63617"/>
                        <a:pt x="324705" y="79936"/>
                      </a:cubicBezTo>
                      <a:cubicBezTo>
                        <a:pt x="324705" y="88094"/>
                        <a:pt x="321985" y="90814"/>
                        <a:pt x="319265" y="96253"/>
                      </a:cubicBezTo>
                      <a:cubicBezTo>
                        <a:pt x="313826" y="101693"/>
                        <a:pt x="308387" y="104412"/>
                        <a:pt x="302948" y="104412"/>
                      </a:cubicBezTo>
                      <a:cubicBezTo>
                        <a:pt x="289349" y="112571"/>
                        <a:pt x="283910" y="112571"/>
                        <a:pt x="278471" y="112571"/>
                      </a:cubicBezTo>
                      <a:cubicBezTo>
                        <a:pt x="273031" y="112571"/>
                        <a:pt x="253994" y="112571"/>
                        <a:pt x="232236" y="112571"/>
                      </a:cubicBezTo>
                      <a:cubicBezTo>
                        <a:pt x="237676" y="120730"/>
                        <a:pt x="240395" y="128889"/>
                        <a:pt x="240395" y="137048"/>
                      </a:cubicBezTo>
                      <a:cubicBezTo>
                        <a:pt x="240395" y="142487"/>
                        <a:pt x="240395" y="145207"/>
                        <a:pt x="240395" y="150647"/>
                      </a:cubicBezTo>
                      <a:cubicBezTo>
                        <a:pt x="240395" y="153366"/>
                        <a:pt x="240395" y="156086"/>
                        <a:pt x="243115" y="158805"/>
                      </a:cubicBezTo>
                      <a:cubicBezTo>
                        <a:pt x="245835" y="169684"/>
                        <a:pt x="245835" y="180563"/>
                        <a:pt x="248554" y="188722"/>
                      </a:cubicBezTo>
                      <a:cubicBezTo>
                        <a:pt x="248554" y="191441"/>
                        <a:pt x="248554" y="194161"/>
                        <a:pt x="248554" y="199600"/>
                      </a:cubicBezTo>
                      <a:cubicBezTo>
                        <a:pt x="248554" y="207759"/>
                        <a:pt x="248554" y="213198"/>
                        <a:pt x="248554" y="221357"/>
                      </a:cubicBezTo>
                      <a:cubicBezTo>
                        <a:pt x="248554" y="234956"/>
                        <a:pt x="251274" y="248554"/>
                        <a:pt x="253994" y="264872"/>
                      </a:cubicBezTo>
                      <a:cubicBezTo>
                        <a:pt x="256713" y="275751"/>
                        <a:pt x="259433" y="286629"/>
                        <a:pt x="262153" y="297508"/>
                      </a:cubicBezTo>
                      <a:cubicBezTo>
                        <a:pt x="264872" y="305667"/>
                        <a:pt x="264872" y="313826"/>
                        <a:pt x="264872" y="324704"/>
                      </a:cubicBezTo>
                      <a:cubicBezTo>
                        <a:pt x="264872" y="327424"/>
                        <a:pt x="264872" y="330144"/>
                        <a:pt x="264872" y="332863"/>
                      </a:cubicBezTo>
                      <a:cubicBezTo>
                        <a:pt x="264872" y="338303"/>
                        <a:pt x="264872" y="346462"/>
                        <a:pt x="264872" y="351901"/>
                      </a:cubicBezTo>
                      <a:cubicBezTo>
                        <a:pt x="264872" y="357340"/>
                        <a:pt x="262153" y="365499"/>
                        <a:pt x="262153" y="370939"/>
                      </a:cubicBezTo>
                      <a:cubicBezTo>
                        <a:pt x="262153" y="376378"/>
                        <a:pt x="264872" y="384537"/>
                        <a:pt x="267592" y="384537"/>
                      </a:cubicBezTo>
                      <a:cubicBezTo>
                        <a:pt x="273031" y="384537"/>
                        <a:pt x="275751" y="376378"/>
                        <a:pt x="278471" y="370939"/>
                      </a:cubicBezTo>
                      <a:cubicBezTo>
                        <a:pt x="283910" y="360060"/>
                        <a:pt x="289349" y="346462"/>
                        <a:pt x="297508" y="332863"/>
                      </a:cubicBezTo>
                      <a:cubicBezTo>
                        <a:pt x="302948" y="324704"/>
                        <a:pt x="305667" y="313826"/>
                        <a:pt x="311106" y="305667"/>
                      </a:cubicBezTo>
                      <a:cubicBezTo>
                        <a:pt x="319265" y="289349"/>
                        <a:pt x="327424" y="275751"/>
                        <a:pt x="335583" y="259433"/>
                      </a:cubicBezTo>
                      <a:cubicBezTo>
                        <a:pt x="341023" y="248554"/>
                        <a:pt x="349182" y="234956"/>
                        <a:pt x="354621" y="224077"/>
                      </a:cubicBezTo>
                      <a:cubicBezTo>
                        <a:pt x="362780" y="207759"/>
                        <a:pt x="370939" y="191441"/>
                        <a:pt x="381817" y="172404"/>
                      </a:cubicBezTo>
                      <a:cubicBezTo>
                        <a:pt x="389977" y="153366"/>
                        <a:pt x="400855" y="134329"/>
                        <a:pt x="409014" y="118011"/>
                      </a:cubicBezTo>
                      <a:cubicBezTo>
                        <a:pt x="409014" y="115291"/>
                        <a:pt x="409014" y="115291"/>
                        <a:pt x="411734" y="115291"/>
                      </a:cubicBezTo>
                      <a:cubicBezTo>
                        <a:pt x="406294" y="115291"/>
                        <a:pt x="400855" y="115291"/>
                        <a:pt x="398136" y="115291"/>
                      </a:cubicBezTo>
                      <a:cubicBezTo>
                        <a:pt x="392696" y="115291"/>
                        <a:pt x="384537" y="115291"/>
                        <a:pt x="379098" y="109852"/>
                      </a:cubicBezTo>
                      <a:cubicBezTo>
                        <a:pt x="373659" y="107132"/>
                        <a:pt x="368219" y="98973"/>
                        <a:pt x="368219" y="93534"/>
                      </a:cubicBezTo>
                      <a:cubicBezTo>
                        <a:pt x="368219" y="90814"/>
                        <a:pt x="368219" y="88094"/>
                        <a:pt x="370939" y="85375"/>
                      </a:cubicBezTo>
                      <a:cubicBezTo>
                        <a:pt x="373659" y="82655"/>
                        <a:pt x="381817" y="79936"/>
                        <a:pt x="387257" y="77216"/>
                      </a:cubicBezTo>
                      <a:cubicBezTo>
                        <a:pt x="400855" y="74496"/>
                        <a:pt x="414453" y="71776"/>
                        <a:pt x="422612" y="71776"/>
                      </a:cubicBezTo>
                      <a:cubicBezTo>
                        <a:pt x="425332" y="71776"/>
                        <a:pt x="430771" y="71776"/>
                        <a:pt x="436211" y="71776"/>
                      </a:cubicBezTo>
                      <a:cubicBezTo>
                        <a:pt x="436211" y="71776"/>
                        <a:pt x="438930" y="69057"/>
                        <a:pt x="438930" y="69057"/>
                      </a:cubicBezTo>
                      <a:cubicBezTo>
                        <a:pt x="444370" y="66337"/>
                        <a:pt x="447089" y="66337"/>
                        <a:pt x="452529" y="66337"/>
                      </a:cubicBezTo>
                      <a:cubicBezTo>
                        <a:pt x="457968" y="66337"/>
                        <a:pt x="460688" y="66337"/>
                        <a:pt x="466127" y="69057"/>
                      </a:cubicBezTo>
                      <a:cubicBezTo>
                        <a:pt x="468847" y="69057"/>
                        <a:pt x="471566" y="71776"/>
                        <a:pt x="471566" y="71776"/>
                      </a:cubicBezTo>
                      <a:cubicBezTo>
                        <a:pt x="490604" y="71776"/>
                        <a:pt x="506922" y="71776"/>
                        <a:pt x="515081" y="71776"/>
                      </a:cubicBezTo>
                      <a:cubicBezTo>
                        <a:pt x="523240" y="71776"/>
                        <a:pt x="542277" y="71776"/>
                        <a:pt x="542277" y="88094"/>
                      </a:cubicBezTo>
                      <a:cubicBezTo>
                        <a:pt x="542277" y="96253"/>
                        <a:pt x="542277" y="98973"/>
                        <a:pt x="536838" y="104412"/>
                      </a:cubicBezTo>
                      <a:cubicBezTo>
                        <a:pt x="534119" y="109852"/>
                        <a:pt x="528679" y="112571"/>
                        <a:pt x="525959" y="112571"/>
                      </a:cubicBezTo>
                      <a:cubicBezTo>
                        <a:pt x="520520" y="115291"/>
                        <a:pt x="515081" y="115291"/>
                        <a:pt x="509642" y="115291"/>
                      </a:cubicBezTo>
                      <a:cubicBezTo>
                        <a:pt x="506922" y="115291"/>
                        <a:pt x="487884" y="115291"/>
                        <a:pt x="468847" y="115291"/>
                      </a:cubicBezTo>
                      <a:cubicBezTo>
                        <a:pt x="466127" y="123450"/>
                        <a:pt x="460688" y="128889"/>
                        <a:pt x="457968" y="137048"/>
                      </a:cubicBezTo>
                      <a:cubicBezTo>
                        <a:pt x="447089" y="156086"/>
                        <a:pt x="438930" y="175123"/>
                        <a:pt x="430771" y="194161"/>
                      </a:cubicBezTo>
                      <a:cubicBezTo>
                        <a:pt x="419893" y="215918"/>
                        <a:pt x="411734" y="240395"/>
                        <a:pt x="400855" y="262152"/>
                      </a:cubicBezTo>
                      <a:cubicBezTo>
                        <a:pt x="387257" y="289349"/>
                        <a:pt x="373659" y="311106"/>
                        <a:pt x="360060" y="332863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132" name="Freeform: Shape 131">
                  <a:extLst>
                    <a:ext uri="{FF2B5EF4-FFF2-40B4-BE49-F238E27FC236}">
                      <a16:creationId xmlns:a16="http://schemas.microsoft.com/office/drawing/2014/main" id="{0C98899A-1918-4D72-BD05-6239D1E4B1EB}"/>
                    </a:ext>
                  </a:extLst>
                </p:cNvPr>
                <p:cNvSpPr/>
                <p:nvPr/>
              </p:nvSpPr>
              <p:spPr>
                <a:xfrm>
                  <a:off x="4335316" y="4186718"/>
                  <a:ext cx="353556" cy="761503"/>
                </a:xfrm>
                <a:custGeom>
                  <a:avLst/>
                  <a:gdLst>
                    <a:gd name="connsiteX0" fmla="*/ 283910 w 353555"/>
                    <a:gd name="connsiteY0" fmla="*/ 672820 h 761503"/>
                    <a:gd name="connsiteX1" fmla="*/ 321985 w 353555"/>
                    <a:gd name="connsiteY1" fmla="*/ 689138 h 761503"/>
                    <a:gd name="connsiteX2" fmla="*/ 316546 w 353555"/>
                    <a:gd name="connsiteY2" fmla="*/ 705456 h 761503"/>
                    <a:gd name="connsiteX3" fmla="*/ 300228 w 353555"/>
                    <a:gd name="connsiteY3" fmla="*/ 713615 h 761503"/>
                    <a:gd name="connsiteX4" fmla="*/ 278471 w 353555"/>
                    <a:gd name="connsiteY4" fmla="*/ 716335 h 761503"/>
                    <a:gd name="connsiteX5" fmla="*/ 237676 w 353555"/>
                    <a:gd name="connsiteY5" fmla="*/ 716335 h 761503"/>
                    <a:gd name="connsiteX6" fmla="*/ 180563 w 353555"/>
                    <a:gd name="connsiteY6" fmla="*/ 719054 h 761503"/>
                    <a:gd name="connsiteX7" fmla="*/ 126170 w 353555"/>
                    <a:gd name="connsiteY7" fmla="*/ 719054 h 761503"/>
                    <a:gd name="connsiteX8" fmla="*/ 101693 w 353555"/>
                    <a:gd name="connsiteY8" fmla="*/ 719054 h 761503"/>
                    <a:gd name="connsiteX9" fmla="*/ 74496 w 353555"/>
                    <a:gd name="connsiteY9" fmla="*/ 713615 h 761503"/>
                    <a:gd name="connsiteX10" fmla="*/ 58178 w 353555"/>
                    <a:gd name="connsiteY10" fmla="*/ 697297 h 761503"/>
                    <a:gd name="connsiteX11" fmla="*/ 63617 w 353555"/>
                    <a:gd name="connsiteY11" fmla="*/ 689138 h 761503"/>
                    <a:gd name="connsiteX12" fmla="*/ 85375 w 353555"/>
                    <a:gd name="connsiteY12" fmla="*/ 680979 h 761503"/>
                    <a:gd name="connsiteX13" fmla="*/ 131609 w 353555"/>
                    <a:gd name="connsiteY13" fmla="*/ 675540 h 761503"/>
                    <a:gd name="connsiteX14" fmla="*/ 142488 w 353555"/>
                    <a:gd name="connsiteY14" fmla="*/ 675540 h 761503"/>
                    <a:gd name="connsiteX15" fmla="*/ 131609 w 353555"/>
                    <a:gd name="connsiteY15" fmla="*/ 653783 h 761503"/>
                    <a:gd name="connsiteX16" fmla="*/ 128889 w 353555"/>
                    <a:gd name="connsiteY16" fmla="*/ 640184 h 761503"/>
                    <a:gd name="connsiteX17" fmla="*/ 128889 w 353555"/>
                    <a:gd name="connsiteY17" fmla="*/ 629306 h 761503"/>
                    <a:gd name="connsiteX18" fmla="*/ 128889 w 353555"/>
                    <a:gd name="connsiteY18" fmla="*/ 621147 h 761503"/>
                    <a:gd name="connsiteX19" fmla="*/ 128889 w 353555"/>
                    <a:gd name="connsiteY19" fmla="*/ 593950 h 761503"/>
                    <a:gd name="connsiteX20" fmla="*/ 128889 w 353555"/>
                    <a:gd name="connsiteY20" fmla="*/ 583072 h 761503"/>
                    <a:gd name="connsiteX21" fmla="*/ 128889 w 353555"/>
                    <a:gd name="connsiteY21" fmla="*/ 436210 h 761503"/>
                    <a:gd name="connsiteX22" fmla="*/ 128889 w 353555"/>
                    <a:gd name="connsiteY22" fmla="*/ 357340 h 761503"/>
                    <a:gd name="connsiteX23" fmla="*/ 131609 w 353555"/>
                    <a:gd name="connsiteY23" fmla="*/ 289349 h 761503"/>
                    <a:gd name="connsiteX24" fmla="*/ 131609 w 353555"/>
                    <a:gd name="connsiteY24" fmla="*/ 251274 h 761503"/>
                    <a:gd name="connsiteX25" fmla="*/ 131609 w 353555"/>
                    <a:gd name="connsiteY25" fmla="*/ 205040 h 761503"/>
                    <a:gd name="connsiteX26" fmla="*/ 131609 w 353555"/>
                    <a:gd name="connsiteY26" fmla="*/ 139768 h 761503"/>
                    <a:gd name="connsiteX27" fmla="*/ 131609 w 353555"/>
                    <a:gd name="connsiteY27" fmla="*/ 128889 h 761503"/>
                    <a:gd name="connsiteX28" fmla="*/ 126170 w 353555"/>
                    <a:gd name="connsiteY28" fmla="*/ 128889 h 761503"/>
                    <a:gd name="connsiteX29" fmla="*/ 101693 w 353555"/>
                    <a:gd name="connsiteY29" fmla="*/ 128889 h 761503"/>
                    <a:gd name="connsiteX30" fmla="*/ 74496 w 353555"/>
                    <a:gd name="connsiteY30" fmla="*/ 123450 h 761503"/>
                    <a:gd name="connsiteX31" fmla="*/ 58178 w 353555"/>
                    <a:gd name="connsiteY31" fmla="*/ 107132 h 761503"/>
                    <a:gd name="connsiteX32" fmla="*/ 60898 w 353555"/>
                    <a:gd name="connsiteY32" fmla="*/ 98973 h 761503"/>
                    <a:gd name="connsiteX33" fmla="*/ 82655 w 353555"/>
                    <a:gd name="connsiteY33" fmla="*/ 93534 h 761503"/>
                    <a:gd name="connsiteX34" fmla="*/ 131609 w 353555"/>
                    <a:gd name="connsiteY34" fmla="*/ 88094 h 761503"/>
                    <a:gd name="connsiteX35" fmla="*/ 131609 w 353555"/>
                    <a:gd name="connsiteY35" fmla="*/ 82655 h 761503"/>
                    <a:gd name="connsiteX36" fmla="*/ 134329 w 353555"/>
                    <a:gd name="connsiteY36" fmla="*/ 71776 h 761503"/>
                    <a:gd name="connsiteX37" fmla="*/ 147927 w 353555"/>
                    <a:gd name="connsiteY37" fmla="*/ 63617 h 761503"/>
                    <a:gd name="connsiteX38" fmla="*/ 164245 w 353555"/>
                    <a:gd name="connsiteY38" fmla="*/ 58178 h 761503"/>
                    <a:gd name="connsiteX39" fmla="*/ 177843 w 353555"/>
                    <a:gd name="connsiteY39" fmla="*/ 58178 h 761503"/>
                    <a:gd name="connsiteX40" fmla="*/ 196881 w 353555"/>
                    <a:gd name="connsiteY40" fmla="*/ 60898 h 761503"/>
                    <a:gd name="connsiteX41" fmla="*/ 232236 w 353555"/>
                    <a:gd name="connsiteY41" fmla="*/ 88094 h 761503"/>
                    <a:gd name="connsiteX42" fmla="*/ 278471 w 353555"/>
                    <a:gd name="connsiteY42" fmla="*/ 88094 h 761503"/>
                    <a:gd name="connsiteX43" fmla="*/ 316546 w 353555"/>
                    <a:gd name="connsiteY43" fmla="*/ 104412 h 761503"/>
                    <a:gd name="connsiteX44" fmla="*/ 311106 w 353555"/>
                    <a:gd name="connsiteY44" fmla="*/ 120730 h 761503"/>
                    <a:gd name="connsiteX45" fmla="*/ 294788 w 353555"/>
                    <a:gd name="connsiteY45" fmla="*/ 128889 h 761503"/>
                    <a:gd name="connsiteX46" fmla="*/ 273031 w 353555"/>
                    <a:gd name="connsiteY46" fmla="*/ 131609 h 761503"/>
                    <a:gd name="connsiteX47" fmla="*/ 243115 w 353555"/>
                    <a:gd name="connsiteY47" fmla="*/ 131609 h 761503"/>
                    <a:gd name="connsiteX48" fmla="*/ 243115 w 353555"/>
                    <a:gd name="connsiteY48" fmla="*/ 134329 h 761503"/>
                    <a:gd name="connsiteX49" fmla="*/ 248554 w 353555"/>
                    <a:gd name="connsiteY49" fmla="*/ 169684 h 761503"/>
                    <a:gd name="connsiteX50" fmla="*/ 251274 w 353555"/>
                    <a:gd name="connsiteY50" fmla="*/ 205040 h 761503"/>
                    <a:gd name="connsiteX51" fmla="*/ 251274 w 353555"/>
                    <a:gd name="connsiteY51" fmla="*/ 240395 h 761503"/>
                    <a:gd name="connsiteX52" fmla="*/ 251274 w 353555"/>
                    <a:gd name="connsiteY52" fmla="*/ 256713 h 761503"/>
                    <a:gd name="connsiteX53" fmla="*/ 253994 w 353555"/>
                    <a:gd name="connsiteY53" fmla="*/ 270311 h 761503"/>
                    <a:gd name="connsiteX54" fmla="*/ 259433 w 353555"/>
                    <a:gd name="connsiteY54" fmla="*/ 343742 h 761503"/>
                    <a:gd name="connsiteX55" fmla="*/ 262153 w 353555"/>
                    <a:gd name="connsiteY55" fmla="*/ 425332 h 761503"/>
                    <a:gd name="connsiteX56" fmla="*/ 264872 w 353555"/>
                    <a:gd name="connsiteY56" fmla="*/ 490603 h 761503"/>
                    <a:gd name="connsiteX57" fmla="*/ 270312 w 353555"/>
                    <a:gd name="connsiteY57" fmla="*/ 564034 h 761503"/>
                    <a:gd name="connsiteX58" fmla="*/ 270312 w 353555"/>
                    <a:gd name="connsiteY58" fmla="*/ 599390 h 761503"/>
                    <a:gd name="connsiteX59" fmla="*/ 270312 w 353555"/>
                    <a:gd name="connsiteY59" fmla="*/ 637465 h 761503"/>
                    <a:gd name="connsiteX60" fmla="*/ 264872 w 353555"/>
                    <a:gd name="connsiteY60" fmla="*/ 670101 h 761503"/>
                    <a:gd name="connsiteX61" fmla="*/ 283910 w 353555"/>
                    <a:gd name="connsiteY61" fmla="*/ 672820 h 761503"/>
                    <a:gd name="connsiteX62" fmla="*/ 283910 w 353555"/>
                    <a:gd name="connsiteY62" fmla="*/ 672820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</a:cxnLst>
                  <a:rect l="l" t="t" r="r" b="b"/>
                  <a:pathLst>
                    <a:path w="353555" h="761503">
                      <a:moveTo>
                        <a:pt x="283910" y="672820"/>
                      </a:moveTo>
                      <a:cubicBezTo>
                        <a:pt x="297508" y="672820"/>
                        <a:pt x="321985" y="672820"/>
                        <a:pt x="321985" y="689138"/>
                      </a:cubicBezTo>
                      <a:cubicBezTo>
                        <a:pt x="321985" y="697297"/>
                        <a:pt x="319265" y="697297"/>
                        <a:pt x="316546" y="705456"/>
                      </a:cubicBezTo>
                      <a:cubicBezTo>
                        <a:pt x="311106" y="710895"/>
                        <a:pt x="305667" y="713615"/>
                        <a:pt x="300228" y="713615"/>
                      </a:cubicBezTo>
                      <a:cubicBezTo>
                        <a:pt x="292069" y="716335"/>
                        <a:pt x="283910" y="716335"/>
                        <a:pt x="278471" y="716335"/>
                      </a:cubicBezTo>
                      <a:cubicBezTo>
                        <a:pt x="275751" y="716335"/>
                        <a:pt x="256713" y="716335"/>
                        <a:pt x="237676" y="716335"/>
                      </a:cubicBezTo>
                      <a:cubicBezTo>
                        <a:pt x="213199" y="716335"/>
                        <a:pt x="186002" y="719054"/>
                        <a:pt x="180563" y="719054"/>
                      </a:cubicBezTo>
                      <a:cubicBezTo>
                        <a:pt x="166965" y="719054"/>
                        <a:pt x="142488" y="719054"/>
                        <a:pt x="126170" y="719054"/>
                      </a:cubicBezTo>
                      <a:cubicBezTo>
                        <a:pt x="118011" y="719054"/>
                        <a:pt x="109852" y="719054"/>
                        <a:pt x="101693" y="719054"/>
                      </a:cubicBezTo>
                      <a:cubicBezTo>
                        <a:pt x="93534" y="719054"/>
                        <a:pt x="82655" y="719054"/>
                        <a:pt x="74496" y="713615"/>
                      </a:cubicBezTo>
                      <a:cubicBezTo>
                        <a:pt x="66337" y="710895"/>
                        <a:pt x="58178" y="702736"/>
                        <a:pt x="58178" y="697297"/>
                      </a:cubicBezTo>
                      <a:cubicBezTo>
                        <a:pt x="58178" y="694578"/>
                        <a:pt x="58178" y="691858"/>
                        <a:pt x="63617" y="689138"/>
                      </a:cubicBezTo>
                      <a:cubicBezTo>
                        <a:pt x="69057" y="686418"/>
                        <a:pt x="79935" y="683699"/>
                        <a:pt x="85375" y="680979"/>
                      </a:cubicBezTo>
                      <a:cubicBezTo>
                        <a:pt x="104412" y="678260"/>
                        <a:pt x="123450" y="675540"/>
                        <a:pt x="131609" y="675540"/>
                      </a:cubicBezTo>
                      <a:cubicBezTo>
                        <a:pt x="134329" y="675540"/>
                        <a:pt x="137048" y="675540"/>
                        <a:pt x="142488" y="675540"/>
                      </a:cubicBezTo>
                      <a:cubicBezTo>
                        <a:pt x="134329" y="670101"/>
                        <a:pt x="131609" y="661942"/>
                        <a:pt x="131609" y="653783"/>
                      </a:cubicBezTo>
                      <a:cubicBezTo>
                        <a:pt x="131609" y="648343"/>
                        <a:pt x="131609" y="642904"/>
                        <a:pt x="128889" y="640184"/>
                      </a:cubicBezTo>
                      <a:cubicBezTo>
                        <a:pt x="128889" y="637465"/>
                        <a:pt x="128889" y="634745"/>
                        <a:pt x="128889" y="629306"/>
                      </a:cubicBezTo>
                      <a:cubicBezTo>
                        <a:pt x="128889" y="626586"/>
                        <a:pt x="128889" y="623867"/>
                        <a:pt x="128889" y="621147"/>
                      </a:cubicBezTo>
                      <a:cubicBezTo>
                        <a:pt x="128889" y="612988"/>
                        <a:pt x="128889" y="604829"/>
                        <a:pt x="128889" y="593950"/>
                      </a:cubicBezTo>
                      <a:cubicBezTo>
                        <a:pt x="128889" y="591231"/>
                        <a:pt x="128889" y="585791"/>
                        <a:pt x="128889" y="583072"/>
                      </a:cubicBezTo>
                      <a:cubicBezTo>
                        <a:pt x="128889" y="534118"/>
                        <a:pt x="131609" y="485164"/>
                        <a:pt x="128889" y="436210"/>
                      </a:cubicBezTo>
                      <a:cubicBezTo>
                        <a:pt x="128889" y="409014"/>
                        <a:pt x="128889" y="384537"/>
                        <a:pt x="128889" y="357340"/>
                      </a:cubicBezTo>
                      <a:cubicBezTo>
                        <a:pt x="128889" y="335583"/>
                        <a:pt x="131609" y="313826"/>
                        <a:pt x="131609" y="289349"/>
                      </a:cubicBezTo>
                      <a:cubicBezTo>
                        <a:pt x="131609" y="275751"/>
                        <a:pt x="131609" y="264872"/>
                        <a:pt x="131609" y="251274"/>
                      </a:cubicBezTo>
                      <a:cubicBezTo>
                        <a:pt x="131609" y="234956"/>
                        <a:pt x="131609" y="221357"/>
                        <a:pt x="131609" y="205040"/>
                      </a:cubicBezTo>
                      <a:cubicBezTo>
                        <a:pt x="131609" y="183282"/>
                        <a:pt x="131609" y="161525"/>
                        <a:pt x="131609" y="139768"/>
                      </a:cubicBezTo>
                      <a:cubicBezTo>
                        <a:pt x="131609" y="137048"/>
                        <a:pt x="131609" y="134329"/>
                        <a:pt x="131609" y="128889"/>
                      </a:cubicBezTo>
                      <a:cubicBezTo>
                        <a:pt x="128889" y="128889"/>
                        <a:pt x="126170" y="128889"/>
                        <a:pt x="126170" y="128889"/>
                      </a:cubicBezTo>
                      <a:cubicBezTo>
                        <a:pt x="118011" y="128889"/>
                        <a:pt x="109852" y="128889"/>
                        <a:pt x="101693" y="128889"/>
                      </a:cubicBezTo>
                      <a:cubicBezTo>
                        <a:pt x="93534" y="128889"/>
                        <a:pt x="82655" y="128889"/>
                        <a:pt x="74496" y="123450"/>
                      </a:cubicBezTo>
                      <a:cubicBezTo>
                        <a:pt x="66337" y="120730"/>
                        <a:pt x="58178" y="112571"/>
                        <a:pt x="58178" y="107132"/>
                      </a:cubicBezTo>
                      <a:cubicBezTo>
                        <a:pt x="58178" y="104412"/>
                        <a:pt x="58178" y="101693"/>
                        <a:pt x="60898" y="98973"/>
                      </a:cubicBezTo>
                      <a:cubicBezTo>
                        <a:pt x="63617" y="96253"/>
                        <a:pt x="77216" y="93534"/>
                        <a:pt x="82655" y="93534"/>
                      </a:cubicBezTo>
                      <a:cubicBezTo>
                        <a:pt x="98973" y="90814"/>
                        <a:pt x="123450" y="88094"/>
                        <a:pt x="131609" y="88094"/>
                      </a:cubicBezTo>
                      <a:cubicBezTo>
                        <a:pt x="131609" y="85375"/>
                        <a:pt x="131609" y="85375"/>
                        <a:pt x="131609" y="82655"/>
                      </a:cubicBezTo>
                      <a:cubicBezTo>
                        <a:pt x="131609" y="77216"/>
                        <a:pt x="131609" y="74496"/>
                        <a:pt x="134329" y="71776"/>
                      </a:cubicBezTo>
                      <a:cubicBezTo>
                        <a:pt x="137048" y="69057"/>
                        <a:pt x="145207" y="66337"/>
                        <a:pt x="147927" y="63617"/>
                      </a:cubicBezTo>
                      <a:cubicBezTo>
                        <a:pt x="153366" y="60898"/>
                        <a:pt x="158806" y="58178"/>
                        <a:pt x="164245" y="58178"/>
                      </a:cubicBezTo>
                      <a:cubicBezTo>
                        <a:pt x="169684" y="58178"/>
                        <a:pt x="175123" y="58178"/>
                        <a:pt x="177843" y="58178"/>
                      </a:cubicBezTo>
                      <a:cubicBezTo>
                        <a:pt x="183283" y="58178"/>
                        <a:pt x="191442" y="58178"/>
                        <a:pt x="196881" y="60898"/>
                      </a:cubicBezTo>
                      <a:cubicBezTo>
                        <a:pt x="213199" y="63617"/>
                        <a:pt x="224077" y="74496"/>
                        <a:pt x="232236" y="88094"/>
                      </a:cubicBezTo>
                      <a:cubicBezTo>
                        <a:pt x="253994" y="88094"/>
                        <a:pt x="270312" y="88094"/>
                        <a:pt x="278471" y="88094"/>
                      </a:cubicBezTo>
                      <a:cubicBezTo>
                        <a:pt x="292069" y="88094"/>
                        <a:pt x="316546" y="88094"/>
                        <a:pt x="316546" y="104412"/>
                      </a:cubicBezTo>
                      <a:cubicBezTo>
                        <a:pt x="316546" y="112571"/>
                        <a:pt x="313826" y="112571"/>
                        <a:pt x="311106" y="120730"/>
                      </a:cubicBezTo>
                      <a:cubicBezTo>
                        <a:pt x="305667" y="126170"/>
                        <a:pt x="300228" y="128889"/>
                        <a:pt x="294788" y="128889"/>
                      </a:cubicBezTo>
                      <a:cubicBezTo>
                        <a:pt x="286630" y="131609"/>
                        <a:pt x="278471" y="131609"/>
                        <a:pt x="273031" y="131609"/>
                      </a:cubicBezTo>
                      <a:cubicBezTo>
                        <a:pt x="270312" y="131609"/>
                        <a:pt x="259433" y="131609"/>
                        <a:pt x="243115" y="131609"/>
                      </a:cubicBezTo>
                      <a:lnTo>
                        <a:pt x="243115" y="134329"/>
                      </a:lnTo>
                      <a:cubicBezTo>
                        <a:pt x="245835" y="145207"/>
                        <a:pt x="245835" y="158805"/>
                        <a:pt x="248554" y="169684"/>
                      </a:cubicBezTo>
                      <a:cubicBezTo>
                        <a:pt x="251274" y="180563"/>
                        <a:pt x="251274" y="194161"/>
                        <a:pt x="251274" y="205040"/>
                      </a:cubicBezTo>
                      <a:cubicBezTo>
                        <a:pt x="251274" y="215918"/>
                        <a:pt x="251274" y="226797"/>
                        <a:pt x="251274" y="240395"/>
                      </a:cubicBezTo>
                      <a:cubicBezTo>
                        <a:pt x="251274" y="245834"/>
                        <a:pt x="251274" y="251274"/>
                        <a:pt x="251274" y="256713"/>
                      </a:cubicBezTo>
                      <a:cubicBezTo>
                        <a:pt x="251274" y="262152"/>
                        <a:pt x="251274" y="267592"/>
                        <a:pt x="253994" y="270311"/>
                      </a:cubicBezTo>
                      <a:cubicBezTo>
                        <a:pt x="256713" y="294788"/>
                        <a:pt x="256713" y="319265"/>
                        <a:pt x="259433" y="343742"/>
                      </a:cubicBezTo>
                      <a:cubicBezTo>
                        <a:pt x="259433" y="370939"/>
                        <a:pt x="262153" y="398135"/>
                        <a:pt x="262153" y="425332"/>
                      </a:cubicBezTo>
                      <a:cubicBezTo>
                        <a:pt x="262153" y="447089"/>
                        <a:pt x="262153" y="468846"/>
                        <a:pt x="264872" y="490603"/>
                      </a:cubicBezTo>
                      <a:cubicBezTo>
                        <a:pt x="264872" y="515080"/>
                        <a:pt x="270312" y="539557"/>
                        <a:pt x="270312" y="564034"/>
                      </a:cubicBezTo>
                      <a:cubicBezTo>
                        <a:pt x="270312" y="574913"/>
                        <a:pt x="270312" y="588511"/>
                        <a:pt x="270312" y="599390"/>
                      </a:cubicBezTo>
                      <a:cubicBezTo>
                        <a:pt x="270312" y="612988"/>
                        <a:pt x="270312" y="623867"/>
                        <a:pt x="270312" y="637465"/>
                      </a:cubicBezTo>
                      <a:cubicBezTo>
                        <a:pt x="270312" y="648343"/>
                        <a:pt x="270312" y="661942"/>
                        <a:pt x="264872" y="670101"/>
                      </a:cubicBezTo>
                      <a:cubicBezTo>
                        <a:pt x="273031" y="672820"/>
                        <a:pt x="278471" y="672820"/>
                        <a:pt x="283910" y="672820"/>
                      </a:cubicBezTo>
                      <a:lnTo>
                        <a:pt x="283910" y="672820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133" name="Freeform: Shape 132">
                  <a:extLst>
                    <a:ext uri="{FF2B5EF4-FFF2-40B4-BE49-F238E27FC236}">
                      <a16:creationId xmlns:a16="http://schemas.microsoft.com/office/drawing/2014/main" id="{DB99495F-9571-4053-A32C-5EA33FE39C29}"/>
                    </a:ext>
                  </a:extLst>
                </p:cNvPr>
                <p:cNvSpPr/>
                <p:nvPr/>
              </p:nvSpPr>
              <p:spPr>
                <a:xfrm>
                  <a:off x="4620880" y="4194877"/>
                  <a:ext cx="598325" cy="761503"/>
                </a:xfrm>
                <a:custGeom>
                  <a:avLst/>
                  <a:gdLst>
                    <a:gd name="connsiteX0" fmla="*/ 515081 w 598324"/>
                    <a:gd name="connsiteY0" fmla="*/ 79935 h 761503"/>
                    <a:gd name="connsiteX1" fmla="*/ 542277 w 598324"/>
                    <a:gd name="connsiteY1" fmla="*/ 96253 h 761503"/>
                    <a:gd name="connsiteX2" fmla="*/ 536838 w 598324"/>
                    <a:gd name="connsiteY2" fmla="*/ 112571 h 761503"/>
                    <a:gd name="connsiteX3" fmla="*/ 523240 w 598324"/>
                    <a:gd name="connsiteY3" fmla="*/ 120730 h 761503"/>
                    <a:gd name="connsiteX4" fmla="*/ 506922 w 598324"/>
                    <a:gd name="connsiteY4" fmla="*/ 123450 h 761503"/>
                    <a:gd name="connsiteX5" fmla="*/ 477006 w 598324"/>
                    <a:gd name="connsiteY5" fmla="*/ 123450 h 761503"/>
                    <a:gd name="connsiteX6" fmla="*/ 479725 w 598324"/>
                    <a:gd name="connsiteY6" fmla="*/ 145207 h 761503"/>
                    <a:gd name="connsiteX7" fmla="*/ 477006 w 598324"/>
                    <a:gd name="connsiteY7" fmla="*/ 180563 h 761503"/>
                    <a:gd name="connsiteX8" fmla="*/ 482445 w 598324"/>
                    <a:gd name="connsiteY8" fmla="*/ 232236 h 761503"/>
                    <a:gd name="connsiteX9" fmla="*/ 485165 w 598324"/>
                    <a:gd name="connsiteY9" fmla="*/ 283909 h 761503"/>
                    <a:gd name="connsiteX10" fmla="*/ 485165 w 598324"/>
                    <a:gd name="connsiteY10" fmla="*/ 327424 h 761503"/>
                    <a:gd name="connsiteX11" fmla="*/ 487884 w 598324"/>
                    <a:gd name="connsiteY11" fmla="*/ 373658 h 761503"/>
                    <a:gd name="connsiteX12" fmla="*/ 485165 w 598324"/>
                    <a:gd name="connsiteY12" fmla="*/ 419892 h 761503"/>
                    <a:gd name="connsiteX13" fmla="*/ 485165 w 598324"/>
                    <a:gd name="connsiteY13" fmla="*/ 463407 h 761503"/>
                    <a:gd name="connsiteX14" fmla="*/ 482445 w 598324"/>
                    <a:gd name="connsiteY14" fmla="*/ 515080 h 761503"/>
                    <a:gd name="connsiteX15" fmla="*/ 482445 w 598324"/>
                    <a:gd name="connsiteY15" fmla="*/ 558595 h 761503"/>
                    <a:gd name="connsiteX16" fmla="*/ 479725 w 598324"/>
                    <a:gd name="connsiteY16" fmla="*/ 602109 h 761503"/>
                    <a:gd name="connsiteX17" fmla="*/ 485165 w 598324"/>
                    <a:gd name="connsiteY17" fmla="*/ 648343 h 761503"/>
                    <a:gd name="connsiteX18" fmla="*/ 474286 w 598324"/>
                    <a:gd name="connsiteY18" fmla="*/ 675540 h 761503"/>
                    <a:gd name="connsiteX19" fmla="*/ 428052 w 598324"/>
                    <a:gd name="connsiteY19" fmla="*/ 691858 h 761503"/>
                    <a:gd name="connsiteX20" fmla="*/ 387257 w 598324"/>
                    <a:gd name="connsiteY20" fmla="*/ 683699 h 761503"/>
                    <a:gd name="connsiteX21" fmla="*/ 351901 w 598324"/>
                    <a:gd name="connsiteY21" fmla="*/ 664661 h 761503"/>
                    <a:gd name="connsiteX22" fmla="*/ 305667 w 598324"/>
                    <a:gd name="connsiteY22" fmla="*/ 596670 h 761503"/>
                    <a:gd name="connsiteX23" fmla="*/ 270312 w 598324"/>
                    <a:gd name="connsiteY23" fmla="*/ 509641 h 761503"/>
                    <a:gd name="connsiteX24" fmla="*/ 251274 w 598324"/>
                    <a:gd name="connsiteY24" fmla="*/ 460687 h 761503"/>
                    <a:gd name="connsiteX25" fmla="*/ 224077 w 598324"/>
                    <a:gd name="connsiteY25" fmla="*/ 381817 h 761503"/>
                    <a:gd name="connsiteX26" fmla="*/ 207759 w 598324"/>
                    <a:gd name="connsiteY26" fmla="*/ 330144 h 761503"/>
                    <a:gd name="connsiteX27" fmla="*/ 191442 w 598324"/>
                    <a:gd name="connsiteY27" fmla="*/ 286629 h 761503"/>
                    <a:gd name="connsiteX28" fmla="*/ 183283 w 598324"/>
                    <a:gd name="connsiteY28" fmla="*/ 278470 h 761503"/>
                    <a:gd name="connsiteX29" fmla="*/ 180563 w 598324"/>
                    <a:gd name="connsiteY29" fmla="*/ 292068 h 761503"/>
                    <a:gd name="connsiteX30" fmla="*/ 180563 w 598324"/>
                    <a:gd name="connsiteY30" fmla="*/ 305667 h 761503"/>
                    <a:gd name="connsiteX31" fmla="*/ 183283 w 598324"/>
                    <a:gd name="connsiteY31" fmla="*/ 354620 h 761503"/>
                    <a:gd name="connsiteX32" fmla="*/ 188722 w 598324"/>
                    <a:gd name="connsiteY32" fmla="*/ 449808 h 761503"/>
                    <a:gd name="connsiteX33" fmla="*/ 188722 w 598324"/>
                    <a:gd name="connsiteY33" fmla="*/ 479725 h 761503"/>
                    <a:gd name="connsiteX34" fmla="*/ 188722 w 598324"/>
                    <a:gd name="connsiteY34" fmla="*/ 542277 h 761503"/>
                    <a:gd name="connsiteX35" fmla="*/ 186002 w 598324"/>
                    <a:gd name="connsiteY35" fmla="*/ 615708 h 761503"/>
                    <a:gd name="connsiteX36" fmla="*/ 186002 w 598324"/>
                    <a:gd name="connsiteY36" fmla="*/ 637465 h 761503"/>
                    <a:gd name="connsiteX37" fmla="*/ 183283 w 598324"/>
                    <a:gd name="connsiteY37" fmla="*/ 664661 h 761503"/>
                    <a:gd name="connsiteX38" fmla="*/ 226797 w 598324"/>
                    <a:gd name="connsiteY38" fmla="*/ 664661 h 761503"/>
                    <a:gd name="connsiteX39" fmla="*/ 253994 w 598324"/>
                    <a:gd name="connsiteY39" fmla="*/ 680979 h 761503"/>
                    <a:gd name="connsiteX40" fmla="*/ 248554 w 598324"/>
                    <a:gd name="connsiteY40" fmla="*/ 697297 h 761503"/>
                    <a:gd name="connsiteX41" fmla="*/ 234956 w 598324"/>
                    <a:gd name="connsiteY41" fmla="*/ 705456 h 761503"/>
                    <a:gd name="connsiteX42" fmla="*/ 218638 w 598324"/>
                    <a:gd name="connsiteY42" fmla="*/ 708176 h 761503"/>
                    <a:gd name="connsiteX43" fmla="*/ 183283 w 598324"/>
                    <a:gd name="connsiteY43" fmla="*/ 708176 h 761503"/>
                    <a:gd name="connsiteX44" fmla="*/ 150647 w 598324"/>
                    <a:gd name="connsiteY44" fmla="*/ 708176 h 761503"/>
                    <a:gd name="connsiteX45" fmla="*/ 107132 w 598324"/>
                    <a:gd name="connsiteY45" fmla="*/ 708176 h 761503"/>
                    <a:gd name="connsiteX46" fmla="*/ 88094 w 598324"/>
                    <a:gd name="connsiteY46" fmla="*/ 708176 h 761503"/>
                    <a:gd name="connsiteX47" fmla="*/ 69057 w 598324"/>
                    <a:gd name="connsiteY47" fmla="*/ 702736 h 761503"/>
                    <a:gd name="connsiteX48" fmla="*/ 58178 w 598324"/>
                    <a:gd name="connsiteY48" fmla="*/ 686418 h 761503"/>
                    <a:gd name="connsiteX49" fmla="*/ 60898 w 598324"/>
                    <a:gd name="connsiteY49" fmla="*/ 678259 h 761503"/>
                    <a:gd name="connsiteX50" fmla="*/ 77216 w 598324"/>
                    <a:gd name="connsiteY50" fmla="*/ 670101 h 761503"/>
                    <a:gd name="connsiteX51" fmla="*/ 120730 w 598324"/>
                    <a:gd name="connsiteY51" fmla="*/ 664661 h 761503"/>
                    <a:gd name="connsiteX52" fmla="*/ 131609 w 598324"/>
                    <a:gd name="connsiteY52" fmla="*/ 664661 h 761503"/>
                    <a:gd name="connsiteX53" fmla="*/ 134329 w 598324"/>
                    <a:gd name="connsiteY53" fmla="*/ 539557 h 761503"/>
                    <a:gd name="connsiteX54" fmla="*/ 134329 w 598324"/>
                    <a:gd name="connsiteY54" fmla="*/ 504201 h 761503"/>
                    <a:gd name="connsiteX55" fmla="*/ 131609 w 598324"/>
                    <a:gd name="connsiteY55" fmla="*/ 376378 h 761503"/>
                    <a:gd name="connsiteX56" fmla="*/ 131609 w 598324"/>
                    <a:gd name="connsiteY56" fmla="*/ 302947 h 761503"/>
                    <a:gd name="connsiteX57" fmla="*/ 134329 w 598324"/>
                    <a:gd name="connsiteY57" fmla="*/ 221357 h 761503"/>
                    <a:gd name="connsiteX58" fmla="*/ 137048 w 598324"/>
                    <a:gd name="connsiteY58" fmla="*/ 123450 h 761503"/>
                    <a:gd name="connsiteX59" fmla="*/ 107132 w 598324"/>
                    <a:gd name="connsiteY59" fmla="*/ 123450 h 761503"/>
                    <a:gd name="connsiteX60" fmla="*/ 88094 w 598324"/>
                    <a:gd name="connsiteY60" fmla="*/ 123450 h 761503"/>
                    <a:gd name="connsiteX61" fmla="*/ 69057 w 598324"/>
                    <a:gd name="connsiteY61" fmla="*/ 118011 h 761503"/>
                    <a:gd name="connsiteX62" fmla="*/ 58178 w 598324"/>
                    <a:gd name="connsiteY62" fmla="*/ 101693 h 761503"/>
                    <a:gd name="connsiteX63" fmla="*/ 60898 w 598324"/>
                    <a:gd name="connsiteY63" fmla="*/ 93534 h 761503"/>
                    <a:gd name="connsiteX64" fmla="*/ 77216 w 598324"/>
                    <a:gd name="connsiteY64" fmla="*/ 85375 h 761503"/>
                    <a:gd name="connsiteX65" fmla="*/ 131609 w 598324"/>
                    <a:gd name="connsiteY65" fmla="*/ 79935 h 761503"/>
                    <a:gd name="connsiteX66" fmla="*/ 161525 w 598324"/>
                    <a:gd name="connsiteY66" fmla="*/ 79935 h 761503"/>
                    <a:gd name="connsiteX67" fmla="*/ 177843 w 598324"/>
                    <a:gd name="connsiteY67" fmla="*/ 66337 h 761503"/>
                    <a:gd name="connsiteX68" fmla="*/ 202320 w 598324"/>
                    <a:gd name="connsiteY68" fmla="*/ 58178 h 761503"/>
                    <a:gd name="connsiteX69" fmla="*/ 234956 w 598324"/>
                    <a:gd name="connsiteY69" fmla="*/ 77216 h 761503"/>
                    <a:gd name="connsiteX70" fmla="*/ 251274 w 598324"/>
                    <a:gd name="connsiteY70" fmla="*/ 107132 h 761503"/>
                    <a:gd name="connsiteX71" fmla="*/ 267592 w 598324"/>
                    <a:gd name="connsiteY71" fmla="*/ 147927 h 761503"/>
                    <a:gd name="connsiteX72" fmla="*/ 281190 w 598324"/>
                    <a:gd name="connsiteY72" fmla="*/ 183282 h 761503"/>
                    <a:gd name="connsiteX73" fmla="*/ 297508 w 598324"/>
                    <a:gd name="connsiteY73" fmla="*/ 224077 h 761503"/>
                    <a:gd name="connsiteX74" fmla="*/ 308387 w 598324"/>
                    <a:gd name="connsiteY74" fmla="*/ 264872 h 761503"/>
                    <a:gd name="connsiteX75" fmla="*/ 319265 w 598324"/>
                    <a:gd name="connsiteY75" fmla="*/ 300227 h 761503"/>
                    <a:gd name="connsiteX76" fmla="*/ 351901 w 598324"/>
                    <a:gd name="connsiteY76" fmla="*/ 379097 h 761503"/>
                    <a:gd name="connsiteX77" fmla="*/ 365500 w 598324"/>
                    <a:gd name="connsiteY77" fmla="*/ 417173 h 761503"/>
                    <a:gd name="connsiteX78" fmla="*/ 379098 w 598324"/>
                    <a:gd name="connsiteY78" fmla="*/ 457967 h 761503"/>
                    <a:gd name="connsiteX79" fmla="*/ 395416 w 598324"/>
                    <a:gd name="connsiteY79" fmla="*/ 496043 h 761503"/>
                    <a:gd name="connsiteX80" fmla="*/ 406294 w 598324"/>
                    <a:gd name="connsiteY80" fmla="*/ 512361 h 761503"/>
                    <a:gd name="connsiteX81" fmla="*/ 411734 w 598324"/>
                    <a:gd name="connsiteY81" fmla="*/ 531398 h 761503"/>
                    <a:gd name="connsiteX82" fmla="*/ 419893 w 598324"/>
                    <a:gd name="connsiteY82" fmla="*/ 558595 h 761503"/>
                    <a:gd name="connsiteX83" fmla="*/ 425332 w 598324"/>
                    <a:gd name="connsiteY83" fmla="*/ 564034 h 761503"/>
                    <a:gd name="connsiteX84" fmla="*/ 430771 w 598324"/>
                    <a:gd name="connsiteY84" fmla="*/ 558595 h 761503"/>
                    <a:gd name="connsiteX85" fmla="*/ 430771 w 598324"/>
                    <a:gd name="connsiteY85" fmla="*/ 550436 h 761503"/>
                    <a:gd name="connsiteX86" fmla="*/ 430771 w 598324"/>
                    <a:gd name="connsiteY86" fmla="*/ 501482 h 761503"/>
                    <a:gd name="connsiteX87" fmla="*/ 430771 w 598324"/>
                    <a:gd name="connsiteY87" fmla="*/ 403574 h 761503"/>
                    <a:gd name="connsiteX88" fmla="*/ 425332 w 598324"/>
                    <a:gd name="connsiteY88" fmla="*/ 313826 h 761503"/>
                    <a:gd name="connsiteX89" fmla="*/ 425332 w 598324"/>
                    <a:gd name="connsiteY89" fmla="*/ 248554 h 761503"/>
                    <a:gd name="connsiteX90" fmla="*/ 425332 w 598324"/>
                    <a:gd name="connsiteY90" fmla="*/ 210479 h 761503"/>
                    <a:gd name="connsiteX91" fmla="*/ 422613 w 598324"/>
                    <a:gd name="connsiteY91" fmla="*/ 153366 h 761503"/>
                    <a:gd name="connsiteX92" fmla="*/ 425332 w 598324"/>
                    <a:gd name="connsiteY92" fmla="*/ 123450 h 761503"/>
                    <a:gd name="connsiteX93" fmla="*/ 398136 w 598324"/>
                    <a:gd name="connsiteY93" fmla="*/ 123450 h 761503"/>
                    <a:gd name="connsiteX94" fmla="*/ 379098 w 598324"/>
                    <a:gd name="connsiteY94" fmla="*/ 123450 h 761503"/>
                    <a:gd name="connsiteX95" fmla="*/ 360060 w 598324"/>
                    <a:gd name="connsiteY95" fmla="*/ 118011 h 761503"/>
                    <a:gd name="connsiteX96" fmla="*/ 349182 w 598324"/>
                    <a:gd name="connsiteY96" fmla="*/ 101693 h 761503"/>
                    <a:gd name="connsiteX97" fmla="*/ 351901 w 598324"/>
                    <a:gd name="connsiteY97" fmla="*/ 93534 h 761503"/>
                    <a:gd name="connsiteX98" fmla="*/ 368219 w 598324"/>
                    <a:gd name="connsiteY98" fmla="*/ 85375 h 761503"/>
                    <a:gd name="connsiteX99" fmla="*/ 422613 w 598324"/>
                    <a:gd name="connsiteY99" fmla="*/ 79935 h 761503"/>
                    <a:gd name="connsiteX100" fmla="*/ 444370 w 598324"/>
                    <a:gd name="connsiteY100" fmla="*/ 79935 h 761503"/>
                    <a:gd name="connsiteX101" fmla="*/ 463407 w 598324"/>
                    <a:gd name="connsiteY101" fmla="*/ 71776 h 761503"/>
                    <a:gd name="connsiteX102" fmla="*/ 477006 w 598324"/>
                    <a:gd name="connsiteY102" fmla="*/ 79935 h 761503"/>
                    <a:gd name="connsiteX103" fmla="*/ 515081 w 598324"/>
                    <a:gd name="connsiteY103" fmla="*/ 79935 h 761503"/>
                    <a:gd name="connsiteX104" fmla="*/ 515081 w 598324"/>
                    <a:gd name="connsiteY104" fmla="*/ 79935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</a:cxnLst>
                  <a:rect l="l" t="t" r="r" b="b"/>
                  <a:pathLst>
                    <a:path w="598324" h="761503">
                      <a:moveTo>
                        <a:pt x="515081" y="79935"/>
                      </a:moveTo>
                      <a:cubicBezTo>
                        <a:pt x="523240" y="79935"/>
                        <a:pt x="542277" y="79935"/>
                        <a:pt x="542277" y="96253"/>
                      </a:cubicBezTo>
                      <a:cubicBezTo>
                        <a:pt x="542277" y="104412"/>
                        <a:pt x="542277" y="107132"/>
                        <a:pt x="536838" y="112571"/>
                      </a:cubicBezTo>
                      <a:cubicBezTo>
                        <a:pt x="534119" y="118011"/>
                        <a:pt x="528679" y="120730"/>
                        <a:pt x="523240" y="120730"/>
                      </a:cubicBezTo>
                      <a:cubicBezTo>
                        <a:pt x="515081" y="123450"/>
                        <a:pt x="512361" y="123450"/>
                        <a:pt x="506922" y="123450"/>
                      </a:cubicBezTo>
                      <a:cubicBezTo>
                        <a:pt x="504202" y="123450"/>
                        <a:pt x="490604" y="123450"/>
                        <a:pt x="477006" y="123450"/>
                      </a:cubicBezTo>
                      <a:cubicBezTo>
                        <a:pt x="477006" y="131609"/>
                        <a:pt x="479725" y="137048"/>
                        <a:pt x="479725" y="145207"/>
                      </a:cubicBezTo>
                      <a:cubicBezTo>
                        <a:pt x="479725" y="156086"/>
                        <a:pt x="477006" y="166964"/>
                        <a:pt x="477006" y="180563"/>
                      </a:cubicBezTo>
                      <a:cubicBezTo>
                        <a:pt x="477006" y="196881"/>
                        <a:pt x="479725" y="215918"/>
                        <a:pt x="482445" y="232236"/>
                      </a:cubicBezTo>
                      <a:cubicBezTo>
                        <a:pt x="485165" y="248554"/>
                        <a:pt x="485165" y="267592"/>
                        <a:pt x="485165" y="283909"/>
                      </a:cubicBezTo>
                      <a:cubicBezTo>
                        <a:pt x="485165" y="297508"/>
                        <a:pt x="485165" y="313826"/>
                        <a:pt x="485165" y="327424"/>
                      </a:cubicBezTo>
                      <a:cubicBezTo>
                        <a:pt x="485165" y="343742"/>
                        <a:pt x="487884" y="357340"/>
                        <a:pt x="487884" y="373658"/>
                      </a:cubicBezTo>
                      <a:cubicBezTo>
                        <a:pt x="487884" y="389976"/>
                        <a:pt x="485165" y="403574"/>
                        <a:pt x="485165" y="419892"/>
                      </a:cubicBezTo>
                      <a:cubicBezTo>
                        <a:pt x="485165" y="436210"/>
                        <a:pt x="485165" y="449808"/>
                        <a:pt x="485165" y="463407"/>
                      </a:cubicBezTo>
                      <a:cubicBezTo>
                        <a:pt x="485165" y="479725"/>
                        <a:pt x="485165" y="498762"/>
                        <a:pt x="482445" y="515080"/>
                      </a:cubicBezTo>
                      <a:cubicBezTo>
                        <a:pt x="482445" y="528678"/>
                        <a:pt x="482445" y="542277"/>
                        <a:pt x="482445" y="558595"/>
                      </a:cubicBezTo>
                      <a:cubicBezTo>
                        <a:pt x="482445" y="572193"/>
                        <a:pt x="479725" y="588511"/>
                        <a:pt x="479725" y="602109"/>
                      </a:cubicBezTo>
                      <a:cubicBezTo>
                        <a:pt x="479725" y="615708"/>
                        <a:pt x="485165" y="632025"/>
                        <a:pt x="485165" y="648343"/>
                      </a:cubicBezTo>
                      <a:cubicBezTo>
                        <a:pt x="485165" y="659222"/>
                        <a:pt x="482445" y="670101"/>
                        <a:pt x="474286" y="675540"/>
                      </a:cubicBezTo>
                      <a:cubicBezTo>
                        <a:pt x="460688" y="686418"/>
                        <a:pt x="444370" y="691858"/>
                        <a:pt x="428052" y="691858"/>
                      </a:cubicBezTo>
                      <a:cubicBezTo>
                        <a:pt x="414453" y="691858"/>
                        <a:pt x="400855" y="689138"/>
                        <a:pt x="387257" y="683699"/>
                      </a:cubicBezTo>
                      <a:cubicBezTo>
                        <a:pt x="373659" y="678259"/>
                        <a:pt x="360060" y="672820"/>
                        <a:pt x="351901" y="664661"/>
                      </a:cubicBezTo>
                      <a:cubicBezTo>
                        <a:pt x="330144" y="645624"/>
                        <a:pt x="316546" y="621147"/>
                        <a:pt x="305667" y="596670"/>
                      </a:cubicBezTo>
                      <a:cubicBezTo>
                        <a:pt x="292069" y="569473"/>
                        <a:pt x="281190" y="539557"/>
                        <a:pt x="270312" y="509641"/>
                      </a:cubicBezTo>
                      <a:cubicBezTo>
                        <a:pt x="264872" y="493323"/>
                        <a:pt x="256713" y="477005"/>
                        <a:pt x="251274" y="460687"/>
                      </a:cubicBezTo>
                      <a:cubicBezTo>
                        <a:pt x="240395" y="433490"/>
                        <a:pt x="232236" y="409014"/>
                        <a:pt x="224077" y="381817"/>
                      </a:cubicBezTo>
                      <a:cubicBezTo>
                        <a:pt x="218638" y="365499"/>
                        <a:pt x="213199" y="346462"/>
                        <a:pt x="207759" y="330144"/>
                      </a:cubicBezTo>
                      <a:cubicBezTo>
                        <a:pt x="202320" y="316545"/>
                        <a:pt x="196881" y="300227"/>
                        <a:pt x="191442" y="286629"/>
                      </a:cubicBezTo>
                      <a:cubicBezTo>
                        <a:pt x="188722" y="281190"/>
                        <a:pt x="186002" y="278470"/>
                        <a:pt x="183283" y="278470"/>
                      </a:cubicBezTo>
                      <a:cubicBezTo>
                        <a:pt x="180563" y="278470"/>
                        <a:pt x="180563" y="286629"/>
                        <a:pt x="180563" y="292068"/>
                      </a:cubicBezTo>
                      <a:cubicBezTo>
                        <a:pt x="180563" y="297508"/>
                        <a:pt x="180563" y="302947"/>
                        <a:pt x="180563" y="305667"/>
                      </a:cubicBezTo>
                      <a:cubicBezTo>
                        <a:pt x="180563" y="321985"/>
                        <a:pt x="183283" y="338303"/>
                        <a:pt x="183283" y="354620"/>
                      </a:cubicBezTo>
                      <a:cubicBezTo>
                        <a:pt x="183283" y="387256"/>
                        <a:pt x="186002" y="417173"/>
                        <a:pt x="188722" y="449808"/>
                      </a:cubicBezTo>
                      <a:cubicBezTo>
                        <a:pt x="188722" y="460687"/>
                        <a:pt x="188722" y="468846"/>
                        <a:pt x="188722" y="479725"/>
                      </a:cubicBezTo>
                      <a:cubicBezTo>
                        <a:pt x="188722" y="501482"/>
                        <a:pt x="188722" y="523239"/>
                        <a:pt x="188722" y="542277"/>
                      </a:cubicBezTo>
                      <a:cubicBezTo>
                        <a:pt x="188722" y="566754"/>
                        <a:pt x="186002" y="591231"/>
                        <a:pt x="186002" y="615708"/>
                      </a:cubicBezTo>
                      <a:cubicBezTo>
                        <a:pt x="186002" y="623866"/>
                        <a:pt x="186002" y="632025"/>
                        <a:pt x="186002" y="637465"/>
                      </a:cubicBezTo>
                      <a:cubicBezTo>
                        <a:pt x="186002" y="645624"/>
                        <a:pt x="183283" y="656502"/>
                        <a:pt x="183283" y="664661"/>
                      </a:cubicBezTo>
                      <a:cubicBezTo>
                        <a:pt x="202320" y="664661"/>
                        <a:pt x="218638" y="664661"/>
                        <a:pt x="226797" y="664661"/>
                      </a:cubicBezTo>
                      <a:cubicBezTo>
                        <a:pt x="234956" y="664661"/>
                        <a:pt x="253994" y="664661"/>
                        <a:pt x="253994" y="680979"/>
                      </a:cubicBezTo>
                      <a:cubicBezTo>
                        <a:pt x="253994" y="689138"/>
                        <a:pt x="253994" y="691858"/>
                        <a:pt x="248554" y="697297"/>
                      </a:cubicBezTo>
                      <a:cubicBezTo>
                        <a:pt x="245835" y="702736"/>
                        <a:pt x="240395" y="705456"/>
                        <a:pt x="234956" y="705456"/>
                      </a:cubicBezTo>
                      <a:cubicBezTo>
                        <a:pt x="226797" y="708176"/>
                        <a:pt x="224077" y="708176"/>
                        <a:pt x="218638" y="708176"/>
                      </a:cubicBezTo>
                      <a:cubicBezTo>
                        <a:pt x="215918" y="708176"/>
                        <a:pt x="199600" y="708176"/>
                        <a:pt x="183283" y="708176"/>
                      </a:cubicBezTo>
                      <a:cubicBezTo>
                        <a:pt x="166965" y="708176"/>
                        <a:pt x="153366" y="708176"/>
                        <a:pt x="150647" y="708176"/>
                      </a:cubicBezTo>
                      <a:cubicBezTo>
                        <a:pt x="139768" y="708176"/>
                        <a:pt x="120730" y="708176"/>
                        <a:pt x="107132" y="708176"/>
                      </a:cubicBezTo>
                      <a:cubicBezTo>
                        <a:pt x="101693" y="708176"/>
                        <a:pt x="96254" y="708176"/>
                        <a:pt x="88094" y="708176"/>
                      </a:cubicBezTo>
                      <a:cubicBezTo>
                        <a:pt x="82655" y="708176"/>
                        <a:pt x="74496" y="708176"/>
                        <a:pt x="69057" y="702736"/>
                      </a:cubicBezTo>
                      <a:cubicBezTo>
                        <a:pt x="63617" y="700017"/>
                        <a:pt x="58178" y="691858"/>
                        <a:pt x="58178" y="686418"/>
                      </a:cubicBezTo>
                      <a:cubicBezTo>
                        <a:pt x="58178" y="683699"/>
                        <a:pt x="58178" y="680979"/>
                        <a:pt x="60898" y="678259"/>
                      </a:cubicBezTo>
                      <a:cubicBezTo>
                        <a:pt x="63617" y="675540"/>
                        <a:pt x="71777" y="672820"/>
                        <a:pt x="77216" y="670101"/>
                      </a:cubicBezTo>
                      <a:cubicBezTo>
                        <a:pt x="90814" y="667381"/>
                        <a:pt x="115291" y="664661"/>
                        <a:pt x="120730" y="664661"/>
                      </a:cubicBezTo>
                      <a:cubicBezTo>
                        <a:pt x="123450" y="664661"/>
                        <a:pt x="126170" y="664661"/>
                        <a:pt x="131609" y="664661"/>
                      </a:cubicBezTo>
                      <a:cubicBezTo>
                        <a:pt x="131609" y="623866"/>
                        <a:pt x="134329" y="583072"/>
                        <a:pt x="134329" y="539557"/>
                      </a:cubicBezTo>
                      <a:cubicBezTo>
                        <a:pt x="134329" y="528678"/>
                        <a:pt x="134329" y="515080"/>
                        <a:pt x="134329" y="504201"/>
                      </a:cubicBezTo>
                      <a:cubicBezTo>
                        <a:pt x="131609" y="460687"/>
                        <a:pt x="131609" y="417173"/>
                        <a:pt x="131609" y="376378"/>
                      </a:cubicBezTo>
                      <a:cubicBezTo>
                        <a:pt x="131609" y="351901"/>
                        <a:pt x="131609" y="327424"/>
                        <a:pt x="131609" y="302947"/>
                      </a:cubicBezTo>
                      <a:cubicBezTo>
                        <a:pt x="131609" y="275751"/>
                        <a:pt x="131609" y="248554"/>
                        <a:pt x="134329" y="221357"/>
                      </a:cubicBezTo>
                      <a:cubicBezTo>
                        <a:pt x="134329" y="188722"/>
                        <a:pt x="137048" y="156086"/>
                        <a:pt x="137048" y="123450"/>
                      </a:cubicBezTo>
                      <a:cubicBezTo>
                        <a:pt x="126170" y="123450"/>
                        <a:pt x="115291" y="123450"/>
                        <a:pt x="107132" y="123450"/>
                      </a:cubicBezTo>
                      <a:cubicBezTo>
                        <a:pt x="101693" y="123450"/>
                        <a:pt x="96254" y="123450"/>
                        <a:pt x="88094" y="123450"/>
                      </a:cubicBezTo>
                      <a:cubicBezTo>
                        <a:pt x="82655" y="123450"/>
                        <a:pt x="74496" y="120730"/>
                        <a:pt x="69057" y="118011"/>
                      </a:cubicBezTo>
                      <a:cubicBezTo>
                        <a:pt x="63617" y="115291"/>
                        <a:pt x="58178" y="107132"/>
                        <a:pt x="58178" y="101693"/>
                      </a:cubicBezTo>
                      <a:cubicBezTo>
                        <a:pt x="58178" y="98973"/>
                        <a:pt x="58178" y="96253"/>
                        <a:pt x="60898" y="93534"/>
                      </a:cubicBezTo>
                      <a:cubicBezTo>
                        <a:pt x="63617" y="90814"/>
                        <a:pt x="71777" y="88094"/>
                        <a:pt x="77216" y="85375"/>
                      </a:cubicBezTo>
                      <a:cubicBezTo>
                        <a:pt x="90814" y="82655"/>
                        <a:pt x="126170" y="79935"/>
                        <a:pt x="131609" y="79935"/>
                      </a:cubicBezTo>
                      <a:cubicBezTo>
                        <a:pt x="137048" y="79935"/>
                        <a:pt x="147927" y="79935"/>
                        <a:pt x="161525" y="79935"/>
                      </a:cubicBezTo>
                      <a:cubicBezTo>
                        <a:pt x="166965" y="74496"/>
                        <a:pt x="172404" y="71776"/>
                        <a:pt x="177843" y="66337"/>
                      </a:cubicBezTo>
                      <a:cubicBezTo>
                        <a:pt x="186002" y="60898"/>
                        <a:pt x="194161" y="58178"/>
                        <a:pt x="202320" y="58178"/>
                      </a:cubicBezTo>
                      <a:cubicBezTo>
                        <a:pt x="215918" y="58178"/>
                        <a:pt x="226797" y="63617"/>
                        <a:pt x="234956" y="77216"/>
                      </a:cubicBezTo>
                      <a:cubicBezTo>
                        <a:pt x="240395" y="88094"/>
                        <a:pt x="248554" y="96253"/>
                        <a:pt x="251274" y="107132"/>
                      </a:cubicBezTo>
                      <a:cubicBezTo>
                        <a:pt x="256713" y="120730"/>
                        <a:pt x="259433" y="134328"/>
                        <a:pt x="267592" y="147927"/>
                      </a:cubicBezTo>
                      <a:cubicBezTo>
                        <a:pt x="273031" y="158805"/>
                        <a:pt x="275751" y="172404"/>
                        <a:pt x="281190" y="183282"/>
                      </a:cubicBezTo>
                      <a:cubicBezTo>
                        <a:pt x="286630" y="196881"/>
                        <a:pt x="292069" y="210479"/>
                        <a:pt x="297508" y="224077"/>
                      </a:cubicBezTo>
                      <a:cubicBezTo>
                        <a:pt x="300228" y="237675"/>
                        <a:pt x="305667" y="251274"/>
                        <a:pt x="308387" y="264872"/>
                      </a:cubicBezTo>
                      <a:cubicBezTo>
                        <a:pt x="311106" y="278470"/>
                        <a:pt x="311106" y="289349"/>
                        <a:pt x="319265" y="300227"/>
                      </a:cubicBezTo>
                      <a:cubicBezTo>
                        <a:pt x="332864" y="324704"/>
                        <a:pt x="346462" y="351901"/>
                        <a:pt x="351901" y="379097"/>
                      </a:cubicBezTo>
                      <a:cubicBezTo>
                        <a:pt x="354621" y="392696"/>
                        <a:pt x="360060" y="403574"/>
                        <a:pt x="365500" y="417173"/>
                      </a:cubicBezTo>
                      <a:cubicBezTo>
                        <a:pt x="373659" y="430771"/>
                        <a:pt x="373659" y="444369"/>
                        <a:pt x="379098" y="457967"/>
                      </a:cubicBezTo>
                      <a:cubicBezTo>
                        <a:pt x="381818" y="471566"/>
                        <a:pt x="387257" y="482444"/>
                        <a:pt x="395416" y="496043"/>
                      </a:cubicBezTo>
                      <a:cubicBezTo>
                        <a:pt x="398136" y="501482"/>
                        <a:pt x="403575" y="506921"/>
                        <a:pt x="406294" y="512361"/>
                      </a:cubicBezTo>
                      <a:cubicBezTo>
                        <a:pt x="409014" y="517800"/>
                        <a:pt x="409014" y="525959"/>
                        <a:pt x="411734" y="531398"/>
                      </a:cubicBezTo>
                      <a:cubicBezTo>
                        <a:pt x="414453" y="539557"/>
                        <a:pt x="417173" y="550436"/>
                        <a:pt x="419893" y="558595"/>
                      </a:cubicBezTo>
                      <a:cubicBezTo>
                        <a:pt x="422613" y="561314"/>
                        <a:pt x="422613" y="564034"/>
                        <a:pt x="425332" y="564034"/>
                      </a:cubicBezTo>
                      <a:cubicBezTo>
                        <a:pt x="428052" y="564034"/>
                        <a:pt x="428052" y="561314"/>
                        <a:pt x="430771" y="558595"/>
                      </a:cubicBezTo>
                      <a:cubicBezTo>
                        <a:pt x="430771" y="555875"/>
                        <a:pt x="430771" y="553155"/>
                        <a:pt x="430771" y="550436"/>
                      </a:cubicBezTo>
                      <a:cubicBezTo>
                        <a:pt x="430771" y="534118"/>
                        <a:pt x="430771" y="517800"/>
                        <a:pt x="430771" y="501482"/>
                      </a:cubicBezTo>
                      <a:cubicBezTo>
                        <a:pt x="430771" y="468846"/>
                        <a:pt x="433491" y="436210"/>
                        <a:pt x="430771" y="403574"/>
                      </a:cubicBezTo>
                      <a:cubicBezTo>
                        <a:pt x="430771" y="373658"/>
                        <a:pt x="425332" y="343742"/>
                        <a:pt x="425332" y="313826"/>
                      </a:cubicBezTo>
                      <a:cubicBezTo>
                        <a:pt x="425332" y="292068"/>
                        <a:pt x="425332" y="270311"/>
                        <a:pt x="425332" y="248554"/>
                      </a:cubicBezTo>
                      <a:cubicBezTo>
                        <a:pt x="425332" y="234956"/>
                        <a:pt x="425332" y="224077"/>
                        <a:pt x="425332" y="210479"/>
                      </a:cubicBezTo>
                      <a:cubicBezTo>
                        <a:pt x="425332" y="191441"/>
                        <a:pt x="422613" y="172404"/>
                        <a:pt x="422613" y="153366"/>
                      </a:cubicBezTo>
                      <a:cubicBezTo>
                        <a:pt x="422613" y="142487"/>
                        <a:pt x="422613" y="134328"/>
                        <a:pt x="425332" y="123450"/>
                      </a:cubicBezTo>
                      <a:cubicBezTo>
                        <a:pt x="417173" y="123450"/>
                        <a:pt x="406294" y="123450"/>
                        <a:pt x="398136" y="123450"/>
                      </a:cubicBezTo>
                      <a:cubicBezTo>
                        <a:pt x="392696" y="123450"/>
                        <a:pt x="387257" y="123450"/>
                        <a:pt x="379098" y="123450"/>
                      </a:cubicBezTo>
                      <a:cubicBezTo>
                        <a:pt x="373659" y="123450"/>
                        <a:pt x="365500" y="120730"/>
                        <a:pt x="360060" y="118011"/>
                      </a:cubicBezTo>
                      <a:cubicBezTo>
                        <a:pt x="354621" y="115291"/>
                        <a:pt x="349182" y="107132"/>
                        <a:pt x="349182" y="101693"/>
                      </a:cubicBezTo>
                      <a:cubicBezTo>
                        <a:pt x="349182" y="98973"/>
                        <a:pt x="349182" y="96253"/>
                        <a:pt x="351901" y="93534"/>
                      </a:cubicBezTo>
                      <a:cubicBezTo>
                        <a:pt x="354621" y="90814"/>
                        <a:pt x="362780" y="88094"/>
                        <a:pt x="368219" y="85375"/>
                      </a:cubicBezTo>
                      <a:cubicBezTo>
                        <a:pt x="381818" y="82655"/>
                        <a:pt x="417173" y="79935"/>
                        <a:pt x="422613" y="79935"/>
                      </a:cubicBezTo>
                      <a:cubicBezTo>
                        <a:pt x="428052" y="79935"/>
                        <a:pt x="433491" y="79935"/>
                        <a:pt x="444370" y="79935"/>
                      </a:cubicBezTo>
                      <a:cubicBezTo>
                        <a:pt x="449809" y="74496"/>
                        <a:pt x="455248" y="71776"/>
                        <a:pt x="463407" y="71776"/>
                      </a:cubicBezTo>
                      <a:cubicBezTo>
                        <a:pt x="471566" y="71776"/>
                        <a:pt x="477006" y="74496"/>
                        <a:pt x="477006" y="79935"/>
                      </a:cubicBezTo>
                      <a:cubicBezTo>
                        <a:pt x="493324" y="79935"/>
                        <a:pt x="506922" y="79935"/>
                        <a:pt x="515081" y="79935"/>
                      </a:cubicBezTo>
                      <a:lnTo>
                        <a:pt x="515081" y="79935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134" name="Freeform: Shape 133">
                  <a:extLst>
                    <a:ext uri="{FF2B5EF4-FFF2-40B4-BE49-F238E27FC236}">
                      <a16:creationId xmlns:a16="http://schemas.microsoft.com/office/drawing/2014/main" id="{947FF3FC-A8E1-48C4-9EA6-4C154E479108}"/>
                    </a:ext>
                  </a:extLst>
                </p:cNvPr>
                <p:cNvSpPr/>
                <p:nvPr/>
              </p:nvSpPr>
              <p:spPr>
                <a:xfrm>
                  <a:off x="5139126" y="4192158"/>
                  <a:ext cx="516735" cy="788700"/>
                </a:xfrm>
                <a:custGeom>
                  <a:avLst/>
                  <a:gdLst>
                    <a:gd name="connsiteX0" fmla="*/ 464616 w 516735"/>
                    <a:gd name="connsiteY0" fmla="*/ 436210 h 788699"/>
                    <a:gd name="connsiteX1" fmla="*/ 445578 w 516735"/>
                    <a:gd name="connsiteY1" fmla="*/ 455248 h 788699"/>
                    <a:gd name="connsiteX2" fmla="*/ 404784 w 516735"/>
                    <a:gd name="connsiteY2" fmla="*/ 466126 h 788699"/>
                    <a:gd name="connsiteX3" fmla="*/ 385746 w 516735"/>
                    <a:gd name="connsiteY3" fmla="*/ 479725 h 788699"/>
                    <a:gd name="connsiteX4" fmla="*/ 388466 w 516735"/>
                    <a:gd name="connsiteY4" fmla="*/ 512361 h 788699"/>
                    <a:gd name="connsiteX5" fmla="*/ 388466 w 516735"/>
                    <a:gd name="connsiteY5" fmla="*/ 544997 h 788699"/>
                    <a:gd name="connsiteX6" fmla="*/ 388466 w 516735"/>
                    <a:gd name="connsiteY6" fmla="*/ 566754 h 788699"/>
                    <a:gd name="connsiteX7" fmla="*/ 391185 w 516735"/>
                    <a:gd name="connsiteY7" fmla="*/ 632026 h 788699"/>
                    <a:gd name="connsiteX8" fmla="*/ 393905 w 516735"/>
                    <a:gd name="connsiteY8" fmla="*/ 683699 h 788699"/>
                    <a:gd name="connsiteX9" fmla="*/ 377587 w 516735"/>
                    <a:gd name="connsiteY9" fmla="*/ 724494 h 788699"/>
                    <a:gd name="connsiteX10" fmla="*/ 361269 w 516735"/>
                    <a:gd name="connsiteY10" fmla="*/ 719054 h 788699"/>
                    <a:gd name="connsiteX11" fmla="*/ 353110 w 516735"/>
                    <a:gd name="connsiteY11" fmla="*/ 702737 h 788699"/>
                    <a:gd name="connsiteX12" fmla="*/ 350390 w 516735"/>
                    <a:gd name="connsiteY12" fmla="*/ 686419 h 788699"/>
                    <a:gd name="connsiteX13" fmla="*/ 353110 w 516735"/>
                    <a:gd name="connsiteY13" fmla="*/ 659222 h 788699"/>
                    <a:gd name="connsiteX14" fmla="*/ 353110 w 516735"/>
                    <a:gd name="connsiteY14" fmla="*/ 656502 h 788699"/>
                    <a:gd name="connsiteX15" fmla="*/ 317755 w 516735"/>
                    <a:gd name="connsiteY15" fmla="*/ 708176 h 788699"/>
                    <a:gd name="connsiteX16" fmla="*/ 241604 w 516735"/>
                    <a:gd name="connsiteY16" fmla="*/ 735372 h 788699"/>
                    <a:gd name="connsiteX17" fmla="*/ 187211 w 516735"/>
                    <a:gd name="connsiteY17" fmla="*/ 727214 h 788699"/>
                    <a:gd name="connsiteX18" fmla="*/ 135538 w 516735"/>
                    <a:gd name="connsiteY18" fmla="*/ 694578 h 788699"/>
                    <a:gd name="connsiteX19" fmla="*/ 86584 w 516735"/>
                    <a:gd name="connsiteY19" fmla="*/ 621147 h 788699"/>
                    <a:gd name="connsiteX20" fmla="*/ 67546 w 516735"/>
                    <a:gd name="connsiteY20" fmla="*/ 555875 h 788699"/>
                    <a:gd name="connsiteX21" fmla="*/ 59387 w 516735"/>
                    <a:gd name="connsiteY21" fmla="*/ 509641 h 788699"/>
                    <a:gd name="connsiteX22" fmla="*/ 59387 w 516735"/>
                    <a:gd name="connsiteY22" fmla="*/ 468846 h 788699"/>
                    <a:gd name="connsiteX23" fmla="*/ 86584 w 516735"/>
                    <a:gd name="connsiteY23" fmla="*/ 302947 h 788699"/>
                    <a:gd name="connsiteX24" fmla="*/ 108341 w 516735"/>
                    <a:gd name="connsiteY24" fmla="*/ 224077 h 788699"/>
                    <a:gd name="connsiteX25" fmla="*/ 146416 w 516735"/>
                    <a:gd name="connsiteY25" fmla="*/ 145207 h 788699"/>
                    <a:gd name="connsiteX26" fmla="*/ 198090 w 516735"/>
                    <a:gd name="connsiteY26" fmla="*/ 85375 h 788699"/>
                    <a:gd name="connsiteX27" fmla="*/ 228006 w 516735"/>
                    <a:gd name="connsiteY27" fmla="*/ 69057 h 788699"/>
                    <a:gd name="connsiteX28" fmla="*/ 268801 w 516735"/>
                    <a:gd name="connsiteY28" fmla="*/ 58178 h 788699"/>
                    <a:gd name="connsiteX29" fmla="*/ 274240 w 516735"/>
                    <a:gd name="connsiteY29" fmla="*/ 58178 h 788699"/>
                    <a:gd name="connsiteX30" fmla="*/ 295997 w 516735"/>
                    <a:gd name="connsiteY30" fmla="*/ 60898 h 788699"/>
                    <a:gd name="connsiteX31" fmla="*/ 331353 w 516735"/>
                    <a:gd name="connsiteY31" fmla="*/ 71776 h 788699"/>
                    <a:gd name="connsiteX32" fmla="*/ 350390 w 516735"/>
                    <a:gd name="connsiteY32" fmla="*/ 93534 h 788699"/>
                    <a:gd name="connsiteX33" fmla="*/ 353110 w 516735"/>
                    <a:gd name="connsiteY33" fmla="*/ 74496 h 788699"/>
                    <a:gd name="connsiteX34" fmla="*/ 358549 w 516735"/>
                    <a:gd name="connsiteY34" fmla="*/ 63618 h 788699"/>
                    <a:gd name="connsiteX35" fmla="*/ 366708 w 516735"/>
                    <a:gd name="connsiteY35" fmla="*/ 58178 h 788699"/>
                    <a:gd name="connsiteX36" fmla="*/ 374867 w 516735"/>
                    <a:gd name="connsiteY36" fmla="*/ 63618 h 788699"/>
                    <a:gd name="connsiteX37" fmla="*/ 383026 w 516735"/>
                    <a:gd name="connsiteY37" fmla="*/ 82655 h 788699"/>
                    <a:gd name="connsiteX38" fmla="*/ 385746 w 516735"/>
                    <a:gd name="connsiteY38" fmla="*/ 126170 h 788699"/>
                    <a:gd name="connsiteX39" fmla="*/ 388466 w 516735"/>
                    <a:gd name="connsiteY39" fmla="*/ 186002 h 788699"/>
                    <a:gd name="connsiteX40" fmla="*/ 391185 w 516735"/>
                    <a:gd name="connsiteY40" fmla="*/ 237676 h 788699"/>
                    <a:gd name="connsiteX41" fmla="*/ 374867 w 516735"/>
                    <a:gd name="connsiteY41" fmla="*/ 278470 h 788699"/>
                    <a:gd name="connsiteX42" fmla="*/ 358549 w 516735"/>
                    <a:gd name="connsiteY42" fmla="*/ 273031 h 788699"/>
                    <a:gd name="connsiteX43" fmla="*/ 350390 w 516735"/>
                    <a:gd name="connsiteY43" fmla="*/ 256713 h 788699"/>
                    <a:gd name="connsiteX44" fmla="*/ 347671 w 516735"/>
                    <a:gd name="connsiteY44" fmla="*/ 240395 h 788699"/>
                    <a:gd name="connsiteX45" fmla="*/ 347671 w 516735"/>
                    <a:gd name="connsiteY45" fmla="*/ 213199 h 788699"/>
                    <a:gd name="connsiteX46" fmla="*/ 344951 w 516735"/>
                    <a:gd name="connsiteY46" fmla="*/ 194161 h 788699"/>
                    <a:gd name="connsiteX47" fmla="*/ 339512 w 516735"/>
                    <a:gd name="connsiteY47" fmla="*/ 150647 h 788699"/>
                    <a:gd name="connsiteX48" fmla="*/ 323194 w 516735"/>
                    <a:gd name="connsiteY48" fmla="*/ 112571 h 788699"/>
                    <a:gd name="connsiteX49" fmla="*/ 293278 w 516735"/>
                    <a:gd name="connsiteY49" fmla="*/ 101693 h 788699"/>
                    <a:gd name="connsiteX50" fmla="*/ 263361 w 516735"/>
                    <a:gd name="connsiteY50" fmla="*/ 120730 h 788699"/>
                    <a:gd name="connsiteX51" fmla="*/ 241604 w 516735"/>
                    <a:gd name="connsiteY51" fmla="*/ 153366 h 788699"/>
                    <a:gd name="connsiteX52" fmla="*/ 233445 w 516735"/>
                    <a:gd name="connsiteY52" fmla="*/ 194161 h 788699"/>
                    <a:gd name="connsiteX53" fmla="*/ 225286 w 516735"/>
                    <a:gd name="connsiteY53" fmla="*/ 232236 h 788699"/>
                    <a:gd name="connsiteX54" fmla="*/ 217127 w 516735"/>
                    <a:gd name="connsiteY54" fmla="*/ 275751 h 788699"/>
                    <a:gd name="connsiteX55" fmla="*/ 211688 w 516735"/>
                    <a:gd name="connsiteY55" fmla="*/ 316545 h 788699"/>
                    <a:gd name="connsiteX56" fmla="*/ 206249 w 516735"/>
                    <a:gd name="connsiteY56" fmla="*/ 354621 h 788699"/>
                    <a:gd name="connsiteX57" fmla="*/ 200809 w 516735"/>
                    <a:gd name="connsiteY57" fmla="*/ 398135 h 788699"/>
                    <a:gd name="connsiteX58" fmla="*/ 195370 w 516735"/>
                    <a:gd name="connsiteY58" fmla="*/ 438930 h 788699"/>
                    <a:gd name="connsiteX59" fmla="*/ 192650 w 516735"/>
                    <a:gd name="connsiteY59" fmla="*/ 474286 h 788699"/>
                    <a:gd name="connsiteX60" fmla="*/ 195370 w 516735"/>
                    <a:gd name="connsiteY60" fmla="*/ 525959 h 788699"/>
                    <a:gd name="connsiteX61" fmla="*/ 208968 w 516735"/>
                    <a:gd name="connsiteY61" fmla="*/ 596670 h 788699"/>
                    <a:gd name="connsiteX62" fmla="*/ 214407 w 516735"/>
                    <a:gd name="connsiteY62" fmla="*/ 623867 h 788699"/>
                    <a:gd name="connsiteX63" fmla="*/ 228006 w 516735"/>
                    <a:gd name="connsiteY63" fmla="*/ 656502 h 788699"/>
                    <a:gd name="connsiteX64" fmla="*/ 271520 w 516735"/>
                    <a:gd name="connsiteY64" fmla="*/ 689138 h 788699"/>
                    <a:gd name="connsiteX65" fmla="*/ 306876 w 516735"/>
                    <a:gd name="connsiteY65" fmla="*/ 664661 h 788699"/>
                    <a:gd name="connsiteX66" fmla="*/ 331353 w 516735"/>
                    <a:gd name="connsiteY66" fmla="*/ 602109 h 788699"/>
                    <a:gd name="connsiteX67" fmla="*/ 336792 w 516735"/>
                    <a:gd name="connsiteY67" fmla="*/ 544997 h 788699"/>
                    <a:gd name="connsiteX68" fmla="*/ 336792 w 516735"/>
                    <a:gd name="connsiteY68" fmla="*/ 498762 h 788699"/>
                    <a:gd name="connsiteX69" fmla="*/ 336792 w 516735"/>
                    <a:gd name="connsiteY69" fmla="*/ 490603 h 788699"/>
                    <a:gd name="connsiteX70" fmla="*/ 320474 w 516735"/>
                    <a:gd name="connsiteY70" fmla="*/ 477005 h 788699"/>
                    <a:gd name="connsiteX71" fmla="*/ 282399 w 516735"/>
                    <a:gd name="connsiteY71" fmla="*/ 479725 h 788699"/>
                    <a:gd name="connsiteX72" fmla="*/ 252483 w 516735"/>
                    <a:gd name="connsiteY72" fmla="*/ 474286 h 788699"/>
                    <a:gd name="connsiteX73" fmla="*/ 247043 w 516735"/>
                    <a:gd name="connsiteY73" fmla="*/ 466126 h 788699"/>
                    <a:gd name="connsiteX74" fmla="*/ 249763 w 516735"/>
                    <a:gd name="connsiteY74" fmla="*/ 457968 h 788699"/>
                    <a:gd name="connsiteX75" fmla="*/ 268801 w 516735"/>
                    <a:gd name="connsiteY75" fmla="*/ 447089 h 788699"/>
                    <a:gd name="connsiteX76" fmla="*/ 312315 w 516735"/>
                    <a:gd name="connsiteY76" fmla="*/ 436210 h 788699"/>
                    <a:gd name="connsiteX77" fmla="*/ 353110 w 516735"/>
                    <a:gd name="connsiteY77" fmla="*/ 430771 h 788699"/>
                    <a:gd name="connsiteX78" fmla="*/ 385746 w 516735"/>
                    <a:gd name="connsiteY78" fmla="*/ 430771 h 788699"/>
                    <a:gd name="connsiteX79" fmla="*/ 437420 w 516735"/>
                    <a:gd name="connsiteY79" fmla="*/ 428051 h 788699"/>
                    <a:gd name="connsiteX80" fmla="*/ 464616 w 516735"/>
                    <a:gd name="connsiteY80" fmla="*/ 436210 h 788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</a:cxnLst>
                  <a:rect l="l" t="t" r="r" b="b"/>
                  <a:pathLst>
                    <a:path w="516735" h="788699">
                      <a:moveTo>
                        <a:pt x="464616" y="436210"/>
                      </a:moveTo>
                      <a:cubicBezTo>
                        <a:pt x="464616" y="447089"/>
                        <a:pt x="453737" y="452528"/>
                        <a:pt x="445578" y="455248"/>
                      </a:cubicBezTo>
                      <a:cubicBezTo>
                        <a:pt x="434700" y="460687"/>
                        <a:pt x="415662" y="463407"/>
                        <a:pt x="404784" y="466126"/>
                      </a:cubicBezTo>
                      <a:cubicBezTo>
                        <a:pt x="393905" y="466126"/>
                        <a:pt x="385746" y="468846"/>
                        <a:pt x="385746" y="479725"/>
                      </a:cubicBezTo>
                      <a:cubicBezTo>
                        <a:pt x="385746" y="487884"/>
                        <a:pt x="388466" y="506921"/>
                        <a:pt x="388466" y="512361"/>
                      </a:cubicBezTo>
                      <a:cubicBezTo>
                        <a:pt x="388466" y="515080"/>
                        <a:pt x="388466" y="539557"/>
                        <a:pt x="388466" y="544997"/>
                      </a:cubicBezTo>
                      <a:cubicBezTo>
                        <a:pt x="388466" y="550436"/>
                        <a:pt x="388466" y="558595"/>
                        <a:pt x="388466" y="566754"/>
                      </a:cubicBezTo>
                      <a:cubicBezTo>
                        <a:pt x="388466" y="591231"/>
                        <a:pt x="388466" y="621147"/>
                        <a:pt x="391185" y="632026"/>
                      </a:cubicBezTo>
                      <a:cubicBezTo>
                        <a:pt x="393905" y="653783"/>
                        <a:pt x="393905" y="661942"/>
                        <a:pt x="393905" y="683699"/>
                      </a:cubicBezTo>
                      <a:cubicBezTo>
                        <a:pt x="393905" y="694578"/>
                        <a:pt x="393905" y="724494"/>
                        <a:pt x="377587" y="724494"/>
                      </a:cubicBezTo>
                      <a:cubicBezTo>
                        <a:pt x="369428" y="724494"/>
                        <a:pt x="366708" y="721774"/>
                        <a:pt x="361269" y="719054"/>
                      </a:cubicBezTo>
                      <a:cubicBezTo>
                        <a:pt x="355830" y="716335"/>
                        <a:pt x="353110" y="708176"/>
                        <a:pt x="353110" y="702737"/>
                      </a:cubicBezTo>
                      <a:cubicBezTo>
                        <a:pt x="350390" y="694578"/>
                        <a:pt x="350390" y="689138"/>
                        <a:pt x="350390" y="686419"/>
                      </a:cubicBezTo>
                      <a:cubicBezTo>
                        <a:pt x="350390" y="678260"/>
                        <a:pt x="353110" y="672820"/>
                        <a:pt x="353110" y="659222"/>
                      </a:cubicBezTo>
                      <a:lnTo>
                        <a:pt x="353110" y="656502"/>
                      </a:lnTo>
                      <a:cubicBezTo>
                        <a:pt x="347671" y="675540"/>
                        <a:pt x="334072" y="694578"/>
                        <a:pt x="317755" y="708176"/>
                      </a:cubicBezTo>
                      <a:cubicBezTo>
                        <a:pt x="293278" y="727214"/>
                        <a:pt x="274240" y="735372"/>
                        <a:pt x="241604" y="735372"/>
                      </a:cubicBezTo>
                      <a:cubicBezTo>
                        <a:pt x="222566" y="735372"/>
                        <a:pt x="203529" y="732653"/>
                        <a:pt x="187211" y="727214"/>
                      </a:cubicBezTo>
                      <a:cubicBezTo>
                        <a:pt x="165454" y="719054"/>
                        <a:pt x="149136" y="708176"/>
                        <a:pt x="135538" y="694578"/>
                      </a:cubicBezTo>
                      <a:cubicBezTo>
                        <a:pt x="113780" y="672820"/>
                        <a:pt x="100182" y="648343"/>
                        <a:pt x="86584" y="621147"/>
                      </a:cubicBezTo>
                      <a:cubicBezTo>
                        <a:pt x="75705" y="599390"/>
                        <a:pt x="70266" y="580352"/>
                        <a:pt x="67546" y="555875"/>
                      </a:cubicBezTo>
                      <a:cubicBezTo>
                        <a:pt x="64826" y="539557"/>
                        <a:pt x="62107" y="525959"/>
                        <a:pt x="59387" y="509641"/>
                      </a:cubicBezTo>
                      <a:cubicBezTo>
                        <a:pt x="56667" y="493323"/>
                        <a:pt x="59387" y="485164"/>
                        <a:pt x="59387" y="468846"/>
                      </a:cubicBezTo>
                      <a:cubicBezTo>
                        <a:pt x="59387" y="414453"/>
                        <a:pt x="72985" y="362780"/>
                        <a:pt x="86584" y="302947"/>
                      </a:cubicBezTo>
                      <a:cubicBezTo>
                        <a:pt x="92023" y="275751"/>
                        <a:pt x="100182" y="248554"/>
                        <a:pt x="108341" y="224077"/>
                      </a:cubicBezTo>
                      <a:cubicBezTo>
                        <a:pt x="116500" y="196881"/>
                        <a:pt x="130098" y="169684"/>
                        <a:pt x="146416" y="145207"/>
                      </a:cubicBezTo>
                      <a:cubicBezTo>
                        <a:pt x="160014" y="123450"/>
                        <a:pt x="176332" y="101693"/>
                        <a:pt x="198090" y="85375"/>
                      </a:cubicBezTo>
                      <a:cubicBezTo>
                        <a:pt x="206249" y="77216"/>
                        <a:pt x="217127" y="71776"/>
                        <a:pt x="228006" y="69057"/>
                      </a:cubicBezTo>
                      <a:cubicBezTo>
                        <a:pt x="241604" y="63618"/>
                        <a:pt x="255202" y="58178"/>
                        <a:pt x="268801" y="58178"/>
                      </a:cubicBezTo>
                      <a:cubicBezTo>
                        <a:pt x="271520" y="58178"/>
                        <a:pt x="274240" y="58178"/>
                        <a:pt x="274240" y="58178"/>
                      </a:cubicBezTo>
                      <a:cubicBezTo>
                        <a:pt x="279679" y="58178"/>
                        <a:pt x="285119" y="58178"/>
                        <a:pt x="295997" y="60898"/>
                      </a:cubicBezTo>
                      <a:cubicBezTo>
                        <a:pt x="309595" y="63618"/>
                        <a:pt x="320474" y="66337"/>
                        <a:pt x="331353" y="71776"/>
                      </a:cubicBezTo>
                      <a:cubicBezTo>
                        <a:pt x="339512" y="77216"/>
                        <a:pt x="347671" y="85375"/>
                        <a:pt x="350390" y="93534"/>
                      </a:cubicBezTo>
                      <a:cubicBezTo>
                        <a:pt x="350390" y="88095"/>
                        <a:pt x="353110" y="79936"/>
                        <a:pt x="353110" y="74496"/>
                      </a:cubicBezTo>
                      <a:cubicBezTo>
                        <a:pt x="355830" y="71776"/>
                        <a:pt x="355830" y="69057"/>
                        <a:pt x="358549" y="63618"/>
                      </a:cubicBezTo>
                      <a:cubicBezTo>
                        <a:pt x="361269" y="60898"/>
                        <a:pt x="363989" y="58178"/>
                        <a:pt x="366708" y="58178"/>
                      </a:cubicBezTo>
                      <a:cubicBezTo>
                        <a:pt x="369428" y="58178"/>
                        <a:pt x="372148" y="60898"/>
                        <a:pt x="374867" y="63618"/>
                      </a:cubicBezTo>
                      <a:cubicBezTo>
                        <a:pt x="377587" y="69057"/>
                        <a:pt x="380307" y="77216"/>
                        <a:pt x="383026" y="82655"/>
                      </a:cubicBezTo>
                      <a:cubicBezTo>
                        <a:pt x="383026" y="90814"/>
                        <a:pt x="385746" y="107132"/>
                        <a:pt x="385746" y="126170"/>
                      </a:cubicBezTo>
                      <a:cubicBezTo>
                        <a:pt x="385746" y="150647"/>
                        <a:pt x="385746" y="177843"/>
                        <a:pt x="388466" y="186002"/>
                      </a:cubicBezTo>
                      <a:cubicBezTo>
                        <a:pt x="391185" y="207759"/>
                        <a:pt x="391185" y="215918"/>
                        <a:pt x="391185" y="237676"/>
                      </a:cubicBezTo>
                      <a:cubicBezTo>
                        <a:pt x="391185" y="248554"/>
                        <a:pt x="391185" y="278470"/>
                        <a:pt x="374867" y="278470"/>
                      </a:cubicBezTo>
                      <a:cubicBezTo>
                        <a:pt x="366708" y="278470"/>
                        <a:pt x="363989" y="275751"/>
                        <a:pt x="358549" y="273031"/>
                      </a:cubicBezTo>
                      <a:cubicBezTo>
                        <a:pt x="353110" y="270311"/>
                        <a:pt x="350390" y="262152"/>
                        <a:pt x="350390" y="256713"/>
                      </a:cubicBezTo>
                      <a:cubicBezTo>
                        <a:pt x="350390" y="251274"/>
                        <a:pt x="347671" y="245834"/>
                        <a:pt x="347671" y="240395"/>
                      </a:cubicBezTo>
                      <a:cubicBezTo>
                        <a:pt x="347671" y="232236"/>
                        <a:pt x="347671" y="224077"/>
                        <a:pt x="347671" y="213199"/>
                      </a:cubicBezTo>
                      <a:cubicBezTo>
                        <a:pt x="347671" y="207759"/>
                        <a:pt x="347671" y="199600"/>
                        <a:pt x="344951" y="194161"/>
                      </a:cubicBezTo>
                      <a:cubicBezTo>
                        <a:pt x="342232" y="180563"/>
                        <a:pt x="342232" y="164245"/>
                        <a:pt x="339512" y="150647"/>
                      </a:cubicBezTo>
                      <a:cubicBezTo>
                        <a:pt x="336792" y="137048"/>
                        <a:pt x="331353" y="123450"/>
                        <a:pt x="323194" y="112571"/>
                      </a:cubicBezTo>
                      <a:cubicBezTo>
                        <a:pt x="317755" y="104412"/>
                        <a:pt x="304156" y="101693"/>
                        <a:pt x="293278" y="101693"/>
                      </a:cubicBezTo>
                      <a:cubicBezTo>
                        <a:pt x="279679" y="101693"/>
                        <a:pt x="271520" y="109852"/>
                        <a:pt x="263361" y="120730"/>
                      </a:cubicBezTo>
                      <a:cubicBezTo>
                        <a:pt x="257922" y="131609"/>
                        <a:pt x="247043" y="139768"/>
                        <a:pt x="241604" y="153366"/>
                      </a:cubicBezTo>
                      <a:cubicBezTo>
                        <a:pt x="236165" y="166964"/>
                        <a:pt x="233445" y="180563"/>
                        <a:pt x="233445" y="194161"/>
                      </a:cubicBezTo>
                      <a:cubicBezTo>
                        <a:pt x="233445" y="207759"/>
                        <a:pt x="230726" y="218638"/>
                        <a:pt x="225286" y="232236"/>
                      </a:cubicBezTo>
                      <a:cubicBezTo>
                        <a:pt x="219847" y="245834"/>
                        <a:pt x="219847" y="262152"/>
                        <a:pt x="217127" y="275751"/>
                      </a:cubicBezTo>
                      <a:cubicBezTo>
                        <a:pt x="214407" y="289349"/>
                        <a:pt x="214407" y="302947"/>
                        <a:pt x="211688" y="316545"/>
                      </a:cubicBezTo>
                      <a:cubicBezTo>
                        <a:pt x="211688" y="330144"/>
                        <a:pt x="206249" y="341022"/>
                        <a:pt x="206249" y="354621"/>
                      </a:cubicBezTo>
                      <a:cubicBezTo>
                        <a:pt x="203529" y="368219"/>
                        <a:pt x="203529" y="381817"/>
                        <a:pt x="200809" y="398135"/>
                      </a:cubicBezTo>
                      <a:cubicBezTo>
                        <a:pt x="198090" y="411733"/>
                        <a:pt x="198090" y="425332"/>
                        <a:pt x="195370" y="438930"/>
                      </a:cubicBezTo>
                      <a:cubicBezTo>
                        <a:pt x="195370" y="449809"/>
                        <a:pt x="192650" y="463407"/>
                        <a:pt x="192650" y="474286"/>
                      </a:cubicBezTo>
                      <a:cubicBezTo>
                        <a:pt x="192650" y="490603"/>
                        <a:pt x="195370" y="509641"/>
                        <a:pt x="195370" y="525959"/>
                      </a:cubicBezTo>
                      <a:cubicBezTo>
                        <a:pt x="195370" y="550436"/>
                        <a:pt x="203529" y="572193"/>
                        <a:pt x="208968" y="596670"/>
                      </a:cubicBezTo>
                      <a:cubicBezTo>
                        <a:pt x="211688" y="604829"/>
                        <a:pt x="211688" y="615708"/>
                        <a:pt x="214407" y="623867"/>
                      </a:cubicBezTo>
                      <a:cubicBezTo>
                        <a:pt x="217127" y="634745"/>
                        <a:pt x="222566" y="645624"/>
                        <a:pt x="228006" y="656502"/>
                      </a:cubicBezTo>
                      <a:cubicBezTo>
                        <a:pt x="236165" y="670101"/>
                        <a:pt x="252483" y="689138"/>
                        <a:pt x="271520" y="689138"/>
                      </a:cubicBezTo>
                      <a:cubicBezTo>
                        <a:pt x="287838" y="689138"/>
                        <a:pt x="298717" y="675540"/>
                        <a:pt x="306876" y="664661"/>
                      </a:cubicBezTo>
                      <a:cubicBezTo>
                        <a:pt x="320474" y="645624"/>
                        <a:pt x="325914" y="623867"/>
                        <a:pt x="331353" y="602109"/>
                      </a:cubicBezTo>
                      <a:cubicBezTo>
                        <a:pt x="334072" y="583072"/>
                        <a:pt x="336792" y="564034"/>
                        <a:pt x="336792" y="544997"/>
                      </a:cubicBezTo>
                      <a:cubicBezTo>
                        <a:pt x="336792" y="531398"/>
                        <a:pt x="336792" y="512361"/>
                        <a:pt x="336792" y="498762"/>
                      </a:cubicBezTo>
                      <a:cubicBezTo>
                        <a:pt x="336792" y="496043"/>
                        <a:pt x="336792" y="493323"/>
                        <a:pt x="336792" y="490603"/>
                      </a:cubicBezTo>
                      <a:cubicBezTo>
                        <a:pt x="336792" y="479725"/>
                        <a:pt x="336792" y="477005"/>
                        <a:pt x="320474" y="477005"/>
                      </a:cubicBezTo>
                      <a:cubicBezTo>
                        <a:pt x="309595" y="477005"/>
                        <a:pt x="295997" y="479725"/>
                        <a:pt x="282399" y="479725"/>
                      </a:cubicBezTo>
                      <a:cubicBezTo>
                        <a:pt x="271520" y="479725"/>
                        <a:pt x="260642" y="479725"/>
                        <a:pt x="252483" y="474286"/>
                      </a:cubicBezTo>
                      <a:cubicBezTo>
                        <a:pt x="249763" y="471566"/>
                        <a:pt x="247043" y="468846"/>
                        <a:pt x="247043" y="466126"/>
                      </a:cubicBezTo>
                      <a:cubicBezTo>
                        <a:pt x="247043" y="463407"/>
                        <a:pt x="247043" y="460687"/>
                        <a:pt x="249763" y="457968"/>
                      </a:cubicBezTo>
                      <a:cubicBezTo>
                        <a:pt x="255202" y="452528"/>
                        <a:pt x="260642" y="449809"/>
                        <a:pt x="268801" y="447089"/>
                      </a:cubicBezTo>
                      <a:cubicBezTo>
                        <a:pt x="282399" y="441650"/>
                        <a:pt x="295997" y="438930"/>
                        <a:pt x="312315" y="436210"/>
                      </a:cubicBezTo>
                      <a:cubicBezTo>
                        <a:pt x="325914" y="433491"/>
                        <a:pt x="339512" y="433491"/>
                        <a:pt x="353110" y="430771"/>
                      </a:cubicBezTo>
                      <a:cubicBezTo>
                        <a:pt x="363989" y="430771"/>
                        <a:pt x="374867" y="430771"/>
                        <a:pt x="385746" y="430771"/>
                      </a:cubicBezTo>
                      <a:cubicBezTo>
                        <a:pt x="402064" y="430771"/>
                        <a:pt x="426541" y="428051"/>
                        <a:pt x="437420" y="428051"/>
                      </a:cubicBezTo>
                      <a:cubicBezTo>
                        <a:pt x="451018" y="419892"/>
                        <a:pt x="464616" y="425332"/>
                        <a:pt x="464616" y="436210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135" name="Freeform: Shape 134">
                  <a:extLst>
                    <a:ext uri="{FF2B5EF4-FFF2-40B4-BE49-F238E27FC236}">
                      <a16:creationId xmlns:a16="http://schemas.microsoft.com/office/drawing/2014/main" id="{B1BBDAE3-7BD0-4659-AE8A-DCF9503A165F}"/>
                    </a:ext>
                  </a:extLst>
                </p:cNvPr>
                <p:cNvSpPr/>
                <p:nvPr/>
              </p:nvSpPr>
              <p:spPr>
                <a:xfrm>
                  <a:off x="5651630" y="4181279"/>
                  <a:ext cx="734308" cy="788700"/>
                </a:xfrm>
                <a:custGeom>
                  <a:avLst/>
                  <a:gdLst>
                    <a:gd name="connsiteX0" fmla="*/ 653783 w 734307"/>
                    <a:gd name="connsiteY0" fmla="*/ 678259 h 788699"/>
                    <a:gd name="connsiteX1" fmla="*/ 691859 w 734307"/>
                    <a:gd name="connsiteY1" fmla="*/ 694577 h 788699"/>
                    <a:gd name="connsiteX2" fmla="*/ 686419 w 734307"/>
                    <a:gd name="connsiteY2" fmla="*/ 710895 h 788699"/>
                    <a:gd name="connsiteX3" fmla="*/ 670101 w 734307"/>
                    <a:gd name="connsiteY3" fmla="*/ 719054 h 788699"/>
                    <a:gd name="connsiteX4" fmla="*/ 648344 w 734307"/>
                    <a:gd name="connsiteY4" fmla="*/ 721774 h 788699"/>
                    <a:gd name="connsiteX5" fmla="*/ 618428 w 734307"/>
                    <a:gd name="connsiteY5" fmla="*/ 721774 h 788699"/>
                    <a:gd name="connsiteX6" fmla="*/ 572194 w 734307"/>
                    <a:gd name="connsiteY6" fmla="*/ 735372 h 788699"/>
                    <a:gd name="connsiteX7" fmla="*/ 544997 w 734307"/>
                    <a:gd name="connsiteY7" fmla="*/ 729933 h 788699"/>
                    <a:gd name="connsiteX8" fmla="*/ 534119 w 734307"/>
                    <a:gd name="connsiteY8" fmla="*/ 721774 h 788699"/>
                    <a:gd name="connsiteX9" fmla="*/ 496043 w 734307"/>
                    <a:gd name="connsiteY9" fmla="*/ 721774 h 788699"/>
                    <a:gd name="connsiteX10" fmla="*/ 471566 w 734307"/>
                    <a:gd name="connsiteY10" fmla="*/ 721774 h 788699"/>
                    <a:gd name="connsiteX11" fmla="*/ 444370 w 734307"/>
                    <a:gd name="connsiteY11" fmla="*/ 716335 h 788699"/>
                    <a:gd name="connsiteX12" fmla="*/ 428052 w 734307"/>
                    <a:gd name="connsiteY12" fmla="*/ 700017 h 788699"/>
                    <a:gd name="connsiteX13" fmla="*/ 433491 w 734307"/>
                    <a:gd name="connsiteY13" fmla="*/ 691858 h 788699"/>
                    <a:gd name="connsiteX14" fmla="*/ 455248 w 734307"/>
                    <a:gd name="connsiteY14" fmla="*/ 683699 h 788699"/>
                    <a:gd name="connsiteX15" fmla="*/ 506922 w 734307"/>
                    <a:gd name="connsiteY15" fmla="*/ 678259 h 788699"/>
                    <a:gd name="connsiteX16" fmla="*/ 509641 w 734307"/>
                    <a:gd name="connsiteY16" fmla="*/ 678259 h 788699"/>
                    <a:gd name="connsiteX17" fmla="*/ 506922 w 734307"/>
                    <a:gd name="connsiteY17" fmla="*/ 664661 h 788699"/>
                    <a:gd name="connsiteX18" fmla="*/ 498763 w 734307"/>
                    <a:gd name="connsiteY18" fmla="*/ 580352 h 788699"/>
                    <a:gd name="connsiteX19" fmla="*/ 496043 w 734307"/>
                    <a:gd name="connsiteY19" fmla="*/ 479725 h 788699"/>
                    <a:gd name="connsiteX20" fmla="*/ 493324 w 734307"/>
                    <a:gd name="connsiteY20" fmla="*/ 389976 h 788699"/>
                    <a:gd name="connsiteX21" fmla="*/ 490604 w 734307"/>
                    <a:gd name="connsiteY21" fmla="*/ 302947 h 788699"/>
                    <a:gd name="connsiteX22" fmla="*/ 487884 w 734307"/>
                    <a:gd name="connsiteY22" fmla="*/ 229516 h 788699"/>
                    <a:gd name="connsiteX23" fmla="*/ 485165 w 734307"/>
                    <a:gd name="connsiteY23" fmla="*/ 221357 h 788699"/>
                    <a:gd name="connsiteX24" fmla="*/ 482445 w 734307"/>
                    <a:gd name="connsiteY24" fmla="*/ 226797 h 788699"/>
                    <a:gd name="connsiteX25" fmla="*/ 477006 w 734307"/>
                    <a:gd name="connsiteY25" fmla="*/ 262152 h 788699"/>
                    <a:gd name="connsiteX26" fmla="*/ 460688 w 734307"/>
                    <a:gd name="connsiteY26" fmla="*/ 341022 h 788699"/>
                    <a:gd name="connsiteX27" fmla="*/ 444370 w 734307"/>
                    <a:gd name="connsiteY27" fmla="*/ 417173 h 788699"/>
                    <a:gd name="connsiteX28" fmla="*/ 436211 w 734307"/>
                    <a:gd name="connsiteY28" fmla="*/ 455248 h 788699"/>
                    <a:gd name="connsiteX29" fmla="*/ 425332 w 734307"/>
                    <a:gd name="connsiteY29" fmla="*/ 493323 h 788699"/>
                    <a:gd name="connsiteX30" fmla="*/ 411734 w 734307"/>
                    <a:gd name="connsiteY30" fmla="*/ 531398 h 788699"/>
                    <a:gd name="connsiteX31" fmla="*/ 376378 w 734307"/>
                    <a:gd name="connsiteY31" fmla="*/ 547716 h 788699"/>
                    <a:gd name="connsiteX32" fmla="*/ 319265 w 734307"/>
                    <a:gd name="connsiteY32" fmla="*/ 525959 h 788699"/>
                    <a:gd name="connsiteX33" fmla="*/ 289349 w 734307"/>
                    <a:gd name="connsiteY33" fmla="*/ 455248 h 788699"/>
                    <a:gd name="connsiteX34" fmla="*/ 273031 w 734307"/>
                    <a:gd name="connsiteY34" fmla="*/ 373658 h 788699"/>
                    <a:gd name="connsiteX35" fmla="*/ 262153 w 734307"/>
                    <a:gd name="connsiteY35" fmla="*/ 316545 h 788699"/>
                    <a:gd name="connsiteX36" fmla="*/ 245835 w 734307"/>
                    <a:gd name="connsiteY36" fmla="*/ 237675 h 788699"/>
                    <a:gd name="connsiteX37" fmla="*/ 234956 w 734307"/>
                    <a:gd name="connsiteY37" fmla="*/ 196881 h 788699"/>
                    <a:gd name="connsiteX38" fmla="*/ 232236 w 734307"/>
                    <a:gd name="connsiteY38" fmla="*/ 191441 h 788699"/>
                    <a:gd name="connsiteX39" fmla="*/ 226797 w 734307"/>
                    <a:gd name="connsiteY39" fmla="*/ 207759 h 788699"/>
                    <a:gd name="connsiteX40" fmla="*/ 226797 w 734307"/>
                    <a:gd name="connsiteY40" fmla="*/ 232236 h 788699"/>
                    <a:gd name="connsiteX41" fmla="*/ 224077 w 734307"/>
                    <a:gd name="connsiteY41" fmla="*/ 267592 h 788699"/>
                    <a:gd name="connsiteX42" fmla="*/ 221358 w 734307"/>
                    <a:gd name="connsiteY42" fmla="*/ 311106 h 788699"/>
                    <a:gd name="connsiteX43" fmla="*/ 218638 w 734307"/>
                    <a:gd name="connsiteY43" fmla="*/ 360060 h 788699"/>
                    <a:gd name="connsiteX44" fmla="*/ 215919 w 734307"/>
                    <a:gd name="connsiteY44" fmla="*/ 398135 h 788699"/>
                    <a:gd name="connsiteX45" fmla="*/ 213199 w 734307"/>
                    <a:gd name="connsiteY45" fmla="*/ 430771 h 788699"/>
                    <a:gd name="connsiteX46" fmla="*/ 213199 w 734307"/>
                    <a:gd name="connsiteY46" fmla="*/ 455248 h 788699"/>
                    <a:gd name="connsiteX47" fmla="*/ 213199 w 734307"/>
                    <a:gd name="connsiteY47" fmla="*/ 477005 h 788699"/>
                    <a:gd name="connsiteX48" fmla="*/ 207759 w 734307"/>
                    <a:gd name="connsiteY48" fmla="*/ 520520 h 788699"/>
                    <a:gd name="connsiteX49" fmla="*/ 196881 w 734307"/>
                    <a:gd name="connsiteY49" fmla="*/ 610268 h 788699"/>
                    <a:gd name="connsiteX50" fmla="*/ 194161 w 734307"/>
                    <a:gd name="connsiteY50" fmla="*/ 653783 h 788699"/>
                    <a:gd name="connsiteX51" fmla="*/ 191441 w 734307"/>
                    <a:gd name="connsiteY51" fmla="*/ 667381 h 788699"/>
                    <a:gd name="connsiteX52" fmla="*/ 243115 w 734307"/>
                    <a:gd name="connsiteY52" fmla="*/ 667381 h 788699"/>
                    <a:gd name="connsiteX53" fmla="*/ 273031 w 734307"/>
                    <a:gd name="connsiteY53" fmla="*/ 683699 h 788699"/>
                    <a:gd name="connsiteX54" fmla="*/ 262153 w 734307"/>
                    <a:gd name="connsiteY54" fmla="*/ 697297 h 788699"/>
                    <a:gd name="connsiteX55" fmla="*/ 248554 w 734307"/>
                    <a:gd name="connsiteY55" fmla="*/ 705456 h 788699"/>
                    <a:gd name="connsiteX56" fmla="*/ 232236 w 734307"/>
                    <a:gd name="connsiteY56" fmla="*/ 708176 h 788699"/>
                    <a:gd name="connsiteX57" fmla="*/ 166965 w 734307"/>
                    <a:gd name="connsiteY57" fmla="*/ 708176 h 788699"/>
                    <a:gd name="connsiteX58" fmla="*/ 109852 w 734307"/>
                    <a:gd name="connsiteY58" fmla="*/ 708176 h 788699"/>
                    <a:gd name="connsiteX59" fmla="*/ 90814 w 734307"/>
                    <a:gd name="connsiteY59" fmla="*/ 708176 h 788699"/>
                    <a:gd name="connsiteX60" fmla="*/ 69057 w 734307"/>
                    <a:gd name="connsiteY60" fmla="*/ 702736 h 788699"/>
                    <a:gd name="connsiteX61" fmla="*/ 58178 w 734307"/>
                    <a:gd name="connsiteY61" fmla="*/ 686418 h 788699"/>
                    <a:gd name="connsiteX62" fmla="*/ 60898 w 734307"/>
                    <a:gd name="connsiteY62" fmla="*/ 678259 h 788699"/>
                    <a:gd name="connsiteX63" fmla="*/ 77216 w 734307"/>
                    <a:gd name="connsiteY63" fmla="*/ 670101 h 788699"/>
                    <a:gd name="connsiteX64" fmla="*/ 126170 w 734307"/>
                    <a:gd name="connsiteY64" fmla="*/ 664661 h 788699"/>
                    <a:gd name="connsiteX65" fmla="*/ 142487 w 734307"/>
                    <a:gd name="connsiteY65" fmla="*/ 664661 h 788699"/>
                    <a:gd name="connsiteX66" fmla="*/ 147927 w 734307"/>
                    <a:gd name="connsiteY66" fmla="*/ 588511 h 788699"/>
                    <a:gd name="connsiteX67" fmla="*/ 153366 w 734307"/>
                    <a:gd name="connsiteY67" fmla="*/ 493323 h 788699"/>
                    <a:gd name="connsiteX68" fmla="*/ 156086 w 734307"/>
                    <a:gd name="connsiteY68" fmla="*/ 411733 h 788699"/>
                    <a:gd name="connsiteX69" fmla="*/ 161525 w 734307"/>
                    <a:gd name="connsiteY69" fmla="*/ 297508 h 788699"/>
                    <a:gd name="connsiteX70" fmla="*/ 166965 w 734307"/>
                    <a:gd name="connsiteY70" fmla="*/ 240395 h 788699"/>
                    <a:gd name="connsiteX71" fmla="*/ 177843 w 734307"/>
                    <a:gd name="connsiteY71" fmla="*/ 161525 h 788699"/>
                    <a:gd name="connsiteX72" fmla="*/ 183282 w 734307"/>
                    <a:gd name="connsiteY72" fmla="*/ 118011 h 788699"/>
                    <a:gd name="connsiteX73" fmla="*/ 183282 w 734307"/>
                    <a:gd name="connsiteY73" fmla="*/ 115291 h 788699"/>
                    <a:gd name="connsiteX74" fmla="*/ 161525 w 734307"/>
                    <a:gd name="connsiteY74" fmla="*/ 115291 h 788699"/>
                    <a:gd name="connsiteX75" fmla="*/ 137048 w 734307"/>
                    <a:gd name="connsiteY75" fmla="*/ 115291 h 788699"/>
                    <a:gd name="connsiteX76" fmla="*/ 109852 w 734307"/>
                    <a:gd name="connsiteY76" fmla="*/ 109851 h 788699"/>
                    <a:gd name="connsiteX77" fmla="*/ 93534 w 734307"/>
                    <a:gd name="connsiteY77" fmla="*/ 93534 h 788699"/>
                    <a:gd name="connsiteX78" fmla="*/ 98973 w 734307"/>
                    <a:gd name="connsiteY78" fmla="*/ 85375 h 788699"/>
                    <a:gd name="connsiteX79" fmla="*/ 120730 w 734307"/>
                    <a:gd name="connsiteY79" fmla="*/ 77216 h 788699"/>
                    <a:gd name="connsiteX80" fmla="*/ 172404 w 734307"/>
                    <a:gd name="connsiteY80" fmla="*/ 71776 h 788699"/>
                    <a:gd name="connsiteX81" fmla="*/ 234956 w 734307"/>
                    <a:gd name="connsiteY81" fmla="*/ 69057 h 788699"/>
                    <a:gd name="connsiteX82" fmla="*/ 243115 w 734307"/>
                    <a:gd name="connsiteY82" fmla="*/ 69057 h 788699"/>
                    <a:gd name="connsiteX83" fmla="*/ 270312 w 734307"/>
                    <a:gd name="connsiteY83" fmla="*/ 74496 h 788699"/>
                    <a:gd name="connsiteX84" fmla="*/ 308387 w 734307"/>
                    <a:gd name="connsiteY84" fmla="*/ 123450 h 788699"/>
                    <a:gd name="connsiteX85" fmla="*/ 332864 w 734307"/>
                    <a:gd name="connsiteY85" fmla="*/ 202320 h 788699"/>
                    <a:gd name="connsiteX86" fmla="*/ 338303 w 734307"/>
                    <a:gd name="connsiteY86" fmla="*/ 237675 h 788699"/>
                    <a:gd name="connsiteX87" fmla="*/ 349182 w 734307"/>
                    <a:gd name="connsiteY87" fmla="*/ 281190 h 788699"/>
                    <a:gd name="connsiteX88" fmla="*/ 357341 w 734307"/>
                    <a:gd name="connsiteY88" fmla="*/ 316545 h 788699"/>
                    <a:gd name="connsiteX89" fmla="*/ 365500 w 734307"/>
                    <a:gd name="connsiteY89" fmla="*/ 351901 h 788699"/>
                    <a:gd name="connsiteX90" fmla="*/ 376378 w 734307"/>
                    <a:gd name="connsiteY90" fmla="*/ 389976 h 788699"/>
                    <a:gd name="connsiteX91" fmla="*/ 387257 w 734307"/>
                    <a:gd name="connsiteY91" fmla="*/ 414453 h 788699"/>
                    <a:gd name="connsiteX92" fmla="*/ 398136 w 734307"/>
                    <a:gd name="connsiteY92" fmla="*/ 376378 h 788699"/>
                    <a:gd name="connsiteX93" fmla="*/ 406295 w 734307"/>
                    <a:gd name="connsiteY93" fmla="*/ 332863 h 788699"/>
                    <a:gd name="connsiteX94" fmla="*/ 425332 w 734307"/>
                    <a:gd name="connsiteY94" fmla="*/ 243115 h 788699"/>
                    <a:gd name="connsiteX95" fmla="*/ 444370 w 734307"/>
                    <a:gd name="connsiteY95" fmla="*/ 150646 h 788699"/>
                    <a:gd name="connsiteX96" fmla="*/ 477006 w 734307"/>
                    <a:gd name="connsiteY96" fmla="*/ 79935 h 788699"/>
                    <a:gd name="connsiteX97" fmla="*/ 523240 w 734307"/>
                    <a:gd name="connsiteY97" fmla="*/ 58178 h 788699"/>
                    <a:gd name="connsiteX98" fmla="*/ 544997 w 734307"/>
                    <a:gd name="connsiteY98" fmla="*/ 63617 h 788699"/>
                    <a:gd name="connsiteX99" fmla="*/ 612988 w 734307"/>
                    <a:gd name="connsiteY99" fmla="*/ 63617 h 788699"/>
                    <a:gd name="connsiteX100" fmla="*/ 651064 w 734307"/>
                    <a:gd name="connsiteY100" fmla="*/ 79935 h 788699"/>
                    <a:gd name="connsiteX101" fmla="*/ 645624 w 734307"/>
                    <a:gd name="connsiteY101" fmla="*/ 96253 h 788699"/>
                    <a:gd name="connsiteX102" fmla="*/ 629307 w 734307"/>
                    <a:gd name="connsiteY102" fmla="*/ 104412 h 788699"/>
                    <a:gd name="connsiteX103" fmla="*/ 607549 w 734307"/>
                    <a:gd name="connsiteY103" fmla="*/ 107132 h 788699"/>
                    <a:gd name="connsiteX104" fmla="*/ 580353 w 734307"/>
                    <a:gd name="connsiteY104" fmla="*/ 107132 h 788699"/>
                    <a:gd name="connsiteX105" fmla="*/ 583072 w 734307"/>
                    <a:gd name="connsiteY105" fmla="*/ 115291 h 788699"/>
                    <a:gd name="connsiteX106" fmla="*/ 588512 w 734307"/>
                    <a:gd name="connsiteY106" fmla="*/ 156086 h 788699"/>
                    <a:gd name="connsiteX107" fmla="*/ 593951 w 734307"/>
                    <a:gd name="connsiteY107" fmla="*/ 196881 h 788699"/>
                    <a:gd name="connsiteX108" fmla="*/ 599390 w 734307"/>
                    <a:gd name="connsiteY108" fmla="*/ 226797 h 788699"/>
                    <a:gd name="connsiteX109" fmla="*/ 599390 w 734307"/>
                    <a:gd name="connsiteY109" fmla="*/ 232236 h 788699"/>
                    <a:gd name="connsiteX110" fmla="*/ 599390 w 734307"/>
                    <a:gd name="connsiteY110" fmla="*/ 240395 h 788699"/>
                    <a:gd name="connsiteX111" fmla="*/ 602110 w 734307"/>
                    <a:gd name="connsiteY111" fmla="*/ 270311 h 788699"/>
                    <a:gd name="connsiteX112" fmla="*/ 607549 w 734307"/>
                    <a:gd name="connsiteY112" fmla="*/ 308386 h 788699"/>
                    <a:gd name="connsiteX113" fmla="*/ 607549 w 734307"/>
                    <a:gd name="connsiteY113" fmla="*/ 319265 h 788699"/>
                    <a:gd name="connsiteX114" fmla="*/ 612988 w 734307"/>
                    <a:gd name="connsiteY114" fmla="*/ 335583 h 788699"/>
                    <a:gd name="connsiteX115" fmla="*/ 612988 w 734307"/>
                    <a:gd name="connsiteY115" fmla="*/ 346462 h 788699"/>
                    <a:gd name="connsiteX116" fmla="*/ 612988 w 734307"/>
                    <a:gd name="connsiteY116" fmla="*/ 370939 h 788699"/>
                    <a:gd name="connsiteX117" fmla="*/ 612988 w 734307"/>
                    <a:gd name="connsiteY117" fmla="*/ 395415 h 788699"/>
                    <a:gd name="connsiteX118" fmla="*/ 615708 w 734307"/>
                    <a:gd name="connsiteY118" fmla="*/ 422612 h 788699"/>
                    <a:gd name="connsiteX119" fmla="*/ 618428 w 734307"/>
                    <a:gd name="connsiteY119" fmla="*/ 441650 h 788699"/>
                    <a:gd name="connsiteX120" fmla="*/ 618428 w 734307"/>
                    <a:gd name="connsiteY120" fmla="*/ 455248 h 788699"/>
                    <a:gd name="connsiteX121" fmla="*/ 621147 w 734307"/>
                    <a:gd name="connsiteY121" fmla="*/ 463407 h 788699"/>
                    <a:gd name="connsiteX122" fmla="*/ 626587 w 734307"/>
                    <a:gd name="connsiteY122" fmla="*/ 482444 h 788699"/>
                    <a:gd name="connsiteX123" fmla="*/ 629307 w 734307"/>
                    <a:gd name="connsiteY123" fmla="*/ 517800 h 788699"/>
                    <a:gd name="connsiteX124" fmla="*/ 634746 w 734307"/>
                    <a:gd name="connsiteY124" fmla="*/ 561314 h 788699"/>
                    <a:gd name="connsiteX125" fmla="*/ 634746 w 734307"/>
                    <a:gd name="connsiteY125" fmla="*/ 566754 h 788699"/>
                    <a:gd name="connsiteX126" fmla="*/ 634746 w 734307"/>
                    <a:gd name="connsiteY126" fmla="*/ 583072 h 788699"/>
                    <a:gd name="connsiteX127" fmla="*/ 637466 w 734307"/>
                    <a:gd name="connsiteY127" fmla="*/ 607548 h 788699"/>
                    <a:gd name="connsiteX128" fmla="*/ 640185 w 734307"/>
                    <a:gd name="connsiteY128" fmla="*/ 618427 h 788699"/>
                    <a:gd name="connsiteX129" fmla="*/ 640185 w 734307"/>
                    <a:gd name="connsiteY129" fmla="*/ 632025 h 788699"/>
                    <a:gd name="connsiteX130" fmla="*/ 640185 w 734307"/>
                    <a:gd name="connsiteY130" fmla="*/ 640184 h 788699"/>
                    <a:gd name="connsiteX131" fmla="*/ 642905 w 734307"/>
                    <a:gd name="connsiteY131" fmla="*/ 659222 h 788699"/>
                    <a:gd name="connsiteX132" fmla="*/ 642905 w 734307"/>
                    <a:gd name="connsiteY132" fmla="*/ 664661 h 788699"/>
                    <a:gd name="connsiteX133" fmla="*/ 653783 w 734307"/>
                    <a:gd name="connsiteY133" fmla="*/ 678259 h 788699"/>
                    <a:gd name="connsiteX134" fmla="*/ 653783 w 734307"/>
                    <a:gd name="connsiteY134" fmla="*/ 678259 h 788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</a:cxnLst>
                  <a:rect l="l" t="t" r="r" b="b"/>
                  <a:pathLst>
                    <a:path w="734307" h="788699">
                      <a:moveTo>
                        <a:pt x="653783" y="678259"/>
                      </a:moveTo>
                      <a:cubicBezTo>
                        <a:pt x="667382" y="678259"/>
                        <a:pt x="691859" y="678259"/>
                        <a:pt x="691859" y="694577"/>
                      </a:cubicBezTo>
                      <a:cubicBezTo>
                        <a:pt x="691859" y="702736"/>
                        <a:pt x="689139" y="705456"/>
                        <a:pt x="686419" y="710895"/>
                      </a:cubicBezTo>
                      <a:cubicBezTo>
                        <a:pt x="683700" y="716335"/>
                        <a:pt x="675541" y="719054"/>
                        <a:pt x="670101" y="719054"/>
                      </a:cubicBezTo>
                      <a:cubicBezTo>
                        <a:pt x="661942" y="721774"/>
                        <a:pt x="653783" y="721774"/>
                        <a:pt x="648344" y="721774"/>
                      </a:cubicBezTo>
                      <a:cubicBezTo>
                        <a:pt x="645624" y="721774"/>
                        <a:pt x="634746" y="721774"/>
                        <a:pt x="618428" y="721774"/>
                      </a:cubicBezTo>
                      <a:cubicBezTo>
                        <a:pt x="604829" y="729933"/>
                        <a:pt x="588512" y="735372"/>
                        <a:pt x="572194" y="735372"/>
                      </a:cubicBezTo>
                      <a:cubicBezTo>
                        <a:pt x="564035" y="735372"/>
                        <a:pt x="553156" y="732653"/>
                        <a:pt x="544997" y="729933"/>
                      </a:cubicBezTo>
                      <a:cubicBezTo>
                        <a:pt x="539558" y="727213"/>
                        <a:pt x="536838" y="724494"/>
                        <a:pt x="534119" y="721774"/>
                      </a:cubicBezTo>
                      <a:cubicBezTo>
                        <a:pt x="520520" y="721774"/>
                        <a:pt x="509641" y="721774"/>
                        <a:pt x="496043" y="721774"/>
                      </a:cubicBezTo>
                      <a:cubicBezTo>
                        <a:pt x="487884" y="721774"/>
                        <a:pt x="479725" y="721774"/>
                        <a:pt x="471566" y="721774"/>
                      </a:cubicBezTo>
                      <a:cubicBezTo>
                        <a:pt x="463407" y="721774"/>
                        <a:pt x="452529" y="721774"/>
                        <a:pt x="444370" y="716335"/>
                      </a:cubicBezTo>
                      <a:cubicBezTo>
                        <a:pt x="436211" y="713615"/>
                        <a:pt x="428052" y="705456"/>
                        <a:pt x="428052" y="700017"/>
                      </a:cubicBezTo>
                      <a:cubicBezTo>
                        <a:pt x="428052" y="697297"/>
                        <a:pt x="428052" y="694577"/>
                        <a:pt x="433491" y="691858"/>
                      </a:cubicBezTo>
                      <a:cubicBezTo>
                        <a:pt x="438930" y="689138"/>
                        <a:pt x="449809" y="686418"/>
                        <a:pt x="455248" y="683699"/>
                      </a:cubicBezTo>
                      <a:cubicBezTo>
                        <a:pt x="474286" y="680979"/>
                        <a:pt x="498763" y="678259"/>
                        <a:pt x="506922" y="678259"/>
                      </a:cubicBezTo>
                      <a:cubicBezTo>
                        <a:pt x="506922" y="678259"/>
                        <a:pt x="509641" y="678259"/>
                        <a:pt x="509641" y="678259"/>
                      </a:cubicBezTo>
                      <a:cubicBezTo>
                        <a:pt x="509641" y="672820"/>
                        <a:pt x="506922" y="670101"/>
                        <a:pt x="506922" y="664661"/>
                      </a:cubicBezTo>
                      <a:cubicBezTo>
                        <a:pt x="501483" y="640184"/>
                        <a:pt x="501483" y="612988"/>
                        <a:pt x="498763" y="580352"/>
                      </a:cubicBezTo>
                      <a:cubicBezTo>
                        <a:pt x="496043" y="547716"/>
                        <a:pt x="498763" y="512361"/>
                        <a:pt x="496043" y="479725"/>
                      </a:cubicBezTo>
                      <a:cubicBezTo>
                        <a:pt x="493324" y="449808"/>
                        <a:pt x="493324" y="419892"/>
                        <a:pt x="493324" y="389976"/>
                      </a:cubicBezTo>
                      <a:cubicBezTo>
                        <a:pt x="493324" y="360060"/>
                        <a:pt x="490604" y="332863"/>
                        <a:pt x="490604" y="302947"/>
                      </a:cubicBezTo>
                      <a:cubicBezTo>
                        <a:pt x="487884" y="275751"/>
                        <a:pt x="487884" y="240395"/>
                        <a:pt x="487884" y="229516"/>
                      </a:cubicBezTo>
                      <a:cubicBezTo>
                        <a:pt x="487884" y="224077"/>
                        <a:pt x="487884" y="221357"/>
                        <a:pt x="485165" y="221357"/>
                      </a:cubicBezTo>
                      <a:cubicBezTo>
                        <a:pt x="485165" y="221357"/>
                        <a:pt x="482445" y="224077"/>
                        <a:pt x="482445" y="226797"/>
                      </a:cubicBezTo>
                      <a:cubicBezTo>
                        <a:pt x="479725" y="237675"/>
                        <a:pt x="479725" y="251274"/>
                        <a:pt x="477006" y="262152"/>
                      </a:cubicBezTo>
                      <a:cubicBezTo>
                        <a:pt x="471566" y="289349"/>
                        <a:pt x="466127" y="316545"/>
                        <a:pt x="460688" y="341022"/>
                      </a:cubicBezTo>
                      <a:cubicBezTo>
                        <a:pt x="455248" y="365499"/>
                        <a:pt x="447090" y="392696"/>
                        <a:pt x="444370" y="417173"/>
                      </a:cubicBezTo>
                      <a:cubicBezTo>
                        <a:pt x="441650" y="430771"/>
                        <a:pt x="438930" y="441650"/>
                        <a:pt x="436211" y="455248"/>
                      </a:cubicBezTo>
                      <a:cubicBezTo>
                        <a:pt x="433491" y="468846"/>
                        <a:pt x="428052" y="479725"/>
                        <a:pt x="425332" y="493323"/>
                      </a:cubicBezTo>
                      <a:cubicBezTo>
                        <a:pt x="422612" y="506921"/>
                        <a:pt x="419893" y="520520"/>
                        <a:pt x="411734" y="531398"/>
                      </a:cubicBezTo>
                      <a:cubicBezTo>
                        <a:pt x="406295" y="539557"/>
                        <a:pt x="395416" y="547716"/>
                        <a:pt x="376378" y="547716"/>
                      </a:cubicBezTo>
                      <a:cubicBezTo>
                        <a:pt x="357341" y="547716"/>
                        <a:pt x="335583" y="539557"/>
                        <a:pt x="319265" y="525959"/>
                      </a:cubicBezTo>
                      <a:cubicBezTo>
                        <a:pt x="300228" y="506921"/>
                        <a:pt x="294788" y="479725"/>
                        <a:pt x="289349" y="455248"/>
                      </a:cubicBezTo>
                      <a:cubicBezTo>
                        <a:pt x="283910" y="428051"/>
                        <a:pt x="278470" y="400855"/>
                        <a:pt x="273031" y="373658"/>
                      </a:cubicBezTo>
                      <a:cubicBezTo>
                        <a:pt x="273031" y="368219"/>
                        <a:pt x="267592" y="346462"/>
                        <a:pt x="262153" y="316545"/>
                      </a:cubicBezTo>
                      <a:cubicBezTo>
                        <a:pt x="256713" y="292068"/>
                        <a:pt x="251274" y="262152"/>
                        <a:pt x="245835" y="237675"/>
                      </a:cubicBezTo>
                      <a:cubicBezTo>
                        <a:pt x="240395" y="218638"/>
                        <a:pt x="237675" y="205039"/>
                        <a:pt x="234956" y="196881"/>
                      </a:cubicBezTo>
                      <a:cubicBezTo>
                        <a:pt x="232236" y="191441"/>
                        <a:pt x="232236" y="191441"/>
                        <a:pt x="232236" y="191441"/>
                      </a:cubicBezTo>
                      <a:cubicBezTo>
                        <a:pt x="229517" y="191441"/>
                        <a:pt x="229517" y="196881"/>
                        <a:pt x="226797" y="207759"/>
                      </a:cubicBezTo>
                      <a:cubicBezTo>
                        <a:pt x="226797" y="215918"/>
                        <a:pt x="226797" y="229516"/>
                        <a:pt x="226797" y="232236"/>
                      </a:cubicBezTo>
                      <a:cubicBezTo>
                        <a:pt x="226797" y="243115"/>
                        <a:pt x="224077" y="256713"/>
                        <a:pt x="224077" y="267592"/>
                      </a:cubicBezTo>
                      <a:cubicBezTo>
                        <a:pt x="224077" y="278470"/>
                        <a:pt x="224077" y="294788"/>
                        <a:pt x="221358" y="311106"/>
                      </a:cubicBezTo>
                      <a:cubicBezTo>
                        <a:pt x="221358" y="327424"/>
                        <a:pt x="218638" y="343742"/>
                        <a:pt x="218638" y="360060"/>
                      </a:cubicBezTo>
                      <a:cubicBezTo>
                        <a:pt x="218638" y="373658"/>
                        <a:pt x="215919" y="384537"/>
                        <a:pt x="215919" y="398135"/>
                      </a:cubicBezTo>
                      <a:cubicBezTo>
                        <a:pt x="215919" y="409014"/>
                        <a:pt x="213199" y="419892"/>
                        <a:pt x="213199" y="430771"/>
                      </a:cubicBezTo>
                      <a:cubicBezTo>
                        <a:pt x="213199" y="438930"/>
                        <a:pt x="213199" y="447089"/>
                        <a:pt x="213199" y="455248"/>
                      </a:cubicBezTo>
                      <a:cubicBezTo>
                        <a:pt x="213199" y="463407"/>
                        <a:pt x="213199" y="471566"/>
                        <a:pt x="213199" y="477005"/>
                      </a:cubicBezTo>
                      <a:cubicBezTo>
                        <a:pt x="210479" y="490603"/>
                        <a:pt x="207759" y="506921"/>
                        <a:pt x="207759" y="520520"/>
                      </a:cubicBezTo>
                      <a:cubicBezTo>
                        <a:pt x="202320" y="550436"/>
                        <a:pt x="199600" y="580352"/>
                        <a:pt x="196881" y="610268"/>
                      </a:cubicBezTo>
                      <a:cubicBezTo>
                        <a:pt x="196881" y="623866"/>
                        <a:pt x="196881" y="640184"/>
                        <a:pt x="194161" y="653783"/>
                      </a:cubicBezTo>
                      <a:cubicBezTo>
                        <a:pt x="194161" y="659222"/>
                        <a:pt x="194161" y="661942"/>
                        <a:pt x="191441" y="667381"/>
                      </a:cubicBezTo>
                      <a:cubicBezTo>
                        <a:pt x="213199" y="667381"/>
                        <a:pt x="232236" y="667381"/>
                        <a:pt x="243115" y="667381"/>
                      </a:cubicBezTo>
                      <a:cubicBezTo>
                        <a:pt x="253994" y="667381"/>
                        <a:pt x="273031" y="670101"/>
                        <a:pt x="273031" y="683699"/>
                      </a:cubicBezTo>
                      <a:cubicBezTo>
                        <a:pt x="273031" y="691858"/>
                        <a:pt x="267592" y="691858"/>
                        <a:pt x="262153" y="697297"/>
                      </a:cubicBezTo>
                      <a:cubicBezTo>
                        <a:pt x="259433" y="702736"/>
                        <a:pt x="253994" y="705456"/>
                        <a:pt x="248554" y="705456"/>
                      </a:cubicBezTo>
                      <a:cubicBezTo>
                        <a:pt x="240395" y="708176"/>
                        <a:pt x="234956" y="708176"/>
                        <a:pt x="232236" y="708176"/>
                      </a:cubicBezTo>
                      <a:cubicBezTo>
                        <a:pt x="226797" y="708176"/>
                        <a:pt x="175124" y="708176"/>
                        <a:pt x="166965" y="708176"/>
                      </a:cubicBezTo>
                      <a:cubicBezTo>
                        <a:pt x="156086" y="708176"/>
                        <a:pt x="120730" y="708176"/>
                        <a:pt x="109852" y="708176"/>
                      </a:cubicBezTo>
                      <a:cubicBezTo>
                        <a:pt x="104412" y="708176"/>
                        <a:pt x="96253" y="708176"/>
                        <a:pt x="90814" y="708176"/>
                      </a:cubicBezTo>
                      <a:cubicBezTo>
                        <a:pt x="85375" y="708176"/>
                        <a:pt x="77216" y="705456"/>
                        <a:pt x="69057" y="702736"/>
                      </a:cubicBezTo>
                      <a:cubicBezTo>
                        <a:pt x="63617" y="700017"/>
                        <a:pt x="58178" y="691858"/>
                        <a:pt x="58178" y="686418"/>
                      </a:cubicBezTo>
                      <a:cubicBezTo>
                        <a:pt x="58178" y="683699"/>
                        <a:pt x="58178" y="680979"/>
                        <a:pt x="60898" y="678259"/>
                      </a:cubicBezTo>
                      <a:cubicBezTo>
                        <a:pt x="63617" y="675540"/>
                        <a:pt x="71777" y="672820"/>
                        <a:pt x="77216" y="670101"/>
                      </a:cubicBezTo>
                      <a:cubicBezTo>
                        <a:pt x="90814" y="667381"/>
                        <a:pt x="120730" y="664661"/>
                        <a:pt x="126170" y="664661"/>
                      </a:cubicBezTo>
                      <a:cubicBezTo>
                        <a:pt x="128889" y="664661"/>
                        <a:pt x="134329" y="664661"/>
                        <a:pt x="142487" y="664661"/>
                      </a:cubicBezTo>
                      <a:cubicBezTo>
                        <a:pt x="142487" y="640184"/>
                        <a:pt x="147927" y="612988"/>
                        <a:pt x="147927" y="588511"/>
                      </a:cubicBezTo>
                      <a:cubicBezTo>
                        <a:pt x="150646" y="555875"/>
                        <a:pt x="153366" y="523239"/>
                        <a:pt x="153366" y="493323"/>
                      </a:cubicBezTo>
                      <a:cubicBezTo>
                        <a:pt x="153366" y="466126"/>
                        <a:pt x="156086" y="438930"/>
                        <a:pt x="156086" y="411733"/>
                      </a:cubicBezTo>
                      <a:cubicBezTo>
                        <a:pt x="158806" y="373658"/>
                        <a:pt x="158806" y="335583"/>
                        <a:pt x="161525" y="297508"/>
                      </a:cubicBezTo>
                      <a:cubicBezTo>
                        <a:pt x="161525" y="278470"/>
                        <a:pt x="164245" y="259433"/>
                        <a:pt x="166965" y="240395"/>
                      </a:cubicBezTo>
                      <a:cubicBezTo>
                        <a:pt x="169684" y="210479"/>
                        <a:pt x="172404" y="191441"/>
                        <a:pt x="177843" y="161525"/>
                      </a:cubicBezTo>
                      <a:cubicBezTo>
                        <a:pt x="180563" y="147927"/>
                        <a:pt x="180563" y="131609"/>
                        <a:pt x="183282" y="118011"/>
                      </a:cubicBezTo>
                      <a:cubicBezTo>
                        <a:pt x="183282" y="118011"/>
                        <a:pt x="183282" y="115291"/>
                        <a:pt x="183282" y="115291"/>
                      </a:cubicBezTo>
                      <a:cubicBezTo>
                        <a:pt x="177843" y="115291"/>
                        <a:pt x="172404" y="115291"/>
                        <a:pt x="161525" y="115291"/>
                      </a:cubicBezTo>
                      <a:cubicBezTo>
                        <a:pt x="153366" y="115291"/>
                        <a:pt x="145207" y="115291"/>
                        <a:pt x="137048" y="115291"/>
                      </a:cubicBezTo>
                      <a:cubicBezTo>
                        <a:pt x="128889" y="115291"/>
                        <a:pt x="118011" y="115291"/>
                        <a:pt x="109852" y="109851"/>
                      </a:cubicBezTo>
                      <a:cubicBezTo>
                        <a:pt x="101693" y="107132"/>
                        <a:pt x="93534" y="98973"/>
                        <a:pt x="93534" y="93534"/>
                      </a:cubicBezTo>
                      <a:cubicBezTo>
                        <a:pt x="93534" y="90814"/>
                        <a:pt x="93534" y="88094"/>
                        <a:pt x="98973" y="85375"/>
                      </a:cubicBezTo>
                      <a:cubicBezTo>
                        <a:pt x="104412" y="82655"/>
                        <a:pt x="115291" y="79935"/>
                        <a:pt x="120730" y="77216"/>
                      </a:cubicBezTo>
                      <a:cubicBezTo>
                        <a:pt x="139768" y="74496"/>
                        <a:pt x="164245" y="71776"/>
                        <a:pt x="172404" y="71776"/>
                      </a:cubicBezTo>
                      <a:cubicBezTo>
                        <a:pt x="194161" y="71776"/>
                        <a:pt x="210479" y="69057"/>
                        <a:pt x="234956" y="69057"/>
                      </a:cubicBezTo>
                      <a:cubicBezTo>
                        <a:pt x="237675" y="69057"/>
                        <a:pt x="240395" y="69057"/>
                        <a:pt x="243115" y="69057"/>
                      </a:cubicBezTo>
                      <a:cubicBezTo>
                        <a:pt x="251274" y="69057"/>
                        <a:pt x="262153" y="69057"/>
                        <a:pt x="270312" y="74496"/>
                      </a:cubicBezTo>
                      <a:cubicBezTo>
                        <a:pt x="283910" y="82655"/>
                        <a:pt x="300228" y="96253"/>
                        <a:pt x="308387" y="123450"/>
                      </a:cubicBezTo>
                      <a:cubicBezTo>
                        <a:pt x="316546" y="147927"/>
                        <a:pt x="327424" y="175123"/>
                        <a:pt x="332864" y="202320"/>
                      </a:cubicBezTo>
                      <a:cubicBezTo>
                        <a:pt x="335583" y="213198"/>
                        <a:pt x="335583" y="226797"/>
                        <a:pt x="338303" y="237675"/>
                      </a:cubicBezTo>
                      <a:cubicBezTo>
                        <a:pt x="343742" y="251274"/>
                        <a:pt x="346462" y="264872"/>
                        <a:pt x="349182" y="281190"/>
                      </a:cubicBezTo>
                      <a:cubicBezTo>
                        <a:pt x="351901" y="292068"/>
                        <a:pt x="351901" y="305667"/>
                        <a:pt x="357341" y="316545"/>
                      </a:cubicBezTo>
                      <a:cubicBezTo>
                        <a:pt x="362780" y="327424"/>
                        <a:pt x="362780" y="338303"/>
                        <a:pt x="365500" y="351901"/>
                      </a:cubicBezTo>
                      <a:cubicBezTo>
                        <a:pt x="365500" y="357340"/>
                        <a:pt x="373658" y="373658"/>
                        <a:pt x="376378" y="389976"/>
                      </a:cubicBezTo>
                      <a:cubicBezTo>
                        <a:pt x="381817" y="403574"/>
                        <a:pt x="384537" y="414453"/>
                        <a:pt x="387257" y="414453"/>
                      </a:cubicBezTo>
                      <a:cubicBezTo>
                        <a:pt x="392696" y="414453"/>
                        <a:pt x="395416" y="381817"/>
                        <a:pt x="398136" y="376378"/>
                      </a:cubicBezTo>
                      <a:cubicBezTo>
                        <a:pt x="400855" y="362779"/>
                        <a:pt x="403575" y="346462"/>
                        <a:pt x="406295" y="332863"/>
                      </a:cubicBezTo>
                      <a:cubicBezTo>
                        <a:pt x="411734" y="302947"/>
                        <a:pt x="417173" y="273031"/>
                        <a:pt x="425332" y="243115"/>
                      </a:cubicBezTo>
                      <a:cubicBezTo>
                        <a:pt x="430771" y="213198"/>
                        <a:pt x="436211" y="180563"/>
                        <a:pt x="444370" y="150646"/>
                      </a:cubicBezTo>
                      <a:cubicBezTo>
                        <a:pt x="449809" y="126170"/>
                        <a:pt x="460688" y="98973"/>
                        <a:pt x="477006" y="79935"/>
                      </a:cubicBezTo>
                      <a:cubicBezTo>
                        <a:pt x="487884" y="66337"/>
                        <a:pt x="506922" y="58178"/>
                        <a:pt x="523240" y="58178"/>
                      </a:cubicBezTo>
                      <a:cubicBezTo>
                        <a:pt x="528679" y="58178"/>
                        <a:pt x="539558" y="58178"/>
                        <a:pt x="544997" y="63617"/>
                      </a:cubicBezTo>
                      <a:lnTo>
                        <a:pt x="612988" y="63617"/>
                      </a:lnTo>
                      <a:cubicBezTo>
                        <a:pt x="626587" y="63617"/>
                        <a:pt x="651064" y="63617"/>
                        <a:pt x="651064" y="79935"/>
                      </a:cubicBezTo>
                      <a:cubicBezTo>
                        <a:pt x="651064" y="88094"/>
                        <a:pt x="648344" y="88094"/>
                        <a:pt x="645624" y="96253"/>
                      </a:cubicBezTo>
                      <a:cubicBezTo>
                        <a:pt x="640185" y="101693"/>
                        <a:pt x="634746" y="104412"/>
                        <a:pt x="629307" y="104412"/>
                      </a:cubicBezTo>
                      <a:cubicBezTo>
                        <a:pt x="621147" y="107132"/>
                        <a:pt x="612988" y="107132"/>
                        <a:pt x="607549" y="107132"/>
                      </a:cubicBezTo>
                      <a:cubicBezTo>
                        <a:pt x="604829" y="107132"/>
                        <a:pt x="591231" y="107132"/>
                        <a:pt x="580353" y="107132"/>
                      </a:cubicBezTo>
                      <a:cubicBezTo>
                        <a:pt x="580353" y="109851"/>
                        <a:pt x="583072" y="112571"/>
                        <a:pt x="583072" y="115291"/>
                      </a:cubicBezTo>
                      <a:cubicBezTo>
                        <a:pt x="585792" y="128889"/>
                        <a:pt x="585792" y="142487"/>
                        <a:pt x="588512" y="156086"/>
                      </a:cubicBezTo>
                      <a:cubicBezTo>
                        <a:pt x="591231" y="169684"/>
                        <a:pt x="591231" y="183282"/>
                        <a:pt x="593951" y="196881"/>
                      </a:cubicBezTo>
                      <a:cubicBezTo>
                        <a:pt x="593951" y="207759"/>
                        <a:pt x="599390" y="215918"/>
                        <a:pt x="599390" y="226797"/>
                      </a:cubicBezTo>
                      <a:cubicBezTo>
                        <a:pt x="599390" y="229516"/>
                        <a:pt x="599390" y="229516"/>
                        <a:pt x="599390" y="232236"/>
                      </a:cubicBezTo>
                      <a:cubicBezTo>
                        <a:pt x="599390" y="234956"/>
                        <a:pt x="599390" y="237675"/>
                        <a:pt x="599390" y="240395"/>
                      </a:cubicBezTo>
                      <a:cubicBezTo>
                        <a:pt x="599390" y="251274"/>
                        <a:pt x="599390" y="259433"/>
                        <a:pt x="602110" y="270311"/>
                      </a:cubicBezTo>
                      <a:cubicBezTo>
                        <a:pt x="604829" y="283909"/>
                        <a:pt x="607549" y="294788"/>
                        <a:pt x="607549" y="308386"/>
                      </a:cubicBezTo>
                      <a:cubicBezTo>
                        <a:pt x="607549" y="311106"/>
                        <a:pt x="607549" y="316545"/>
                        <a:pt x="607549" y="319265"/>
                      </a:cubicBezTo>
                      <a:cubicBezTo>
                        <a:pt x="607549" y="324704"/>
                        <a:pt x="610269" y="330144"/>
                        <a:pt x="612988" y="335583"/>
                      </a:cubicBezTo>
                      <a:cubicBezTo>
                        <a:pt x="612988" y="338303"/>
                        <a:pt x="612988" y="343742"/>
                        <a:pt x="612988" y="346462"/>
                      </a:cubicBezTo>
                      <a:cubicBezTo>
                        <a:pt x="612988" y="354620"/>
                        <a:pt x="612988" y="362779"/>
                        <a:pt x="612988" y="370939"/>
                      </a:cubicBezTo>
                      <a:cubicBezTo>
                        <a:pt x="612988" y="379097"/>
                        <a:pt x="612988" y="387256"/>
                        <a:pt x="612988" y="395415"/>
                      </a:cubicBezTo>
                      <a:cubicBezTo>
                        <a:pt x="612988" y="403574"/>
                        <a:pt x="615708" y="414453"/>
                        <a:pt x="615708" y="422612"/>
                      </a:cubicBezTo>
                      <a:cubicBezTo>
                        <a:pt x="618428" y="430771"/>
                        <a:pt x="618428" y="436210"/>
                        <a:pt x="618428" y="441650"/>
                      </a:cubicBezTo>
                      <a:cubicBezTo>
                        <a:pt x="618428" y="444369"/>
                        <a:pt x="618428" y="449808"/>
                        <a:pt x="618428" y="455248"/>
                      </a:cubicBezTo>
                      <a:cubicBezTo>
                        <a:pt x="618428" y="460687"/>
                        <a:pt x="618428" y="460687"/>
                        <a:pt x="621147" y="463407"/>
                      </a:cubicBezTo>
                      <a:cubicBezTo>
                        <a:pt x="623867" y="471566"/>
                        <a:pt x="623867" y="477005"/>
                        <a:pt x="626587" y="482444"/>
                      </a:cubicBezTo>
                      <a:cubicBezTo>
                        <a:pt x="629307" y="493323"/>
                        <a:pt x="629307" y="506921"/>
                        <a:pt x="629307" y="517800"/>
                      </a:cubicBezTo>
                      <a:cubicBezTo>
                        <a:pt x="632026" y="534118"/>
                        <a:pt x="632026" y="547716"/>
                        <a:pt x="634746" y="561314"/>
                      </a:cubicBezTo>
                      <a:cubicBezTo>
                        <a:pt x="634746" y="564034"/>
                        <a:pt x="634746" y="564034"/>
                        <a:pt x="634746" y="566754"/>
                      </a:cubicBezTo>
                      <a:cubicBezTo>
                        <a:pt x="634746" y="572193"/>
                        <a:pt x="634746" y="577632"/>
                        <a:pt x="634746" y="583072"/>
                      </a:cubicBezTo>
                      <a:cubicBezTo>
                        <a:pt x="634746" y="596670"/>
                        <a:pt x="637466" y="602109"/>
                        <a:pt x="637466" y="607548"/>
                      </a:cubicBezTo>
                      <a:cubicBezTo>
                        <a:pt x="637466" y="610268"/>
                        <a:pt x="640185" y="615708"/>
                        <a:pt x="640185" y="618427"/>
                      </a:cubicBezTo>
                      <a:cubicBezTo>
                        <a:pt x="640185" y="623866"/>
                        <a:pt x="640185" y="629306"/>
                        <a:pt x="640185" y="632025"/>
                      </a:cubicBezTo>
                      <a:cubicBezTo>
                        <a:pt x="640185" y="634745"/>
                        <a:pt x="640185" y="637465"/>
                        <a:pt x="640185" y="640184"/>
                      </a:cubicBezTo>
                      <a:cubicBezTo>
                        <a:pt x="640185" y="645624"/>
                        <a:pt x="642905" y="653783"/>
                        <a:pt x="642905" y="659222"/>
                      </a:cubicBezTo>
                      <a:cubicBezTo>
                        <a:pt x="642905" y="661942"/>
                        <a:pt x="642905" y="661942"/>
                        <a:pt x="642905" y="664661"/>
                      </a:cubicBezTo>
                      <a:cubicBezTo>
                        <a:pt x="645624" y="678259"/>
                        <a:pt x="651064" y="678259"/>
                        <a:pt x="653783" y="678259"/>
                      </a:cubicBezTo>
                      <a:lnTo>
                        <a:pt x="653783" y="678259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136" name="Freeform: Shape 135">
                  <a:extLst>
                    <a:ext uri="{FF2B5EF4-FFF2-40B4-BE49-F238E27FC236}">
                      <a16:creationId xmlns:a16="http://schemas.microsoft.com/office/drawing/2014/main" id="{DF50B971-C8FB-469A-A3DA-8132AE879C66}"/>
                    </a:ext>
                  </a:extLst>
                </p:cNvPr>
                <p:cNvSpPr/>
                <p:nvPr/>
              </p:nvSpPr>
              <p:spPr>
                <a:xfrm>
                  <a:off x="6362526" y="4242177"/>
                  <a:ext cx="492259" cy="674476"/>
                </a:xfrm>
                <a:custGeom>
                  <a:avLst/>
                  <a:gdLst>
                    <a:gd name="connsiteX0" fmla="*/ 225733 w 492259"/>
                    <a:gd name="connsiteY0" fmla="*/ 97907 h 674476"/>
                    <a:gd name="connsiteX1" fmla="*/ 209415 w 492259"/>
                    <a:gd name="connsiteY1" fmla="*/ 119665 h 674476"/>
                    <a:gd name="connsiteX2" fmla="*/ 201256 w 492259"/>
                    <a:gd name="connsiteY2" fmla="*/ 152300 h 674476"/>
                    <a:gd name="connsiteX3" fmla="*/ 198536 w 492259"/>
                    <a:gd name="connsiteY3" fmla="*/ 168618 h 674476"/>
                    <a:gd name="connsiteX4" fmla="*/ 195817 w 492259"/>
                    <a:gd name="connsiteY4" fmla="*/ 184936 h 674476"/>
                    <a:gd name="connsiteX5" fmla="*/ 187658 w 492259"/>
                    <a:gd name="connsiteY5" fmla="*/ 220292 h 674476"/>
                    <a:gd name="connsiteX6" fmla="*/ 168620 w 492259"/>
                    <a:gd name="connsiteY6" fmla="*/ 291003 h 674476"/>
                    <a:gd name="connsiteX7" fmla="*/ 160461 w 492259"/>
                    <a:gd name="connsiteY7" fmla="*/ 323639 h 674476"/>
                    <a:gd name="connsiteX8" fmla="*/ 149582 w 492259"/>
                    <a:gd name="connsiteY8" fmla="*/ 361714 h 674476"/>
                    <a:gd name="connsiteX9" fmla="*/ 144143 w 492259"/>
                    <a:gd name="connsiteY9" fmla="*/ 388910 h 674476"/>
                    <a:gd name="connsiteX10" fmla="*/ 149582 w 492259"/>
                    <a:gd name="connsiteY10" fmla="*/ 391630 h 674476"/>
                    <a:gd name="connsiteX11" fmla="*/ 171340 w 492259"/>
                    <a:gd name="connsiteY11" fmla="*/ 391630 h 674476"/>
                    <a:gd name="connsiteX12" fmla="*/ 193097 w 492259"/>
                    <a:gd name="connsiteY12" fmla="*/ 388910 h 674476"/>
                    <a:gd name="connsiteX13" fmla="*/ 212135 w 492259"/>
                    <a:gd name="connsiteY13" fmla="*/ 388910 h 674476"/>
                    <a:gd name="connsiteX14" fmla="*/ 236611 w 492259"/>
                    <a:gd name="connsiteY14" fmla="*/ 388910 h 674476"/>
                    <a:gd name="connsiteX15" fmla="*/ 250210 w 492259"/>
                    <a:gd name="connsiteY15" fmla="*/ 386191 h 674476"/>
                    <a:gd name="connsiteX16" fmla="*/ 258369 w 492259"/>
                    <a:gd name="connsiteY16" fmla="*/ 386191 h 674476"/>
                    <a:gd name="connsiteX17" fmla="*/ 255649 w 492259"/>
                    <a:gd name="connsiteY17" fmla="*/ 367153 h 674476"/>
                    <a:gd name="connsiteX18" fmla="*/ 250210 w 492259"/>
                    <a:gd name="connsiteY18" fmla="*/ 331797 h 674476"/>
                    <a:gd name="connsiteX19" fmla="*/ 247490 w 492259"/>
                    <a:gd name="connsiteY19" fmla="*/ 244769 h 674476"/>
                    <a:gd name="connsiteX20" fmla="*/ 242051 w 492259"/>
                    <a:gd name="connsiteY20" fmla="*/ 203974 h 674476"/>
                    <a:gd name="connsiteX21" fmla="*/ 236611 w 492259"/>
                    <a:gd name="connsiteY21" fmla="*/ 157740 h 674476"/>
                    <a:gd name="connsiteX22" fmla="*/ 233892 w 492259"/>
                    <a:gd name="connsiteY22" fmla="*/ 119665 h 674476"/>
                    <a:gd name="connsiteX23" fmla="*/ 225733 w 492259"/>
                    <a:gd name="connsiteY23" fmla="*/ 97907 h 674476"/>
                    <a:gd name="connsiteX24" fmla="*/ 274687 w 492259"/>
                    <a:gd name="connsiteY24" fmla="*/ 0 h 674476"/>
                    <a:gd name="connsiteX25" fmla="*/ 304603 w 492259"/>
                    <a:gd name="connsiteY25" fmla="*/ 5439 h 674476"/>
                    <a:gd name="connsiteX26" fmla="*/ 320921 w 492259"/>
                    <a:gd name="connsiteY26" fmla="*/ 24477 h 674476"/>
                    <a:gd name="connsiteX27" fmla="*/ 334519 w 492259"/>
                    <a:gd name="connsiteY27" fmla="*/ 43515 h 674476"/>
                    <a:gd name="connsiteX28" fmla="*/ 339959 w 492259"/>
                    <a:gd name="connsiteY28" fmla="*/ 65272 h 674476"/>
                    <a:gd name="connsiteX29" fmla="*/ 348118 w 492259"/>
                    <a:gd name="connsiteY29" fmla="*/ 114226 h 674476"/>
                    <a:gd name="connsiteX30" fmla="*/ 361716 w 492259"/>
                    <a:gd name="connsiteY30" fmla="*/ 163180 h 674476"/>
                    <a:gd name="connsiteX31" fmla="*/ 369875 w 492259"/>
                    <a:gd name="connsiteY31" fmla="*/ 220293 h 674476"/>
                    <a:gd name="connsiteX32" fmla="*/ 378034 w 492259"/>
                    <a:gd name="connsiteY32" fmla="*/ 274686 h 674476"/>
                    <a:gd name="connsiteX33" fmla="*/ 383473 w 492259"/>
                    <a:gd name="connsiteY33" fmla="*/ 301883 h 674476"/>
                    <a:gd name="connsiteX34" fmla="*/ 391632 w 492259"/>
                    <a:gd name="connsiteY34" fmla="*/ 337238 h 674476"/>
                    <a:gd name="connsiteX35" fmla="*/ 397071 w 492259"/>
                    <a:gd name="connsiteY35" fmla="*/ 364435 h 674476"/>
                    <a:gd name="connsiteX36" fmla="*/ 405230 w 492259"/>
                    <a:gd name="connsiteY36" fmla="*/ 383473 h 674476"/>
                    <a:gd name="connsiteX37" fmla="*/ 416109 w 492259"/>
                    <a:gd name="connsiteY37" fmla="*/ 386192 h 674476"/>
                    <a:gd name="connsiteX38" fmla="*/ 426988 w 492259"/>
                    <a:gd name="connsiteY38" fmla="*/ 386192 h 674476"/>
                    <a:gd name="connsiteX39" fmla="*/ 454184 w 492259"/>
                    <a:gd name="connsiteY39" fmla="*/ 397071 h 674476"/>
                    <a:gd name="connsiteX40" fmla="*/ 456904 w 492259"/>
                    <a:gd name="connsiteY40" fmla="*/ 405230 h 674476"/>
                    <a:gd name="connsiteX41" fmla="*/ 451464 w 492259"/>
                    <a:gd name="connsiteY41" fmla="*/ 416108 h 674476"/>
                    <a:gd name="connsiteX42" fmla="*/ 432427 w 492259"/>
                    <a:gd name="connsiteY42" fmla="*/ 429707 h 674476"/>
                    <a:gd name="connsiteX43" fmla="*/ 421548 w 492259"/>
                    <a:gd name="connsiteY43" fmla="*/ 432426 h 674476"/>
                    <a:gd name="connsiteX44" fmla="*/ 413389 w 492259"/>
                    <a:gd name="connsiteY44" fmla="*/ 435146 h 674476"/>
                    <a:gd name="connsiteX45" fmla="*/ 413389 w 492259"/>
                    <a:gd name="connsiteY45" fmla="*/ 440585 h 674476"/>
                    <a:gd name="connsiteX46" fmla="*/ 416109 w 492259"/>
                    <a:gd name="connsiteY46" fmla="*/ 451464 h 674476"/>
                    <a:gd name="connsiteX47" fmla="*/ 418829 w 492259"/>
                    <a:gd name="connsiteY47" fmla="*/ 465062 h 674476"/>
                    <a:gd name="connsiteX48" fmla="*/ 418829 w 492259"/>
                    <a:gd name="connsiteY48" fmla="*/ 475941 h 674476"/>
                    <a:gd name="connsiteX49" fmla="*/ 418829 w 492259"/>
                    <a:gd name="connsiteY49" fmla="*/ 486820 h 674476"/>
                    <a:gd name="connsiteX50" fmla="*/ 426988 w 492259"/>
                    <a:gd name="connsiteY50" fmla="*/ 516736 h 674476"/>
                    <a:gd name="connsiteX51" fmla="*/ 432427 w 492259"/>
                    <a:gd name="connsiteY51" fmla="*/ 543932 h 674476"/>
                    <a:gd name="connsiteX52" fmla="*/ 437866 w 492259"/>
                    <a:gd name="connsiteY52" fmla="*/ 573848 h 674476"/>
                    <a:gd name="connsiteX53" fmla="*/ 443306 w 492259"/>
                    <a:gd name="connsiteY53" fmla="*/ 606484 h 674476"/>
                    <a:gd name="connsiteX54" fmla="*/ 446025 w 492259"/>
                    <a:gd name="connsiteY54" fmla="*/ 617363 h 674476"/>
                    <a:gd name="connsiteX55" fmla="*/ 470502 w 492259"/>
                    <a:gd name="connsiteY55" fmla="*/ 617363 h 674476"/>
                    <a:gd name="connsiteX56" fmla="*/ 492259 w 492259"/>
                    <a:gd name="connsiteY56" fmla="*/ 641840 h 674476"/>
                    <a:gd name="connsiteX57" fmla="*/ 484101 w 492259"/>
                    <a:gd name="connsiteY57" fmla="*/ 655438 h 674476"/>
                    <a:gd name="connsiteX58" fmla="*/ 467782 w 492259"/>
                    <a:gd name="connsiteY58" fmla="*/ 663597 h 674476"/>
                    <a:gd name="connsiteX59" fmla="*/ 443306 w 492259"/>
                    <a:gd name="connsiteY59" fmla="*/ 666317 h 674476"/>
                    <a:gd name="connsiteX60" fmla="*/ 421548 w 492259"/>
                    <a:gd name="connsiteY60" fmla="*/ 666317 h 674476"/>
                    <a:gd name="connsiteX61" fmla="*/ 413389 w 492259"/>
                    <a:gd name="connsiteY61" fmla="*/ 666317 h 674476"/>
                    <a:gd name="connsiteX62" fmla="*/ 399791 w 492259"/>
                    <a:gd name="connsiteY62" fmla="*/ 671756 h 674476"/>
                    <a:gd name="connsiteX63" fmla="*/ 383473 w 492259"/>
                    <a:gd name="connsiteY63" fmla="*/ 674476 h 674476"/>
                    <a:gd name="connsiteX64" fmla="*/ 348118 w 492259"/>
                    <a:gd name="connsiteY64" fmla="*/ 669036 h 674476"/>
                    <a:gd name="connsiteX65" fmla="*/ 326360 w 492259"/>
                    <a:gd name="connsiteY65" fmla="*/ 669036 h 674476"/>
                    <a:gd name="connsiteX66" fmla="*/ 277406 w 492259"/>
                    <a:gd name="connsiteY66" fmla="*/ 669036 h 674476"/>
                    <a:gd name="connsiteX67" fmla="*/ 252930 w 492259"/>
                    <a:gd name="connsiteY67" fmla="*/ 663597 h 674476"/>
                    <a:gd name="connsiteX68" fmla="*/ 236611 w 492259"/>
                    <a:gd name="connsiteY68" fmla="*/ 647279 h 674476"/>
                    <a:gd name="connsiteX69" fmla="*/ 261088 w 492259"/>
                    <a:gd name="connsiteY69" fmla="*/ 630961 h 674476"/>
                    <a:gd name="connsiteX70" fmla="*/ 288285 w 492259"/>
                    <a:gd name="connsiteY70" fmla="*/ 628241 h 674476"/>
                    <a:gd name="connsiteX71" fmla="*/ 285565 w 492259"/>
                    <a:gd name="connsiteY71" fmla="*/ 609204 h 674476"/>
                    <a:gd name="connsiteX72" fmla="*/ 282846 w 492259"/>
                    <a:gd name="connsiteY72" fmla="*/ 582007 h 674476"/>
                    <a:gd name="connsiteX73" fmla="*/ 280126 w 492259"/>
                    <a:gd name="connsiteY73" fmla="*/ 568409 h 674476"/>
                    <a:gd name="connsiteX74" fmla="*/ 282846 w 492259"/>
                    <a:gd name="connsiteY74" fmla="*/ 554811 h 674476"/>
                    <a:gd name="connsiteX75" fmla="*/ 277406 w 492259"/>
                    <a:gd name="connsiteY75" fmla="*/ 538493 h 674476"/>
                    <a:gd name="connsiteX76" fmla="*/ 271967 w 492259"/>
                    <a:gd name="connsiteY76" fmla="*/ 505857 h 674476"/>
                    <a:gd name="connsiteX77" fmla="*/ 269247 w 492259"/>
                    <a:gd name="connsiteY77" fmla="*/ 478660 h 674476"/>
                    <a:gd name="connsiteX78" fmla="*/ 266528 w 492259"/>
                    <a:gd name="connsiteY78" fmla="*/ 446025 h 674476"/>
                    <a:gd name="connsiteX79" fmla="*/ 261088 w 492259"/>
                    <a:gd name="connsiteY79" fmla="*/ 437866 h 674476"/>
                    <a:gd name="connsiteX80" fmla="*/ 250210 w 492259"/>
                    <a:gd name="connsiteY80" fmla="*/ 437866 h 674476"/>
                    <a:gd name="connsiteX81" fmla="*/ 220293 w 492259"/>
                    <a:gd name="connsiteY81" fmla="*/ 440585 h 674476"/>
                    <a:gd name="connsiteX82" fmla="*/ 190377 w 492259"/>
                    <a:gd name="connsiteY82" fmla="*/ 443305 h 674476"/>
                    <a:gd name="connsiteX83" fmla="*/ 165900 w 492259"/>
                    <a:gd name="connsiteY83" fmla="*/ 443305 h 674476"/>
                    <a:gd name="connsiteX84" fmla="*/ 144143 w 492259"/>
                    <a:gd name="connsiteY84" fmla="*/ 440585 h 674476"/>
                    <a:gd name="connsiteX85" fmla="*/ 135984 w 492259"/>
                    <a:gd name="connsiteY85" fmla="*/ 454184 h 674476"/>
                    <a:gd name="connsiteX86" fmla="*/ 130545 w 492259"/>
                    <a:gd name="connsiteY86" fmla="*/ 486820 h 674476"/>
                    <a:gd name="connsiteX87" fmla="*/ 119666 w 492259"/>
                    <a:gd name="connsiteY87" fmla="*/ 541213 h 674476"/>
                    <a:gd name="connsiteX88" fmla="*/ 103348 w 492259"/>
                    <a:gd name="connsiteY88" fmla="*/ 614643 h 674476"/>
                    <a:gd name="connsiteX89" fmla="*/ 133264 w 492259"/>
                    <a:gd name="connsiteY89" fmla="*/ 614643 h 674476"/>
                    <a:gd name="connsiteX90" fmla="*/ 168620 w 492259"/>
                    <a:gd name="connsiteY90" fmla="*/ 630961 h 674476"/>
                    <a:gd name="connsiteX91" fmla="*/ 163181 w 492259"/>
                    <a:gd name="connsiteY91" fmla="*/ 647279 h 674476"/>
                    <a:gd name="connsiteX92" fmla="*/ 146863 w 492259"/>
                    <a:gd name="connsiteY92" fmla="*/ 655438 h 674476"/>
                    <a:gd name="connsiteX93" fmla="*/ 127825 w 492259"/>
                    <a:gd name="connsiteY93" fmla="*/ 658158 h 674476"/>
                    <a:gd name="connsiteX94" fmla="*/ 106068 w 492259"/>
                    <a:gd name="connsiteY94" fmla="*/ 658158 h 674476"/>
                    <a:gd name="connsiteX95" fmla="*/ 62552 w 492259"/>
                    <a:gd name="connsiteY95" fmla="*/ 658158 h 674476"/>
                    <a:gd name="connsiteX96" fmla="*/ 40795 w 492259"/>
                    <a:gd name="connsiteY96" fmla="*/ 658158 h 674476"/>
                    <a:gd name="connsiteX97" fmla="*/ 16318 w 492259"/>
                    <a:gd name="connsiteY97" fmla="*/ 652718 h 674476"/>
                    <a:gd name="connsiteX98" fmla="*/ 0 w 492259"/>
                    <a:gd name="connsiteY98" fmla="*/ 636401 h 674476"/>
                    <a:gd name="connsiteX99" fmla="*/ 2720 w 492259"/>
                    <a:gd name="connsiteY99" fmla="*/ 628241 h 674476"/>
                    <a:gd name="connsiteX100" fmla="*/ 24477 w 492259"/>
                    <a:gd name="connsiteY100" fmla="*/ 620082 h 674476"/>
                    <a:gd name="connsiteX101" fmla="*/ 62552 w 492259"/>
                    <a:gd name="connsiteY101" fmla="*/ 617363 h 674476"/>
                    <a:gd name="connsiteX102" fmla="*/ 62552 w 492259"/>
                    <a:gd name="connsiteY102" fmla="*/ 614643 h 674476"/>
                    <a:gd name="connsiteX103" fmla="*/ 65272 w 492259"/>
                    <a:gd name="connsiteY103" fmla="*/ 587447 h 674476"/>
                    <a:gd name="connsiteX104" fmla="*/ 76151 w 492259"/>
                    <a:gd name="connsiteY104" fmla="*/ 522175 h 674476"/>
                    <a:gd name="connsiteX105" fmla="*/ 87029 w 492259"/>
                    <a:gd name="connsiteY105" fmla="*/ 470501 h 674476"/>
                    <a:gd name="connsiteX106" fmla="*/ 92468 w 492259"/>
                    <a:gd name="connsiteY106" fmla="*/ 446025 h 674476"/>
                    <a:gd name="connsiteX107" fmla="*/ 65272 w 492259"/>
                    <a:gd name="connsiteY107" fmla="*/ 432426 h 674476"/>
                    <a:gd name="connsiteX108" fmla="*/ 54393 w 492259"/>
                    <a:gd name="connsiteY108" fmla="*/ 421548 h 674476"/>
                    <a:gd name="connsiteX109" fmla="*/ 73431 w 492259"/>
                    <a:gd name="connsiteY109" fmla="*/ 407949 h 674476"/>
                    <a:gd name="connsiteX110" fmla="*/ 100629 w 492259"/>
                    <a:gd name="connsiteY110" fmla="*/ 399790 h 674476"/>
                    <a:gd name="connsiteX111" fmla="*/ 108788 w 492259"/>
                    <a:gd name="connsiteY111" fmla="*/ 369874 h 674476"/>
                    <a:gd name="connsiteX112" fmla="*/ 125105 w 492259"/>
                    <a:gd name="connsiteY112" fmla="*/ 307322 h 674476"/>
                    <a:gd name="connsiteX113" fmla="*/ 141423 w 492259"/>
                    <a:gd name="connsiteY113" fmla="*/ 242051 h 674476"/>
                    <a:gd name="connsiteX114" fmla="*/ 155022 w 492259"/>
                    <a:gd name="connsiteY114" fmla="*/ 179498 h 674476"/>
                    <a:gd name="connsiteX115" fmla="*/ 168620 w 492259"/>
                    <a:gd name="connsiteY115" fmla="*/ 119665 h 674476"/>
                    <a:gd name="connsiteX116" fmla="*/ 193097 w 492259"/>
                    <a:gd name="connsiteY116" fmla="*/ 57113 h 674476"/>
                    <a:gd name="connsiteX117" fmla="*/ 201256 w 492259"/>
                    <a:gd name="connsiteY117" fmla="*/ 38075 h 674476"/>
                    <a:gd name="connsiteX118" fmla="*/ 217574 w 492259"/>
                    <a:gd name="connsiteY118" fmla="*/ 13598 h 674476"/>
                    <a:gd name="connsiteX119" fmla="*/ 274687 w 492259"/>
                    <a:gd name="connsiteY119" fmla="*/ 0 h 6744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</a:cxnLst>
                  <a:rect l="l" t="t" r="r" b="b"/>
                  <a:pathLst>
                    <a:path w="492259" h="674476">
                      <a:moveTo>
                        <a:pt x="225733" y="97907"/>
                      </a:moveTo>
                      <a:cubicBezTo>
                        <a:pt x="217574" y="97907"/>
                        <a:pt x="209415" y="114225"/>
                        <a:pt x="209415" y="119665"/>
                      </a:cubicBezTo>
                      <a:cubicBezTo>
                        <a:pt x="206695" y="130543"/>
                        <a:pt x="203976" y="144141"/>
                        <a:pt x="201256" y="152300"/>
                      </a:cubicBezTo>
                      <a:cubicBezTo>
                        <a:pt x="198536" y="157740"/>
                        <a:pt x="198536" y="163179"/>
                        <a:pt x="198536" y="168618"/>
                      </a:cubicBezTo>
                      <a:cubicBezTo>
                        <a:pt x="198536" y="174058"/>
                        <a:pt x="195817" y="179497"/>
                        <a:pt x="195817" y="184936"/>
                      </a:cubicBezTo>
                      <a:cubicBezTo>
                        <a:pt x="193097" y="195815"/>
                        <a:pt x="190377" y="209413"/>
                        <a:pt x="187658" y="220292"/>
                      </a:cubicBezTo>
                      <a:cubicBezTo>
                        <a:pt x="184938" y="244769"/>
                        <a:pt x="176779" y="269246"/>
                        <a:pt x="168620" y="291003"/>
                      </a:cubicBezTo>
                      <a:cubicBezTo>
                        <a:pt x="165900" y="301881"/>
                        <a:pt x="163181" y="312760"/>
                        <a:pt x="160461" y="323639"/>
                      </a:cubicBezTo>
                      <a:cubicBezTo>
                        <a:pt x="157742" y="337237"/>
                        <a:pt x="155022" y="348115"/>
                        <a:pt x="149582" y="361714"/>
                      </a:cubicBezTo>
                      <a:cubicBezTo>
                        <a:pt x="146863" y="367153"/>
                        <a:pt x="144143" y="383471"/>
                        <a:pt x="144143" y="388910"/>
                      </a:cubicBezTo>
                      <a:cubicBezTo>
                        <a:pt x="144143" y="391630"/>
                        <a:pt x="146863" y="391630"/>
                        <a:pt x="149582" y="391630"/>
                      </a:cubicBezTo>
                      <a:cubicBezTo>
                        <a:pt x="155022" y="391630"/>
                        <a:pt x="168620" y="391630"/>
                        <a:pt x="171340" y="391630"/>
                      </a:cubicBezTo>
                      <a:cubicBezTo>
                        <a:pt x="179498" y="391630"/>
                        <a:pt x="187658" y="391630"/>
                        <a:pt x="193097" y="388910"/>
                      </a:cubicBezTo>
                      <a:cubicBezTo>
                        <a:pt x="198536" y="388910"/>
                        <a:pt x="203976" y="388910"/>
                        <a:pt x="212135" y="388910"/>
                      </a:cubicBezTo>
                      <a:cubicBezTo>
                        <a:pt x="217574" y="388910"/>
                        <a:pt x="225733" y="388910"/>
                        <a:pt x="236611" y="388910"/>
                      </a:cubicBezTo>
                      <a:cubicBezTo>
                        <a:pt x="242051" y="388910"/>
                        <a:pt x="247490" y="388910"/>
                        <a:pt x="250210" y="386191"/>
                      </a:cubicBezTo>
                      <a:cubicBezTo>
                        <a:pt x="255649" y="391630"/>
                        <a:pt x="258369" y="388910"/>
                        <a:pt x="258369" y="386191"/>
                      </a:cubicBezTo>
                      <a:cubicBezTo>
                        <a:pt x="258369" y="380751"/>
                        <a:pt x="255649" y="372592"/>
                        <a:pt x="255649" y="367153"/>
                      </a:cubicBezTo>
                      <a:cubicBezTo>
                        <a:pt x="252930" y="353555"/>
                        <a:pt x="250210" y="342676"/>
                        <a:pt x="250210" y="331797"/>
                      </a:cubicBezTo>
                      <a:cubicBezTo>
                        <a:pt x="250210" y="301881"/>
                        <a:pt x="250210" y="274685"/>
                        <a:pt x="247490" y="244769"/>
                      </a:cubicBezTo>
                      <a:cubicBezTo>
                        <a:pt x="247490" y="231170"/>
                        <a:pt x="244771" y="217572"/>
                        <a:pt x="242051" y="203974"/>
                      </a:cubicBezTo>
                      <a:cubicBezTo>
                        <a:pt x="239331" y="187656"/>
                        <a:pt x="236611" y="174058"/>
                        <a:pt x="236611" y="157740"/>
                      </a:cubicBezTo>
                      <a:cubicBezTo>
                        <a:pt x="236611" y="152300"/>
                        <a:pt x="236611" y="133263"/>
                        <a:pt x="233892" y="119665"/>
                      </a:cubicBezTo>
                      <a:cubicBezTo>
                        <a:pt x="233892" y="106066"/>
                        <a:pt x="231172" y="97907"/>
                        <a:pt x="225733" y="97907"/>
                      </a:cubicBezTo>
                      <a:close/>
                      <a:moveTo>
                        <a:pt x="274687" y="0"/>
                      </a:moveTo>
                      <a:cubicBezTo>
                        <a:pt x="288285" y="0"/>
                        <a:pt x="293724" y="2720"/>
                        <a:pt x="304603" y="5439"/>
                      </a:cubicBezTo>
                      <a:cubicBezTo>
                        <a:pt x="315481" y="10879"/>
                        <a:pt x="315481" y="16318"/>
                        <a:pt x="320921" y="24477"/>
                      </a:cubicBezTo>
                      <a:cubicBezTo>
                        <a:pt x="326360" y="29916"/>
                        <a:pt x="331800" y="35356"/>
                        <a:pt x="334519" y="43515"/>
                      </a:cubicBezTo>
                      <a:cubicBezTo>
                        <a:pt x="337239" y="51674"/>
                        <a:pt x="337239" y="57113"/>
                        <a:pt x="339959" y="65272"/>
                      </a:cubicBezTo>
                      <a:cubicBezTo>
                        <a:pt x="345398" y="78870"/>
                        <a:pt x="342678" y="97908"/>
                        <a:pt x="348118" y="114226"/>
                      </a:cubicBezTo>
                      <a:cubicBezTo>
                        <a:pt x="350837" y="130544"/>
                        <a:pt x="358996" y="146863"/>
                        <a:pt x="361716" y="163180"/>
                      </a:cubicBezTo>
                      <a:cubicBezTo>
                        <a:pt x="364435" y="182218"/>
                        <a:pt x="364435" y="201256"/>
                        <a:pt x="369875" y="220293"/>
                      </a:cubicBezTo>
                      <a:cubicBezTo>
                        <a:pt x="375314" y="239331"/>
                        <a:pt x="378034" y="255649"/>
                        <a:pt x="378034" y="274686"/>
                      </a:cubicBezTo>
                      <a:cubicBezTo>
                        <a:pt x="378034" y="282845"/>
                        <a:pt x="380753" y="293724"/>
                        <a:pt x="383473" y="301883"/>
                      </a:cubicBezTo>
                      <a:cubicBezTo>
                        <a:pt x="386193" y="312762"/>
                        <a:pt x="388913" y="326360"/>
                        <a:pt x="391632" y="337238"/>
                      </a:cubicBezTo>
                      <a:cubicBezTo>
                        <a:pt x="391632" y="342678"/>
                        <a:pt x="394352" y="353556"/>
                        <a:pt x="397071" y="364435"/>
                      </a:cubicBezTo>
                      <a:cubicBezTo>
                        <a:pt x="399791" y="372594"/>
                        <a:pt x="402511" y="380753"/>
                        <a:pt x="405230" y="383473"/>
                      </a:cubicBezTo>
                      <a:cubicBezTo>
                        <a:pt x="407950" y="386192"/>
                        <a:pt x="413389" y="386192"/>
                        <a:pt x="416109" y="386192"/>
                      </a:cubicBezTo>
                      <a:cubicBezTo>
                        <a:pt x="418829" y="386192"/>
                        <a:pt x="424268" y="386192"/>
                        <a:pt x="426988" y="386192"/>
                      </a:cubicBezTo>
                      <a:cubicBezTo>
                        <a:pt x="437866" y="386192"/>
                        <a:pt x="448745" y="388912"/>
                        <a:pt x="454184" y="397071"/>
                      </a:cubicBezTo>
                      <a:cubicBezTo>
                        <a:pt x="456904" y="399790"/>
                        <a:pt x="456904" y="402510"/>
                        <a:pt x="456904" y="405230"/>
                      </a:cubicBezTo>
                      <a:cubicBezTo>
                        <a:pt x="456904" y="407949"/>
                        <a:pt x="454184" y="410669"/>
                        <a:pt x="451464" y="416108"/>
                      </a:cubicBezTo>
                      <a:cubicBezTo>
                        <a:pt x="446025" y="421548"/>
                        <a:pt x="440586" y="426987"/>
                        <a:pt x="432427" y="429707"/>
                      </a:cubicBezTo>
                      <a:cubicBezTo>
                        <a:pt x="429707" y="429707"/>
                        <a:pt x="426988" y="432426"/>
                        <a:pt x="421548" y="432426"/>
                      </a:cubicBezTo>
                      <a:cubicBezTo>
                        <a:pt x="418829" y="432426"/>
                        <a:pt x="416109" y="432426"/>
                        <a:pt x="413389" y="435146"/>
                      </a:cubicBezTo>
                      <a:cubicBezTo>
                        <a:pt x="413389" y="435146"/>
                        <a:pt x="413389" y="437866"/>
                        <a:pt x="413389" y="440585"/>
                      </a:cubicBezTo>
                      <a:cubicBezTo>
                        <a:pt x="413389" y="443305"/>
                        <a:pt x="413389" y="448744"/>
                        <a:pt x="416109" y="451464"/>
                      </a:cubicBezTo>
                      <a:cubicBezTo>
                        <a:pt x="416109" y="456903"/>
                        <a:pt x="418829" y="462343"/>
                        <a:pt x="418829" y="465062"/>
                      </a:cubicBezTo>
                      <a:lnTo>
                        <a:pt x="418829" y="475941"/>
                      </a:lnTo>
                      <a:cubicBezTo>
                        <a:pt x="418829" y="481380"/>
                        <a:pt x="418829" y="484100"/>
                        <a:pt x="418829" y="486820"/>
                      </a:cubicBezTo>
                      <a:cubicBezTo>
                        <a:pt x="421548" y="497698"/>
                        <a:pt x="424268" y="505857"/>
                        <a:pt x="426988" y="516736"/>
                      </a:cubicBezTo>
                      <a:cubicBezTo>
                        <a:pt x="426988" y="524895"/>
                        <a:pt x="429707" y="535773"/>
                        <a:pt x="432427" y="543932"/>
                      </a:cubicBezTo>
                      <a:cubicBezTo>
                        <a:pt x="435147" y="554811"/>
                        <a:pt x="437866" y="562970"/>
                        <a:pt x="437866" y="573848"/>
                      </a:cubicBezTo>
                      <a:cubicBezTo>
                        <a:pt x="437866" y="587447"/>
                        <a:pt x="440586" y="595606"/>
                        <a:pt x="443306" y="606484"/>
                      </a:cubicBezTo>
                      <a:cubicBezTo>
                        <a:pt x="443306" y="609204"/>
                        <a:pt x="446025" y="614643"/>
                        <a:pt x="446025" y="617363"/>
                      </a:cubicBezTo>
                      <a:cubicBezTo>
                        <a:pt x="454184" y="617363"/>
                        <a:pt x="462343" y="617363"/>
                        <a:pt x="470502" y="617363"/>
                      </a:cubicBezTo>
                      <a:cubicBezTo>
                        <a:pt x="475942" y="625522"/>
                        <a:pt x="492259" y="630961"/>
                        <a:pt x="492259" y="641840"/>
                      </a:cubicBezTo>
                      <a:cubicBezTo>
                        <a:pt x="492259" y="647279"/>
                        <a:pt x="486820" y="649999"/>
                        <a:pt x="484101" y="655438"/>
                      </a:cubicBezTo>
                      <a:cubicBezTo>
                        <a:pt x="481381" y="660877"/>
                        <a:pt x="473222" y="663597"/>
                        <a:pt x="467782" y="663597"/>
                      </a:cubicBezTo>
                      <a:cubicBezTo>
                        <a:pt x="456904" y="666317"/>
                        <a:pt x="451464" y="666317"/>
                        <a:pt x="443306" y="666317"/>
                      </a:cubicBezTo>
                      <a:cubicBezTo>
                        <a:pt x="437866" y="666317"/>
                        <a:pt x="429707" y="666317"/>
                        <a:pt x="421548" y="666317"/>
                      </a:cubicBezTo>
                      <a:cubicBezTo>
                        <a:pt x="418829" y="666317"/>
                        <a:pt x="416109" y="666317"/>
                        <a:pt x="413389" y="666317"/>
                      </a:cubicBezTo>
                      <a:cubicBezTo>
                        <a:pt x="407950" y="669036"/>
                        <a:pt x="405230" y="669036"/>
                        <a:pt x="399791" y="671756"/>
                      </a:cubicBezTo>
                      <a:cubicBezTo>
                        <a:pt x="394352" y="671756"/>
                        <a:pt x="388913" y="674476"/>
                        <a:pt x="383473" y="674476"/>
                      </a:cubicBezTo>
                      <a:cubicBezTo>
                        <a:pt x="372594" y="674476"/>
                        <a:pt x="358996" y="671756"/>
                        <a:pt x="348118" y="669036"/>
                      </a:cubicBezTo>
                      <a:cubicBezTo>
                        <a:pt x="339959" y="669036"/>
                        <a:pt x="331800" y="669036"/>
                        <a:pt x="326360" y="669036"/>
                      </a:cubicBezTo>
                      <a:cubicBezTo>
                        <a:pt x="304603" y="669036"/>
                        <a:pt x="285565" y="669036"/>
                        <a:pt x="277406" y="669036"/>
                      </a:cubicBezTo>
                      <a:cubicBezTo>
                        <a:pt x="269247" y="669036"/>
                        <a:pt x="258369" y="669036"/>
                        <a:pt x="252930" y="663597"/>
                      </a:cubicBezTo>
                      <a:cubicBezTo>
                        <a:pt x="247490" y="660877"/>
                        <a:pt x="236611" y="655438"/>
                        <a:pt x="236611" y="647279"/>
                      </a:cubicBezTo>
                      <a:cubicBezTo>
                        <a:pt x="236611" y="636401"/>
                        <a:pt x="252930" y="633681"/>
                        <a:pt x="261088" y="630961"/>
                      </a:cubicBezTo>
                      <a:cubicBezTo>
                        <a:pt x="266528" y="630961"/>
                        <a:pt x="274687" y="630961"/>
                        <a:pt x="288285" y="628241"/>
                      </a:cubicBezTo>
                      <a:cubicBezTo>
                        <a:pt x="288285" y="620082"/>
                        <a:pt x="288285" y="614643"/>
                        <a:pt x="285565" y="609204"/>
                      </a:cubicBezTo>
                      <a:cubicBezTo>
                        <a:pt x="285565" y="601045"/>
                        <a:pt x="282846" y="590166"/>
                        <a:pt x="282846" y="582007"/>
                      </a:cubicBezTo>
                      <a:cubicBezTo>
                        <a:pt x="282846" y="576568"/>
                        <a:pt x="280126" y="573848"/>
                        <a:pt x="280126" y="568409"/>
                      </a:cubicBezTo>
                      <a:cubicBezTo>
                        <a:pt x="280126" y="562970"/>
                        <a:pt x="282846" y="557531"/>
                        <a:pt x="282846" y="554811"/>
                      </a:cubicBezTo>
                      <a:cubicBezTo>
                        <a:pt x="282846" y="549371"/>
                        <a:pt x="280126" y="546652"/>
                        <a:pt x="277406" y="538493"/>
                      </a:cubicBezTo>
                      <a:cubicBezTo>
                        <a:pt x="277406" y="527614"/>
                        <a:pt x="271967" y="516736"/>
                        <a:pt x="271967" y="505857"/>
                      </a:cubicBezTo>
                      <a:cubicBezTo>
                        <a:pt x="271967" y="494978"/>
                        <a:pt x="271967" y="486820"/>
                        <a:pt x="269247" y="478660"/>
                      </a:cubicBezTo>
                      <a:cubicBezTo>
                        <a:pt x="266528" y="467782"/>
                        <a:pt x="266528" y="456903"/>
                        <a:pt x="266528" y="446025"/>
                      </a:cubicBezTo>
                      <a:cubicBezTo>
                        <a:pt x="266528" y="440585"/>
                        <a:pt x="263808" y="437866"/>
                        <a:pt x="261088" y="437866"/>
                      </a:cubicBezTo>
                      <a:cubicBezTo>
                        <a:pt x="258369" y="437866"/>
                        <a:pt x="255649" y="437866"/>
                        <a:pt x="250210" y="437866"/>
                      </a:cubicBezTo>
                      <a:cubicBezTo>
                        <a:pt x="239331" y="437866"/>
                        <a:pt x="228452" y="437866"/>
                        <a:pt x="220293" y="440585"/>
                      </a:cubicBezTo>
                      <a:cubicBezTo>
                        <a:pt x="209415" y="440585"/>
                        <a:pt x="201256" y="443305"/>
                        <a:pt x="190377" y="443305"/>
                      </a:cubicBezTo>
                      <a:cubicBezTo>
                        <a:pt x="182218" y="443305"/>
                        <a:pt x="174059" y="443305"/>
                        <a:pt x="165900" y="443305"/>
                      </a:cubicBezTo>
                      <a:cubicBezTo>
                        <a:pt x="163181" y="443305"/>
                        <a:pt x="152302" y="440585"/>
                        <a:pt x="144143" y="440585"/>
                      </a:cubicBezTo>
                      <a:cubicBezTo>
                        <a:pt x="135984" y="440585"/>
                        <a:pt x="135984" y="448744"/>
                        <a:pt x="135984" y="454184"/>
                      </a:cubicBezTo>
                      <a:cubicBezTo>
                        <a:pt x="135984" y="465062"/>
                        <a:pt x="133264" y="475941"/>
                        <a:pt x="130545" y="486820"/>
                      </a:cubicBezTo>
                      <a:cubicBezTo>
                        <a:pt x="127825" y="505857"/>
                        <a:pt x="122386" y="522175"/>
                        <a:pt x="119666" y="541213"/>
                      </a:cubicBezTo>
                      <a:cubicBezTo>
                        <a:pt x="116947" y="560250"/>
                        <a:pt x="108788" y="595606"/>
                        <a:pt x="103348" y="614643"/>
                      </a:cubicBezTo>
                      <a:cubicBezTo>
                        <a:pt x="111507" y="614643"/>
                        <a:pt x="122386" y="614643"/>
                        <a:pt x="133264" y="614643"/>
                      </a:cubicBezTo>
                      <a:cubicBezTo>
                        <a:pt x="146863" y="614643"/>
                        <a:pt x="168620" y="614643"/>
                        <a:pt x="168620" y="630961"/>
                      </a:cubicBezTo>
                      <a:cubicBezTo>
                        <a:pt x="168620" y="639120"/>
                        <a:pt x="165900" y="639120"/>
                        <a:pt x="163181" y="647279"/>
                      </a:cubicBezTo>
                      <a:cubicBezTo>
                        <a:pt x="160461" y="652718"/>
                        <a:pt x="152302" y="655438"/>
                        <a:pt x="146863" y="655438"/>
                      </a:cubicBezTo>
                      <a:cubicBezTo>
                        <a:pt x="138704" y="658158"/>
                        <a:pt x="133264" y="658158"/>
                        <a:pt x="127825" y="658158"/>
                      </a:cubicBezTo>
                      <a:cubicBezTo>
                        <a:pt x="122386" y="658158"/>
                        <a:pt x="116947" y="658158"/>
                        <a:pt x="106068" y="658158"/>
                      </a:cubicBezTo>
                      <a:cubicBezTo>
                        <a:pt x="92468" y="658158"/>
                        <a:pt x="78870" y="658158"/>
                        <a:pt x="62552" y="658158"/>
                      </a:cubicBezTo>
                      <a:cubicBezTo>
                        <a:pt x="54393" y="658158"/>
                        <a:pt x="46234" y="658158"/>
                        <a:pt x="40795" y="658158"/>
                      </a:cubicBezTo>
                      <a:cubicBezTo>
                        <a:pt x="32636" y="658158"/>
                        <a:pt x="21758" y="658158"/>
                        <a:pt x="16318" y="652718"/>
                      </a:cubicBezTo>
                      <a:cubicBezTo>
                        <a:pt x="8159" y="649999"/>
                        <a:pt x="0" y="641840"/>
                        <a:pt x="0" y="636401"/>
                      </a:cubicBezTo>
                      <a:cubicBezTo>
                        <a:pt x="0" y="633681"/>
                        <a:pt x="0" y="630961"/>
                        <a:pt x="2720" y="628241"/>
                      </a:cubicBezTo>
                      <a:cubicBezTo>
                        <a:pt x="8159" y="625522"/>
                        <a:pt x="16318" y="622802"/>
                        <a:pt x="24477" y="620082"/>
                      </a:cubicBezTo>
                      <a:cubicBezTo>
                        <a:pt x="38075" y="617363"/>
                        <a:pt x="48954" y="617363"/>
                        <a:pt x="62552" y="617363"/>
                      </a:cubicBezTo>
                      <a:cubicBezTo>
                        <a:pt x="62552" y="617363"/>
                        <a:pt x="62552" y="614643"/>
                        <a:pt x="62552" y="614643"/>
                      </a:cubicBezTo>
                      <a:cubicBezTo>
                        <a:pt x="62552" y="603765"/>
                        <a:pt x="65272" y="590166"/>
                        <a:pt x="65272" y="587447"/>
                      </a:cubicBezTo>
                      <a:cubicBezTo>
                        <a:pt x="67992" y="565689"/>
                        <a:pt x="73431" y="543932"/>
                        <a:pt x="76151" y="522175"/>
                      </a:cubicBezTo>
                      <a:cubicBezTo>
                        <a:pt x="78870" y="505857"/>
                        <a:pt x="81590" y="486820"/>
                        <a:pt x="87029" y="470501"/>
                      </a:cubicBezTo>
                      <a:cubicBezTo>
                        <a:pt x="87029" y="465062"/>
                        <a:pt x="92468" y="451464"/>
                        <a:pt x="92468" y="446025"/>
                      </a:cubicBezTo>
                      <a:cubicBezTo>
                        <a:pt x="92468" y="437866"/>
                        <a:pt x="73431" y="437866"/>
                        <a:pt x="65272" y="432426"/>
                      </a:cubicBezTo>
                      <a:cubicBezTo>
                        <a:pt x="59833" y="429707"/>
                        <a:pt x="54393" y="426987"/>
                        <a:pt x="54393" y="421548"/>
                      </a:cubicBezTo>
                      <a:cubicBezTo>
                        <a:pt x="54393" y="413389"/>
                        <a:pt x="62552" y="410669"/>
                        <a:pt x="73431" y="407949"/>
                      </a:cubicBezTo>
                      <a:cubicBezTo>
                        <a:pt x="78870" y="407949"/>
                        <a:pt x="92468" y="405230"/>
                        <a:pt x="100629" y="399790"/>
                      </a:cubicBezTo>
                      <a:cubicBezTo>
                        <a:pt x="106068" y="394351"/>
                        <a:pt x="106068" y="378033"/>
                        <a:pt x="108788" y="369874"/>
                      </a:cubicBezTo>
                      <a:cubicBezTo>
                        <a:pt x="114227" y="348117"/>
                        <a:pt x="119666" y="326360"/>
                        <a:pt x="125105" y="307322"/>
                      </a:cubicBezTo>
                      <a:cubicBezTo>
                        <a:pt x="130545" y="285565"/>
                        <a:pt x="135984" y="263808"/>
                        <a:pt x="141423" y="242051"/>
                      </a:cubicBezTo>
                      <a:cubicBezTo>
                        <a:pt x="146863" y="220293"/>
                        <a:pt x="152302" y="198536"/>
                        <a:pt x="155022" y="179498"/>
                      </a:cubicBezTo>
                      <a:cubicBezTo>
                        <a:pt x="157742" y="160461"/>
                        <a:pt x="163181" y="138703"/>
                        <a:pt x="168620" y="119665"/>
                      </a:cubicBezTo>
                      <a:cubicBezTo>
                        <a:pt x="176779" y="100627"/>
                        <a:pt x="182218" y="76150"/>
                        <a:pt x="193097" y="57113"/>
                      </a:cubicBezTo>
                      <a:lnTo>
                        <a:pt x="201256" y="38075"/>
                      </a:lnTo>
                      <a:cubicBezTo>
                        <a:pt x="206695" y="29916"/>
                        <a:pt x="209415" y="19038"/>
                        <a:pt x="217574" y="13598"/>
                      </a:cubicBezTo>
                      <a:cubicBezTo>
                        <a:pt x="231172" y="2720"/>
                        <a:pt x="255649" y="0"/>
                        <a:pt x="274687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137" name="Freeform: Shape 136">
                  <a:extLst>
                    <a:ext uri="{FF2B5EF4-FFF2-40B4-BE49-F238E27FC236}">
                      <a16:creationId xmlns:a16="http://schemas.microsoft.com/office/drawing/2014/main" id="{399AF9B9-ECFD-4D0B-B4BF-45CC69AA5D63}"/>
                    </a:ext>
                  </a:extLst>
                </p:cNvPr>
                <p:cNvSpPr/>
                <p:nvPr/>
              </p:nvSpPr>
              <p:spPr>
                <a:xfrm>
                  <a:off x="6876542" y="4244897"/>
                  <a:ext cx="462342" cy="677195"/>
                </a:xfrm>
                <a:custGeom>
                  <a:avLst/>
                  <a:gdLst>
                    <a:gd name="connsiteX0" fmla="*/ 214853 w 462342"/>
                    <a:gd name="connsiteY0" fmla="*/ 65272 h 677195"/>
                    <a:gd name="connsiteX1" fmla="*/ 195815 w 462342"/>
                    <a:gd name="connsiteY1" fmla="*/ 73431 h 677195"/>
                    <a:gd name="connsiteX2" fmla="*/ 193096 w 462342"/>
                    <a:gd name="connsiteY2" fmla="*/ 125105 h 677195"/>
                    <a:gd name="connsiteX3" fmla="*/ 190376 w 462342"/>
                    <a:gd name="connsiteY3" fmla="*/ 280125 h 677195"/>
                    <a:gd name="connsiteX4" fmla="*/ 190376 w 462342"/>
                    <a:gd name="connsiteY4" fmla="*/ 301882 h 677195"/>
                    <a:gd name="connsiteX5" fmla="*/ 193096 w 462342"/>
                    <a:gd name="connsiteY5" fmla="*/ 342677 h 677195"/>
                    <a:gd name="connsiteX6" fmla="*/ 195815 w 462342"/>
                    <a:gd name="connsiteY6" fmla="*/ 397070 h 677195"/>
                    <a:gd name="connsiteX7" fmla="*/ 195815 w 462342"/>
                    <a:gd name="connsiteY7" fmla="*/ 443304 h 677195"/>
                    <a:gd name="connsiteX8" fmla="*/ 195815 w 462342"/>
                    <a:gd name="connsiteY8" fmla="*/ 530333 h 677195"/>
                    <a:gd name="connsiteX9" fmla="*/ 193096 w 462342"/>
                    <a:gd name="connsiteY9" fmla="*/ 554810 h 677195"/>
                    <a:gd name="connsiteX10" fmla="*/ 190376 w 462342"/>
                    <a:gd name="connsiteY10" fmla="*/ 603764 h 677195"/>
                    <a:gd name="connsiteX11" fmla="*/ 198535 w 462342"/>
                    <a:gd name="connsiteY11" fmla="*/ 611923 h 677195"/>
                    <a:gd name="connsiteX12" fmla="*/ 214853 w 462342"/>
                    <a:gd name="connsiteY12" fmla="*/ 611923 h 677195"/>
                    <a:gd name="connsiteX13" fmla="*/ 236610 w 462342"/>
                    <a:gd name="connsiteY13" fmla="*/ 611923 h 677195"/>
                    <a:gd name="connsiteX14" fmla="*/ 263807 w 462342"/>
                    <a:gd name="connsiteY14" fmla="*/ 598325 h 677195"/>
                    <a:gd name="connsiteX15" fmla="*/ 277405 w 462342"/>
                    <a:gd name="connsiteY15" fmla="*/ 592885 h 677195"/>
                    <a:gd name="connsiteX16" fmla="*/ 291004 w 462342"/>
                    <a:gd name="connsiteY16" fmla="*/ 573848 h 677195"/>
                    <a:gd name="connsiteX17" fmla="*/ 307322 w 462342"/>
                    <a:gd name="connsiteY17" fmla="*/ 543931 h 677195"/>
                    <a:gd name="connsiteX18" fmla="*/ 326359 w 462342"/>
                    <a:gd name="connsiteY18" fmla="*/ 481379 h 677195"/>
                    <a:gd name="connsiteX19" fmla="*/ 337238 w 462342"/>
                    <a:gd name="connsiteY19" fmla="*/ 413388 h 677195"/>
                    <a:gd name="connsiteX20" fmla="*/ 337238 w 462342"/>
                    <a:gd name="connsiteY20" fmla="*/ 350836 h 677195"/>
                    <a:gd name="connsiteX21" fmla="*/ 334518 w 462342"/>
                    <a:gd name="connsiteY21" fmla="*/ 296443 h 677195"/>
                    <a:gd name="connsiteX22" fmla="*/ 329079 w 462342"/>
                    <a:gd name="connsiteY22" fmla="*/ 244769 h 677195"/>
                    <a:gd name="connsiteX23" fmla="*/ 307322 w 462342"/>
                    <a:gd name="connsiteY23" fmla="*/ 135983 h 677195"/>
                    <a:gd name="connsiteX24" fmla="*/ 271966 w 462342"/>
                    <a:gd name="connsiteY24" fmla="*/ 78870 h 677195"/>
                    <a:gd name="connsiteX25" fmla="*/ 214853 w 462342"/>
                    <a:gd name="connsiteY25" fmla="*/ 65272 h 677195"/>
                    <a:gd name="connsiteX26" fmla="*/ 114226 w 462342"/>
                    <a:gd name="connsiteY26" fmla="*/ 0 h 677195"/>
                    <a:gd name="connsiteX27" fmla="*/ 127824 w 462342"/>
                    <a:gd name="connsiteY27" fmla="*/ 0 h 677195"/>
                    <a:gd name="connsiteX28" fmla="*/ 146862 w 462342"/>
                    <a:gd name="connsiteY28" fmla="*/ 2720 h 677195"/>
                    <a:gd name="connsiteX29" fmla="*/ 174059 w 462342"/>
                    <a:gd name="connsiteY29" fmla="*/ 21758 h 677195"/>
                    <a:gd name="connsiteX30" fmla="*/ 193096 w 462342"/>
                    <a:gd name="connsiteY30" fmla="*/ 21758 h 677195"/>
                    <a:gd name="connsiteX31" fmla="*/ 261088 w 462342"/>
                    <a:gd name="connsiteY31" fmla="*/ 27197 h 677195"/>
                    <a:gd name="connsiteX32" fmla="*/ 310042 w 462342"/>
                    <a:gd name="connsiteY32" fmla="*/ 35356 h 677195"/>
                    <a:gd name="connsiteX33" fmla="*/ 334518 w 462342"/>
                    <a:gd name="connsiteY33" fmla="*/ 40795 h 677195"/>
                    <a:gd name="connsiteX34" fmla="*/ 356276 w 462342"/>
                    <a:gd name="connsiteY34" fmla="*/ 59833 h 677195"/>
                    <a:gd name="connsiteX35" fmla="*/ 372593 w 462342"/>
                    <a:gd name="connsiteY35" fmla="*/ 76151 h 677195"/>
                    <a:gd name="connsiteX36" fmla="*/ 380752 w 462342"/>
                    <a:gd name="connsiteY36" fmla="*/ 95188 h 677195"/>
                    <a:gd name="connsiteX37" fmla="*/ 405230 w 462342"/>
                    <a:gd name="connsiteY37" fmla="*/ 114226 h 677195"/>
                    <a:gd name="connsiteX38" fmla="*/ 416108 w 462342"/>
                    <a:gd name="connsiteY38" fmla="*/ 141422 h 677195"/>
                    <a:gd name="connsiteX39" fmla="*/ 451464 w 462342"/>
                    <a:gd name="connsiteY39" fmla="*/ 201256 h 677195"/>
                    <a:gd name="connsiteX40" fmla="*/ 456903 w 462342"/>
                    <a:gd name="connsiteY40" fmla="*/ 252929 h 677195"/>
                    <a:gd name="connsiteX41" fmla="*/ 456903 w 462342"/>
                    <a:gd name="connsiteY41" fmla="*/ 291004 h 677195"/>
                    <a:gd name="connsiteX42" fmla="*/ 459623 w 462342"/>
                    <a:gd name="connsiteY42" fmla="*/ 318201 h 677195"/>
                    <a:gd name="connsiteX43" fmla="*/ 459623 w 462342"/>
                    <a:gd name="connsiteY43" fmla="*/ 326360 h 677195"/>
                    <a:gd name="connsiteX44" fmla="*/ 459623 w 462342"/>
                    <a:gd name="connsiteY44" fmla="*/ 348117 h 677195"/>
                    <a:gd name="connsiteX45" fmla="*/ 462342 w 462342"/>
                    <a:gd name="connsiteY45" fmla="*/ 367155 h 677195"/>
                    <a:gd name="connsiteX46" fmla="*/ 456903 w 462342"/>
                    <a:gd name="connsiteY46" fmla="*/ 391632 h 677195"/>
                    <a:gd name="connsiteX47" fmla="*/ 456903 w 462342"/>
                    <a:gd name="connsiteY47" fmla="*/ 418828 h 677195"/>
                    <a:gd name="connsiteX48" fmla="*/ 451464 w 462342"/>
                    <a:gd name="connsiteY48" fmla="*/ 437866 h 677195"/>
                    <a:gd name="connsiteX49" fmla="*/ 446025 w 462342"/>
                    <a:gd name="connsiteY49" fmla="*/ 454184 h 677195"/>
                    <a:gd name="connsiteX50" fmla="*/ 440585 w 462342"/>
                    <a:gd name="connsiteY50" fmla="*/ 481380 h 677195"/>
                    <a:gd name="connsiteX51" fmla="*/ 432426 w 462342"/>
                    <a:gd name="connsiteY51" fmla="*/ 508577 h 677195"/>
                    <a:gd name="connsiteX52" fmla="*/ 418828 w 462342"/>
                    <a:gd name="connsiteY52" fmla="*/ 530334 h 677195"/>
                    <a:gd name="connsiteX53" fmla="*/ 410669 w 462342"/>
                    <a:gd name="connsiteY53" fmla="*/ 549371 h 677195"/>
                    <a:gd name="connsiteX54" fmla="*/ 391631 w 462342"/>
                    <a:gd name="connsiteY54" fmla="*/ 579288 h 677195"/>
                    <a:gd name="connsiteX55" fmla="*/ 337238 w 462342"/>
                    <a:gd name="connsiteY55" fmla="*/ 630961 h 677195"/>
                    <a:gd name="connsiteX56" fmla="*/ 301883 w 462342"/>
                    <a:gd name="connsiteY56" fmla="*/ 647279 h 677195"/>
                    <a:gd name="connsiteX57" fmla="*/ 263807 w 462342"/>
                    <a:gd name="connsiteY57" fmla="*/ 652718 h 677195"/>
                    <a:gd name="connsiteX58" fmla="*/ 233891 w 462342"/>
                    <a:gd name="connsiteY58" fmla="*/ 649999 h 677195"/>
                    <a:gd name="connsiteX59" fmla="*/ 187657 w 462342"/>
                    <a:gd name="connsiteY59" fmla="*/ 652718 h 677195"/>
                    <a:gd name="connsiteX60" fmla="*/ 171339 w 462342"/>
                    <a:gd name="connsiteY60" fmla="*/ 669036 h 677195"/>
                    <a:gd name="connsiteX61" fmla="*/ 155021 w 462342"/>
                    <a:gd name="connsiteY61" fmla="*/ 671756 h 677195"/>
                    <a:gd name="connsiteX62" fmla="*/ 138703 w 462342"/>
                    <a:gd name="connsiteY62" fmla="*/ 674476 h 677195"/>
                    <a:gd name="connsiteX63" fmla="*/ 125105 w 462342"/>
                    <a:gd name="connsiteY63" fmla="*/ 677195 h 677195"/>
                    <a:gd name="connsiteX64" fmla="*/ 106067 w 462342"/>
                    <a:gd name="connsiteY64" fmla="*/ 671756 h 677195"/>
                    <a:gd name="connsiteX65" fmla="*/ 87029 w 462342"/>
                    <a:gd name="connsiteY65" fmla="*/ 658158 h 677195"/>
                    <a:gd name="connsiteX66" fmla="*/ 81590 w 462342"/>
                    <a:gd name="connsiteY66" fmla="*/ 652718 h 677195"/>
                    <a:gd name="connsiteX67" fmla="*/ 67992 w 462342"/>
                    <a:gd name="connsiteY67" fmla="*/ 652718 h 677195"/>
                    <a:gd name="connsiteX68" fmla="*/ 43515 w 462342"/>
                    <a:gd name="connsiteY68" fmla="*/ 652718 h 677195"/>
                    <a:gd name="connsiteX69" fmla="*/ 16318 w 462342"/>
                    <a:gd name="connsiteY69" fmla="*/ 647279 h 677195"/>
                    <a:gd name="connsiteX70" fmla="*/ 0 w 462342"/>
                    <a:gd name="connsiteY70" fmla="*/ 630961 h 677195"/>
                    <a:gd name="connsiteX71" fmla="*/ 5439 w 462342"/>
                    <a:gd name="connsiteY71" fmla="*/ 620083 h 677195"/>
                    <a:gd name="connsiteX72" fmla="*/ 27197 w 462342"/>
                    <a:gd name="connsiteY72" fmla="*/ 611924 h 677195"/>
                    <a:gd name="connsiteX73" fmla="*/ 65272 w 462342"/>
                    <a:gd name="connsiteY73" fmla="*/ 609204 h 677195"/>
                    <a:gd name="connsiteX74" fmla="*/ 65272 w 462342"/>
                    <a:gd name="connsiteY74" fmla="*/ 584727 h 677195"/>
                    <a:gd name="connsiteX75" fmla="*/ 62552 w 462342"/>
                    <a:gd name="connsiteY75" fmla="*/ 456903 h 677195"/>
                    <a:gd name="connsiteX76" fmla="*/ 65272 w 462342"/>
                    <a:gd name="connsiteY76" fmla="*/ 337238 h 677195"/>
                    <a:gd name="connsiteX77" fmla="*/ 67992 w 462342"/>
                    <a:gd name="connsiteY77" fmla="*/ 203975 h 677195"/>
                    <a:gd name="connsiteX78" fmla="*/ 70712 w 462342"/>
                    <a:gd name="connsiteY78" fmla="*/ 119665 h 677195"/>
                    <a:gd name="connsiteX79" fmla="*/ 73431 w 462342"/>
                    <a:gd name="connsiteY79" fmla="*/ 67992 h 677195"/>
                    <a:gd name="connsiteX80" fmla="*/ 67992 w 462342"/>
                    <a:gd name="connsiteY80" fmla="*/ 67992 h 677195"/>
                    <a:gd name="connsiteX81" fmla="*/ 43515 w 462342"/>
                    <a:gd name="connsiteY81" fmla="*/ 67992 h 677195"/>
                    <a:gd name="connsiteX82" fmla="*/ 16318 w 462342"/>
                    <a:gd name="connsiteY82" fmla="*/ 62552 h 677195"/>
                    <a:gd name="connsiteX83" fmla="*/ 0 w 462342"/>
                    <a:gd name="connsiteY83" fmla="*/ 46234 h 677195"/>
                    <a:gd name="connsiteX84" fmla="*/ 5439 w 462342"/>
                    <a:gd name="connsiteY84" fmla="*/ 35356 h 677195"/>
                    <a:gd name="connsiteX85" fmla="*/ 27197 w 462342"/>
                    <a:gd name="connsiteY85" fmla="*/ 27197 h 677195"/>
                    <a:gd name="connsiteX86" fmla="*/ 76151 w 462342"/>
                    <a:gd name="connsiteY86" fmla="*/ 21758 h 677195"/>
                    <a:gd name="connsiteX87" fmla="*/ 81590 w 462342"/>
                    <a:gd name="connsiteY87" fmla="*/ 13598 h 677195"/>
                    <a:gd name="connsiteX88" fmla="*/ 97908 w 462342"/>
                    <a:gd name="connsiteY88" fmla="*/ 5439 h 677195"/>
                    <a:gd name="connsiteX89" fmla="*/ 114226 w 462342"/>
                    <a:gd name="connsiteY89" fmla="*/ 0 h 6771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</a:cxnLst>
                  <a:rect l="l" t="t" r="r" b="b"/>
                  <a:pathLst>
                    <a:path w="462342" h="677195">
                      <a:moveTo>
                        <a:pt x="214853" y="65272"/>
                      </a:moveTo>
                      <a:cubicBezTo>
                        <a:pt x="203975" y="65272"/>
                        <a:pt x="195815" y="67992"/>
                        <a:pt x="195815" y="73431"/>
                      </a:cubicBezTo>
                      <a:cubicBezTo>
                        <a:pt x="193096" y="78870"/>
                        <a:pt x="193096" y="100628"/>
                        <a:pt x="193096" y="125105"/>
                      </a:cubicBezTo>
                      <a:cubicBezTo>
                        <a:pt x="193096" y="182217"/>
                        <a:pt x="193096" y="266527"/>
                        <a:pt x="190376" y="280125"/>
                      </a:cubicBezTo>
                      <a:cubicBezTo>
                        <a:pt x="190376" y="288284"/>
                        <a:pt x="190376" y="293723"/>
                        <a:pt x="190376" y="301882"/>
                      </a:cubicBezTo>
                      <a:cubicBezTo>
                        <a:pt x="190376" y="315480"/>
                        <a:pt x="190376" y="329079"/>
                        <a:pt x="193096" y="342677"/>
                      </a:cubicBezTo>
                      <a:cubicBezTo>
                        <a:pt x="193096" y="361715"/>
                        <a:pt x="193096" y="378033"/>
                        <a:pt x="195815" y="397070"/>
                      </a:cubicBezTo>
                      <a:cubicBezTo>
                        <a:pt x="195815" y="413388"/>
                        <a:pt x="195815" y="426986"/>
                        <a:pt x="195815" y="443304"/>
                      </a:cubicBezTo>
                      <a:cubicBezTo>
                        <a:pt x="195815" y="465061"/>
                        <a:pt x="198535" y="508576"/>
                        <a:pt x="195815" y="530333"/>
                      </a:cubicBezTo>
                      <a:cubicBezTo>
                        <a:pt x="195815" y="538492"/>
                        <a:pt x="193096" y="546651"/>
                        <a:pt x="193096" y="554810"/>
                      </a:cubicBezTo>
                      <a:cubicBezTo>
                        <a:pt x="193096" y="560249"/>
                        <a:pt x="190376" y="590166"/>
                        <a:pt x="190376" y="603764"/>
                      </a:cubicBezTo>
                      <a:cubicBezTo>
                        <a:pt x="190376" y="609203"/>
                        <a:pt x="190376" y="611923"/>
                        <a:pt x="198535" y="611923"/>
                      </a:cubicBezTo>
                      <a:cubicBezTo>
                        <a:pt x="206694" y="611923"/>
                        <a:pt x="209414" y="611923"/>
                        <a:pt x="214853" y="611923"/>
                      </a:cubicBezTo>
                      <a:cubicBezTo>
                        <a:pt x="223012" y="611923"/>
                        <a:pt x="220293" y="611923"/>
                        <a:pt x="236610" y="611923"/>
                      </a:cubicBezTo>
                      <a:cubicBezTo>
                        <a:pt x="242050" y="611923"/>
                        <a:pt x="258368" y="601044"/>
                        <a:pt x="263807" y="598325"/>
                      </a:cubicBezTo>
                      <a:cubicBezTo>
                        <a:pt x="266527" y="598325"/>
                        <a:pt x="274686" y="592885"/>
                        <a:pt x="277405" y="592885"/>
                      </a:cubicBezTo>
                      <a:cubicBezTo>
                        <a:pt x="285564" y="587446"/>
                        <a:pt x="288284" y="579287"/>
                        <a:pt x="291004" y="573848"/>
                      </a:cubicBezTo>
                      <a:cubicBezTo>
                        <a:pt x="296443" y="562969"/>
                        <a:pt x="301882" y="554810"/>
                        <a:pt x="307322" y="543931"/>
                      </a:cubicBezTo>
                      <a:cubicBezTo>
                        <a:pt x="315481" y="524894"/>
                        <a:pt x="320920" y="524894"/>
                        <a:pt x="326359" y="481379"/>
                      </a:cubicBezTo>
                      <a:cubicBezTo>
                        <a:pt x="329079" y="456903"/>
                        <a:pt x="334518" y="435145"/>
                        <a:pt x="337238" y="413388"/>
                      </a:cubicBezTo>
                      <a:cubicBezTo>
                        <a:pt x="337238" y="391631"/>
                        <a:pt x="337238" y="369873"/>
                        <a:pt x="337238" y="350836"/>
                      </a:cubicBezTo>
                      <a:cubicBezTo>
                        <a:pt x="337238" y="339957"/>
                        <a:pt x="337238" y="320920"/>
                        <a:pt x="334518" y="296443"/>
                      </a:cubicBezTo>
                      <a:cubicBezTo>
                        <a:pt x="331798" y="269246"/>
                        <a:pt x="329079" y="250209"/>
                        <a:pt x="329079" y="244769"/>
                      </a:cubicBezTo>
                      <a:cubicBezTo>
                        <a:pt x="323640" y="206694"/>
                        <a:pt x="318200" y="174058"/>
                        <a:pt x="307322" y="135983"/>
                      </a:cubicBezTo>
                      <a:cubicBezTo>
                        <a:pt x="304602" y="125105"/>
                        <a:pt x="304602" y="108787"/>
                        <a:pt x="271966" y="78870"/>
                      </a:cubicBezTo>
                      <a:cubicBezTo>
                        <a:pt x="263807" y="73431"/>
                        <a:pt x="233891" y="65272"/>
                        <a:pt x="214853" y="65272"/>
                      </a:cubicBezTo>
                      <a:close/>
                      <a:moveTo>
                        <a:pt x="114226" y="0"/>
                      </a:moveTo>
                      <a:cubicBezTo>
                        <a:pt x="119665" y="0"/>
                        <a:pt x="125105" y="0"/>
                        <a:pt x="127824" y="0"/>
                      </a:cubicBezTo>
                      <a:cubicBezTo>
                        <a:pt x="133264" y="0"/>
                        <a:pt x="141422" y="0"/>
                        <a:pt x="146862" y="2720"/>
                      </a:cubicBezTo>
                      <a:cubicBezTo>
                        <a:pt x="157741" y="5439"/>
                        <a:pt x="165900" y="13598"/>
                        <a:pt x="174059" y="21758"/>
                      </a:cubicBezTo>
                      <a:cubicBezTo>
                        <a:pt x="179498" y="21758"/>
                        <a:pt x="187657" y="21758"/>
                        <a:pt x="193096" y="21758"/>
                      </a:cubicBezTo>
                      <a:cubicBezTo>
                        <a:pt x="212134" y="21758"/>
                        <a:pt x="228452" y="27197"/>
                        <a:pt x="261088" y="27197"/>
                      </a:cubicBezTo>
                      <a:cubicBezTo>
                        <a:pt x="277405" y="27197"/>
                        <a:pt x="293723" y="35356"/>
                        <a:pt x="310042" y="35356"/>
                      </a:cubicBezTo>
                      <a:cubicBezTo>
                        <a:pt x="318200" y="35356"/>
                        <a:pt x="329079" y="35356"/>
                        <a:pt x="334518" y="40795"/>
                      </a:cubicBezTo>
                      <a:cubicBezTo>
                        <a:pt x="342677" y="46234"/>
                        <a:pt x="348117" y="54393"/>
                        <a:pt x="356276" y="59833"/>
                      </a:cubicBezTo>
                      <a:cubicBezTo>
                        <a:pt x="361715" y="65272"/>
                        <a:pt x="369874" y="67992"/>
                        <a:pt x="372593" y="76151"/>
                      </a:cubicBezTo>
                      <a:cubicBezTo>
                        <a:pt x="375313" y="81590"/>
                        <a:pt x="378033" y="89749"/>
                        <a:pt x="380752" y="95188"/>
                      </a:cubicBezTo>
                      <a:cubicBezTo>
                        <a:pt x="386192" y="103347"/>
                        <a:pt x="391631" y="106067"/>
                        <a:pt x="405230" y="114226"/>
                      </a:cubicBezTo>
                      <a:cubicBezTo>
                        <a:pt x="413388" y="119665"/>
                        <a:pt x="410669" y="133263"/>
                        <a:pt x="416108" y="141422"/>
                      </a:cubicBezTo>
                      <a:cubicBezTo>
                        <a:pt x="426987" y="160461"/>
                        <a:pt x="446025" y="182218"/>
                        <a:pt x="451464" y="201256"/>
                      </a:cubicBezTo>
                      <a:cubicBezTo>
                        <a:pt x="456903" y="220293"/>
                        <a:pt x="456903" y="236611"/>
                        <a:pt x="456903" y="252929"/>
                      </a:cubicBezTo>
                      <a:cubicBezTo>
                        <a:pt x="456903" y="266527"/>
                        <a:pt x="456903" y="277406"/>
                        <a:pt x="456903" y="291004"/>
                      </a:cubicBezTo>
                      <a:cubicBezTo>
                        <a:pt x="456903" y="299163"/>
                        <a:pt x="456903" y="307322"/>
                        <a:pt x="459623" y="318201"/>
                      </a:cubicBezTo>
                      <a:cubicBezTo>
                        <a:pt x="459623" y="320921"/>
                        <a:pt x="459623" y="323640"/>
                        <a:pt x="459623" y="326360"/>
                      </a:cubicBezTo>
                      <a:cubicBezTo>
                        <a:pt x="462342" y="331799"/>
                        <a:pt x="459623" y="337238"/>
                        <a:pt x="459623" y="348117"/>
                      </a:cubicBezTo>
                      <a:cubicBezTo>
                        <a:pt x="459623" y="350837"/>
                        <a:pt x="462342" y="361715"/>
                        <a:pt x="462342" y="367155"/>
                      </a:cubicBezTo>
                      <a:cubicBezTo>
                        <a:pt x="462342" y="375314"/>
                        <a:pt x="456903" y="383473"/>
                        <a:pt x="456903" y="391632"/>
                      </a:cubicBezTo>
                      <a:cubicBezTo>
                        <a:pt x="456903" y="399790"/>
                        <a:pt x="456903" y="410669"/>
                        <a:pt x="456903" y="418828"/>
                      </a:cubicBezTo>
                      <a:cubicBezTo>
                        <a:pt x="456903" y="421548"/>
                        <a:pt x="454183" y="429707"/>
                        <a:pt x="451464" y="437866"/>
                      </a:cubicBezTo>
                      <a:cubicBezTo>
                        <a:pt x="448744" y="443305"/>
                        <a:pt x="448744" y="451464"/>
                        <a:pt x="446025" y="454184"/>
                      </a:cubicBezTo>
                      <a:cubicBezTo>
                        <a:pt x="443305" y="462343"/>
                        <a:pt x="440585" y="473221"/>
                        <a:pt x="440585" y="481380"/>
                      </a:cubicBezTo>
                      <a:cubicBezTo>
                        <a:pt x="437865" y="489539"/>
                        <a:pt x="437865" y="500418"/>
                        <a:pt x="432426" y="508577"/>
                      </a:cubicBezTo>
                      <a:cubicBezTo>
                        <a:pt x="429706" y="516736"/>
                        <a:pt x="424267" y="522175"/>
                        <a:pt x="418828" y="530334"/>
                      </a:cubicBezTo>
                      <a:cubicBezTo>
                        <a:pt x="416108" y="535773"/>
                        <a:pt x="413388" y="543932"/>
                        <a:pt x="410669" y="549371"/>
                      </a:cubicBezTo>
                      <a:cubicBezTo>
                        <a:pt x="405230" y="557531"/>
                        <a:pt x="397071" y="573848"/>
                        <a:pt x="391631" y="579288"/>
                      </a:cubicBezTo>
                      <a:cubicBezTo>
                        <a:pt x="369874" y="609204"/>
                        <a:pt x="350836" y="620083"/>
                        <a:pt x="337238" y="630961"/>
                      </a:cubicBezTo>
                      <a:cubicBezTo>
                        <a:pt x="326359" y="639120"/>
                        <a:pt x="315481" y="641840"/>
                        <a:pt x="301883" y="647279"/>
                      </a:cubicBezTo>
                      <a:cubicBezTo>
                        <a:pt x="291004" y="649999"/>
                        <a:pt x="277405" y="652718"/>
                        <a:pt x="263807" y="652718"/>
                      </a:cubicBezTo>
                      <a:cubicBezTo>
                        <a:pt x="252929" y="652718"/>
                        <a:pt x="244770" y="649999"/>
                        <a:pt x="233891" y="649999"/>
                      </a:cubicBezTo>
                      <a:cubicBezTo>
                        <a:pt x="206694" y="649999"/>
                        <a:pt x="217573" y="652718"/>
                        <a:pt x="187657" y="652718"/>
                      </a:cubicBezTo>
                      <a:cubicBezTo>
                        <a:pt x="184937" y="660877"/>
                        <a:pt x="179498" y="666317"/>
                        <a:pt x="171339" y="669036"/>
                      </a:cubicBezTo>
                      <a:cubicBezTo>
                        <a:pt x="165900" y="671756"/>
                        <a:pt x="160460" y="671756"/>
                        <a:pt x="155021" y="671756"/>
                      </a:cubicBezTo>
                      <a:cubicBezTo>
                        <a:pt x="149581" y="671756"/>
                        <a:pt x="144142" y="674476"/>
                        <a:pt x="138703" y="674476"/>
                      </a:cubicBezTo>
                      <a:cubicBezTo>
                        <a:pt x="135983" y="674476"/>
                        <a:pt x="127824" y="677195"/>
                        <a:pt x="125105" y="677195"/>
                      </a:cubicBezTo>
                      <a:cubicBezTo>
                        <a:pt x="116946" y="677195"/>
                        <a:pt x="108787" y="671756"/>
                        <a:pt x="106067" y="671756"/>
                      </a:cubicBezTo>
                      <a:cubicBezTo>
                        <a:pt x="100628" y="669036"/>
                        <a:pt x="95188" y="663597"/>
                        <a:pt x="87029" y="658158"/>
                      </a:cubicBezTo>
                      <a:cubicBezTo>
                        <a:pt x="84310" y="655438"/>
                        <a:pt x="81590" y="655438"/>
                        <a:pt x="81590" y="652718"/>
                      </a:cubicBezTo>
                      <a:cubicBezTo>
                        <a:pt x="73431" y="652718"/>
                        <a:pt x="81590" y="652718"/>
                        <a:pt x="67992" y="652718"/>
                      </a:cubicBezTo>
                      <a:cubicBezTo>
                        <a:pt x="59833" y="652718"/>
                        <a:pt x="51674" y="652718"/>
                        <a:pt x="43515" y="652718"/>
                      </a:cubicBezTo>
                      <a:cubicBezTo>
                        <a:pt x="35356" y="652718"/>
                        <a:pt x="24477" y="652718"/>
                        <a:pt x="16318" y="647279"/>
                      </a:cubicBezTo>
                      <a:cubicBezTo>
                        <a:pt x="8159" y="644559"/>
                        <a:pt x="0" y="636401"/>
                        <a:pt x="0" y="630961"/>
                      </a:cubicBezTo>
                      <a:cubicBezTo>
                        <a:pt x="0" y="625522"/>
                        <a:pt x="0" y="622802"/>
                        <a:pt x="5439" y="620083"/>
                      </a:cubicBezTo>
                      <a:cubicBezTo>
                        <a:pt x="10879" y="617363"/>
                        <a:pt x="21758" y="614643"/>
                        <a:pt x="27197" y="611924"/>
                      </a:cubicBezTo>
                      <a:cubicBezTo>
                        <a:pt x="38076" y="609204"/>
                        <a:pt x="54393" y="609204"/>
                        <a:pt x="65272" y="609204"/>
                      </a:cubicBezTo>
                      <a:cubicBezTo>
                        <a:pt x="65272" y="601045"/>
                        <a:pt x="65272" y="592886"/>
                        <a:pt x="65272" y="584727"/>
                      </a:cubicBezTo>
                      <a:cubicBezTo>
                        <a:pt x="65272" y="541213"/>
                        <a:pt x="62552" y="500418"/>
                        <a:pt x="62552" y="456903"/>
                      </a:cubicBezTo>
                      <a:cubicBezTo>
                        <a:pt x="62552" y="440585"/>
                        <a:pt x="65272" y="397071"/>
                        <a:pt x="65272" y="337238"/>
                      </a:cubicBezTo>
                      <a:cubicBezTo>
                        <a:pt x="65272" y="293724"/>
                        <a:pt x="67992" y="247490"/>
                        <a:pt x="67992" y="203975"/>
                      </a:cubicBezTo>
                      <a:cubicBezTo>
                        <a:pt x="67992" y="179498"/>
                        <a:pt x="67992" y="149582"/>
                        <a:pt x="70712" y="119665"/>
                      </a:cubicBezTo>
                      <a:cubicBezTo>
                        <a:pt x="70712" y="103347"/>
                        <a:pt x="73431" y="84309"/>
                        <a:pt x="73431" y="67992"/>
                      </a:cubicBezTo>
                      <a:cubicBezTo>
                        <a:pt x="73431" y="67992"/>
                        <a:pt x="70712" y="67992"/>
                        <a:pt x="67992" y="67992"/>
                      </a:cubicBezTo>
                      <a:cubicBezTo>
                        <a:pt x="59833" y="67992"/>
                        <a:pt x="51674" y="67992"/>
                        <a:pt x="43515" y="67992"/>
                      </a:cubicBezTo>
                      <a:cubicBezTo>
                        <a:pt x="35356" y="67992"/>
                        <a:pt x="24477" y="67992"/>
                        <a:pt x="16318" y="62552"/>
                      </a:cubicBezTo>
                      <a:cubicBezTo>
                        <a:pt x="8159" y="59833"/>
                        <a:pt x="0" y="51674"/>
                        <a:pt x="0" y="46234"/>
                      </a:cubicBezTo>
                      <a:cubicBezTo>
                        <a:pt x="0" y="43515"/>
                        <a:pt x="0" y="38075"/>
                        <a:pt x="5439" y="35356"/>
                      </a:cubicBezTo>
                      <a:cubicBezTo>
                        <a:pt x="10879" y="32636"/>
                        <a:pt x="21758" y="29916"/>
                        <a:pt x="27197" y="27197"/>
                      </a:cubicBezTo>
                      <a:cubicBezTo>
                        <a:pt x="46234" y="24477"/>
                        <a:pt x="65272" y="21758"/>
                        <a:pt x="76151" y="21758"/>
                      </a:cubicBezTo>
                      <a:cubicBezTo>
                        <a:pt x="76151" y="19038"/>
                        <a:pt x="78871" y="16318"/>
                        <a:pt x="81590" y="13598"/>
                      </a:cubicBezTo>
                      <a:cubicBezTo>
                        <a:pt x="84310" y="10879"/>
                        <a:pt x="92469" y="5439"/>
                        <a:pt x="97908" y="5439"/>
                      </a:cubicBezTo>
                      <a:cubicBezTo>
                        <a:pt x="103347" y="2720"/>
                        <a:pt x="108787" y="0"/>
                        <a:pt x="114226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138" name="Freeform: Shape 137">
                  <a:extLst>
                    <a:ext uri="{FF2B5EF4-FFF2-40B4-BE49-F238E27FC236}">
                      <a16:creationId xmlns:a16="http://schemas.microsoft.com/office/drawing/2014/main" id="{04583ED4-EE58-4A64-BE74-473FE310843F}"/>
                    </a:ext>
                  </a:extLst>
                </p:cNvPr>
                <p:cNvSpPr/>
                <p:nvPr/>
              </p:nvSpPr>
              <p:spPr>
                <a:xfrm>
                  <a:off x="7310622" y="4197597"/>
                  <a:ext cx="489539" cy="761503"/>
                </a:xfrm>
                <a:custGeom>
                  <a:avLst/>
                  <a:gdLst>
                    <a:gd name="connsiteX0" fmla="*/ 433491 w 489538"/>
                    <a:gd name="connsiteY0" fmla="*/ 651063 h 761503"/>
                    <a:gd name="connsiteX1" fmla="*/ 438930 w 489538"/>
                    <a:gd name="connsiteY1" fmla="*/ 661942 h 761503"/>
                    <a:gd name="connsiteX2" fmla="*/ 425332 w 489538"/>
                    <a:gd name="connsiteY2" fmla="*/ 683699 h 761503"/>
                    <a:gd name="connsiteX3" fmla="*/ 400855 w 489538"/>
                    <a:gd name="connsiteY3" fmla="*/ 691858 h 761503"/>
                    <a:gd name="connsiteX4" fmla="*/ 343742 w 489538"/>
                    <a:gd name="connsiteY4" fmla="*/ 700017 h 761503"/>
                    <a:gd name="connsiteX5" fmla="*/ 316546 w 489538"/>
                    <a:gd name="connsiteY5" fmla="*/ 705456 h 761503"/>
                    <a:gd name="connsiteX6" fmla="*/ 275751 w 489538"/>
                    <a:gd name="connsiteY6" fmla="*/ 705456 h 761503"/>
                    <a:gd name="connsiteX7" fmla="*/ 264872 w 489538"/>
                    <a:gd name="connsiteY7" fmla="*/ 708176 h 761503"/>
                    <a:gd name="connsiteX8" fmla="*/ 253994 w 489538"/>
                    <a:gd name="connsiteY8" fmla="*/ 708176 h 761503"/>
                    <a:gd name="connsiteX9" fmla="*/ 240395 w 489538"/>
                    <a:gd name="connsiteY9" fmla="*/ 719054 h 761503"/>
                    <a:gd name="connsiteX10" fmla="*/ 224077 w 489538"/>
                    <a:gd name="connsiteY10" fmla="*/ 721774 h 761503"/>
                    <a:gd name="connsiteX11" fmla="*/ 205040 w 489538"/>
                    <a:gd name="connsiteY11" fmla="*/ 724494 h 761503"/>
                    <a:gd name="connsiteX12" fmla="*/ 191441 w 489538"/>
                    <a:gd name="connsiteY12" fmla="*/ 727213 h 761503"/>
                    <a:gd name="connsiteX13" fmla="*/ 169684 w 489538"/>
                    <a:gd name="connsiteY13" fmla="*/ 721774 h 761503"/>
                    <a:gd name="connsiteX14" fmla="*/ 150646 w 489538"/>
                    <a:gd name="connsiteY14" fmla="*/ 708176 h 761503"/>
                    <a:gd name="connsiteX15" fmla="*/ 139768 w 489538"/>
                    <a:gd name="connsiteY15" fmla="*/ 708176 h 761503"/>
                    <a:gd name="connsiteX16" fmla="*/ 120730 w 489538"/>
                    <a:gd name="connsiteY16" fmla="*/ 708176 h 761503"/>
                    <a:gd name="connsiteX17" fmla="*/ 98973 w 489538"/>
                    <a:gd name="connsiteY17" fmla="*/ 708176 h 761503"/>
                    <a:gd name="connsiteX18" fmla="*/ 74496 w 489538"/>
                    <a:gd name="connsiteY18" fmla="*/ 702736 h 761503"/>
                    <a:gd name="connsiteX19" fmla="*/ 58178 w 489538"/>
                    <a:gd name="connsiteY19" fmla="*/ 683699 h 761503"/>
                    <a:gd name="connsiteX20" fmla="*/ 63617 w 489538"/>
                    <a:gd name="connsiteY20" fmla="*/ 675540 h 761503"/>
                    <a:gd name="connsiteX21" fmla="*/ 85375 w 489538"/>
                    <a:gd name="connsiteY21" fmla="*/ 667381 h 761503"/>
                    <a:gd name="connsiteX22" fmla="*/ 128889 w 489538"/>
                    <a:gd name="connsiteY22" fmla="*/ 661942 h 761503"/>
                    <a:gd name="connsiteX23" fmla="*/ 128889 w 489538"/>
                    <a:gd name="connsiteY23" fmla="*/ 602109 h 761503"/>
                    <a:gd name="connsiteX24" fmla="*/ 126170 w 489538"/>
                    <a:gd name="connsiteY24" fmla="*/ 523239 h 761503"/>
                    <a:gd name="connsiteX25" fmla="*/ 126170 w 489538"/>
                    <a:gd name="connsiteY25" fmla="*/ 468846 h 761503"/>
                    <a:gd name="connsiteX26" fmla="*/ 123450 w 489538"/>
                    <a:gd name="connsiteY26" fmla="*/ 409014 h 761503"/>
                    <a:gd name="connsiteX27" fmla="*/ 123450 w 489538"/>
                    <a:gd name="connsiteY27" fmla="*/ 384537 h 761503"/>
                    <a:gd name="connsiteX28" fmla="*/ 126170 w 489538"/>
                    <a:gd name="connsiteY28" fmla="*/ 349181 h 761503"/>
                    <a:gd name="connsiteX29" fmla="*/ 126170 w 489538"/>
                    <a:gd name="connsiteY29" fmla="*/ 324704 h 761503"/>
                    <a:gd name="connsiteX30" fmla="*/ 128889 w 489538"/>
                    <a:gd name="connsiteY30" fmla="*/ 292068 h 761503"/>
                    <a:gd name="connsiteX31" fmla="*/ 134329 w 489538"/>
                    <a:gd name="connsiteY31" fmla="*/ 234956 h 761503"/>
                    <a:gd name="connsiteX32" fmla="*/ 134329 w 489538"/>
                    <a:gd name="connsiteY32" fmla="*/ 172404 h 761503"/>
                    <a:gd name="connsiteX33" fmla="*/ 137048 w 489538"/>
                    <a:gd name="connsiteY33" fmla="*/ 123450 h 761503"/>
                    <a:gd name="connsiteX34" fmla="*/ 123450 w 489538"/>
                    <a:gd name="connsiteY34" fmla="*/ 123450 h 761503"/>
                    <a:gd name="connsiteX35" fmla="*/ 101693 w 489538"/>
                    <a:gd name="connsiteY35" fmla="*/ 123450 h 761503"/>
                    <a:gd name="connsiteX36" fmla="*/ 77216 w 489538"/>
                    <a:gd name="connsiteY36" fmla="*/ 118011 h 761503"/>
                    <a:gd name="connsiteX37" fmla="*/ 60898 w 489538"/>
                    <a:gd name="connsiteY37" fmla="*/ 98973 h 761503"/>
                    <a:gd name="connsiteX38" fmla="*/ 66337 w 489538"/>
                    <a:gd name="connsiteY38" fmla="*/ 90814 h 761503"/>
                    <a:gd name="connsiteX39" fmla="*/ 88094 w 489538"/>
                    <a:gd name="connsiteY39" fmla="*/ 82655 h 761503"/>
                    <a:gd name="connsiteX40" fmla="*/ 145207 w 489538"/>
                    <a:gd name="connsiteY40" fmla="*/ 77216 h 761503"/>
                    <a:gd name="connsiteX41" fmla="*/ 145207 w 489538"/>
                    <a:gd name="connsiteY41" fmla="*/ 77216 h 761503"/>
                    <a:gd name="connsiteX42" fmla="*/ 153366 w 489538"/>
                    <a:gd name="connsiteY42" fmla="*/ 69057 h 761503"/>
                    <a:gd name="connsiteX43" fmla="*/ 177843 w 489538"/>
                    <a:gd name="connsiteY43" fmla="*/ 60898 h 761503"/>
                    <a:gd name="connsiteX44" fmla="*/ 196881 w 489538"/>
                    <a:gd name="connsiteY44" fmla="*/ 58178 h 761503"/>
                    <a:gd name="connsiteX45" fmla="*/ 205040 w 489538"/>
                    <a:gd name="connsiteY45" fmla="*/ 58178 h 761503"/>
                    <a:gd name="connsiteX46" fmla="*/ 215919 w 489538"/>
                    <a:gd name="connsiteY46" fmla="*/ 63617 h 761503"/>
                    <a:gd name="connsiteX47" fmla="*/ 229517 w 489538"/>
                    <a:gd name="connsiteY47" fmla="*/ 69057 h 761503"/>
                    <a:gd name="connsiteX48" fmla="*/ 256713 w 489538"/>
                    <a:gd name="connsiteY48" fmla="*/ 77216 h 761503"/>
                    <a:gd name="connsiteX49" fmla="*/ 264872 w 489538"/>
                    <a:gd name="connsiteY49" fmla="*/ 77216 h 761503"/>
                    <a:gd name="connsiteX50" fmla="*/ 281190 w 489538"/>
                    <a:gd name="connsiteY50" fmla="*/ 77216 h 761503"/>
                    <a:gd name="connsiteX51" fmla="*/ 330144 w 489538"/>
                    <a:gd name="connsiteY51" fmla="*/ 77216 h 761503"/>
                    <a:gd name="connsiteX52" fmla="*/ 357341 w 489538"/>
                    <a:gd name="connsiteY52" fmla="*/ 79935 h 761503"/>
                    <a:gd name="connsiteX53" fmla="*/ 387257 w 489538"/>
                    <a:gd name="connsiteY53" fmla="*/ 82655 h 761503"/>
                    <a:gd name="connsiteX54" fmla="*/ 406295 w 489538"/>
                    <a:gd name="connsiteY54" fmla="*/ 85375 h 761503"/>
                    <a:gd name="connsiteX55" fmla="*/ 417173 w 489538"/>
                    <a:gd name="connsiteY55" fmla="*/ 79935 h 761503"/>
                    <a:gd name="connsiteX56" fmla="*/ 425332 w 489538"/>
                    <a:gd name="connsiteY56" fmla="*/ 85375 h 761503"/>
                    <a:gd name="connsiteX57" fmla="*/ 433491 w 489538"/>
                    <a:gd name="connsiteY57" fmla="*/ 104412 h 761503"/>
                    <a:gd name="connsiteX58" fmla="*/ 436211 w 489538"/>
                    <a:gd name="connsiteY58" fmla="*/ 137048 h 761503"/>
                    <a:gd name="connsiteX59" fmla="*/ 438930 w 489538"/>
                    <a:gd name="connsiteY59" fmla="*/ 183282 h 761503"/>
                    <a:gd name="connsiteX60" fmla="*/ 422612 w 489538"/>
                    <a:gd name="connsiteY60" fmla="*/ 218638 h 761503"/>
                    <a:gd name="connsiteX61" fmla="*/ 406295 w 489538"/>
                    <a:gd name="connsiteY61" fmla="*/ 213198 h 761503"/>
                    <a:gd name="connsiteX62" fmla="*/ 398136 w 489538"/>
                    <a:gd name="connsiteY62" fmla="*/ 196881 h 761503"/>
                    <a:gd name="connsiteX63" fmla="*/ 395416 w 489538"/>
                    <a:gd name="connsiteY63" fmla="*/ 175123 h 761503"/>
                    <a:gd name="connsiteX64" fmla="*/ 395416 w 489538"/>
                    <a:gd name="connsiteY64" fmla="*/ 153366 h 761503"/>
                    <a:gd name="connsiteX65" fmla="*/ 395416 w 489538"/>
                    <a:gd name="connsiteY65" fmla="*/ 126170 h 761503"/>
                    <a:gd name="connsiteX66" fmla="*/ 370939 w 489538"/>
                    <a:gd name="connsiteY66" fmla="*/ 128889 h 761503"/>
                    <a:gd name="connsiteX67" fmla="*/ 338303 w 489538"/>
                    <a:gd name="connsiteY67" fmla="*/ 131609 h 761503"/>
                    <a:gd name="connsiteX68" fmla="*/ 286629 w 489538"/>
                    <a:gd name="connsiteY68" fmla="*/ 134328 h 761503"/>
                    <a:gd name="connsiteX69" fmla="*/ 273031 w 489538"/>
                    <a:gd name="connsiteY69" fmla="*/ 137048 h 761503"/>
                    <a:gd name="connsiteX70" fmla="*/ 262153 w 489538"/>
                    <a:gd name="connsiteY70" fmla="*/ 142487 h 761503"/>
                    <a:gd name="connsiteX71" fmla="*/ 259433 w 489538"/>
                    <a:gd name="connsiteY71" fmla="*/ 153366 h 761503"/>
                    <a:gd name="connsiteX72" fmla="*/ 262153 w 489538"/>
                    <a:gd name="connsiteY72" fmla="*/ 166964 h 761503"/>
                    <a:gd name="connsiteX73" fmla="*/ 262153 w 489538"/>
                    <a:gd name="connsiteY73" fmla="*/ 196881 h 761503"/>
                    <a:gd name="connsiteX74" fmla="*/ 262153 w 489538"/>
                    <a:gd name="connsiteY74" fmla="*/ 215918 h 761503"/>
                    <a:gd name="connsiteX75" fmla="*/ 262153 w 489538"/>
                    <a:gd name="connsiteY75" fmla="*/ 251274 h 761503"/>
                    <a:gd name="connsiteX76" fmla="*/ 259433 w 489538"/>
                    <a:gd name="connsiteY76" fmla="*/ 278470 h 761503"/>
                    <a:gd name="connsiteX77" fmla="*/ 259433 w 489538"/>
                    <a:gd name="connsiteY77" fmla="*/ 308386 h 761503"/>
                    <a:gd name="connsiteX78" fmla="*/ 259433 w 489538"/>
                    <a:gd name="connsiteY78" fmla="*/ 321985 h 761503"/>
                    <a:gd name="connsiteX79" fmla="*/ 259433 w 489538"/>
                    <a:gd name="connsiteY79" fmla="*/ 332863 h 761503"/>
                    <a:gd name="connsiteX80" fmla="*/ 267592 w 489538"/>
                    <a:gd name="connsiteY80" fmla="*/ 335583 h 761503"/>
                    <a:gd name="connsiteX81" fmla="*/ 281190 w 489538"/>
                    <a:gd name="connsiteY81" fmla="*/ 335583 h 761503"/>
                    <a:gd name="connsiteX82" fmla="*/ 327424 w 489538"/>
                    <a:gd name="connsiteY82" fmla="*/ 338303 h 761503"/>
                    <a:gd name="connsiteX83" fmla="*/ 351901 w 489538"/>
                    <a:gd name="connsiteY83" fmla="*/ 341022 h 761503"/>
                    <a:gd name="connsiteX84" fmla="*/ 351901 w 489538"/>
                    <a:gd name="connsiteY84" fmla="*/ 335583 h 761503"/>
                    <a:gd name="connsiteX85" fmla="*/ 351901 w 489538"/>
                    <a:gd name="connsiteY85" fmla="*/ 313826 h 761503"/>
                    <a:gd name="connsiteX86" fmla="*/ 357341 w 489538"/>
                    <a:gd name="connsiteY86" fmla="*/ 289349 h 761503"/>
                    <a:gd name="connsiteX87" fmla="*/ 373658 w 489538"/>
                    <a:gd name="connsiteY87" fmla="*/ 273031 h 761503"/>
                    <a:gd name="connsiteX88" fmla="*/ 381817 w 489538"/>
                    <a:gd name="connsiteY88" fmla="*/ 278470 h 761503"/>
                    <a:gd name="connsiteX89" fmla="*/ 389977 w 489538"/>
                    <a:gd name="connsiteY89" fmla="*/ 300228 h 761503"/>
                    <a:gd name="connsiteX90" fmla="*/ 395416 w 489538"/>
                    <a:gd name="connsiteY90" fmla="*/ 351901 h 761503"/>
                    <a:gd name="connsiteX91" fmla="*/ 398136 w 489538"/>
                    <a:gd name="connsiteY91" fmla="*/ 409014 h 761503"/>
                    <a:gd name="connsiteX92" fmla="*/ 381817 w 489538"/>
                    <a:gd name="connsiteY92" fmla="*/ 444369 h 761503"/>
                    <a:gd name="connsiteX93" fmla="*/ 365500 w 489538"/>
                    <a:gd name="connsiteY93" fmla="*/ 438930 h 761503"/>
                    <a:gd name="connsiteX94" fmla="*/ 357341 w 489538"/>
                    <a:gd name="connsiteY94" fmla="*/ 422612 h 761503"/>
                    <a:gd name="connsiteX95" fmla="*/ 354621 w 489538"/>
                    <a:gd name="connsiteY95" fmla="*/ 400855 h 761503"/>
                    <a:gd name="connsiteX96" fmla="*/ 354621 w 489538"/>
                    <a:gd name="connsiteY96" fmla="*/ 381817 h 761503"/>
                    <a:gd name="connsiteX97" fmla="*/ 270312 w 489538"/>
                    <a:gd name="connsiteY97" fmla="*/ 381817 h 761503"/>
                    <a:gd name="connsiteX98" fmla="*/ 256713 w 489538"/>
                    <a:gd name="connsiteY98" fmla="*/ 395415 h 761503"/>
                    <a:gd name="connsiteX99" fmla="*/ 253994 w 489538"/>
                    <a:gd name="connsiteY99" fmla="*/ 422612 h 761503"/>
                    <a:gd name="connsiteX100" fmla="*/ 253994 w 489538"/>
                    <a:gd name="connsiteY100" fmla="*/ 433490 h 761503"/>
                    <a:gd name="connsiteX101" fmla="*/ 253994 w 489538"/>
                    <a:gd name="connsiteY101" fmla="*/ 449809 h 761503"/>
                    <a:gd name="connsiteX102" fmla="*/ 256713 w 489538"/>
                    <a:gd name="connsiteY102" fmla="*/ 474285 h 761503"/>
                    <a:gd name="connsiteX103" fmla="*/ 256713 w 489538"/>
                    <a:gd name="connsiteY103" fmla="*/ 496043 h 761503"/>
                    <a:gd name="connsiteX104" fmla="*/ 259433 w 489538"/>
                    <a:gd name="connsiteY104" fmla="*/ 534118 h 761503"/>
                    <a:gd name="connsiteX105" fmla="*/ 259433 w 489538"/>
                    <a:gd name="connsiteY105" fmla="*/ 591231 h 761503"/>
                    <a:gd name="connsiteX106" fmla="*/ 262153 w 489538"/>
                    <a:gd name="connsiteY106" fmla="*/ 618427 h 761503"/>
                    <a:gd name="connsiteX107" fmla="*/ 267592 w 489538"/>
                    <a:gd name="connsiteY107" fmla="*/ 648343 h 761503"/>
                    <a:gd name="connsiteX108" fmla="*/ 292069 w 489538"/>
                    <a:gd name="connsiteY108" fmla="*/ 651063 h 761503"/>
                    <a:gd name="connsiteX109" fmla="*/ 327424 w 489538"/>
                    <a:gd name="connsiteY109" fmla="*/ 651063 h 761503"/>
                    <a:gd name="connsiteX110" fmla="*/ 362780 w 489538"/>
                    <a:gd name="connsiteY110" fmla="*/ 653783 h 761503"/>
                    <a:gd name="connsiteX111" fmla="*/ 395416 w 489538"/>
                    <a:gd name="connsiteY111" fmla="*/ 648343 h 761503"/>
                    <a:gd name="connsiteX112" fmla="*/ 395416 w 489538"/>
                    <a:gd name="connsiteY112" fmla="*/ 618427 h 761503"/>
                    <a:gd name="connsiteX113" fmla="*/ 395416 w 489538"/>
                    <a:gd name="connsiteY113" fmla="*/ 596670 h 761503"/>
                    <a:gd name="connsiteX114" fmla="*/ 398136 w 489538"/>
                    <a:gd name="connsiteY114" fmla="*/ 574913 h 761503"/>
                    <a:gd name="connsiteX115" fmla="*/ 406295 w 489538"/>
                    <a:gd name="connsiteY115" fmla="*/ 558595 h 761503"/>
                    <a:gd name="connsiteX116" fmla="*/ 422612 w 489538"/>
                    <a:gd name="connsiteY116" fmla="*/ 553155 h 761503"/>
                    <a:gd name="connsiteX117" fmla="*/ 438930 w 489538"/>
                    <a:gd name="connsiteY117" fmla="*/ 588511 h 761503"/>
                    <a:gd name="connsiteX118" fmla="*/ 436211 w 489538"/>
                    <a:gd name="connsiteY118" fmla="*/ 645624 h 761503"/>
                    <a:gd name="connsiteX119" fmla="*/ 433491 w 489538"/>
                    <a:gd name="connsiteY119" fmla="*/ 651063 h 761503"/>
                    <a:gd name="connsiteX120" fmla="*/ 433491 w 489538"/>
                    <a:gd name="connsiteY120" fmla="*/ 651063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</a:cxnLst>
                  <a:rect l="l" t="t" r="r" b="b"/>
                  <a:pathLst>
                    <a:path w="489538" h="761503">
                      <a:moveTo>
                        <a:pt x="433491" y="651063"/>
                      </a:moveTo>
                      <a:cubicBezTo>
                        <a:pt x="436211" y="653783"/>
                        <a:pt x="438930" y="656502"/>
                        <a:pt x="438930" y="661942"/>
                      </a:cubicBezTo>
                      <a:cubicBezTo>
                        <a:pt x="438930" y="670101"/>
                        <a:pt x="433491" y="678259"/>
                        <a:pt x="425332" y="683699"/>
                      </a:cubicBezTo>
                      <a:cubicBezTo>
                        <a:pt x="417173" y="689138"/>
                        <a:pt x="409014" y="689138"/>
                        <a:pt x="400855" y="691858"/>
                      </a:cubicBezTo>
                      <a:cubicBezTo>
                        <a:pt x="381817" y="694578"/>
                        <a:pt x="362780" y="694578"/>
                        <a:pt x="343742" y="700017"/>
                      </a:cubicBezTo>
                      <a:cubicBezTo>
                        <a:pt x="335583" y="702736"/>
                        <a:pt x="324705" y="702736"/>
                        <a:pt x="316546" y="705456"/>
                      </a:cubicBezTo>
                      <a:cubicBezTo>
                        <a:pt x="308387" y="705456"/>
                        <a:pt x="289349" y="705456"/>
                        <a:pt x="275751" y="705456"/>
                      </a:cubicBezTo>
                      <a:cubicBezTo>
                        <a:pt x="270312" y="705456"/>
                        <a:pt x="267592" y="708176"/>
                        <a:pt x="264872" y="708176"/>
                      </a:cubicBezTo>
                      <a:cubicBezTo>
                        <a:pt x="264872" y="708176"/>
                        <a:pt x="259433" y="708176"/>
                        <a:pt x="253994" y="708176"/>
                      </a:cubicBezTo>
                      <a:cubicBezTo>
                        <a:pt x="251274" y="713615"/>
                        <a:pt x="245835" y="716335"/>
                        <a:pt x="240395" y="719054"/>
                      </a:cubicBezTo>
                      <a:cubicBezTo>
                        <a:pt x="234956" y="721774"/>
                        <a:pt x="229517" y="721774"/>
                        <a:pt x="224077" y="721774"/>
                      </a:cubicBezTo>
                      <a:cubicBezTo>
                        <a:pt x="218638" y="721774"/>
                        <a:pt x="213199" y="724494"/>
                        <a:pt x="205040" y="724494"/>
                      </a:cubicBezTo>
                      <a:cubicBezTo>
                        <a:pt x="202320" y="724494"/>
                        <a:pt x="194161" y="727213"/>
                        <a:pt x="191441" y="727213"/>
                      </a:cubicBezTo>
                      <a:cubicBezTo>
                        <a:pt x="183282" y="727213"/>
                        <a:pt x="172404" y="721774"/>
                        <a:pt x="169684" y="721774"/>
                      </a:cubicBezTo>
                      <a:cubicBezTo>
                        <a:pt x="164245" y="719054"/>
                        <a:pt x="156086" y="713615"/>
                        <a:pt x="150646" y="708176"/>
                      </a:cubicBezTo>
                      <a:cubicBezTo>
                        <a:pt x="145207" y="708176"/>
                        <a:pt x="139768" y="708176"/>
                        <a:pt x="139768" y="708176"/>
                      </a:cubicBezTo>
                      <a:cubicBezTo>
                        <a:pt x="126170" y="708176"/>
                        <a:pt x="137048" y="708176"/>
                        <a:pt x="120730" y="708176"/>
                      </a:cubicBezTo>
                      <a:cubicBezTo>
                        <a:pt x="112571" y="708176"/>
                        <a:pt x="104412" y="708176"/>
                        <a:pt x="98973" y="708176"/>
                      </a:cubicBezTo>
                      <a:cubicBezTo>
                        <a:pt x="90814" y="708176"/>
                        <a:pt x="79936" y="708176"/>
                        <a:pt x="74496" y="702736"/>
                      </a:cubicBezTo>
                      <a:cubicBezTo>
                        <a:pt x="66337" y="700017"/>
                        <a:pt x="58178" y="689138"/>
                        <a:pt x="58178" y="683699"/>
                      </a:cubicBezTo>
                      <a:cubicBezTo>
                        <a:pt x="58178" y="680979"/>
                        <a:pt x="58178" y="678259"/>
                        <a:pt x="63617" y="675540"/>
                      </a:cubicBezTo>
                      <a:cubicBezTo>
                        <a:pt x="69057" y="672820"/>
                        <a:pt x="77216" y="670101"/>
                        <a:pt x="85375" y="667381"/>
                      </a:cubicBezTo>
                      <a:cubicBezTo>
                        <a:pt x="98973" y="664661"/>
                        <a:pt x="115291" y="664661"/>
                        <a:pt x="128889" y="661942"/>
                      </a:cubicBezTo>
                      <a:cubicBezTo>
                        <a:pt x="128889" y="645624"/>
                        <a:pt x="128889" y="623866"/>
                        <a:pt x="128889" y="602109"/>
                      </a:cubicBezTo>
                      <a:cubicBezTo>
                        <a:pt x="128889" y="566754"/>
                        <a:pt x="128889" y="531398"/>
                        <a:pt x="126170" y="523239"/>
                      </a:cubicBezTo>
                      <a:cubicBezTo>
                        <a:pt x="126170" y="517800"/>
                        <a:pt x="126170" y="487884"/>
                        <a:pt x="126170" y="468846"/>
                      </a:cubicBezTo>
                      <a:cubicBezTo>
                        <a:pt x="126170" y="449809"/>
                        <a:pt x="123450" y="430771"/>
                        <a:pt x="123450" y="409014"/>
                      </a:cubicBezTo>
                      <a:cubicBezTo>
                        <a:pt x="123450" y="400855"/>
                        <a:pt x="123450" y="392696"/>
                        <a:pt x="123450" y="384537"/>
                      </a:cubicBezTo>
                      <a:cubicBezTo>
                        <a:pt x="123450" y="373658"/>
                        <a:pt x="126170" y="360060"/>
                        <a:pt x="126170" y="349181"/>
                      </a:cubicBezTo>
                      <a:cubicBezTo>
                        <a:pt x="126170" y="341022"/>
                        <a:pt x="126170" y="332863"/>
                        <a:pt x="126170" y="324704"/>
                      </a:cubicBezTo>
                      <a:cubicBezTo>
                        <a:pt x="126170" y="313826"/>
                        <a:pt x="126170" y="302947"/>
                        <a:pt x="128889" y="292068"/>
                      </a:cubicBezTo>
                      <a:cubicBezTo>
                        <a:pt x="131609" y="273031"/>
                        <a:pt x="134329" y="253993"/>
                        <a:pt x="134329" y="234956"/>
                      </a:cubicBezTo>
                      <a:cubicBezTo>
                        <a:pt x="134329" y="213198"/>
                        <a:pt x="134329" y="191441"/>
                        <a:pt x="134329" y="172404"/>
                      </a:cubicBezTo>
                      <a:cubicBezTo>
                        <a:pt x="134329" y="156086"/>
                        <a:pt x="134329" y="139768"/>
                        <a:pt x="137048" y="123450"/>
                      </a:cubicBezTo>
                      <a:cubicBezTo>
                        <a:pt x="131609" y="123450"/>
                        <a:pt x="134329" y="123450"/>
                        <a:pt x="123450" y="123450"/>
                      </a:cubicBezTo>
                      <a:cubicBezTo>
                        <a:pt x="115291" y="123450"/>
                        <a:pt x="107132" y="123450"/>
                        <a:pt x="101693" y="123450"/>
                      </a:cubicBezTo>
                      <a:cubicBezTo>
                        <a:pt x="93534" y="123450"/>
                        <a:pt x="82655" y="123450"/>
                        <a:pt x="77216" y="118011"/>
                      </a:cubicBezTo>
                      <a:cubicBezTo>
                        <a:pt x="69057" y="115291"/>
                        <a:pt x="60898" y="101693"/>
                        <a:pt x="60898" y="98973"/>
                      </a:cubicBezTo>
                      <a:cubicBezTo>
                        <a:pt x="60898" y="96253"/>
                        <a:pt x="60898" y="93534"/>
                        <a:pt x="66337" y="90814"/>
                      </a:cubicBezTo>
                      <a:cubicBezTo>
                        <a:pt x="71777" y="88094"/>
                        <a:pt x="79936" y="85375"/>
                        <a:pt x="88094" y="82655"/>
                      </a:cubicBezTo>
                      <a:cubicBezTo>
                        <a:pt x="104412" y="79935"/>
                        <a:pt x="131609" y="77216"/>
                        <a:pt x="145207" y="77216"/>
                      </a:cubicBezTo>
                      <a:cubicBezTo>
                        <a:pt x="145207" y="77216"/>
                        <a:pt x="145207" y="77216"/>
                        <a:pt x="145207" y="77216"/>
                      </a:cubicBezTo>
                      <a:cubicBezTo>
                        <a:pt x="145207" y="74496"/>
                        <a:pt x="150646" y="71776"/>
                        <a:pt x="153366" y="69057"/>
                      </a:cubicBezTo>
                      <a:cubicBezTo>
                        <a:pt x="161525" y="63617"/>
                        <a:pt x="169684" y="63617"/>
                        <a:pt x="177843" y="60898"/>
                      </a:cubicBezTo>
                      <a:cubicBezTo>
                        <a:pt x="183282" y="58178"/>
                        <a:pt x="191441" y="58178"/>
                        <a:pt x="196881" y="58178"/>
                      </a:cubicBezTo>
                      <a:cubicBezTo>
                        <a:pt x="199600" y="58178"/>
                        <a:pt x="202320" y="58178"/>
                        <a:pt x="205040" y="58178"/>
                      </a:cubicBezTo>
                      <a:cubicBezTo>
                        <a:pt x="207759" y="58178"/>
                        <a:pt x="213199" y="60898"/>
                        <a:pt x="215919" y="63617"/>
                      </a:cubicBezTo>
                      <a:cubicBezTo>
                        <a:pt x="221358" y="66337"/>
                        <a:pt x="224077" y="66337"/>
                        <a:pt x="229517" y="69057"/>
                      </a:cubicBezTo>
                      <a:cubicBezTo>
                        <a:pt x="237675" y="71776"/>
                        <a:pt x="245835" y="77216"/>
                        <a:pt x="256713" y="77216"/>
                      </a:cubicBezTo>
                      <a:cubicBezTo>
                        <a:pt x="259433" y="77216"/>
                        <a:pt x="262153" y="77216"/>
                        <a:pt x="264872" y="77216"/>
                      </a:cubicBezTo>
                      <a:cubicBezTo>
                        <a:pt x="270312" y="77216"/>
                        <a:pt x="275751" y="77216"/>
                        <a:pt x="281190" y="77216"/>
                      </a:cubicBezTo>
                      <a:cubicBezTo>
                        <a:pt x="292069" y="77216"/>
                        <a:pt x="321985" y="77216"/>
                        <a:pt x="330144" y="77216"/>
                      </a:cubicBezTo>
                      <a:cubicBezTo>
                        <a:pt x="338303" y="77216"/>
                        <a:pt x="349182" y="77216"/>
                        <a:pt x="357341" y="79935"/>
                      </a:cubicBezTo>
                      <a:cubicBezTo>
                        <a:pt x="368219" y="79935"/>
                        <a:pt x="379098" y="82655"/>
                        <a:pt x="387257" y="82655"/>
                      </a:cubicBezTo>
                      <a:cubicBezTo>
                        <a:pt x="392696" y="82655"/>
                        <a:pt x="400855" y="85375"/>
                        <a:pt x="406295" y="85375"/>
                      </a:cubicBezTo>
                      <a:cubicBezTo>
                        <a:pt x="409014" y="82655"/>
                        <a:pt x="414453" y="79935"/>
                        <a:pt x="417173" y="79935"/>
                      </a:cubicBezTo>
                      <a:cubicBezTo>
                        <a:pt x="419893" y="79935"/>
                        <a:pt x="422612" y="79935"/>
                        <a:pt x="425332" y="85375"/>
                      </a:cubicBezTo>
                      <a:cubicBezTo>
                        <a:pt x="428052" y="90814"/>
                        <a:pt x="433491" y="98973"/>
                        <a:pt x="433491" y="104412"/>
                      </a:cubicBezTo>
                      <a:cubicBezTo>
                        <a:pt x="436211" y="131609"/>
                        <a:pt x="436211" y="120730"/>
                        <a:pt x="436211" y="137048"/>
                      </a:cubicBezTo>
                      <a:cubicBezTo>
                        <a:pt x="438930" y="158805"/>
                        <a:pt x="438930" y="158805"/>
                        <a:pt x="438930" y="183282"/>
                      </a:cubicBezTo>
                      <a:cubicBezTo>
                        <a:pt x="438930" y="194161"/>
                        <a:pt x="438930" y="218638"/>
                        <a:pt x="422612" y="218638"/>
                      </a:cubicBezTo>
                      <a:cubicBezTo>
                        <a:pt x="414453" y="218638"/>
                        <a:pt x="411734" y="215918"/>
                        <a:pt x="406295" y="213198"/>
                      </a:cubicBezTo>
                      <a:cubicBezTo>
                        <a:pt x="400855" y="210479"/>
                        <a:pt x="398136" y="202320"/>
                        <a:pt x="398136" y="196881"/>
                      </a:cubicBezTo>
                      <a:cubicBezTo>
                        <a:pt x="395416" y="188722"/>
                        <a:pt x="395416" y="183282"/>
                        <a:pt x="395416" y="175123"/>
                      </a:cubicBezTo>
                      <a:cubicBezTo>
                        <a:pt x="395416" y="169684"/>
                        <a:pt x="395416" y="164245"/>
                        <a:pt x="395416" y="153366"/>
                      </a:cubicBezTo>
                      <a:cubicBezTo>
                        <a:pt x="395416" y="145207"/>
                        <a:pt x="395416" y="134328"/>
                        <a:pt x="395416" y="126170"/>
                      </a:cubicBezTo>
                      <a:cubicBezTo>
                        <a:pt x="387257" y="128889"/>
                        <a:pt x="379098" y="128889"/>
                        <a:pt x="370939" y="128889"/>
                      </a:cubicBezTo>
                      <a:cubicBezTo>
                        <a:pt x="360060" y="128889"/>
                        <a:pt x="349182" y="128889"/>
                        <a:pt x="338303" y="131609"/>
                      </a:cubicBezTo>
                      <a:cubicBezTo>
                        <a:pt x="327424" y="131609"/>
                        <a:pt x="319265" y="134328"/>
                        <a:pt x="286629" y="134328"/>
                      </a:cubicBezTo>
                      <a:cubicBezTo>
                        <a:pt x="281190" y="134328"/>
                        <a:pt x="278470" y="134328"/>
                        <a:pt x="273031" y="137048"/>
                      </a:cubicBezTo>
                      <a:cubicBezTo>
                        <a:pt x="270312" y="137048"/>
                        <a:pt x="264872" y="137048"/>
                        <a:pt x="262153" y="142487"/>
                      </a:cubicBezTo>
                      <a:cubicBezTo>
                        <a:pt x="259433" y="145207"/>
                        <a:pt x="259433" y="150647"/>
                        <a:pt x="259433" y="153366"/>
                      </a:cubicBezTo>
                      <a:cubicBezTo>
                        <a:pt x="259433" y="158805"/>
                        <a:pt x="259433" y="164245"/>
                        <a:pt x="262153" y="166964"/>
                      </a:cubicBezTo>
                      <a:cubicBezTo>
                        <a:pt x="262153" y="177843"/>
                        <a:pt x="262153" y="186002"/>
                        <a:pt x="262153" y="196881"/>
                      </a:cubicBezTo>
                      <a:cubicBezTo>
                        <a:pt x="262153" y="202320"/>
                        <a:pt x="262153" y="210479"/>
                        <a:pt x="262153" y="215918"/>
                      </a:cubicBezTo>
                      <a:cubicBezTo>
                        <a:pt x="262153" y="229516"/>
                        <a:pt x="262153" y="240395"/>
                        <a:pt x="262153" y="251274"/>
                      </a:cubicBezTo>
                      <a:cubicBezTo>
                        <a:pt x="262153" y="259433"/>
                        <a:pt x="259433" y="270311"/>
                        <a:pt x="259433" y="278470"/>
                      </a:cubicBezTo>
                      <a:cubicBezTo>
                        <a:pt x="259433" y="289349"/>
                        <a:pt x="259433" y="297508"/>
                        <a:pt x="259433" y="308386"/>
                      </a:cubicBezTo>
                      <a:cubicBezTo>
                        <a:pt x="259433" y="313826"/>
                        <a:pt x="259433" y="319265"/>
                        <a:pt x="259433" y="321985"/>
                      </a:cubicBezTo>
                      <a:cubicBezTo>
                        <a:pt x="259433" y="324704"/>
                        <a:pt x="259433" y="330144"/>
                        <a:pt x="259433" y="332863"/>
                      </a:cubicBezTo>
                      <a:cubicBezTo>
                        <a:pt x="262153" y="335583"/>
                        <a:pt x="264872" y="335583"/>
                        <a:pt x="267592" y="335583"/>
                      </a:cubicBezTo>
                      <a:cubicBezTo>
                        <a:pt x="273031" y="335583"/>
                        <a:pt x="275751" y="335583"/>
                        <a:pt x="281190" y="335583"/>
                      </a:cubicBezTo>
                      <a:cubicBezTo>
                        <a:pt x="311107" y="335583"/>
                        <a:pt x="319265" y="335583"/>
                        <a:pt x="327424" y="338303"/>
                      </a:cubicBezTo>
                      <a:cubicBezTo>
                        <a:pt x="335583" y="341022"/>
                        <a:pt x="343742" y="341022"/>
                        <a:pt x="351901" y="341022"/>
                      </a:cubicBezTo>
                      <a:cubicBezTo>
                        <a:pt x="351901" y="338303"/>
                        <a:pt x="351901" y="338303"/>
                        <a:pt x="351901" y="335583"/>
                      </a:cubicBezTo>
                      <a:cubicBezTo>
                        <a:pt x="351901" y="327424"/>
                        <a:pt x="351901" y="319265"/>
                        <a:pt x="351901" y="313826"/>
                      </a:cubicBezTo>
                      <a:cubicBezTo>
                        <a:pt x="351901" y="305667"/>
                        <a:pt x="351901" y="294788"/>
                        <a:pt x="357341" y="289349"/>
                      </a:cubicBezTo>
                      <a:cubicBezTo>
                        <a:pt x="360060" y="281190"/>
                        <a:pt x="368219" y="273031"/>
                        <a:pt x="373658" y="273031"/>
                      </a:cubicBezTo>
                      <a:cubicBezTo>
                        <a:pt x="376378" y="273031"/>
                        <a:pt x="379098" y="273031"/>
                        <a:pt x="381817" y="278470"/>
                      </a:cubicBezTo>
                      <a:cubicBezTo>
                        <a:pt x="384537" y="283909"/>
                        <a:pt x="387257" y="292068"/>
                        <a:pt x="389977" y="300228"/>
                      </a:cubicBezTo>
                      <a:cubicBezTo>
                        <a:pt x="392696" y="316545"/>
                        <a:pt x="392696" y="335583"/>
                        <a:pt x="395416" y="351901"/>
                      </a:cubicBezTo>
                      <a:cubicBezTo>
                        <a:pt x="398136" y="373658"/>
                        <a:pt x="398136" y="384537"/>
                        <a:pt x="398136" y="409014"/>
                      </a:cubicBezTo>
                      <a:cubicBezTo>
                        <a:pt x="398136" y="422612"/>
                        <a:pt x="398136" y="444369"/>
                        <a:pt x="381817" y="444369"/>
                      </a:cubicBezTo>
                      <a:cubicBezTo>
                        <a:pt x="373658" y="444369"/>
                        <a:pt x="370939" y="441650"/>
                        <a:pt x="365500" y="438930"/>
                      </a:cubicBezTo>
                      <a:cubicBezTo>
                        <a:pt x="360060" y="436210"/>
                        <a:pt x="357341" y="428051"/>
                        <a:pt x="357341" y="422612"/>
                      </a:cubicBezTo>
                      <a:cubicBezTo>
                        <a:pt x="354621" y="414453"/>
                        <a:pt x="354621" y="409014"/>
                        <a:pt x="354621" y="400855"/>
                      </a:cubicBezTo>
                      <a:cubicBezTo>
                        <a:pt x="354621" y="395415"/>
                        <a:pt x="354621" y="389976"/>
                        <a:pt x="354621" y="381817"/>
                      </a:cubicBezTo>
                      <a:cubicBezTo>
                        <a:pt x="335583" y="381817"/>
                        <a:pt x="308387" y="384537"/>
                        <a:pt x="270312" y="381817"/>
                      </a:cubicBezTo>
                      <a:cubicBezTo>
                        <a:pt x="262153" y="381817"/>
                        <a:pt x="256713" y="387256"/>
                        <a:pt x="256713" y="395415"/>
                      </a:cubicBezTo>
                      <a:cubicBezTo>
                        <a:pt x="256713" y="403574"/>
                        <a:pt x="256713" y="414453"/>
                        <a:pt x="253994" y="422612"/>
                      </a:cubicBezTo>
                      <a:cubicBezTo>
                        <a:pt x="253994" y="425332"/>
                        <a:pt x="253994" y="430771"/>
                        <a:pt x="253994" y="433490"/>
                      </a:cubicBezTo>
                      <a:cubicBezTo>
                        <a:pt x="253994" y="438930"/>
                        <a:pt x="253994" y="444369"/>
                        <a:pt x="253994" y="449809"/>
                      </a:cubicBezTo>
                      <a:cubicBezTo>
                        <a:pt x="253994" y="457967"/>
                        <a:pt x="256713" y="466126"/>
                        <a:pt x="256713" y="474285"/>
                      </a:cubicBezTo>
                      <a:cubicBezTo>
                        <a:pt x="256713" y="482444"/>
                        <a:pt x="256713" y="490603"/>
                        <a:pt x="256713" y="496043"/>
                      </a:cubicBezTo>
                      <a:cubicBezTo>
                        <a:pt x="256713" y="509641"/>
                        <a:pt x="259433" y="520520"/>
                        <a:pt x="259433" y="534118"/>
                      </a:cubicBezTo>
                      <a:cubicBezTo>
                        <a:pt x="259433" y="553155"/>
                        <a:pt x="259433" y="572193"/>
                        <a:pt x="259433" y="591231"/>
                      </a:cubicBezTo>
                      <a:cubicBezTo>
                        <a:pt x="259433" y="602109"/>
                        <a:pt x="262153" y="610268"/>
                        <a:pt x="262153" y="618427"/>
                      </a:cubicBezTo>
                      <a:cubicBezTo>
                        <a:pt x="264872" y="626586"/>
                        <a:pt x="262153" y="642904"/>
                        <a:pt x="267592" y="648343"/>
                      </a:cubicBezTo>
                      <a:cubicBezTo>
                        <a:pt x="270312" y="651063"/>
                        <a:pt x="275751" y="651063"/>
                        <a:pt x="292069" y="651063"/>
                      </a:cubicBezTo>
                      <a:cubicBezTo>
                        <a:pt x="305667" y="651063"/>
                        <a:pt x="319265" y="651063"/>
                        <a:pt x="327424" y="651063"/>
                      </a:cubicBezTo>
                      <a:cubicBezTo>
                        <a:pt x="338303" y="651063"/>
                        <a:pt x="351901" y="653783"/>
                        <a:pt x="362780" y="653783"/>
                      </a:cubicBezTo>
                      <a:cubicBezTo>
                        <a:pt x="376378" y="653783"/>
                        <a:pt x="384537" y="651063"/>
                        <a:pt x="395416" y="648343"/>
                      </a:cubicBezTo>
                      <a:cubicBezTo>
                        <a:pt x="395416" y="637465"/>
                        <a:pt x="395416" y="629306"/>
                        <a:pt x="395416" y="618427"/>
                      </a:cubicBezTo>
                      <a:cubicBezTo>
                        <a:pt x="395416" y="610268"/>
                        <a:pt x="395416" y="602109"/>
                        <a:pt x="395416" y="596670"/>
                      </a:cubicBezTo>
                      <a:cubicBezTo>
                        <a:pt x="395416" y="591231"/>
                        <a:pt x="395416" y="585791"/>
                        <a:pt x="398136" y="574913"/>
                      </a:cubicBezTo>
                      <a:cubicBezTo>
                        <a:pt x="400855" y="569473"/>
                        <a:pt x="400855" y="564034"/>
                        <a:pt x="406295" y="558595"/>
                      </a:cubicBezTo>
                      <a:cubicBezTo>
                        <a:pt x="411734" y="553155"/>
                        <a:pt x="414453" y="553155"/>
                        <a:pt x="422612" y="553155"/>
                      </a:cubicBezTo>
                      <a:cubicBezTo>
                        <a:pt x="436211" y="553155"/>
                        <a:pt x="438930" y="577632"/>
                        <a:pt x="438930" y="588511"/>
                      </a:cubicBezTo>
                      <a:cubicBezTo>
                        <a:pt x="438930" y="612988"/>
                        <a:pt x="438930" y="623866"/>
                        <a:pt x="436211" y="645624"/>
                      </a:cubicBezTo>
                      <a:cubicBezTo>
                        <a:pt x="433491" y="648343"/>
                        <a:pt x="433491" y="648343"/>
                        <a:pt x="433491" y="651063"/>
                      </a:cubicBezTo>
                      <a:lnTo>
                        <a:pt x="433491" y="651063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139" name="Freeform: Shape 138">
                  <a:extLst>
                    <a:ext uri="{FF2B5EF4-FFF2-40B4-BE49-F238E27FC236}">
                      <a16:creationId xmlns:a16="http://schemas.microsoft.com/office/drawing/2014/main" id="{36EC1354-E019-4C3B-967F-4056D8DAFF69}"/>
                    </a:ext>
                  </a:extLst>
                </p:cNvPr>
                <p:cNvSpPr/>
                <p:nvPr/>
              </p:nvSpPr>
              <p:spPr>
                <a:xfrm>
                  <a:off x="7912732" y="4250336"/>
                  <a:ext cx="465062" cy="658157"/>
                </a:xfrm>
                <a:custGeom>
                  <a:avLst/>
                  <a:gdLst>
                    <a:gd name="connsiteX0" fmla="*/ 193096 w 465062"/>
                    <a:gd name="connsiteY0" fmla="*/ 59832 h 658157"/>
                    <a:gd name="connsiteX1" fmla="*/ 193096 w 465062"/>
                    <a:gd name="connsiteY1" fmla="*/ 114226 h 658157"/>
                    <a:gd name="connsiteX2" fmla="*/ 198536 w 465062"/>
                    <a:gd name="connsiteY2" fmla="*/ 209414 h 658157"/>
                    <a:gd name="connsiteX3" fmla="*/ 201255 w 465062"/>
                    <a:gd name="connsiteY3" fmla="*/ 282845 h 658157"/>
                    <a:gd name="connsiteX4" fmla="*/ 203975 w 465062"/>
                    <a:gd name="connsiteY4" fmla="*/ 315481 h 658157"/>
                    <a:gd name="connsiteX5" fmla="*/ 203975 w 465062"/>
                    <a:gd name="connsiteY5" fmla="*/ 320920 h 658157"/>
                    <a:gd name="connsiteX6" fmla="*/ 212134 w 465062"/>
                    <a:gd name="connsiteY6" fmla="*/ 329079 h 658157"/>
                    <a:gd name="connsiteX7" fmla="*/ 223013 w 465062"/>
                    <a:gd name="connsiteY7" fmla="*/ 329079 h 658157"/>
                    <a:gd name="connsiteX8" fmla="*/ 239331 w 465062"/>
                    <a:gd name="connsiteY8" fmla="*/ 329079 h 658157"/>
                    <a:gd name="connsiteX9" fmla="*/ 280126 w 465062"/>
                    <a:gd name="connsiteY9" fmla="*/ 312761 h 658157"/>
                    <a:gd name="connsiteX10" fmla="*/ 296443 w 465062"/>
                    <a:gd name="connsiteY10" fmla="*/ 288284 h 658157"/>
                    <a:gd name="connsiteX11" fmla="*/ 304602 w 465062"/>
                    <a:gd name="connsiteY11" fmla="*/ 258368 h 658157"/>
                    <a:gd name="connsiteX12" fmla="*/ 312761 w 465062"/>
                    <a:gd name="connsiteY12" fmla="*/ 225732 h 658157"/>
                    <a:gd name="connsiteX13" fmla="*/ 315481 w 465062"/>
                    <a:gd name="connsiteY13" fmla="*/ 195816 h 658157"/>
                    <a:gd name="connsiteX14" fmla="*/ 318201 w 465062"/>
                    <a:gd name="connsiteY14" fmla="*/ 168619 h 658157"/>
                    <a:gd name="connsiteX15" fmla="*/ 312761 w 465062"/>
                    <a:gd name="connsiteY15" fmla="*/ 135983 h 658157"/>
                    <a:gd name="connsiteX16" fmla="*/ 312761 w 465062"/>
                    <a:gd name="connsiteY16" fmla="*/ 122385 h 658157"/>
                    <a:gd name="connsiteX17" fmla="*/ 293724 w 465062"/>
                    <a:gd name="connsiteY17" fmla="*/ 84309 h 658157"/>
                    <a:gd name="connsiteX18" fmla="*/ 280126 w 465062"/>
                    <a:gd name="connsiteY18" fmla="*/ 73430 h 658157"/>
                    <a:gd name="connsiteX19" fmla="*/ 258368 w 465062"/>
                    <a:gd name="connsiteY19" fmla="*/ 62552 h 658157"/>
                    <a:gd name="connsiteX20" fmla="*/ 217573 w 465062"/>
                    <a:gd name="connsiteY20" fmla="*/ 59832 h 658157"/>
                    <a:gd name="connsiteX21" fmla="*/ 111506 w 465062"/>
                    <a:gd name="connsiteY21" fmla="*/ 0 h 658157"/>
                    <a:gd name="connsiteX22" fmla="*/ 127824 w 465062"/>
                    <a:gd name="connsiteY22" fmla="*/ 0 h 658157"/>
                    <a:gd name="connsiteX23" fmla="*/ 157741 w 465062"/>
                    <a:gd name="connsiteY23" fmla="*/ 5440 h 658157"/>
                    <a:gd name="connsiteX24" fmla="*/ 179497 w 465062"/>
                    <a:gd name="connsiteY24" fmla="*/ 16318 h 658157"/>
                    <a:gd name="connsiteX25" fmla="*/ 209414 w 465062"/>
                    <a:gd name="connsiteY25" fmla="*/ 16318 h 658157"/>
                    <a:gd name="connsiteX26" fmla="*/ 247489 w 465062"/>
                    <a:gd name="connsiteY26" fmla="*/ 16318 h 658157"/>
                    <a:gd name="connsiteX27" fmla="*/ 266527 w 465062"/>
                    <a:gd name="connsiteY27" fmla="*/ 16318 h 658157"/>
                    <a:gd name="connsiteX28" fmla="*/ 312761 w 465062"/>
                    <a:gd name="connsiteY28" fmla="*/ 27197 h 658157"/>
                    <a:gd name="connsiteX29" fmla="*/ 337238 w 465062"/>
                    <a:gd name="connsiteY29" fmla="*/ 38075 h 658157"/>
                    <a:gd name="connsiteX30" fmla="*/ 364434 w 465062"/>
                    <a:gd name="connsiteY30" fmla="*/ 54393 h 658157"/>
                    <a:gd name="connsiteX31" fmla="*/ 386192 w 465062"/>
                    <a:gd name="connsiteY31" fmla="*/ 73431 h 658157"/>
                    <a:gd name="connsiteX32" fmla="*/ 407949 w 465062"/>
                    <a:gd name="connsiteY32" fmla="*/ 103347 h 658157"/>
                    <a:gd name="connsiteX33" fmla="*/ 416108 w 465062"/>
                    <a:gd name="connsiteY33" fmla="*/ 141422 h 658157"/>
                    <a:gd name="connsiteX34" fmla="*/ 418828 w 465062"/>
                    <a:gd name="connsiteY34" fmla="*/ 163179 h 658157"/>
                    <a:gd name="connsiteX35" fmla="*/ 418828 w 465062"/>
                    <a:gd name="connsiteY35" fmla="*/ 171339 h 658157"/>
                    <a:gd name="connsiteX36" fmla="*/ 421547 w 465062"/>
                    <a:gd name="connsiteY36" fmla="*/ 187656 h 658157"/>
                    <a:gd name="connsiteX37" fmla="*/ 418828 w 465062"/>
                    <a:gd name="connsiteY37" fmla="*/ 206694 h 658157"/>
                    <a:gd name="connsiteX38" fmla="*/ 416108 w 465062"/>
                    <a:gd name="connsiteY38" fmla="*/ 233891 h 658157"/>
                    <a:gd name="connsiteX39" fmla="*/ 405229 w 465062"/>
                    <a:gd name="connsiteY39" fmla="*/ 263807 h 658157"/>
                    <a:gd name="connsiteX40" fmla="*/ 394351 w 465062"/>
                    <a:gd name="connsiteY40" fmla="*/ 274686 h 658157"/>
                    <a:gd name="connsiteX41" fmla="*/ 388912 w 465062"/>
                    <a:gd name="connsiteY41" fmla="*/ 285564 h 658157"/>
                    <a:gd name="connsiteX42" fmla="*/ 369874 w 465062"/>
                    <a:gd name="connsiteY42" fmla="*/ 304602 h 658157"/>
                    <a:gd name="connsiteX43" fmla="*/ 358995 w 465062"/>
                    <a:gd name="connsiteY43" fmla="*/ 310041 h 658157"/>
                    <a:gd name="connsiteX44" fmla="*/ 348117 w 465062"/>
                    <a:gd name="connsiteY44" fmla="*/ 320920 h 658157"/>
                    <a:gd name="connsiteX45" fmla="*/ 326359 w 465062"/>
                    <a:gd name="connsiteY45" fmla="*/ 339957 h 658157"/>
                    <a:gd name="connsiteX46" fmla="*/ 312761 w 465062"/>
                    <a:gd name="connsiteY46" fmla="*/ 353555 h 658157"/>
                    <a:gd name="connsiteX47" fmla="*/ 337238 w 465062"/>
                    <a:gd name="connsiteY47" fmla="*/ 380752 h 658157"/>
                    <a:gd name="connsiteX48" fmla="*/ 358995 w 465062"/>
                    <a:gd name="connsiteY48" fmla="*/ 421547 h 658157"/>
                    <a:gd name="connsiteX49" fmla="*/ 372593 w 465062"/>
                    <a:gd name="connsiteY49" fmla="*/ 459622 h 658157"/>
                    <a:gd name="connsiteX50" fmla="*/ 386192 w 465062"/>
                    <a:gd name="connsiteY50" fmla="*/ 514015 h 658157"/>
                    <a:gd name="connsiteX51" fmla="*/ 407949 w 465062"/>
                    <a:gd name="connsiteY51" fmla="*/ 568408 h 658157"/>
                    <a:gd name="connsiteX52" fmla="*/ 421547 w 465062"/>
                    <a:gd name="connsiteY52" fmla="*/ 598324 h 658157"/>
                    <a:gd name="connsiteX53" fmla="*/ 451463 w 465062"/>
                    <a:gd name="connsiteY53" fmla="*/ 628241 h 658157"/>
                    <a:gd name="connsiteX54" fmla="*/ 465062 w 465062"/>
                    <a:gd name="connsiteY54" fmla="*/ 644559 h 658157"/>
                    <a:gd name="connsiteX55" fmla="*/ 462342 w 465062"/>
                    <a:gd name="connsiteY55" fmla="*/ 649998 h 658157"/>
                    <a:gd name="connsiteX56" fmla="*/ 437865 w 465062"/>
                    <a:gd name="connsiteY56" fmla="*/ 658157 h 658157"/>
                    <a:gd name="connsiteX57" fmla="*/ 361715 w 465062"/>
                    <a:gd name="connsiteY57" fmla="*/ 622801 h 658157"/>
                    <a:gd name="connsiteX58" fmla="*/ 320920 w 465062"/>
                    <a:gd name="connsiteY58" fmla="*/ 565689 h 658157"/>
                    <a:gd name="connsiteX59" fmla="*/ 304602 w 465062"/>
                    <a:gd name="connsiteY59" fmla="*/ 530333 h 658157"/>
                    <a:gd name="connsiteX60" fmla="*/ 293723 w 465062"/>
                    <a:gd name="connsiteY60" fmla="*/ 497697 h 658157"/>
                    <a:gd name="connsiteX61" fmla="*/ 282845 w 465062"/>
                    <a:gd name="connsiteY61" fmla="*/ 462342 h 658157"/>
                    <a:gd name="connsiteX62" fmla="*/ 269246 w 465062"/>
                    <a:gd name="connsiteY62" fmla="*/ 424267 h 658157"/>
                    <a:gd name="connsiteX63" fmla="*/ 255648 w 465062"/>
                    <a:gd name="connsiteY63" fmla="*/ 391631 h 658157"/>
                    <a:gd name="connsiteX64" fmla="*/ 236610 w 465062"/>
                    <a:gd name="connsiteY64" fmla="*/ 367154 h 658157"/>
                    <a:gd name="connsiteX65" fmla="*/ 217573 w 465062"/>
                    <a:gd name="connsiteY65" fmla="*/ 361714 h 658157"/>
                    <a:gd name="connsiteX66" fmla="*/ 201255 w 465062"/>
                    <a:gd name="connsiteY66" fmla="*/ 361714 h 658157"/>
                    <a:gd name="connsiteX67" fmla="*/ 198535 w 465062"/>
                    <a:gd name="connsiteY67" fmla="*/ 367154 h 658157"/>
                    <a:gd name="connsiteX68" fmla="*/ 201255 w 465062"/>
                    <a:gd name="connsiteY68" fmla="*/ 388911 h 658157"/>
                    <a:gd name="connsiteX69" fmla="*/ 198535 w 465062"/>
                    <a:gd name="connsiteY69" fmla="*/ 426986 h 658157"/>
                    <a:gd name="connsiteX70" fmla="*/ 203975 w 465062"/>
                    <a:gd name="connsiteY70" fmla="*/ 478660 h 658157"/>
                    <a:gd name="connsiteX71" fmla="*/ 198535 w 465062"/>
                    <a:gd name="connsiteY71" fmla="*/ 552090 h 658157"/>
                    <a:gd name="connsiteX72" fmla="*/ 195816 w 465062"/>
                    <a:gd name="connsiteY72" fmla="*/ 576567 h 658157"/>
                    <a:gd name="connsiteX73" fmla="*/ 198535 w 465062"/>
                    <a:gd name="connsiteY73" fmla="*/ 592885 h 658157"/>
                    <a:gd name="connsiteX74" fmla="*/ 233891 w 465062"/>
                    <a:gd name="connsiteY74" fmla="*/ 592885 h 658157"/>
                    <a:gd name="connsiteX75" fmla="*/ 271966 w 465062"/>
                    <a:gd name="connsiteY75" fmla="*/ 611923 h 658157"/>
                    <a:gd name="connsiteX76" fmla="*/ 266527 w 465062"/>
                    <a:gd name="connsiteY76" fmla="*/ 628241 h 658157"/>
                    <a:gd name="connsiteX77" fmla="*/ 250209 w 465062"/>
                    <a:gd name="connsiteY77" fmla="*/ 636400 h 658157"/>
                    <a:gd name="connsiteX78" fmla="*/ 228451 w 465062"/>
                    <a:gd name="connsiteY78" fmla="*/ 639119 h 658157"/>
                    <a:gd name="connsiteX79" fmla="*/ 187657 w 465062"/>
                    <a:gd name="connsiteY79" fmla="*/ 639119 h 658157"/>
                    <a:gd name="connsiteX80" fmla="*/ 152301 w 465062"/>
                    <a:gd name="connsiteY80" fmla="*/ 652717 h 658157"/>
                    <a:gd name="connsiteX81" fmla="*/ 133263 w 465062"/>
                    <a:gd name="connsiteY81" fmla="*/ 655437 h 658157"/>
                    <a:gd name="connsiteX82" fmla="*/ 122385 w 465062"/>
                    <a:gd name="connsiteY82" fmla="*/ 652717 h 658157"/>
                    <a:gd name="connsiteX83" fmla="*/ 97908 w 465062"/>
                    <a:gd name="connsiteY83" fmla="*/ 639119 h 658157"/>
                    <a:gd name="connsiteX84" fmla="*/ 70711 w 465062"/>
                    <a:gd name="connsiteY84" fmla="*/ 639119 h 658157"/>
                    <a:gd name="connsiteX85" fmla="*/ 46234 w 465062"/>
                    <a:gd name="connsiteY85" fmla="*/ 639119 h 658157"/>
                    <a:gd name="connsiteX86" fmla="*/ 19038 w 465062"/>
                    <a:gd name="connsiteY86" fmla="*/ 630960 h 658157"/>
                    <a:gd name="connsiteX87" fmla="*/ 2720 w 465062"/>
                    <a:gd name="connsiteY87" fmla="*/ 614642 h 658157"/>
                    <a:gd name="connsiteX88" fmla="*/ 8159 w 465062"/>
                    <a:gd name="connsiteY88" fmla="*/ 606483 h 658157"/>
                    <a:gd name="connsiteX89" fmla="*/ 29916 w 465062"/>
                    <a:gd name="connsiteY89" fmla="*/ 598324 h 658157"/>
                    <a:gd name="connsiteX90" fmla="*/ 76151 w 465062"/>
                    <a:gd name="connsiteY90" fmla="*/ 592885 h 658157"/>
                    <a:gd name="connsiteX91" fmla="*/ 73431 w 465062"/>
                    <a:gd name="connsiteY91" fmla="*/ 573848 h 658157"/>
                    <a:gd name="connsiteX92" fmla="*/ 70711 w 465062"/>
                    <a:gd name="connsiteY92" fmla="*/ 500417 h 658157"/>
                    <a:gd name="connsiteX93" fmla="*/ 73431 w 465062"/>
                    <a:gd name="connsiteY93" fmla="*/ 437865 h 658157"/>
                    <a:gd name="connsiteX94" fmla="*/ 70711 w 465062"/>
                    <a:gd name="connsiteY94" fmla="*/ 369873 h 658157"/>
                    <a:gd name="connsiteX95" fmla="*/ 70711 w 465062"/>
                    <a:gd name="connsiteY95" fmla="*/ 293723 h 658157"/>
                    <a:gd name="connsiteX96" fmla="*/ 73431 w 465062"/>
                    <a:gd name="connsiteY96" fmla="*/ 212133 h 658157"/>
                    <a:gd name="connsiteX97" fmla="*/ 76151 w 465062"/>
                    <a:gd name="connsiteY97" fmla="*/ 155021 h 658157"/>
                    <a:gd name="connsiteX98" fmla="*/ 76151 w 465062"/>
                    <a:gd name="connsiteY98" fmla="*/ 119665 h 658157"/>
                    <a:gd name="connsiteX99" fmla="*/ 78870 w 465062"/>
                    <a:gd name="connsiteY99" fmla="*/ 84310 h 658157"/>
                    <a:gd name="connsiteX100" fmla="*/ 76151 w 465062"/>
                    <a:gd name="connsiteY100" fmla="*/ 62552 h 658157"/>
                    <a:gd name="connsiteX101" fmla="*/ 67992 w 465062"/>
                    <a:gd name="connsiteY101" fmla="*/ 62552 h 658157"/>
                    <a:gd name="connsiteX102" fmla="*/ 43515 w 465062"/>
                    <a:gd name="connsiteY102" fmla="*/ 62552 h 658157"/>
                    <a:gd name="connsiteX103" fmla="*/ 16318 w 465062"/>
                    <a:gd name="connsiteY103" fmla="*/ 57113 h 658157"/>
                    <a:gd name="connsiteX104" fmla="*/ 0 w 465062"/>
                    <a:gd name="connsiteY104" fmla="*/ 40795 h 658157"/>
                    <a:gd name="connsiteX105" fmla="*/ 5439 w 465062"/>
                    <a:gd name="connsiteY105" fmla="*/ 32636 h 658157"/>
                    <a:gd name="connsiteX106" fmla="*/ 27197 w 465062"/>
                    <a:gd name="connsiteY106" fmla="*/ 24477 h 658157"/>
                    <a:gd name="connsiteX107" fmla="*/ 76151 w 465062"/>
                    <a:gd name="connsiteY107" fmla="*/ 19038 h 658157"/>
                    <a:gd name="connsiteX108" fmla="*/ 78870 w 465062"/>
                    <a:gd name="connsiteY108" fmla="*/ 13598 h 658157"/>
                    <a:gd name="connsiteX109" fmla="*/ 95188 w 465062"/>
                    <a:gd name="connsiteY109" fmla="*/ 5440 h 658157"/>
                    <a:gd name="connsiteX110" fmla="*/ 111506 w 465062"/>
                    <a:gd name="connsiteY110" fmla="*/ 0 h 6581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</a:cxnLst>
                  <a:rect l="l" t="t" r="r" b="b"/>
                  <a:pathLst>
                    <a:path w="465062" h="658157">
                      <a:moveTo>
                        <a:pt x="193096" y="59832"/>
                      </a:moveTo>
                      <a:cubicBezTo>
                        <a:pt x="193096" y="73430"/>
                        <a:pt x="193096" y="89748"/>
                        <a:pt x="193096" y="114226"/>
                      </a:cubicBezTo>
                      <a:cubicBezTo>
                        <a:pt x="193096" y="144142"/>
                        <a:pt x="195816" y="176778"/>
                        <a:pt x="198536" y="209414"/>
                      </a:cubicBezTo>
                      <a:cubicBezTo>
                        <a:pt x="198536" y="247489"/>
                        <a:pt x="201255" y="277406"/>
                        <a:pt x="201255" y="282845"/>
                      </a:cubicBezTo>
                      <a:cubicBezTo>
                        <a:pt x="201255" y="293723"/>
                        <a:pt x="203975" y="304602"/>
                        <a:pt x="203975" y="315481"/>
                      </a:cubicBezTo>
                      <a:cubicBezTo>
                        <a:pt x="203975" y="318200"/>
                        <a:pt x="203975" y="318200"/>
                        <a:pt x="203975" y="320920"/>
                      </a:cubicBezTo>
                      <a:cubicBezTo>
                        <a:pt x="203975" y="326359"/>
                        <a:pt x="206695" y="329079"/>
                        <a:pt x="212134" y="329079"/>
                      </a:cubicBezTo>
                      <a:cubicBezTo>
                        <a:pt x="214854" y="329079"/>
                        <a:pt x="220293" y="329079"/>
                        <a:pt x="223013" y="329079"/>
                      </a:cubicBezTo>
                      <a:cubicBezTo>
                        <a:pt x="228452" y="329079"/>
                        <a:pt x="233891" y="329079"/>
                        <a:pt x="239331" y="329079"/>
                      </a:cubicBezTo>
                      <a:cubicBezTo>
                        <a:pt x="252929" y="329079"/>
                        <a:pt x="271967" y="323640"/>
                        <a:pt x="280126" y="312761"/>
                      </a:cubicBezTo>
                      <a:cubicBezTo>
                        <a:pt x="288284" y="304602"/>
                        <a:pt x="291004" y="299163"/>
                        <a:pt x="296443" y="288284"/>
                      </a:cubicBezTo>
                      <a:cubicBezTo>
                        <a:pt x="299163" y="277406"/>
                        <a:pt x="301883" y="269247"/>
                        <a:pt x="304602" y="258368"/>
                      </a:cubicBezTo>
                      <a:cubicBezTo>
                        <a:pt x="307322" y="244770"/>
                        <a:pt x="310042" y="239330"/>
                        <a:pt x="312761" y="225732"/>
                      </a:cubicBezTo>
                      <a:cubicBezTo>
                        <a:pt x="315481" y="212134"/>
                        <a:pt x="315481" y="209414"/>
                        <a:pt x="315481" y="195816"/>
                      </a:cubicBezTo>
                      <a:cubicBezTo>
                        <a:pt x="315481" y="179498"/>
                        <a:pt x="315481" y="184937"/>
                        <a:pt x="318201" y="168619"/>
                      </a:cubicBezTo>
                      <a:cubicBezTo>
                        <a:pt x="312761" y="152302"/>
                        <a:pt x="312761" y="149582"/>
                        <a:pt x="312761" y="135983"/>
                      </a:cubicBezTo>
                      <a:cubicBezTo>
                        <a:pt x="312761" y="133264"/>
                        <a:pt x="312761" y="127825"/>
                        <a:pt x="312761" y="122385"/>
                      </a:cubicBezTo>
                      <a:cubicBezTo>
                        <a:pt x="312761" y="111507"/>
                        <a:pt x="301883" y="95188"/>
                        <a:pt x="293724" y="84309"/>
                      </a:cubicBezTo>
                      <a:cubicBezTo>
                        <a:pt x="288284" y="78870"/>
                        <a:pt x="285565" y="76150"/>
                        <a:pt x="280126" y="73430"/>
                      </a:cubicBezTo>
                      <a:cubicBezTo>
                        <a:pt x="271967" y="67991"/>
                        <a:pt x="266527" y="65271"/>
                        <a:pt x="258368" y="62552"/>
                      </a:cubicBezTo>
                      <a:cubicBezTo>
                        <a:pt x="244770" y="59832"/>
                        <a:pt x="228452" y="59832"/>
                        <a:pt x="217573" y="59832"/>
                      </a:cubicBezTo>
                      <a:close/>
                      <a:moveTo>
                        <a:pt x="111506" y="0"/>
                      </a:moveTo>
                      <a:cubicBezTo>
                        <a:pt x="114226" y="0"/>
                        <a:pt x="122385" y="0"/>
                        <a:pt x="127824" y="0"/>
                      </a:cubicBezTo>
                      <a:cubicBezTo>
                        <a:pt x="135983" y="0"/>
                        <a:pt x="146862" y="2720"/>
                        <a:pt x="157741" y="5440"/>
                      </a:cubicBezTo>
                      <a:cubicBezTo>
                        <a:pt x="168619" y="8159"/>
                        <a:pt x="176778" y="10879"/>
                        <a:pt x="179497" y="16318"/>
                      </a:cubicBezTo>
                      <a:cubicBezTo>
                        <a:pt x="193096" y="16318"/>
                        <a:pt x="201255" y="16318"/>
                        <a:pt x="209414" y="16318"/>
                      </a:cubicBezTo>
                      <a:cubicBezTo>
                        <a:pt x="220292" y="16318"/>
                        <a:pt x="231171" y="16318"/>
                        <a:pt x="247489" y="16318"/>
                      </a:cubicBezTo>
                      <a:cubicBezTo>
                        <a:pt x="250209" y="16318"/>
                        <a:pt x="258368" y="16318"/>
                        <a:pt x="266527" y="16318"/>
                      </a:cubicBezTo>
                      <a:cubicBezTo>
                        <a:pt x="277405" y="16318"/>
                        <a:pt x="291004" y="21758"/>
                        <a:pt x="312761" y="27197"/>
                      </a:cubicBezTo>
                      <a:cubicBezTo>
                        <a:pt x="320920" y="29917"/>
                        <a:pt x="329079" y="35356"/>
                        <a:pt x="337238" y="38075"/>
                      </a:cubicBezTo>
                      <a:cubicBezTo>
                        <a:pt x="342677" y="40795"/>
                        <a:pt x="353556" y="48954"/>
                        <a:pt x="364434" y="54393"/>
                      </a:cubicBezTo>
                      <a:cubicBezTo>
                        <a:pt x="375313" y="62552"/>
                        <a:pt x="386192" y="67992"/>
                        <a:pt x="386192" y="73431"/>
                      </a:cubicBezTo>
                      <a:cubicBezTo>
                        <a:pt x="391631" y="84310"/>
                        <a:pt x="402510" y="92469"/>
                        <a:pt x="407949" y="103347"/>
                      </a:cubicBezTo>
                      <a:cubicBezTo>
                        <a:pt x="413388" y="116945"/>
                        <a:pt x="416108" y="130544"/>
                        <a:pt x="416108" y="141422"/>
                      </a:cubicBezTo>
                      <a:cubicBezTo>
                        <a:pt x="416108" y="152301"/>
                        <a:pt x="418828" y="157740"/>
                        <a:pt x="418828" y="163179"/>
                      </a:cubicBezTo>
                      <a:cubicBezTo>
                        <a:pt x="418828" y="165899"/>
                        <a:pt x="418828" y="168619"/>
                        <a:pt x="418828" y="171339"/>
                      </a:cubicBezTo>
                      <a:cubicBezTo>
                        <a:pt x="418828" y="174058"/>
                        <a:pt x="421547" y="182217"/>
                        <a:pt x="421547" y="187656"/>
                      </a:cubicBezTo>
                      <a:cubicBezTo>
                        <a:pt x="421547" y="193096"/>
                        <a:pt x="418828" y="201255"/>
                        <a:pt x="418828" y="206694"/>
                      </a:cubicBezTo>
                      <a:cubicBezTo>
                        <a:pt x="418828" y="217573"/>
                        <a:pt x="418828" y="223012"/>
                        <a:pt x="416108" y="233891"/>
                      </a:cubicBezTo>
                      <a:cubicBezTo>
                        <a:pt x="413388" y="244769"/>
                        <a:pt x="410668" y="255648"/>
                        <a:pt x="405229" y="263807"/>
                      </a:cubicBezTo>
                      <a:cubicBezTo>
                        <a:pt x="402510" y="269246"/>
                        <a:pt x="397070" y="269246"/>
                        <a:pt x="394351" y="274686"/>
                      </a:cubicBezTo>
                      <a:cubicBezTo>
                        <a:pt x="391631" y="277405"/>
                        <a:pt x="391631" y="282844"/>
                        <a:pt x="388912" y="285564"/>
                      </a:cubicBezTo>
                      <a:cubicBezTo>
                        <a:pt x="383472" y="291003"/>
                        <a:pt x="375313" y="301882"/>
                        <a:pt x="369874" y="304602"/>
                      </a:cubicBezTo>
                      <a:cubicBezTo>
                        <a:pt x="367154" y="307321"/>
                        <a:pt x="361715" y="307321"/>
                        <a:pt x="358995" y="310041"/>
                      </a:cubicBezTo>
                      <a:cubicBezTo>
                        <a:pt x="356275" y="312761"/>
                        <a:pt x="350836" y="318200"/>
                        <a:pt x="348117" y="320920"/>
                      </a:cubicBezTo>
                      <a:cubicBezTo>
                        <a:pt x="339958" y="326359"/>
                        <a:pt x="334518" y="334518"/>
                        <a:pt x="326359" y="339957"/>
                      </a:cubicBezTo>
                      <a:cubicBezTo>
                        <a:pt x="320920" y="342677"/>
                        <a:pt x="312761" y="342677"/>
                        <a:pt x="312761" y="353555"/>
                      </a:cubicBezTo>
                      <a:cubicBezTo>
                        <a:pt x="312761" y="361714"/>
                        <a:pt x="334518" y="372593"/>
                        <a:pt x="337238" y="380752"/>
                      </a:cubicBezTo>
                      <a:cubicBezTo>
                        <a:pt x="345397" y="394350"/>
                        <a:pt x="353556" y="407948"/>
                        <a:pt x="358995" y="421547"/>
                      </a:cubicBezTo>
                      <a:cubicBezTo>
                        <a:pt x="364434" y="435145"/>
                        <a:pt x="367154" y="446024"/>
                        <a:pt x="372593" y="459622"/>
                      </a:cubicBezTo>
                      <a:cubicBezTo>
                        <a:pt x="378033" y="478660"/>
                        <a:pt x="383472" y="494978"/>
                        <a:pt x="386192" y="514015"/>
                      </a:cubicBezTo>
                      <a:cubicBezTo>
                        <a:pt x="391631" y="533053"/>
                        <a:pt x="402510" y="549371"/>
                        <a:pt x="407949" y="568408"/>
                      </a:cubicBezTo>
                      <a:cubicBezTo>
                        <a:pt x="410668" y="579287"/>
                        <a:pt x="416108" y="590165"/>
                        <a:pt x="421547" y="598324"/>
                      </a:cubicBezTo>
                      <a:cubicBezTo>
                        <a:pt x="435146" y="614642"/>
                        <a:pt x="443305" y="622801"/>
                        <a:pt x="451463" y="628241"/>
                      </a:cubicBezTo>
                      <a:cubicBezTo>
                        <a:pt x="456903" y="630960"/>
                        <a:pt x="465062" y="636400"/>
                        <a:pt x="465062" y="644559"/>
                      </a:cubicBezTo>
                      <a:cubicBezTo>
                        <a:pt x="465062" y="647278"/>
                        <a:pt x="465062" y="647278"/>
                        <a:pt x="462342" y="649998"/>
                      </a:cubicBezTo>
                      <a:cubicBezTo>
                        <a:pt x="456903" y="655437"/>
                        <a:pt x="446024" y="658157"/>
                        <a:pt x="437865" y="658157"/>
                      </a:cubicBezTo>
                      <a:cubicBezTo>
                        <a:pt x="413388" y="658157"/>
                        <a:pt x="378033" y="641839"/>
                        <a:pt x="361715" y="622801"/>
                      </a:cubicBezTo>
                      <a:cubicBezTo>
                        <a:pt x="345397" y="606483"/>
                        <a:pt x="334518" y="584726"/>
                        <a:pt x="320920" y="565689"/>
                      </a:cubicBezTo>
                      <a:cubicBezTo>
                        <a:pt x="315480" y="554810"/>
                        <a:pt x="310041" y="543931"/>
                        <a:pt x="304602" y="530333"/>
                      </a:cubicBezTo>
                      <a:cubicBezTo>
                        <a:pt x="299163" y="519454"/>
                        <a:pt x="296443" y="508576"/>
                        <a:pt x="293723" y="497697"/>
                      </a:cubicBezTo>
                      <a:cubicBezTo>
                        <a:pt x="291004" y="486819"/>
                        <a:pt x="288284" y="473220"/>
                        <a:pt x="282845" y="462342"/>
                      </a:cubicBezTo>
                      <a:cubicBezTo>
                        <a:pt x="280125" y="448743"/>
                        <a:pt x="274686" y="437865"/>
                        <a:pt x="269246" y="424267"/>
                      </a:cubicBezTo>
                      <a:cubicBezTo>
                        <a:pt x="266527" y="416108"/>
                        <a:pt x="261087" y="402509"/>
                        <a:pt x="255648" y="391631"/>
                      </a:cubicBezTo>
                      <a:cubicBezTo>
                        <a:pt x="250209" y="380752"/>
                        <a:pt x="244770" y="375313"/>
                        <a:pt x="236610" y="367154"/>
                      </a:cubicBezTo>
                      <a:cubicBezTo>
                        <a:pt x="231171" y="361714"/>
                        <a:pt x="223012" y="361714"/>
                        <a:pt x="217573" y="361714"/>
                      </a:cubicBezTo>
                      <a:cubicBezTo>
                        <a:pt x="212134" y="361714"/>
                        <a:pt x="206694" y="361714"/>
                        <a:pt x="201255" y="361714"/>
                      </a:cubicBezTo>
                      <a:cubicBezTo>
                        <a:pt x="198535" y="361714"/>
                        <a:pt x="198535" y="364434"/>
                        <a:pt x="198535" y="367154"/>
                      </a:cubicBezTo>
                      <a:cubicBezTo>
                        <a:pt x="198535" y="375313"/>
                        <a:pt x="201255" y="386191"/>
                        <a:pt x="201255" y="388911"/>
                      </a:cubicBezTo>
                      <a:cubicBezTo>
                        <a:pt x="201255" y="402509"/>
                        <a:pt x="198535" y="413388"/>
                        <a:pt x="198535" y="426986"/>
                      </a:cubicBezTo>
                      <a:cubicBezTo>
                        <a:pt x="198535" y="446024"/>
                        <a:pt x="203975" y="456902"/>
                        <a:pt x="203975" y="478660"/>
                      </a:cubicBezTo>
                      <a:cubicBezTo>
                        <a:pt x="203975" y="503136"/>
                        <a:pt x="201255" y="527613"/>
                        <a:pt x="198535" y="552090"/>
                      </a:cubicBezTo>
                      <a:cubicBezTo>
                        <a:pt x="198535" y="560249"/>
                        <a:pt x="195816" y="568408"/>
                        <a:pt x="195816" y="576567"/>
                      </a:cubicBezTo>
                      <a:cubicBezTo>
                        <a:pt x="195816" y="582006"/>
                        <a:pt x="195816" y="587446"/>
                        <a:pt x="198535" y="592885"/>
                      </a:cubicBezTo>
                      <a:cubicBezTo>
                        <a:pt x="212134" y="592885"/>
                        <a:pt x="225732" y="592885"/>
                        <a:pt x="233891" y="592885"/>
                      </a:cubicBezTo>
                      <a:cubicBezTo>
                        <a:pt x="247489" y="592885"/>
                        <a:pt x="271966" y="592885"/>
                        <a:pt x="271966" y="611923"/>
                      </a:cubicBezTo>
                      <a:cubicBezTo>
                        <a:pt x="271966" y="620082"/>
                        <a:pt x="269246" y="622801"/>
                        <a:pt x="266527" y="628241"/>
                      </a:cubicBezTo>
                      <a:cubicBezTo>
                        <a:pt x="261087" y="633680"/>
                        <a:pt x="255648" y="636400"/>
                        <a:pt x="250209" y="636400"/>
                      </a:cubicBezTo>
                      <a:cubicBezTo>
                        <a:pt x="239330" y="639119"/>
                        <a:pt x="233891" y="639119"/>
                        <a:pt x="228451" y="639119"/>
                      </a:cubicBezTo>
                      <a:cubicBezTo>
                        <a:pt x="223012" y="639119"/>
                        <a:pt x="206694" y="639119"/>
                        <a:pt x="187657" y="639119"/>
                      </a:cubicBezTo>
                      <a:cubicBezTo>
                        <a:pt x="176778" y="647278"/>
                        <a:pt x="163180" y="649998"/>
                        <a:pt x="152301" y="652717"/>
                      </a:cubicBezTo>
                      <a:cubicBezTo>
                        <a:pt x="146862" y="652717"/>
                        <a:pt x="138703" y="655437"/>
                        <a:pt x="133263" y="655437"/>
                      </a:cubicBezTo>
                      <a:cubicBezTo>
                        <a:pt x="130544" y="655437"/>
                        <a:pt x="125104" y="655437"/>
                        <a:pt x="122385" y="652717"/>
                      </a:cubicBezTo>
                      <a:cubicBezTo>
                        <a:pt x="114226" y="649998"/>
                        <a:pt x="103347" y="644559"/>
                        <a:pt x="97908" y="639119"/>
                      </a:cubicBezTo>
                      <a:cubicBezTo>
                        <a:pt x="87029" y="639119"/>
                        <a:pt x="78870" y="639119"/>
                        <a:pt x="70711" y="639119"/>
                      </a:cubicBezTo>
                      <a:cubicBezTo>
                        <a:pt x="62552" y="639119"/>
                        <a:pt x="54393" y="639119"/>
                        <a:pt x="46234" y="639119"/>
                      </a:cubicBezTo>
                      <a:cubicBezTo>
                        <a:pt x="38075" y="639119"/>
                        <a:pt x="27197" y="633680"/>
                        <a:pt x="19038" y="630960"/>
                      </a:cubicBezTo>
                      <a:cubicBezTo>
                        <a:pt x="10879" y="628241"/>
                        <a:pt x="2720" y="620082"/>
                        <a:pt x="2720" y="614642"/>
                      </a:cubicBezTo>
                      <a:cubicBezTo>
                        <a:pt x="2720" y="611923"/>
                        <a:pt x="2720" y="609203"/>
                        <a:pt x="8159" y="606483"/>
                      </a:cubicBezTo>
                      <a:cubicBezTo>
                        <a:pt x="13599" y="603764"/>
                        <a:pt x="24477" y="601044"/>
                        <a:pt x="29916" y="598324"/>
                      </a:cubicBezTo>
                      <a:cubicBezTo>
                        <a:pt x="43515" y="595605"/>
                        <a:pt x="62552" y="595605"/>
                        <a:pt x="76151" y="592885"/>
                      </a:cubicBezTo>
                      <a:cubicBezTo>
                        <a:pt x="76151" y="587446"/>
                        <a:pt x="73431" y="582006"/>
                        <a:pt x="73431" y="573848"/>
                      </a:cubicBezTo>
                      <a:cubicBezTo>
                        <a:pt x="73431" y="565689"/>
                        <a:pt x="70711" y="516735"/>
                        <a:pt x="70711" y="500417"/>
                      </a:cubicBezTo>
                      <a:cubicBezTo>
                        <a:pt x="70711" y="481379"/>
                        <a:pt x="73431" y="456902"/>
                        <a:pt x="73431" y="437865"/>
                      </a:cubicBezTo>
                      <a:cubicBezTo>
                        <a:pt x="73431" y="416108"/>
                        <a:pt x="70711" y="391631"/>
                        <a:pt x="70711" y="369873"/>
                      </a:cubicBezTo>
                      <a:cubicBezTo>
                        <a:pt x="70711" y="345397"/>
                        <a:pt x="70711" y="318200"/>
                        <a:pt x="70711" y="293723"/>
                      </a:cubicBezTo>
                      <a:cubicBezTo>
                        <a:pt x="70711" y="266526"/>
                        <a:pt x="73431" y="239330"/>
                        <a:pt x="73431" y="212133"/>
                      </a:cubicBezTo>
                      <a:cubicBezTo>
                        <a:pt x="73431" y="187656"/>
                        <a:pt x="76151" y="179498"/>
                        <a:pt x="76151" y="155021"/>
                      </a:cubicBezTo>
                      <a:cubicBezTo>
                        <a:pt x="76151" y="144142"/>
                        <a:pt x="76151" y="130544"/>
                        <a:pt x="76151" y="119665"/>
                      </a:cubicBezTo>
                      <a:cubicBezTo>
                        <a:pt x="76151" y="106067"/>
                        <a:pt x="78870" y="95188"/>
                        <a:pt x="78870" y="84310"/>
                      </a:cubicBezTo>
                      <a:cubicBezTo>
                        <a:pt x="78870" y="78870"/>
                        <a:pt x="78870" y="70711"/>
                        <a:pt x="76151" y="62552"/>
                      </a:cubicBezTo>
                      <a:cubicBezTo>
                        <a:pt x="76151" y="62552"/>
                        <a:pt x="73431" y="62552"/>
                        <a:pt x="67992" y="62552"/>
                      </a:cubicBezTo>
                      <a:cubicBezTo>
                        <a:pt x="59833" y="62552"/>
                        <a:pt x="51674" y="62552"/>
                        <a:pt x="43515" y="62552"/>
                      </a:cubicBezTo>
                      <a:cubicBezTo>
                        <a:pt x="35356" y="62552"/>
                        <a:pt x="24477" y="59833"/>
                        <a:pt x="16318" y="57113"/>
                      </a:cubicBezTo>
                      <a:cubicBezTo>
                        <a:pt x="8159" y="54393"/>
                        <a:pt x="0" y="43515"/>
                        <a:pt x="0" y="40795"/>
                      </a:cubicBezTo>
                      <a:cubicBezTo>
                        <a:pt x="0" y="38075"/>
                        <a:pt x="0" y="35356"/>
                        <a:pt x="5439" y="32636"/>
                      </a:cubicBezTo>
                      <a:cubicBezTo>
                        <a:pt x="10879" y="29917"/>
                        <a:pt x="21758" y="27197"/>
                        <a:pt x="27197" y="24477"/>
                      </a:cubicBezTo>
                      <a:cubicBezTo>
                        <a:pt x="46234" y="21758"/>
                        <a:pt x="62552" y="19038"/>
                        <a:pt x="76151" y="19038"/>
                      </a:cubicBezTo>
                      <a:cubicBezTo>
                        <a:pt x="76151" y="16318"/>
                        <a:pt x="78870" y="16318"/>
                        <a:pt x="78870" y="13598"/>
                      </a:cubicBezTo>
                      <a:cubicBezTo>
                        <a:pt x="84309" y="10879"/>
                        <a:pt x="89749" y="8159"/>
                        <a:pt x="95188" y="5440"/>
                      </a:cubicBezTo>
                      <a:cubicBezTo>
                        <a:pt x="100628" y="2720"/>
                        <a:pt x="106067" y="0"/>
                        <a:pt x="111506" y="0"/>
                      </a:cubicBez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140" name="Freeform: Shape 139">
                  <a:extLst>
                    <a:ext uri="{FF2B5EF4-FFF2-40B4-BE49-F238E27FC236}">
                      <a16:creationId xmlns:a16="http://schemas.microsoft.com/office/drawing/2014/main" id="{A185EB30-60A9-4DBE-B39E-A915BFC0114C}"/>
                    </a:ext>
                  </a:extLst>
                </p:cNvPr>
                <p:cNvSpPr/>
                <p:nvPr/>
              </p:nvSpPr>
              <p:spPr>
                <a:xfrm>
                  <a:off x="8346812" y="4186718"/>
                  <a:ext cx="353556" cy="761503"/>
                </a:xfrm>
                <a:custGeom>
                  <a:avLst/>
                  <a:gdLst>
                    <a:gd name="connsiteX0" fmla="*/ 283910 w 353555"/>
                    <a:gd name="connsiteY0" fmla="*/ 672820 h 761503"/>
                    <a:gd name="connsiteX1" fmla="*/ 321985 w 353555"/>
                    <a:gd name="connsiteY1" fmla="*/ 689138 h 761503"/>
                    <a:gd name="connsiteX2" fmla="*/ 316546 w 353555"/>
                    <a:gd name="connsiteY2" fmla="*/ 705456 h 761503"/>
                    <a:gd name="connsiteX3" fmla="*/ 300228 w 353555"/>
                    <a:gd name="connsiteY3" fmla="*/ 713615 h 761503"/>
                    <a:gd name="connsiteX4" fmla="*/ 278471 w 353555"/>
                    <a:gd name="connsiteY4" fmla="*/ 716335 h 761503"/>
                    <a:gd name="connsiteX5" fmla="*/ 237676 w 353555"/>
                    <a:gd name="connsiteY5" fmla="*/ 716335 h 761503"/>
                    <a:gd name="connsiteX6" fmla="*/ 180563 w 353555"/>
                    <a:gd name="connsiteY6" fmla="*/ 719054 h 761503"/>
                    <a:gd name="connsiteX7" fmla="*/ 126170 w 353555"/>
                    <a:gd name="connsiteY7" fmla="*/ 719054 h 761503"/>
                    <a:gd name="connsiteX8" fmla="*/ 101693 w 353555"/>
                    <a:gd name="connsiteY8" fmla="*/ 719054 h 761503"/>
                    <a:gd name="connsiteX9" fmla="*/ 74496 w 353555"/>
                    <a:gd name="connsiteY9" fmla="*/ 713615 h 761503"/>
                    <a:gd name="connsiteX10" fmla="*/ 58178 w 353555"/>
                    <a:gd name="connsiteY10" fmla="*/ 697297 h 761503"/>
                    <a:gd name="connsiteX11" fmla="*/ 63618 w 353555"/>
                    <a:gd name="connsiteY11" fmla="*/ 689138 h 761503"/>
                    <a:gd name="connsiteX12" fmla="*/ 85375 w 353555"/>
                    <a:gd name="connsiteY12" fmla="*/ 680979 h 761503"/>
                    <a:gd name="connsiteX13" fmla="*/ 131609 w 353555"/>
                    <a:gd name="connsiteY13" fmla="*/ 675540 h 761503"/>
                    <a:gd name="connsiteX14" fmla="*/ 142488 w 353555"/>
                    <a:gd name="connsiteY14" fmla="*/ 675540 h 761503"/>
                    <a:gd name="connsiteX15" fmla="*/ 131609 w 353555"/>
                    <a:gd name="connsiteY15" fmla="*/ 653783 h 761503"/>
                    <a:gd name="connsiteX16" fmla="*/ 128890 w 353555"/>
                    <a:gd name="connsiteY16" fmla="*/ 640184 h 761503"/>
                    <a:gd name="connsiteX17" fmla="*/ 128890 w 353555"/>
                    <a:gd name="connsiteY17" fmla="*/ 629306 h 761503"/>
                    <a:gd name="connsiteX18" fmla="*/ 128890 w 353555"/>
                    <a:gd name="connsiteY18" fmla="*/ 621147 h 761503"/>
                    <a:gd name="connsiteX19" fmla="*/ 128890 w 353555"/>
                    <a:gd name="connsiteY19" fmla="*/ 593950 h 761503"/>
                    <a:gd name="connsiteX20" fmla="*/ 128890 w 353555"/>
                    <a:gd name="connsiteY20" fmla="*/ 583072 h 761503"/>
                    <a:gd name="connsiteX21" fmla="*/ 128890 w 353555"/>
                    <a:gd name="connsiteY21" fmla="*/ 436210 h 761503"/>
                    <a:gd name="connsiteX22" fmla="*/ 128890 w 353555"/>
                    <a:gd name="connsiteY22" fmla="*/ 357340 h 761503"/>
                    <a:gd name="connsiteX23" fmla="*/ 131609 w 353555"/>
                    <a:gd name="connsiteY23" fmla="*/ 289349 h 761503"/>
                    <a:gd name="connsiteX24" fmla="*/ 131609 w 353555"/>
                    <a:gd name="connsiteY24" fmla="*/ 251274 h 761503"/>
                    <a:gd name="connsiteX25" fmla="*/ 131609 w 353555"/>
                    <a:gd name="connsiteY25" fmla="*/ 205040 h 761503"/>
                    <a:gd name="connsiteX26" fmla="*/ 131609 w 353555"/>
                    <a:gd name="connsiteY26" fmla="*/ 139768 h 761503"/>
                    <a:gd name="connsiteX27" fmla="*/ 131609 w 353555"/>
                    <a:gd name="connsiteY27" fmla="*/ 128889 h 761503"/>
                    <a:gd name="connsiteX28" fmla="*/ 126170 w 353555"/>
                    <a:gd name="connsiteY28" fmla="*/ 128889 h 761503"/>
                    <a:gd name="connsiteX29" fmla="*/ 101693 w 353555"/>
                    <a:gd name="connsiteY29" fmla="*/ 128889 h 761503"/>
                    <a:gd name="connsiteX30" fmla="*/ 74496 w 353555"/>
                    <a:gd name="connsiteY30" fmla="*/ 123450 h 761503"/>
                    <a:gd name="connsiteX31" fmla="*/ 58178 w 353555"/>
                    <a:gd name="connsiteY31" fmla="*/ 107132 h 761503"/>
                    <a:gd name="connsiteX32" fmla="*/ 60898 w 353555"/>
                    <a:gd name="connsiteY32" fmla="*/ 98973 h 761503"/>
                    <a:gd name="connsiteX33" fmla="*/ 82655 w 353555"/>
                    <a:gd name="connsiteY33" fmla="*/ 93534 h 761503"/>
                    <a:gd name="connsiteX34" fmla="*/ 131609 w 353555"/>
                    <a:gd name="connsiteY34" fmla="*/ 88094 h 761503"/>
                    <a:gd name="connsiteX35" fmla="*/ 131609 w 353555"/>
                    <a:gd name="connsiteY35" fmla="*/ 82655 h 761503"/>
                    <a:gd name="connsiteX36" fmla="*/ 134329 w 353555"/>
                    <a:gd name="connsiteY36" fmla="*/ 71776 h 761503"/>
                    <a:gd name="connsiteX37" fmla="*/ 147927 w 353555"/>
                    <a:gd name="connsiteY37" fmla="*/ 63617 h 761503"/>
                    <a:gd name="connsiteX38" fmla="*/ 164245 w 353555"/>
                    <a:gd name="connsiteY38" fmla="*/ 58178 h 761503"/>
                    <a:gd name="connsiteX39" fmla="*/ 177843 w 353555"/>
                    <a:gd name="connsiteY39" fmla="*/ 58178 h 761503"/>
                    <a:gd name="connsiteX40" fmla="*/ 196881 w 353555"/>
                    <a:gd name="connsiteY40" fmla="*/ 60898 h 761503"/>
                    <a:gd name="connsiteX41" fmla="*/ 232237 w 353555"/>
                    <a:gd name="connsiteY41" fmla="*/ 88094 h 761503"/>
                    <a:gd name="connsiteX42" fmla="*/ 278471 w 353555"/>
                    <a:gd name="connsiteY42" fmla="*/ 88094 h 761503"/>
                    <a:gd name="connsiteX43" fmla="*/ 316546 w 353555"/>
                    <a:gd name="connsiteY43" fmla="*/ 104412 h 761503"/>
                    <a:gd name="connsiteX44" fmla="*/ 311107 w 353555"/>
                    <a:gd name="connsiteY44" fmla="*/ 120730 h 761503"/>
                    <a:gd name="connsiteX45" fmla="*/ 294789 w 353555"/>
                    <a:gd name="connsiteY45" fmla="*/ 128889 h 761503"/>
                    <a:gd name="connsiteX46" fmla="*/ 273032 w 353555"/>
                    <a:gd name="connsiteY46" fmla="*/ 131609 h 761503"/>
                    <a:gd name="connsiteX47" fmla="*/ 243115 w 353555"/>
                    <a:gd name="connsiteY47" fmla="*/ 131609 h 761503"/>
                    <a:gd name="connsiteX48" fmla="*/ 243115 w 353555"/>
                    <a:gd name="connsiteY48" fmla="*/ 134329 h 761503"/>
                    <a:gd name="connsiteX49" fmla="*/ 248554 w 353555"/>
                    <a:gd name="connsiteY49" fmla="*/ 169684 h 761503"/>
                    <a:gd name="connsiteX50" fmla="*/ 251274 w 353555"/>
                    <a:gd name="connsiteY50" fmla="*/ 205040 h 761503"/>
                    <a:gd name="connsiteX51" fmla="*/ 251274 w 353555"/>
                    <a:gd name="connsiteY51" fmla="*/ 240395 h 761503"/>
                    <a:gd name="connsiteX52" fmla="*/ 251274 w 353555"/>
                    <a:gd name="connsiteY52" fmla="*/ 256713 h 761503"/>
                    <a:gd name="connsiteX53" fmla="*/ 253994 w 353555"/>
                    <a:gd name="connsiteY53" fmla="*/ 270311 h 761503"/>
                    <a:gd name="connsiteX54" fmla="*/ 259433 w 353555"/>
                    <a:gd name="connsiteY54" fmla="*/ 343742 h 761503"/>
                    <a:gd name="connsiteX55" fmla="*/ 262153 w 353555"/>
                    <a:gd name="connsiteY55" fmla="*/ 425332 h 761503"/>
                    <a:gd name="connsiteX56" fmla="*/ 264872 w 353555"/>
                    <a:gd name="connsiteY56" fmla="*/ 490603 h 761503"/>
                    <a:gd name="connsiteX57" fmla="*/ 270312 w 353555"/>
                    <a:gd name="connsiteY57" fmla="*/ 564034 h 761503"/>
                    <a:gd name="connsiteX58" fmla="*/ 270312 w 353555"/>
                    <a:gd name="connsiteY58" fmla="*/ 599390 h 761503"/>
                    <a:gd name="connsiteX59" fmla="*/ 270312 w 353555"/>
                    <a:gd name="connsiteY59" fmla="*/ 637465 h 761503"/>
                    <a:gd name="connsiteX60" fmla="*/ 264872 w 353555"/>
                    <a:gd name="connsiteY60" fmla="*/ 670101 h 761503"/>
                    <a:gd name="connsiteX61" fmla="*/ 283910 w 353555"/>
                    <a:gd name="connsiteY61" fmla="*/ 672820 h 761503"/>
                    <a:gd name="connsiteX62" fmla="*/ 283910 w 353555"/>
                    <a:gd name="connsiteY62" fmla="*/ 672820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</a:cxnLst>
                  <a:rect l="l" t="t" r="r" b="b"/>
                  <a:pathLst>
                    <a:path w="353555" h="761503">
                      <a:moveTo>
                        <a:pt x="283910" y="672820"/>
                      </a:moveTo>
                      <a:cubicBezTo>
                        <a:pt x="297508" y="672820"/>
                        <a:pt x="321985" y="672820"/>
                        <a:pt x="321985" y="689138"/>
                      </a:cubicBezTo>
                      <a:cubicBezTo>
                        <a:pt x="321985" y="697297"/>
                        <a:pt x="319266" y="697297"/>
                        <a:pt x="316546" y="705456"/>
                      </a:cubicBezTo>
                      <a:cubicBezTo>
                        <a:pt x="311107" y="710895"/>
                        <a:pt x="305667" y="713615"/>
                        <a:pt x="300228" y="713615"/>
                      </a:cubicBezTo>
                      <a:cubicBezTo>
                        <a:pt x="292069" y="716335"/>
                        <a:pt x="283910" y="716335"/>
                        <a:pt x="278471" y="716335"/>
                      </a:cubicBezTo>
                      <a:cubicBezTo>
                        <a:pt x="275751" y="716335"/>
                        <a:pt x="256713" y="716335"/>
                        <a:pt x="237676" y="716335"/>
                      </a:cubicBezTo>
                      <a:cubicBezTo>
                        <a:pt x="213199" y="716335"/>
                        <a:pt x="186003" y="719054"/>
                        <a:pt x="180563" y="719054"/>
                      </a:cubicBezTo>
                      <a:cubicBezTo>
                        <a:pt x="166965" y="719054"/>
                        <a:pt x="142488" y="719054"/>
                        <a:pt x="126170" y="719054"/>
                      </a:cubicBezTo>
                      <a:cubicBezTo>
                        <a:pt x="118011" y="719054"/>
                        <a:pt x="109852" y="719054"/>
                        <a:pt x="101693" y="719054"/>
                      </a:cubicBezTo>
                      <a:cubicBezTo>
                        <a:pt x="93534" y="719054"/>
                        <a:pt x="82655" y="719054"/>
                        <a:pt x="74496" y="713615"/>
                      </a:cubicBezTo>
                      <a:cubicBezTo>
                        <a:pt x="66337" y="710895"/>
                        <a:pt x="58178" y="702736"/>
                        <a:pt x="58178" y="697297"/>
                      </a:cubicBezTo>
                      <a:cubicBezTo>
                        <a:pt x="58178" y="694578"/>
                        <a:pt x="58178" y="691858"/>
                        <a:pt x="63618" y="689138"/>
                      </a:cubicBezTo>
                      <a:cubicBezTo>
                        <a:pt x="69057" y="686418"/>
                        <a:pt x="79936" y="683699"/>
                        <a:pt x="85375" y="680979"/>
                      </a:cubicBezTo>
                      <a:cubicBezTo>
                        <a:pt x="104413" y="678260"/>
                        <a:pt x="123450" y="675540"/>
                        <a:pt x="131609" y="675540"/>
                      </a:cubicBezTo>
                      <a:cubicBezTo>
                        <a:pt x="134329" y="675540"/>
                        <a:pt x="137049" y="675540"/>
                        <a:pt x="142488" y="675540"/>
                      </a:cubicBezTo>
                      <a:cubicBezTo>
                        <a:pt x="134329" y="670101"/>
                        <a:pt x="131609" y="661942"/>
                        <a:pt x="131609" y="653783"/>
                      </a:cubicBezTo>
                      <a:cubicBezTo>
                        <a:pt x="131609" y="648343"/>
                        <a:pt x="131609" y="642904"/>
                        <a:pt x="128890" y="640184"/>
                      </a:cubicBezTo>
                      <a:cubicBezTo>
                        <a:pt x="128890" y="637465"/>
                        <a:pt x="128890" y="634745"/>
                        <a:pt x="128890" y="629306"/>
                      </a:cubicBezTo>
                      <a:cubicBezTo>
                        <a:pt x="128890" y="626586"/>
                        <a:pt x="128890" y="623867"/>
                        <a:pt x="128890" y="621147"/>
                      </a:cubicBezTo>
                      <a:cubicBezTo>
                        <a:pt x="128890" y="612988"/>
                        <a:pt x="128890" y="604829"/>
                        <a:pt x="128890" y="593950"/>
                      </a:cubicBezTo>
                      <a:cubicBezTo>
                        <a:pt x="128890" y="591231"/>
                        <a:pt x="128890" y="585791"/>
                        <a:pt x="128890" y="583072"/>
                      </a:cubicBezTo>
                      <a:cubicBezTo>
                        <a:pt x="128890" y="534118"/>
                        <a:pt x="131609" y="485164"/>
                        <a:pt x="128890" y="436210"/>
                      </a:cubicBezTo>
                      <a:cubicBezTo>
                        <a:pt x="128890" y="409014"/>
                        <a:pt x="128890" y="384537"/>
                        <a:pt x="128890" y="357340"/>
                      </a:cubicBezTo>
                      <a:cubicBezTo>
                        <a:pt x="128890" y="335583"/>
                        <a:pt x="131609" y="313826"/>
                        <a:pt x="131609" y="289349"/>
                      </a:cubicBezTo>
                      <a:cubicBezTo>
                        <a:pt x="131609" y="275751"/>
                        <a:pt x="131609" y="264872"/>
                        <a:pt x="131609" y="251274"/>
                      </a:cubicBezTo>
                      <a:cubicBezTo>
                        <a:pt x="131609" y="234956"/>
                        <a:pt x="131609" y="221357"/>
                        <a:pt x="131609" y="205040"/>
                      </a:cubicBezTo>
                      <a:cubicBezTo>
                        <a:pt x="131609" y="183282"/>
                        <a:pt x="131609" y="161525"/>
                        <a:pt x="131609" y="139768"/>
                      </a:cubicBezTo>
                      <a:cubicBezTo>
                        <a:pt x="131609" y="137048"/>
                        <a:pt x="131609" y="134329"/>
                        <a:pt x="131609" y="128889"/>
                      </a:cubicBezTo>
                      <a:cubicBezTo>
                        <a:pt x="128890" y="128889"/>
                        <a:pt x="126170" y="128889"/>
                        <a:pt x="126170" y="128889"/>
                      </a:cubicBezTo>
                      <a:cubicBezTo>
                        <a:pt x="118011" y="128889"/>
                        <a:pt x="109852" y="128889"/>
                        <a:pt x="101693" y="128889"/>
                      </a:cubicBezTo>
                      <a:cubicBezTo>
                        <a:pt x="93534" y="128889"/>
                        <a:pt x="82655" y="128889"/>
                        <a:pt x="74496" y="123450"/>
                      </a:cubicBezTo>
                      <a:cubicBezTo>
                        <a:pt x="66337" y="120730"/>
                        <a:pt x="58178" y="112571"/>
                        <a:pt x="58178" y="107132"/>
                      </a:cubicBezTo>
                      <a:cubicBezTo>
                        <a:pt x="58178" y="104412"/>
                        <a:pt x="58178" y="101693"/>
                        <a:pt x="60898" y="98973"/>
                      </a:cubicBezTo>
                      <a:cubicBezTo>
                        <a:pt x="63618" y="96253"/>
                        <a:pt x="77216" y="93534"/>
                        <a:pt x="82655" y="93534"/>
                      </a:cubicBezTo>
                      <a:cubicBezTo>
                        <a:pt x="98973" y="90814"/>
                        <a:pt x="123450" y="88094"/>
                        <a:pt x="131609" y="88094"/>
                      </a:cubicBezTo>
                      <a:cubicBezTo>
                        <a:pt x="131609" y="85375"/>
                        <a:pt x="131609" y="85375"/>
                        <a:pt x="131609" y="82655"/>
                      </a:cubicBezTo>
                      <a:cubicBezTo>
                        <a:pt x="131609" y="77216"/>
                        <a:pt x="131609" y="74496"/>
                        <a:pt x="134329" y="71776"/>
                      </a:cubicBezTo>
                      <a:cubicBezTo>
                        <a:pt x="137049" y="69057"/>
                        <a:pt x="145208" y="66337"/>
                        <a:pt x="147927" y="63617"/>
                      </a:cubicBezTo>
                      <a:cubicBezTo>
                        <a:pt x="153366" y="60898"/>
                        <a:pt x="158806" y="58178"/>
                        <a:pt x="164245" y="58178"/>
                      </a:cubicBezTo>
                      <a:cubicBezTo>
                        <a:pt x="169684" y="58178"/>
                        <a:pt x="175124" y="58178"/>
                        <a:pt x="177843" y="58178"/>
                      </a:cubicBezTo>
                      <a:cubicBezTo>
                        <a:pt x="183283" y="58178"/>
                        <a:pt x="191442" y="58178"/>
                        <a:pt x="196881" y="60898"/>
                      </a:cubicBezTo>
                      <a:cubicBezTo>
                        <a:pt x="213199" y="63617"/>
                        <a:pt x="224078" y="74496"/>
                        <a:pt x="232237" y="88094"/>
                      </a:cubicBezTo>
                      <a:cubicBezTo>
                        <a:pt x="253994" y="88094"/>
                        <a:pt x="270312" y="88094"/>
                        <a:pt x="278471" y="88094"/>
                      </a:cubicBezTo>
                      <a:cubicBezTo>
                        <a:pt x="292069" y="88094"/>
                        <a:pt x="316546" y="88094"/>
                        <a:pt x="316546" y="104412"/>
                      </a:cubicBezTo>
                      <a:cubicBezTo>
                        <a:pt x="316546" y="112571"/>
                        <a:pt x="313826" y="112571"/>
                        <a:pt x="311107" y="120730"/>
                      </a:cubicBezTo>
                      <a:cubicBezTo>
                        <a:pt x="305667" y="126170"/>
                        <a:pt x="300228" y="128889"/>
                        <a:pt x="294789" y="128889"/>
                      </a:cubicBezTo>
                      <a:cubicBezTo>
                        <a:pt x="286630" y="131609"/>
                        <a:pt x="278471" y="131609"/>
                        <a:pt x="273032" y="131609"/>
                      </a:cubicBezTo>
                      <a:cubicBezTo>
                        <a:pt x="270312" y="131609"/>
                        <a:pt x="259433" y="131609"/>
                        <a:pt x="243115" y="131609"/>
                      </a:cubicBezTo>
                      <a:lnTo>
                        <a:pt x="243115" y="134329"/>
                      </a:lnTo>
                      <a:cubicBezTo>
                        <a:pt x="245835" y="145207"/>
                        <a:pt x="245835" y="158805"/>
                        <a:pt x="248554" y="169684"/>
                      </a:cubicBezTo>
                      <a:cubicBezTo>
                        <a:pt x="251274" y="180563"/>
                        <a:pt x="251274" y="194161"/>
                        <a:pt x="251274" y="205040"/>
                      </a:cubicBezTo>
                      <a:cubicBezTo>
                        <a:pt x="251274" y="215918"/>
                        <a:pt x="251274" y="226797"/>
                        <a:pt x="251274" y="240395"/>
                      </a:cubicBezTo>
                      <a:cubicBezTo>
                        <a:pt x="251274" y="245834"/>
                        <a:pt x="251274" y="251274"/>
                        <a:pt x="251274" y="256713"/>
                      </a:cubicBezTo>
                      <a:cubicBezTo>
                        <a:pt x="251274" y="262152"/>
                        <a:pt x="251274" y="267592"/>
                        <a:pt x="253994" y="270311"/>
                      </a:cubicBezTo>
                      <a:cubicBezTo>
                        <a:pt x="256713" y="294788"/>
                        <a:pt x="256713" y="319265"/>
                        <a:pt x="259433" y="343742"/>
                      </a:cubicBezTo>
                      <a:cubicBezTo>
                        <a:pt x="259433" y="370939"/>
                        <a:pt x="262153" y="398135"/>
                        <a:pt x="262153" y="425332"/>
                      </a:cubicBezTo>
                      <a:cubicBezTo>
                        <a:pt x="262153" y="447089"/>
                        <a:pt x="262153" y="468846"/>
                        <a:pt x="264872" y="490603"/>
                      </a:cubicBezTo>
                      <a:cubicBezTo>
                        <a:pt x="264872" y="515080"/>
                        <a:pt x="270312" y="539557"/>
                        <a:pt x="270312" y="564034"/>
                      </a:cubicBezTo>
                      <a:cubicBezTo>
                        <a:pt x="270312" y="574913"/>
                        <a:pt x="270312" y="588511"/>
                        <a:pt x="270312" y="599390"/>
                      </a:cubicBezTo>
                      <a:cubicBezTo>
                        <a:pt x="270312" y="612988"/>
                        <a:pt x="270312" y="623867"/>
                        <a:pt x="270312" y="637465"/>
                      </a:cubicBezTo>
                      <a:cubicBezTo>
                        <a:pt x="270312" y="648343"/>
                        <a:pt x="270312" y="661942"/>
                        <a:pt x="264872" y="670101"/>
                      </a:cubicBezTo>
                      <a:cubicBezTo>
                        <a:pt x="273032" y="672820"/>
                        <a:pt x="278471" y="672820"/>
                        <a:pt x="283910" y="672820"/>
                      </a:cubicBezTo>
                      <a:lnTo>
                        <a:pt x="283910" y="672820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141" name="Freeform: Shape 140">
                  <a:extLst>
                    <a:ext uri="{FF2B5EF4-FFF2-40B4-BE49-F238E27FC236}">
                      <a16:creationId xmlns:a16="http://schemas.microsoft.com/office/drawing/2014/main" id="{27D7469F-CA99-4194-867E-6231BBA7D121}"/>
                    </a:ext>
                  </a:extLst>
                </p:cNvPr>
                <p:cNvSpPr/>
                <p:nvPr/>
              </p:nvSpPr>
              <p:spPr>
                <a:xfrm>
                  <a:off x="8652924" y="4192158"/>
                  <a:ext cx="516735" cy="788700"/>
                </a:xfrm>
                <a:custGeom>
                  <a:avLst/>
                  <a:gdLst>
                    <a:gd name="connsiteX0" fmla="*/ 464616 w 516735"/>
                    <a:gd name="connsiteY0" fmla="*/ 436210 h 788699"/>
                    <a:gd name="connsiteX1" fmla="*/ 445578 w 516735"/>
                    <a:gd name="connsiteY1" fmla="*/ 455248 h 788699"/>
                    <a:gd name="connsiteX2" fmla="*/ 404783 w 516735"/>
                    <a:gd name="connsiteY2" fmla="*/ 466126 h 788699"/>
                    <a:gd name="connsiteX3" fmla="*/ 385746 w 516735"/>
                    <a:gd name="connsiteY3" fmla="*/ 479725 h 788699"/>
                    <a:gd name="connsiteX4" fmla="*/ 388466 w 516735"/>
                    <a:gd name="connsiteY4" fmla="*/ 512361 h 788699"/>
                    <a:gd name="connsiteX5" fmla="*/ 388466 w 516735"/>
                    <a:gd name="connsiteY5" fmla="*/ 544997 h 788699"/>
                    <a:gd name="connsiteX6" fmla="*/ 388466 w 516735"/>
                    <a:gd name="connsiteY6" fmla="*/ 566754 h 788699"/>
                    <a:gd name="connsiteX7" fmla="*/ 391185 w 516735"/>
                    <a:gd name="connsiteY7" fmla="*/ 632026 h 788699"/>
                    <a:gd name="connsiteX8" fmla="*/ 393905 w 516735"/>
                    <a:gd name="connsiteY8" fmla="*/ 683699 h 788699"/>
                    <a:gd name="connsiteX9" fmla="*/ 377587 w 516735"/>
                    <a:gd name="connsiteY9" fmla="*/ 724494 h 788699"/>
                    <a:gd name="connsiteX10" fmla="*/ 361269 w 516735"/>
                    <a:gd name="connsiteY10" fmla="*/ 719054 h 788699"/>
                    <a:gd name="connsiteX11" fmla="*/ 353110 w 516735"/>
                    <a:gd name="connsiteY11" fmla="*/ 702737 h 788699"/>
                    <a:gd name="connsiteX12" fmla="*/ 350390 w 516735"/>
                    <a:gd name="connsiteY12" fmla="*/ 686419 h 788699"/>
                    <a:gd name="connsiteX13" fmla="*/ 353110 w 516735"/>
                    <a:gd name="connsiteY13" fmla="*/ 659222 h 788699"/>
                    <a:gd name="connsiteX14" fmla="*/ 353110 w 516735"/>
                    <a:gd name="connsiteY14" fmla="*/ 656502 h 788699"/>
                    <a:gd name="connsiteX15" fmla="*/ 317754 w 516735"/>
                    <a:gd name="connsiteY15" fmla="*/ 708176 h 788699"/>
                    <a:gd name="connsiteX16" fmla="*/ 241604 w 516735"/>
                    <a:gd name="connsiteY16" fmla="*/ 735372 h 788699"/>
                    <a:gd name="connsiteX17" fmla="*/ 187211 w 516735"/>
                    <a:gd name="connsiteY17" fmla="*/ 727214 h 788699"/>
                    <a:gd name="connsiteX18" fmla="*/ 135537 w 516735"/>
                    <a:gd name="connsiteY18" fmla="*/ 694578 h 788699"/>
                    <a:gd name="connsiteX19" fmla="*/ 86583 w 516735"/>
                    <a:gd name="connsiteY19" fmla="*/ 621147 h 788699"/>
                    <a:gd name="connsiteX20" fmla="*/ 67546 w 516735"/>
                    <a:gd name="connsiteY20" fmla="*/ 555875 h 788699"/>
                    <a:gd name="connsiteX21" fmla="*/ 59387 w 516735"/>
                    <a:gd name="connsiteY21" fmla="*/ 509641 h 788699"/>
                    <a:gd name="connsiteX22" fmla="*/ 59387 w 516735"/>
                    <a:gd name="connsiteY22" fmla="*/ 468846 h 788699"/>
                    <a:gd name="connsiteX23" fmla="*/ 86583 w 516735"/>
                    <a:gd name="connsiteY23" fmla="*/ 302947 h 788699"/>
                    <a:gd name="connsiteX24" fmla="*/ 108341 w 516735"/>
                    <a:gd name="connsiteY24" fmla="*/ 224077 h 788699"/>
                    <a:gd name="connsiteX25" fmla="*/ 146416 w 516735"/>
                    <a:gd name="connsiteY25" fmla="*/ 145207 h 788699"/>
                    <a:gd name="connsiteX26" fmla="*/ 198090 w 516735"/>
                    <a:gd name="connsiteY26" fmla="*/ 85375 h 788699"/>
                    <a:gd name="connsiteX27" fmla="*/ 228006 w 516735"/>
                    <a:gd name="connsiteY27" fmla="*/ 69057 h 788699"/>
                    <a:gd name="connsiteX28" fmla="*/ 268801 w 516735"/>
                    <a:gd name="connsiteY28" fmla="*/ 58178 h 788699"/>
                    <a:gd name="connsiteX29" fmla="*/ 274240 w 516735"/>
                    <a:gd name="connsiteY29" fmla="*/ 58178 h 788699"/>
                    <a:gd name="connsiteX30" fmla="*/ 295997 w 516735"/>
                    <a:gd name="connsiteY30" fmla="*/ 60898 h 788699"/>
                    <a:gd name="connsiteX31" fmla="*/ 331353 w 516735"/>
                    <a:gd name="connsiteY31" fmla="*/ 71776 h 788699"/>
                    <a:gd name="connsiteX32" fmla="*/ 350390 w 516735"/>
                    <a:gd name="connsiteY32" fmla="*/ 93534 h 788699"/>
                    <a:gd name="connsiteX33" fmla="*/ 353110 w 516735"/>
                    <a:gd name="connsiteY33" fmla="*/ 74496 h 788699"/>
                    <a:gd name="connsiteX34" fmla="*/ 358549 w 516735"/>
                    <a:gd name="connsiteY34" fmla="*/ 63618 h 788699"/>
                    <a:gd name="connsiteX35" fmla="*/ 366708 w 516735"/>
                    <a:gd name="connsiteY35" fmla="*/ 58178 h 788699"/>
                    <a:gd name="connsiteX36" fmla="*/ 374867 w 516735"/>
                    <a:gd name="connsiteY36" fmla="*/ 63618 h 788699"/>
                    <a:gd name="connsiteX37" fmla="*/ 383027 w 516735"/>
                    <a:gd name="connsiteY37" fmla="*/ 82655 h 788699"/>
                    <a:gd name="connsiteX38" fmla="*/ 385746 w 516735"/>
                    <a:gd name="connsiteY38" fmla="*/ 126170 h 788699"/>
                    <a:gd name="connsiteX39" fmla="*/ 388466 w 516735"/>
                    <a:gd name="connsiteY39" fmla="*/ 186002 h 788699"/>
                    <a:gd name="connsiteX40" fmla="*/ 391185 w 516735"/>
                    <a:gd name="connsiteY40" fmla="*/ 237676 h 788699"/>
                    <a:gd name="connsiteX41" fmla="*/ 374867 w 516735"/>
                    <a:gd name="connsiteY41" fmla="*/ 278470 h 788699"/>
                    <a:gd name="connsiteX42" fmla="*/ 358549 w 516735"/>
                    <a:gd name="connsiteY42" fmla="*/ 273031 h 788699"/>
                    <a:gd name="connsiteX43" fmla="*/ 350390 w 516735"/>
                    <a:gd name="connsiteY43" fmla="*/ 256713 h 788699"/>
                    <a:gd name="connsiteX44" fmla="*/ 347671 w 516735"/>
                    <a:gd name="connsiteY44" fmla="*/ 240395 h 788699"/>
                    <a:gd name="connsiteX45" fmla="*/ 347671 w 516735"/>
                    <a:gd name="connsiteY45" fmla="*/ 213199 h 788699"/>
                    <a:gd name="connsiteX46" fmla="*/ 344951 w 516735"/>
                    <a:gd name="connsiteY46" fmla="*/ 194161 h 788699"/>
                    <a:gd name="connsiteX47" fmla="*/ 339512 w 516735"/>
                    <a:gd name="connsiteY47" fmla="*/ 150647 h 788699"/>
                    <a:gd name="connsiteX48" fmla="*/ 323194 w 516735"/>
                    <a:gd name="connsiteY48" fmla="*/ 112571 h 788699"/>
                    <a:gd name="connsiteX49" fmla="*/ 293278 w 516735"/>
                    <a:gd name="connsiteY49" fmla="*/ 101693 h 788699"/>
                    <a:gd name="connsiteX50" fmla="*/ 263361 w 516735"/>
                    <a:gd name="connsiteY50" fmla="*/ 120730 h 788699"/>
                    <a:gd name="connsiteX51" fmla="*/ 241604 w 516735"/>
                    <a:gd name="connsiteY51" fmla="*/ 153366 h 788699"/>
                    <a:gd name="connsiteX52" fmla="*/ 233445 w 516735"/>
                    <a:gd name="connsiteY52" fmla="*/ 194161 h 788699"/>
                    <a:gd name="connsiteX53" fmla="*/ 225286 w 516735"/>
                    <a:gd name="connsiteY53" fmla="*/ 232236 h 788699"/>
                    <a:gd name="connsiteX54" fmla="*/ 217127 w 516735"/>
                    <a:gd name="connsiteY54" fmla="*/ 275751 h 788699"/>
                    <a:gd name="connsiteX55" fmla="*/ 211688 w 516735"/>
                    <a:gd name="connsiteY55" fmla="*/ 316545 h 788699"/>
                    <a:gd name="connsiteX56" fmla="*/ 206249 w 516735"/>
                    <a:gd name="connsiteY56" fmla="*/ 354621 h 788699"/>
                    <a:gd name="connsiteX57" fmla="*/ 200809 w 516735"/>
                    <a:gd name="connsiteY57" fmla="*/ 398135 h 788699"/>
                    <a:gd name="connsiteX58" fmla="*/ 195370 w 516735"/>
                    <a:gd name="connsiteY58" fmla="*/ 438930 h 788699"/>
                    <a:gd name="connsiteX59" fmla="*/ 192650 w 516735"/>
                    <a:gd name="connsiteY59" fmla="*/ 474286 h 788699"/>
                    <a:gd name="connsiteX60" fmla="*/ 195370 w 516735"/>
                    <a:gd name="connsiteY60" fmla="*/ 525959 h 788699"/>
                    <a:gd name="connsiteX61" fmla="*/ 208968 w 516735"/>
                    <a:gd name="connsiteY61" fmla="*/ 596670 h 788699"/>
                    <a:gd name="connsiteX62" fmla="*/ 214407 w 516735"/>
                    <a:gd name="connsiteY62" fmla="*/ 623867 h 788699"/>
                    <a:gd name="connsiteX63" fmla="*/ 228006 w 516735"/>
                    <a:gd name="connsiteY63" fmla="*/ 656502 h 788699"/>
                    <a:gd name="connsiteX64" fmla="*/ 271520 w 516735"/>
                    <a:gd name="connsiteY64" fmla="*/ 689138 h 788699"/>
                    <a:gd name="connsiteX65" fmla="*/ 306876 w 516735"/>
                    <a:gd name="connsiteY65" fmla="*/ 664661 h 788699"/>
                    <a:gd name="connsiteX66" fmla="*/ 331353 w 516735"/>
                    <a:gd name="connsiteY66" fmla="*/ 602109 h 788699"/>
                    <a:gd name="connsiteX67" fmla="*/ 336792 w 516735"/>
                    <a:gd name="connsiteY67" fmla="*/ 544997 h 788699"/>
                    <a:gd name="connsiteX68" fmla="*/ 336792 w 516735"/>
                    <a:gd name="connsiteY68" fmla="*/ 498762 h 788699"/>
                    <a:gd name="connsiteX69" fmla="*/ 336792 w 516735"/>
                    <a:gd name="connsiteY69" fmla="*/ 490603 h 788699"/>
                    <a:gd name="connsiteX70" fmla="*/ 320474 w 516735"/>
                    <a:gd name="connsiteY70" fmla="*/ 477005 h 788699"/>
                    <a:gd name="connsiteX71" fmla="*/ 282399 w 516735"/>
                    <a:gd name="connsiteY71" fmla="*/ 479725 h 788699"/>
                    <a:gd name="connsiteX72" fmla="*/ 252483 w 516735"/>
                    <a:gd name="connsiteY72" fmla="*/ 474286 h 788699"/>
                    <a:gd name="connsiteX73" fmla="*/ 247044 w 516735"/>
                    <a:gd name="connsiteY73" fmla="*/ 466126 h 788699"/>
                    <a:gd name="connsiteX74" fmla="*/ 249763 w 516735"/>
                    <a:gd name="connsiteY74" fmla="*/ 457968 h 788699"/>
                    <a:gd name="connsiteX75" fmla="*/ 268801 w 516735"/>
                    <a:gd name="connsiteY75" fmla="*/ 447089 h 788699"/>
                    <a:gd name="connsiteX76" fmla="*/ 312315 w 516735"/>
                    <a:gd name="connsiteY76" fmla="*/ 436210 h 788699"/>
                    <a:gd name="connsiteX77" fmla="*/ 353110 w 516735"/>
                    <a:gd name="connsiteY77" fmla="*/ 430771 h 788699"/>
                    <a:gd name="connsiteX78" fmla="*/ 385746 w 516735"/>
                    <a:gd name="connsiteY78" fmla="*/ 430771 h 788699"/>
                    <a:gd name="connsiteX79" fmla="*/ 437420 w 516735"/>
                    <a:gd name="connsiteY79" fmla="*/ 428051 h 788699"/>
                    <a:gd name="connsiteX80" fmla="*/ 464616 w 516735"/>
                    <a:gd name="connsiteY80" fmla="*/ 436210 h 788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</a:cxnLst>
                  <a:rect l="l" t="t" r="r" b="b"/>
                  <a:pathLst>
                    <a:path w="516735" h="788699">
                      <a:moveTo>
                        <a:pt x="464616" y="436210"/>
                      </a:moveTo>
                      <a:cubicBezTo>
                        <a:pt x="464616" y="447089"/>
                        <a:pt x="453738" y="452528"/>
                        <a:pt x="445578" y="455248"/>
                      </a:cubicBezTo>
                      <a:cubicBezTo>
                        <a:pt x="434700" y="460687"/>
                        <a:pt x="415662" y="463407"/>
                        <a:pt x="404783" y="466126"/>
                      </a:cubicBezTo>
                      <a:cubicBezTo>
                        <a:pt x="393905" y="466126"/>
                        <a:pt x="385746" y="468846"/>
                        <a:pt x="385746" y="479725"/>
                      </a:cubicBezTo>
                      <a:cubicBezTo>
                        <a:pt x="385746" y="487884"/>
                        <a:pt x="388466" y="506921"/>
                        <a:pt x="388466" y="512361"/>
                      </a:cubicBezTo>
                      <a:cubicBezTo>
                        <a:pt x="388466" y="515080"/>
                        <a:pt x="388466" y="539557"/>
                        <a:pt x="388466" y="544997"/>
                      </a:cubicBezTo>
                      <a:cubicBezTo>
                        <a:pt x="388466" y="550436"/>
                        <a:pt x="388466" y="558595"/>
                        <a:pt x="388466" y="566754"/>
                      </a:cubicBezTo>
                      <a:cubicBezTo>
                        <a:pt x="388466" y="591231"/>
                        <a:pt x="388466" y="621147"/>
                        <a:pt x="391185" y="632026"/>
                      </a:cubicBezTo>
                      <a:cubicBezTo>
                        <a:pt x="393905" y="653783"/>
                        <a:pt x="393905" y="661942"/>
                        <a:pt x="393905" y="683699"/>
                      </a:cubicBezTo>
                      <a:cubicBezTo>
                        <a:pt x="393905" y="694578"/>
                        <a:pt x="393905" y="724494"/>
                        <a:pt x="377587" y="724494"/>
                      </a:cubicBezTo>
                      <a:cubicBezTo>
                        <a:pt x="369428" y="724494"/>
                        <a:pt x="366708" y="721774"/>
                        <a:pt x="361269" y="719054"/>
                      </a:cubicBezTo>
                      <a:cubicBezTo>
                        <a:pt x="355830" y="716335"/>
                        <a:pt x="353110" y="708176"/>
                        <a:pt x="353110" y="702737"/>
                      </a:cubicBezTo>
                      <a:cubicBezTo>
                        <a:pt x="350390" y="694578"/>
                        <a:pt x="350390" y="689138"/>
                        <a:pt x="350390" y="686419"/>
                      </a:cubicBezTo>
                      <a:cubicBezTo>
                        <a:pt x="350390" y="678260"/>
                        <a:pt x="353110" y="672820"/>
                        <a:pt x="353110" y="659222"/>
                      </a:cubicBezTo>
                      <a:lnTo>
                        <a:pt x="353110" y="656502"/>
                      </a:lnTo>
                      <a:cubicBezTo>
                        <a:pt x="347671" y="675540"/>
                        <a:pt x="334073" y="694578"/>
                        <a:pt x="317754" y="708176"/>
                      </a:cubicBezTo>
                      <a:cubicBezTo>
                        <a:pt x="293278" y="727214"/>
                        <a:pt x="274240" y="735372"/>
                        <a:pt x="241604" y="735372"/>
                      </a:cubicBezTo>
                      <a:cubicBezTo>
                        <a:pt x="222566" y="735372"/>
                        <a:pt x="203529" y="732653"/>
                        <a:pt x="187211" y="727214"/>
                      </a:cubicBezTo>
                      <a:cubicBezTo>
                        <a:pt x="165454" y="719054"/>
                        <a:pt x="149136" y="708176"/>
                        <a:pt x="135537" y="694578"/>
                      </a:cubicBezTo>
                      <a:cubicBezTo>
                        <a:pt x="113780" y="672820"/>
                        <a:pt x="100182" y="648343"/>
                        <a:pt x="86583" y="621147"/>
                      </a:cubicBezTo>
                      <a:cubicBezTo>
                        <a:pt x="75705" y="599390"/>
                        <a:pt x="70266" y="580352"/>
                        <a:pt x="67546" y="555875"/>
                      </a:cubicBezTo>
                      <a:cubicBezTo>
                        <a:pt x="64826" y="539557"/>
                        <a:pt x="62107" y="525959"/>
                        <a:pt x="59387" y="509641"/>
                      </a:cubicBezTo>
                      <a:cubicBezTo>
                        <a:pt x="56667" y="493323"/>
                        <a:pt x="59387" y="485164"/>
                        <a:pt x="59387" y="468846"/>
                      </a:cubicBezTo>
                      <a:cubicBezTo>
                        <a:pt x="59387" y="414453"/>
                        <a:pt x="72985" y="362780"/>
                        <a:pt x="86583" y="302947"/>
                      </a:cubicBezTo>
                      <a:cubicBezTo>
                        <a:pt x="92023" y="275751"/>
                        <a:pt x="100182" y="248554"/>
                        <a:pt x="108341" y="224077"/>
                      </a:cubicBezTo>
                      <a:cubicBezTo>
                        <a:pt x="116500" y="196881"/>
                        <a:pt x="130098" y="169684"/>
                        <a:pt x="146416" y="145207"/>
                      </a:cubicBezTo>
                      <a:cubicBezTo>
                        <a:pt x="160014" y="123450"/>
                        <a:pt x="176332" y="101693"/>
                        <a:pt x="198090" y="85375"/>
                      </a:cubicBezTo>
                      <a:cubicBezTo>
                        <a:pt x="206249" y="77216"/>
                        <a:pt x="217127" y="71776"/>
                        <a:pt x="228006" y="69057"/>
                      </a:cubicBezTo>
                      <a:cubicBezTo>
                        <a:pt x="241604" y="63618"/>
                        <a:pt x="255202" y="58178"/>
                        <a:pt x="268801" y="58178"/>
                      </a:cubicBezTo>
                      <a:cubicBezTo>
                        <a:pt x="271520" y="58178"/>
                        <a:pt x="274240" y="58178"/>
                        <a:pt x="274240" y="58178"/>
                      </a:cubicBezTo>
                      <a:cubicBezTo>
                        <a:pt x="279679" y="58178"/>
                        <a:pt x="285119" y="58178"/>
                        <a:pt x="295997" y="60898"/>
                      </a:cubicBezTo>
                      <a:cubicBezTo>
                        <a:pt x="309595" y="63618"/>
                        <a:pt x="320474" y="66337"/>
                        <a:pt x="331353" y="71776"/>
                      </a:cubicBezTo>
                      <a:cubicBezTo>
                        <a:pt x="339512" y="77216"/>
                        <a:pt x="347671" y="85375"/>
                        <a:pt x="350390" y="93534"/>
                      </a:cubicBezTo>
                      <a:cubicBezTo>
                        <a:pt x="350390" y="88095"/>
                        <a:pt x="353110" y="79936"/>
                        <a:pt x="353110" y="74496"/>
                      </a:cubicBezTo>
                      <a:cubicBezTo>
                        <a:pt x="355830" y="71776"/>
                        <a:pt x="355830" y="69057"/>
                        <a:pt x="358549" y="63618"/>
                      </a:cubicBezTo>
                      <a:cubicBezTo>
                        <a:pt x="361269" y="60898"/>
                        <a:pt x="363989" y="58178"/>
                        <a:pt x="366708" y="58178"/>
                      </a:cubicBezTo>
                      <a:cubicBezTo>
                        <a:pt x="369428" y="58178"/>
                        <a:pt x="372148" y="60898"/>
                        <a:pt x="374867" y="63618"/>
                      </a:cubicBezTo>
                      <a:cubicBezTo>
                        <a:pt x="377587" y="69057"/>
                        <a:pt x="380307" y="77216"/>
                        <a:pt x="383027" y="82655"/>
                      </a:cubicBezTo>
                      <a:cubicBezTo>
                        <a:pt x="383027" y="90814"/>
                        <a:pt x="385746" y="107132"/>
                        <a:pt x="385746" y="126170"/>
                      </a:cubicBezTo>
                      <a:cubicBezTo>
                        <a:pt x="385746" y="150647"/>
                        <a:pt x="385746" y="177843"/>
                        <a:pt x="388466" y="186002"/>
                      </a:cubicBezTo>
                      <a:cubicBezTo>
                        <a:pt x="391185" y="207759"/>
                        <a:pt x="391185" y="215918"/>
                        <a:pt x="391185" y="237676"/>
                      </a:cubicBezTo>
                      <a:cubicBezTo>
                        <a:pt x="391185" y="248554"/>
                        <a:pt x="391185" y="278470"/>
                        <a:pt x="374867" y="278470"/>
                      </a:cubicBezTo>
                      <a:cubicBezTo>
                        <a:pt x="366708" y="278470"/>
                        <a:pt x="363989" y="275751"/>
                        <a:pt x="358549" y="273031"/>
                      </a:cubicBezTo>
                      <a:cubicBezTo>
                        <a:pt x="353110" y="270311"/>
                        <a:pt x="350390" y="262152"/>
                        <a:pt x="350390" y="256713"/>
                      </a:cubicBezTo>
                      <a:cubicBezTo>
                        <a:pt x="350390" y="251274"/>
                        <a:pt x="347671" y="245834"/>
                        <a:pt x="347671" y="240395"/>
                      </a:cubicBezTo>
                      <a:cubicBezTo>
                        <a:pt x="347671" y="232236"/>
                        <a:pt x="347671" y="224077"/>
                        <a:pt x="347671" y="213199"/>
                      </a:cubicBezTo>
                      <a:cubicBezTo>
                        <a:pt x="347671" y="207759"/>
                        <a:pt x="347671" y="199600"/>
                        <a:pt x="344951" y="194161"/>
                      </a:cubicBezTo>
                      <a:cubicBezTo>
                        <a:pt x="342232" y="180563"/>
                        <a:pt x="342232" y="164245"/>
                        <a:pt x="339512" y="150647"/>
                      </a:cubicBezTo>
                      <a:cubicBezTo>
                        <a:pt x="336792" y="137048"/>
                        <a:pt x="331353" y="123450"/>
                        <a:pt x="323194" y="112571"/>
                      </a:cubicBezTo>
                      <a:cubicBezTo>
                        <a:pt x="317754" y="104412"/>
                        <a:pt x="304156" y="101693"/>
                        <a:pt x="293278" y="101693"/>
                      </a:cubicBezTo>
                      <a:cubicBezTo>
                        <a:pt x="279679" y="101693"/>
                        <a:pt x="271520" y="109852"/>
                        <a:pt x="263361" y="120730"/>
                      </a:cubicBezTo>
                      <a:cubicBezTo>
                        <a:pt x="257922" y="131609"/>
                        <a:pt x="247044" y="139768"/>
                        <a:pt x="241604" y="153366"/>
                      </a:cubicBezTo>
                      <a:cubicBezTo>
                        <a:pt x="236165" y="166964"/>
                        <a:pt x="233445" y="180563"/>
                        <a:pt x="233445" y="194161"/>
                      </a:cubicBezTo>
                      <a:cubicBezTo>
                        <a:pt x="233445" y="207759"/>
                        <a:pt x="230725" y="218638"/>
                        <a:pt x="225286" y="232236"/>
                      </a:cubicBezTo>
                      <a:cubicBezTo>
                        <a:pt x="219847" y="245834"/>
                        <a:pt x="219847" y="262152"/>
                        <a:pt x="217127" y="275751"/>
                      </a:cubicBezTo>
                      <a:cubicBezTo>
                        <a:pt x="214407" y="289349"/>
                        <a:pt x="214407" y="302947"/>
                        <a:pt x="211688" y="316545"/>
                      </a:cubicBezTo>
                      <a:cubicBezTo>
                        <a:pt x="211688" y="330144"/>
                        <a:pt x="206249" y="341022"/>
                        <a:pt x="206249" y="354621"/>
                      </a:cubicBezTo>
                      <a:cubicBezTo>
                        <a:pt x="203529" y="368219"/>
                        <a:pt x="203529" y="381817"/>
                        <a:pt x="200809" y="398135"/>
                      </a:cubicBezTo>
                      <a:cubicBezTo>
                        <a:pt x="198090" y="411733"/>
                        <a:pt x="198090" y="425332"/>
                        <a:pt x="195370" y="438930"/>
                      </a:cubicBezTo>
                      <a:cubicBezTo>
                        <a:pt x="195370" y="449809"/>
                        <a:pt x="192650" y="463407"/>
                        <a:pt x="192650" y="474286"/>
                      </a:cubicBezTo>
                      <a:cubicBezTo>
                        <a:pt x="192650" y="490603"/>
                        <a:pt x="195370" y="509641"/>
                        <a:pt x="195370" y="525959"/>
                      </a:cubicBezTo>
                      <a:cubicBezTo>
                        <a:pt x="195370" y="550436"/>
                        <a:pt x="203529" y="572193"/>
                        <a:pt x="208968" y="596670"/>
                      </a:cubicBezTo>
                      <a:cubicBezTo>
                        <a:pt x="211688" y="604829"/>
                        <a:pt x="211688" y="615708"/>
                        <a:pt x="214407" y="623867"/>
                      </a:cubicBezTo>
                      <a:cubicBezTo>
                        <a:pt x="217127" y="634745"/>
                        <a:pt x="222566" y="645624"/>
                        <a:pt x="228006" y="656502"/>
                      </a:cubicBezTo>
                      <a:cubicBezTo>
                        <a:pt x="236165" y="670101"/>
                        <a:pt x="252483" y="689138"/>
                        <a:pt x="271520" y="689138"/>
                      </a:cubicBezTo>
                      <a:cubicBezTo>
                        <a:pt x="287838" y="689138"/>
                        <a:pt x="298717" y="675540"/>
                        <a:pt x="306876" y="664661"/>
                      </a:cubicBezTo>
                      <a:cubicBezTo>
                        <a:pt x="320474" y="645624"/>
                        <a:pt x="325914" y="623867"/>
                        <a:pt x="331353" y="602109"/>
                      </a:cubicBezTo>
                      <a:cubicBezTo>
                        <a:pt x="334073" y="583072"/>
                        <a:pt x="336792" y="564034"/>
                        <a:pt x="336792" y="544997"/>
                      </a:cubicBezTo>
                      <a:cubicBezTo>
                        <a:pt x="336792" y="531398"/>
                        <a:pt x="336792" y="512361"/>
                        <a:pt x="336792" y="498762"/>
                      </a:cubicBezTo>
                      <a:cubicBezTo>
                        <a:pt x="336792" y="496043"/>
                        <a:pt x="336792" y="493323"/>
                        <a:pt x="336792" y="490603"/>
                      </a:cubicBezTo>
                      <a:cubicBezTo>
                        <a:pt x="336792" y="479725"/>
                        <a:pt x="336792" y="477005"/>
                        <a:pt x="320474" y="477005"/>
                      </a:cubicBezTo>
                      <a:cubicBezTo>
                        <a:pt x="309595" y="477005"/>
                        <a:pt x="295997" y="479725"/>
                        <a:pt x="282399" y="479725"/>
                      </a:cubicBezTo>
                      <a:cubicBezTo>
                        <a:pt x="271520" y="479725"/>
                        <a:pt x="260642" y="479725"/>
                        <a:pt x="252483" y="474286"/>
                      </a:cubicBezTo>
                      <a:cubicBezTo>
                        <a:pt x="249763" y="471566"/>
                        <a:pt x="247044" y="468846"/>
                        <a:pt x="247044" y="466126"/>
                      </a:cubicBezTo>
                      <a:cubicBezTo>
                        <a:pt x="247044" y="463407"/>
                        <a:pt x="247044" y="460687"/>
                        <a:pt x="249763" y="457968"/>
                      </a:cubicBezTo>
                      <a:cubicBezTo>
                        <a:pt x="255202" y="452528"/>
                        <a:pt x="260642" y="449809"/>
                        <a:pt x="268801" y="447089"/>
                      </a:cubicBezTo>
                      <a:cubicBezTo>
                        <a:pt x="282399" y="441650"/>
                        <a:pt x="295997" y="438930"/>
                        <a:pt x="312315" y="436210"/>
                      </a:cubicBezTo>
                      <a:cubicBezTo>
                        <a:pt x="325914" y="433491"/>
                        <a:pt x="339512" y="433491"/>
                        <a:pt x="353110" y="430771"/>
                      </a:cubicBezTo>
                      <a:cubicBezTo>
                        <a:pt x="363989" y="430771"/>
                        <a:pt x="374867" y="430771"/>
                        <a:pt x="385746" y="430771"/>
                      </a:cubicBezTo>
                      <a:cubicBezTo>
                        <a:pt x="402064" y="430771"/>
                        <a:pt x="426541" y="428051"/>
                        <a:pt x="437420" y="428051"/>
                      </a:cubicBezTo>
                      <a:cubicBezTo>
                        <a:pt x="451018" y="422612"/>
                        <a:pt x="464616" y="425332"/>
                        <a:pt x="464616" y="436210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142" name="Freeform: Shape 141">
                  <a:extLst>
                    <a:ext uri="{FF2B5EF4-FFF2-40B4-BE49-F238E27FC236}">
                      <a16:creationId xmlns:a16="http://schemas.microsoft.com/office/drawing/2014/main" id="{01591692-5699-42A7-9C82-04A5814A3427}"/>
                    </a:ext>
                  </a:extLst>
                </p:cNvPr>
                <p:cNvSpPr/>
                <p:nvPr/>
              </p:nvSpPr>
              <p:spPr>
                <a:xfrm>
                  <a:off x="9053923" y="4178559"/>
                  <a:ext cx="625521" cy="788700"/>
                </a:xfrm>
                <a:custGeom>
                  <a:avLst/>
                  <a:gdLst>
                    <a:gd name="connsiteX0" fmla="*/ 536838 w 625521"/>
                    <a:gd name="connsiteY0" fmla="*/ 680979 h 788699"/>
                    <a:gd name="connsiteX1" fmla="*/ 574913 w 625521"/>
                    <a:gd name="connsiteY1" fmla="*/ 697297 h 788699"/>
                    <a:gd name="connsiteX2" fmla="*/ 566755 w 625521"/>
                    <a:gd name="connsiteY2" fmla="*/ 713615 h 788699"/>
                    <a:gd name="connsiteX3" fmla="*/ 550437 w 625521"/>
                    <a:gd name="connsiteY3" fmla="*/ 721774 h 788699"/>
                    <a:gd name="connsiteX4" fmla="*/ 528680 w 625521"/>
                    <a:gd name="connsiteY4" fmla="*/ 724494 h 788699"/>
                    <a:gd name="connsiteX5" fmla="*/ 417174 w 625521"/>
                    <a:gd name="connsiteY5" fmla="*/ 724494 h 788699"/>
                    <a:gd name="connsiteX6" fmla="*/ 398136 w 625521"/>
                    <a:gd name="connsiteY6" fmla="*/ 724494 h 788699"/>
                    <a:gd name="connsiteX7" fmla="*/ 373659 w 625521"/>
                    <a:gd name="connsiteY7" fmla="*/ 724494 h 788699"/>
                    <a:gd name="connsiteX8" fmla="*/ 346462 w 625521"/>
                    <a:gd name="connsiteY8" fmla="*/ 719054 h 788699"/>
                    <a:gd name="connsiteX9" fmla="*/ 330144 w 625521"/>
                    <a:gd name="connsiteY9" fmla="*/ 702737 h 788699"/>
                    <a:gd name="connsiteX10" fmla="*/ 335584 w 625521"/>
                    <a:gd name="connsiteY10" fmla="*/ 694578 h 788699"/>
                    <a:gd name="connsiteX11" fmla="*/ 357341 w 625521"/>
                    <a:gd name="connsiteY11" fmla="*/ 686419 h 788699"/>
                    <a:gd name="connsiteX12" fmla="*/ 395416 w 625521"/>
                    <a:gd name="connsiteY12" fmla="*/ 680979 h 788699"/>
                    <a:gd name="connsiteX13" fmla="*/ 381817 w 625521"/>
                    <a:gd name="connsiteY13" fmla="*/ 656502 h 788699"/>
                    <a:gd name="connsiteX14" fmla="*/ 379098 w 625521"/>
                    <a:gd name="connsiteY14" fmla="*/ 585791 h 788699"/>
                    <a:gd name="connsiteX15" fmla="*/ 379098 w 625521"/>
                    <a:gd name="connsiteY15" fmla="*/ 517800 h 788699"/>
                    <a:gd name="connsiteX16" fmla="*/ 379098 w 625521"/>
                    <a:gd name="connsiteY16" fmla="*/ 474286 h 788699"/>
                    <a:gd name="connsiteX17" fmla="*/ 379098 w 625521"/>
                    <a:gd name="connsiteY17" fmla="*/ 430771 h 788699"/>
                    <a:gd name="connsiteX18" fmla="*/ 381817 w 625521"/>
                    <a:gd name="connsiteY18" fmla="*/ 411733 h 788699"/>
                    <a:gd name="connsiteX19" fmla="*/ 379098 w 625521"/>
                    <a:gd name="connsiteY19" fmla="*/ 400855 h 788699"/>
                    <a:gd name="connsiteX20" fmla="*/ 370939 w 625521"/>
                    <a:gd name="connsiteY20" fmla="*/ 398135 h 788699"/>
                    <a:gd name="connsiteX21" fmla="*/ 338304 w 625521"/>
                    <a:gd name="connsiteY21" fmla="*/ 400855 h 788699"/>
                    <a:gd name="connsiteX22" fmla="*/ 289349 w 625521"/>
                    <a:gd name="connsiteY22" fmla="*/ 403575 h 788699"/>
                    <a:gd name="connsiteX23" fmla="*/ 264872 w 625521"/>
                    <a:gd name="connsiteY23" fmla="*/ 400855 h 788699"/>
                    <a:gd name="connsiteX24" fmla="*/ 259433 w 625521"/>
                    <a:gd name="connsiteY24" fmla="*/ 406294 h 788699"/>
                    <a:gd name="connsiteX25" fmla="*/ 259433 w 625521"/>
                    <a:gd name="connsiteY25" fmla="*/ 425332 h 788699"/>
                    <a:gd name="connsiteX26" fmla="*/ 259433 w 625521"/>
                    <a:gd name="connsiteY26" fmla="*/ 449809 h 788699"/>
                    <a:gd name="connsiteX27" fmla="*/ 259433 w 625521"/>
                    <a:gd name="connsiteY27" fmla="*/ 471566 h 788699"/>
                    <a:gd name="connsiteX28" fmla="*/ 259433 w 625521"/>
                    <a:gd name="connsiteY28" fmla="*/ 504202 h 788699"/>
                    <a:gd name="connsiteX29" fmla="*/ 259433 w 625521"/>
                    <a:gd name="connsiteY29" fmla="*/ 509641 h 788699"/>
                    <a:gd name="connsiteX30" fmla="*/ 256714 w 625521"/>
                    <a:gd name="connsiteY30" fmla="*/ 542277 h 788699"/>
                    <a:gd name="connsiteX31" fmla="*/ 256714 w 625521"/>
                    <a:gd name="connsiteY31" fmla="*/ 577632 h 788699"/>
                    <a:gd name="connsiteX32" fmla="*/ 256714 w 625521"/>
                    <a:gd name="connsiteY32" fmla="*/ 612988 h 788699"/>
                    <a:gd name="connsiteX33" fmla="*/ 253994 w 625521"/>
                    <a:gd name="connsiteY33" fmla="*/ 656502 h 788699"/>
                    <a:gd name="connsiteX34" fmla="*/ 256714 w 625521"/>
                    <a:gd name="connsiteY34" fmla="*/ 678260 h 788699"/>
                    <a:gd name="connsiteX35" fmla="*/ 286629 w 625521"/>
                    <a:gd name="connsiteY35" fmla="*/ 694578 h 788699"/>
                    <a:gd name="connsiteX36" fmla="*/ 281191 w 625521"/>
                    <a:gd name="connsiteY36" fmla="*/ 710895 h 788699"/>
                    <a:gd name="connsiteX37" fmla="*/ 264872 w 625521"/>
                    <a:gd name="connsiteY37" fmla="*/ 719054 h 788699"/>
                    <a:gd name="connsiteX38" fmla="*/ 243116 w 625521"/>
                    <a:gd name="connsiteY38" fmla="*/ 721774 h 788699"/>
                    <a:gd name="connsiteX39" fmla="*/ 243116 w 625521"/>
                    <a:gd name="connsiteY39" fmla="*/ 721774 h 788699"/>
                    <a:gd name="connsiteX40" fmla="*/ 232236 w 625521"/>
                    <a:gd name="connsiteY40" fmla="*/ 727214 h 788699"/>
                    <a:gd name="connsiteX41" fmla="*/ 224078 w 625521"/>
                    <a:gd name="connsiteY41" fmla="*/ 735372 h 788699"/>
                    <a:gd name="connsiteX42" fmla="*/ 213199 w 625521"/>
                    <a:gd name="connsiteY42" fmla="*/ 738092 h 788699"/>
                    <a:gd name="connsiteX43" fmla="*/ 183283 w 625521"/>
                    <a:gd name="connsiteY43" fmla="*/ 727214 h 788699"/>
                    <a:gd name="connsiteX44" fmla="*/ 175124 w 625521"/>
                    <a:gd name="connsiteY44" fmla="*/ 719054 h 788699"/>
                    <a:gd name="connsiteX45" fmla="*/ 145208 w 625521"/>
                    <a:gd name="connsiteY45" fmla="*/ 719054 h 788699"/>
                    <a:gd name="connsiteX46" fmla="*/ 126170 w 625521"/>
                    <a:gd name="connsiteY46" fmla="*/ 719054 h 788699"/>
                    <a:gd name="connsiteX47" fmla="*/ 101693 w 625521"/>
                    <a:gd name="connsiteY47" fmla="*/ 719054 h 788699"/>
                    <a:gd name="connsiteX48" fmla="*/ 74496 w 625521"/>
                    <a:gd name="connsiteY48" fmla="*/ 713615 h 788699"/>
                    <a:gd name="connsiteX49" fmla="*/ 58178 w 625521"/>
                    <a:gd name="connsiteY49" fmla="*/ 697297 h 788699"/>
                    <a:gd name="connsiteX50" fmla="*/ 63618 w 625521"/>
                    <a:gd name="connsiteY50" fmla="*/ 689138 h 788699"/>
                    <a:gd name="connsiteX51" fmla="*/ 85375 w 625521"/>
                    <a:gd name="connsiteY51" fmla="*/ 680979 h 788699"/>
                    <a:gd name="connsiteX52" fmla="*/ 131609 w 625521"/>
                    <a:gd name="connsiteY52" fmla="*/ 675540 h 788699"/>
                    <a:gd name="connsiteX53" fmla="*/ 131609 w 625521"/>
                    <a:gd name="connsiteY53" fmla="*/ 667381 h 788699"/>
                    <a:gd name="connsiteX54" fmla="*/ 131609 w 625521"/>
                    <a:gd name="connsiteY54" fmla="*/ 651063 h 788699"/>
                    <a:gd name="connsiteX55" fmla="*/ 131609 w 625521"/>
                    <a:gd name="connsiteY55" fmla="*/ 618427 h 788699"/>
                    <a:gd name="connsiteX56" fmla="*/ 131609 w 625521"/>
                    <a:gd name="connsiteY56" fmla="*/ 580352 h 788699"/>
                    <a:gd name="connsiteX57" fmla="*/ 131609 w 625521"/>
                    <a:gd name="connsiteY57" fmla="*/ 531398 h 788699"/>
                    <a:gd name="connsiteX58" fmla="*/ 131609 w 625521"/>
                    <a:gd name="connsiteY58" fmla="*/ 466126 h 788699"/>
                    <a:gd name="connsiteX59" fmla="*/ 131609 w 625521"/>
                    <a:gd name="connsiteY59" fmla="*/ 422612 h 788699"/>
                    <a:gd name="connsiteX60" fmla="*/ 131609 w 625521"/>
                    <a:gd name="connsiteY60" fmla="*/ 411733 h 788699"/>
                    <a:gd name="connsiteX61" fmla="*/ 131609 w 625521"/>
                    <a:gd name="connsiteY61" fmla="*/ 398135 h 788699"/>
                    <a:gd name="connsiteX62" fmla="*/ 126170 w 625521"/>
                    <a:gd name="connsiteY62" fmla="*/ 389976 h 788699"/>
                    <a:gd name="connsiteX63" fmla="*/ 101693 w 625521"/>
                    <a:gd name="connsiteY63" fmla="*/ 387257 h 788699"/>
                    <a:gd name="connsiteX64" fmla="*/ 77216 w 625521"/>
                    <a:gd name="connsiteY64" fmla="*/ 376378 h 788699"/>
                    <a:gd name="connsiteX65" fmla="*/ 82655 w 625521"/>
                    <a:gd name="connsiteY65" fmla="*/ 368219 h 788699"/>
                    <a:gd name="connsiteX66" fmla="*/ 98973 w 625521"/>
                    <a:gd name="connsiteY66" fmla="*/ 360060 h 788699"/>
                    <a:gd name="connsiteX67" fmla="*/ 118011 w 625521"/>
                    <a:gd name="connsiteY67" fmla="*/ 357340 h 788699"/>
                    <a:gd name="connsiteX68" fmla="*/ 131609 w 625521"/>
                    <a:gd name="connsiteY68" fmla="*/ 351901 h 788699"/>
                    <a:gd name="connsiteX69" fmla="*/ 131609 w 625521"/>
                    <a:gd name="connsiteY69" fmla="*/ 343742 h 788699"/>
                    <a:gd name="connsiteX70" fmla="*/ 131609 w 625521"/>
                    <a:gd name="connsiteY70" fmla="*/ 270311 h 788699"/>
                    <a:gd name="connsiteX71" fmla="*/ 137048 w 625521"/>
                    <a:gd name="connsiteY71" fmla="*/ 145207 h 788699"/>
                    <a:gd name="connsiteX72" fmla="*/ 139768 w 625521"/>
                    <a:gd name="connsiteY72" fmla="*/ 123450 h 788699"/>
                    <a:gd name="connsiteX73" fmla="*/ 123450 w 625521"/>
                    <a:gd name="connsiteY73" fmla="*/ 123450 h 788699"/>
                    <a:gd name="connsiteX74" fmla="*/ 118011 w 625521"/>
                    <a:gd name="connsiteY74" fmla="*/ 123450 h 788699"/>
                    <a:gd name="connsiteX75" fmla="*/ 101693 w 625521"/>
                    <a:gd name="connsiteY75" fmla="*/ 123450 h 788699"/>
                    <a:gd name="connsiteX76" fmla="*/ 74496 w 625521"/>
                    <a:gd name="connsiteY76" fmla="*/ 118011 h 788699"/>
                    <a:gd name="connsiteX77" fmla="*/ 58178 w 625521"/>
                    <a:gd name="connsiteY77" fmla="*/ 101693 h 788699"/>
                    <a:gd name="connsiteX78" fmla="*/ 63618 w 625521"/>
                    <a:gd name="connsiteY78" fmla="*/ 93534 h 788699"/>
                    <a:gd name="connsiteX79" fmla="*/ 85375 w 625521"/>
                    <a:gd name="connsiteY79" fmla="*/ 85375 h 788699"/>
                    <a:gd name="connsiteX80" fmla="*/ 137048 w 625521"/>
                    <a:gd name="connsiteY80" fmla="*/ 82655 h 788699"/>
                    <a:gd name="connsiteX81" fmla="*/ 147927 w 625521"/>
                    <a:gd name="connsiteY81" fmla="*/ 82655 h 788699"/>
                    <a:gd name="connsiteX82" fmla="*/ 186003 w 625521"/>
                    <a:gd name="connsiteY82" fmla="*/ 58178 h 788699"/>
                    <a:gd name="connsiteX83" fmla="*/ 226797 w 625521"/>
                    <a:gd name="connsiteY83" fmla="*/ 79936 h 788699"/>
                    <a:gd name="connsiteX84" fmla="*/ 253994 w 625521"/>
                    <a:gd name="connsiteY84" fmla="*/ 79936 h 788699"/>
                    <a:gd name="connsiteX85" fmla="*/ 294789 w 625521"/>
                    <a:gd name="connsiteY85" fmla="*/ 96253 h 788699"/>
                    <a:gd name="connsiteX86" fmla="*/ 283910 w 625521"/>
                    <a:gd name="connsiteY86" fmla="*/ 112571 h 788699"/>
                    <a:gd name="connsiteX87" fmla="*/ 267592 w 625521"/>
                    <a:gd name="connsiteY87" fmla="*/ 120730 h 788699"/>
                    <a:gd name="connsiteX88" fmla="*/ 245835 w 625521"/>
                    <a:gd name="connsiteY88" fmla="*/ 123450 h 788699"/>
                    <a:gd name="connsiteX89" fmla="*/ 237676 w 625521"/>
                    <a:gd name="connsiteY89" fmla="*/ 123450 h 788699"/>
                    <a:gd name="connsiteX90" fmla="*/ 240396 w 625521"/>
                    <a:gd name="connsiteY90" fmla="*/ 128889 h 788699"/>
                    <a:gd name="connsiteX91" fmla="*/ 251274 w 625521"/>
                    <a:gd name="connsiteY91" fmla="*/ 177843 h 788699"/>
                    <a:gd name="connsiteX92" fmla="*/ 256714 w 625521"/>
                    <a:gd name="connsiteY92" fmla="*/ 226797 h 788699"/>
                    <a:gd name="connsiteX93" fmla="*/ 262153 w 625521"/>
                    <a:gd name="connsiteY93" fmla="*/ 273031 h 788699"/>
                    <a:gd name="connsiteX94" fmla="*/ 262153 w 625521"/>
                    <a:gd name="connsiteY94" fmla="*/ 289349 h 788699"/>
                    <a:gd name="connsiteX95" fmla="*/ 262153 w 625521"/>
                    <a:gd name="connsiteY95" fmla="*/ 297508 h 788699"/>
                    <a:gd name="connsiteX96" fmla="*/ 264872 w 625521"/>
                    <a:gd name="connsiteY96" fmla="*/ 321985 h 788699"/>
                    <a:gd name="connsiteX97" fmla="*/ 270312 w 625521"/>
                    <a:gd name="connsiteY97" fmla="*/ 335583 h 788699"/>
                    <a:gd name="connsiteX98" fmla="*/ 270312 w 625521"/>
                    <a:gd name="connsiteY98" fmla="*/ 338303 h 788699"/>
                    <a:gd name="connsiteX99" fmla="*/ 270312 w 625521"/>
                    <a:gd name="connsiteY99" fmla="*/ 346462 h 788699"/>
                    <a:gd name="connsiteX100" fmla="*/ 278471 w 625521"/>
                    <a:gd name="connsiteY100" fmla="*/ 354621 h 788699"/>
                    <a:gd name="connsiteX101" fmla="*/ 338304 w 625521"/>
                    <a:gd name="connsiteY101" fmla="*/ 349181 h 788699"/>
                    <a:gd name="connsiteX102" fmla="*/ 365500 w 625521"/>
                    <a:gd name="connsiteY102" fmla="*/ 349181 h 788699"/>
                    <a:gd name="connsiteX103" fmla="*/ 381817 w 625521"/>
                    <a:gd name="connsiteY103" fmla="*/ 349181 h 788699"/>
                    <a:gd name="connsiteX104" fmla="*/ 392697 w 625521"/>
                    <a:gd name="connsiteY104" fmla="*/ 338303 h 788699"/>
                    <a:gd name="connsiteX105" fmla="*/ 389977 w 625521"/>
                    <a:gd name="connsiteY105" fmla="*/ 313826 h 788699"/>
                    <a:gd name="connsiteX106" fmla="*/ 392697 w 625521"/>
                    <a:gd name="connsiteY106" fmla="*/ 262152 h 788699"/>
                    <a:gd name="connsiteX107" fmla="*/ 395416 w 625521"/>
                    <a:gd name="connsiteY107" fmla="*/ 224077 h 788699"/>
                    <a:gd name="connsiteX108" fmla="*/ 398136 w 625521"/>
                    <a:gd name="connsiteY108" fmla="*/ 177843 h 788699"/>
                    <a:gd name="connsiteX109" fmla="*/ 395416 w 625521"/>
                    <a:gd name="connsiteY109" fmla="*/ 153366 h 788699"/>
                    <a:gd name="connsiteX110" fmla="*/ 395416 w 625521"/>
                    <a:gd name="connsiteY110" fmla="*/ 137048 h 788699"/>
                    <a:gd name="connsiteX111" fmla="*/ 379098 w 625521"/>
                    <a:gd name="connsiteY111" fmla="*/ 137048 h 788699"/>
                    <a:gd name="connsiteX112" fmla="*/ 351902 w 625521"/>
                    <a:gd name="connsiteY112" fmla="*/ 131609 h 788699"/>
                    <a:gd name="connsiteX113" fmla="*/ 338304 w 625521"/>
                    <a:gd name="connsiteY113" fmla="*/ 115291 h 788699"/>
                    <a:gd name="connsiteX114" fmla="*/ 343742 w 625521"/>
                    <a:gd name="connsiteY114" fmla="*/ 107132 h 788699"/>
                    <a:gd name="connsiteX115" fmla="*/ 362780 w 625521"/>
                    <a:gd name="connsiteY115" fmla="*/ 98973 h 788699"/>
                    <a:gd name="connsiteX116" fmla="*/ 395416 w 625521"/>
                    <a:gd name="connsiteY116" fmla="*/ 96253 h 788699"/>
                    <a:gd name="connsiteX117" fmla="*/ 403575 w 625521"/>
                    <a:gd name="connsiteY117" fmla="*/ 90814 h 788699"/>
                    <a:gd name="connsiteX118" fmla="*/ 422612 w 625521"/>
                    <a:gd name="connsiteY118" fmla="*/ 88095 h 788699"/>
                    <a:gd name="connsiteX119" fmla="*/ 428052 w 625521"/>
                    <a:gd name="connsiteY119" fmla="*/ 88095 h 788699"/>
                    <a:gd name="connsiteX120" fmla="*/ 447090 w 625521"/>
                    <a:gd name="connsiteY120" fmla="*/ 90814 h 788699"/>
                    <a:gd name="connsiteX121" fmla="*/ 455249 w 625521"/>
                    <a:gd name="connsiteY121" fmla="*/ 96253 h 788699"/>
                    <a:gd name="connsiteX122" fmla="*/ 525960 w 625521"/>
                    <a:gd name="connsiteY122" fmla="*/ 93534 h 788699"/>
                    <a:gd name="connsiteX123" fmla="*/ 561315 w 625521"/>
                    <a:gd name="connsiteY123" fmla="*/ 109852 h 788699"/>
                    <a:gd name="connsiteX124" fmla="*/ 555876 w 625521"/>
                    <a:gd name="connsiteY124" fmla="*/ 126170 h 788699"/>
                    <a:gd name="connsiteX125" fmla="*/ 539558 w 625521"/>
                    <a:gd name="connsiteY125" fmla="*/ 134329 h 788699"/>
                    <a:gd name="connsiteX126" fmla="*/ 517800 w 625521"/>
                    <a:gd name="connsiteY126" fmla="*/ 137048 h 788699"/>
                    <a:gd name="connsiteX127" fmla="*/ 477006 w 625521"/>
                    <a:gd name="connsiteY127" fmla="*/ 137048 h 788699"/>
                    <a:gd name="connsiteX128" fmla="*/ 485165 w 625521"/>
                    <a:gd name="connsiteY128" fmla="*/ 161525 h 788699"/>
                    <a:gd name="connsiteX129" fmla="*/ 496043 w 625521"/>
                    <a:gd name="connsiteY129" fmla="*/ 210479 h 788699"/>
                    <a:gd name="connsiteX130" fmla="*/ 501483 w 625521"/>
                    <a:gd name="connsiteY130" fmla="*/ 251274 h 788699"/>
                    <a:gd name="connsiteX131" fmla="*/ 506922 w 625521"/>
                    <a:gd name="connsiteY131" fmla="*/ 292069 h 788699"/>
                    <a:gd name="connsiteX132" fmla="*/ 506922 w 625521"/>
                    <a:gd name="connsiteY132" fmla="*/ 321985 h 788699"/>
                    <a:gd name="connsiteX133" fmla="*/ 509642 w 625521"/>
                    <a:gd name="connsiteY133" fmla="*/ 341022 h 788699"/>
                    <a:gd name="connsiteX134" fmla="*/ 509642 w 625521"/>
                    <a:gd name="connsiteY134" fmla="*/ 343742 h 788699"/>
                    <a:gd name="connsiteX135" fmla="*/ 517800 w 625521"/>
                    <a:gd name="connsiteY135" fmla="*/ 349181 h 788699"/>
                    <a:gd name="connsiteX136" fmla="*/ 528680 w 625521"/>
                    <a:gd name="connsiteY136" fmla="*/ 349181 h 788699"/>
                    <a:gd name="connsiteX137" fmla="*/ 550437 w 625521"/>
                    <a:gd name="connsiteY137" fmla="*/ 357340 h 788699"/>
                    <a:gd name="connsiteX138" fmla="*/ 550437 w 625521"/>
                    <a:gd name="connsiteY138" fmla="*/ 362780 h 788699"/>
                    <a:gd name="connsiteX139" fmla="*/ 534119 w 625521"/>
                    <a:gd name="connsiteY139" fmla="*/ 384537 h 788699"/>
                    <a:gd name="connsiteX140" fmla="*/ 520520 w 625521"/>
                    <a:gd name="connsiteY140" fmla="*/ 389976 h 788699"/>
                    <a:gd name="connsiteX141" fmla="*/ 512362 w 625521"/>
                    <a:gd name="connsiteY141" fmla="*/ 395415 h 788699"/>
                    <a:gd name="connsiteX142" fmla="*/ 512362 w 625521"/>
                    <a:gd name="connsiteY142" fmla="*/ 398135 h 788699"/>
                    <a:gd name="connsiteX143" fmla="*/ 512362 w 625521"/>
                    <a:gd name="connsiteY143" fmla="*/ 409014 h 788699"/>
                    <a:gd name="connsiteX144" fmla="*/ 512362 w 625521"/>
                    <a:gd name="connsiteY144" fmla="*/ 414453 h 788699"/>
                    <a:gd name="connsiteX145" fmla="*/ 512362 w 625521"/>
                    <a:gd name="connsiteY145" fmla="*/ 438930 h 788699"/>
                    <a:gd name="connsiteX146" fmla="*/ 515081 w 625521"/>
                    <a:gd name="connsiteY146" fmla="*/ 504202 h 788699"/>
                    <a:gd name="connsiteX147" fmla="*/ 520520 w 625521"/>
                    <a:gd name="connsiteY147" fmla="*/ 572193 h 788699"/>
                    <a:gd name="connsiteX148" fmla="*/ 517800 w 625521"/>
                    <a:gd name="connsiteY148" fmla="*/ 604829 h 788699"/>
                    <a:gd name="connsiteX149" fmla="*/ 512362 w 625521"/>
                    <a:gd name="connsiteY149" fmla="*/ 661942 h 788699"/>
                    <a:gd name="connsiteX150" fmla="*/ 509642 w 625521"/>
                    <a:gd name="connsiteY150" fmla="*/ 670101 h 788699"/>
                    <a:gd name="connsiteX151" fmla="*/ 512362 w 625521"/>
                    <a:gd name="connsiteY151" fmla="*/ 680979 h 788699"/>
                    <a:gd name="connsiteX152" fmla="*/ 512362 w 625521"/>
                    <a:gd name="connsiteY152" fmla="*/ 686419 h 788699"/>
                    <a:gd name="connsiteX153" fmla="*/ 536838 w 625521"/>
                    <a:gd name="connsiteY153" fmla="*/ 680979 h 788699"/>
                    <a:gd name="connsiteX154" fmla="*/ 536838 w 625521"/>
                    <a:gd name="connsiteY154" fmla="*/ 680979 h 788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</a:cxnLst>
                  <a:rect l="l" t="t" r="r" b="b"/>
                  <a:pathLst>
                    <a:path w="625521" h="788699">
                      <a:moveTo>
                        <a:pt x="536838" y="680979"/>
                      </a:moveTo>
                      <a:cubicBezTo>
                        <a:pt x="550437" y="680979"/>
                        <a:pt x="574913" y="680979"/>
                        <a:pt x="574913" y="697297"/>
                      </a:cubicBezTo>
                      <a:cubicBezTo>
                        <a:pt x="574913" y="705456"/>
                        <a:pt x="572194" y="708176"/>
                        <a:pt x="566755" y="713615"/>
                      </a:cubicBezTo>
                      <a:cubicBezTo>
                        <a:pt x="561315" y="719054"/>
                        <a:pt x="555876" y="721774"/>
                        <a:pt x="550437" y="721774"/>
                      </a:cubicBezTo>
                      <a:cubicBezTo>
                        <a:pt x="539558" y="724494"/>
                        <a:pt x="534119" y="724494"/>
                        <a:pt x="528680" y="724494"/>
                      </a:cubicBezTo>
                      <a:cubicBezTo>
                        <a:pt x="517800" y="724494"/>
                        <a:pt x="428052" y="724494"/>
                        <a:pt x="417174" y="724494"/>
                      </a:cubicBezTo>
                      <a:cubicBezTo>
                        <a:pt x="403575" y="724494"/>
                        <a:pt x="414454" y="724494"/>
                        <a:pt x="398136" y="724494"/>
                      </a:cubicBezTo>
                      <a:cubicBezTo>
                        <a:pt x="389977" y="724494"/>
                        <a:pt x="381817" y="724494"/>
                        <a:pt x="373659" y="724494"/>
                      </a:cubicBezTo>
                      <a:cubicBezTo>
                        <a:pt x="365500" y="724494"/>
                        <a:pt x="354621" y="721774"/>
                        <a:pt x="346462" y="719054"/>
                      </a:cubicBezTo>
                      <a:cubicBezTo>
                        <a:pt x="338304" y="716335"/>
                        <a:pt x="330144" y="708176"/>
                        <a:pt x="330144" y="702737"/>
                      </a:cubicBezTo>
                      <a:cubicBezTo>
                        <a:pt x="330144" y="700017"/>
                        <a:pt x="330144" y="697297"/>
                        <a:pt x="335584" y="694578"/>
                      </a:cubicBezTo>
                      <a:cubicBezTo>
                        <a:pt x="341023" y="691858"/>
                        <a:pt x="351902" y="689138"/>
                        <a:pt x="357341" y="686419"/>
                      </a:cubicBezTo>
                      <a:cubicBezTo>
                        <a:pt x="373659" y="683699"/>
                        <a:pt x="387257" y="680979"/>
                        <a:pt x="395416" y="680979"/>
                      </a:cubicBezTo>
                      <a:cubicBezTo>
                        <a:pt x="387257" y="675540"/>
                        <a:pt x="384537" y="670101"/>
                        <a:pt x="381817" y="656502"/>
                      </a:cubicBezTo>
                      <a:cubicBezTo>
                        <a:pt x="379098" y="632026"/>
                        <a:pt x="379098" y="610268"/>
                        <a:pt x="379098" y="585791"/>
                      </a:cubicBezTo>
                      <a:cubicBezTo>
                        <a:pt x="379098" y="564034"/>
                        <a:pt x="379098" y="542277"/>
                        <a:pt x="379098" y="517800"/>
                      </a:cubicBezTo>
                      <a:cubicBezTo>
                        <a:pt x="379098" y="504202"/>
                        <a:pt x="379098" y="487884"/>
                        <a:pt x="379098" y="474286"/>
                      </a:cubicBezTo>
                      <a:cubicBezTo>
                        <a:pt x="379098" y="457968"/>
                        <a:pt x="376379" y="444369"/>
                        <a:pt x="379098" y="430771"/>
                      </a:cubicBezTo>
                      <a:cubicBezTo>
                        <a:pt x="379098" y="425332"/>
                        <a:pt x="381817" y="417173"/>
                        <a:pt x="381817" y="411733"/>
                      </a:cubicBezTo>
                      <a:cubicBezTo>
                        <a:pt x="381817" y="406294"/>
                        <a:pt x="381817" y="403575"/>
                        <a:pt x="379098" y="400855"/>
                      </a:cubicBezTo>
                      <a:cubicBezTo>
                        <a:pt x="376379" y="400855"/>
                        <a:pt x="373659" y="398135"/>
                        <a:pt x="370939" y="398135"/>
                      </a:cubicBezTo>
                      <a:cubicBezTo>
                        <a:pt x="360061" y="398135"/>
                        <a:pt x="343742" y="400855"/>
                        <a:pt x="338304" y="400855"/>
                      </a:cubicBezTo>
                      <a:cubicBezTo>
                        <a:pt x="330144" y="400855"/>
                        <a:pt x="319266" y="403575"/>
                        <a:pt x="289349" y="403575"/>
                      </a:cubicBezTo>
                      <a:cubicBezTo>
                        <a:pt x="275751" y="403575"/>
                        <a:pt x="267592" y="400855"/>
                        <a:pt x="264872" y="400855"/>
                      </a:cubicBezTo>
                      <a:cubicBezTo>
                        <a:pt x="262153" y="400855"/>
                        <a:pt x="259433" y="400855"/>
                        <a:pt x="259433" y="406294"/>
                      </a:cubicBezTo>
                      <a:cubicBezTo>
                        <a:pt x="259433" y="414453"/>
                        <a:pt x="259433" y="419892"/>
                        <a:pt x="259433" y="425332"/>
                      </a:cubicBezTo>
                      <a:cubicBezTo>
                        <a:pt x="259433" y="433491"/>
                        <a:pt x="259433" y="441650"/>
                        <a:pt x="259433" y="449809"/>
                      </a:cubicBezTo>
                      <a:cubicBezTo>
                        <a:pt x="259433" y="457968"/>
                        <a:pt x="259433" y="463407"/>
                        <a:pt x="259433" y="471566"/>
                      </a:cubicBezTo>
                      <a:cubicBezTo>
                        <a:pt x="259433" y="482445"/>
                        <a:pt x="259433" y="493323"/>
                        <a:pt x="259433" y="504202"/>
                      </a:cubicBezTo>
                      <a:cubicBezTo>
                        <a:pt x="259433" y="506921"/>
                        <a:pt x="259433" y="506921"/>
                        <a:pt x="259433" y="509641"/>
                      </a:cubicBezTo>
                      <a:cubicBezTo>
                        <a:pt x="259433" y="520520"/>
                        <a:pt x="256714" y="531398"/>
                        <a:pt x="256714" y="542277"/>
                      </a:cubicBezTo>
                      <a:cubicBezTo>
                        <a:pt x="256714" y="553156"/>
                        <a:pt x="256714" y="566754"/>
                        <a:pt x="256714" y="577632"/>
                      </a:cubicBezTo>
                      <a:cubicBezTo>
                        <a:pt x="256714" y="588511"/>
                        <a:pt x="256714" y="599390"/>
                        <a:pt x="256714" y="612988"/>
                      </a:cubicBezTo>
                      <a:cubicBezTo>
                        <a:pt x="256714" y="629306"/>
                        <a:pt x="253994" y="642904"/>
                        <a:pt x="253994" y="656502"/>
                      </a:cubicBezTo>
                      <a:cubicBezTo>
                        <a:pt x="253994" y="664661"/>
                        <a:pt x="256714" y="672820"/>
                        <a:pt x="256714" y="678260"/>
                      </a:cubicBezTo>
                      <a:cubicBezTo>
                        <a:pt x="270312" y="678260"/>
                        <a:pt x="286629" y="680979"/>
                        <a:pt x="286629" y="694578"/>
                      </a:cubicBezTo>
                      <a:cubicBezTo>
                        <a:pt x="286629" y="702737"/>
                        <a:pt x="283910" y="705456"/>
                        <a:pt x="281191" y="710895"/>
                      </a:cubicBezTo>
                      <a:cubicBezTo>
                        <a:pt x="275751" y="716335"/>
                        <a:pt x="270312" y="719054"/>
                        <a:pt x="264872" y="719054"/>
                      </a:cubicBezTo>
                      <a:cubicBezTo>
                        <a:pt x="256714" y="721774"/>
                        <a:pt x="248554" y="721774"/>
                        <a:pt x="243116" y="721774"/>
                      </a:cubicBezTo>
                      <a:cubicBezTo>
                        <a:pt x="243116" y="721774"/>
                        <a:pt x="243116" y="721774"/>
                        <a:pt x="243116" y="721774"/>
                      </a:cubicBezTo>
                      <a:cubicBezTo>
                        <a:pt x="237676" y="724494"/>
                        <a:pt x="237676" y="724494"/>
                        <a:pt x="232236" y="727214"/>
                      </a:cubicBezTo>
                      <a:cubicBezTo>
                        <a:pt x="229517" y="729933"/>
                        <a:pt x="229517" y="732653"/>
                        <a:pt x="224078" y="735372"/>
                      </a:cubicBezTo>
                      <a:cubicBezTo>
                        <a:pt x="221358" y="738092"/>
                        <a:pt x="215919" y="738092"/>
                        <a:pt x="213199" y="738092"/>
                      </a:cubicBezTo>
                      <a:cubicBezTo>
                        <a:pt x="199601" y="738092"/>
                        <a:pt x="188722" y="735372"/>
                        <a:pt x="183283" y="727214"/>
                      </a:cubicBezTo>
                      <a:cubicBezTo>
                        <a:pt x="180563" y="724494"/>
                        <a:pt x="177843" y="721774"/>
                        <a:pt x="175124" y="719054"/>
                      </a:cubicBezTo>
                      <a:cubicBezTo>
                        <a:pt x="161526" y="719054"/>
                        <a:pt x="150646" y="719054"/>
                        <a:pt x="145208" y="719054"/>
                      </a:cubicBezTo>
                      <a:cubicBezTo>
                        <a:pt x="131609" y="719054"/>
                        <a:pt x="142488" y="719054"/>
                        <a:pt x="126170" y="719054"/>
                      </a:cubicBezTo>
                      <a:cubicBezTo>
                        <a:pt x="118011" y="719054"/>
                        <a:pt x="109852" y="719054"/>
                        <a:pt x="101693" y="719054"/>
                      </a:cubicBezTo>
                      <a:cubicBezTo>
                        <a:pt x="93534" y="719054"/>
                        <a:pt x="82655" y="719054"/>
                        <a:pt x="74496" y="713615"/>
                      </a:cubicBezTo>
                      <a:cubicBezTo>
                        <a:pt x="66338" y="710895"/>
                        <a:pt x="58178" y="702737"/>
                        <a:pt x="58178" y="697297"/>
                      </a:cubicBezTo>
                      <a:cubicBezTo>
                        <a:pt x="58178" y="694578"/>
                        <a:pt x="58178" y="691858"/>
                        <a:pt x="63618" y="689138"/>
                      </a:cubicBezTo>
                      <a:cubicBezTo>
                        <a:pt x="69057" y="686419"/>
                        <a:pt x="79936" y="683699"/>
                        <a:pt x="85375" y="680979"/>
                      </a:cubicBezTo>
                      <a:cubicBezTo>
                        <a:pt x="98973" y="678260"/>
                        <a:pt x="118011" y="678260"/>
                        <a:pt x="131609" y="675540"/>
                      </a:cubicBezTo>
                      <a:cubicBezTo>
                        <a:pt x="131609" y="672820"/>
                        <a:pt x="131609" y="670101"/>
                        <a:pt x="131609" y="667381"/>
                      </a:cubicBezTo>
                      <a:cubicBezTo>
                        <a:pt x="131609" y="661942"/>
                        <a:pt x="131609" y="656502"/>
                        <a:pt x="131609" y="651063"/>
                      </a:cubicBezTo>
                      <a:cubicBezTo>
                        <a:pt x="131609" y="640184"/>
                        <a:pt x="131609" y="629306"/>
                        <a:pt x="131609" y="618427"/>
                      </a:cubicBezTo>
                      <a:cubicBezTo>
                        <a:pt x="131609" y="604829"/>
                        <a:pt x="131609" y="593950"/>
                        <a:pt x="131609" y="580352"/>
                      </a:cubicBezTo>
                      <a:cubicBezTo>
                        <a:pt x="131609" y="564034"/>
                        <a:pt x="131609" y="547716"/>
                        <a:pt x="131609" y="531398"/>
                      </a:cubicBezTo>
                      <a:cubicBezTo>
                        <a:pt x="131609" y="509641"/>
                        <a:pt x="131609" y="487884"/>
                        <a:pt x="131609" y="466126"/>
                      </a:cubicBezTo>
                      <a:cubicBezTo>
                        <a:pt x="131609" y="452528"/>
                        <a:pt x="131609" y="436210"/>
                        <a:pt x="131609" y="422612"/>
                      </a:cubicBezTo>
                      <a:cubicBezTo>
                        <a:pt x="131609" y="419892"/>
                        <a:pt x="131609" y="414453"/>
                        <a:pt x="131609" y="411733"/>
                      </a:cubicBezTo>
                      <a:cubicBezTo>
                        <a:pt x="131609" y="409014"/>
                        <a:pt x="131609" y="400855"/>
                        <a:pt x="131609" y="398135"/>
                      </a:cubicBezTo>
                      <a:cubicBezTo>
                        <a:pt x="131609" y="392696"/>
                        <a:pt x="131609" y="392696"/>
                        <a:pt x="126170" y="389976"/>
                      </a:cubicBezTo>
                      <a:cubicBezTo>
                        <a:pt x="123450" y="389976"/>
                        <a:pt x="109852" y="387257"/>
                        <a:pt x="101693" y="387257"/>
                      </a:cubicBezTo>
                      <a:cubicBezTo>
                        <a:pt x="90814" y="384537"/>
                        <a:pt x="77216" y="381817"/>
                        <a:pt x="77216" y="376378"/>
                      </a:cubicBezTo>
                      <a:cubicBezTo>
                        <a:pt x="77216" y="373658"/>
                        <a:pt x="79936" y="370939"/>
                        <a:pt x="82655" y="368219"/>
                      </a:cubicBezTo>
                      <a:cubicBezTo>
                        <a:pt x="88095" y="365499"/>
                        <a:pt x="93534" y="362780"/>
                        <a:pt x="98973" y="360060"/>
                      </a:cubicBezTo>
                      <a:cubicBezTo>
                        <a:pt x="104413" y="360060"/>
                        <a:pt x="112571" y="357340"/>
                        <a:pt x="118011" y="357340"/>
                      </a:cubicBezTo>
                      <a:cubicBezTo>
                        <a:pt x="126170" y="354621"/>
                        <a:pt x="128890" y="357340"/>
                        <a:pt x="131609" y="351901"/>
                      </a:cubicBezTo>
                      <a:cubicBezTo>
                        <a:pt x="131609" y="349181"/>
                        <a:pt x="131609" y="346462"/>
                        <a:pt x="131609" y="343742"/>
                      </a:cubicBezTo>
                      <a:cubicBezTo>
                        <a:pt x="131609" y="319265"/>
                        <a:pt x="131609" y="294788"/>
                        <a:pt x="131609" y="270311"/>
                      </a:cubicBezTo>
                      <a:cubicBezTo>
                        <a:pt x="131609" y="226797"/>
                        <a:pt x="131609" y="186002"/>
                        <a:pt x="137048" y="145207"/>
                      </a:cubicBezTo>
                      <a:cubicBezTo>
                        <a:pt x="137048" y="139768"/>
                        <a:pt x="137048" y="131609"/>
                        <a:pt x="139768" y="123450"/>
                      </a:cubicBezTo>
                      <a:cubicBezTo>
                        <a:pt x="134329" y="123450"/>
                        <a:pt x="137048" y="123450"/>
                        <a:pt x="123450" y="123450"/>
                      </a:cubicBezTo>
                      <a:cubicBezTo>
                        <a:pt x="120731" y="123450"/>
                        <a:pt x="120731" y="123450"/>
                        <a:pt x="118011" y="123450"/>
                      </a:cubicBezTo>
                      <a:cubicBezTo>
                        <a:pt x="112571" y="123450"/>
                        <a:pt x="107133" y="123450"/>
                        <a:pt x="101693" y="123450"/>
                      </a:cubicBezTo>
                      <a:cubicBezTo>
                        <a:pt x="93534" y="123450"/>
                        <a:pt x="82655" y="120730"/>
                        <a:pt x="74496" y="118011"/>
                      </a:cubicBezTo>
                      <a:cubicBezTo>
                        <a:pt x="66338" y="115291"/>
                        <a:pt x="58178" y="107132"/>
                        <a:pt x="58178" y="101693"/>
                      </a:cubicBezTo>
                      <a:cubicBezTo>
                        <a:pt x="58178" y="98973"/>
                        <a:pt x="58178" y="96253"/>
                        <a:pt x="63618" y="93534"/>
                      </a:cubicBezTo>
                      <a:cubicBezTo>
                        <a:pt x="66338" y="90814"/>
                        <a:pt x="77216" y="88095"/>
                        <a:pt x="85375" y="85375"/>
                      </a:cubicBezTo>
                      <a:cubicBezTo>
                        <a:pt x="104413" y="82655"/>
                        <a:pt x="128890" y="82655"/>
                        <a:pt x="137048" y="82655"/>
                      </a:cubicBezTo>
                      <a:cubicBezTo>
                        <a:pt x="139768" y="82655"/>
                        <a:pt x="142488" y="82655"/>
                        <a:pt x="147927" y="82655"/>
                      </a:cubicBezTo>
                      <a:cubicBezTo>
                        <a:pt x="153366" y="69057"/>
                        <a:pt x="164245" y="58178"/>
                        <a:pt x="186003" y="58178"/>
                      </a:cubicBezTo>
                      <a:cubicBezTo>
                        <a:pt x="202321" y="58178"/>
                        <a:pt x="215919" y="66337"/>
                        <a:pt x="226797" y="79936"/>
                      </a:cubicBezTo>
                      <a:cubicBezTo>
                        <a:pt x="237676" y="79936"/>
                        <a:pt x="248554" y="79936"/>
                        <a:pt x="253994" y="79936"/>
                      </a:cubicBezTo>
                      <a:cubicBezTo>
                        <a:pt x="267592" y="79936"/>
                        <a:pt x="294789" y="79936"/>
                        <a:pt x="294789" y="96253"/>
                      </a:cubicBezTo>
                      <a:cubicBezTo>
                        <a:pt x="294789" y="104412"/>
                        <a:pt x="289349" y="107132"/>
                        <a:pt x="283910" y="112571"/>
                      </a:cubicBezTo>
                      <a:cubicBezTo>
                        <a:pt x="278471" y="118011"/>
                        <a:pt x="273031" y="120730"/>
                        <a:pt x="267592" y="120730"/>
                      </a:cubicBezTo>
                      <a:cubicBezTo>
                        <a:pt x="259433" y="123450"/>
                        <a:pt x="251274" y="123450"/>
                        <a:pt x="245835" y="123450"/>
                      </a:cubicBezTo>
                      <a:cubicBezTo>
                        <a:pt x="245835" y="123450"/>
                        <a:pt x="243116" y="123450"/>
                        <a:pt x="237676" y="123450"/>
                      </a:cubicBezTo>
                      <a:cubicBezTo>
                        <a:pt x="237676" y="126170"/>
                        <a:pt x="237676" y="126170"/>
                        <a:pt x="240396" y="128889"/>
                      </a:cubicBezTo>
                      <a:cubicBezTo>
                        <a:pt x="245835" y="145207"/>
                        <a:pt x="248554" y="161525"/>
                        <a:pt x="251274" y="177843"/>
                      </a:cubicBezTo>
                      <a:cubicBezTo>
                        <a:pt x="253994" y="194161"/>
                        <a:pt x="253994" y="210479"/>
                        <a:pt x="256714" y="226797"/>
                      </a:cubicBezTo>
                      <a:cubicBezTo>
                        <a:pt x="259433" y="243115"/>
                        <a:pt x="262153" y="256713"/>
                        <a:pt x="262153" y="273031"/>
                      </a:cubicBezTo>
                      <a:cubicBezTo>
                        <a:pt x="262153" y="278470"/>
                        <a:pt x="262153" y="283910"/>
                        <a:pt x="262153" y="289349"/>
                      </a:cubicBezTo>
                      <a:lnTo>
                        <a:pt x="262153" y="297508"/>
                      </a:lnTo>
                      <a:cubicBezTo>
                        <a:pt x="262153" y="305667"/>
                        <a:pt x="262153" y="313826"/>
                        <a:pt x="264872" y="321985"/>
                      </a:cubicBezTo>
                      <a:cubicBezTo>
                        <a:pt x="264872" y="327424"/>
                        <a:pt x="270312" y="330144"/>
                        <a:pt x="270312" y="335583"/>
                      </a:cubicBezTo>
                      <a:cubicBezTo>
                        <a:pt x="270312" y="335583"/>
                        <a:pt x="270312" y="338303"/>
                        <a:pt x="270312" y="338303"/>
                      </a:cubicBezTo>
                      <a:cubicBezTo>
                        <a:pt x="270312" y="341022"/>
                        <a:pt x="270312" y="343742"/>
                        <a:pt x="270312" y="346462"/>
                      </a:cubicBezTo>
                      <a:cubicBezTo>
                        <a:pt x="270312" y="351901"/>
                        <a:pt x="273031" y="354621"/>
                        <a:pt x="278471" y="354621"/>
                      </a:cubicBezTo>
                      <a:cubicBezTo>
                        <a:pt x="289349" y="354621"/>
                        <a:pt x="335584" y="351901"/>
                        <a:pt x="338304" y="349181"/>
                      </a:cubicBezTo>
                      <a:cubicBezTo>
                        <a:pt x="346462" y="349181"/>
                        <a:pt x="357341" y="349181"/>
                        <a:pt x="365500" y="349181"/>
                      </a:cubicBezTo>
                      <a:cubicBezTo>
                        <a:pt x="370939" y="349181"/>
                        <a:pt x="376379" y="349181"/>
                        <a:pt x="381817" y="349181"/>
                      </a:cubicBezTo>
                      <a:cubicBezTo>
                        <a:pt x="387257" y="349181"/>
                        <a:pt x="392697" y="346462"/>
                        <a:pt x="392697" y="338303"/>
                      </a:cubicBezTo>
                      <a:cubicBezTo>
                        <a:pt x="392697" y="330144"/>
                        <a:pt x="389977" y="316545"/>
                        <a:pt x="389977" y="313826"/>
                      </a:cubicBezTo>
                      <a:cubicBezTo>
                        <a:pt x="389977" y="294788"/>
                        <a:pt x="389977" y="278470"/>
                        <a:pt x="392697" y="262152"/>
                      </a:cubicBezTo>
                      <a:cubicBezTo>
                        <a:pt x="392697" y="259433"/>
                        <a:pt x="395416" y="243115"/>
                        <a:pt x="395416" y="224077"/>
                      </a:cubicBezTo>
                      <a:cubicBezTo>
                        <a:pt x="395416" y="207759"/>
                        <a:pt x="398136" y="188722"/>
                        <a:pt x="398136" y="177843"/>
                      </a:cubicBezTo>
                      <a:cubicBezTo>
                        <a:pt x="398136" y="169684"/>
                        <a:pt x="395416" y="158806"/>
                        <a:pt x="395416" y="153366"/>
                      </a:cubicBezTo>
                      <a:cubicBezTo>
                        <a:pt x="395416" y="145207"/>
                        <a:pt x="395416" y="142488"/>
                        <a:pt x="395416" y="137048"/>
                      </a:cubicBezTo>
                      <a:cubicBezTo>
                        <a:pt x="389977" y="137048"/>
                        <a:pt x="384537" y="137048"/>
                        <a:pt x="379098" y="137048"/>
                      </a:cubicBezTo>
                      <a:cubicBezTo>
                        <a:pt x="370939" y="137048"/>
                        <a:pt x="360061" y="134329"/>
                        <a:pt x="351902" y="131609"/>
                      </a:cubicBezTo>
                      <a:cubicBezTo>
                        <a:pt x="343742" y="128889"/>
                        <a:pt x="338304" y="120730"/>
                        <a:pt x="338304" y="115291"/>
                      </a:cubicBezTo>
                      <a:cubicBezTo>
                        <a:pt x="338304" y="112571"/>
                        <a:pt x="338304" y="109852"/>
                        <a:pt x="343742" y="107132"/>
                      </a:cubicBezTo>
                      <a:cubicBezTo>
                        <a:pt x="349182" y="104412"/>
                        <a:pt x="357341" y="101693"/>
                        <a:pt x="362780" y="98973"/>
                      </a:cubicBezTo>
                      <a:cubicBezTo>
                        <a:pt x="373659" y="96253"/>
                        <a:pt x="387257" y="96253"/>
                        <a:pt x="395416" y="96253"/>
                      </a:cubicBezTo>
                      <a:cubicBezTo>
                        <a:pt x="398136" y="93534"/>
                        <a:pt x="400855" y="90814"/>
                        <a:pt x="403575" y="90814"/>
                      </a:cubicBezTo>
                      <a:cubicBezTo>
                        <a:pt x="411734" y="90814"/>
                        <a:pt x="419893" y="88095"/>
                        <a:pt x="422612" y="88095"/>
                      </a:cubicBezTo>
                      <a:cubicBezTo>
                        <a:pt x="425332" y="88095"/>
                        <a:pt x="425332" y="88095"/>
                        <a:pt x="428052" y="88095"/>
                      </a:cubicBezTo>
                      <a:cubicBezTo>
                        <a:pt x="433492" y="88095"/>
                        <a:pt x="441650" y="88095"/>
                        <a:pt x="447090" y="90814"/>
                      </a:cubicBezTo>
                      <a:cubicBezTo>
                        <a:pt x="449809" y="90814"/>
                        <a:pt x="452529" y="93534"/>
                        <a:pt x="455249" y="96253"/>
                      </a:cubicBezTo>
                      <a:cubicBezTo>
                        <a:pt x="482445" y="96253"/>
                        <a:pt x="509642" y="93534"/>
                        <a:pt x="525960" y="93534"/>
                      </a:cubicBezTo>
                      <a:cubicBezTo>
                        <a:pt x="539558" y="93534"/>
                        <a:pt x="561315" y="93534"/>
                        <a:pt x="561315" y="109852"/>
                      </a:cubicBezTo>
                      <a:cubicBezTo>
                        <a:pt x="561315" y="118011"/>
                        <a:pt x="561315" y="120730"/>
                        <a:pt x="555876" y="126170"/>
                      </a:cubicBezTo>
                      <a:cubicBezTo>
                        <a:pt x="550437" y="131609"/>
                        <a:pt x="544997" y="134329"/>
                        <a:pt x="539558" y="134329"/>
                      </a:cubicBezTo>
                      <a:cubicBezTo>
                        <a:pt x="531399" y="137048"/>
                        <a:pt x="523240" y="137048"/>
                        <a:pt x="517800" y="137048"/>
                      </a:cubicBezTo>
                      <a:cubicBezTo>
                        <a:pt x="515081" y="137048"/>
                        <a:pt x="498763" y="137048"/>
                        <a:pt x="477006" y="137048"/>
                      </a:cubicBezTo>
                      <a:cubicBezTo>
                        <a:pt x="479725" y="145207"/>
                        <a:pt x="485165" y="153366"/>
                        <a:pt x="485165" y="161525"/>
                      </a:cubicBezTo>
                      <a:cubicBezTo>
                        <a:pt x="487885" y="177843"/>
                        <a:pt x="493324" y="194161"/>
                        <a:pt x="496043" y="210479"/>
                      </a:cubicBezTo>
                      <a:cubicBezTo>
                        <a:pt x="498763" y="224077"/>
                        <a:pt x="498763" y="237676"/>
                        <a:pt x="501483" y="251274"/>
                      </a:cubicBezTo>
                      <a:cubicBezTo>
                        <a:pt x="504202" y="264872"/>
                        <a:pt x="506922" y="275751"/>
                        <a:pt x="506922" y="292069"/>
                      </a:cubicBezTo>
                      <a:cubicBezTo>
                        <a:pt x="506922" y="302947"/>
                        <a:pt x="506922" y="311106"/>
                        <a:pt x="506922" y="321985"/>
                      </a:cubicBezTo>
                      <a:cubicBezTo>
                        <a:pt x="506922" y="327424"/>
                        <a:pt x="509642" y="335583"/>
                        <a:pt x="509642" y="341022"/>
                      </a:cubicBezTo>
                      <a:cubicBezTo>
                        <a:pt x="509642" y="343742"/>
                        <a:pt x="509642" y="343742"/>
                        <a:pt x="509642" y="343742"/>
                      </a:cubicBezTo>
                      <a:cubicBezTo>
                        <a:pt x="509642" y="349181"/>
                        <a:pt x="515081" y="349181"/>
                        <a:pt x="517800" y="349181"/>
                      </a:cubicBezTo>
                      <a:cubicBezTo>
                        <a:pt x="520520" y="349181"/>
                        <a:pt x="523240" y="349181"/>
                        <a:pt x="528680" y="349181"/>
                      </a:cubicBezTo>
                      <a:cubicBezTo>
                        <a:pt x="536838" y="349181"/>
                        <a:pt x="547717" y="349181"/>
                        <a:pt x="550437" y="357340"/>
                      </a:cubicBezTo>
                      <a:cubicBezTo>
                        <a:pt x="550437" y="360060"/>
                        <a:pt x="550437" y="360060"/>
                        <a:pt x="550437" y="362780"/>
                      </a:cubicBezTo>
                      <a:cubicBezTo>
                        <a:pt x="550437" y="370939"/>
                        <a:pt x="539558" y="381817"/>
                        <a:pt x="534119" y="384537"/>
                      </a:cubicBezTo>
                      <a:cubicBezTo>
                        <a:pt x="531399" y="387257"/>
                        <a:pt x="523240" y="387257"/>
                        <a:pt x="520520" y="389976"/>
                      </a:cubicBezTo>
                      <a:cubicBezTo>
                        <a:pt x="515081" y="389976"/>
                        <a:pt x="512362" y="392696"/>
                        <a:pt x="512362" y="395415"/>
                      </a:cubicBezTo>
                      <a:cubicBezTo>
                        <a:pt x="512362" y="395415"/>
                        <a:pt x="512362" y="398135"/>
                        <a:pt x="512362" y="398135"/>
                      </a:cubicBezTo>
                      <a:cubicBezTo>
                        <a:pt x="512362" y="400855"/>
                        <a:pt x="512362" y="406294"/>
                        <a:pt x="512362" y="409014"/>
                      </a:cubicBezTo>
                      <a:cubicBezTo>
                        <a:pt x="512362" y="411733"/>
                        <a:pt x="512362" y="411733"/>
                        <a:pt x="512362" y="414453"/>
                      </a:cubicBezTo>
                      <a:cubicBezTo>
                        <a:pt x="512362" y="422612"/>
                        <a:pt x="512362" y="430771"/>
                        <a:pt x="512362" y="438930"/>
                      </a:cubicBezTo>
                      <a:cubicBezTo>
                        <a:pt x="512362" y="460687"/>
                        <a:pt x="512362" y="482445"/>
                        <a:pt x="515081" y="504202"/>
                      </a:cubicBezTo>
                      <a:cubicBezTo>
                        <a:pt x="517800" y="525959"/>
                        <a:pt x="520520" y="550436"/>
                        <a:pt x="520520" y="572193"/>
                      </a:cubicBezTo>
                      <a:cubicBezTo>
                        <a:pt x="520520" y="583072"/>
                        <a:pt x="520520" y="593950"/>
                        <a:pt x="517800" y="604829"/>
                      </a:cubicBezTo>
                      <a:cubicBezTo>
                        <a:pt x="515081" y="623867"/>
                        <a:pt x="515081" y="642904"/>
                        <a:pt x="512362" y="661942"/>
                      </a:cubicBezTo>
                      <a:cubicBezTo>
                        <a:pt x="512362" y="664661"/>
                        <a:pt x="509642" y="667381"/>
                        <a:pt x="509642" y="670101"/>
                      </a:cubicBezTo>
                      <a:cubicBezTo>
                        <a:pt x="509642" y="672820"/>
                        <a:pt x="512362" y="678260"/>
                        <a:pt x="512362" y="680979"/>
                      </a:cubicBezTo>
                      <a:cubicBezTo>
                        <a:pt x="512362" y="683699"/>
                        <a:pt x="512362" y="686419"/>
                        <a:pt x="512362" y="686419"/>
                      </a:cubicBezTo>
                      <a:cubicBezTo>
                        <a:pt x="517800" y="680979"/>
                        <a:pt x="528680" y="680979"/>
                        <a:pt x="536838" y="680979"/>
                      </a:cubicBezTo>
                      <a:lnTo>
                        <a:pt x="536838" y="680979"/>
                      </a:lnTo>
                      <a:close/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  <p:sp>
              <p:nvSpPr>
                <p:cNvPr id="143" name="Freeform: Shape 142">
                  <a:extLst>
                    <a:ext uri="{FF2B5EF4-FFF2-40B4-BE49-F238E27FC236}">
                      <a16:creationId xmlns:a16="http://schemas.microsoft.com/office/drawing/2014/main" id="{50532BC5-3DCD-4908-8E06-B46365D65948}"/>
                    </a:ext>
                  </a:extLst>
                </p:cNvPr>
                <p:cNvSpPr/>
                <p:nvPr/>
              </p:nvSpPr>
              <p:spPr>
                <a:xfrm>
                  <a:off x="9592416" y="4192158"/>
                  <a:ext cx="516735" cy="761503"/>
                </a:xfrm>
                <a:custGeom>
                  <a:avLst/>
                  <a:gdLst>
                    <a:gd name="connsiteX0" fmla="*/ 463407 w 516735"/>
                    <a:gd name="connsiteY0" fmla="*/ 194161 h 761503"/>
                    <a:gd name="connsiteX1" fmla="*/ 447089 w 516735"/>
                    <a:gd name="connsiteY1" fmla="*/ 226797 h 761503"/>
                    <a:gd name="connsiteX2" fmla="*/ 430771 w 516735"/>
                    <a:gd name="connsiteY2" fmla="*/ 221357 h 761503"/>
                    <a:gd name="connsiteX3" fmla="*/ 422612 w 516735"/>
                    <a:gd name="connsiteY3" fmla="*/ 207759 h 761503"/>
                    <a:gd name="connsiteX4" fmla="*/ 419893 w 516735"/>
                    <a:gd name="connsiteY4" fmla="*/ 188722 h 761503"/>
                    <a:gd name="connsiteX5" fmla="*/ 419893 w 516735"/>
                    <a:gd name="connsiteY5" fmla="*/ 139768 h 761503"/>
                    <a:gd name="connsiteX6" fmla="*/ 419893 w 516735"/>
                    <a:gd name="connsiteY6" fmla="*/ 120730 h 761503"/>
                    <a:gd name="connsiteX7" fmla="*/ 395416 w 516735"/>
                    <a:gd name="connsiteY7" fmla="*/ 120730 h 761503"/>
                    <a:gd name="connsiteX8" fmla="*/ 370939 w 516735"/>
                    <a:gd name="connsiteY8" fmla="*/ 120730 h 761503"/>
                    <a:gd name="connsiteX9" fmla="*/ 346461 w 516735"/>
                    <a:gd name="connsiteY9" fmla="*/ 123450 h 761503"/>
                    <a:gd name="connsiteX10" fmla="*/ 335583 w 516735"/>
                    <a:gd name="connsiteY10" fmla="*/ 123450 h 761503"/>
                    <a:gd name="connsiteX11" fmla="*/ 335583 w 516735"/>
                    <a:gd name="connsiteY11" fmla="*/ 123450 h 761503"/>
                    <a:gd name="connsiteX12" fmla="*/ 324704 w 516735"/>
                    <a:gd name="connsiteY12" fmla="*/ 128889 h 761503"/>
                    <a:gd name="connsiteX13" fmla="*/ 327424 w 516735"/>
                    <a:gd name="connsiteY13" fmla="*/ 139768 h 761503"/>
                    <a:gd name="connsiteX14" fmla="*/ 330144 w 516735"/>
                    <a:gd name="connsiteY14" fmla="*/ 175123 h 761503"/>
                    <a:gd name="connsiteX15" fmla="*/ 330144 w 516735"/>
                    <a:gd name="connsiteY15" fmla="*/ 199600 h 761503"/>
                    <a:gd name="connsiteX16" fmla="*/ 327424 w 516735"/>
                    <a:gd name="connsiteY16" fmla="*/ 224077 h 761503"/>
                    <a:gd name="connsiteX17" fmla="*/ 330144 w 516735"/>
                    <a:gd name="connsiteY17" fmla="*/ 251274 h 761503"/>
                    <a:gd name="connsiteX18" fmla="*/ 327424 w 516735"/>
                    <a:gd name="connsiteY18" fmla="*/ 278470 h 761503"/>
                    <a:gd name="connsiteX19" fmla="*/ 327424 w 516735"/>
                    <a:gd name="connsiteY19" fmla="*/ 332864 h 761503"/>
                    <a:gd name="connsiteX20" fmla="*/ 330144 w 516735"/>
                    <a:gd name="connsiteY20" fmla="*/ 357340 h 761503"/>
                    <a:gd name="connsiteX21" fmla="*/ 330144 w 516735"/>
                    <a:gd name="connsiteY21" fmla="*/ 368219 h 761503"/>
                    <a:gd name="connsiteX22" fmla="*/ 332863 w 516735"/>
                    <a:gd name="connsiteY22" fmla="*/ 387257 h 761503"/>
                    <a:gd name="connsiteX23" fmla="*/ 332863 w 516735"/>
                    <a:gd name="connsiteY23" fmla="*/ 433491 h 761503"/>
                    <a:gd name="connsiteX24" fmla="*/ 332863 w 516735"/>
                    <a:gd name="connsiteY24" fmla="*/ 487884 h 761503"/>
                    <a:gd name="connsiteX25" fmla="*/ 330144 w 516735"/>
                    <a:gd name="connsiteY25" fmla="*/ 512361 h 761503"/>
                    <a:gd name="connsiteX26" fmla="*/ 330144 w 516735"/>
                    <a:gd name="connsiteY26" fmla="*/ 539557 h 761503"/>
                    <a:gd name="connsiteX27" fmla="*/ 332863 w 516735"/>
                    <a:gd name="connsiteY27" fmla="*/ 593950 h 761503"/>
                    <a:gd name="connsiteX28" fmla="*/ 332863 w 516735"/>
                    <a:gd name="connsiteY28" fmla="*/ 648343 h 761503"/>
                    <a:gd name="connsiteX29" fmla="*/ 332863 w 516735"/>
                    <a:gd name="connsiteY29" fmla="*/ 656502 h 761503"/>
                    <a:gd name="connsiteX30" fmla="*/ 357341 w 516735"/>
                    <a:gd name="connsiteY30" fmla="*/ 656502 h 761503"/>
                    <a:gd name="connsiteX31" fmla="*/ 395416 w 516735"/>
                    <a:gd name="connsiteY31" fmla="*/ 675540 h 761503"/>
                    <a:gd name="connsiteX32" fmla="*/ 389976 w 516735"/>
                    <a:gd name="connsiteY32" fmla="*/ 691858 h 761503"/>
                    <a:gd name="connsiteX33" fmla="*/ 373658 w 516735"/>
                    <a:gd name="connsiteY33" fmla="*/ 700017 h 761503"/>
                    <a:gd name="connsiteX34" fmla="*/ 351901 w 516735"/>
                    <a:gd name="connsiteY34" fmla="*/ 702737 h 761503"/>
                    <a:gd name="connsiteX35" fmla="*/ 319265 w 516735"/>
                    <a:gd name="connsiteY35" fmla="*/ 702737 h 761503"/>
                    <a:gd name="connsiteX36" fmla="*/ 311106 w 516735"/>
                    <a:gd name="connsiteY36" fmla="*/ 708176 h 761503"/>
                    <a:gd name="connsiteX37" fmla="*/ 289349 w 516735"/>
                    <a:gd name="connsiteY37" fmla="*/ 713615 h 761503"/>
                    <a:gd name="connsiteX38" fmla="*/ 270311 w 516735"/>
                    <a:gd name="connsiteY38" fmla="*/ 713615 h 761503"/>
                    <a:gd name="connsiteX39" fmla="*/ 243115 w 516735"/>
                    <a:gd name="connsiteY39" fmla="*/ 705456 h 761503"/>
                    <a:gd name="connsiteX40" fmla="*/ 237675 w 516735"/>
                    <a:gd name="connsiteY40" fmla="*/ 702737 h 761503"/>
                    <a:gd name="connsiteX41" fmla="*/ 199600 w 516735"/>
                    <a:gd name="connsiteY41" fmla="*/ 702737 h 761503"/>
                    <a:gd name="connsiteX42" fmla="*/ 175123 w 516735"/>
                    <a:gd name="connsiteY42" fmla="*/ 702737 h 761503"/>
                    <a:gd name="connsiteX43" fmla="*/ 147927 w 516735"/>
                    <a:gd name="connsiteY43" fmla="*/ 697297 h 761503"/>
                    <a:gd name="connsiteX44" fmla="*/ 131609 w 516735"/>
                    <a:gd name="connsiteY44" fmla="*/ 678260 h 761503"/>
                    <a:gd name="connsiteX45" fmla="*/ 137048 w 516735"/>
                    <a:gd name="connsiteY45" fmla="*/ 670101 h 761503"/>
                    <a:gd name="connsiteX46" fmla="*/ 158805 w 516735"/>
                    <a:gd name="connsiteY46" fmla="*/ 661942 h 761503"/>
                    <a:gd name="connsiteX47" fmla="*/ 199600 w 516735"/>
                    <a:gd name="connsiteY47" fmla="*/ 659222 h 761503"/>
                    <a:gd name="connsiteX48" fmla="*/ 199600 w 516735"/>
                    <a:gd name="connsiteY48" fmla="*/ 659222 h 761503"/>
                    <a:gd name="connsiteX49" fmla="*/ 196880 w 516735"/>
                    <a:gd name="connsiteY49" fmla="*/ 629306 h 761503"/>
                    <a:gd name="connsiteX50" fmla="*/ 199600 w 516735"/>
                    <a:gd name="connsiteY50" fmla="*/ 574913 h 761503"/>
                    <a:gd name="connsiteX51" fmla="*/ 202320 w 516735"/>
                    <a:gd name="connsiteY51" fmla="*/ 523239 h 761503"/>
                    <a:gd name="connsiteX52" fmla="*/ 205040 w 516735"/>
                    <a:gd name="connsiteY52" fmla="*/ 460687 h 761503"/>
                    <a:gd name="connsiteX53" fmla="*/ 205040 w 516735"/>
                    <a:gd name="connsiteY53" fmla="*/ 417173 h 761503"/>
                    <a:gd name="connsiteX54" fmla="*/ 207759 w 516735"/>
                    <a:gd name="connsiteY54" fmla="*/ 392696 h 761503"/>
                    <a:gd name="connsiteX55" fmla="*/ 210478 w 516735"/>
                    <a:gd name="connsiteY55" fmla="*/ 368219 h 761503"/>
                    <a:gd name="connsiteX56" fmla="*/ 210478 w 516735"/>
                    <a:gd name="connsiteY56" fmla="*/ 313826 h 761503"/>
                    <a:gd name="connsiteX57" fmla="*/ 210478 w 516735"/>
                    <a:gd name="connsiteY57" fmla="*/ 259433 h 761503"/>
                    <a:gd name="connsiteX58" fmla="*/ 210478 w 516735"/>
                    <a:gd name="connsiteY58" fmla="*/ 213199 h 761503"/>
                    <a:gd name="connsiteX59" fmla="*/ 210478 w 516735"/>
                    <a:gd name="connsiteY59" fmla="*/ 145207 h 761503"/>
                    <a:gd name="connsiteX60" fmla="*/ 213198 w 516735"/>
                    <a:gd name="connsiteY60" fmla="*/ 131609 h 761503"/>
                    <a:gd name="connsiteX61" fmla="*/ 205040 w 516735"/>
                    <a:gd name="connsiteY61" fmla="*/ 123450 h 761503"/>
                    <a:gd name="connsiteX62" fmla="*/ 161525 w 516735"/>
                    <a:gd name="connsiteY62" fmla="*/ 123450 h 761503"/>
                    <a:gd name="connsiteX63" fmla="*/ 112571 w 516735"/>
                    <a:gd name="connsiteY63" fmla="*/ 120730 h 761503"/>
                    <a:gd name="connsiteX64" fmla="*/ 104412 w 516735"/>
                    <a:gd name="connsiteY64" fmla="*/ 118011 h 761503"/>
                    <a:gd name="connsiteX65" fmla="*/ 107132 w 516735"/>
                    <a:gd name="connsiteY65" fmla="*/ 191441 h 761503"/>
                    <a:gd name="connsiteX66" fmla="*/ 90814 w 516735"/>
                    <a:gd name="connsiteY66" fmla="*/ 224077 h 761503"/>
                    <a:gd name="connsiteX67" fmla="*/ 74496 w 516735"/>
                    <a:gd name="connsiteY67" fmla="*/ 218638 h 761503"/>
                    <a:gd name="connsiteX68" fmla="*/ 66337 w 516735"/>
                    <a:gd name="connsiteY68" fmla="*/ 205040 h 761503"/>
                    <a:gd name="connsiteX69" fmla="*/ 63617 w 516735"/>
                    <a:gd name="connsiteY69" fmla="*/ 186002 h 761503"/>
                    <a:gd name="connsiteX70" fmla="*/ 63617 w 516735"/>
                    <a:gd name="connsiteY70" fmla="*/ 145207 h 761503"/>
                    <a:gd name="connsiteX71" fmla="*/ 63617 w 516735"/>
                    <a:gd name="connsiteY71" fmla="*/ 109852 h 761503"/>
                    <a:gd name="connsiteX72" fmla="*/ 58178 w 516735"/>
                    <a:gd name="connsiteY72" fmla="*/ 96253 h 761503"/>
                    <a:gd name="connsiteX73" fmla="*/ 66337 w 516735"/>
                    <a:gd name="connsiteY73" fmla="*/ 85375 h 761503"/>
                    <a:gd name="connsiteX74" fmla="*/ 93533 w 516735"/>
                    <a:gd name="connsiteY74" fmla="*/ 77216 h 761503"/>
                    <a:gd name="connsiteX75" fmla="*/ 115290 w 516735"/>
                    <a:gd name="connsiteY75" fmla="*/ 77216 h 761503"/>
                    <a:gd name="connsiteX76" fmla="*/ 169684 w 516735"/>
                    <a:gd name="connsiteY76" fmla="*/ 74496 h 761503"/>
                    <a:gd name="connsiteX77" fmla="*/ 194161 w 516735"/>
                    <a:gd name="connsiteY77" fmla="*/ 71776 h 761503"/>
                    <a:gd name="connsiteX78" fmla="*/ 196880 w 516735"/>
                    <a:gd name="connsiteY78" fmla="*/ 71776 h 761503"/>
                    <a:gd name="connsiteX79" fmla="*/ 210478 w 516735"/>
                    <a:gd name="connsiteY79" fmla="*/ 71776 h 761503"/>
                    <a:gd name="connsiteX80" fmla="*/ 218638 w 516735"/>
                    <a:gd name="connsiteY80" fmla="*/ 71776 h 761503"/>
                    <a:gd name="connsiteX81" fmla="*/ 237675 w 516735"/>
                    <a:gd name="connsiteY81" fmla="*/ 60898 h 761503"/>
                    <a:gd name="connsiteX82" fmla="*/ 253993 w 516735"/>
                    <a:gd name="connsiteY82" fmla="*/ 58178 h 761503"/>
                    <a:gd name="connsiteX83" fmla="*/ 283910 w 516735"/>
                    <a:gd name="connsiteY83" fmla="*/ 60898 h 761503"/>
                    <a:gd name="connsiteX84" fmla="*/ 294788 w 516735"/>
                    <a:gd name="connsiteY84" fmla="*/ 66337 h 761503"/>
                    <a:gd name="connsiteX85" fmla="*/ 305667 w 516735"/>
                    <a:gd name="connsiteY85" fmla="*/ 74496 h 761503"/>
                    <a:gd name="connsiteX86" fmla="*/ 313826 w 516735"/>
                    <a:gd name="connsiteY86" fmla="*/ 74496 h 761503"/>
                    <a:gd name="connsiteX87" fmla="*/ 327424 w 516735"/>
                    <a:gd name="connsiteY87" fmla="*/ 74496 h 761503"/>
                    <a:gd name="connsiteX88" fmla="*/ 354621 w 516735"/>
                    <a:gd name="connsiteY88" fmla="*/ 74496 h 761503"/>
                    <a:gd name="connsiteX89" fmla="*/ 422612 w 516735"/>
                    <a:gd name="connsiteY89" fmla="*/ 74496 h 761503"/>
                    <a:gd name="connsiteX90" fmla="*/ 455248 w 516735"/>
                    <a:gd name="connsiteY90" fmla="*/ 79936 h 761503"/>
                    <a:gd name="connsiteX91" fmla="*/ 466127 w 516735"/>
                    <a:gd name="connsiteY91" fmla="*/ 98973 h 761503"/>
                    <a:gd name="connsiteX92" fmla="*/ 463407 w 516735"/>
                    <a:gd name="connsiteY92" fmla="*/ 109852 h 761503"/>
                    <a:gd name="connsiteX93" fmla="*/ 463407 w 516735"/>
                    <a:gd name="connsiteY93" fmla="*/ 120730 h 761503"/>
                    <a:gd name="connsiteX94" fmla="*/ 463407 w 516735"/>
                    <a:gd name="connsiteY94" fmla="*/ 194161 h 76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</a:cxnLst>
                  <a:rect l="l" t="t" r="r" b="b"/>
                  <a:pathLst>
                    <a:path w="516735" h="761503">
                      <a:moveTo>
                        <a:pt x="463407" y="194161"/>
                      </a:moveTo>
                      <a:cubicBezTo>
                        <a:pt x="463407" y="205040"/>
                        <a:pt x="463407" y="226797"/>
                        <a:pt x="447089" y="226797"/>
                      </a:cubicBezTo>
                      <a:cubicBezTo>
                        <a:pt x="438930" y="226797"/>
                        <a:pt x="436211" y="226797"/>
                        <a:pt x="430771" y="221357"/>
                      </a:cubicBezTo>
                      <a:cubicBezTo>
                        <a:pt x="425332" y="218638"/>
                        <a:pt x="422612" y="210479"/>
                        <a:pt x="422612" y="207759"/>
                      </a:cubicBezTo>
                      <a:cubicBezTo>
                        <a:pt x="419893" y="199600"/>
                        <a:pt x="419893" y="194161"/>
                        <a:pt x="419893" y="188722"/>
                      </a:cubicBezTo>
                      <a:cubicBezTo>
                        <a:pt x="419893" y="183282"/>
                        <a:pt x="419893" y="147927"/>
                        <a:pt x="419893" y="139768"/>
                      </a:cubicBezTo>
                      <a:cubicBezTo>
                        <a:pt x="419893" y="134329"/>
                        <a:pt x="419893" y="128889"/>
                        <a:pt x="419893" y="120730"/>
                      </a:cubicBezTo>
                      <a:cubicBezTo>
                        <a:pt x="411734" y="120730"/>
                        <a:pt x="403574" y="120730"/>
                        <a:pt x="395416" y="120730"/>
                      </a:cubicBezTo>
                      <a:cubicBezTo>
                        <a:pt x="387256" y="120730"/>
                        <a:pt x="379098" y="120730"/>
                        <a:pt x="370939" y="120730"/>
                      </a:cubicBezTo>
                      <a:cubicBezTo>
                        <a:pt x="362780" y="120730"/>
                        <a:pt x="354621" y="123450"/>
                        <a:pt x="346461" y="123450"/>
                      </a:cubicBezTo>
                      <a:cubicBezTo>
                        <a:pt x="343742" y="123450"/>
                        <a:pt x="341023" y="123450"/>
                        <a:pt x="335583" y="123450"/>
                      </a:cubicBezTo>
                      <a:cubicBezTo>
                        <a:pt x="335583" y="123450"/>
                        <a:pt x="335583" y="123450"/>
                        <a:pt x="335583" y="123450"/>
                      </a:cubicBezTo>
                      <a:cubicBezTo>
                        <a:pt x="327424" y="123450"/>
                        <a:pt x="324704" y="126170"/>
                        <a:pt x="324704" y="128889"/>
                      </a:cubicBezTo>
                      <a:cubicBezTo>
                        <a:pt x="324704" y="131609"/>
                        <a:pt x="324704" y="137048"/>
                        <a:pt x="327424" y="139768"/>
                      </a:cubicBezTo>
                      <a:cubicBezTo>
                        <a:pt x="330144" y="147927"/>
                        <a:pt x="330144" y="166964"/>
                        <a:pt x="330144" y="175123"/>
                      </a:cubicBezTo>
                      <a:cubicBezTo>
                        <a:pt x="330144" y="183282"/>
                        <a:pt x="330144" y="191441"/>
                        <a:pt x="330144" y="199600"/>
                      </a:cubicBezTo>
                      <a:cubicBezTo>
                        <a:pt x="330144" y="207759"/>
                        <a:pt x="327424" y="215918"/>
                        <a:pt x="327424" y="224077"/>
                      </a:cubicBezTo>
                      <a:cubicBezTo>
                        <a:pt x="327424" y="232236"/>
                        <a:pt x="330144" y="243115"/>
                        <a:pt x="330144" y="251274"/>
                      </a:cubicBezTo>
                      <a:cubicBezTo>
                        <a:pt x="330144" y="259433"/>
                        <a:pt x="330144" y="267592"/>
                        <a:pt x="327424" y="278470"/>
                      </a:cubicBezTo>
                      <a:cubicBezTo>
                        <a:pt x="327424" y="294788"/>
                        <a:pt x="327424" y="313826"/>
                        <a:pt x="327424" y="332864"/>
                      </a:cubicBezTo>
                      <a:cubicBezTo>
                        <a:pt x="327424" y="341022"/>
                        <a:pt x="327424" y="349181"/>
                        <a:pt x="330144" y="357340"/>
                      </a:cubicBezTo>
                      <a:cubicBezTo>
                        <a:pt x="330144" y="360060"/>
                        <a:pt x="330144" y="365499"/>
                        <a:pt x="330144" y="368219"/>
                      </a:cubicBezTo>
                      <a:cubicBezTo>
                        <a:pt x="330144" y="373658"/>
                        <a:pt x="332863" y="384537"/>
                        <a:pt x="332863" y="387257"/>
                      </a:cubicBezTo>
                      <a:cubicBezTo>
                        <a:pt x="332863" y="406294"/>
                        <a:pt x="332863" y="414453"/>
                        <a:pt x="332863" y="433491"/>
                      </a:cubicBezTo>
                      <a:cubicBezTo>
                        <a:pt x="332863" y="452528"/>
                        <a:pt x="335583" y="468846"/>
                        <a:pt x="332863" y="487884"/>
                      </a:cubicBezTo>
                      <a:cubicBezTo>
                        <a:pt x="332863" y="496043"/>
                        <a:pt x="330144" y="504202"/>
                        <a:pt x="330144" y="512361"/>
                      </a:cubicBezTo>
                      <a:cubicBezTo>
                        <a:pt x="330144" y="520520"/>
                        <a:pt x="330144" y="531398"/>
                        <a:pt x="330144" y="539557"/>
                      </a:cubicBezTo>
                      <a:cubicBezTo>
                        <a:pt x="330144" y="558595"/>
                        <a:pt x="330144" y="574913"/>
                        <a:pt x="332863" y="593950"/>
                      </a:cubicBezTo>
                      <a:cubicBezTo>
                        <a:pt x="332863" y="610268"/>
                        <a:pt x="332863" y="632026"/>
                        <a:pt x="332863" y="648343"/>
                      </a:cubicBezTo>
                      <a:cubicBezTo>
                        <a:pt x="332863" y="651063"/>
                        <a:pt x="332863" y="653783"/>
                        <a:pt x="332863" y="656502"/>
                      </a:cubicBezTo>
                      <a:cubicBezTo>
                        <a:pt x="343742" y="656502"/>
                        <a:pt x="351901" y="656502"/>
                        <a:pt x="357341" y="656502"/>
                      </a:cubicBezTo>
                      <a:cubicBezTo>
                        <a:pt x="370939" y="656502"/>
                        <a:pt x="395416" y="659222"/>
                        <a:pt x="395416" y="675540"/>
                      </a:cubicBezTo>
                      <a:cubicBezTo>
                        <a:pt x="395416" y="683699"/>
                        <a:pt x="392696" y="686419"/>
                        <a:pt x="389976" y="691858"/>
                      </a:cubicBezTo>
                      <a:cubicBezTo>
                        <a:pt x="384537" y="697297"/>
                        <a:pt x="379098" y="700017"/>
                        <a:pt x="373658" y="700017"/>
                      </a:cubicBezTo>
                      <a:cubicBezTo>
                        <a:pt x="365499" y="702737"/>
                        <a:pt x="357341" y="702737"/>
                        <a:pt x="351901" y="702737"/>
                      </a:cubicBezTo>
                      <a:cubicBezTo>
                        <a:pt x="349181" y="702737"/>
                        <a:pt x="335583" y="702737"/>
                        <a:pt x="319265" y="702737"/>
                      </a:cubicBezTo>
                      <a:cubicBezTo>
                        <a:pt x="316546" y="705456"/>
                        <a:pt x="313826" y="705456"/>
                        <a:pt x="311106" y="708176"/>
                      </a:cubicBezTo>
                      <a:cubicBezTo>
                        <a:pt x="302948" y="713615"/>
                        <a:pt x="297508" y="713615"/>
                        <a:pt x="289349" y="713615"/>
                      </a:cubicBezTo>
                      <a:cubicBezTo>
                        <a:pt x="283910" y="713615"/>
                        <a:pt x="278470" y="713615"/>
                        <a:pt x="270311" y="713615"/>
                      </a:cubicBezTo>
                      <a:cubicBezTo>
                        <a:pt x="259433" y="713615"/>
                        <a:pt x="251273" y="710895"/>
                        <a:pt x="243115" y="705456"/>
                      </a:cubicBezTo>
                      <a:cubicBezTo>
                        <a:pt x="240395" y="705456"/>
                        <a:pt x="237675" y="702737"/>
                        <a:pt x="237675" y="702737"/>
                      </a:cubicBezTo>
                      <a:cubicBezTo>
                        <a:pt x="224077" y="702737"/>
                        <a:pt x="213198" y="702737"/>
                        <a:pt x="199600" y="702737"/>
                      </a:cubicBezTo>
                      <a:cubicBezTo>
                        <a:pt x="191441" y="702737"/>
                        <a:pt x="183282" y="702737"/>
                        <a:pt x="175123" y="702737"/>
                      </a:cubicBezTo>
                      <a:cubicBezTo>
                        <a:pt x="166965" y="702737"/>
                        <a:pt x="156085" y="702737"/>
                        <a:pt x="147927" y="697297"/>
                      </a:cubicBezTo>
                      <a:cubicBezTo>
                        <a:pt x="139768" y="694578"/>
                        <a:pt x="131609" y="680979"/>
                        <a:pt x="131609" y="678260"/>
                      </a:cubicBezTo>
                      <a:cubicBezTo>
                        <a:pt x="131609" y="675540"/>
                        <a:pt x="131609" y="672820"/>
                        <a:pt x="137048" y="670101"/>
                      </a:cubicBezTo>
                      <a:cubicBezTo>
                        <a:pt x="142487" y="667381"/>
                        <a:pt x="153366" y="664661"/>
                        <a:pt x="158805" y="661942"/>
                      </a:cubicBezTo>
                      <a:cubicBezTo>
                        <a:pt x="175123" y="659222"/>
                        <a:pt x="191441" y="659222"/>
                        <a:pt x="199600" y="659222"/>
                      </a:cubicBezTo>
                      <a:lnTo>
                        <a:pt x="199600" y="659222"/>
                      </a:lnTo>
                      <a:cubicBezTo>
                        <a:pt x="199600" y="648343"/>
                        <a:pt x="196880" y="640184"/>
                        <a:pt x="196880" y="629306"/>
                      </a:cubicBezTo>
                      <a:cubicBezTo>
                        <a:pt x="196880" y="612988"/>
                        <a:pt x="196880" y="591231"/>
                        <a:pt x="199600" y="574913"/>
                      </a:cubicBezTo>
                      <a:cubicBezTo>
                        <a:pt x="199600" y="558595"/>
                        <a:pt x="199600" y="539557"/>
                        <a:pt x="202320" y="523239"/>
                      </a:cubicBezTo>
                      <a:cubicBezTo>
                        <a:pt x="202320" y="501482"/>
                        <a:pt x="205040" y="482445"/>
                        <a:pt x="205040" y="460687"/>
                      </a:cubicBezTo>
                      <a:cubicBezTo>
                        <a:pt x="205040" y="447089"/>
                        <a:pt x="205040" y="430771"/>
                        <a:pt x="205040" y="417173"/>
                      </a:cubicBezTo>
                      <a:cubicBezTo>
                        <a:pt x="205040" y="409014"/>
                        <a:pt x="207759" y="400855"/>
                        <a:pt x="207759" y="392696"/>
                      </a:cubicBezTo>
                      <a:cubicBezTo>
                        <a:pt x="207759" y="384537"/>
                        <a:pt x="210478" y="376378"/>
                        <a:pt x="210478" y="368219"/>
                      </a:cubicBezTo>
                      <a:cubicBezTo>
                        <a:pt x="210478" y="351901"/>
                        <a:pt x="210478" y="332864"/>
                        <a:pt x="210478" y="313826"/>
                      </a:cubicBezTo>
                      <a:cubicBezTo>
                        <a:pt x="210478" y="294788"/>
                        <a:pt x="210478" y="275751"/>
                        <a:pt x="210478" y="259433"/>
                      </a:cubicBezTo>
                      <a:cubicBezTo>
                        <a:pt x="210478" y="243115"/>
                        <a:pt x="210478" y="226797"/>
                        <a:pt x="210478" y="213199"/>
                      </a:cubicBezTo>
                      <a:cubicBezTo>
                        <a:pt x="210478" y="194161"/>
                        <a:pt x="210478" y="164245"/>
                        <a:pt x="210478" y="145207"/>
                      </a:cubicBezTo>
                      <a:cubicBezTo>
                        <a:pt x="210478" y="139768"/>
                        <a:pt x="213198" y="134329"/>
                        <a:pt x="213198" y="131609"/>
                      </a:cubicBezTo>
                      <a:cubicBezTo>
                        <a:pt x="213198" y="126170"/>
                        <a:pt x="207759" y="123450"/>
                        <a:pt x="205040" y="123450"/>
                      </a:cubicBezTo>
                      <a:cubicBezTo>
                        <a:pt x="199600" y="123450"/>
                        <a:pt x="166965" y="123450"/>
                        <a:pt x="161525" y="123450"/>
                      </a:cubicBezTo>
                      <a:cubicBezTo>
                        <a:pt x="145207" y="123450"/>
                        <a:pt x="128889" y="123450"/>
                        <a:pt x="112571" y="120730"/>
                      </a:cubicBezTo>
                      <a:cubicBezTo>
                        <a:pt x="109852" y="120730"/>
                        <a:pt x="107132" y="120730"/>
                        <a:pt x="104412" y="118011"/>
                      </a:cubicBezTo>
                      <a:cubicBezTo>
                        <a:pt x="107132" y="137048"/>
                        <a:pt x="107132" y="172404"/>
                        <a:pt x="107132" y="191441"/>
                      </a:cubicBezTo>
                      <a:cubicBezTo>
                        <a:pt x="107132" y="202320"/>
                        <a:pt x="107132" y="224077"/>
                        <a:pt x="90814" y="224077"/>
                      </a:cubicBezTo>
                      <a:cubicBezTo>
                        <a:pt x="82655" y="224077"/>
                        <a:pt x="79935" y="221357"/>
                        <a:pt x="74496" y="218638"/>
                      </a:cubicBezTo>
                      <a:cubicBezTo>
                        <a:pt x="69057" y="215918"/>
                        <a:pt x="66337" y="210479"/>
                        <a:pt x="66337" y="205040"/>
                      </a:cubicBezTo>
                      <a:cubicBezTo>
                        <a:pt x="63617" y="196881"/>
                        <a:pt x="63617" y="191441"/>
                        <a:pt x="63617" y="186002"/>
                      </a:cubicBezTo>
                      <a:cubicBezTo>
                        <a:pt x="63617" y="180563"/>
                        <a:pt x="63617" y="153366"/>
                        <a:pt x="63617" y="145207"/>
                      </a:cubicBezTo>
                      <a:cubicBezTo>
                        <a:pt x="63617" y="134329"/>
                        <a:pt x="63617" y="120730"/>
                        <a:pt x="63617" y="109852"/>
                      </a:cubicBezTo>
                      <a:cubicBezTo>
                        <a:pt x="60897" y="104412"/>
                        <a:pt x="58178" y="101693"/>
                        <a:pt x="58178" y="96253"/>
                      </a:cubicBezTo>
                      <a:cubicBezTo>
                        <a:pt x="58178" y="93534"/>
                        <a:pt x="60897" y="88095"/>
                        <a:pt x="66337" y="85375"/>
                      </a:cubicBezTo>
                      <a:cubicBezTo>
                        <a:pt x="74496" y="79936"/>
                        <a:pt x="77215" y="77216"/>
                        <a:pt x="93533" y="77216"/>
                      </a:cubicBezTo>
                      <a:cubicBezTo>
                        <a:pt x="101692" y="77216"/>
                        <a:pt x="109852" y="77216"/>
                        <a:pt x="115290" y="77216"/>
                      </a:cubicBezTo>
                      <a:cubicBezTo>
                        <a:pt x="134328" y="77216"/>
                        <a:pt x="150646" y="77216"/>
                        <a:pt x="169684" y="74496"/>
                      </a:cubicBezTo>
                      <a:cubicBezTo>
                        <a:pt x="177843" y="74496"/>
                        <a:pt x="186002" y="71776"/>
                        <a:pt x="194161" y="71776"/>
                      </a:cubicBezTo>
                      <a:cubicBezTo>
                        <a:pt x="194161" y="71776"/>
                        <a:pt x="196880" y="71776"/>
                        <a:pt x="196880" y="71776"/>
                      </a:cubicBezTo>
                      <a:cubicBezTo>
                        <a:pt x="199600" y="71776"/>
                        <a:pt x="205040" y="71776"/>
                        <a:pt x="210478" y="71776"/>
                      </a:cubicBezTo>
                      <a:cubicBezTo>
                        <a:pt x="213198" y="71776"/>
                        <a:pt x="215918" y="71776"/>
                        <a:pt x="218638" y="71776"/>
                      </a:cubicBezTo>
                      <a:cubicBezTo>
                        <a:pt x="224077" y="69057"/>
                        <a:pt x="229516" y="63618"/>
                        <a:pt x="237675" y="60898"/>
                      </a:cubicBezTo>
                      <a:cubicBezTo>
                        <a:pt x="243115" y="58178"/>
                        <a:pt x="248554" y="58178"/>
                        <a:pt x="253993" y="58178"/>
                      </a:cubicBezTo>
                      <a:cubicBezTo>
                        <a:pt x="264872" y="58178"/>
                        <a:pt x="273031" y="58178"/>
                        <a:pt x="283910" y="60898"/>
                      </a:cubicBezTo>
                      <a:cubicBezTo>
                        <a:pt x="286629" y="60898"/>
                        <a:pt x="292068" y="63618"/>
                        <a:pt x="294788" y="66337"/>
                      </a:cubicBezTo>
                      <a:cubicBezTo>
                        <a:pt x="297508" y="69057"/>
                        <a:pt x="302948" y="71776"/>
                        <a:pt x="305667" y="74496"/>
                      </a:cubicBezTo>
                      <a:cubicBezTo>
                        <a:pt x="308386" y="74496"/>
                        <a:pt x="311106" y="74496"/>
                        <a:pt x="313826" y="74496"/>
                      </a:cubicBezTo>
                      <a:cubicBezTo>
                        <a:pt x="319265" y="74496"/>
                        <a:pt x="321985" y="74496"/>
                        <a:pt x="327424" y="74496"/>
                      </a:cubicBezTo>
                      <a:cubicBezTo>
                        <a:pt x="335583" y="74496"/>
                        <a:pt x="346461" y="74496"/>
                        <a:pt x="354621" y="74496"/>
                      </a:cubicBezTo>
                      <a:cubicBezTo>
                        <a:pt x="376378" y="74496"/>
                        <a:pt x="400855" y="74496"/>
                        <a:pt x="422612" y="74496"/>
                      </a:cubicBezTo>
                      <a:cubicBezTo>
                        <a:pt x="433491" y="74496"/>
                        <a:pt x="447089" y="74496"/>
                        <a:pt x="455248" y="79936"/>
                      </a:cubicBezTo>
                      <a:cubicBezTo>
                        <a:pt x="460687" y="82655"/>
                        <a:pt x="466127" y="90814"/>
                        <a:pt x="466127" y="98973"/>
                      </a:cubicBezTo>
                      <a:cubicBezTo>
                        <a:pt x="466127" y="101693"/>
                        <a:pt x="466127" y="107132"/>
                        <a:pt x="463407" y="109852"/>
                      </a:cubicBezTo>
                      <a:cubicBezTo>
                        <a:pt x="463407" y="112571"/>
                        <a:pt x="463407" y="112571"/>
                        <a:pt x="463407" y="120730"/>
                      </a:cubicBezTo>
                      <a:cubicBezTo>
                        <a:pt x="463407" y="142488"/>
                        <a:pt x="463407" y="172404"/>
                        <a:pt x="463407" y="194161"/>
                      </a:cubicBezTo>
                    </a:path>
                  </a:pathLst>
                </a:custGeom>
                <a:grpFill/>
                <a:ln w="271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/>
                </a:p>
              </p:txBody>
            </p:sp>
          </p:grpSp>
          <p:pic>
            <p:nvPicPr>
              <p:cNvPr id="101" name="Graphic 100">
                <a:extLst>
                  <a:ext uri="{FF2B5EF4-FFF2-40B4-BE49-F238E27FC236}">
                    <a16:creationId xmlns:a16="http://schemas.microsoft.com/office/drawing/2014/main" id="{4DCC1984-519B-4056-939D-7A42FA80D67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2"/>
                  </a:ext>
                </a:extLst>
              </a:blip>
              <a:stretch>
                <a:fillRect/>
              </a:stretch>
            </p:blipFill>
            <p:spPr>
              <a:xfrm>
                <a:off x="9162579" y="5240354"/>
                <a:ext cx="45719" cy="1348711"/>
              </a:xfrm>
              <a:prstGeom prst="rect">
                <a:avLst/>
              </a:prstGeom>
            </p:spPr>
          </p:pic>
        </p:grpSp>
        <p:pic>
          <p:nvPicPr>
            <p:cNvPr id="97" name="Picture 96" descr="Diagram&#10;&#10;Description automatically generated">
              <a:extLst>
                <a:ext uri="{FF2B5EF4-FFF2-40B4-BE49-F238E27FC236}">
                  <a16:creationId xmlns:a16="http://schemas.microsoft.com/office/drawing/2014/main" id="{D33BCC02-CDD5-4CC8-8B5E-A703278E827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/>
            <a:stretch>
              <a:fillRect/>
            </a:stretch>
          </p:blipFill>
          <p:spPr>
            <a:xfrm>
              <a:off x="7052978" y="5406588"/>
              <a:ext cx="1854273" cy="1066587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35129273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11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Content Slide 1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C182308-D8FD-4D2D-A4A4-0AB7B426134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Text Placeholder 53">
            <a:extLst>
              <a:ext uri="{FF2B5EF4-FFF2-40B4-BE49-F238E27FC236}">
                <a16:creationId xmlns:a16="http://schemas.microsoft.com/office/drawing/2014/main" id="{AC1DD188-8160-4400-A56B-985CF10D490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381000" y="731530"/>
            <a:ext cx="11429998" cy="365739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1pPr>
            <a:lvl2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2pPr>
            <a:lvl3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3pPr>
            <a:lvl4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4pPr>
            <a:lvl5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5pPr>
            <a:lvl6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6pPr>
            <a:lvl7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7pPr>
            <a:lvl8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8pPr>
            <a:lvl9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9pPr>
          </a:lstStyle>
          <a:p>
            <a:pPr lvl="0"/>
            <a:r>
              <a:rPr lang="en-US"/>
              <a:t>Click to add subtitle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798D9D40-36CC-2D47-BC77-A77BA312C58B}"/>
              </a:ext>
            </a:extLst>
          </p:cNvPr>
          <p:cNvSpPr/>
          <p:nvPr userDrawn="1"/>
        </p:nvSpPr>
        <p:spPr>
          <a:xfrm>
            <a:off x="0" y="5802284"/>
            <a:ext cx="12192000" cy="105571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9CC58CEA-2ED2-284B-B041-45FA3103082D}"/>
              </a:ext>
            </a:extLst>
          </p:cNvPr>
          <p:cNvSpPr/>
          <p:nvPr userDrawn="1"/>
        </p:nvSpPr>
        <p:spPr>
          <a:xfrm>
            <a:off x="0" y="993069"/>
            <a:ext cx="12192000" cy="4998077"/>
          </a:xfrm>
          <a:prstGeom prst="rect">
            <a:avLst/>
          </a:prstGeom>
          <a:solidFill>
            <a:srgbClr val="EEEBF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Content Placeholder 6">
            <a:extLst>
              <a:ext uri="{FF2B5EF4-FFF2-40B4-BE49-F238E27FC236}">
                <a16:creationId xmlns:a16="http://schemas.microsoft.com/office/drawing/2014/main" id="{C2513B8D-32F5-4D46-8213-371EC3D37EE7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381000" y="1383792"/>
            <a:ext cx="5504411" cy="4418492"/>
          </a:xfrm>
        </p:spPr>
        <p:txBody>
          <a:bodyPr/>
          <a:lstStyle>
            <a:lvl1pPr>
              <a:defRPr>
                <a:solidFill>
                  <a:srgbClr val="666666"/>
                </a:solidFill>
              </a:defRPr>
            </a:lvl1pPr>
            <a:lvl2pPr>
              <a:defRPr>
                <a:solidFill>
                  <a:srgbClr val="666666"/>
                </a:solidFill>
              </a:defRPr>
            </a:lvl2pPr>
            <a:lvl3pPr>
              <a:defRPr>
                <a:solidFill>
                  <a:srgbClr val="666666"/>
                </a:solidFill>
              </a:defRPr>
            </a:lvl3pPr>
            <a:lvl4pPr>
              <a:defRPr>
                <a:solidFill>
                  <a:srgbClr val="666666"/>
                </a:solidFill>
              </a:defRPr>
            </a:lvl4pPr>
            <a:lvl5pPr>
              <a:defRPr>
                <a:solidFill>
                  <a:srgbClr val="666666"/>
                </a:solidFill>
              </a:defRPr>
            </a:lvl5pPr>
          </a:lstStyle>
          <a:p>
            <a:pPr lvl="0"/>
            <a:r>
              <a:rPr lang="en-US"/>
              <a:t>Click to add text or choose an icon below to insert other content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1" name="Content Placeholder 6">
            <a:extLst>
              <a:ext uri="{FF2B5EF4-FFF2-40B4-BE49-F238E27FC236}">
                <a16:creationId xmlns:a16="http://schemas.microsoft.com/office/drawing/2014/main" id="{7EEB8E92-0D2B-C040-A336-3D9518A36562}"/>
              </a:ext>
            </a:extLst>
          </p:cNvPr>
          <p:cNvSpPr>
            <a:spLocks noGrp="1"/>
          </p:cNvSpPr>
          <p:nvPr>
            <p:ph sz="quarter" idx="15" hasCustomPrompt="1"/>
          </p:nvPr>
        </p:nvSpPr>
        <p:spPr>
          <a:xfrm>
            <a:off x="6195749" y="1383792"/>
            <a:ext cx="5504411" cy="4418492"/>
          </a:xfrm>
        </p:spPr>
        <p:txBody>
          <a:bodyPr/>
          <a:lstStyle>
            <a:lvl1pPr>
              <a:defRPr>
                <a:solidFill>
                  <a:srgbClr val="666666"/>
                </a:solidFill>
              </a:defRPr>
            </a:lvl1pPr>
            <a:lvl2pPr>
              <a:defRPr>
                <a:solidFill>
                  <a:srgbClr val="666666"/>
                </a:solidFill>
              </a:defRPr>
            </a:lvl2pPr>
            <a:lvl3pPr>
              <a:defRPr>
                <a:solidFill>
                  <a:srgbClr val="666666"/>
                </a:solidFill>
              </a:defRPr>
            </a:lvl3pPr>
            <a:lvl4pPr>
              <a:defRPr>
                <a:solidFill>
                  <a:srgbClr val="666666"/>
                </a:solidFill>
              </a:defRPr>
            </a:lvl4pPr>
            <a:lvl5pPr>
              <a:defRPr>
                <a:solidFill>
                  <a:srgbClr val="666666"/>
                </a:solidFill>
              </a:defRPr>
            </a:lvl5pPr>
          </a:lstStyle>
          <a:p>
            <a:pPr lvl="0"/>
            <a:r>
              <a:rPr lang="en-US"/>
              <a:t>Click to add text or choose an icon below to insert other content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723586026"/>
      </p:ext>
    </p:extLst>
  </p:cSld>
  <p:clrMapOvr>
    <a:masterClrMapping/>
  </p:clrMapOvr>
</p:sldLayout>
</file>

<file path=ppt/slideLayouts/slideLayout120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Two Content Purp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Freeform: Shape 5">
            <a:extLst>
              <a:ext uri="{FF2B5EF4-FFF2-40B4-BE49-F238E27FC236}">
                <a16:creationId xmlns:a16="http://schemas.microsoft.com/office/drawing/2014/main" id="{5318214A-2D20-42DC-9E1E-5FE8646C4D6C}"/>
              </a:ext>
            </a:extLst>
          </p:cNvPr>
          <p:cNvSpPr/>
          <p:nvPr/>
        </p:nvSpPr>
        <p:spPr bwMode="ltGray">
          <a:xfrm>
            <a:off x="0" y="0"/>
            <a:ext cx="12192000" cy="6874379"/>
          </a:xfrm>
          <a:custGeom>
            <a:avLst/>
            <a:gdLst>
              <a:gd name="connsiteX0" fmla="*/ 0 w 12192000"/>
              <a:gd name="connsiteY0" fmla="*/ 0 h 6874379"/>
              <a:gd name="connsiteX1" fmla="*/ 12192000 w 12192000"/>
              <a:gd name="connsiteY1" fmla="*/ 0 h 6874379"/>
              <a:gd name="connsiteX2" fmla="*/ 12192000 w 12192000"/>
              <a:gd name="connsiteY2" fmla="*/ 341392 h 6874379"/>
              <a:gd name="connsiteX3" fmla="*/ 12134257 w 12192000"/>
              <a:gd name="connsiteY3" fmla="*/ 320479 h 6874379"/>
              <a:gd name="connsiteX4" fmla="*/ 11462617 w 12192000"/>
              <a:gd name="connsiteY4" fmla="*/ 234532 h 6874379"/>
              <a:gd name="connsiteX5" fmla="*/ 10560397 w 12192000"/>
              <a:gd name="connsiteY5" fmla="*/ 220643 h 6874379"/>
              <a:gd name="connsiteX6" fmla="*/ 9632386 w 12192000"/>
              <a:gd name="connsiteY6" fmla="*/ 151243 h 6874379"/>
              <a:gd name="connsiteX7" fmla="*/ 8274354 w 12192000"/>
              <a:gd name="connsiteY7" fmla="*/ 139710 h 6874379"/>
              <a:gd name="connsiteX8" fmla="*/ 2672303 w 12192000"/>
              <a:gd name="connsiteY8" fmla="*/ 206769 h 6874379"/>
              <a:gd name="connsiteX9" fmla="*/ 1383398 w 12192000"/>
              <a:gd name="connsiteY9" fmla="*/ 276170 h 6874379"/>
              <a:gd name="connsiteX10" fmla="*/ 352275 w 12192000"/>
              <a:gd name="connsiteY10" fmla="*/ 581565 h 6874379"/>
              <a:gd name="connsiteX11" fmla="*/ 249163 w 12192000"/>
              <a:gd name="connsiteY11" fmla="*/ 1969723 h 6874379"/>
              <a:gd name="connsiteX12" fmla="*/ 197606 w 12192000"/>
              <a:gd name="connsiteY12" fmla="*/ 4051960 h 6874379"/>
              <a:gd name="connsiteX13" fmla="*/ 146050 w 12192000"/>
              <a:gd name="connsiteY13" fmla="*/ 4746040 h 6874379"/>
              <a:gd name="connsiteX14" fmla="*/ 197606 w 12192000"/>
              <a:gd name="connsiteY14" fmla="*/ 5828803 h 6874379"/>
              <a:gd name="connsiteX15" fmla="*/ 223371 w 12192000"/>
              <a:gd name="connsiteY15" fmla="*/ 6175850 h 6874379"/>
              <a:gd name="connsiteX16" fmla="*/ 452464 w 12192000"/>
              <a:gd name="connsiteY16" fmla="*/ 6511675 h 6874379"/>
              <a:gd name="connsiteX17" fmla="*/ 5891167 w 12192000"/>
              <a:gd name="connsiteY17" fmla="*/ 6680936 h 6874379"/>
              <a:gd name="connsiteX18" fmla="*/ 9142589 w 12192000"/>
              <a:gd name="connsiteY18" fmla="*/ 6731113 h 6874379"/>
              <a:gd name="connsiteX19" fmla="*/ 12192000 w 12192000"/>
              <a:gd name="connsiteY19" fmla="*/ 6743126 h 6874379"/>
              <a:gd name="connsiteX20" fmla="*/ 12192000 w 12192000"/>
              <a:gd name="connsiteY20" fmla="*/ 6874379 h 6874379"/>
              <a:gd name="connsiteX21" fmla="*/ 0 w 12192000"/>
              <a:gd name="connsiteY21" fmla="*/ 6874379 h 68743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12192000" h="6874379">
                <a:moveTo>
                  <a:pt x="0" y="0"/>
                </a:moveTo>
                <a:lnTo>
                  <a:pt x="12192000" y="0"/>
                </a:lnTo>
                <a:lnTo>
                  <a:pt x="12192000" y="341392"/>
                </a:lnTo>
                <a:lnTo>
                  <a:pt x="12134257" y="320479"/>
                </a:lnTo>
                <a:cubicBezTo>
                  <a:pt x="11954012" y="269236"/>
                  <a:pt x="11688175" y="251884"/>
                  <a:pt x="11462617" y="234532"/>
                </a:cubicBezTo>
                <a:cubicBezTo>
                  <a:pt x="11256392" y="220643"/>
                  <a:pt x="10869734" y="248407"/>
                  <a:pt x="10560397" y="220643"/>
                </a:cubicBezTo>
                <a:cubicBezTo>
                  <a:pt x="10328381" y="192880"/>
                  <a:pt x="9890167" y="151243"/>
                  <a:pt x="9632386" y="151243"/>
                </a:cubicBezTo>
                <a:cubicBezTo>
                  <a:pt x="9139380" y="143433"/>
                  <a:pt x="8693500" y="140016"/>
                  <a:pt x="8274354" y="139710"/>
                </a:cubicBezTo>
                <a:cubicBezTo>
                  <a:pt x="6458057" y="138384"/>
                  <a:pt x="5143777" y="195484"/>
                  <a:pt x="2672303" y="206769"/>
                </a:cubicBezTo>
                <a:cubicBezTo>
                  <a:pt x="2388730" y="206769"/>
                  <a:pt x="2002073" y="206769"/>
                  <a:pt x="1383398" y="276170"/>
                </a:cubicBezTo>
                <a:cubicBezTo>
                  <a:pt x="816280" y="331696"/>
                  <a:pt x="532708" y="276170"/>
                  <a:pt x="352275" y="581565"/>
                </a:cubicBezTo>
                <a:cubicBezTo>
                  <a:pt x="197606" y="831433"/>
                  <a:pt x="274927" y="1650454"/>
                  <a:pt x="249163" y="1969723"/>
                </a:cubicBezTo>
                <a:cubicBezTo>
                  <a:pt x="197606" y="2691565"/>
                  <a:pt x="197606" y="3191302"/>
                  <a:pt x="197606" y="4051960"/>
                </a:cubicBezTo>
                <a:lnTo>
                  <a:pt x="146050" y="4746040"/>
                </a:lnTo>
                <a:cubicBezTo>
                  <a:pt x="274927" y="5134724"/>
                  <a:pt x="68702" y="5426244"/>
                  <a:pt x="197606" y="5828803"/>
                </a:cubicBezTo>
                <a:cubicBezTo>
                  <a:pt x="223371" y="5967619"/>
                  <a:pt x="180908" y="6062043"/>
                  <a:pt x="223371" y="6175850"/>
                </a:cubicBezTo>
                <a:cubicBezTo>
                  <a:pt x="265834" y="6289657"/>
                  <a:pt x="263750" y="6295253"/>
                  <a:pt x="452464" y="6511675"/>
                </a:cubicBezTo>
                <a:cubicBezTo>
                  <a:pt x="1044048" y="6836264"/>
                  <a:pt x="4442832" y="6644370"/>
                  <a:pt x="5891167" y="6680936"/>
                </a:cubicBezTo>
                <a:cubicBezTo>
                  <a:pt x="7339503" y="6717501"/>
                  <a:pt x="8163022" y="6744988"/>
                  <a:pt x="9142589" y="6731113"/>
                </a:cubicBezTo>
                <a:lnTo>
                  <a:pt x="12192000" y="6743126"/>
                </a:lnTo>
                <a:lnTo>
                  <a:pt x="12192000" y="6874379"/>
                </a:lnTo>
                <a:lnTo>
                  <a:pt x="0" y="687437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2C1DE026-1211-4BB1-B4B5-C2260592AD3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8501" y="457200"/>
            <a:ext cx="11182499" cy="48533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F717AA9E-D108-4CE2-89FE-7BF9BE02BB5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EB1475D-EF5B-48A6-8CCB-3BD08F726926}" type="datetimeFigureOut">
              <a:rPr lang="en-US"/>
              <a:pPr/>
              <a:t>10/30/2026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C3D5D3E2-25F9-4BB3-889E-54F2FFA429D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8FC1D393-2630-4AA7-9044-26C6B46637A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5A54F4-DB31-4FC5-B748-3F06867349C3}" type="slidenum">
              <a:rPr lang="en-US"/>
              <a:pPr/>
              <a:t>‹#›</a:t>
            </a:fld>
            <a:endParaRPr lang="en-US"/>
          </a:p>
        </p:txBody>
      </p:sp>
      <p:sp>
        <p:nvSpPr>
          <p:cNvPr id="9" name="Text Placeholder 53">
            <a:extLst>
              <a:ext uri="{FF2B5EF4-FFF2-40B4-BE49-F238E27FC236}">
                <a16:creationId xmlns:a16="http://schemas.microsoft.com/office/drawing/2014/main" id="{9D2C6C6E-901A-4B8F-B000-D207C47F072E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28500" y="1086829"/>
            <a:ext cx="11182499" cy="290515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1pPr>
            <a:lvl2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2pPr>
            <a:lvl3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3pPr>
            <a:lvl4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4pPr>
            <a:lvl5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5pPr>
            <a:lvl6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6pPr>
            <a:lvl7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7pPr>
            <a:lvl8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8pPr>
            <a:lvl9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9pPr>
          </a:lstStyle>
          <a:p>
            <a:pPr lvl="0"/>
            <a:r>
              <a:rPr lang="en-US"/>
              <a:t>Click to add subtitle</a:t>
            </a:r>
          </a:p>
        </p:txBody>
      </p:sp>
      <p:sp>
        <p:nvSpPr>
          <p:cNvPr id="11" name="Content Placeholder 10">
            <a:extLst>
              <a:ext uri="{FF2B5EF4-FFF2-40B4-BE49-F238E27FC236}">
                <a16:creationId xmlns:a16="http://schemas.microsoft.com/office/drawing/2014/main" id="{A18E98C8-CBF7-4423-80CA-BBA23E400588}"/>
              </a:ext>
            </a:extLst>
          </p:cNvPr>
          <p:cNvSpPr>
            <a:spLocks noGrp="1"/>
          </p:cNvSpPr>
          <p:nvPr>
            <p:ph sz="quarter" idx="16" hasCustomPrompt="1"/>
          </p:nvPr>
        </p:nvSpPr>
        <p:spPr>
          <a:xfrm>
            <a:off x="628649" y="1664702"/>
            <a:ext cx="5486400" cy="4355097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add text or choose an icon below to insert other content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2" name="Content Placeholder 10">
            <a:extLst>
              <a:ext uri="{FF2B5EF4-FFF2-40B4-BE49-F238E27FC236}">
                <a16:creationId xmlns:a16="http://schemas.microsoft.com/office/drawing/2014/main" id="{77318A40-5974-4778-8EA2-5CB8991B7CBA}"/>
              </a:ext>
            </a:extLst>
          </p:cNvPr>
          <p:cNvSpPr>
            <a:spLocks noGrp="1"/>
          </p:cNvSpPr>
          <p:nvPr>
            <p:ph sz="quarter" idx="17" hasCustomPrompt="1"/>
          </p:nvPr>
        </p:nvSpPr>
        <p:spPr>
          <a:xfrm>
            <a:off x="6324599" y="1664702"/>
            <a:ext cx="5486400" cy="4355097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add text or choose an icon below to insert other content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429072198"/>
      </p:ext>
    </p:extLst>
  </p:cSld>
  <p:clrMapOvr>
    <a:masterClrMapping/>
  </p:clrMapOvr>
</p:sldLayout>
</file>

<file path=ppt/slideLayouts/slideLayout12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Content Slide 1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C182308-D8FD-4D2D-A4A4-0AB7B426134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Text Placeholder 53">
            <a:extLst>
              <a:ext uri="{FF2B5EF4-FFF2-40B4-BE49-F238E27FC236}">
                <a16:creationId xmlns:a16="http://schemas.microsoft.com/office/drawing/2014/main" id="{AC1DD188-8160-4400-A56B-985CF10D490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381000" y="731530"/>
            <a:ext cx="11429998" cy="365739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1pPr>
            <a:lvl2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2pPr>
            <a:lvl3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3pPr>
            <a:lvl4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4pPr>
            <a:lvl5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5pPr>
            <a:lvl6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6pPr>
            <a:lvl7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7pPr>
            <a:lvl8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8pPr>
            <a:lvl9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9pPr>
          </a:lstStyle>
          <a:p>
            <a:pPr lvl="0"/>
            <a:r>
              <a:rPr lang="en-US"/>
              <a:t>Click to add subtitle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798D9D40-36CC-2D47-BC77-A77BA312C58B}"/>
              </a:ext>
            </a:extLst>
          </p:cNvPr>
          <p:cNvSpPr/>
          <p:nvPr userDrawn="1"/>
        </p:nvSpPr>
        <p:spPr>
          <a:xfrm>
            <a:off x="0" y="5802284"/>
            <a:ext cx="12192000" cy="105571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9CC58CEA-2ED2-284B-B041-45FA3103082D}"/>
              </a:ext>
            </a:extLst>
          </p:cNvPr>
          <p:cNvSpPr/>
          <p:nvPr userDrawn="1"/>
        </p:nvSpPr>
        <p:spPr>
          <a:xfrm>
            <a:off x="0" y="993069"/>
            <a:ext cx="12192000" cy="4998077"/>
          </a:xfrm>
          <a:prstGeom prst="rect">
            <a:avLst/>
          </a:prstGeom>
          <a:solidFill>
            <a:srgbClr val="EEEBF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Content Placeholder 6">
            <a:extLst>
              <a:ext uri="{FF2B5EF4-FFF2-40B4-BE49-F238E27FC236}">
                <a16:creationId xmlns:a16="http://schemas.microsoft.com/office/drawing/2014/main" id="{C2513B8D-32F5-4D46-8213-371EC3D37EE7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381000" y="1383792"/>
            <a:ext cx="11430000" cy="4418492"/>
          </a:xfrm>
        </p:spPr>
        <p:txBody>
          <a:bodyPr/>
          <a:lstStyle>
            <a:lvl1pPr>
              <a:defRPr>
                <a:solidFill>
                  <a:srgbClr val="666666"/>
                </a:solidFill>
              </a:defRPr>
            </a:lvl1pPr>
            <a:lvl2pPr>
              <a:defRPr>
                <a:solidFill>
                  <a:srgbClr val="666666"/>
                </a:solidFill>
              </a:defRPr>
            </a:lvl2pPr>
            <a:lvl3pPr>
              <a:defRPr>
                <a:solidFill>
                  <a:srgbClr val="666666"/>
                </a:solidFill>
              </a:defRPr>
            </a:lvl3pPr>
            <a:lvl4pPr>
              <a:defRPr>
                <a:solidFill>
                  <a:srgbClr val="666666"/>
                </a:solidFill>
              </a:defRPr>
            </a:lvl4pPr>
            <a:lvl5pPr>
              <a:defRPr>
                <a:solidFill>
                  <a:srgbClr val="666666"/>
                </a:solidFill>
              </a:defRPr>
            </a:lvl5pPr>
          </a:lstStyle>
          <a:p>
            <a:pPr lvl="0"/>
            <a:r>
              <a:rPr lang="en-US"/>
              <a:t>Click to add text or choose an icon below to insert other content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pic>
        <p:nvPicPr>
          <p:cNvPr id="8" name="Picture 7" descr="Diagram&#10;&#10;Description automatically generated">
            <a:extLst>
              <a:ext uri="{FF2B5EF4-FFF2-40B4-BE49-F238E27FC236}">
                <a16:creationId xmlns:a16="http://schemas.microsoft.com/office/drawing/2014/main" id="{A1C86E85-83DF-CB4C-97CD-CA6F4EB7D89A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369600" y="6091252"/>
            <a:ext cx="687288" cy="68728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37985636"/>
      </p:ext>
    </p:extLst>
  </p:cSld>
  <p:clrMapOvr>
    <a:masterClrMapping/>
  </p:clrMapOvr>
</p:sldLayout>
</file>

<file path=ppt/slideLayouts/slideLayout122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Title and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C182308-D8FD-4D2D-A4A4-0AB7B426134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25C24ADA-2B35-4506-BCFE-28F2ED617C2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2C0BECE-69FA-4109-A20D-BAC236DE46FF}" type="datetime1">
              <a:rPr lang="en-US" smtClean="0"/>
              <a:t>10/30/2026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22EABF83-04BE-4745-A7CD-9BF29745610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51FB1B30-07A6-4897-BFAA-775293B4CC0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5A54F4-DB31-4FC5-B748-3F06867349C3}" type="slidenum">
              <a:rPr lang="en-US"/>
              <a:pPr/>
              <a:t>‹#›</a:t>
            </a:fld>
            <a:endParaRPr lang="en-US"/>
          </a:p>
        </p:txBody>
      </p:sp>
      <p:sp>
        <p:nvSpPr>
          <p:cNvPr id="6" name="Text Placeholder 53">
            <a:extLst>
              <a:ext uri="{FF2B5EF4-FFF2-40B4-BE49-F238E27FC236}">
                <a16:creationId xmlns:a16="http://schemas.microsoft.com/office/drawing/2014/main" id="{AC1DD188-8160-4400-A56B-985CF10D490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381000" y="731530"/>
            <a:ext cx="11429998" cy="365739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1pPr>
            <a:lvl2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2pPr>
            <a:lvl3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3pPr>
            <a:lvl4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4pPr>
            <a:lvl5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5pPr>
            <a:lvl6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6pPr>
            <a:lvl7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7pPr>
            <a:lvl8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8pPr>
            <a:lvl9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9pPr>
          </a:lstStyle>
          <a:p>
            <a:pPr lvl="0"/>
            <a:r>
              <a:rPr lang="en-US"/>
              <a:t>Click to add subtitle</a:t>
            </a:r>
          </a:p>
        </p:txBody>
      </p:sp>
    </p:spTree>
    <p:extLst>
      <p:ext uri="{BB962C8B-B14F-4D97-AF65-F5344CB8AC3E}">
        <p14:creationId xmlns:p14="http://schemas.microsoft.com/office/powerpoint/2010/main" val="2437395412"/>
      </p:ext>
    </p:extLst>
  </p:cSld>
  <p:clrMapOvr>
    <a:masterClrMapping/>
  </p:clrMapOvr>
</p:sldLayout>
</file>

<file path=ppt/slideLayouts/slideLayout12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4_Executive Summary - Body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Freeform: Shape 27">
            <a:extLst>
              <a:ext uri="{FF2B5EF4-FFF2-40B4-BE49-F238E27FC236}">
                <a16:creationId xmlns:a16="http://schemas.microsoft.com/office/drawing/2014/main" id="{5A09EE2D-60DE-460B-683A-FA9CA632C678}"/>
              </a:ext>
            </a:extLst>
          </p:cNvPr>
          <p:cNvSpPr/>
          <p:nvPr userDrawn="1"/>
        </p:nvSpPr>
        <p:spPr>
          <a:xfrm flipV="1">
            <a:off x="-3" y="6260014"/>
            <a:ext cx="12192003" cy="597986"/>
          </a:xfrm>
          <a:custGeom>
            <a:avLst/>
            <a:gdLst>
              <a:gd name="connsiteX0" fmla="*/ 0 w 12198353"/>
              <a:gd name="connsiteY0" fmla="*/ 0 h 597986"/>
              <a:gd name="connsiteX1" fmla="*/ 12198353 w 12198353"/>
              <a:gd name="connsiteY1" fmla="*/ 0 h 597986"/>
              <a:gd name="connsiteX2" fmla="*/ 12198353 w 12198353"/>
              <a:gd name="connsiteY2" fmla="*/ 597986 h 597986"/>
              <a:gd name="connsiteX3" fmla="*/ 12155597 w 12198353"/>
              <a:gd name="connsiteY3" fmla="*/ 595288 h 597986"/>
              <a:gd name="connsiteX4" fmla="*/ 11537013 w 12198353"/>
              <a:gd name="connsiteY4" fmla="*/ 579449 h 597986"/>
              <a:gd name="connsiteX5" fmla="*/ 5874622 w 12198353"/>
              <a:gd name="connsiteY5" fmla="*/ 542064 h 597986"/>
              <a:gd name="connsiteX6" fmla="*/ 5870421 w 12198353"/>
              <a:gd name="connsiteY6" fmla="*/ 542121 h 597986"/>
              <a:gd name="connsiteX7" fmla="*/ 5861621 w 12198353"/>
              <a:gd name="connsiteY7" fmla="*/ 542064 h 597986"/>
              <a:gd name="connsiteX8" fmla="*/ 4796830 w 12198353"/>
              <a:gd name="connsiteY8" fmla="*/ 560081 h 597986"/>
              <a:gd name="connsiteX9" fmla="*/ 4272975 w 12198353"/>
              <a:gd name="connsiteY9" fmla="*/ 564137 h 597986"/>
              <a:gd name="connsiteX10" fmla="*/ 3743444 w 12198353"/>
              <a:gd name="connsiteY10" fmla="*/ 552023 h 597986"/>
              <a:gd name="connsiteX11" fmla="*/ 1215409 w 12198353"/>
              <a:gd name="connsiteY11" fmla="*/ 504543 h 597986"/>
              <a:gd name="connsiteX12" fmla="*/ 1212306 w 12198353"/>
              <a:gd name="connsiteY12" fmla="*/ 504553 h 597986"/>
              <a:gd name="connsiteX13" fmla="*/ 1207546 w 12198353"/>
              <a:gd name="connsiteY13" fmla="*/ 504543 h 597986"/>
              <a:gd name="connsiteX14" fmla="*/ 604566 w 12198353"/>
              <a:gd name="connsiteY14" fmla="*/ 507785 h 597986"/>
              <a:gd name="connsiteX15" fmla="*/ 51254 w 12198353"/>
              <a:gd name="connsiteY15" fmla="*/ 513374 h 597986"/>
              <a:gd name="connsiteX16" fmla="*/ 0 w 12198353"/>
              <a:gd name="connsiteY16" fmla="*/ 520868 h 597986"/>
              <a:gd name="connsiteX17" fmla="*/ 0 w 12198353"/>
              <a:gd name="connsiteY17" fmla="*/ 475462 h 597986"/>
              <a:gd name="connsiteX18" fmla="*/ 0 w 12198353"/>
              <a:gd name="connsiteY18" fmla="*/ 362490 h 597986"/>
              <a:gd name="connsiteX19" fmla="*/ 0 w 12198353"/>
              <a:gd name="connsiteY19" fmla="*/ 0 h 5979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12198353" h="597986">
                <a:moveTo>
                  <a:pt x="0" y="0"/>
                </a:moveTo>
                <a:lnTo>
                  <a:pt x="12198353" y="0"/>
                </a:lnTo>
                <a:lnTo>
                  <a:pt x="12198353" y="597986"/>
                </a:lnTo>
                <a:lnTo>
                  <a:pt x="12155597" y="595288"/>
                </a:lnTo>
                <a:cubicBezTo>
                  <a:pt x="12045051" y="589265"/>
                  <a:pt x="11858561" y="583555"/>
                  <a:pt x="11537013" y="579449"/>
                </a:cubicBezTo>
                <a:lnTo>
                  <a:pt x="5874622" y="542064"/>
                </a:lnTo>
                <a:lnTo>
                  <a:pt x="5870421" y="542121"/>
                </a:lnTo>
                <a:lnTo>
                  <a:pt x="5861621" y="542064"/>
                </a:lnTo>
                <a:cubicBezTo>
                  <a:pt x="5506814" y="543723"/>
                  <a:pt x="5151759" y="554074"/>
                  <a:pt x="4796830" y="560081"/>
                </a:cubicBezTo>
                <a:lnTo>
                  <a:pt x="4272975" y="564137"/>
                </a:lnTo>
                <a:lnTo>
                  <a:pt x="3743444" y="552023"/>
                </a:lnTo>
                <a:cubicBezTo>
                  <a:pt x="2888186" y="514096"/>
                  <a:pt x="1920487" y="504119"/>
                  <a:pt x="1215409" y="504543"/>
                </a:cubicBezTo>
                <a:lnTo>
                  <a:pt x="1212306" y="504553"/>
                </a:lnTo>
                <a:lnTo>
                  <a:pt x="1207546" y="504543"/>
                </a:lnTo>
                <a:cubicBezTo>
                  <a:pt x="972779" y="504685"/>
                  <a:pt x="767161" y="505980"/>
                  <a:pt x="604566" y="507785"/>
                </a:cubicBezTo>
                <a:cubicBezTo>
                  <a:pt x="279377" y="511391"/>
                  <a:pt x="137600" y="506018"/>
                  <a:pt x="51254" y="513374"/>
                </a:cubicBezTo>
                <a:lnTo>
                  <a:pt x="0" y="520868"/>
                </a:lnTo>
                <a:lnTo>
                  <a:pt x="0" y="475462"/>
                </a:lnTo>
                <a:lnTo>
                  <a:pt x="0" y="362490"/>
                </a:lnTo>
                <a:lnTo>
                  <a:pt x="0" y="0"/>
                </a:lnTo>
                <a:close/>
              </a:path>
            </a:pathLst>
          </a:custGeom>
          <a:solidFill>
            <a:srgbClr val="4F2170"/>
          </a:solidFill>
          <a:ln w="9525" cap="flat" cmpd="sng" algn="ctr">
            <a:noFill/>
            <a:prstDash val="solid"/>
          </a:ln>
          <a:effectLst/>
        </p:spPr>
        <p:txBody>
          <a:bodyPr wrap="square" rtlCol="0" anchor="t" anchorCtr="0">
            <a:noAutofit/>
          </a:bodyPr>
          <a:lstStyle/>
          <a:p>
            <a:pPr marL="0" marR="0" lvl="0" indent="0" algn="ctr" defTabSz="913943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199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 Light" panose="020F0302020204030204" pitchFamily="34" charset="0"/>
              <a:ea typeface="+mn-ea"/>
              <a:cs typeface="+mn-cs"/>
            </a:endParaRPr>
          </a:p>
        </p:txBody>
      </p:sp>
      <p:sp>
        <p:nvSpPr>
          <p:cNvPr id="37" name="Text Placeholder 3">
            <a:extLst>
              <a:ext uri="{FF2B5EF4-FFF2-40B4-BE49-F238E27FC236}">
                <a16:creationId xmlns:a16="http://schemas.microsoft.com/office/drawing/2014/main" id="{0D3CA8CB-ED55-24F7-0E23-220E31AA4210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75216" y="176560"/>
            <a:ext cx="11445671" cy="476250"/>
          </a:xfrm>
          <a:prstGeom prst="rect">
            <a:avLst/>
          </a:prstGeom>
        </p:spPr>
        <p:txBody>
          <a:bodyPr lIns="0"/>
          <a:lstStyle>
            <a:lvl1pPr marL="0" indent="0">
              <a:buNone/>
              <a:defRPr sz="2200">
                <a:solidFill>
                  <a:schemeClr val="bg2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  <a:lvl2pPr marL="356438" indent="0">
              <a:buNone/>
              <a:defRPr/>
            </a:lvl2pPr>
            <a:lvl3pPr marL="712875" indent="0">
              <a:buNone/>
              <a:defRPr/>
            </a:lvl3pPr>
            <a:lvl4pPr marL="1069313" indent="0">
              <a:buNone/>
              <a:defRPr/>
            </a:lvl4pPr>
            <a:lvl5pPr marL="1425751" indent="0">
              <a:buNone/>
              <a:defRPr/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grpSp>
        <p:nvGrpSpPr>
          <p:cNvPr id="24" name="Group 23">
            <a:extLst>
              <a:ext uri="{FF2B5EF4-FFF2-40B4-BE49-F238E27FC236}">
                <a16:creationId xmlns:a16="http://schemas.microsoft.com/office/drawing/2014/main" id="{768901DA-2A0F-F951-4E20-47AF3A2E95DA}"/>
              </a:ext>
            </a:extLst>
          </p:cNvPr>
          <p:cNvGrpSpPr/>
          <p:nvPr userDrawn="1"/>
        </p:nvGrpSpPr>
        <p:grpSpPr>
          <a:xfrm>
            <a:off x="11579334" y="6512572"/>
            <a:ext cx="207854" cy="194072"/>
            <a:chOff x="10671148" y="6546850"/>
            <a:chExt cx="284862" cy="265974"/>
          </a:xfrm>
        </p:grpSpPr>
        <p:sp>
          <p:nvSpPr>
            <p:cNvPr id="25" name="Oval 24">
              <a:hlinkClick r:id="" action="ppaction://hlinkshowjump?jump=nextslide"/>
              <a:extLst>
                <a:ext uri="{FF2B5EF4-FFF2-40B4-BE49-F238E27FC236}">
                  <a16:creationId xmlns:a16="http://schemas.microsoft.com/office/drawing/2014/main" id="{076CB9D6-FAE5-F0BC-C710-C5FCE4DE073F}"/>
                </a:ext>
              </a:extLst>
            </p:cNvPr>
            <p:cNvSpPr/>
            <p:nvPr userDrawn="1"/>
          </p:nvSpPr>
          <p:spPr>
            <a:xfrm>
              <a:off x="10671148" y="6546850"/>
              <a:ext cx="284862" cy="265974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 algn="l"/>
              <a:endParaRPr lang="en-US" sz="1200">
                <a:solidFill>
                  <a:schemeClr val="tx1"/>
                </a:solidFill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6" name="Freeform 6">
              <a:hlinkClick r:id="" action="ppaction://hlinkshowjump?jump=nextslide"/>
              <a:extLst>
                <a:ext uri="{FF2B5EF4-FFF2-40B4-BE49-F238E27FC236}">
                  <a16:creationId xmlns:a16="http://schemas.microsoft.com/office/drawing/2014/main" id="{09BBC4D8-2880-D344-4705-99578327CC26}"/>
                </a:ext>
              </a:extLst>
            </p:cNvPr>
            <p:cNvSpPr/>
            <p:nvPr userDrawn="1"/>
          </p:nvSpPr>
          <p:spPr>
            <a:xfrm rot="16200000" flipH="1" flipV="1">
              <a:off x="10737300" y="6628307"/>
              <a:ext cx="200250" cy="107186"/>
            </a:xfrm>
            <a:custGeom>
              <a:avLst/>
              <a:gdLst>
                <a:gd name="connsiteX0" fmla="*/ 279098 w 813775"/>
                <a:gd name="connsiteY0" fmla="*/ 121396 h 816885"/>
                <a:gd name="connsiteX1" fmla="*/ 338316 w 813775"/>
                <a:gd name="connsiteY1" fmla="*/ 65295 h 816885"/>
                <a:gd name="connsiteX2" fmla="*/ 370730 w 813775"/>
                <a:gd name="connsiteY2" fmla="*/ 26025 h 816885"/>
                <a:gd name="connsiteX3" fmla="*/ 414987 w 813775"/>
                <a:gd name="connsiteY3" fmla="*/ 6077 h 816885"/>
                <a:gd name="connsiteX4" fmla="*/ 607601 w 813775"/>
                <a:gd name="connsiteY4" fmla="*/ 200561 h 816885"/>
                <a:gd name="connsiteX5" fmla="*/ 714193 w 813775"/>
                <a:gd name="connsiteY5" fmla="*/ 305906 h 816885"/>
                <a:gd name="connsiteX6" fmla="*/ 807694 w 813775"/>
                <a:gd name="connsiteY6" fmla="*/ 393798 h 816885"/>
                <a:gd name="connsiteX7" fmla="*/ 754710 w 813775"/>
                <a:gd name="connsiteY7" fmla="*/ 488546 h 816885"/>
                <a:gd name="connsiteX8" fmla="*/ 654975 w 813775"/>
                <a:gd name="connsiteY8" fmla="*/ 587658 h 816885"/>
                <a:gd name="connsiteX9" fmla="*/ 566460 w 813775"/>
                <a:gd name="connsiteY9" fmla="*/ 677420 h 816885"/>
                <a:gd name="connsiteX10" fmla="*/ 504126 w 813775"/>
                <a:gd name="connsiteY10" fmla="*/ 739755 h 816885"/>
                <a:gd name="connsiteX11" fmla="*/ 424337 w 813775"/>
                <a:gd name="connsiteY11" fmla="*/ 813933 h 816885"/>
                <a:gd name="connsiteX12" fmla="*/ 379457 w 813775"/>
                <a:gd name="connsiteY12" fmla="*/ 798349 h 816885"/>
                <a:gd name="connsiteX13" fmla="*/ 348290 w 813775"/>
                <a:gd name="connsiteY13" fmla="*/ 768428 h 816885"/>
                <a:gd name="connsiteX14" fmla="*/ 312135 w 813775"/>
                <a:gd name="connsiteY14" fmla="*/ 740378 h 816885"/>
                <a:gd name="connsiteX15" fmla="*/ 90848 w 813775"/>
                <a:gd name="connsiteY15" fmla="*/ 509740 h 816885"/>
                <a:gd name="connsiteX16" fmla="*/ 35994 w 813775"/>
                <a:gd name="connsiteY16" fmla="*/ 451769 h 816885"/>
                <a:gd name="connsiteX17" fmla="*/ 3579 w 813775"/>
                <a:gd name="connsiteY17" fmla="*/ 401902 h 816885"/>
                <a:gd name="connsiteX18" fmla="*/ 97705 w 813775"/>
                <a:gd name="connsiteY18" fmla="*/ 302790 h 816885"/>
                <a:gd name="connsiteX19" fmla="*/ 236711 w 813775"/>
                <a:gd name="connsiteY19" fmla="*/ 167524 h 816885"/>
                <a:gd name="connsiteX20" fmla="*/ 279098 w 813775"/>
                <a:gd name="connsiteY20" fmla="*/ 121396 h 816885"/>
                <a:gd name="connsiteX0" fmla="*/ 279098 w 813775"/>
                <a:gd name="connsiteY0" fmla="*/ 121396 h 816886"/>
                <a:gd name="connsiteX1" fmla="*/ 338316 w 813775"/>
                <a:gd name="connsiteY1" fmla="*/ 65295 h 816886"/>
                <a:gd name="connsiteX2" fmla="*/ 370730 w 813775"/>
                <a:gd name="connsiteY2" fmla="*/ 26025 h 816886"/>
                <a:gd name="connsiteX3" fmla="*/ 414987 w 813775"/>
                <a:gd name="connsiteY3" fmla="*/ 6077 h 816886"/>
                <a:gd name="connsiteX4" fmla="*/ 607601 w 813775"/>
                <a:gd name="connsiteY4" fmla="*/ 200561 h 816886"/>
                <a:gd name="connsiteX5" fmla="*/ 714193 w 813775"/>
                <a:gd name="connsiteY5" fmla="*/ 305906 h 816886"/>
                <a:gd name="connsiteX6" fmla="*/ 807694 w 813775"/>
                <a:gd name="connsiteY6" fmla="*/ 393798 h 816886"/>
                <a:gd name="connsiteX7" fmla="*/ 754710 w 813775"/>
                <a:gd name="connsiteY7" fmla="*/ 488546 h 816886"/>
                <a:gd name="connsiteX8" fmla="*/ 654975 w 813775"/>
                <a:gd name="connsiteY8" fmla="*/ 587658 h 816886"/>
                <a:gd name="connsiteX9" fmla="*/ 566460 w 813775"/>
                <a:gd name="connsiteY9" fmla="*/ 677420 h 816886"/>
                <a:gd name="connsiteX10" fmla="*/ 504126 w 813775"/>
                <a:gd name="connsiteY10" fmla="*/ 739755 h 816886"/>
                <a:gd name="connsiteX11" fmla="*/ 424337 w 813775"/>
                <a:gd name="connsiteY11" fmla="*/ 813933 h 816886"/>
                <a:gd name="connsiteX12" fmla="*/ 379457 w 813775"/>
                <a:gd name="connsiteY12" fmla="*/ 798349 h 816886"/>
                <a:gd name="connsiteX13" fmla="*/ 348290 w 813775"/>
                <a:gd name="connsiteY13" fmla="*/ 768428 h 816886"/>
                <a:gd name="connsiteX14" fmla="*/ 310573 w 813775"/>
                <a:gd name="connsiteY14" fmla="*/ 740378 h 816886"/>
                <a:gd name="connsiteX15" fmla="*/ 90848 w 813775"/>
                <a:gd name="connsiteY15" fmla="*/ 509740 h 816886"/>
                <a:gd name="connsiteX16" fmla="*/ 35994 w 813775"/>
                <a:gd name="connsiteY16" fmla="*/ 451769 h 816886"/>
                <a:gd name="connsiteX17" fmla="*/ 3579 w 813775"/>
                <a:gd name="connsiteY17" fmla="*/ 401902 h 816886"/>
                <a:gd name="connsiteX18" fmla="*/ 97705 w 813775"/>
                <a:gd name="connsiteY18" fmla="*/ 302790 h 816886"/>
                <a:gd name="connsiteX19" fmla="*/ 236711 w 813775"/>
                <a:gd name="connsiteY19" fmla="*/ 167524 h 816886"/>
                <a:gd name="connsiteX20" fmla="*/ 279098 w 813775"/>
                <a:gd name="connsiteY20" fmla="*/ 121396 h 816886"/>
                <a:gd name="connsiteX0" fmla="*/ 279098 w 813775"/>
                <a:gd name="connsiteY0" fmla="*/ 121396 h 816886"/>
                <a:gd name="connsiteX1" fmla="*/ 338316 w 813775"/>
                <a:gd name="connsiteY1" fmla="*/ 65295 h 816886"/>
                <a:gd name="connsiteX2" fmla="*/ 370730 w 813775"/>
                <a:gd name="connsiteY2" fmla="*/ 26025 h 816886"/>
                <a:gd name="connsiteX3" fmla="*/ 414987 w 813775"/>
                <a:gd name="connsiteY3" fmla="*/ 6077 h 816886"/>
                <a:gd name="connsiteX4" fmla="*/ 607601 w 813775"/>
                <a:gd name="connsiteY4" fmla="*/ 200561 h 816886"/>
                <a:gd name="connsiteX5" fmla="*/ 714193 w 813775"/>
                <a:gd name="connsiteY5" fmla="*/ 305906 h 816886"/>
                <a:gd name="connsiteX6" fmla="*/ 807694 w 813775"/>
                <a:gd name="connsiteY6" fmla="*/ 393798 h 816886"/>
                <a:gd name="connsiteX7" fmla="*/ 754710 w 813775"/>
                <a:gd name="connsiteY7" fmla="*/ 488546 h 816886"/>
                <a:gd name="connsiteX8" fmla="*/ 654975 w 813775"/>
                <a:gd name="connsiteY8" fmla="*/ 587658 h 816886"/>
                <a:gd name="connsiteX9" fmla="*/ 566460 w 813775"/>
                <a:gd name="connsiteY9" fmla="*/ 677420 h 816886"/>
                <a:gd name="connsiteX10" fmla="*/ 504126 w 813775"/>
                <a:gd name="connsiteY10" fmla="*/ 739755 h 816886"/>
                <a:gd name="connsiteX11" fmla="*/ 424337 w 813775"/>
                <a:gd name="connsiteY11" fmla="*/ 813933 h 816886"/>
                <a:gd name="connsiteX12" fmla="*/ 379457 w 813775"/>
                <a:gd name="connsiteY12" fmla="*/ 798349 h 816886"/>
                <a:gd name="connsiteX13" fmla="*/ 348290 w 813775"/>
                <a:gd name="connsiteY13" fmla="*/ 768428 h 816886"/>
                <a:gd name="connsiteX14" fmla="*/ 90848 w 813775"/>
                <a:gd name="connsiteY14" fmla="*/ 509740 h 816886"/>
                <a:gd name="connsiteX15" fmla="*/ 35994 w 813775"/>
                <a:gd name="connsiteY15" fmla="*/ 451769 h 816886"/>
                <a:gd name="connsiteX16" fmla="*/ 3579 w 813775"/>
                <a:gd name="connsiteY16" fmla="*/ 401902 h 816886"/>
                <a:gd name="connsiteX17" fmla="*/ 97705 w 813775"/>
                <a:gd name="connsiteY17" fmla="*/ 302790 h 816886"/>
                <a:gd name="connsiteX18" fmla="*/ 236711 w 813775"/>
                <a:gd name="connsiteY18" fmla="*/ 167524 h 816886"/>
                <a:gd name="connsiteX19" fmla="*/ 279098 w 813775"/>
                <a:gd name="connsiteY19" fmla="*/ 121396 h 816886"/>
                <a:gd name="connsiteX0" fmla="*/ 279098 w 813775"/>
                <a:gd name="connsiteY0" fmla="*/ 121396 h 816886"/>
                <a:gd name="connsiteX1" fmla="*/ 338316 w 813775"/>
                <a:gd name="connsiteY1" fmla="*/ 65295 h 816886"/>
                <a:gd name="connsiteX2" fmla="*/ 370730 w 813775"/>
                <a:gd name="connsiteY2" fmla="*/ 26025 h 816886"/>
                <a:gd name="connsiteX3" fmla="*/ 414987 w 813775"/>
                <a:gd name="connsiteY3" fmla="*/ 6077 h 816886"/>
                <a:gd name="connsiteX4" fmla="*/ 607601 w 813775"/>
                <a:gd name="connsiteY4" fmla="*/ 200561 h 816886"/>
                <a:gd name="connsiteX5" fmla="*/ 714193 w 813775"/>
                <a:gd name="connsiteY5" fmla="*/ 305906 h 816886"/>
                <a:gd name="connsiteX6" fmla="*/ 807694 w 813775"/>
                <a:gd name="connsiteY6" fmla="*/ 393798 h 816886"/>
                <a:gd name="connsiteX7" fmla="*/ 754710 w 813775"/>
                <a:gd name="connsiteY7" fmla="*/ 488546 h 816886"/>
                <a:gd name="connsiteX8" fmla="*/ 654975 w 813775"/>
                <a:gd name="connsiteY8" fmla="*/ 587658 h 816886"/>
                <a:gd name="connsiteX9" fmla="*/ 566460 w 813775"/>
                <a:gd name="connsiteY9" fmla="*/ 677420 h 816886"/>
                <a:gd name="connsiteX10" fmla="*/ 504126 w 813775"/>
                <a:gd name="connsiteY10" fmla="*/ 739755 h 816886"/>
                <a:gd name="connsiteX11" fmla="*/ 424337 w 813775"/>
                <a:gd name="connsiteY11" fmla="*/ 813933 h 816886"/>
                <a:gd name="connsiteX12" fmla="*/ 379457 w 813775"/>
                <a:gd name="connsiteY12" fmla="*/ 798349 h 816886"/>
                <a:gd name="connsiteX13" fmla="*/ 90848 w 813775"/>
                <a:gd name="connsiteY13" fmla="*/ 509740 h 816886"/>
                <a:gd name="connsiteX14" fmla="*/ 35994 w 813775"/>
                <a:gd name="connsiteY14" fmla="*/ 451769 h 816886"/>
                <a:gd name="connsiteX15" fmla="*/ 3579 w 813775"/>
                <a:gd name="connsiteY15" fmla="*/ 401902 h 816886"/>
                <a:gd name="connsiteX16" fmla="*/ 97705 w 813775"/>
                <a:gd name="connsiteY16" fmla="*/ 302790 h 816886"/>
                <a:gd name="connsiteX17" fmla="*/ 236711 w 813775"/>
                <a:gd name="connsiteY17" fmla="*/ 167524 h 816886"/>
                <a:gd name="connsiteX18" fmla="*/ 279098 w 813775"/>
                <a:gd name="connsiteY18" fmla="*/ 121396 h 816886"/>
                <a:gd name="connsiteX0" fmla="*/ 279098 w 813775"/>
                <a:gd name="connsiteY0" fmla="*/ 121396 h 813933"/>
                <a:gd name="connsiteX1" fmla="*/ 338316 w 813775"/>
                <a:gd name="connsiteY1" fmla="*/ 65295 h 813933"/>
                <a:gd name="connsiteX2" fmla="*/ 370730 w 813775"/>
                <a:gd name="connsiteY2" fmla="*/ 26025 h 813933"/>
                <a:gd name="connsiteX3" fmla="*/ 414987 w 813775"/>
                <a:gd name="connsiteY3" fmla="*/ 6077 h 813933"/>
                <a:gd name="connsiteX4" fmla="*/ 607601 w 813775"/>
                <a:gd name="connsiteY4" fmla="*/ 200561 h 813933"/>
                <a:gd name="connsiteX5" fmla="*/ 714193 w 813775"/>
                <a:gd name="connsiteY5" fmla="*/ 305906 h 813933"/>
                <a:gd name="connsiteX6" fmla="*/ 807694 w 813775"/>
                <a:gd name="connsiteY6" fmla="*/ 393798 h 813933"/>
                <a:gd name="connsiteX7" fmla="*/ 754710 w 813775"/>
                <a:gd name="connsiteY7" fmla="*/ 488546 h 813933"/>
                <a:gd name="connsiteX8" fmla="*/ 654975 w 813775"/>
                <a:gd name="connsiteY8" fmla="*/ 587658 h 813933"/>
                <a:gd name="connsiteX9" fmla="*/ 566460 w 813775"/>
                <a:gd name="connsiteY9" fmla="*/ 677420 h 813933"/>
                <a:gd name="connsiteX10" fmla="*/ 504126 w 813775"/>
                <a:gd name="connsiteY10" fmla="*/ 739755 h 813933"/>
                <a:gd name="connsiteX11" fmla="*/ 424337 w 813775"/>
                <a:gd name="connsiteY11" fmla="*/ 813933 h 813933"/>
                <a:gd name="connsiteX12" fmla="*/ 90848 w 813775"/>
                <a:gd name="connsiteY12" fmla="*/ 509740 h 813933"/>
                <a:gd name="connsiteX13" fmla="*/ 35994 w 813775"/>
                <a:gd name="connsiteY13" fmla="*/ 451769 h 813933"/>
                <a:gd name="connsiteX14" fmla="*/ 3579 w 813775"/>
                <a:gd name="connsiteY14" fmla="*/ 401902 h 813933"/>
                <a:gd name="connsiteX15" fmla="*/ 97705 w 813775"/>
                <a:gd name="connsiteY15" fmla="*/ 302790 h 813933"/>
                <a:gd name="connsiteX16" fmla="*/ 236711 w 813775"/>
                <a:gd name="connsiteY16" fmla="*/ 167524 h 813933"/>
                <a:gd name="connsiteX17" fmla="*/ 279098 w 813775"/>
                <a:gd name="connsiteY17" fmla="*/ 121396 h 813933"/>
                <a:gd name="connsiteX0" fmla="*/ 279098 w 813775"/>
                <a:gd name="connsiteY0" fmla="*/ 121396 h 746231"/>
                <a:gd name="connsiteX1" fmla="*/ 338316 w 813775"/>
                <a:gd name="connsiteY1" fmla="*/ 65295 h 746231"/>
                <a:gd name="connsiteX2" fmla="*/ 370730 w 813775"/>
                <a:gd name="connsiteY2" fmla="*/ 26025 h 746231"/>
                <a:gd name="connsiteX3" fmla="*/ 414987 w 813775"/>
                <a:gd name="connsiteY3" fmla="*/ 6077 h 746231"/>
                <a:gd name="connsiteX4" fmla="*/ 607601 w 813775"/>
                <a:gd name="connsiteY4" fmla="*/ 200561 h 746231"/>
                <a:gd name="connsiteX5" fmla="*/ 714193 w 813775"/>
                <a:gd name="connsiteY5" fmla="*/ 305906 h 746231"/>
                <a:gd name="connsiteX6" fmla="*/ 807694 w 813775"/>
                <a:gd name="connsiteY6" fmla="*/ 393798 h 746231"/>
                <a:gd name="connsiteX7" fmla="*/ 754710 w 813775"/>
                <a:gd name="connsiteY7" fmla="*/ 488546 h 746231"/>
                <a:gd name="connsiteX8" fmla="*/ 654975 w 813775"/>
                <a:gd name="connsiteY8" fmla="*/ 587658 h 746231"/>
                <a:gd name="connsiteX9" fmla="*/ 566460 w 813775"/>
                <a:gd name="connsiteY9" fmla="*/ 677420 h 746231"/>
                <a:gd name="connsiteX10" fmla="*/ 504126 w 813775"/>
                <a:gd name="connsiteY10" fmla="*/ 739755 h 746231"/>
                <a:gd name="connsiteX11" fmla="*/ 90848 w 813775"/>
                <a:gd name="connsiteY11" fmla="*/ 509740 h 746231"/>
                <a:gd name="connsiteX12" fmla="*/ 35994 w 813775"/>
                <a:gd name="connsiteY12" fmla="*/ 451769 h 746231"/>
                <a:gd name="connsiteX13" fmla="*/ 3579 w 813775"/>
                <a:gd name="connsiteY13" fmla="*/ 401902 h 746231"/>
                <a:gd name="connsiteX14" fmla="*/ 97705 w 813775"/>
                <a:gd name="connsiteY14" fmla="*/ 302790 h 746231"/>
                <a:gd name="connsiteX15" fmla="*/ 236711 w 813775"/>
                <a:gd name="connsiteY15" fmla="*/ 167524 h 746231"/>
                <a:gd name="connsiteX16" fmla="*/ 279098 w 813775"/>
                <a:gd name="connsiteY16" fmla="*/ 121396 h 746231"/>
                <a:gd name="connsiteX0" fmla="*/ 279098 w 813775"/>
                <a:gd name="connsiteY0" fmla="*/ 121396 h 677420"/>
                <a:gd name="connsiteX1" fmla="*/ 338316 w 813775"/>
                <a:gd name="connsiteY1" fmla="*/ 65295 h 677420"/>
                <a:gd name="connsiteX2" fmla="*/ 370730 w 813775"/>
                <a:gd name="connsiteY2" fmla="*/ 26025 h 677420"/>
                <a:gd name="connsiteX3" fmla="*/ 414987 w 813775"/>
                <a:gd name="connsiteY3" fmla="*/ 6077 h 677420"/>
                <a:gd name="connsiteX4" fmla="*/ 607601 w 813775"/>
                <a:gd name="connsiteY4" fmla="*/ 200561 h 677420"/>
                <a:gd name="connsiteX5" fmla="*/ 714193 w 813775"/>
                <a:gd name="connsiteY5" fmla="*/ 305906 h 677420"/>
                <a:gd name="connsiteX6" fmla="*/ 807694 w 813775"/>
                <a:gd name="connsiteY6" fmla="*/ 393798 h 677420"/>
                <a:gd name="connsiteX7" fmla="*/ 754710 w 813775"/>
                <a:gd name="connsiteY7" fmla="*/ 488546 h 677420"/>
                <a:gd name="connsiteX8" fmla="*/ 654975 w 813775"/>
                <a:gd name="connsiteY8" fmla="*/ 587658 h 677420"/>
                <a:gd name="connsiteX9" fmla="*/ 566460 w 813775"/>
                <a:gd name="connsiteY9" fmla="*/ 677420 h 677420"/>
                <a:gd name="connsiteX10" fmla="*/ 90848 w 813775"/>
                <a:gd name="connsiteY10" fmla="*/ 509740 h 677420"/>
                <a:gd name="connsiteX11" fmla="*/ 35994 w 813775"/>
                <a:gd name="connsiteY11" fmla="*/ 451769 h 677420"/>
                <a:gd name="connsiteX12" fmla="*/ 3579 w 813775"/>
                <a:gd name="connsiteY12" fmla="*/ 401902 h 677420"/>
                <a:gd name="connsiteX13" fmla="*/ 97705 w 813775"/>
                <a:gd name="connsiteY13" fmla="*/ 302790 h 677420"/>
                <a:gd name="connsiteX14" fmla="*/ 236711 w 813775"/>
                <a:gd name="connsiteY14" fmla="*/ 167524 h 677420"/>
                <a:gd name="connsiteX15" fmla="*/ 279098 w 813775"/>
                <a:gd name="connsiteY15" fmla="*/ 121396 h 677420"/>
                <a:gd name="connsiteX0" fmla="*/ 279098 w 813775"/>
                <a:gd name="connsiteY0" fmla="*/ 121396 h 587810"/>
                <a:gd name="connsiteX1" fmla="*/ 338316 w 813775"/>
                <a:gd name="connsiteY1" fmla="*/ 65295 h 587810"/>
                <a:gd name="connsiteX2" fmla="*/ 370730 w 813775"/>
                <a:gd name="connsiteY2" fmla="*/ 26025 h 587810"/>
                <a:gd name="connsiteX3" fmla="*/ 414987 w 813775"/>
                <a:gd name="connsiteY3" fmla="*/ 6077 h 587810"/>
                <a:gd name="connsiteX4" fmla="*/ 607601 w 813775"/>
                <a:gd name="connsiteY4" fmla="*/ 200561 h 587810"/>
                <a:gd name="connsiteX5" fmla="*/ 714193 w 813775"/>
                <a:gd name="connsiteY5" fmla="*/ 305906 h 587810"/>
                <a:gd name="connsiteX6" fmla="*/ 807694 w 813775"/>
                <a:gd name="connsiteY6" fmla="*/ 393798 h 587810"/>
                <a:gd name="connsiteX7" fmla="*/ 754710 w 813775"/>
                <a:gd name="connsiteY7" fmla="*/ 488546 h 587810"/>
                <a:gd name="connsiteX8" fmla="*/ 654975 w 813775"/>
                <a:gd name="connsiteY8" fmla="*/ 587658 h 587810"/>
                <a:gd name="connsiteX9" fmla="*/ 90848 w 813775"/>
                <a:gd name="connsiteY9" fmla="*/ 509740 h 587810"/>
                <a:gd name="connsiteX10" fmla="*/ 35994 w 813775"/>
                <a:gd name="connsiteY10" fmla="*/ 451769 h 587810"/>
                <a:gd name="connsiteX11" fmla="*/ 3579 w 813775"/>
                <a:gd name="connsiteY11" fmla="*/ 401902 h 587810"/>
                <a:gd name="connsiteX12" fmla="*/ 97705 w 813775"/>
                <a:gd name="connsiteY12" fmla="*/ 302790 h 587810"/>
                <a:gd name="connsiteX13" fmla="*/ 236711 w 813775"/>
                <a:gd name="connsiteY13" fmla="*/ 167524 h 587810"/>
                <a:gd name="connsiteX14" fmla="*/ 279098 w 813775"/>
                <a:gd name="connsiteY14" fmla="*/ 121396 h 587810"/>
                <a:gd name="connsiteX0" fmla="*/ 279098 w 808427"/>
                <a:gd name="connsiteY0" fmla="*/ 121396 h 590821"/>
                <a:gd name="connsiteX1" fmla="*/ 338316 w 808427"/>
                <a:gd name="connsiteY1" fmla="*/ 65295 h 590821"/>
                <a:gd name="connsiteX2" fmla="*/ 370730 w 808427"/>
                <a:gd name="connsiteY2" fmla="*/ 26025 h 590821"/>
                <a:gd name="connsiteX3" fmla="*/ 414987 w 808427"/>
                <a:gd name="connsiteY3" fmla="*/ 6077 h 590821"/>
                <a:gd name="connsiteX4" fmla="*/ 607601 w 808427"/>
                <a:gd name="connsiteY4" fmla="*/ 200561 h 590821"/>
                <a:gd name="connsiteX5" fmla="*/ 714193 w 808427"/>
                <a:gd name="connsiteY5" fmla="*/ 305906 h 590821"/>
                <a:gd name="connsiteX6" fmla="*/ 807694 w 808427"/>
                <a:gd name="connsiteY6" fmla="*/ 393798 h 590821"/>
                <a:gd name="connsiteX7" fmla="*/ 654975 w 808427"/>
                <a:gd name="connsiteY7" fmla="*/ 587658 h 590821"/>
                <a:gd name="connsiteX8" fmla="*/ 90848 w 808427"/>
                <a:gd name="connsiteY8" fmla="*/ 509740 h 590821"/>
                <a:gd name="connsiteX9" fmla="*/ 35994 w 808427"/>
                <a:gd name="connsiteY9" fmla="*/ 451769 h 590821"/>
                <a:gd name="connsiteX10" fmla="*/ 3579 w 808427"/>
                <a:gd name="connsiteY10" fmla="*/ 401902 h 590821"/>
                <a:gd name="connsiteX11" fmla="*/ 97705 w 808427"/>
                <a:gd name="connsiteY11" fmla="*/ 302790 h 590821"/>
                <a:gd name="connsiteX12" fmla="*/ 236711 w 808427"/>
                <a:gd name="connsiteY12" fmla="*/ 167524 h 590821"/>
                <a:gd name="connsiteX13" fmla="*/ 279098 w 808427"/>
                <a:gd name="connsiteY13" fmla="*/ 121396 h 590821"/>
                <a:gd name="connsiteX0" fmla="*/ 279098 w 839033"/>
                <a:gd name="connsiteY0" fmla="*/ 121396 h 509740"/>
                <a:gd name="connsiteX1" fmla="*/ 338316 w 839033"/>
                <a:gd name="connsiteY1" fmla="*/ 65295 h 509740"/>
                <a:gd name="connsiteX2" fmla="*/ 370730 w 839033"/>
                <a:gd name="connsiteY2" fmla="*/ 26025 h 509740"/>
                <a:gd name="connsiteX3" fmla="*/ 414987 w 839033"/>
                <a:gd name="connsiteY3" fmla="*/ 6077 h 509740"/>
                <a:gd name="connsiteX4" fmla="*/ 607601 w 839033"/>
                <a:gd name="connsiteY4" fmla="*/ 200561 h 509740"/>
                <a:gd name="connsiteX5" fmla="*/ 714193 w 839033"/>
                <a:gd name="connsiteY5" fmla="*/ 305906 h 509740"/>
                <a:gd name="connsiteX6" fmla="*/ 807694 w 839033"/>
                <a:gd name="connsiteY6" fmla="*/ 393798 h 509740"/>
                <a:gd name="connsiteX7" fmla="*/ 90848 w 839033"/>
                <a:gd name="connsiteY7" fmla="*/ 509740 h 509740"/>
                <a:gd name="connsiteX8" fmla="*/ 35994 w 839033"/>
                <a:gd name="connsiteY8" fmla="*/ 451769 h 509740"/>
                <a:gd name="connsiteX9" fmla="*/ 3579 w 839033"/>
                <a:gd name="connsiteY9" fmla="*/ 401902 h 509740"/>
                <a:gd name="connsiteX10" fmla="*/ 97705 w 839033"/>
                <a:gd name="connsiteY10" fmla="*/ 302790 h 509740"/>
                <a:gd name="connsiteX11" fmla="*/ 236711 w 839033"/>
                <a:gd name="connsiteY11" fmla="*/ 167524 h 509740"/>
                <a:gd name="connsiteX12" fmla="*/ 279098 w 839033"/>
                <a:gd name="connsiteY12" fmla="*/ 121396 h 509740"/>
                <a:gd name="connsiteX0" fmla="*/ 316279 w 879881"/>
                <a:gd name="connsiteY0" fmla="*/ 121396 h 451821"/>
                <a:gd name="connsiteX1" fmla="*/ 375497 w 879881"/>
                <a:gd name="connsiteY1" fmla="*/ 65295 h 451821"/>
                <a:gd name="connsiteX2" fmla="*/ 407911 w 879881"/>
                <a:gd name="connsiteY2" fmla="*/ 26025 h 451821"/>
                <a:gd name="connsiteX3" fmla="*/ 452168 w 879881"/>
                <a:gd name="connsiteY3" fmla="*/ 6077 h 451821"/>
                <a:gd name="connsiteX4" fmla="*/ 644782 w 879881"/>
                <a:gd name="connsiteY4" fmla="*/ 200561 h 451821"/>
                <a:gd name="connsiteX5" fmla="*/ 751374 w 879881"/>
                <a:gd name="connsiteY5" fmla="*/ 305906 h 451821"/>
                <a:gd name="connsiteX6" fmla="*/ 844875 w 879881"/>
                <a:gd name="connsiteY6" fmla="*/ 393798 h 451821"/>
                <a:gd name="connsiteX7" fmla="*/ 73175 w 879881"/>
                <a:gd name="connsiteY7" fmla="*/ 451769 h 451821"/>
                <a:gd name="connsiteX8" fmla="*/ 40760 w 879881"/>
                <a:gd name="connsiteY8" fmla="*/ 401902 h 451821"/>
                <a:gd name="connsiteX9" fmla="*/ 134886 w 879881"/>
                <a:gd name="connsiteY9" fmla="*/ 302790 h 451821"/>
                <a:gd name="connsiteX10" fmla="*/ 273892 w 879881"/>
                <a:gd name="connsiteY10" fmla="*/ 167524 h 451821"/>
                <a:gd name="connsiteX11" fmla="*/ 316279 w 879881"/>
                <a:gd name="connsiteY11" fmla="*/ 121396 h 451821"/>
                <a:gd name="connsiteX0" fmla="*/ 313722 w 879511"/>
                <a:gd name="connsiteY0" fmla="*/ 121396 h 410225"/>
                <a:gd name="connsiteX1" fmla="*/ 372940 w 879511"/>
                <a:gd name="connsiteY1" fmla="*/ 65295 h 410225"/>
                <a:gd name="connsiteX2" fmla="*/ 405354 w 879511"/>
                <a:gd name="connsiteY2" fmla="*/ 26025 h 410225"/>
                <a:gd name="connsiteX3" fmla="*/ 449611 w 879511"/>
                <a:gd name="connsiteY3" fmla="*/ 6077 h 410225"/>
                <a:gd name="connsiteX4" fmla="*/ 642225 w 879511"/>
                <a:gd name="connsiteY4" fmla="*/ 200561 h 410225"/>
                <a:gd name="connsiteX5" fmla="*/ 748817 w 879511"/>
                <a:gd name="connsiteY5" fmla="*/ 305906 h 410225"/>
                <a:gd name="connsiteX6" fmla="*/ 842318 w 879511"/>
                <a:gd name="connsiteY6" fmla="*/ 393798 h 410225"/>
                <a:gd name="connsiteX7" fmla="*/ 38203 w 879511"/>
                <a:gd name="connsiteY7" fmla="*/ 401902 h 410225"/>
                <a:gd name="connsiteX8" fmla="*/ 132329 w 879511"/>
                <a:gd name="connsiteY8" fmla="*/ 302790 h 410225"/>
                <a:gd name="connsiteX9" fmla="*/ 271335 w 879511"/>
                <a:gd name="connsiteY9" fmla="*/ 167524 h 410225"/>
                <a:gd name="connsiteX10" fmla="*/ 313722 w 879511"/>
                <a:gd name="connsiteY10" fmla="*/ 121396 h 410225"/>
                <a:gd name="connsiteX0" fmla="*/ 215961 w 773096"/>
                <a:gd name="connsiteY0" fmla="*/ 121396 h 413673"/>
                <a:gd name="connsiteX1" fmla="*/ 275179 w 773096"/>
                <a:gd name="connsiteY1" fmla="*/ 65295 h 413673"/>
                <a:gd name="connsiteX2" fmla="*/ 307593 w 773096"/>
                <a:gd name="connsiteY2" fmla="*/ 26025 h 413673"/>
                <a:gd name="connsiteX3" fmla="*/ 351850 w 773096"/>
                <a:gd name="connsiteY3" fmla="*/ 6077 h 413673"/>
                <a:gd name="connsiteX4" fmla="*/ 544464 w 773096"/>
                <a:gd name="connsiteY4" fmla="*/ 200561 h 413673"/>
                <a:gd name="connsiteX5" fmla="*/ 651056 w 773096"/>
                <a:gd name="connsiteY5" fmla="*/ 305906 h 413673"/>
                <a:gd name="connsiteX6" fmla="*/ 744557 w 773096"/>
                <a:gd name="connsiteY6" fmla="*/ 393798 h 413673"/>
                <a:gd name="connsiteX7" fmla="*/ 70104 w 773096"/>
                <a:gd name="connsiteY7" fmla="*/ 406499 h 413673"/>
                <a:gd name="connsiteX8" fmla="*/ 34568 w 773096"/>
                <a:gd name="connsiteY8" fmla="*/ 302790 h 413673"/>
                <a:gd name="connsiteX9" fmla="*/ 173574 w 773096"/>
                <a:gd name="connsiteY9" fmla="*/ 167524 h 413673"/>
                <a:gd name="connsiteX10" fmla="*/ 215961 w 773096"/>
                <a:gd name="connsiteY10" fmla="*/ 121396 h 413673"/>
                <a:gd name="connsiteX0" fmla="*/ 212088 w 722355"/>
                <a:gd name="connsiteY0" fmla="*/ 121396 h 416698"/>
                <a:gd name="connsiteX1" fmla="*/ 271306 w 722355"/>
                <a:gd name="connsiteY1" fmla="*/ 65295 h 416698"/>
                <a:gd name="connsiteX2" fmla="*/ 303720 w 722355"/>
                <a:gd name="connsiteY2" fmla="*/ 26025 h 416698"/>
                <a:gd name="connsiteX3" fmla="*/ 347977 w 722355"/>
                <a:gd name="connsiteY3" fmla="*/ 6077 h 416698"/>
                <a:gd name="connsiteX4" fmla="*/ 540591 w 722355"/>
                <a:gd name="connsiteY4" fmla="*/ 200561 h 416698"/>
                <a:gd name="connsiteX5" fmla="*/ 647183 w 722355"/>
                <a:gd name="connsiteY5" fmla="*/ 305906 h 416698"/>
                <a:gd name="connsiteX6" fmla="*/ 682884 w 722355"/>
                <a:gd name="connsiteY6" fmla="*/ 401460 h 416698"/>
                <a:gd name="connsiteX7" fmla="*/ 66231 w 722355"/>
                <a:gd name="connsiteY7" fmla="*/ 406499 h 416698"/>
                <a:gd name="connsiteX8" fmla="*/ 30695 w 722355"/>
                <a:gd name="connsiteY8" fmla="*/ 302790 h 416698"/>
                <a:gd name="connsiteX9" fmla="*/ 169701 w 722355"/>
                <a:gd name="connsiteY9" fmla="*/ 167524 h 416698"/>
                <a:gd name="connsiteX10" fmla="*/ 212088 w 722355"/>
                <a:gd name="connsiteY10" fmla="*/ 121396 h 416698"/>
                <a:gd name="connsiteX0" fmla="*/ 212088 w 707270"/>
                <a:gd name="connsiteY0" fmla="*/ 121396 h 413558"/>
                <a:gd name="connsiteX1" fmla="*/ 271306 w 707270"/>
                <a:gd name="connsiteY1" fmla="*/ 65295 h 413558"/>
                <a:gd name="connsiteX2" fmla="*/ 303720 w 707270"/>
                <a:gd name="connsiteY2" fmla="*/ 26025 h 413558"/>
                <a:gd name="connsiteX3" fmla="*/ 347977 w 707270"/>
                <a:gd name="connsiteY3" fmla="*/ 6077 h 413558"/>
                <a:gd name="connsiteX4" fmla="*/ 540591 w 707270"/>
                <a:gd name="connsiteY4" fmla="*/ 200561 h 413558"/>
                <a:gd name="connsiteX5" fmla="*/ 647183 w 707270"/>
                <a:gd name="connsiteY5" fmla="*/ 305906 h 413558"/>
                <a:gd name="connsiteX6" fmla="*/ 682884 w 707270"/>
                <a:gd name="connsiteY6" fmla="*/ 401460 h 413558"/>
                <a:gd name="connsiteX7" fmla="*/ 66231 w 707270"/>
                <a:gd name="connsiteY7" fmla="*/ 406499 h 413558"/>
                <a:gd name="connsiteX8" fmla="*/ 30695 w 707270"/>
                <a:gd name="connsiteY8" fmla="*/ 302790 h 413558"/>
                <a:gd name="connsiteX9" fmla="*/ 169701 w 707270"/>
                <a:gd name="connsiteY9" fmla="*/ 167524 h 413558"/>
                <a:gd name="connsiteX10" fmla="*/ 212088 w 707270"/>
                <a:gd name="connsiteY10" fmla="*/ 121396 h 413558"/>
                <a:gd name="connsiteX0" fmla="*/ 213334 w 708516"/>
                <a:gd name="connsiteY0" fmla="*/ 121396 h 406601"/>
                <a:gd name="connsiteX1" fmla="*/ 272552 w 708516"/>
                <a:gd name="connsiteY1" fmla="*/ 65295 h 406601"/>
                <a:gd name="connsiteX2" fmla="*/ 304966 w 708516"/>
                <a:gd name="connsiteY2" fmla="*/ 26025 h 406601"/>
                <a:gd name="connsiteX3" fmla="*/ 349223 w 708516"/>
                <a:gd name="connsiteY3" fmla="*/ 6077 h 406601"/>
                <a:gd name="connsiteX4" fmla="*/ 541837 w 708516"/>
                <a:gd name="connsiteY4" fmla="*/ 200561 h 406601"/>
                <a:gd name="connsiteX5" fmla="*/ 648429 w 708516"/>
                <a:gd name="connsiteY5" fmla="*/ 305906 h 406601"/>
                <a:gd name="connsiteX6" fmla="*/ 684130 w 708516"/>
                <a:gd name="connsiteY6" fmla="*/ 401460 h 406601"/>
                <a:gd name="connsiteX7" fmla="*/ 67477 w 708516"/>
                <a:gd name="connsiteY7" fmla="*/ 406499 h 406601"/>
                <a:gd name="connsiteX8" fmla="*/ 31941 w 708516"/>
                <a:gd name="connsiteY8" fmla="*/ 302790 h 406601"/>
                <a:gd name="connsiteX9" fmla="*/ 170947 w 708516"/>
                <a:gd name="connsiteY9" fmla="*/ 167524 h 406601"/>
                <a:gd name="connsiteX10" fmla="*/ 213334 w 708516"/>
                <a:gd name="connsiteY10" fmla="*/ 121396 h 406601"/>
                <a:gd name="connsiteX0" fmla="*/ 213662 w 708844"/>
                <a:gd name="connsiteY0" fmla="*/ 121396 h 411798"/>
                <a:gd name="connsiteX1" fmla="*/ 272880 w 708844"/>
                <a:gd name="connsiteY1" fmla="*/ 65295 h 411798"/>
                <a:gd name="connsiteX2" fmla="*/ 305294 w 708844"/>
                <a:gd name="connsiteY2" fmla="*/ 26025 h 411798"/>
                <a:gd name="connsiteX3" fmla="*/ 349551 w 708844"/>
                <a:gd name="connsiteY3" fmla="*/ 6077 h 411798"/>
                <a:gd name="connsiteX4" fmla="*/ 542165 w 708844"/>
                <a:gd name="connsiteY4" fmla="*/ 200561 h 411798"/>
                <a:gd name="connsiteX5" fmla="*/ 648757 w 708844"/>
                <a:gd name="connsiteY5" fmla="*/ 305906 h 411798"/>
                <a:gd name="connsiteX6" fmla="*/ 684458 w 708844"/>
                <a:gd name="connsiteY6" fmla="*/ 401460 h 411798"/>
                <a:gd name="connsiteX7" fmla="*/ 67805 w 708844"/>
                <a:gd name="connsiteY7" fmla="*/ 406499 h 411798"/>
                <a:gd name="connsiteX8" fmla="*/ 29263 w 708844"/>
                <a:gd name="connsiteY8" fmla="*/ 326630 h 411798"/>
                <a:gd name="connsiteX9" fmla="*/ 171275 w 708844"/>
                <a:gd name="connsiteY9" fmla="*/ 167524 h 411798"/>
                <a:gd name="connsiteX10" fmla="*/ 213662 w 708844"/>
                <a:gd name="connsiteY10" fmla="*/ 121396 h 411798"/>
                <a:gd name="connsiteX0" fmla="*/ 214471 w 724849"/>
                <a:gd name="connsiteY0" fmla="*/ 121396 h 408024"/>
                <a:gd name="connsiteX1" fmla="*/ 273689 w 724849"/>
                <a:gd name="connsiteY1" fmla="*/ 65295 h 408024"/>
                <a:gd name="connsiteX2" fmla="*/ 306103 w 724849"/>
                <a:gd name="connsiteY2" fmla="*/ 26025 h 408024"/>
                <a:gd name="connsiteX3" fmla="*/ 350360 w 724849"/>
                <a:gd name="connsiteY3" fmla="*/ 6077 h 408024"/>
                <a:gd name="connsiteX4" fmla="*/ 542974 w 724849"/>
                <a:gd name="connsiteY4" fmla="*/ 200561 h 408024"/>
                <a:gd name="connsiteX5" fmla="*/ 649566 w 724849"/>
                <a:gd name="connsiteY5" fmla="*/ 305906 h 408024"/>
                <a:gd name="connsiteX6" fmla="*/ 685267 w 724849"/>
                <a:gd name="connsiteY6" fmla="*/ 401460 h 408024"/>
                <a:gd name="connsiteX7" fmla="*/ 67112 w 724849"/>
                <a:gd name="connsiteY7" fmla="*/ 391599 h 408024"/>
                <a:gd name="connsiteX8" fmla="*/ 30072 w 724849"/>
                <a:gd name="connsiteY8" fmla="*/ 326630 h 408024"/>
                <a:gd name="connsiteX9" fmla="*/ 172084 w 724849"/>
                <a:gd name="connsiteY9" fmla="*/ 167524 h 408024"/>
                <a:gd name="connsiteX10" fmla="*/ 214471 w 724849"/>
                <a:gd name="connsiteY10" fmla="*/ 121396 h 408024"/>
                <a:gd name="connsiteX0" fmla="*/ 211535 w 721913"/>
                <a:gd name="connsiteY0" fmla="*/ 121396 h 406258"/>
                <a:gd name="connsiteX1" fmla="*/ 270753 w 721913"/>
                <a:gd name="connsiteY1" fmla="*/ 65295 h 406258"/>
                <a:gd name="connsiteX2" fmla="*/ 303167 w 721913"/>
                <a:gd name="connsiteY2" fmla="*/ 26025 h 406258"/>
                <a:gd name="connsiteX3" fmla="*/ 347424 w 721913"/>
                <a:gd name="connsiteY3" fmla="*/ 6077 h 406258"/>
                <a:gd name="connsiteX4" fmla="*/ 540038 w 721913"/>
                <a:gd name="connsiteY4" fmla="*/ 200561 h 406258"/>
                <a:gd name="connsiteX5" fmla="*/ 646630 w 721913"/>
                <a:gd name="connsiteY5" fmla="*/ 305906 h 406258"/>
                <a:gd name="connsiteX6" fmla="*/ 682331 w 721913"/>
                <a:gd name="connsiteY6" fmla="*/ 401460 h 406258"/>
                <a:gd name="connsiteX7" fmla="*/ 64176 w 721913"/>
                <a:gd name="connsiteY7" fmla="*/ 391599 h 406258"/>
                <a:gd name="connsiteX8" fmla="*/ 27136 w 721913"/>
                <a:gd name="connsiteY8" fmla="*/ 326630 h 406258"/>
                <a:gd name="connsiteX9" fmla="*/ 169148 w 721913"/>
                <a:gd name="connsiteY9" fmla="*/ 167524 h 406258"/>
                <a:gd name="connsiteX10" fmla="*/ 211535 w 721913"/>
                <a:gd name="connsiteY10" fmla="*/ 121396 h 406258"/>
                <a:gd name="connsiteX0" fmla="*/ 211535 w 722361"/>
                <a:gd name="connsiteY0" fmla="*/ 121396 h 401460"/>
                <a:gd name="connsiteX1" fmla="*/ 270753 w 722361"/>
                <a:gd name="connsiteY1" fmla="*/ 65295 h 401460"/>
                <a:gd name="connsiteX2" fmla="*/ 303167 w 722361"/>
                <a:gd name="connsiteY2" fmla="*/ 26025 h 401460"/>
                <a:gd name="connsiteX3" fmla="*/ 347424 w 722361"/>
                <a:gd name="connsiteY3" fmla="*/ 6077 h 401460"/>
                <a:gd name="connsiteX4" fmla="*/ 540038 w 722361"/>
                <a:gd name="connsiteY4" fmla="*/ 200561 h 401460"/>
                <a:gd name="connsiteX5" fmla="*/ 646630 w 722361"/>
                <a:gd name="connsiteY5" fmla="*/ 305906 h 401460"/>
                <a:gd name="connsiteX6" fmla="*/ 682331 w 722361"/>
                <a:gd name="connsiteY6" fmla="*/ 401460 h 401460"/>
                <a:gd name="connsiteX7" fmla="*/ 64176 w 722361"/>
                <a:gd name="connsiteY7" fmla="*/ 391599 h 401460"/>
                <a:gd name="connsiteX8" fmla="*/ 27136 w 722361"/>
                <a:gd name="connsiteY8" fmla="*/ 326630 h 401460"/>
                <a:gd name="connsiteX9" fmla="*/ 169148 w 722361"/>
                <a:gd name="connsiteY9" fmla="*/ 167524 h 401460"/>
                <a:gd name="connsiteX10" fmla="*/ 211535 w 722361"/>
                <a:gd name="connsiteY10" fmla="*/ 121396 h 401460"/>
                <a:gd name="connsiteX0" fmla="*/ 212327 w 722815"/>
                <a:gd name="connsiteY0" fmla="*/ 121396 h 407600"/>
                <a:gd name="connsiteX1" fmla="*/ 271545 w 722815"/>
                <a:gd name="connsiteY1" fmla="*/ 65295 h 407600"/>
                <a:gd name="connsiteX2" fmla="*/ 303959 w 722815"/>
                <a:gd name="connsiteY2" fmla="*/ 26025 h 407600"/>
                <a:gd name="connsiteX3" fmla="*/ 348216 w 722815"/>
                <a:gd name="connsiteY3" fmla="*/ 6077 h 407600"/>
                <a:gd name="connsiteX4" fmla="*/ 540830 w 722815"/>
                <a:gd name="connsiteY4" fmla="*/ 200561 h 407600"/>
                <a:gd name="connsiteX5" fmla="*/ 647422 w 722815"/>
                <a:gd name="connsiteY5" fmla="*/ 305906 h 407600"/>
                <a:gd name="connsiteX6" fmla="*/ 683123 w 722815"/>
                <a:gd name="connsiteY6" fmla="*/ 401460 h 407600"/>
                <a:gd name="connsiteX7" fmla="*/ 63466 w 722815"/>
                <a:gd name="connsiteY7" fmla="*/ 397558 h 407600"/>
                <a:gd name="connsiteX8" fmla="*/ 27928 w 722815"/>
                <a:gd name="connsiteY8" fmla="*/ 326630 h 407600"/>
                <a:gd name="connsiteX9" fmla="*/ 169940 w 722815"/>
                <a:gd name="connsiteY9" fmla="*/ 167524 h 407600"/>
                <a:gd name="connsiteX10" fmla="*/ 212327 w 722815"/>
                <a:gd name="connsiteY10" fmla="*/ 121396 h 407600"/>
                <a:gd name="connsiteX0" fmla="*/ 215192 w 724454"/>
                <a:gd name="connsiteY0" fmla="*/ 121396 h 405756"/>
                <a:gd name="connsiteX1" fmla="*/ 274410 w 724454"/>
                <a:gd name="connsiteY1" fmla="*/ 65295 h 405756"/>
                <a:gd name="connsiteX2" fmla="*/ 306824 w 724454"/>
                <a:gd name="connsiteY2" fmla="*/ 26025 h 405756"/>
                <a:gd name="connsiteX3" fmla="*/ 351081 w 724454"/>
                <a:gd name="connsiteY3" fmla="*/ 6077 h 405756"/>
                <a:gd name="connsiteX4" fmla="*/ 543695 w 724454"/>
                <a:gd name="connsiteY4" fmla="*/ 200561 h 405756"/>
                <a:gd name="connsiteX5" fmla="*/ 650287 w 724454"/>
                <a:gd name="connsiteY5" fmla="*/ 305906 h 405756"/>
                <a:gd name="connsiteX6" fmla="*/ 684485 w 724454"/>
                <a:gd name="connsiteY6" fmla="*/ 394010 h 405756"/>
                <a:gd name="connsiteX7" fmla="*/ 66331 w 724454"/>
                <a:gd name="connsiteY7" fmla="*/ 397558 h 405756"/>
                <a:gd name="connsiteX8" fmla="*/ 30793 w 724454"/>
                <a:gd name="connsiteY8" fmla="*/ 326630 h 405756"/>
                <a:gd name="connsiteX9" fmla="*/ 172805 w 724454"/>
                <a:gd name="connsiteY9" fmla="*/ 167524 h 405756"/>
                <a:gd name="connsiteX10" fmla="*/ 215192 w 724454"/>
                <a:gd name="connsiteY10" fmla="*/ 121396 h 405756"/>
                <a:gd name="connsiteX0" fmla="*/ 215192 w 719153"/>
                <a:gd name="connsiteY0" fmla="*/ 121396 h 405912"/>
                <a:gd name="connsiteX1" fmla="*/ 274410 w 719153"/>
                <a:gd name="connsiteY1" fmla="*/ 65295 h 405912"/>
                <a:gd name="connsiteX2" fmla="*/ 306824 w 719153"/>
                <a:gd name="connsiteY2" fmla="*/ 26025 h 405912"/>
                <a:gd name="connsiteX3" fmla="*/ 351081 w 719153"/>
                <a:gd name="connsiteY3" fmla="*/ 6077 h 405912"/>
                <a:gd name="connsiteX4" fmla="*/ 543695 w 719153"/>
                <a:gd name="connsiteY4" fmla="*/ 200561 h 405912"/>
                <a:gd name="connsiteX5" fmla="*/ 650287 w 719153"/>
                <a:gd name="connsiteY5" fmla="*/ 305906 h 405912"/>
                <a:gd name="connsiteX6" fmla="*/ 684485 w 719153"/>
                <a:gd name="connsiteY6" fmla="*/ 394010 h 405912"/>
                <a:gd name="connsiteX7" fmla="*/ 66331 w 719153"/>
                <a:gd name="connsiteY7" fmla="*/ 397558 h 405912"/>
                <a:gd name="connsiteX8" fmla="*/ 30793 w 719153"/>
                <a:gd name="connsiteY8" fmla="*/ 326630 h 405912"/>
                <a:gd name="connsiteX9" fmla="*/ 172805 w 719153"/>
                <a:gd name="connsiteY9" fmla="*/ 167524 h 405912"/>
                <a:gd name="connsiteX10" fmla="*/ 215192 w 719153"/>
                <a:gd name="connsiteY10" fmla="*/ 121396 h 405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19153" h="405912">
                  <a:moveTo>
                    <a:pt x="215192" y="121396"/>
                  </a:moveTo>
                  <a:cubicBezTo>
                    <a:pt x="244489" y="100203"/>
                    <a:pt x="245112" y="87112"/>
                    <a:pt x="274410" y="65295"/>
                  </a:cubicBezTo>
                  <a:cubicBezTo>
                    <a:pt x="284384" y="58439"/>
                    <a:pt x="294357" y="40985"/>
                    <a:pt x="306824" y="26025"/>
                  </a:cubicBezTo>
                  <a:cubicBezTo>
                    <a:pt x="323655" y="6077"/>
                    <a:pt x="333628" y="-8883"/>
                    <a:pt x="351081" y="6077"/>
                  </a:cubicBezTo>
                  <a:cubicBezTo>
                    <a:pt x="417779" y="60309"/>
                    <a:pt x="476374" y="132617"/>
                    <a:pt x="543695" y="200561"/>
                  </a:cubicBezTo>
                  <a:cubicBezTo>
                    <a:pt x="577979" y="234845"/>
                    <a:pt x="626822" y="273665"/>
                    <a:pt x="650287" y="305906"/>
                  </a:cubicBezTo>
                  <a:cubicBezTo>
                    <a:pt x="673752" y="338147"/>
                    <a:pt x="769786" y="380225"/>
                    <a:pt x="684485" y="394010"/>
                  </a:cubicBezTo>
                  <a:cubicBezTo>
                    <a:pt x="587229" y="409727"/>
                    <a:pt x="175280" y="408788"/>
                    <a:pt x="66331" y="397558"/>
                  </a:cubicBezTo>
                  <a:cubicBezTo>
                    <a:pt x="-42618" y="386328"/>
                    <a:pt x="10846" y="347823"/>
                    <a:pt x="30793" y="326630"/>
                  </a:cubicBezTo>
                  <a:cubicBezTo>
                    <a:pt x="75050" y="278632"/>
                    <a:pt x="117951" y="222378"/>
                    <a:pt x="172805" y="167524"/>
                  </a:cubicBezTo>
                  <a:lnTo>
                    <a:pt x="215192" y="121396"/>
                  </a:lnTo>
                  <a:close/>
                </a:path>
              </a:pathLst>
            </a:custGeom>
            <a:solidFill>
              <a:srgbClr val="C4C4CD"/>
            </a:solidFill>
            <a:ln w="6231" cap="flat">
              <a:noFill/>
              <a:prstDash val="solid"/>
              <a:miter/>
            </a:ln>
          </p:spPr>
          <p:txBody>
            <a:bodyPr wrap="none" rtlCol="0" anchor="ctr"/>
            <a:lstStyle/>
            <a:p>
              <a:pPr algn="ctr"/>
              <a:endParaRPr lang="en-US" sz="3200">
                <a:solidFill>
                  <a:schemeClr val="tx2"/>
                </a:solidFill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</p:grpSp>
      <p:grpSp>
        <p:nvGrpSpPr>
          <p:cNvPr id="27" name="Group 26">
            <a:extLst>
              <a:ext uri="{FF2B5EF4-FFF2-40B4-BE49-F238E27FC236}">
                <a16:creationId xmlns:a16="http://schemas.microsoft.com/office/drawing/2014/main" id="{1EFE362C-1AE1-88DF-7BDA-0A955D2ED422}"/>
              </a:ext>
            </a:extLst>
          </p:cNvPr>
          <p:cNvGrpSpPr/>
          <p:nvPr userDrawn="1"/>
        </p:nvGrpSpPr>
        <p:grpSpPr>
          <a:xfrm flipH="1">
            <a:off x="10992567" y="6512572"/>
            <a:ext cx="207854" cy="194072"/>
            <a:chOff x="10671148" y="6546850"/>
            <a:chExt cx="284862" cy="265974"/>
          </a:xfrm>
        </p:grpSpPr>
        <p:sp>
          <p:nvSpPr>
            <p:cNvPr id="29" name="Oval 28">
              <a:hlinkClick r:id="" action="ppaction://hlinkshowjump?jump=previousslide"/>
              <a:extLst>
                <a:ext uri="{FF2B5EF4-FFF2-40B4-BE49-F238E27FC236}">
                  <a16:creationId xmlns:a16="http://schemas.microsoft.com/office/drawing/2014/main" id="{8D290EC5-87DC-5CE0-1F8A-568DA2A8F615}"/>
                </a:ext>
              </a:extLst>
            </p:cNvPr>
            <p:cNvSpPr/>
            <p:nvPr userDrawn="1"/>
          </p:nvSpPr>
          <p:spPr>
            <a:xfrm>
              <a:off x="10671148" y="6546850"/>
              <a:ext cx="284862" cy="265974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 algn="l"/>
              <a:endParaRPr lang="en-US" sz="1200">
                <a:solidFill>
                  <a:schemeClr val="tx1"/>
                </a:solidFill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0" name="Freeform 6">
              <a:hlinkClick r:id="" action="ppaction://hlinkshowjump?jump=previousslide"/>
              <a:extLst>
                <a:ext uri="{FF2B5EF4-FFF2-40B4-BE49-F238E27FC236}">
                  <a16:creationId xmlns:a16="http://schemas.microsoft.com/office/drawing/2014/main" id="{570D6E1A-981C-3506-C0D9-B0337F62496B}"/>
                </a:ext>
              </a:extLst>
            </p:cNvPr>
            <p:cNvSpPr/>
            <p:nvPr userDrawn="1"/>
          </p:nvSpPr>
          <p:spPr>
            <a:xfrm rot="16200000" flipH="1" flipV="1">
              <a:off x="10737300" y="6628307"/>
              <a:ext cx="200250" cy="107186"/>
            </a:xfrm>
            <a:custGeom>
              <a:avLst/>
              <a:gdLst>
                <a:gd name="connsiteX0" fmla="*/ 279098 w 813775"/>
                <a:gd name="connsiteY0" fmla="*/ 121396 h 816885"/>
                <a:gd name="connsiteX1" fmla="*/ 338316 w 813775"/>
                <a:gd name="connsiteY1" fmla="*/ 65295 h 816885"/>
                <a:gd name="connsiteX2" fmla="*/ 370730 w 813775"/>
                <a:gd name="connsiteY2" fmla="*/ 26025 h 816885"/>
                <a:gd name="connsiteX3" fmla="*/ 414987 w 813775"/>
                <a:gd name="connsiteY3" fmla="*/ 6077 h 816885"/>
                <a:gd name="connsiteX4" fmla="*/ 607601 w 813775"/>
                <a:gd name="connsiteY4" fmla="*/ 200561 h 816885"/>
                <a:gd name="connsiteX5" fmla="*/ 714193 w 813775"/>
                <a:gd name="connsiteY5" fmla="*/ 305906 h 816885"/>
                <a:gd name="connsiteX6" fmla="*/ 807694 w 813775"/>
                <a:gd name="connsiteY6" fmla="*/ 393798 h 816885"/>
                <a:gd name="connsiteX7" fmla="*/ 754710 w 813775"/>
                <a:gd name="connsiteY7" fmla="*/ 488546 h 816885"/>
                <a:gd name="connsiteX8" fmla="*/ 654975 w 813775"/>
                <a:gd name="connsiteY8" fmla="*/ 587658 h 816885"/>
                <a:gd name="connsiteX9" fmla="*/ 566460 w 813775"/>
                <a:gd name="connsiteY9" fmla="*/ 677420 h 816885"/>
                <a:gd name="connsiteX10" fmla="*/ 504126 w 813775"/>
                <a:gd name="connsiteY10" fmla="*/ 739755 h 816885"/>
                <a:gd name="connsiteX11" fmla="*/ 424337 w 813775"/>
                <a:gd name="connsiteY11" fmla="*/ 813933 h 816885"/>
                <a:gd name="connsiteX12" fmla="*/ 379457 w 813775"/>
                <a:gd name="connsiteY12" fmla="*/ 798349 h 816885"/>
                <a:gd name="connsiteX13" fmla="*/ 348290 w 813775"/>
                <a:gd name="connsiteY13" fmla="*/ 768428 h 816885"/>
                <a:gd name="connsiteX14" fmla="*/ 312135 w 813775"/>
                <a:gd name="connsiteY14" fmla="*/ 740378 h 816885"/>
                <a:gd name="connsiteX15" fmla="*/ 90848 w 813775"/>
                <a:gd name="connsiteY15" fmla="*/ 509740 h 816885"/>
                <a:gd name="connsiteX16" fmla="*/ 35994 w 813775"/>
                <a:gd name="connsiteY16" fmla="*/ 451769 h 816885"/>
                <a:gd name="connsiteX17" fmla="*/ 3579 w 813775"/>
                <a:gd name="connsiteY17" fmla="*/ 401902 h 816885"/>
                <a:gd name="connsiteX18" fmla="*/ 97705 w 813775"/>
                <a:gd name="connsiteY18" fmla="*/ 302790 h 816885"/>
                <a:gd name="connsiteX19" fmla="*/ 236711 w 813775"/>
                <a:gd name="connsiteY19" fmla="*/ 167524 h 816885"/>
                <a:gd name="connsiteX20" fmla="*/ 279098 w 813775"/>
                <a:gd name="connsiteY20" fmla="*/ 121396 h 816885"/>
                <a:gd name="connsiteX0" fmla="*/ 279098 w 813775"/>
                <a:gd name="connsiteY0" fmla="*/ 121396 h 816886"/>
                <a:gd name="connsiteX1" fmla="*/ 338316 w 813775"/>
                <a:gd name="connsiteY1" fmla="*/ 65295 h 816886"/>
                <a:gd name="connsiteX2" fmla="*/ 370730 w 813775"/>
                <a:gd name="connsiteY2" fmla="*/ 26025 h 816886"/>
                <a:gd name="connsiteX3" fmla="*/ 414987 w 813775"/>
                <a:gd name="connsiteY3" fmla="*/ 6077 h 816886"/>
                <a:gd name="connsiteX4" fmla="*/ 607601 w 813775"/>
                <a:gd name="connsiteY4" fmla="*/ 200561 h 816886"/>
                <a:gd name="connsiteX5" fmla="*/ 714193 w 813775"/>
                <a:gd name="connsiteY5" fmla="*/ 305906 h 816886"/>
                <a:gd name="connsiteX6" fmla="*/ 807694 w 813775"/>
                <a:gd name="connsiteY6" fmla="*/ 393798 h 816886"/>
                <a:gd name="connsiteX7" fmla="*/ 754710 w 813775"/>
                <a:gd name="connsiteY7" fmla="*/ 488546 h 816886"/>
                <a:gd name="connsiteX8" fmla="*/ 654975 w 813775"/>
                <a:gd name="connsiteY8" fmla="*/ 587658 h 816886"/>
                <a:gd name="connsiteX9" fmla="*/ 566460 w 813775"/>
                <a:gd name="connsiteY9" fmla="*/ 677420 h 816886"/>
                <a:gd name="connsiteX10" fmla="*/ 504126 w 813775"/>
                <a:gd name="connsiteY10" fmla="*/ 739755 h 816886"/>
                <a:gd name="connsiteX11" fmla="*/ 424337 w 813775"/>
                <a:gd name="connsiteY11" fmla="*/ 813933 h 816886"/>
                <a:gd name="connsiteX12" fmla="*/ 379457 w 813775"/>
                <a:gd name="connsiteY12" fmla="*/ 798349 h 816886"/>
                <a:gd name="connsiteX13" fmla="*/ 348290 w 813775"/>
                <a:gd name="connsiteY13" fmla="*/ 768428 h 816886"/>
                <a:gd name="connsiteX14" fmla="*/ 310573 w 813775"/>
                <a:gd name="connsiteY14" fmla="*/ 740378 h 816886"/>
                <a:gd name="connsiteX15" fmla="*/ 90848 w 813775"/>
                <a:gd name="connsiteY15" fmla="*/ 509740 h 816886"/>
                <a:gd name="connsiteX16" fmla="*/ 35994 w 813775"/>
                <a:gd name="connsiteY16" fmla="*/ 451769 h 816886"/>
                <a:gd name="connsiteX17" fmla="*/ 3579 w 813775"/>
                <a:gd name="connsiteY17" fmla="*/ 401902 h 816886"/>
                <a:gd name="connsiteX18" fmla="*/ 97705 w 813775"/>
                <a:gd name="connsiteY18" fmla="*/ 302790 h 816886"/>
                <a:gd name="connsiteX19" fmla="*/ 236711 w 813775"/>
                <a:gd name="connsiteY19" fmla="*/ 167524 h 816886"/>
                <a:gd name="connsiteX20" fmla="*/ 279098 w 813775"/>
                <a:gd name="connsiteY20" fmla="*/ 121396 h 816886"/>
                <a:gd name="connsiteX0" fmla="*/ 279098 w 813775"/>
                <a:gd name="connsiteY0" fmla="*/ 121396 h 816886"/>
                <a:gd name="connsiteX1" fmla="*/ 338316 w 813775"/>
                <a:gd name="connsiteY1" fmla="*/ 65295 h 816886"/>
                <a:gd name="connsiteX2" fmla="*/ 370730 w 813775"/>
                <a:gd name="connsiteY2" fmla="*/ 26025 h 816886"/>
                <a:gd name="connsiteX3" fmla="*/ 414987 w 813775"/>
                <a:gd name="connsiteY3" fmla="*/ 6077 h 816886"/>
                <a:gd name="connsiteX4" fmla="*/ 607601 w 813775"/>
                <a:gd name="connsiteY4" fmla="*/ 200561 h 816886"/>
                <a:gd name="connsiteX5" fmla="*/ 714193 w 813775"/>
                <a:gd name="connsiteY5" fmla="*/ 305906 h 816886"/>
                <a:gd name="connsiteX6" fmla="*/ 807694 w 813775"/>
                <a:gd name="connsiteY6" fmla="*/ 393798 h 816886"/>
                <a:gd name="connsiteX7" fmla="*/ 754710 w 813775"/>
                <a:gd name="connsiteY7" fmla="*/ 488546 h 816886"/>
                <a:gd name="connsiteX8" fmla="*/ 654975 w 813775"/>
                <a:gd name="connsiteY8" fmla="*/ 587658 h 816886"/>
                <a:gd name="connsiteX9" fmla="*/ 566460 w 813775"/>
                <a:gd name="connsiteY9" fmla="*/ 677420 h 816886"/>
                <a:gd name="connsiteX10" fmla="*/ 504126 w 813775"/>
                <a:gd name="connsiteY10" fmla="*/ 739755 h 816886"/>
                <a:gd name="connsiteX11" fmla="*/ 424337 w 813775"/>
                <a:gd name="connsiteY11" fmla="*/ 813933 h 816886"/>
                <a:gd name="connsiteX12" fmla="*/ 379457 w 813775"/>
                <a:gd name="connsiteY12" fmla="*/ 798349 h 816886"/>
                <a:gd name="connsiteX13" fmla="*/ 348290 w 813775"/>
                <a:gd name="connsiteY13" fmla="*/ 768428 h 816886"/>
                <a:gd name="connsiteX14" fmla="*/ 90848 w 813775"/>
                <a:gd name="connsiteY14" fmla="*/ 509740 h 816886"/>
                <a:gd name="connsiteX15" fmla="*/ 35994 w 813775"/>
                <a:gd name="connsiteY15" fmla="*/ 451769 h 816886"/>
                <a:gd name="connsiteX16" fmla="*/ 3579 w 813775"/>
                <a:gd name="connsiteY16" fmla="*/ 401902 h 816886"/>
                <a:gd name="connsiteX17" fmla="*/ 97705 w 813775"/>
                <a:gd name="connsiteY17" fmla="*/ 302790 h 816886"/>
                <a:gd name="connsiteX18" fmla="*/ 236711 w 813775"/>
                <a:gd name="connsiteY18" fmla="*/ 167524 h 816886"/>
                <a:gd name="connsiteX19" fmla="*/ 279098 w 813775"/>
                <a:gd name="connsiteY19" fmla="*/ 121396 h 816886"/>
                <a:gd name="connsiteX0" fmla="*/ 279098 w 813775"/>
                <a:gd name="connsiteY0" fmla="*/ 121396 h 816886"/>
                <a:gd name="connsiteX1" fmla="*/ 338316 w 813775"/>
                <a:gd name="connsiteY1" fmla="*/ 65295 h 816886"/>
                <a:gd name="connsiteX2" fmla="*/ 370730 w 813775"/>
                <a:gd name="connsiteY2" fmla="*/ 26025 h 816886"/>
                <a:gd name="connsiteX3" fmla="*/ 414987 w 813775"/>
                <a:gd name="connsiteY3" fmla="*/ 6077 h 816886"/>
                <a:gd name="connsiteX4" fmla="*/ 607601 w 813775"/>
                <a:gd name="connsiteY4" fmla="*/ 200561 h 816886"/>
                <a:gd name="connsiteX5" fmla="*/ 714193 w 813775"/>
                <a:gd name="connsiteY5" fmla="*/ 305906 h 816886"/>
                <a:gd name="connsiteX6" fmla="*/ 807694 w 813775"/>
                <a:gd name="connsiteY6" fmla="*/ 393798 h 816886"/>
                <a:gd name="connsiteX7" fmla="*/ 754710 w 813775"/>
                <a:gd name="connsiteY7" fmla="*/ 488546 h 816886"/>
                <a:gd name="connsiteX8" fmla="*/ 654975 w 813775"/>
                <a:gd name="connsiteY8" fmla="*/ 587658 h 816886"/>
                <a:gd name="connsiteX9" fmla="*/ 566460 w 813775"/>
                <a:gd name="connsiteY9" fmla="*/ 677420 h 816886"/>
                <a:gd name="connsiteX10" fmla="*/ 504126 w 813775"/>
                <a:gd name="connsiteY10" fmla="*/ 739755 h 816886"/>
                <a:gd name="connsiteX11" fmla="*/ 424337 w 813775"/>
                <a:gd name="connsiteY11" fmla="*/ 813933 h 816886"/>
                <a:gd name="connsiteX12" fmla="*/ 379457 w 813775"/>
                <a:gd name="connsiteY12" fmla="*/ 798349 h 816886"/>
                <a:gd name="connsiteX13" fmla="*/ 90848 w 813775"/>
                <a:gd name="connsiteY13" fmla="*/ 509740 h 816886"/>
                <a:gd name="connsiteX14" fmla="*/ 35994 w 813775"/>
                <a:gd name="connsiteY14" fmla="*/ 451769 h 816886"/>
                <a:gd name="connsiteX15" fmla="*/ 3579 w 813775"/>
                <a:gd name="connsiteY15" fmla="*/ 401902 h 816886"/>
                <a:gd name="connsiteX16" fmla="*/ 97705 w 813775"/>
                <a:gd name="connsiteY16" fmla="*/ 302790 h 816886"/>
                <a:gd name="connsiteX17" fmla="*/ 236711 w 813775"/>
                <a:gd name="connsiteY17" fmla="*/ 167524 h 816886"/>
                <a:gd name="connsiteX18" fmla="*/ 279098 w 813775"/>
                <a:gd name="connsiteY18" fmla="*/ 121396 h 816886"/>
                <a:gd name="connsiteX0" fmla="*/ 279098 w 813775"/>
                <a:gd name="connsiteY0" fmla="*/ 121396 h 813933"/>
                <a:gd name="connsiteX1" fmla="*/ 338316 w 813775"/>
                <a:gd name="connsiteY1" fmla="*/ 65295 h 813933"/>
                <a:gd name="connsiteX2" fmla="*/ 370730 w 813775"/>
                <a:gd name="connsiteY2" fmla="*/ 26025 h 813933"/>
                <a:gd name="connsiteX3" fmla="*/ 414987 w 813775"/>
                <a:gd name="connsiteY3" fmla="*/ 6077 h 813933"/>
                <a:gd name="connsiteX4" fmla="*/ 607601 w 813775"/>
                <a:gd name="connsiteY4" fmla="*/ 200561 h 813933"/>
                <a:gd name="connsiteX5" fmla="*/ 714193 w 813775"/>
                <a:gd name="connsiteY5" fmla="*/ 305906 h 813933"/>
                <a:gd name="connsiteX6" fmla="*/ 807694 w 813775"/>
                <a:gd name="connsiteY6" fmla="*/ 393798 h 813933"/>
                <a:gd name="connsiteX7" fmla="*/ 754710 w 813775"/>
                <a:gd name="connsiteY7" fmla="*/ 488546 h 813933"/>
                <a:gd name="connsiteX8" fmla="*/ 654975 w 813775"/>
                <a:gd name="connsiteY8" fmla="*/ 587658 h 813933"/>
                <a:gd name="connsiteX9" fmla="*/ 566460 w 813775"/>
                <a:gd name="connsiteY9" fmla="*/ 677420 h 813933"/>
                <a:gd name="connsiteX10" fmla="*/ 504126 w 813775"/>
                <a:gd name="connsiteY10" fmla="*/ 739755 h 813933"/>
                <a:gd name="connsiteX11" fmla="*/ 424337 w 813775"/>
                <a:gd name="connsiteY11" fmla="*/ 813933 h 813933"/>
                <a:gd name="connsiteX12" fmla="*/ 90848 w 813775"/>
                <a:gd name="connsiteY12" fmla="*/ 509740 h 813933"/>
                <a:gd name="connsiteX13" fmla="*/ 35994 w 813775"/>
                <a:gd name="connsiteY13" fmla="*/ 451769 h 813933"/>
                <a:gd name="connsiteX14" fmla="*/ 3579 w 813775"/>
                <a:gd name="connsiteY14" fmla="*/ 401902 h 813933"/>
                <a:gd name="connsiteX15" fmla="*/ 97705 w 813775"/>
                <a:gd name="connsiteY15" fmla="*/ 302790 h 813933"/>
                <a:gd name="connsiteX16" fmla="*/ 236711 w 813775"/>
                <a:gd name="connsiteY16" fmla="*/ 167524 h 813933"/>
                <a:gd name="connsiteX17" fmla="*/ 279098 w 813775"/>
                <a:gd name="connsiteY17" fmla="*/ 121396 h 813933"/>
                <a:gd name="connsiteX0" fmla="*/ 279098 w 813775"/>
                <a:gd name="connsiteY0" fmla="*/ 121396 h 746231"/>
                <a:gd name="connsiteX1" fmla="*/ 338316 w 813775"/>
                <a:gd name="connsiteY1" fmla="*/ 65295 h 746231"/>
                <a:gd name="connsiteX2" fmla="*/ 370730 w 813775"/>
                <a:gd name="connsiteY2" fmla="*/ 26025 h 746231"/>
                <a:gd name="connsiteX3" fmla="*/ 414987 w 813775"/>
                <a:gd name="connsiteY3" fmla="*/ 6077 h 746231"/>
                <a:gd name="connsiteX4" fmla="*/ 607601 w 813775"/>
                <a:gd name="connsiteY4" fmla="*/ 200561 h 746231"/>
                <a:gd name="connsiteX5" fmla="*/ 714193 w 813775"/>
                <a:gd name="connsiteY5" fmla="*/ 305906 h 746231"/>
                <a:gd name="connsiteX6" fmla="*/ 807694 w 813775"/>
                <a:gd name="connsiteY6" fmla="*/ 393798 h 746231"/>
                <a:gd name="connsiteX7" fmla="*/ 754710 w 813775"/>
                <a:gd name="connsiteY7" fmla="*/ 488546 h 746231"/>
                <a:gd name="connsiteX8" fmla="*/ 654975 w 813775"/>
                <a:gd name="connsiteY8" fmla="*/ 587658 h 746231"/>
                <a:gd name="connsiteX9" fmla="*/ 566460 w 813775"/>
                <a:gd name="connsiteY9" fmla="*/ 677420 h 746231"/>
                <a:gd name="connsiteX10" fmla="*/ 504126 w 813775"/>
                <a:gd name="connsiteY10" fmla="*/ 739755 h 746231"/>
                <a:gd name="connsiteX11" fmla="*/ 90848 w 813775"/>
                <a:gd name="connsiteY11" fmla="*/ 509740 h 746231"/>
                <a:gd name="connsiteX12" fmla="*/ 35994 w 813775"/>
                <a:gd name="connsiteY12" fmla="*/ 451769 h 746231"/>
                <a:gd name="connsiteX13" fmla="*/ 3579 w 813775"/>
                <a:gd name="connsiteY13" fmla="*/ 401902 h 746231"/>
                <a:gd name="connsiteX14" fmla="*/ 97705 w 813775"/>
                <a:gd name="connsiteY14" fmla="*/ 302790 h 746231"/>
                <a:gd name="connsiteX15" fmla="*/ 236711 w 813775"/>
                <a:gd name="connsiteY15" fmla="*/ 167524 h 746231"/>
                <a:gd name="connsiteX16" fmla="*/ 279098 w 813775"/>
                <a:gd name="connsiteY16" fmla="*/ 121396 h 746231"/>
                <a:gd name="connsiteX0" fmla="*/ 279098 w 813775"/>
                <a:gd name="connsiteY0" fmla="*/ 121396 h 677420"/>
                <a:gd name="connsiteX1" fmla="*/ 338316 w 813775"/>
                <a:gd name="connsiteY1" fmla="*/ 65295 h 677420"/>
                <a:gd name="connsiteX2" fmla="*/ 370730 w 813775"/>
                <a:gd name="connsiteY2" fmla="*/ 26025 h 677420"/>
                <a:gd name="connsiteX3" fmla="*/ 414987 w 813775"/>
                <a:gd name="connsiteY3" fmla="*/ 6077 h 677420"/>
                <a:gd name="connsiteX4" fmla="*/ 607601 w 813775"/>
                <a:gd name="connsiteY4" fmla="*/ 200561 h 677420"/>
                <a:gd name="connsiteX5" fmla="*/ 714193 w 813775"/>
                <a:gd name="connsiteY5" fmla="*/ 305906 h 677420"/>
                <a:gd name="connsiteX6" fmla="*/ 807694 w 813775"/>
                <a:gd name="connsiteY6" fmla="*/ 393798 h 677420"/>
                <a:gd name="connsiteX7" fmla="*/ 754710 w 813775"/>
                <a:gd name="connsiteY7" fmla="*/ 488546 h 677420"/>
                <a:gd name="connsiteX8" fmla="*/ 654975 w 813775"/>
                <a:gd name="connsiteY8" fmla="*/ 587658 h 677420"/>
                <a:gd name="connsiteX9" fmla="*/ 566460 w 813775"/>
                <a:gd name="connsiteY9" fmla="*/ 677420 h 677420"/>
                <a:gd name="connsiteX10" fmla="*/ 90848 w 813775"/>
                <a:gd name="connsiteY10" fmla="*/ 509740 h 677420"/>
                <a:gd name="connsiteX11" fmla="*/ 35994 w 813775"/>
                <a:gd name="connsiteY11" fmla="*/ 451769 h 677420"/>
                <a:gd name="connsiteX12" fmla="*/ 3579 w 813775"/>
                <a:gd name="connsiteY12" fmla="*/ 401902 h 677420"/>
                <a:gd name="connsiteX13" fmla="*/ 97705 w 813775"/>
                <a:gd name="connsiteY13" fmla="*/ 302790 h 677420"/>
                <a:gd name="connsiteX14" fmla="*/ 236711 w 813775"/>
                <a:gd name="connsiteY14" fmla="*/ 167524 h 677420"/>
                <a:gd name="connsiteX15" fmla="*/ 279098 w 813775"/>
                <a:gd name="connsiteY15" fmla="*/ 121396 h 677420"/>
                <a:gd name="connsiteX0" fmla="*/ 279098 w 813775"/>
                <a:gd name="connsiteY0" fmla="*/ 121396 h 587810"/>
                <a:gd name="connsiteX1" fmla="*/ 338316 w 813775"/>
                <a:gd name="connsiteY1" fmla="*/ 65295 h 587810"/>
                <a:gd name="connsiteX2" fmla="*/ 370730 w 813775"/>
                <a:gd name="connsiteY2" fmla="*/ 26025 h 587810"/>
                <a:gd name="connsiteX3" fmla="*/ 414987 w 813775"/>
                <a:gd name="connsiteY3" fmla="*/ 6077 h 587810"/>
                <a:gd name="connsiteX4" fmla="*/ 607601 w 813775"/>
                <a:gd name="connsiteY4" fmla="*/ 200561 h 587810"/>
                <a:gd name="connsiteX5" fmla="*/ 714193 w 813775"/>
                <a:gd name="connsiteY5" fmla="*/ 305906 h 587810"/>
                <a:gd name="connsiteX6" fmla="*/ 807694 w 813775"/>
                <a:gd name="connsiteY6" fmla="*/ 393798 h 587810"/>
                <a:gd name="connsiteX7" fmla="*/ 754710 w 813775"/>
                <a:gd name="connsiteY7" fmla="*/ 488546 h 587810"/>
                <a:gd name="connsiteX8" fmla="*/ 654975 w 813775"/>
                <a:gd name="connsiteY8" fmla="*/ 587658 h 587810"/>
                <a:gd name="connsiteX9" fmla="*/ 90848 w 813775"/>
                <a:gd name="connsiteY9" fmla="*/ 509740 h 587810"/>
                <a:gd name="connsiteX10" fmla="*/ 35994 w 813775"/>
                <a:gd name="connsiteY10" fmla="*/ 451769 h 587810"/>
                <a:gd name="connsiteX11" fmla="*/ 3579 w 813775"/>
                <a:gd name="connsiteY11" fmla="*/ 401902 h 587810"/>
                <a:gd name="connsiteX12" fmla="*/ 97705 w 813775"/>
                <a:gd name="connsiteY12" fmla="*/ 302790 h 587810"/>
                <a:gd name="connsiteX13" fmla="*/ 236711 w 813775"/>
                <a:gd name="connsiteY13" fmla="*/ 167524 h 587810"/>
                <a:gd name="connsiteX14" fmla="*/ 279098 w 813775"/>
                <a:gd name="connsiteY14" fmla="*/ 121396 h 587810"/>
                <a:gd name="connsiteX0" fmla="*/ 279098 w 808427"/>
                <a:gd name="connsiteY0" fmla="*/ 121396 h 590821"/>
                <a:gd name="connsiteX1" fmla="*/ 338316 w 808427"/>
                <a:gd name="connsiteY1" fmla="*/ 65295 h 590821"/>
                <a:gd name="connsiteX2" fmla="*/ 370730 w 808427"/>
                <a:gd name="connsiteY2" fmla="*/ 26025 h 590821"/>
                <a:gd name="connsiteX3" fmla="*/ 414987 w 808427"/>
                <a:gd name="connsiteY3" fmla="*/ 6077 h 590821"/>
                <a:gd name="connsiteX4" fmla="*/ 607601 w 808427"/>
                <a:gd name="connsiteY4" fmla="*/ 200561 h 590821"/>
                <a:gd name="connsiteX5" fmla="*/ 714193 w 808427"/>
                <a:gd name="connsiteY5" fmla="*/ 305906 h 590821"/>
                <a:gd name="connsiteX6" fmla="*/ 807694 w 808427"/>
                <a:gd name="connsiteY6" fmla="*/ 393798 h 590821"/>
                <a:gd name="connsiteX7" fmla="*/ 654975 w 808427"/>
                <a:gd name="connsiteY7" fmla="*/ 587658 h 590821"/>
                <a:gd name="connsiteX8" fmla="*/ 90848 w 808427"/>
                <a:gd name="connsiteY8" fmla="*/ 509740 h 590821"/>
                <a:gd name="connsiteX9" fmla="*/ 35994 w 808427"/>
                <a:gd name="connsiteY9" fmla="*/ 451769 h 590821"/>
                <a:gd name="connsiteX10" fmla="*/ 3579 w 808427"/>
                <a:gd name="connsiteY10" fmla="*/ 401902 h 590821"/>
                <a:gd name="connsiteX11" fmla="*/ 97705 w 808427"/>
                <a:gd name="connsiteY11" fmla="*/ 302790 h 590821"/>
                <a:gd name="connsiteX12" fmla="*/ 236711 w 808427"/>
                <a:gd name="connsiteY12" fmla="*/ 167524 h 590821"/>
                <a:gd name="connsiteX13" fmla="*/ 279098 w 808427"/>
                <a:gd name="connsiteY13" fmla="*/ 121396 h 590821"/>
                <a:gd name="connsiteX0" fmla="*/ 279098 w 839033"/>
                <a:gd name="connsiteY0" fmla="*/ 121396 h 509740"/>
                <a:gd name="connsiteX1" fmla="*/ 338316 w 839033"/>
                <a:gd name="connsiteY1" fmla="*/ 65295 h 509740"/>
                <a:gd name="connsiteX2" fmla="*/ 370730 w 839033"/>
                <a:gd name="connsiteY2" fmla="*/ 26025 h 509740"/>
                <a:gd name="connsiteX3" fmla="*/ 414987 w 839033"/>
                <a:gd name="connsiteY3" fmla="*/ 6077 h 509740"/>
                <a:gd name="connsiteX4" fmla="*/ 607601 w 839033"/>
                <a:gd name="connsiteY4" fmla="*/ 200561 h 509740"/>
                <a:gd name="connsiteX5" fmla="*/ 714193 w 839033"/>
                <a:gd name="connsiteY5" fmla="*/ 305906 h 509740"/>
                <a:gd name="connsiteX6" fmla="*/ 807694 w 839033"/>
                <a:gd name="connsiteY6" fmla="*/ 393798 h 509740"/>
                <a:gd name="connsiteX7" fmla="*/ 90848 w 839033"/>
                <a:gd name="connsiteY7" fmla="*/ 509740 h 509740"/>
                <a:gd name="connsiteX8" fmla="*/ 35994 w 839033"/>
                <a:gd name="connsiteY8" fmla="*/ 451769 h 509740"/>
                <a:gd name="connsiteX9" fmla="*/ 3579 w 839033"/>
                <a:gd name="connsiteY9" fmla="*/ 401902 h 509740"/>
                <a:gd name="connsiteX10" fmla="*/ 97705 w 839033"/>
                <a:gd name="connsiteY10" fmla="*/ 302790 h 509740"/>
                <a:gd name="connsiteX11" fmla="*/ 236711 w 839033"/>
                <a:gd name="connsiteY11" fmla="*/ 167524 h 509740"/>
                <a:gd name="connsiteX12" fmla="*/ 279098 w 839033"/>
                <a:gd name="connsiteY12" fmla="*/ 121396 h 509740"/>
                <a:gd name="connsiteX0" fmla="*/ 316279 w 879881"/>
                <a:gd name="connsiteY0" fmla="*/ 121396 h 451821"/>
                <a:gd name="connsiteX1" fmla="*/ 375497 w 879881"/>
                <a:gd name="connsiteY1" fmla="*/ 65295 h 451821"/>
                <a:gd name="connsiteX2" fmla="*/ 407911 w 879881"/>
                <a:gd name="connsiteY2" fmla="*/ 26025 h 451821"/>
                <a:gd name="connsiteX3" fmla="*/ 452168 w 879881"/>
                <a:gd name="connsiteY3" fmla="*/ 6077 h 451821"/>
                <a:gd name="connsiteX4" fmla="*/ 644782 w 879881"/>
                <a:gd name="connsiteY4" fmla="*/ 200561 h 451821"/>
                <a:gd name="connsiteX5" fmla="*/ 751374 w 879881"/>
                <a:gd name="connsiteY5" fmla="*/ 305906 h 451821"/>
                <a:gd name="connsiteX6" fmla="*/ 844875 w 879881"/>
                <a:gd name="connsiteY6" fmla="*/ 393798 h 451821"/>
                <a:gd name="connsiteX7" fmla="*/ 73175 w 879881"/>
                <a:gd name="connsiteY7" fmla="*/ 451769 h 451821"/>
                <a:gd name="connsiteX8" fmla="*/ 40760 w 879881"/>
                <a:gd name="connsiteY8" fmla="*/ 401902 h 451821"/>
                <a:gd name="connsiteX9" fmla="*/ 134886 w 879881"/>
                <a:gd name="connsiteY9" fmla="*/ 302790 h 451821"/>
                <a:gd name="connsiteX10" fmla="*/ 273892 w 879881"/>
                <a:gd name="connsiteY10" fmla="*/ 167524 h 451821"/>
                <a:gd name="connsiteX11" fmla="*/ 316279 w 879881"/>
                <a:gd name="connsiteY11" fmla="*/ 121396 h 451821"/>
                <a:gd name="connsiteX0" fmla="*/ 313722 w 879511"/>
                <a:gd name="connsiteY0" fmla="*/ 121396 h 410225"/>
                <a:gd name="connsiteX1" fmla="*/ 372940 w 879511"/>
                <a:gd name="connsiteY1" fmla="*/ 65295 h 410225"/>
                <a:gd name="connsiteX2" fmla="*/ 405354 w 879511"/>
                <a:gd name="connsiteY2" fmla="*/ 26025 h 410225"/>
                <a:gd name="connsiteX3" fmla="*/ 449611 w 879511"/>
                <a:gd name="connsiteY3" fmla="*/ 6077 h 410225"/>
                <a:gd name="connsiteX4" fmla="*/ 642225 w 879511"/>
                <a:gd name="connsiteY4" fmla="*/ 200561 h 410225"/>
                <a:gd name="connsiteX5" fmla="*/ 748817 w 879511"/>
                <a:gd name="connsiteY5" fmla="*/ 305906 h 410225"/>
                <a:gd name="connsiteX6" fmla="*/ 842318 w 879511"/>
                <a:gd name="connsiteY6" fmla="*/ 393798 h 410225"/>
                <a:gd name="connsiteX7" fmla="*/ 38203 w 879511"/>
                <a:gd name="connsiteY7" fmla="*/ 401902 h 410225"/>
                <a:gd name="connsiteX8" fmla="*/ 132329 w 879511"/>
                <a:gd name="connsiteY8" fmla="*/ 302790 h 410225"/>
                <a:gd name="connsiteX9" fmla="*/ 271335 w 879511"/>
                <a:gd name="connsiteY9" fmla="*/ 167524 h 410225"/>
                <a:gd name="connsiteX10" fmla="*/ 313722 w 879511"/>
                <a:gd name="connsiteY10" fmla="*/ 121396 h 410225"/>
                <a:gd name="connsiteX0" fmla="*/ 215961 w 773096"/>
                <a:gd name="connsiteY0" fmla="*/ 121396 h 413673"/>
                <a:gd name="connsiteX1" fmla="*/ 275179 w 773096"/>
                <a:gd name="connsiteY1" fmla="*/ 65295 h 413673"/>
                <a:gd name="connsiteX2" fmla="*/ 307593 w 773096"/>
                <a:gd name="connsiteY2" fmla="*/ 26025 h 413673"/>
                <a:gd name="connsiteX3" fmla="*/ 351850 w 773096"/>
                <a:gd name="connsiteY3" fmla="*/ 6077 h 413673"/>
                <a:gd name="connsiteX4" fmla="*/ 544464 w 773096"/>
                <a:gd name="connsiteY4" fmla="*/ 200561 h 413673"/>
                <a:gd name="connsiteX5" fmla="*/ 651056 w 773096"/>
                <a:gd name="connsiteY5" fmla="*/ 305906 h 413673"/>
                <a:gd name="connsiteX6" fmla="*/ 744557 w 773096"/>
                <a:gd name="connsiteY6" fmla="*/ 393798 h 413673"/>
                <a:gd name="connsiteX7" fmla="*/ 70104 w 773096"/>
                <a:gd name="connsiteY7" fmla="*/ 406499 h 413673"/>
                <a:gd name="connsiteX8" fmla="*/ 34568 w 773096"/>
                <a:gd name="connsiteY8" fmla="*/ 302790 h 413673"/>
                <a:gd name="connsiteX9" fmla="*/ 173574 w 773096"/>
                <a:gd name="connsiteY9" fmla="*/ 167524 h 413673"/>
                <a:gd name="connsiteX10" fmla="*/ 215961 w 773096"/>
                <a:gd name="connsiteY10" fmla="*/ 121396 h 413673"/>
                <a:gd name="connsiteX0" fmla="*/ 212088 w 722355"/>
                <a:gd name="connsiteY0" fmla="*/ 121396 h 416698"/>
                <a:gd name="connsiteX1" fmla="*/ 271306 w 722355"/>
                <a:gd name="connsiteY1" fmla="*/ 65295 h 416698"/>
                <a:gd name="connsiteX2" fmla="*/ 303720 w 722355"/>
                <a:gd name="connsiteY2" fmla="*/ 26025 h 416698"/>
                <a:gd name="connsiteX3" fmla="*/ 347977 w 722355"/>
                <a:gd name="connsiteY3" fmla="*/ 6077 h 416698"/>
                <a:gd name="connsiteX4" fmla="*/ 540591 w 722355"/>
                <a:gd name="connsiteY4" fmla="*/ 200561 h 416698"/>
                <a:gd name="connsiteX5" fmla="*/ 647183 w 722355"/>
                <a:gd name="connsiteY5" fmla="*/ 305906 h 416698"/>
                <a:gd name="connsiteX6" fmla="*/ 682884 w 722355"/>
                <a:gd name="connsiteY6" fmla="*/ 401460 h 416698"/>
                <a:gd name="connsiteX7" fmla="*/ 66231 w 722355"/>
                <a:gd name="connsiteY7" fmla="*/ 406499 h 416698"/>
                <a:gd name="connsiteX8" fmla="*/ 30695 w 722355"/>
                <a:gd name="connsiteY8" fmla="*/ 302790 h 416698"/>
                <a:gd name="connsiteX9" fmla="*/ 169701 w 722355"/>
                <a:gd name="connsiteY9" fmla="*/ 167524 h 416698"/>
                <a:gd name="connsiteX10" fmla="*/ 212088 w 722355"/>
                <a:gd name="connsiteY10" fmla="*/ 121396 h 416698"/>
                <a:gd name="connsiteX0" fmla="*/ 212088 w 707270"/>
                <a:gd name="connsiteY0" fmla="*/ 121396 h 413558"/>
                <a:gd name="connsiteX1" fmla="*/ 271306 w 707270"/>
                <a:gd name="connsiteY1" fmla="*/ 65295 h 413558"/>
                <a:gd name="connsiteX2" fmla="*/ 303720 w 707270"/>
                <a:gd name="connsiteY2" fmla="*/ 26025 h 413558"/>
                <a:gd name="connsiteX3" fmla="*/ 347977 w 707270"/>
                <a:gd name="connsiteY3" fmla="*/ 6077 h 413558"/>
                <a:gd name="connsiteX4" fmla="*/ 540591 w 707270"/>
                <a:gd name="connsiteY4" fmla="*/ 200561 h 413558"/>
                <a:gd name="connsiteX5" fmla="*/ 647183 w 707270"/>
                <a:gd name="connsiteY5" fmla="*/ 305906 h 413558"/>
                <a:gd name="connsiteX6" fmla="*/ 682884 w 707270"/>
                <a:gd name="connsiteY6" fmla="*/ 401460 h 413558"/>
                <a:gd name="connsiteX7" fmla="*/ 66231 w 707270"/>
                <a:gd name="connsiteY7" fmla="*/ 406499 h 413558"/>
                <a:gd name="connsiteX8" fmla="*/ 30695 w 707270"/>
                <a:gd name="connsiteY8" fmla="*/ 302790 h 413558"/>
                <a:gd name="connsiteX9" fmla="*/ 169701 w 707270"/>
                <a:gd name="connsiteY9" fmla="*/ 167524 h 413558"/>
                <a:gd name="connsiteX10" fmla="*/ 212088 w 707270"/>
                <a:gd name="connsiteY10" fmla="*/ 121396 h 413558"/>
                <a:gd name="connsiteX0" fmla="*/ 213334 w 708516"/>
                <a:gd name="connsiteY0" fmla="*/ 121396 h 406601"/>
                <a:gd name="connsiteX1" fmla="*/ 272552 w 708516"/>
                <a:gd name="connsiteY1" fmla="*/ 65295 h 406601"/>
                <a:gd name="connsiteX2" fmla="*/ 304966 w 708516"/>
                <a:gd name="connsiteY2" fmla="*/ 26025 h 406601"/>
                <a:gd name="connsiteX3" fmla="*/ 349223 w 708516"/>
                <a:gd name="connsiteY3" fmla="*/ 6077 h 406601"/>
                <a:gd name="connsiteX4" fmla="*/ 541837 w 708516"/>
                <a:gd name="connsiteY4" fmla="*/ 200561 h 406601"/>
                <a:gd name="connsiteX5" fmla="*/ 648429 w 708516"/>
                <a:gd name="connsiteY5" fmla="*/ 305906 h 406601"/>
                <a:gd name="connsiteX6" fmla="*/ 684130 w 708516"/>
                <a:gd name="connsiteY6" fmla="*/ 401460 h 406601"/>
                <a:gd name="connsiteX7" fmla="*/ 67477 w 708516"/>
                <a:gd name="connsiteY7" fmla="*/ 406499 h 406601"/>
                <a:gd name="connsiteX8" fmla="*/ 31941 w 708516"/>
                <a:gd name="connsiteY8" fmla="*/ 302790 h 406601"/>
                <a:gd name="connsiteX9" fmla="*/ 170947 w 708516"/>
                <a:gd name="connsiteY9" fmla="*/ 167524 h 406601"/>
                <a:gd name="connsiteX10" fmla="*/ 213334 w 708516"/>
                <a:gd name="connsiteY10" fmla="*/ 121396 h 406601"/>
                <a:gd name="connsiteX0" fmla="*/ 213662 w 708844"/>
                <a:gd name="connsiteY0" fmla="*/ 121396 h 411798"/>
                <a:gd name="connsiteX1" fmla="*/ 272880 w 708844"/>
                <a:gd name="connsiteY1" fmla="*/ 65295 h 411798"/>
                <a:gd name="connsiteX2" fmla="*/ 305294 w 708844"/>
                <a:gd name="connsiteY2" fmla="*/ 26025 h 411798"/>
                <a:gd name="connsiteX3" fmla="*/ 349551 w 708844"/>
                <a:gd name="connsiteY3" fmla="*/ 6077 h 411798"/>
                <a:gd name="connsiteX4" fmla="*/ 542165 w 708844"/>
                <a:gd name="connsiteY4" fmla="*/ 200561 h 411798"/>
                <a:gd name="connsiteX5" fmla="*/ 648757 w 708844"/>
                <a:gd name="connsiteY5" fmla="*/ 305906 h 411798"/>
                <a:gd name="connsiteX6" fmla="*/ 684458 w 708844"/>
                <a:gd name="connsiteY6" fmla="*/ 401460 h 411798"/>
                <a:gd name="connsiteX7" fmla="*/ 67805 w 708844"/>
                <a:gd name="connsiteY7" fmla="*/ 406499 h 411798"/>
                <a:gd name="connsiteX8" fmla="*/ 29263 w 708844"/>
                <a:gd name="connsiteY8" fmla="*/ 326630 h 411798"/>
                <a:gd name="connsiteX9" fmla="*/ 171275 w 708844"/>
                <a:gd name="connsiteY9" fmla="*/ 167524 h 411798"/>
                <a:gd name="connsiteX10" fmla="*/ 213662 w 708844"/>
                <a:gd name="connsiteY10" fmla="*/ 121396 h 411798"/>
                <a:gd name="connsiteX0" fmla="*/ 214471 w 724849"/>
                <a:gd name="connsiteY0" fmla="*/ 121396 h 408024"/>
                <a:gd name="connsiteX1" fmla="*/ 273689 w 724849"/>
                <a:gd name="connsiteY1" fmla="*/ 65295 h 408024"/>
                <a:gd name="connsiteX2" fmla="*/ 306103 w 724849"/>
                <a:gd name="connsiteY2" fmla="*/ 26025 h 408024"/>
                <a:gd name="connsiteX3" fmla="*/ 350360 w 724849"/>
                <a:gd name="connsiteY3" fmla="*/ 6077 h 408024"/>
                <a:gd name="connsiteX4" fmla="*/ 542974 w 724849"/>
                <a:gd name="connsiteY4" fmla="*/ 200561 h 408024"/>
                <a:gd name="connsiteX5" fmla="*/ 649566 w 724849"/>
                <a:gd name="connsiteY5" fmla="*/ 305906 h 408024"/>
                <a:gd name="connsiteX6" fmla="*/ 685267 w 724849"/>
                <a:gd name="connsiteY6" fmla="*/ 401460 h 408024"/>
                <a:gd name="connsiteX7" fmla="*/ 67112 w 724849"/>
                <a:gd name="connsiteY7" fmla="*/ 391599 h 408024"/>
                <a:gd name="connsiteX8" fmla="*/ 30072 w 724849"/>
                <a:gd name="connsiteY8" fmla="*/ 326630 h 408024"/>
                <a:gd name="connsiteX9" fmla="*/ 172084 w 724849"/>
                <a:gd name="connsiteY9" fmla="*/ 167524 h 408024"/>
                <a:gd name="connsiteX10" fmla="*/ 214471 w 724849"/>
                <a:gd name="connsiteY10" fmla="*/ 121396 h 408024"/>
                <a:gd name="connsiteX0" fmla="*/ 211535 w 721913"/>
                <a:gd name="connsiteY0" fmla="*/ 121396 h 406258"/>
                <a:gd name="connsiteX1" fmla="*/ 270753 w 721913"/>
                <a:gd name="connsiteY1" fmla="*/ 65295 h 406258"/>
                <a:gd name="connsiteX2" fmla="*/ 303167 w 721913"/>
                <a:gd name="connsiteY2" fmla="*/ 26025 h 406258"/>
                <a:gd name="connsiteX3" fmla="*/ 347424 w 721913"/>
                <a:gd name="connsiteY3" fmla="*/ 6077 h 406258"/>
                <a:gd name="connsiteX4" fmla="*/ 540038 w 721913"/>
                <a:gd name="connsiteY4" fmla="*/ 200561 h 406258"/>
                <a:gd name="connsiteX5" fmla="*/ 646630 w 721913"/>
                <a:gd name="connsiteY5" fmla="*/ 305906 h 406258"/>
                <a:gd name="connsiteX6" fmla="*/ 682331 w 721913"/>
                <a:gd name="connsiteY6" fmla="*/ 401460 h 406258"/>
                <a:gd name="connsiteX7" fmla="*/ 64176 w 721913"/>
                <a:gd name="connsiteY7" fmla="*/ 391599 h 406258"/>
                <a:gd name="connsiteX8" fmla="*/ 27136 w 721913"/>
                <a:gd name="connsiteY8" fmla="*/ 326630 h 406258"/>
                <a:gd name="connsiteX9" fmla="*/ 169148 w 721913"/>
                <a:gd name="connsiteY9" fmla="*/ 167524 h 406258"/>
                <a:gd name="connsiteX10" fmla="*/ 211535 w 721913"/>
                <a:gd name="connsiteY10" fmla="*/ 121396 h 406258"/>
                <a:gd name="connsiteX0" fmla="*/ 211535 w 722361"/>
                <a:gd name="connsiteY0" fmla="*/ 121396 h 401460"/>
                <a:gd name="connsiteX1" fmla="*/ 270753 w 722361"/>
                <a:gd name="connsiteY1" fmla="*/ 65295 h 401460"/>
                <a:gd name="connsiteX2" fmla="*/ 303167 w 722361"/>
                <a:gd name="connsiteY2" fmla="*/ 26025 h 401460"/>
                <a:gd name="connsiteX3" fmla="*/ 347424 w 722361"/>
                <a:gd name="connsiteY3" fmla="*/ 6077 h 401460"/>
                <a:gd name="connsiteX4" fmla="*/ 540038 w 722361"/>
                <a:gd name="connsiteY4" fmla="*/ 200561 h 401460"/>
                <a:gd name="connsiteX5" fmla="*/ 646630 w 722361"/>
                <a:gd name="connsiteY5" fmla="*/ 305906 h 401460"/>
                <a:gd name="connsiteX6" fmla="*/ 682331 w 722361"/>
                <a:gd name="connsiteY6" fmla="*/ 401460 h 401460"/>
                <a:gd name="connsiteX7" fmla="*/ 64176 w 722361"/>
                <a:gd name="connsiteY7" fmla="*/ 391599 h 401460"/>
                <a:gd name="connsiteX8" fmla="*/ 27136 w 722361"/>
                <a:gd name="connsiteY8" fmla="*/ 326630 h 401460"/>
                <a:gd name="connsiteX9" fmla="*/ 169148 w 722361"/>
                <a:gd name="connsiteY9" fmla="*/ 167524 h 401460"/>
                <a:gd name="connsiteX10" fmla="*/ 211535 w 722361"/>
                <a:gd name="connsiteY10" fmla="*/ 121396 h 401460"/>
                <a:gd name="connsiteX0" fmla="*/ 212327 w 722815"/>
                <a:gd name="connsiteY0" fmla="*/ 121396 h 407600"/>
                <a:gd name="connsiteX1" fmla="*/ 271545 w 722815"/>
                <a:gd name="connsiteY1" fmla="*/ 65295 h 407600"/>
                <a:gd name="connsiteX2" fmla="*/ 303959 w 722815"/>
                <a:gd name="connsiteY2" fmla="*/ 26025 h 407600"/>
                <a:gd name="connsiteX3" fmla="*/ 348216 w 722815"/>
                <a:gd name="connsiteY3" fmla="*/ 6077 h 407600"/>
                <a:gd name="connsiteX4" fmla="*/ 540830 w 722815"/>
                <a:gd name="connsiteY4" fmla="*/ 200561 h 407600"/>
                <a:gd name="connsiteX5" fmla="*/ 647422 w 722815"/>
                <a:gd name="connsiteY5" fmla="*/ 305906 h 407600"/>
                <a:gd name="connsiteX6" fmla="*/ 683123 w 722815"/>
                <a:gd name="connsiteY6" fmla="*/ 401460 h 407600"/>
                <a:gd name="connsiteX7" fmla="*/ 63466 w 722815"/>
                <a:gd name="connsiteY7" fmla="*/ 397558 h 407600"/>
                <a:gd name="connsiteX8" fmla="*/ 27928 w 722815"/>
                <a:gd name="connsiteY8" fmla="*/ 326630 h 407600"/>
                <a:gd name="connsiteX9" fmla="*/ 169940 w 722815"/>
                <a:gd name="connsiteY9" fmla="*/ 167524 h 407600"/>
                <a:gd name="connsiteX10" fmla="*/ 212327 w 722815"/>
                <a:gd name="connsiteY10" fmla="*/ 121396 h 407600"/>
                <a:gd name="connsiteX0" fmla="*/ 215192 w 724454"/>
                <a:gd name="connsiteY0" fmla="*/ 121396 h 405756"/>
                <a:gd name="connsiteX1" fmla="*/ 274410 w 724454"/>
                <a:gd name="connsiteY1" fmla="*/ 65295 h 405756"/>
                <a:gd name="connsiteX2" fmla="*/ 306824 w 724454"/>
                <a:gd name="connsiteY2" fmla="*/ 26025 h 405756"/>
                <a:gd name="connsiteX3" fmla="*/ 351081 w 724454"/>
                <a:gd name="connsiteY3" fmla="*/ 6077 h 405756"/>
                <a:gd name="connsiteX4" fmla="*/ 543695 w 724454"/>
                <a:gd name="connsiteY4" fmla="*/ 200561 h 405756"/>
                <a:gd name="connsiteX5" fmla="*/ 650287 w 724454"/>
                <a:gd name="connsiteY5" fmla="*/ 305906 h 405756"/>
                <a:gd name="connsiteX6" fmla="*/ 684485 w 724454"/>
                <a:gd name="connsiteY6" fmla="*/ 394010 h 405756"/>
                <a:gd name="connsiteX7" fmla="*/ 66331 w 724454"/>
                <a:gd name="connsiteY7" fmla="*/ 397558 h 405756"/>
                <a:gd name="connsiteX8" fmla="*/ 30793 w 724454"/>
                <a:gd name="connsiteY8" fmla="*/ 326630 h 405756"/>
                <a:gd name="connsiteX9" fmla="*/ 172805 w 724454"/>
                <a:gd name="connsiteY9" fmla="*/ 167524 h 405756"/>
                <a:gd name="connsiteX10" fmla="*/ 215192 w 724454"/>
                <a:gd name="connsiteY10" fmla="*/ 121396 h 405756"/>
                <a:gd name="connsiteX0" fmla="*/ 215192 w 719153"/>
                <a:gd name="connsiteY0" fmla="*/ 121396 h 405912"/>
                <a:gd name="connsiteX1" fmla="*/ 274410 w 719153"/>
                <a:gd name="connsiteY1" fmla="*/ 65295 h 405912"/>
                <a:gd name="connsiteX2" fmla="*/ 306824 w 719153"/>
                <a:gd name="connsiteY2" fmla="*/ 26025 h 405912"/>
                <a:gd name="connsiteX3" fmla="*/ 351081 w 719153"/>
                <a:gd name="connsiteY3" fmla="*/ 6077 h 405912"/>
                <a:gd name="connsiteX4" fmla="*/ 543695 w 719153"/>
                <a:gd name="connsiteY4" fmla="*/ 200561 h 405912"/>
                <a:gd name="connsiteX5" fmla="*/ 650287 w 719153"/>
                <a:gd name="connsiteY5" fmla="*/ 305906 h 405912"/>
                <a:gd name="connsiteX6" fmla="*/ 684485 w 719153"/>
                <a:gd name="connsiteY6" fmla="*/ 394010 h 405912"/>
                <a:gd name="connsiteX7" fmla="*/ 66331 w 719153"/>
                <a:gd name="connsiteY7" fmla="*/ 397558 h 405912"/>
                <a:gd name="connsiteX8" fmla="*/ 30793 w 719153"/>
                <a:gd name="connsiteY8" fmla="*/ 326630 h 405912"/>
                <a:gd name="connsiteX9" fmla="*/ 172805 w 719153"/>
                <a:gd name="connsiteY9" fmla="*/ 167524 h 405912"/>
                <a:gd name="connsiteX10" fmla="*/ 215192 w 719153"/>
                <a:gd name="connsiteY10" fmla="*/ 121396 h 405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19153" h="405912">
                  <a:moveTo>
                    <a:pt x="215192" y="121396"/>
                  </a:moveTo>
                  <a:cubicBezTo>
                    <a:pt x="244489" y="100203"/>
                    <a:pt x="245112" y="87112"/>
                    <a:pt x="274410" y="65295"/>
                  </a:cubicBezTo>
                  <a:cubicBezTo>
                    <a:pt x="284384" y="58439"/>
                    <a:pt x="294357" y="40985"/>
                    <a:pt x="306824" y="26025"/>
                  </a:cubicBezTo>
                  <a:cubicBezTo>
                    <a:pt x="323655" y="6077"/>
                    <a:pt x="333628" y="-8883"/>
                    <a:pt x="351081" y="6077"/>
                  </a:cubicBezTo>
                  <a:cubicBezTo>
                    <a:pt x="417779" y="60309"/>
                    <a:pt x="476374" y="132617"/>
                    <a:pt x="543695" y="200561"/>
                  </a:cubicBezTo>
                  <a:cubicBezTo>
                    <a:pt x="577979" y="234845"/>
                    <a:pt x="626822" y="273665"/>
                    <a:pt x="650287" y="305906"/>
                  </a:cubicBezTo>
                  <a:cubicBezTo>
                    <a:pt x="673752" y="338147"/>
                    <a:pt x="769786" y="380225"/>
                    <a:pt x="684485" y="394010"/>
                  </a:cubicBezTo>
                  <a:cubicBezTo>
                    <a:pt x="587229" y="409727"/>
                    <a:pt x="175280" y="408788"/>
                    <a:pt x="66331" y="397558"/>
                  </a:cubicBezTo>
                  <a:cubicBezTo>
                    <a:pt x="-42618" y="386328"/>
                    <a:pt x="10846" y="347823"/>
                    <a:pt x="30793" y="326630"/>
                  </a:cubicBezTo>
                  <a:cubicBezTo>
                    <a:pt x="75050" y="278632"/>
                    <a:pt x="117951" y="222378"/>
                    <a:pt x="172805" y="167524"/>
                  </a:cubicBezTo>
                  <a:lnTo>
                    <a:pt x="215192" y="121396"/>
                  </a:lnTo>
                  <a:close/>
                </a:path>
              </a:pathLst>
            </a:custGeom>
            <a:solidFill>
              <a:srgbClr val="C4C4CD"/>
            </a:solidFill>
            <a:ln w="6231" cap="flat">
              <a:noFill/>
              <a:prstDash val="solid"/>
              <a:miter/>
            </a:ln>
          </p:spPr>
          <p:txBody>
            <a:bodyPr wrap="none" rtlCol="0" anchor="ctr"/>
            <a:lstStyle/>
            <a:p>
              <a:pPr algn="ctr"/>
              <a:endParaRPr lang="en-US" sz="3200">
                <a:solidFill>
                  <a:schemeClr val="tx2"/>
                </a:solidFill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</p:grpSp>
      <p:grpSp>
        <p:nvGrpSpPr>
          <p:cNvPr id="39" name="Group 4">
            <a:extLst>
              <a:ext uri="{FF2B5EF4-FFF2-40B4-BE49-F238E27FC236}">
                <a16:creationId xmlns:a16="http://schemas.microsoft.com/office/drawing/2014/main" id="{8A55C170-751C-D815-B538-985CB1CF9FBE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137152" y="6432784"/>
            <a:ext cx="303055" cy="311150"/>
            <a:chOff x="7110" y="4004"/>
            <a:chExt cx="191" cy="196"/>
          </a:xfrm>
        </p:grpSpPr>
        <p:sp>
          <p:nvSpPr>
            <p:cNvPr id="40" name="Freeform 5">
              <a:extLst>
                <a:ext uri="{FF2B5EF4-FFF2-40B4-BE49-F238E27FC236}">
                  <a16:creationId xmlns:a16="http://schemas.microsoft.com/office/drawing/2014/main" id="{0149DD49-4C2B-5340-FAE8-1AE58D9B45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110" y="4004"/>
              <a:ext cx="191" cy="70"/>
            </a:xfrm>
            <a:custGeom>
              <a:avLst/>
              <a:gdLst>
                <a:gd name="T0" fmla="*/ 191 w 191"/>
                <a:gd name="T1" fmla="*/ 0 h 70"/>
                <a:gd name="T2" fmla="*/ 0 w 191"/>
                <a:gd name="T3" fmla="*/ 70 h 70"/>
                <a:gd name="T4" fmla="*/ 191 w 191"/>
                <a:gd name="T5" fmla="*/ 36 h 70"/>
                <a:gd name="T6" fmla="*/ 191 w 191"/>
                <a:gd name="T7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1" h="70">
                  <a:moveTo>
                    <a:pt x="191" y="0"/>
                  </a:moveTo>
                  <a:lnTo>
                    <a:pt x="0" y="70"/>
                  </a:lnTo>
                  <a:lnTo>
                    <a:pt x="191" y="36"/>
                  </a:lnTo>
                  <a:lnTo>
                    <a:pt x="191" y="0"/>
                  </a:lnTo>
                  <a:close/>
                </a:path>
              </a:pathLst>
            </a:custGeom>
            <a:solidFill>
              <a:srgbClr val="FFE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3943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799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 Light" panose="020F0302020204030204" pitchFamily="34" charset="0"/>
              </a:endParaRPr>
            </a:p>
          </p:txBody>
        </p:sp>
        <p:sp>
          <p:nvSpPr>
            <p:cNvPr id="41" name="Freeform 6">
              <a:extLst>
                <a:ext uri="{FF2B5EF4-FFF2-40B4-BE49-F238E27FC236}">
                  <a16:creationId xmlns:a16="http://schemas.microsoft.com/office/drawing/2014/main" id="{664C948F-2387-C0BD-3F74-2030C2CAC22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111" y="4103"/>
              <a:ext cx="78" cy="97"/>
            </a:xfrm>
            <a:custGeom>
              <a:avLst/>
              <a:gdLst>
                <a:gd name="T0" fmla="*/ 30 w 78"/>
                <a:gd name="T1" fmla="*/ 58 h 97"/>
                <a:gd name="T2" fmla="*/ 65 w 78"/>
                <a:gd name="T3" fmla="*/ 58 h 97"/>
                <a:gd name="T4" fmla="*/ 65 w 78"/>
                <a:gd name="T5" fmla="*/ 38 h 97"/>
                <a:gd name="T6" fmla="*/ 30 w 78"/>
                <a:gd name="T7" fmla="*/ 38 h 97"/>
                <a:gd name="T8" fmla="*/ 30 w 78"/>
                <a:gd name="T9" fmla="*/ 22 h 97"/>
                <a:gd name="T10" fmla="*/ 68 w 78"/>
                <a:gd name="T11" fmla="*/ 22 h 97"/>
                <a:gd name="T12" fmla="*/ 55 w 78"/>
                <a:gd name="T13" fmla="*/ 0 h 97"/>
                <a:gd name="T14" fmla="*/ 0 w 78"/>
                <a:gd name="T15" fmla="*/ 0 h 97"/>
                <a:gd name="T16" fmla="*/ 0 w 78"/>
                <a:gd name="T17" fmla="*/ 97 h 97"/>
                <a:gd name="T18" fmla="*/ 78 w 78"/>
                <a:gd name="T19" fmla="*/ 97 h 97"/>
                <a:gd name="T20" fmla="*/ 78 w 78"/>
                <a:gd name="T21" fmla="*/ 74 h 97"/>
                <a:gd name="T22" fmla="*/ 30 w 78"/>
                <a:gd name="T23" fmla="*/ 74 h 97"/>
                <a:gd name="T24" fmla="*/ 30 w 78"/>
                <a:gd name="T25" fmla="*/ 5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8" h="97">
                  <a:moveTo>
                    <a:pt x="30" y="58"/>
                  </a:moveTo>
                  <a:lnTo>
                    <a:pt x="65" y="58"/>
                  </a:lnTo>
                  <a:lnTo>
                    <a:pt x="65" y="38"/>
                  </a:lnTo>
                  <a:lnTo>
                    <a:pt x="30" y="38"/>
                  </a:lnTo>
                  <a:lnTo>
                    <a:pt x="30" y="22"/>
                  </a:lnTo>
                  <a:lnTo>
                    <a:pt x="68" y="22"/>
                  </a:lnTo>
                  <a:lnTo>
                    <a:pt x="55" y="0"/>
                  </a:lnTo>
                  <a:lnTo>
                    <a:pt x="0" y="0"/>
                  </a:lnTo>
                  <a:lnTo>
                    <a:pt x="0" y="97"/>
                  </a:lnTo>
                  <a:lnTo>
                    <a:pt x="78" y="97"/>
                  </a:lnTo>
                  <a:lnTo>
                    <a:pt x="78" y="74"/>
                  </a:lnTo>
                  <a:lnTo>
                    <a:pt x="30" y="74"/>
                  </a:lnTo>
                  <a:lnTo>
                    <a:pt x="30" y="5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3943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799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 Light" panose="020F0302020204030204" pitchFamily="34" charset="0"/>
              </a:endParaRPr>
            </a:p>
          </p:txBody>
        </p:sp>
        <p:sp>
          <p:nvSpPr>
            <p:cNvPr id="42" name="Freeform 7">
              <a:extLst>
                <a:ext uri="{FF2B5EF4-FFF2-40B4-BE49-F238E27FC236}">
                  <a16:creationId xmlns:a16="http://schemas.microsoft.com/office/drawing/2014/main" id="{FE8247BA-B3CB-D3D6-FFAD-64D2C93DA3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176" y="4103"/>
              <a:ext cx="96" cy="97"/>
            </a:xfrm>
            <a:custGeom>
              <a:avLst/>
              <a:gdLst>
                <a:gd name="T0" fmla="*/ 64 w 96"/>
                <a:gd name="T1" fmla="*/ 0 h 97"/>
                <a:gd name="T2" fmla="*/ 48 w 96"/>
                <a:gd name="T3" fmla="*/ 32 h 97"/>
                <a:gd name="T4" fmla="*/ 32 w 96"/>
                <a:gd name="T5" fmla="*/ 0 h 97"/>
                <a:gd name="T6" fmla="*/ 0 w 96"/>
                <a:gd name="T7" fmla="*/ 0 h 97"/>
                <a:gd name="T8" fmla="*/ 33 w 96"/>
                <a:gd name="T9" fmla="*/ 58 h 97"/>
                <a:gd name="T10" fmla="*/ 33 w 96"/>
                <a:gd name="T11" fmla="*/ 97 h 97"/>
                <a:gd name="T12" fmla="*/ 62 w 96"/>
                <a:gd name="T13" fmla="*/ 97 h 97"/>
                <a:gd name="T14" fmla="*/ 62 w 96"/>
                <a:gd name="T15" fmla="*/ 58 h 97"/>
                <a:gd name="T16" fmla="*/ 96 w 96"/>
                <a:gd name="T17" fmla="*/ 0 h 97"/>
                <a:gd name="T18" fmla="*/ 64 w 96"/>
                <a:gd name="T19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6" h="97">
                  <a:moveTo>
                    <a:pt x="64" y="0"/>
                  </a:moveTo>
                  <a:lnTo>
                    <a:pt x="48" y="32"/>
                  </a:lnTo>
                  <a:lnTo>
                    <a:pt x="32" y="0"/>
                  </a:lnTo>
                  <a:lnTo>
                    <a:pt x="0" y="0"/>
                  </a:lnTo>
                  <a:lnTo>
                    <a:pt x="33" y="58"/>
                  </a:lnTo>
                  <a:lnTo>
                    <a:pt x="33" y="97"/>
                  </a:lnTo>
                  <a:lnTo>
                    <a:pt x="62" y="97"/>
                  </a:lnTo>
                  <a:lnTo>
                    <a:pt x="62" y="58"/>
                  </a:lnTo>
                  <a:lnTo>
                    <a:pt x="96" y="0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3943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799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 Light" panose="020F0302020204030204" pitchFamily="34" charset="0"/>
              </a:endParaRPr>
            </a:p>
          </p:txBody>
        </p:sp>
      </p:grpSp>
      <p:pic>
        <p:nvPicPr>
          <p:cNvPr id="43" name="Picture 42">
            <a:extLst>
              <a:ext uri="{FF2B5EF4-FFF2-40B4-BE49-F238E27FC236}">
                <a16:creationId xmlns:a16="http://schemas.microsoft.com/office/drawing/2014/main" id="{E41CC0AD-79C8-3DB5-655F-2E524224E12B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 cstate="print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rightnessContrast bright="100000" contras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47494" y="6439417"/>
            <a:ext cx="963660" cy="316638"/>
          </a:xfrm>
          <a:prstGeom prst="rect">
            <a:avLst/>
          </a:prstGeom>
        </p:spPr>
      </p:pic>
      <p:cxnSp>
        <p:nvCxnSpPr>
          <p:cNvPr id="44" name="Straight Connector 43">
            <a:extLst>
              <a:ext uri="{FF2B5EF4-FFF2-40B4-BE49-F238E27FC236}">
                <a16:creationId xmlns:a16="http://schemas.microsoft.com/office/drawing/2014/main" id="{32B1C420-5837-42A7-53D5-F64B8DD9F7EC}"/>
              </a:ext>
            </a:extLst>
          </p:cNvPr>
          <p:cNvCxnSpPr/>
          <p:nvPr userDrawn="1"/>
        </p:nvCxnSpPr>
        <p:spPr>
          <a:xfrm>
            <a:off x="514662" y="6512572"/>
            <a:ext cx="0" cy="214202"/>
          </a:xfrm>
          <a:prstGeom prst="line">
            <a:avLst/>
          </a:prstGeom>
          <a:ln w="9525">
            <a:solidFill>
              <a:schemeClr val="bg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Slide Number Placeholder 4">
            <a:extLst>
              <a:ext uri="{FF2B5EF4-FFF2-40B4-BE49-F238E27FC236}">
                <a16:creationId xmlns:a16="http://schemas.microsoft.com/office/drawing/2014/main" id="{6AC585EF-07FD-C27B-E48B-4131BAD1E2BE}"/>
              </a:ext>
            </a:extLst>
          </p:cNvPr>
          <p:cNvSpPr txBox="1">
            <a:spLocks/>
          </p:cNvSpPr>
          <p:nvPr userDrawn="1"/>
        </p:nvSpPr>
        <p:spPr>
          <a:xfrm>
            <a:off x="11190504" y="6530420"/>
            <a:ext cx="398746" cy="158377"/>
          </a:xfrm>
          <a:prstGeom prst="rect">
            <a:avLst/>
          </a:prstGeom>
        </p:spPr>
        <p:txBody>
          <a:bodyPr lIns="0" tIns="0" rIns="0" bIns="0" anchor="ctr">
            <a:spAutoFit/>
          </a:bodyPr>
          <a:lstStyle>
            <a:defPPr>
              <a:defRPr lang="en-US"/>
            </a:defPPr>
            <a:lvl1pPr>
              <a:defRPr sz="800">
                <a:solidFill>
                  <a:schemeClr val="bg1"/>
                </a:solidFill>
                <a:latin typeface="EYInterstate Regular" panose="02000503020000020004" pitchFamily="2" charset="0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algn="ctr" defTabSz="913943" rtl="0" eaLnBrk="1" latinLnBrk="0" hangingPunct="1">
              <a:lnSpc>
                <a:spcPct val="85000"/>
              </a:lnSpc>
              <a:spcBef>
                <a:spcPct val="0"/>
              </a:spcBef>
              <a:buNone/>
            </a:pPr>
            <a:fld id="{D5B76411-544C-4F9A-8EDE-9EEB2BD21F95}" type="slidenum">
              <a:rPr lang="en-IN" sz="1200" b="1" kern="1200" spc="100" smtClean="0">
                <a:solidFill>
                  <a:schemeClr val="bg1">
                    <a:lumMod val="20000"/>
                    <a:lumOff val="80000"/>
                  </a:schemeClr>
                </a:solidFill>
                <a:latin typeface="Calibri Light" panose="020F0302020204030204" pitchFamily="34" charset="0"/>
                <a:ea typeface="+mj-ea"/>
                <a:cs typeface="Calibri Light" panose="020F0302020204030204" pitchFamily="34" charset="0"/>
              </a:rPr>
              <a:pPr marL="0" lvl="0" algn="ctr" defTabSz="913943" rtl="0" eaLnBrk="1" latinLnBrk="0" hangingPunct="1">
                <a:lnSpc>
                  <a:spcPct val="85000"/>
                </a:lnSpc>
                <a:spcBef>
                  <a:spcPct val="0"/>
                </a:spcBef>
                <a:buNone/>
              </a:pPr>
              <a:t>‹#›</a:t>
            </a:fld>
            <a:endParaRPr sz="1200" b="1" kern="1200" spc="100">
              <a:solidFill>
                <a:schemeClr val="bg1">
                  <a:lumMod val="20000"/>
                  <a:lumOff val="80000"/>
                </a:schemeClr>
              </a:solidFill>
              <a:latin typeface="Calibri Light" panose="020F0302020204030204" pitchFamily="34" charset="0"/>
              <a:ea typeface="+mj-ea"/>
              <a:cs typeface="Calibri Light" panose="020F03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92608088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2">
          <p15:clr>
            <a:srgbClr val="FBAE40"/>
          </p15:clr>
        </p15:guide>
        <p15:guide id="3" orient="horz" pos="3906">
          <p15:clr>
            <a:srgbClr val="FBAE40"/>
          </p15:clr>
        </p15:guide>
        <p15:guide id="4" pos="281">
          <p15:clr>
            <a:srgbClr val="FBAE40"/>
          </p15:clr>
        </p15:guide>
        <p15:guide id="5" pos="7425">
          <p15:clr>
            <a:srgbClr val="FBAE40"/>
          </p15:clr>
        </p15:guide>
        <p15:guide id="6" orient="horz" pos="777">
          <p15:clr>
            <a:srgbClr val="FBAE40"/>
          </p15:clr>
        </p15:guide>
      </p15:sldGuideLst>
    </p:ext>
  </p:extLst>
</p:sldLayout>
</file>

<file path=ppt/slideLayouts/slideLayout12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Title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Object 6" hidden="1">
            <a:extLst>
              <a:ext uri="{FF2B5EF4-FFF2-40B4-BE49-F238E27FC236}">
                <a16:creationId xmlns:a16="http://schemas.microsoft.com/office/drawing/2014/main" id="{33B562A0-3D6C-45D0-9E85-8A28A804D0F1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210066382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7" imgW="592" imgH="591" progId="TCLayout.ActiveDocument.1">
                  <p:embed/>
                </p:oleObj>
              </mc:Choice>
              <mc:Fallback>
                <p:oleObj name="think-cell Slide" r:id="rId7" imgW="592" imgH="591" progId="TCLayout.ActiveDocument.1">
                  <p:embed/>
                  <p:pic>
                    <p:nvPicPr>
                      <p:cNvPr id="7" name="Object 6" hidden="1">
                        <a:extLst>
                          <a:ext uri="{FF2B5EF4-FFF2-40B4-BE49-F238E27FC236}">
                            <a16:creationId xmlns:a16="http://schemas.microsoft.com/office/drawing/2014/main" id="{33B562A0-3D6C-45D0-9E85-8A28A804D0F1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8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57" name="Picture 56">
            <a:extLst>
              <a:ext uri="{FF2B5EF4-FFF2-40B4-BE49-F238E27FC236}">
                <a16:creationId xmlns:a16="http://schemas.microsoft.com/office/drawing/2014/main" id="{9DCEF449-9BF1-4822-A678-CDF058AAA07A}"/>
              </a:ext>
            </a:extLst>
          </p:cNvPr>
          <p:cNvPicPr>
            <a:picLocks noChangeAspect="1"/>
          </p:cNvPicPr>
          <p:nvPr userDrawn="1"/>
        </p:nvPicPr>
        <p:blipFill>
          <a:blip r:embed="rId9"/>
          <a:stretch>
            <a:fillRect/>
          </a:stretch>
        </p:blipFill>
        <p:spPr bwMode="ltGray"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Rectangle 1" hidden="1">
            <a:extLst>
              <a:ext uri="{FF2B5EF4-FFF2-40B4-BE49-F238E27FC236}">
                <a16:creationId xmlns:a16="http://schemas.microsoft.com/office/drawing/2014/main" id="{CC42428D-965F-410A-AAB0-2F4E028AF079}"/>
              </a:ext>
            </a:extLst>
          </p:cNvPr>
          <p:cNvSpPr/>
          <p:nvPr userDrawn="1">
            <p:custDataLst>
              <p:tags r:id="rId2"/>
            </p:custDataLst>
          </p:nvPr>
        </p:nvSpPr>
        <p:spPr>
          <a:xfrm>
            <a:off x="0" y="0"/>
            <a:ext cx="158750" cy="158750"/>
          </a:xfrm>
          <a:prstGeom prst="rect">
            <a:avLst/>
          </a:prstGeom>
          <a:solidFill>
            <a:schemeClr val="accent1"/>
          </a:solidFill>
          <a:ln w="6350" cap="sq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lvl="0" indent="0" algn="ctr" rtl="0">
              <a:spcBef>
                <a:spcPts val="300"/>
              </a:spcBef>
              <a:spcAft>
                <a:spcPts val="300"/>
              </a:spcAft>
            </a:pPr>
            <a:endParaRPr lang="en-US" sz="4400" b="1" i="0" baseline="0">
              <a:solidFill>
                <a:schemeClr val="bg1"/>
              </a:solidFill>
              <a:latin typeface="Arial" panose="020B0604020202020204" pitchFamily="34" charset="0"/>
              <a:ea typeface="+mj-ea"/>
              <a:cs typeface="+mj-cs"/>
              <a:sym typeface="Arial" panose="020B0604020202020204" pitchFamily="34" charset="0"/>
            </a:endParaRPr>
          </a:p>
        </p:txBody>
      </p:sp>
      <p:sp>
        <p:nvSpPr>
          <p:cNvPr id="16" name="Documenttype">
            <a:extLst>
              <a:ext uri="{FF2B5EF4-FFF2-40B4-BE49-F238E27FC236}">
                <a16:creationId xmlns:a16="http://schemas.microsoft.com/office/drawing/2014/main" id="{0CADA7EB-5C2E-4AD4-A32E-534A28817C8A}"/>
              </a:ext>
            </a:extLst>
          </p:cNvPr>
          <p:cNvSpPr>
            <a:spLocks noGrp="1"/>
          </p:cNvSpPr>
          <p:nvPr>
            <p:ph type="body" sz="quarter" idx="13" hasCustomPrompt="1"/>
            <p:custDataLst>
              <p:tags r:id="rId3"/>
            </p:custDataLst>
          </p:nvPr>
        </p:nvSpPr>
        <p:spPr bwMode="ltGray">
          <a:xfrm>
            <a:off x="550800" y="5455062"/>
            <a:ext cx="4075477" cy="215444"/>
          </a:xfrm>
          <a:prstGeom prst="rect">
            <a:avLst/>
          </a:prstGeo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0" tIns="0" rIns="0" bIns="0" rtlCol="0" anchor="t" anchorCtr="0">
            <a:spAutoFit/>
          </a:bodyPr>
          <a:lstStyle>
            <a:lvl1pPr>
              <a:defRPr lang="en-US" sz="1400" dirty="0">
                <a:solidFill>
                  <a:schemeClr val="bg1"/>
                </a:solidFill>
              </a:defRPr>
            </a:lvl1pPr>
          </a:lstStyle>
          <a:p>
            <a:pPr lvl="0">
              <a:buNone/>
            </a:pPr>
            <a:r>
              <a:rPr lang="en-US"/>
              <a:t>Edit date or title/role</a:t>
            </a:r>
          </a:p>
        </p:txBody>
      </p:sp>
      <p:sp>
        <p:nvSpPr>
          <p:cNvPr id="18" name="Subtitle">
            <a:extLst>
              <a:ext uri="{FF2B5EF4-FFF2-40B4-BE49-F238E27FC236}">
                <a16:creationId xmlns:a16="http://schemas.microsoft.com/office/drawing/2014/main" id="{C85A1636-E33D-4640-A4BA-89E2008C1ED4}"/>
              </a:ext>
            </a:extLst>
          </p:cNvPr>
          <p:cNvSpPr>
            <a:spLocks noGrp="1"/>
          </p:cNvSpPr>
          <p:nvPr>
            <p:ph type="subTitle" idx="1"/>
            <p:custDataLst>
              <p:tags r:id="rId4"/>
            </p:custDataLst>
          </p:nvPr>
        </p:nvSpPr>
        <p:spPr bwMode="ltGray">
          <a:xfrm>
            <a:off x="551941" y="4487784"/>
            <a:ext cx="4075477" cy="307777"/>
          </a:xfrm>
          <a:prstGeom prst="rect">
            <a:avLst/>
          </a:prstGeo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0" tIns="0" rIns="0" bIns="0" rtlCol="0" anchor="t" anchorCtr="0">
            <a:spAutoFit/>
          </a:bodyPr>
          <a:lstStyle>
            <a:lvl1pPr>
              <a:defRPr lang="en-US" sz="2000" dirty="0">
                <a:solidFill>
                  <a:schemeClr val="bg1"/>
                </a:solidFill>
              </a:defRPr>
            </a:lvl1pPr>
          </a:lstStyle>
          <a:p>
            <a:pPr lvl="0">
              <a:buNone/>
            </a:pPr>
            <a:r>
              <a:rPr lang="en-US"/>
              <a:t>Click to edit Master subtitle style</a:t>
            </a:r>
          </a:p>
        </p:txBody>
      </p:sp>
      <p:sp>
        <p:nvSpPr>
          <p:cNvPr id="20" name="Title">
            <a:extLst>
              <a:ext uri="{FF2B5EF4-FFF2-40B4-BE49-F238E27FC236}">
                <a16:creationId xmlns:a16="http://schemas.microsoft.com/office/drawing/2014/main" id="{AA4E4E19-7239-46DA-AE24-CE9556C9BE7D}"/>
              </a:ext>
            </a:extLst>
          </p:cNvPr>
          <p:cNvSpPr>
            <a:spLocks noGrp="1"/>
          </p:cNvSpPr>
          <p:nvPr>
            <p:ph type="title"/>
            <p:custDataLst>
              <p:tags r:id="rId5"/>
            </p:custDataLst>
          </p:nvPr>
        </p:nvSpPr>
        <p:spPr bwMode="ltGray">
          <a:xfrm>
            <a:off x="551941" y="3012521"/>
            <a:ext cx="4075477" cy="1354217"/>
          </a:xfrm>
          <a:prstGeom prst="rect">
            <a:avLst/>
          </a:prstGeo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0" tIns="0" rIns="0" bIns="0" rtlCol="0" anchor="b" anchorCtr="0">
            <a:normAutofit/>
          </a:bodyPr>
          <a:lstStyle>
            <a:lvl1pPr>
              <a:defRPr lang="en-US" sz="4400" dirty="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pic>
        <p:nvPicPr>
          <p:cNvPr id="58" name="Picture 57">
            <a:extLst>
              <a:ext uri="{FF2B5EF4-FFF2-40B4-BE49-F238E27FC236}">
                <a16:creationId xmlns:a16="http://schemas.microsoft.com/office/drawing/2014/main" id="{3B0C58A9-0B18-491B-BA32-F6683372E4C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0">
            <a:extLst>
              <a:ext uri="{BEBA8EAE-BF5A-486C-A8C5-ECC9F3942E4B}">
                <a14:imgProps xmlns:a14="http://schemas.microsoft.com/office/drawing/2010/main">
                  <a14:imgLayer r:embed="rId11">
                    <a14:imgEffect>
                      <a14:brightnessContrast bright="100000"/>
                    </a14:imgEffect>
                  </a14:imgLayer>
                </a14:imgProps>
              </a:ext>
            </a:extLst>
          </a:blip>
          <a:srcRect l="7197" t="19954" r="7424" b="21932"/>
          <a:stretch/>
        </p:blipFill>
        <p:spPr>
          <a:xfrm>
            <a:off x="609600" y="556426"/>
            <a:ext cx="2277530" cy="86089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41892750"/>
      </p:ext>
    </p:extLst>
  </p:cSld>
  <p:clrMapOvr>
    <a:masterClrMapping/>
  </p:clrMapOvr>
</p:sldLayout>
</file>

<file path=ppt/slideLayouts/slideLayout12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Content - title only - no foo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930CF4F-91F5-4252-9F54-B7E4E7906984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2AD60A62-D79C-4E7D-8F8E-8A07D848AD24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2" name="Title 1">
            <a:extLst>
              <a:ext uri="{FF2B5EF4-FFF2-40B4-BE49-F238E27FC236}">
                <a16:creationId xmlns:a16="http://schemas.microsoft.com/office/drawing/2014/main" id="{6885BFB3-E4D4-458A-9775-FB7D052D90C0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74353" y="501882"/>
            <a:ext cx="11441529" cy="346249"/>
          </a:xfrm>
        </p:spPr>
        <p:txBody>
          <a:bodyPr anchor="b"/>
          <a:lstStyle>
            <a:lvl1pPr>
              <a:defRPr/>
            </a:lvl1pPr>
          </a:lstStyle>
          <a:p>
            <a:r>
              <a:rPr lang="en-US"/>
              <a:t>Click to edit slide title</a:t>
            </a:r>
          </a:p>
        </p:txBody>
      </p:sp>
      <p:sp>
        <p:nvSpPr>
          <p:cNvPr id="13" name="Subtitle 2">
            <a:extLst>
              <a:ext uri="{FF2B5EF4-FFF2-40B4-BE49-F238E27FC236}">
                <a16:creationId xmlns:a16="http://schemas.microsoft.com/office/drawing/2014/main" id="{4A7FCE2D-D85A-43BA-BE8C-ED9F686E68B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374353" y="241237"/>
            <a:ext cx="3670140" cy="208416"/>
          </a:xfrm>
        </p:spPr>
        <p:txBody>
          <a:bodyPr wrap="square" tIns="54000" anchor="t">
            <a:spAutoFit/>
          </a:bodyPr>
          <a:lstStyle>
            <a:lvl1pPr marL="0" indent="0" algn="l">
              <a:lnSpc>
                <a:spcPct val="100000"/>
              </a:lnSpc>
              <a:buNone/>
              <a:defRPr sz="1000" b="1" cap="all" baseline="0">
                <a:solidFill>
                  <a:schemeClr val="tx2"/>
                </a:solidFill>
              </a:defRPr>
            </a:lvl1pPr>
            <a:lvl2pPr marL="457154" indent="0" algn="ctr">
              <a:buNone/>
              <a:defRPr sz="2000"/>
            </a:lvl2pPr>
            <a:lvl3pPr marL="914309" indent="0" algn="ctr">
              <a:buNone/>
              <a:defRPr sz="1800"/>
            </a:lvl3pPr>
            <a:lvl4pPr marL="1371463" indent="0" algn="ctr">
              <a:buNone/>
              <a:defRPr sz="1600"/>
            </a:lvl4pPr>
            <a:lvl5pPr marL="1828617" indent="0" algn="ctr">
              <a:buNone/>
              <a:defRPr sz="1600"/>
            </a:lvl5pPr>
            <a:lvl6pPr marL="2285771" indent="0" algn="ctr">
              <a:buNone/>
              <a:defRPr sz="1600"/>
            </a:lvl6pPr>
            <a:lvl7pPr marL="2742926" indent="0" algn="ctr">
              <a:buNone/>
              <a:defRPr sz="1600"/>
            </a:lvl7pPr>
            <a:lvl8pPr marL="3200080" indent="0" algn="ctr">
              <a:buNone/>
              <a:defRPr sz="1600"/>
            </a:lvl8pPr>
            <a:lvl9pPr marL="3657234" indent="0" algn="ctr">
              <a:buNone/>
              <a:defRPr sz="1600"/>
            </a:lvl9pPr>
          </a:lstStyle>
          <a:p>
            <a:r>
              <a:rPr lang="en-US"/>
              <a:t>Click to Edit slide header</a:t>
            </a:r>
          </a:p>
        </p:txBody>
      </p:sp>
      <p:sp>
        <p:nvSpPr>
          <p:cNvPr id="17" name="Text Placeholder 16">
            <a:extLst>
              <a:ext uri="{FF2B5EF4-FFF2-40B4-BE49-F238E27FC236}">
                <a16:creationId xmlns:a16="http://schemas.microsoft.com/office/drawing/2014/main" id="{5ACBA25A-8C5C-46D9-9582-E45E56937537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375015" y="900360"/>
            <a:ext cx="11447463" cy="204671"/>
          </a:xfrm>
        </p:spPr>
        <p:txBody>
          <a:bodyPr/>
          <a:lstStyle>
            <a:lvl1pPr>
              <a:defRPr sz="1400">
                <a:solidFill>
                  <a:schemeClr val="accent1"/>
                </a:solidFill>
              </a:defRPr>
            </a:lvl1pPr>
          </a:lstStyle>
          <a:p>
            <a:pPr lvl="0"/>
            <a:r>
              <a:rPr lang="en-GB" sz="1400"/>
              <a:t>Click to edit strapline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618394058"/>
      </p:ext>
    </p:extLst>
  </p:cSld>
  <p:clrMapOvr>
    <a:masterClrMapping/>
  </p:clrMapOvr>
</p:sldLayout>
</file>

<file path=ppt/slideLayouts/slideLayout12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 Column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B059E7DC-CA48-EA48-9A74-4948465CD3C4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1371600" y="2468878"/>
            <a:ext cx="2743200" cy="36576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Text Placeholder 5">
            <a:extLst>
              <a:ext uri="{FF2B5EF4-FFF2-40B4-BE49-F238E27FC236}">
                <a16:creationId xmlns:a16="http://schemas.microsoft.com/office/drawing/2014/main" id="{FD302041-278B-E541-A2F8-B3C818F3665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5029200" y="2468880"/>
            <a:ext cx="2743200" cy="36576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C59F7DCC-CE37-2248-AB86-59685FC9AD98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371600" y="1828800"/>
            <a:ext cx="2743200" cy="548640"/>
          </a:xfrm>
        </p:spPr>
        <p:txBody>
          <a:bodyPr/>
          <a:lstStyle>
            <a:lvl1pPr>
              <a:lnSpc>
                <a:spcPct val="90000"/>
              </a:lnSpc>
              <a:spcBef>
                <a:spcPts val="0"/>
              </a:spcBef>
              <a:defRPr b="1" i="0" cap="none" baseline="0">
                <a:solidFill>
                  <a:srgbClr val="A100FF"/>
                </a:solidFill>
                <a:latin typeface="Graphik Semibold" panose="020B0503030202060203" pitchFamily="34" charset="77"/>
              </a:defRPr>
            </a:lvl1pPr>
          </a:lstStyle>
          <a:p>
            <a:pPr lvl="0"/>
            <a:r>
              <a:rPr lang="en-US"/>
              <a:t>INSERT SUB-TITLE IN ALL CAPS</a:t>
            </a:r>
          </a:p>
        </p:txBody>
      </p:sp>
      <p:sp>
        <p:nvSpPr>
          <p:cNvPr id="9" name="Text Placeholder 7">
            <a:extLst>
              <a:ext uri="{FF2B5EF4-FFF2-40B4-BE49-F238E27FC236}">
                <a16:creationId xmlns:a16="http://schemas.microsoft.com/office/drawing/2014/main" id="{BA6EFC5F-0FC3-3744-B6A5-6FA3E40E10ED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5029200" y="1828800"/>
            <a:ext cx="2743200" cy="548640"/>
          </a:xfrm>
        </p:spPr>
        <p:txBody>
          <a:bodyPr/>
          <a:lstStyle>
            <a:lvl1pPr>
              <a:lnSpc>
                <a:spcPct val="90000"/>
              </a:lnSpc>
              <a:spcBef>
                <a:spcPts val="0"/>
              </a:spcBef>
              <a:defRPr b="1" i="0" cap="none" baseline="0">
                <a:solidFill>
                  <a:srgbClr val="A100FF"/>
                </a:solidFill>
                <a:latin typeface="Graphik Semibold" panose="020B0503030202060203" pitchFamily="34" charset="77"/>
              </a:defRPr>
            </a:lvl1pPr>
          </a:lstStyle>
          <a:p>
            <a:pPr lvl="0"/>
            <a:r>
              <a:rPr lang="en-US"/>
              <a:t>INSERT SUB-TITLE IN ALL CAPS</a:t>
            </a:r>
          </a:p>
        </p:txBody>
      </p:sp>
      <p:sp>
        <p:nvSpPr>
          <p:cNvPr id="10" name="Text Placeholder 5">
            <a:extLst>
              <a:ext uri="{FF2B5EF4-FFF2-40B4-BE49-F238E27FC236}">
                <a16:creationId xmlns:a16="http://schemas.microsoft.com/office/drawing/2014/main" id="{C1548EE5-5E99-C941-9FEA-B1D02BBE5A2D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8686800" y="2468880"/>
            <a:ext cx="2743200" cy="36576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1" name="Text Placeholder 7">
            <a:extLst>
              <a:ext uri="{FF2B5EF4-FFF2-40B4-BE49-F238E27FC236}">
                <a16:creationId xmlns:a16="http://schemas.microsoft.com/office/drawing/2014/main" id="{93BE6FEE-4470-0D46-ACB9-31C6A5F6A96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686800" y="1828800"/>
            <a:ext cx="2743200" cy="548640"/>
          </a:xfrm>
        </p:spPr>
        <p:txBody>
          <a:bodyPr/>
          <a:lstStyle>
            <a:lvl1pPr>
              <a:lnSpc>
                <a:spcPct val="90000"/>
              </a:lnSpc>
              <a:spcBef>
                <a:spcPts val="0"/>
              </a:spcBef>
              <a:defRPr b="1" i="0" cap="none" baseline="0">
                <a:solidFill>
                  <a:srgbClr val="A100FF"/>
                </a:solidFill>
                <a:latin typeface="Graphik Semibold" panose="020B0503030202060203" pitchFamily="34" charset="77"/>
              </a:defRPr>
            </a:lvl1pPr>
          </a:lstStyle>
          <a:p>
            <a:pPr lvl="0"/>
            <a:r>
              <a:rPr lang="en-US"/>
              <a:t>INSERT SUB-TITLE IN ALL CAPS</a:t>
            </a:r>
          </a:p>
        </p:txBody>
      </p:sp>
      <p:sp>
        <p:nvSpPr>
          <p:cNvPr id="12" name="Text Placeholder 4">
            <a:extLst>
              <a:ext uri="{FF2B5EF4-FFF2-40B4-BE49-F238E27FC236}">
                <a16:creationId xmlns:a16="http://schemas.microsoft.com/office/drawing/2014/main" id="{BF8E4B07-A5CB-8D41-83F9-2CBDCA250C7B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640080" y="1076480"/>
            <a:ext cx="10972800" cy="284490"/>
          </a:xfrm>
        </p:spPr>
        <p:txBody>
          <a:bodyPr/>
          <a:lstStyle>
            <a:lvl1pPr>
              <a:defRPr b="1">
                <a:solidFill>
                  <a:schemeClr val="tx2"/>
                </a:solidFill>
              </a:defRPr>
            </a:lvl1pPr>
          </a:lstStyle>
          <a:p>
            <a:pPr lvl="0"/>
            <a:r>
              <a:rPr lang="en-US"/>
              <a:t>Click to enter sub-title (or leave blank)</a:t>
            </a:r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80AF7CC0-4040-9F4C-9826-436CE1DC0779}"/>
              </a:ext>
            </a:extLst>
          </p:cNvPr>
          <p:cNvSpPr>
            <a:spLocks noGrp="1"/>
          </p:cNvSpPr>
          <p:nvPr>
            <p:ph type="dt" sz="half" idx="18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932DF331-0B3A-7348-9339-3438EB44D598}"/>
              </a:ext>
            </a:extLst>
          </p:cNvPr>
          <p:cNvSpPr>
            <a:spLocks noGrp="1"/>
          </p:cNvSpPr>
          <p:nvPr>
            <p:ph type="ftr" sz="quarter" idx="19"/>
          </p:nvPr>
        </p:nvSpPr>
        <p:spPr/>
        <p:txBody>
          <a:bodyPr/>
          <a:lstStyle/>
          <a:p>
            <a:pPr defTabSz="228603">
              <a:spcAft>
                <a:spcPts val="1200"/>
              </a:spcAft>
              <a:defRPr/>
            </a:pPr>
            <a:r>
              <a:rPr lang="en-US"/>
              <a:t>Playbook 2 / Lean Portfolio Management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45BC6CE-552A-1745-A424-DBF8D6940B66}"/>
              </a:ext>
            </a:extLst>
          </p:cNvPr>
          <p:cNvSpPr>
            <a:spLocks noGrp="1"/>
          </p:cNvSpPr>
          <p:nvPr>
            <p:ph type="sldNum" sz="quarter" idx="20"/>
          </p:nvPr>
        </p:nvSpPr>
        <p:spPr/>
        <p:txBody>
          <a:bodyPr/>
          <a:lstStyle/>
          <a:p>
            <a:fld id="{1F90F471-3972-4120-B8B3-0237DE626C35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5" name="Title 4">
            <a:extLst>
              <a:ext uri="{FF2B5EF4-FFF2-40B4-BE49-F238E27FC236}">
                <a16:creationId xmlns:a16="http://schemas.microsoft.com/office/drawing/2014/main" id="{8412DB75-2D11-264A-A0F1-CD8BD401A91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3626438777"/>
      </p:ext>
    </p:extLst>
  </p:cSld>
  <p:clrMapOvr>
    <a:masterClrMapping/>
  </p:clrMapOvr>
</p:sldLayout>
</file>

<file path=ppt/slideLayouts/slideLayout12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3">
            <a:extLst>
              <a:ext uri="{FF2B5EF4-FFF2-40B4-BE49-F238E27FC236}">
                <a16:creationId xmlns:a16="http://schemas.microsoft.com/office/drawing/2014/main" id="{14C875A0-8D13-4B5A-A5C7-608556CDF0F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81007" y="384048"/>
            <a:ext cx="10871194" cy="473816"/>
          </a:xfrm>
        </p:spPr>
        <p:txBody>
          <a:bodyPr tIns="45720" anchor="t" anchorCtr="0">
            <a:noAutofit/>
          </a:bodyPr>
          <a:lstStyle>
            <a:lvl1pPr>
              <a:lnSpc>
                <a:spcPct val="85000"/>
              </a:lnSpc>
              <a:defRPr sz="3200" b="1" cap="none">
                <a:solidFill>
                  <a:srgbClr val="2F5597"/>
                </a:solidFill>
                <a:latin typeface="Arial" panose="020B0604020202020204" pitchFamily="34" charset="0"/>
              </a:defRPr>
            </a:lvl1pPr>
          </a:lstStyle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61C7D92-FF2B-4E48-BE65-F37F5E54CEC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607879" y="6592827"/>
            <a:ext cx="125034" cy="123111"/>
          </a:xfrm>
          <a:prstGeom prst="rect">
            <a:avLst/>
          </a:prstGeom>
        </p:spPr>
        <p:txBody>
          <a:bodyPr vert="horz" wrap="none" lIns="0" tIns="0" rIns="0" bIns="0" rtlCol="0" anchor="ctr">
            <a:spAutoFit/>
          </a:bodyPr>
          <a:lstStyle>
            <a:lvl1pPr marL="0" algn="ctr" defTabSz="914400" rtl="0" eaLnBrk="1" latinLnBrk="0" hangingPunct="1">
              <a:defRPr lang="en-US" sz="800" kern="1200" baseline="0" smtClean="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</a:lstStyle>
          <a:p>
            <a:fld id="{7505E45A-03BB-464B-8278-1A9522AE72B1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36395883"/>
      </p:ext>
    </p:extLst>
  </p:cSld>
  <p:clrMapOvr>
    <a:masterClrMapping/>
  </p:clrMapOvr>
</p:sldLayout>
</file>

<file path=ppt/slideLayouts/slideLayout12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 Column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2">
            <a:extLst>
              <a:ext uri="{FF2B5EF4-FFF2-40B4-BE49-F238E27FC236}">
                <a16:creationId xmlns:a16="http://schemas.microsoft.com/office/drawing/2014/main" id="{4D53D27E-5392-254B-9FD6-6E0C1FCF705F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40080" y="1554480"/>
            <a:ext cx="10972800" cy="4572000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/>
          <a:p>
            <a:pPr lvl="0"/>
            <a:r>
              <a:rPr lang="en-US"/>
              <a:t>First level (bullet 20pt)</a:t>
            </a:r>
          </a:p>
          <a:p>
            <a:pPr lvl="1"/>
            <a:r>
              <a:rPr lang="en-US"/>
              <a:t>Second level (bullet 20pt)</a:t>
            </a:r>
          </a:p>
          <a:p>
            <a:pPr lvl="2"/>
            <a:r>
              <a:rPr lang="en-US"/>
              <a:t>Third level (bullet 20pt)</a:t>
            </a:r>
          </a:p>
          <a:p>
            <a:pPr lvl="3"/>
            <a:r>
              <a:rPr lang="en-US"/>
              <a:t>Fourth level (bullet 18pt)</a:t>
            </a:r>
          </a:p>
          <a:p>
            <a:pPr lvl="4"/>
            <a:r>
              <a:rPr lang="en-US"/>
              <a:t>Fifth level (bullet 18pt)</a:t>
            </a:r>
          </a:p>
          <a:p>
            <a:pPr lvl="5"/>
            <a:r>
              <a:rPr lang="en-US"/>
              <a:t>Sixth level (copy 16pt)</a:t>
            </a:r>
          </a:p>
          <a:p>
            <a:pPr lvl="6"/>
            <a:r>
              <a:rPr lang="en-US"/>
              <a:t>Seventh level (small copy 12pt)</a:t>
            </a:r>
          </a:p>
          <a:p>
            <a:pPr lvl="7"/>
            <a:r>
              <a:rPr lang="en-US"/>
              <a:t>EIGHT LEVEL (DESCRIPTOR 10PT)</a:t>
            </a:r>
          </a:p>
          <a:p>
            <a:pPr lvl="8"/>
            <a:r>
              <a:rPr lang="en-US"/>
              <a:t>Ninth level (footer 8pt)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D7CB69E8-B407-9C46-AB14-05B87A077F3C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640080" y="1076480"/>
            <a:ext cx="10972800" cy="284490"/>
          </a:xfrm>
        </p:spPr>
        <p:txBody>
          <a:bodyPr/>
          <a:lstStyle>
            <a:lvl1pPr>
              <a:defRPr b="1">
                <a:solidFill>
                  <a:schemeClr val="tx2"/>
                </a:solidFill>
              </a:defRPr>
            </a:lvl1pPr>
          </a:lstStyle>
          <a:p>
            <a:pPr lvl="0"/>
            <a:r>
              <a:rPr lang="en-US"/>
              <a:t>Click to enter sub-title (or leave blank)</a:t>
            </a:r>
          </a:p>
        </p:txBody>
      </p:sp>
      <p:sp>
        <p:nvSpPr>
          <p:cNvPr id="6" name="Date Placeholder 5">
            <a:extLst>
              <a:ext uri="{FF2B5EF4-FFF2-40B4-BE49-F238E27FC236}">
                <a16:creationId xmlns:a16="http://schemas.microsoft.com/office/drawing/2014/main" id="{BE275479-AEE0-A841-B060-89D41E1D0308}"/>
              </a:ext>
            </a:extLst>
          </p:cNvPr>
          <p:cNvSpPr>
            <a:spLocks noGrp="1"/>
          </p:cNvSpPr>
          <p:nvPr>
            <p:ph type="dt" sz="half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Footer Placeholder 6">
            <a:extLst>
              <a:ext uri="{FF2B5EF4-FFF2-40B4-BE49-F238E27FC236}">
                <a16:creationId xmlns:a16="http://schemas.microsoft.com/office/drawing/2014/main" id="{F5BB1583-56CB-6543-97AE-D65F620A54F5}"/>
              </a:ext>
            </a:extLst>
          </p:cNvPr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pPr defTabSz="228603">
              <a:spcAft>
                <a:spcPts val="1200"/>
              </a:spcAft>
              <a:defRPr/>
            </a:pPr>
            <a:r>
              <a:rPr lang="en-US"/>
              <a:t>Playbook 2 / Lean Portfolio Management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A2B3F3A6-63E6-2E44-86AF-23180993AAE7}"/>
              </a:ext>
            </a:extLst>
          </p:cNvPr>
          <p:cNvSpPr>
            <a:spLocks noGrp="1"/>
          </p:cNvSpPr>
          <p:nvPr>
            <p:ph type="sldNum" sz="quarter" idx="13"/>
          </p:nvPr>
        </p:nvSpPr>
        <p:spPr/>
        <p:txBody>
          <a:bodyPr/>
          <a:lstStyle/>
          <a:p>
            <a:fld id="{1F90F471-3972-4120-B8B3-0237DE626C35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9" name="Title 8">
            <a:extLst>
              <a:ext uri="{FF2B5EF4-FFF2-40B4-BE49-F238E27FC236}">
                <a16:creationId xmlns:a16="http://schemas.microsoft.com/office/drawing/2014/main" id="{8D141D2F-A271-2D48-B8BD-ECFC98FF252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1993468477"/>
      </p:ext>
    </p:extLst>
  </p:cSld>
  <p:clrMapOvr>
    <a:masterClrMapping/>
  </p:clrMapOvr>
</p:sldLayout>
</file>

<file path=ppt/slideLayouts/slideLayout12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Content - title only - no foo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3793569-3587-4BA8-B8C1-5953DA9559D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74352" y="878400"/>
            <a:ext cx="11441529" cy="346249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slide title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930CF4F-91F5-4252-9F54-B7E4E7906984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2AD60A62-D79C-4E7D-8F8E-8A07D848AD24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6" name="Subtitle 2">
            <a:extLst>
              <a:ext uri="{FF2B5EF4-FFF2-40B4-BE49-F238E27FC236}">
                <a16:creationId xmlns:a16="http://schemas.microsoft.com/office/drawing/2014/main" id="{B5951E3F-CAF6-4EC8-8BCC-41AAB1B475E5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374351" y="442571"/>
            <a:ext cx="3670140" cy="208416"/>
          </a:xfrm>
        </p:spPr>
        <p:txBody>
          <a:bodyPr wrap="square" tIns="54000" anchor="b">
            <a:spAutoFit/>
          </a:bodyPr>
          <a:lstStyle>
            <a:lvl1pPr marL="0" indent="0" algn="l">
              <a:lnSpc>
                <a:spcPct val="100000"/>
              </a:lnSpc>
              <a:buNone/>
              <a:defRPr sz="1000" b="1" cap="all" baseline="0">
                <a:solidFill>
                  <a:schemeClr val="tx2"/>
                </a:solidFill>
              </a:defRPr>
            </a:lvl1pPr>
            <a:lvl2pPr marL="457154" indent="0" algn="ctr">
              <a:buNone/>
              <a:defRPr sz="2000"/>
            </a:lvl2pPr>
            <a:lvl3pPr marL="914309" indent="0" algn="ctr">
              <a:buNone/>
              <a:defRPr sz="1800"/>
            </a:lvl3pPr>
            <a:lvl4pPr marL="1371463" indent="0" algn="ctr">
              <a:buNone/>
              <a:defRPr sz="1600"/>
            </a:lvl4pPr>
            <a:lvl5pPr marL="1828617" indent="0" algn="ctr">
              <a:buNone/>
              <a:defRPr sz="1600"/>
            </a:lvl5pPr>
            <a:lvl6pPr marL="2285771" indent="0" algn="ctr">
              <a:buNone/>
              <a:defRPr sz="1600"/>
            </a:lvl6pPr>
            <a:lvl7pPr marL="2742926" indent="0" algn="ctr">
              <a:buNone/>
              <a:defRPr sz="1600"/>
            </a:lvl7pPr>
            <a:lvl8pPr marL="3200080" indent="0" algn="ctr">
              <a:buNone/>
              <a:defRPr sz="1600"/>
            </a:lvl8pPr>
            <a:lvl9pPr marL="3657234" indent="0" algn="ctr">
              <a:buNone/>
              <a:defRPr sz="1600"/>
            </a:lvl9pPr>
          </a:lstStyle>
          <a:p>
            <a:r>
              <a:rPr lang="en-US"/>
              <a:t>Click to Edit slide header</a:t>
            </a:r>
          </a:p>
        </p:txBody>
      </p:sp>
    </p:spTree>
    <p:extLst>
      <p:ext uri="{BB962C8B-B14F-4D97-AF65-F5344CB8AC3E}">
        <p14:creationId xmlns:p14="http://schemas.microsoft.com/office/powerpoint/2010/main" val="960743049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26" Type="http://schemas.openxmlformats.org/officeDocument/2006/relationships/slideLayout" Target="../slideLayouts/slideLayout26.xml"/><Relationship Id="rId39" Type="http://schemas.openxmlformats.org/officeDocument/2006/relationships/slideLayout" Target="../slideLayouts/slideLayout39.xml"/><Relationship Id="rId21" Type="http://schemas.openxmlformats.org/officeDocument/2006/relationships/slideLayout" Target="../slideLayouts/slideLayout21.xml"/><Relationship Id="rId34" Type="http://schemas.openxmlformats.org/officeDocument/2006/relationships/slideLayout" Target="../slideLayouts/slideLayout34.xml"/><Relationship Id="rId42" Type="http://schemas.openxmlformats.org/officeDocument/2006/relationships/slideLayout" Target="../slideLayouts/slideLayout42.xml"/><Relationship Id="rId47" Type="http://schemas.openxmlformats.org/officeDocument/2006/relationships/slideLayout" Target="../slideLayouts/slideLayout47.xml"/><Relationship Id="rId50" Type="http://schemas.openxmlformats.org/officeDocument/2006/relationships/slideLayout" Target="../slideLayouts/slideLayout50.xml"/><Relationship Id="rId55" Type="http://schemas.openxmlformats.org/officeDocument/2006/relationships/slideLayout" Target="../slideLayouts/slideLayout55.xml"/><Relationship Id="rId7" Type="http://schemas.openxmlformats.org/officeDocument/2006/relationships/slideLayout" Target="../slideLayouts/slideLayout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9" Type="http://schemas.openxmlformats.org/officeDocument/2006/relationships/slideLayout" Target="../slideLayouts/slideLayout29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32" Type="http://schemas.openxmlformats.org/officeDocument/2006/relationships/slideLayout" Target="../slideLayouts/slideLayout32.xml"/><Relationship Id="rId37" Type="http://schemas.openxmlformats.org/officeDocument/2006/relationships/slideLayout" Target="../slideLayouts/slideLayout37.xml"/><Relationship Id="rId40" Type="http://schemas.openxmlformats.org/officeDocument/2006/relationships/slideLayout" Target="../slideLayouts/slideLayout40.xml"/><Relationship Id="rId45" Type="http://schemas.openxmlformats.org/officeDocument/2006/relationships/slideLayout" Target="../slideLayouts/slideLayout45.xml"/><Relationship Id="rId53" Type="http://schemas.openxmlformats.org/officeDocument/2006/relationships/slideLayout" Target="../slideLayouts/slideLayout53.xml"/><Relationship Id="rId58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Relationship Id="rId27" Type="http://schemas.openxmlformats.org/officeDocument/2006/relationships/slideLayout" Target="../slideLayouts/slideLayout27.xml"/><Relationship Id="rId30" Type="http://schemas.openxmlformats.org/officeDocument/2006/relationships/slideLayout" Target="../slideLayouts/slideLayout30.xml"/><Relationship Id="rId35" Type="http://schemas.openxmlformats.org/officeDocument/2006/relationships/slideLayout" Target="../slideLayouts/slideLayout35.xml"/><Relationship Id="rId43" Type="http://schemas.openxmlformats.org/officeDocument/2006/relationships/slideLayout" Target="../slideLayouts/slideLayout43.xml"/><Relationship Id="rId48" Type="http://schemas.openxmlformats.org/officeDocument/2006/relationships/slideLayout" Target="../slideLayouts/slideLayout48.xml"/><Relationship Id="rId56" Type="http://schemas.openxmlformats.org/officeDocument/2006/relationships/slideLayout" Target="../slideLayouts/slideLayout56.xml"/><Relationship Id="rId8" Type="http://schemas.openxmlformats.org/officeDocument/2006/relationships/slideLayout" Target="../slideLayouts/slideLayout8.xml"/><Relationship Id="rId51" Type="http://schemas.openxmlformats.org/officeDocument/2006/relationships/slideLayout" Target="../slideLayouts/slideLayout51.xml"/><Relationship Id="rId3" Type="http://schemas.openxmlformats.org/officeDocument/2006/relationships/slideLayout" Target="../slideLayouts/slideLayout3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33" Type="http://schemas.openxmlformats.org/officeDocument/2006/relationships/slideLayout" Target="../slideLayouts/slideLayout33.xml"/><Relationship Id="rId38" Type="http://schemas.openxmlformats.org/officeDocument/2006/relationships/slideLayout" Target="../slideLayouts/slideLayout38.xml"/><Relationship Id="rId46" Type="http://schemas.openxmlformats.org/officeDocument/2006/relationships/slideLayout" Target="../slideLayouts/slideLayout46.xml"/><Relationship Id="rId20" Type="http://schemas.openxmlformats.org/officeDocument/2006/relationships/slideLayout" Target="../slideLayouts/slideLayout20.xml"/><Relationship Id="rId41" Type="http://schemas.openxmlformats.org/officeDocument/2006/relationships/slideLayout" Target="../slideLayouts/slideLayout41.xml"/><Relationship Id="rId54" Type="http://schemas.openxmlformats.org/officeDocument/2006/relationships/slideLayout" Target="../slideLayouts/slideLayout54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28" Type="http://schemas.openxmlformats.org/officeDocument/2006/relationships/slideLayout" Target="../slideLayouts/slideLayout28.xml"/><Relationship Id="rId36" Type="http://schemas.openxmlformats.org/officeDocument/2006/relationships/slideLayout" Target="../slideLayouts/slideLayout36.xml"/><Relationship Id="rId49" Type="http://schemas.openxmlformats.org/officeDocument/2006/relationships/slideLayout" Target="../slideLayouts/slideLayout49.xml"/><Relationship Id="rId57" Type="http://schemas.openxmlformats.org/officeDocument/2006/relationships/slideLayout" Target="../slideLayouts/slideLayout57.xml"/><Relationship Id="rId10" Type="http://schemas.openxmlformats.org/officeDocument/2006/relationships/slideLayout" Target="../slideLayouts/slideLayout10.xml"/><Relationship Id="rId31" Type="http://schemas.openxmlformats.org/officeDocument/2006/relationships/slideLayout" Target="../slideLayouts/slideLayout31.xml"/><Relationship Id="rId44" Type="http://schemas.openxmlformats.org/officeDocument/2006/relationships/slideLayout" Target="../slideLayouts/slideLayout44.xml"/><Relationship Id="rId52" Type="http://schemas.openxmlformats.org/officeDocument/2006/relationships/slideLayout" Target="../slideLayouts/slideLayout52.xml"/></Relationships>
</file>

<file path=ppt/slideMasters/_rels/slideMaster2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70.xml"/><Relationship Id="rId18" Type="http://schemas.openxmlformats.org/officeDocument/2006/relationships/slideLayout" Target="../slideLayouts/slideLayout75.xml"/><Relationship Id="rId26" Type="http://schemas.openxmlformats.org/officeDocument/2006/relationships/slideLayout" Target="../slideLayouts/slideLayout83.xml"/><Relationship Id="rId39" Type="http://schemas.openxmlformats.org/officeDocument/2006/relationships/slideLayout" Target="../slideLayouts/slideLayout96.xml"/><Relationship Id="rId21" Type="http://schemas.openxmlformats.org/officeDocument/2006/relationships/slideLayout" Target="../slideLayouts/slideLayout78.xml"/><Relationship Id="rId34" Type="http://schemas.openxmlformats.org/officeDocument/2006/relationships/slideLayout" Target="../slideLayouts/slideLayout91.xml"/><Relationship Id="rId7" Type="http://schemas.openxmlformats.org/officeDocument/2006/relationships/slideLayout" Target="../slideLayouts/slideLayout64.xml"/><Relationship Id="rId12" Type="http://schemas.openxmlformats.org/officeDocument/2006/relationships/slideLayout" Target="../slideLayouts/slideLayout69.xml"/><Relationship Id="rId17" Type="http://schemas.openxmlformats.org/officeDocument/2006/relationships/slideLayout" Target="../slideLayouts/slideLayout74.xml"/><Relationship Id="rId25" Type="http://schemas.openxmlformats.org/officeDocument/2006/relationships/slideLayout" Target="../slideLayouts/slideLayout82.xml"/><Relationship Id="rId33" Type="http://schemas.openxmlformats.org/officeDocument/2006/relationships/slideLayout" Target="../slideLayouts/slideLayout90.xml"/><Relationship Id="rId38" Type="http://schemas.openxmlformats.org/officeDocument/2006/relationships/slideLayout" Target="../slideLayouts/slideLayout95.xml"/><Relationship Id="rId2" Type="http://schemas.openxmlformats.org/officeDocument/2006/relationships/slideLayout" Target="../slideLayouts/slideLayout59.xml"/><Relationship Id="rId16" Type="http://schemas.openxmlformats.org/officeDocument/2006/relationships/slideLayout" Target="../slideLayouts/slideLayout73.xml"/><Relationship Id="rId20" Type="http://schemas.openxmlformats.org/officeDocument/2006/relationships/slideLayout" Target="../slideLayouts/slideLayout77.xml"/><Relationship Id="rId29" Type="http://schemas.openxmlformats.org/officeDocument/2006/relationships/slideLayout" Target="../slideLayouts/slideLayout86.xml"/><Relationship Id="rId1" Type="http://schemas.openxmlformats.org/officeDocument/2006/relationships/slideLayout" Target="../slideLayouts/slideLayout58.xml"/><Relationship Id="rId6" Type="http://schemas.openxmlformats.org/officeDocument/2006/relationships/slideLayout" Target="../slideLayouts/slideLayout63.xml"/><Relationship Id="rId11" Type="http://schemas.openxmlformats.org/officeDocument/2006/relationships/slideLayout" Target="../slideLayouts/slideLayout68.xml"/><Relationship Id="rId24" Type="http://schemas.openxmlformats.org/officeDocument/2006/relationships/slideLayout" Target="../slideLayouts/slideLayout81.xml"/><Relationship Id="rId32" Type="http://schemas.openxmlformats.org/officeDocument/2006/relationships/slideLayout" Target="../slideLayouts/slideLayout89.xml"/><Relationship Id="rId37" Type="http://schemas.openxmlformats.org/officeDocument/2006/relationships/slideLayout" Target="../slideLayouts/slideLayout94.xml"/><Relationship Id="rId40" Type="http://schemas.openxmlformats.org/officeDocument/2006/relationships/theme" Target="../theme/theme2.xml"/><Relationship Id="rId5" Type="http://schemas.openxmlformats.org/officeDocument/2006/relationships/slideLayout" Target="../slideLayouts/slideLayout62.xml"/><Relationship Id="rId15" Type="http://schemas.openxmlformats.org/officeDocument/2006/relationships/slideLayout" Target="../slideLayouts/slideLayout72.xml"/><Relationship Id="rId23" Type="http://schemas.openxmlformats.org/officeDocument/2006/relationships/slideLayout" Target="../slideLayouts/slideLayout80.xml"/><Relationship Id="rId28" Type="http://schemas.openxmlformats.org/officeDocument/2006/relationships/slideLayout" Target="../slideLayouts/slideLayout85.xml"/><Relationship Id="rId36" Type="http://schemas.openxmlformats.org/officeDocument/2006/relationships/slideLayout" Target="../slideLayouts/slideLayout93.xml"/><Relationship Id="rId10" Type="http://schemas.openxmlformats.org/officeDocument/2006/relationships/slideLayout" Target="../slideLayouts/slideLayout67.xml"/><Relationship Id="rId19" Type="http://schemas.openxmlformats.org/officeDocument/2006/relationships/slideLayout" Target="../slideLayouts/slideLayout76.xml"/><Relationship Id="rId31" Type="http://schemas.openxmlformats.org/officeDocument/2006/relationships/slideLayout" Target="../slideLayouts/slideLayout88.xml"/><Relationship Id="rId4" Type="http://schemas.openxmlformats.org/officeDocument/2006/relationships/slideLayout" Target="../slideLayouts/slideLayout61.xml"/><Relationship Id="rId9" Type="http://schemas.openxmlformats.org/officeDocument/2006/relationships/slideLayout" Target="../slideLayouts/slideLayout66.xml"/><Relationship Id="rId14" Type="http://schemas.openxmlformats.org/officeDocument/2006/relationships/slideLayout" Target="../slideLayouts/slideLayout71.xml"/><Relationship Id="rId22" Type="http://schemas.openxmlformats.org/officeDocument/2006/relationships/slideLayout" Target="../slideLayouts/slideLayout79.xml"/><Relationship Id="rId27" Type="http://schemas.openxmlformats.org/officeDocument/2006/relationships/slideLayout" Target="../slideLayouts/slideLayout84.xml"/><Relationship Id="rId30" Type="http://schemas.openxmlformats.org/officeDocument/2006/relationships/slideLayout" Target="../slideLayouts/slideLayout87.xml"/><Relationship Id="rId35" Type="http://schemas.openxmlformats.org/officeDocument/2006/relationships/slideLayout" Target="../slideLayouts/slideLayout92.xml"/><Relationship Id="rId8" Type="http://schemas.openxmlformats.org/officeDocument/2006/relationships/slideLayout" Target="../slideLayouts/slideLayout65.xml"/><Relationship Id="rId3" Type="http://schemas.openxmlformats.org/officeDocument/2006/relationships/slideLayout" Target="../slideLayouts/slideLayout60.xml"/></Relationships>
</file>

<file path=ppt/slideMasters/_rels/slideMaster3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09.xml"/><Relationship Id="rId18" Type="http://schemas.openxmlformats.org/officeDocument/2006/relationships/slideLayout" Target="../slideLayouts/slideLayout114.xml"/><Relationship Id="rId26" Type="http://schemas.openxmlformats.org/officeDocument/2006/relationships/slideLayout" Target="../slideLayouts/slideLayout122.xml"/><Relationship Id="rId21" Type="http://schemas.openxmlformats.org/officeDocument/2006/relationships/slideLayout" Target="../slideLayouts/slideLayout117.xml"/><Relationship Id="rId34" Type="http://schemas.openxmlformats.org/officeDocument/2006/relationships/theme" Target="../theme/theme3.xml"/><Relationship Id="rId7" Type="http://schemas.openxmlformats.org/officeDocument/2006/relationships/slideLayout" Target="../slideLayouts/slideLayout103.xml"/><Relationship Id="rId12" Type="http://schemas.openxmlformats.org/officeDocument/2006/relationships/slideLayout" Target="../slideLayouts/slideLayout108.xml"/><Relationship Id="rId17" Type="http://schemas.openxmlformats.org/officeDocument/2006/relationships/slideLayout" Target="../slideLayouts/slideLayout113.xml"/><Relationship Id="rId25" Type="http://schemas.openxmlformats.org/officeDocument/2006/relationships/slideLayout" Target="../slideLayouts/slideLayout121.xml"/><Relationship Id="rId33" Type="http://schemas.openxmlformats.org/officeDocument/2006/relationships/slideLayout" Target="../slideLayouts/slideLayout129.xml"/><Relationship Id="rId38" Type="http://schemas.openxmlformats.org/officeDocument/2006/relationships/image" Target="../media/image51.jpeg"/><Relationship Id="rId2" Type="http://schemas.openxmlformats.org/officeDocument/2006/relationships/slideLayout" Target="../slideLayouts/slideLayout98.xml"/><Relationship Id="rId16" Type="http://schemas.openxmlformats.org/officeDocument/2006/relationships/slideLayout" Target="../slideLayouts/slideLayout112.xml"/><Relationship Id="rId20" Type="http://schemas.openxmlformats.org/officeDocument/2006/relationships/slideLayout" Target="../slideLayouts/slideLayout116.xml"/><Relationship Id="rId29" Type="http://schemas.openxmlformats.org/officeDocument/2006/relationships/slideLayout" Target="../slideLayouts/slideLayout125.xml"/><Relationship Id="rId1" Type="http://schemas.openxmlformats.org/officeDocument/2006/relationships/slideLayout" Target="../slideLayouts/slideLayout97.xml"/><Relationship Id="rId6" Type="http://schemas.openxmlformats.org/officeDocument/2006/relationships/slideLayout" Target="../slideLayouts/slideLayout102.xml"/><Relationship Id="rId11" Type="http://schemas.openxmlformats.org/officeDocument/2006/relationships/slideLayout" Target="../slideLayouts/slideLayout107.xml"/><Relationship Id="rId24" Type="http://schemas.openxmlformats.org/officeDocument/2006/relationships/slideLayout" Target="../slideLayouts/slideLayout120.xml"/><Relationship Id="rId32" Type="http://schemas.openxmlformats.org/officeDocument/2006/relationships/slideLayout" Target="../slideLayouts/slideLayout128.xml"/><Relationship Id="rId37" Type="http://schemas.openxmlformats.org/officeDocument/2006/relationships/image" Target="../media/image50.emf"/><Relationship Id="rId5" Type="http://schemas.openxmlformats.org/officeDocument/2006/relationships/slideLayout" Target="../slideLayouts/slideLayout101.xml"/><Relationship Id="rId15" Type="http://schemas.openxmlformats.org/officeDocument/2006/relationships/slideLayout" Target="../slideLayouts/slideLayout111.xml"/><Relationship Id="rId23" Type="http://schemas.openxmlformats.org/officeDocument/2006/relationships/slideLayout" Target="../slideLayouts/slideLayout119.xml"/><Relationship Id="rId28" Type="http://schemas.openxmlformats.org/officeDocument/2006/relationships/slideLayout" Target="../slideLayouts/slideLayout124.xml"/><Relationship Id="rId36" Type="http://schemas.openxmlformats.org/officeDocument/2006/relationships/oleObject" Target="../embeddings/oleObject1.bin"/><Relationship Id="rId10" Type="http://schemas.openxmlformats.org/officeDocument/2006/relationships/slideLayout" Target="../slideLayouts/slideLayout106.xml"/><Relationship Id="rId19" Type="http://schemas.openxmlformats.org/officeDocument/2006/relationships/slideLayout" Target="../slideLayouts/slideLayout115.xml"/><Relationship Id="rId31" Type="http://schemas.openxmlformats.org/officeDocument/2006/relationships/slideLayout" Target="../slideLayouts/slideLayout127.xml"/><Relationship Id="rId4" Type="http://schemas.openxmlformats.org/officeDocument/2006/relationships/slideLayout" Target="../slideLayouts/slideLayout100.xml"/><Relationship Id="rId9" Type="http://schemas.openxmlformats.org/officeDocument/2006/relationships/slideLayout" Target="../slideLayouts/slideLayout105.xml"/><Relationship Id="rId14" Type="http://schemas.openxmlformats.org/officeDocument/2006/relationships/slideLayout" Target="../slideLayouts/slideLayout110.xml"/><Relationship Id="rId22" Type="http://schemas.openxmlformats.org/officeDocument/2006/relationships/slideLayout" Target="../slideLayouts/slideLayout118.xml"/><Relationship Id="rId27" Type="http://schemas.openxmlformats.org/officeDocument/2006/relationships/slideLayout" Target="../slideLayouts/slideLayout123.xml"/><Relationship Id="rId30" Type="http://schemas.openxmlformats.org/officeDocument/2006/relationships/slideLayout" Target="../slideLayouts/slideLayout126.xml"/><Relationship Id="rId35" Type="http://schemas.openxmlformats.org/officeDocument/2006/relationships/tags" Target="../tags/tag1.xml"/><Relationship Id="rId8" Type="http://schemas.openxmlformats.org/officeDocument/2006/relationships/slideLayout" Target="../slideLayouts/slideLayout104.xml"/><Relationship Id="rId3" Type="http://schemas.openxmlformats.org/officeDocument/2006/relationships/slideLayout" Target="../slideLayouts/slideLayout9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965EEB2C-1B6C-392E-C467-E23BC2E6056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1000" y="152400"/>
            <a:ext cx="11430000" cy="485775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1027" name="Text Placeholder 2">
            <a:extLst>
              <a:ext uri="{FF2B5EF4-FFF2-40B4-BE49-F238E27FC236}">
                <a16:creationId xmlns:a16="http://schemas.microsoft.com/office/drawing/2014/main" id="{FD201EC3-9496-D20E-4F37-52E967B8EB80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381000" y="914400"/>
            <a:ext cx="11430000" cy="5105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text styles</a:t>
            </a:r>
          </a:p>
          <a:p>
            <a:pPr lvl="1"/>
            <a:r>
              <a:rPr lang="en-US" altLang="en-US"/>
              <a:t>Second level</a:t>
            </a:r>
          </a:p>
          <a:p>
            <a:pPr lvl="2"/>
            <a:r>
              <a:rPr lang="en-US" altLang="en-US"/>
              <a:t>Third level</a:t>
            </a:r>
          </a:p>
          <a:p>
            <a:pPr lvl="3"/>
            <a:r>
              <a:rPr lang="en-US" altLang="en-US"/>
              <a:t>Fourth level</a:t>
            </a:r>
          </a:p>
          <a:p>
            <a:pPr lvl="4"/>
            <a:r>
              <a:rPr lang="en-US" altLang="en-US"/>
              <a:t>Fifth level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2A2C9E0-909F-D867-0F94-642A01FACC24}"/>
              </a:ext>
            </a:extLst>
          </p:cNvPr>
          <p:cNvSpPr txBox="1"/>
          <p:nvPr>
            <p:extLst>
              <p:ext uri="{1162E1C5-73C7-4A58-AE30-91384D911F3F}">
                <p184:classification xmlns:p184="http://schemas.microsoft.com/office/powerpoint/2018/4/main" val="ftr"/>
              </p:ext>
            </p:extLst>
          </p:nvPr>
        </p:nvSpPr>
        <p:spPr>
          <a:xfrm>
            <a:off x="5238750" y="6642100"/>
            <a:ext cx="1739900" cy="152400"/>
          </a:xfrm>
          <a:prstGeom prst="rect">
            <a:avLst/>
          </a:prstGeom>
        </p:spPr>
        <p:txBody>
          <a:bodyPr horzOverflow="overflow" lIns="0" tIns="0" rIns="0" bIns="0">
            <a:spAutoFit/>
          </a:bodyPr>
          <a:lstStyle/>
          <a:p>
            <a:pPr algn="l"/>
            <a:r>
              <a:rPr lang="en-US" sz="1000">
                <a:solidFill>
                  <a:srgbClr val="000000">
                    <a:alpha val="50000"/>
                  </a:srgbClr>
                </a:solidFill>
                <a:latin typeface="Aptos" panose="020B0004020202020204" pitchFamily="34" charset="0"/>
              </a:rPr>
              <a:t>Mondelez International Internal</a:t>
            </a:r>
          </a:p>
        </p:txBody>
      </p:sp>
    </p:spTree>
    <p:extLst>
      <p:ext uri="{BB962C8B-B14F-4D97-AF65-F5344CB8AC3E}">
        <p14:creationId xmlns:p14="http://schemas.microsoft.com/office/powerpoint/2010/main" val="282444262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  <p:sldLayoutId id="2147483672" r:id="rId12"/>
    <p:sldLayoutId id="2147483673" r:id="rId13"/>
    <p:sldLayoutId id="2147483674" r:id="rId14"/>
    <p:sldLayoutId id="2147483675" r:id="rId15"/>
    <p:sldLayoutId id="2147483676" r:id="rId16"/>
    <p:sldLayoutId id="2147483677" r:id="rId17"/>
    <p:sldLayoutId id="2147483678" r:id="rId18"/>
    <p:sldLayoutId id="2147483679" r:id="rId19"/>
    <p:sldLayoutId id="2147483680" r:id="rId20"/>
    <p:sldLayoutId id="2147483681" r:id="rId21"/>
    <p:sldLayoutId id="2147483682" r:id="rId22"/>
    <p:sldLayoutId id="2147483683" r:id="rId23"/>
    <p:sldLayoutId id="2147483684" r:id="rId24"/>
    <p:sldLayoutId id="2147483685" r:id="rId25"/>
    <p:sldLayoutId id="2147483686" r:id="rId26"/>
    <p:sldLayoutId id="2147483687" r:id="rId27"/>
    <p:sldLayoutId id="2147483688" r:id="rId28"/>
    <p:sldLayoutId id="2147483689" r:id="rId29"/>
    <p:sldLayoutId id="2147483690" r:id="rId30"/>
    <p:sldLayoutId id="2147483691" r:id="rId31"/>
    <p:sldLayoutId id="2147483692" r:id="rId32"/>
    <p:sldLayoutId id="2147483693" r:id="rId33"/>
    <p:sldLayoutId id="2147483694" r:id="rId34"/>
    <p:sldLayoutId id="2147483695" r:id="rId35"/>
    <p:sldLayoutId id="2147483696" r:id="rId36"/>
    <p:sldLayoutId id="2147483697" r:id="rId37"/>
    <p:sldLayoutId id="2147483699" r:id="rId38"/>
    <p:sldLayoutId id="2147483700" r:id="rId39"/>
    <p:sldLayoutId id="2147483755" r:id="rId40"/>
    <p:sldLayoutId id="2147483756" r:id="rId41"/>
    <p:sldLayoutId id="2147483757" r:id="rId42"/>
    <p:sldLayoutId id="2147483758" r:id="rId43"/>
    <p:sldLayoutId id="2147483759" r:id="rId44"/>
    <p:sldLayoutId id="2147483760" r:id="rId45"/>
    <p:sldLayoutId id="2147483761" r:id="rId46"/>
    <p:sldLayoutId id="2147483762" r:id="rId47"/>
    <p:sldLayoutId id="2147483763" r:id="rId48"/>
    <p:sldLayoutId id="2147483764" r:id="rId49"/>
    <p:sldLayoutId id="2147483765" r:id="rId50"/>
    <p:sldLayoutId id="2147483766" r:id="rId51"/>
    <p:sldLayoutId id="2147483767" r:id="rId52"/>
    <p:sldLayoutId id="2147483768" r:id="rId53"/>
    <p:sldLayoutId id="2147483769" r:id="rId54"/>
    <p:sldLayoutId id="2147483782" r:id="rId55"/>
    <p:sldLayoutId id="2147483937" r:id="rId56"/>
    <p:sldLayoutId id="2147483938" r:id="rId57"/>
  </p:sldLayoutIdLst>
  <p:txStyles>
    <p:titleStyle>
      <a:lvl1pPr algn="l" rtl="0" eaLnBrk="1" fontAlgn="base" hangingPunct="1">
        <a:lnSpc>
          <a:spcPct val="85000"/>
        </a:lnSpc>
        <a:spcBef>
          <a:spcPct val="0"/>
        </a:spcBef>
        <a:spcAft>
          <a:spcPct val="0"/>
        </a:spcAft>
        <a:defRPr sz="3200" kern="1200" cap="all">
          <a:solidFill>
            <a:schemeClr val="accent1"/>
          </a:solidFill>
          <a:latin typeface="+mj-lt"/>
          <a:ea typeface="+mj-ea"/>
          <a:cs typeface="+mj-cs"/>
        </a:defRPr>
      </a:lvl1pPr>
      <a:lvl2pPr algn="l" rtl="0" eaLnBrk="1" fontAlgn="base" hangingPunct="1">
        <a:lnSpc>
          <a:spcPct val="85000"/>
        </a:lnSpc>
        <a:spcBef>
          <a:spcPct val="0"/>
        </a:spcBef>
        <a:spcAft>
          <a:spcPct val="0"/>
        </a:spcAft>
        <a:defRPr sz="3200">
          <a:solidFill>
            <a:schemeClr val="accent1"/>
          </a:solidFill>
          <a:latin typeface="MDLZ BITE TYPE" panose="00000500000000000000" pitchFamily="2" charset="0"/>
        </a:defRPr>
      </a:lvl2pPr>
      <a:lvl3pPr algn="l" rtl="0" eaLnBrk="1" fontAlgn="base" hangingPunct="1">
        <a:lnSpc>
          <a:spcPct val="85000"/>
        </a:lnSpc>
        <a:spcBef>
          <a:spcPct val="0"/>
        </a:spcBef>
        <a:spcAft>
          <a:spcPct val="0"/>
        </a:spcAft>
        <a:defRPr sz="3200">
          <a:solidFill>
            <a:schemeClr val="accent1"/>
          </a:solidFill>
          <a:latin typeface="MDLZ BITE TYPE" panose="00000500000000000000" pitchFamily="2" charset="0"/>
        </a:defRPr>
      </a:lvl3pPr>
      <a:lvl4pPr algn="l" rtl="0" eaLnBrk="1" fontAlgn="base" hangingPunct="1">
        <a:lnSpc>
          <a:spcPct val="85000"/>
        </a:lnSpc>
        <a:spcBef>
          <a:spcPct val="0"/>
        </a:spcBef>
        <a:spcAft>
          <a:spcPct val="0"/>
        </a:spcAft>
        <a:defRPr sz="3200">
          <a:solidFill>
            <a:schemeClr val="accent1"/>
          </a:solidFill>
          <a:latin typeface="MDLZ BITE TYPE" panose="00000500000000000000" pitchFamily="2" charset="0"/>
        </a:defRPr>
      </a:lvl4pPr>
      <a:lvl5pPr algn="l" rtl="0" eaLnBrk="1" fontAlgn="base" hangingPunct="1">
        <a:lnSpc>
          <a:spcPct val="85000"/>
        </a:lnSpc>
        <a:spcBef>
          <a:spcPct val="0"/>
        </a:spcBef>
        <a:spcAft>
          <a:spcPct val="0"/>
        </a:spcAft>
        <a:defRPr sz="3200">
          <a:solidFill>
            <a:schemeClr val="accent1"/>
          </a:solidFill>
          <a:latin typeface="MDLZ BITE TYPE" panose="00000500000000000000" pitchFamily="2" charset="0"/>
        </a:defRPr>
      </a:lvl5pPr>
      <a:lvl6pPr marL="457200" algn="l" rtl="0" eaLnBrk="1" fontAlgn="base" hangingPunct="1">
        <a:lnSpc>
          <a:spcPct val="85000"/>
        </a:lnSpc>
        <a:spcBef>
          <a:spcPct val="0"/>
        </a:spcBef>
        <a:spcAft>
          <a:spcPct val="0"/>
        </a:spcAft>
        <a:defRPr sz="3200">
          <a:solidFill>
            <a:schemeClr val="accent1"/>
          </a:solidFill>
          <a:latin typeface="MDLZ BITE TYPE" panose="00000500000000000000" pitchFamily="2" charset="0"/>
        </a:defRPr>
      </a:lvl6pPr>
      <a:lvl7pPr marL="914400" algn="l" rtl="0" eaLnBrk="1" fontAlgn="base" hangingPunct="1">
        <a:lnSpc>
          <a:spcPct val="85000"/>
        </a:lnSpc>
        <a:spcBef>
          <a:spcPct val="0"/>
        </a:spcBef>
        <a:spcAft>
          <a:spcPct val="0"/>
        </a:spcAft>
        <a:defRPr sz="3200">
          <a:solidFill>
            <a:schemeClr val="accent1"/>
          </a:solidFill>
          <a:latin typeface="MDLZ BITE TYPE" panose="00000500000000000000" pitchFamily="2" charset="0"/>
        </a:defRPr>
      </a:lvl7pPr>
      <a:lvl8pPr marL="1371600" algn="l" rtl="0" eaLnBrk="1" fontAlgn="base" hangingPunct="1">
        <a:lnSpc>
          <a:spcPct val="85000"/>
        </a:lnSpc>
        <a:spcBef>
          <a:spcPct val="0"/>
        </a:spcBef>
        <a:spcAft>
          <a:spcPct val="0"/>
        </a:spcAft>
        <a:defRPr sz="3200">
          <a:solidFill>
            <a:schemeClr val="accent1"/>
          </a:solidFill>
          <a:latin typeface="MDLZ BITE TYPE" panose="00000500000000000000" pitchFamily="2" charset="0"/>
        </a:defRPr>
      </a:lvl8pPr>
      <a:lvl9pPr marL="1828800" algn="l" rtl="0" eaLnBrk="1" fontAlgn="base" hangingPunct="1">
        <a:lnSpc>
          <a:spcPct val="85000"/>
        </a:lnSpc>
        <a:spcBef>
          <a:spcPct val="0"/>
        </a:spcBef>
        <a:spcAft>
          <a:spcPct val="0"/>
        </a:spcAft>
        <a:defRPr sz="3200">
          <a:solidFill>
            <a:schemeClr val="accent1"/>
          </a:solidFill>
          <a:latin typeface="MDLZ BITE TYPE" panose="00000500000000000000" pitchFamily="2" charset="0"/>
        </a:defRPr>
      </a:lvl9pPr>
    </p:titleStyle>
    <p:bodyStyle>
      <a:lvl1pPr marL="228600" indent="-228600" algn="l" rtl="0" eaLnBrk="1" fontAlgn="base" hangingPunct="1">
        <a:lnSpc>
          <a:spcPct val="90000"/>
        </a:lnSpc>
        <a:spcBef>
          <a:spcPts val="1200"/>
        </a:spcBef>
        <a:spcAft>
          <a:spcPct val="0"/>
        </a:spcAft>
        <a:buClr>
          <a:schemeClr val="tx1"/>
        </a:buClr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1pPr>
      <a:lvl2pPr marL="547688" indent="-230188" algn="l" rtl="0" eaLnBrk="1" fontAlgn="base" hangingPunct="1">
        <a:lnSpc>
          <a:spcPct val="90000"/>
        </a:lnSpc>
        <a:spcBef>
          <a:spcPts val="800"/>
        </a:spcBef>
        <a:spcAft>
          <a:spcPct val="0"/>
        </a:spcAft>
        <a:buClr>
          <a:schemeClr val="tx1"/>
        </a:buClr>
        <a:buFont typeface="Arial" panose="020B0604020202020204" pitchFamily="34" charset="0"/>
        <a:buChar char="–"/>
        <a:defRPr kern="1200">
          <a:solidFill>
            <a:schemeClr val="tx1"/>
          </a:solidFill>
          <a:latin typeface="+mn-lt"/>
          <a:ea typeface="+mn-ea"/>
          <a:cs typeface="+mn-cs"/>
        </a:defRPr>
      </a:lvl2pPr>
      <a:lvl3pPr marL="822325" indent="-182563" algn="l" rtl="0" eaLnBrk="1" fontAlgn="base" hangingPunct="1">
        <a:lnSpc>
          <a:spcPct val="90000"/>
        </a:lnSpc>
        <a:spcBef>
          <a:spcPts val="600"/>
        </a:spcBef>
        <a:spcAft>
          <a:spcPct val="0"/>
        </a:spcAft>
        <a:buClr>
          <a:schemeClr val="tx1"/>
        </a:buClr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+mn-lt"/>
          <a:ea typeface="+mn-ea"/>
          <a:cs typeface="+mn-cs"/>
        </a:defRPr>
      </a:lvl3pPr>
      <a:lvl4pPr marL="1096963" indent="-182563" algn="l" rtl="0" eaLnBrk="1" fontAlgn="base" hangingPunct="1">
        <a:lnSpc>
          <a:spcPct val="90000"/>
        </a:lnSpc>
        <a:spcBef>
          <a:spcPts val="600"/>
        </a:spcBef>
        <a:spcAft>
          <a:spcPct val="0"/>
        </a:spcAft>
        <a:buClr>
          <a:schemeClr val="tx1"/>
        </a:buClr>
        <a:buFont typeface="Arial" panose="020B0604020202020204" pitchFamily="34" charset="0"/>
        <a:buChar char="–"/>
        <a:defRPr sz="140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indent="-146050" algn="l" rtl="0" eaLnBrk="1" fontAlgn="base" hangingPunct="1">
        <a:lnSpc>
          <a:spcPct val="90000"/>
        </a:lnSpc>
        <a:spcBef>
          <a:spcPts val="600"/>
        </a:spcBef>
        <a:spcAft>
          <a:spcPct val="0"/>
        </a:spcAft>
        <a:buClr>
          <a:schemeClr val="tx1"/>
        </a:buClr>
        <a:buFont typeface="Arial" panose="020B0604020202020204" pitchFamily="34" charset="0"/>
        <a:buChar char="•"/>
        <a:defRPr sz="1200" kern="1200">
          <a:solidFill>
            <a:schemeClr val="tx1"/>
          </a:solidFill>
          <a:latin typeface="+mn-lt"/>
          <a:ea typeface="+mn-ea"/>
          <a:cs typeface="+mn-cs"/>
        </a:defRPr>
      </a:lvl5pPr>
      <a:lvl6pPr marL="1371600" indent="-146304" algn="l" defTabSz="914400" rtl="0" eaLnBrk="1" latinLnBrk="0" hangingPunct="1">
        <a:lnSpc>
          <a:spcPct val="90000"/>
        </a:lnSpc>
        <a:spcBef>
          <a:spcPts val="600"/>
        </a:spcBef>
        <a:buClr>
          <a:schemeClr val="tx1"/>
        </a:buClr>
        <a:buFont typeface="Arial" panose="020B0604020202020204" pitchFamily="34" charset="0"/>
        <a:buChar char="•"/>
        <a:defRPr sz="1200" kern="1200">
          <a:solidFill>
            <a:schemeClr val="tx1"/>
          </a:solidFill>
          <a:latin typeface="+mn-lt"/>
          <a:ea typeface="+mn-ea"/>
          <a:cs typeface="+mn-cs"/>
        </a:defRPr>
      </a:lvl6pPr>
      <a:lvl7pPr marL="1371600" indent="-146304" algn="l" defTabSz="914400" rtl="0" eaLnBrk="1" latinLnBrk="0" hangingPunct="1">
        <a:lnSpc>
          <a:spcPct val="90000"/>
        </a:lnSpc>
        <a:spcBef>
          <a:spcPts val="600"/>
        </a:spcBef>
        <a:buClr>
          <a:schemeClr val="tx1"/>
        </a:buClr>
        <a:buFont typeface="Arial" panose="020B0604020202020204" pitchFamily="34" charset="0"/>
        <a:buChar char="•"/>
        <a:defRPr sz="1200" kern="1200">
          <a:solidFill>
            <a:schemeClr val="tx1"/>
          </a:solidFill>
          <a:latin typeface="+mn-lt"/>
          <a:ea typeface="+mn-ea"/>
          <a:cs typeface="+mn-cs"/>
        </a:defRPr>
      </a:lvl7pPr>
      <a:lvl8pPr marL="1371600" indent="-146304" algn="l" defTabSz="914400" rtl="0" eaLnBrk="1" latinLnBrk="0" hangingPunct="1">
        <a:lnSpc>
          <a:spcPct val="90000"/>
        </a:lnSpc>
        <a:spcBef>
          <a:spcPts val="600"/>
        </a:spcBef>
        <a:buClr>
          <a:schemeClr val="tx1"/>
        </a:buClr>
        <a:buFont typeface="Arial" panose="020B0604020202020204" pitchFamily="34" charset="0"/>
        <a:buChar char="•"/>
        <a:defRPr sz="1200" kern="1200">
          <a:solidFill>
            <a:schemeClr val="tx1"/>
          </a:solidFill>
          <a:latin typeface="+mn-lt"/>
          <a:ea typeface="+mn-ea"/>
          <a:cs typeface="+mn-cs"/>
        </a:defRPr>
      </a:lvl8pPr>
      <a:lvl9pPr marL="1371600" indent="-146304" algn="l" defTabSz="914400" rtl="0" eaLnBrk="1" latinLnBrk="0" hangingPunct="1">
        <a:lnSpc>
          <a:spcPct val="90000"/>
        </a:lnSpc>
        <a:spcBef>
          <a:spcPts val="600"/>
        </a:spcBef>
        <a:buClr>
          <a:schemeClr val="tx1"/>
        </a:buClr>
        <a:buFont typeface="Arial" panose="020B0604020202020204" pitchFamily="34" charset="0"/>
        <a:buChar char="•"/>
        <a:defRPr sz="12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71C3EA3B-7385-407F-B31D-54E05682D82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1001" y="152400"/>
            <a:ext cx="11430001" cy="485335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/>
          <a:p>
            <a:r>
              <a:rPr lang="en-US" altLang="zh-CN"/>
              <a:t>Click to edit Master title style</a:t>
            </a:r>
            <a:endParaRPr lang="en-US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AE361816-B597-4099-B06F-8143822EEE1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381001" y="914400"/>
            <a:ext cx="11430000" cy="5105400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  <a:p>
            <a:pPr lvl="5"/>
            <a:r>
              <a:rPr lang="en-US"/>
              <a:t>Six</a:t>
            </a:r>
          </a:p>
          <a:p>
            <a:pPr lvl="6"/>
            <a:r>
              <a:rPr lang="en-US"/>
              <a:t>Seven</a:t>
            </a:r>
          </a:p>
          <a:p>
            <a:pPr lvl="7"/>
            <a:r>
              <a:rPr lang="en-US"/>
              <a:t>Eight</a:t>
            </a:r>
          </a:p>
          <a:p>
            <a:pPr lvl="8"/>
            <a:r>
              <a:rPr lang="en-US"/>
              <a:t>nine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CFE5C58-BFA4-48F6-B378-D01D44FD9B6F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055389" y="6307159"/>
            <a:ext cx="914400" cy="158954"/>
          </a:xfrm>
          <a:prstGeom prst="rect">
            <a:avLst/>
          </a:prstGeom>
        </p:spPr>
        <p:txBody>
          <a:bodyPr vert="horz" wrap="none" lIns="0" tIns="0" rIns="0" bIns="0" rtlCol="0" anchor="ctr">
            <a:noAutofit/>
          </a:bodyPr>
          <a:lstStyle>
            <a:lvl1pPr algn="l">
              <a:defRPr sz="800">
                <a:solidFill>
                  <a:schemeClr val="tx1"/>
                </a:solidFill>
                <a:latin typeface="+mn-lt"/>
              </a:defRPr>
            </a:lvl1pPr>
          </a:lstStyle>
          <a:p>
            <a:fld id="{2EB1475D-EF5B-48A6-8CCB-3BD08F726926}" type="datetimeFigureOut">
              <a:rPr lang="en-US" smtClean="0"/>
              <a:pPr/>
              <a:t>10/30/2026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CA8099AD-9927-4956-A3D5-E4606FDF0982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832534" y="6307159"/>
            <a:ext cx="7104770" cy="158954"/>
          </a:xfrm>
          <a:prstGeom prst="rect">
            <a:avLst/>
          </a:prstGeom>
        </p:spPr>
        <p:txBody>
          <a:bodyPr vert="horz" wrap="none" lIns="0" tIns="0" rIns="0" bIns="0" rtlCol="0" anchor="ctr">
            <a:noAutofit/>
          </a:bodyPr>
          <a:lstStyle>
            <a:lvl1pPr algn="l">
              <a:defRPr sz="800">
                <a:solidFill>
                  <a:schemeClr val="tx1"/>
                </a:solidFill>
                <a:latin typeface="+mn-lt"/>
              </a:defRPr>
            </a:lvl1pPr>
          </a:lstStyle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9314636-AB6E-4ED7-B39A-C71F11A5135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381001" y="6307159"/>
            <a:ext cx="306083" cy="158953"/>
          </a:xfrm>
          <a:prstGeom prst="rect">
            <a:avLst/>
          </a:prstGeom>
        </p:spPr>
        <p:txBody>
          <a:bodyPr vert="horz" wrap="none" lIns="0" tIns="0" rIns="0" bIns="0" rtlCol="0" anchor="ctr">
            <a:noAutofit/>
          </a:bodyPr>
          <a:lstStyle>
            <a:lvl1pPr algn="l">
              <a:defRPr sz="800">
                <a:solidFill>
                  <a:schemeClr val="tx1"/>
                </a:solidFill>
                <a:latin typeface="+mn-lt"/>
              </a:defRPr>
            </a:lvl1pPr>
          </a:lstStyle>
          <a:p>
            <a:fld id="{565A54F4-DB31-4FC5-B748-3F06867349C3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675DF94D-DF42-4DC1-B915-F4687A8A6C91}"/>
              </a:ext>
            </a:extLst>
          </p:cNvPr>
          <p:cNvGrpSpPr>
            <a:grpSpLocks noChangeAspect="1"/>
          </p:cNvGrpSpPr>
          <p:nvPr userDrawn="1"/>
        </p:nvGrpSpPr>
        <p:grpSpPr>
          <a:xfrm>
            <a:off x="10676779" y="6205751"/>
            <a:ext cx="1143000" cy="440144"/>
            <a:chOff x="2078951" y="1888610"/>
            <a:chExt cx="8030200" cy="3092248"/>
          </a:xfrm>
          <a:solidFill>
            <a:srgbClr val="4F2170"/>
          </a:solidFill>
        </p:grpSpPr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2DDFB966-99CE-4D00-B369-4873B39B0045}"/>
                </a:ext>
              </a:extLst>
            </p:cNvPr>
            <p:cNvSpPr/>
            <p:nvPr/>
          </p:nvSpPr>
          <p:spPr>
            <a:xfrm>
              <a:off x="2078951" y="2872694"/>
              <a:ext cx="951880" cy="652717"/>
            </a:xfrm>
            <a:custGeom>
              <a:avLst/>
              <a:gdLst>
                <a:gd name="connsiteX0" fmla="*/ 903041 w 951880"/>
                <a:gd name="connsiteY0" fmla="*/ 330574 h 652717"/>
                <a:gd name="connsiteX1" fmla="*/ 780656 w 951880"/>
                <a:gd name="connsiteY1" fmla="*/ 379528 h 652717"/>
                <a:gd name="connsiteX2" fmla="*/ 598439 w 951880"/>
                <a:gd name="connsiteY2" fmla="*/ 311537 h 652717"/>
                <a:gd name="connsiteX3" fmla="*/ 505970 w 951880"/>
                <a:gd name="connsiteY3" fmla="*/ 164675 h 652717"/>
                <a:gd name="connsiteX4" fmla="*/ 266640 w 951880"/>
                <a:gd name="connsiteY4" fmla="*/ 61329 h 652717"/>
                <a:gd name="connsiteX5" fmla="*/ 103461 w 951880"/>
                <a:gd name="connsiteY5" fmla="*/ 458398 h 652717"/>
                <a:gd name="connsiteX6" fmla="*/ 756179 w 951880"/>
                <a:gd name="connsiteY6" fmla="*/ 485595 h 652717"/>
                <a:gd name="connsiteX7" fmla="*/ 903041 w 951880"/>
                <a:gd name="connsiteY7" fmla="*/ 330574 h 65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51880" h="652717">
                  <a:moveTo>
                    <a:pt x="903041" y="330574"/>
                  </a:moveTo>
                  <a:cubicBezTo>
                    <a:pt x="867685" y="363210"/>
                    <a:pt x="813292" y="374089"/>
                    <a:pt x="780656" y="379528"/>
                  </a:cubicBezTo>
                  <a:cubicBezTo>
                    <a:pt x="712664" y="387687"/>
                    <a:pt x="641953" y="365930"/>
                    <a:pt x="598439" y="311537"/>
                  </a:cubicBezTo>
                  <a:cubicBezTo>
                    <a:pt x="563083" y="268022"/>
                    <a:pt x="544046" y="210910"/>
                    <a:pt x="505970" y="164675"/>
                  </a:cubicBezTo>
                  <a:cubicBezTo>
                    <a:pt x="448858" y="93964"/>
                    <a:pt x="359109" y="45011"/>
                    <a:pt x="266640" y="61329"/>
                  </a:cubicBezTo>
                  <a:cubicBezTo>
                    <a:pt x="81704" y="93964"/>
                    <a:pt x="114" y="308817"/>
                    <a:pt x="103461" y="458398"/>
                  </a:cubicBezTo>
                  <a:cubicBezTo>
                    <a:pt x="253042" y="670531"/>
                    <a:pt x="584840" y="635176"/>
                    <a:pt x="756179" y="485595"/>
                  </a:cubicBezTo>
                  <a:cubicBezTo>
                    <a:pt x="813292" y="442080"/>
                    <a:pt x="862246" y="390407"/>
                    <a:pt x="903041" y="33057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02D4893C-4239-4261-AAAA-144E77C081DA}"/>
                </a:ext>
              </a:extLst>
            </p:cNvPr>
            <p:cNvSpPr/>
            <p:nvPr/>
          </p:nvSpPr>
          <p:spPr>
            <a:xfrm>
              <a:off x="9151831" y="2872694"/>
              <a:ext cx="951880" cy="652717"/>
            </a:xfrm>
            <a:custGeom>
              <a:avLst/>
              <a:gdLst>
                <a:gd name="connsiteX0" fmla="*/ 58178 w 951880"/>
                <a:gd name="connsiteY0" fmla="*/ 330574 h 652717"/>
                <a:gd name="connsiteX1" fmla="*/ 180563 w 951880"/>
                <a:gd name="connsiteY1" fmla="*/ 379528 h 652717"/>
                <a:gd name="connsiteX2" fmla="*/ 362780 w 951880"/>
                <a:gd name="connsiteY2" fmla="*/ 311537 h 652717"/>
                <a:gd name="connsiteX3" fmla="*/ 455249 w 951880"/>
                <a:gd name="connsiteY3" fmla="*/ 164675 h 652717"/>
                <a:gd name="connsiteX4" fmla="*/ 694578 w 951880"/>
                <a:gd name="connsiteY4" fmla="*/ 61329 h 652717"/>
                <a:gd name="connsiteX5" fmla="*/ 857758 w 951880"/>
                <a:gd name="connsiteY5" fmla="*/ 458398 h 652717"/>
                <a:gd name="connsiteX6" fmla="*/ 205040 w 951880"/>
                <a:gd name="connsiteY6" fmla="*/ 485595 h 652717"/>
                <a:gd name="connsiteX7" fmla="*/ 58178 w 951880"/>
                <a:gd name="connsiteY7" fmla="*/ 330574 h 65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51880" h="652717">
                  <a:moveTo>
                    <a:pt x="58178" y="330574"/>
                  </a:moveTo>
                  <a:cubicBezTo>
                    <a:pt x="96253" y="363210"/>
                    <a:pt x="147927" y="374089"/>
                    <a:pt x="180563" y="379528"/>
                  </a:cubicBezTo>
                  <a:cubicBezTo>
                    <a:pt x="248554" y="387687"/>
                    <a:pt x="319266" y="365930"/>
                    <a:pt x="362780" y="311537"/>
                  </a:cubicBezTo>
                  <a:cubicBezTo>
                    <a:pt x="398136" y="268022"/>
                    <a:pt x="417174" y="210910"/>
                    <a:pt x="455249" y="164675"/>
                  </a:cubicBezTo>
                  <a:cubicBezTo>
                    <a:pt x="512362" y="93964"/>
                    <a:pt x="602110" y="45011"/>
                    <a:pt x="694578" y="61329"/>
                  </a:cubicBezTo>
                  <a:cubicBezTo>
                    <a:pt x="879515" y="93964"/>
                    <a:pt x="961105" y="308817"/>
                    <a:pt x="857758" y="458398"/>
                  </a:cubicBezTo>
                  <a:cubicBezTo>
                    <a:pt x="708176" y="670531"/>
                    <a:pt x="376379" y="635176"/>
                    <a:pt x="205040" y="485595"/>
                  </a:cubicBezTo>
                  <a:cubicBezTo>
                    <a:pt x="150646" y="442080"/>
                    <a:pt x="101693" y="390407"/>
                    <a:pt x="58178" y="33057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B3F3835C-7401-448E-A828-2AB0236A2950}"/>
                </a:ext>
              </a:extLst>
            </p:cNvPr>
            <p:cNvSpPr/>
            <p:nvPr/>
          </p:nvSpPr>
          <p:spPr>
            <a:xfrm>
              <a:off x="8001294" y="2010994"/>
              <a:ext cx="734308" cy="299162"/>
            </a:xfrm>
            <a:custGeom>
              <a:avLst/>
              <a:gdLst>
                <a:gd name="connsiteX0" fmla="*/ 596792 w 734307"/>
                <a:gd name="connsiteY0" fmla="*/ 58178 h 299162"/>
                <a:gd name="connsiteX1" fmla="*/ 148048 w 734307"/>
                <a:gd name="connsiteY1" fmla="*/ 58178 h 299162"/>
                <a:gd name="connsiteX2" fmla="*/ 58299 w 734307"/>
                <a:gd name="connsiteY2" fmla="*/ 150646 h 299162"/>
                <a:gd name="connsiteX3" fmla="*/ 148048 w 734307"/>
                <a:gd name="connsiteY3" fmla="*/ 251274 h 299162"/>
                <a:gd name="connsiteX4" fmla="*/ 596792 w 734307"/>
                <a:gd name="connsiteY4" fmla="*/ 251274 h 299162"/>
                <a:gd name="connsiteX5" fmla="*/ 686541 w 734307"/>
                <a:gd name="connsiteY5" fmla="*/ 158805 h 299162"/>
                <a:gd name="connsiteX6" fmla="*/ 596792 w 734307"/>
                <a:gd name="connsiteY6" fmla="*/ 58178 h 299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4307" h="299162">
                  <a:moveTo>
                    <a:pt x="596792" y="58178"/>
                  </a:moveTo>
                  <a:cubicBezTo>
                    <a:pt x="591353" y="58178"/>
                    <a:pt x="153487" y="58178"/>
                    <a:pt x="148048" y="58178"/>
                  </a:cubicBezTo>
                  <a:cubicBezTo>
                    <a:pt x="99094" y="60898"/>
                    <a:pt x="61019" y="104412"/>
                    <a:pt x="58299" y="150646"/>
                  </a:cubicBezTo>
                  <a:cubicBezTo>
                    <a:pt x="55580" y="199600"/>
                    <a:pt x="99094" y="248554"/>
                    <a:pt x="148048" y="251274"/>
                  </a:cubicBezTo>
                  <a:cubicBezTo>
                    <a:pt x="153487" y="251274"/>
                    <a:pt x="591353" y="251274"/>
                    <a:pt x="596792" y="251274"/>
                  </a:cubicBezTo>
                  <a:cubicBezTo>
                    <a:pt x="645746" y="248554"/>
                    <a:pt x="683821" y="205040"/>
                    <a:pt x="686541" y="158805"/>
                  </a:cubicBezTo>
                  <a:cubicBezTo>
                    <a:pt x="689260" y="109852"/>
                    <a:pt x="648465" y="60898"/>
                    <a:pt x="596792" y="58178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01D31F7F-A45A-4A7D-9412-437ED4532711}"/>
                </a:ext>
              </a:extLst>
            </p:cNvPr>
            <p:cNvSpPr/>
            <p:nvPr/>
          </p:nvSpPr>
          <p:spPr>
            <a:xfrm>
              <a:off x="4920042" y="2277520"/>
              <a:ext cx="1006274" cy="951879"/>
            </a:xfrm>
            <a:custGeom>
              <a:avLst/>
              <a:gdLst>
                <a:gd name="connsiteX0" fmla="*/ 884954 w 1006273"/>
                <a:gd name="connsiteY0" fmla="*/ 746251 h 951879"/>
                <a:gd name="connsiteX1" fmla="*/ 874076 w 1006273"/>
                <a:gd name="connsiteY1" fmla="*/ 670101 h 951879"/>
                <a:gd name="connsiteX2" fmla="*/ 874076 w 1006273"/>
                <a:gd name="connsiteY2" fmla="*/ 536837 h 951879"/>
                <a:gd name="connsiteX3" fmla="*/ 689139 w 1006273"/>
                <a:gd name="connsiteY3" fmla="*/ 88094 h 951879"/>
                <a:gd name="connsiteX4" fmla="*/ 428052 w 1006273"/>
                <a:gd name="connsiteY4" fmla="*/ 253993 h 951879"/>
                <a:gd name="connsiteX5" fmla="*/ 196881 w 1006273"/>
                <a:gd name="connsiteY5" fmla="*/ 58178 h 951879"/>
                <a:gd name="connsiteX6" fmla="*/ 58178 w 1006273"/>
                <a:gd name="connsiteY6" fmla="*/ 128889 h 951879"/>
                <a:gd name="connsiteX7" fmla="*/ 142488 w 1006273"/>
                <a:gd name="connsiteY7" fmla="*/ 273031 h 951879"/>
                <a:gd name="connsiteX8" fmla="*/ 142488 w 1006273"/>
                <a:gd name="connsiteY8" fmla="*/ 757130 h 951879"/>
                <a:gd name="connsiteX9" fmla="*/ 283910 w 1006273"/>
                <a:gd name="connsiteY9" fmla="*/ 895832 h 951879"/>
                <a:gd name="connsiteX10" fmla="*/ 428052 w 1006273"/>
                <a:gd name="connsiteY10" fmla="*/ 757130 h 951879"/>
                <a:gd name="connsiteX11" fmla="*/ 428052 w 1006273"/>
                <a:gd name="connsiteY11" fmla="*/ 400855 h 951879"/>
                <a:gd name="connsiteX12" fmla="*/ 523240 w 1006273"/>
                <a:gd name="connsiteY12" fmla="*/ 283910 h 951879"/>
                <a:gd name="connsiteX13" fmla="*/ 591231 w 1006273"/>
                <a:gd name="connsiteY13" fmla="*/ 354621 h 951879"/>
                <a:gd name="connsiteX14" fmla="*/ 591231 w 1006273"/>
                <a:gd name="connsiteY14" fmla="*/ 697297 h 951879"/>
                <a:gd name="connsiteX15" fmla="*/ 593951 w 1006273"/>
                <a:gd name="connsiteY15" fmla="*/ 729933 h 951879"/>
                <a:gd name="connsiteX16" fmla="*/ 610269 w 1006273"/>
                <a:gd name="connsiteY16" fmla="*/ 778887 h 951879"/>
                <a:gd name="connsiteX17" fmla="*/ 822402 w 1006273"/>
                <a:gd name="connsiteY17" fmla="*/ 893112 h 951879"/>
                <a:gd name="connsiteX18" fmla="*/ 961105 w 1006273"/>
                <a:gd name="connsiteY18" fmla="*/ 822401 h 951879"/>
                <a:gd name="connsiteX19" fmla="*/ 884954 w 1006273"/>
                <a:gd name="connsiteY19" fmla="*/ 746251 h 951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006273" h="951879">
                  <a:moveTo>
                    <a:pt x="884954" y="746251"/>
                  </a:moveTo>
                  <a:cubicBezTo>
                    <a:pt x="879515" y="721774"/>
                    <a:pt x="876795" y="694578"/>
                    <a:pt x="874076" y="670101"/>
                  </a:cubicBezTo>
                  <a:cubicBezTo>
                    <a:pt x="874076" y="634745"/>
                    <a:pt x="874076" y="583072"/>
                    <a:pt x="874076" y="536837"/>
                  </a:cubicBezTo>
                  <a:cubicBezTo>
                    <a:pt x="879515" y="373658"/>
                    <a:pt x="909431" y="88094"/>
                    <a:pt x="689139" y="88094"/>
                  </a:cubicBezTo>
                  <a:cubicBezTo>
                    <a:pt x="539558" y="88094"/>
                    <a:pt x="452529" y="213199"/>
                    <a:pt x="428052" y="253993"/>
                  </a:cubicBezTo>
                  <a:cubicBezTo>
                    <a:pt x="425332" y="139768"/>
                    <a:pt x="335583" y="58178"/>
                    <a:pt x="196881" y="58178"/>
                  </a:cubicBezTo>
                  <a:cubicBezTo>
                    <a:pt x="109852" y="58178"/>
                    <a:pt x="58178" y="128889"/>
                    <a:pt x="58178" y="128889"/>
                  </a:cubicBezTo>
                  <a:cubicBezTo>
                    <a:pt x="58178" y="128889"/>
                    <a:pt x="142488" y="158805"/>
                    <a:pt x="142488" y="273031"/>
                  </a:cubicBezTo>
                  <a:cubicBezTo>
                    <a:pt x="142488" y="354621"/>
                    <a:pt x="142488" y="757130"/>
                    <a:pt x="142488" y="757130"/>
                  </a:cubicBezTo>
                  <a:cubicBezTo>
                    <a:pt x="145207" y="827841"/>
                    <a:pt x="194161" y="895832"/>
                    <a:pt x="283910" y="895832"/>
                  </a:cubicBezTo>
                  <a:cubicBezTo>
                    <a:pt x="373659" y="895832"/>
                    <a:pt x="428052" y="827841"/>
                    <a:pt x="428052" y="757130"/>
                  </a:cubicBezTo>
                  <a:lnTo>
                    <a:pt x="428052" y="400855"/>
                  </a:lnTo>
                  <a:cubicBezTo>
                    <a:pt x="441650" y="343742"/>
                    <a:pt x="474286" y="283910"/>
                    <a:pt x="523240" y="283910"/>
                  </a:cubicBezTo>
                  <a:cubicBezTo>
                    <a:pt x="585792" y="283910"/>
                    <a:pt x="591231" y="354621"/>
                    <a:pt x="591231" y="354621"/>
                  </a:cubicBezTo>
                  <a:lnTo>
                    <a:pt x="591231" y="697297"/>
                  </a:lnTo>
                  <a:cubicBezTo>
                    <a:pt x="591231" y="708176"/>
                    <a:pt x="593951" y="719054"/>
                    <a:pt x="593951" y="729933"/>
                  </a:cubicBezTo>
                  <a:cubicBezTo>
                    <a:pt x="596671" y="748971"/>
                    <a:pt x="602110" y="765289"/>
                    <a:pt x="610269" y="778887"/>
                  </a:cubicBezTo>
                  <a:cubicBezTo>
                    <a:pt x="645624" y="846878"/>
                    <a:pt x="719055" y="893112"/>
                    <a:pt x="822402" y="893112"/>
                  </a:cubicBezTo>
                  <a:cubicBezTo>
                    <a:pt x="909431" y="893112"/>
                    <a:pt x="961105" y="822401"/>
                    <a:pt x="961105" y="822401"/>
                  </a:cubicBezTo>
                  <a:cubicBezTo>
                    <a:pt x="961105" y="822401"/>
                    <a:pt x="909431" y="808803"/>
                    <a:pt x="884954" y="746251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0CFFA8A5-B56A-4E5D-84C7-1DA7EC642538}"/>
                </a:ext>
              </a:extLst>
            </p:cNvPr>
            <p:cNvSpPr/>
            <p:nvPr/>
          </p:nvSpPr>
          <p:spPr>
            <a:xfrm>
              <a:off x="7552331" y="1888610"/>
              <a:ext cx="489539" cy="1332631"/>
            </a:xfrm>
            <a:custGeom>
              <a:avLst/>
              <a:gdLst>
                <a:gd name="connsiteX0" fmla="*/ 368560 w 489538"/>
                <a:gd name="connsiteY0" fmla="*/ 1135162 h 1332630"/>
                <a:gd name="connsiteX1" fmla="*/ 357681 w 489538"/>
                <a:gd name="connsiteY1" fmla="*/ 1059011 h 1332630"/>
                <a:gd name="connsiteX2" fmla="*/ 357681 w 489538"/>
                <a:gd name="connsiteY2" fmla="*/ 207759 h 1332630"/>
                <a:gd name="connsiteX3" fmla="*/ 208099 w 489538"/>
                <a:gd name="connsiteY3" fmla="*/ 58178 h 1332630"/>
                <a:gd name="connsiteX4" fmla="*/ 58518 w 489538"/>
                <a:gd name="connsiteY4" fmla="*/ 207759 h 1332630"/>
                <a:gd name="connsiteX5" fmla="*/ 58518 w 489538"/>
                <a:gd name="connsiteY5" fmla="*/ 961104 h 1332630"/>
                <a:gd name="connsiteX6" fmla="*/ 85715 w 489538"/>
                <a:gd name="connsiteY6" fmla="*/ 1159639 h 1332630"/>
                <a:gd name="connsiteX7" fmla="*/ 306007 w 489538"/>
                <a:gd name="connsiteY7" fmla="*/ 1282023 h 1332630"/>
                <a:gd name="connsiteX8" fmla="*/ 444710 w 489538"/>
                <a:gd name="connsiteY8" fmla="*/ 1211312 h 1332630"/>
                <a:gd name="connsiteX9" fmla="*/ 368560 w 489538"/>
                <a:gd name="connsiteY9" fmla="*/ 1135162 h 1332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89538" h="1332630">
                  <a:moveTo>
                    <a:pt x="368560" y="1135162"/>
                  </a:moveTo>
                  <a:cubicBezTo>
                    <a:pt x="363120" y="1110685"/>
                    <a:pt x="357681" y="1083488"/>
                    <a:pt x="357681" y="1059011"/>
                  </a:cubicBezTo>
                  <a:lnTo>
                    <a:pt x="357681" y="207759"/>
                  </a:lnTo>
                  <a:cubicBezTo>
                    <a:pt x="357681" y="126170"/>
                    <a:pt x="289689" y="58178"/>
                    <a:pt x="208099" y="58178"/>
                  </a:cubicBezTo>
                  <a:cubicBezTo>
                    <a:pt x="126510" y="58178"/>
                    <a:pt x="58518" y="126170"/>
                    <a:pt x="58518" y="207759"/>
                  </a:cubicBezTo>
                  <a:lnTo>
                    <a:pt x="58518" y="961104"/>
                  </a:lnTo>
                  <a:cubicBezTo>
                    <a:pt x="58518" y="1029095"/>
                    <a:pt x="53079" y="1097086"/>
                    <a:pt x="85715" y="1159639"/>
                  </a:cubicBezTo>
                  <a:cubicBezTo>
                    <a:pt x="118351" y="1227630"/>
                    <a:pt x="202660" y="1282023"/>
                    <a:pt x="306007" y="1282023"/>
                  </a:cubicBezTo>
                  <a:cubicBezTo>
                    <a:pt x="393036" y="1282023"/>
                    <a:pt x="444710" y="1211312"/>
                    <a:pt x="444710" y="1211312"/>
                  </a:cubicBezTo>
                  <a:cubicBezTo>
                    <a:pt x="444710" y="1211312"/>
                    <a:pt x="393036" y="1197714"/>
                    <a:pt x="368560" y="1135162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246382E1-A9BA-4A26-983B-2982AB4A1E99}"/>
                </a:ext>
              </a:extLst>
            </p:cNvPr>
            <p:cNvSpPr/>
            <p:nvPr/>
          </p:nvSpPr>
          <p:spPr>
            <a:xfrm>
              <a:off x="4162324" y="2357456"/>
              <a:ext cx="815899" cy="815898"/>
            </a:xfrm>
            <a:custGeom>
              <a:avLst/>
              <a:gdLst>
                <a:gd name="connsiteX0" fmla="*/ 407949 w 815899"/>
                <a:gd name="connsiteY0" fmla="*/ 174058 h 815898"/>
                <a:gd name="connsiteX1" fmla="*/ 293723 w 815899"/>
                <a:gd name="connsiteY1" fmla="*/ 407950 h 815898"/>
                <a:gd name="connsiteX2" fmla="*/ 410669 w 815899"/>
                <a:gd name="connsiteY2" fmla="*/ 641840 h 815898"/>
                <a:gd name="connsiteX3" fmla="*/ 522175 w 815899"/>
                <a:gd name="connsiteY3" fmla="*/ 407950 h 815898"/>
                <a:gd name="connsiteX4" fmla="*/ 407949 w 815899"/>
                <a:gd name="connsiteY4" fmla="*/ 174058 h 815898"/>
                <a:gd name="connsiteX5" fmla="*/ 407950 w 815899"/>
                <a:gd name="connsiteY5" fmla="*/ 0 h 815898"/>
                <a:gd name="connsiteX6" fmla="*/ 815899 w 815899"/>
                <a:gd name="connsiteY6" fmla="*/ 407949 h 815898"/>
                <a:gd name="connsiteX7" fmla="*/ 407950 w 815899"/>
                <a:gd name="connsiteY7" fmla="*/ 815898 h 815898"/>
                <a:gd name="connsiteX8" fmla="*/ 0 w 815899"/>
                <a:gd name="connsiteY8" fmla="*/ 407949 h 815898"/>
                <a:gd name="connsiteX9" fmla="*/ 407950 w 815899"/>
                <a:gd name="connsiteY9" fmla="*/ 0 h 815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5899" h="815898">
                  <a:moveTo>
                    <a:pt x="407949" y="174058"/>
                  </a:moveTo>
                  <a:cubicBezTo>
                    <a:pt x="342677" y="174058"/>
                    <a:pt x="293723" y="263807"/>
                    <a:pt x="293723" y="407950"/>
                  </a:cubicBezTo>
                  <a:cubicBezTo>
                    <a:pt x="293723" y="552091"/>
                    <a:pt x="331799" y="639120"/>
                    <a:pt x="410669" y="641840"/>
                  </a:cubicBezTo>
                  <a:cubicBezTo>
                    <a:pt x="489539" y="641840"/>
                    <a:pt x="527614" y="552091"/>
                    <a:pt x="522175" y="407950"/>
                  </a:cubicBezTo>
                  <a:cubicBezTo>
                    <a:pt x="522175" y="263807"/>
                    <a:pt x="473221" y="176778"/>
                    <a:pt x="407949" y="174058"/>
                  </a:cubicBezTo>
                  <a:close/>
                  <a:moveTo>
                    <a:pt x="407950" y="0"/>
                  </a:moveTo>
                  <a:cubicBezTo>
                    <a:pt x="633682" y="0"/>
                    <a:pt x="815899" y="182217"/>
                    <a:pt x="815899" y="407949"/>
                  </a:cubicBezTo>
                  <a:cubicBezTo>
                    <a:pt x="815899" y="633681"/>
                    <a:pt x="633682" y="815898"/>
                    <a:pt x="407950" y="815898"/>
                  </a:cubicBezTo>
                  <a:cubicBezTo>
                    <a:pt x="182218" y="815898"/>
                    <a:pt x="0" y="633681"/>
                    <a:pt x="0" y="407949"/>
                  </a:cubicBezTo>
                  <a:cubicBezTo>
                    <a:pt x="0" y="182217"/>
                    <a:pt x="182218" y="0"/>
                    <a:pt x="407950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161943EE-46A4-4440-BF00-038EF24C3294}"/>
                </a:ext>
              </a:extLst>
            </p:cNvPr>
            <p:cNvSpPr/>
            <p:nvPr/>
          </p:nvSpPr>
          <p:spPr>
            <a:xfrm>
              <a:off x="5884871" y="1946788"/>
              <a:ext cx="912802" cy="1223846"/>
            </a:xfrm>
            <a:custGeom>
              <a:avLst/>
              <a:gdLst>
                <a:gd name="connsiteX0" fmla="*/ 387907 w 912802"/>
                <a:gd name="connsiteY0" fmla="*/ 620081 h 1223846"/>
                <a:gd name="connsiteX1" fmla="*/ 273681 w 912802"/>
                <a:gd name="connsiteY1" fmla="*/ 824055 h 1223846"/>
                <a:gd name="connsiteX2" fmla="*/ 390627 w 912802"/>
                <a:gd name="connsiteY2" fmla="*/ 1028029 h 1223846"/>
                <a:gd name="connsiteX3" fmla="*/ 502132 w 912802"/>
                <a:gd name="connsiteY3" fmla="*/ 824055 h 1223846"/>
                <a:gd name="connsiteX4" fmla="*/ 387907 w 912802"/>
                <a:gd name="connsiteY4" fmla="*/ 620081 h 1223846"/>
                <a:gd name="connsiteX5" fmla="*/ 676192 w 912802"/>
                <a:gd name="connsiteY5" fmla="*/ 0 h 1223846"/>
                <a:gd name="connsiteX6" fmla="*/ 825773 w 912802"/>
                <a:gd name="connsiteY6" fmla="*/ 149581 h 1223846"/>
                <a:gd name="connsiteX7" fmla="*/ 825773 w 912802"/>
                <a:gd name="connsiteY7" fmla="*/ 1000834 h 1223846"/>
                <a:gd name="connsiteX8" fmla="*/ 836651 w 912802"/>
                <a:gd name="connsiteY8" fmla="*/ 1076985 h 1223846"/>
                <a:gd name="connsiteX9" fmla="*/ 912802 w 912802"/>
                <a:gd name="connsiteY9" fmla="*/ 1150415 h 1223846"/>
                <a:gd name="connsiteX10" fmla="*/ 774099 w 912802"/>
                <a:gd name="connsiteY10" fmla="*/ 1221126 h 1223846"/>
                <a:gd name="connsiteX11" fmla="*/ 553807 w 912802"/>
                <a:gd name="connsiteY11" fmla="*/ 1098742 h 1223846"/>
                <a:gd name="connsiteX12" fmla="*/ 548367 w 912802"/>
                <a:gd name="connsiteY12" fmla="*/ 1085144 h 1223846"/>
                <a:gd name="connsiteX13" fmla="*/ 398786 w 912802"/>
                <a:gd name="connsiteY13" fmla="*/ 1212967 h 1223846"/>
                <a:gd name="connsiteX14" fmla="*/ 156736 w 912802"/>
                <a:gd name="connsiteY14" fmla="*/ 1180332 h 1223846"/>
                <a:gd name="connsiteX15" fmla="*/ 287280 w 912802"/>
                <a:gd name="connsiteY15" fmla="*/ 416107 h 1223846"/>
                <a:gd name="connsiteX16" fmla="*/ 526611 w 912802"/>
                <a:gd name="connsiteY16" fmla="*/ 552091 h 1223846"/>
                <a:gd name="connsiteX17" fmla="*/ 526611 w 912802"/>
                <a:gd name="connsiteY17" fmla="*/ 149581 h 1223846"/>
                <a:gd name="connsiteX18" fmla="*/ 676192 w 912802"/>
                <a:gd name="connsiteY18" fmla="*/ 0 h 1223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12802" h="1223846">
                  <a:moveTo>
                    <a:pt x="387907" y="620081"/>
                  </a:moveTo>
                  <a:cubicBezTo>
                    <a:pt x="322635" y="620081"/>
                    <a:pt x="273681" y="698951"/>
                    <a:pt x="273681" y="824055"/>
                  </a:cubicBezTo>
                  <a:cubicBezTo>
                    <a:pt x="273681" y="949160"/>
                    <a:pt x="311756" y="1028029"/>
                    <a:pt x="390627" y="1028029"/>
                  </a:cubicBezTo>
                  <a:cubicBezTo>
                    <a:pt x="466777" y="1025310"/>
                    <a:pt x="504852" y="949160"/>
                    <a:pt x="502132" y="824055"/>
                  </a:cubicBezTo>
                  <a:cubicBezTo>
                    <a:pt x="502132" y="698951"/>
                    <a:pt x="455898" y="622801"/>
                    <a:pt x="387907" y="620081"/>
                  </a:cubicBezTo>
                  <a:close/>
                  <a:moveTo>
                    <a:pt x="676192" y="0"/>
                  </a:moveTo>
                  <a:cubicBezTo>
                    <a:pt x="757781" y="0"/>
                    <a:pt x="825773" y="67992"/>
                    <a:pt x="825773" y="149581"/>
                  </a:cubicBezTo>
                  <a:lnTo>
                    <a:pt x="825773" y="1000834"/>
                  </a:lnTo>
                  <a:cubicBezTo>
                    <a:pt x="828492" y="1025311"/>
                    <a:pt x="831212" y="1052508"/>
                    <a:pt x="836651" y="1076985"/>
                  </a:cubicBezTo>
                  <a:cubicBezTo>
                    <a:pt x="861128" y="1139537"/>
                    <a:pt x="912802" y="1150415"/>
                    <a:pt x="912802" y="1150415"/>
                  </a:cubicBezTo>
                  <a:cubicBezTo>
                    <a:pt x="912802" y="1150415"/>
                    <a:pt x="861128" y="1221126"/>
                    <a:pt x="774099" y="1221126"/>
                  </a:cubicBezTo>
                  <a:cubicBezTo>
                    <a:pt x="670752" y="1221126"/>
                    <a:pt x="589162" y="1166733"/>
                    <a:pt x="553807" y="1098742"/>
                  </a:cubicBezTo>
                  <a:cubicBezTo>
                    <a:pt x="551087" y="1093303"/>
                    <a:pt x="551087" y="1090583"/>
                    <a:pt x="548367" y="1085144"/>
                  </a:cubicBezTo>
                  <a:cubicBezTo>
                    <a:pt x="534769" y="1147696"/>
                    <a:pt x="450460" y="1199369"/>
                    <a:pt x="398786" y="1212967"/>
                  </a:cubicBezTo>
                  <a:cubicBezTo>
                    <a:pt x="322636" y="1234725"/>
                    <a:pt x="222008" y="1223846"/>
                    <a:pt x="156736" y="1180332"/>
                  </a:cubicBezTo>
                  <a:cubicBezTo>
                    <a:pt x="-79874" y="1028031"/>
                    <a:pt x="-58117" y="416107"/>
                    <a:pt x="287280" y="416107"/>
                  </a:cubicBezTo>
                  <a:cubicBezTo>
                    <a:pt x="412385" y="416107"/>
                    <a:pt x="491255" y="503137"/>
                    <a:pt x="526611" y="552091"/>
                  </a:cubicBezTo>
                  <a:lnTo>
                    <a:pt x="526611" y="149581"/>
                  </a:lnTo>
                  <a:cubicBezTo>
                    <a:pt x="526611" y="67992"/>
                    <a:pt x="594602" y="0"/>
                    <a:pt x="676192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289999A4-40ED-44FF-8230-ACE6D5A307FF}"/>
                </a:ext>
              </a:extLst>
            </p:cNvPr>
            <p:cNvSpPr/>
            <p:nvPr/>
          </p:nvSpPr>
          <p:spPr>
            <a:xfrm>
              <a:off x="6789513" y="2362895"/>
              <a:ext cx="747906" cy="810458"/>
            </a:xfrm>
            <a:custGeom>
              <a:avLst/>
              <a:gdLst>
                <a:gd name="connsiteX0" fmla="*/ 394818 w 747906"/>
                <a:gd name="connsiteY0" fmla="*/ 163222 h 810458"/>
                <a:gd name="connsiteX1" fmla="*/ 356275 w 747906"/>
                <a:gd name="connsiteY1" fmla="*/ 174058 h 810458"/>
                <a:gd name="connsiteX2" fmla="*/ 274685 w 747906"/>
                <a:gd name="connsiteY2" fmla="*/ 356275 h 810458"/>
                <a:gd name="connsiteX3" fmla="*/ 375313 w 747906"/>
                <a:gd name="connsiteY3" fmla="*/ 358994 h 810458"/>
                <a:gd name="connsiteX4" fmla="*/ 473220 w 747906"/>
                <a:gd name="connsiteY4" fmla="*/ 239329 h 810458"/>
                <a:gd name="connsiteX5" fmla="*/ 394818 w 747906"/>
                <a:gd name="connsiteY5" fmla="*/ 163222 h 810458"/>
                <a:gd name="connsiteX6" fmla="*/ 386192 w 747906"/>
                <a:gd name="connsiteY6" fmla="*/ 0 h 810458"/>
                <a:gd name="connsiteX7" fmla="*/ 747906 w 747906"/>
                <a:gd name="connsiteY7" fmla="*/ 266526 h 810458"/>
                <a:gd name="connsiteX8" fmla="*/ 291004 w 747906"/>
                <a:gd name="connsiteY8" fmla="*/ 484100 h 810458"/>
                <a:gd name="connsiteX9" fmla="*/ 497698 w 747906"/>
                <a:gd name="connsiteY9" fmla="*/ 617363 h 810458"/>
                <a:gd name="connsiteX10" fmla="*/ 712551 w 747906"/>
                <a:gd name="connsiteY10" fmla="*/ 557530 h 810458"/>
                <a:gd name="connsiteX11" fmla="*/ 388912 w 747906"/>
                <a:gd name="connsiteY11" fmla="*/ 810458 h 810458"/>
                <a:gd name="connsiteX12" fmla="*/ 0 w 747906"/>
                <a:gd name="connsiteY12" fmla="*/ 413389 h 810458"/>
                <a:gd name="connsiteX13" fmla="*/ 386192 w 747906"/>
                <a:gd name="connsiteY13" fmla="*/ 0 h 810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47906" h="810458">
                  <a:moveTo>
                    <a:pt x="394818" y="163222"/>
                  </a:moveTo>
                  <a:cubicBezTo>
                    <a:pt x="381772" y="163179"/>
                    <a:pt x="368514" y="166579"/>
                    <a:pt x="356275" y="174058"/>
                  </a:cubicBezTo>
                  <a:cubicBezTo>
                    <a:pt x="299162" y="212133"/>
                    <a:pt x="282844" y="291003"/>
                    <a:pt x="274685" y="356275"/>
                  </a:cubicBezTo>
                  <a:cubicBezTo>
                    <a:pt x="274685" y="364434"/>
                    <a:pt x="369873" y="358994"/>
                    <a:pt x="375313" y="358994"/>
                  </a:cubicBezTo>
                  <a:cubicBezTo>
                    <a:pt x="432425" y="345396"/>
                    <a:pt x="473220" y="301881"/>
                    <a:pt x="473220" y="239329"/>
                  </a:cubicBezTo>
                  <a:cubicBezTo>
                    <a:pt x="471181" y="194455"/>
                    <a:pt x="433956" y="163349"/>
                    <a:pt x="394818" y="163222"/>
                  </a:cubicBezTo>
                  <a:close/>
                  <a:moveTo>
                    <a:pt x="386192" y="0"/>
                  </a:moveTo>
                  <a:cubicBezTo>
                    <a:pt x="519455" y="0"/>
                    <a:pt x="747906" y="65272"/>
                    <a:pt x="747906" y="266526"/>
                  </a:cubicBezTo>
                  <a:cubicBezTo>
                    <a:pt x="747906" y="467782"/>
                    <a:pt x="538493" y="484100"/>
                    <a:pt x="291004" y="484100"/>
                  </a:cubicBezTo>
                  <a:cubicBezTo>
                    <a:pt x="291004" y="484100"/>
                    <a:pt x="326359" y="617363"/>
                    <a:pt x="497698" y="617363"/>
                  </a:cubicBezTo>
                  <a:cubicBezTo>
                    <a:pt x="669036" y="617363"/>
                    <a:pt x="712551" y="557530"/>
                    <a:pt x="712551" y="557530"/>
                  </a:cubicBezTo>
                  <a:cubicBezTo>
                    <a:pt x="712551" y="557530"/>
                    <a:pt x="696233" y="810458"/>
                    <a:pt x="388912" y="810458"/>
                  </a:cubicBezTo>
                  <a:cubicBezTo>
                    <a:pt x="212134" y="810458"/>
                    <a:pt x="0" y="677195"/>
                    <a:pt x="0" y="413389"/>
                  </a:cubicBezTo>
                  <a:cubicBezTo>
                    <a:pt x="0" y="176778"/>
                    <a:pt x="163180" y="0"/>
                    <a:pt x="386192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C6298649-002A-4EEF-ACB1-CFCDC30BCA2B}"/>
                </a:ext>
              </a:extLst>
            </p:cNvPr>
            <p:cNvSpPr/>
            <p:nvPr/>
          </p:nvSpPr>
          <p:spPr>
            <a:xfrm>
              <a:off x="7988882" y="2362895"/>
              <a:ext cx="747906" cy="810458"/>
            </a:xfrm>
            <a:custGeom>
              <a:avLst/>
              <a:gdLst>
                <a:gd name="connsiteX0" fmla="*/ 394818 w 747906"/>
                <a:gd name="connsiteY0" fmla="*/ 163222 h 810458"/>
                <a:gd name="connsiteX1" fmla="*/ 356275 w 747906"/>
                <a:gd name="connsiteY1" fmla="*/ 174058 h 810458"/>
                <a:gd name="connsiteX2" fmla="*/ 274685 w 747906"/>
                <a:gd name="connsiteY2" fmla="*/ 356275 h 810458"/>
                <a:gd name="connsiteX3" fmla="*/ 375313 w 747906"/>
                <a:gd name="connsiteY3" fmla="*/ 358994 h 810458"/>
                <a:gd name="connsiteX4" fmla="*/ 473220 w 747906"/>
                <a:gd name="connsiteY4" fmla="*/ 239329 h 810458"/>
                <a:gd name="connsiteX5" fmla="*/ 394818 w 747906"/>
                <a:gd name="connsiteY5" fmla="*/ 163222 h 810458"/>
                <a:gd name="connsiteX6" fmla="*/ 386192 w 747906"/>
                <a:gd name="connsiteY6" fmla="*/ 0 h 810458"/>
                <a:gd name="connsiteX7" fmla="*/ 747906 w 747906"/>
                <a:gd name="connsiteY7" fmla="*/ 266526 h 810458"/>
                <a:gd name="connsiteX8" fmla="*/ 291004 w 747906"/>
                <a:gd name="connsiteY8" fmla="*/ 484100 h 810458"/>
                <a:gd name="connsiteX9" fmla="*/ 497697 w 747906"/>
                <a:gd name="connsiteY9" fmla="*/ 617363 h 810458"/>
                <a:gd name="connsiteX10" fmla="*/ 712551 w 747906"/>
                <a:gd name="connsiteY10" fmla="*/ 557530 h 810458"/>
                <a:gd name="connsiteX11" fmla="*/ 388911 w 747906"/>
                <a:gd name="connsiteY11" fmla="*/ 810458 h 810458"/>
                <a:gd name="connsiteX12" fmla="*/ 0 w 747906"/>
                <a:gd name="connsiteY12" fmla="*/ 413389 h 810458"/>
                <a:gd name="connsiteX13" fmla="*/ 386192 w 747906"/>
                <a:gd name="connsiteY13" fmla="*/ 0 h 810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47906" h="810458">
                  <a:moveTo>
                    <a:pt x="394818" y="163222"/>
                  </a:moveTo>
                  <a:cubicBezTo>
                    <a:pt x="381772" y="163179"/>
                    <a:pt x="368514" y="166579"/>
                    <a:pt x="356275" y="174058"/>
                  </a:cubicBezTo>
                  <a:cubicBezTo>
                    <a:pt x="299162" y="212133"/>
                    <a:pt x="282844" y="291003"/>
                    <a:pt x="274685" y="356275"/>
                  </a:cubicBezTo>
                  <a:cubicBezTo>
                    <a:pt x="274685" y="364434"/>
                    <a:pt x="369873" y="358994"/>
                    <a:pt x="375313" y="358994"/>
                  </a:cubicBezTo>
                  <a:cubicBezTo>
                    <a:pt x="432426" y="345396"/>
                    <a:pt x="473220" y="301881"/>
                    <a:pt x="473220" y="239329"/>
                  </a:cubicBezTo>
                  <a:cubicBezTo>
                    <a:pt x="471181" y="194455"/>
                    <a:pt x="433955" y="163349"/>
                    <a:pt x="394818" y="163222"/>
                  </a:cubicBezTo>
                  <a:close/>
                  <a:moveTo>
                    <a:pt x="386192" y="0"/>
                  </a:moveTo>
                  <a:cubicBezTo>
                    <a:pt x="519455" y="0"/>
                    <a:pt x="747906" y="65272"/>
                    <a:pt x="747906" y="266526"/>
                  </a:cubicBezTo>
                  <a:cubicBezTo>
                    <a:pt x="747906" y="467782"/>
                    <a:pt x="538492" y="484100"/>
                    <a:pt x="291004" y="484100"/>
                  </a:cubicBezTo>
                  <a:cubicBezTo>
                    <a:pt x="291004" y="484100"/>
                    <a:pt x="326359" y="617363"/>
                    <a:pt x="497697" y="617363"/>
                  </a:cubicBezTo>
                  <a:cubicBezTo>
                    <a:pt x="669036" y="617363"/>
                    <a:pt x="712551" y="557530"/>
                    <a:pt x="712551" y="557530"/>
                  </a:cubicBezTo>
                  <a:cubicBezTo>
                    <a:pt x="712551" y="557530"/>
                    <a:pt x="696233" y="810458"/>
                    <a:pt x="388911" y="810458"/>
                  </a:cubicBezTo>
                  <a:cubicBezTo>
                    <a:pt x="212133" y="810458"/>
                    <a:pt x="0" y="677195"/>
                    <a:pt x="0" y="413389"/>
                  </a:cubicBezTo>
                  <a:cubicBezTo>
                    <a:pt x="0" y="176778"/>
                    <a:pt x="163180" y="0"/>
                    <a:pt x="386192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B2091D89-9B4E-4856-9468-815914855F9A}"/>
                </a:ext>
              </a:extLst>
            </p:cNvPr>
            <p:cNvSpPr/>
            <p:nvPr/>
          </p:nvSpPr>
          <p:spPr>
            <a:xfrm>
              <a:off x="8683414" y="2274801"/>
              <a:ext cx="897487" cy="951879"/>
            </a:xfrm>
            <a:custGeom>
              <a:avLst/>
              <a:gdLst>
                <a:gd name="connsiteX0" fmla="*/ 580988 w 897487"/>
                <a:gd name="connsiteY0" fmla="*/ 667381 h 951879"/>
                <a:gd name="connsiteX1" fmla="*/ 409649 w 897487"/>
                <a:gd name="connsiteY1" fmla="*/ 667381 h 951879"/>
                <a:gd name="connsiteX2" fmla="*/ 591866 w 897487"/>
                <a:gd name="connsiteY2" fmla="*/ 525959 h 951879"/>
                <a:gd name="connsiteX3" fmla="*/ 842075 w 897487"/>
                <a:gd name="connsiteY3" fmla="*/ 123450 h 951879"/>
                <a:gd name="connsiteX4" fmla="*/ 842075 w 897487"/>
                <a:gd name="connsiteY4" fmla="*/ 123450 h 951879"/>
                <a:gd name="connsiteX5" fmla="*/ 798560 w 897487"/>
                <a:gd name="connsiteY5" fmla="*/ 58178 h 951879"/>
                <a:gd name="connsiteX6" fmla="*/ 746887 w 897487"/>
                <a:gd name="connsiteY6" fmla="*/ 107132 h 951879"/>
                <a:gd name="connsiteX7" fmla="*/ 697933 w 897487"/>
                <a:gd name="connsiteY7" fmla="*/ 115291 h 951879"/>
                <a:gd name="connsiteX8" fmla="*/ 219273 w 897487"/>
                <a:gd name="connsiteY8" fmla="*/ 115291 h 951879"/>
                <a:gd name="connsiteX9" fmla="*/ 102328 w 897487"/>
                <a:gd name="connsiteY9" fmla="*/ 224077 h 951879"/>
                <a:gd name="connsiteX10" fmla="*/ 213834 w 897487"/>
                <a:gd name="connsiteY10" fmla="*/ 332863 h 951879"/>
                <a:gd name="connsiteX11" fmla="*/ 485800 w 897487"/>
                <a:gd name="connsiteY11" fmla="*/ 335583 h 951879"/>
                <a:gd name="connsiteX12" fmla="*/ 134964 w 897487"/>
                <a:gd name="connsiteY12" fmla="*/ 615708 h 951879"/>
                <a:gd name="connsiteX13" fmla="*/ 61533 w 897487"/>
                <a:gd name="connsiteY13" fmla="*/ 884953 h 951879"/>
                <a:gd name="connsiteX14" fmla="*/ 398771 w 897487"/>
                <a:gd name="connsiteY14" fmla="*/ 806083 h 951879"/>
                <a:gd name="connsiteX15" fmla="*/ 529314 w 897487"/>
                <a:gd name="connsiteY15" fmla="*/ 863196 h 951879"/>
                <a:gd name="connsiteX16" fmla="*/ 782242 w 897487"/>
                <a:gd name="connsiteY16" fmla="*/ 607549 h 951879"/>
                <a:gd name="connsiteX17" fmla="*/ 580988 w 897487"/>
                <a:gd name="connsiteY17" fmla="*/ 667381 h 951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97487" h="951879">
                  <a:moveTo>
                    <a:pt x="580988" y="667381"/>
                  </a:moveTo>
                  <a:lnTo>
                    <a:pt x="409649" y="667381"/>
                  </a:lnTo>
                  <a:cubicBezTo>
                    <a:pt x="423248" y="667381"/>
                    <a:pt x="548352" y="561314"/>
                    <a:pt x="591866" y="525959"/>
                  </a:cubicBezTo>
                  <a:cubicBezTo>
                    <a:pt x="700653" y="433491"/>
                    <a:pt x="899188" y="297508"/>
                    <a:pt x="842075" y="123450"/>
                  </a:cubicBezTo>
                  <a:lnTo>
                    <a:pt x="842075" y="123450"/>
                  </a:lnTo>
                  <a:cubicBezTo>
                    <a:pt x="831197" y="82655"/>
                    <a:pt x="798560" y="58178"/>
                    <a:pt x="798560" y="58178"/>
                  </a:cubicBezTo>
                  <a:cubicBezTo>
                    <a:pt x="798560" y="58178"/>
                    <a:pt x="787682" y="90814"/>
                    <a:pt x="746887" y="107132"/>
                  </a:cubicBezTo>
                  <a:cubicBezTo>
                    <a:pt x="730569" y="109852"/>
                    <a:pt x="714251" y="115291"/>
                    <a:pt x="697933" y="115291"/>
                  </a:cubicBezTo>
                  <a:cubicBezTo>
                    <a:pt x="684334" y="115291"/>
                    <a:pt x="219273" y="115291"/>
                    <a:pt x="219273" y="115291"/>
                  </a:cubicBezTo>
                  <a:cubicBezTo>
                    <a:pt x="156721" y="115291"/>
                    <a:pt x="105048" y="166964"/>
                    <a:pt x="102328" y="224077"/>
                  </a:cubicBezTo>
                  <a:cubicBezTo>
                    <a:pt x="102328" y="283910"/>
                    <a:pt x="151282" y="332863"/>
                    <a:pt x="213834" y="332863"/>
                  </a:cubicBezTo>
                  <a:lnTo>
                    <a:pt x="485800" y="335583"/>
                  </a:lnTo>
                  <a:cubicBezTo>
                    <a:pt x="360695" y="406294"/>
                    <a:pt x="211114" y="487884"/>
                    <a:pt x="134964" y="615708"/>
                  </a:cubicBezTo>
                  <a:cubicBezTo>
                    <a:pt x="91449" y="689138"/>
                    <a:pt x="45215" y="800644"/>
                    <a:pt x="61533" y="884953"/>
                  </a:cubicBezTo>
                  <a:cubicBezTo>
                    <a:pt x="121366" y="830560"/>
                    <a:pt x="279106" y="778887"/>
                    <a:pt x="398771" y="806083"/>
                  </a:cubicBezTo>
                  <a:cubicBezTo>
                    <a:pt x="445005" y="814242"/>
                    <a:pt x="491239" y="838719"/>
                    <a:pt x="529314" y="863196"/>
                  </a:cubicBezTo>
                  <a:cubicBezTo>
                    <a:pt x="755046" y="1004618"/>
                    <a:pt x="891029" y="727213"/>
                    <a:pt x="782242" y="607549"/>
                  </a:cubicBezTo>
                  <a:cubicBezTo>
                    <a:pt x="784962" y="607549"/>
                    <a:pt x="722410" y="667381"/>
                    <a:pt x="580988" y="667381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D7F2BB29-4780-4E13-9447-551D7705D3EF}"/>
                </a:ext>
              </a:extLst>
            </p:cNvPr>
            <p:cNvSpPr/>
            <p:nvPr/>
          </p:nvSpPr>
          <p:spPr>
            <a:xfrm>
              <a:off x="2624650" y="1948442"/>
              <a:ext cx="1903761" cy="1577400"/>
            </a:xfrm>
            <a:custGeom>
              <a:avLst/>
              <a:gdLst>
                <a:gd name="connsiteX0" fmla="*/ 1559430 w 1903760"/>
                <a:gd name="connsiteY0" fmla="*/ 1165078 h 1577399"/>
                <a:gd name="connsiteX1" fmla="*/ 1369054 w 1903760"/>
                <a:gd name="connsiteY1" fmla="*/ 593950 h 1577399"/>
                <a:gd name="connsiteX2" fmla="*/ 1483279 w 1903760"/>
                <a:gd name="connsiteY2" fmla="*/ 126170 h 1577399"/>
                <a:gd name="connsiteX3" fmla="*/ 1311941 w 1903760"/>
                <a:gd name="connsiteY3" fmla="*/ 58178 h 1577399"/>
                <a:gd name="connsiteX4" fmla="*/ 1078050 w 1903760"/>
                <a:gd name="connsiteY4" fmla="*/ 205040 h 1577399"/>
                <a:gd name="connsiteX5" fmla="*/ 846879 w 1903760"/>
                <a:gd name="connsiteY5" fmla="*/ 523239 h 1577399"/>
                <a:gd name="connsiteX6" fmla="*/ 645624 w 1903760"/>
                <a:gd name="connsiteY6" fmla="*/ 210479 h 1577399"/>
                <a:gd name="connsiteX7" fmla="*/ 455248 w 1903760"/>
                <a:gd name="connsiteY7" fmla="*/ 63617 h 1577399"/>
                <a:gd name="connsiteX8" fmla="*/ 234956 w 1903760"/>
                <a:gd name="connsiteY8" fmla="*/ 137048 h 1577399"/>
                <a:gd name="connsiteX9" fmla="*/ 316546 w 1903760"/>
                <a:gd name="connsiteY9" fmla="*/ 588511 h 1577399"/>
                <a:gd name="connsiteX10" fmla="*/ 58178 w 1903760"/>
                <a:gd name="connsiteY10" fmla="*/ 1072610 h 1577399"/>
                <a:gd name="connsiteX11" fmla="*/ 474286 w 1903760"/>
                <a:gd name="connsiteY11" fmla="*/ 1020936 h 1577399"/>
                <a:gd name="connsiteX12" fmla="*/ 555876 w 1903760"/>
                <a:gd name="connsiteY12" fmla="*/ 572193 h 1577399"/>
                <a:gd name="connsiteX13" fmla="*/ 830561 w 1903760"/>
                <a:gd name="connsiteY13" fmla="*/ 993740 h 1577399"/>
                <a:gd name="connsiteX14" fmla="*/ 1140602 w 1903760"/>
                <a:gd name="connsiteY14" fmla="*/ 574913 h 1577399"/>
                <a:gd name="connsiteX15" fmla="*/ 1567589 w 1903760"/>
                <a:gd name="connsiteY15" fmla="*/ 1526792 h 1577399"/>
                <a:gd name="connsiteX16" fmla="*/ 1866751 w 1903760"/>
                <a:gd name="connsiteY16" fmla="*/ 1322818 h 1577399"/>
                <a:gd name="connsiteX17" fmla="*/ 1559430 w 1903760"/>
                <a:gd name="connsiteY17" fmla="*/ 1165078 h 1577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903760" h="1577399">
                  <a:moveTo>
                    <a:pt x="1559430" y="1165078"/>
                  </a:moveTo>
                  <a:cubicBezTo>
                    <a:pt x="1420727" y="1012777"/>
                    <a:pt x="1377213" y="762569"/>
                    <a:pt x="1369054" y="593950"/>
                  </a:cubicBezTo>
                  <a:cubicBezTo>
                    <a:pt x="1360895" y="449809"/>
                    <a:pt x="1369054" y="199600"/>
                    <a:pt x="1483279" y="126170"/>
                  </a:cubicBezTo>
                  <a:cubicBezTo>
                    <a:pt x="1445204" y="77216"/>
                    <a:pt x="1369054" y="58178"/>
                    <a:pt x="1311941" y="58178"/>
                  </a:cubicBezTo>
                  <a:cubicBezTo>
                    <a:pt x="1184117" y="58178"/>
                    <a:pt x="1121565" y="142488"/>
                    <a:pt x="1078050" y="205040"/>
                  </a:cubicBezTo>
                  <a:cubicBezTo>
                    <a:pt x="1064452" y="224077"/>
                    <a:pt x="846879" y="523239"/>
                    <a:pt x="846879" y="523239"/>
                  </a:cubicBezTo>
                  <a:cubicBezTo>
                    <a:pt x="846879" y="523239"/>
                    <a:pt x="667382" y="243115"/>
                    <a:pt x="645624" y="210479"/>
                  </a:cubicBezTo>
                  <a:cubicBezTo>
                    <a:pt x="615708" y="164245"/>
                    <a:pt x="555876" y="77216"/>
                    <a:pt x="455248" y="63617"/>
                  </a:cubicBezTo>
                  <a:cubicBezTo>
                    <a:pt x="411734" y="58178"/>
                    <a:pt x="297508" y="52739"/>
                    <a:pt x="234956" y="137048"/>
                  </a:cubicBezTo>
                  <a:cubicBezTo>
                    <a:pt x="341023" y="221357"/>
                    <a:pt x="338303" y="438930"/>
                    <a:pt x="316546" y="588511"/>
                  </a:cubicBezTo>
                  <a:cubicBezTo>
                    <a:pt x="248554" y="1031815"/>
                    <a:pt x="58178" y="1072610"/>
                    <a:pt x="58178" y="1072610"/>
                  </a:cubicBezTo>
                  <a:cubicBezTo>
                    <a:pt x="156086" y="1333696"/>
                    <a:pt x="403575" y="1230350"/>
                    <a:pt x="474286" y="1020936"/>
                  </a:cubicBezTo>
                  <a:cubicBezTo>
                    <a:pt x="520520" y="884953"/>
                    <a:pt x="550436" y="713615"/>
                    <a:pt x="555876" y="572193"/>
                  </a:cubicBezTo>
                  <a:lnTo>
                    <a:pt x="830561" y="993740"/>
                  </a:lnTo>
                  <a:cubicBezTo>
                    <a:pt x="830561" y="993740"/>
                    <a:pt x="1140602" y="574913"/>
                    <a:pt x="1140602" y="574913"/>
                  </a:cubicBezTo>
                  <a:cubicBezTo>
                    <a:pt x="1088929" y="1314659"/>
                    <a:pt x="1344577" y="1526792"/>
                    <a:pt x="1567589" y="1526792"/>
                  </a:cubicBezTo>
                  <a:cubicBezTo>
                    <a:pt x="1790601" y="1526792"/>
                    <a:pt x="1866751" y="1322818"/>
                    <a:pt x="1866751" y="1322818"/>
                  </a:cubicBezTo>
                  <a:cubicBezTo>
                    <a:pt x="1744367" y="1314659"/>
                    <a:pt x="1641019" y="1252107"/>
                    <a:pt x="1559430" y="1165078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571254D5-4491-4E5C-A533-A0FDC183833D}"/>
                </a:ext>
              </a:extLst>
            </p:cNvPr>
            <p:cNvSpPr/>
            <p:nvPr/>
          </p:nvSpPr>
          <p:spPr>
            <a:xfrm>
              <a:off x="4792218" y="3234839"/>
              <a:ext cx="271966" cy="652717"/>
            </a:xfrm>
            <a:custGeom>
              <a:avLst/>
              <a:gdLst>
                <a:gd name="connsiteX0" fmla="*/ 88095 w 271965"/>
                <a:gd name="connsiteY0" fmla="*/ 120730 h 652717"/>
                <a:gd name="connsiteX1" fmla="*/ 93534 w 271965"/>
                <a:gd name="connsiteY1" fmla="*/ 153366 h 652717"/>
                <a:gd name="connsiteX2" fmla="*/ 93534 w 271965"/>
                <a:gd name="connsiteY2" fmla="*/ 544997 h 652717"/>
                <a:gd name="connsiteX3" fmla="*/ 156086 w 271965"/>
                <a:gd name="connsiteY3" fmla="*/ 604829 h 652717"/>
                <a:gd name="connsiteX4" fmla="*/ 221358 w 271965"/>
                <a:gd name="connsiteY4" fmla="*/ 544997 h 652717"/>
                <a:gd name="connsiteX5" fmla="*/ 221358 w 271965"/>
                <a:gd name="connsiteY5" fmla="*/ 194161 h 652717"/>
                <a:gd name="connsiteX6" fmla="*/ 210479 w 271965"/>
                <a:gd name="connsiteY6" fmla="*/ 109852 h 652717"/>
                <a:gd name="connsiteX7" fmla="*/ 118011 w 271965"/>
                <a:gd name="connsiteY7" fmla="*/ 58178 h 652717"/>
                <a:gd name="connsiteX8" fmla="*/ 58178 w 271965"/>
                <a:gd name="connsiteY8" fmla="*/ 88094 h 652717"/>
                <a:gd name="connsiteX9" fmla="*/ 88095 w 271965"/>
                <a:gd name="connsiteY9" fmla="*/ 120730 h 65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1965" h="652717">
                  <a:moveTo>
                    <a:pt x="88095" y="120730"/>
                  </a:moveTo>
                  <a:cubicBezTo>
                    <a:pt x="90814" y="131609"/>
                    <a:pt x="90814" y="142487"/>
                    <a:pt x="93534" y="153366"/>
                  </a:cubicBezTo>
                  <a:cubicBezTo>
                    <a:pt x="93534" y="156086"/>
                    <a:pt x="93534" y="542277"/>
                    <a:pt x="93534" y="544997"/>
                  </a:cubicBezTo>
                  <a:cubicBezTo>
                    <a:pt x="93534" y="577632"/>
                    <a:pt x="123450" y="604829"/>
                    <a:pt x="156086" y="604829"/>
                  </a:cubicBezTo>
                  <a:cubicBezTo>
                    <a:pt x="188722" y="607548"/>
                    <a:pt x="221358" y="577632"/>
                    <a:pt x="221358" y="544997"/>
                  </a:cubicBezTo>
                  <a:cubicBezTo>
                    <a:pt x="221358" y="539557"/>
                    <a:pt x="221358" y="194161"/>
                    <a:pt x="221358" y="194161"/>
                  </a:cubicBezTo>
                  <a:cubicBezTo>
                    <a:pt x="221358" y="164245"/>
                    <a:pt x="224078" y="134329"/>
                    <a:pt x="210479" y="109852"/>
                  </a:cubicBezTo>
                  <a:cubicBezTo>
                    <a:pt x="196881" y="79935"/>
                    <a:pt x="158806" y="58178"/>
                    <a:pt x="118011" y="58178"/>
                  </a:cubicBezTo>
                  <a:cubicBezTo>
                    <a:pt x="79936" y="58178"/>
                    <a:pt x="58178" y="88094"/>
                    <a:pt x="58178" y="88094"/>
                  </a:cubicBezTo>
                  <a:cubicBezTo>
                    <a:pt x="58178" y="88094"/>
                    <a:pt x="77216" y="93534"/>
                    <a:pt x="88095" y="120730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DA453BC8-0B36-4D4E-AC2E-A19401EAC3CD}"/>
                </a:ext>
              </a:extLst>
            </p:cNvPr>
            <p:cNvSpPr/>
            <p:nvPr/>
          </p:nvSpPr>
          <p:spPr>
            <a:xfrm>
              <a:off x="8751819" y="3234667"/>
              <a:ext cx="271966" cy="652717"/>
            </a:xfrm>
            <a:custGeom>
              <a:avLst/>
              <a:gdLst>
                <a:gd name="connsiteX0" fmla="*/ 191663 w 271965"/>
                <a:gd name="connsiteY0" fmla="*/ 542449 h 652717"/>
                <a:gd name="connsiteX1" fmla="*/ 186224 w 271965"/>
                <a:gd name="connsiteY1" fmla="*/ 509813 h 652717"/>
                <a:gd name="connsiteX2" fmla="*/ 186224 w 271965"/>
                <a:gd name="connsiteY2" fmla="*/ 118183 h 652717"/>
                <a:gd name="connsiteX3" fmla="*/ 123672 w 271965"/>
                <a:gd name="connsiteY3" fmla="*/ 58350 h 652717"/>
                <a:gd name="connsiteX4" fmla="*/ 58400 w 271965"/>
                <a:gd name="connsiteY4" fmla="*/ 118183 h 652717"/>
                <a:gd name="connsiteX5" fmla="*/ 58400 w 271965"/>
                <a:gd name="connsiteY5" fmla="*/ 469018 h 652717"/>
                <a:gd name="connsiteX6" fmla="*/ 69279 w 271965"/>
                <a:gd name="connsiteY6" fmla="*/ 553328 h 652717"/>
                <a:gd name="connsiteX7" fmla="*/ 161747 w 271965"/>
                <a:gd name="connsiteY7" fmla="*/ 605001 h 652717"/>
                <a:gd name="connsiteX8" fmla="*/ 221580 w 271965"/>
                <a:gd name="connsiteY8" fmla="*/ 575085 h 652717"/>
                <a:gd name="connsiteX9" fmla="*/ 191663 w 271965"/>
                <a:gd name="connsiteY9" fmla="*/ 542449 h 65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1965" h="652717">
                  <a:moveTo>
                    <a:pt x="191663" y="542449"/>
                  </a:moveTo>
                  <a:cubicBezTo>
                    <a:pt x="188944" y="531570"/>
                    <a:pt x="186224" y="520692"/>
                    <a:pt x="186224" y="509813"/>
                  </a:cubicBezTo>
                  <a:cubicBezTo>
                    <a:pt x="186224" y="507093"/>
                    <a:pt x="186224" y="120902"/>
                    <a:pt x="186224" y="118183"/>
                  </a:cubicBezTo>
                  <a:cubicBezTo>
                    <a:pt x="186224" y="85547"/>
                    <a:pt x="156308" y="58350"/>
                    <a:pt x="123672" y="58350"/>
                  </a:cubicBezTo>
                  <a:cubicBezTo>
                    <a:pt x="91036" y="55631"/>
                    <a:pt x="58400" y="85547"/>
                    <a:pt x="58400" y="118183"/>
                  </a:cubicBezTo>
                  <a:cubicBezTo>
                    <a:pt x="58400" y="123622"/>
                    <a:pt x="58400" y="469018"/>
                    <a:pt x="58400" y="469018"/>
                  </a:cubicBezTo>
                  <a:cubicBezTo>
                    <a:pt x="58400" y="498934"/>
                    <a:pt x="55680" y="528851"/>
                    <a:pt x="69279" y="553328"/>
                  </a:cubicBezTo>
                  <a:cubicBezTo>
                    <a:pt x="82877" y="583244"/>
                    <a:pt x="120953" y="605001"/>
                    <a:pt x="161747" y="605001"/>
                  </a:cubicBezTo>
                  <a:cubicBezTo>
                    <a:pt x="199822" y="605001"/>
                    <a:pt x="221580" y="575085"/>
                    <a:pt x="221580" y="575085"/>
                  </a:cubicBezTo>
                  <a:cubicBezTo>
                    <a:pt x="221580" y="575085"/>
                    <a:pt x="202542" y="566926"/>
                    <a:pt x="191663" y="542449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517E3687-21BC-4B66-82A1-9652DB0C0A88}"/>
                </a:ext>
              </a:extLst>
            </p:cNvPr>
            <p:cNvSpPr/>
            <p:nvPr/>
          </p:nvSpPr>
          <p:spPr>
            <a:xfrm>
              <a:off x="6320666" y="3416868"/>
              <a:ext cx="435145" cy="462341"/>
            </a:xfrm>
            <a:custGeom>
              <a:avLst/>
              <a:gdLst>
                <a:gd name="connsiteX0" fmla="*/ 302948 w 435145"/>
                <a:gd name="connsiteY0" fmla="*/ 74684 h 462341"/>
                <a:gd name="connsiteX1" fmla="*/ 186003 w 435145"/>
                <a:gd name="connsiteY1" fmla="*/ 148115 h 462341"/>
                <a:gd name="connsiteX2" fmla="*/ 186003 w 435145"/>
                <a:gd name="connsiteY2" fmla="*/ 148115 h 462341"/>
                <a:gd name="connsiteX3" fmla="*/ 186003 w 435145"/>
                <a:gd name="connsiteY3" fmla="*/ 115479 h 462341"/>
                <a:gd name="connsiteX4" fmla="*/ 123450 w 435145"/>
                <a:gd name="connsiteY4" fmla="*/ 58366 h 462341"/>
                <a:gd name="connsiteX5" fmla="*/ 58178 w 435145"/>
                <a:gd name="connsiteY5" fmla="*/ 115479 h 462341"/>
                <a:gd name="connsiteX6" fmla="*/ 58178 w 435145"/>
                <a:gd name="connsiteY6" fmla="*/ 362967 h 462341"/>
                <a:gd name="connsiteX7" fmla="*/ 120730 w 435145"/>
                <a:gd name="connsiteY7" fmla="*/ 422800 h 462341"/>
                <a:gd name="connsiteX8" fmla="*/ 186003 w 435145"/>
                <a:gd name="connsiteY8" fmla="*/ 362967 h 462341"/>
                <a:gd name="connsiteX9" fmla="*/ 186003 w 435145"/>
                <a:gd name="connsiteY9" fmla="*/ 213386 h 462341"/>
                <a:gd name="connsiteX10" fmla="*/ 186003 w 435145"/>
                <a:gd name="connsiteY10" fmla="*/ 213386 h 462341"/>
                <a:gd name="connsiteX11" fmla="*/ 229517 w 435145"/>
                <a:gd name="connsiteY11" fmla="*/ 161713 h 462341"/>
                <a:gd name="connsiteX12" fmla="*/ 259433 w 435145"/>
                <a:gd name="connsiteY12" fmla="*/ 194349 h 462341"/>
                <a:gd name="connsiteX13" fmla="*/ 259433 w 435145"/>
                <a:gd name="connsiteY13" fmla="*/ 362967 h 462341"/>
                <a:gd name="connsiteX14" fmla="*/ 321985 w 435145"/>
                <a:gd name="connsiteY14" fmla="*/ 422800 h 462341"/>
                <a:gd name="connsiteX15" fmla="*/ 387257 w 435145"/>
                <a:gd name="connsiteY15" fmla="*/ 362967 h 462341"/>
                <a:gd name="connsiteX16" fmla="*/ 387257 w 435145"/>
                <a:gd name="connsiteY16" fmla="*/ 273219 h 462341"/>
                <a:gd name="connsiteX17" fmla="*/ 302948 w 435145"/>
                <a:gd name="connsiteY17" fmla="*/ 74684 h 46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5145" h="462341">
                  <a:moveTo>
                    <a:pt x="302948" y="74684"/>
                  </a:moveTo>
                  <a:cubicBezTo>
                    <a:pt x="234956" y="74684"/>
                    <a:pt x="196881" y="131797"/>
                    <a:pt x="186003" y="148115"/>
                  </a:cubicBezTo>
                  <a:lnTo>
                    <a:pt x="186003" y="148115"/>
                  </a:lnTo>
                  <a:cubicBezTo>
                    <a:pt x="186003" y="129077"/>
                    <a:pt x="186003" y="115479"/>
                    <a:pt x="186003" y="115479"/>
                  </a:cubicBezTo>
                  <a:cubicBezTo>
                    <a:pt x="186003" y="82843"/>
                    <a:pt x="156086" y="58366"/>
                    <a:pt x="123450" y="58366"/>
                  </a:cubicBezTo>
                  <a:cubicBezTo>
                    <a:pt x="90814" y="55646"/>
                    <a:pt x="58178" y="82843"/>
                    <a:pt x="58178" y="115479"/>
                  </a:cubicBezTo>
                  <a:cubicBezTo>
                    <a:pt x="58178" y="120918"/>
                    <a:pt x="58178" y="360248"/>
                    <a:pt x="58178" y="362967"/>
                  </a:cubicBezTo>
                  <a:cubicBezTo>
                    <a:pt x="58178" y="395603"/>
                    <a:pt x="88095" y="422800"/>
                    <a:pt x="120730" y="422800"/>
                  </a:cubicBezTo>
                  <a:cubicBezTo>
                    <a:pt x="153366" y="425519"/>
                    <a:pt x="186003" y="395603"/>
                    <a:pt x="186003" y="362967"/>
                  </a:cubicBezTo>
                  <a:cubicBezTo>
                    <a:pt x="186003" y="360248"/>
                    <a:pt x="186003" y="281378"/>
                    <a:pt x="186003" y="213386"/>
                  </a:cubicBezTo>
                  <a:lnTo>
                    <a:pt x="186003" y="213386"/>
                  </a:lnTo>
                  <a:cubicBezTo>
                    <a:pt x="191442" y="186190"/>
                    <a:pt x="205040" y="161713"/>
                    <a:pt x="229517" y="161713"/>
                  </a:cubicBezTo>
                  <a:cubicBezTo>
                    <a:pt x="259433" y="161713"/>
                    <a:pt x="259433" y="194349"/>
                    <a:pt x="259433" y="194349"/>
                  </a:cubicBezTo>
                  <a:lnTo>
                    <a:pt x="259433" y="362967"/>
                  </a:lnTo>
                  <a:cubicBezTo>
                    <a:pt x="259433" y="395603"/>
                    <a:pt x="289349" y="422800"/>
                    <a:pt x="321985" y="422800"/>
                  </a:cubicBezTo>
                  <a:cubicBezTo>
                    <a:pt x="354621" y="425519"/>
                    <a:pt x="387257" y="395603"/>
                    <a:pt x="387257" y="362967"/>
                  </a:cubicBezTo>
                  <a:lnTo>
                    <a:pt x="387257" y="273219"/>
                  </a:lnTo>
                  <a:cubicBezTo>
                    <a:pt x="387257" y="183470"/>
                    <a:pt x="395416" y="71964"/>
                    <a:pt x="302948" y="7468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A7E08B6C-E100-4F26-B629-3732E3E024EC}"/>
                </a:ext>
              </a:extLst>
            </p:cNvPr>
            <p:cNvSpPr/>
            <p:nvPr/>
          </p:nvSpPr>
          <p:spPr>
            <a:xfrm>
              <a:off x="7960620" y="3416868"/>
              <a:ext cx="435145" cy="462341"/>
            </a:xfrm>
            <a:custGeom>
              <a:avLst/>
              <a:gdLst>
                <a:gd name="connsiteX0" fmla="*/ 302948 w 435145"/>
                <a:gd name="connsiteY0" fmla="*/ 74684 h 462341"/>
                <a:gd name="connsiteX1" fmla="*/ 186002 w 435145"/>
                <a:gd name="connsiteY1" fmla="*/ 148115 h 462341"/>
                <a:gd name="connsiteX2" fmla="*/ 186002 w 435145"/>
                <a:gd name="connsiteY2" fmla="*/ 148115 h 462341"/>
                <a:gd name="connsiteX3" fmla="*/ 186002 w 435145"/>
                <a:gd name="connsiteY3" fmla="*/ 115479 h 462341"/>
                <a:gd name="connsiteX4" fmla="*/ 123450 w 435145"/>
                <a:gd name="connsiteY4" fmla="*/ 58366 h 462341"/>
                <a:gd name="connsiteX5" fmla="*/ 58178 w 435145"/>
                <a:gd name="connsiteY5" fmla="*/ 115479 h 462341"/>
                <a:gd name="connsiteX6" fmla="*/ 58178 w 435145"/>
                <a:gd name="connsiteY6" fmla="*/ 362967 h 462341"/>
                <a:gd name="connsiteX7" fmla="*/ 120730 w 435145"/>
                <a:gd name="connsiteY7" fmla="*/ 422800 h 462341"/>
                <a:gd name="connsiteX8" fmla="*/ 186002 w 435145"/>
                <a:gd name="connsiteY8" fmla="*/ 362967 h 462341"/>
                <a:gd name="connsiteX9" fmla="*/ 186002 w 435145"/>
                <a:gd name="connsiteY9" fmla="*/ 213386 h 462341"/>
                <a:gd name="connsiteX10" fmla="*/ 186002 w 435145"/>
                <a:gd name="connsiteY10" fmla="*/ 213386 h 462341"/>
                <a:gd name="connsiteX11" fmla="*/ 229517 w 435145"/>
                <a:gd name="connsiteY11" fmla="*/ 161713 h 462341"/>
                <a:gd name="connsiteX12" fmla="*/ 259433 w 435145"/>
                <a:gd name="connsiteY12" fmla="*/ 194349 h 462341"/>
                <a:gd name="connsiteX13" fmla="*/ 259433 w 435145"/>
                <a:gd name="connsiteY13" fmla="*/ 362967 h 462341"/>
                <a:gd name="connsiteX14" fmla="*/ 321985 w 435145"/>
                <a:gd name="connsiteY14" fmla="*/ 422800 h 462341"/>
                <a:gd name="connsiteX15" fmla="*/ 387257 w 435145"/>
                <a:gd name="connsiteY15" fmla="*/ 362967 h 462341"/>
                <a:gd name="connsiteX16" fmla="*/ 387257 w 435145"/>
                <a:gd name="connsiteY16" fmla="*/ 273219 h 462341"/>
                <a:gd name="connsiteX17" fmla="*/ 302948 w 435145"/>
                <a:gd name="connsiteY17" fmla="*/ 74684 h 46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5145" h="462341">
                  <a:moveTo>
                    <a:pt x="302948" y="74684"/>
                  </a:moveTo>
                  <a:cubicBezTo>
                    <a:pt x="234956" y="74684"/>
                    <a:pt x="196881" y="131797"/>
                    <a:pt x="186002" y="148115"/>
                  </a:cubicBezTo>
                  <a:lnTo>
                    <a:pt x="186002" y="148115"/>
                  </a:lnTo>
                  <a:cubicBezTo>
                    <a:pt x="186002" y="129077"/>
                    <a:pt x="186002" y="115479"/>
                    <a:pt x="186002" y="115479"/>
                  </a:cubicBezTo>
                  <a:cubicBezTo>
                    <a:pt x="186002" y="82843"/>
                    <a:pt x="156086" y="58366"/>
                    <a:pt x="123450" y="58366"/>
                  </a:cubicBezTo>
                  <a:cubicBezTo>
                    <a:pt x="90814" y="55646"/>
                    <a:pt x="58178" y="82843"/>
                    <a:pt x="58178" y="115479"/>
                  </a:cubicBezTo>
                  <a:cubicBezTo>
                    <a:pt x="58178" y="120918"/>
                    <a:pt x="58178" y="360248"/>
                    <a:pt x="58178" y="362967"/>
                  </a:cubicBezTo>
                  <a:cubicBezTo>
                    <a:pt x="58178" y="395603"/>
                    <a:pt x="88095" y="422800"/>
                    <a:pt x="120730" y="422800"/>
                  </a:cubicBezTo>
                  <a:cubicBezTo>
                    <a:pt x="153366" y="425519"/>
                    <a:pt x="186002" y="395603"/>
                    <a:pt x="186002" y="362967"/>
                  </a:cubicBezTo>
                  <a:cubicBezTo>
                    <a:pt x="186002" y="360248"/>
                    <a:pt x="186002" y="281378"/>
                    <a:pt x="186002" y="213386"/>
                  </a:cubicBezTo>
                  <a:lnTo>
                    <a:pt x="186002" y="213386"/>
                  </a:lnTo>
                  <a:cubicBezTo>
                    <a:pt x="191442" y="186190"/>
                    <a:pt x="205040" y="161713"/>
                    <a:pt x="229517" y="161713"/>
                  </a:cubicBezTo>
                  <a:cubicBezTo>
                    <a:pt x="259433" y="161713"/>
                    <a:pt x="259433" y="194349"/>
                    <a:pt x="259433" y="194349"/>
                  </a:cubicBezTo>
                  <a:lnTo>
                    <a:pt x="259433" y="362967"/>
                  </a:lnTo>
                  <a:cubicBezTo>
                    <a:pt x="259433" y="395603"/>
                    <a:pt x="289349" y="422800"/>
                    <a:pt x="321985" y="422800"/>
                  </a:cubicBezTo>
                  <a:cubicBezTo>
                    <a:pt x="354621" y="425519"/>
                    <a:pt x="387257" y="395603"/>
                    <a:pt x="387257" y="362967"/>
                  </a:cubicBezTo>
                  <a:lnTo>
                    <a:pt x="387257" y="273219"/>
                  </a:lnTo>
                  <a:cubicBezTo>
                    <a:pt x="384537" y="183470"/>
                    <a:pt x="395416" y="71964"/>
                    <a:pt x="302948" y="7468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7F095C42-829F-4A42-936F-5E5F8E797CAC}"/>
                </a:ext>
              </a:extLst>
            </p:cNvPr>
            <p:cNvSpPr/>
            <p:nvPr/>
          </p:nvSpPr>
          <p:spPr>
            <a:xfrm>
              <a:off x="5020669" y="3416868"/>
              <a:ext cx="435145" cy="462341"/>
            </a:xfrm>
            <a:custGeom>
              <a:avLst/>
              <a:gdLst>
                <a:gd name="connsiteX0" fmla="*/ 302948 w 435145"/>
                <a:gd name="connsiteY0" fmla="*/ 74684 h 462341"/>
                <a:gd name="connsiteX1" fmla="*/ 186002 w 435145"/>
                <a:gd name="connsiteY1" fmla="*/ 148115 h 462341"/>
                <a:gd name="connsiteX2" fmla="*/ 186002 w 435145"/>
                <a:gd name="connsiteY2" fmla="*/ 148115 h 462341"/>
                <a:gd name="connsiteX3" fmla="*/ 186002 w 435145"/>
                <a:gd name="connsiteY3" fmla="*/ 115479 h 462341"/>
                <a:gd name="connsiteX4" fmla="*/ 123450 w 435145"/>
                <a:gd name="connsiteY4" fmla="*/ 58366 h 462341"/>
                <a:gd name="connsiteX5" fmla="*/ 58178 w 435145"/>
                <a:gd name="connsiteY5" fmla="*/ 115479 h 462341"/>
                <a:gd name="connsiteX6" fmla="*/ 58178 w 435145"/>
                <a:gd name="connsiteY6" fmla="*/ 362967 h 462341"/>
                <a:gd name="connsiteX7" fmla="*/ 120730 w 435145"/>
                <a:gd name="connsiteY7" fmla="*/ 422800 h 462341"/>
                <a:gd name="connsiteX8" fmla="*/ 186002 w 435145"/>
                <a:gd name="connsiteY8" fmla="*/ 362967 h 462341"/>
                <a:gd name="connsiteX9" fmla="*/ 186002 w 435145"/>
                <a:gd name="connsiteY9" fmla="*/ 213386 h 462341"/>
                <a:gd name="connsiteX10" fmla="*/ 186002 w 435145"/>
                <a:gd name="connsiteY10" fmla="*/ 213386 h 462341"/>
                <a:gd name="connsiteX11" fmla="*/ 229517 w 435145"/>
                <a:gd name="connsiteY11" fmla="*/ 161713 h 462341"/>
                <a:gd name="connsiteX12" fmla="*/ 259433 w 435145"/>
                <a:gd name="connsiteY12" fmla="*/ 194349 h 462341"/>
                <a:gd name="connsiteX13" fmla="*/ 259433 w 435145"/>
                <a:gd name="connsiteY13" fmla="*/ 362967 h 462341"/>
                <a:gd name="connsiteX14" fmla="*/ 321985 w 435145"/>
                <a:gd name="connsiteY14" fmla="*/ 422800 h 462341"/>
                <a:gd name="connsiteX15" fmla="*/ 387257 w 435145"/>
                <a:gd name="connsiteY15" fmla="*/ 362967 h 462341"/>
                <a:gd name="connsiteX16" fmla="*/ 387257 w 435145"/>
                <a:gd name="connsiteY16" fmla="*/ 273219 h 462341"/>
                <a:gd name="connsiteX17" fmla="*/ 302948 w 435145"/>
                <a:gd name="connsiteY17" fmla="*/ 74684 h 46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5145" h="462341">
                  <a:moveTo>
                    <a:pt x="302948" y="74684"/>
                  </a:moveTo>
                  <a:cubicBezTo>
                    <a:pt x="234956" y="74684"/>
                    <a:pt x="196881" y="131797"/>
                    <a:pt x="186002" y="148115"/>
                  </a:cubicBezTo>
                  <a:lnTo>
                    <a:pt x="186002" y="148115"/>
                  </a:lnTo>
                  <a:cubicBezTo>
                    <a:pt x="186002" y="129077"/>
                    <a:pt x="186002" y="115479"/>
                    <a:pt x="186002" y="115479"/>
                  </a:cubicBezTo>
                  <a:cubicBezTo>
                    <a:pt x="186002" y="82843"/>
                    <a:pt x="156086" y="58366"/>
                    <a:pt x="123450" y="58366"/>
                  </a:cubicBezTo>
                  <a:cubicBezTo>
                    <a:pt x="90814" y="55646"/>
                    <a:pt x="58178" y="82843"/>
                    <a:pt x="58178" y="115479"/>
                  </a:cubicBezTo>
                  <a:cubicBezTo>
                    <a:pt x="58178" y="120918"/>
                    <a:pt x="58178" y="360248"/>
                    <a:pt x="58178" y="362967"/>
                  </a:cubicBezTo>
                  <a:cubicBezTo>
                    <a:pt x="58178" y="395603"/>
                    <a:pt x="88094" y="422800"/>
                    <a:pt x="120730" y="422800"/>
                  </a:cubicBezTo>
                  <a:cubicBezTo>
                    <a:pt x="153366" y="425519"/>
                    <a:pt x="186002" y="395603"/>
                    <a:pt x="186002" y="362967"/>
                  </a:cubicBezTo>
                  <a:cubicBezTo>
                    <a:pt x="186002" y="360248"/>
                    <a:pt x="186002" y="281378"/>
                    <a:pt x="186002" y="213386"/>
                  </a:cubicBezTo>
                  <a:lnTo>
                    <a:pt x="186002" y="213386"/>
                  </a:lnTo>
                  <a:cubicBezTo>
                    <a:pt x="191442" y="186190"/>
                    <a:pt x="205040" y="161713"/>
                    <a:pt x="229517" y="161713"/>
                  </a:cubicBezTo>
                  <a:cubicBezTo>
                    <a:pt x="259433" y="161713"/>
                    <a:pt x="259433" y="194349"/>
                    <a:pt x="259433" y="194349"/>
                  </a:cubicBezTo>
                  <a:lnTo>
                    <a:pt x="259433" y="362967"/>
                  </a:lnTo>
                  <a:cubicBezTo>
                    <a:pt x="259433" y="395603"/>
                    <a:pt x="289349" y="422800"/>
                    <a:pt x="321985" y="422800"/>
                  </a:cubicBezTo>
                  <a:cubicBezTo>
                    <a:pt x="354621" y="425519"/>
                    <a:pt x="387257" y="395603"/>
                    <a:pt x="387257" y="362967"/>
                  </a:cubicBezTo>
                  <a:lnTo>
                    <a:pt x="387257" y="273219"/>
                  </a:lnTo>
                  <a:cubicBezTo>
                    <a:pt x="384537" y="183470"/>
                    <a:pt x="395416" y="71964"/>
                    <a:pt x="302948" y="7468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00D3CA62-E398-459B-A561-78BE2297E0B2}"/>
                </a:ext>
              </a:extLst>
            </p:cNvPr>
            <p:cNvSpPr/>
            <p:nvPr/>
          </p:nvSpPr>
          <p:spPr>
            <a:xfrm>
              <a:off x="7616289" y="3475234"/>
              <a:ext cx="364436" cy="364434"/>
            </a:xfrm>
            <a:custGeom>
              <a:avLst/>
              <a:gdLst>
                <a:gd name="connsiteX0" fmla="*/ 182218 w 364436"/>
                <a:gd name="connsiteY0" fmla="*/ 73431 h 364434"/>
                <a:gd name="connsiteX1" fmla="*/ 130544 w 364436"/>
                <a:gd name="connsiteY1" fmla="*/ 179499 h 364434"/>
                <a:gd name="connsiteX2" fmla="*/ 182218 w 364436"/>
                <a:gd name="connsiteY2" fmla="*/ 285565 h 364434"/>
                <a:gd name="connsiteX3" fmla="*/ 233891 w 364436"/>
                <a:gd name="connsiteY3" fmla="*/ 179499 h 364434"/>
                <a:gd name="connsiteX4" fmla="*/ 182218 w 364436"/>
                <a:gd name="connsiteY4" fmla="*/ 73431 h 364434"/>
                <a:gd name="connsiteX5" fmla="*/ 182219 w 364436"/>
                <a:gd name="connsiteY5" fmla="*/ 0 h 364434"/>
                <a:gd name="connsiteX6" fmla="*/ 364436 w 364436"/>
                <a:gd name="connsiteY6" fmla="*/ 182217 h 364434"/>
                <a:gd name="connsiteX7" fmla="*/ 182219 w 364436"/>
                <a:gd name="connsiteY7" fmla="*/ 364434 h 364434"/>
                <a:gd name="connsiteX8" fmla="*/ 0 w 364436"/>
                <a:gd name="connsiteY8" fmla="*/ 182217 h 364434"/>
                <a:gd name="connsiteX9" fmla="*/ 182219 w 364436"/>
                <a:gd name="connsiteY9" fmla="*/ 0 h 364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64436" h="364434">
                  <a:moveTo>
                    <a:pt x="182218" y="73431"/>
                  </a:moveTo>
                  <a:cubicBezTo>
                    <a:pt x="152302" y="76151"/>
                    <a:pt x="130544" y="114226"/>
                    <a:pt x="130544" y="179499"/>
                  </a:cubicBezTo>
                  <a:cubicBezTo>
                    <a:pt x="130544" y="244770"/>
                    <a:pt x="146862" y="285565"/>
                    <a:pt x="182218" y="285565"/>
                  </a:cubicBezTo>
                  <a:cubicBezTo>
                    <a:pt x="217573" y="285565"/>
                    <a:pt x="233891" y="247490"/>
                    <a:pt x="233891" y="179499"/>
                  </a:cubicBezTo>
                  <a:cubicBezTo>
                    <a:pt x="233891" y="114226"/>
                    <a:pt x="212134" y="73431"/>
                    <a:pt x="182218" y="73431"/>
                  </a:cubicBezTo>
                  <a:close/>
                  <a:moveTo>
                    <a:pt x="182219" y="0"/>
                  </a:moveTo>
                  <a:cubicBezTo>
                    <a:pt x="282846" y="0"/>
                    <a:pt x="364436" y="81590"/>
                    <a:pt x="364436" y="182217"/>
                  </a:cubicBezTo>
                  <a:cubicBezTo>
                    <a:pt x="364436" y="282844"/>
                    <a:pt x="282846" y="364434"/>
                    <a:pt x="182219" y="364434"/>
                  </a:cubicBezTo>
                  <a:cubicBezTo>
                    <a:pt x="81591" y="364434"/>
                    <a:pt x="0" y="282844"/>
                    <a:pt x="0" y="182217"/>
                  </a:cubicBezTo>
                  <a:cubicBezTo>
                    <a:pt x="0" y="81590"/>
                    <a:pt x="81591" y="0"/>
                    <a:pt x="182219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B495AE45-21CF-4D1B-B9A4-3378621E31F8}"/>
                </a:ext>
              </a:extLst>
            </p:cNvPr>
            <p:cNvSpPr/>
            <p:nvPr/>
          </p:nvSpPr>
          <p:spPr>
            <a:xfrm>
              <a:off x="6743101" y="3464184"/>
              <a:ext cx="372773" cy="375657"/>
            </a:xfrm>
            <a:custGeom>
              <a:avLst/>
              <a:gdLst>
                <a:gd name="connsiteX0" fmla="*/ 176958 w 372773"/>
                <a:gd name="connsiteY0" fmla="*/ 98080 h 375657"/>
                <a:gd name="connsiteX1" fmla="*/ 125284 w 372773"/>
                <a:gd name="connsiteY1" fmla="*/ 190548 h 375657"/>
                <a:gd name="connsiteX2" fmla="*/ 176958 w 372773"/>
                <a:gd name="connsiteY2" fmla="*/ 283017 h 375657"/>
                <a:gd name="connsiteX3" fmla="*/ 228631 w 372773"/>
                <a:gd name="connsiteY3" fmla="*/ 190548 h 375657"/>
                <a:gd name="connsiteX4" fmla="*/ 176958 w 372773"/>
                <a:gd name="connsiteY4" fmla="*/ 98080 h 375657"/>
                <a:gd name="connsiteX5" fmla="*/ 307501 w 372773"/>
                <a:gd name="connsiteY5" fmla="*/ 172 h 375657"/>
                <a:gd name="connsiteX6" fmla="*/ 372773 w 372773"/>
                <a:gd name="connsiteY6" fmla="*/ 62724 h 375657"/>
                <a:gd name="connsiteX7" fmla="*/ 372773 w 372773"/>
                <a:gd name="connsiteY7" fmla="*/ 312934 h 375657"/>
                <a:gd name="connsiteX8" fmla="*/ 302061 w 372773"/>
                <a:gd name="connsiteY8" fmla="*/ 375486 h 375657"/>
                <a:gd name="connsiteX9" fmla="*/ 239509 w 372773"/>
                <a:gd name="connsiteY9" fmla="*/ 326532 h 375657"/>
                <a:gd name="connsiteX10" fmla="*/ 179677 w 372773"/>
                <a:gd name="connsiteY10" fmla="*/ 370046 h 375657"/>
                <a:gd name="connsiteX11" fmla="*/ 70890 w 372773"/>
                <a:gd name="connsiteY11" fmla="*/ 353728 h 375657"/>
                <a:gd name="connsiteX12" fmla="*/ 128003 w 372773"/>
                <a:gd name="connsiteY12" fmla="*/ 11051 h 375657"/>
                <a:gd name="connsiteX13" fmla="*/ 236790 w 372773"/>
                <a:gd name="connsiteY13" fmla="*/ 70883 h 375657"/>
                <a:gd name="connsiteX14" fmla="*/ 236790 w 372773"/>
                <a:gd name="connsiteY14" fmla="*/ 62724 h 375657"/>
                <a:gd name="connsiteX15" fmla="*/ 307501 w 372773"/>
                <a:gd name="connsiteY15" fmla="*/ 172 h 375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2773" h="375657">
                  <a:moveTo>
                    <a:pt x="176958" y="98080"/>
                  </a:moveTo>
                  <a:cubicBezTo>
                    <a:pt x="147042" y="100800"/>
                    <a:pt x="125284" y="133436"/>
                    <a:pt x="125284" y="190548"/>
                  </a:cubicBezTo>
                  <a:cubicBezTo>
                    <a:pt x="125284" y="247661"/>
                    <a:pt x="141602" y="283017"/>
                    <a:pt x="176958" y="283017"/>
                  </a:cubicBezTo>
                  <a:cubicBezTo>
                    <a:pt x="212314" y="283017"/>
                    <a:pt x="228631" y="247661"/>
                    <a:pt x="228631" y="190548"/>
                  </a:cubicBezTo>
                  <a:cubicBezTo>
                    <a:pt x="228631" y="133436"/>
                    <a:pt x="206874" y="98080"/>
                    <a:pt x="176958" y="98080"/>
                  </a:cubicBezTo>
                  <a:close/>
                  <a:moveTo>
                    <a:pt x="307501" y="172"/>
                  </a:moveTo>
                  <a:cubicBezTo>
                    <a:pt x="340137" y="172"/>
                    <a:pt x="372773" y="30088"/>
                    <a:pt x="372773" y="62724"/>
                  </a:cubicBezTo>
                  <a:cubicBezTo>
                    <a:pt x="372773" y="65444"/>
                    <a:pt x="372773" y="307494"/>
                    <a:pt x="372773" y="312934"/>
                  </a:cubicBezTo>
                  <a:cubicBezTo>
                    <a:pt x="370053" y="348289"/>
                    <a:pt x="337417" y="378205"/>
                    <a:pt x="302061" y="375486"/>
                  </a:cubicBezTo>
                  <a:cubicBezTo>
                    <a:pt x="274865" y="372766"/>
                    <a:pt x="247668" y="353728"/>
                    <a:pt x="239509" y="326532"/>
                  </a:cubicBezTo>
                  <a:cubicBezTo>
                    <a:pt x="225911" y="348289"/>
                    <a:pt x="198715" y="364607"/>
                    <a:pt x="179677" y="370046"/>
                  </a:cubicBezTo>
                  <a:cubicBezTo>
                    <a:pt x="147041" y="378205"/>
                    <a:pt x="100807" y="372766"/>
                    <a:pt x="70890" y="353728"/>
                  </a:cubicBezTo>
                  <a:cubicBezTo>
                    <a:pt x="-35177" y="285737"/>
                    <a:pt x="-27018" y="11051"/>
                    <a:pt x="128003" y="11051"/>
                  </a:cubicBezTo>
                  <a:cubicBezTo>
                    <a:pt x="185116" y="11051"/>
                    <a:pt x="220471" y="49126"/>
                    <a:pt x="236790" y="70883"/>
                  </a:cubicBezTo>
                  <a:cubicBezTo>
                    <a:pt x="236790" y="70883"/>
                    <a:pt x="236790" y="65444"/>
                    <a:pt x="236790" y="62724"/>
                  </a:cubicBezTo>
                  <a:cubicBezTo>
                    <a:pt x="239509" y="27369"/>
                    <a:pt x="272145" y="-2547"/>
                    <a:pt x="307501" y="172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C216FC84-D2D6-4A19-8ECF-E28FA6872E1A}"/>
                </a:ext>
              </a:extLst>
            </p:cNvPr>
            <p:cNvSpPr/>
            <p:nvPr/>
          </p:nvSpPr>
          <p:spPr>
            <a:xfrm>
              <a:off x="8380335" y="3464184"/>
              <a:ext cx="372772" cy="375657"/>
            </a:xfrm>
            <a:custGeom>
              <a:avLst/>
              <a:gdLst>
                <a:gd name="connsiteX0" fmla="*/ 176957 w 372772"/>
                <a:gd name="connsiteY0" fmla="*/ 98080 h 375657"/>
                <a:gd name="connsiteX1" fmla="*/ 125282 w 372772"/>
                <a:gd name="connsiteY1" fmla="*/ 190548 h 375657"/>
                <a:gd name="connsiteX2" fmla="*/ 176957 w 372772"/>
                <a:gd name="connsiteY2" fmla="*/ 283017 h 375657"/>
                <a:gd name="connsiteX3" fmla="*/ 228630 w 372772"/>
                <a:gd name="connsiteY3" fmla="*/ 190548 h 375657"/>
                <a:gd name="connsiteX4" fmla="*/ 176957 w 372772"/>
                <a:gd name="connsiteY4" fmla="*/ 98080 h 375657"/>
                <a:gd name="connsiteX5" fmla="*/ 307501 w 372772"/>
                <a:gd name="connsiteY5" fmla="*/ 172 h 375657"/>
                <a:gd name="connsiteX6" fmla="*/ 372772 w 372772"/>
                <a:gd name="connsiteY6" fmla="*/ 62724 h 375657"/>
                <a:gd name="connsiteX7" fmla="*/ 372772 w 372772"/>
                <a:gd name="connsiteY7" fmla="*/ 312934 h 375657"/>
                <a:gd name="connsiteX8" fmla="*/ 302062 w 372772"/>
                <a:gd name="connsiteY8" fmla="*/ 375486 h 375657"/>
                <a:gd name="connsiteX9" fmla="*/ 239509 w 372772"/>
                <a:gd name="connsiteY9" fmla="*/ 326532 h 375657"/>
                <a:gd name="connsiteX10" fmla="*/ 179677 w 372772"/>
                <a:gd name="connsiteY10" fmla="*/ 370046 h 375657"/>
                <a:gd name="connsiteX11" fmla="*/ 70890 w 372772"/>
                <a:gd name="connsiteY11" fmla="*/ 353728 h 375657"/>
                <a:gd name="connsiteX12" fmla="*/ 128002 w 372772"/>
                <a:gd name="connsiteY12" fmla="*/ 11051 h 375657"/>
                <a:gd name="connsiteX13" fmla="*/ 236790 w 372772"/>
                <a:gd name="connsiteY13" fmla="*/ 70883 h 375657"/>
                <a:gd name="connsiteX14" fmla="*/ 236790 w 372772"/>
                <a:gd name="connsiteY14" fmla="*/ 62724 h 375657"/>
                <a:gd name="connsiteX15" fmla="*/ 307501 w 372772"/>
                <a:gd name="connsiteY15" fmla="*/ 172 h 375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2772" h="375657">
                  <a:moveTo>
                    <a:pt x="176957" y="98080"/>
                  </a:moveTo>
                  <a:cubicBezTo>
                    <a:pt x="147039" y="100800"/>
                    <a:pt x="125282" y="133436"/>
                    <a:pt x="125282" y="190548"/>
                  </a:cubicBezTo>
                  <a:cubicBezTo>
                    <a:pt x="125282" y="247661"/>
                    <a:pt x="141600" y="283017"/>
                    <a:pt x="176957" y="283017"/>
                  </a:cubicBezTo>
                  <a:cubicBezTo>
                    <a:pt x="212312" y="283017"/>
                    <a:pt x="228630" y="247661"/>
                    <a:pt x="228630" y="190548"/>
                  </a:cubicBezTo>
                  <a:cubicBezTo>
                    <a:pt x="228630" y="133436"/>
                    <a:pt x="206873" y="98080"/>
                    <a:pt x="176957" y="98080"/>
                  </a:cubicBezTo>
                  <a:close/>
                  <a:moveTo>
                    <a:pt x="307501" y="172"/>
                  </a:moveTo>
                  <a:cubicBezTo>
                    <a:pt x="340137" y="172"/>
                    <a:pt x="372772" y="30088"/>
                    <a:pt x="372772" y="62724"/>
                  </a:cubicBezTo>
                  <a:cubicBezTo>
                    <a:pt x="372772" y="65444"/>
                    <a:pt x="372772" y="307494"/>
                    <a:pt x="372772" y="312934"/>
                  </a:cubicBezTo>
                  <a:cubicBezTo>
                    <a:pt x="370053" y="348289"/>
                    <a:pt x="337417" y="378205"/>
                    <a:pt x="302062" y="375486"/>
                  </a:cubicBezTo>
                  <a:cubicBezTo>
                    <a:pt x="274865" y="372766"/>
                    <a:pt x="247668" y="353728"/>
                    <a:pt x="239509" y="326532"/>
                  </a:cubicBezTo>
                  <a:cubicBezTo>
                    <a:pt x="228630" y="348289"/>
                    <a:pt x="198714" y="364607"/>
                    <a:pt x="179677" y="370046"/>
                  </a:cubicBezTo>
                  <a:cubicBezTo>
                    <a:pt x="147040" y="378205"/>
                    <a:pt x="100806" y="372766"/>
                    <a:pt x="70890" y="353728"/>
                  </a:cubicBezTo>
                  <a:cubicBezTo>
                    <a:pt x="-35177" y="285737"/>
                    <a:pt x="-27018" y="11051"/>
                    <a:pt x="128002" y="11051"/>
                  </a:cubicBezTo>
                  <a:cubicBezTo>
                    <a:pt x="185116" y="11051"/>
                    <a:pt x="220472" y="49126"/>
                    <a:pt x="236790" y="70883"/>
                  </a:cubicBezTo>
                  <a:cubicBezTo>
                    <a:pt x="236790" y="70883"/>
                    <a:pt x="236790" y="65444"/>
                    <a:pt x="236790" y="62724"/>
                  </a:cubicBezTo>
                  <a:cubicBezTo>
                    <a:pt x="239509" y="27369"/>
                    <a:pt x="272145" y="-2547"/>
                    <a:pt x="307501" y="172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064D8E5A-0B60-43A6-9CB4-0637AD08F72C}"/>
                </a:ext>
              </a:extLst>
            </p:cNvPr>
            <p:cNvSpPr/>
            <p:nvPr/>
          </p:nvSpPr>
          <p:spPr>
            <a:xfrm>
              <a:off x="7389492" y="3444253"/>
              <a:ext cx="217573" cy="435145"/>
            </a:xfrm>
            <a:custGeom>
              <a:avLst/>
              <a:gdLst>
                <a:gd name="connsiteX0" fmla="*/ 186002 w 217572"/>
                <a:gd name="connsiteY0" fmla="*/ 118011 h 435144"/>
                <a:gd name="connsiteX1" fmla="*/ 128890 w 217572"/>
                <a:gd name="connsiteY1" fmla="*/ 58178 h 435144"/>
                <a:gd name="connsiteX2" fmla="*/ 123450 w 217572"/>
                <a:gd name="connsiteY2" fmla="*/ 58178 h 435144"/>
                <a:gd name="connsiteX3" fmla="*/ 58178 w 217572"/>
                <a:gd name="connsiteY3" fmla="*/ 115291 h 435144"/>
                <a:gd name="connsiteX4" fmla="*/ 58178 w 217572"/>
                <a:gd name="connsiteY4" fmla="*/ 232236 h 435144"/>
                <a:gd name="connsiteX5" fmla="*/ 58178 w 217572"/>
                <a:gd name="connsiteY5" fmla="*/ 232236 h 435144"/>
                <a:gd name="connsiteX6" fmla="*/ 58178 w 217572"/>
                <a:gd name="connsiteY6" fmla="*/ 335583 h 435144"/>
                <a:gd name="connsiteX7" fmla="*/ 115291 w 217572"/>
                <a:gd name="connsiteY7" fmla="*/ 395415 h 435144"/>
                <a:gd name="connsiteX8" fmla="*/ 120730 w 217572"/>
                <a:gd name="connsiteY8" fmla="*/ 395415 h 435144"/>
                <a:gd name="connsiteX9" fmla="*/ 186002 w 217572"/>
                <a:gd name="connsiteY9" fmla="*/ 338303 h 435144"/>
                <a:gd name="connsiteX10" fmla="*/ 186002 w 217572"/>
                <a:gd name="connsiteY10" fmla="*/ 240395 h 435144"/>
                <a:gd name="connsiteX11" fmla="*/ 186002 w 217572"/>
                <a:gd name="connsiteY11" fmla="*/ 240395 h 435144"/>
                <a:gd name="connsiteX12" fmla="*/ 186002 w 217572"/>
                <a:gd name="connsiteY12" fmla="*/ 118011 h 435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7572" h="435144">
                  <a:moveTo>
                    <a:pt x="186002" y="118011"/>
                  </a:moveTo>
                  <a:cubicBezTo>
                    <a:pt x="183283" y="85375"/>
                    <a:pt x="158806" y="60898"/>
                    <a:pt x="128890" y="58178"/>
                  </a:cubicBezTo>
                  <a:cubicBezTo>
                    <a:pt x="126170" y="58178"/>
                    <a:pt x="126170" y="58178"/>
                    <a:pt x="123450" y="58178"/>
                  </a:cubicBezTo>
                  <a:cubicBezTo>
                    <a:pt x="96254" y="58178"/>
                    <a:pt x="58178" y="82655"/>
                    <a:pt x="58178" y="115291"/>
                  </a:cubicBezTo>
                  <a:lnTo>
                    <a:pt x="58178" y="232236"/>
                  </a:lnTo>
                  <a:lnTo>
                    <a:pt x="58178" y="232236"/>
                  </a:lnTo>
                  <a:cubicBezTo>
                    <a:pt x="58178" y="270311"/>
                    <a:pt x="58178" y="335583"/>
                    <a:pt x="58178" y="335583"/>
                  </a:cubicBezTo>
                  <a:cubicBezTo>
                    <a:pt x="60898" y="368219"/>
                    <a:pt x="85375" y="392696"/>
                    <a:pt x="115291" y="395415"/>
                  </a:cubicBezTo>
                  <a:cubicBezTo>
                    <a:pt x="118011" y="395415"/>
                    <a:pt x="118011" y="395415"/>
                    <a:pt x="120730" y="395415"/>
                  </a:cubicBezTo>
                  <a:cubicBezTo>
                    <a:pt x="147927" y="395415"/>
                    <a:pt x="186002" y="370938"/>
                    <a:pt x="186002" y="338303"/>
                  </a:cubicBezTo>
                  <a:lnTo>
                    <a:pt x="186002" y="240395"/>
                  </a:lnTo>
                  <a:lnTo>
                    <a:pt x="186002" y="240395"/>
                  </a:lnTo>
                  <a:cubicBezTo>
                    <a:pt x="186002" y="202320"/>
                    <a:pt x="186002" y="118011"/>
                    <a:pt x="186002" y="118011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2ADC8310-343B-4477-9D7F-D6D4956A7823}"/>
                </a:ext>
              </a:extLst>
            </p:cNvPr>
            <p:cNvSpPr/>
            <p:nvPr/>
          </p:nvSpPr>
          <p:spPr>
            <a:xfrm>
              <a:off x="7392212" y="3280901"/>
              <a:ext cx="217573" cy="217572"/>
            </a:xfrm>
            <a:custGeom>
              <a:avLst/>
              <a:gdLst>
                <a:gd name="connsiteX0" fmla="*/ 183282 w 217572"/>
                <a:gd name="connsiteY0" fmla="*/ 120902 h 217572"/>
                <a:gd name="connsiteX1" fmla="*/ 120730 w 217572"/>
                <a:gd name="connsiteY1" fmla="*/ 183454 h 217572"/>
                <a:gd name="connsiteX2" fmla="*/ 58178 w 217572"/>
                <a:gd name="connsiteY2" fmla="*/ 120902 h 217572"/>
                <a:gd name="connsiteX3" fmla="*/ 120730 w 217572"/>
                <a:gd name="connsiteY3" fmla="*/ 58350 h 217572"/>
                <a:gd name="connsiteX4" fmla="*/ 183282 w 217572"/>
                <a:gd name="connsiteY4" fmla="*/ 120902 h 217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7572" h="217572">
                  <a:moveTo>
                    <a:pt x="183282" y="120902"/>
                  </a:moveTo>
                  <a:cubicBezTo>
                    <a:pt x="183282" y="156258"/>
                    <a:pt x="156086" y="183454"/>
                    <a:pt x="120730" y="183454"/>
                  </a:cubicBezTo>
                  <a:cubicBezTo>
                    <a:pt x="85375" y="183454"/>
                    <a:pt x="58178" y="156258"/>
                    <a:pt x="58178" y="120902"/>
                  </a:cubicBezTo>
                  <a:cubicBezTo>
                    <a:pt x="58178" y="85547"/>
                    <a:pt x="85375" y="58350"/>
                    <a:pt x="120730" y="58350"/>
                  </a:cubicBezTo>
                  <a:cubicBezTo>
                    <a:pt x="153366" y="55630"/>
                    <a:pt x="183282" y="85547"/>
                    <a:pt x="183282" y="120902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8FAAD271-016E-4F1D-8EF6-91D222D38060}"/>
                </a:ext>
              </a:extLst>
            </p:cNvPr>
            <p:cNvSpPr/>
            <p:nvPr/>
          </p:nvSpPr>
          <p:spPr>
            <a:xfrm>
              <a:off x="6005186" y="3416884"/>
              <a:ext cx="380752" cy="462341"/>
            </a:xfrm>
            <a:custGeom>
              <a:avLst/>
              <a:gdLst>
                <a:gd name="connsiteX0" fmla="*/ 270312 w 380752"/>
                <a:gd name="connsiteY0" fmla="*/ 69229 h 462341"/>
                <a:gd name="connsiteX1" fmla="*/ 188722 w 380752"/>
                <a:gd name="connsiteY1" fmla="*/ 134501 h 462341"/>
                <a:gd name="connsiteX2" fmla="*/ 188722 w 380752"/>
                <a:gd name="connsiteY2" fmla="*/ 118183 h 462341"/>
                <a:gd name="connsiteX3" fmla="*/ 126170 w 380752"/>
                <a:gd name="connsiteY3" fmla="*/ 58350 h 462341"/>
                <a:gd name="connsiteX4" fmla="*/ 58178 w 380752"/>
                <a:gd name="connsiteY4" fmla="*/ 118183 h 462341"/>
                <a:gd name="connsiteX5" fmla="*/ 58178 w 380752"/>
                <a:gd name="connsiteY5" fmla="*/ 210651 h 462341"/>
                <a:gd name="connsiteX6" fmla="*/ 58178 w 380752"/>
                <a:gd name="connsiteY6" fmla="*/ 365671 h 462341"/>
                <a:gd name="connsiteX7" fmla="*/ 58178 w 380752"/>
                <a:gd name="connsiteY7" fmla="*/ 365671 h 462341"/>
                <a:gd name="connsiteX8" fmla="*/ 120730 w 380752"/>
                <a:gd name="connsiteY8" fmla="*/ 425504 h 462341"/>
                <a:gd name="connsiteX9" fmla="*/ 186002 w 380752"/>
                <a:gd name="connsiteY9" fmla="*/ 365671 h 462341"/>
                <a:gd name="connsiteX10" fmla="*/ 186002 w 380752"/>
                <a:gd name="connsiteY10" fmla="*/ 365671 h 462341"/>
                <a:gd name="connsiteX11" fmla="*/ 186002 w 380752"/>
                <a:gd name="connsiteY11" fmla="*/ 210651 h 462341"/>
                <a:gd name="connsiteX12" fmla="*/ 215919 w 380752"/>
                <a:gd name="connsiteY12" fmla="*/ 158978 h 462341"/>
                <a:gd name="connsiteX13" fmla="*/ 275751 w 380752"/>
                <a:gd name="connsiteY13" fmla="*/ 221530 h 462341"/>
                <a:gd name="connsiteX14" fmla="*/ 270312 w 380752"/>
                <a:gd name="connsiteY14" fmla="*/ 69229 h 46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0752" h="462341">
                  <a:moveTo>
                    <a:pt x="270312" y="69229"/>
                  </a:moveTo>
                  <a:cubicBezTo>
                    <a:pt x="232236" y="71949"/>
                    <a:pt x="213199" y="99145"/>
                    <a:pt x="188722" y="134501"/>
                  </a:cubicBezTo>
                  <a:cubicBezTo>
                    <a:pt x="188722" y="134501"/>
                    <a:pt x="188722" y="118183"/>
                    <a:pt x="188722" y="118183"/>
                  </a:cubicBezTo>
                  <a:cubicBezTo>
                    <a:pt x="188722" y="85547"/>
                    <a:pt x="158806" y="58350"/>
                    <a:pt x="126170" y="58350"/>
                  </a:cubicBezTo>
                  <a:cubicBezTo>
                    <a:pt x="93534" y="55631"/>
                    <a:pt x="60898" y="85547"/>
                    <a:pt x="58178" y="118183"/>
                  </a:cubicBezTo>
                  <a:lnTo>
                    <a:pt x="58178" y="210651"/>
                  </a:lnTo>
                  <a:lnTo>
                    <a:pt x="58178" y="365671"/>
                  </a:lnTo>
                  <a:lnTo>
                    <a:pt x="58178" y="365671"/>
                  </a:lnTo>
                  <a:cubicBezTo>
                    <a:pt x="58178" y="398307"/>
                    <a:pt x="88094" y="425504"/>
                    <a:pt x="120730" y="425504"/>
                  </a:cubicBezTo>
                  <a:cubicBezTo>
                    <a:pt x="153366" y="428224"/>
                    <a:pt x="186002" y="398307"/>
                    <a:pt x="186002" y="365671"/>
                  </a:cubicBezTo>
                  <a:lnTo>
                    <a:pt x="186002" y="365671"/>
                  </a:lnTo>
                  <a:lnTo>
                    <a:pt x="186002" y="210651"/>
                  </a:lnTo>
                  <a:cubicBezTo>
                    <a:pt x="188722" y="188894"/>
                    <a:pt x="196881" y="158978"/>
                    <a:pt x="215919" y="158978"/>
                  </a:cubicBezTo>
                  <a:cubicBezTo>
                    <a:pt x="243115" y="158978"/>
                    <a:pt x="215919" y="221530"/>
                    <a:pt x="275751" y="221530"/>
                  </a:cubicBezTo>
                  <a:cubicBezTo>
                    <a:pt x="362780" y="221530"/>
                    <a:pt x="373658" y="63790"/>
                    <a:pt x="270312" y="69229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A2742EF4-689F-485B-BB36-526335213608}"/>
                </a:ext>
              </a:extLst>
            </p:cNvPr>
            <p:cNvSpPr/>
            <p:nvPr/>
          </p:nvSpPr>
          <p:spPr>
            <a:xfrm>
              <a:off x="5693490" y="3475234"/>
              <a:ext cx="337238" cy="364434"/>
            </a:xfrm>
            <a:custGeom>
              <a:avLst/>
              <a:gdLst>
                <a:gd name="connsiteX0" fmla="*/ 180433 w 337238"/>
                <a:gd name="connsiteY0" fmla="*/ 73984 h 364434"/>
                <a:gd name="connsiteX1" fmla="*/ 163180 w 337238"/>
                <a:gd name="connsiteY1" fmla="*/ 78870 h 364434"/>
                <a:gd name="connsiteX2" fmla="*/ 125105 w 337238"/>
                <a:gd name="connsiteY2" fmla="*/ 160461 h 364434"/>
                <a:gd name="connsiteX3" fmla="*/ 171339 w 337238"/>
                <a:gd name="connsiteY3" fmla="*/ 163180 h 364434"/>
                <a:gd name="connsiteX4" fmla="*/ 214854 w 337238"/>
                <a:gd name="connsiteY4" fmla="*/ 108787 h 364434"/>
                <a:gd name="connsiteX5" fmla="*/ 180433 w 337238"/>
                <a:gd name="connsiteY5" fmla="*/ 73984 h 364434"/>
                <a:gd name="connsiteX6" fmla="*/ 174059 w 337238"/>
                <a:gd name="connsiteY6" fmla="*/ 0 h 364434"/>
                <a:gd name="connsiteX7" fmla="*/ 337238 w 337238"/>
                <a:gd name="connsiteY7" fmla="*/ 119665 h 364434"/>
                <a:gd name="connsiteX8" fmla="*/ 133264 w 337238"/>
                <a:gd name="connsiteY8" fmla="*/ 217573 h 364434"/>
                <a:gd name="connsiteX9" fmla="*/ 225732 w 337238"/>
                <a:gd name="connsiteY9" fmla="*/ 277405 h 364434"/>
                <a:gd name="connsiteX10" fmla="*/ 320920 w 337238"/>
                <a:gd name="connsiteY10" fmla="*/ 250208 h 364434"/>
                <a:gd name="connsiteX11" fmla="*/ 174059 w 337238"/>
                <a:gd name="connsiteY11" fmla="*/ 364434 h 364434"/>
                <a:gd name="connsiteX12" fmla="*/ 0 w 337238"/>
                <a:gd name="connsiteY12" fmla="*/ 184937 h 364434"/>
                <a:gd name="connsiteX13" fmla="*/ 174059 w 337238"/>
                <a:gd name="connsiteY13" fmla="*/ 0 h 364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37238" h="364434">
                  <a:moveTo>
                    <a:pt x="180433" y="73984"/>
                  </a:moveTo>
                  <a:cubicBezTo>
                    <a:pt x="174569" y="73941"/>
                    <a:pt x="168620" y="75471"/>
                    <a:pt x="163180" y="78870"/>
                  </a:cubicBezTo>
                  <a:cubicBezTo>
                    <a:pt x="135984" y="95189"/>
                    <a:pt x="127825" y="130544"/>
                    <a:pt x="125105" y="160461"/>
                  </a:cubicBezTo>
                  <a:cubicBezTo>
                    <a:pt x="125105" y="163180"/>
                    <a:pt x="168620" y="160461"/>
                    <a:pt x="171339" y="163180"/>
                  </a:cubicBezTo>
                  <a:cubicBezTo>
                    <a:pt x="195816" y="157741"/>
                    <a:pt x="214854" y="135984"/>
                    <a:pt x="214854" y="108787"/>
                  </a:cubicBezTo>
                  <a:cubicBezTo>
                    <a:pt x="214854" y="88389"/>
                    <a:pt x="198026" y="74111"/>
                    <a:pt x="180433" y="73984"/>
                  </a:cubicBezTo>
                  <a:close/>
                  <a:moveTo>
                    <a:pt x="174059" y="0"/>
                  </a:moveTo>
                  <a:cubicBezTo>
                    <a:pt x="233891" y="0"/>
                    <a:pt x="337238" y="29916"/>
                    <a:pt x="337238" y="119665"/>
                  </a:cubicBezTo>
                  <a:cubicBezTo>
                    <a:pt x="337238" y="209414"/>
                    <a:pt x="244770" y="217573"/>
                    <a:pt x="133264" y="217573"/>
                  </a:cubicBezTo>
                  <a:cubicBezTo>
                    <a:pt x="133264" y="217573"/>
                    <a:pt x="149581" y="277405"/>
                    <a:pt x="225732" y="277405"/>
                  </a:cubicBezTo>
                  <a:cubicBezTo>
                    <a:pt x="301883" y="277405"/>
                    <a:pt x="320920" y="250208"/>
                    <a:pt x="320920" y="250208"/>
                  </a:cubicBezTo>
                  <a:cubicBezTo>
                    <a:pt x="320920" y="250208"/>
                    <a:pt x="315481" y="364434"/>
                    <a:pt x="174059" y="364434"/>
                  </a:cubicBezTo>
                  <a:cubicBezTo>
                    <a:pt x="95188" y="364434"/>
                    <a:pt x="0" y="304602"/>
                    <a:pt x="0" y="184937"/>
                  </a:cubicBezTo>
                  <a:cubicBezTo>
                    <a:pt x="0" y="78870"/>
                    <a:pt x="73431" y="0"/>
                    <a:pt x="174059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793F6E36-55ED-4F20-8333-159A45A3E524}"/>
                </a:ext>
              </a:extLst>
            </p:cNvPr>
            <p:cNvSpPr/>
            <p:nvPr/>
          </p:nvSpPr>
          <p:spPr>
            <a:xfrm>
              <a:off x="5376945" y="3338014"/>
              <a:ext cx="353556" cy="543931"/>
            </a:xfrm>
            <a:custGeom>
              <a:avLst/>
              <a:gdLst>
                <a:gd name="connsiteX0" fmla="*/ 311107 w 353555"/>
                <a:gd name="connsiteY0" fmla="*/ 433663 h 543931"/>
                <a:gd name="connsiteX1" fmla="*/ 215919 w 353555"/>
                <a:gd name="connsiteY1" fmla="*/ 501654 h 543931"/>
                <a:gd name="connsiteX2" fmla="*/ 98973 w 353555"/>
                <a:gd name="connsiteY2" fmla="*/ 392868 h 543931"/>
                <a:gd name="connsiteX3" fmla="*/ 98973 w 353555"/>
                <a:gd name="connsiteY3" fmla="*/ 221530 h 543931"/>
                <a:gd name="connsiteX4" fmla="*/ 82655 w 353555"/>
                <a:gd name="connsiteY4" fmla="*/ 221530 h 543931"/>
                <a:gd name="connsiteX5" fmla="*/ 58178 w 353555"/>
                <a:gd name="connsiteY5" fmla="*/ 191614 h 543931"/>
                <a:gd name="connsiteX6" fmla="*/ 85375 w 353555"/>
                <a:gd name="connsiteY6" fmla="*/ 164417 h 543931"/>
                <a:gd name="connsiteX7" fmla="*/ 101693 w 353555"/>
                <a:gd name="connsiteY7" fmla="*/ 164417 h 543931"/>
                <a:gd name="connsiteX8" fmla="*/ 101693 w 353555"/>
                <a:gd name="connsiteY8" fmla="*/ 118183 h 543931"/>
                <a:gd name="connsiteX9" fmla="*/ 166965 w 353555"/>
                <a:gd name="connsiteY9" fmla="*/ 58350 h 543931"/>
                <a:gd name="connsiteX10" fmla="*/ 229517 w 353555"/>
                <a:gd name="connsiteY10" fmla="*/ 118183 h 543931"/>
                <a:gd name="connsiteX11" fmla="*/ 229517 w 353555"/>
                <a:gd name="connsiteY11" fmla="*/ 118183 h 543931"/>
                <a:gd name="connsiteX12" fmla="*/ 229517 w 353555"/>
                <a:gd name="connsiteY12" fmla="*/ 164417 h 543931"/>
                <a:gd name="connsiteX13" fmla="*/ 283910 w 353555"/>
                <a:gd name="connsiteY13" fmla="*/ 164417 h 543931"/>
                <a:gd name="connsiteX14" fmla="*/ 308387 w 353555"/>
                <a:gd name="connsiteY14" fmla="*/ 194333 h 543931"/>
                <a:gd name="connsiteX15" fmla="*/ 281190 w 353555"/>
                <a:gd name="connsiteY15" fmla="*/ 221530 h 543931"/>
                <a:gd name="connsiteX16" fmla="*/ 229517 w 353555"/>
                <a:gd name="connsiteY16" fmla="*/ 221530 h 543931"/>
                <a:gd name="connsiteX17" fmla="*/ 229517 w 353555"/>
                <a:gd name="connsiteY17" fmla="*/ 365671 h 543931"/>
                <a:gd name="connsiteX18" fmla="*/ 311107 w 353555"/>
                <a:gd name="connsiteY18" fmla="*/ 433663 h 543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53555" h="543931">
                  <a:moveTo>
                    <a:pt x="311107" y="433663"/>
                  </a:moveTo>
                  <a:cubicBezTo>
                    <a:pt x="311107" y="433663"/>
                    <a:pt x="278471" y="501654"/>
                    <a:pt x="215919" y="501654"/>
                  </a:cubicBezTo>
                  <a:cubicBezTo>
                    <a:pt x="164245" y="501654"/>
                    <a:pt x="101693" y="458140"/>
                    <a:pt x="98973" y="392868"/>
                  </a:cubicBezTo>
                  <a:cubicBezTo>
                    <a:pt x="98973" y="392868"/>
                    <a:pt x="98973" y="297680"/>
                    <a:pt x="98973" y="221530"/>
                  </a:cubicBezTo>
                  <a:lnTo>
                    <a:pt x="82655" y="221530"/>
                  </a:lnTo>
                  <a:cubicBezTo>
                    <a:pt x="74496" y="221530"/>
                    <a:pt x="58178" y="216090"/>
                    <a:pt x="58178" y="191614"/>
                  </a:cubicBezTo>
                  <a:cubicBezTo>
                    <a:pt x="58178" y="167137"/>
                    <a:pt x="77216" y="164417"/>
                    <a:pt x="85375" y="164417"/>
                  </a:cubicBezTo>
                  <a:lnTo>
                    <a:pt x="101693" y="164417"/>
                  </a:lnTo>
                  <a:cubicBezTo>
                    <a:pt x="101693" y="137220"/>
                    <a:pt x="101693" y="118183"/>
                    <a:pt x="101693" y="118183"/>
                  </a:cubicBezTo>
                  <a:cubicBezTo>
                    <a:pt x="104413" y="85547"/>
                    <a:pt x="134329" y="55631"/>
                    <a:pt x="166965" y="58350"/>
                  </a:cubicBezTo>
                  <a:cubicBezTo>
                    <a:pt x="196881" y="61070"/>
                    <a:pt x="229517" y="85547"/>
                    <a:pt x="229517" y="118183"/>
                  </a:cubicBezTo>
                  <a:lnTo>
                    <a:pt x="229517" y="118183"/>
                  </a:lnTo>
                  <a:lnTo>
                    <a:pt x="229517" y="164417"/>
                  </a:lnTo>
                  <a:lnTo>
                    <a:pt x="283910" y="164417"/>
                  </a:lnTo>
                  <a:cubicBezTo>
                    <a:pt x="292069" y="164417"/>
                    <a:pt x="308387" y="169856"/>
                    <a:pt x="308387" y="194333"/>
                  </a:cubicBezTo>
                  <a:cubicBezTo>
                    <a:pt x="308387" y="218810"/>
                    <a:pt x="292069" y="221530"/>
                    <a:pt x="281190" y="221530"/>
                  </a:cubicBezTo>
                  <a:lnTo>
                    <a:pt x="229517" y="221530"/>
                  </a:lnTo>
                  <a:lnTo>
                    <a:pt x="229517" y="365671"/>
                  </a:lnTo>
                  <a:cubicBezTo>
                    <a:pt x="226797" y="409186"/>
                    <a:pt x="267592" y="433663"/>
                    <a:pt x="311107" y="433663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BD920CE9-16CC-42EA-AAD6-0680F860CC1E}"/>
                </a:ext>
              </a:extLst>
            </p:cNvPr>
            <p:cNvSpPr/>
            <p:nvPr/>
          </p:nvSpPr>
          <p:spPr>
            <a:xfrm>
              <a:off x="7090329" y="3338014"/>
              <a:ext cx="353556" cy="543931"/>
            </a:xfrm>
            <a:custGeom>
              <a:avLst/>
              <a:gdLst>
                <a:gd name="connsiteX0" fmla="*/ 311107 w 353555"/>
                <a:gd name="connsiteY0" fmla="*/ 433663 h 543931"/>
                <a:gd name="connsiteX1" fmla="*/ 215919 w 353555"/>
                <a:gd name="connsiteY1" fmla="*/ 501654 h 543931"/>
                <a:gd name="connsiteX2" fmla="*/ 98973 w 353555"/>
                <a:gd name="connsiteY2" fmla="*/ 392868 h 543931"/>
                <a:gd name="connsiteX3" fmla="*/ 98973 w 353555"/>
                <a:gd name="connsiteY3" fmla="*/ 221530 h 543931"/>
                <a:gd name="connsiteX4" fmla="*/ 82655 w 353555"/>
                <a:gd name="connsiteY4" fmla="*/ 221530 h 543931"/>
                <a:gd name="connsiteX5" fmla="*/ 58178 w 353555"/>
                <a:gd name="connsiteY5" fmla="*/ 191614 h 543931"/>
                <a:gd name="connsiteX6" fmla="*/ 85375 w 353555"/>
                <a:gd name="connsiteY6" fmla="*/ 164417 h 543931"/>
                <a:gd name="connsiteX7" fmla="*/ 101693 w 353555"/>
                <a:gd name="connsiteY7" fmla="*/ 164417 h 543931"/>
                <a:gd name="connsiteX8" fmla="*/ 101693 w 353555"/>
                <a:gd name="connsiteY8" fmla="*/ 118183 h 543931"/>
                <a:gd name="connsiteX9" fmla="*/ 166965 w 353555"/>
                <a:gd name="connsiteY9" fmla="*/ 58350 h 543931"/>
                <a:gd name="connsiteX10" fmla="*/ 229517 w 353555"/>
                <a:gd name="connsiteY10" fmla="*/ 118183 h 543931"/>
                <a:gd name="connsiteX11" fmla="*/ 229517 w 353555"/>
                <a:gd name="connsiteY11" fmla="*/ 118183 h 543931"/>
                <a:gd name="connsiteX12" fmla="*/ 229517 w 353555"/>
                <a:gd name="connsiteY12" fmla="*/ 164417 h 543931"/>
                <a:gd name="connsiteX13" fmla="*/ 283910 w 353555"/>
                <a:gd name="connsiteY13" fmla="*/ 164417 h 543931"/>
                <a:gd name="connsiteX14" fmla="*/ 308387 w 353555"/>
                <a:gd name="connsiteY14" fmla="*/ 194333 h 543931"/>
                <a:gd name="connsiteX15" fmla="*/ 281190 w 353555"/>
                <a:gd name="connsiteY15" fmla="*/ 221530 h 543931"/>
                <a:gd name="connsiteX16" fmla="*/ 229517 w 353555"/>
                <a:gd name="connsiteY16" fmla="*/ 221530 h 543931"/>
                <a:gd name="connsiteX17" fmla="*/ 229517 w 353555"/>
                <a:gd name="connsiteY17" fmla="*/ 365671 h 543931"/>
                <a:gd name="connsiteX18" fmla="*/ 311107 w 353555"/>
                <a:gd name="connsiteY18" fmla="*/ 433663 h 543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53555" h="543931">
                  <a:moveTo>
                    <a:pt x="311107" y="433663"/>
                  </a:moveTo>
                  <a:cubicBezTo>
                    <a:pt x="311107" y="433663"/>
                    <a:pt x="278471" y="501654"/>
                    <a:pt x="215919" y="501654"/>
                  </a:cubicBezTo>
                  <a:cubicBezTo>
                    <a:pt x="164245" y="501654"/>
                    <a:pt x="101693" y="458140"/>
                    <a:pt x="98973" y="392868"/>
                  </a:cubicBezTo>
                  <a:cubicBezTo>
                    <a:pt x="98973" y="392868"/>
                    <a:pt x="98973" y="297680"/>
                    <a:pt x="98973" y="221530"/>
                  </a:cubicBezTo>
                  <a:lnTo>
                    <a:pt x="82655" y="221530"/>
                  </a:lnTo>
                  <a:cubicBezTo>
                    <a:pt x="74496" y="221530"/>
                    <a:pt x="58178" y="216090"/>
                    <a:pt x="58178" y="191614"/>
                  </a:cubicBezTo>
                  <a:cubicBezTo>
                    <a:pt x="58178" y="167137"/>
                    <a:pt x="77216" y="164417"/>
                    <a:pt x="85375" y="164417"/>
                  </a:cubicBezTo>
                  <a:lnTo>
                    <a:pt x="101693" y="164417"/>
                  </a:lnTo>
                  <a:cubicBezTo>
                    <a:pt x="101693" y="137220"/>
                    <a:pt x="101693" y="118183"/>
                    <a:pt x="101693" y="118183"/>
                  </a:cubicBezTo>
                  <a:cubicBezTo>
                    <a:pt x="104412" y="85547"/>
                    <a:pt x="134329" y="55631"/>
                    <a:pt x="166965" y="58350"/>
                  </a:cubicBezTo>
                  <a:cubicBezTo>
                    <a:pt x="196881" y="61070"/>
                    <a:pt x="229517" y="85547"/>
                    <a:pt x="229517" y="118183"/>
                  </a:cubicBezTo>
                  <a:lnTo>
                    <a:pt x="229517" y="118183"/>
                  </a:lnTo>
                  <a:lnTo>
                    <a:pt x="229517" y="164417"/>
                  </a:lnTo>
                  <a:lnTo>
                    <a:pt x="283910" y="164417"/>
                  </a:lnTo>
                  <a:cubicBezTo>
                    <a:pt x="292069" y="164417"/>
                    <a:pt x="308387" y="169856"/>
                    <a:pt x="308387" y="194333"/>
                  </a:cubicBezTo>
                  <a:cubicBezTo>
                    <a:pt x="308387" y="218810"/>
                    <a:pt x="292069" y="221530"/>
                    <a:pt x="281190" y="221530"/>
                  </a:cubicBezTo>
                  <a:lnTo>
                    <a:pt x="229517" y="221530"/>
                  </a:lnTo>
                  <a:lnTo>
                    <a:pt x="229517" y="365671"/>
                  </a:lnTo>
                  <a:cubicBezTo>
                    <a:pt x="229517" y="409186"/>
                    <a:pt x="270312" y="433663"/>
                    <a:pt x="311107" y="433663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90987E9D-29E3-4FAD-B97E-DC5A0FA2C3B3}"/>
                </a:ext>
              </a:extLst>
            </p:cNvPr>
            <p:cNvSpPr/>
            <p:nvPr/>
          </p:nvSpPr>
          <p:spPr>
            <a:xfrm>
              <a:off x="2080719" y="4178559"/>
              <a:ext cx="462342" cy="788700"/>
            </a:xfrm>
            <a:custGeom>
              <a:avLst/>
              <a:gdLst>
                <a:gd name="connsiteX0" fmla="*/ 403575 w 462341"/>
                <a:gd name="connsiteY0" fmla="*/ 583072 h 788699"/>
                <a:gd name="connsiteX1" fmla="*/ 406295 w 462341"/>
                <a:gd name="connsiteY1" fmla="*/ 596670 h 788699"/>
                <a:gd name="connsiteX2" fmla="*/ 400855 w 462341"/>
                <a:gd name="connsiteY2" fmla="*/ 610268 h 788699"/>
                <a:gd name="connsiteX3" fmla="*/ 389977 w 462341"/>
                <a:gd name="connsiteY3" fmla="*/ 626586 h 788699"/>
                <a:gd name="connsiteX4" fmla="*/ 354621 w 462341"/>
                <a:gd name="connsiteY4" fmla="*/ 675540 h 788699"/>
                <a:gd name="connsiteX5" fmla="*/ 327424 w 462341"/>
                <a:gd name="connsiteY5" fmla="*/ 691858 h 788699"/>
                <a:gd name="connsiteX6" fmla="*/ 292069 w 462341"/>
                <a:gd name="connsiteY6" fmla="*/ 713615 h 788699"/>
                <a:gd name="connsiteX7" fmla="*/ 251274 w 462341"/>
                <a:gd name="connsiteY7" fmla="*/ 724494 h 788699"/>
                <a:gd name="connsiteX8" fmla="*/ 221358 w 462341"/>
                <a:gd name="connsiteY8" fmla="*/ 721774 h 788699"/>
                <a:gd name="connsiteX9" fmla="*/ 191442 w 462341"/>
                <a:gd name="connsiteY9" fmla="*/ 721774 h 788699"/>
                <a:gd name="connsiteX10" fmla="*/ 153366 w 462341"/>
                <a:gd name="connsiteY10" fmla="*/ 713615 h 788699"/>
                <a:gd name="connsiteX11" fmla="*/ 104412 w 462341"/>
                <a:gd name="connsiteY11" fmla="*/ 675540 h 788699"/>
                <a:gd name="connsiteX12" fmla="*/ 104412 w 462341"/>
                <a:gd name="connsiteY12" fmla="*/ 689138 h 788699"/>
                <a:gd name="connsiteX13" fmla="*/ 101693 w 462341"/>
                <a:gd name="connsiteY13" fmla="*/ 710895 h 788699"/>
                <a:gd name="connsiteX14" fmla="*/ 85375 w 462341"/>
                <a:gd name="connsiteY14" fmla="*/ 732653 h 788699"/>
                <a:gd name="connsiteX15" fmla="*/ 69057 w 462341"/>
                <a:gd name="connsiteY15" fmla="*/ 727214 h 788699"/>
                <a:gd name="connsiteX16" fmla="*/ 60898 w 462341"/>
                <a:gd name="connsiteY16" fmla="*/ 710895 h 788699"/>
                <a:gd name="connsiteX17" fmla="*/ 58178 w 462341"/>
                <a:gd name="connsiteY17" fmla="*/ 691858 h 788699"/>
                <a:gd name="connsiteX18" fmla="*/ 60898 w 462341"/>
                <a:gd name="connsiteY18" fmla="*/ 664661 h 788699"/>
                <a:gd name="connsiteX19" fmla="*/ 60898 w 462341"/>
                <a:gd name="connsiteY19" fmla="*/ 607549 h 788699"/>
                <a:gd name="connsiteX20" fmla="*/ 63618 w 462341"/>
                <a:gd name="connsiteY20" fmla="*/ 528679 h 788699"/>
                <a:gd name="connsiteX21" fmla="*/ 69057 w 462341"/>
                <a:gd name="connsiteY21" fmla="*/ 504202 h 788699"/>
                <a:gd name="connsiteX22" fmla="*/ 74496 w 462341"/>
                <a:gd name="connsiteY22" fmla="*/ 493323 h 788699"/>
                <a:gd name="connsiteX23" fmla="*/ 82655 w 462341"/>
                <a:gd name="connsiteY23" fmla="*/ 487884 h 788699"/>
                <a:gd name="connsiteX24" fmla="*/ 90814 w 462341"/>
                <a:gd name="connsiteY24" fmla="*/ 493323 h 788699"/>
                <a:gd name="connsiteX25" fmla="*/ 98973 w 462341"/>
                <a:gd name="connsiteY25" fmla="*/ 512361 h 788699"/>
                <a:gd name="connsiteX26" fmla="*/ 101693 w 462341"/>
                <a:gd name="connsiteY26" fmla="*/ 555875 h 788699"/>
                <a:gd name="connsiteX27" fmla="*/ 101693 w 462341"/>
                <a:gd name="connsiteY27" fmla="*/ 596670 h 788699"/>
                <a:gd name="connsiteX28" fmla="*/ 109852 w 462341"/>
                <a:gd name="connsiteY28" fmla="*/ 626586 h 788699"/>
                <a:gd name="connsiteX29" fmla="*/ 128889 w 462341"/>
                <a:gd name="connsiteY29" fmla="*/ 651063 h 788699"/>
                <a:gd name="connsiteX30" fmla="*/ 153366 w 462341"/>
                <a:gd name="connsiteY30" fmla="*/ 670101 h 788699"/>
                <a:gd name="connsiteX31" fmla="*/ 196881 w 462341"/>
                <a:gd name="connsiteY31" fmla="*/ 678260 h 788699"/>
                <a:gd name="connsiteX32" fmla="*/ 221358 w 462341"/>
                <a:gd name="connsiteY32" fmla="*/ 667381 h 788699"/>
                <a:gd name="connsiteX33" fmla="*/ 253994 w 462341"/>
                <a:gd name="connsiteY33" fmla="*/ 659222 h 788699"/>
                <a:gd name="connsiteX34" fmla="*/ 275751 w 462341"/>
                <a:gd name="connsiteY34" fmla="*/ 637465 h 788699"/>
                <a:gd name="connsiteX35" fmla="*/ 281190 w 462341"/>
                <a:gd name="connsiteY35" fmla="*/ 615708 h 788699"/>
                <a:gd name="connsiteX36" fmla="*/ 278471 w 462341"/>
                <a:gd name="connsiteY36" fmla="*/ 602109 h 788699"/>
                <a:gd name="connsiteX37" fmla="*/ 262153 w 462341"/>
                <a:gd name="connsiteY37" fmla="*/ 572193 h 788699"/>
                <a:gd name="connsiteX38" fmla="*/ 245835 w 462341"/>
                <a:gd name="connsiteY38" fmla="*/ 536838 h 788699"/>
                <a:gd name="connsiteX39" fmla="*/ 196881 w 462341"/>
                <a:gd name="connsiteY39" fmla="*/ 477005 h 788699"/>
                <a:gd name="connsiteX40" fmla="*/ 145207 w 462341"/>
                <a:gd name="connsiteY40" fmla="*/ 419892 h 788699"/>
                <a:gd name="connsiteX41" fmla="*/ 93534 w 462341"/>
                <a:gd name="connsiteY41" fmla="*/ 357340 h 788699"/>
                <a:gd name="connsiteX42" fmla="*/ 66337 w 462341"/>
                <a:gd name="connsiteY42" fmla="*/ 283910 h 788699"/>
                <a:gd name="connsiteX43" fmla="*/ 58178 w 462341"/>
                <a:gd name="connsiteY43" fmla="*/ 224077 h 788699"/>
                <a:gd name="connsiteX44" fmla="*/ 82655 w 462341"/>
                <a:gd name="connsiteY44" fmla="*/ 150647 h 788699"/>
                <a:gd name="connsiteX45" fmla="*/ 137048 w 462341"/>
                <a:gd name="connsiteY45" fmla="*/ 96253 h 788699"/>
                <a:gd name="connsiteX46" fmla="*/ 196881 w 462341"/>
                <a:gd name="connsiteY46" fmla="*/ 77216 h 788699"/>
                <a:gd name="connsiteX47" fmla="*/ 232236 w 462341"/>
                <a:gd name="connsiteY47" fmla="*/ 69057 h 788699"/>
                <a:gd name="connsiteX48" fmla="*/ 262153 w 462341"/>
                <a:gd name="connsiteY48" fmla="*/ 74496 h 788699"/>
                <a:gd name="connsiteX49" fmla="*/ 294789 w 462341"/>
                <a:gd name="connsiteY49" fmla="*/ 85375 h 788699"/>
                <a:gd name="connsiteX50" fmla="*/ 327424 w 462341"/>
                <a:gd name="connsiteY50" fmla="*/ 104412 h 788699"/>
                <a:gd name="connsiteX51" fmla="*/ 332864 w 462341"/>
                <a:gd name="connsiteY51" fmla="*/ 74496 h 788699"/>
                <a:gd name="connsiteX52" fmla="*/ 338303 w 462341"/>
                <a:gd name="connsiteY52" fmla="*/ 63618 h 788699"/>
                <a:gd name="connsiteX53" fmla="*/ 349182 w 462341"/>
                <a:gd name="connsiteY53" fmla="*/ 58178 h 788699"/>
                <a:gd name="connsiteX54" fmla="*/ 357341 w 462341"/>
                <a:gd name="connsiteY54" fmla="*/ 63618 h 788699"/>
                <a:gd name="connsiteX55" fmla="*/ 365500 w 462341"/>
                <a:gd name="connsiteY55" fmla="*/ 82655 h 788699"/>
                <a:gd name="connsiteX56" fmla="*/ 368219 w 462341"/>
                <a:gd name="connsiteY56" fmla="*/ 142488 h 788699"/>
                <a:gd name="connsiteX57" fmla="*/ 368219 w 462341"/>
                <a:gd name="connsiteY57" fmla="*/ 188722 h 788699"/>
                <a:gd name="connsiteX58" fmla="*/ 370939 w 462341"/>
                <a:gd name="connsiteY58" fmla="*/ 245834 h 788699"/>
                <a:gd name="connsiteX59" fmla="*/ 354621 w 462341"/>
                <a:gd name="connsiteY59" fmla="*/ 286629 h 788699"/>
                <a:gd name="connsiteX60" fmla="*/ 338303 w 462341"/>
                <a:gd name="connsiteY60" fmla="*/ 281190 h 788699"/>
                <a:gd name="connsiteX61" fmla="*/ 330144 w 462341"/>
                <a:gd name="connsiteY61" fmla="*/ 264872 h 788699"/>
                <a:gd name="connsiteX62" fmla="*/ 327424 w 462341"/>
                <a:gd name="connsiteY62" fmla="*/ 248554 h 788699"/>
                <a:gd name="connsiteX63" fmla="*/ 330144 w 462341"/>
                <a:gd name="connsiteY63" fmla="*/ 221357 h 788699"/>
                <a:gd name="connsiteX64" fmla="*/ 330144 w 462341"/>
                <a:gd name="connsiteY64" fmla="*/ 188722 h 788699"/>
                <a:gd name="connsiteX65" fmla="*/ 327424 w 462341"/>
                <a:gd name="connsiteY65" fmla="*/ 164245 h 788699"/>
                <a:gd name="connsiteX66" fmla="*/ 311107 w 462341"/>
                <a:gd name="connsiteY66" fmla="*/ 134329 h 788699"/>
                <a:gd name="connsiteX67" fmla="*/ 283910 w 462341"/>
                <a:gd name="connsiteY67" fmla="*/ 118011 h 788699"/>
                <a:gd name="connsiteX68" fmla="*/ 251274 w 462341"/>
                <a:gd name="connsiteY68" fmla="*/ 112571 h 788699"/>
                <a:gd name="connsiteX69" fmla="*/ 215918 w 462341"/>
                <a:gd name="connsiteY69" fmla="*/ 123450 h 788699"/>
                <a:gd name="connsiteX70" fmla="*/ 202320 w 462341"/>
                <a:gd name="connsiteY70" fmla="*/ 147927 h 788699"/>
                <a:gd name="connsiteX71" fmla="*/ 188722 w 462341"/>
                <a:gd name="connsiteY71" fmla="*/ 180563 h 788699"/>
                <a:gd name="connsiteX72" fmla="*/ 183283 w 462341"/>
                <a:gd name="connsiteY72" fmla="*/ 210479 h 788699"/>
                <a:gd name="connsiteX73" fmla="*/ 188722 w 462341"/>
                <a:gd name="connsiteY73" fmla="*/ 226797 h 788699"/>
                <a:gd name="connsiteX74" fmla="*/ 188722 w 462341"/>
                <a:gd name="connsiteY74" fmla="*/ 248554 h 788699"/>
                <a:gd name="connsiteX75" fmla="*/ 210479 w 462341"/>
                <a:gd name="connsiteY75" fmla="*/ 273031 h 788699"/>
                <a:gd name="connsiteX76" fmla="*/ 226797 w 462341"/>
                <a:gd name="connsiteY76" fmla="*/ 300228 h 788699"/>
                <a:gd name="connsiteX77" fmla="*/ 256713 w 462341"/>
                <a:gd name="connsiteY77" fmla="*/ 332864 h 788699"/>
                <a:gd name="connsiteX78" fmla="*/ 275751 w 462341"/>
                <a:gd name="connsiteY78" fmla="*/ 351901 h 788699"/>
                <a:gd name="connsiteX79" fmla="*/ 324705 w 462341"/>
                <a:gd name="connsiteY79" fmla="*/ 400855 h 788699"/>
                <a:gd name="connsiteX80" fmla="*/ 343742 w 462341"/>
                <a:gd name="connsiteY80" fmla="*/ 428051 h 788699"/>
                <a:gd name="connsiteX81" fmla="*/ 351901 w 462341"/>
                <a:gd name="connsiteY81" fmla="*/ 433491 h 788699"/>
                <a:gd name="connsiteX82" fmla="*/ 360060 w 462341"/>
                <a:gd name="connsiteY82" fmla="*/ 447089 h 788699"/>
                <a:gd name="connsiteX83" fmla="*/ 384537 w 462341"/>
                <a:gd name="connsiteY83" fmla="*/ 474286 h 788699"/>
                <a:gd name="connsiteX84" fmla="*/ 395416 w 462341"/>
                <a:gd name="connsiteY84" fmla="*/ 506921 h 788699"/>
                <a:gd name="connsiteX85" fmla="*/ 406295 w 462341"/>
                <a:gd name="connsiteY85" fmla="*/ 536838 h 788699"/>
                <a:gd name="connsiteX86" fmla="*/ 409014 w 462341"/>
                <a:gd name="connsiteY86" fmla="*/ 547716 h 788699"/>
                <a:gd name="connsiteX87" fmla="*/ 406295 w 462341"/>
                <a:gd name="connsiteY87" fmla="*/ 569473 h 788699"/>
                <a:gd name="connsiteX88" fmla="*/ 403575 w 462341"/>
                <a:gd name="connsiteY88" fmla="*/ 583072 h 788699"/>
                <a:gd name="connsiteX89" fmla="*/ 403575 w 462341"/>
                <a:gd name="connsiteY89" fmla="*/ 583072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462341" h="788699">
                  <a:moveTo>
                    <a:pt x="403575" y="583072"/>
                  </a:moveTo>
                  <a:cubicBezTo>
                    <a:pt x="403575" y="588511"/>
                    <a:pt x="406295" y="591231"/>
                    <a:pt x="406295" y="596670"/>
                  </a:cubicBezTo>
                  <a:cubicBezTo>
                    <a:pt x="406295" y="602109"/>
                    <a:pt x="403575" y="604829"/>
                    <a:pt x="400855" y="610268"/>
                  </a:cubicBezTo>
                  <a:cubicBezTo>
                    <a:pt x="398136" y="615708"/>
                    <a:pt x="392696" y="621147"/>
                    <a:pt x="389977" y="626586"/>
                  </a:cubicBezTo>
                  <a:cubicBezTo>
                    <a:pt x="381818" y="645624"/>
                    <a:pt x="368219" y="661942"/>
                    <a:pt x="354621" y="675540"/>
                  </a:cubicBezTo>
                  <a:cubicBezTo>
                    <a:pt x="346462" y="683699"/>
                    <a:pt x="338303" y="686419"/>
                    <a:pt x="327424" y="691858"/>
                  </a:cubicBezTo>
                  <a:cubicBezTo>
                    <a:pt x="316546" y="700017"/>
                    <a:pt x="302948" y="708176"/>
                    <a:pt x="292069" y="713615"/>
                  </a:cubicBezTo>
                  <a:cubicBezTo>
                    <a:pt x="281190" y="719054"/>
                    <a:pt x="264872" y="724494"/>
                    <a:pt x="251274" y="724494"/>
                  </a:cubicBezTo>
                  <a:cubicBezTo>
                    <a:pt x="240395" y="724494"/>
                    <a:pt x="229517" y="721774"/>
                    <a:pt x="221358" y="721774"/>
                  </a:cubicBezTo>
                  <a:cubicBezTo>
                    <a:pt x="213199" y="721774"/>
                    <a:pt x="202320" y="721774"/>
                    <a:pt x="191442" y="721774"/>
                  </a:cubicBezTo>
                  <a:cubicBezTo>
                    <a:pt x="172404" y="721774"/>
                    <a:pt x="172404" y="721774"/>
                    <a:pt x="153366" y="713615"/>
                  </a:cubicBezTo>
                  <a:cubicBezTo>
                    <a:pt x="134329" y="708176"/>
                    <a:pt x="118011" y="691858"/>
                    <a:pt x="104412" y="675540"/>
                  </a:cubicBezTo>
                  <a:cubicBezTo>
                    <a:pt x="104412" y="678260"/>
                    <a:pt x="104412" y="680979"/>
                    <a:pt x="104412" y="689138"/>
                  </a:cubicBezTo>
                  <a:cubicBezTo>
                    <a:pt x="104412" y="694578"/>
                    <a:pt x="104412" y="702737"/>
                    <a:pt x="101693" y="710895"/>
                  </a:cubicBezTo>
                  <a:cubicBezTo>
                    <a:pt x="101693" y="721774"/>
                    <a:pt x="96253" y="732653"/>
                    <a:pt x="85375" y="732653"/>
                  </a:cubicBezTo>
                  <a:cubicBezTo>
                    <a:pt x="77216" y="732653"/>
                    <a:pt x="74496" y="729933"/>
                    <a:pt x="69057" y="727214"/>
                  </a:cubicBezTo>
                  <a:cubicBezTo>
                    <a:pt x="63618" y="724494"/>
                    <a:pt x="60898" y="716335"/>
                    <a:pt x="60898" y="710895"/>
                  </a:cubicBezTo>
                  <a:cubicBezTo>
                    <a:pt x="58178" y="702737"/>
                    <a:pt x="58178" y="697297"/>
                    <a:pt x="58178" y="691858"/>
                  </a:cubicBezTo>
                  <a:cubicBezTo>
                    <a:pt x="58178" y="683699"/>
                    <a:pt x="60898" y="678260"/>
                    <a:pt x="60898" y="664661"/>
                  </a:cubicBezTo>
                  <a:cubicBezTo>
                    <a:pt x="60898" y="656502"/>
                    <a:pt x="60898" y="632026"/>
                    <a:pt x="60898" y="607549"/>
                  </a:cubicBezTo>
                  <a:cubicBezTo>
                    <a:pt x="60898" y="574913"/>
                    <a:pt x="60898" y="542277"/>
                    <a:pt x="63618" y="528679"/>
                  </a:cubicBezTo>
                  <a:cubicBezTo>
                    <a:pt x="63618" y="520520"/>
                    <a:pt x="63618" y="509641"/>
                    <a:pt x="69057" y="504202"/>
                  </a:cubicBezTo>
                  <a:cubicBezTo>
                    <a:pt x="71777" y="501482"/>
                    <a:pt x="71777" y="498762"/>
                    <a:pt x="74496" y="493323"/>
                  </a:cubicBezTo>
                  <a:cubicBezTo>
                    <a:pt x="77216" y="490603"/>
                    <a:pt x="79936" y="487884"/>
                    <a:pt x="82655" y="487884"/>
                  </a:cubicBezTo>
                  <a:cubicBezTo>
                    <a:pt x="85375" y="487884"/>
                    <a:pt x="90814" y="490603"/>
                    <a:pt x="90814" y="493323"/>
                  </a:cubicBezTo>
                  <a:cubicBezTo>
                    <a:pt x="93534" y="498762"/>
                    <a:pt x="98973" y="506921"/>
                    <a:pt x="98973" y="512361"/>
                  </a:cubicBezTo>
                  <a:cubicBezTo>
                    <a:pt x="98973" y="520520"/>
                    <a:pt x="101693" y="536838"/>
                    <a:pt x="101693" y="555875"/>
                  </a:cubicBezTo>
                  <a:cubicBezTo>
                    <a:pt x="101693" y="569473"/>
                    <a:pt x="101693" y="583072"/>
                    <a:pt x="101693" y="596670"/>
                  </a:cubicBezTo>
                  <a:cubicBezTo>
                    <a:pt x="101693" y="607549"/>
                    <a:pt x="104412" y="618427"/>
                    <a:pt x="109852" y="626586"/>
                  </a:cubicBezTo>
                  <a:cubicBezTo>
                    <a:pt x="115291" y="637465"/>
                    <a:pt x="123450" y="642904"/>
                    <a:pt x="128889" y="651063"/>
                  </a:cubicBezTo>
                  <a:cubicBezTo>
                    <a:pt x="137048" y="661942"/>
                    <a:pt x="139768" y="667381"/>
                    <a:pt x="153366" y="670101"/>
                  </a:cubicBezTo>
                  <a:cubicBezTo>
                    <a:pt x="161525" y="670101"/>
                    <a:pt x="183283" y="678260"/>
                    <a:pt x="196881" y="678260"/>
                  </a:cubicBezTo>
                  <a:cubicBezTo>
                    <a:pt x="207759" y="678260"/>
                    <a:pt x="210479" y="672820"/>
                    <a:pt x="221358" y="667381"/>
                  </a:cubicBezTo>
                  <a:cubicBezTo>
                    <a:pt x="232236" y="661942"/>
                    <a:pt x="245835" y="664661"/>
                    <a:pt x="253994" y="659222"/>
                  </a:cubicBezTo>
                  <a:cubicBezTo>
                    <a:pt x="262153" y="653783"/>
                    <a:pt x="273031" y="645624"/>
                    <a:pt x="275751" y="637465"/>
                  </a:cubicBezTo>
                  <a:cubicBezTo>
                    <a:pt x="281190" y="629306"/>
                    <a:pt x="281190" y="621147"/>
                    <a:pt x="281190" y="615708"/>
                  </a:cubicBezTo>
                  <a:cubicBezTo>
                    <a:pt x="281190" y="610268"/>
                    <a:pt x="281190" y="607549"/>
                    <a:pt x="278471" y="602109"/>
                  </a:cubicBezTo>
                  <a:cubicBezTo>
                    <a:pt x="275751" y="591231"/>
                    <a:pt x="267592" y="583072"/>
                    <a:pt x="262153" y="572193"/>
                  </a:cubicBezTo>
                  <a:cubicBezTo>
                    <a:pt x="256713" y="561314"/>
                    <a:pt x="253994" y="547716"/>
                    <a:pt x="245835" y="536838"/>
                  </a:cubicBezTo>
                  <a:cubicBezTo>
                    <a:pt x="232236" y="515080"/>
                    <a:pt x="213199" y="498762"/>
                    <a:pt x="196881" y="477005"/>
                  </a:cubicBezTo>
                  <a:cubicBezTo>
                    <a:pt x="180563" y="457968"/>
                    <a:pt x="164245" y="438930"/>
                    <a:pt x="145207" y="419892"/>
                  </a:cubicBezTo>
                  <a:cubicBezTo>
                    <a:pt x="126170" y="400855"/>
                    <a:pt x="109852" y="379098"/>
                    <a:pt x="93534" y="357340"/>
                  </a:cubicBezTo>
                  <a:cubicBezTo>
                    <a:pt x="77216" y="335583"/>
                    <a:pt x="71777" y="308387"/>
                    <a:pt x="66337" y="283910"/>
                  </a:cubicBezTo>
                  <a:cubicBezTo>
                    <a:pt x="63618" y="267592"/>
                    <a:pt x="58178" y="245834"/>
                    <a:pt x="58178" y="224077"/>
                  </a:cubicBezTo>
                  <a:cubicBezTo>
                    <a:pt x="58178" y="194161"/>
                    <a:pt x="69057" y="175123"/>
                    <a:pt x="82655" y="150647"/>
                  </a:cubicBezTo>
                  <a:cubicBezTo>
                    <a:pt x="96253" y="128889"/>
                    <a:pt x="115291" y="109852"/>
                    <a:pt x="137048" y="96253"/>
                  </a:cubicBezTo>
                  <a:cubicBezTo>
                    <a:pt x="158806" y="82655"/>
                    <a:pt x="172404" y="79936"/>
                    <a:pt x="196881" y="77216"/>
                  </a:cubicBezTo>
                  <a:cubicBezTo>
                    <a:pt x="210479" y="77216"/>
                    <a:pt x="215918" y="69057"/>
                    <a:pt x="232236" y="69057"/>
                  </a:cubicBezTo>
                  <a:cubicBezTo>
                    <a:pt x="243115" y="69057"/>
                    <a:pt x="251274" y="71776"/>
                    <a:pt x="262153" y="74496"/>
                  </a:cubicBezTo>
                  <a:cubicBezTo>
                    <a:pt x="273031" y="77216"/>
                    <a:pt x="283910" y="82655"/>
                    <a:pt x="294789" y="85375"/>
                  </a:cubicBezTo>
                  <a:cubicBezTo>
                    <a:pt x="308387" y="90814"/>
                    <a:pt x="319265" y="96253"/>
                    <a:pt x="327424" y="104412"/>
                  </a:cubicBezTo>
                  <a:cubicBezTo>
                    <a:pt x="327424" y="90814"/>
                    <a:pt x="327424" y="79936"/>
                    <a:pt x="332864" y="74496"/>
                  </a:cubicBezTo>
                  <a:cubicBezTo>
                    <a:pt x="335583" y="71776"/>
                    <a:pt x="335583" y="69057"/>
                    <a:pt x="338303" y="63618"/>
                  </a:cubicBezTo>
                  <a:cubicBezTo>
                    <a:pt x="341023" y="60898"/>
                    <a:pt x="346462" y="58178"/>
                    <a:pt x="349182" y="58178"/>
                  </a:cubicBezTo>
                  <a:cubicBezTo>
                    <a:pt x="351901" y="58178"/>
                    <a:pt x="357341" y="60898"/>
                    <a:pt x="357341" y="63618"/>
                  </a:cubicBezTo>
                  <a:cubicBezTo>
                    <a:pt x="360060" y="69057"/>
                    <a:pt x="365500" y="77216"/>
                    <a:pt x="365500" y="82655"/>
                  </a:cubicBezTo>
                  <a:cubicBezTo>
                    <a:pt x="365500" y="90814"/>
                    <a:pt x="368219" y="123450"/>
                    <a:pt x="368219" y="142488"/>
                  </a:cubicBezTo>
                  <a:cubicBezTo>
                    <a:pt x="368219" y="158806"/>
                    <a:pt x="368219" y="177843"/>
                    <a:pt x="368219" y="188722"/>
                  </a:cubicBezTo>
                  <a:cubicBezTo>
                    <a:pt x="368219" y="213199"/>
                    <a:pt x="370939" y="224077"/>
                    <a:pt x="370939" y="245834"/>
                  </a:cubicBezTo>
                  <a:cubicBezTo>
                    <a:pt x="370939" y="256713"/>
                    <a:pt x="370939" y="286629"/>
                    <a:pt x="354621" y="286629"/>
                  </a:cubicBezTo>
                  <a:cubicBezTo>
                    <a:pt x="346462" y="286629"/>
                    <a:pt x="343742" y="283910"/>
                    <a:pt x="338303" y="281190"/>
                  </a:cubicBezTo>
                  <a:cubicBezTo>
                    <a:pt x="332864" y="278470"/>
                    <a:pt x="330144" y="270311"/>
                    <a:pt x="330144" y="264872"/>
                  </a:cubicBezTo>
                  <a:cubicBezTo>
                    <a:pt x="327424" y="256713"/>
                    <a:pt x="327424" y="251274"/>
                    <a:pt x="327424" y="248554"/>
                  </a:cubicBezTo>
                  <a:cubicBezTo>
                    <a:pt x="327424" y="240395"/>
                    <a:pt x="330144" y="234956"/>
                    <a:pt x="330144" y="221357"/>
                  </a:cubicBezTo>
                  <a:cubicBezTo>
                    <a:pt x="330144" y="213199"/>
                    <a:pt x="330144" y="202320"/>
                    <a:pt x="330144" y="188722"/>
                  </a:cubicBezTo>
                  <a:cubicBezTo>
                    <a:pt x="330144" y="180563"/>
                    <a:pt x="327424" y="172404"/>
                    <a:pt x="327424" y="164245"/>
                  </a:cubicBezTo>
                  <a:cubicBezTo>
                    <a:pt x="324705" y="153366"/>
                    <a:pt x="319265" y="142488"/>
                    <a:pt x="311107" y="134329"/>
                  </a:cubicBezTo>
                  <a:cubicBezTo>
                    <a:pt x="302948" y="126170"/>
                    <a:pt x="294789" y="120730"/>
                    <a:pt x="283910" y="118011"/>
                  </a:cubicBezTo>
                  <a:cubicBezTo>
                    <a:pt x="275751" y="115291"/>
                    <a:pt x="262153" y="112571"/>
                    <a:pt x="251274" y="112571"/>
                  </a:cubicBezTo>
                  <a:cubicBezTo>
                    <a:pt x="237676" y="112571"/>
                    <a:pt x="224077" y="115291"/>
                    <a:pt x="215918" y="123450"/>
                  </a:cubicBezTo>
                  <a:cubicBezTo>
                    <a:pt x="207759" y="128889"/>
                    <a:pt x="205040" y="139768"/>
                    <a:pt x="202320" y="147927"/>
                  </a:cubicBezTo>
                  <a:cubicBezTo>
                    <a:pt x="196881" y="158806"/>
                    <a:pt x="191442" y="166964"/>
                    <a:pt x="188722" y="180563"/>
                  </a:cubicBezTo>
                  <a:cubicBezTo>
                    <a:pt x="186002" y="191441"/>
                    <a:pt x="183283" y="199600"/>
                    <a:pt x="183283" y="210479"/>
                  </a:cubicBezTo>
                  <a:cubicBezTo>
                    <a:pt x="183283" y="215918"/>
                    <a:pt x="186002" y="221357"/>
                    <a:pt x="188722" y="226797"/>
                  </a:cubicBezTo>
                  <a:cubicBezTo>
                    <a:pt x="191442" y="234956"/>
                    <a:pt x="188722" y="243115"/>
                    <a:pt x="188722" y="248554"/>
                  </a:cubicBezTo>
                  <a:cubicBezTo>
                    <a:pt x="191442" y="259433"/>
                    <a:pt x="202320" y="264872"/>
                    <a:pt x="210479" y="273031"/>
                  </a:cubicBezTo>
                  <a:cubicBezTo>
                    <a:pt x="218638" y="281190"/>
                    <a:pt x="221358" y="292069"/>
                    <a:pt x="226797" y="300228"/>
                  </a:cubicBezTo>
                  <a:cubicBezTo>
                    <a:pt x="234956" y="311106"/>
                    <a:pt x="245835" y="321985"/>
                    <a:pt x="256713" y="332864"/>
                  </a:cubicBezTo>
                  <a:cubicBezTo>
                    <a:pt x="259433" y="338303"/>
                    <a:pt x="267592" y="343742"/>
                    <a:pt x="275751" y="351901"/>
                  </a:cubicBezTo>
                  <a:cubicBezTo>
                    <a:pt x="292069" y="368219"/>
                    <a:pt x="311107" y="384537"/>
                    <a:pt x="324705" y="400855"/>
                  </a:cubicBezTo>
                  <a:cubicBezTo>
                    <a:pt x="332864" y="409014"/>
                    <a:pt x="335583" y="419892"/>
                    <a:pt x="343742" y="428051"/>
                  </a:cubicBezTo>
                  <a:cubicBezTo>
                    <a:pt x="346462" y="430771"/>
                    <a:pt x="349182" y="430771"/>
                    <a:pt x="351901" y="433491"/>
                  </a:cubicBezTo>
                  <a:cubicBezTo>
                    <a:pt x="354621" y="436210"/>
                    <a:pt x="357341" y="441650"/>
                    <a:pt x="360060" y="447089"/>
                  </a:cubicBezTo>
                  <a:cubicBezTo>
                    <a:pt x="368219" y="455248"/>
                    <a:pt x="376378" y="463407"/>
                    <a:pt x="384537" y="474286"/>
                  </a:cubicBezTo>
                  <a:cubicBezTo>
                    <a:pt x="389977" y="482445"/>
                    <a:pt x="392696" y="496043"/>
                    <a:pt x="395416" y="506921"/>
                  </a:cubicBezTo>
                  <a:cubicBezTo>
                    <a:pt x="400855" y="517800"/>
                    <a:pt x="400855" y="528679"/>
                    <a:pt x="406295" y="536838"/>
                  </a:cubicBezTo>
                  <a:cubicBezTo>
                    <a:pt x="409014" y="539557"/>
                    <a:pt x="409014" y="544997"/>
                    <a:pt x="409014" y="547716"/>
                  </a:cubicBezTo>
                  <a:cubicBezTo>
                    <a:pt x="409014" y="555875"/>
                    <a:pt x="406295" y="561314"/>
                    <a:pt x="406295" y="569473"/>
                  </a:cubicBezTo>
                  <a:cubicBezTo>
                    <a:pt x="406295" y="574913"/>
                    <a:pt x="403575" y="577632"/>
                    <a:pt x="403575" y="583072"/>
                  </a:cubicBezTo>
                  <a:lnTo>
                    <a:pt x="403575" y="583072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4934AA60-0EF3-44BF-AB11-460538F37AFA}"/>
                </a:ext>
              </a:extLst>
            </p:cNvPr>
            <p:cNvSpPr/>
            <p:nvPr/>
          </p:nvSpPr>
          <p:spPr>
            <a:xfrm>
              <a:off x="2456032" y="4192158"/>
              <a:ext cx="571128" cy="761503"/>
            </a:xfrm>
            <a:custGeom>
              <a:avLst/>
              <a:gdLst>
                <a:gd name="connsiteX0" fmla="*/ 512361 w 571128"/>
                <a:gd name="connsiteY0" fmla="*/ 79936 h 761503"/>
                <a:gd name="connsiteX1" fmla="*/ 539558 w 571128"/>
                <a:gd name="connsiteY1" fmla="*/ 96253 h 761503"/>
                <a:gd name="connsiteX2" fmla="*/ 534118 w 571128"/>
                <a:gd name="connsiteY2" fmla="*/ 112571 h 761503"/>
                <a:gd name="connsiteX3" fmla="*/ 523240 w 571128"/>
                <a:gd name="connsiteY3" fmla="*/ 120730 h 761503"/>
                <a:gd name="connsiteX4" fmla="*/ 506922 w 571128"/>
                <a:gd name="connsiteY4" fmla="*/ 123450 h 761503"/>
                <a:gd name="connsiteX5" fmla="*/ 477006 w 571128"/>
                <a:gd name="connsiteY5" fmla="*/ 123450 h 761503"/>
                <a:gd name="connsiteX6" fmla="*/ 479725 w 571128"/>
                <a:gd name="connsiteY6" fmla="*/ 145207 h 761503"/>
                <a:gd name="connsiteX7" fmla="*/ 477006 w 571128"/>
                <a:gd name="connsiteY7" fmla="*/ 180563 h 761503"/>
                <a:gd name="connsiteX8" fmla="*/ 482445 w 571128"/>
                <a:gd name="connsiteY8" fmla="*/ 232236 h 761503"/>
                <a:gd name="connsiteX9" fmla="*/ 485165 w 571128"/>
                <a:gd name="connsiteY9" fmla="*/ 283910 h 761503"/>
                <a:gd name="connsiteX10" fmla="*/ 485165 w 571128"/>
                <a:gd name="connsiteY10" fmla="*/ 327424 h 761503"/>
                <a:gd name="connsiteX11" fmla="*/ 487884 w 571128"/>
                <a:gd name="connsiteY11" fmla="*/ 373658 h 761503"/>
                <a:gd name="connsiteX12" fmla="*/ 485165 w 571128"/>
                <a:gd name="connsiteY12" fmla="*/ 419892 h 761503"/>
                <a:gd name="connsiteX13" fmla="*/ 485165 w 571128"/>
                <a:gd name="connsiteY13" fmla="*/ 463407 h 761503"/>
                <a:gd name="connsiteX14" fmla="*/ 482445 w 571128"/>
                <a:gd name="connsiteY14" fmla="*/ 515080 h 761503"/>
                <a:gd name="connsiteX15" fmla="*/ 482445 w 571128"/>
                <a:gd name="connsiteY15" fmla="*/ 558595 h 761503"/>
                <a:gd name="connsiteX16" fmla="*/ 479725 w 571128"/>
                <a:gd name="connsiteY16" fmla="*/ 602109 h 761503"/>
                <a:gd name="connsiteX17" fmla="*/ 485165 w 571128"/>
                <a:gd name="connsiteY17" fmla="*/ 648343 h 761503"/>
                <a:gd name="connsiteX18" fmla="*/ 474286 w 571128"/>
                <a:gd name="connsiteY18" fmla="*/ 675540 h 761503"/>
                <a:gd name="connsiteX19" fmla="*/ 428052 w 571128"/>
                <a:gd name="connsiteY19" fmla="*/ 691858 h 761503"/>
                <a:gd name="connsiteX20" fmla="*/ 387257 w 571128"/>
                <a:gd name="connsiteY20" fmla="*/ 683699 h 761503"/>
                <a:gd name="connsiteX21" fmla="*/ 351901 w 571128"/>
                <a:gd name="connsiteY21" fmla="*/ 664661 h 761503"/>
                <a:gd name="connsiteX22" fmla="*/ 305667 w 571128"/>
                <a:gd name="connsiteY22" fmla="*/ 596670 h 761503"/>
                <a:gd name="connsiteX23" fmla="*/ 270312 w 571128"/>
                <a:gd name="connsiteY23" fmla="*/ 509641 h 761503"/>
                <a:gd name="connsiteX24" fmla="*/ 251274 w 571128"/>
                <a:gd name="connsiteY24" fmla="*/ 460687 h 761503"/>
                <a:gd name="connsiteX25" fmla="*/ 224077 w 571128"/>
                <a:gd name="connsiteY25" fmla="*/ 381817 h 761503"/>
                <a:gd name="connsiteX26" fmla="*/ 207759 w 571128"/>
                <a:gd name="connsiteY26" fmla="*/ 330144 h 761503"/>
                <a:gd name="connsiteX27" fmla="*/ 191442 w 571128"/>
                <a:gd name="connsiteY27" fmla="*/ 286629 h 761503"/>
                <a:gd name="connsiteX28" fmla="*/ 183283 w 571128"/>
                <a:gd name="connsiteY28" fmla="*/ 278470 h 761503"/>
                <a:gd name="connsiteX29" fmla="*/ 180563 w 571128"/>
                <a:gd name="connsiteY29" fmla="*/ 292069 h 761503"/>
                <a:gd name="connsiteX30" fmla="*/ 180563 w 571128"/>
                <a:gd name="connsiteY30" fmla="*/ 305667 h 761503"/>
                <a:gd name="connsiteX31" fmla="*/ 183283 w 571128"/>
                <a:gd name="connsiteY31" fmla="*/ 354621 h 761503"/>
                <a:gd name="connsiteX32" fmla="*/ 188722 w 571128"/>
                <a:gd name="connsiteY32" fmla="*/ 449809 h 761503"/>
                <a:gd name="connsiteX33" fmla="*/ 188722 w 571128"/>
                <a:gd name="connsiteY33" fmla="*/ 479725 h 761503"/>
                <a:gd name="connsiteX34" fmla="*/ 188722 w 571128"/>
                <a:gd name="connsiteY34" fmla="*/ 542277 h 761503"/>
                <a:gd name="connsiteX35" fmla="*/ 186002 w 571128"/>
                <a:gd name="connsiteY35" fmla="*/ 615708 h 761503"/>
                <a:gd name="connsiteX36" fmla="*/ 186002 w 571128"/>
                <a:gd name="connsiteY36" fmla="*/ 637465 h 761503"/>
                <a:gd name="connsiteX37" fmla="*/ 183283 w 571128"/>
                <a:gd name="connsiteY37" fmla="*/ 664661 h 761503"/>
                <a:gd name="connsiteX38" fmla="*/ 226797 w 571128"/>
                <a:gd name="connsiteY38" fmla="*/ 664661 h 761503"/>
                <a:gd name="connsiteX39" fmla="*/ 253994 w 571128"/>
                <a:gd name="connsiteY39" fmla="*/ 680979 h 761503"/>
                <a:gd name="connsiteX40" fmla="*/ 248554 w 571128"/>
                <a:gd name="connsiteY40" fmla="*/ 697297 h 761503"/>
                <a:gd name="connsiteX41" fmla="*/ 234956 w 571128"/>
                <a:gd name="connsiteY41" fmla="*/ 705456 h 761503"/>
                <a:gd name="connsiteX42" fmla="*/ 218638 w 571128"/>
                <a:gd name="connsiteY42" fmla="*/ 708176 h 761503"/>
                <a:gd name="connsiteX43" fmla="*/ 183283 w 571128"/>
                <a:gd name="connsiteY43" fmla="*/ 708176 h 761503"/>
                <a:gd name="connsiteX44" fmla="*/ 150647 w 571128"/>
                <a:gd name="connsiteY44" fmla="*/ 708176 h 761503"/>
                <a:gd name="connsiteX45" fmla="*/ 107132 w 571128"/>
                <a:gd name="connsiteY45" fmla="*/ 708176 h 761503"/>
                <a:gd name="connsiteX46" fmla="*/ 88094 w 571128"/>
                <a:gd name="connsiteY46" fmla="*/ 708176 h 761503"/>
                <a:gd name="connsiteX47" fmla="*/ 69057 w 571128"/>
                <a:gd name="connsiteY47" fmla="*/ 702737 h 761503"/>
                <a:gd name="connsiteX48" fmla="*/ 58178 w 571128"/>
                <a:gd name="connsiteY48" fmla="*/ 686419 h 761503"/>
                <a:gd name="connsiteX49" fmla="*/ 60898 w 571128"/>
                <a:gd name="connsiteY49" fmla="*/ 678260 h 761503"/>
                <a:gd name="connsiteX50" fmla="*/ 77216 w 571128"/>
                <a:gd name="connsiteY50" fmla="*/ 670101 h 761503"/>
                <a:gd name="connsiteX51" fmla="*/ 120730 w 571128"/>
                <a:gd name="connsiteY51" fmla="*/ 664661 h 761503"/>
                <a:gd name="connsiteX52" fmla="*/ 131609 w 571128"/>
                <a:gd name="connsiteY52" fmla="*/ 664661 h 761503"/>
                <a:gd name="connsiteX53" fmla="*/ 134329 w 571128"/>
                <a:gd name="connsiteY53" fmla="*/ 539557 h 761503"/>
                <a:gd name="connsiteX54" fmla="*/ 134329 w 571128"/>
                <a:gd name="connsiteY54" fmla="*/ 504202 h 761503"/>
                <a:gd name="connsiteX55" fmla="*/ 131609 w 571128"/>
                <a:gd name="connsiteY55" fmla="*/ 376378 h 761503"/>
                <a:gd name="connsiteX56" fmla="*/ 131609 w 571128"/>
                <a:gd name="connsiteY56" fmla="*/ 302947 h 761503"/>
                <a:gd name="connsiteX57" fmla="*/ 134329 w 571128"/>
                <a:gd name="connsiteY57" fmla="*/ 221357 h 761503"/>
                <a:gd name="connsiteX58" fmla="*/ 137048 w 571128"/>
                <a:gd name="connsiteY58" fmla="*/ 123450 h 761503"/>
                <a:gd name="connsiteX59" fmla="*/ 107132 w 571128"/>
                <a:gd name="connsiteY59" fmla="*/ 123450 h 761503"/>
                <a:gd name="connsiteX60" fmla="*/ 88094 w 571128"/>
                <a:gd name="connsiteY60" fmla="*/ 123450 h 761503"/>
                <a:gd name="connsiteX61" fmla="*/ 69057 w 571128"/>
                <a:gd name="connsiteY61" fmla="*/ 118011 h 761503"/>
                <a:gd name="connsiteX62" fmla="*/ 58178 w 571128"/>
                <a:gd name="connsiteY62" fmla="*/ 101693 h 761503"/>
                <a:gd name="connsiteX63" fmla="*/ 60898 w 571128"/>
                <a:gd name="connsiteY63" fmla="*/ 93534 h 761503"/>
                <a:gd name="connsiteX64" fmla="*/ 77216 w 571128"/>
                <a:gd name="connsiteY64" fmla="*/ 85375 h 761503"/>
                <a:gd name="connsiteX65" fmla="*/ 131609 w 571128"/>
                <a:gd name="connsiteY65" fmla="*/ 79936 h 761503"/>
                <a:gd name="connsiteX66" fmla="*/ 161525 w 571128"/>
                <a:gd name="connsiteY66" fmla="*/ 79936 h 761503"/>
                <a:gd name="connsiteX67" fmla="*/ 177843 w 571128"/>
                <a:gd name="connsiteY67" fmla="*/ 66337 h 761503"/>
                <a:gd name="connsiteX68" fmla="*/ 202320 w 571128"/>
                <a:gd name="connsiteY68" fmla="*/ 58178 h 761503"/>
                <a:gd name="connsiteX69" fmla="*/ 234956 w 571128"/>
                <a:gd name="connsiteY69" fmla="*/ 77216 h 761503"/>
                <a:gd name="connsiteX70" fmla="*/ 251274 w 571128"/>
                <a:gd name="connsiteY70" fmla="*/ 107132 h 761503"/>
                <a:gd name="connsiteX71" fmla="*/ 267592 w 571128"/>
                <a:gd name="connsiteY71" fmla="*/ 147927 h 761503"/>
                <a:gd name="connsiteX72" fmla="*/ 281190 w 571128"/>
                <a:gd name="connsiteY72" fmla="*/ 183282 h 761503"/>
                <a:gd name="connsiteX73" fmla="*/ 297508 w 571128"/>
                <a:gd name="connsiteY73" fmla="*/ 224077 h 761503"/>
                <a:gd name="connsiteX74" fmla="*/ 308387 w 571128"/>
                <a:gd name="connsiteY74" fmla="*/ 264872 h 761503"/>
                <a:gd name="connsiteX75" fmla="*/ 319265 w 571128"/>
                <a:gd name="connsiteY75" fmla="*/ 300228 h 761503"/>
                <a:gd name="connsiteX76" fmla="*/ 351901 w 571128"/>
                <a:gd name="connsiteY76" fmla="*/ 379098 h 761503"/>
                <a:gd name="connsiteX77" fmla="*/ 365500 w 571128"/>
                <a:gd name="connsiteY77" fmla="*/ 417173 h 761503"/>
                <a:gd name="connsiteX78" fmla="*/ 379098 w 571128"/>
                <a:gd name="connsiteY78" fmla="*/ 457968 h 761503"/>
                <a:gd name="connsiteX79" fmla="*/ 395416 w 571128"/>
                <a:gd name="connsiteY79" fmla="*/ 496043 h 761503"/>
                <a:gd name="connsiteX80" fmla="*/ 406295 w 571128"/>
                <a:gd name="connsiteY80" fmla="*/ 512361 h 761503"/>
                <a:gd name="connsiteX81" fmla="*/ 411734 w 571128"/>
                <a:gd name="connsiteY81" fmla="*/ 531398 h 761503"/>
                <a:gd name="connsiteX82" fmla="*/ 419893 w 571128"/>
                <a:gd name="connsiteY82" fmla="*/ 558595 h 761503"/>
                <a:gd name="connsiteX83" fmla="*/ 425332 w 571128"/>
                <a:gd name="connsiteY83" fmla="*/ 564034 h 761503"/>
                <a:gd name="connsiteX84" fmla="*/ 430771 w 571128"/>
                <a:gd name="connsiteY84" fmla="*/ 558595 h 761503"/>
                <a:gd name="connsiteX85" fmla="*/ 430771 w 571128"/>
                <a:gd name="connsiteY85" fmla="*/ 550436 h 761503"/>
                <a:gd name="connsiteX86" fmla="*/ 430771 w 571128"/>
                <a:gd name="connsiteY86" fmla="*/ 501482 h 761503"/>
                <a:gd name="connsiteX87" fmla="*/ 430771 w 571128"/>
                <a:gd name="connsiteY87" fmla="*/ 403575 h 761503"/>
                <a:gd name="connsiteX88" fmla="*/ 425332 w 571128"/>
                <a:gd name="connsiteY88" fmla="*/ 313826 h 761503"/>
                <a:gd name="connsiteX89" fmla="*/ 425332 w 571128"/>
                <a:gd name="connsiteY89" fmla="*/ 248554 h 761503"/>
                <a:gd name="connsiteX90" fmla="*/ 425332 w 571128"/>
                <a:gd name="connsiteY90" fmla="*/ 210479 h 761503"/>
                <a:gd name="connsiteX91" fmla="*/ 422613 w 571128"/>
                <a:gd name="connsiteY91" fmla="*/ 153366 h 761503"/>
                <a:gd name="connsiteX92" fmla="*/ 425332 w 571128"/>
                <a:gd name="connsiteY92" fmla="*/ 123450 h 761503"/>
                <a:gd name="connsiteX93" fmla="*/ 398136 w 571128"/>
                <a:gd name="connsiteY93" fmla="*/ 123450 h 761503"/>
                <a:gd name="connsiteX94" fmla="*/ 379098 w 571128"/>
                <a:gd name="connsiteY94" fmla="*/ 123450 h 761503"/>
                <a:gd name="connsiteX95" fmla="*/ 360060 w 571128"/>
                <a:gd name="connsiteY95" fmla="*/ 118011 h 761503"/>
                <a:gd name="connsiteX96" fmla="*/ 349182 w 571128"/>
                <a:gd name="connsiteY96" fmla="*/ 101693 h 761503"/>
                <a:gd name="connsiteX97" fmla="*/ 351901 w 571128"/>
                <a:gd name="connsiteY97" fmla="*/ 93534 h 761503"/>
                <a:gd name="connsiteX98" fmla="*/ 368219 w 571128"/>
                <a:gd name="connsiteY98" fmla="*/ 85375 h 761503"/>
                <a:gd name="connsiteX99" fmla="*/ 422613 w 571128"/>
                <a:gd name="connsiteY99" fmla="*/ 79936 h 761503"/>
                <a:gd name="connsiteX100" fmla="*/ 444370 w 571128"/>
                <a:gd name="connsiteY100" fmla="*/ 79936 h 761503"/>
                <a:gd name="connsiteX101" fmla="*/ 463407 w 571128"/>
                <a:gd name="connsiteY101" fmla="*/ 71776 h 761503"/>
                <a:gd name="connsiteX102" fmla="*/ 477006 w 571128"/>
                <a:gd name="connsiteY102" fmla="*/ 79936 h 761503"/>
                <a:gd name="connsiteX103" fmla="*/ 512361 w 571128"/>
                <a:gd name="connsiteY103" fmla="*/ 79936 h 761503"/>
                <a:gd name="connsiteX104" fmla="*/ 512361 w 571128"/>
                <a:gd name="connsiteY104" fmla="*/ 79936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571128" h="761503">
                  <a:moveTo>
                    <a:pt x="512361" y="79936"/>
                  </a:moveTo>
                  <a:cubicBezTo>
                    <a:pt x="520520" y="79936"/>
                    <a:pt x="539558" y="79936"/>
                    <a:pt x="539558" y="96253"/>
                  </a:cubicBezTo>
                  <a:cubicBezTo>
                    <a:pt x="539558" y="104412"/>
                    <a:pt x="539558" y="107132"/>
                    <a:pt x="534118" y="112571"/>
                  </a:cubicBezTo>
                  <a:cubicBezTo>
                    <a:pt x="531399" y="118011"/>
                    <a:pt x="525960" y="120730"/>
                    <a:pt x="523240" y="120730"/>
                  </a:cubicBezTo>
                  <a:cubicBezTo>
                    <a:pt x="515081" y="123450"/>
                    <a:pt x="512361" y="123450"/>
                    <a:pt x="506922" y="123450"/>
                  </a:cubicBezTo>
                  <a:cubicBezTo>
                    <a:pt x="504202" y="123450"/>
                    <a:pt x="490604" y="123450"/>
                    <a:pt x="477006" y="123450"/>
                  </a:cubicBezTo>
                  <a:cubicBezTo>
                    <a:pt x="477006" y="131609"/>
                    <a:pt x="479725" y="137048"/>
                    <a:pt x="479725" y="145207"/>
                  </a:cubicBezTo>
                  <a:cubicBezTo>
                    <a:pt x="479725" y="156086"/>
                    <a:pt x="477006" y="166964"/>
                    <a:pt x="477006" y="180563"/>
                  </a:cubicBezTo>
                  <a:cubicBezTo>
                    <a:pt x="477006" y="196881"/>
                    <a:pt x="479725" y="215918"/>
                    <a:pt x="482445" y="232236"/>
                  </a:cubicBezTo>
                  <a:cubicBezTo>
                    <a:pt x="485165" y="248554"/>
                    <a:pt x="485165" y="267592"/>
                    <a:pt x="485165" y="283910"/>
                  </a:cubicBezTo>
                  <a:cubicBezTo>
                    <a:pt x="485165" y="297508"/>
                    <a:pt x="485165" y="313826"/>
                    <a:pt x="485165" y="327424"/>
                  </a:cubicBezTo>
                  <a:cubicBezTo>
                    <a:pt x="485165" y="343742"/>
                    <a:pt x="487884" y="357340"/>
                    <a:pt x="487884" y="373658"/>
                  </a:cubicBezTo>
                  <a:cubicBezTo>
                    <a:pt x="487884" y="389976"/>
                    <a:pt x="485165" y="403575"/>
                    <a:pt x="485165" y="419892"/>
                  </a:cubicBezTo>
                  <a:cubicBezTo>
                    <a:pt x="485165" y="436210"/>
                    <a:pt x="485165" y="449809"/>
                    <a:pt x="485165" y="463407"/>
                  </a:cubicBezTo>
                  <a:cubicBezTo>
                    <a:pt x="485165" y="479725"/>
                    <a:pt x="485165" y="498762"/>
                    <a:pt x="482445" y="515080"/>
                  </a:cubicBezTo>
                  <a:cubicBezTo>
                    <a:pt x="482445" y="528679"/>
                    <a:pt x="482445" y="542277"/>
                    <a:pt x="482445" y="558595"/>
                  </a:cubicBezTo>
                  <a:cubicBezTo>
                    <a:pt x="482445" y="572193"/>
                    <a:pt x="479725" y="588511"/>
                    <a:pt x="479725" y="602109"/>
                  </a:cubicBezTo>
                  <a:cubicBezTo>
                    <a:pt x="479725" y="615708"/>
                    <a:pt x="485165" y="632026"/>
                    <a:pt x="485165" y="648343"/>
                  </a:cubicBezTo>
                  <a:cubicBezTo>
                    <a:pt x="485165" y="659222"/>
                    <a:pt x="482445" y="670101"/>
                    <a:pt x="474286" y="675540"/>
                  </a:cubicBezTo>
                  <a:cubicBezTo>
                    <a:pt x="460688" y="686419"/>
                    <a:pt x="444370" y="691858"/>
                    <a:pt x="428052" y="691858"/>
                  </a:cubicBezTo>
                  <a:cubicBezTo>
                    <a:pt x="414454" y="691858"/>
                    <a:pt x="400855" y="689138"/>
                    <a:pt x="387257" y="683699"/>
                  </a:cubicBezTo>
                  <a:cubicBezTo>
                    <a:pt x="373659" y="678260"/>
                    <a:pt x="360060" y="672820"/>
                    <a:pt x="351901" y="664661"/>
                  </a:cubicBezTo>
                  <a:cubicBezTo>
                    <a:pt x="330144" y="645624"/>
                    <a:pt x="316546" y="621147"/>
                    <a:pt x="305667" y="596670"/>
                  </a:cubicBezTo>
                  <a:cubicBezTo>
                    <a:pt x="292069" y="569473"/>
                    <a:pt x="281190" y="539557"/>
                    <a:pt x="270312" y="509641"/>
                  </a:cubicBezTo>
                  <a:cubicBezTo>
                    <a:pt x="264872" y="493323"/>
                    <a:pt x="256713" y="477005"/>
                    <a:pt x="251274" y="460687"/>
                  </a:cubicBezTo>
                  <a:cubicBezTo>
                    <a:pt x="240395" y="433491"/>
                    <a:pt x="232236" y="409014"/>
                    <a:pt x="224077" y="381817"/>
                  </a:cubicBezTo>
                  <a:cubicBezTo>
                    <a:pt x="218638" y="365499"/>
                    <a:pt x="213199" y="346462"/>
                    <a:pt x="207759" y="330144"/>
                  </a:cubicBezTo>
                  <a:cubicBezTo>
                    <a:pt x="202320" y="316545"/>
                    <a:pt x="196881" y="300228"/>
                    <a:pt x="191442" y="286629"/>
                  </a:cubicBezTo>
                  <a:cubicBezTo>
                    <a:pt x="188722" y="281190"/>
                    <a:pt x="186002" y="278470"/>
                    <a:pt x="183283" y="278470"/>
                  </a:cubicBezTo>
                  <a:cubicBezTo>
                    <a:pt x="180563" y="278470"/>
                    <a:pt x="180563" y="286629"/>
                    <a:pt x="180563" y="292069"/>
                  </a:cubicBezTo>
                  <a:cubicBezTo>
                    <a:pt x="180563" y="297508"/>
                    <a:pt x="180563" y="302947"/>
                    <a:pt x="180563" y="305667"/>
                  </a:cubicBezTo>
                  <a:cubicBezTo>
                    <a:pt x="180563" y="321985"/>
                    <a:pt x="183283" y="338303"/>
                    <a:pt x="183283" y="354621"/>
                  </a:cubicBezTo>
                  <a:cubicBezTo>
                    <a:pt x="183283" y="387257"/>
                    <a:pt x="186002" y="417173"/>
                    <a:pt x="188722" y="449809"/>
                  </a:cubicBezTo>
                  <a:cubicBezTo>
                    <a:pt x="188722" y="460687"/>
                    <a:pt x="188722" y="468846"/>
                    <a:pt x="188722" y="479725"/>
                  </a:cubicBezTo>
                  <a:cubicBezTo>
                    <a:pt x="188722" y="501482"/>
                    <a:pt x="188722" y="523239"/>
                    <a:pt x="188722" y="542277"/>
                  </a:cubicBezTo>
                  <a:cubicBezTo>
                    <a:pt x="188722" y="566754"/>
                    <a:pt x="186002" y="591231"/>
                    <a:pt x="186002" y="615708"/>
                  </a:cubicBezTo>
                  <a:cubicBezTo>
                    <a:pt x="186002" y="623867"/>
                    <a:pt x="186002" y="632026"/>
                    <a:pt x="186002" y="637465"/>
                  </a:cubicBezTo>
                  <a:cubicBezTo>
                    <a:pt x="186002" y="645624"/>
                    <a:pt x="183283" y="656502"/>
                    <a:pt x="183283" y="664661"/>
                  </a:cubicBezTo>
                  <a:cubicBezTo>
                    <a:pt x="202320" y="664661"/>
                    <a:pt x="218638" y="664661"/>
                    <a:pt x="226797" y="664661"/>
                  </a:cubicBezTo>
                  <a:cubicBezTo>
                    <a:pt x="234956" y="664661"/>
                    <a:pt x="253994" y="664661"/>
                    <a:pt x="253994" y="680979"/>
                  </a:cubicBezTo>
                  <a:cubicBezTo>
                    <a:pt x="253994" y="689138"/>
                    <a:pt x="253994" y="691858"/>
                    <a:pt x="248554" y="697297"/>
                  </a:cubicBezTo>
                  <a:cubicBezTo>
                    <a:pt x="245835" y="702737"/>
                    <a:pt x="240395" y="705456"/>
                    <a:pt x="234956" y="705456"/>
                  </a:cubicBezTo>
                  <a:cubicBezTo>
                    <a:pt x="226797" y="708176"/>
                    <a:pt x="224077" y="708176"/>
                    <a:pt x="218638" y="708176"/>
                  </a:cubicBezTo>
                  <a:cubicBezTo>
                    <a:pt x="215918" y="708176"/>
                    <a:pt x="199600" y="708176"/>
                    <a:pt x="183283" y="708176"/>
                  </a:cubicBezTo>
                  <a:cubicBezTo>
                    <a:pt x="166965" y="708176"/>
                    <a:pt x="153366" y="708176"/>
                    <a:pt x="150647" y="708176"/>
                  </a:cubicBezTo>
                  <a:cubicBezTo>
                    <a:pt x="139768" y="708176"/>
                    <a:pt x="120730" y="708176"/>
                    <a:pt x="107132" y="708176"/>
                  </a:cubicBezTo>
                  <a:cubicBezTo>
                    <a:pt x="101693" y="708176"/>
                    <a:pt x="96253" y="708176"/>
                    <a:pt x="88094" y="708176"/>
                  </a:cubicBezTo>
                  <a:cubicBezTo>
                    <a:pt x="82655" y="708176"/>
                    <a:pt x="74496" y="708176"/>
                    <a:pt x="69057" y="702737"/>
                  </a:cubicBezTo>
                  <a:cubicBezTo>
                    <a:pt x="63618" y="700017"/>
                    <a:pt x="58178" y="691858"/>
                    <a:pt x="58178" y="686419"/>
                  </a:cubicBezTo>
                  <a:cubicBezTo>
                    <a:pt x="58178" y="683699"/>
                    <a:pt x="58178" y="680979"/>
                    <a:pt x="60898" y="678260"/>
                  </a:cubicBezTo>
                  <a:cubicBezTo>
                    <a:pt x="63618" y="675540"/>
                    <a:pt x="71777" y="672820"/>
                    <a:pt x="77216" y="670101"/>
                  </a:cubicBezTo>
                  <a:cubicBezTo>
                    <a:pt x="90814" y="667381"/>
                    <a:pt x="115291" y="664661"/>
                    <a:pt x="120730" y="664661"/>
                  </a:cubicBezTo>
                  <a:cubicBezTo>
                    <a:pt x="123450" y="664661"/>
                    <a:pt x="126170" y="664661"/>
                    <a:pt x="131609" y="664661"/>
                  </a:cubicBezTo>
                  <a:cubicBezTo>
                    <a:pt x="131609" y="623867"/>
                    <a:pt x="134329" y="583072"/>
                    <a:pt x="134329" y="539557"/>
                  </a:cubicBezTo>
                  <a:cubicBezTo>
                    <a:pt x="134329" y="528679"/>
                    <a:pt x="134329" y="515080"/>
                    <a:pt x="134329" y="504202"/>
                  </a:cubicBezTo>
                  <a:cubicBezTo>
                    <a:pt x="131609" y="460687"/>
                    <a:pt x="131609" y="417173"/>
                    <a:pt x="131609" y="376378"/>
                  </a:cubicBezTo>
                  <a:cubicBezTo>
                    <a:pt x="131609" y="351901"/>
                    <a:pt x="131609" y="327424"/>
                    <a:pt x="131609" y="302947"/>
                  </a:cubicBezTo>
                  <a:cubicBezTo>
                    <a:pt x="131609" y="275751"/>
                    <a:pt x="131609" y="248554"/>
                    <a:pt x="134329" y="221357"/>
                  </a:cubicBezTo>
                  <a:cubicBezTo>
                    <a:pt x="134329" y="188722"/>
                    <a:pt x="137048" y="156086"/>
                    <a:pt x="137048" y="123450"/>
                  </a:cubicBezTo>
                  <a:cubicBezTo>
                    <a:pt x="126170" y="123450"/>
                    <a:pt x="115291" y="123450"/>
                    <a:pt x="107132" y="123450"/>
                  </a:cubicBezTo>
                  <a:cubicBezTo>
                    <a:pt x="101693" y="123450"/>
                    <a:pt x="96253" y="123450"/>
                    <a:pt x="88094" y="123450"/>
                  </a:cubicBezTo>
                  <a:cubicBezTo>
                    <a:pt x="82655" y="123450"/>
                    <a:pt x="74496" y="120730"/>
                    <a:pt x="69057" y="118011"/>
                  </a:cubicBezTo>
                  <a:cubicBezTo>
                    <a:pt x="63618" y="115291"/>
                    <a:pt x="58178" y="107132"/>
                    <a:pt x="58178" y="101693"/>
                  </a:cubicBezTo>
                  <a:cubicBezTo>
                    <a:pt x="58178" y="98973"/>
                    <a:pt x="58178" y="96253"/>
                    <a:pt x="60898" y="93534"/>
                  </a:cubicBezTo>
                  <a:cubicBezTo>
                    <a:pt x="63618" y="90814"/>
                    <a:pt x="71777" y="88095"/>
                    <a:pt x="77216" y="85375"/>
                  </a:cubicBezTo>
                  <a:cubicBezTo>
                    <a:pt x="90814" y="82655"/>
                    <a:pt x="126170" y="79936"/>
                    <a:pt x="131609" y="79936"/>
                  </a:cubicBezTo>
                  <a:cubicBezTo>
                    <a:pt x="137048" y="79936"/>
                    <a:pt x="147927" y="79936"/>
                    <a:pt x="161525" y="79936"/>
                  </a:cubicBezTo>
                  <a:cubicBezTo>
                    <a:pt x="166965" y="74496"/>
                    <a:pt x="172404" y="71776"/>
                    <a:pt x="177843" y="66337"/>
                  </a:cubicBezTo>
                  <a:cubicBezTo>
                    <a:pt x="186002" y="60898"/>
                    <a:pt x="194161" y="58178"/>
                    <a:pt x="202320" y="58178"/>
                  </a:cubicBezTo>
                  <a:cubicBezTo>
                    <a:pt x="215918" y="58178"/>
                    <a:pt x="226797" y="63618"/>
                    <a:pt x="234956" y="77216"/>
                  </a:cubicBezTo>
                  <a:cubicBezTo>
                    <a:pt x="240395" y="88095"/>
                    <a:pt x="248554" y="96253"/>
                    <a:pt x="251274" y="107132"/>
                  </a:cubicBezTo>
                  <a:cubicBezTo>
                    <a:pt x="256713" y="120730"/>
                    <a:pt x="259433" y="134329"/>
                    <a:pt x="267592" y="147927"/>
                  </a:cubicBezTo>
                  <a:cubicBezTo>
                    <a:pt x="273031" y="158806"/>
                    <a:pt x="275751" y="172404"/>
                    <a:pt x="281190" y="183282"/>
                  </a:cubicBezTo>
                  <a:cubicBezTo>
                    <a:pt x="286630" y="196881"/>
                    <a:pt x="292069" y="210479"/>
                    <a:pt x="297508" y="224077"/>
                  </a:cubicBezTo>
                  <a:cubicBezTo>
                    <a:pt x="300228" y="237676"/>
                    <a:pt x="305667" y="251274"/>
                    <a:pt x="308387" y="264872"/>
                  </a:cubicBezTo>
                  <a:cubicBezTo>
                    <a:pt x="311107" y="278470"/>
                    <a:pt x="311107" y="289349"/>
                    <a:pt x="319265" y="300228"/>
                  </a:cubicBezTo>
                  <a:cubicBezTo>
                    <a:pt x="332864" y="324704"/>
                    <a:pt x="346462" y="351901"/>
                    <a:pt x="351901" y="379098"/>
                  </a:cubicBezTo>
                  <a:cubicBezTo>
                    <a:pt x="354621" y="392696"/>
                    <a:pt x="360060" y="403575"/>
                    <a:pt x="365500" y="417173"/>
                  </a:cubicBezTo>
                  <a:cubicBezTo>
                    <a:pt x="373659" y="430771"/>
                    <a:pt x="373659" y="444369"/>
                    <a:pt x="379098" y="457968"/>
                  </a:cubicBezTo>
                  <a:cubicBezTo>
                    <a:pt x="381818" y="471566"/>
                    <a:pt x="387257" y="482445"/>
                    <a:pt x="395416" y="496043"/>
                  </a:cubicBezTo>
                  <a:cubicBezTo>
                    <a:pt x="398136" y="501482"/>
                    <a:pt x="403575" y="506921"/>
                    <a:pt x="406295" y="512361"/>
                  </a:cubicBezTo>
                  <a:cubicBezTo>
                    <a:pt x="409014" y="517800"/>
                    <a:pt x="409014" y="525959"/>
                    <a:pt x="411734" y="531398"/>
                  </a:cubicBezTo>
                  <a:cubicBezTo>
                    <a:pt x="414454" y="539557"/>
                    <a:pt x="417173" y="550436"/>
                    <a:pt x="419893" y="558595"/>
                  </a:cubicBezTo>
                  <a:cubicBezTo>
                    <a:pt x="422613" y="561314"/>
                    <a:pt x="422613" y="564034"/>
                    <a:pt x="425332" y="564034"/>
                  </a:cubicBezTo>
                  <a:cubicBezTo>
                    <a:pt x="428052" y="564034"/>
                    <a:pt x="428052" y="561314"/>
                    <a:pt x="430771" y="558595"/>
                  </a:cubicBezTo>
                  <a:cubicBezTo>
                    <a:pt x="430771" y="555875"/>
                    <a:pt x="430771" y="553156"/>
                    <a:pt x="430771" y="550436"/>
                  </a:cubicBezTo>
                  <a:cubicBezTo>
                    <a:pt x="430771" y="534118"/>
                    <a:pt x="430771" y="517800"/>
                    <a:pt x="430771" y="501482"/>
                  </a:cubicBezTo>
                  <a:cubicBezTo>
                    <a:pt x="430771" y="468846"/>
                    <a:pt x="433491" y="436210"/>
                    <a:pt x="430771" y="403575"/>
                  </a:cubicBezTo>
                  <a:cubicBezTo>
                    <a:pt x="430771" y="373658"/>
                    <a:pt x="425332" y="343742"/>
                    <a:pt x="425332" y="313826"/>
                  </a:cubicBezTo>
                  <a:cubicBezTo>
                    <a:pt x="425332" y="292069"/>
                    <a:pt x="425332" y="270311"/>
                    <a:pt x="425332" y="248554"/>
                  </a:cubicBezTo>
                  <a:cubicBezTo>
                    <a:pt x="425332" y="234956"/>
                    <a:pt x="425332" y="224077"/>
                    <a:pt x="425332" y="210479"/>
                  </a:cubicBezTo>
                  <a:cubicBezTo>
                    <a:pt x="425332" y="191441"/>
                    <a:pt x="422613" y="172404"/>
                    <a:pt x="422613" y="153366"/>
                  </a:cubicBezTo>
                  <a:cubicBezTo>
                    <a:pt x="422613" y="142488"/>
                    <a:pt x="422613" y="134329"/>
                    <a:pt x="425332" y="123450"/>
                  </a:cubicBezTo>
                  <a:cubicBezTo>
                    <a:pt x="417173" y="123450"/>
                    <a:pt x="406295" y="123450"/>
                    <a:pt x="398136" y="123450"/>
                  </a:cubicBezTo>
                  <a:cubicBezTo>
                    <a:pt x="392696" y="123450"/>
                    <a:pt x="387257" y="123450"/>
                    <a:pt x="379098" y="123450"/>
                  </a:cubicBezTo>
                  <a:cubicBezTo>
                    <a:pt x="373659" y="123450"/>
                    <a:pt x="365500" y="120730"/>
                    <a:pt x="360060" y="118011"/>
                  </a:cubicBezTo>
                  <a:cubicBezTo>
                    <a:pt x="354621" y="115291"/>
                    <a:pt x="349182" y="107132"/>
                    <a:pt x="349182" y="101693"/>
                  </a:cubicBezTo>
                  <a:cubicBezTo>
                    <a:pt x="349182" y="98973"/>
                    <a:pt x="349182" y="96253"/>
                    <a:pt x="351901" y="93534"/>
                  </a:cubicBezTo>
                  <a:cubicBezTo>
                    <a:pt x="354621" y="90814"/>
                    <a:pt x="362780" y="88095"/>
                    <a:pt x="368219" y="85375"/>
                  </a:cubicBezTo>
                  <a:cubicBezTo>
                    <a:pt x="381818" y="82655"/>
                    <a:pt x="417173" y="79936"/>
                    <a:pt x="422613" y="79936"/>
                  </a:cubicBezTo>
                  <a:cubicBezTo>
                    <a:pt x="428052" y="79936"/>
                    <a:pt x="433491" y="79936"/>
                    <a:pt x="444370" y="79936"/>
                  </a:cubicBezTo>
                  <a:cubicBezTo>
                    <a:pt x="449809" y="74496"/>
                    <a:pt x="455248" y="71776"/>
                    <a:pt x="463407" y="71776"/>
                  </a:cubicBezTo>
                  <a:cubicBezTo>
                    <a:pt x="471566" y="71776"/>
                    <a:pt x="477006" y="74496"/>
                    <a:pt x="477006" y="79936"/>
                  </a:cubicBezTo>
                  <a:cubicBezTo>
                    <a:pt x="490604" y="82655"/>
                    <a:pt x="504202" y="79936"/>
                    <a:pt x="512361" y="79936"/>
                  </a:cubicBezTo>
                  <a:lnTo>
                    <a:pt x="512361" y="79936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02C14CBB-D0EA-4098-8F25-912BA05B86AD}"/>
                </a:ext>
              </a:extLst>
            </p:cNvPr>
            <p:cNvSpPr/>
            <p:nvPr/>
          </p:nvSpPr>
          <p:spPr>
            <a:xfrm>
              <a:off x="2987430" y="4242177"/>
              <a:ext cx="494979" cy="674476"/>
            </a:xfrm>
            <a:custGeom>
              <a:avLst/>
              <a:gdLst>
                <a:gd name="connsiteX0" fmla="*/ 228453 w 494979"/>
                <a:gd name="connsiteY0" fmla="*/ 97907 h 674476"/>
                <a:gd name="connsiteX1" fmla="*/ 212135 w 494979"/>
                <a:gd name="connsiteY1" fmla="*/ 119665 h 674476"/>
                <a:gd name="connsiteX2" fmla="*/ 203976 w 494979"/>
                <a:gd name="connsiteY2" fmla="*/ 152300 h 674476"/>
                <a:gd name="connsiteX3" fmla="*/ 201256 w 494979"/>
                <a:gd name="connsiteY3" fmla="*/ 168618 h 674476"/>
                <a:gd name="connsiteX4" fmla="*/ 198537 w 494979"/>
                <a:gd name="connsiteY4" fmla="*/ 184936 h 674476"/>
                <a:gd name="connsiteX5" fmla="*/ 190378 w 494979"/>
                <a:gd name="connsiteY5" fmla="*/ 220292 h 674476"/>
                <a:gd name="connsiteX6" fmla="*/ 171340 w 494979"/>
                <a:gd name="connsiteY6" fmla="*/ 291003 h 674476"/>
                <a:gd name="connsiteX7" fmla="*/ 163180 w 494979"/>
                <a:gd name="connsiteY7" fmla="*/ 323639 h 674476"/>
                <a:gd name="connsiteX8" fmla="*/ 152302 w 494979"/>
                <a:gd name="connsiteY8" fmla="*/ 361714 h 674476"/>
                <a:gd name="connsiteX9" fmla="*/ 146862 w 494979"/>
                <a:gd name="connsiteY9" fmla="*/ 388910 h 674476"/>
                <a:gd name="connsiteX10" fmla="*/ 152302 w 494979"/>
                <a:gd name="connsiteY10" fmla="*/ 391630 h 674476"/>
                <a:gd name="connsiteX11" fmla="*/ 174060 w 494979"/>
                <a:gd name="connsiteY11" fmla="*/ 391630 h 674476"/>
                <a:gd name="connsiteX12" fmla="*/ 195817 w 494979"/>
                <a:gd name="connsiteY12" fmla="*/ 388910 h 674476"/>
                <a:gd name="connsiteX13" fmla="*/ 214855 w 494979"/>
                <a:gd name="connsiteY13" fmla="*/ 388910 h 674476"/>
                <a:gd name="connsiteX14" fmla="*/ 239332 w 494979"/>
                <a:gd name="connsiteY14" fmla="*/ 388910 h 674476"/>
                <a:gd name="connsiteX15" fmla="*/ 252930 w 494979"/>
                <a:gd name="connsiteY15" fmla="*/ 386191 h 674476"/>
                <a:gd name="connsiteX16" fmla="*/ 261089 w 494979"/>
                <a:gd name="connsiteY16" fmla="*/ 386191 h 674476"/>
                <a:gd name="connsiteX17" fmla="*/ 258369 w 494979"/>
                <a:gd name="connsiteY17" fmla="*/ 367153 h 674476"/>
                <a:gd name="connsiteX18" fmla="*/ 252930 w 494979"/>
                <a:gd name="connsiteY18" fmla="*/ 331797 h 674476"/>
                <a:gd name="connsiteX19" fmla="*/ 250210 w 494979"/>
                <a:gd name="connsiteY19" fmla="*/ 244769 h 674476"/>
                <a:gd name="connsiteX20" fmla="*/ 244771 w 494979"/>
                <a:gd name="connsiteY20" fmla="*/ 203974 h 674476"/>
                <a:gd name="connsiteX21" fmla="*/ 239332 w 494979"/>
                <a:gd name="connsiteY21" fmla="*/ 157740 h 674476"/>
                <a:gd name="connsiteX22" fmla="*/ 236612 w 494979"/>
                <a:gd name="connsiteY22" fmla="*/ 119665 h 674476"/>
                <a:gd name="connsiteX23" fmla="*/ 228453 w 494979"/>
                <a:gd name="connsiteY23" fmla="*/ 97907 h 674476"/>
                <a:gd name="connsiteX24" fmla="*/ 274687 w 494979"/>
                <a:gd name="connsiteY24" fmla="*/ 0 h 674476"/>
                <a:gd name="connsiteX25" fmla="*/ 304603 w 494979"/>
                <a:gd name="connsiteY25" fmla="*/ 5439 h 674476"/>
                <a:gd name="connsiteX26" fmla="*/ 320921 w 494979"/>
                <a:gd name="connsiteY26" fmla="*/ 24477 h 674476"/>
                <a:gd name="connsiteX27" fmla="*/ 334519 w 494979"/>
                <a:gd name="connsiteY27" fmla="*/ 43515 h 674476"/>
                <a:gd name="connsiteX28" fmla="*/ 339959 w 494979"/>
                <a:gd name="connsiteY28" fmla="*/ 65272 h 674476"/>
                <a:gd name="connsiteX29" fmla="*/ 348118 w 494979"/>
                <a:gd name="connsiteY29" fmla="*/ 114226 h 674476"/>
                <a:gd name="connsiteX30" fmla="*/ 361716 w 494979"/>
                <a:gd name="connsiteY30" fmla="*/ 163180 h 674476"/>
                <a:gd name="connsiteX31" fmla="*/ 369875 w 494979"/>
                <a:gd name="connsiteY31" fmla="*/ 220293 h 674476"/>
                <a:gd name="connsiteX32" fmla="*/ 378034 w 494979"/>
                <a:gd name="connsiteY32" fmla="*/ 274686 h 674476"/>
                <a:gd name="connsiteX33" fmla="*/ 383473 w 494979"/>
                <a:gd name="connsiteY33" fmla="*/ 301883 h 674476"/>
                <a:gd name="connsiteX34" fmla="*/ 391632 w 494979"/>
                <a:gd name="connsiteY34" fmla="*/ 337238 h 674476"/>
                <a:gd name="connsiteX35" fmla="*/ 397071 w 494979"/>
                <a:gd name="connsiteY35" fmla="*/ 364435 h 674476"/>
                <a:gd name="connsiteX36" fmla="*/ 405230 w 494979"/>
                <a:gd name="connsiteY36" fmla="*/ 383473 h 674476"/>
                <a:gd name="connsiteX37" fmla="*/ 416109 w 494979"/>
                <a:gd name="connsiteY37" fmla="*/ 386192 h 674476"/>
                <a:gd name="connsiteX38" fmla="*/ 426988 w 494979"/>
                <a:gd name="connsiteY38" fmla="*/ 386192 h 674476"/>
                <a:gd name="connsiteX39" fmla="*/ 454184 w 494979"/>
                <a:gd name="connsiteY39" fmla="*/ 397071 h 674476"/>
                <a:gd name="connsiteX40" fmla="*/ 456904 w 494979"/>
                <a:gd name="connsiteY40" fmla="*/ 405230 h 674476"/>
                <a:gd name="connsiteX41" fmla="*/ 451465 w 494979"/>
                <a:gd name="connsiteY41" fmla="*/ 416108 h 674476"/>
                <a:gd name="connsiteX42" fmla="*/ 432427 w 494979"/>
                <a:gd name="connsiteY42" fmla="*/ 429707 h 674476"/>
                <a:gd name="connsiteX43" fmla="*/ 421548 w 494979"/>
                <a:gd name="connsiteY43" fmla="*/ 432426 h 674476"/>
                <a:gd name="connsiteX44" fmla="*/ 413389 w 494979"/>
                <a:gd name="connsiteY44" fmla="*/ 435146 h 674476"/>
                <a:gd name="connsiteX45" fmla="*/ 413389 w 494979"/>
                <a:gd name="connsiteY45" fmla="*/ 440585 h 674476"/>
                <a:gd name="connsiteX46" fmla="*/ 416109 w 494979"/>
                <a:gd name="connsiteY46" fmla="*/ 451464 h 674476"/>
                <a:gd name="connsiteX47" fmla="*/ 418829 w 494979"/>
                <a:gd name="connsiteY47" fmla="*/ 465062 h 674476"/>
                <a:gd name="connsiteX48" fmla="*/ 418829 w 494979"/>
                <a:gd name="connsiteY48" fmla="*/ 475941 h 674476"/>
                <a:gd name="connsiteX49" fmla="*/ 418829 w 494979"/>
                <a:gd name="connsiteY49" fmla="*/ 486820 h 674476"/>
                <a:gd name="connsiteX50" fmla="*/ 426988 w 494979"/>
                <a:gd name="connsiteY50" fmla="*/ 516736 h 674476"/>
                <a:gd name="connsiteX51" fmla="*/ 432427 w 494979"/>
                <a:gd name="connsiteY51" fmla="*/ 543932 h 674476"/>
                <a:gd name="connsiteX52" fmla="*/ 437866 w 494979"/>
                <a:gd name="connsiteY52" fmla="*/ 573848 h 674476"/>
                <a:gd name="connsiteX53" fmla="*/ 443306 w 494979"/>
                <a:gd name="connsiteY53" fmla="*/ 606484 h 674476"/>
                <a:gd name="connsiteX54" fmla="*/ 446025 w 494979"/>
                <a:gd name="connsiteY54" fmla="*/ 617363 h 674476"/>
                <a:gd name="connsiteX55" fmla="*/ 470502 w 494979"/>
                <a:gd name="connsiteY55" fmla="*/ 617363 h 674476"/>
                <a:gd name="connsiteX56" fmla="*/ 494979 w 494979"/>
                <a:gd name="connsiteY56" fmla="*/ 641840 h 674476"/>
                <a:gd name="connsiteX57" fmla="*/ 486820 w 494979"/>
                <a:gd name="connsiteY57" fmla="*/ 655438 h 674476"/>
                <a:gd name="connsiteX58" fmla="*/ 470502 w 494979"/>
                <a:gd name="connsiteY58" fmla="*/ 663597 h 674476"/>
                <a:gd name="connsiteX59" fmla="*/ 446025 w 494979"/>
                <a:gd name="connsiteY59" fmla="*/ 666317 h 674476"/>
                <a:gd name="connsiteX60" fmla="*/ 424268 w 494979"/>
                <a:gd name="connsiteY60" fmla="*/ 666317 h 674476"/>
                <a:gd name="connsiteX61" fmla="*/ 416109 w 494979"/>
                <a:gd name="connsiteY61" fmla="*/ 666317 h 674476"/>
                <a:gd name="connsiteX62" fmla="*/ 402511 w 494979"/>
                <a:gd name="connsiteY62" fmla="*/ 671756 h 674476"/>
                <a:gd name="connsiteX63" fmla="*/ 386193 w 494979"/>
                <a:gd name="connsiteY63" fmla="*/ 674476 h 674476"/>
                <a:gd name="connsiteX64" fmla="*/ 350837 w 494979"/>
                <a:gd name="connsiteY64" fmla="*/ 669036 h 674476"/>
                <a:gd name="connsiteX65" fmla="*/ 329080 w 494979"/>
                <a:gd name="connsiteY65" fmla="*/ 669036 h 674476"/>
                <a:gd name="connsiteX66" fmla="*/ 280126 w 494979"/>
                <a:gd name="connsiteY66" fmla="*/ 669036 h 674476"/>
                <a:gd name="connsiteX67" fmla="*/ 255649 w 494979"/>
                <a:gd name="connsiteY67" fmla="*/ 663597 h 674476"/>
                <a:gd name="connsiteX68" fmla="*/ 239331 w 494979"/>
                <a:gd name="connsiteY68" fmla="*/ 647279 h 674476"/>
                <a:gd name="connsiteX69" fmla="*/ 263808 w 494979"/>
                <a:gd name="connsiteY69" fmla="*/ 630961 h 674476"/>
                <a:gd name="connsiteX70" fmla="*/ 291005 w 494979"/>
                <a:gd name="connsiteY70" fmla="*/ 628241 h 674476"/>
                <a:gd name="connsiteX71" fmla="*/ 288285 w 494979"/>
                <a:gd name="connsiteY71" fmla="*/ 609204 h 674476"/>
                <a:gd name="connsiteX72" fmla="*/ 285565 w 494979"/>
                <a:gd name="connsiteY72" fmla="*/ 582007 h 674476"/>
                <a:gd name="connsiteX73" fmla="*/ 282846 w 494979"/>
                <a:gd name="connsiteY73" fmla="*/ 568409 h 674476"/>
                <a:gd name="connsiteX74" fmla="*/ 285565 w 494979"/>
                <a:gd name="connsiteY74" fmla="*/ 554811 h 674476"/>
                <a:gd name="connsiteX75" fmla="*/ 280126 w 494979"/>
                <a:gd name="connsiteY75" fmla="*/ 538493 h 674476"/>
                <a:gd name="connsiteX76" fmla="*/ 274687 w 494979"/>
                <a:gd name="connsiteY76" fmla="*/ 505857 h 674476"/>
                <a:gd name="connsiteX77" fmla="*/ 271967 w 494979"/>
                <a:gd name="connsiteY77" fmla="*/ 478660 h 674476"/>
                <a:gd name="connsiteX78" fmla="*/ 269247 w 494979"/>
                <a:gd name="connsiteY78" fmla="*/ 446025 h 674476"/>
                <a:gd name="connsiteX79" fmla="*/ 263808 w 494979"/>
                <a:gd name="connsiteY79" fmla="*/ 437866 h 674476"/>
                <a:gd name="connsiteX80" fmla="*/ 252929 w 494979"/>
                <a:gd name="connsiteY80" fmla="*/ 437866 h 674476"/>
                <a:gd name="connsiteX81" fmla="*/ 223013 w 494979"/>
                <a:gd name="connsiteY81" fmla="*/ 440585 h 674476"/>
                <a:gd name="connsiteX82" fmla="*/ 193097 w 494979"/>
                <a:gd name="connsiteY82" fmla="*/ 443305 h 674476"/>
                <a:gd name="connsiteX83" fmla="*/ 168620 w 494979"/>
                <a:gd name="connsiteY83" fmla="*/ 443305 h 674476"/>
                <a:gd name="connsiteX84" fmla="*/ 146862 w 494979"/>
                <a:gd name="connsiteY84" fmla="*/ 440585 h 674476"/>
                <a:gd name="connsiteX85" fmla="*/ 138703 w 494979"/>
                <a:gd name="connsiteY85" fmla="*/ 454184 h 674476"/>
                <a:gd name="connsiteX86" fmla="*/ 133263 w 494979"/>
                <a:gd name="connsiteY86" fmla="*/ 486820 h 674476"/>
                <a:gd name="connsiteX87" fmla="*/ 122385 w 494979"/>
                <a:gd name="connsiteY87" fmla="*/ 541213 h 674476"/>
                <a:gd name="connsiteX88" fmla="*/ 106067 w 494979"/>
                <a:gd name="connsiteY88" fmla="*/ 614643 h 674476"/>
                <a:gd name="connsiteX89" fmla="*/ 135983 w 494979"/>
                <a:gd name="connsiteY89" fmla="*/ 614643 h 674476"/>
                <a:gd name="connsiteX90" fmla="*/ 171340 w 494979"/>
                <a:gd name="connsiteY90" fmla="*/ 630961 h 674476"/>
                <a:gd name="connsiteX91" fmla="*/ 165900 w 494979"/>
                <a:gd name="connsiteY91" fmla="*/ 647279 h 674476"/>
                <a:gd name="connsiteX92" fmla="*/ 149581 w 494979"/>
                <a:gd name="connsiteY92" fmla="*/ 655438 h 674476"/>
                <a:gd name="connsiteX93" fmla="*/ 127824 w 494979"/>
                <a:gd name="connsiteY93" fmla="*/ 658158 h 674476"/>
                <a:gd name="connsiteX94" fmla="*/ 106067 w 494979"/>
                <a:gd name="connsiteY94" fmla="*/ 658158 h 674476"/>
                <a:gd name="connsiteX95" fmla="*/ 62552 w 494979"/>
                <a:gd name="connsiteY95" fmla="*/ 658158 h 674476"/>
                <a:gd name="connsiteX96" fmla="*/ 40795 w 494979"/>
                <a:gd name="connsiteY96" fmla="*/ 658158 h 674476"/>
                <a:gd name="connsiteX97" fmla="*/ 16318 w 494979"/>
                <a:gd name="connsiteY97" fmla="*/ 652718 h 674476"/>
                <a:gd name="connsiteX98" fmla="*/ 0 w 494979"/>
                <a:gd name="connsiteY98" fmla="*/ 636401 h 674476"/>
                <a:gd name="connsiteX99" fmla="*/ 2720 w 494979"/>
                <a:gd name="connsiteY99" fmla="*/ 628241 h 674476"/>
                <a:gd name="connsiteX100" fmla="*/ 24477 w 494979"/>
                <a:gd name="connsiteY100" fmla="*/ 620082 h 674476"/>
                <a:gd name="connsiteX101" fmla="*/ 62552 w 494979"/>
                <a:gd name="connsiteY101" fmla="*/ 617363 h 674476"/>
                <a:gd name="connsiteX102" fmla="*/ 62552 w 494979"/>
                <a:gd name="connsiteY102" fmla="*/ 614643 h 674476"/>
                <a:gd name="connsiteX103" fmla="*/ 65272 w 494979"/>
                <a:gd name="connsiteY103" fmla="*/ 587447 h 674476"/>
                <a:gd name="connsiteX104" fmla="*/ 76151 w 494979"/>
                <a:gd name="connsiteY104" fmla="*/ 522175 h 674476"/>
                <a:gd name="connsiteX105" fmla="*/ 87029 w 494979"/>
                <a:gd name="connsiteY105" fmla="*/ 470501 h 674476"/>
                <a:gd name="connsiteX106" fmla="*/ 92469 w 494979"/>
                <a:gd name="connsiteY106" fmla="*/ 446025 h 674476"/>
                <a:gd name="connsiteX107" fmla="*/ 65272 w 494979"/>
                <a:gd name="connsiteY107" fmla="*/ 432426 h 674476"/>
                <a:gd name="connsiteX108" fmla="*/ 54393 w 494979"/>
                <a:gd name="connsiteY108" fmla="*/ 421548 h 674476"/>
                <a:gd name="connsiteX109" fmla="*/ 73431 w 494979"/>
                <a:gd name="connsiteY109" fmla="*/ 407949 h 674476"/>
                <a:gd name="connsiteX110" fmla="*/ 100628 w 494979"/>
                <a:gd name="connsiteY110" fmla="*/ 399790 h 674476"/>
                <a:gd name="connsiteX111" fmla="*/ 108787 w 494979"/>
                <a:gd name="connsiteY111" fmla="*/ 369874 h 674476"/>
                <a:gd name="connsiteX112" fmla="*/ 125105 w 494979"/>
                <a:gd name="connsiteY112" fmla="*/ 307322 h 674476"/>
                <a:gd name="connsiteX113" fmla="*/ 141423 w 494979"/>
                <a:gd name="connsiteY113" fmla="*/ 242051 h 674476"/>
                <a:gd name="connsiteX114" fmla="*/ 155021 w 494979"/>
                <a:gd name="connsiteY114" fmla="*/ 179498 h 674476"/>
                <a:gd name="connsiteX115" fmla="*/ 168620 w 494979"/>
                <a:gd name="connsiteY115" fmla="*/ 119665 h 674476"/>
                <a:gd name="connsiteX116" fmla="*/ 193097 w 494979"/>
                <a:gd name="connsiteY116" fmla="*/ 57113 h 674476"/>
                <a:gd name="connsiteX117" fmla="*/ 201256 w 494979"/>
                <a:gd name="connsiteY117" fmla="*/ 38075 h 674476"/>
                <a:gd name="connsiteX118" fmla="*/ 217574 w 494979"/>
                <a:gd name="connsiteY118" fmla="*/ 13598 h 674476"/>
                <a:gd name="connsiteX119" fmla="*/ 274687 w 494979"/>
                <a:gd name="connsiteY119" fmla="*/ 0 h 674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</a:cxnLst>
              <a:rect l="l" t="t" r="r" b="b"/>
              <a:pathLst>
                <a:path w="494979" h="674476">
                  <a:moveTo>
                    <a:pt x="228453" y="97907"/>
                  </a:moveTo>
                  <a:cubicBezTo>
                    <a:pt x="220294" y="97907"/>
                    <a:pt x="212135" y="114225"/>
                    <a:pt x="212135" y="119665"/>
                  </a:cubicBezTo>
                  <a:cubicBezTo>
                    <a:pt x="209415" y="130543"/>
                    <a:pt x="206696" y="144141"/>
                    <a:pt x="203976" y="152300"/>
                  </a:cubicBezTo>
                  <a:cubicBezTo>
                    <a:pt x="201256" y="157740"/>
                    <a:pt x="201256" y="163179"/>
                    <a:pt x="201256" y="168618"/>
                  </a:cubicBezTo>
                  <a:cubicBezTo>
                    <a:pt x="201256" y="174058"/>
                    <a:pt x="198537" y="179497"/>
                    <a:pt x="198537" y="184936"/>
                  </a:cubicBezTo>
                  <a:cubicBezTo>
                    <a:pt x="195817" y="195815"/>
                    <a:pt x="193097" y="209413"/>
                    <a:pt x="190378" y="220292"/>
                  </a:cubicBezTo>
                  <a:cubicBezTo>
                    <a:pt x="187658" y="244769"/>
                    <a:pt x="179499" y="269246"/>
                    <a:pt x="171340" y="291003"/>
                  </a:cubicBezTo>
                  <a:cubicBezTo>
                    <a:pt x="168620" y="301881"/>
                    <a:pt x="165900" y="312760"/>
                    <a:pt x="163180" y="323639"/>
                  </a:cubicBezTo>
                  <a:cubicBezTo>
                    <a:pt x="160461" y="337237"/>
                    <a:pt x="157741" y="348115"/>
                    <a:pt x="152302" y="361714"/>
                  </a:cubicBezTo>
                  <a:cubicBezTo>
                    <a:pt x="149582" y="367153"/>
                    <a:pt x="146862" y="383471"/>
                    <a:pt x="146862" y="388910"/>
                  </a:cubicBezTo>
                  <a:cubicBezTo>
                    <a:pt x="146862" y="391630"/>
                    <a:pt x="149582" y="391630"/>
                    <a:pt x="152302" y="391630"/>
                  </a:cubicBezTo>
                  <a:cubicBezTo>
                    <a:pt x="157741" y="391630"/>
                    <a:pt x="171340" y="391630"/>
                    <a:pt x="174060" y="391630"/>
                  </a:cubicBezTo>
                  <a:cubicBezTo>
                    <a:pt x="182219" y="391630"/>
                    <a:pt x="190378" y="391630"/>
                    <a:pt x="195817" y="388910"/>
                  </a:cubicBezTo>
                  <a:cubicBezTo>
                    <a:pt x="201256" y="388910"/>
                    <a:pt x="206696" y="388910"/>
                    <a:pt x="214855" y="388910"/>
                  </a:cubicBezTo>
                  <a:cubicBezTo>
                    <a:pt x="220294" y="388910"/>
                    <a:pt x="228453" y="388910"/>
                    <a:pt x="239332" y="388910"/>
                  </a:cubicBezTo>
                  <a:cubicBezTo>
                    <a:pt x="244771" y="388910"/>
                    <a:pt x="250210" y="388910"/>
                    <a:pt x="252930" y="386191"/>
                  </a:cubicBezTo>
                  <a:cubicBezTo>
                    <a:pt x="258369" y="391630"/>
                    <a:pt x="261089" y="388910"/>
                    <a:pt x="261089" y="386191"/>
                  </a:cubicBezTo>
                  <a:cubicBezTo>
                    <a:pt x="261089" y="380751"/>
                    <a:pt x="258369" y="372592"/>
                    <a:pt x="258369" y="367153"/>
                  </a:cubicBezTo>
                  <a:cubicBezTo>
                    <a:pt x="255650" y="353555"/>
                    <a:pt x="252930" y="342676"/>
                    <a:pt x="252930" y="331797"/>
                  </a:cubicBezTo>
                  <a:cubicBezTo>
                    <a:pt x="252930" y="301881"/>
                    <a:pt x="252930" y="274685"/>
                    <a:pt x="250210" y="244769"/>
                  </a:cubicBezTo>
                  <a:cubicBezTo>
                    <a:pt x="250210" y="231170"/>
                    <a:pt x="247491" y="217572"/>
                    <a:pt x="244771" y="203974"/>
                  </a:cubicBezTo>
                  <a:cubicBezTo>
                    <a:pt x="242051" y="187656"/>
                    <a:pt x="239332" y="174058"/>
                    <a:pt x="239332" y="157740"/>
                  </a:cubicBezTo>
                  <a:cubicBezTo>
                    <a:pt x="239332" y="152300"/>
                    <a:pt x="239332" y="133263"/>
                    <a:pt x="236612" y="119665"/>
                  </a:cubicBezTo>
                  <a:cubicBezTo>
                    <a:pt x="236612" y="106066"/>
                    <a:pt x="233892" y="97907"/>
                    <a:pt x="228453" y="97907"/>
                  </a:cubicBezTo>
                  <a:close/>
                  <a:moveTo>
                    <a:pt x="274687" y="0"/>
                  </a:moveTo>
                  <a:cubicBezTo>
                    <a:pt x="288285" y="0"/>
                    <a:pt x="293724" y="2720"/>
                    <a:pt x="304603" y="5439"/>
                  </a:cubicBezTo>
                  <a:cubicBezTo>
                    <a:pt x="315482" y="10879"/>
                    <a:pt x="315482" y="16318"/>
                    <a:pt x="320921" y="24477"/>
                  </a:cubicBezTo>
                  <a:cubicBezTo>
                    <a:pt x="326360" y="29916"/>
                    <a:pt x="331800" y="35356"/>
                    <a:pt x="334519" y="43515"/>
                  </a:cubicBezTo>
                  <a:cubicBezTo>
                    <a:pt x="337239" y="51674"/>
                    <a:pt x="337239" y="57113"/>
                    <a:pt x="339959" y="65272"/>
                  </a:cubicBezTo>
                  <a:cubicBezTo>
                    <a:pt x="345398" y="78870"/>
                    <a:pt x="342678" y="97908"/>
                    <a:pt x="348118" y="114226"/>
                  </a:cubicBezTo>
                  <a:cubicBezTo>
                    <a:pt x="350837" y="130544"/>
                    <a:pt x="358996" y="146863"/>
                    <a:pt x="361716" y="163180"/>
                  </a:cubicBezTo>
                  <a:cubicBezTo>
                    <a:pt x="364435" y="182218"/>
                    <a:pt x="364435" y="201256"/>
                    <a:pt x="369875" y="220293"/>
                  </a:cubicBezTo>
                  <a:cubicBezTo>
                    <a:pt x="375314" y="239331"/>
                    <a:pt x="378034" y="255649"/>
                    <a:pt x="378034" y="274686"/>
                  </a:cubicBezTo>
                  <a:cubicBezTo>
                    <a:pt x="378034" y="282845"/>
                    <a:pt x="380753" y="293724"/>
                    <a:pt x="383473" y="301883"/>
                  </a:cubicBezTo>
                  <a:cubicBezTo>
                    <a:pt x="386193" y="312762"/>
                    <a:pt x="388912" y="326360"/>
                    <a:pt x="391632" y="337238"/>
                  </a:cubicBezTo>
                  <a:cubicBezTo>
                    <a:pt x="391632" y="342678"/>
                    <a:pt x="394352" y="353556"/>
                    <a:pt x="397071" y="364435"/>
                  </a:cubicBezTo>
                  <a:cubicBezTo>
                    <a:pt x="399791" y="372594"/>
                    <a:pt x="402511" y="380753"/>
                    <a:pt x="405230" y="383473"/>
                  </a:cubicBezTo>
                  <a:cubicBezTo>
                    <a:pt x="407950" y="386192"/>
                    <a:pt x="413389" y="386192"/>
                    <a:pt x="416109" y="386192"/>
                  </a:cubicBezTo>
                  <a:cubicBezTo>
                    <a:pt x="418829" y="386192"/>
                    <a:pt x="424268" y="386192"/>
                    <a:pt x="426988" y="386192"/>
                  </a:cubicBezTo>
                  <a:cubicBezTo>
                    <a:pt x="437866" y="386192"/>
                    <a:pt x="448745" y="388912"/>
                    <a:pt x="454184" y="397071"/>
                  </a:cubicBezTo>
                  <a:cubicBezTo>
                    <a:pt x="456904" y="399790"/>
                    <a:pt x="456904" y="402510"/>
                    <a:pt x="456904" y="405230"/>
                  </a:cubicBezTo>
                  <a:cubicBezTo>
                    <a:pt x="456904" y="407949"/>
                    <a:pt x="454184" y="410669"/>
                    <a:pt x="451465" y="416108"/>
                  </a:cubicBezTo>
                  <a:cubicBezTo>
                    <a:pt x="446025" y="421548"/>
                    <a:pt x="440586" y="426987"/>
                    <a:pt x="432427" y="429707"/>
                  </a:cubicBezTo>
                  <a:cubicBezTo>
                    <a:pt x="429707" y="429707"/>
                    <a:pt x="426988" y="432426"/>
                    <a:pt x="421548" y="432426"/>
                  </a:cubicBezTo>
                  <a:cubicBezTo>
                    <a:pt x="418829" y="432426"/>
                    <a:pt x="416109" y="432426"/>
                    <a:pt x="413389" y="435146"/>
                  </a:cubicBezTo>
                  <a:cubicBezTo>
                    <a:pt x="413389" y="435146"/>
                    <a:pt x="413389" y="437866"/>
                    <a:pt x="413389" y="440585"/>
                  </a:cubicBezTo>
                  <a:cubicBezTo>
                    <a:pt x="413389" y="443305"/>
                    <a:pt x="413389" y="448744"/>
                    <a:pt x="416109" y="451464"/>
                  </a:cubicBezTo>
                  <a:cubicBezTo>
                    <a:pt x="416109" y="456903"/>
                    <a:pt x="418829" y="462343"/>
                    <a:pt x="418829" y="465062"/>
                  </a:cubicBezTo>
                  <a:lnTo>
                    <a:pt x="418829" y="475941"/>
                  </a:lnTo>
                  <a:cubicBezTo>
                    <a:pt x="418829" y="481380"/>
                    <a:pt x="418829" y="484100"/>
                    <a:pt x="418829" y="486820"/>
                  </a:cubicBezTo>
                  <a:cubicBezTo>
                    <a:pt x="421548" y="497698"/>
                    <a:pt x="424268" y="505857"/>
                    <a:pt x="426988" y="516736"/>
                  </a:cubicBezTo>
                  <a:cubicBezTo>
                    <a:pt x="426988" y="524895"/>
                    <a:pt x="429707" y="535773"/>
                    <a:pt x="432427" y="543932"/>
                  </a:cubicBezTo>
                  <a:cubicBezTo>
                    <a:pt x="435147" y="554811"/>
                    <a:pt x="437866" y="562970"/>
                    <a:pt x="437866" y="573848"/>
                  </a:cubicBezTo>
                  <a:cubicBezTo>
                    <a:pt x="437866" y="587447"/>
                    <a:pt x="440586" y="595606"/>
                    <a:pt x="443306" y="606484"/>
                  </a:cubicBezTo>
                  <a:cubicBezTo>
                    <a:pt x="443306" y="609204"/>
                    <a:pt x="446025" y="614643"/>
                    <a:pt x="446025" y="617363"/>
                  </a:cubicBezTo>
                  <a:cubicBezTo>
                    <a:pt x="454184" y="617363"/>
                    <a:pt x="462343" y="617363"/>
                    <a:pt x="470502" y="617363"/>
                  </a:cubicBezTo>
                  <a:cubicBezTo>
                    <a:pt x="478661" y="625522"/>
                    <a:pt x="492259" y="630961"/>
                    <a:pt x="494979" y="641840"/>
                  </a:cubicBezTo>
                  <a:cubicBezTo>
                    <a:pt x="494979" y="647279"/>
                    <a:pt x="489540" y="649999"/>
                    <a:pt x="486820" y="655438"/>
                  </a:cubicBezTo>
                  <a:cubicBezTo>
                    <a:pt x="484100" y="660877"/>
                    <a:pt x="475942" y="663597"/>
                    <a:pt x="470502" y="663597"/>
                  </a:cubicBezTo>
                  <a:cubicBezTo>
                    <a:pt x="459623" y="666317"/>
                    <a:pt x="454184" y="666317"/>
                    <a:pt x="446025" y="666317"/>
                  </a:cubicBezTo>
                  <a:cubicBezTo>
                    <a:pt x="440586" y="666317"/>
                    <a:pt x="432427" y="666317"/>
                    <a:pt x="424268" y="666317"/>
                  </a:cubicBezTo>
                  <a:cubicBezTo>
                    <a:pt x="421548" y="666317"/>
                    <a:pt x="418829" y="666317"/>
                    <a:pt x="416109" y="666317"/>
                  </a:cubicBezTo>
                  <a:cubicBezTo>
                    <a:pt x="410670" y="669036"/>
                    <a:pt x="407950" y="669036"/>
                    <a:pt x="402511" y="671756"/>
                  </a:cubicBezTo>
                  <a:cubicBezTo>
                    <a:pt x="397071" y="671756"/>
                    <a:pt x="391632" y="674476"/>
                    <a:pt x="386193" y="674476"/>
                  </a:cubicBezTo>
                  <a:cubicBezTo>
                    <a:pt x="375314" y="674476"/>
                    <a:pt x="361716" y="671756"/>
                    <a:pt x="350837" y="669036"/>
                  </a:cubicBezTo>
                  <a:cubicBezTo>
                    <a:pt x="342678" y="669036"/>
                    <a:pt x="334519" y="669036"/>
                    <a:pt x="329080" y="669036"/>
                  </a:cubicBezTo>
                  <a:cubicBezTo>
                    <a:pt x="307323" y="669036"/>
                    <a:pt x="288285" y="669036"/>
                    <a:pt x="280126" y="669036"/>
                  </a:cubicBezTo>
                  <a:cubicBezTo>
                    <a:pt x="271967" y="669036"/>
                    <a:pt x="261088" y="669036"/>
                    <a:pt x="255649" y="663597"/>
                  </a:cubicBezTo>
                  <a:cubicBezTo>
                    <a:pt x="250210" y="660877"/>
                    <a:pt x="239331" y="655438"/>
                    <a:pt x="239331" y="647279"/>
                  </a:cubicBezTo>
                  <a:cubicBezTo>
                    <a:pt x="239331" y="636401"/>
                    <a:pt x="255649" y="633681"/>
                    <a:pt x="263808" y="630961"/>
                  </a:cubicBezTo>
                  <a:cubicBezTo>
                    <a:pt x="269247" y="630961"/>
                    <a:pt x="277406" y="630961"/>
                    <a:pt x="291005" y="628241"/>
                  </a:cubicBezTo>
                  <a:cubicBezTo>
                    <a:pt x="291005" y="620082"/>
                    <a:pt x="291005" y="614643"/>
                    <a:pt x="288285" y="609204"/>
                  </a:cubicBezTo>
                  <a:cubicBezTo>
                    <a:pt x="288285" y="601045"/>
                    <a:pt x="285565" y="590166"/>
                    <a:pt x="285565" y="582007"/>
                  </a:cubicBezTo>
                  <a:cubicBezTo>
                    <a:pt x="285565" y="576568"/>
                    <a:pt x="282846" y="573848"/>
                    <a:pt x="282846" y="568409"/>
                  </a:cubicBezTo>
                  <a:cubicBezTo>
                    <a:pt x="282846" y="562970"/>
                    <a:pt x="285565" y="557531"/>
                    <a:pt x="285565" y="554811"/>
                  </a:cubicBezTo>
                  <a:cubicBezTo>
                    <a:pt x="285565" y="549371"/>
                    <a:pt x="282846" y="546652"/>
                    <a:pt x="280126" y="538493"/>
                  </a:cubicBezTo>
                  <a:cubicBezTo>
                    <a:pt x="280126" y="527614"/>
                    <a:pt x="274687" y="516736"/>
                    <a:pt x="274687" y="505857"/>
                  </a:cubicBezTo>
                  <a:cubicBezTo>
                    <a:pt x="274687" y="494978"/>
                    <a:pt x="274687" y="486820"/>
                    <a:pt x="271967" y="478660"/>
                  </a:cubicBezTo>
                  <a:cubicBezTo>
                    <a:pt x="269247" y="467782"/>
                    <a:pt x="269247" y="456903"/>
                    <a:pt x="269247" y="446025"/>
                  </a:cubicBezTo>
                  <a:cubicBezTo>
                    <a:pt x="269247" y="440585"/>
                    <a:pt x="266528" y="437866"/>
                    <a:pt x="263808" y="437866"/>
                  </a:cubicBezTo>
                  <a:cubicBezTo>
                    <a:pt x="261088" y="437866"/>
                    <a:pt x="258369" y="437866"/>
                    <a:pt x="252929" y="437866"/>
                  </a:cubicBezTo>
                  <a:cubicBezTo>
                    <a:pt x="242051" y="437866"/>
                    <a:pt x="231172" y="437866"/>
                    <a:pt x="223013" y="440585"/>
                  </a:cubicBezTo>
                  <a:cubicBezTo>
                    <a:pt x="212135" y="440585"/>
                    <a:pt x="203976" y="443305"/>
                    <a:pt x="193097" y="443305"/>
                  </a:cubicBezTo>
                  <a:cubicBezTo>
                    <a:pt x="184938" y="443305"/>
                    <a:pt x="176779" y="443305"/>
                    <a:pt x="168620" y="443305"/>
                  </a:cubicBezTo>
                  <a:cubicBezTo>
                    <a:pt x="165900" y="443305"/>
                    <a:pt x="155021" y="440585"/>
                    <a:pt x="146862" y="440585"/>
                  </a:cubicBezTo>
                  <a:cubicBezTo>
                    <a:pt x="138703" y="440585"/>
                    <a:pt x="138703" y="448744"/>
                    <a:pt x="138703" y="454184"/>
                  </a:cubicBezTo>
                  <a:cubicBezTo>
                    <a:pt x="138703" y="465062"/>
                    <a:pt x="135983" y="475941"/>
                    <a:pt x="133263" y="486820"/>
                  </a:cubicBezTo>
                  <a:cubicBezTo>
                    <a:pt x="130544" y="505857"/>
                    <a:pt x="125105" y="522175"/>
                    <a:pt x="122385" y="541213"/>
                  </a:cubicBezTo>
                  <a:cubicBezTo>
                    <a:pt x="119665" y="560250"/>
                    <a:pt x="111506" y="595606"/>
                    <a:pt x="106067" y="614643"/>
                  </a:cubicBezTo>
                  <a:cubicBezTo>
                    <a:pt x="114226" y="614643"/>
                    <a:pt x="125105" y="614643"/>
                    <a:pt x="135983" y="614643"/>
                  </a:cubicBezTo>
                  <a:cubicBezTo>
                    <a:pt x="149581" y="614643"/>
                    <a:pt x="171340" y="614643"/>
                    <a:pt x="171340" y="630961"/>
                  </a:cubicBezTo>
                  <a:cubicBezTo>
                    <a:pt x="171340" y="639120"/>
                    <a:pt x="168620" y="639120"/>
                    <a:pt x="165900" y="647279"/>
                  </a:cubicBezTo>
                  <a:cubicBezTo>
                    <a:pt x="163181" y="652718"/>
                    <a:pt x="155021" y="655438"/>
                    <a:pt x="149581" y="655438"/>
                  </a:cubicBezTo>
                  <a:cubicBezTo>
                    <a:pt x="141423" y="658158"/>
                    <a:pt x="135983" y="658158"/>
                    <a:pt x="127824" y="658158"/>
                  </a:cubicBezTo>
                  <a:cubicBezTo>
                    <a:pt x="122385" y="658158"/>
                    <a:pt x="116946" y="658158"/>
                    <a:pt x="106067" y="658158"/>
                  </a:cubicBezTo>
                  <a:cubicBezTo>
                    <a:pt x="92469" y="658158"/>
                    <a:pt x="78870" y="658158"/>
                    <a:pt x="62552" y="658158"/>
                  </a:cubicBezTo>
                  <a:cubicBezTo>
                    <a:pt x="54393" y="658158"/>
                    <a:pt x="46234" y="658158"/>
                    <a:pt x="40795" y="658158"/>
                  </a:cubicBezTo>
                  <a:cubicBezTo>
                    <a:pt x="32636" y="658158"/>
                    <a:pt x="21758" y="658158"/>
                    <a:pt x="16318" y="652718"/>
                  </a:cubicBezTo>
                  <a:cubicBezTo>
                    <a:pt x="8159" y="649999"/>
                    <a:pt x="0" y="641840"/>
                    <a:pt x="0" y="636401"/>
                  </a:cubicBezTo>
                  <a:cubicBezTo>
                    <a:pt x="0" y="633681"/>
                    <a:pt x="0" y="630961"/>
                    <a:pt x="2720" y="628241"/>
                  </a:cubicBezTo>
                  <a:cubicBezTo>
                    <a:pt x="8159" y="625522"/>
                    <a:pt x="16318" y="622802"/>
                    <a:pt x="24477" y="620082"/>
                  </a:cubicBezTo>
                  <a:cubicBezTo>
                    <a:pt x="38075" y="617363"/>
                    <a:pt x="48954" y="617363"/>
                    <a:pt x="62552" y="617363"/>
                  </a:cubicBezTo>
                  <a:cubicBezTo>
                    <a:pt x="62552" y="617363"/>
                    <a:pt x="62552" y="614643"/>
                    <a:pt x="62552" y="614643"/>
                  </a:cubicBezTo>
                  <a:cubicBezTo>
                    <a:pt x="62552" y="603765"/>
                    <a:pt x="65272" y="590166"/>
                    <a:pt x="65272" y="587447"/>
                  </a:cubicBezTo>
                  <a:cubicBezTo>
                    <a:pt x="67992" y="565689"/>
                    <a:pt x="73431" y="543932"/>
                    <a:pt x="76151" y="522175"/>
                  </a:cubicBezTo>
                  <a:cubicBezTo>
                    <a:pt x="78870" y="505857"/>
                    <a:pt x="81590" y="486820"/>
                    <a:pt x="87029" y="470501"/>
                  </a:cubicBezTo>
                  <a:cubicBezTo>
                    <a:pt x="87029" y="465062"/>
                    <a:pt x="92469" y="451464"/>
                    <a:pt x="92469" y="446025"/>
                  </a:cubicBezTo>
                  <a:cubicBezTo>
                    <a:pt x="92469" y="437866"/>
                    <a:pt x="73431" y="437866"/>
                    <a:pt x="65272" y="432426"/>
                  </a:cubicBezTo>
                  <a:cubicBezTo>
                    <a:pt x="59833" y="429707"/>
                    <a:pt x="54393" y="426987"/>
                    <a:pt x="54393" y="421548"/>
                  </a:cubicBezTo>
                  <a:cubicBezTo>
                    <a:pt x="54393" y="413389"/>
                    <a:pt x="62552" y="410669"/>
                    <a:pt x="73431" y="407949"/>
                  </a:cubicBezTo>
                  <a:cubicBezTo>
                    <a:pt x="78870" y="407949"/>
                    <a:pt x="92469" y="405230"/>
                    <a:pt x="100628" y="399790"/>
                  </a:cubicBezTo>
                  <a:cubicBezTo>
                    <a:pt x="106067" y="394351"/>
                    <a:pt x="106067" y="378033"/>
                    <a:pt x="108787" y="369874"/>
                  </a:cubicBezTo>
                  <a:cubicBezTo>
                    <a:pt x="114226" y="348117"/>
                    <a:pt x="119665" y="326360"/>
                    <a:pt x="125105" y="307322"/>
                  </a:cubicBezTo>
                  <a:cubicBezTo>
                    <a:pt x="130544" y="285565"/>
                    <a:pt x="135983" y="263808"/>
                    <a:pt x="141423" y="242051"/>
                  </a:cubicBezTo>
                  <a:cubicBezTo>
                    <a:pt x="146862" y="220293"/>
                    <a:pt x="152301" y="198536"/>
                    <a:pt x="155021" y="179498"/>
                  </a:cubicBezTo>
                  <a:cubicBezTo>
                    <a:pt x="157740" y="160461"/>
                    <a:pt x="163181" y="138703"/>
                    <a:pt x="168620" y="119665"/>
                  </a:cubicBezTo>
                  <a:cubicBezTo>
                    <a:pt x="176779" y="100627"/>
                    <a:pt x="182218" y="76150"/>
                    <a:pt x="193097" y="57113"/>
                  </a:cubicBezTo>
                  <a:lnTo>
                    <a:pt x="201256" y="38075"/>
                  </a:lnTo>
                  <a:cubicBezTo>
                    <a:pt x="206695" y="29916"/>
                    <a:pt x="209415" y="19038"/>
                    <a:pt x="217574" y="13598"/>
                  </a:cubicBezTo>
                  <a:cubicBezTo>
                    <a:pt x="231172" y="2720"/>
                    <a:pt x="255649" y="0"/>
                    <a:pt x="274687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A990F68E-345F-4F2A-88A6-34880AC52359}"/>
                </a:ext>
              </a:extLst>
            </p:cNvPr>
            <p:cNvSpPr/>
            <p:nvPr/>
          </p:nvSpPr>
          <p:spPr>
            <a:xfrm>
              <a:off x="3443268" y="4186718"/>
              <a:ext cx="435145" cy="761503"/>
            </a:xfrm>
            <a:custGeom>
              <a:avLst/>
              <a:gdLst>
                <a:gd name="connsiteX0" fmla="*/ 400855 w 435145"/>
                <a:gd name="connsiteY0" fmla="*/ 678260 h 761503"/>
                <a:gd name="connsiteX1" fmla="*/ 384537 w 435145"/>
                <a:gd name="connsiteY1" fmla="*/ 719054 h 761503"/>
                <a:gd name="connsiteX2" fmla="*/ 368219 w 435145"/>
                <a:gd name="connsiteY2" fmla="*/ 713615 h 761503"/>
                <a:gd name="connsiteX3" fmla="*/ 360060 w 435145"/>
                <a:gd name="connsiteY3" fmla="*/ 697297 h 761503"/>
                <a:gd name="connsiteX4" fmla="*/ 360060 w 435145"/>
                <a:gd name="connsiteY4" fmla="*/ 651063 h 761503"/>
                <a:gd name="connsiteX5" fmla="*/ 332864 w 435145"/>
                <a:gd name="connsiteY5" fmla="*/ 686418 h 761503"/>
                <a:gd name="connsiteX6" fmla="*/ 251274 w 435145"/>
                <a:gd name="connsiteY6" fmla="*/ 721774 h 761503"/>
                <a:gd name="connsiteX7" fmla="*/ 229517 w 435145"/>
                <a:gd name="connsiteY7" fmla="*/ 719054 h 761503"/>
                <a:gd name="connsiteX8" fmla="*/ 158806 w 435145"/>
                <a:gd name="connsiteY8" fmla="*/ 694578 h 761503"/>
                <a:gd name="connsiteX9" fmla="*/ 112571 w 435145"/>
                <a:gd name="connsiteY9" fmla="*/ 659222 h 761503"/>
                <a:gd name="connsiteX10" fmla="*/ 79936 w 435145"/>
                <a:gd name="connsiteY10" fmla="*/ 607548 h 761503"/>
                <a:gd name="connsiteX11" fmla="*/ 63618 w 435145"/>
                <a:gd name="connsiteY11" fmla="*/ 542277 h 761503"/>
                <a:gd name="connsiteX12" fmla="*/ 58178 w 435145"/>
                <a:gd name="connsiteY12" fmla="*/ 471566 h 761503"/>
                <a:gd name="connsiteX13" fmla="*/ 60898 w 435145"/>
                <a:gd name="connsiteY13" fmla="*/ 400855 h 761503"/>
                <a:gd name="connsiteX14" fmla="*/ 66337 w 435145"/>
                <a:gd name="connsiteY14" fmla="*/ 335583 h 761503"/>
                <a:gd name="connsiteX15" fmla="*/ 85375 w 435145"/>
                <a:gd name="connsiteY15" fmla="*/ 267592 h 761503"/>
                <a:gd name="connsiteX16" fmla="*/ 109852 w 435145"/>
                <a:gd name="connsiteY16" fmla="*/ 199600 h 761503"/>
                <a:gd name="connsiteX17" fmla="*/ 145207 w 435145"/>
                <a:gd name="connsiteY17" fmla="*/ 145207 h 761503"/>
                <a:gd name="connsiteX18" fmla="*/ 188722 w 435145"/>
                <a:gd name="connsiteY18" fmla="*/ 96253 h 761503"/>
                <a:gd name="connsiteX19" fmla="*/ 243115 w 435145"/>
                <a:gd name="connsiteY19" fmla="*/ 71776 h 761503"/>
                <a:gd name="connsiteX20" fmla="*/ 286630 w 435145"/>
                <a:gd name="connsiteY20" fmla="*/ 63617 h 761503"/>
                <a:gd name="connsiteX21" fmla="*/ 305667 w 435145"/>
                <a:gd name="connsiteY21" fmla="*/ 66337 h 761503"/>
                <a:gd name="connsiteX22" fmla="*/ 324705 w 435145"/>
                <a:gd name="connsiteY22" fmla="*/ 79936 h 761503"/>
                <a:gd name="connsiteX23" fmla="*/ 341023 w 435145"/>
                <a:gd name="connsiteY23" fmla="*/ 101693 h 761503"/>
                <a:gd name="connsiteX24" fmla="*/ 354621 w 435145"/>
                <a:gd name="connsiteY24" fmla="*/ 123450 h 761503"/>
                <a:gd name="connsiteX25" fmla="*/ 354621 w 435145"/>
                <a:gd name="connsiteY25" fmla="*/ 98973 h 761503"/>
                <a:gd name="connsiteX26" fmla="*/ 360060 w 435145"/>
                <a:gd name="connsiteY26" fmla="*/ 74496 h 761503"/>
                <a:gd name="connsiteX27" fmla="*/ 365500 w 435145"/>
                <a:gd name="connsiteY27" fmla="*/ 63617 h 761503"/>
                <a:gd name="connsiteX28" fmla="*/ 373659 w 435145"/>
                <a:gd name="connsiteY28" fmla="*/ 58178 h 761503"/>
                <a:gd name="connsiteX29" fmla="*/ 381818 w 435145"/>
                <a:gd name="connsiteY29" fmla="*/ 63617 h 761503"/>
                <a:gd name="connsiteX30" fmla="*/ 389977 w 435145"/>
                <a:gd name="connsiteY30" fmla="*/ 82655 h 761503"/>
                <a:gd name="connsiteX31" fmla="*/ 392696 w 435145"/>
                <a:gd name="connsiteY31" fmla="*/ 126170 h 761503"/>
                <a:gd name="connsiteX32" fmla="*/ 395416 w 435145"/>
                <a:gd name="connsiteY32" fmla="*/ 186002 h 761503"/>
                <a:gd name="connsiteX33" fmla="*/ 398136 w 435145"/>
                <a:gd name="connsiteY33" fmla="*/ 237675 h 761503"/>
                <a:gd name="connsiteX34" fmla="*/ 398136 w 435145"/>
                <a:gd name="connsiteY34" fmla="*/ 243115 h 761503"/>
                <a:gd name="connsiteX35" fmla="*/ 395416 w 435145"/>
                <a:gd name="connsiteY35" fmla="*/ 256713 h 761503"/>
                <a:gd name="connsiteX36" fmla="*/ 379098 w 435145"/>
                <a:gd name="connsiteY36" fmla="*/ 278470 h 761503"/>
                <a:gd name="connsiteX37" fmla="*/ 362780 w 435145"/>
                <a:gd name="connsiteY37" fmla="*/ 273031 h 761503"/>
                <a:gd name="connsiteX38" fmla="*/ 354621 w 435145"/>
                <a:gd name="connsiteY38" fmla="*/ 256713 h 761503"/>
                <a:gd name="connsiteX39" fmla="*/ 354621 w 435145"/>
                <a:gd name="connsiteY39" fmla="*/ 213198 h 761503"/>
                <a:gd name="connsiteX40" fmla="*/ 354621 w 435145"/>
                <a:gd name="connsiteY40" fmla="*/ 205040 h 761503"/>
                <a:gd name="connsiteX41" fmla="*/ 338303 w 435145"/>
                <a:gd name="connsiteY41" fmla="*/ 147927 h 761503"/>
                <a:gd name="connsiteX42" fmla="*/ 292069 w 435145"/>
                <a:gd name="connsiteY42" fmla="*/ 107132 h 761503"/>
                <a:gd name="connsiteX43" fmla="*/ 262153 w 435145"/>
                <a:gd name="connsiteY43" fmla="*/ 120730 h 761503"/>
                <a:gd name="connsiteX44" fmla="*/ 251274 w 435145"/>
                <a:gd name="connsiteY44" fmla="*/ 131609 h 761503"/>
                <a:gd name="connsiteX45" fmla="*/ 240395 w 435145"/>
                <a:gd name="connsiteY45" fmla="*/ 139768 h 761503"/>
                <a:gd name="connsiteX46" fmla="*/ 237676 w 435145"/>
                <a:gd name="connsiteY46" fmla="*/ 164245 h 761503"/>
                <a:gd name="connsiteX47" fmla="*/ 226797 w 435145"/>
                <a:gd name="connsiteY47" fmla="*/ 196881 h 761503"/>
                <a:gd name="connsiteX48" fmla="*/ 213199 w 435145"/>
                <a:gd name="connsiteY48" fmla="*/ 259433 h 761503"/>
                <a:gd name="connsiteX49" fmla="*/ 207759 w 435145"/>
                <a:gd name="connsiteY49" fmla="*/ 324704 h 761503"/>
                <a:gd name="connsiteX50" fmla="*/ 207759 w 435145"/>
                <a:gd name="connsiteY50" fmla="*/ 335583 h 761503"/>
                <a:gd name="connsiteX51" fmla="*/ 205040 w 435145"/>
                <a:gd name="connsiteY51" fmla="*/ 349181 h 761503"/>
                <a:gd name="connsiteX52" fmla="*/ 207759 w 435145"/>
                <a:gd name="connsiteY52" fmla="*/ 368219 h 761503"/>
                <a:gd name="connsiteX53" fmla="*/ 207759 w 435145"/>
                <a:gd name="connsiteY53" fmla="*/ 376378 h 761503"/>
                <a:gd name="connsiteX54" fmla="*/ 205040 w 435145"/>
                <a:gd name="connsiteY54" fmla="*/ 387256 h 761503"/>
                <a:gd name="connsiteX55" fmla="*/ 205040 w 435145"/>
                <a:gd name="connsiteY55" fmla="*/ 395415 h 761503"/>
                <a:gd name="connsiteX56" fmla="*/ 205040 w 435145"/>
                <a:gd name="connsiteY56" fmla="*/ 406294 h 761503"/>
                <a:gd name="connsiteX57" fmla="*/ 205040 w 435145"/>
                <a:gd name="connsiteY57" fmla="*/ 425332 h 761503"/>
                <a:gd name="connsiteX58" fmla="*/ 213199 w 435145"/>
                <a:gd name="connsiteY58" fmla="*/ 493323 h 761503"/>
                <a:gd name="connsiteX59" fmla="*/ 221358 w 435145"/>
                <a:gd name="connsiteY59" fmla="*/ 561314 h 761503"/>
                <a:gd name="connsiteX60" fmla="*/ 226797 w 435145"/>
                <a:gd name="connsiteY60" fmla="*/ 591231 h 761503"/>
                <a:gd name="connsiteX61" fmla="*/ 240395 w 435145"/>
                <a:gd name="connsiteY61" fmla="*/ 618427 h 761503"/>
                <a:gd name="connsiteX62" fmla="*/ 283910 w 435145"/>
                <a:gd name="connsiteY62" fmla="*/ 651063 h 761503"/>
                <a:gd name="connsiteX63" fmla="*/ 338303 w 435145"/>
                <a:gd name="connsiteY63" fmla="*/ 612988 h 761503"/>
                <a:gd name="connsiteX64" fmla="*/ 354621 w 435145"/>
                <a:gd name="connsiteY64" fmla="*/ 577632 h 761503"/>
                <a:gd name="connsiteX65" fmla="*/ 357341 w 435145"/>
                <a:gd name="connsiteY65" fmla="*/ 509641 h 761503"/>
                <a:gd name="connsiteX66" fmla="*/ 362780 w 435145"/>
                <a:gd name="connsiteY66" fmla="*/ 485164 h 761503"/>
                <a:gd name="connsiteX67" fmla="*/ 368219 w 435145"/>
                <a:gd name="connsiteY67" fmla="*/ 474286 h 761503"/>
                <a:gd name="connsiteX68" fmla="*/ 376378 w 435145"/>
                <a:gd name="connsiteY68" fmla="*/ 468846 h 761503"/>
                <a:gd name="connsiteX69" fmla="*/ 384537 w 435145"/>
                <a:gd name="connsiteY69" fmla="*/ 474286 h 761503"/>
                <a:gd name="connsiteX70" fmla="*/ 392696 w 435145"/>
                <a:gd name="connsiteY70" fmla="*/ 493323 h 761503"/>
                <a:gd name="connsiteX71" fmla="*/ 395416 w 435145"/>
                <a:gd name="connsiteY71" fmla="*/ 558595 h 761503"/>
                <a:gd name="connsiteX72" fmla="*/ 398136 w 435145"/>
                <a:gd name="connsiteY72" fmla="*/ 618427 h 761503"/>
                <a:gd name="connsiteX73" fmla="*/ 400855 w 435145"/>
                <a:gd name="connsiteY73" fmla="*/ 678260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435145" h="761503">
                  <a:moveTo>
                    <a:pt x="400855" y="678260"/>
                  </a:moveTo>
                  <a:cubicBezTo>
                    <a:pt x="400855" y="689138"/>
                    <a:pt x="400855" y="719054"/>
                    <a:pt x="384537" y="719054"/>
                  </a:cubicBezTo>
                  <a:cubicBezTo>
                    <a:pt x="376378" y="719054"/>
                    <a:pt x="373659" y="716335"/>
                    <a:pt x="368219" y="713615"/>
                  </a:cubicBezTo>
                  <a:cubicBezTo>
                    <a:pt x="362780" y="710895"/>
                    <a:pt x="360060" y="702736"/>
                    <a:pt x="360060" y="697297"/>
                  </a:cubicBezTo>
                  <a:cubicBezTo>
                    <a:pt x="357341" y="680979"/>
                    <a:pt x="357341" y="664661"/>
                    <a:pt x="360060" y="651063"/>
                  </a:cubicBezTo>
                  <a:cubicBezTo>
                    <a:pt x="354621" y="659222"/>
                    <a:pt x="341023" y="678260"/>
                    <a:pt x="332864" y="686418"/>
                  </a:cubicBezTo>
                  <a:cubicBezTo>
                    <a:pt x="311107" y="708176"/>
                    <a:pt x="283910" y="721774"/>
                    <a:pt x="251274" y="721774"/>
                  </a:cubicBezTo>
                  <a:cubicBezTo>
                    <a:pt x="243115" y="721774"/>
                    <a:pt x="237676" y="721774"/>
                    <a:pt x="229517" y="719054"/>
                  </a:cubicBezTo>
                  <a:cubicBezTo>
                    <a:pt x="207759" y="716335"/>
                    <a:pt x="183283" y="708176"/>
                    <a:pt x="158806" y="694578"/>
                  </a:cubicBezTo>
                  <a:cubicBezTo>
                    <a:pt x="142488" y="686418"/>
                    <a:pt x="126170" y="672820"/>
                    <a:pt x="112571" y="659222"/>
                  </a:cubicBezTo>
                  <a:cubicBezTo>
                    <a:pt x="98973" y="642904"/>
                    <a:pt x="88095" y="626586"/>
                    <a:pt x="79936" y="607548"/>
                  </a:cubicBezTo>
                  <a:cubicBezTo>
                    <a:pt x="71777" y="585791"/>
                    <a:pt x="66337" y="566754"/>
                    <a:pt x="63618" y="542277"/>
                  </a:cubicBezTo>
                  <a:cubicBezTo>
                    <a:pt x="60898" y="517800"/>
                    <a:pt x="58178" y="493323"/>
                    <a:pt x="58178" y="471566"/>
                  </a:cubicBezTo>
                  <a:cubicBezTo>
                    <a:pt x="58178" y="447089"/>
                    <a:pt x="58178" y="425332"/>
                    <a:pt x="60898" y="400855"/>
                  </a:cubicBezTo>
                  <a:cubicBezTo>
                    <a:pt x="63618" y="379098"/>
                    <a:pt x="60898" y="357340"/>
                    <a:pt x="66337" y="335583"/>
                  </a:cubicBezTo>
                  <a:cubicBezTo>
                    <a:pt x="69057" y="313826"/>
                    <a:pt x="77216" y="289349"/>
                    <a:pt x="85375" y="267592"/>
                  </a:cubicBezTo>
                  <a:cubicBezTo>
                    <a:pt x="93534" y="243115"/>
                    <a:pt x="98973" y="221357"/>
                    <a:pt x="109852" y="199600"/>
                  </a:cubicBezTo>
                  <a:cubicBezTo>
                    <a:pt x="118011" y="177843"/>
                    <a:pt x="131609" y="161525"/>
                    <a:pt x="145207" y="145207"/>
                  </a:cubicBezTo>
                  <a:cubicBezTo>
                    <a:pt x="158806" y="128889"/>
                    <a:pt x="172404" y="109852"/>
                    <a:pt x="188722" y="96253"/>
                  </a:cubicBezTo>
                  <a:cubicBezTo>
                    <a:pt x="205040" y="82655"/>
                    <a:pt x="224077" y="77216"/>
                    <a:pt x="243115" y="71776"/>
                  </a:cubicBezTo>
                  <a:cubicBezTo>
                    <a:pt x="256713" y="69057"/>
                    <a:pt x="273031" y="63617"/>
                    <a:pt x="286630" y="63617"/>
                  </a:cubicBezTo>
                  <a:cubicBezTo>
                    <a:pt x="292069" y="63617"/>
                    <a:pt x="297508" y="63617"/>
                    <a:pt x="305667" y="66337"/>
                  </a:cubicBezTo>
                  <a:cubicBezTo>
                    <a:pt x="313826" y="69057"/>
                    <a:pt x="319266" y="74496"/>
                    <a:pt x="324705" y="79936"/>
                  </a:cubicBezTo>
                  <a:cubicBezTo>
                    <a:pt x="332864" y="85375"/>
                    <a:pt x="332864" y="93534"/>
                    <a:pt x="341023" y="101693"/>
                  </a:cubicBezTo>
                  <a:cubicBezTo>
                    <a:pt x="346462" y="107132"/>
                    <a:pt x="349182" y="118011"/>
                    <a:pt x="354621" y="123450"/>
                  </a:cubicBezTo>
                  <a:cubicBezTo>
                    <a:pt x="354621" y="115291"/>
                    <a:pt x="354621" y="101693"/>
                    <a:pt x="354621" y="98973"/>
                  </a:cubicBezTo>
                  <a:cubicBezTo>
                    <a:pt x="354621" y="90814"/>
                    <a:pt x="354621" y="79936"/>
                    <a:pt x="360060" y="74496"/>
                  </a:cubicBezTo>
                  <a:cubicBezTo>
                    <a:pt x="362780" y="71776"/>
                    <a:pt x="362780" y="69057"/>
                    <a:pt x="365500" y="63617"/>
                  </a:cubicBezTo>
                  <a:cubicBezTo>
                    <a:pt x="368219" y="60898"/>
                    <a:pt x="370939" y="58178"/>
                    <a:pt x="373659" y="58178"/>
                  </a:cubicBezTo>
                  <a:cubicBezTo>
                    <a:pt x="376378" y="58178"/>
                    <a:pt x="379098" y="60898"/>
                    <a:pt x="381818" y="63617"/>
                  </a:cubicBezTo>
                  <a:cubicBezTo>
                    <a:pt x="384537" y="69057"/>
                    <a:pt x="387257" y="77216"/>
                    <a:pt x="389977" y="82655"/>
                  </a:cubicBezTo>
                  <a:cubicBezTo>
                    <a:pt x="389977" y="90814"/>
                    <a:pt x="392696" y="107132"/>
                    <a:pt x="392696" y="126170"/>
                  </a:cubicBezTo>
                  <a:cubicBezTo>
                    <a:pt x="392696" y="150647"/>
                    <a:pt x="392696" y="177843"/>
                    <a:pt x="395416" y="186002"/>
                  </a:cubicBezTo>
                  <a:cubicBezTo>
                    <a:pt x="398136" y="205040"/>
                    <a:pt x="398136" y="215918"/>
                    <a:pt x="398136" y="237675"/>
                  </a:cubicBezTo>
                  <a:cubicBezTo>
                    <a:pt x="398136" y="240395"/>
                    <a:pt x="398136" y="243115"/>
                    <a:pt x="398136" y="243115"/>
                  </a:cubicBezTo>
                  <a:cubicBezTo>
                    <a:pt x="398136" y="248554"/>
                    <a:pt x="398136" y="251274"/>
                    <a:pt x="395416" y="256713"/>
                  </a:cubicBezTo>
                  <a:cubicBezTo>
                    <a:pt x="392696" y="267592"/>
                    <a:pt x="389977" y="278470"/>
                    <a:pt x="379098" y="278470"/>
                  </a:cubicBezTo>
                  <a:cubicBezTo>
                    <a:pt x="370939" y="278470"/>
                    <a:pt x="368219" y="275751"/>
                    <a:pt x="362780" y="273031"/>
                  </a:cubicBezTo>
                  <a:cubicBezTo>
                    <a:pt x="357341" y="270311"/>
                    <a:pt x="354621" y="262152"/>
                    <a:pt x="354621" y="256713"/>
                  </a:cubicBezTo>
                  <a:cubicBezTo>
                    <a:pt x="349182" y="237675"/>
                    <a:pt x="354621" y="232236"/>
                    <a:pt x="354621" y="213198"/>
                  </a:cubicBezTo>
                  <a:cubicBezTo>
                    <a:pt x="354621" y="210479"/>
                    <a:pt x="354621" y="207759"/>
                    <a:pt x="354621" y="205040"/>
                  </a:cubicBezTo>
                  <a:cubicBezTo>
                    <a:pt x="349182" y="186002"/>
                    <a:pt x="343742" y="169684"/>
                    <a:pt x="338303" y="147927"/>
                  </a:cubicBezTo>
                  <a:cubicBezTo>
                    <a:pt x="332864" y="131609"/>
                    <a:pt x="311107" y="107132"/>
                    <a:pt x="292069" y="107132"/>
                  </a:cubicBezTo>
                  <a:cubicBezTo>
                    <a:pt x="281190" y="107132"/>
                    <a:pt x="270312" y="115291"/>
                    <a:pt x="262153" y="120730"/>
                  </a:cubicBezTo>
                  <a:cubicBezTo>
                    <a:pt x="259433" y="123450"/>
                    <a:pt x="256713" y="126170"/>
                    <a:pt x="251274" y="131609"/>
                  </a:cubicBezTo>
                  <a:cubicBezTo>
                    <a:pt x="248554" y="134329"/>
                    <a:pt x="243115" y="137048"/>
                    <a:pt x="240395" y="139768"/>
                  </a:cubicBezTo>
                  <a:cubicBezTo>
                    <a:pt x="237676" y="145207"/>
                    <a:pt x="240395" y="156086"/>
                    <a:pt x="237676" y="164245"/>
                  </a:cubicBezTo>
                  <a:cubicBezTo>
                    <a:pt x="232236" y="175123"/>
                    <a:pt x="229517" y="186002"/>
                    <a:pt x="226797" y="196881"/>
                  </a:cubicBezTo>
                  <a:cubicBezTo>
                    <a:pt x="221358" y="218638"/>
                    <a:pt x="218638" y="237675"/>
                    <a:pt x="213199" y="259433"/>
                  </a:cubicBezTo>
                  <a:cubicBezTo>
                    <a:pt x="210479" y="281190"/>
                    <a:pt x="207759" y="302947"/>
                    <a:pt x="207759" y="324704"/>
                  </a:cubicBezTo>
                  <a:cubicBezTo>
                    <a:pt x="207759" y="327424"/>
                    <a:pt x="207759" y="332863"/>
                    <a:pt x="207759" y="335583"/>
                  </a:cubicBezTo>
                  <a:cubicBezTo>
                    <a:pt x="207759" y="341022"/>
                    <a:pt x="205040" y="343742"/>
                    <a:pt x="205040" y="349181"/>
                  </a:cubicBezTo>
                  <a:cubicBezTo>
                    <a:pt x="205040" y="354621"/>
                    <a:pt x="207759" y="362779"/>
                    <a:pt x="207759" y="368219"/>
                  </a:cubicBezTo>
                  <a:cubicBezTo>
                    <a:pt x="207759" y="370939"/>
                    <a:pt x="207759" y="373658"/>
                    <a:pt x="207759" y="376378"/>
                  </a:cubicBezTo>
                  <a:cubicBezTo>
                    <a:pt x="205040" y="381817"/>
                    <a:pt x="205040" y="384537"/>
                    <a:pt x="205040" y="387256"/>
                  </a:cubicBezTo>
                  <a:cubicBezTo>
                    <a:pt x="205040" y="389976"/>
                    <a:pt x="205040" y="392696"/>
                    <a:pt x="205040" y="395415"/>
                  </a:cubicBezTo>
                  <a:cubicBezTo>
                    <a:pt x="205040" y="398135"/>
                    <a:pt x="205040" y="403574"/>
                    <a:pt x="205040" y="406294"/>
                  </a:cubicBezTo>
                  <a:cubicBezTo>
                    <a:pt x="205040" y="411733"/>
                    <a:pt x="205040" y="417173"/>
                    <a:pt x="205040" y="425332"/>
                  </a:cubicBezTo>
                  <a:cubicBezTo>
                    <a:pt x="205040" y="449809"/>
                    <a:pt x="213199" y="471566"/>
                    <a:pt x="213199" y="493323"/>
                  </a:cubicBezTo>
                  <a:cubicBezTo>
                    <a:pt x="213199" y="517800"/>
                    <a:pt x="215919" y="539557"/>
                    <a:pt x="221358" y="561314"/>
                  </a:cubicBezTo>
                  <a:cubicBezTo>
                    <a:pt x="224077" y="572193"/>
                    <a:pt x="224077" y="580352"/>
                    <a:pt x="226797" y="591231"/>
                  </a:cubicBezTo>
                  <a:cubicBezTo>
                    <a:pt x="229517" y="599390"/>
                    <a:pt x="237676" y="607548"/>
                    <a:pt x="240395" y="618427"/>
                  </a:cubicBezTo>
                  <a:cubicBezTo>
                    <a:pt x="248554" y="637465"/>
                    <a:pt x="262153" y="651063"/>
                    <a:pt x="283910" y="651063"/>
                  </a:cubicBezTo>
                  <a:cubicBezTo>
                    <a:pt x="302948" y="651063"/>
                    <a:pt x="330144" y="629306"/>
                    <a:pt x="338303" y="612988"/>
                  </a:cubicBezTo>
                  <a:cubicBezTo>
                    <a:pt x="346462" y="599390"/>
                    <a:pt x="351901" y="591231"/>
                    <a:pt x="354621" y="577632"/>
                  </a:cubicBezTo>
                  <a:cubicBezTo>
                    <a:pt x="354621" y="550436"/>
                    <a:pt x="354621" y="517800"/>
                    <a:pt x="357341" y="509641"/>
                  </a:cubicBezTo>
                  <a:cubicBezTo>
                    <a:pt x="357341" y="501482"/>
                    <a:pt x="357341" y="490603"/>
                    <a:pt x="362780" y="485164"/>
                  </a:cubicBezTo>
                  <a:cubicBezTo>
                    <a:pt x="365500" y="482444"/>
                    <a:pt x="365500" y="479725"/>
                    <a:pt x="368219" y="474286"/>
                  </a:cubicBezTo>
                  <a:cubicBezTo>
                    <a:pt x="370939" y="471566"/>
                    <a:pt x="373659" y="468846"/>
                    <a:pt x="376378" y="468846"/>
                  </a:cubicBezTo>
                  <a:cubicBezTo>
                    <a:pt x="379098" y="468846"/>
                    <a:pt x="381818" y="471566"/>
                    <a:pt x="384537" y="474286"/>
                  </a:cubicBezTo>
                  <a:cubicBezTo>
                    <a:pt x="387257" y="479725"/>
                    <a:pt x="389977" y="487884"/>
                    <a:pt x="392696" y="493323"/>
                  </a:cubicBezTo>
                  <a:cubicBezTo>
                    <a:pt x="392696" y="501482"/>
                    <a:pt x="395416" y="539557"/>
                    <a:pt x="395416" y="558595"/>
                  </a:cubicBezTo>
                  <a:cubicBezTo>
                    <a:pt x="395416" y="583072"/>
                    <a:pt x="395416" y="610268"/>
                    <a:pt x="398136" y="618427"/>
                  </a:cubicBezTo>
                  <a:cubicBezTo>
                    <a:pt x="398136" y="648343"/>
                    <a:pt x="400855" y="659222"/>
                    <a:pt x="400855" y="678260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59B53308-CE8E-45AD-BA18-F188CE4630E5}"/>
                </a:ext>
              </a:extLst>
            </p:cNvPr>
            <p:cNvSpPr/>
            <p:nvPr/>
          </p:nvSpPr>
          <p:spPr>
            <a:xfrm>
              <a:off x="3829459" y="4200317"/>
              <a:ext cx="598325" cy="761503"/>
            </a:xfrm>
            <a:custGeom>
              <a:avLst/>
              <a:gdLst>
                <a:gd name="connsiteX0" fmla="*/ 360060 w 598324"/>
                <a:gd name="connsiteY0" fmla="*/ 332863 h 761503"/>
                <a:gd name="connsiteX1" fmla="*/ 341023 w 598324"/>
                <a:gd name="connsiteY1" fmla="*/ 370939 h 761503"/>
                <a:gd name="connsiteX2" fmla="*/ 376378 w 598324"/>
                <a:gd name="connsiteY2" fmla="*/ 389976 h 761503"/>
                <a:gd name="connsiteX3" fmla="*/ 425332 w 598324"/>
                <a:gd name="connsiteY3" fmla="*/ 433491 h 761503"/>
                <a:gd name="connsiteX4" fmla="*/ 438930 w 598324"/>
                <a:gd name="connsiteY4" fmla="*/ 463407 h 761503"/>
                <a:gd name="connsiteX5" fmla="*/ 449809 w 598324"/>
                <a:gd name="connsiteY5" fmla="*/ 498762 h 761503"/>
                <a:gd name="connsiteX6" fmla="*/ 457968 w 598324"/>
                <a:gd name="connsiteY6" fmla="*/ 528679 h 761503"/>
                <a:gd name="connsiteX7" fmla="*/ 466127 w 598324"/>
                <a:gd name="connsiteY7" fmla="*/ 564034 h 761503"/>
                <a:gd name="connsiteX8" fmla="*/ 471566 w 598324"/>
                <a:gd name="connsiteY8" fmla="*/ 593950 h 761503"/>
                <a:gd name="connsiteX9" fmla="*/ 479725 w 598324"/>
                <a:gd name="connsiteY9" fmla="*/ 607548 h 761503"/>
                <a:gd name="connsiteX10" fmla="*/ 487884 w 598324"/>
                <a:gd name="connsiteY10" fmla="*/ 623867 h 761503"/>
                <a:gd name="connsiteX11" fmla="*/ 501482 w 598324"/>
                <a:gd name="connsiteY11" fmla="*/ 651063 h 761503"/>
                <a:gd name="connsiteX12" fmla="*/ 523240 w 598324"/>
                <a:gd name="connsiteY12" fmla="*/ 670101 h 761503"/>
                <a:gd name="connsiteX13" fmla="*/ 534119 w 598324"/>
                <a:gd name="connsiteY13" fmla="*/ 686418 h 761503"/>
                <a:gd name="connsiteX14" fmla="*/ 531399 w 598324"/>
                <a:gd name="connsiteY14" fmla="*/ 694578 h 761503"/>
                <a:gd name="connsiteX15" fmla="*/ 498763 w 598324"/>
                <a:gd name="connsiteY15" fmla="*/ 708176 h 761503"/>
                <a:gd name="connsiteX16" fmla="*/ 449809 w 598324"/>
                <a:gd name="connsiteY16" fmla="*/ 700017 h 761503"/>
                <a:gd name="connsiteX17" fmla="*/ 400855 w 598324"/>
                <a:gd name="connsiteY17" fmla="*/ 667381 h 761503"/>
                <a:gd name="connsiteX18" fmla="*/ 381817 w 598324"/>
                <a:gd name="connsiteY18" fmla="*/ 642904 h 761503"/>
                <a:gd name="connsiteX19" fmla="*/ 368219 w 598324"/>
                <a:gd name="connsiteY19" fmla="*/ 610268 h 761503"/>
                <a:gd name="connsiteX20" fmla="*/ 349182 w 598324"/>
                <a:gd name="connsiteY20" fmla="*/ 550436 h 761503"/>
                <a:gd name="connsiteX21" fmla="*/ 338303 w 598324"/>
                <a:gd name="connsiteY21" fmla="*/ 504202 h 761503"/>
                <a:gd name="connsiteX22" fmla="*/ 330144 w 598324"/>
                <a:gd name="connsiteY22" fmla="*/ 477005 h 761503"/>
                <a:gd name="connsiteX23" fmla="*/ 321985 w 598324"/>
                <a:gd name="connsiteY23" fmla="*/ 455248 h 761503"/>
                <a:gd name="connsiteX24" fmla="*/ 305667 w 598324"/>
                <a:gd name="connsiteY24" fmla="*/ 436210 h 761503"/>
                <a:gd name="connsiteX25" fmla="*/ 294788 w 598324"/>
                <a:gd name="connsiteY25" fmla="*/ 441650 h 761503"/>
                <a:gd name="connsiteX26" fmla="*/ 278471 w 598324"/>
                <a:gd name="connsiteY26" fmla="*/ 463407 h 761503"/>
                <a:gd name="connsiteX27" fmla="*/ 264872 w 598324"/>
                <a:gd name="connsiteY27" fmla="*/ 496043 h 761503"/>
                <a:gd name="connsiteX28" fmla="*/ 262153 w 598324"/>
                <a:gd name="connsiteY28" fmla="*/ 517800 h 761503"/>
                <a:gd name="connsiteX29" fmla="*/ 262153 w 598324"/>
                <a:gd name="connsiteY29" fmla="*/ 523239 h 761503"/>
                <a:gd name="connsiteX30" fmla="*/ 262153 w 598324"/>
                <a:gd name="connsiteY30" fmla="*/ 553155 h 761503"/>
                <a:gd name="connsiteX31" fmla="*/ 262153 w 598324"/>
                <a:gd name="connsiteY31" fmla="*/ 629306 h 761503"/>
                <a:gd name="connsiteX32" fmla="*/ 259433 w 598324"/>
                <a:gd name="connsiteY32" fmla="*/ 659222 h 761503"/>
                <a:gd name="connsiteX33" fmla="*/ 283910 w 598324"/>
                <a:gd name="connsiteY33" fmla="*/ 659222 h 761503"/>
                <a:gd name="connsiteX34" fmla="*/ 321985 w 598324"/>
                <a:gd name="connsiteY34" fmla="*/ 675540 h 761503"/>
                <a:gd name="connsiteX35" fmla="*/ 316546 w 598324"/>
                <a:gd name="connsiteY35" fmla="*/ 691858 h 761503"/>
                <a:gd name="connsiteX36" fmla="*/ 300228 w 598324"/>
                <a:gd name="connsiteY36" fmla="*/ 700017 h 761503"/>
                <a:gd name="connsiteX37" fmla="*/ 278471 w 598324"/>
                <a:gd name="connsiteY37" fmla="*/ 702736 h 761503"/>
                <a:gd name="connsiteX38" fmla="*/ 243115 w 598324"/>
                <a:gd name="connsiteY38" fmla="*/ 702736 h 761503"/>
                <a:gd name="connsiteX39" fmla="*/ 221358 w 598324"/>
                <a:gd name="connsiteY39" fmla="*/ 710895 h 761503"/>
                <a:gd name="connsiteX40" fmla="*/ 194161 w 598324"/>
                <a:gd name="connsiteY40" fmla="*/ 702736 h 761503"/>
                <a:gd name="connsiteX41" fmla="*/ 177843 w 598324"/>
                <a:gd name="connsiteY41" fmla="*/ 702736 h 761503"/>
                <a:gd name="connsiteX42" fmla="*/ 126170 w 598324"/>
                <a:gd name="connsiteY42" fmla="*/ 702736 h 761503"/>
                <a:gd name="connsiteX43" fmla="*/ 101693 w 598324"/>
                <a:gd name="connsiteY43" fmla="*/ 702736 h 761503"/>
                <a:gd name="connsiteX44" fmla="*/ 74496 w 598324"/>
                <a:gd name="connsiteY44" fmla="*/ 697297 h 761503"/>
                <a:gd name="connsiteX45" fmla="*/ 58178 w 598324"/>
                <a:gd name="connsiteY45" fmla="*/ 680979 h 761503"/>
                <a:gd name="connsiteX46" fmla="*/ 63617 w 598324"/>
                <a:gd name="connsiteY46" fmla="*/ 672820 h 761503"/>
                <a:gd name="connsiteX47" fmla="*/ 85375 w 598324"/>
                <a:gd name="connsiteY47" fmla="*/ 664661 h 761503"/>
                <a:gd name="connsiteX48" fmla="*/ 128889 w 598324"/>
                <a:gd name="connsiteY48" fmla="*/ 659222 h 761503"/>
                <a:gd name="connsiteX49" fmla="*/ 147927 w 598324"/>
                <a:gd name="connsiteY49" fmla="*/ 659222 h 761503"/>
                <a:gd name="connsiteX50" fmla="*/ 145207 w 598324"/>
                <a:gd name="connsiteY50" fmla="*/ 653783 h 761503"/>
                <a:gd name="connsiteX51" fmla="*/ 131609 w 598324"/>
                <a:gd name="connsiteY51" fmla="*/ 585791 h 761503"/>
                <a:gd name="connsiteX52" fmla="*/ 134329 w 598324"/>
                <a:gd name="connsiteY52" fmla="*/ 498762 h 761503"/>
                <a:gd name="connsiteX53" fmla="*/ 137048 w 598324"/>
                <a:gd name="connsiteY53" fmla="*/ 406294 h 761503"/>
                <a:gd name="connsiteX54" fmla="*/ 134329 w 598324"/>
                <a:gd name="connsiteY54" fmla="*/ 327424 h 761503"/>
                <a:gd name="connsiteX55" fmla="*/ 137048 w 598324"/>
                <a:gd name="connsiteY55" fmla="*/ 253993 h 761503"/>
                <a:gd name="connsiteX56" fmla="*/ 139768 w 598324"/>
                <a:gd name="connsiteY56" fmla="*/ 207759 h 761503"/>
                <a:gd name="connsiteX57" fmla="*/ 137048 w 598324"/>
                <a:gd name="connsiteY57" fmla="*/ 172404 h 761503"/>
                <a:gd name="connsiteX58" fmla="*/ 137048 w 598324"/>
                <a:gd name="connsiteY58" fmla="*/ 112571 h 761503"/>
                <a:gd name="connsiteX59" fmla="*/ 126170 w 598324"/>
                <a:gd name="connsiteY59" fmla="*/ 112571 h 761503"/>
                <a:gd name="connsiteX60" fmla="*/ 101693 w 598324"/>
                <a:gd name="connsiteY60" fmla="*/ 112571 h 761503"/>
                <a:gd name="connsiteX61" fmla="*/ 74496 w 598324"/>
                <a:gd name="connsiteY61" fmla="*/ 107132 h 761503"/>
                <a:gd name="connsiteX62" fmla="*/ 58178 w 598324"/>
                <a:gd name="connsiteY62" fmla="*/ 90814 h 761503"/>
                <a:gd name="connsiteX63" fmla="*/ 63617 w 598324"/>
                <a:gd name="connsiteY63" fmla="*/ 82655 h 761503"/>
                <a:gd name="connsiteX64" fmla="*/ 85375 w 598324"/>
                <a:gd name="connsiteY64" fmla="*/ 74496 h 761503"/>
                <a:gd name="connsiteX65" fmla="*/ 137048 w 598324"/>
                <a:gd name="connsiteY65" fmla="*/ 69057 h 761503"/>
                <a:gd name="connsiteX66" fmla="*/ 145207 w 598324"/>
                <a:gd name="connsiteY66" fmla="*/ 69057 h 761503"/>
                <a:gd name="connsiteX67" fmla="*/ 169684 w 598324"/>
                <a:gd name="connsiteY67" fmla="*/ 58178 h 761503"/>
                <a:gd name="connsiteX68" fmla="*/ 177843 w 598324"/>
                <a:gd name="connsiteY68" fmla="*/ 58178 h 761503"/>
                <a:gd name="connsiteX69" fmla="*/ 205040 w 598324"/>
                <a:gd name="connsiteY69" fmla="*/ 66337 h 761503"/>
                <a:gd name="connsiteX70" fmla="*/ 286629 w 598324"/>
                <a:gd name="connsiteY70" fmla="*/ 63617 h 761503"/>
                <a:gd name="connsiteX71" fmla="*/ 324705 w 598324"/>
                <a:gd name="connsiteY71" fmla="*/ 79936 h 761503"/>
                <a:gd name="connsiteX72" fmla="*/ 319265 w 598324"/>
                <a:gd name="connsiteY72" fmla="*/ 96253 h 761503"/>
                <a:gd name="connsiteX73" fmla="*/ 302948 w 598324"/>
                <a:gd name="connsiteY73" fmla="*/ 104412 h 761503"/>
                <a:gd name="connsiteX74" fmla="*/ 278471 w 598324"/>
                <a:gd name="connsiteY74" fmla="*/ 112571 h 761503"/>
                <a:gd name="connsiteX75" fmla="*/ 232236 w 598324"/>
                <a:gd name="connsiteY75" fmla="*/ 112571 h 761503"/>
                <a:gd name="connsiteX76" fmla="*/ 240395 w 598324"/>
                <a:gd name="connsiteY76" fmla="*/ 137048 h 761503"/>
                <a:gd name="connsiteX77" fmla="*/ 240395 w 598324"/>
                <a:gd name="connsiteY77" fmla="*/ 150647 h 761503"/>
                <a:gd name="connsiteX78" fmla="*/ 243115 w 598324"/>
                <a:gd name="connsiteY78" fmla="*/ 158805 h 761503"/>
                <a:gd name="connsiteX79" fmla="*/ 248554 w 598324"/>
                <a:gd name="connsiteY79" fmla="*/ 188722 h 761503"/>
                <a:gd name="connsiteX80" fmla="*/ 248554 w 598324"/>
                <a:gd name="connsiteY80" fmla="*/ 199600 h 761503"/>
                <a:gd name="connsiteX81" fmla="*/ 248554 w 598324"/>
                <a:gd name="connsiteY81" fmla="*/ 221357 h 761503"/>
                <a:gd name="connsiteX82" fmla="*/ 253994 w 598324"/>
                <a:gd name="connsiteY82" fmla="*/ 264872 h 761503"/>
                <a:gd name="connsiteX83" fmla="*/ 262153 w 598324"/>
                <a:gd name="connsiteY83" fmla="*/ 297508 h 761503"/>
                <a:gd name="connsiteX84" fmla="*/ 264872 w 598324"/>
                <a:gd name="connsiteY84" fmla="*/ 324704 h 761503"/>
                <a:gd name="connsiteX85" fmla="*/ 264872 w 598324"/>
                <a:gd name="connsiteY85" fmla="*/ 332863 h 761503"/>
                <a:gd name="connsiteX86" fmla="*/ 264872 w 598324"/>
                <a:gd name="connsiteY86" fmla="*/ 351901 h 761503"/>
                <a:gd name="connsiteX87" fmla="*/ 262153 w 598324"/>
                <a:gd name="connsiteY87" fmla="*/ 370939 h 761503"/>
                <a:gd name="connsiteX88" fmla="*/ 267592 w 598324"/>
                <a:gd name="connsiteY88" fmla="*/ 384537 h 761503"/>
                <a:gd name="connsiteX89" fmla="*/ 278471 w 598324"/>
                <a:gd name="connsiteY89" fmla="*/ 370939 h 761503"/>
                <a:gd name="connsiteX90" fmla="*/ 297508 w 598324"/>
                <a:gd name="connsiteY90" fmla="*/ 332863 h 761503"/>
                <a:gd name="connsiteX91" fmla="*/ 311106 w 598324"/>
                <a:gd name="connsiteY91" fmla="*/ 305667 h 761503"/>
                <a:gd name="connsiteX92" fmla="*/ 335583 w 598324"/>
                <a:gd name="connsiteY92" fmla="*/ 259433 h 761503"/>
                <a:gd name="connsiteX93" fmla="*/ 354621 w 598324"/>
                <a:gd name="connsiteY93" fmla="*/ 224077 h 761503"/>
                <a:gd name="connsiteX94" fmla="*/ 381817 w 598324"/>
                <a:gd name="connsiteY94" fmla="*/ 172404 h 761503"/>
                <a:gd name="connsiteX95" fmla="*/ 409014 w 598324"/>
                <a:gd name="connsiteY95" fmla="*/ 118011 h 761503"/>
                <a:gd name="connsiteX96" fmla="*/ 411734 w 598324"/>
                <a:gd name="connsiteY96" fmla="*/ 115291 h 761503"/>
                <a:gd name="connsiteX97" fmla="*/ 398136 w 598324"/>
                <a:gd name="connsiteY97" fmla="*/ 115291 h 761503"/>
                <a:gd name="connsiteX98" fmla="*/ 379098 w 598324"/>
                <a:gd name="connsiteY98" fmla="*/ 109852 h 761503"/>
                <a:gd name="connsiteX99" fmla="*/ 368219 w 598324"/>
                <a:gd name="connsiteY99" fmla="*/ 93534 h 761503"/>
                <a:gd name="connsiteX100" fmla="*/ 370939 w 598324"/>
                <a:gd name="connsiteY100" fmla="*/ 85375 h 761503"/>
                <a:gd name="connsiteX101" fmla="*/ 387257 w 598324"/>
                <a:gd name="connsiteY101" fmla="*/ 77216 h 761503"/>
                <a:gd name="connsiteX102" fmla="*/ 422612 w 598324"/>
                <a:gd name="connsiteY102" fmla="*/ 71776 h 761503"/>
                <a:gd name="connsiteX103" fmla="*/ 436211 w 598324"/>
                <a:gd name="connsiteY103" fmla="*/ 71776 h 761503"/>
                <a:gd name="connsiteX104" fmla="*/ 438930 w 598324"/>
                <a:gd name="connsiteY104" fmla="*/ 69057 h 761503"/>
                <a:gd name="connsiteX105" fmla="*/ 452529 w 598324"/>
                <a:gd name="connsiteY105" fmla="*/ 66337 h 761503"/>
                <a:gd name="connsiteX106" fmla="*/ 466127 w 598324"/>
                <a:gd name="connsiteY106" fmla="*/ 69057 h 761503"/>
                <a:gd name="connsiteX107" fmla="*/ 471566 w 598324"/>
                <a:gd name="connsiteY107" fmla="*/ 71776 h 761503"/>
                <a:gd name="connsiteX108" fmla="*/ 515081 w 598324"/>
                <a:gd name="connsiteY108" fmla="*/ 71776 h 761503"/>
                <a:gd name="connsiteX109" fmla="*/ 542277 w 598324"/>
                <a:gd name="connsiteY109" fmla="*/ 88094 h 761503"/>
                <a:gd name="connsiteX110" fmla="*/ 536838 w 598324"/>
                <a:gd name="connsiteY110" fmla="*/ 104412 h 761503"/>
                <a:gd name="connsiteX111" fmla="*/ 525959 w 598324"/>
                <a:gd name="connsiteY111" fmla="*/ 112571 h 761503"/>
                <a:gd name="connsiteX112" fmla="*/ 509642 w 598324"/>
                <a:gd name="connsiteY112" fmla="*/ 115291 h 761503"/>
                <a:gd name="connsiteX113" fmla="*/ 468847 w 598324"/>
                <a:gd name="connsiteY113" fmla="*/ 115291 h 761503"/>
                <a:gd name="connsiteX114" fmla="*/ 457968 w 598324"/>
                <a:gd name="connsiteY114" fmla="*/ 137048 h 761503"/>
                <a:gd name="connsiteX115" fmla="*/ 430771 w 598324"/>
                <a:gd name="connsiteY115" fmla="*/ 194161 h 761503"/>
                <a:gd name="connsiteX116" fmla="*/ 400855 w 598324"/>
                <a:gd name="connsiteY116" fmla="*/ 262152 h 761503"/>
                <a:gd name="connsiteX117" fmla="*/ 360060 w 598324"/>
                <a:gd name="connsiteY117" fmla="*/ 332863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</a:cxnLst>
              <a:rect l="l" t="t" r="r" b="b"/>
              <a:pathLst>
                <a:path w="598324" h="761503">
                  <a:moveTo>
                    <a:pt x="360060" y="332863"/>
                  </a:moveTo>
                  <a:cubicBezTo>
                    <a:pt x="351901" y="343742"/>
                    <a:pt x="341023" y="357340"/>
                    <a:pt x="341023" y="370939"/>
                  </a:cubicBezTo>
                  <a:cubicBezTo>
                    <a:pt x="341023" y="379098"/>
                    <a:pt x="357341" y="381817"/>
                    <a:pt x="376378" y="389976"/>
                  </a:cubicBezTo>
                  <a:cubicBezTo>
                    <a:pt x="395416" y="398135"/>
                    <a:pt x="417173" y="417173"/>
                    <a:pt x="425332" y="433491"/>
                  </a:cubicBezTo>
                  <a:cubicBezTo>
                    <a:pt x="430771" y="444369"/>
                    <a:pt x="436211" y="452528"/>
                    <a:pt x="438930" y="463407"/>
                  </a:cubicBezTo>
                  <a:cubicBezTo>
                    <a:pt x="444370" y="474286"/>
                    <a:pt x="447089" y="487884"/>
                    <a:pt x="449809" y="498762"/>
                  </a:cubicBezTo>
                  <a:cubicBezTo>
                    <a:pt x="452529" y="512361"/>
                    <a:pt x="452529" y="517800"/>
                    <a:pt x="457968" y="528679"/>
                  </a:cubicBezTo>
                  <a:cubicBezTo>
                    <a:pt x="463407" y="539557"/>
                    <a:pt x="463407" y="553155"/>
                    <a:pt x="466127" y="564034"/>
                  </a:cubicBezTo>
                  <a:cubicBezTo>
                    <a:pt x="468847" y="572193"/>
                    <a:pt x="468847" y="585791"/>
                    <a:pt x="471566" y="593950"/>
                  </a:cubicBezTo>
                  <a:cubicBezTo>
                    <a:pt x="474286" y="599390"/>
                    <a:pt x="477006" y="602109"/>
                    <a:pt x="479725" y="607548"/>
                  </a:cubicBezTo>
                  <a:cubicBezTo>
                    <a:pt x="482445" y="612988"/>
                    <a:pt x="487884" y="618427"/>
                    <a:pt x="487884" y="623867"/>
                  </a:cubicBezTo>
                  <a:cubicBezTo>
                    <a:pt x="490604" y="634745"/>
                    <a:pt x="496043" y="642904"/>
                    <a:pt x="501482" y="651063"/>
                  </a:cubicBezTo>
                  <a:cubicBezTo>
                    <a:pt x="506922" y="661942"/>
                    <a:pt x="512361" y="664661"/>
                    <a:pt x="523240" y="670101"/>
                  </a:cubicBezTo>
                  <a:cubicBezTo>
                    <a:pt x="528679" y="672820"/>
                    <a:pt x="534119" y="680979"/>
                    <a:pt x="534119" y="686418"/>
                  </a:cubicBezTo>
                  <a:cubicBezTo>
                    <a:pt x="534119" y="689138"/>
                    <a:pt x="534119" y="691858"/>
                    <a:pt x="531399" y="694578"/>
                  </a:cubicBezTo>
                  <a:cubicBezTo>
                    <a:pt x="525959" y="702736"/>
                    <a:pt x="512361" y="708176"/>
                    <a:pt x="498763" y="708176"/>
                  </a:cubicBezTo>
                  <a:cubicBezTo>
                    <a:pt x="485165" y="708176"/>
                    <a:pt x="466127" y="705456"/>
                    <a:pt x="449809" y="700017"/>
                  </a:cubicBezTo>
                  <a:cubicBezTo>
                    <a:pt x="430771" y="694578"/>
                    <a:pt x="409014" y="675540"/>
                    <a:pt x="400855" y="667381"/>
                  </a:cubicBezTo>
                  <a:cubicBezTo>
                    <a:pt x="392696" y="659222"/>
                    <a:pt x="387257" y="651063"/>
                    <a:pt x="381817" y="642904"/>
                  </a:cubicBezTo>
                  <a:cubicBezTo>
                    <a:pt x="376378" y="632025"/>
                    <a:pt x="370939" y="623867"/>
                    <a:pt x="368219" y="610268"/>
                  </a:cubicBezTo>
                  <a:cubicBezTo>
                    <a:pt x="360060" y="588511"/>
                    <a:pt x="357341" y="574913"/>
                    <a:pt x="349182" y="550436"/>
                  </a:cubicBezTo>
                  <a:cubicBezTo>
                    <a:pt x="343742" y="534118"/>
                    <a:pt x="341023" y="520520"/>
                    <a:pt x="338303" y="504202"/>
                  </a:cubicBezTo>
                  <a:cubicBezTo>
                    <a:pt x="335583" y="493323"/>
                    <a:pt x="332864" y="485164"/>
                    <a:pt x="330144" y="477005"/>
                  </a:cubicBezTo>
                  <a:cubicBezTo>
                    <a:pt x="327424" y="471566"/>
                    <a:pt x="324705" y="463407"/>
                    <a:pt x="321985" y="455248"/>
                  </a:cubicBezTo>
                  <a:cubicBezTo>
                    <a:pt x="316546" y="444369"/>
                    <a:pt x="311106" y="436210"/>
                    <a:pt x="305667" y="436210"/>
                  </a:cubicBezTo>
                  <a:cubicBezTo>
                    <a:pt x="302948" y="436210"/>
                    <a:pt x="300228" y="438930"/>
                    <a:pt x="294788" y="441650"/>
                  </a:cubicBezTo>
                  <a:cubicBezTo>
                    <a:pt x="289349" y="447089"/>
                    <a:pt x="283910" y="455248"/>
                    <a:pt x="278471" y="463407"/>
                  </a:cubicBezTo>
                  <a:cubicBezTo>
                    <a:pt x="270312" y="474286"/>
                    <a:pt x="267592" y="485164"/>
                    <a:pt x="264872" y="496043"/>
                  </a:cubicBezTo>
                  <a:cubicBezTo>
                    <a:pt x="264872" y="504202"/>
                    <a:pt x="262153" y="512361"/>
                    <a:pt x="262153" y="517800"/>
                  </a:cubicBezTo>
                  <a:cubicBezTo>
                    <a:pt x="262153" y="520520"/>
                    <a:pt x="262153" y="520520"/>
                    <a:pt x="262153" y="523239"/>
                  </a:cubicBezTo>
                  <a:cubicBezTo>
                    <a:pt x="262153" y="528679"/>
                    <a:pt x="262153" y="544997"/>
                    <a:pt x="262153" y="553155"/>
                  </a:cubicBezTo>
                  <a:cubicBezTo>
                    <a:pt x="262153" y="583072"/>
                    <a:pt x="264872" y="599390"/>
                    <a:pt x="262153" y="629306"/>
                  </a:cubicBezTo>
                  <a:cubicBezTo>
                    <a:pt x="262153" y="640184"/>
                    <a:pt x="262153" y="648343"/>
                    <a:pt x="259433" y="659222"/>
                  </a:cubicBezTo>
                  <a:cubicBezTo>
                    <a:pt x="270312" y="659222"/>
                    <a:pt x="278471" y="659222"/>
                    <a:pt x="283910" y="659222"/>
                  </a:cubicBezTo>
                  <a:cubicBezTo>
                    <a:pt x="297508" y="659222"/>
                    <a:pt x="321985" y="659222"/>
                    <a:pt x="321985" y="675540"/>
                  </a:cubicBezTo>
                  <a:cubicBezTo>
                    <a:pt x="321985" y="683699"/>
                    <a:pt x="319265" y="686418"/>
                    <a:pt x="316546" y="691858"/>
                  </a:cubicBezTo>
                  <a:cubicBezTo>
                    <a:pt x="311106" y="697297"/>
                    <a:pt x="305667" y="700017"/>
                    <a:pt x="300228" y="700017"/>
                  </a:cubicBezTo>
                  <a:cubicBezTo>
                    <a:pt x="292069" y="702736"/>
                    <a:pt x="283910" y="702736"/>
                    <a:pt x="278471" y="702736"/>
                  </a:cubicBezTo>
                  <a:cubicBezTo>
                    <a:pt x="275751" y="702736"/>
                    <a:pt x="259433" y="702736"/>
                    <a:pt x="243115" y="702736"/>
                  </a:cubicBezTo>
                  <a:cubicBezTo>
                    <a:pt x="237676" y="708176"/>
                    <a:pt x="229517" y="710895"/>
                    <a:pt x="221358" y="710895"/>
                  </a:cubicBezTo>
                  <a:cubicBezTo>
                    <a:pt x="213199" y="710895"/>
                    <a:pt x="202320" y="708176"/>
                    <a:pt x="194161" y="702736"/>
                  </a:cubicBezTo>
                  <a:cubicBezTo>
                    <a:pt x="186002" y="702736"/>
                    <a:pt x="180563" y="702736"/>
                    <a:pt x="177843" y="702736"/>
                  </a:cubicBezTo>
                  <a:cubicBezTo>
                    <a:pt x="164245" y="702736"/>
                    <a:pt x="139768" y="702736"/>
                    <a:pt x="126170" y="702736"/>
                  </a:cubicBezTo>
                  <a:cubicBezTo>
                    <a:pt x="118011" y="702736"/>
                    <a:pt x="109852" y="702736"/>
                    <a:pt x="101693" y="702736"/>
                  </a:cubicBezTo>
                  <a:cubicBezTo>
                    <a:pt x="93534" y="702736"/>
                    <a:pt x="82655" y="702736"/>
                    <a:pt x="74496" y="697297"/>
                  </a:cubicBezTo>
                  <a:cubicBezTo>
                    <a:pt x="66337" y="694578"/>
                    <a:pt x="58178" y="686418"/>
                    <a:pt x="58178" y="680979"/>
                  </a:cubicBezTo>
                  <a:cubicBezTo>
                    <a:pt x="58178" y="678260"/>
                    <a:pt x="58178" y="675540"/>
                    <a:pt x="63617" y="672820"/>
                  </a:cubicBezTo>
                  <a:cubicBezTo>
                    <a:pt x="69057" y="670101"/>
                    <a:pt x="79935" y="667381"/>
                    <a:pt x="85375" y="664661"/>
                  </a:cubicBezTo>
                  <a:cubicBezTo>
                    <a:pt x="104412" y="661942"/>
                    <a:pt x="123450" y="659222"/>
                    <a:pt x="128889" y="659222"/>
                  </a:cubicBezTo>
                  <a:cubicBezTo>
                    <a:pt x="134329" y="659222"/>
                    <a:pt x="139768" y="659222"/>
                    <a:pt x="147927" y="659222"/>
                  </a:cubicBezTo>
                  <a:cubicBezTo>
                    <a:pt x="147927" y="656502"/>
                    <a:pt x="145207" y="653783"/>
                    <a:pt x="145207" y="653783"/>
                  </a:cubicBezTo>
                  <a:cubicBezTo>
                    <a:pt x="131609" y="632025"/>
                    <a:pt x="131609" y="610268"/>
                    <a:pt x="131609" y="585791"/>
                  </a:cubicBezTo>
                  <a:cubicBezTo>
                    <a:pt x="131609" y="555875"/>
                    <a:pt x="131609" y="528679"/>
                    <a:pt x="134329" y="498762"/>
                  </a:cubicBezTo>
                  <a:cubicBezTo>
                    <a:pt x="134329" y="468846"/>
                    <a:pt x="137048" y="436210"/>
                    <a:pt x="137048" y="406294"/>
                  </a:cubicBezTo>
                  <a:cubicBezTo>
                    <a:pt x="137048" y="379098"/>
                    <a:pt x="134329" y="354621"/>
                    <a:pt x="134329" y="327424"/>
                  </a:cubicBezTo>
                  <a:cubicBezTo>
                    <a:pt x="134329" y="302947"/>
                    <a:pt x="137048" y="278470"/>
                    <a:pt x="137048" y="253993"/>
                  </a:cubicBezTo>
                  <a:cubicBezTo>
                    <a:pt x="137048" y="237675"/>
                    <a:pt x="139768" y="224077"/>
                    <a:pt x="139768" y="207759"/>
                  </a:cubicBezTo>
                  <a:cubicBezTo>
                    <a:pt x="139768" y="196881"/>
                    <a:pt x="137048" y="183282"/>
                    <a:pt x="137048" y="172404"/>
                  </a:cubicBezTo>
                  <a:cubicBezTo>
                    <a:pt x="137048" y="150647"/>
                    <a:pt x="137048" y="131609"/>
                    <a:pt x="137048" y="112571"/>
                  </a:cubicBezTo>
                  <a:cubicBezTo>
                    <a:pt x="134329" y="112571"/>
                    <a:pt x="137048" y="112571"/>
                    <a:pt x="126170" y="112571"/>
                  </a:cubicBezTo>
                  <a:cubicBezTo>
                    <a:pt x="118011" y="112571"/>
                    <a:pt x="109852" y="112571"/>
                    <a:pt x="101693" y="112571"/>
                  </a:cubicBezTo>
                  <a:cubicBezTo>
                    <a:pt x="93534" y="112571"/>
                    <a:pt x="82655" y="109852"/>
                    <a:pt x="74496" y="107132"/>
                  </a:cubicBezTo>
                  <a:cubicBezTo>
                    <a:pt x="66337" y="104412"/>
                    <a:pt x="58178" y="96253"/>
                    <a:pt x="58178" y="90814"/>
                  </a:cubicBezTo>
                  <a:cubicBezTo>
                    <a:pt x="58178" y="88094"/>
                    <a:pt x="58178" y="85375"/>
                    <a:pt x="63617" y="82655"/>
                  </a:cubicBezTo>
                  <a:cubicBezTo>
                    <a:pt x="69057" y="79936"/>
                    <a:pt x="79935" y="77216"/>
                    <a:pt x="85375" y="74496"/>
                  </a:cubicBezTo>
                  <a:cubicBezTo>
                    <a:pt x="104412" y="71776"/>
                    <a:pt x="128889" y="69057"/>
                    <a:pt x="137048" y="69057"/>
                  </a:cubicBezTo>
                  <a:cubicBezTo>
                    <a:pt x="137048" y="69057"/>
                    <a:pt x="139768" y="69057"/>
                    <a:pt x="145207" y="69057"/>
                  </a:cubicBezTo>
                  <a:cubicBezTo>
                    <a:pt x="150646" y="60898"/>
                    <a:pt x="158806" y="58178"/>
                    <a:pt x="169684" y="58178"/>
                  </a:cubicBezTo>
                  <a:cubicBezTo>
                    <a:pt x="172404" y="58178"/>
                    <a:pt x="175123" y="58178"/>
                    <a:pt x="177843" y="58178"/>
                  </a:cubicBezTo>
                  <a:cubicBezTo>
                    <a:pt x="186002" y="58178"/>
                    <a:pt x="196881" y="63617"/>
                    <a:pt x="205040" y="66337"/>
                  </a:cubicBezTo>
                  <a:cubicBezTo>
                    <a:pt x="237676" y="66337"/>
                    <a:pt x="273031" y="63617"/>
                    <a:pt x="286629" y="63617"/>
                  </a:cubicBezTo>
                  <a:cubicBezTo>
                    <a:pt x="300228" y="63617"/>
                    <a:pt x="324705" y="63617"/>
                    <a:pt x="324705" y="79936"/>
                  </a:cubicBezTo>
                  <a:cubicBezTo>
                    <a:pt x="324705" y="88094"/>
                    <a:pt x="321985" y="90814"/>
                    <a:pt x="319265" y="96253"/>
                  </a:cubicBezTo>
                  <a:cubicBezTo>
                    <a:pt x="313826" y="101693"/>
                    <a:pt x="308387" y="104412"/>
                    <a:pt x="302948" y="104412"/>
                  </a:cubicBezTo>
                  <a:cubicBezTo>
                    <a:pt x="289349" y="112571"/>
                    <a:pt x="283910" y="112571"/>
                    <a:pt x="278471" y="112571"/>
                  </a:cubicBezTo>
                  <a:cubicBezTo>
                    <a:pt x="273031" y="112571"/>
                    <a:pt x="253994" y="112571"/>
                    <a:pt x="232236" y="112571"/>
                  </a:cubicBezTo>
                  <a:cubicBezTo>
                    <a:pt x="237676" y="120730"/>
                    <a:pt x="240395" y="128889"/>
                    <a:pt x="240395" y="137048"/>
                  </a:cubicBezTo>
                  <a:cubicBezTo>
                    <a:pt x="240395" y="142487"/>
                    <a:pt x="240395" y="145207"/>
                    <a:pt x="240395" y="150647"/>
                  </a:cubicBezTo>
                  <a:cubicBezTo>
                    <a:pt x="240395" y="153366"/>
                    <a:pt x="240395" y="156086"/>
                    <a:pt x="243115" y="158805"/>
                  </a:cubicBezTo>
                  <a:cubicBezTo>
                    <a:pt x="245835" y="169684"/>
                    <a:pt x="245835" y="180563"/>
                    <a:pt x="248554" y="188722"/>
                  </a:cubicBezTo>
                  <a:cubicBezTo>
                    <a:pt x="248554" y="191441"/>
                    <a:pt x="248554" y="194161"/>
                    <a:pt x="248554" y="199600"/>
                  </a:cubicBezTo>
                  <a:cubicBezTo>
                    <a:pt x="248554" y="207759"/>
                    <a:pt x="248554" y="213198"/>
                    <a:pt x="248554" y="221357"/>
                  </a:cubicBezTo>
                  <a:cubicBezTo>
                    <a:pt x="248554" y="234956"/>
                    <a:pt x="251274" y="248554"/>
                    <a:pt x="253994" y="264872"/>
                  </a:cubicBezTo>
                  <a:cubicBezTo>
                    <a:pt x="256713" y="275751"/>
                    <a:pt x="259433" y="286629"/>
                    <a:pt x="262153" y="297508"/>
                  </a:cubicBezTo>
                  <a:cubicBezTo>
                    <a:pt x="264872" y="305667"/>
                    <a:pt x="264872" y="313826"/>
                    <a:pt x="264872" y="324704"/>
                  </a:cubicBezTo>
                  <a:cubicBezTo>
                    <a:pt x="264872" y="327424"/>
                    <a:pt x="264872" y="330144"/>
                    <a:pt x="264872" y="332863"/>
                  </a:cubicBezTo>
                  <a:cubicBezTo>
                    <a:pt x="264872" y="338303"/>
                    <a:pt x="264872" y="346462"/>
                    <a:pt x="264872" y="351901"/>
                  </a:cubicBezTo>
                  <a:cubicBezTo>
                    <a:pt x="264872" y="357340"/>
                    <a:pt x="262153" y="365499"/>
                    <a:pt x="262153" y="370939"/>
                  </a:cubicBezTo>
                  <a:cubicBezTo>
                    <a:pt x="262153" y="376378"/>
                    <a:pt x="264872" y="384537"/>
                    <a:pt x="267592" y="384537"/>
                  </a:cubicBezTo>
                  <a:cubicBezTo>
                    <a:pt x="273031" y="384537"/>
                    <a:pt x="275751" y="376378"/>
                    <a:pt x="278471" y="370939"/>
                  </a:cubicBezTo>
                  <a:cubicBezTo>
                    <a:pt x="283910" y="360060"/>
                    <a:pt x="289349" y="346462"/>
                    <a:pt x="297508" y="332863"/>
                  </a:cubicBezTo>
                  <a:cubicBezTo>
                    <a:pt x="302948" y="324704"/>
                    <a:pt x="305667" y="313826"/>
                    <a:pt x="311106" y="305667"/>
                  </a:cubicBezTo>
                  <a:cubicBezTo>
                    <a:pt x="319265" y="289349"/>
                    <a:pt x="327424" y="275751"/>
                    <a:pt x="335583" y="259433"/>
                  </a:cubicBezTo>
                  <a:cubicBezTo>
                    <a:pt x="341023" y="248554"/>
                    <a:pt x="349182" y="234956"/>
                    <a:pt x="354621" y="224077"/>
                  </a:cubicBezTo>
                  <a:cubicBezTo>
                    <a:pt x="362780" y="207759"/>
                    <a:pt x="370939" y="191441"/>
                    <a:pt x="381817" y="172404"/>
                  </a:cubicBezTo>
                  <a:cubicBezTo>
                    <a:pt x="389977" y="153366"/>
                    <a:pt x="400855" y="134329"/>
                    <a:pt x="409014" y="118011"/>
                  </a:cubicBezTo>
                  <a:cubicBezTo>
                    <a:pt x="409014" y="115291"/>
                    <a:pt x="409014" y="115291"/>
                    <a:pt x="411734" y="115291"/>
                  </a:cubicBezTo>
                  <a:cubicBezTo>
                    <a:pt x="406294" y="115291"/>
                    <a:pt x="400855" y="115291"/>
                    <a:pt x="398136" y="115291"/>
                  </a:cubicBezTo>
                  <a:cubicBezTo>
                    <a:pt x="392696" y="115291"/>
                    <a:pt x="384537" y="115291"/>
                    <a:pt x="379098" y="109852"/>
                  </a:cubicBezTo>
                  <a:cubicBezTo>
                    <a:pt x="373659" y="107132"/>
                    <a:pt x="368219" y="98973"/>
                    <a:pt x="368219" y="93534"/>
                  </a:cubicBezTo>
                  <a:cubicBezTo>
                    <a:pt x="368219" y="90814"/>
                    <a:pt x="368219" y="88094"/>
                    <a:pt x="370939" y="85375"/>
                  </a:cubicBezTo>
                  <a:cubicBezTo>
                    <a:pt x="373659" y="82655"/>
                    <a:pt x="381817" y="79936"/>
                    <a:pt x="387257" y="77216"/>
                  </a:cubicBezTo>
                  <a:cubicBezTo>
                    <a:pt x="400855" y="74496"/>
                    <a:pt x="414453" y="71776"/>
                    <a:pt x="422612" y="71776"/>
                  </a:cubicBezTo>
                  <a:cubicBezTo>
                    <a:pt x="425332" y="71776"/>
                    <a:pt x="430771" y="71776"/>
                    <a:pt x="436211" y="71776"/>
                  </a:cubicBezTo>
                  <a:cubicBezTo>
                    <a:pt x="436211" y="71776"/>
                    <a:pt x="438930" y="69057"/>
                    <a:pt x="438930" y="69057"/>
                  </a:cubicBezTo>
                  <a:cubicBezTo>
                    <a:pt x="444370" y="66337"/>
                    <a:pt x="447089" y="66337"/>
                    <a:pt x="452529" y="66337"/>
                  </a:cubicBezTo>
                  <a:cubicBezTo>
                    <a:pt x="457968" y="66337"/>
                    <a:pt x="460688" y="66337"/>
                    <a:pt x="466127" y="69057"/>
                  </a:cubicBezTo>
                  <a:cubicBezTo>
                    <a:pt x="468847" y="69057"/>
                    <a:pt x="471566" y="71776"/>
                    <a:pt x="471566" y="71776"/>
                  </a:cubicBezTo>
                  <a:cubicBezTo>
                    <a:pt x="490604" y="71776"/>
                    <a:pt x="506922" y="71776"/>
                    <a:pt x="515081" y="71776"/>
                  </a:cubicBezTo>
                  <a:cubicBezTo>
                    <a:pt x="523240" y="71776"/>
                    <a:pt x="542277" y="71776"/>
                    <a:pt x="542277" y="88094"/>
                  </a:cubicBezTo>
                  <a:cubicBezTo>
                    <a:pt x="542277" y="96253"/>
                    <a:pt x="542277" y="98973"/>
                    <a:pt x="536838" y="104412"/>
                  </a:cubicBezTo>
                  <a:cubicBezTo>
                    <a:pt x="534119" y="109852"/>
                    <a:pt x="528679" y="112571"/>
                    <a:pt x="525959" y="112571"/>
                  </a:cubicBezTo>
                  <a:cubicBezTo>
                    <a:pt x="520520" y="115291"/>
                    <a:pt x="515081" y="115291"/>
                    <a:pt x="509642" y="115291"/>
                  </a:cubicBezTo>
                  <a:cubicBezTo>
                    <a:pt x="506922" y="115291"/>
                    <a:pt x="487884" y="115291"/>
                    <a:pt x="468847" y="115291"/>
                  </a:cubicBezTo>
                  <a:cubicBezTo>
                    <a:pt x="466127" y="123450"/>
                    <a:pt x="460688" y="128889"/>
                    <a:pt x="457968" y="137048"/>
                  </a:cubicBezTo>
                  <a:cubicBezTo>
                    <a:pt x="447089" y="156086"/>
                    <a:pt x="438930" y="175123"/>
                    <a:pt x="430771" y="194161"/>
                  </a:cubicBezTo>
                  <a:cubicBezTo>
                    <a:pt x="419893" y="215918"/>
                    <a:pt x="411734" y="240395"/>
                    <a:pt x="400855" y="262152"/>
                  </a:cubicBezTo>
                  <a:cubicBezTo>
                    <a:pt x="387257" y="289349"/>
                    <a:pt x="373659" y="311106"/>
                    <a:pt x="360060" y="332863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AE3F4F14-A16D-4D77-9802-11BABF614845}"/>
                </a:ext>
              </a:extLst>
            </p:cNvPr>
            <p:cNvSpPr/>
            <p:nvPr/>
          </p:nvSpPr>
          <p:spPr>
            <a:xfrm>
              <a:off x="4335316" y="4186718"/>
              <a:ext cx="353556" cy="761503"/>
            </a:xfrm>
            <a:custGeom>
              <a:avLst/>
              <a:gdLst>
                <a:gd name="connsiteX0" fmla="*/ 283910 w 353555"/>
                <a:gd name="connsiteY0" fmla="*/ 672820 h 761503"/>
                <a:gd name="connsiteX1" fmla="*/ 321985 w 353555"/>
                <a:gd name="connsiteY1" fmla="*/ 689138 h 761503"/>
                <a:gd name="connsiteX2" fmla="*/ 316546 w 353555"/>
                <a:gd name="connsiteY2" fmla="*/ 705456 h 761503"/>
                <a:gd name="connsiteX3" fmla="*/ 300228 w 353555"/>
                <a:gd name="connsiteY3" fmla="*/ 713615 h 761503"/>
                <a:gd name="connsiteX4" fmla="*/ 278471 w 353555"/>
                <a:gd name="connsiteY4" fmla="*/ 716335 h 761503"/>
                <a:gd name="connsiteX5" fmla="*/ 237676 w 353555"/>
                <a:gd name="connsiteY5" fmla="*/ 716335 h 761503"/>
                <a:gd name="connsiteX6" fmla="*/ 180563 w 353555"/>
                <a:gd name="connsiteY6" fmla="*/ 719054 h 761503"/>
                <a:gd name="connsiteX7" fmla="*/ 126170 w 353555"/>
                <a:gd name="connsiteY7" fmla="*/ 719054 h 761503"/>
                <a:gd name="connsiteX8" fmla="*/ 101693 w 353555"/>
                <a:gd name="connsiteY8" fmla="*/ 719054 h 761503"/>
                <a:gd name="connsiteX9" fmla="*/ 74496 w 353555"/>
                <a:gd name="connsiteY9" fmla="*/ 713615 h 761503"/>
                <a:gd name="connsiteX10" fmla="*/ 58178 w 353555"/>
                <a:gd name="connsiteY10" fmla="*/ 697297 h 761503"/>
                <a:gd name="connsiteX11" fmla="*/ 63617 w 353555"/>
                <a:gd name="connsiteY11" fmla="*/ 689138 h 761503"/>
                <a:gd name="connsiteX12" fmla="*/ 85375 w 353555"/>
                <a:gd name="connsiteY12" fmla="*/ 680979 h 761503"/>
                <a:gd name="connsiteX13" fmla="*/ 131609 w 353555"/>
                <a:gd name="connsiteY13" fmla="*/ 675540 h 761503"/>
                <a:gd name="connsiteX14" fmla="*/ 142488 w 353555"/>
                <a:gd name="connsiteY14" fmla="*/ 675540 h 761503"/>
                <a:gd name="connsiteX15" fmla="*/ 131609 w 353555"/>
                <a:gd name="connsiteY15" fmla="*/ 653783 h 761503"/>
                <a:gd name="connsiteX16" fmla="*/ 128889 w 353555"/>
                <a:gd name="connsiteY16" fmla="*/ 640184 h 761503"/>
                <a:gd name="connsiteX17" fmla="*/ 128889 w 353555"/>
                <a:gd name="connsiteY17" fmla="*/ 629306 h 761503"/>
                <a:gd name="connsiteX18" fmla="*/ 128889 w 353555"/>
                <a:gd name="connsiteY18" fmla="*/ 621147 h 761503"/>
                <a:gd name="connsiteX19" fmla="*/ 128889 w 353555"/>
                <a:gd name="connsiteY19" fmla="*/ 593950 h 761503"/>
                <a:gd name="connsiteX20" fmla="*/ 128889 w 353555"/>
                <a:gd name="connsiteY20" fmla="*/ 583072 h 761503"/>
                <a:gd name="connsiteX21" fmla="*/ 128889 w 353555"/>
                <a:gd name="connsiteY21" fmla="*/ 436210 h 761503"/>
                <a:gd name="connsiteX22" fmla="*/ 128889 w 353555"/>
                <a:gd name="connsiteY22" fmla="*/ 357340 h 761503"/>
                <a:gd name="connsiteX23" fmla="*/ 131609 w 353555"/>
                <a:gd name="connsiteY23" fmla="*/ 289349 h 761503"/>
                <a:gd name="connsiteX24" fmla="*/ 131609 w 353555"/>
                <a:gd name="connsiteY24" fmla="*/ 251274 h 761503"/>
                <a:gd name="connsiteX25" fmla="*/ 131609 w 353555"/>
                <a:gd name="connsiteY25" fmla="*/ 205040 h 761503"/>
                <a:gd name="connsiteX26" fmla="*/ 131609 w 353555"/>
                <a:gd name="connsiteY26" fmla="*/ 139768 h 761503"/>
                <a:gd name="connsiteX27" fmla="*/ 131609 w 353555"/>
                <a:gd name="connsiteY27" fmla="*/ 128889 h 761503"/>
                <a:gd name="connsiteX28" fmla="*/ 126170 w 353555"/>
                <a:gd name="connsiteY28" fmla="*/ 128889 h 761503"/>
                <a:gd name="connsiteX29" fmla="*/ 101693 w 353555"/>
                <a:gd name="connsiteY29" fmla="*/ 128889 h 761503"/>
                <a:gd name="connsiteX30" fmla="*/ 74496 w 353555"/>
                <a:gd name="connsiteY30" fmla="*/ 123450 h 761503"/>
                <a:gd name="connsiteX31" fmla="*/ 58178 w 353555"/>
                <a:gd name="connsiteY31" fmla="*/ 107132 h 761503"/>
                <a:gd name="connsiteX32" fmla="*/ 60898 w 353555"/>
                <a:gd name="connsiteY32" fmla="*/ 98973 h 761503"/>
                <a:gd name="connsiteX33" fmla="*/ 82655 w 353555"/>
                <a:gd name="connsiteY33" fmla="*/ 93534 h 761503"/>
                <a:gd name="connsiteX34" fmla="*/ 131609 w 353555"/>
                <a:gd name="connsiteY34" fmla="*/ 88094 h 761503"/>
                <a:gd name="connsiteX35" fmla="*/ 131609 w 353555"/>
                <a:gd name="connsiteY35" fmla="*/ 82655 h 761503"/>
                <a:gd name="connsiteX36" fmla="*/ 134329 w 353555"/>
                <a:gd name="connsiteY36" fmla="*/ 71776 h 761503"/>
                <a:gd name="connsiteX37" fmla="*/ 147927 w 353555"/>
                <a:gd name="connsiteY37" fmla="*/ 63617 h 761503"/>
                <a:gd name="connsiteX38" fmla="*/ 164245 w 353555"/>
                <a:gd name="connsiteY38" fmla="*/ 58178 h 761503"/>
                <a:gd name="connsiteX39" fmla="*/ 177843 w 353555"/>
                <a:gd name="connsiteY39" fmla="*/ 58178 h 761503"/>
                <a:gd name="connsiteX40" fmla="*/ 196881 w 353555"/>
                <a:gd name="connsiteY40" fmla="*/ 60898 h 761503"/>
                <a:gd name="connsiteX41" fmla="*/ 232236 w 353555"/>
                <a:gd name="connsiteY41" fmla="*/ 88094 h 761503"/>
                <a:gd name="connsiteX42" fmla="*/ 278471 w 353555"/>
                <a:gd name="connsiteY42" fmla="*/ 88094 h 761503"/>
                <a:gd name="connsiteX43" fmla="*/ 316546 w 353555"/>
                <a:gd name="connsiteY43" fmla="*/ 104412 h 761503"/>
                <a:gd name="connsiteX44" fmla="*/ 311106 w 353555"/>
                <a:gd name="connsiteY44" fmla="*/ 120730 h 761503"/>
                <a:gd name="connsiteX45" fmla="*/ 294788 w 353555"/>
                <a:gd name="connsiteY45" fmla="*/ 128889 h 761503"/>
                <a:gd name="connsiteX46" fmla="*/ 273031 w 353555"/>
                <a:gd name="connsiteY46" fmla="*/ 131609 h 761503"/>
                <a:gd name="connsiteX47" fmla="*/ 243115 w 353555"/>
                <a:gd name="connsiteY47" fmla="*/ 131609 h 761503"/>
                <a:gd name="connsiteX48" fmla="*/ 243115 w 353555"/>
                <a:gd name="connsiteY48" fmla="*/ 134329 h 761503"/>
                <a:gd name="connsiteX49" fmla="*/ 248554 w 353555"/>
                <a:gd name="connsiteY49" fmla="*/ 169684 h 761503"/>
                <a:gd name="connsiteX50" fmla="*/ 251274 w 353555"/>
                <a:gd name="connsiteY50" fmla="*/ 205040 h 761503"/>
                <a:gd name="connsiteX51" fmla="*/ 251274 w 353555"/>
                <a:gd name="connsiteY51" fmla="*/ 240395 h 761503"/>
                <a:gd name="connsiteX52" fmla="*/ 251274 w 353555"/>
                <a:gd name="connsiteY52" fmla="*/ 256713 h 761503"/>
                <a:gd name="connsiteX53" fmla="*/ 253994 w 353555"/>
                <a:gd name="connsiteY53" fmla="*/ 270311 h 761503"/>
                <a:gd name="connsiteX54" fmla="*/ 259433 w 353555"/>
                <a:gd name="connsiteY54" fmla="*/ 343742 h 761503"/>
                <a:gd name="connsiteX55" fmla="*/ 262153 w 353555"/>
                <a:gd name="connsiteY55" fmla="*/ 425332 h 761503"/>
                <a:gd name="connsiteX56" fmla="*/ 264872 w 353555"/>
                <a:gd name="connsiteY56" fmla="*/ 490603 h 761503"/>
                <a:gd name="connsiteX57" fmla="*/ 270312 w 353555"/>
                <a:gd name="connsiteY57" fmla="*/ 564034 h 761503"/>
                <a:gd name="connsiteX58" fmla="*/ 270312 w 353555"/>
                <a:gd name="connsiteY58" fmla="*/ 599390 h 761503"/>
                <a:gd name="connsiteX59" fmla="*/ 270312 w 353555"/>
                <a:gd name="connsiteY59" fmla="*/ 637465 h 761503"/>
                <a:gd name="connsiteX60" fmla="*/ 264872 w 353555"/>
                <a:gd name="connsiteY60" fmla="*/ 670101 h 761503"/>
                <a:gd name="connsiteX61" fmla="*/ 283910 w 353555"/>
                <a:gd name="connsiteY61" fmla="*/ 672820 h 761503"/>
                <a:gd name="connsiteX62" fmla="*/ 283910 w 353555"/>
                <a:gd name="connsiteY62" fmla="*/ 672820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353555" h="761503">
                  <a:moveTo>
                    <a:pt x="283910" y="672820"/>
                  </a:moveTo>
                  <a:cubicBezTo>
                    <a:pt x="297508" y="672820"/>
                    <a:pt x="321985" y="672820"/>
                    <a:pt x="321985" y="689138"/>
                  </a:cubicBezTo>
                  <a:cubicBezTo>
                    <a:pt x="321985" y="697297"/>
                    <a:pt x="319265" y="697297"/>
                    <a:pt x="316546" y="705456"/>
                  </a:cubicBezTo>
                  <a:cubicBezTo>
                    <a:pt x="311106" y="710895"/>
                    <a:pt x="305667" y="713615"/>
                    <a:pt x="300228" y="713615"/>
                  </a:cubicBezTo>
                  <a:cubicBezTo>
                    <a:pt x="292069" y="716335"/>
                    <a:pt x="283910" y="716335"/>
                    <a:pt x="278471" y="716335"/>
                  </a:cubicBezTo>
                  <a:cubicBezTo>
                    <a:pt x="275751" y="716335"/>
                    <a:pt x="256713" y="716335"/>
                    <a:pt x="237676" y="716335"/>
                  </a:cubicBezTo>
                  <a:cubicBezTo>
                    <a:pt x="213199" y="716335"/>
                    <a:pt x="186002" y="719054"/>
                    <a:pt x="180563" y="719054"/>
                  </a:cubicBezTo>
                  <a:cubicBezTo>
                    <a:pt x="166965" y="719054"/>
                    <a:pt x="142488" y="719054"/>
                    <a:pt x="126170" y="719054"/>
                  </a:cubicBezTo>
                  <a:cubicBezTo>
                    <a:pt x="118011" y="719054"/>
                    <a:pt x="109852" y="719054"/>
                    <a:pt x="101693" y="719054"/>
                  </a:cubicBezTo>
                  <a:cubicBezTo>
                    <a:pt x="93534" y="719054"/>
                    <a:pt x="82655" y="719054"/>
                    <a:pt x="74496" y="713615"/>
                  </a:cubicBezTo>
                  <a:cubicBezTo>
                    <a:pt x="66337" y="710895"/>
                    <a:pt x="58178" y="702736"/>
                    <a:pt x="58178" y="697297"/>
                  </a:cubicBezTo>
                  <a:cubicBezTo>
                    <a:pt x="58178" y="694578"/>
                    <a:pt x="58178" y="691858"/>
                    <a:pt x="63617" y="689138"/>
                  </a:cubicBezTo>
                  <a:cubicBezTo>
                    <a:pt x="69057" y="686418"/>
                    <a:pt x="79935" y="683699"/>
                    <a:pt x="85375" y="680979"/>
                  </a:cubicBezTo>
                  <a:cubicBezTo>
                    <a:pt x="104412" y="678260"/>
                    <a:pt x="123450" y="675540"/>
                    <a:pt x="131609" y="675540"/>
                  </a:cubicBezTo>
                  <a:cubicBezTo>
                    <a:pt x="134329" y="675540"/>
                    <a:pt x="137048" y="675540"/>
                    <a:pt x="142488" y="675540"/>
                  </a:cubicBezTo>
                  <a:cubicBezTo>
                    <a:pt x="134329" y="670101"/>
                    <a:pt x="131609" y="661942"/>
                    <a:pt x="131609" y="653783"/>
                  </a:cubicBezTo>
                  <a:cubicBezTo>
                    <a:pt x="131609" y="648343"/>
                    <a:pt x="131609" y="642904"/>
                    <a:pt x="128889" y="640184"/>
                  </a:cubicBezTo>
                  <a:cubicBezTo>
                    <a:pt x="128889" y="637465"/>
                    <a:pt x="128889" y="634745"/>
                    <a:pt x="128889" y="629306"/>
                  </a:cubicBezTo>
                  <a:cubicBezTo>
                    <a:pt x="128889" y="626586"/>
                    <a:pt x="128889" y="623867"/>
                    <a:pt x="128889" y="621147"/>
                  </a:cubicBezTo>
                  <a:cubicBezTo>
                    <a:pt x="128889" y="612988"/>
                    <a:pt x="128889" y="604829"/>
                    <a:pt x="128889" y="593950"/>
                  </a:cubicBezTo>
                  <a:cubicBezTo>
                    <a:pt x="128889" y="591231"/>
                    <a:pt x="128889" y="585791"/>
                    <a:pt x="128889" y="583072"/>
                  </a:cubicBezTo>
                  <a:cubicBezTo>
                    <a:pt x="128889" y="534118"/>
                    <a:pt x="131609" y="485164"/>
                    <a:pt x="128889" y="436210"/>
                  </a:cubicBezTo>
                  <a:cubicBezTo>
                    <a:pt x="128889" y="409014"/>
                    <a:pt x="128889" y="384537"/>
                    <a:pt x="128889" y="357340"/>
                  </a:cubicBezTo>
                  <a:cubicBezTo>
                    <a:pt x="128889" y="335583"/>
                    <a:pt x="131609" y="313826"/>
                    <a:pt x="131609" y="289349"/>
                  </a:cubicBezTo>
                  <a:cubicBezTo>
                    <a:pt x="131609" y="275751"/>
                    <a:pt x="131609" y="264872"/>
                    <a:pt x="131609" y="251274"/>
                  </a:cubicBezTo>
                  <a:cubicBezTo>
                    <a:pt x="131609" y="234956"/>
                    <a:pt x="131609" y="221357"/>
                    <a:pt x="131609" y="205040"/>
                  </a:cubicBezTo>
                  <a:cubicBezTo>
                    <a:pt x="131609" y="183282"/>
                    <a:pt x="131609" y="161525"/>
                    <a:pt x="131609" y="139768"/>
                  </a:cubicBezTo>
                  <a:cubicBezTo>
                    <a:pt x="131609" y="137048"/>
                    <a:pt x="131609" y="134329"/>
                    <a:pt x="131609" y="128889"/>
                  </a:cubicBezTo>
                  <a:cubicBezTo>
                    <a:pt x="128889" y="128889"/>
                    <a:pt x="126170" y="128889"/>
                    <a:pt x="126170" y="128889"/>
                  </a:cubicBezTo>
                  <a:cubicBezTo>
                    <a:pt x="118011" y="128889"/>
                    <a:pt x="109852" y="128889"/>
                    <a:pt x="101693" y="128889"/>
                  </a:cubicBezTo>
                  <a:cubicBezTo>
                    <a:pt x="93534" y="128889"/>
                    <a:pt x="82655" y="128889"/>
                    <a:pt x="74496" y="123450"/>
                  </a:cubicBezTo>
                  <a:cubicBezTo>
                    <a:pt x="66337" y="120730"/>
                    <a:pt x="58178" y="112571"/>
                    <a:pt x="58178" y="107132"/>
                  </a:cubicBezTo>
                  <a:cubicBezTo>
                    <a:pt x="58178" y="104412"/>
                    <a:pt x="58178" y="101693"/>
                    <a:pt x="60898" y="98973"/>
                  </a:cubicBezTo>
                  <a:cubicBezTo>
                    <a:pt x="63617" y="96253"/>
                    <a:pt x="77216" y="93534"/>
                    <a:pt x="82655" y="93534"/>
                  </a:cubicBezTo>
                  <a:cubicBezTo>
                    <a:pt x="98973" y="90814"/>
                    <a:pt x="123450" y="88094"/>
                    <a:pt x="131609" y="88094"/>
                  </a:cubicBezTo>
                  <a:cubicBezTo>
                    <a:pt x="131609" y="85375"/>
                    <a:pt x="131609" y="85375"/>
                    <a:pt x="131609" y="82655"/>
                  </a:cubicBezTo>
                  <a:cubicBezTo>
                    <a:pt x="131609" y="77216"/>
                    <a:pt x="131609" y="74496"/>
                    <a:pt x="134329" y="71776"/>
                  </a:cubicBezTo>
                  <a:cubicBezTo>
                    <a:pt x="137048" y="69057"/>
                    <a:pt x="145207" y="66337"/>
                    <a:pt x="147927" y="63617"/>
                  </a:cubicBezTo>
                  <a:cubicBezTo>
                    <a:pt x="153366" y="60898"/>
                    <a:pt x="158806" y="58178"/>
                    <a:pt x="164245" y="58178"/>
                  </a:cubicBezTo>
                  <a:cubicBezTo>
                    <a:pt x="169684" y="58178"/>
                    <a:pt x="175123" y="58178"/>
                    <a:pt x="177843" y="58178"/>
                  </a:cubicBezTo>
                  <a:cubicBezTo>
                    <a:pt x="183283" y="58178"/>
                    <a:pt x="191442" y="58178"/>
                    <a:pt x="196881" y="60898"/>
                  </a:cubicBezTo>
                  <a:cubicBezTo>
                    <a:pt x="213199" y="63617"/>
                    <a:pt x="224077" y="74496"/>
                    <a:pt x="232236" y="88094"/>
                  </a:cubicBezTo>
                  <a:cubicBezTo>
                    <a:pt x="253994" y="88094"/>
                    <a:pt x="270312" y="88094"/>
                    <a:pt x="278471" y="88094"/>
                  </a:cubicBezTo>
                  <a:cubicBezTo>
                    <a:pt x="292069" y="88094"/>
                    <a:pt x="316546" y="88094"/>
                    <a:pt x="316546" y="104412"/>
                  </a:cubicBezTo>
                  <a:cubicBezTo>
                    <a:pt x="316546" y="112571"/>
                    <a:pt x="313826" y="112571"/>
                    <a:pt x="311106" y="120730"/>
                  </a:cubicBezTo>
                  <a:cubicBezTo>
                    <a:pt x="305667" y="126170"/>
                    <a:pt x="300228" y="128889"/>
                    <a:pt x="294788" y="128889"/>
                  </a:cubicBezTo>
                  <a:cubicBezTo>
                    <a:pt x="286630" y="131609"/>
                    <a:pt x="278471" y="131609"/>
                    <a:pt x="273031" y="131609"/>
                  </a:cubicBezTo>
                  <a:cubicBezTo>
                    <a:pt x="270312" y="131609"/>
                    <a:pt x="259433" y="131609"/>
                    <a:pt x="243115" y="131609"/>
                  </a:cubicBezTo>
                  <a:lnTo>
                    <a:pt x="243115" y="134329"/>
                  </a:lnTo>
                  <a:cubicBezTo>
                    <a:pt x="245835" y="145207"/>
                    <a:pt x="245835" y="158805"/>
                    <a:pt x="248554" y="169684"/>
                  </a:cubicBezTo>
                  <a:cubicBezTo>
                    <a:pt x="251274" y="180563"/>
                    <a:pt x="251274" y="194161"/>
                    <a:pt x="251274" y="205040"/>
                  </a:cubicBezTo>
                  <a:cubicBezTo>
                    <a:pt x="251274" y="215918"/>
                    <a:pt x="251274" y="226797"/>
                    <a:pt x="251274" y="240395"/>
                  </a:cubicBezTo>
                  <a:cubicBezTo>
                    <a:pt x="251274" y="245834"/>
                    <a:pt x="251274" y="251274"/>
                    <a:pt x="251274" y="256713"/>
                  </a:cubicBezTo>
                  <a:cubicBezTo>
                    <a:pt x="251274" y="262152"/>
                    <a:pt x="251274" y="267592"/>
                    <a:pt x="253994" y="270311"/>
                  </a:cubicBezTo>
                  <a:cubicBezTo>
                    <a:pt x="256713" y="294788"/>
                    <a:pt x="256713" y="319265"/>
                    <a:pt x="259433" y="343742"/>
                  </a:cubicBezTo>
                  <a:cubicBezTo>
                    <a:pt x="259433" y="370939"/>
                    <a:pt x="262153" y="398135"/>
                    <a:pt x="262153" y="425332"/>
                  </a:cubicBezTo>
                  <a:cubicBezTo>
                    <a:pt x="262153" y="447089"/>
                    <a:pt x="262153" y="468846"/>
                    <a:pt x="264872" y="490603"/>
                  </a:cubicBezTo>
                  <a:cubicBezTo>
                    <a:pt x="264872" y="515080"/>
                    <a:pt x="270312" y="539557"/>
                    <a:pt x="270312" y="564034"/>
                  </a:cubicBezTo>
                  <a:cubicBezTo>
                    <a:pt x="270312" y="574913"/>
                    <a:pt x="270312" y="588511"/>
                    <a:pt x="270312" y="599390"/>
                  </a:cubicBezTo>
                  <a:cubicBezTo>
                    <a:pt x="270312" y="612988"/>
                    <a:pt x="270312" y="623867"/>
                    <a:pt x="270312" y="637465"/>
                  </a:cubicBezTo>
                  <a:cubicBezTo>
                    <a:pt x="270312" y="648343"/>
                    <a:pt x="270312" y="661942"/>
                    <a:pt x="264872" y="670101"/>
                  </a:cubicBezTo>
                  <a:cubicBezTo>
                    <a:pt x="273031" y="672820"/>
                    <a:pt x="278471" y="672820"/>
                    <a:pt x="283910" y="672820"/>
                  </a:cubicBezTo>
                  <a:lnTo>
                    <a:pt x="283910" y="672820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BC607246-0D6B-4302-A63C-E82116AD65DF}"/>
                </a:ext>
              </a:extLst>
            </p:cNvPr>
            <p:cNvSpPr/>
            <p:nvPr/>
          </p:nvSpPr>
          <p:spPr>
            <a:xfrm>
              <a:off x="4620880" y="4194877"/>
              <a:ext cx="598325" cy="761503"/>
            </a:xfrm>
            <a:custGeom>
              <a:avLst/>
              <a:gdLst>
                <a:gd name="connsiteX0" fmla="*/ 515081 w 598324"/>
                <a:gd name="connsiteY0" fmla="*/ 79935 h 761503"/>
                <a:gd name="connsiteX1" fmla="*/ 542277 w 598324"/>
                <a:gd name="connsiteY1" fmla="*/ 96253 h 761503"/>
                <a:gd name="connsiteX2" fmla="*/ 536838 w 598324"/>
                <a:gd name="connsiteY2" fmla="*/ 112571 h 761503"/>
                <a:gd name="connsiteX3" fmla="*/ 523240 w 598324"/>
                <a:gd name="connsiteY3" fmla="*/ 120730 h 761503"/>
                <a:gd name="connsiteX4" fmla="*/ 506922 w 598324"/>
                <a:gd name="connsiteY4" fmla="*/ 123450 h 761503"/>
                <a:gd name="connsiteX5" fmla="*/ 477006 w 598324"/>
                <a:gd name="connsiteY5" fmla="*/ 123450 h 761503"/>
                <a:gd name="connsiteX6" fmla="*/ 479725 w 598324"/>
                <a:gd name="connsiteY6" fmla="*/ 145207 h 761503"/>
                <a:gd name="connsiteX7" fmla="*/ 477006 w 598324"/>
                <a:gd name="connsiteY7" fmla="*/ 180563 h 761503"/>
                <a:gd name="connsiteX8" fmla="*/ 482445 w 598324"/>
                <a:gd name="connsiteY8" fmla="*/ 232236 h 761503"/>
                <a:gd name="connsiteX9" fmla="*/ 485165 w 598324"/>
                <a:gd name="connsiteY9" fmla="*/ 283909 h 761503"/>
                <a:gd name="connsiteX10" fmla="*/ 485165 w 598324"/>
                <a:gd name="connsiteY10" fmla="*/ 327424 h 761503"/>
                <a:gd name="connsiteX11" fmla="*/ 487884 w 598324"/>
                <a:gd name="connsiteY11" fmla="*/ 373658 h 761503"/>
                <a:gd name="connsiteX12" fmla="*/ 485165 w 598324"/>
                <a:gd name="connsiteY12" fmla="*/ 419892 h 761503"/>
                <a:gd name="connsiteX13" fmla="*/ 485165 w 598324"/>
                <a:gd name="connsiteY13" fmla="*/ 463407 h 761503"/>
                <a:gd name="connsiteX14" fmla="*/ 482445 w 598324"/>
                <a:gd name="connsiteY14" fmla="*/ 515080 h 761503"/>
                <a:gd name="connsiteX15" fmla="*/ 482445 w 598324"/>
                <a:gd name="connsiteY15" fmla="*/ 558595 h 761503"/>
                <a:gd name="connsiteX16" fmla="*/ 479725 w 598324"/>
                <a:gd name="connsiteY16" fmla="*/ 602109 h 761503"/>
                <a:gd name="connsiteX17" fmla="*/ 485165 w 598324"/>
                <a:gd name="connsiteY17" fmla="*/ 648343 h 761503"/>
                <a:gd name="connsiteX18" fmla="*/ 474286 w 598324"/>
                <a:gd name="connsiteY18" fmla="*/ 675540 h 761503"/>
                <a:gd name="connsiteX19" fmla="*/ 428052 w 598324"/>
                <a:gd name="connsiteY19" fmla="*/ 691858 h 761503"/>
                <a:gd name="connsiteX20" fmla="*/ 387257 w 598324"/>
                <a:gd name="connsiteY20" fmla="*/ 683699 h 761503"/>
                <a:gd name="connsiteX21" fmla="*/ 351901 w 598324"/>
                <a:gd name="connsiteY21" fmla="*/ 664661 h 761503"/>
                <a:gd name="connsiteX22" fmla="*/ 305667 w 598324"/>
                <a:gd name="connsiteY22" fmla="*/ 596670 h 761503"/>
                <a:gd name="connsiteX23" fmla="*/ 270312 w 598324"/>
                <a:gd name="connsiteY23" fmla="*/ 509641 h 761503"/>
                <a:gd name="connsiteX24" fmla="*/ 251274 w 598324"/>
                <a:gd name="connsiteY24" fmla="*/ 460687 h 761503"/>
                <a:gd name="connsiteX25" fmla="*/ 224077 w 598324"/>
                <a:gd name="connsiteY25" fmla="*/ 381817 h 761503"/>
                <a:gd name="connsiteX26" fmla="*/ 207759 w 598324"/>
                <a:gd name="connsiteY26" fmla="*/ 330144 h 761503"/>
                <a:gd name="connsiteX27" fmla="*/ 191442 w 598324"/>
                <a:gd name="connsiteY27" fmla="*/ 286629 h 761503"/>
                <a:gd name="connsiteX28" fmla="*/ 183283 w 598324"/>
                <a:gd name="connsiteY28" fmla="*/ 278470 h 761503"/>
                <a:gd name="connsiteX29" fmla="*/ 180563 w 598324"/>
                <a:gd name="connsiteY29" fmla="*/ 292068 h 761503"/>
                <a:gd name="connsiteX30" fmla="*/ 180563 w 598324"/>
                <a:gd name="connsiteY30" fmla="*/ 305667 h 761503"/>
                <a:gd name="connsiteX31" fmla="*/ 183283 w 598324"/>
                <a:gd name="connsiteY31" fmla="*/ 354620 h 761503"/>
                <a:gd name="connsiteX32" fmla="*/ 188722 w 598324"/>
                <a:gd name="connsiteY32" fmla="*/ 449808 h 761503"/>
                <a:gd name="connsiteX33" fmla="*/ 188722 w 598324"/>
                <a:gd name="connsiteY33" fmla="*/ 479725 h 761503"/>
                <a:gd name="connsiteX34" fmla="*/ 188722 w 598324"/>
                <a:gd name="connsiteY34" fmla="*/ 542277 h 761503"/>
                <a:gd name="connsiteX35" fmla="*/ 186002 w 598324"/>
                <a:gd name="connsiteY35" fmla="*/ 615708 h 761503"/>
                <a:gd name="connsiteX36" fmla="*/ 186002 w 598324"/>
                <a:gd name="connsiteY36" fmla="*/ 637465 h 761503"/>
                <a:gd name="connsiteX37" fmla="*/ 183283 w 598324"/>
                <a:gd name="connsiteY37" fmla="*/ 664661 h 761503"/>
                <a:gd name="connsiteX38" fmla="*/ 226797 w 598324"/>
                <a:gd name="connsiteY38" fmla="*/ 664661 h 761503"/>
                <a:gd name="connsiteX39" fmla="*/ 253994 w 598324"/>
                <a:gd name="connsiteY39" fmla="*/ 680979 h 761503"/>
                <a:gd name="connsiteX40" fmla="*/ 248554 w 598324"/>
                <a:gd name="connsiteY40" fmla="*/ 697297 h 761503"/>
                <a:gd name="connsiteX41" fmla="*/ 234956 w 598324"/>
                <a:gd name="connsiteY41" fmla="*/ 705456 h 761503"/>
                <a:gd name="connsiteX42" fmla="*/ 218638 w 598324"/>
                <a:gd name="connsiteY42" fmla="*/ 708176 h 761503"/>
                <a:gd name="connsiteX43" fmla="*/ 183283 w 598324"/>
                <a:gd name="connsiteY43" fmla="*/ 708176 h 761503"/>
                <a:gd name="connsiteX44" fmla="*/ 150647 w 598324"/>
                <a:gd name="connsiteY44" fmla="*/ 708176 h 761503"/>
                <a:gd name="connsiteX45" fmla="*/ 107132 w 598324"/>
                <a:gd name="connsiteY45" fmla="*/ 708176 h 761503"/>
                <a:gd name="connsiteX46" fmla="*/ 88094 w 598324"/>
                <a:gd name="connsiteY46" fmla="*/ 708176 h 761503"/>
                <a:gd name="connsiteX47" fmla="*/ 69057 w 598324"/>
                <a:gd name="connsiteY47" fmla="*/ 702736 h 761503"/>
                <a:gd name="connsiteX48" fmla="*/ 58178 w 598324"/>
                <a:gd name="connsiteY48" fmla="*/ 686418 h 761503"/>
                <a:gd name="connsiteX49" fmla="*/ 60898 w 598324"/>
                <a:gd name="connsiteY49" fmla="*/ 678259 h 761503"/>
                <a:gd name="connsiteX50" fmla="*/ 77216 w 598324"/>
                <a:gd name="connsiteY50" fmla="*/ 670101 h 761503"/>
                <a:gd name="connsiteX51" fmla="*/ 120730 w 598324"/>
                <a:gd name="connsiteY51" fmla="*/ 664661 h 761503"/>
                <a:gd name="connsiteX52" fmla="*/ 131609 w 598324"/>
                <a:gd name="connsiteY52" fmla="*/ 664661 h 761503"/>
                <a:gd name="connsiteX53" fmla="*/ 134329 w 598324"/>
                <a:gd name="connsiteY53" fmla="*/ 539557 h 761503"/>
                <a:gd name="connsiteX54" fmla="*/ 134329 w 598324"/>
                <a:gd name="connsiteY54" fmla="*/ 504201 h 761503"/>
                <a:gd name="connsiteX55" fmla="*/ 131609 w 598324"/>
                <a:gd name="connsiteY55" fmla="*/ 376378 h 761503"/>
                <a:gd name="connsiteX56" fmla="*/ 131609 w 598324"/>
                <a:gd name="connsiteY56" fmla="*/ 302947 h 761503"/>
                <a:gd name="connsiteX57" fmla="*/ 134329 w 598324"/>
                <a:gd name="connsiteY57" fmla="*/ 221357 h 761503"/>
                <a:gd name="connsiteX58" fmla="*/ 137048 w 598324"/>
                <a:gd name="connsiteY58" fmla="*/ 123450 h 761503"/>
                <a:gd name="connsiteX59" fmla="*/ 107132 w 598324"/>
                <a:gd name="connsiteY59" fmla="*/ 123450 h 761503"/>
                <a:gd name="connsiteX60" fmla="*/ 88094 w 598324"/>
                <a:gd name="connsiteY60" fmla="*/ 123450 h 761503"/>
                <a:gd name="connsiteX61" fmla="*/ 69057 w 598324"/>
                <a:gd name="connsiteY61" fmla="*/ 118011 h 761503"/>
                <a:gd name="connsiteX62" fmla="*/ 58178 w 598324"/>
                <a:gd name="connsiteY62" fmla="*/ 101693 h 761503"/>
                <a:gd name="connsiteX63" fmla="*/ 60898 w 598324"/>
                <a:gd name="connsiteY63" fmla="*/ 93534 h 761503"/>
                <a:gd name="connsiteX64" fmla="*/ 77216 w 598324"/>
                <a:gd name="connsiteY64" fmla="*/ 85375 h 761503"/>
                <a:gd name="connsiteX65" fmla="*/ 131609 w 598324"/>
                <a:gd name="connsiteY65" fmla="*/ 79935 h 761503"/>
                <a:gd name="connsiteX66" fmla="*/ 161525 w 598324"/>
                <a:gd name="connsiteY66" fmla="*/ 79935 h 761503"/>
                <a:gd name="connsiteX67" fmla="*/ 177843 w 598324"/>
                <a:gd name="connsiteY67" fmla="*/ 66337 h 761503"/>
                <a:gd name="connsiteX68" fmla="*/ 202320 w 598324"/>
                <a:gd name="connsiteY68" fmla="*/ 58178 h 761503"/>
                <a:gd name="connsiteX69" fmla="*/ 234956 w 598324"/>
                <a:gd name="connsiteY69" fmla="*/ 77216 h 761503"/>
                <a:gd name="connsiteX70" fmla="*/ 251274 w 598324"/>
                <a:gd name="connsiteY70" fmla="*/ 107132 h 761503"/>
                <a:gd name="connsiteX71" fmla="*/ 267592 w 598324"/>
                <a:gd name="connsiteY71" fmla="*/ 147927 h 761503"/>
                <a:gd name="connsiteX72" fmla="*/ 281190 w 598324"/>
                <a:gd name="connsiteY72" fmla="*/ 183282 h 761503"/>
                <a:gd name="connsiteX73" fmla="*/ 297508 w 598324"/>
                <a:gd name="connsiteY73" fmla="*/ 224077 h 761503"/>
                <a:gd name="connsiteX74" fmla="*/ 308387 w 598324"/>
                <a:gd name="connsiteY74" fmla="*/ 264872 h 761503"/>
                <a:gd name="connsiteX75" fmla="*/ 319265 w 598324"/>
                <a:gd name="connsiteY75" fmla="*/ 300227 h 761503"/>
                <a:gd name="connsiteX76" fmla="*/ 351901 w 598324"/>
                <a:gd name="connsiteY76" fmla="*/ 379097 h 761503"/>
                <a:gd name="connsiteX77" fmla="*/ 365500 w 598324"/>
                <a:gd name="connsiteY77" fmla="*/ 417173 h 761503"/>
                <a:gd name="connsiteX78" fmla="*/ 379098 w 598324"/>
                <a:gd name="connsiteY78" fmla="*/ 457967 h 761503"/>
                <a:gd name="connsiteX79" fmla="*/ 395416 w 598324"/>
                <a:gd name="connsiteY79" fmla="*/ 496043 h 761503"/>
                <a:gd name="connsiteX80" fmla="*/ 406294 w 598324"/>
                <a:gd name="connsiteY80" fmla="*/ 512361 h 761503"/>
                <a:gd name="connsiteX81" fmla="*/ 411734 w 598324"/>
                <a:gd name="connsiteY81" fmla="*/ 531398 h 761503"/>
                <a:gd name="connsiteX82" fmla="*/ 419893 w 598324"/>
                <a:gd name="connsiteY82" fmla="*/ 558595 h 761503"/>
                <a:gd name="connsiteX83" fmla="*/ 425332 w 598324"/>
                <a:gd name="connsiteY83" fmla="*/ 564034 h 761503"/>
                <a:gd name="connsiteX84" fmla="*/ 430771 w 598324"/>
                <a:gd name="connsiteY84" fmla="*/ 558595 h 761503"/>
                <a:gd name="connsiteX85" fmla="*/ 430771 w 598324"/>
                <a:gd name="connsiteY85" fmla="*/ 550436 h 761503"/>
                <a:gd name="connsiteX86" fmla="*/ 430771 w 598324"/>
                <a:gd name="connsiteY86" fmla="*/ 501482 h 761503"/>
                <a:gd name="connsiteX87" fmla="*/ 430771 w 598324"/>
                <a:gd name="connsiteY87" fmla="*/ 403574 h 761503"/>
                <a:gd name="connsiteX88" fmla="*/ 425332 w 598324"/>
                <a:gd name="connsiteY88" fmla="*/ 313826 h 761503"/>
                <a:gd name="connsiteX89" fmla="*/ 425332 w 598324"/>
                <a:gd name="connsiteY89" fmla="*/ 248554 h 761503"/>
                <a:gd name="connsiteX90" fmla="*/ 425332 w 598324"/>
                <a:gd name="connsiteY90" fmla="*/ 210479 h 761503"/>
                <a:gd name="connsiteX91" fmla="*/ 422613 w 598324"/>
                <a:gd name="connsiteY91" fmla="*/ 153366 h 761503"/>
                <a:gd name="connsiteX92" fmla="*/ 425332 w 598324"/>
                <a:gd name="connsiteY92" fmla="*/ 123450 h 761503"/>
                <a:gd name="connsiteX93" fmla="*/ 398136 w 598324"/>
                <a:gd name="connsiteY93" fmla="*/ 123450 h 761503"/>
                <a:gd name="connsiteX94" fmla="*/ 379098 w 598324"/>
                <a:gd name="connsiteY94" fmla="*/ 123450 h 761503"/>
                <a:gd name="connsiteX95" fmla="*/ 360060 w 598324"/>
                <a:gd name="connsiteY95" fmla="*/ 118011 h 761503"/>
                <a:gd name="connsiteX96" fmla="*/ 349182 w 598324"/>
                <a:gd name="connsiteY96" fmla="*/ 101693 h 761503"/>
                <a:gd name="connsiteX97" fmla="*/ 351901 w 598324"/>
                <a:gd name="connsiteY97" fmla="*/ 93534 h 761503"/>
                <a:gd name="connsiteX98" fmla="*/ 368219 w 598324"/>
                <a:gd name="connsiteY98" fmla="*/ 85375 h 761503"/>
                <a:gd name="connsiteX99" fmla="*/ 422613 w 598324"/>
                <a:gd name="connsiteY99" fmla="*/ 79935 h 761503"/>
                <a:gd name="connsiteX100" fmla="*/ 444370 w 598324"/>
                <a:gd name="connsiteY100" fmla="*/ 79935 h 761503"/>
                <a:gd name="connsiteX101" fmla="*/ 463407 w 598324"/>
                <a:gd name="connsiteY101" fmla="*/ 71776 h 761503"/>
                <a:gd name="connsiteX102" fmla="*/ 477006 w 598324"/>
                <a:gd name="connsiteY102" fmla="*/ 79935 h 761503"/>
                <a:gd name="connsiteX103" fmla="*/ 515081 w 598324"/>
                <a:gd name="connsiteY103" fmla="*/ 79935 h 761503"/>
                <a:gd name="connsiteX104" fmla="*/ 515081 w 598324"/>
                <a:gd name="connsiteY104" fmla="*/ 79935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598324" h="761503">
                  <a:moveTo>
                    <a:pt x="515081" y="79935"/>
                  </a:moveTo>
                  <a:cubicBezTo>
                    <a:pt x="523240" y="79935"/>
                    <a:pt x="542277" y="79935"/>
                    <a:pt x="542277" y="96253"/>
                  </a:cubicBezTo>
                  <a:cubicBezTo>
                    <a:pt x="542277" y="104412"/>
                    <a:pt x="542277" y="107132"/>
                    <a:pt x="536838" y="112571"/>
                  </a:cubicBezTo>
                  <a:cubicBezTo>
                    <a:pt x="534119" y="118011"/>
                    <a:pt x="528679" y="120730"/>
                    <a:pt x="523240" y="120730"/>
                  </a:cubicBezTo>
                  <a:cubicBezTo>
                    <a:pt x="515081" y="123450"/>
                    <a:pt x="512361" y="123450"/>
                    <a:pt x="506922" y="123450"/>
                  </a:cubicBezTo>
                  <a:cubicBezTo>
                    <a:pt x="504202" y="123450"/>
                    <a:pt x="490604" y="123450"/>
                    <a:pt x="477006" y="123450"/>
                  </a:cubicBezTo>
                  <a:cubicBezTo>
                    <a:pt x="477006" y="131609"/>
                    <a:pt x="479725" y="137048"/>
                    <a:pt x="479725" y="145207"/>
                  </a:cubicBezTo>
                  <a:cubicBezTo>
                    <a:pt x="479725" y="156086"/>
                    <a:pt x="477006" y="166964"/>
                    <a:pt x="477006" y="180563"/>
                  </a:cubicBezTo>
                  <a:cubicBezTo>
                    <a:pt x="477006" y="196881"/>
                    <a:pt x="479725" y="215918"/>
                    <a:pt x="482445" y="232236"/>
                  </a:cubicBezTo>
                  <a:cubicBezTo>
                    <a:pt x="485165" y="248554"/>
                    <a:pt x="485165" y="267592"/>
                    <a:pt x="485165" y="283909"/>
                  </a:cubicBezTo>
                  <a:cubicBezTo>
                    <a:pt x="485165" y="297508"/>
                    <a:pt x="485165" y="313826"/>
                    <a:pt x="485165" y="327424"/>
                  </a:cubicBezTo>
                  <a:cubicBezTo>
                    <a:pt x="485165" y="343742"/>
                    <a:pt x="487884" y="357340"/>
                    <a:pt x="487884" y="373658"/>
                  </a:cubicBezTo>
                  <a:cubicBezTo>
                    <a:pt x="487884" y="389976"/>
                    <a:pt x="485165" y="403574"/>
                    <a:pt x="485165" y="419892"/>
                  </a:cubicBezTo>
                  <a:cubicBezTo>
                    <a:pt x="485165" y="436210"/>
                    <a:pt x="485165" y="449808"/>
                    <a:pt x="485165" y="463407"/>
                  </a:cubicBezTo>
                  <a:cubicBezTo>
                    <a:pt x="485165" y="479725"/>
                    <a:pt x="485165" y="498762"/>
                    <a:pt x="482445" y="515080"/>
                  </a:cubicBezTo>
                  <a:cubicBezTo>
                    <a:pt x="482445" y="528678"/>
                    <a:pt x="482445" y="542277"/>
                    <a:pt x="482445" y="558595"/>
                  </a:cubicBezTo>
                  <a:cubicBezTo>
                    <a:pt x="482445" y="572193"/>
                    <a:pt x="479725" y="588511"/>
                    <a:pt x="479725" y="602109"/>
                  </a:cubicBezTo>
                  <a:cubicBezTo>
                    <a:pt x="479725" y="615708"/>
                    <a:pt x="485165" y="632025"/>
                    <a:pt x="485165" y="648343"/>
                  </a:cubicBezTo>
                  <a:cubicBezTo>
                    <a:pt x="485165" y="659222"/>
                    <a:pt x="482445" y="670101"/>
                    <a:pt x="474286" y="675540"/>
                  </a:cubicBezTo>
                  <a:cubicBezTo>
                    <a:pt x="460688" y="686418"/>
                    <a:pt x="444370" y="691858"/>
                    <a:pt x="428052" y="691858"/>
                  </a:cubicBezTo>
                  <a:cubicBezTo>
                    <a:pt x="414453" y="691858"/>
                    <a:pt x="400855" y="689138"/>
                    <a:pt x="387257" y="683699"/>
                  </a:cubicBezTo>
                  <a:cubicBezTo>
                    <a:pt x="373659" y="678259"/>
                    <a:pt x="360060" y="672820"/>
                    <a:pt x="351901" y="664661"/>
                  </a:cubicBezTo>
                  <a:cubicBezTo>
                    <a:pt x="330144" y="645624"/>
                    <a:pt x="316546" y="621147"/>
                    <a:pt x="305667" y="596670"/>
                  </a:cubicBezTo>
                  <a:cubicBezTo>
                    <a:pt x="292069" y="569473"/>
                    <a:pt x="281190" y="539557"/>
                    <a:pt x="270312" y="509641"/>
                  </a:cubicBezTo>
                  <a:cubicBezTo>
                    <a:pt x="264872" y="493323"/>
                    <a:pt x="256713" y="477005"/>
                    <a:pt x="251274" y="460687"/>
                  </a:cubicBezTo>
                  <a:cubicBezTo>
                    <a:pt x="240395" y="433490"/>
                    <a:pt x="232236" y="409014"/>
                    <a:pt x="224077" y="381817"/>
                  </a:cubicBezTo>
                  <a:cubicBezTo>
                    <a:pt x="218638" y="365499"/>
                    <a:pt x="213199" y="346462"/>
                    <a:pt x="207759" y="330144"/>
                  </a:cubicBezTo>
                  <a:cubicBezTo>
                    <a:pt x="202320" y="316545"/>
                    <a:pt x="196881" y="300227"/>
                    <a:pt x="191442" y="286629"/>
                  </a:cubicBezTo>
                  <a:cubicBezTo>
                    <a:pt x="188722" y="281190"/>
                    <a:pt x="186002" y="278470"/>
                    <a:pt x="183283" y="278470"/>
                  </a:cubicBezTo>
                  <a:cubicBezTo>
                    <a:pt x="180563" y="278470"/>
                    <a:pt x="180563" y="286629"/>
                    <a:pt x="180563" y="292068"/>
                  </a:cubicBezTo>
                  <a:cubicBezTo>
                    <a:pt x="180563" y="297508"/>
                    <a:pt x="180563" y="302947"/>
                    <a:pt x="180563" y="305667"/>
                  </a:cubicBezTo>
                  <a:cubicBezTo>
                    <a:pt x="180563" y="321985"/>
                    <a:pt x="183283" y="338303"/>
                    <a:pt x="183283" y="354620"/>
                  </a:cubicBezTo>
                  <a:cubicBezTo>
                    <a:pt x="183283" y="387256"/>
                    <a:pt x="186002" y="417173"/>
                    <a:pt x="188722" y="449808"/>
                  </a:cubicBezTo>
                  <a:cubicBezTo>
                    <a:pt x="188722" y="460687"/>
                    <a:pt x="188722" y="468846"/>
                    <a:pt x="188722" y="479725"/>
                  </a:cubicBezTo>
                  <a:cubicBezTo>
                    <a:pt x="188722" y="501482"/>
                    <a:pt x="188722" y="523239"/>
                    <a:pt x="188722" y="542277"/>
                  </a:cubicBezTo>
                  <a:cubicBezTo>
                    <a:pt x="188722" y="566754"/>
                    <a:pt x="186002" y="591231"/>
                    <a:pt x="186002" y="615708"/>
                  </a:cubicBezTo>
                  <a:cubicBezTo>
                    <a:pt x="186002" y="623866"/>
                    <a:pt x="186002" y="632025"/>
                    <a:pt x="186002" y="637465"/>
                  </a:cubicBezTo>
                  <a:cubicBezTo>
                    <a:pt x="186002" y="645624"/>
                    <a:pt x="183283" y="656502"/>
                    <a:pt x="183283" y="664661"/>
                  </a:cubicBezTo>
                  <a:cubicBezTo>
                    <a:pt x="202320" y="664661"/>
                    <a:pt x="218638" y="664661"/>
                    <a:pt x="226797" y="664661"/>
                  </a:cubicBezTo>
                  <a:cubicBezTo>
                    <a:pt x="234956" y="664661"/>
                    <a:pt x="253994" y="664661"/>
                    <a:pt x="253994" y="680979"/>
                  </a:cubicBezTo>
                  <a:cubicBezTo>
                    <a:pt x="253994" y="689138"/>
                    <a:pt x="253994" y="691858"/>
                    <a:pt x="248554" y="697297"/>
                  </a:cubicBezTo>
                  <a:cubicBezTo>
                    <a:pt x="245835" y="702736"/>
                    <a:pt x="240395" y="705456"/>
                    <a:pt x="234956" y="705456"/>
                  </a:cubicBezTo>
                  <a:cubicBezTo>
                    <a:pt x="226797" y="708176"/>
                    <a:pt x="224077" y="708176"/>
                    <a:pt x="218638" y="708176"/>
                  </a:cubicBezTo>
                  <a:cubicBezTo>
                    <a:pt x="215918" y="708176"/>
                    <a:pt x="199600" y="708176"/>
                    <a:pt x="183283" y="708176"/>
                  </a:cubicBezTo>
                  <a:cubicBezTo>
                    <a:pt x="166965" y="708176"/>
                    <a:pt x="153366" y="708176"/>
                    <a:pt x="150647" y="708176"/>
                  </a:cubicBezTo>
                  <a:cubicBezTo>
                    <a:pt x="139768" y="708176"/>
                    <a:pt x="120730" y="708176"/>
                    <a:pt x="107132" y="708176"/>
                  </a:cubicBezTo>
                  <a:cubicBezTo>
                    <a:pt x="101693" y="708176"/>
                    <a:pt x="96254" y="708176"/>
                    <a:pt x="88094" y="708176"/>
                  </a:cubicBezTo>
                  <a:cubicBezTo>
                    <a:pt x="82655" y="708176"/>
                    <a:pt x="74496" y="708176"/>
                    <a:pt x="69057" y="702736"/>
                  </a:cubicBezTo>
                  <a:cubicBezTo>
                    <a:pt x="63617" y="700017"/>
                    <a:pt x="58178" y="691858"/>
                    <a:pt x="58178" y="686418"/>
                  </a:cubicBezTo>
                  <a:cubicBezTo>
                    <a:pt x="58178" y="683699"/>
                    <a:pt x="58178" y="680979"/>
                    <a:pt x="60898" y="678259"/>
                  </a:cubicBezTo>
                  <a:cubicBezTo>
                    <a:pt x="63617" y="675540"/>
                    <a:pt x="71777" y="672820"/>
                    <a:pt x="77216" y="670101"/>
                  </a:cubicBezTo>
                  <a:cubicBezTo>
                    <a:pt x="90814" y="667381"/>
                    <a:pt x="115291" y="664661"/>
                    <a:pt x="120730" y="664661"/>
                  </a:cubicBezTo>
                  <a:cubicBezTo>
                    <a:pt x="123450" y="664661"/>
                    <a:pt x="126170" y="664661"/>
                    <a:pt x="131609" y="664661"/>
                  </a:cubicBezTo>
                  <a:cubicBezTo>
                    <a:pt x="131609" y="623866"/>
                    <a:pt x="134329" y="583072"/>
                    <a:pt x="134329" y="539557"/>
                  </a:cubicBezTo>
                  <a:cubicBezTo>
                    <a:pt x="134329" y="528678"/>
                    <a:pt x="134329" y="515080"/>
                    <a:pt x="134329" y="504201"/>
                  </a:cubicBezTo>
                  <a:cubicBezTo>
                    <a:pt x="131609" y="460687"/>
                    <a:pt x="131609" y="417173"/>
                    <a:pt x="131609" y="376378"/>
                  </a:cubicBezTo>
                  <a:cubicBezTo>
                    <a:pt x="131609" y="351901"/>
                    <a:pt x="131609" y="327424"/>
                    <a:pt x="131609" y="302947"/>
                  </a:cubicBezTo>
                  <a:cubicBezTo>
                    <a:pt x="131609" y="275751"/>
                    <a:pt x="131609" y="248554"/>
                    <a:pt x="134329" y="221357"/>
                  </a:cubicBezTo>
                  <a:cubicBezTo>
                    <a:pt x="134329" y="188722"/>
                    <a:pt x="137048" y="156086"/>
                    <a:pt x="137048" y="123450"/>
                  </a:cubicBezTo>
                  <a:cubicBezTo>
                    <a:pt x="126170" y="123450"/>
                    <a:pt x="115291" y="123450"/>
                    <a:pt x="107132" y="123450"/>
                  </a:cubicBezTo>
                  <a:cubicBezTo>
                    <a:pt x="101693" y="123450"/>
                    <a:pt x="96254" y="123450"/>
                    <a:pt x="88094" y="123450"/>
                  </a:cubicBezTo>
                  <a:cubicBezTo>
                    <a:pt x="82655" y="123450"/>
                    <a:pt x="74496" y="120730"/>
                    <a:pt x="69057" y="118011"/>
                  </a:cubicBezTo>
                  <a:cubicBezTo>
                    <a:pt x="63617" y="115291"/>
                    <a:pt x="58178" y="107132"/>
                    <a:pt x="58178" y="101693"/>
                  </a:cubicBezTo>
                  <a:cubicBezTo>
                    <a:pt x="58178" y="98973"/>
                    <a:pt x="58178" y="96253"/>
                    <a:pt x="60898" y="93534"/>
                  </a:cubicBezTo>
                  <a:cubicBezTo>
                    <a:pt x="63617" y="90814"/>
                    <a:pt x="71777" y="88094"/>
                    <a:pt x="77216" y="85375"/>
                  </a:cubicBezTo>
                  <a:cubicBezTo>
                    <a:pt x="90814" y="82655"/>
                    <a:pt x="126170" y="79935"/>
                    <a:pt x="131609" y="79935"/>
                  </a:cubicBezTo>
                  <a:cubicBezTo>
                    <a:pt x="137048" y="79935"/>
                    <a:pt x="147927" y="79935"/>
                    <a:pt x="161525" y="79935"/>
                  </a:cubicBezTo>
                  <a:cubicBezTo>
                    <a:pt x="166965" y="74496"/>
                    <a:pt x="172404" y="71776"/>
                    <a:pt x="177843" y="66337"/>
                  </a:cubicBezTo>
                  <a:cubicBezTo>
                    <a:pt x="186002" y="60898"/>
                    <a:pt x="194161" y="58178"/>
                    <a:pt x="202320" y="58178"/>
                  </a:cubicBezTo>
                  <a:cubicBezTo>
                    <a:pt x="215918" y="58178"/>
                    <a:pt x="226797" y="63617"/>
                    <a:pt x="234956" y="77216"/>
                  </a:cubicBezTo>
                  <a:cubicBezTo>
                    <a:pt x="240395" y="88094"/>
                    <a:pt x="248554" y="96253"/>
                    <a:pt x="251274" y="107132"/>
                  </a:cubicBezTo>
                  <a:cubicBezTo>
                    <a:pt x="256713" y="120730"/>
                    <a:pt x="259433" y="134328"/>
                    <a:pt x="267592" y="147927"/>
                  </a:cubicBezTo>
                  <a:cubicBezTo>
                    <a:pt x="273031" y="158805"/>
                    <a:pt x="275751" y="172404"/>
                    <a:pt x="281190" y="183282"/>
                  </a:cubicBezTo>
                  <a:cubicBezTo>
                    <a:pt x="286630" y="196881"/>
                    <a:pt x="292069" y="210479"/>
                    <a:pt x="297508" y="224077"/>
                  </a:cubicBezTo>
                  <a:cubicBezTo>
                    <a:pt x="300228" y="237675"/>
                    <a:pt x="305667" y="251274"/>
                    <a:pt x="308387" y="264872"/>
                  </a:cubicBezTo>
                  <a:cubicBezTo>
                    <a:pt x="311106" y="278470"/>
                    <a:pt x="311106" y="289349"/>
                    <a:pt x="319265" y="300227"/>
                  </a:cubicBezTo>
                  <a:cubicBezTo>
                    <a:pt x="332864" y="324704"/>
                    <a:pt x="346462" y="351901"/>
                    <a:pt x="351901" y="379097"/>
                  </a:cubicBezTo>
                  <a:cubicBezTo>
                    <a:pt x="354621" y="392696"/>
                    <a:pt x="360060" y="403574"/>
                    <a:pt x="365500" y="417173"/>
                  </a:cubicBezTo>
                  <a:cubicBezTo>
                    <a:pt x="373659" y="430771"/>
                    <a:pt x="373659" y="444369"/>
                    <a:pt x="379098" y="457967"/>
                  </a:cubicBezTo>
                  <a:cubicBezTo>
                    <a:pt x="381818" y="471566"/>
                    <a:pt x="387257" y="482444"/>
                    <a:pt x="395416" y="496043"/>
                  </a:cubicBezTo>
                  <a:cubicBezTo>
                    <a:pt x="398136" y="501482"/>
                    <a:pt x="403575" y="506921"/>
                    <a:pt x="406294" y="512361"/>
                  </a:cubicBezTo>
                  <a:cubicBezTo>
                    <a:pt x="409014" y="517800"/>
                    <a:pt x="409014" y="525959"/>
                    <a:pt x="411734" y="531398"/>
                  </a:cubicBezTo>
                  <a:cubicBezTo>
                    <a:pt x="414453" y="539557"/>
                    <a:pt x="417173" y="550436"/>
                    <a:pt x="419893" y="558595"/>
                  </a:cubicBezTo>
                  <a:cubicBezTo>
                    <a:pt x="422613" y="561314"/>
                    <a:pt x="422613" y="564034"/>
                    <a:pt x="425332" y="564034"/>
                  </a:cubicBezTo>
                  <a:cubicBezTo>
                    <a:pt x="428052" y="564034"/>
                    <a:pt x="428052" y="561314"/>
                    <a:pt x="430771" y="558595"/>
                  </a:cubicBezTo>
                  <a:cubicBezTo>
                    <a:pt x="430771" y="555875"/>
                    <a:pt x="430771" y="553155"/>
                    <a:pt x="430771" y="550436"/>
                  </a:cubicBezTo>
                  <a:cubicBezTo>
                    <a:pt x="430771" y="534118"/>
                    <a:pt x="430771" y="517800"/>
                    <a:pt x="430771" y="501482"/>
                  </a:cubicBezTo>
                  <a:cubicBezTo>
                    <a:pt x="430771" y="468846"/>
                    <a:pt x="433491" y="436210"/>
                    <a:pt x="430771" y="403574"/>
                  </a:cubicBezTo>
                  <a:cubicBezTo>
                    <a:pt x="430771" y="373658"/>
                    <a:pt x="425332" y="343742"/>
                    <a:pt x="425332" y="313826"/>
                  </a:cubicBezTo>
                  <a:cubicBezTo>
                    <a:pt x="425332" y="292068"/>
                    <a:pt x="425332" y="270311"/>
                    <a:pt x="425332" y="248554"/>
                  </a:cubicBezTo>
                  <a:cubicBezTo>
                    <a:pt x="425332" y="234956"/>
                    <a:pt x="425332" y="224077"/>
                    <a:pt x="425332" y="210479"/>
                  </a:cubicBezTo>
                  <a:cubicBezTo>
                    <a:pt x="425332" y="191441"/>
                    <a:pt x="422613" y="172404"/>
                    <a:pt x="422613" y="153366"/>
                  </a:cubicBezTo>
                  <a:cubicBezTo>
                    <a:pt x="422613" y="142487"/>
                    <a:pt x="422613" y="134328"/>
                    <a:pt x="425332" y="123450"/>
                  </a:cubicBezTo>
                  <a:cubicBezTo>
                    <a:pt x="417173" y="123450"/>
                    <a:pt x="406294" y="123450"/>
                    <a:pt x="398136" y="123450"/>
                  </a:cubicBezTo>
                  <a:cubicBezTo>
                    <a:pt x="392696" y="123450"/>
                    <a:pt x="387257" y="123450"/>
                    <a:pt x="379098" y="123450"/>
                  </a:cubicBezTo>
                  <a:cubicBezTo>
                    <a:pt x="373659" y="123450"/>
                    <a:pt x="365500" y="120730"/>
                    <a:pt x="360060" y="118011"/>
                  </a:cubicBezTo>
                  <a:cubicBezTo>
                    <a:pt x="354621" y="115291"/>
                    <a:pt x="349182" y="107132"/>
                    <a:pt x="349182" y="101693"/>
                  </a:cubicBezTo>
                  <a:cubicBezTo>
                    <a:pt x="349182" y="98973"/>
                    <a:pt x="349182" y="96253"/>
                    <a:pt x="351901" y="93534"/>
                  </a:cubicBezTo>
                  <a:cubicBezTo>
                    <a:pt x="354621" y="90814"/>
                    <a:pt x="362780" y="88094"/>
                    <a:pt x="368219" y="85375"/>
                  </a:cubicBezTo>
                  <a:cubicBezTo>
                    <a:pt x="381818" y="82655"/>
                    <a:pt x="417173" y="79935"/>
                    <a:pt x="422613" y="79935"/>
                  </a:cubicBezTo>
                  <a:cubicBezTo>
                    <a:pt x="428052" y="79935"/>
                    <a:pt x="433491" y="79935"/>
                    <a:pt x="444370" y="79935"/>
                  </a:cubicBezTo>
                  <a:cubicBezTo>
                    <a:pt x="449809" y="74496"/>
                    <a:pt x="455248" y="71776"/>
                    <a:pt x="463407" y="71776"/>
                  </a:cubicBezTo>
                  <a:cubicBezTo>
                    <a:pt x="471566" y="71776"/>
                    <a:pt x="477006" y="74496"/>
                    <a:pt x="477006" y="79935"/>
                  </a:cubicBezTo>
                  <a:cubicBezTo>
                    <a:pt x="493324" y="79935"/>
                    <a:pt x="506922" y="79935"/>
                    <a:pt x="515081" y="79935"/>
                  </a:cubicBezTo>
                  <a:lnTo>
                    <a:pt x="515081" y="79935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333FD0A1-B4A7-40CA-B9EE-32085C096039}"/>
                </a:ext>
              </a:extLst>
            </p:cNvPr>
            <p:cNvSpPr/>
            <p:nvPr/>
          </p:nvSpPr>
          <p:spPr>
            <a:xfrm>
              <a:off x="5139126" y="4192158"/>
              <a:ext cx="516735" cy="788700"/>
            </a:xfrm>
            <a:custGeom>
              <a:avLst/>
              <a:gdLst>
                <a:gd name="connsiteX0" fmla="*/ 464616 w 516735"/>
                <a:gd name="connsiteY0" fmla="*/ 436210 h 788699"/>
                <a:gd name="connsiteX1" fmla="*/ 445578 w 516735"/>
                <a:gd name="connsiteY1" fmla="*/ 455248 h 788699"/>
                <a:gd name="connsiteX2" fmla="*/ 404784 w 516735"/>
                <a:gd name="connsiteY2" fmla="*/ 466126 h 788699"/>
                <a:gd name="connsiteX3" fmla="*/ 385746 w 516735"/>
                <a:gd name="connsiteY3" fmla="*/ 479725 h 788699"/>
                <a:gd name="connsiteX4" fmla="*/ 388466 w 516735"/>
                <a:gd name="connsiteY4" fmla="*/ 512361 h 788699"/>
                <a:gd name="connsiteX5" fmla="*/ 388466 w 516735"/>
                <a:gd name="connsiteY5" fmla="*/ 544997 h 788699"/>
                <a:gd name="connsiteX6" fmla="*/ 388466 w 516735"/>
                <a:gd name="connsiteY6" fmla="*/ 566754 h 788699"/>
                <a:gd name="connsiteX7" fmla="*/ 391185 w 516735"/>
                <a:gd name="connsiteY7" fmla="*/ 632026 h 788699"/>
                <a:gd name="connsiteX8" fmla="*/ 393905 w 516735"/>
                <a:gd name="connsiteY8" fmla="*/ 683699 h 788699"/>
                <a:gd name="connsiteX9" fmla="*/ 377587 w 516735"/>
                <a:gd name="connsiteY9" fmla="*/ 724494 h 788699"/>
                <a:gd name="connsiteX10" fmla="*/ 361269 w 516735"/>
                <a:gd name="connsiteY10" fmla="*/ 719054 h 788699"/>
                <a:gd name="connsiteX11" fmla="*/ 353110 w 516735"/>
                <a:gd name="connsiteY11" fmla="*/ 702737 h 788699"/>
                <a:gd name="connsiteX12" fmla="*/ 350390 w 516735"/>
                <a:gd name="connsiteY12" fmla="*/ 686419 h 788699"/>
                <a:gd name="connsiteX13" fmla="*/ 353110 w 516735"/>
                <a:gd name="connsiteY13" fmla="*/ 659222 h 788699"/>
                <a:gd name="connsiteX14" fmla="*/ 353110 w 516735"/>
                <a:gd name="connsiteY14" fmla="*/ 656502 h 788699"/>
                <a:gd name="connsiteX15" fmla="*/ 317755 w 516735"/>
                <a:gd name="connsiteY15" fmla="*/ 708176 h 788699"/>
                <a:gd name="connsiteX16" fmla="*/ 241604 w 516735"/>
                <a:gd name="connsiteY16" fmla="*/ 735372 h 788699"/>
                <a:gd name="connsiteX17" fmla="*/ 187211 w 516735"/>
                <a:gd name="connsiteY17" fmla="*/ 727214 h 788699"/>
                <a:gd name="connsiteX18" fmla="*/ 135538 w 516735"/>
                <a:gd name="connsiteY18" fmla="*/ 694578 h 788699"/>
                <a:gd name="connsiteX19" fmla="*/ 86584 w 516735"/>
                <a:gd name="connsiteY19" fmla="*/ 621147 h 788699"/>
                <a:gd name="connsiteX20" fmla="*/ 67546 w 516735"/>
                <a:gd name="connsiteY20" fmla="*/ 555875 h 788699"/>
                <a:gd name="connsiteX21" fmla="*/ 59387 w 516735"/>
                <a:gd name="connsiteY21" fmla="*/ 509641 h 788699"/>
                <a:gd name="connsiteX22" fmla="*/ 59387 w 516735"/>
                <a:gd name="connsiteY22" fmla="*/ 468846 h 788699"/>
                <a:gd name="connsiteX23" fmla="*/ 86584 w 516735"/>
                <a:gd name="connsiteY23" fmla="*/ 302947 h 788699"/>
                <a:gd name="connsiteX24" fmla="*/ 108341 w 516735"/>
                <a:gd name="connsiteY24" fmla="*/ 224077 h 788699"/>
                <a:gd name="connsiteX25" fmla="*/ 146416 w 516735"/>
                <a:gd name="connsiteY25" fmla="*/ 145207 h 788699"/>
                <a:gd name="connsiteX26" fmla="*/ 198090 w 516735"/>
                <a:gd name="connsiteY26" fmla="*/ 85375 h 788699"/>
                <a:gd name="connsiteX27" fmla="*/ 228006 w 516735"/>
                <a:gd name="connsiteY27" fmla="*/ 69057 h 788699"/>
                <a:gd name="connsiteX28" fmla="*/ 268801 w 516735"/>
                <a:gd name="connsiteY28" fmla="*/ 58178 h 788699"/>
                <a:gd name="connsiteX29" fmla="*/ 274240 w 516735"/>
                <a:gd name="connsiteY29" fmla="*/ 58178 h 788699"/>
                <a:gd name="connsiteX30" fmla="*/ 295997 w 516735"/>
                <a:gd name="connsiteY30" fmla="*/ 60898 h 788699"/>
                <a:gd name="connsiteX31" fmla="*/ 331353 w 516735"/>
                <a:gd name="connsiteY31" fmla="*/ 71776 h 788699"/>
                <a:gd name="connsiteX32" fmla="*/ 350390 w 516735"/>
                <a:gd name="connsiteY32" fmla="*/ 93534 h 788699"/>
                <a:gd name="connsiteX33" fmla="*/ 353110 w 516735"/>
                <a:gd name="connsiteY33" fmla="*/ 74496 h 788699"/>
                <a:gd name="connsiteX34" fmla="*/ 358549 w 516735"/>
                <a:gd name="connsiteY34" fmla="*/ 63618 h 788699"/>
                <a:gd name="connsiteX35" fmla="*/ 366708 w 516735"/>
                <a:gd name="connsiteY35" fmla="*/ 58178 h 788699"/>
                <a:gd name="connsiteX36" fmla="*/ 374867 w 516735"/>
                <a:gd name="connsiteY36" fmla="*/ 63618 h 788699"/>
                <a:gd name="connsiteX37" fmla="*/ 383026 w 516735"/>
                <a:gd name="connsiteY37" fmla="*/ 82655 h 788699"/>
                <a:gd name="connsiteX38" fmla="*/ 385746 w 516735"/>
                <a:gd name="connsiteY38" fmla="*/ 126170 h 788699"/>
                <a:gd name="connsiteX39" fmla="*/ 388466 w 516735"/>
                <a:gd name="connsiteY39" fmla="*/ 186002 h 788699"/>
                <a:gd name="connsiteX40" fmla="*/ 391185 w 516735"/>
                <a:gd name="connsiteY40" fmla="*/ 237676 h 788699"/>
                <a:gd name="connsiteX41" fmla="*/ 374867 w 516735"/>
                <a:gd name="connsiteY41" fmla="*/ 278470 h 788699"/>
                <a:gd name="connsiteX42" fmla="*/ 358549 w 516735"/>
                <a:gd name="connsiteY42" fmla="*/ 273031 h 788699"/>
                <a:gd name="connsiteX43" fmla="*/ 350390 w 516735"/>
                <a:gd name="connsiteY43" fmla="*/ 256713 h 788699"/>
                <a:gd name="connsiteX44" fmla="*/ 347671 w 516735"/>
                <a:gd name="connsiteY44" fmla="*/ 240395 h 788699"/>
                <a:gd name="connsiteX45" fmla="*/ 347671 w 516735"/>
                <a:gd name="connsiteY45" fmla="*/ 213199 h 788699"/>
                <a:gd name="connsiteX46" fmla="*/ 344951 w 516735"/>
                <a:gd name="connsiteY46" fmla="*/ 194161 h 788699"/>
                <a:gd name="connsiteX47" fmla="*/ 339512 w 516735"/>
                <a:gd name="connsiteY47" fmla="*/ 150647 h 788699"/>
                <a:gd name="connsiteX48" fmla="*/ 323194 w 516735"/>
                <a:gd name="connsiteY48" fmla="*/ 112571 h 788699"/>
                <a:gd name="connsiteX49" fmla="*/ 293278 w 516735"/>
                <a:gd name="connsiteY49" fmla="*/ 101693 h 788699"/>
                <a:gd name="connsiteX50" fmla="*/ 263361 w 516735"/>
                <a:gd name="connsiteY50" fmla="*/ 120730 h 788699"/>
                <a:gd name="connsiteX51" fmla="*/ 241604 w 516735"/>
                <a:gd name="connsiteY51" fmla="*/ 153366 h 788699"/>
                <a:gd name="connsiteX52" fmla="*/ 233445 w 516735"/>
                <a:gd name="connsiteY52" fmla="*/ 194161 h 788699"/>
                <a:gd name="connsiteX53" fmla="*/ 225286 w 516735"/>
                <a:gd name="connsiteY53" fmla="*/ 232236 h 788699"/>
                <a:gd name="connsiteX54" fmla="*/ 217127 w 516735"/>
                <a:gd name="connsiteY54" fmla="*/ 275751 h 788699"/>
                <a:gd name="connsiteX55" fmla="*/ 211688 w 516735"/>
                <a:gd name="connsiteY55" fmla="*/ 316545 h 788699"/>
                <a:gd name="connsiteX56" fmla="*/ 206249 w 516735"/>
                <a:gd name="connsiteY56" fmla="*/ 354621 h 788699"/>
                <a:gd name="connsiteX57" fmla="*/ 200809 w 516735"/>
                <a:gd name="connsiteY57" fmla="*/ 398135 h 788699"/>
                <a:gd name="connsiteX58" fmla="*/ 195370 w 516735"/>
                <a:gd name="connsiteY58" fmla="*/ 438930 h 788699"/>
                <a:gd name="connsiteX59" fmla="*/ 192650 w 516735"/>
                <a:gd name="connsiteY59" fmla="*/ 474286 h 788699"/>
                <a:gd name="connsiteX60" fmla="*/ 195370 w 516735"/>
                <a:gd name="connsiteY60" fmla="*/ 525959 h 788699"/>
                <a:gd name="connsiteX61" fmla="*/ 208968 w 516735"/>
                <a:gd name="connsiteY61" fmla="*/ 596670 h 788699"/>
                <a:gd name="connsiteX62" fmla="*/ 214407 w 516735"/>
                <a:gd name="connsiteY62" fmla="*/ 623867 h 788699"/>
                <a:gd name="connsiteX63" fmla="*/ 228006 w 516735"/>
                <a:gd name="connsiteY63" fmla="*/ 656502 h 788699"/>
                <a:gd name="connsiteX64" fmla="*/ 271520 w 516735"/>
                <a:gd name="connsiteY64" fmla="*/ 689138 h 788699"/>
                <a:gd name="connsiteX65" fmla="*/ 306876 w 516735"/>
                <a:gd name="connsiteY65" fmla="*/ 664661 h 788699"/>
                <a:gd name="connsiteX66" fmla="*/ 331353 w 516735"/>
                <a:gd name="connsiteY66" fmla="*/ 602109 h 788699"/>
                <a:gd name="connsiteX67" fmla="*/ 336792 w 516735"/>
                <a:gd name="connsiteY67" fmla="*/ 544997 h 788699"/>
                <a:gd name="connsiteX68" fmla="*/ 336792 w 516735"/>
                <a:gd name="connsiteY68" fmla="*/ 498762 h 788699"/>
                <a:gd name="connsiteX69" fmla="*/ 336792 w 516735"/>
                <a:gd name="connsiteY69" fmla="*/ 490603 h 788699"/>
                <a:gd name="connsiteX70" fmla="*/ 320474 w 516735"/>
                <a:gd name="connsiteY70" fmla="*/ 477005 h 788699"/>
                <a:gd name="connsiteX71" fmla="*/ 282399 w 516735"/>
                <a:gd name="connsiteY71" fmla="*/ 479725 h 788699"/>
                <a:gd name="connsiteX72" fmla="*/ 252483 w 516735"/>
                <a:gd name="connsiteY72" fmla="*/ 474286 h 788699"/>
                <a:gd name="connsiteX73" fmla="*/ 247043 w 516735"/>
                <a:gd name="connsiteY73" fmla="*/ 466126 h 788699"/>
                <a:gd name="connsiteX74" fmla="*/ 249763 w 516735"/>
                <a:gd name="connsiteY74" fmla="*/ 457968 h 788699"/>
                <a:gd name="connsiteX75" fmla="*/ 268801 w 516735"/>
                <a:gd name="connsiteY75" fmla="*/ 447089 h 788699"/>
                <a:gd name="connsiteX76" fmla="*/ 312315 w 516735"/>
                <a:gd name="connsiteY76" fmla="*/ 436210 h 788699"/>
                <a:gd name="connsiteX77" fmla="*/ 353110 w 516735"/>
                <a:gd name="connsiteY77" fmla="*/ 430771 h 788699"/>
                <a:gd name="connsiteX78" fmla="*/ 385746 w 516735"/>
                <a:gd name="connsiteY78" fmla="*/ 430771 h 788699"/>
                <a:gd name="connsiteX79" fmla="*/ 437420 w 516735"/>
                <a:gd name="connsiteY79" fmla="*/ 428051 h 788699"/>
                <a:gd name="connsiteX80" fmla="*/ 464616 w 516735"/>
                <a:gd name="connsiteY80" fmla="*/ 436210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516735" h="788699">
                  <a:moveTo>
                    <a:pt x="464616" y="436210"/>
                  </a:moveTo>
                  <a:cubicBezTo>
                    <a:pt x="464616" y="447089"/>
                    <a:pt x="453737" y="452528"/>
                    <a:pt x="445578" y="455248"/>
                  </a:cubicBezTo>
                  <a:cubicBezTo>
                    <a:pt x="434700" y="460687"/>
                    <a:pt x="415662" y="463407"/>
                    <a:pt x="404784" y="466126"/>
                  </a:cubicBezTo>
                  <a:cubicBezTo>
                    <a:pt x="393905" y="466126"/>
                    <a:pt x="385746" y="468846"/>
                    <a:pt x="385746" y="479725"/>
                  </a:cubicBezTo>
                  <a:cubicBezTo>
                    <a:pt x="385746" y="487884"/>
                    <a:pt x="388466" y="506921"/>
                    <a:pt x="388466" y="512361"/>
                  </a:cubicBezTo>
                  <a:cubicBezTo>
                    <a:pt x="388466" y="515080"/>
                    <a:pt x="388466" y="539557"/>
                    <a:pt x="388466" y="544997"/>
                  </a:cubicBezTo>
                  <a:cubicBezTo>
                    <a:pt x="388466" y="550436"/>
                    <a:pt x="388466" y="558595"/>
                    <a:pt x="388466" y="566754"/>
                  </a:cubicBezTo>
                  <a:cubicBezTo>
                    <a:pt x="388466" y="591231"/>
                    <a:pt x="388466" y="621147"/>
                    <a:pt x="391185" y="632026"/>
                  </a:cubicBezTo>
                  <a:cubicBezTo>
                    <a:pt x="393905" y="653783"/>
                    <a:pt x="393905" y="661942"/>
                    <a:pt x="393905" y="683699"/>
                  </a:cubicBezTo>
                  <a:cubicBezTo>
                    <a:pt x="393905" y="694578"/>
                    <a:pt x="393905" y="724494"/>
                    <a:pt x="377587" y="724494"/>
                  </a:cubicBezTo>
                  <a:cubicBezTo>
                    <a:pt x="369428" y="724494"/>
                    <a:pt x="366708" y="721774"/>
                    <a:pt x="361269" y="719054"/>
                  </a:cubicBezTo>
                  <a:cubicBezTo>
                    <a:pt x="355830" y="716335"/>
                    <a:pt x="353110" y="708176"/>
                    <a:pt x="353110" y="702737"/>
                  </a:cubicBezTo>
                  <a:cubicBezTo>
                    <a:pt x="350390" y="694578"/>
                    <a:pt x="350390" y="689138"/>
                    <a:pt x="350390" y="686419"/>
                  </a:cubicBezTo>
                  <a:cubicBezTo>
                    <a:pt x="350390" y="678260"/>
                    <a:pt x="353110" y="672820"/>
                    <a:pt x="353110" y="659222"/>
                  </a:cubicBezTo>
                  <a:lnTo>
                    <a:pt x="353110" y="656502"/>
                  </a:lnTo>
                  <a:cubicBezTo>
                    <a:pt x="347671" y="675540"/>
                    <a:pt x="334072" y="694578"/>
                    <a:pt x="317755" y="708176"/>
                  </a:cubicBezTo>
                  <a:cubicBezTo>
                    <a:pt x="293278" y="727214"/>
                    <a:pt x="274240" y="735372"/>
                    <a:pt x="241604" y="735372"/>
                  </a:cubicBezTo>
                  <a:cubicBezTo>
                    <a:pt x="222566" y="735372"/>
                    <a:pt x="203529" y="732653"/>
                    <a:pt x="187211" y="727214"/>
                  </a:cubicBezTo>
                  <a:cubicBezTo>
                    <a:pt x="165454" y="719054"/>
                    <a:pt x="149136" y="708176"/>
                    <a:pt x="135538" y="694578"/>
                  </a:cubicBezTo>
                  <a:cubicBezTo>
                    <a:pt x="113780" y="672820"/>
                    <a:pt x="100182" y="648343"/>
                    <a:pt x="86584" y="621147"/>
                  </a:cubicBezTo>
                  <a:cubicBezTo>
                    <a:pt x="75705" y="599390"/>
                    <a:pt x="70266" y="580352"/>
                    <a:pt x="67546" y="555875"/>
                  </a:cubicBezTo>
                  <a:cubicBezTo>
                    <a:pt x="64826" y="539557"/>
                    <a:pt x="62107" y="525959"/>
                    <a:pt x="59387" y="509641"/>
                  </a:cubicBezTo>
                  <a:cubicBezTo>
                    <a:pt x="56667" y="493323"/>
                    <a:pt x="59387" y="485164"/>
                    <a:pt x="59387" y="468846"/>
                  </a:cubicBezTo>
                  <a:cubicBezTo>
                    <a:pt x="59387" y="414453"/>
                    <a:pt x="72985" y="362780"/>
                    <a:pt x="86584" y="302947"/>
                  </a:cubicBezTo>
                  <a:cubicBezTo>
                    <a:pt x="92023" y="275751"/>
                    <a:pt x="100182" y="248554"/>
                    <a:pt x="108341" y="224077"/>
                  </a:cubicBezTo>
                  <a:cubicBezTo>
                    <a:pt x="116500" y="196881"/>
                    <a:pt x="130098" y="169684"/>
                    <a:pt x="146416" y="145207"/>
                  </a:cubicBezTo>
                  <a:cubicBezTo>
                    <a:pt x="160014" y="123450"/>
                    <a:pt x="176332" y="101693"/>
                    <a:pt x="198090" y="85375"/>
                  </a:cubicBezTo>
                  <a:cubicBezTo>
                    <a:pt x="206249" y="77216"/>
                    <a:pt x="217127" y="71776"/>
                    <a:pt x="228006" y="69057"/>
                  </a:cubicBezTo>
                  <a:cubicBezTo>
                    <a:pt x="241604" y="63618"/>
                    <a:pt x="255202" y="58178"/>
                    <a:pt x="268801" y="58178"/>
                  </a:cubicBezTo>
                  <a:cubicBezTo>
                    <a:pt x="271520" y="58178"/>
                    <a:pt x="274240" y="58178"/>
                    <a:pt x="274240" y="58178"/>
                  </a:cubicBezTo>
                  <a:cubicBezTo>
                    <a:pt x="279679" y="58178"/>
                    <a:pt x="285119" y="58178"/>
                    <a:pt x="295997" y="60898"/>
                  </a:cubicBezTo>
                  <a:cubicBezTo>
                    <a:pt x="309595" y="63618"/>
                    <a:pt x="320474" y="66337"/>
                    <a:pt x="331353" y="71776"/>
                  </a:cubicBezTo>
                  <a:cubicBezTo>
                    <a:pt x="339512" y="77216"/>
                    <a:pt x="347671" y="85375"/>
                    <a:pt x="350390" y="93534"/>
                  </a:cubicBezTo>
                  <a:cubicBezTo>
                    <a:pt x="350390" y="88095"/>
                    <a:pt x="353110" y="79936"/>
                    <a:pt x="353110" y="74496"/>
                  </a:cubicBezTo>
                  <a:cubicBezTo>
                    <a:pt x="355830" y="71776"/>
                    <a:pt x="355830" y="69057"/>
                    <a:pt x="358549" y="63618"/>
                  </a:cubicBezTo>
                  <a:cubicBezTo>
                    <a:pt x="361269" y="60898"/>
                    <a:pt x="363989" y="58178"/>
                    <a:pt x="366708" y="58178"/>
                  </a:cubicBezTo>
                  <a:cubicBezTo>
                    <a:pt x="369428" y="58178"/>
                    <a:pt x="372148" y="60898"/>
                    <a:pt x="374867" y="63618"/>
                  </a:cubicBezTo>
                  <a:cubicBezTo>
                    <a:pt x="377587" y="69057"/>
                    <a:pt x="380307" y="77216"/>
                    <a:pt x="383026" y="82655"/>
                  </a:cubicBezTo>
                  <a:cubicBezTo>
                    <a:pt x="383026" y="90814"/>
                    <a:pt x="385746" y="107132"/>
                    <a:pt x="385746" y="126170"/>
                  </a:cubicBezTo>
                  <a:cubicBezTo>
                    <a:pt x="385746" y="150647"/>
                    <a:pt x="385746" y="177843"/>
                    <a:pt x="388466" y="186002"/>
                  </a:cubicBezTo>
                  <a:cubicBezTo>
                    <a:pt x="391185" y="207759"/>
                    <a:pt x="391185" y="215918"/>
                    <a:pt x="391185" y="237676"/>
                  </a:cubicBezTo>
                  <a:cubicBezTo>
                    <a:pt x="391185" y="248554"/>
                    <a:pt x="391185" y="278470"/>
                    <a:pt x="374867" y="278470"/>
                  </a:cubicBezTo>
                  <a:cubicBezTo>
                    <a:pt x="366708" y="278470"/>
                    <a:pt x="363989" y="275751"/>
                    <a:pt x="358549" y="273031"/>
                  </a:cubicBezTo>
                  <a:cubicBezTo>
                    <a:pt x="353110" y="270311"/>
                    <a:pt x="350390" y="262152"/>
                    <a:pt x="350390" y="256713"/>
                  </a:cubicBezTo>
                  <a:cubicBezTo>
                    <a:pt x="350390" y="251274"/>
                    <a:pt x="347671" y="245834"/>
                    <a:pt x="347671" y="240395"/>
                  </a:cubicBezTo>
                  <a:cubicBezTo>
                    <a:pt x="347671" y="232236"/>
                    <a:pt x="347671" y="224077"/>
                    <a:pt x="347671" y="213199"/>
                  </a:cubicBezTo>
                  <a:cubicBezTo>
                    <a:pt x="347671" y="207759"/>
                    <a:pt x="347671" y="199600"/>
                    <a:pt x="344951" y="194161"/>
                  </a:cubicBezTo>
                  <a:cubicBezTo>
                    <a:pt x="342232" y="180563"/>
                    <a:pt x="342232" y="164245"/>
                    <a:pt x="339512" y="150647"/>
                  </a:cubicBezTo>
                  <a:cubicBezTo>
                    <a:pt x="336792" y="137048"/>
                    <a:pt x="331353" y="123450"/>
                    <a:pt x="323194" y="112571"/>
                  </a:cubicBezTo>
                  <a:cubicBezTo>
                    <a:pt x="317755" y="104412"/>
                    <a:pt x="304156" y="101693"/>
                    <a:pt x="293278" y="101693"/>
                  </a:cubicBezTo>
                  <a:cubicBezTo>
                    <a:pt x="279679" y="101693"/>
                    <a:pt x="271520" y="109852"/>
                    <a:pt x="263361" y="120730"/>
                  </a:cubicBezTo>
                  <a:cubicBezTo>
                    <a:pt x="257922" y="131609"/>
                    <a:pt x="247043" y="139768"/>
                    <a:pt x="241604" y="153366"/>
                  </a:cubicBezTo>
                  <a:cubicBezTo>
                    <a:pt x="236165" y="166964"/>
                    <a:pt x="233445" y="180563"/>
                    <a:pt x="233445" y="194161"/>
                  </a:cubicBezTo>
                  <a:cubicBezTo>
                    <a:pt x="233445" y="207759"/>
                    <a:pt x="230726" y="218638"/>
                    <a:pt x="225286" y="232236"/>
                  </a:cubicBezTo>
                  <a:cubicBezTo>
                    <a:pt x="219847" y="245834"/>
                    <a:pt x="219847" y="262152"/>
                    <a:pt x="217127" y="275751"/>
                  </a:cubicBezTo>
                  <a:cubicBezTo>
                    <a:pt x="214407" y="289349"/>
                    <a:pt x="214407" y="302947"/>
                    <a:pt x="211688" y="316545"/>
                  </a:cubicBezTo>
                  <a:cubicBezTo>
                    <a:pt x="211688" y="330144"/>
                    <a:pt x="206249" y="341022"/>
                    <a:pt x="206249" y="354621"/>
                  </a:cubicBezTo>
                  <a:cubicBezTo>
                    <a:pt x="203529" y="368219"/>
                    <a:pt x="203529" y="381817"/>
                    <a:pt x="200809" y="398135"/>
                  </a:cubicBezTo>
                  <a:cubicBezTo>
                    <a:pt x="198090" y="411733"/>
                    <a:pt x="198090" y="425332"/>
                    <a:pt x="195370" y="438930"/>
                  </a:cubicBezTo>
                  <a:cubicBezTo>
                    <a:pt x="195370" y="449809"/>
                    <a:pt x="192650" y="463407"/>
                    <a:pt x="192650" y="474286"/>
                  </a:cubicBezTo>
                  <a:cubicBezTo>
                    <a:pt x="192650" y="490603"/>
                    <a:pt x="195370" y="509641"/>
                    <a:pt x="195370" y="525959"/>
                  </a:cubicBezTo>
                  <a:cubicBezTo>
                    <a:pt x="195370" y="550436"/>
                    <a:pt x="203529" y="572193"/>
                    <a:pt x="208968" y="596670"/>
                  </a:cubicBezTo>
                  <a:cubicBezTo>
                    <a:pt x="211688" y="604829"/>
                    <a:pt x="211688" y="615708"/>
                    <a:pt x="214407" y="623867"/>
                  </a:cubicBezTo>
                  <a:cubicBezTo>
                    <a:pt x="217127" y="634745"/>
                    <a:pt x="222566" y="645624"/>
                    <a:pt x="228006" y="656502"/>
                  </a:cubicBezTo>
                  <a:cubicBezTo>
                    <a:pt x="236165" y="670101"/>
                    <a:pt x="252483" y="689138"/>
                    <a:pt x="271520" y="689138"/>
                  </a:cubicBezTo>
                  <a:cubicBezTo>
                    <a:pt x="287838" y="689138"/>
                    <a:pt x="298717" y="675540"/>
                    <a:pt x="306876" y="664661"/>
                  </a:cubicBezTo>
                  <a:cubicBezTo>
                    <a:pt x="320474" y="645624"/>
                    <a:pt x="325914" y="623867"/>
                    <a:pt x="331353" y="602109"/>
                  </a:cubicBezTo>
                  <a:cubicBezTo>
                    <a:pt x="334072" y="583072"/>
                    <a:pt x="336792" y="564034"/>
                    <a:pt x="336792" y="544997"/>
                  </a:cubicBezTo>
                  <a:cubicBezTo>
                    <a:pt x="336792" y="531398"/>
                    <a:pt x="336792" y="512361"/>
                    <a:pt x="336792" y="498762"/>
                  </a:cubicBezTo>
                  <a:cubicBezTo>
                    <a:pt x="336792" y="496043"/>
                    <a:pt x="336792" y="493323"/>
                    <a:pt x="336792" y="490603"/>
                  </a:cubicBezTo>
                  <a:cubicBezTo>
                    <a:pt x="336792" y="479725"/>
                    <a:pt x="336792" y="477005"/>
                    <a:pt x="320474" y="477005"/>
                  </a:cubicBezTo>
                  <a:cubicBezTo>
                    <a:pt x="309595" y="477005"/>
                    <a:pt x="295997" y="479725"/>
                    <a:pt x="282399" y="479725"/>
                  </a:cubicBezTo>
                  <a:cubicBezTo>
                    <a:pt x="271520" y="479725"/>
                    <a:pt x="260642" y="479725"/>
                    <a:pt x="252483" y="474286"/>
                  </a:cubicBezTo>
                  <a:cubicBezTo>
                    <a:pt x="249763" y="471566"/>
                    <a:pt x="247043" y="468846"/>
                    <a:pt x="247043" y="466126"/>
                  </a:cubicBezTo>
                  <a:cubicBezTo>
                    <a:pt x="247043" y="463407"/>
                    <a:pt x="247043" y="460687"/>
                    <a:pt x="249763" y="457968"/>
                  </a:cubicBezTo>
                  <a:cubicBezTo>
                    <a:pt x="255202" y="452528"/>
                    <a:pt x="260642" y="449809"/>
                    <a:pt x="268801" y="447089"/>
                  </a:cubicBezTo>
                  <a:cubicBezTo>
                    <a:pt x="282399" y="441650"/>
                    <a:pt x="295997" y="438930"/>
                    <a:pt x="312315" y="436210"/>
                  </a:cubicBezTo>
                  <a:cubicBezTo>
                    <a:pt x="325914" y="433491"/>
                    <a:pt x="339512" y="433491"/>
                    <a:pt x="353110" y="430771"/>
                  </a:cubicBezTo>
                  <a:cubicBezTo>
                    <a:pt x="363989" y="430771"/>
                    <a:pt x="374867" y="430771"/>
                    <a:pt x="385746" y="430771"/>
                  </a:cubicBezTo>
                  <a:cubicBezTo>
                    <a:pt x="402064" y="430771"/>
                    <a:pt x="426541" y="428051"/>
                    <a:pt x="437420" y="428051"/>
                  </a:cubicBezTo>
                  <a:cubicBezTo>
                    <a:pt x="451018" y="419892"/>
                    <a:pt x="464616" y="425332"/>
                    <a:pt x="464616" y="436210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A3BFD3D4-F4DA-42C1-8F72-C50C400F25E5}"/>
                </a:ext>
              </a:extLst>
            </p:cNvPr>
            <p:cNvSpPr/>
            <p:nvPr/>
          </p:nvSpPr>
          <p:spPr>
            <a:xfrm>
              <a:off x="5651630" y="4181279"/>
              <a:ext cx="734308" cy="788700"/>
            </a:xfrm>
            <a:custGeom>
              <a:avLst/>
              <a:gdLst>
                <a:gd name="connsiteX0" fmla="*/ 653783 w 734307"/>
                <a:gd name="connsiteY0" fmla="*/ 678259 h 788699"/>
                <a:gd name="connsiteX1" fmla="*/ 691859 w 734307"/>
                <a:gd name="connsiteY1" fmla="*/ 694577 h 788699"/>
                <a:gd name="connsiteX2" fmla="*/ 686419 w 734307"/>
                <a:gd name="connsiteY2" fmla="*/ 710895 h 788699"/>
                <a:gd name="connsiteX3" fmla="*/ 670101 w 734307"/>
                <a:gd name="connsiteY3" fmla="*/ 719054 h 788699"/>
                <a:gd name="connsiteX4" fmla="*/ 648344 w 734307"/>
                <a:gd name="connsiteY4" fmla="*/ 721774 h 788699"/>
                <a:gd name="connsiteX5" fmla="*/ 618428 w 734307"/>
                <a:gd name="connsiteY5" fmla="*/ 721774 h 788699"/>
                <a:gd name="connsiteX6" fmla="*/ 572194 w 734307"/>
                <a:gd name="connsiteY6" fmla="*/ 735372 h 788699"/>
                <a:gd name="connsiteX7" fmla="*/ 544997 w 734307"/>
                <a:gd name="connsiteY7" fmla="*/ 729933 h 788699"/>
                <a:gd name="connsiteX8" fmla="*/ 534119 w 734307"/>
                <a:gd name="connsiteY8" fmla="*/ 721774 h 788699"/>
                <a:gd name="connsiteX9" fmla="*/ 496043 w 734307"/>
                <a:gd name="connsiteY9" fmla="*/ 721774 h 788699"/>
                <a:gd name="connsiteX10" fmla="*/ 471566 w 734307"/>
                <a:gd name="connsiteY10" fmla="*/ 721774 h 788699"/>
                <a:gd name="connsiteX11" fmla="*/ 444370 w 734307"/>
                <a:gd name="connsiteY11" fmla="*/ 716335 h 788699"/>
                <a:gd name="connsiteX12" fmla="*/ 428052 w 734307"/>
                <a:gd name="connsiteY12" fmla="*/ 700017 h 788699"/>
                <a:gd name="connsiteX13" fmla="*/ 433491 w 734307"/>
                <a:gd name="connsiteY13" fmla="*/ 691858 h 788699"/>
                <a:gd name="connsiteX14" fmla="*/ 455248 w 734307"/>
                <a:gd name="connsiteY14" fmla="*/ 683699 h 788699"/>
                <a:gd name="connsiteX15" fmla="*/ 506922 w 734307"/>
                <a:gd name="connsiteY15" fmla="*/ 678259 h 788699"/>
                <a:gd name="connsiteX16" fmla="*/ 509641 w 734307"/>
                <a:gd name="connsiteY16" fmla="*/ 678259 h 788699"/>
                <a:gd name="connsiteX17" fmla="*/ 506922 w 734307"/>
                <a:gd name="connsiteY17" fmla="*/ 664661 h 788699"/>
                <a:gd name="connsiteX18" fmla="*/ 498763 w 734307"/>
                <a:gd name="connsiteY18" fmla="*/ 580352 h 788699"/>
                <a:gd name="connsiteX19" fmla="*/ 496043 w 734307"/>
                <a:gd name="connsiteY19" fmla="*/ 479725 h 788699"/>
                <a:gd name="connsiteX20" fmla="*/ 493324 w 734307"/>
                <a:gd name="connsiteY20" fmla="*/ 389976 h 788699"/>
                <a:gd name="connsiteX21" fmla="*/ 490604 w 734307"/>
                <a:gd name="connsiteY21" fmla="*/ 302947 h 788699"/>
                <a:gd name="connsiteX22" fmla="*/ 487884 w 734307"/>
                <a:gd name="connsiteY22" fmla="*/ 229516 h 788699"/>
                <a:gd name="connsiteX23" fmla="*/ 485165 w 734307"/>
                <a:gd name="connsiteY23" fmla="*/ 221357 h 788699"/>
                <a:gd name="connsiteX24" fmla="*/ 482445 w 734307"/>
                <a:gd name="connsiteY24" fmla="*/ 226797 h 788699"/>
                <a:gd name="connsiteX25" fmla="*/ 477006 w 734307"/>
                <a:gd name="connsiteY25" fmla="*/ 262152 h 788699"/>
                <a:gd name="connsiteX26" fmla="*/ 460688 w 734307"/>
                <a:gd name="connsiteY26" fmla="*/ 341022 h 788699"/>
                <a:gd name="connsiteX27" fmla="*/ 444370 w 734307"/>
                <a:gd name="connsiteY27" fmla="*/ 417173 h 788699"/>
                <a:gd name="connsiteX28" fmla="*/ 436211 w 734307"/>
                <a:gd name="connsiteY28" fmla="*/ 455248 h 788699"/>
                <a:gd name="connsiteX29" fmla="*/ 425332 w 734307"/>
                <a:gd name="connsiteY29" fmla="*/ 493323 h 788699"/>
                <a:gd name="connsiteX30" fmla="*/ 411734 w 734307"/>
                <a:gd name="connsiteY30" fmla="*/ 531398 h 788699"/>
                <a:gd name="connsiteX31" fmla="*/ 376378 w 734307"/>
                <a:gd name="connsiteY31" fmla="*/ 547716 h 788699"/>
                <a:gd name="connsiteX32" fmla="*/ 319265 w 734307"/>
                <a:gd name="connsiteY32" fmla="*/ 525959 h 788699"/>
                <a:gd name="connsiteX33" fmla="*/ 289349 w 734307"/>
                <a:gd name="connsiteY33" fmla="*/ 455248 h 788699"/>
                <a:gd name="connsiteX34" fmla="*/ 273031 w 734307"/>
                <a:gd name="connsiteY34" fmla="*/ 373658 h 788699"/>
                <a:gd name="connsiteX35" fmla="*/ 262153 w 734307"/>
                <a:gd name="connsiteY35" fmla="*/ 316545 h 788699"/>
                <a:gd name="connsiteX36" fmla="*/ 245835 w 734307"/>
                <a:gd name="connsiteY36" fmla="*/ 237675 h 788699"/>
                <a:gd name="connsiteX37" fmla="*/ 234956 w 734307"/>
                <a:gd name="connsiteY37" fmla="*/ 196881 h 788699"/>
                <a:gd name="connsiteX38" fmla="*/ 232236 w 734307"/>
                <a:gd name="connsiteY38" fmla="*/ 191441 h 788699"/>
                <a:gd name="connsiteX39" fmla="*/ 226797 w 734307"/>
                <a:gd name="connsiteY39" fmla="*/ 207759 h 788699"/>
                <a:gd name="connsiteX40" fmla="*/ 226797 w 734307"/>
                <a:gd name="connsiteY40" fmla="*/ 232236 h 788699"/>
                <a:gd name="connsiteX41" fmla="*/ 224077 w 734307"/>
                <a:gd name="connsiteY41" fmla="*/ 267592 h 788699"/>
                <a:gd name="connsiteX42" fmla="*/ 221358 w 734307"/>
                <a:gd name="connsiteY42" fmla="*/ 311106 h 788699"/>
                <a:gd name="connsiteX43" fmla="*/ 218638 w 734307"/>
                <a:gd name="connsiteY43" fmla="*/ 360060 h 788699"/>
                <a:gd name="connsiteX44" fmla="*/ 215919 w 734307"/>
                <a:gd name="connsiteY44" fmla="*/ 398135 h 788699"/>
                <a:gd name="connsiteX45" fmla="*/ 213199 w 734307"/>
                <a:gd name="connsiteY45" fmla="*/ 430771 h 788699"/>
                <a:gd name="connsiteX46" fmla="*/ 213199 w 734307"/>
                <a:gd name="connsiteY46" fmla="*/ 455248 h 788699"/>
                <a:gd name="connsiteX47" fmla="*/ 213199 w 734307"/>
                <a:gd name="connsiteY47" fmla="*/ 477005 h 788699"/>
                <a:gd name="connsiteX48" fmla="*/ 207759 w 734307"/>
                <a:gd name="connsiteY48" fmla="*/ 520520 h 788699"/>
                <a:gd name="connsiteX49" fmla="*/ 196881 w 734307"/>
                <a:gd name="connsiteY49" fmla="*/ 610268 h 788699"/>
                <a:gd name="connsiteX50" fmla="*/ 194161 w 734307"/>
                <a:gd name="connsiteY50" fmla="*/ 653783 h 788699"/>
                <a:gd name="connsiteX51" fmla="*/ 191441 w 734307"/>
                <a:gd name="connsiteY51" fmla="*/ 667381 h 788699"/>
                <a:gd name="connsiteX52" fmla="*/ 243115 w 734307"/>
                <a:gd name="connsiteY52" fmla="*/ 667381 h 788699"/>
                <a:gd name="connsiteX53" fmla="*/ 273031 w 734307"/>
                <a:gd name="connsiteY53" fmla="*/ 683699 h 788699"/>
                <a:gd name="connsiteX54" fmla="*/ 262153 w 734307"/>
                <a:gd name="connsiteY54" fmla="*/ 697297 h 788699"/>
                <a:gd name="connsiteX55" fmla="*/ 248554 w 734307"/>
                <a:gd name="connsiteY55" fmla="*/ 705456 h 788699"/>
                <a:gd name="connsiteX56" fmla="*/ 232236 w 734307"/>
                <a:gd name="connsiteY56" fmla="*/ 708176 h 788699"/>
                <a:gd name="connsiteX57" fmla="*/ 166965 w 734307"/>
                <a:gd name="connsiteY57" fmla="*/ 708176 h 788699"/>
                <a:gd name="connsiteX58" fmla="*/ 109852 w 734307"/>
                <a:gd name="connsiteY58" fmla="*/ 708176 h 788699"/>
                <a:gd name="connsiteX59" fmla="*/ 90814 w 734307"/>
                <a:gd name="connsiteY59" fmla="*/ 708176 h 788699"/>
                <a:gd name="connsiteX60" fmla="*/ 69057 w 734307"/>
                <a:gd name="connsiteY60" fmla="*/ 702736 h 788699"/>
                <a:gd name="connsiteX61" fmla="*/ 58178 w 734307"/>
                <a:gd name="connsiteY61" fmla="*/ 686418 h 788699"/>
                <a:gd name="connsiteX62" fmla="*/ 60898 w 734307"/>
                <a:gd name="connsiteY62" fmla="*/ 678259 h 788699"/>
                <a:gd name="connsiteX63" fmla="*/ 77216 w 734307"/>
                <a:gd name="connsiteY63" fmla="*/ 670101 h 788699"/>
                <a:gd name="connsiteX64" fmla="*/ 126170 w 734307"/>
                <a:gd name="connsiteY64" fmla="*/ 664661 h 788699"/>
                <a:gd name="connsiteX65" fmla="*/ 142487 w 734307"/>
                <a:gd name="connsiteY65" fmla="*/ 664661 h 788699"/>
                <a:gd name="connsiteX66" fmla="*/ 147927 w 734307"/>
                <a:gd name="connsiteY66" fmla="*/ 588511 h 788699"/>
                <a:gd name="connsiteX67" fmla="*/ 153366 w 734307"/>
                <a:gd name="connsiteY67" fmla="*/ 493323 h 788699"/>
                <a:gd name="connsiteX68" fmla="*/ 156086 w 734307"/>
                <a:gd name="connsiteY68" fmla="*/ 411733 h 788699"/>
                <a:gd name="connsiteX69" fmla="*/ 161525 w 734307"/>
                <a:gd name="connsiteY69" fmla="*/ 297508 h 788699"/>
                <a:gd name="connsiteX70" fmla="*/ 166965 w 734307"/>
                <a:gd name="connsiteY70" fmla="*/ 240395 h 788699"/>
                <a:gd name="connsiteX71" fmla="*/ 177843 w 734307"/>
                <a:gd name="connsiteY71" fmla="*/ 161525 h 788699"/>
                <a:gd name="connsiteX72" fmla="*/ 183282 w 734307"/>
                <a:gd name="connsiteY72" fmla="*/ 118011 h 788699"/>
                <a:gd name="connsiteX73" fmla="*/ 183282 w 734307"/>
                <a:gd name="connsiteY73" fmla="*/ 115291 h 788699"/>
                <a:gd name="connsiteX74" fmla="*/ 161525 w 734307"/>
                <a:gd name="connsiteY74" fmla="*/ 115291 h 788699"/>
                <a:gd name="connsiteX75" fmla="*/ 137048 w 734307"/>
                <a:gd name="connsiteY75" fmla="*/ 115291 h 788699"/>
                <a:gd name="connsiteX76" fmla="*/ 109852 w 734307"/>
                <a:gd name="connsiteY76" fmla="*/ 109851 h 788699"/>
                <a:gd name="connsiteX77" fmla="*/ 93534 w 734307"/>
                <a:gd name="connsiteY77" fmla="*/ 93534 h 788699"/>
                <a:gd name="connsiteX78" fmla="*/ 98973 w 734307"/>
                <a:gd name="connsiteY78" fmla="*/ 85375 h 788699"/>
                <a:gd name="connsiteX79" fmla="*/ 120730 w 734307"/>
                <a:gd name="connsiteY79" fmla="*/ 77216 h 788699"/>
                <a:gd name="connsiteX80" fmla="*/ 172404 w 734307"/>
                <a:gd name="connsiteY80" fmla="*/ 71776 h 788699"/>
                <a:gd name="connsiteX81" fmla="*/ 234956 w 734307"/>
                <a:gd name="connsiteY81" fmla="*/ 69057 h 788699"/>
                <a:gd name="connsiteX82" fmla="*/ 243115 w 734307"/>
                <a:gd name="connsiteY82" fmla="*/ 69057 h 788699"/>
                <a:gd name="connsiteX83" fmla="*/ 270312 w 734307"/>
                <a:gd name="connsiteY83" fmla="*/ 74496 h 788699"/>
                <a:gd name="connsiteX84" fmla="*/ 308387 w 734307"/>
                <a:gd name="connsiteY84" fmla="*/ 123450 h 788699"/>
                <a:gd name="connsiteX85" fmla="*/ 332864 w 734307"/>
                <a:gd name="connsiteY85" fmla="*/ 202320 h 788699"/>
                <a:gd name="connsiteX86" fmla="*/ 338303 w 734307"/>
                <a:gd name="connsiteY86" fmla="*/ 237675 h 788699"/>
                <a:gd name="connsiteX87" fmla="*/ 349182 w 734307"/>
                <a:gd name="connsiteY87" fmla="*/ 281190 h 788699"/>
                <a:gd name="connsiteX88" fmla="*/ 357341 w 734307"/>
                <a:gd name="connsiteY88" fmla="*/ 316545 h 788699"/>
                <a:gd name="connsiteX89" fmla="*/ 365500 w 734307"/>
                <a:gd name="connsiteY89" fmla="*/ 351901 h 788699"/>
                <a:gd name="connsiteX90" fmla="*/ 376378 w 734307"/>
                <a:gd name="connsiteY90" fmla="*/ 389976 h 788699"/>
                <a:gd name="connsiteX91" fmla="*/ 387257 w 734307"/>
                <a:gd name="connsiteY91" fmla="*/ 414453 h 788699"/>
                <a:gd name="connsiteX92" fmla="*/ 398136 w 734307"/>
                <a:gd name="connsiteY92" fmla="*/ 376378 h 788699"/>
                <a:gd name="connsiteX93" fmla="*/ 406295 w 734307"/>
                <a:gd name="connsiteY93" fmla="*/ 332863 h 788699"/>
                <a:gd name="connsiteX94" fmla="*/ 425332 w 734307"/>
                <a:gd name="connsiteY94" fmla="*/ 243115 h 788699"/>
                <a:gd name="connsiteX95" fmla="*/ 444370 w 734307"/>
                <a:gd name="connsiteY95" fmla="*/ 150646 h 788699"/>
                <a:gd name="connsiteX96" fmla="*/ 477006 w 734307"/>
                <a:gd name="connsiteY96" fmla="*/ 79935 h 788699"/>
                <a:gd name="connsiteX97" fmla="*/ 523240 w 734307"/>
                <a:gd name="connsiteY97" fmla="*/ 58178 h 788699"/>
                <a:gd name="connsiteX98" fmla="*/ 544997 w 734307"/>
                <a:gd name="connsiteY98" fmla="*/ 63617 h 788699"/>
                <a:gd name="connsiteX99" fmla="*/ 612988 w 734307"/>
                <a:gd name="connsiteY99" fmla="*/ 63617 h 788699"/>
                <a:gd name="connsiteX100" fmla="*/ 651064 w 734307"/>
                <a:gd name="connsiteY100" fmla="*/ 79935 h 788699"/>
                <a:gd name="connsiteX101" fmla="*/ 645624 w 734307"/>
                <a:gd name="connsiteY101" fmla="*/ 96253 h 788699"/>
                <a:gd name="connsiteX102" fmla="*/ 629307 w 734307"/>
                <a:gd name="connsiteY102" fmla="*/ 104412 h 788699"/>
                <a:gd name="connsiteX103" fmla="*/ 607549 w 734307"/>
                <a:gd name="connsiteY103" fmla="*/ 107132 h 788699"/>
                <a:gd name="connsiteX104" fmla="*/ 580353 w 734307"/>
                <a:gd name="connsiteY104" fmla="*/ 107132 h 788699"/>
                <a:gd name="connsiteX105" fmla="*/ 583072 w 734307"/>
                <a:gd name="connsiteY105" fmla="*/ 115291 h 788699"/>
                <a:gd name="connsiteX106" fmla="*/ 588512 w 734307"/>
                <a:gd name="connsiteY106" fmla="*/ 156086 h 788699"/>
                <a:gd name="connsiteX107" fmla="*/ 593951 w 734307"/>
                <a:gd name="connsiteY107" fmla="*/ 196881 h 788699"/>
                <a:gd name="connsiteX108" fmla="*/ 599390 w 734307"/>
                <a:gd name="connsiteY108" fmla="*/ 226797 h 788699"/>
                <a:gd name="connsiteX109" fmla="*/ 599390 w 734307"/>
                <a:gd name="connsiteY109" fmla="*/ 232236 h 788699"/>
                <a:gd name="connsiteX110" fmla="*/ 599390 w 734307"/>
                <a:gd name="connsiteY110" fmla="*/ 240395 h 788699"/>
                <a:gd name="connsiteX111" fmla="*/ 602110 w 734307"/>
                <a:gd name="connsiteY111" fmla="*/ 270311 h 788699"/>
                <a:gd name="connsiteX112" fmla="*/ 607549 w 734307"/>
                <a:gd name="connsiteY112" fmla="*/ 308386 h 788699"/>
                <a:gd name="connsiteX113" fmla="*/ 607549 w 734307"/>
                <a:gd name="connsiteY113" fmla="*/ 319265 h 788699"/>
                <a:gd name="connsiteX114" fmla="*/ 612988 w 734307"/>
                <a:gd name="connsiteY114" fmla="*/ 335583 h 788699"/>
                <a:gd name="connsiteX115" fmla="*/ 612988 w 734307"/>
                <a:gd name="connsiteY115" fmla="*/ 346462 h 788699"/>
                <a:gd name="connsiteX116" fmla="*/ 612988 w 734307"/>
                <a:gd name="connsiteY116" fmla="*/ 370939 h 788699"/>
                <a:gd name="connsiteX117" fmla="*/ 612988 w 734307"/>
                <a:gd name="connsiteY117" fmla="*/ 395415 h 788699"/>
                <a:gd name="connsiteX118" fmla="*/ 615708 w 734307"/>
                <a:gd name="connsiteY118" fmla="*/ 422612 h 788699"/>
                <a:gd name="connsiteX119" fmla="*/ 618428 w 734307"/>
                <a:gd name="connsiteY119" fmla="*/ 441650 h 788699"/>
                <a:gd name="connsiteX120" fmla="*/ 618428 w 734307"/>
                <a:gd name="connsiteY120" fmla="*/ 455248 h 788699"/>
                <a:gd name="connsiteX121" fmla="*/ 621147 w 734307"/>
                <a:gd name="connsiteY121" fmla="*/ 463407 h 788699"/>
                <a:gd name="connsiteX122" fmla="*/ 626587 w 734307"/>
                <a:gd name="connsiteY122" fmla="*/ 482444 h 788699"/>
                <a:gd name="connsiteX123" fmla="*/ 629307 w 734307"/>
                <a:gd name="connsiteY123" fmla="*/ 517800 h 788699"/>
                <a:gd name="connsiteX124" fmla="*/ 634746 w 734307"/>
                <a:gd name="connsiteY124" fmla="*/ 561314 h 788699"/>
                <a:gd name="connsiteX125" fmla="*/ 634746 w 734307"/>
                <a:gd name="connsiteY125" fmla="*/ 566754 h 788699"/>
                <a:gd name="connsiteX126" fmla="*/ 634746 w 734307"/>
                <a:gd name="connsiteY126" fmla="*/ 583072 h 788699"/>
                <a:gd name="connsiteX127" fmla="*/ 637466 w 734307"/>
                <a:gd name="connsiteY127" fmla="*/ 607548 h 788699"/>
                <a:gd name="connsiteX128" fmla="*/ 640185 w 734307"/>
                <a:gd name="connsiteY128" fmla="*/ 618427 h 788699"/>
                <a:gd name="connsiteX129" fmla="*/ 640185 w 734307"/>
                <a:gd name="connsiteY129" fmla="*/ 632025 h 788699"/>
                <a:gd name="connsiteX130" fmla="*/ 640185 w 734307"/>
                <a:gd name="connsiteY130" fmla="*/ 640184 h 788699"/>
                <a:gd name="connsiteX131" fmla="*/ 642905 w 734307"/>
                <a:gd name="connsiteY131" fmla="*/ 659222 h 788699"/>
                <a:gd name="connsiteX132" fmla="*/ 642905 w 734307"/>
                <a:gd name="connsiteY132" fmla="*/ 664661 h 788699"/>
                <a:gd name="connsiteX133" fmla="*/ 653783 w 734307"/>
                <a:gd name="connsiteY133" fmla="*/ 678259 h 788699"/>
                <a:gd name="connsiteX134" fmla="*/ 653783 w 734307"/>
                <a:gd name="connsiteY134" fmla="*/ 678259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</a:cxnLst>
              <a:rect l="l" t="t" r="r" b="b"/>
              <a:pathLst>
                <a:path w="734307" h="788699">
                  <a:moveTo>
                    <a:pt x="653783" y="678259"/>
                  </a:moveTo>
                  <a:cubicBezTo>
                    <a:pt x="667382" y="678259"/>
                    <a:pt x="691859" y="678259"/>
                    <a:pt x="691859" y="694577"/>
                  </a:cubicBezTo>
                  <a:cubicBezTo>
                    <a:pt x="691859" y="702736"/>
                    <a:pt x="689139" y="705456"/>
                    <a:pt x="686419" y="710895"/>
                  </a:cubicBezTo>
                  <a:cubicBezTo>
                    <a:pt x="683700" y="716335"/>
                    <a:pt x="675541" y="719054"/>
                    <a:pt x="670101" y="719054"/>
                  </a:cubicBezTo>
                  <a:cubicBezTo>
                    <a:pt x="661942" y="721774"/>
                    <a:pt x="653783" y="721774"/>
                    <a:pt x="648344" y="721774"/>
                  </a:cubicBezTo>
                  <a:cubicBezTo>
                    <a:pt x="645624" y="721774"/>
                    <a:pt x="634746" y="721774"/>
                    <a:pt x="618428" y="721774"/>
                  </a:cubicBezTo>
                  <a:cubicBezTo>
                    <a:pt x="604829" y="729933"/>
                    <a:pt x="588512" y="735372"/>
                    <a:pt x="572194" y="735372"/>
                  </a:cubicBezTo>
                  <a:cubicBezTo>
                    <a:pt x="564035" y="735372"/>
                    <a:pt x="553156" y="732653"/>
                    <a:pt x="544997" y="729933"/>
                  </a:cubicBezTo>
                  <a:cubicBezTo>
                    <a:pt x="539558" y="727213"/>
                    <a:pt x="536838" y="724494"/>
                    <a:pt x="534119" y="721774"/>
                  </a:cubicBezTo>
                  <a:cubicBezTo>
                    <a:pt x="520520" y="721774"/>
                    <a:pt x="509641" y="721774"/>
                    <a:pt x="496043" y="721774"/>
                  </a:cubicBezTo>
                  <a:cubicBezTo>
                    <a:pt x="487884" y="721774"/>
                    <a:pt x="479725" y="721774"/>
                    <a:pt x="471566" y="721774"/>
                  </a:cubicBezTo>
                  <a:cubicBezTo>
                    <a:pt x="463407" y="721774"/>
                    <a:pt x="452529" y="721774"/>
                    <a:pt x="444370" y="716335"/>
                  </a:cubicBezTo>
                  <a:cubicBezTo>
                    <a:pt x="436211" y="713615"/>
                    <a:pt x="428052" y="705456"/>
                    <a:pt x="428052" y="700017"/>
                  </a:cubicBezTo>
                  <a:cubicBezTo>
                    <a:pt x="428052" y="697297"/>
                    <a:pt x="428052" y="694577"/>
                    <a:pt x="433491" y="691858"/>
                  </a:cubicBezTo>
                  <a:cubicBezTo>
                    <a:pt x="438930" y="689138"/>
                    <a:pt x="449809" y="686418"/>
                    <a:pt x="455248" y="683699"/>
                  </a:cubicBezTo>
                  <a:cubicBezTo>
                    <a:pt x="474286" y="680979"/>
                    <a:pt x="498763" y="678259"/>
                    <a:pt x="506922" y="678259"/>
                  </a:cubicBezTo>
                  <a:cubicBezTo>
                    <a:pt x="506922" y="678259"/>
                    <a:pt x="509641" y="678259"/>
                    <a:pt x="509641" y="678259"/>
                  </a:cubicBezTo>
                  <a:cubicBezTo>
                    <a:pt x="509641" y="672820"/>
                    <a:pt x="506922" y="670101"/>
                    <a:pt x="506922" y="664661"/>
                  </a:cubicBezTo>
                  <a:cubicBezTo>
                    <a:pt x="501483" y="640184"/>
                    <a:pt x="501483" y="612988"/>
                    <a:pt x="498763" y="580352"/>
                  </a:cubicBezTo>
                  <a:cubicBezTo>
                    <a:pt x="496043" y="547716"/>
                    <a:pt x="498763" y="512361"/>
                    <a:pt x="496043" y="479725"/>
                  </a:cubicBezTo>
                  <a:cubicBezTo>
                    <a:pt x="493324" y="449808"/>
                    <a:pt x="493324" y="419892"/>
                    <a:pt x="493324" y="389976"/>
                  </a:cubicBezTo>
                  <a:cubicBezTo>
                    <a:pt x="493324" y="360060"/>
                    <a:pt x="490604" y="332863"/>
                    <a:pt x="490604" y="302947"/>
                  </a:cubicBezTo>
                  <a:cubicBezTo>
                    <a:pt x="487884" y="275751"/>
                    <a:pt x="487884" y="240395"/>
                    <a:pt x="487884" y="229516"/>
                  </a:cubicBezTo>
                  <a:cubicBezTo>
                    <a:pt x="487884" y="224077"/>
                    <a:pt x="487884" y="221357"/>
                    <a:pt x="485165" y="221357"/>
                  </a:cubicBezTo>
                  <a:cubicBezTo>
                    <a:pt x="485165" y="221357"/>
                    <a:pt x="482445" y="224077"/>
                    <a:pt x="482445" y="226797"/>
                  </a:cubicBezTo>
                  <a:cubicBezTo>
                    <a:pt x="479725" y="237675"/>
                    <a:pt x="479725" y="251274"/>
                    <a:pt x="477006" y="262152"/>
                  </a:cubicBezTo>
                  <a:cubicBezTo>
                    <a:pt x="471566" y="289349"/>
                    <a:pt x="466127" y="316545"/>
                    <a:pt x="460688" y="341022"/>
                  </a:cubicBezTo>
                  <a:cubicBezTo>
                    <a:pt x="455248" y="365499"/>
                    <a:pt x="447090" y="392696"/>
                    <a:pt x="444370" y="417173"/>
                  </a:cubicBezTo>
                  <a:cubicBezTo>
                    <a:pt x="441650" y="430771"/>
                    <a:pt x="438930" y="441650"/>
                    <a:pt x="436211" y="455248"/>
                  </a:cubicBezTo>
                  <a:cubicBezTo>
                    <a:pt x="433491" y="468846"/>
                    <a:pt x="428052" y="479725"/>
                    <a:pt x="425332" y="493323"/>
                  </a:cubicBezTo>
                  <a:cubicBezTo>
                    <a:pt x="422612" y="506921"/>
                    <a:pt x="419893" y="520520"/>
                    <a:pt x="411734" y="531398"/>
                  </a:cubicBezTo>
                  <a:cubicBezTo>
                    <a:pt x="406295" y="539557"/>
                    <a:pt x="395416" y="547716"/>
                    <a:pt x="376378" y="547716"/>
                  </a:cubicBezTo>
                  <a:cubicBezTo>
                    <a:pt x="357341" y="547716"/>
                    <a:pt x="335583" y="539557"/>
                    <a:pt x="319265" y="525959"/>
                  </a:cubicBezTo>
                  <a:cubicBezTo>
                    <a:pt x="300228" y="506921"/>
                    <a:pt x="294788" y="479725"/>
                    <a:pt x="289349" y="455248"/>
                  </a:cubicBezTo>
                  <a:cubicBezTo>
                    <a:pt x="283910" y="428051"/>
                    <a:pt x="278470" y="400855"/>
                    <a:pt x="273031" y="373658"/>
                  </a:cubicBezTo>
                  <a:cubicBezTo>
                    <a:pt x="273031" y="368219"/>
                    <a:pt x="267592" y="346462"/>
                    <a:pt x="262153" y="316545"/>
                  </a:cubicBezTo>
                  <a:cubicBezTo>
                    <a:pt x="256713" y="292068"/>
                    <a:pt x="251274" y="262152"/>
                    <a:pt x="245835" y="237675"/>
                  </a:cubicBezTo>
                  <a:cubicBezTo>
                    <a:pt x="240395" y="218638"/>
                    <a:pt x="237675" y="205039"/>
                    <a:pt x="234956" y="196881"/>
                  </a:cubicBezTo>
                  <a:cubicBezTo>
                    <a:pt x="232236" y="191441"/>
                    <a:pt x="232236" y="191441"/>
                    <a:pt x="232236" y="191441"/>
                  </a:cubicBezTo>
                  <a:cubicBezTo>
                    <a:pt x="229517" y="191441"/>
                    <a:pt x="229517" y="196881"/>
                    <a:pt x="226797" y="207759"/>
                  </a:cubicBezTo>
                  <a:cubicBezTo>
                    <a:pt x="226797" y="215918"/>
                    <a:pt x="226797" y="229516"/>
                    <a:pt x="226797" y="232236"/>
                  </a:cubicBezTo>
                  <a:cubicBezTo>
                    <a:pt x="226797" y="243115"/>
                    <a:pt x="224077" y="256713"/>
                    <a:pt x="224077" y="267592"/>
                  </a:cubicBezTo>
                  <a:cubicBezTo>
                    <a:pt x="224077" y="278470"/>
                    <a:pt x="224077" y="294788"/>
                    <a:pt x="221358" y="311106"/>
                  </a:cubicBezTo>
                  <a:cubicBezTo>
                    <a:pt x="221358" y="327424"/>
                    <a:pt x="218638" y="343742"/>
                    <a:pt x="218638" y="360060"/>
                  </a:cubicBezTo>
                  <a:cubicBezTo>
                    <a:pt x="218638" y="373658"/>
                    <a:pt x="215919" y="384537"/>
                    <a:pt x="215919" y="398135"/>
                  </a:cubicBezTo>
                  <a:cubicBezTo>
                    <a:pt x="215919" y="409014"/>
                    <a:pt x="213199" y="419892"/>
                    <a:pt x="213199" y="430771"/>
                  </a:cubicBezTo>
                  <a:cubicBezTo>
                    <a:pt x="213199" y="438930"/>
                    <a:pt x="213199" y="447089"/>
                    <a:pt x="213199" y="455248"/>
                  </a:cubicBezTo>
                  <a:cubicBezTo>
                    <a:pt x="213199" y="463407"/>
                    <a:pt x="213199" y="471566"/>
                    <a:pt x="213199" y="477005"/>
                  </a:cubicBezTo>
                  <a:cubicBezTo>
                    <a:pt x="210479" y="490603"/>
                    <a:pt x="207759" y="506921"/>
                    <a:pt x="207759" y="520520"/>
                  </a:cubicBezTo>
                  <a:cubicBezTo>
                    <a:pt x="202320" y="550436"/>
                    <a:pt x="199600" y="580352"/>
                    <a:pt x="196881" y="610268"/>
                  </a:cubicBezTo>
                  <a:cubicBezTo>
                    <a:pt x="196881" y="623866"/>
                    <a:pt x="196881" y="640184"/>
                    <a:pt x="194161" y="653783"/>
                  </a:cubicBezTo>
                  <a:cubicBezTo>
                    <a:pt x="194161" y="659222"/>
                    <a:pt x="194161" y="661942"/>
                    <a:pt x="191441" y="667381"/>
                  </a:cubicBezTo>
                  <a:cubicBezTo>
                    <a:pt x="213199" y="667381"/>
                    <a:pt x="232236" y="667381"/>
                    <a:pt x="243115" y="667381"/>
                  </a:cubicBezTo>
                  <a:cubicBezTo>
                    <a:pt x="253994" y="667381"/>
                    <a:pt x="273031" y="670101"/>
                    <a:pt x="273031" y="683699"/>
                  </a:cubicBezTo>
                  <a:cubicBezTo>
                    <a:pt x="273031" y="691858"/>
                    <a:pt x="267592" y="691858"/>
                    <a:pt x="262153" y="697297"/>
                  </a:cubicBezTo>
                  <a:cubicBezTo>
                    <a:pt x="259433" y="702736"/>
                    <a:pt x="253994" y="705456"/>
                    <a:pt x="248554" y="705456"/>
                  </a:cubicBezTo>
                  <a:cubicBezTo>
                    <a:pt x="240395" y="708176"/>
                    <a:pt x="234956" y="708176"/>
                    <a:pt x="232236" y="708176"/>
                  </a:cubicBezTo>
                  <a:cubicBezTo>
                    <a:pt x="226797" y="708176"/>
                    <a:pt x="175124" y="708176"/>
                    <a:pt x="166965" y="708176"/>
                  </a:cubicBezTo>
                  <a:cubicBezTo>
                    <a:pt x="156086" y="708176"/>
                    <a:pt x="120730" y="708176"/>
                    <a:pt x="109852" y="708176"/>
                  </a:cubicBezTo>
                  <a:cubicBezTo>
                    <a:pt x="104412" y="708176"/>
                    <a:pt x="96253" y="708176"/>
                    <a:pt x="90814" y="708176"/>
                  </a:cubicBezTo>
                  <a:cubicBezTo>
                    <a:pt x="85375" y="708176"/>
                    <a:pt x="77216" y="705456"/>
                    <a:pt x="69057" y="702736"/>
                  </a:cubicBezTo>
                  <a:cubicBezTo>
                    <a:pt x="63617" y="700017"/>
                    <a:pt x="58178" y="691858"/>
                    <a:pt x="58178" y="686418"/>
                  </a:cubicBezTo>
                  <a:cubicBezTo>
                    <a:pt x="58178" y="683699"/>
                    <a:pt x="58178" y="680979"/>
                    <a:pt x="60898" y="678259"/>
                  </a:cubicBezTo>
                  <a:cubicBezTo>
                    <a:pt x="63617" y="675540"/>
                    <a:pt x="71777" y="672820"/>
                    <a:pt x="77216" y="670101"/>
                  </a:cubicBezTo>
                  <a:cubicBezTo>
                    <a:pt x="90814" y="667381"/>
                    <a:pt x="120730" y="664661"/>
                    <a:pt x="126170" y="664661"/>
                  </a:cubicBezTo>
                  <a:cubicBezTo>
                    <a:pt x="128889" y="664661"/>
                    <a:pt x="134329" y="664661"/>
                    <a:pt x="142487" y="664661"/>
                  </a:cubicBezTo>
                  <a:cubicBezTo>
                    <a:pt x="142487" y="640184"/>
                    <a:pt x="147927" y="612988"/>
                    <a:pt x="147927" y="588511"/>
                  </a:cubicBezTo>
                  <a:cubicBezTo>
                    <a:pt x="150646" y="555875"/>
                    <a:pt x="153366" y="523239"/>
                    <a:pt x="153366" y="493323"/>
                  </a:cubicBezTo>
                  <a:cubicBezTo>
                    <a:pt x="153366" y="466126"/>
                    <a:pt x="156086" y="438930"/>
                    <a:pt x="156086" y="411733"/>
                  </a:cubicBezTo>
                  <a:cubicBezTo>
                    <a:pt x="158806" y="373658"/>
                    <a:pt x="158806" y="335583"/>
                    <a:pt x="161525" y="297508"/>
                  </a:cubicBezTo>
                  <a:cubicBezTo>
                    <a:pt x="161525" y="278470"/>
                    <a:pt x="164245" y="259433"/>
                    <a:pt x="166965" y="240395"/>
                  </a:cubicBezTo>
                  <a:cubicBezTo>
                    <a:pt x="169684" y="210479"/>
                    <a:pt x="172404" y="191441"/>
                    <a:pt x="177843" y="161525"/>
                  </a:cubicBezTo>
                  <a:cubicBezTo>
                    <a:pt x="180563" y="147927"/>
                    <a:pt x="180563" y="131609"/>
                    <a:pt x="183282" y="118011"/>
                  </a:cubicBezTo>
                  <a:cubicBezTo>
                    <a:pt x="183282" y="118011"/>
                    <a:pt x="183282" y="115291"/>
                    <a:pt x="183282" y="115291"/>
                  </a:cubicBezTo>
                  <a:cubicBezTo>
                    <a:pt x="177843" y="115291"/>
                    <a:pt x="172404" y="115291"/>
                    <a:pt x="161525" y="115291"/>
                  </a:cubicBezTo>
                  <a:cubicBezTo>
                    <a:pt x="153366" y="115291"/>
                    <a:pt x="145207" y="115291"/>
                    <a:pt x="137048" y="115291"/>
                  </a:cubicBezTo>
                  <a:cubicBezTo>
                    <a:pt x="128889" y="115291"/>
                    <a:pt x="118011" y="115291"/>
                    <a:pt x="109852" y="109851"/>
                  </a:cubicBezTo>
                  <a:cubicBezTo>
                    <a:pt x="101693" y="107132"/>
                    <a:pt x="93534" y="98973"/>
                    <a:pt x="93534" y="93534"/>
                  </a:cubicBezTo>
                  <a:cubicBezTo>
                    <a:pt x="93534" y="90814"/>
                    <a:pt x="93534" y="88094"/>
                    <a:pt x="98973" y="85375"/>
                  </a:cubicBezTo>
                  <a:cubicBezTo>
                    <a:pt x="104412" y="82655"/>
                    <a:pt x="115291" y="79935"/>
                    <a:pt x="120730" y="77216"/>
                  </a:cubicBezTo>
                  <a:cubicBezTo>
                    <a:pt x="139768" y="74496"/>
                    <a:pt x="164245" y="71776"/>
                    <a:pt x="172404" y="71776"/>
                  </a:cubicBezTo>
                  <a:cubicBezTo>
                    <a:pt x="194161" y="71776"/>
                    <a:pt x="210479" y="69057"/>
                    <a:pt x="234956" y="69057"/>
                  </a:cubicBezTo>
                  <a:cubicBezTo>
                    <a:pt x="237675" y="69057"/>
                    <a:pt x="240395" y="69057"/>
                    <a:pt x="243115" y="69057"/>
                  </a:cubicBezTo>
                  <a:cubicBezTo>
                    <a:pt x="251274" y="69057"/>
                    <a:pt x="262153" y="69057"/>
                    <a:pt x="270312" y="74496"/>
                  </a:cubicBezTo>
                  <a:cubicBezTo>
                    <a:pt x="283910" y="82655"/>
                    <a:pt x="300228" y="96253"/>
                    <a:pt x="308387" y="123450"/>
                  </a:cubicBezTo>
                  <a:cubicBezTo>
                    <a:pt x="316546" y="147927"/>
                    <a:pt x="327424" y="175123"/>
                    <a:pt x="332864" y="202320"/>
                  </a:cubicBezTo>
                  <a:cubicBezTo>
                    <a:pt x="335583" y="213198"/>
                    <a:pt x="335583" y="226797"/>
                    <a:pt x="338303" y="237675"/>
                  </a:cubicBezTo>
                  <a:cubicBezTo>
                    <a:pt x="343742" y="251274"/>
                    <a:pt x="346462" y="264872"/>
                    <a:pt x="349182" y="281190"/>
                  </a:cubicBezTo>
                  <a:cubicBezTo>
                    <a:pt x="351901" y="292068"/>
                    <a:pt x="351901" y="305667"/>
                    <a:pt x="357341" y="316545"/>
                  </a:cubicBezTo>
                  <a:cubicBezTo>
                    <a:pt x="362780" y="327424"/>
                    <a:pt x="362780" y="338303"/>
                    <a:pt x="365500" y="351901"/>
                  </a:cubicBezTo>
                  <a:cubicBezTo>
                    <a:pt x="365500" y="357340"/>
                    <a:pt x="373658" y="373658"/>
                    <a:pt x="376378" y="389976"/>
                  </a:cubicBezTo>
                  <a:cubicBezTo>
                    <a:pt x="381817" y="403574"/>
                    <a:pt x="384537" y="414453"/>
                    <a:pt x="387257" y="414453"/>
                  </a:cubicBezTo>
                  <a:cubicBezTo>
                    <a:pt x="392696" y="414453"/>
                    <a:pt x="395416" y="381817"/>
                    <a:pt x="398136" y="376378"/>
                  </a:cubicBezTo>
                  <a:cubicBezTo>
                    <a:pt x="400855" y="362779"/>
                    <a:pt x="403575" y="346462"/>
                    <a:pt x="406295" y="332863"/>
                  </a:cubicBezTo>
                  <a:cubicBezTo>
                    <a:pt x="411734" y="302947"/>
                    <a:pt x="417173" y="273031"/>
                    <a:pt x="425332" y="243115"/>
                  </a:cubicBezTo>
                  <a:cubicBezTo>
                    <a:pt x="430771" y="213198"/>
                    <a:pt x="436211" y="180563"/>
                    <a:pt x="444370" y="150646"/>
                  </a:cubicBezTo>
                  <a:cubicBezTo>
                    <a:pt x="449809" y="126170"/>
                    <a:pt x="460688" y="98973"/>
                    <a:pt x="477006" y="79935"/>
                  </a:cubicBezTo>
                  <a:cubicBezTo>
                    <a:pt x="487884" y="66337"/>
                    <a:pt x="506922" y="58178"/>
                    <a:pt x="523240" y="58178"/>
                  </a:cubicBezTo>
                  <a:cubicBezTo>
                    <a:pt x="528679" y="58178"/>
                    <a:pt x="539558" y="58178"/>
                    <a:pt x="544997" y="63617"/>
                  </a:cubicBezTo>
                  <a:lnTo>
                    <a:pt x="612988" y="63617"/>
                  </a:lnTo>
                  <a:cubicBezTo>
                    <a:pt x="626587" y="63617"/>
                    <a:pt x="651064" y="63617"/>
                    <a:pt x="651064" y="79935"/>
                  </a:cubicBezTo>
                  <a:cubicBezTo>
                    <a:pt x="651064" y="88094"/>
                    <a:pt x="648344" y="88094"/>
                    <a:pt x="645624" y="96253"/>
                  </a:cubicBezTo>
                  <a:cubicBezTo>
                    <a:pt x="640185" y="101693"/>
                    <a:pt x="634746" y="104412"/>
                    <a:pt x="629307" y="104412"/>
                  </a:cubicBezTo>
                  <a:cubicBezTo>
                    <a:pt x="621147" y="107132"/>
                    <a:pt x="612988" y="107132"/>
                    <a:pt x="607549" y="107132"/>
                  </a:cubicBezTo>
                  <a:cubicBezTo>
                    <a:pt x="604829" y="107132"/>
                    <a:pt x="591231" y="107132"/>
                    <a:pt x="580353" y="107132"/>
                  </a:cubicBezTo>
                  <a:cubicBezTo>
                    <a:pt x="580353" y="109851"/>
                    <a:pt x="583072" y="112571"/>
                    <a:pt x="583072" y="115291"/>
                  </a:cubicBezTo>
                  <a:cubicBezTo>
                    <a:pt x="585792" y="128889"/>
                    <a:pt x="585792" y="142487"/>
                    <a:pt x="588512" y="156086"/>
                  </a:cubicBezTo>
                  <a:cubicBezTo>
                    <a:pt x="591231" y="169684"/>
                    <a:pt x="591231" y="183282"/>
                    <a:pt x="593951" y="196881"/>
                  </a:cubicBezTo>
                  <a:cubicBezTo>
                    <a:pt x="593951" y="207759"/>
                    <a:pt x="599390" y="215918"/>
                    <a:pt x="599390" y="226797"/>
                  </a:cubicBezTo>
                  <a:cubicBezTo>
                    <a:pt x="599390" y="229516"/>
                    <a:pt x="599390" y="229516"/>
                    <a:pt x="599390" y="232236"/>
                  </a:cubicBezTo>
                  <a:cubicBezTo>
                    <a:pt x="599390" y="234956"/>
                    <a:pt x="599390" y="237675"/>
                    <a:pt x="599390" y="240395"/>
                  </a:cubicBezTo>
                  <a:cubicBezTo>
                    <a:pt x="599390" y="251274"/>
                    <a:pt x="599390" y="259433"/>
                    <a:pt x="602110" y="270311"/>
                  </a:cubicBezTo>
                  <a:cubicBezTo>
                    <a:pt x="604829" y="283909"/>
                    <a:pt x="607549" y="294788"/>
                    <a:pt x="607549" y="308386"/>
                  </a:cubicBezTo>
                  <a:cubicBezTo>
                    <a:pt x="607549" y="311106"/>
                    <a:pt x="607549" y="316545"/>
                    <a:pt x="607549" y="319265"/>
                  </a:cubicBezTo>
                  <a:cubicBezTo>
                    <a:pt x="607549" y="324704"/>
                    <a:pt x="610269" y="330144"/>
                    <a:pt x="612988" y="335583"/>
                  </a:cubicBezTo>
                  <a:cubicBezTo>
                    <a:pt x="612988" y="338303"/>
                    <a:pt x="612988" y="343742"/>
                    <a:pt x="612988" y="346462"/>
                  </a:cubicBezTo>
                  <a:cubicBezTo>
                    <a:pt x="612988" y="354620"/>
                    <a:pt x="612988" y="362779"/>
                    <a:pt x="612988" y="370939"/>
                  </a:cubicBezTo>
                  <a:cubicBezTo>
                    <a:pt x="612988" y="379097"/>
                    <a:pt x="612988" y="387256"/>
                    <a:pt x="612988" y="395415"/>
                  </a:cubicBezTo>
                  <a:cubicBezTo>
                    <a:pt x="612988" y="403574"/>
                    <a:pt x="615708" y="414453"/>
                    <a:pt x="615708" y="422612"/>
                  </a:cubicBezTo>
                  <a:cubicBezTo>
                    <a:pt x="618428" y="430771"/>
                    <a:pt x="618428" y="436210"/>
                    <a:pt x="618428" y="441650"/>
                  </a:cubicBezTo>
                  <a:cubicBezTo>
                    <a:pt x="618428" y="444369"/>
                    <a:pt x="618428" y="449808"/>
                    <a:pt x="618428" y="455248"/>
                  </a:cubicBezTo>
                  <a:cubicBezTo>
                    <a:pt x="618428" y="460687"/>
                    <a:pt x="618428" y="460687"/>
                    <a:pt x="621147" y="463407"/>
                  </a:cubicBezTo>
                  <a:cubicBezTo>
                    <a:pt x="623867" y="471566"/>
                    <a:pt x="623867" y="477005"/>
                    <a:pt x="626587" y="482444"/>
                  </a:cubicBezTo>
                  <a:cubicBezTo>
                    <a:pt x="629307" y="493323"/>
                    <a:pt x="629307" y="506921"/>
                    <a:pt x="629307" y="517800"/>
                  </a:cubicBezTo>
                  <a:cubicBezTo>
                    <a:pt x="632026" y="534118"/>
                    <a:pt x="632026" y="547716"/>
                    <a:pt x="634746" y="561314"/>
                  </a:cubicBezTo>
                  <a:cubicBezTo>
                    <a:pt x="634746" y="564034"/>
                    <a:pt x="634746" y="564034"/>
                    <a:pt x="634746" y="566754"/>
                  </a:cubicBezTo>
                  <a:cubicBezTo>
                    <a:pt x="634746" y="572193"/>
                    <a:pt x="634746" y="577632"/>
                    <a:pt x="634746" y="583072"/>
                  </a:cubicBezTo>
                  <a:cubicBezTo>
                    <a:pt x="634746" y="596670"/>
                    <a:pt x="637466" y="602109"/>
                    <a:pt x="637466" y="607548"/>
                  </a:cubicBezTo>
                  <a:cubicBezTo>
                    <a:pt x="637466" y="610268"/>
                    <a:pt x="640185" y="615708"/>
                    <a:pt x="640185" y="618427"/>
                  </a:cubicBezTo>
                  <a:cubicBezTo>
                    <a:pt x="640185" y="623866"/>
                    <a:pt x="640185" y="629306"/>
                    <a:pt x="640185" y="632025"/>
                  </a:cubicBezTo>
                  <a:cubicBezTo>
                    <a:pt x="640185" y="634745"/>
                    <a:pt x="640185" y="637465"/>
                    <a:pt x="640185" y="640184"/>
                  </a:cubicBezTo>
                  <a:cubicBezTo>
                    <a:pt x="640185" y="645624"/>
                    <a:pt x="642905" y="653783"/>
                    <a:pt x="642905" y="659222"/>
                  </a:cubicBezTo>
                  <a:cubicBezTo>
                    <a:pt x="642905" y="661942"/>
                    <a:pt x="642905" y="661942"/>
                    <a:pt x="642905" y="664661"/>
                  </a:cubicBezTo>
                  <a:cubicBezTo>
                    <a:pt x="645624" y="678259"/>
                    <a:pt x="651064" y="678259"/>
                    <a:pt x="653783" y="678259"/>
                  </a:cubicBezTo>
                  <a:lnTo>
                    <a:pt x="653783" y="678259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21C17497-81A0-4FD0-9BEB-3D32B47739B3}"/>
                </a:ext>
              </a:extLst>
            </p:cNvPr>
            <p:cNvSpPr/>
            <p:nvPr/>
          </p:nvSpPr>
          <p:spPr>
            <a:xfrm>
              <a:off x="6362526" y="4242177"/>
              <a:ext cx="492259" cy="674476"/>
            </a:xfrm>
            <a:custGeom>
              <a:avLst/>
              <a:gdLst>
                <a:gd name="connsiteX0" fmla="*/ 225733 w 492259"/>
                <a:gd name="connsiteY0" fmla="*/ 97907 h 674476"/>
                <a:gd name="connsiteX1" fmla="*/ 209415 w 492259"/>
                <a:gd name="connsiteY1" fmla="*/ 119665 h 674476"/>
                <a:gd name="connsiteX2" fmla="*/ 201256 w 492259"/>
                <a:gd name="connsiteY2" fmla="*/ 152300 h 674476"/>
                <a:gd name="connsiteX3" fmla="*/ 198536 w 492259"/>
                <a:gd name="connsiteY3" fmla="*/ 168618 h 674476"/>
                <a:gd name="connsiteX4" fmla="*/ 195817 w 492259"/>
                <a:gd name="connsiteY4" fmla="*/ 184936 h 674476"/>
                <a:gd name="connsiteX5" fmla="*/ 187658 w 492259"/>
                <a:gd name="connsiteY5" fmla="*/ 220292 h 674476"/>
                <a:gd name="connsiteX6" fmla="*/ 168620 w 492259"/>
                <a:gd name="connsiteY6" fmla="*/ 291003 h 674476"/>
                <a:gd name="connsiteX7" fmla="*/ 160461 w 492259"/>
                <a:gd name="connsiteY7" fmla="*/ 323639 h 674476"/>
                <a:gd name="connsiteX8" fmla="*/ 149582 w 492259"/>
                <a:gd name="connsiteY8" fmla="*/ 361714 h 674476"/>
                <a:gd name="connsiteX9" fmla="*/ 144143 w 492259"/>
                <a:gd name="connsiteY9" fmla="*/ 388910 h 674476"/>
                <a:gd name="connsiteX10" fmla="*/ 149582 w 492259"/>
                <a:gd name="connsiteY10" fmla="*/ 391630 h 674476"/>
                <a:gd name="connsiteX11" fmla="*/ 171340 w 492259"/>
                <a:gd name="connsiteY11" fmla="*/ 391630 h 674476"/>
                <a:gd name="connsiteX12" fmla="*/ 193097 w 492259"/>
                <a:gd name="connsiteY12" fmla="*/ 388910 h 674476"/>
                <a:gd name="connsiteX13" fmla="*/ 212135 w 492259"/>
                <a:gd name="connsiteY13" fmla="*/ 388910 h 674476"/>
                <a:gd name="connsiteX14" fmla="*/ 236611 w 492259"/>
                <a:gd name="connsiteY14" fmla="*/ 388910 h 674476"/>
                <a:gd name="connsiteX15" fmla="*/ 250210 w 492259"/>
                <a:gd name="connsiteY15" fmla="*/ 386191 h 674476"/>
                <a:gd name="connsiteX16" fmla="*/ 258369 w 492259"/>
                <a:gd name="connsiteY16" fmla="*/ 386191 h 674476"/>
                <a:gd name="connsiteX17" fmla="*/ 255649 w 492259"/>
                <a:gd name="connsiteY17" fmla="*/ 367153 h 674476"/>
                <a:gd name="connsiteX18" fmla="*/ 250210 w 492259"/>
                <a:gd name="connsiteY18" fmla="*/ 331797 h 674476"/>
                <a:gd name="connsiteX19" fmla="*/ 247490 w 492259"/>
                <a:gd name="connsiteY19" fmla="*/ 244769 h 674476"/>
                <a:gd name="connsiteX20" fmla="*/ 242051 w 492259"/>
                <a:gd name="connsiteY20" fmla="*/ 203974 h 674476"/>
                <a:gd name="connsiteX21" fmla="*/ 236611 w 492259"/>
                <a:gd name="connsiteY21" fmla="*/ 157740 h 674476"/>
                <a:gd name="connsiteX22" fmla="*/ 233892 w 492259"/>
                <a:gd name="connsiteY22" fmla="*/ 119665 h 674476"/>
                <a:gd name="connsiteX23" fmla="*/ 225733 w 492259"/>
                <a:gd name="connsiteY23" fmla="*/ 97907 h 674476"/>
                <a:gd name="connsiteX24" fmla="*/ 274687 w 492259"/>
                <a:gd name="connsiteY24" fmla="*/ 0 h 674476"/>
                <a:gd name="connsiteX25" fmla="*/ 304603 w 492259"/>
                <a:gd name="connsiteY25" fmla="*/ 5439 h 674476"/>
                <a:gd name="connsiteX26" fmla="*/ 320921 w 492259"/>
                <a:gd name="connsiteY26" fmla="*/ 24477 h 674476"/>
                <a:gd name="connsiteX27" fmla="*/ 334519 w 492259"/>
                <a:gd name="connsiteY27" fmla="*/ 43515 h 674476"/>
                <a:gd name="connsiteX28" fmla="*/ 339959 w 492259"/>
                <a:gd name="connsiteY28" fmla="*/ 65272 h 674476"/>
                <a:gd name="connsiteX29" fmla="*/ 348118 w 492259"/>
                <a:gd name="connsiteY29" fmla="*/ 114226 h 674476"/>
                <a:gd name="connsiteX30" fmla="*/ 361716 w 492259"/>
                <a:gd name="connsiteY30" fmla="*/ 163180 h 674476"/>
                <a:gd name="connsiteX31" fmla="*/ 369875 w 492259"/>
                <a:gd name="connsiteY31" fmla="*/ 220293 h 674476"/>
                <a:gd name="connsiteX32" fmla="*/ 378034 w 492259"/>
                <a:gd name="connsiteY32" fmla="*/ 274686 h 674476"/>
                <a:gd name="connsiteX33" fmla="*/ 383473 w 492259"/>
                <a:gd name="connsiteY33" fmla="*/ 301883 h 674476"/>
                <a:gd name="connsiteX34" fmla="*/ 391632 w 492259"/>
                <a:gd name="connsiteY34" fmla="*/ 337238 h 674476"/>
                <a:gd name="connsiteX35" fmla="*/ 397071 w 492259"/>
                <a:gd name="connsiteY35" fmla="*/ 364435 h 674476"/>
                <a:gd name="connsiteX36" fmla="*/ 405230 w 492259"/>
                <a:gd name="connsiteY36" fmla="*/ 383473 h 674476"/>
                <a:gd name="connsiteX37" fmla="*/ 416109 w 492259"/>
                <a:gd name="connsiteY37" fmla="*/ 386192 h 674476"/>
                <a:gd name="connsiteX38" fmla="*/ 426988 w 492259"/>
                <a:gd name="connsiteY38" fmla="*/ 386192 h 674476"/>
                <a:gd name="connsiteX39" fmla="*/ 454184 w 492259"/>
                <a:gd name="connsiteY39" fmla="*/ 397071 h 674476"/>
                <a:gd name="connsiteX40" fmla="*/ 456904 w 492259"/>
                <a:gd name="connsiteY40" fmla="*/ 405230 h 674476"/>
                <a:gd name="connsiteX41" fmla="*/ 451464 w 492259"/>
                <a:gd name="connsiteY41" fmla="*/ 416108 h 674476"/>
                <a:gd name="connsiteX42" fmla="*/ 432427 w 492259"/>
                <a:gd name="connsiteY42" fmla="*/ 429707 h 674476"/>
                <a:gd name="connsiteX43" fmla="*/ 421548 w 492259"/>
                <a:gd name="connsiteY43" fmla="*/ 432426 h 674476"/>
                <a:gd name="connsiteX44" fmla="*/ 413389 w 492259"/>
                <a:gd name="connsiteY44" fmla="*/ 435146 h 674476"/>
                <a:gd name="connsiteX45" fmla="*/ 413389 w 492259"/>
                <a:gd name="connsiteY45" fmla="*/ 440585 h 674476"/>
                <a:gd name="connsiteX46" fmla="*/ 416109 w 492259"/>
                <a:gd name="connsiteY46" fmla="*/ 451464 h 674476"/>
                <a:gd name="connsiteX47" fmla="*/ 418829 w 492259"/>
                <a:gd name="connsiteY47" fmla="*/ 465062 h 674476"/>
                <a:gd name="connsiteX48" fmla="*/ 418829 w 492259"/>
                <a:gd name="connsiteY48" fmla="*/ 475941 h 674476"/>
                <a:gd name="connsiteX49" fmla="*/ 418829 w 492259"/>
                <a:gd name="connsiteY49" fmla="*/ 486820 h 674476"/>
                <a:gd name="connsiteX50" fmla="*/ 426988 w 492259"/>
                <a:gd name="connsiteY50" fmla="*/ 516736 h 674476"/>
                <a:gd name="connsiteX51" fmla="*/ 432427 w 492259"/>
                <a:gd name="connsiteY51" fmla="*/ 543932 h 674476"/>
                <a:gd name="connsiteX52" fmla="*/ 437866 w 492259"/>
                <a:gd name="connsiteY52" fmla="*/ 573848 h 674476"/>
                <a:gd name="connsiteX53" fmla="*/ 443306 w 492259"/>
                <a:gd name="connsiteY53" fmla="*/ 606484 h 674476"/>
                <a:gd name="connsiteX54" fmla="*/ 446025 w 492259"/>
                <a:gd name="connsiteY54" fmla="*/ 617363 h 674476"/>
                <a:gd name="connsiteX55" fmla="*/ 470502 w 492259"/>
                <a:gd name="connsiteY55" fmla="*/ 617363 h 674476"/>
                <a:gd name="connsiteX56" fmla="*/ 492259 w 492259"/>
                <a:gd name="connsiteY56" fmla="*/ 641840 h 674476"/>
                <a:gd name="connsiteX57" fmla="*/ 484101 w 492259"/>
                <a:gd name="connsiteY57" fmla="*/ 655438 h 674476"/>
                <a:gd name="connsiteX58" fmla="*/ 467782 w 492259"/>
                <a:gd name="connsiteY58" fmla="*/ 663597 h 674476"/>
                <a:gd name="connsiteX59" fmla="*/ 443306 w 492259"/>
                <a:gd name="connsiteY59" fmla="*/ 666317 h 674476"/>
                <a:gd name="connsiteX60" fmla="*/ 421548 w 492259"/>
                <a:gd name="connsiteY60" fmla="*/ 666317 h 674476"/>
                <a:gd name="connsiteX61" fmla="*/ 413389 w 492259"/>
                <a:gd name="connsiteY61" fmla="*/ 666317 h 674476"/>
                <a:gd name="connsiteX62" fmla="*/ 399791 w 492259"/>
                <a:gd name="connsiteY62" fmla="*/ 671756 h 674476"/>
                <a:gd name="connsiteX63" fmla="*/ 383473 w 492259"/>
                <a:gd name="connsiteY63" fmla="*/ 674476 h 674476"/>
                <a:gd name="connsiteX64" fmla="*/ 348118 w 492259"/>
                <a:gd name="connsiteY64" fmla="*/ 669036 h 674476"/>
                <a:gd name="connsiteX65" fmla="*/ 326360 w 492259"/>
                <a:gd name="connsiteY65" fmla="*/ 669036 h 674476"/>
                <a:gd name="connsiteX66" fmla="*/ 277406 w 492259"/>
                <a:gd name="connsiteY66" fmla="*/ 669036 h 674476"/>
                <a:gd name="connsiteX67" fmla="*/ 252930 w 492259"/>
                <a:gd name="connsiteY67" fmla="*/ 663597 h 674476"/>
                <a:gd name="connsiteX68" fmla="*/ 236611 w 492259"/>
                <a:gd name="connsiteY68" fmla="*/ 647279 h 674476"/>
                <a:gd name="connsiteX69" fmla="*/ 261088 w 492259"/>
                <a:gd name="connsiteY69" fmla="*/ 630961 h 674476"/>
                <a:gd name="connsiteX70" fmla="*/ 288285 w 492259"/>
                <a:gd name="connsiteY70" fmla="*/ 628241 h 674476"/>
                <a:gd name="connsiteX71" fmla="*/ 285565 w 492259"/>
                <a:gd name="connsiteY71" fmla="*/ 609204 h 674476"/>
                <a:gd name="connsiteX72" fmla="*/ 282846 w 492259"/>
                <a:gd name="connsiteY72" fmla="*/ 582007 h 674476"/>
                <a:gd name="connsiteX73" fmla="*/ 280126 w 492259"/>
                <a:gd name="connsiteY73" fmla="*/ 568409 h 674476"/>
                <a:gd name="connsiteX74" fmla="*/ 282846 w 492259"/>
                <a:gd name="connsiteY74" fmla="*/ 554811 h 674476"/>
                <a:gd name="connsiteX75" fmla="*/ 277406 w 492259"/>
                <a:gd name="connsiteY75" fmla="*/ 538493 h 674476"/>
                <a:gd name="connsiteX76" fmla="*/ 271967 w 492259"/>
                <a:gd name="connsiteY76" fmla="*/ 505857 h 674476"/>
                <a:gd name="connsiteX77" fmla="*/ 269247 w 492259"/>
                <a:gd name="connsiteY77" fmla="*/ 478660 h 674476"/>
                <a:gd name="connsiteX78" fmla="*/ 266528 w 492259"/>
                <a:gd name="connsiteY78" fmla="*/ 446025 h 674476"/>
                <a:gd name="connsiteX79" fmla="*/ 261088 w 492259"/>
                <a:gd name="connsiteY79" fmla="*/ 437866 h 674476"/>
                <a:gd name="connsiteX80" fmla="*/ 250210 w 492259"/>
                <a:gd name="connsiteY80" fmla="*/ 437866 h 674476"/>
                <a:gd name="connsiteX81" fmla="*/ 220293 w 492259"/>
                <a:gd name="connsiteY81" fmla="*/ 440585 h 674476"/>
                <a:gd name="connsiteX82" fmla="*/ 190377 w 492259"/>
                <a:gd name="connsiteY82" fmla="*/ 443305 h 674476"/>
                <a:gd name="connsiteX83" fmla="*/ 165900 w 492259"/>
                <a:gd name="connsiteY83" fmla="*/ 443305 h 674476"/>
                <a:gd name="connsiteX84" fmla="*/ 144143 w 492259"/>
                <a:gd name="connsiteY84" fmla="*/ 440585 h 674476"/>
                <a:gd name="connsiteX85" fmla="*/ 135984 w 492259"/>
                <a:gd name="connsiteY85" fmla="*/ 454184 h 674476"/>
                <a:gd name="connsiteX86" fmla="*/ 130545 w 492259"/>
                <a:gd name="connsiteY86" fmla="*/ 486820 h 674476"/>
                <a:gd name="connsiteX87" fmla="*/ 119666 w 492259"/>
                <a:gd name="connsiteY87" fmla="*/ 541213 h 674476"/>
                <a:gd name="connsiteX88" fmla="*/ 103348 w 492259"/>
                <a:gd name="connsiteY88" fmla="*/ 614643 h 674476"/>
                <a:gd name="connsiteX89" fmla="*/ 133264 w 492259"/>
                <a:gd name="connsiteY89" fmla="*/ 614643 h 674476"/>
                <a:gd name="connsiteX90" fmla="*/ 168620 w 492259"/>
                <a:gd name="connsiteY90" fmla="*/ 630961 h 674476"/>
                <a:gd name="connsiteX91" fmla="*/ 163181 w 492259"/>
                <a:gd name="connsiteY91" fmla="*/ 647279 h 674476"/>
                <a:gd name="connsiteX92" fmla="*/ 146863 w 492259"/>
                <a:gd name="connsiteY92" fmla="*/ 655438 h 674476"/>
                <a:gd name="connsiteX93" fmla="*/ 127825 w 492259"/>
                <a:gd name="connsiteY93" fmla="*/ 658158 h 674476"/>
                <a:gd name="connsiteX94" fmla="*/ 106068 w 492259"/>
                <a:gd name="connsiteY94" fmla="*/ 658158 h 674476"/>
                <a:gd name="connsiteX95" fmla="*/ 62552 w 492259"/>
                <a:gd name="connsiteY95" fmla="*/ 658158 h 674476"/>
                <a:gd name="connsiteX96" fmla="*/ 40795 w 492259"/>
                <a:gd name="connsiteY96" fmla="*/ 658158 h 674476"/>
                <a:gd name="connsiteX97" fmla="*/ 16318 w 492259"/>
                <a:gd name="connsiteY97" fmla="*/ 652718 h 674476"/>
                <a:gd name="connsiteX98" fmla="*/ 0 w 492259"/>
                <a:gd name="connsiteY98" fmla="*/ 636401 h 674476"/>
                <a:gd name="connsiteX99" fmla="*/ 2720 w 492259"/>
                <a:gd name="connsiteY99" fmla="*/ 628241 h 674476"/>
                <a:gd name="connsiteX100" fmla="*/ 24477 w 492259"/>
                <a:gd name="connsiteY100" fmla="*/ 620082 h 674476"/>
                <a:gd name="connsiteX101" fmla="*/ 62552 w 492259"/>
                <a:gd name="connsiteY101" fmla="*/ 617363 h 674476"/>
                <a:gd name="connsiteX102" fmla="*/ 62552 w 492259"/>
                <a:gd name="connsiteY102" fmla="*/ 614643 h 674476"/>
                <a:gd name="connsiteX103" fmla="*/ 65272 w 492259"/>
                <a:gd name="connsiteY103" fmla="*/ 587447 h 674476"/>
                <a:gd name="connsiteX104" fmla="*/ 76151 w 492259"/>
                <a:gd name="connsiteY104" fmla="*/ 522175 h 674476"/>
                <a:gd name="connsiteX105" fmla="*/ 87029 w 492259"/>
                <a:gd name="connsiteY105" fmla="*/ 470501 h 674476"/>
                <a:gd name="connsiteX106" fmla="*/ 92468 w 492259"/>
                <a:gd name="connsiteY106" fmla="*/ 446025 h 674476"/>
                <a:gd name="connsiteX107" fmla="*/ 65272 w 492259"/>
                <a:gd name="connsiteY107" fmla="*/ 432426 h 674476"/>
                <a:gd name="connsiteX108" fmla="*/ 54393 w 492259"/>
                <a:gd name="connsiteY108" fmla="*/ 421548 h 674476"/>
                <a:gd name="connsiteX109" fmla="*/ 73431 w 492259"/>
                <a:gd name="connsiteY109" fmla="*/ 407949 h 674476"/>
                <a:gd name="connsiteX110" fmla="*/ 100629 w 492259"/>
                <a:gd name="connsiteY110" fmla="*/ 399790 h 674476"/>
                <a:gd name="connsiteX111" fmla="*/ 108788 w 492259"/>
                <a:gd name="connsiteY111" fmla="*/ 369874 h 674476"/>
                <a:gd name="connsiteX112" fmla="*/ 125105 w 492259"/>
                <a:gd name="connsiteY112" fmla="*/ 307322 h 674476"/>
                <a:gd name="connsiteX113" fmla="*/ 141423 w 492259"/>
                <a:gd name="connsiteY113" fmla="*/ 242051 h 674476"/>
                <a:gd name="connsiteX114" fmla="*/ 155022 w 492259"/>
                <a:gd name="connsiteY114" fmla="*/ 179498 h 674476"/>
                <a:gd name="connsiteX115" fmla="*/ 168620 w 492259"/>
                <a:gd name="connsiteY115" fmla="*/ 119665 h 674476"/>
                <a:gd name="connsiteX116" fmla="*/ 193097 w 492259"/>
                <a:gd name="connsiteY116" fmla="*/ 57113 h 674476"/>
                <a:gd name="connsiteX117" fmla="*/ 201256 w 492259"/>
                <a:gd name="connsiteY117" fmla="*/ 38075 h 674476"/>
                <a:gd name="connsiteX118" fmla="*/ 217574 w 492259"/>
                <a:gd name="connsiteY118" fmla="*/ 13598 h 674476"/>
                <a:gd name="connsiteX119" fmla="*/ 274687 w 492259"/>
                <a:gd name="connsiteY119" fmla="*/ 0 h 674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</a:cxnLst>
              <a:rect l="l" t="t" r="r" b="b"/>
              <a:pathLst>
                <a:path w="492259" h="674476">
                  <a:moveTo>
                    <a:pt x="225733" y="97907"/>
                  </a:moveTo>
                  <a:cubicBezTo>
                    <a:pt x="217574" y="97907"/>
                    <a:pt x="209415" y="114225"/>
                    <a:pt x="209415" y="119665"/>
                  </a:cubicBezTo>
                  <a:cubicBezTo>
                    <a:pt x="206695" y="130543"/>
                    <a:pt x="203976" y="144141"/>
                    <a:pt x="201256" y="152300"/>
                  </a:cubicBezTo>
                  <a:cubicBezTo>
                    <a:pt x="198536" y="157740"/>
                    <a:pt x="198536" y="163179"/>
                    <a:pt x="198536" y="168618"/>
                  </a:cubicBezTo>
                  <a:cubicBezTo>
                    <a:pt x="198536" y="174058"/>
                    <a:pt x="195817" y="179497"/>
                    <a:pt x="195817" y="184936"/>
                  </a:cubicBezTo>
                  <a:cubicBezTo>
                    <a:pt x="193097" y="195815"/>
                    <a:pt x="190377" y="209413"/>
                    <a:pt x="187658" y="220292"/>
                  </a:cubicBezTo>
                  <a:cubicBezTo>
                    <a:pt x="184938" y="244769"/>
                    <a:pt x="176779" y="269246"/>
                    <a:pt x="168620" y="291003"/>
                  </a:cubicBezTo>
                  <a:cubicBezTo>
                    <a:pt x="165900" y="301881"/>
                    <a:pt x="163181" y="312760"/>
                    <a:pt x="160461" y="323639"/>
                  </a:cubicBezTo>
                  <a:cubicBezTo>
                    <a:pt x="157742" y="337237"/>
                    <a:pt x="155022" y="348115"/>
                    <a:pt x="149582" y="361714"/>
                  </a:cubicBezTo>
                  <a:cubicBezTo>
                    <a:pt x="146863" y="367153"/>
                    <a:pt x="144143" y="383471"/>
                    <a:pt x="144143" y="388910"/>
                  </a:cubicBezTo>
                  <a:cubicBezTo>
                    <a:pt x="144143" y="391630"/>
                    <a:pt x="146863" y="391630"/>
                    <a:pt x="149582" y="391630"/>
                  </a:cubicBezTo>
                  <a:cubicBezTo>
                    <a:pt x="155022" y="391630"/>
                    <a:pt x="168620" y="391630"/>
                    <a:pt x="171340" y="391630"/>
                  </a:cubicBezTo>
                  <a:cubicBezTo>
                    <a:pt x="179498" y="391630"/>
                    <a:pt x="187658" y="391630"/>
                    <a:pt x="193097" y="388910"/>
                  </a:cubicBezTo>
                  <a:cubicBezTo>
                    <a:pt x="198536" y="388910"/>
                    <a:pt x="203976" y="388910"/>
                    <a:pt x="212135" y="388910"/>
                  </a:cubicBezTo>
                  <a:cubicBezTo>
                    <a:pt x="217574" y="388910"/>
                    <a:pt x="225733" y="388910"/>
                    <a:pt x="236611" y="388910"/>
                  </a:cubicBezTo>
                  <a:cubicBezTo>
                    <a:pt x="242051" y="388910"/>
                    <a:pt x="247490" y="388910"/>
                    <a:pt x="250210" y="386191"/>
                  </a:cubicBezTo>
                  <a:cubicBezTo>
                    <a:pt x="255649" y="391630"/>
                    <a:pt x="258369" y="388910"/>
                    <a:pt x="258369" y="386191"/>
                  </a:cubicBezTo>
                  <a:cubicBezTo>
                    <a:pt x="258369" y="380751"/>
                    <a:pt x="255649" y="372592"/>
                    <a:pt x="255649" y="367153"/>
                  </a:cubicBezTo>
                  <a:cubicBezTo>
                    <a:pt x="252930" y="353555"/>
                    <a:pt x="250210" y="342676"/>
                    <a:pt x="250210" y="331797"/>
                  </a:cubicBezTo>
                  <a:cubicBezTo>
                    <a:pt x="250210" y="301881"/>
                    <a:pt x="250210" y="274685"/>
                    <a:pt x="247490" y="244769"/>
                  </a:cubicBezTo>
                  <a:cubicBezTo>
                    <a:pt x="247490" y="231170"/>
                    <a:pt x="244771" y="217572"/>
                    <a:pt x="242051" y="203974"/>
                  </a:cubicBezTo>
                  <a:cubicBezTo>
                    <a:pt x="239331" y="187656"/>
                    <a:pt x="236611" y="174058"/>
                    <a:pt x="236611" y="157740"/>
                  </a:cubicBezTo>
                  <a:cubicBezTo>
                    <a:pt x="236611" y="152300"/>
                    <a:pt x="236611" y="133263"/>
                    <a:pt x="233892" y="119665"/>
                  </a:cubicBezTo>
                  <a:cubicBezTo>
                    <a:pt x="233892" y="106066"/>
                    <a:pt x="231172" y="97907"/>
                    <a:pt x="225733" y="97907"/>
                  </a:cubicBezTo>
                  <a:close/>
                  <a:moveTo>
                    <a:pt x="274687" y="0"/>
                  </a:moveTo>
                  <a:cubicBezTo>
                    <a:pt x="288285" y="0"/>
                    <a:pt x="293724" y="2720"/>
                    <a:pt x="304603" y="5439"/>
                  </a:cubicBezTo>
                  <a:cubicBezTo>
                    <a:pt x="315481" y="10879"/>
                    <a:pt x="315481" y="16318"/>
                    <a:pt x="320921" y="24477"/>
                  </a:cubicBezTo>
                  <a:cubicBezTo>
                    <a:pt x="326360" y="29916"/>
                    <a:pt x="331800" y="35356"/>
                    <a:pt x="334519" y="43515"/>
                  </a:cubicBezTo>
                  <a:cubicBezTo>
                    <a:pt x="337239" y="51674"/>
                    <a:pt x="337239" y="57113"/>
                    <a:pt x="339959" y="65272"/>
                  </a:cubicBezTo>
                  <a:cubicBezTo>
                    <a:pt x="345398" y="78870"/>
                    <a:pt x="342678" y="97908"/>
                    <a:pt x="348118" y="114226"/>
                  </a:cubicBezTo>
                  <a:cubicBezTo>
                    <a:pt x="350837" y="130544"/>
                    <a:pt x="358996" y="146863"/>
                    <a:pt x="361716" y="163180"/>
                  </a:cubicBezTo>
                  <a:cubicBezTo>
                    <a:pt x="364435" y="182218"/>
                    <a:pt x="364435" y="201256"/>
                    <a:pt x="369875" y="220293"/>
                  </a:cubicBezTo>
                  <a:cubicBezTo>
                    <a:pt x="375314" y="239331"/>
                    <a:pt x="378034" y="255649"/>
                    <a:pt x="378034" y="274686"/>
                  </a:cubicBezTo>
                  <a:cubicBezTo>
                    <a:pt x="378034" y="282845"/>
                    <a:pt x="380753" y="293724"/>
                    <a:pt x="383473" y="301883"/>
                  </a:cubicBezTo>
                  <a:cubicBezTo>
                    <a:pt x="386193" y="312762"/>
                    <a:pt x="388913" y="326360"/>
                    <a:pt x="391632" y="337238"/>
                  </a:cubicBezTo>
                  <a:cubicBezTo>
                    <a:pt x="391632" y="342678"/>
                    <a:pt x="394352" y="353556"/>
                    <a:pt x="397071" y="364435"/>
                  </a:cubicBezTo>
                  <a:cubicBezTo>
                    <a:pt x="399791" y="372594"/>
                    <a:pt x="402511" y="380753"/>
                    <a:pt x="405230" y="383473"/>
                  </a:cubicBezTo>
                  <a:cubicBezTo>
                    <a:pt x="407950" y="386192"/>
                    <a:pt x="413389" y="386192"/>
                    <a:pt x="416109" y="386192"/>
                  </a:cubicBezTo>
                  <a:cubicBezTo>
                    <a:pt x="418829" y="386192"/>
                    <a:pt x="424268" y="386192"/>
                    <a:pt x="426988" y="386192"/>
                  </a:cubicBezTo>
                  <a:cubicBezTo>
                    <a:pt x="437866" y="386192"/>
                    <a:pt x="448745" y="388912"/>
                    <a:pt x="454184" y="397071"/>
                  </a:cubicBezTo>
                  <a:cubicBezTo>
                    <a:pt x="456904" y="399790"/>
                    <a:pt x="456904" y="402510"/>
                    <a:pt x="456904" y="405230"/>
                  </a:cubicBezTo>
                  <a:cubicBezTo>
                    <a:pt x="456904" y="407949"/>
                    <a:pt x="454184" y="410669"/>
                    <a:pt x="451464" y="416108"/>
                  </a:cubicBezTo>
                  <a:cubicBezTo>
                    <a:pt x="446025" y="421548"/>
                    <a:pt x="440586" y="426987"/>
                    <a:pt x="432427" y="429707"/>
                  </a:cubicBezTo>
                  <a:cubicBezTo>
                    <a:pt x="429707" y="429707"/>
                    <a:pt x="426988" y="432426"/>
                    <a:pt x="421548" y="432426"/>
                  </a:cubicBezTo>
                  <a:cubicBezTo>
                    <a:pt x="418829" y="432426"/>
                    <a:pt x="416109" y="432426"/>
                    <a:pt x="413389" y="435146"/>
                  </a:cubicBezTo>
                  <a:cubicBezTo>
                    <a:pt x="413389" y="435146"/>
                    <a:pt x="413389" y="437866"/>
                    <a:pt x="413389" y="440585"/>
                  </a:cubicBezTo>
                  <a:cubicBezTo>
                    <a:pt x="413389" y="443305"/>
                    <a:pt x="413389" y="448744"/>
                    <a:pt x="416109" y="451464"/>
                  </a:cubicBezTo>
                  <a:cubicBezTo>
                    <a:pt x="416109" y="456903"/>
                    <a:pt x="418829" y="462343"/>
                    <a:pt x="418829" y="465062"/>
                  </a:cubicBezTo>
                  <a:lnTo>
                    <a:pt x="418829" y="475941"/>
                  </a:lnTo>
                  <a:cubicBezTo>
                    <a:pt x="418829" y="481380"/>
                    <a:pt x="418829" y="484100"/>
                    <a:pt x="418829" y="486820"/>
                  </a:cubicBezTo>
                  <a:cubicBezTo>
                    <a:pt x="421548" y="497698"/>
                    <a:pt x="424268" y="505857"/>
                    <a:pt x="426988" y="516736"/>
                  </a:cubicBezTo>
                  <a:cubicBezTo>
                    <a:pt x="426988" y="524895"/>
                    <a:pt x="429707" y="535773"/>
                    <a:pt x="432427" y="543932"/>
                  </a:cubicBezTo>
                  <a:cubicBezTo>
                    <a:pt x="435147" y="554811"/>
                    <a:pt x="437866" y="562970"/>
                    <a:pt x="437866" y="573848"/>
                  </a:cubicBezTo>
                  <a:cubicBezTo>
                    <a:pt x="437866" y="587447"/>
                    <a:pt x="440586" y="595606"/>
                    <a:pt x="443306" y="606484"/>
                  </a:cubicBezTo>
                  <a:cubicBezTo>
                    <a:pt x="443306" y="609204"/>
                    <a:pt x="446025" y="614643"/>
                    <a:pt x="446025" y="617363"/>
                  </a:cubicBezTo>
                  <a:cubicBezTo>
                    <a:pt x="454184" y="617363"/>
                    <a:pt x="462343" y="617363"/>
                    <a:pt x="470502" y="617363"/>
                  </a:cubicBezTo>
                  <a:cubicBezTo>
                    <a:pt x="475942" y="625522"/>
                    <a:pt x="492259" y="630961"/>
                    <a:pt x="492259" y="641840"/>
                  </a:cubicBezTo>
                  <a:cubicBezTo>
                    <a:pt x="492259" y="647279"/>
                    <a:pt x="486820" y="649999"/>
                    <a:pt x="484101" y="655438"/>
                  </a:cubicBezTo>
                  <a:cubicBezTo>
                    <a:pt x="481381" y="660877"/>
                    <a:pt x="473222" y="663597"/>
                    <a:pt x="467782" y="663597"/>
                  </a:cubicBezTo>
                  <a:cubicBezTo>
                    <a:pt x="456904" y="666317"/>
                    <a:pt x="451464" y="666317"/>
                    <a:pt x="443306" y="666317"/>
                  </a:cubicBezTo>
                  <a:cubicBezTo>
                    <a:pt x="437866" y="666317"/>
                    <a:pt x="429707" y="666317"/>
                    <a:pt x="421548" y="666317"/>
                  </a:cubicBezTo>
                  <a:cubicBezTo>
                    <a:pt x="418829" y="666317"/>
                    <a:pt x="416109" y="666317"/>
                    <a:pt x="413389" y="666317"/>
                  </a:cubicBezTo>
                  <a:cubicBezTo>
                    <a:pt x="407950" y="669036"/>
                    <a:pt x="405230" y="669036"/>
                    <a:pt x="399791" y="671756"/>
                  </a:cubicBezTo>
                  <a:cubicBezTo>
                    <a:pt x="394352" y="671756"/>
                    <a:pt x="388913" y="674476"/>
                    <a:pt x="383473" y="674476"/>
                  </a:cubicBezTo>
                  <a:cubicBezTo>
                    <a:pt x="372594" y="674476"/>
                    <a:pt x="358996" y="671756"/>
                    <a:pt x="348118" y="669036"/>
                  </a:cubicBezTo>
                  <a:cubicBezTo>
                    <a:pt x="339959" y="669036"/>
                    <a:pt x="331800" y="669036"/>
                    <a:pt x="326360" y="669036"/>
                  </a:cubicBezTo>
                  <a:cubicBezTo>
                    <a:pt x="304603" y="669036"/>
                    <a:pt x="285565" y="669036"/>
                    <a:pt x="277406" y="669036"/>
                  </a:cubicBezTo>
                  <a:cubicBezTo>
                    <a:pt x="269247" y="669036"/>
                    <a:pt x="258369" y="669036"/>
                    <a:pt x="252930" y="663597"/>
                  </a:cubicBezTo>
                  <a:cubicBezTo>
                    <a:pt x="247490" y="660877"/>
                    <a:pt x="236611" y="655438"/>
                    <a:pt x="236611" y="647279"/>
                  </a:cubicBezTo>
                  <a:cubicBezTo>
                    <a:pt x="236611" y="636401"/>
                    <a:pt x="252930" y="633681"/>
                    <a:pt x="261088" y="630961"/>
                  </a:cubicBezTo>
                  <a:cubicBezTo>
                    <a:pt x="266528" y="630961"/>
                    <a:pt x="274687" y="630961"/>
                    <a:pt x="288285" y="628241"/>
                  </a:cubicBezTo>
                  <a:cubicBezTo>
                    <a:pt x="288285" y="620082"/>
                    <a:pt x="288285" y="614643"/>
                    <a:pt x="285565" y="609204"/>
                  </a:cubicBezTo>
                  <a:cubicBezTo>
                    <a:pt x="285565" y="601045"/>
                    <a:pt x="282846" y="590166"/>
                    <a:pt x="282846" y="582007"/>
                  </a:cubicBezTo>
                  <a:cubicBezTo>
                    <a:pt x="282846" y="576568"/>
                    <a:pt x="280126" y="573848"/>
                    <a:pt x="280126" y="568409"/>
                  </a:cubicBezTo>
                  <a:cubicBezTo>
                    <a:pt x="280126" y="562970"/>
                    <a:pt x="282846" y="557531"/>
                    <a:pt x="282846" y="554811"/>
                  </a:cubicBezTo>
                  <a:cubicBezTo>
                    <a:pt x="282846" y="549371"/>
                    <a:pt x="280126" y="546652"/>
                    <a:pt x="277406" y="538493"/>
                  </a:cubicBezTo>
                  <a:cubicBezTo>
                    <a:pt x="277406" y="527614"/>
                    <a:pt x="271967" y="516736"/>
                    <a:pt x="271967" y="505857"/>
                  </a:cubicBezTo>
                  <a:cubicBezTo>
                    <a:pt x="271967" y="494978"/>
                    <a:pt x="271967" y="486820"/>
                    <a:pt x="269247" y="478660"/>
                  </a:cubicBezTo>
                  <a:cubicBezTo>
                    <a:pt x="266528" y="467782"/>
                    <a:pt x="266528" y="456903"/>
                    <a:pt x="266528" y="446025"/>
                  </a:cubicBezTo>
                  <a:cubicBezTo>
                    <a:pt x="266528" y="440585"/>
                    <a:pt x="263808" y="437866"/>
                    <a:pt x="261088" y="437866"/>
                  </a:cubicBezTo>
                  <a:cubicBezTo>
                    <a:pt x="258369" y="437866"/>
                    <a:pt x="255649" y="437866"/>
                    <a:pt x="250210" y="437866"/>
                  </a:cubicBezTo>
                  <a:cubicBezTo>
                    <a:pt x="239331" y="437866"/>
                    <a:pt x="228452" y="437866"/>
                    <a:pt x="220293" y="440585"/>
                  </a:cubicBezTo>
                  <a:cubicBezTo>
                    <a:pt x="209415" y="440585"/>
                    <a:pt x="201256" y="443305"/>
                    <a:pt x="190377" y="443305"/>
                  </a:cubicBezTo>
                  <a:cubicBezTo>
                    <a:pt x="182218" y="443305"/>
                    <a:pt x="174059" y="443305"/>
                    <a:pt x="165900" y="443305"/>
                  </a:cubicBezTo>
                  <a:cubicBezTo>
                    <a:pt x="163181" y="443305"/>
                    <a:pt x="152302" y="440585"/>
                    <a:pt x="144143" y="440585"/>
                  </a:cubicBezTo>
                  <a:cubicBezTo>
                    <a:pt x="135984" y="440585"/>
                    <a:pt x="135984" y="448744"/>
                    <a:pt x="135984" y="454184"/>
                  </a:cubicBezTo>
                  <a:cubicBezTo>
                    <a:pt x="135984" y="465062"/>
                    <a:pt x="133264" y="475941"/>
                    <a:pt x="130545" y="486820"/>
                  </a:cubicBezTo>
                  <a:cubicBezTo>
                    <a:pt x="127825" y="505857"/>
                    <a:pt x="122386" y="522175"/>
                    <a:pt x="119666" y="541213"/>
                  </a:cubicBezTo>
                  <a:cubicBezTo>
                    <a:pt x="116947" y="560250"/>
                    <a:pt x="108788" y="595606"/>
                    <a:pt x="103348" y="614643"/>
                  </a:cubicBezTo>
                  <a:cubicBezTo>
                    <a:pt x="111507" y="614643"/>
                    <a:pt x="122386" y="614643"/>
                    <a:pt x="133264" y="614643"/>
                  </a:cubicBezTo>
                  <a:cubicBezTo>
                    <a:pt x="146863" y="614643"/>
                    <a:pt x="168620" y="614643"/>
                    <a:pt x="168620" y="630961"/>
                  </a:cubicBezTo>
                  <a:cubicBezTo>
                    <a:pt x="168620" y="639120"/>
                    <a:pt x="165900" y="639120"/>
                    <a:pt x="163181" y="647279"/>
                  </a:cubicBezTo>
                  <a:cubicBezTo>
                    <a:pt x="160461" y="652718"/>
                    <a:pt x="152302" y="655438"/>
                    <a:pt x="146863" y="655438"/>
                  </a:cubicBezTo>
                  <a:cubicBezTo>
                    <a:pt x="138704" y="658158"/>
                    <a:pt x="133264" y="658158"/>
                    <a:pt x="127825" y="658158"/>
                  </a:cubicBezTo>
                  <a:cubicBezTo>
                    <a:pt x="122386" y="658158"/>
                    <a:pt x="116947" y="658158"/>
                    <a:pt x="106068" y="658158"/>
                  </a:cubicBezTo>
                  <a:cubicBezTo>
                    <a:pt x="92468" y="658158"/>
                    <a:pt x="78870" y="658158"/>
                    <a:pt x="62552" y="658158"/>
                  </a:cubicBezTo>
                  <a:cubicBezTo>
                    <a:pt x="54393" y="658158"/>
                    <a:pt x="46234" y="658158"/>
                    <a:pt x="40795" y="658158"/>
                  </a:cubicBezTo>
                  <a:cubicBezTo>
                    <a:pt x="32636" y="658158"/>
                    <a:pt x="21758" y="658158"/>
                    <a:pt x="16318" y="652718"/>
                  </a:cubicBezTo>
                  <a:cubicBezTo>
                    <a:pt x="8159" y="649999"/>
                    <a:pt x="0" y="641840"/>
                    <a:pt x="0" y="636401"/>
                  </a:cubicBezTo>
                  <a:cubicBezTo>
                    <a:pt x="0" y="633681"/>
                    <a:pt x="0" y="630961"/>
                    <a:pt x="2720" y="628241"/>
                  </a:cubicBezTo>
                  <a:cubicBezTo>
                    <a:pt x="8159" y="625522"/>
                    <a:pt x="16318" y="622802"/>
                    <a:pt x="24477" y="620082"/>
                  </a:cubicBezTo>
                  <a:cubicBezTo>
                    <a:pt x="38075" y="617363"/>
                    <a:pt x="48954" y="617363"/>
                    <a:pt x="62552" y="617363"/>
                  </a:cubicBezTo>
                  <a:cubicBezTo>
                    <a:pt x="62552" y="617363"/>
                    <a:pt x="62552" y="614643"/>
                    <a:pt x="62552" y="614643"/>
                  </a:cubicBezTo>
                  <a:cubicBezTo>
                    <a:pt x="62552" y="603765"/>
                    <a:pt x="65272" y="590166"/>
                    <a:pt x="65272" y="587447"/>
                  </a:cubicBezTo>
                  <a:cubicBezTo>
                    <a:pt x="67992" y="565689"/>
                    <a:pt x="73431" y="543932"/>
                    <a:pt x="76151" y="522175"/>
                  </a:cubicBezTo>
                  <a:cubicBezTo>
                    <a:pt x="78870" y="505857"/>
                    <a:pt x="81590" y="486820"/>
                    <a:pt x="87029" y="470501"/>
                  </a:cubicBezTo>
                  <a:cubicBezTo>
                    <a:pt x="87029" y="465062"/>
                    <a:pt x="92468" y="451464"/>
                    <a:pt x="92468" y="446025"/>
                  </a:cubicBezTo>
                  <a:cubicBezTo>
                    <a:pt x="92468" y="437866"/>
                    <a:pt x="73431" y="437866"/>
                    <a:pt x="65272" y="432426"/>
                  </a:cubicBezTo>
                  <a:cubicBezTo>
                    <a:pt x="59833" y="429707"/>
                    <a:pt x="54393" y="426987"/>
                    <a:pt x="54393" y="421548"/>
                  </a:cubicBezTo>
                  <a:cubicBezTo>
                    <a:pt x="54393" y="413389"/>
                    <a:pt x="62552" y="410669"/>
                    <a:pt x="73431" y="407949"/>
                  </a:cubicBezTo>
                  <a:cubicBezTo>
                    <a:pt x="78870" y="407949"/>
                    <a:pt x="92468" y="405230"/>
                    <a:pt x="100629" y="399790"/>
                  </a:cubicBezTo>
                  <a:cubicBezTo>
                    <a:pt x="106068" y="394351"/>
                    <a:pt x="106068" y="378033"/>
                    <a:pt x="108788" y="369874"/>
                  </a:cubicBezTo>
                  <a:cubicBezTo>
                    <a:pt x="114227" y="348117"/>
                    <a:pt x="119666" y="326360"/>
                    <a:pt x="125105" y="307322"/>
                  </a:cubicBezTo>
                  <a:cubicBezTo>
                    <a:pt x="130545" y="285565"/>
                    <a:pt x="135984" y="263808"/>
                    <a:pt x="141423" y="242051"/>
                  </a:cubicBezTo>
                  <a:cubicBezTo>
                    <a:pt x="146863" y="220293"/>
                    <a:pt x="152302" y="198536"/>
                    <a:pt x="155022" y="179498"/>
                  </a:cubicBezTo>
                  <a:cubicBezTo>
                    <a:pt x="157742" y="160461"/>
                    <a:pt x="163181" y="138703"/>
                    <a:pt x="168620" y="119665"/>
                  </a:cubicBezTo>
                  <a:cubicBezTo>
                    <a:pt x="176779" y="100627"/>
                    <a:pt x="182218" y="76150"/>
                    <a:pt x="193097" y="57113"/>
                  </a:cubicBezTo>
                  <a:lnTo>
                    <a:pt x="201256" y="38075"/>
                  </a:lnTo>
                  <a:cubicBezTo>
                    <a:pt x="206695" y="29916"/>
                    <a:pt x="209415" y="19038"/>
                    <a:pt x="217574" y="13598"/>
                  </a:cubicBezTo>
                  <a:cubicBezTo>
                    <a:pt x="231172" y="2720"/>
                    <a:pt x="255649" y="0"/>
                    <a:pt x="274687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5DC50316-A07C-4F98-A88F-9678B26F0223}"/>
                </a:ext>
              </a:extLst>
            </p:cNvPr>
            <p:cNvSpPr/>
            <p:nvPr/>
          </p:nvSpPr>
          <p:spPr>
            <a:xfrm>
              <a:off x="6876542" y="4244897"/>
              <a:ext cx="462342" cy="677195"/>
            </a:xfrm>
            <a:custGeom>
              <a:avLst/>
              <a:gdLst>
                <a:gd name="connsiteX0" fmla="*/ 214853 w 462342"/>
                <a:gd name="connsiteY0" fmla="*/ 65272 h 677195"/>
                <a:gd name="connsiteX1" fmla="*/ 195815 w 462342"/>
                <a:gd name="connsiteY1" fmla="*/ 73431 h 677195"/>
                <a:gd name="connsiteX2" fmla="*/ 193096 w 462342"/>
                <a:gd name="connsiteY2" fmla="*/ 125105 h 677195"/>
                <a:gd name="connsiteX3" fmla="*/ 190376 w 462342"/>
                <a:gd name="connsiteY3" fmla="*/ 280125 h 677195"/>
                <a:gd name="connsiteX4" fmla="*/ 190376 w 462342"/>
                <a:gd name="connsiteY4" fmla="*/ 301882 h 677195"/>
                <a:gd name="connsiteX5" fmla="*/ 193096 w 462342"/>
                <a:gd name="connsiteY5" fmla="*/ 342677 h 677195"/>
                <a:gd name="connsiteX6" fmla="*/ 195815 w 462342"/>
                <a:gd name="connsiteY6" fmla="*/ 397070 h 677195"/>
                <a:gd name="connsiteX7" fmla="*/ 195815 w 462342"/>
                <a:gd name="connsiteY7" fmla="*/ 443304 h 677195"/>
                <a:gd name="connsiteX8" fmla="*/ 195815 w 462342"/>
                <a:gd name="connsiteY8" fmla="*/ 530333 h 677195"/>
                <a:gd name="connsiteX9" fmla="*/ 193096 w 462342"/>
                <a:gd name="connsiteY9" fmla="*/ 554810 h 677195"/>
                <a:gd name="connsiteX10" fmla="*/ 190376 w 462342"/>
                <a:gd name="connsiteY10" fmla="*/ 603764 h 677195"/>
                <a:gd name="connsiteX11" fmla="*/ 198535 w 462342"/>
                <a:gd name="connsiteY11" fmla="*/ 611923 h 677195"/>
                <a:gd name="connsiteX12" fmla="*/ 214853 w 462342"/>
                <a:gd name="connsiteY12" fmla="*/ 611923 h 677195"/>
                <a:gd name="connsiteX13" fmla="*/ 236610 w 462342"/>
                <a:gd name="connsiteY13" fmla="*/ 611923 h 677195"/>
                <a:gd name="connsiteX14" fmla="*/ 263807 w 462342"/>
                <a:gd name="connsiteY14" fmla="*/ 598325 h 677195"/>
                <a:gd name="connsiteX15" fmla="*/ 277405 w 462342"/>
                <a:gd name="connsiteY15" fmla="*/ 592885 h 677195"/>
                <a:gd name="connsiteX16" fmla="*/ 291004 w 462342"/>
                <a:gd name="connsiteY16" fmla="*/ 573848 h 677195"/>
                <a:gd name="connsiteX17" fmla="*/ 307322 w 462342"/>
                <a:gd name="connsiteY17" fmla="*/ 543931 h 677195"/>
                <a:gd name="connsiteX18" fmla="*/ 326359 w 462342"/>
                <a:gd name="connsiteY18" fmla="*/ 481379 h 677195"/>
                <a:gd name="connsiteX19" fmla="*/ 337238 w 462342"/>
                <a:gd name="connsiteY19" fmla="*/ 413388 h 677195"/>
                <a:gd name="connsiteX20" fmla="*/ 337238 w 462342"/>
                <a:gd name="connsiteY20" fmla="*/ 350836 h 677195"/>
                <a:gd name="connsiteX21" fmla="*/ 334518 w 462342"/>
                <a:gd name="connsiteY21" fmla="*/ 296443 h 677195"/>
                <a:gd name="connsiteX22" fmla="*/ 329079 w 462342"/>
                <a:gd name="connsiteY22" fmla="*/ 244769 h 677195"/>
                <a:gd name="connsiteX23" fmla="*/ 307322 w 462342"/>
                <a:gd name="connsiteY23" fmla="*/ 135983 h 677195"/>
                <a:gd name="connsiteX24" fmla="*/ 271966 w 462342"/>
                <a:gd name="connsiteY24" fmla="*/ 78870 h 677195"/>
                <a:gd name="connsiteX25" fmla="*/ 214853 w 462342"/>
                <a:gd name="connsiteY25" fmla="*/ 65272 h 677195"/>
                <a:gd name="connsiteX26" fmla="*/ 114226 w 462342"/>
                <a:gd name="connsiteY26" fmla="*/ 0 h 677195"/>
                <a:gd name="connsiteX27" fmla="*/ 127824 w 462342"/>
                <a:gd name="connsiteY27" fmla="*/ 0 h 677195"/>
                <a:gd name="connsiteX28" fmla="*/ 146862 w 462342"/>
                <a:gd name="connsiteY28" fmla="*/ 2720 h 677195"/>
                <a:gd name="connsiteX29" fmla="*/ 174059 w 462342"/>
                <a:gd name="connsiteY29" fmla="*/ 21758 h 677195"/>
                <a:gd name="connsiteX30" fmla="*/ 193096 w 462342"/>
                <a:gd name="connsiteY30" fmla="*/ 21758 h 677195"/>
                <a:gd name="connsiteX31" fmla="*/ 261088 w 462342"/>
                <a:gd name="connsiteY31" fmla="*/ 27197 h 677195"/>
                <a:gd name="connsiteX32" fmla="*/ 310042 w 462342"/>
                <a:gd name="connsiteY32" fmla="*/ 35356 h 677195"/>
                <a:gd name="connsiteX33" fmla="*/ 334518 w 462342"/>
                <a:gd name="connsiteY33" fmla="*/ 40795 h 677195"/>
                <a:gd name="connsiteX34" fmla="*/ 356276 w 462342"/>
                <a:gd name="connsiteY34" fmla="*/ 59833 h 677195"/>
                <a:gd name="connsiteX35" fmla="*/ 372593 w 462342"/>
                <a:gd name="connsiteY35" fmla="*/ 76151 h 677195"/>
                <a:gd name="connsiteX36" fmla="*/ 380752 w 462342"/>
                <a:gd name="connsiteY36" fmla="*/ 95188 h 677195"/>
                <a:gd name="connsiteX37" fmla="*/ 405230 w 462342"/>
                <a:gd name="connsiteY37" fmla="*/ 114226 h 677195"/>
                <a:gd name="connsiteX38" fmla="*/ 416108 w 462342"/>
                <a:gd name="connsiteY38" fmla="*/ 141422 h 677195"/>
                <a:gd name="connsiteX39" fmla="*/ 451464 w 462342"/>
                <a:gd name="connsiteY39" fmla="*/ 201256 h 677195"/>
                <a:gd name="connsiteX40" fmla="*/ 456903 w 462342"/>
                <a:gd name="connsiteY40" fmla="*/ 252929 h 677195"/>
                <a:gd name="connsiteX41" fmla="*/ 456903 w 462342"/>
                <a:gd name="connsiteY41" fmla="*/ 291004 h 677195"/>
                <a:gd name="connsiteX42" fmla="*/ 459623 w 462342"/>
                <a:gd name="connsiteY42" fmla="*/ 318201 h 677195"/>
                <a:gd name="connsiteX43" fmla="*/ 459623 w 462342"/>
                <a:gd name="connsiteY43" fmla="*/ 326360 h 677195"/>
                <a:gd name="connsiteX44" fmla="*/ 459623 w 462342"/>
                <a:gd name="connsiteY44" fmla="*/ 348117 h 677195"/>
                <a:gd name="connsiteX45" fmla="*/ 462342 w 462342"/>
                <a:gd name="connsiteY45" fmla="*/ 367155 h 677195"/>
                <a:gd name="connsiteX46" fmla="*/ 456903 w 462342"/>
                <a:gd name="connsiteY46" fmla="*/ 391632 h 677195"/>
                <a:gd name="connsiteX47" fmla="*/ 456903 w 462342"/>
                <a:gd name="connsiteY47" fmla="*/ 418828 h 677195"/>
                <a:gd name="connsiteX48" fmla="*/ 451464 w 462342"/>
                <a:gd name="connsiteY48" fmla="*/ 437866 h 677195"/>
                <a:gd name="connsiteX49" fmla="*/ 446025 w 462342"/>
                <a:gd name="connsiteY49" fmla="*/ 454184 h 677195"/>
                <a:gd name="connsiteX50" fmla="*/ 440585 w 462342"/>
                <a:gd name="connsiteY50" fmla="*/ 481380 h 677195"/>
                <a:gd name="connsiteX51" fmla="*/ 432426 w 462342"/>
                <a:gd name="connsiteY51" fmla="*/ 508577 h 677195"/>
                <a:gd name="connsiteX52" fmla="*/ 418828 w 462342"/>
                <a:gd name="connsiteY52" fmla="*/ 530334 h 677195"/>
                <a:gd name="connsiteX53" fmla="*/ 410669 w 462342"/>
                <a:gd name="connsiteY53" fmla="*/ 549371 h 677195"/>
                <a:gd name="connsiteX54" fmla="*/ 391631 w 462342"/>
                <a:gd name="connsiteY54" fmla="*/ 579288 h 677195"/>
                <a:gd name="connsiteX55" fmla="*/ 337238 w 462342"/>
                <a:gd name="connsiteY55" fmla="*/ 630961 h 677195"/>
                <a:gd name="connsiteX56" fmla="*/ 301883 w 462342"/>
                <a:gd name="connsiteY56" fmla="*/ 647279 h 677195"/>
                <a:gd name="connsiteX57" fmla="*/ 263807 w 462342"/>
                <a:gd name="connsiteY57" fmla="*/ 652718 h 677195"/>
                <a:gd name="connsiteX58" fmla="*/ 233891 w 462342"/>
                <a:gd name="connsiteY58" fmla="*/ 649999 h 677195"/>
                <a:gd name="connsiteX59" fmla="*/ 187657 w 462342"/>
                <a:gd name="connsiteY59" fmla="*/ 652718 h 677195"/>
                <a:gd name="connsiteX60" fmla="*/ 171339 w 462342"/>
                <a:gd name="connsiteY60" fmla="*/ 669036 h 677195"/>
                <a:gd name="connsiteX61" fmla="*/ 155021 w 462342"/>
                <a:gd name="connsiteY61" fmla="*/ 671756 h 677195"/>
                <a:gd name="connsiteX62" fmla="*/ 138703 w 462342"/>
                <a:gd name="connsiteY62" fmla="*/ 674476 h 677195"/>
                <a:gd name="connsiteX63" fmla="*/ 125105 w 462342"/>
                <a:gd name="connsiteY63" fmla="*/ 677195 h 677195"/>
                <a:gd name="connsiteX64" fmla="*/ 106067 w 462342"/>
                <a:gd name="connsiteY64" fmla="*/ 671756 h 677195"/>
                <a:gd name="connsiteX65" fmla="*/ 87029 w 462342"/>
                <a:gd name="connsiteY65" fmla="*/ 658158 h 677195"/>
                <a:gd name="connsiteX66" fmla="*/ 81590 w 462342"/>
                <a:gd name="connsiteY66" fmla="*/ 652718 h 677195"/>
                <a:gd name="connsiteX67" fmla="*/ 67992 w 462342"/>
                <a:gd name="connsiteY67" fmla="*/ 652718 h 677195"/>
                <a:gd name="connsiteX68" fmla="*/ 43515 w 462342"/>
                <a:gd name="connsiteY68" fmla="*/ 652718 h 677195"/>
                <a:gd name="connsiteX69" fmla="*/ 16318 w 462342"/>
                <a:gd name="connsiteY69" fmla="*/ 647279 h 677195"/>
                <a:gd name="connsiteX70" fmla="*/ 0 w 462342"/>
                <a:gd name="connsiteY70" fmla="*/ 630961 h 677195"/>
                <a:gd name="connsiteX71" fmla="*/ 5439 w 462342"/>
                <a:gd name="connsiteY71" fmla="*/ 620083 h 677195"/>
                <a:gd name="connsiteX72" fmla="*/ 27197 w 462342"/>
                <a:gd name="connsiteY72" fmla="*/ 611924 h 677195"/>
                <a:gd name="connsiteX73" fmla="*/ 65272 w 462342"/>
                <a:gd name="connsiteY73" fmla="*/ 609204 h 677195"/>
                <a:gd name="connsiteX74" fmla="*/ 65272 w 462342"/>
                <a:gd name="connsiteY74" fmla="*/ 584727 h 677195"/>
                <a:gd name="connsiteX75" fmla="*/ 62552 w 462342"/>
                <a:gd name="connsiteY75" fmla="*/ 456903 h 677195"/>
                <a:gd name="connsiteX76" fmla="*/ 65272 w 462342"/>
                <a:gd name="connsiteY76" fmla="*/ 337238 h 677195"/>
                <a:gd name="connsiteX77" fmla="*/ 67992 w 462342"/>
                <a:gd name="connsiteY77" fmla="*/ 203975 h 677195"/>
                <a:gd name="connsiteX78" fmla="*/ 70712 w 462342"/>
                <a:gd name="connsiteY78" fmla="*/ 119665 h 677195"/>
                <a:gd name="connsiteX79" fmla="*/ 73431 w 462342"/>
                <a:gd name="connsiteY79" fmla="*/ 67992 h 677195"/>
                <a:gd name="connsiteX80" fmla="*/ 67992 w 462342"/>
                <a:gd name="connsiteY80" fmla="*/ 67992 h 677195"/>
                <a:gd name="connsiteX81" fmla="*/ 43515 w 462342"/>
                <a:gd name="connsiteY81" fmla="*/ 67992 h 677195"/>
                <a:gd name="connsiteX82" fmla="*/ 16318 w 462342"/>
                <a:gd name="connsiteY82" fmla="*/ 62552 h 677195"/>
                <a:gd name="connsiteX83" fmla="*/ 0 w 462342"/>
                <a:gd name="connsiteY83" fmla="*/ 46234 h 677195"/>
                <a:gd name="connsiteX84" fmla="*/ 5439 w 462342"/>
                <a:gd name="connsiteY84" fmla="*/ 35356 h 677195"/>
                <a:gd name="connsiteX85" fmla="*/ 27197 w 462342"/>
                <a:gd name="connsiteY85" fmla="*/ 27197 h 677195"/>
                <a:gd name="connsiteX86" fmla="*/ 76151 w 462342"/>
                <a:gd name="connsiteY86" fmla="*/ 21758 h 677195"/>
                <a:gd name="connsiteX87" fmla="*/ 81590 w 462342"/>
                <a:gd name="connsiteY87" fmla="*/ 13598 h 677195"/>
                <a:gd name="connsiteX88" fmla="*/ 97908 w 462342"/>
                <a:gd name="connsiteY88" fmla="*/ 5439 h 677195"/>
                <a:gd name="connsiteX89" fmla="*/ 114226 w 462342"/>
                <a:gd name="connsiteY89" fmla="*/ 0 h 677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462342" h="677195">
                  <a:moveTo>
                    <a:pt x="214853" y="65272"/>
                  </a:moveTo>
                  <a:cubicBezTo>
                    <a:pt x="203975" y="65272"/>
                    <a:pt x="195815" y="67992"/>
                    <a:pt x="195815" y="73431"/>
                  </a:cubicBezTo>
                  <a:cubicBezTo>
                    <a:pt x="193096" y="78870"/>
                    <a:pt x="193096" y="100628"/>
                    <a:pt x="193096" y="125105"/>
                  </a:cubicBezTo>
                  <a:cubicBezTo>
                    <a:pt x="193096" y="182217"/>
                    <a:pt x="193096" y="266527"/>
                    <a:pt x="190376" y="280125"/>
                  </a:cubicBezTo>
                  <a:cubicBezTo>
                    <a:pt x="190376" y="288284"/>
                    <a:pt x="190376" y="293723"/>
                    <a:pt x="190376" y="301882"/>
                  </a:cubicBezTo>
                  <a:cubicBezTo>
                    <a:pt x="190376" y="315480"/>
                    <a:pt x="190376" y="329079"/>
                    <a:pt x="193096" y="342677"/>
                  </a:cubicBezTo>
                  <a:cubicBezTo>
                    <a:pt x="193096" y="361715"/>
                    <a:pt x="193096" y="378033"/>
                    <a:pt x="195815" y="397070"/>
                  </a:cubicBezTo>
                  <a:cubicBezTo>
                    <a:pt x="195815" y="413388"/>
                    <a:pt x="195815" y="426986"/>
                    <a:pt x="195815" y="443304"/>
                  </a:cubicBezTo>
                  <a:cubicBezTo>
                    <a:pt x="195815" y="465061"/>
                    <a:pt x="198535" y="508576"/>
                    <a:pt x="195815" y="530333"/>
                  </a:cubicBezTo>
                  <a:cubicBezTo>
                    <a:pt x="195815" y="538492"/>
                    <a:pt x="193096" y="546651"/>
                    <a:pt x="193096" y="554810"/>
                  </a:cubicBezTo>
                  <a:cubicBezTo>
                    <a:pt x="193096" y="560249"/>
                    <a:pt x="190376" y="590166"/>
                    <a:pt x="190376" y="603764"/>
                  </a:cubicBezTo>
                  <a:cubicBezTo>
                    <a:pt x="190376" y="609203"/>
                    <a:pt x="190376" y="611923"/>
                    <a:pt x="198535" y="611923"/>
                  </a:cubicBezTo>
                  <a:cubicBezTo>
                    <a:pt x="206694" y="611923"/>
                    <a:pt x="209414" y="611923"/>
                    <a:pt x="214853" y="611923"/>
                  </a:cubicBezTo>
                  <a:cubicBezTo>
                    <a:pt x="223012" y="611923"/>
                    <a:pt x="220293" y="611923"/>
                    <a:pt x="236610" y="611923"/>
                  </a:cubicBezTo>
                  <a:cubicBezTo>
                    <a:pt x="242050" y="611923"/>
                    <a:pt x="258368" y="601044"/>
                    <a:pt x="263807" y="598325"/>
                  </a:cubicBezTo>
                  <a:cubicBezTo>
                    <a:pt x="266527" y="598325"/>
                    <a:pt x="274686" y="592885"/>
                    <a:pt x="277405" y="592885"/>
                  </a:cubicBezTo>
                  <a:cubicBezTo>
                    <a:pt x="285564" y="587446"/>
                    <a:pt x="288284" y="579287"/>
                    <a:pt x="291004" y="573848"/>
                  </a:cubicBezTo>
                  <a:cubicBezTo>
                    <a:pt x="296443" y="562969"/>
                    <a:pt x="301882" y="554810"/>
                    <a:pt x="307322" y="543931"/>
                  </a:cubicBezTo>
                  <a:cubicBezTo>
                    <a:pt x="315481" y="524894"/>
                    <a:pt x="320920" y="524894"/>
                    <a:pt x="326359" y="481379"/>
                  </a:cubicBezTo>
                  <a:cubicBezTo>
                    <a:pt x="329079" y="456903"/>
                    <a:pt x="334518" y="435145"/>
                    <a:pt x="337238" y="413388"/>
                  </a:cubicBezTo>
                  <a:cubicBezTo>
                    <a:pt x="337238" y="391631"/>
                    <a:pt x="337238" y="369873"/>
                    <a:pt x="337238" y="350836"/>
                  </a:cubicBezTo>
                  <a:cubicBezTo>
                    <a:pt x="337238" y="339957"/>
                    <a:pt x="337238" y="320920"/>
                    <a:pt x="334518" y="296443"/>
                  </a:cubicBezTo>
                  <a:cubicBezTo>
                    <a:pt x="331798" y="269246"/>
                    <a:pt x="329079" y="250209"/>
                    <a:pt x="329079" y="244769"/>
                  </a:cubicBezTo>
                  <a:cubicBezTo>
                    <a:pt x="323640" y="206694"/>
                    <a:pt x="318200" y="174058"/>
                    <a:pt x="307322" y="135983"/>
                  </a:cubicBezTo>
                  <a:cubicBezTo>
                    <a:pt x="304602" y="125105"/>
                    <a:pt x="304602" y="108787"/>
                    <a:pt x="271966" y="78870"/>
                  </a:cubicBezTo>
                  <a:cubicBezTo>
                    <a:pt x="263807" y="73431"/>
                    <a:pt x="233891" y="65272"/>
                    <a:pt x="214853" y="65272"/>
                  </a:cubicBezTo>
                  <a:close/>
                  <a:moveTo>
                    <a:pt x="114226" y="0"/>
                  </a:moveTo>
                  <a:cubicBezTo>
                    <a:pt x="119665" y="0"/>
                    <a:pt x="125105" y="0"/>
                    <a:pt x="127824" y="0"/>
                  </a:cubicBezTo>
                  <a:cubicBezTo>
                    <a:pt x="133264" y="0"/>
                    <a:pt x="141422" y="0"/>
                    <a:pt x="146862" y="2720"/>
                  </a:cubicBezTo>
                  <a:cubicBezTo>
                    <a:pt x="157741" y="5439"/>
                    <a:pt x="165900" y="13598"/>
                    <a:pt x="174059" y="21758"/>
                  </a:cubicBezTo>
                  <a:cubicBezTo>
                    <a:pt x="179498" y="21758"/>
                    <a:pt x="187657" y="21758"/>
                    <a:pt x="193096" y="21758"/>
                  </a:cubicBezTo>
                  <a:cubicBezTo>
                    <a:pt x="212134" y="21758"/>
                    <a:pt x="228452" y="27197"/>
                    <a:pt x="261088" y="27197"/>
                  </a:cubicBezTo>
                  <a:cubicBezTo>
                    <a:pt x="277405" y="27197"/>
                    <a:pt x="293723" y="35356"/>
                    <a:pt x="310042" y="35356"/>
                  </a:cubicBezTo>
                  <a:cubicBezTo>
                    <a:pt x="318200" y="35356"/>
                    <a:pt x="329079" y="35356"/>
                    <a:pt x="334518" y="40795"/>
                  </a:cubicBezTo>
                  <a:cubicBezTo>
                    <a:pt x="342677" y="46234"/>
                    <a:pt x="348117" y="54393"/>
                    <a:pt x="356276" y="59833"/>
                  </a:cubicBezTo>
                  <a:cubicBezTo>
                    <a:pt x="361715" y="65272"/>
                    <a:pt x="369874" y="67992"/>
                    <a:pt x="372593" y="76151"/>
                  </a:cubicBezTo>
                  <a:cubicBezTo>
                    <a:pt x="375313" y="81590"/>
                    <a:pt x="378033" y="89749"/>
                    <a:pt x="380752" y="95188"/>
                  </a:cubicBezTo>
                  <a:cubicBezTo>
                    <a:pt x="386192" y="103347"/>
                    <a:pt x="391631" y="106067"/>
                    <a:pt x="405230" y="114226"/>
                  </a:cubicBezTo>
                  <a:cubicBezTo>
                    <a:pt x="413388" y="119665"/>
                    <a:pt x="410669" y="133263"/>
                    <a:pt x="416108" y="141422"/>
                  </a:cubicBezTo>
                  <a:cubicBezTo>
                    <a:pt x="426987" y="160461"/>
                    <a:pt x="446025" y="182218"/>
                    <a:pt x="451464" y="201256"/>
                  </a:cubicBezTo>
                  <a:cubicBezTo>
                    <a:pt x="456903" y="220293"/>
                    <a:pt x="456903" y="236611"/>
                    <a:pt x="456903" y="252929"/>
                  </a:cubicBezTo>
                  <a:cubicBezTo>
                    <a:pt x="456903" y="266527"/>
                    <a:pt x="456903" y="277406"/>
                    <a:pt x="456903" y="291004"/>
                  </a:cubicBezTo>
                  <a:cubicBezTo>
                    <a:pt x="456903" y="299163"/>
                    <a:pt x="456903" y="307322"/>
                    <a:pt x="459623" y="318201"/>
                  </a:cubicBezTo>
                  <a:cubicBezTo>
                    <a:pt x="459623" y="320921"/>
                    <a:pt x="459623" y="323640"/>
                    <a:pt x="459623" y="326360"/>
                  </a:cubicBezTo>
                  <a:cubicBezTo>
                    <a:pt x="462342" y="331799"/>
                    <a:pt x="459623" y="337238"/>
                    <a:pt x="459623" y="348117"/>
                  </a:cubicBezTo>
                  <a:cubicBezTo>
                    <a:pt x="459623" y="350837"/>
                    <a:pt x="462342" y="361715"/>
                    <a:pt x="462342" y="367155"/>
                  </a:cubicBezTo>
                  <a:cubicBezTo>
                    <a:pt x="462342" y="375314"/>
                    <a:pt x="456903" y="383473"/>
                    <a:pt x="456903" y="391632"/>
                  </a:cubicBezTo>
                  <a:cubicBezTo>
                    <a:pt x="456903" y="399790"/>
                    <a:pt x="456903" y="410669"/>
                    <a:pt x="456903" y="418828"/>
                  </a:cubicBezTo>
                  <a:cubicBezTo>
                    <a:pt x="456903" y="421548"/>
                    <a:pt x="454183" y="429707"/>
                    <a:pt x="451464" y="437866"/>
                  </a:cubicBezTo>
                  <a:cubicBezTo>
                    <a:pt x="448744" y="443305"/>
                    <a:pt x="448744" y="451464"/>
                    <a:pt x="446025" y="454184"/>
                  </a:cubicBezTo>
                  <a:cubicBezTo>
                    <a:pt x="443305" y="462343"/>
                    <a:pt x="440585" y="473221"/>
                    <a:pt x="440585" y="481380"/>
                  </a:cubicBezTo>
                  <a:cubicBezTo>
                    <a:pt x="437865" y="489539"/>
                    <a:pt x="437865" y="500418"/>
                    <a:pt x="432426" y="508577"/>
                  </a:cubicBezTo>
                  <a:cubicBezTo>
                    <a:pt x="429706" y="516736"/>
                    <a:pt x="424267" y="522175"/>
                    <a:pt x="418828" y="530334"/>
                  </a:cubicBezTo>
                  <a:cubicBezTo>
                    <a:pt x="416108" y="535773"/>
                    <a:pt x="413388" y="543932"/>
                    <a:pt x="410669" y="549371"/>
                  </a:cubicBezTo>
                  <a:cubicBezTo>
                    <a:pt x="405230" y="557531"/>
                    <a:pt x="397071" y="573848"/>
                    <a:pt x="391631" y="579288"/>
                  </a:cubicBezTo>
                  <a:cubicBezTo>
                    <a:pt x="369874" y="609204"/>
                    <a:pt x="350836" y="620083"/>
                    <a:pt x="337238" y="630961"/>
                  </a:cubicBezTo>
                  <a:cubicBezTo>
                    <a:pt x="326359" y="639120"/>
                    <a:pt x="315481" y="641840"/>
                    <a:pt x="301883" y="647279"/>
                  </a:cubicBezTo>
                  <a:cubicBezTo>
                    <a:pt x="291004" y="649999"/>
                    <a:pt x="277405" y="652718"/>
                    <a:pt x="263807" y="652718"/>
                  </a:cubicBezTo>
                  <a:cubicBezTo>
                    <a:pt x="252929" y="652718"/>
                    <a:pt x="244770" y="649999"/>
                    <a:pt x="233891" y="649999"/>
                  </a:cubicBezTo>
                  <a:cubicBezTo>
                    <a:pt x="206694" y="649999"/>
                    <a:pt x="217573" y="652718"/>
                    <a:pt x="187657" y="652718"/>
                  </a:cubicBezTo>
                  <a:cubicBezTo>
                    <a:pt x="184937" y="660877"/>
                    <a:pt x="179498" y="666317"/>
                    <a:pt x="171339" y="669036"/>
                  </a:cubicBezTo>
                  <a:cubicBezTo>
                    <a:pt x="165900" y="671756"/>
                    <a:pt x="160460" y="671756"/>
                    <a:pt x="155021" y="671756"/>
                  </a:cubicBezTo>
                  <a:cubicBezTo>
                    <a:pt x="149581" y="671756"/>
                    <a:pt x="144142" y="674476"/>
                    <a:pt x="138703" y="674476"/>
                  </a:cubicBezTo>
                  <a:cubicBezTo>
                    <a:pt x="135983" y="674476"/>
                    <a:pt x="127824" y="677195"/>
                    <a:pt x="125105" y="677195"/>
                  </a:cubicBezTo>
                  <a:cubicBezTo>
                    <a:pt x="116946" y="677195"/>
                    <a:pt x="108787" y="671756"/>
                    <a:pt x="106067" y="671756"/>
                  </a:cubicBezTo>
                  <a:cubicBezTo>
                    <a:pt x="100628" y="669036"/>
                    <a:pt x="95188" y="663597"/>
                    <a:pt x="87029" y="658158"/>
                  </a:cubicBezTo>
                  <a:cubicBezTo>
                    <a:pt x="84310" y="655438"/>
                    <a:pt x="81590" y="655438"/>
                    <a:pt x="81590" y="652718"/>
                  </a:cubicBezTo>
                  <a:cubicBezTo>
                    <a:pt x="73431" y="652718"/>
                    <a:pt x="81590" y="652718"/>
                    <a:pt x="67992" y="652718"/>
                  </a:cubicBezTo>
                  <a:cubicBezTo>
                    <a:pt x="59833" y="652718"/>
                    <a:pt x="51674" y="652718"/>
                    <a:pt x="43515" y="652718"/>
                  </a:cubicBezTo>
                  <a:cubicBezTo>
                    <a:pt x="35356" y="652718"/>
                    <a:pt x="24477" y="652718"/>
                    <a:pt x="16318" y="647279"/>
                  </a:cubicBezTo>
                  <a:cubicBezTo>
                    <a:pt x="8159" y="644559"/>
                    <a:pt x="0" y="636401"/>
                    <a:pt x="0" y="630961"/>
                  </a:cubicBezTo>
                  <a:cubicBezTo>
                    <a:pt x="0" y="625522"/>
                    <a:pt x="0" y="622802"/>
                    <a:pt x="5439" y="620083"/>
                  </a:cubicBezTo>
                  <a:cubicBezTo>
                    <a:pt x="10879" y="617363"/>
                    <a:pt x="21758" y="614643"/>
                    <a:pt x="27197" y="611924"/>
                  </a:cubicBezTo>
                  <a:cubicBezTo>
                    <a:pt x="38076" y="609204"/>
                    <a:pt x="54393" y="609204"/>
                    <a:pt x="65272" y="609204"/>
                  </a:cubicBezTo>
                  <a:cubicBezTo>
                    <a:pt x="65272" y="601045"/>
                    <a:pt x="65272" y="592886"/>
                    <a:pt x="65272" y="584727"/>
                  </a:cubicBezTo>
                  <a:cubicBezTo>
                    <a:pt x="65272" y="541213"/>
                    <a:pt x="62552" y="500418"/>
                    <a:pt x="62552" y="456903"/>
                  </a:cubicBezTo>
                  <a:cubicBezTo>
                    <a:pt x="62552" y="440585"/>
                    <a:pt x="65272" y="397071"/>
                    <a:pt x="65272" y="337238"/>
                  </a:cubicBezTo>
                  <a:cubicBezTo>
                    <a:pt x="65272" y="293724"/>
                    <a:pt x="67992" y="247490"/>
                    <a:pt x="67992" y="203975"/>
                  </a:cubicBezTo>
                  <a:cubicBezTo>
                    <a:pt x="67992" y="179498"/>
                    <a:pt x="67992" y="149582"/>
                    <a:pt x="70712" y="119665"/>
                  </a:cubicBezTo>
                  <a:cubicBezTo>
                    <a:pt x="70712" y="103347"/>
                    <a:pt x="73431" y="84309"/>
                    <a:pt x="73431" y="67992"/>
                  </a:cubicBezTo>
                  <a:cubicBezTo>
                    <a:pt x="73431" y="67992"/>
                    <a:pt x="70712" y="67992"/>
                    <a:pt x="67992" y="67992"/>
                  </a:cubicBezTo>
                  <a:cubicBezTo>
                    <a:pt x="59833" y="67992"/>
                    <a:pt x="51674" y="67992"/>
                    <a:pt x="43515" y="67992"/>
                  </a:cubicBezTo>
                  <a:cubicBezTo>
                    <a:pt x="35356" y="67992"/>
                    <a:pt x="24477" y="67992"/>
                    <a:pt x="16318" y="62552"/>
                  </a:cubicBezTo>
                  <a:cubicBezTo>
                    <a:pt x="8159" y="59833"/>
                    <a:pt x="0" y="51674"/>
                    <a:pt x="0" y="46234"/>
                  </a:cubicBezTo>
                  <a:cubicBezTo>
                    <a:pt x="0" y="43515"/>
                    <a:pt x="0" y="38075"/>
                    <a:pt x="5439" y="35356"/>
                  </a:cubicBezTo>
                  <a:cubicBezTo>
                    <a:pt x="10879" y="32636"/>
                    <a:pt x="21758" y="29916"/>
                    <a:pt x="27197" y="27197"/>
                  </a:cubicBezTo>
                  <a:cubicBezTo>
                    <a:pt x="46234" y="24477"/>
                    <a:pt x="65272" y="21758"/>
                    <a:pt x="76151" y="21758"/>
                  </a:cubicBezTo>
                  <a:cubicBezTo>
                    <a:pt x="76151" y="19038"/>
                    <a:pt x="78871" y="16318"/>
                    <a:pt x="81590" y="13598"/>
                  </a:cubicBezTo>
                  <a:cubicBezTo>
                    <a:pt x="84310" y="10879"/>
                    <a:pt x="92469" y="5439"/>
                    <a:pt x="97908" y="5439"/>
                  </a:cubicBezTo>
                  <a:cubicBezTo>
                    <a:pt x="103347" y="2720"/>
                    <a:pt x="108787" y="0"/>
                    <a:pt x="114226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C7E78CC9-07D3-4E5F-9486-4571F99E25AF}"/>
                </a:ext>
              </a:extLst>
            </p:cNvPr>
            <p:cNvSpPr/>
            <p:nvPr/>
          </p:nvSpPr>
          <p:spPr>
            <a:xfrm>
              <a:off x="7310622" y="4197597"/>
              <a:ext cx="489539" cy="761503"/>
            </a:xfrm>
            <a:custGeom>
              <a:avLst/>
              <a:gdLst>
                <a:gd name="connsiteX0" fmla="*/ 433491 w 489538"/>
                <a:gd name="connsiteY0" fmla="*/ 651063 h 761503"/>
                <a:gd name="connsiteX1" fmla="*/ 438930 w 489538"/>
                <a:gd name="connsiteY1" fmla="*/ 661942 h 761503"/>
                <a:gd name="connsiteX2" fmla="*/ 425332 w 489538"/>
                <a:gd name="connsiteY2" fmla="*/ 683699 h 761503"/>
                <a:gd name="connsiteX3" fmla="*/ 400855 w 489538"/>
                <a:gd name="connsiteY3" fmla="*/ 691858 h 761503"/>
                <a:gd name="connsiteX4" fmla="*/ 343742 w 489538"/>
                <a:gd name="connsiteY4" fmla="*/ 700017 h 761503"/>
                <a:gd name="connsiteX5" fmla="*/ 316546 w 489538"/>
                <a:gd name="connsiteY5" fmla="*/ 705456 h 761503"/>
                <a:gd name="connsiteX6" fmla="*/ 275751 w 489538"/>
                <a:gd name="connsiteY6" fmla="*/ 705456 h 761503"/>
                <a:gd name="connsiteX7" fmla="*/ 264872 w 489538"/>
                <a:gd name="connsiteY7" fmla="*/ 708176 h 761503"/>
                <a:gd name="connsiteX8" fmla="*/ 253994 w 489538"/>
                <a:gd name="connsiteY8" fmla="*/ 708176 h 761503"/>
                <a:gd name="connsiteX9" fmla="*/ 240395 w 489538"/>
                <a:gd name="connsiteY9" fmla="*/ 719054 h 761503"/>
                <a:gd name="connsiteX10" fmla="*/ 224077 w 489538"/>
                <a:gd name="connsiteY10" fmla="*/ 721774 h 761503"/>
                <a:gd name="connsiteX11" fmla="*/ 205040 w 489538"/>
                <a:gd name="connsiteY11" fmla="*/ 724494 h 761503"/>
                <a:gd name="connsiteX12" fmla="*/ 191441 w 489538"/>
                <a:gd name="connsiteY12" fmla="*/ 727213 h 761503"/>
                <a:gd name="connsiteX13" fmla="*/ 169684 w 489538"/>
                <a:gd name="connsiteY13" fmla="*/ 721774 h 761503"/>
                <a:gd name="connsiteX14" fmla="*/ 150646 w 489538"/>
                <a:gd name="connsiteY14" fmla="*/ 708176 h 761503"/>
                <a:gd name="connsiteX15" fmla="*/ 139768 w 489538"/>
                <a:gd name="connsiteY15" fmla="*/ 708176 h 761503"/>
                <a:gd name="connsiteX16" fmla="*/ 120730 w 489538"/>
                <a:gd name="connsiteY16" fmla="*/ 708176 h 761503"/>
                <a:gd name="connsiteX17" fmla="*/ 98973 w 489538"/>
                <a:gd name="connsiteY17" fmla="*/ 708176 h 761503"/>
                <a:gd name="connsiteX18" fmla="*/ 74496 w 489538"/>
                <a:gd name="connsiteY18" fmla="*/ 702736 h 761503"/>
                <a:gd name="connsiteX19" fmla="*/ 58178 w 489538"/>
                <a:gd name="connsiteY19" fmla="*/ 683699 h 761503"/>
                <a:gd name="connsiteX20" fmla="*/ 63617 w 489538"/>
                <a:gd name="connsiteY20" fmla="*/ 675540 h 761503"/>
                <a:gd name="connsiteX21" fmla="*/ 85375 w 489538"/>
                <a:gd name="connsiteY21" fmla="*/ 667381 h 761503"/>
                <a:gd name="connsiteX22" fmla="*/ 128889 w 489538"/>
                <a:gd name="connsiteY22" fmla="*/ 661942 h 761503"/>
                <a:gd name="connsiteX23" fmla="*/ 128889 w 489538"/>
                <a:gd name="connsiteY23" fmla="*/ 602109 h 761503"/>
                <a:gd name="connsiteX24" fmla="*/ 126170 w 489538"/>
                <a:gd name="connsiteY24" fmla="*/ 523239 h 761503"/>
                <a:gd name="connsiteX25" fmla="*/ 126170 w 489538"/>
                <a:gd name="connsiteY25" fmla="*/ 468846 h 761503"/>
                <a:gd name="connsiteX26" fmla="*/ 123450 w 489538"/>
                <a:gd name="connsiteY26" fmla="*/ 409014 h 761503"/>
                <a:gd name="connsiteX27" fmla="*/ 123450 w 489538"/>
                <a:gd name="connsiteY27" fmla="*/ 384537 h 761503"/>
                <a:gd name="connsiteX28" fmla="*/ 126170 w 489538"/>
                <a:gd name="connsiteY28" fmla="*/ 349181 h 761503"/>
                <a:gd name="connsiteX29" fmla="*/ 126170 w 489538"/>
                <a:gd name="connsiteY29" fmla="*/ 324704 h 761503"/>
                <a:gd name="connsiteX30" fmla="*/ 128889 w 489538"/>
                <a:gd name="connsiteY30" fmla="*/ 292068 h 761503"/>
                <a:gd name="connsiteX31" fmla="*/ 134329 w 489538"/>
                <a:gd name="connsiteY31" fmla="*/ 234956 h 761503"/>
                <a:gd name="connsiteX32" fmla="*/ 134329 w 489538"/>
                <a:gd name="connsiteY32" fmla="*/ 172404 h 761503"/>
                <a:gd name="connsiteX33" fmla="*/ 137048 w 489538"/>
                <a:gd name="connsiteY33" fmla="*/ 123450 h 761503"/>
                <a:gd name="connsiteX34" fmla="*/ 123450 w 489538"/>
                <a:gd name="connsiteY34" fmla="*/ 123450 h 761503"/>
                <a:gd name="connsiteX35" fmla="*/ 101693 w 489538"/>
                <a:gd name="connsiteY35" fmla="*/ 123450 h 761503"/>
                <a:gd name="connsiteX36" fmla="*/ 77216 w 489538"/>
                <a:gd name="connsiteY36" fmla="*/ 118011 h 761503"/>
                <a:gd name="connsiteX37" fmla="*/ 60898 w 489538"/>
                <a:gd name="connsiteY37" fmla="*/ 98973 h 761503"/>
                <a:gd name="connsiteX38" fmla="*/ 66337 w 489538"/>
                <a:gd name="connsiteY38" fmla="*/ 90814 h 761503"/>
                <a:gd name="connsiteX39" fmla="*/ 88094 w 489538"/>
                <a:gd name="connsiteY39" fmla="*/ 82655 h 761503"/>
                <a:gd name="connsiteX40" fmla="*/ 145207 w 489538"/>
                <a:gd name="connsiteY40" fmla="*/ 77216 h 761503"/>
                <a:gd name="connsiteX41" fmla="*/ 145207 w 489538"/>
                <a:gd name="connsiteY41" fmla="*/ 77216 h 761503"/>
                <a:gd name="connsiteX42" fmla="*/ 153366 w 489538"/>
                <a:gd name="connsiteY42" fmla="*/ 69057 h 761503"/>
                <a:gd name="connsiteX43" fmla="*/ 177843 w 489538"/>
                <a:gd name="connsiteY43" fmla="*/ 60898 h 761503"/>
                <a:gd name="connsiteX44" fmla="*/ 196881 w 489538"/>
                <a:gd name="connsiteY44" fmla="*/ 58178 h 761503"/>
                <a:gd name="connsiteX45" fmla="*/ 205040 w 489538"/>
                <a:gd name="connsiteY45" fmla="*/ 58178 h 761503"/>
                <a:gd name="connsiteX46" fmla="*/ 215919 w 489538"/>
                <a:gd name="connsiteY46" fmla="*/ 63617 h 761503"/>
                <a:gd name="connsiteX47" fmla="*/ 229517 w 489538"/>
                <a:gd name="connsiteY47" fmla="*/ 69057 h 761503"/>
                <a:gd name="connsiteX48" fmla="*/ 256713 w 489538"/>
                <a:gd name="connsiteY48" fmla="*/ 77216 h 761503"/>
                <a:gd name="connsiteX49" fmla="*/ 264872 w 489538"/>
                <a:gd name="connsiteY49" fmla="*/ 77216 h 761503"/>
                <a:gd name="connsiteX50" fmla="*/ 281190 w 489538"/>
                <a:gd name="connsiteY50" fmla="*/ 77216 h 761503"/>
                <a:gd name="connsiteX51" fmla="*/ 330144 w 489538"/>
                <a:gd name="connsiteY51" fmla="*/ 77216 h 761503"/>
                <a:gd name="connsiteX52" fmla="*/ 357341 w 489538"/>
                <a:gd name="connsiteY52" fmla="*/ 79935 h 761503"/>
                <a:gd name="connsiteX53" fmla="*/ 387257 w 489538"/>
                <a:gd name="connsiteY53" fmla="*/ 82655 h 761503"/>
                <a:gd name="connsiteX54" fmla="*/ 406295 w 489538"/>
                <a:gd name="connsiteY54" fmla="*/ 85375 h 761503"/>
                <a:gd name="connsiteX55" fmla="*/ 417173 w 489538"/>
                <a:gd name="connsiteY55" fmla="*/ 79935 h 761503"/>
                <a:gd name="connsiteX56" fmla="*/ 425332 w 489538"/>
                <a:gd name="connsiteY56" fmla="*/ 85375 h 761503"/>
                <a:gd name="connsiteX57" fmla="*/ 433491 w 489538"/>
                <a:gd name="connsiteY57" fmla="*/ 104412 h 761503"/>
                <a:gd name="connsiteX58" fmla="*/ 436211 w 489538"/>
                <a:gd name="connsiteY58" fmla="*/ 137048 h 761503"/>
                <a:gd name="connsiteX59" fmla="*/ 438930 w 489538"/>
                <a:gd name="connsiteY59" fmla="*/ 183282 h 761503"/>
                <a:gd name="connsiteX60" fmla="*/ 422612 w 489538"/>
                <a:gd name="connsiteY60" fmla="*/ 218638 h 761503"/>
                <a:gd name="connsiteX61" fmla="*/ 406295 w 489538"/>
                <a:gd name="connsiteY61" fmla="*/ 213198 h 761503"/>
                <a:gd name="connsiteX62" fmla="*/ 398136 w 489538"/>
                <a:gd name="connsiteY62" fmla="*/ 196881 h 761503"/>
                <a:gd name="connsiteX63" fmla="*/ 395416 w 489538"/>
                <a:gd name="connsiteY63" fmla="*/ 175123 h 761503"/>
                <a:gd name="connsiteX64" fmla="*/ 395416 w 489538"/>
                <a:gd name="connsiteY64" fmla="*/ 153366 h 761503"/>
                <a:gd name="connsiteX65" fmla="*/ 395416 w 489538"/>
                <a:gd name="connsiteY65" fmla="*/ 126170 h 761503"/>
                <a:gd name="connsiteX66" fmla="*/ 370939 w 489538"/>
                <a:gd name="connsiteY66" fmla="*/ 128889 h 761503"/>
                <a:gd name="connsiteX67" fmla="*/ 338303 w 489538"/>
                <a:gd name="connsiteY67" fmla="*/ 131609 h 761503"/>
                <a:gd name="connsiteX68" fmla="*/ 286629 w 489538"/>
                <a:gd name="connsiteY68" fmla="*/ 134328 h 761503"/>
                <a:gd name="connsiteX69" fmla="*/ 273031 w 489538"/>
                <a:gd name="connsiteY69" fmla="*/ 137048 h 761503"/>
                <a:gd name="connsiteX70" fmla="*/ 262153 w 489538"/>
                <a:gd name="connsiteY70" fmla="*/ 142487 h 761503"/>
                <a:gd name="connsiteX71" fmla="*/ 259433 w 489538"/>
                <a:gd name="connsiteY71" fmla="*/ 153366 h 761503"/>
                <a:gd name="connsiteX72" fmla="*/ 262153 w 489538"/>
                <a:gd name="connsiteY72" fmla="*/ 166964 h 761503"/>
                <a:gd name="connsiteX73" fmla="*/ 262153 w 489538"/>
                <a:gd name="connsiteY73" fmla="*/ 196881 h 761503"/>
                <a:gd name="connsiteX74" fmla="*/ 262153 w 489538"/>
                <a:gd name="connsiteY74" fmla="*/ 215918 h 761503"/>
                <a:gd name="connsiteX75" fmla="*/ 262153 w 489538"/>
                <a:gd name="connsiteY75" fmla="*/ 251274 h 761503"/>
                <a:gd name="connsiteX76" fmla="*/ 259433 w 489538"/>
                <a:gd name="connsiteY76" fmla="*/ 278470 h 761503"/>
                <a:gd name="connsiteX77" fmla="*/ 259433 w 489538"/>
                <a:gd name="connsiteY77" fmla="*/ 308386 h 761503"/>
                <a:gd name="connsiteX78" fmla="*/ 259433 w 489538"/>
                <a:gd name="connsiteY78" fmla="*/ 321985 h 761503"/>
                <a:gd name="connsiteX79" fmla="*/ 259433 w 489538"/>
                <a:gd name="connsiteY79" fmla="*/ 332863 h 761503"/>
                <a:gd name="connsiteX80" fmla="*/ 267592 w 489538"/>
                <a:gd name="connsiteY80" fmla="*/ 335583 h 761503"/>
                <a:gd name="connsiteX81" fmla="*/ 281190 w 489538"/>
                <a:gd name="connsiteY81" fmla="*/ 335583 h 761503"/>
                <a:gd name="connsiteX82" fmla="*/ 327424 w 489538"/>
                <a:gd name="connsiteY82" fmla="*/ 338303 h 761503"/>
                <a:gd name="connsiteX83" fmla="*/ 351901 w 489538"/>
                <a:gd name="connsiteY83" fmla="*/ 341022 h 761503"/>
                <a:gd name="connsiteX84" fmla="*/ 351901 w 489538"/>
                <a:gd name="connsiteY84" fmla="*/ 335583 h 761503"/>
                <a:gd name="connsiteX85" fmla="*/ 351901 w 489538"/>
                <a:gd name="connsiteY85" fmla="*/ 313826 h 761503"/>
                <a:gd name="connsiteX86" fmla="*/ 357341 w 489538"/>
                <a:gd name="connsiteY86" fmla="*/ 289349 h 761503"/>
                <a:gd name="connsiteX87" fmla="*/ 373658 w 489538"/>
                <a:gd name="connsiteY87" fmla="*/ 273031 h 761503"/>
                <a:gd name="connsiteX88" fmla="*/ 381817 w 489538"/>
                <a:gd name="connsiteY88" fmla="*/ 278470 h 761503"/>
                <a:gd name="connsiteX89" fmla="*/ 389977 w 489538"/>
                <a:gd name="connsiteY89" fmla="*/ 300228 h 761503"/>
                <a:gd name="connsiteX90" fmla="*/ 395416 w 489538"/>
                <a:gd name="connsiteY90" fmla="*/ 351901 h 761503"/>
                <a:gd name="connsiteX91" fmla="*/ 398136 w 489538"/>
                <a:gd name="connsiteY91" fmla="*/ 409014 h 761503"/>
                <a:gd name="connsiteX92" fmla="*/ 381817 w 489538"/>
                <a:gd name="connsiteY92" fmla="*/ 444369 h 761503"/>
                <a:gd name="connsiteX93" fmla="*/ 365500 w 489538"/>
                <a:gd name="connsiteY93" fmla="*/ 438930 h 761503"/>
                <a:gd name="connsiteX94" fmla="*/ 357341 w 489538"/>
                <a:gd name="connsiteY94" fmla="*/ 422612 h 761503"/>
                <a:gd name="connsiteX95" fmla="*/ 354621 w 489538"/>
                <a:gd name="connsiteY95" fmla="*/ 400855 h 761503"/>
                <a:gd name="connsiteX96" fmla="*/ 354621 w 489538"/>
                <a:gd name="connsiteY96" fmla="*/ 381817 h 761503"/>
                <a:gd name="connsiteX97" fmla="*/ 270312 w 489538"/>
                <a:gd name="connsiteY97" fmla="*/ 381817 h 761503"/>
                <a:gd name="connsiteX98" fmla="*/ 256713 w 489538"/>
                <a:gd name="connsiteY98" fmla="*/ 395415 h 761503"/>
                <a:gd name="connsiteX99" fmla="*/ 253994 w 489538"/>
                <a:gd name="connsiteY99" fmla="*/ 422612 h 761503"/>
                <a:gd name="connsiteX100" fmla="*/ 253994 w 489538"/>
                <a:gd name="connsiteY100" fmla="*/ 433490 h 761503"/>
                <a:gd name="connsiteX101" fmla="*/ 253994 w 489538"/>
                <a:gd name="connsiteY101" fmla="*/ 449809 h 761503"/>
                <a:gd name="connsiteX102" fmla="*/ 256713 w 489538"/>
                <a:gd name="connsiteY102" fmla="*/ 474285 h 761503"/>
                <a:gd name="connsiteX103" fmla="*/ 256713 w 489538"/>
                <a:gd name="connsiteY103" fmla="*/ 496043 h 761503"/>
                <a:gd name="connsiteX104" fmla="*/ 259433 w 489538"/>
                <a:gd name="connsiteY104" fmla="*/ 534118 h 761503"/>
                <a:gd name="connsiteX105" fmla="*/ 259433 w 489538"/>
                <a:gd name="connsiteY105" fmla="*/ 591231 h 761503"/>
                <a:gd name="connsiteX106" fmla="*/ 262153 w 489538"/>
                <a:gd name="connsiteY106" fmla="*/ 618427 h 761503"/>
                <a:gd name="connsiteX107" fmla="*/ 267592 w 489538"/>
                <a:gd name="connsiteY107" fmla="*/ 648343 h 761503"/>
                <a:gd name="connsiteX108" fmla="*/ 292069 w 489538"/>
                <a:gd name="connsiteY108" fmla="*/ 651063 h 761503"/>
                <a:gd name="connsiteX109" fmla="*/ 327424 w 489538"/>
                <a:gd name="connsiteY109" fmla="*/ 651063 h 761503"/>
                <a:gd name="connsiteX110" fmla="*/ 362780 w 489538"/>
                <a:gd name="connsiteY110" fmla="*/ 653783 h 761503"/>
                <a:gd name="connsiteX111" fmla="*/ 395416 w 489538"/>
                <a:gd name="connsiteY111" fmla="*/ 648343 h 761503"/>
                <a:gd name="connsiteX112" fmla="*/ 395416 w 489538"/>
                <a:gd name="connsiteY112" fmla="*/ 618427 h 761503"/>
                <a:gd name="connsiteX113" fmla="*/ 395416 w 489538"/>
                <a:gd name="connsiteY113" fmla="*/ 596670 h 761503"/>
                <a:gd name="connsiteX114" fmla="*/ 398136 w 489538"/>
                <a:gd name="connsiteY114" fmla="*/ 574913 h 761503"/>
                <a:gd name="connsiteX115" fmla="*/ 406295 w 489538"/>
                <a:gd name="connsiteY115" fmla="*/ 558595 h 761503"/>
                <a:gd name="connsiteX116" fmla="*/ 422612 w 489538"/>
                <a:gd name="connsiteY116" fmla="*/ 553155 h 761503"/>
                <a:gd name="connsiteX117" fmla="*/ 438930 w 489538"/>
                <a:gd name="connsiteY117" fmla="*/ 588511 h 761503"/>
                <a:gd name="connsiteX118" fmla="*/ 436211 w 489538"/>
                <a:gd name="connsiteY118" fmla="*/ 645624 h 761503"/>
                <a:gd name="connsiteX119" fmla="*/ 433491 w 489538"/>
                <a:gd name="connsiteY119" fmla="*/ 651063 h 761503"/>
                <a:gd name="connsiteX120" fmla="*/ 433491 w 489538"/>
                <a:gd name="connsiteY120" fmla="*/ 651063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</a:cxnLst>
              <a:rect l="l" t="t" r="r" b="b"/>
              <a:pathLst>
                <a:path w="489538" h="761503">
                  <a:moveTo>
                    <a:pt x="433491" y="651063"/>
                  </a:moveTo>
                  <a:cubicBezTo>
                    <a:pt x="436211" y="653783"/>
                    <a:pt x="438930" y="656502"/>
                    <a:pt x="438930" y="661942"/>
                  </a:cubicBezTo>
                  <a:cubicBezTo>
                    <a:pt x="438930" y="670101"/>
                    <a:pt x="433491" y="678259"/>
                    <a:pt x="425332" y="683699"/>
                  </a:cubicBezTo>
                  <a:cubicBezTo>
                    <a:pt x="417173" y="689138"/>
                    <a:pt x="409014" y="689138"/>
                    <a:pt x="400855" y="691858"/>
                  </a:cubicBezTo>
                  <a:cubicBezTo>
                    <a:pt x="381817" y="694578"/>
                    <a:pt x="362780" y="694578"/>
                    <a:pt x="343742" y="700017"/>
                  </a:cubicBezTo>
                  <a:cubicBezTo>
                    <a:pt x="335583" y="702736"/>
                    <a:pt x="324705" y="702736"/>
                    <a:pt x="316546" y="705456"/>
                  </a:cubicBezTo>
                  <a:cubicBezTo>
                    <a:pt x="308387" y="705456"/>
                    <a:pt x="289349" y="705456"/>
                    <a:pt x="275751" y="705456"/>
                  </a:cubicBezTo>
                  <a:cubicBezTo>
                    <a:pt x="270312" y="705456"/>
                    <a:pt x="267592" y="708176"/>
                    <a:pt x="264872" y="708176"/>
                  </a:cubicBezTo>
                  <a:cubicBezTo>
                    <a:pt x="264872" y="708176"/>
                    <a:pt x="259433" y="708176"/>
                    <a:pt x="253994" y="708176"/>
                  </a:cubicBezTo>
                  <a:cubicBezTo>
                    <a:pt x="251274" y="713615"/>
                    <a:pt x="245835" y="716335"/>
                    <a:pt x="240395" y="719054"/>
                  </a:cubicBezTo>
                  <a:cubicBezTo>
                    <a:pt x="234956" y="721774"/>
                    <a:pt x="229517" y="721774"/>
                    <a:pt x="224077" y="721774"/>
                  </a:cubicBezTo>
                  <a:cubicBezTo>
                    <a:pt x="218638" y="721774"/>
                    <a:pt x="213199" y="724494"/>
                    <a:pt x="205040" y="724494"/>
                  </a:cubicBezTo>
                  <a:cubicBezTo>
                    <a:pt x="202320" y="724494"/>
                    <a:pt x="194161" y="727213"/>
                    <a:pt x="191441" y="727213"/>
                  </a:cubicBezTo>
                  <a:cubicBezTo>
                    <a:pt x="183282" y="727213"/>
                    <a:pt x="172404" y="721774"/>
                    <a:pt x="169684" y="721774"/>
                  </a:cubicBezTo>
                  <a:cubicBezTo>
                    <a:pt x="164245" y="719054"/>
                    <a:pt x="156086" y="713615"/>
                    <a:pt x="150646" y="708176"/>
                  </a:cubicBezTo>
                  <a:cubicBezTo>
                    <a:pt x="145207" y="708176"/>
                    <a:pt x="139768" y="708176"/>
                    <a:pt x="139768" y="708176"/>
                  </a:cubicBezTo>
                  <a:cubicBezTo>
                    <a:pt x="126170" y="708176"/>
                    <a:pt x="137048" y="708176"/>
                    <a:pt x="120730" y="708176"/>
                  </a:cubicBezTo>
                  <a:cubicBezTo>
                    <a:pt x="112571" y="708176"/>
                    <a:pt x="104412" y="708176"/>
                    <a:pt x="98973" y="708176"/>
                  </a:cubicBezTo>
                  <a:cubicBezTo>
                    <a:pt x="90814" y="708176"/>
                    <a:pt x="79936" y="708176"/>
                    <a:pt x="74496" y="702736"/>
                  </a:cubicBezTo>
                  <a:cubicBezTo>
                    <a:pt x="66337" y="700017"/>
                    <a:pt x="58178" y="689138"/>
                    <a:pt x="58178" y="683699"/>
                  </a:cubicBezTo>
                  <a:cubicBezTo>
                    <a:pt x="58178" y="680979"/>
                    <a:pt x="58178" y="678259"/>
                    <a:pt x="63617" y="675540"/>
                  </a:cubicBezTo>
                  <a:cubicBezTo>
                    <a:pt x="69057" y="672820"/>
                    <a:pt x="77216" y="670101"/>
                    <a:pt x="85375" y="667381"/>
                  </a:cubicBezTo>
                  <a:cubicBezTo>
                    <a:pt x="98973" y="664661"/>
                    <a:pt x="115291" y="664661"/>
                    <a:pt x="128889" y="661942"/>
                  </a:cubicBezTo>
                  <a:cubicBezTo>
                    <a:pt x="128889" y="645624"/>
                    <a:pt x="128889" y="623866"/>
                    <a:pt x="128889" y="602109"/>
                  </a:cubicBezTo>
                  <a:cubicBezTo>
                    <a:pt x="128889" y="566754"/>
                    <a:pt x="128889" y="531398"/>
                    <a:pt x="126170" y="523239"/>
                  </a:cubicBezTo>
                  <a:cubicBezTo>
                    <a:pt x="126170" y="517800"/>
                    <a:pt x="126170" y="487884"/>
                    <a:pt x="126170" y="468846"/>
                  </a:cubicBezTo>
                  <a:cubicBezTo>
                    <a:pt x="126170" y="449809"/>
                    <a:pt x="123450" y="430771"/>
                    <a:pt x="123450" y="409014"/>
                  </a:cubicBezTo>
                  <a:cubicBezTo>
                    <a:pt x="123450" y="400855"/>
                    <a:pt x="123450" y="392696"/>
                    <a:pt x="123450" y="384537"/>
                  </a:cubicBezTo>
                  <a:cubicBezTo>
                    <a:pt x="123450" y="373658"/>
                    <a:pt x="126170" y="360060"/>
                    <a:pt x="126170" y="349181"/>
                  </a:cubicBezTo>
                  <a:cubicBezTo>
                    <a:pt x="126170" y="341022"/>
                    <a:pt x="126170" y="332863"/>
                    <a:pt x="126170" y="324704"/>
                  </a:cubicBezTo>
                  <a:cubicBezTo>
                    <a:pt x="126170" y="313826"/>
                    <a:pt x="126170" y="302947"/>
                    <a:pt x="128889" y="292068"/>
                  </a:cubicBezTo>
                  <a:cubicBezTo>
                    <a:pt x="131609" y="273031"/>
                    <a:pt x="134329" y="253993"/>
                    <a:pt x="134329" y="234956"/>
                  </a:cubicBezTo>
                  <a:cubicBezTo>
                    <a:pt x="134329" y="213198"/>
                    <a:pt x="134329" y="191441"/>
                    <a:pt x="134329" y="172404"/>
                  </a:cubicBezTo>
                  <a:cubicBezTo>
                    <a:pt x="134329" y="156086"/>
                    <a:pt x="134329" y="139768"/>
                    <a:pt x="137048" y="123450"/>
                  </a:cubicBezTo>
                  <a:cubicBezTo>
                    <a:pt x="131609" y="123450"/>
                    <a:pt x="134329" y="123450"/>
                    <a:pt x="123450" y="123450"/>
                  </a:cubicBezTo>
                  <a:cubicBezTo>
                    <a:pt x="115291" y="123450"/>
                    <a:pt x="107132" y="123450"/>
                    <a:pt x="101693" y="123450"/>
                  </a:cubicBezTo>
                  <a:cubicBezTo>
                    <a:pt x="93534" y="123450"/>
                    <a:pt x="82655" y="123450"/>
                    <a:pt x="77216" y="118011"/>
                  </a:cubicBezTo>
                  <a:cubicBezTo>
                    <a:pt x="69057" y="115291"/>
                    <a:pt x="60898" y="101693"/>
                    <a:pt x="60898" y="98973"/>
                  </a:cubicBezTo>
                  <a:cubicBezTo>
                    <a:pt x="60898" y="96253"/>
                    <a:pt x="60898" y="93534"/>
                    <a:pt x="66337" y="90814"/>
                  </a:cubicBezTo>
                  <a:cubicBezTo>
                    <a:pt x="71777" y="88094"/>
                    <a:pt x="79936" y="85375"/>
                    <a:pt x="88094" y="82655"/>
                  </a:cubicBezTo>
                  <a:cubicBezTo>
                    <a:pt x="104412" y="79935"/>
                    <a:pt x="131609" y="77216"/>
                    <a:pt x="145207" y="77216"/>
                  </a:cubicBezTo>
                  <a:cubicBezTo>
                    <a:pt x="145207" y="77216"/>
                    <a:pt x="145207" y="77216"/>
                    <a:pt x="145207" y="77216"/>
                  </a:cubicBezTo>
                  <a:cubicBezTo>
                    <a:pt x="145207" y="74496"/>
                    <a:pt x="150646" y="71776"/>
                    <a:pt x="153366" y="69057"/>
                  </a:cubicBezTo>
                  <a:cubicBezTo>
                    <a:pt x="161525" y="63617"/>
                    <a:pt x="169684" y="63617"/>
                    <a:pt x="177843" y="60898"/>
                  </a:cubicBezTo>
                  <a:cubicBezTo>
                    <a:pt x="183282" y="58178"/>
                    <a:pt x="191441" y="58178"/>
                    <a:pt x="196881" y="58178"/>
                  </a:cubicBezTo>
                  <a:cubicBezTo>
                    <a:pt x="199600" y="58178"/>
                    <a:pt x="202320" y="58178"/>
                    <a:pt x="205040" y="58178"/>
                  </a:cubicBezTo>
                  <a:cubicBezTo>
                    <a:pt x="207759" y="58178"/>
                    <a:pt x="213199" y="60898"/>
                    <a:pt x="215919" y="63617"/>
                  </a:cubicBezTo>
                  <a:cubicBezTo>
                    <a:pt x="221358" y="66337"/>
                    <a:pt x="224077" y="66337"/>
                    <a:pt x="229517" y="69057"/>
                  </a:cubicBezTo>
                  <a:cubicBezTo>
                    <a:pt x="237675" y="71776"/>
                    <a:pt x="245835" y="77216"/>
                    <a:pt x="256713" y="77216"/>
                  </a:cubicBezTo>
                  <a:cubicBezTo>
                    <a:pt x="259433" y="77216"/>
                    <a:pt x="262153" y="77216"/>
                    <a:pt x="264872" y="77216"/>
                  </a:cubicBezTo>
                  <a:cubicBezTo>
                    <a:pt x="270312" y="77216"/>
                    <a:pt x="275751" y="77216"/>
                    <a:pt x="281190" y="77216"/>
                  </a:cubicBezTo>
                  <a:cubicBezTo>
                    <a:pt x="292069" y="77216"/>
                    <a:pt x="321985" y="77216"/>
                    <a:pt x="330144" y="77216"/>
                  </a:cubicBezTo>
                  <a:cubicBezTo>
                    <a:pt x="338303" y="77216"/>
                    <a:pt x="349182" y="77216"/>
                    <a:pt x="357341" y="79935"/>
                  </a:cubicBezTo>
                  <a:cubicBezTo>
                    <a:pt x="368219" y="79935"/>
                    <a:pt x="379098" y="82655"/>
                    <a:pt x="387257" y="82655"/>
                  </a:cubicBezTo>
                  <a:cubicBezTo>
                    <a:pt x="392696" y="82655"/>
                    <a:pt x="400855" y="85375"/>
                    <a:pt x="406295" y="85375"/>
                  </a:cubicBezTo>
                  <a:cubicBezTo>
                    <a:pt x="409014" y="82655"/>
                    <a:pt x="414453" y="79935"/>
                    <a:pt x="417173" y="79935"/>
                  </a:cubicBezTo>
                  <a:cubicBezTo>
                    <a:pt x="419893" y="79935"/>
                    <a:pt x="422612" y="79935"/>
                    <a:pt x="425332" y="85375"/>
                  </a:cubicBezTo>
                  <a:cubicBezTo>
                    <a:pt x="428052" y="90814"/>
                    <a:pt x="433491" y="98973"/>
                    <a:pt x="433491" y="104412"/>
                  </a:cubicBezTo>
                  <a:cubicBezTo>
                    <a:pt x="436211" y="131609"/>
                    <a:pt x="436211" y="120730"/>
                    <a:pt x="436211" y="137048"/>
                  </a:cubicBezTo>
                  <a:cubicBezTo>
                    <a:pt x="438930" y="158805"/>
                    <a:pt x="438930" y="158805"/>
                    <a:pt x="438930" y="183282"/>
                  </a:cubicBezTo>
                  <a:cubicBezTo>
                    <a:pt x="438930" y="194161"/>
                    <a:pt x="438930" y="218638"/>
                    <a:pt x="422612" y="218638"/>
                  </a:cubicBezTo>
                  <a:cubicBezTo>
                    <a:pt x="414453" y="218638"/>
                    <a:pt x="411734" y="215918"/>
                    <a:pt x="406295" y="213198"/>
                  </a:cubicBezTo>
                  <a:cubicBezTo>
                    <a:pt x="400855" y="210479"/>
                    <a:pt x="398136" y="202320"/>
                    <a:pt x="398136" y="196881"/>
                  </a:cubicBezTo>
                  <a:cubicBezTo>
                    <a:pt x="395416" y="188722"/>
                    <a:pt x="395416" y="183282"/>
                    <a:pt x="395416" y="175123"/>
                  </a:cubicBezTo>
                  <a:cubicBezTo>
                    <a:pt x="395416" y="169684"/>
                    <a:pt x="395416" y="164245"/>
                    <a:pt x="395416" y="153366"/>
                  </a:cubicBezTo>
                  <a:cubicBezTo>
                    <a:pt x="395416" y="145207"/>
                    <a:pt x="395416" y="134328"/>
                    <a:pt x="395416" y="126170"/>
                  </a:cubicBezTo>
                  <a:cubicBezTo>
                    <a:pt x="387257" y="128889"/>
                    <a:pt x="379098" y="128889"/>
                    <a:pt x="370939" y="128889"/>
                  </a:cubicBezTo>
                  <a:cubicBezTo>
                    <a:pt x="360060" y="128889"/>
                    <a:pt x="349182" y="128889"/>
                    <a:pt x="338303" y="131609"/>
                  </a:cubicBezTo>
                  <a:cubicBezTo>
                    <a:pt x="327424" y="131609"/>
                    <a:pt x="319265" y="134328"/>
                    <a:pt x="286629" y="134328"/>
                  </a:cubicBezTo>
                  <a:cubicBezTo>
                    <a:pt x="281190" y="134328"/>
                    <a:pt x="278470" y="134328"/>
                    <a:pt x="273031" y="137048"/>
                  </a:cubicBezTo>
                  <a:cubicBezTo>
                    <a:pt x="270312" y="137048"/>
                    <a:pt x="264872" y="137048"/>
                    <a:pt x="262153" y="142487"/>
                  </a:cubicBezTo>
                  <a:cubicBezTo>
                    <a:pt x="259433" y="145207"/>
                    <a:pt x="259433" y="150647"/>
                    <a:pt x="259433" y="153366"/>
                  </a:cubicBezTo>
                  <a:cubicBezTo>
                    <a:pt x="259433" y="158805"/>
                    <a:pt x="259433" y="164245"/>
                    <a:pt x="262153" y="166964"/>
                  </a:cubicBezTo>
                  <a:cubicBezTo>
                    <a:pt x="262153" y="177843"/>
                    <a:pt x="262153" y="186002"/>
                    <a:pt x="262153" y="196881"/>
                  </a:cubicBezTo>
                  <a:cubicBezTo>
                    <a:pt x="262153" y="202320"/>
                    <a:pt x="262153" y="210479"/>
                    <a:pt x="262153" y="215918"/>
                  </a:cubicBezTo>
                  <a:cubicBezTo>
                    <a:pt x="262153" y="229516"/>
                    <a:pt x="262153" y="240395"/>
                    <a:pt x="262153" y="251274"/>
                  </a:cubicBezTo>
                  <a:cubicBezTo>
                    <a:pt x="262153" y="259433"/>
                    <a:pt x="259433" y="270311"/>
                    <a:pt x="259433" y="278470"/>
                  </a:cubicBezTo>
                  <a:cubicBezTo>
                    <a:pt x="259433" y="289349"/>
                    <a:pt x="259433" y="297508"/>
                    <a:pt x="259433" y="308386"/>
                  </a:cubicBezTo>
                  <a:cubicBezTo>
                    <a:pt x="259433" y="313826"/>
                    <a:pt x="259433" y="319265"/>
                    <a:pt x="259433" y="321985"/>
                  </a:cubicBezTo>
                  <a:cubicBezTo>
                    <a:pt x="259433" y="324704"/>
                    <a:pt x="259433" y="330144"/>
                    <a:pt x="259433" y="332863"/>
                  </a:cubicBezTo>
                  <a:cubicBezTo>
                    <a:pt x="262153" y="335583"/>
                    <a:pt x="264872" y="335583"/>
                    <a:pt x="267592" y="335583"/>
                  </a:cubicBezTo>
                  <a:cubicBezTo>
                    <a:pt x="273031" y="335583"/>
                    <a:pt x="275751" y="335583"/>
                    <a:pt x="281190" y="335583"/>
                  </a:cubicBezTo>
                  <a:cubicBezTo>
                    <a:pt x="311107" y="335583"/>
                    <a:pt x="319265" y="335583"/>
                    <a:pt x="327424" y="338303"/>
                  </a:cubicBezTo>
                  <a:cubicBezTo>
                    <a:pt x="335583" y="341022"/>
                    <a:pt x="343742" y="341022"/>
                    <a:pt x="351901" y="341022"/>
                  </a:cubicBezTo>
                  <a:cubicBezTo>
                    <a:pt x="351901" y="338303"/>
                    <a:pt x="351901" y="338303"/>
                    <a:pt x="351901" y="335583"/>
                  </a:cubicBezTo>
                  <a:cubicBezTo>
                    <a:pt x="351901" y="327424"/>
                    <a:pt x="351901" y="319265"/>
                    <a:pt x="351901" y="313826"/>
                  </a:cubicBezTo>
                  <a:cubicBezTo>
                    <a:pt x="351901" y="305667"/>
                    <a:pt x="351901" y="294788"/>
                    <a:pt x="357341" y="289349"/>
                  </a:cubicBezTo>
                  <a:cubicBezTo>
                    <a:pt x="360060" y="281190"/>
                    <a:pt x="368219" y="273031"/>
                    <a:pt x="373658" y="273031"/>
                  </a:cubicBezTo>
                  <a:cubicBezTo>
                    <a:pt x="376378" y="273031"/>
                    <a:pt x="379098" y="273031"/>
                    <a:pt x="381817" y="278470"/>
                  </a:cubicBezTo>
                  <a:cubicBezTo>
                    <a:pt x="384537" y="283909"/>
                    <a:pt x="387257" y="292068"/>
                    <a:pt x="389977" y="300228"/>
                  </a:cubicBezTo>
                  <a:cubicBezTo>
                    <a:pt x="392696" y="316545"/>
                    <a:pt x="392696" y="335583"/>
                    <a:pt x="395416" y="351901"/>
                  </a:cubicBezTo>
                  <a:cubicBezTo>
                    <a:pt x="398136" y="373658"/>
                    <a:pt x="398136" y="384537"/>
                    <a:pt x="398136" y="409014"/>
                  </a:cubicBezTo>
                  <a:cubicBezTo>
                    <a:pt x="398136" y="422612"/>
                    <a:pt x="398136" y="444369"/>
                    <a:pt x="381817" y="444369"/>
                  </a:cubicBezTo>
                  <a:cubicBezTo>
                    <a:pt x="373658" y="444369"/>
                    <a:pt x="370939" y="441650"/>
                    <a:pt x="365500" y="438930"/>
                  </a:cubicBezTo>
                  <a:cubicBezTo>
                    <a:pt x="360060" y="436210"/>
                    <a:pt x="357341" y="428051"/>
                    <a:pt x="357341" y="422612"/>
                  </a:cubicBezTo>
                  <a:cubicBezTo>
                    <a:pt x="354621" y="414453"/>
                    <a:pt x="354621" y="409014"/>
                    <a:pt x="354621" y="400855"/>
                  </a:cubicBezTo>
                  <a:cubicBezTo>
                    <a:pt x="354621" y="395415"/>
                    <a:pt x="354621" y="389976"/>
                    <a:pt x="354621" y="381817"/>
                  </a:cubicBezTo>
                  <a:cubicBezTo>
                    <a:pt x="335583" y="381817"/>
                    <a:pt x="308387" y="384537"/>
                    <a:pt x="270312" y="381817"/>
                  </a:cubicBezTo>
                  <a:cubicBezTo>
                    <a:pt x="262153" y="381817"/>
                    <a:pt x="256713" y="387256"/>
                    <a:pt x="256713" y="395415"/>
                  </a:cubicBezTo>
                  <a:cubicBezTo>
                    <a:pt x="256713" y="403574"/>
                    <a:pt x="256713" y="414453"/>
                    <a:pt x="253994" y="422612"/>
                  </a:cubicBezTo>
                  <a:cubicBezTo>
                    <a:pt x="253994" y="425332"/>
                    <a:pt x="253994" y="430771"/>
                    <a:pt x="253994" y="433490"/>
                  </a:cubicBezTo>
                  <a:cubicBezTo>
                    <a:pt x="253994" y="438930"/>
                    <a:pt x="253994" y="444369"/>
                    <a:pt x="253994" y="449809"/>
                  </a:cubicBezTo>
                  <a:cubicBezTo>
                    <a:pt x="253994" y="457967"/>
                    <a:pt x="256713" y="466126"/>
                    <a:pt x="256713" y="474285"/>
                  </a:cubicBezTo>
                  <a:cubicBezTo>
                    <a:pt x="256713" y="482444"/>
                    <a:pt x="256713" y="490603"/>
                    <a:pt x="256713" y="496043"/>
                  </a:cubicBezTo>
                  <a:cubicBezTo>
                    <a:pt x="256713" y="509641"/>
                    <a:pt x="259433" y="520520"/>
                    <a:pt x="259433" y="534118"/>
                  </a:cubicBezTo>
                  <a:cubicBezTo>
                    <a:pt x="259433" y="553155"/>
                    <a:pt x="259433" y="572193"/>
                    <a:pt x="259433" y="591231"/>
                  </a:cubicBezTo>
                  <a:cubicBezTo>
                    <a:pt x="259433" y="602109"/>
                    <a:pt x="262153" y="610268"/>
                    <a:pt x="262153" y="618427"/>
                  </a:cubicBezTo>
                  <a:cubicBezTo>
                    <a:pt x="264872" y="626586"/>
                    <a:pt x="262153" y="642904"/>
                    <a:pt x="267592" y="648343"/>
                  </a:cubicBezTo>
                  <a:cubicBezTo>
                    <a:pt x="270312" y="651063"/>
                    <a:pt x="275751" y="651063"/>
                    <a:pt x="292069" y="651063"/>
                  </a:cubicBezTo>
                  <a:cubicBezTo>
                    <a:pt x="305667" y="651063"/>
                    <a:pt x="319265" y="651063"/>
                    <a:pt x="327424" y="651063"/>
                  </a:cubicBezTo>
                  <a:cubicBezTo>
                    <a:pt x="338303" y="651063"/>
                    <a:pt x="351901" y="653783"/>
                    <a:pt x="362780" y="653783"/>
                  </a:cubicBezTo>
                  <a:cubicBezTo>
                    <a:pt x="376378" y="653783"/>
                    <a:pt x="384537" y="651063"/>
                    <a:pt x="395416" y="648343"/>
                  </a:cubicBezTo>
                  <a:cubicBezTo>
                    <a:pt x="395416" y="637465"/>
                    <a:pt x="395416" y="629306"/>
                    <a:pt x="395416" y="618427"/>
                  </a:cubicBezTo>
                  <a:cubicBezTo>
                    <a:pt x="395416" y="610268"/>
                    <a:pt x="395416" y="602109"/>
                    <a:pt x="395416" y="596670"/>
                  </a:cubicBezTo>
                  <a:cubicBezTo>
                    <a:pt x="395416" y="591231"/>
                    <a:pt x="395416" y="585791"/>
                    <a:pt x="398136" y="574913"/>
                  </a:cubicBezTo>
                  <a:cubicBezTo>
                    <a:pt x="400855" y="569473"/>
                    <a:pt x="400855" y="564034"/>
                    <a:pt x="406295" y="558595"/>
                  </a:cubicBezTo>
                  <a:cubicBezTo>
                    <a:pt x="411734" y="553155"/>
                    <a:pt x="414453" y="553155"/>
                    <a:pt x="422612" y="553155"/>
                  </a:cubicBezTo>
                  <a:cubicBezTo>
                    <a:pt x="436211" y="553155"/>
                    <a:pt x="438930" y="577632"/>
                    <a:pt x="438930" y="588511"/>
                  </a:cubicBezTo>
                  <a:cubicBezTo>
                    <a:pt x="438930" y="612988"/>
                    <a:pt x="438930" y="623866"/>
                    <a:pt x="436211" y="645624"/>
                  </a:cubicBezTo>
                  <a:cubicBezTo>
                    <a:pt x="433491" y="648343"/>
                    <a:pt x="433491" y="648343"/>
                    <a:pt x="433491" y="651063"/>
                  </a:cubicBezTo>
                  <a:lnTo>
                    <a:pt x="433491" y="651063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283C7F09-BDBA-419E-A82F-29A47CF06020}"/>
                </a:ext>
              </a:extLst>
            </p:cNvPr>
            <p:cNvSpPr/>
            <p:nvPr/>
          </p:nvSpPr>
          <p:spPr>
            <a:xfrm>
              <a:off x="7912732" y="4250336"/>
              <a:ext cx="465062" cy="658157"/>
            </a:xfrm>
            <a:custGeom>
              <a:avLst/>
              <a:gdLst>
                <a:gd name="connsiteX0" fmla="*/ 193096 w 465062"/>
                <a:gd name="connsiteY0" fmla="*/ 59832 h 658157"/>
                <a:gd name="connsiteX1" fmla="*/ 193096 w 465062"/>
                <a:gd name="connsiteY1" fmla="*/ 114226 h 658157"/>
                <a:gd name="connsiteX2" fmla="*/ 198536 w 465062"/>
                <a:gd name="connsiteY2" fmla="*/ 209414 h 658157"/>
                <a:gd name="connsiteX3" fmla="*/ 201255 w 465062"/>
                <a:gd name="connsiteY3" fmla="*/ 282845 h 658157"/>
                <a:gd name="connsiteX4" fmla="*/ 203975 w 465062"/>
                <a:gd name="connsiteY4" fmla="*/ 315481 h 658157"/>
                <a:gd name="connsiteX5" fmla="*/ 203975 w 465062"/>
                <a:gd name="connsiteY5" fmla="*/ 320920 h 658157"/>
                <a:gd name="connsiteX6" fmla="*/ 212134 w 465062"/>
                <a:gd name="connsiteY6" fmla="*/ 329079 h 658157"/>
                <a:gd name="connsiteX7" fmla="*/ 223013 w 465062"/>
                <a:gd name="connsiteY7" fmla="*/ 329079 h 658157"/>
                <a:gd name="connsiteX8" fmla="*/ 239331 w 465062"/>
                <a:gd name="connsiteY8" fmla="*/ 329079 h 658157"/>
                <a:gd name="connsiteX9" fmla="*/ 280126 w 465062"/>
                <a:gd name="connsiteY9" fmla="*/ 312761 h 658157"/>
                <a:gd name="connsiteX10" fmla="*/ 296443 w 465062"/>
                <a:gd name="connsiteY10" fmla="*/ 288284 h 658157"/>
                <a:gd name="connsiteX11" fmla="*/ 304602 w 465062"/>
                <a:gd name="connsiteY11" fmla="*/ 258368 h 658157"/>
                <a:gd name="connsiteX12" fmla="*/ 312761 w 465062"/>
                <a:gd name="connsiteY12" fmla="*/ 225732 h 658157"/>
                <a:gd name="connsiteX13" fmla="*/ 315481 w 465062"/>
                <a:gd name="connsiteY13" fmla="*/ 195816 h 658157"/>
                <a:gd name="connsiteX14" fmla="*/ 318201 w 465062"/>
                <a:gd name="connsiteY14" fmla="*/ 168619 h 658157"/>
                <a:gd name="connsiteX15" fmla="*/ 312761 w 465062"/>
                <a:gd name="connsiteY15" fmla="*/ 135983 h 658157"/>
                <a:gd name="connsiteX16" fmla="*/ 312761 w 465062"/>
                <a:gd name="connsiteY16" fmla="*/ 122385 h 658157"/>
                <a:gd name="connsiteX17" fmla="*/ 293724 w 465062"/>
                <a:gd name="connsiteY17" fmla="*/ 84309 h 658157"/>
                <a:gd name="connsiteX18" fmla="*/ 280126 w 465062"/>
                <a:gd name="connsiteY18" fmla="*/ 73430 h 658157"/>
                <a:gd name="connsiteX19" fmla="*/ 258368 w 465062"/>
                <a:gd name="connsiteY19" fmla="*/ 62552 h 658157"/>
                <a:gd name="connsiteX20" fmla="*/ 217573 w 465062"/>
                <a:gd name="connsiteY20" fmla="*/ 59832 h 658157"/>
                <a:gd name="connsiteX21" fmla="*/ 111506 w 465062"/>
                <a:gd name="connsiteY21" fmla="*/ 0 h 658157"/>
                <a:gd name="connsiteX22" fmla="*/ 127824 w 465062"/>
                <a:gd name="connsiteY22" fmla="*/ 0 h 658157"/>
                <a:gd name="connsiteX23" fmla="*/ 157741 w 465062"/>
                <a:gd name="connsiteY23" fmla="*/ 5440 h 658157"/>
                <a:gd name="connsiteX24" fmla="*/ 179497 w 465062"/>
                <a:gd name="connsiteY24" fmla="*/ 16318 h 658157"/>
                <a:gd name="connsiteX25" fmla="*/ 209414 w 465062"/>
                <a:gd name="connsiteY25" fmla="*/ 16318 h 658157"/>
                <a:gd name="connsiteX26" fmla="*/ 247489 w 465062"/>
                <a:gd name="connsiteY26" fmla="*/ 16318 h 658157"/>
                <a:gd name="connsiteX27" fmla="*/ 266527 w 465062"/>
                <a:gd name="connsiteY27" fmla="*/ 16318 h 658157"/>
                <a:gd name="connsiteX28" fmla="*/ 312761 w 465062"/>
                <a:gd name="connsiteY28" fmla="*/ 27197 h 658157"/>
                <a:gd name="connsiteX29" fmla="*/ 337238 w 465062"/>
                <a:gd name="connsiteY29" fmla="*/ 38075 h 658157"/>
                <a:gd name="connsiteX30" fmla="*/ 364434 w 465062"/>
                <a:gd name="connsiteY30" fmla="*/ 54393 h 658157"/>
                <a:gd name="connsiteX31" fmla="*/ 386192 w 465062"/>
                <a:gd name="connsiteY31" fmla="*/ 73431 h 658157"/>
                <a:gd name="connsiteX32" fmla="*/ 407949 w 465062"/>
                <a:gd name="connsiteY32" fmla="*/ 103347 h 658157"/>
                <a:gd name="connsiteX33" fmla="*/ 416108 w 465062"/>
                <a:gd name="connsiteY33" fmla="*/ 141422 h 658157"/>
                <a:gd name="connsiteX34" fmla="*/ 418828 w 465062"/>
                <a:gd name="connsiteY34" fmla="*/ 163179 h 658157"/>
                <a:gd name="connsiteX35" fmla="*/ 418828 w 465062"/>
                <a:gd name="connsiteY35" fmla="*/ 171339 h 658157"/>
                <a:gd name="connsiteX36" fmla="*/ 421547 w 465062"/>
                <a:gd name="connsiteY36" fmla="*/ 187656 h 658157"/>
                <a:gd name="connsiteX37" fmla="*/ 418828 w 465062"/>
                <a:gd name="connsiteY37" fmla="*/ 206694 h 658157"/>
                <a:gd name="connsiteX38" fmla="*/ 416108 w 465062"/>
                <a:gd name="connsiteY38" fmla="*/ 233891 h 658157"/>
                <a:gd name="connsiteX39" fmla="*/ 405229 w 465062"/>
                <a:gd name="connsiteY39" fmla="*/ 263807 h 658157"/>
                <a:gd name="connsiteX40" fmla="*/ 394351 w 465062"/>
                <a:gd name="connsiteY40" fmla="*/ 274686 h 658157"/>
                <a:gd name="connsiteX41" fmla="*/ 388912 w 465062"/>
                <a:gd name="connsiteY41" fmla="*/ 285564 h 658157"/>
                <a:gd name="connsiteX42" fmla="*/ 369874 w 465062"/>
                <a:gd name="connsiteY42" fmla="*/ 304602 h 658157"/>
                <a:gd name="connsiteX43" fmla="*/ 358995 w 465062"/>
                <a:gd name="connsiteY43" fmla="*/ 310041 h 658157"/>
                <a:gd name="connsiteX44" fmla="*/ 348117 w 465062"/>
                <a:gd name="connsiteY44" fmla="*/ 320920 h 658157"/>
                <a:gd name="connsiteX45" fmla="*/ 326359 w 465062"/>
                <a:gd name="connsiteY45" fmla="*/ 339957 h 658157"/>
                <a:gd name="connsiteX46" fmla="*/ 312761 w 465062"/>
                <a:gd name="connsiteY46" fmla="*/ 353555 h 658157"/>
                <a:gd name="connsiteX47" fmla="*/ 337238 w 465062"/>
                <a:gd name="connsiteY47" fmla="*/ 380752 h 658157"/>
                <a:gd name="connsiteX48" fmla="*/ 358995 w 465062"/>
                <a:gd name="connsiteY48" fmla="*/ 421547 h 658157"/>
                <a:gd name="connsiteX49" fmla="*/ 372593 w 465062"/>
                <a:gd name="connsiteY49" fmla="*/ 459622 h 658157"/>
                <a:gd name="connsiteX50" fmla="*/ 386192 w 465062"/>
                <a:gd name="connsiteY50" fmla="*/ 514015 h 658157"/>
                <a:gd name="connsiteX51" fmla="*/ 407949 w 465062"/>
                <a:gd name="connsiteY51" fmla="*/ 568408 h 658157"/>
                <a:gd name="connsiteX52" fmla="*/ 421547 w 465062"/>
                <a:gd name="connsiteY52" fmla="*/ 598324 h 658157"/>
                <a:gd name="connsiteX53" fmla="*/ 451463 w 465062"/>
                <a:gd name="connsiteY53" fmla="*/ 628241 h 658157"/>
                <a:gd name="connsiteX54" fmla="*/ 465062 w 465062"/>
                <a:gd name="connsiteY54" fmla="*/ 644559 h 658157"/>
                <a:gd name="connsiteX55" fmla="*/ 462342 w 465062"/>
                <a:gd name="connsiteY55" fmla="*/ 649998 h 658157"/>
                <a:gd name="connsiteX56" fmla="*/ 437865 w 465062"/>
                <a:gd name="connsiteY56" fmla="*/ 658157 h 658157"/>
                <a:gd name="connsiteX57" fmla="*/ 361715 w 465062"/>
                <a:gd name="connsiteY57" fmla="*/ 622801 h 658157"/>
                <a:gd name="connsiteX58" fmla="*/ 320920 w 465062"/>
                <a:gd name="connsiteY58" fmla="*/ 565689 h 658157"/>
                <a:gd name="connsiteX59" fmla="*/ 304602 w 465062"/>
                <a:gd name="connsiteY59" fmla="*/ 530333 h 658157"/>
                <a:gd name="connsiteX60" fmla="*/ 293723 w 465062"/>
                <a:gd name="connsiteY60" fmla="*/ 497697 h 658157"/>
                <a:gd name="connsiteX61" fmla="*/ 282845 w 465062"/>
                <a:gd name="connsiteY61" fmla="*/ 462342 h 658157"/>
                <a:gd name="connsiteX62" fmla="*/ 269246 w 465062"/>
                <a:gd name="connsiteY62" fmla="*/ 424267 h 658157"/>
                <a:gd name="connsiteX63" fmla="*/ 255648 w 465062"/>
                <a:gd name="connsiteY63" fmla="*/ 391631 h 658157"/>
                <a:gd name="connsiteX64" fmla="*/ 236610 w 465062"/>
                <a:gd name="connsiteY64" fmla="*/ 367154 h 658157"/>
                <a:gd name="connsiteX65" fmla="*/ 217573 w 465062"/>
                <a:gd name="connsiteY65" fmla="*/ 361714 h 658157"/>
                <a:gd name="connsiteX66" fmla="*/ 201255 w 465062"/>
                <a:gd name="connsiteY66" fmla="*/ 361714 h 658157"/>
                <a:gd name="connsiteX67" fmla="*/ 198535 w 465062"/>
                <a:gd name="connsiteY67" fmla="*/ 367154 h 658157"/>
                <a:gd name="connsiteX68" fmla="*/ 201255 w 465062"/>
                <a:gd name="connsiteY68" fmla="*/ 388911 h 658157"/>
                <a:gd name="connsiteX69" fmla="*/ 198535 w 465062"/>
                <a:gd name="connsiteY69" fmla="*/ 426986 h 658157"/>
                <a:gd name="connsiteX70" fmla="*/ 203975 w 465062"/>
                <a:gd name="connsiteY70" fmla="*/ 478660 h 658157"/>
                <a:gd name="connsiteX71" fmla="*/ 198535 w 465062"/>
                <a:gd name="connsiteY71" fmla="*/ 552090 h 658157"/>
                <a:gd name="connsiteX72" fmla="*/ 195816 w 465062"/>
                <a:gd name="connsiteY72" fmla="*/ 576567 h 658157"/>
                <a:gd name="connsiteX73" fmla="*/ 198535 w 465062"/>
                <a:gd name="connsiteY73" fmla="*/ 592885 h 658157"/>
                <a:gd name="connsiteX74" fmla="*/ 233891 w 465062"/>
                <a:gd name="connsiteY74" fmla="*/ 592885 h 658157"/>
                <a:gd name="connsiteX75" fmla="*/ 271966 w 465062"/>
                <a:gd name="connsiteY75" fmla="*/ 611923 h 658157"/>
                <a:gd name="connsiteX76" fmla="*/ 266527 w 465062"/>
                <a:gd name="connsiteY76" fmla="*/ 628241 h 658157"/>
                <a:gd name="connsiteX77" fmla="*/ 250209 w 465062"/>
                <a:gd name="connsiteY77" fmla="*/ 636400 h 658157"/>
                <a:gd name="connsiteX78" fmla="*/ 228451 w 465062"/>
                <a:gd name="connsiteY78" fmla="*/ 639119 h 658157"/>
                <a:gd name="connsiteX79" fmla="*/ 187657 w 465062"/>
                <a:gd name="connsiteY79" fmla="*/ 639119 h 658157"/>
                <a:gd name="connsiteX80" fmla="*/ 152301 w 465062"/>
                <a:gd name="connsiteY80" fmla="*/ 652717 h 658157"/>
                <a:gd name="connsiteX81" fmla="*/ 133263 w 465062"/>
                <a:gd name="connsiteY81" fmla="*/ 655437 h 658157"/>
                <a:gd name="connsiteX82" fmla="*/ 122385 w 465062"/>
                <a:gd name="connsiteY82" fmla="*/ 652717 h 658157"/>
                <a:gd name="connsiteX83" fmla="*/ 97908 w 465062"/>
                <a:gd name="connsiteY83" fmla="*/ 639119 h 658157"/>
                <a:gd name="connsiteX84" fmla="*/ 70711 w 465062"/>
                <a:gd name="connsiteY84" fmla="*/ 639119 h 658157"/>
                <a:gd name="connsiteX85" fmla="*/ 46234 w 465062"/>
                <a:gd name="connsiteY85" fmla="*/ 639119 h 658157"/>
                <a:gd name="connsiteX86" fmla="*/ 19038 w 465062"/>
                <a:gd name="connsiteY86" fmla="*/ 630960 h 658157"/>
                <a:gd name="connsiteX87" fmla="*/ 2720 w 465062"/>
                <a:gd name="connsiteY87" fmla="*/ 614642 h 658157"/>
                <a:gd name="connsiteX88" fmla="*/ 8159 w 465062"/>
                <a:gd name="connsiteY88" fmla="*/ 606483 h 658157"/>
                <a:gd name="connsiteX89" fmla="*/ 29916 w 465062"/>
                <a:gd name="connsiteY89" fmla="*/ 598324 h 658157"/>
                <a:gd name="connsiteX90" fmla="*/ 76151 w 465062"/>
                <a:gd name="connsiteY90" fmla="*/ 592885 h 658157"/>
                <a:gd name="connsiteX91" fmla="*/ 73431 w 465062"/>
                <a:gd name="connsiteY91" fmla="*/ 573848 h 658157"/>
                <a:gd name="connsiteX92" fmla="*/ 70711 w 465062"/>
                <a:gd name="connsiteY92" fmla="*/ 500417 h 658157"/>
                <a:gd name="connsiteX93" fmla="*/ 73431 w 465062"/>
                <a:gd name="connsiteY93" fmla="*/ 437865 h 658157"/>
                <a:gd name="connsiteX94" fmla="*/ 70711 w 465062"/>
                <a:gd name="connsiteY94" fmla="*/ 369873 h 658157"/>
                <a:gd name="connsiteX95" fmla="*/ 70711 w 465062"/>
                <a:gd name="connsiteY95" fmla="*/ 293723 h 658157"/>
                <a:gd name="connsiteX96" fmla="*/ 73431 w 465062"/>
                <a:gd name="connsiteY96" fmla="*/ 212133 h 658157"/>
                <a:gd name="connsiteX97" fmla="*/ 76151 w 465062"/>
                <a:gd name="connsiteY97" fmla="*/ 155021 h 658157"/>
                <a:gd name="connsiteX98" fmla="*/ 76151 w 465062"/>
                <a:gd name="connsiteY98" fmla="*/ 119665 h 658157"/>
                <a:gd name="connsiteX99" fmla="*/ 78870 w 465062"/>
                <a:gd name="connsiteY99" fmla="*/ 84310 h 658157"/>
                <a:gd name="connsiteX100" fmla="*/ 76151 w 465062"/>
                <a:gd name="connsiteY100" fmla="*/ 62552 h 658157"/>
                <a:gd name="connsiteX101" fmla="*/ 67992 w 465062"/>
                <a:gd name="connsiteY101" fmla="*/ 62552 h 658157"/>
                <a:gd name="connsiteX102" fmla="*/ 43515 w 465062"/>
                <a:gd name="connsiteY102" fmla="*/ 62552 h 658157"/>
                <a:gd name="connsiteX103" fmla="*/ 16318 w 465062"/>
                <a:gd name="connsiteY103" fmla="*/ 57113 h 658157"/>
                <a:gd name="connsiteX104" fmla="*/ 0 w 465062"/>
                <a:gd name="connsiteY104" fmla="*/ 40795 h 658157"/>
                <a:gd name="connsiteX105" fmla="*/ 5439 w 465062"/>
                <a:gd name="connsiteY105" fmla="*/ 32636 h 658157"/>
                <a:gd name="connsiteX106" fmla="*/ 27197 w 465062"/>
                <a:gd name="connsiteY106" fmla="*/ 24477 h 658157"/>
                <a:gd name="connsiteX107" fmla="*/ 76151 w 465062"/>
                <a:gd name="connsiteY107" fmla="*/ 19038 h 658157"/>
                <a:gd name="connsiteX108" fmla="*/ 78870 w 465062"/>
                <a:gd name="connsiteY108" fmla="*/ 13598 h 658157"/>
                <a:gd name="connsiteX109" fmla="*/ 95188 w 465062"/>
                <a:gd name="connsiteY109" fmla="*/ 5440 h 658157"/>
                <a:gd name="connsiteX110" fmla="*/ 111506 w 465062"/>
                <a:gd name="connsiteY110" fmla="*/ 0 h 658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</a:cxnLst>
              <a:rect l="l" t="t" r="r" b="b"/>
              <a:pathLst>
                <a:path w="465062" h="658157">
                  <a:moveTo>
                    <a:pt x="193096" y="59832"/>
                  </a:moveTo>
                  <a:cubicBezTo>
                    <a:pt x="193096" y="73430"/>
                    <a:pt x="193096" y="89748"/>
                    <a:pt x="193096" y="114226"/>
                  </a:cubicBezTo>
                  <a:cubicBezTo>
                    <a:pt x="193096" y="144142"/>
                    <a:pt x="195816" y="176778"/>
                    <a:pt x="198536" y="209414"/>
                  </a:cubicBezTo>
                  <a:cubicBezTo>
                    <a:pt x="198536" y="247489"/>
                    <a:pt x="201255" y="277406"/>
                    <a:pt x="201255" y="282845"/>
                  </a:cubicBezTo>
                  <a:cubicBezTo>
                    <a:pt x="201255" y="293723"/>
                    <a:pt x="203975" y="304602"/>
                    <a:pt x="203975" y="315481"/>
                  </a:cubicBezTo>
                  <a:cubicBezTo>
                    <a:pt x="203975" y="318200"/>
                    <a:pt x="203975" y="318200"/>
                    <a:pt x="203975" y="320920"/>
                  </a:cubicBezTo>
                  <a:cubicBezTo>
                    <a:pt x="203975" y="326359"/>
                    <a:pt x="206695" y="329079"/>
                    <a:pt x="212134" y="329079"/>
                  </a:cubicBezTo>
                  <a:cubicBezTo>
                    <a:pt x="214854" y="329079"/>
                    <a:pt x="220293" y="329079"/>
                    <a:pt x="223013" y="329079"/>
                  </a:cubicBezTo>
                  <a:cubicBezTo>
                    <a:pt x="228452" y="329079"/>
                    <a:pt x="233891" y="329079"/>
                    <a:pt x="239331" y="329079"/>
                  </a:cubicBezTo>
                  <a:cubicBezTo>
                    <a:pt x="252929" y="329079"/>
                    <a:pt x="271967" y="323640"/>
                    <a:pt x="280126" y="312761"/>
                  </a:cubicBezTo>
                  <a:cubicBezTo>
                    <a:pt x="288284" y="304602"/>
                    <a:pt x="291004" y="299163"/>
                    <a:pt x="296443" y="288284"/>
                  </a:cubicBezTo>
                  <a:cubicBezTo>
                    <a:pt x="299163" y="277406"/>
                    <a:pt x="301883" y="269247"/>
                    <a:pt x="304602" y="258368"/>
                  </a:cubicBezTo>
                  <a:cubicBezTo>
                    <a:pt x="307322" y="244770"/>
                    <a:pt x="310042" y="239330"/>
                    <a:pt x="312761" y="225732"/>
                  </a:cubicBezTo>
                  <a:cubicBezTo>
                    <a:pt x="315481" y="212134"/>
                    <a:pt x="315481" y="209414"/>
                    <a:pt x="315481" y="195816"/>
                  </a:cubicBezTo>
                  <a:cubicBezTo>
                    <a:pt x="315481" y="179498"/>
                    <a:pt x="315481" y="184937"/>
                    <a:pt x="318201" y="168619"/>
                  </a:cubicBezTo>
                  <a:cubicBezTo>
                    <a:pt x="312761" y="152302"/>
                    <a:pt x="312761" y="149582"/>
                    <a:pt x="312761" y="135983"/>
                  </a:cubicBezTo>
                  <a:cubicBezTo>
                    <a:pt x="312761" y="133264"/>
                    <a:pt x="312761" y="127825"/>
                    <a:pt x="312761" y="122385"/>
                  </a:cubicBezTo>
                  <a:cubicBezTo>
                    <a:pt x="312761" y="111507"/>
                    <a:pt x="301883" y="95188"/>
                    <a:pt x="293724" y="84309"/>
                  </a:cubicBezTo>
                  <a:cubicBezTo>
                    <a:pt x="288284" y="78870"/>
                    <a:pt x="285565" y="76150"/>
                    <a:pt x="280126" y="73430"/>
                  </a:cubicBezTo>
                  <a:cubicBezTo>
                    <a:pt x="271967" y="67991"/>
                    <a:pt x="266527" y="65271"/>
                    <a:pt x="258368" y="62552"/>
                  </a:cubicBezTo>
                  <a:cubicBezTo>
                    <a:pt x="244770" y="59832"/>
                    <a:pt x="228452" y="59832"/>
                    <a:pt x="217573" y="59832"/>
                  </a:cubicBezTo>
                  <a:close/>
                  <a:moveTo>
                    <a:pt x="111506" y="0"/>
                  </a:moveTo>
                  <a:cubicBezTo>
                    <a:pt x="114226" y="0"/>
                    <a:pt x="122385" y="0"/>
                    <a:pt x="127824" y="0"/>
                  </a:cubicBezTo>
                  <a:cubicBezTo>
                    <a:pt x="135983" y="0"/>
                    <a:pt x="146862" y="2720"/>
                    <a:pt x="157741" y="5440"/>
                  </a:cubicBezTo>
                  <a:cubicBezTo>
                    <a:pt x="168619" y="8159"/>
                    <a:pt x="176778" y="10879"/>
                    <a:pt x="179497" y="16318"/>
                  </a:cubicBezTo>
                  <a:cubicBezTo>
                    <a:pt x="193096" y="16318"/>
                    <a:pt x="201255" y="16318"/>
                    <a:pt x="209414" y="16318"/>
                  </a:cubicBezTo>
                  <a:cubicBezTo>
                    <a:pt x="220292" y="16318"/>
                    <a:pt x="231171" y="16318"/>
                    <a:pt x="247489" y="16318"/>
                  </a:cubicBezTo>
                  <a:cubicBezTo>
                    <a:pt x="250209" y="16318"/>
                    <a:pt x="258368" y="16318"/>
                    <a:pt x="266527" y="16318"/>
                  </a:cubicBezTo>
                  <a:cubicBezTo>
                    <a:pt x="277405" y="16318"/>
                    <a:pt x="291004" y="21758"/>
                    <a:pt x="312761" y="27197"/>
                  </a:cubicBezTo>
                  <a:cubicBezTo>
                    <a:pt x="320920" y="29917"/>
                    <a:pt x="329079" y="35356"/>
                    <a:pt x="337238" y="38075"/>
                  </a:cubicBezTo>
                  <a:cubicBezTo>
                    <a:pt x="342677" y="40795"/>
                    <a:pt x="353556" y="48954"/>
                    <a:pt x="364434" y="54393"/>
                  </a:cubicBezTo>
                  <a:cubicBezTo>
                    <a:pt x="375313" y="62552"/>
                    <a:pt x="386192" y="67992"/>
                    <a:pt x="386192" y="73431"/>
                  </a:cubicBezTo>
                  <a:cubicBezTo>
                    <a:pt x="391631" y="84310"/>
                    <a:pt x="402510" y="92469"/>
                    <a:pt x="407949" y="103347"/>
                  </a:cubicBezTo>
                  <a:cubicBezTo>
                    <a:pt x="413388" y="116945"/>
                    <a:pt x="416108" y="130544"/>
                    <a:pt x="416108" y="141422"/>
                  </a:cubicBezTo>
                  <a:cubicBezTo>
                    <a:pt x="416108" y="152301"/>
                    <a:pt x="418828" y="157740"/>
                    <a:pt x="418828" y="163179"/>
                  </a:cubicBezTo>
                  <a:cubicBezTo>
                    <a:pt x="418828" y="165899"/>
                    <a:pt x="418828" y="168619"/>
                    <a:pt x="418828" y="171339"/>
                  </a:cubicBezTo>
                  <a:cubicBezTo>
                    <a:pt x="418828" y="174058"/>
                    <a:pt x="421547" y="182217"/>
                    <a:pt x="421547" y="187656"/>
                  </a:cubicBezTo>
                  <a:cubicBezTo>
                    <a:pt x="421547" y="193096"/>
                    <a:pt x="418828" y="201255"/>
                    <a:pt x="418828" y="206694"/>
                  </a:cubicBezTo>
                  <a:cubicBezTo>
                    <a:pt x="418828" y="217573"/>
                    <a:pt x="418828" y="223012"/>
                    <a:pt x="416108" y="233891"/>
                  </a:cubicBezTo>
                  <a:cubicBezTo>
                    <a:pt x="413388" y="244769"/>
                    <a:pt x="410668" y="255648"/>
                    <a:pt x="405229" y="263807"/>
                  </a:cubicBezTo>
                  <a:cubicBezTo>
                    <a:pt x="402510" y="269246"/>
                    <a:pt x="397070" y="269246"/>
                    <a:pt x="394351" y="274686"/>
                  </a:cubicBezTo>
                  <a:cubicBezTo>
                    <a:pt x="391631" y="277405"/>
                    <a:pt x="391631" y="282844"/>
                    <a:pt x="388912" y="285564"/>
                  </a:cubicBezTo>
                  <a:cubicBezTo>
                    <a:pt x="383472" y="291003"/>
                    <a:pt x="375313" y="301882"/>
                    <a:pt x="369874" y="304602"/>
                  </a:cubicBezTo>
                  <a:cubicBezTo>
                    <a:pt x="367154" y="307321"/>
                    <a:pt x="361715" y="307321"/>
                    <a:pt x="358995" y="310041"/>
                  </a:cubicBezTo>
                  <a:cubicBezTo>
                    <a:pt x="356275" y="312761"/>
                    <a:pt x="350836" y="318200"/>
                    <a:pt x="348117" y="320920"/>
                  </a:cubicBezTo>
                  <a:cubicBezTo>
                    <a:pt x="339958" y="326359"/>
                    <a:pt x="334518" y="334518"/>
                    <a:pt x="326359" y="339957"/>
                  </a:cubicBezTo>
                  <a:cubicBezTo>
                    <a:pt x="320920" y="342677"/>
                    <a:pt x="312761" y="342677"/>
                    <a:pt x="312761" y="353555"/>
                  </a:cubicBezTo>
                  <a:cubicBezTo>
                    <a:pt x="312761" y="361714"/>
                    <a:pt x="334518" y="372593"/>
                    <a:pt x="337238" y="380752"/>
                  </a:cubicBezTo>
                  <a:cubicBezTo>
                    <a:pt x="345397" y="394350"/>
                    <a:pt x="353556" y="407948"/>
                    <a:pt x="358995" y="421547"/>
                  </a:cubicBezTo>
                  <a:cubicBezTo>
                    <a:pt x="364434" y="435145"/>
                    <a:pt x="367154" y="446024"/>
                    <a:pt x="372593" y="459622"/>
                  </a:cubicBezTo>
                  <a:cubicBezTo>
                    <a:pt x="378033" y="478660"/>
                    <a:pt x="383472" y="494978"/>
                    <a:pt x="386192" y="514015"/>
                  </a:cubicBezTo>
                  <a:cubicBezTo>
                    <a:pt x="391631" y="533053"/>
                    <a:pt x="402510" y="549371"/>
                    <a:pt x="407949" y="568408"/>
                  </a:cubicBezTo>
                  <a:cubicBezTo>
                    <a:pt x="410668" y="579287"/>
                    <a:pt x="416108" y="590165"/>
                    <a:pt x="421547" y="598324"/>
                  </a:cubicBezTo>
                  <a:cubicBezTo>
                    <a:pt x="435146" y="614642"/>
                    <a:pt x="443305" y="622801"/>
                    <a:pt x="451463" y="628241"/>
                  </a:cubicBezTo>
                  <a:cubicBezTo>
                    <a:pt x="456903" y="630960"/>
                    <a:pt x="465062" y="636400"/>
                    <a:pt x="465062" y="644559"/>
                  </a:cubicBezTo>
                  <a:cubicBezTo>
                    <a:pt x="465062" y="647278"/>
                    <a:pt x="465062" y="647278"/>
                    <a:pt x="462342" y="649998"/>
                  </a:cubicBezTo>
                  <a:cubicBezTo>
                    <a:pt x="456903" y="655437"/>
                    <a:pt x="446024" y="658157"/>
                    <a:pt x="437865" y="658157"/>
                  </a:cubicBezTo>
                  <a:cubicBezTo>
                    <a:pt x="413388" y="658157"/>
                    <a:pt x="378033" y="641839"/>
                    <a:pt x="361715" y="622801"/>
                  </a:cubicBezTo>
                  <a:cubicBezTo>
                    <a:pt x="345397" y="606483"/>
                    <a:pt x="334518" y="584726"/>
                    <a:pt x="320920" y="565689"/>
                  </a:cubicBezTo>
                  <a:cubicBezTo>
                    <a:pt x="315480" y="554810"/>
                    <a:pt x="310041" y="543931"/>
                    <a:pt x="304602" y="530333"/>
                  </a:cubicBezTo>
                  <a:cubicBezTo>
                    <a:pt x="299163" y="519454"/>
                    <a:pt x="296443" y="508576"/>
                    <a:pt x="293723" y="497697"/>
                  </a:cubicBezTo>
                  <a:cubicBezTo>
                    <a:pt x="291004" y="486819"/>
                    <a:pt x="288284" y="473220"/>
                    <a:pt x="282845" y="462342"/>
                  </a:cubicBezTo>
                  <a:cubicBezTo>
                    <a:pt x="280125" y="448743"/>
                    <a:pt x="274686" y="437865"/>
                    <a:pt x="269246" y="424267"/>
                  </a:cubicBezTo>
                  <a:cubicBezTo>
                    <a:pt x="266527" y="416108"/>
                    <a:pt x="261087" y="402509"/>
                    <a:pt x="255648" y="391631"/>
                  </a:cubicBezTo>
                  <a:cubicBezTo>
                    <a:pt x="250209" y="380752"/>
                    <a:pt x="244770" y="375313"/>
                    <a:pt x="236610" y="367154"/>
                  </a:cubicBezTo>
                  <a:cubicBezTo>
                    <a:pt x="231171" y="361714"/>
                    <a:pt x="223012" y="361714"/>
                    <a:pt x="217573" y="361714"/>
                  </a:cubicBezTo>
                  <a:cubicBezTo>
                    <a:pt x="212134" y="361714"/>
                    <a:pt x="206694" y="361714"/>
                    <a:pt x="201255" y="361714"/>
                  </a:cubicBezTo>
                  <a:cubicBezTo>
                    <a:pt x="198535" y="361714"/>
                    <a:pt x="198535" y="364434"/>
                    <a:pt x="198535" y="367154"/>
                  </a:cubicBezTo>
                  <a:cubicBezTo>
                    <a:pt x="198535" y="375313"/>
                    <a:pt x="201255" y="386191"/>
                    <a:pt x="201255" y="388911"/>
                  </a:cubicBezTo>
                  <a:cubicBezTo>
                    <a:pt x="201255" y="402509"/>
                    <a:pt x="198535" y="413388"/>
                    <a:pt x="198535" y="426986"/>
                  </a:cubicBezTo>
                  <a:cubicBezTo>
                    <a:pt x="198535" y="446024"/>
                    <a:pt x="203975" y="456902"/>
                    <a:pt x="203975" y="478660"/>
                  </a:cubicBezTo>
                  <a:cubicBezTo>
                    <a:pt x="203975" y="503136"/>
                    <a:pt x="201255" y="527613"/>
                    <a:pt x="198535" y="552090"/>
                  </a:cubicBezTo>
                  <a:cubicBezTo>
                    <a:pt x="198535" y="560249"/>
                    <a:pt x="195816" y="568408"/>
                    <a:pt x="195816" y="576567"/>
                  </a:cubicBezTo>
                  <a:cubicBezTo>
                    <a:pt x="195816" y="582006"/>
                    <a:pt x="195816" y="587446"/>
                    <a:pt x="198535" y="592885"/>
                  </a:cubicBezTo>
                  <a:cubicBezTo>
                    <a:pt x="212134" y="592885"/>
                    <a:pt x="225732" y="592885"/>
                    <a:pt x="233891" y="592885"/>
                  </a:cubicBezTo>
                  <a:cubicBezTo>
                    <a:pt x="247489" y="592885"/>
                    <a:pt x="271966" y="592885"/>
                    <a:pt x="271966" y="611923"/>
                  </a:cubicBezTo>
                  <a:cubicBezTo>
                    <a:pt x="271966" y="620082"/>
                    <a:pt x="269246" y="622801"/>
                    <a:pt x="266527" y="628241"/>
                  </a:cubicBezTo>
                  <a:cubicBezTo>
                    <a:pt x="261087" y="633680"/>
                    <a:pt x="255648" y="636400"/>
                    <a:pt x="250209" y="636400"/>
                  </a:cubicBezTo>
                  <a:cubicBezTo>
                    <a:pt x="239330" y="639119"/>
                    <a:pt x="233891" y="639119"/>
                    <a:pt x="228451" y="639119"/>
                  </a:cubicBezTo>
                  <a:cubicBezTo>
                    <a:pt x="223012" y="639119"/>
                    <a:pt x="206694" y="639119"/>
                    <a:pt x="187657" y="639119"/>
                  </a:cubicBezTo>
                  <a:cubicBezTo>
                    <a:pt x="176778" y="647278"/>
                    <a:pt x="163180" y="649998"/>
                    <a:pt x="152301" y="652717"/>
                  </a:cubicBezTo>
                  <a:cubicBezTo>
                    <a:pt x="146862" y="652717"/>
                    <a:pt x="138703" y="655437"/>
                    <a:pt x="133263" y="655437"/>
                  </a:cubicBezTo>
                  <a:cubicBezTo>
                    <a:pt x="130544" y="655437"/>
                    <a:pt x="125104" y="655437"/>
                    <a:pt x="122385" y="652717"/>
                  </a:cubicBezTo>
                  <a:cubicBezTo>
                    <a:pt x="114226" y="649998"/>
                    <a:pt x="103347" y="644559"/>
                    <a:pt x="97908" y="639119"/>
                  </a:cubicBezTo>
                  <a:cubicBezTo>
                    <a:pt x="87029" y="639119"/>
                    <a:pt x="78870" y="639119"/>
                    <a:pt x="70711" y="639119"/>
                  </a:cubicBezTo>
                  <a:cubicBezTo>
                    <a:pt x="62552" y="639119"/>
                    <a:pt x="54393" y="639119"/>
                    <a:pt x="46234" y="639119"/>
                  </a:cubicBezTo>
                  <a:cubicBezTo>
                    <a:pt x="38075" y="639119"/>
                    <a:pt x="27197" y="633680"/>
                    <a:pt x="19038" y="630960"/>
                  </a:cubicBezTo>
                  <a:cubicBezTo>
                    <a:pt x="10879" y="628241"/>
                    <a:pt x="2720" y="620082"/>
                    <a:pt x="2720" y="614642"/>
                  </a:cubicBezTo>
                  <a:cubicBezTo>
                    <a:pt x="2720" y="611923"/>
                    <a:pt x="2720" y="609203"/>
                    <a:pt x="8159" y="606483"/>
                  </a:cubicBezTo>
                  <a:cubicBezTo>
                    <a:pt x="13599" y="603764"/>
                    <a:pt x="24477" y="601044"/>
                    <a:pt x="29916" y="598324"/>
                  </a:cubicBezTo>
                  <a:cubicBezTo>
                    <a:pt x="43515" y="595605"/>
                    <a:pt x="62552" y="595605"/>
                    <a:pt x="76151" y="592885"/>
                  </a:cubicBezTo>
                  <a:cubicBezTo>
                    <a:pt x="76151" y="587446"/>
                    <a:pt x="73431" y="582006"/>
                    <a:pt x="73431" y="573848"/>
                  </a:cubicBezTo>
                  <a:cubicBezTo>
                    <a:pt x="73431" y="565689"/>
                    <a:pt x="70711" y="516735"/>
                    <a:pt x="70711" y="500417"/>
                  </a:cubicBezTo>
                  <a:cubicBezTo>
                    <a:pt x="70711" y="481379"/>
                    <a:pt x="73431" y="456902"/>
                    <a:pt x="73431" y="437865"/>
                  </a:cubicBezTo>
                  <a:cubicBezTo>
                    <a:pt x="73431" y="416108"/>
                    <a:pt x="70711" y="391631"/>
                    <a:pt x="70711" y="369873"/>
                  </a:cubicBezTo>
                  <a:cubicBezTo>
                    <a:pt x="70711" y="345397"/>
                    <a:pt x="70711" y="318200"/>
                    <a:pt x="70711" y="293723"/>
                  </a:cubicBezTo>
                  <a:cubicBezTo>
                    <a:pt x="70711" y="266526"/>
                    <a:pt x="73431" y="239330"/>
                    <a:pt x="73431" y="212133"/>
                  </a:cubicBezTo>
                  <a:cubicBezTo>
                    <a:pt x="73431" y="187656"/>
                    <a:pt x="76151" y="179498"/>
                    <a:pt x="76151" y="155021"/>
                  </a:cubicBezTo>
                  <a:cubicBezTo>
                    <a:pt x="76151" y="144142"/>
                    <a:pt x="76151" y="130544"/>
                    <a:pt x="76151" y="119665"/>
                  </a:cubicBezTo>
                  <a:cubicBezTo>
                    <a:pt x="76151" y="106067"/>
                    <a:pt x="78870" y="95188"/>
                    <a:pt x="78870" y="84310"/>
                  </a:cubicBezTo>
                  <a:cubicBezTo>
                    <a:pt x="78870" y="78870"/>
                    <a:pt x="78870" y="70711"/>
                    <a:pt x="76151" y="62552"/>
                  </a:cubicBezTo>
                  <a:cubicBezTo>
                    <a:pt x="76151" y="62552"/>
                    <a:pt x="73431" y="62552"/>
                    <a:pt x="67992" y="62552"/>
                  </a:cubicBezTo>
                  <a:cubicBezTo>
                    <a:pt x="59833" y="62552"/>
                    <a:pt x="51674" y="62552"/>
                    <a:pt x="43515" y="62552"/>
                  </a:cubicBezTo>
                  <a:cubicBezTo>
                    <a:pt x="35356" y="62552"/>
                    <a:pt x="24477" y="59833"/>
                    <a:pt x="16318" y="57113"/>
                  </a:cubicBezTo>
                  <a:cubicBezTo>
                    <a:pt x="8159" y="54393"/>
                    <a:pt x="0" y="43515"/>
                    <a:pt x="0" y="40795"/>
                  </a:cubicBezTo>
                  <a:cubicBezTo>
                    <a:pt x="0" y="38075"/>
                    <a:pt x="0" y="35356"/>
                    <a:pt x="5439" y="32636"/>
                  </a:cubicBezTo>
                  <a:cubicBezTo>
                    <a:pt x="10879" y="29917"/>
                    <a:pt x="21758" y="27197"/>
                    <a:pt x="27197" y="24477"/>
                  </a:cubicBezTo>
                  <a:cubicBezTo>
                    <a:pt x="46234" y="21758"/>
                    <a:pt x="62552" y="19038"/>
                    <a:pt x="76151" y="19038"/>
                  </a:cubicBezTo>
                  <a:cubicBezTo>
                    <a:pt x="76151" y="16318"/>
                    <a:pt x="78870" y="16318"/>
                    <a:pt x="78870" y="13598"/>
                  </a:cubicBezTo>
                  <a:cubicBezTo>
                    <a:pt x="84309" y="10879"/>
                    <a:pt x="89749" y="8159"/>
                    <a:pt x="95188" y="5440"/>
                  </a:cubicBezTo>
                  <a:cubicBezTo>
                    <a:pt x="100628" y="2720"/>
                    <a:pt x="106067" y="0"/>
                    <a:pt x="111506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67094D88-7910-4ABA-AB84-F44B55F3B694}"/>
                </a:ext>
              </a:extLst>
            </p:cNvPr>
            <p:cNvSpPr/>
            <p:nvPr/>
          </p:nvSpPr>
          <p:spPr>
            <a:xfrm>
              <a:off x="8346812" y="4186718"/>
              <a:ext cx="353556" cy="761503"/>
            </a:xfrm>
            <a:custGeom>
              <a:avLst/>
              <a:gdLst>
                <a:gd name="connsiteX0" fmla="*/ 283910 w 353555"/>
                <a:gd name="connsiteY0" fmla="*/ 672820 h 761503"/>
                <a:gd name="connsiteX1" fmla="*/ 321985 w 353555"/>
                <a:gd name="connsiteY1" fmla="*/ 689138 h 761503"/>
                <a:gd name="connsiteX2" fmla="*/ 316546 w 353555"/>
                <a:gd name="connsiteY2" fmla="*/ 705456 h 761503"/>
                <a:gd name="connsiteX3" fmla="*/ 300228 w 353555"/>
                <a:gd name="connsiteY3" fmla="*/ 713615 h 761503"/>
                <a:gd name="connsiteX4" fmla="*/ 278471 w 353555"/>
                <a:gd name="connsiteY4" fmla="*/ 716335 h 761503"/>
                <a:gd name="connsiteX5" fmla="*/ 237676 w 353555"/>
                <a:gd name="connsiteY5" fmla="*/ 716335 h 761503"/>
                <a:gd name="connsiteX6" fmla="*/ 180563 w 353555"/>
                <a:gd name="connsiteY6" fmla="*/ 719054 h 761503"/>
                <a:gd name="connsiteX7" fmla="*/ 126170 w 353555"/>
                <a:gd name="connsiteY7" fmla="*/ 719054 h 761503"/>
                <a:gd name="connsiteX8" fmla="*/ 101693 w 353555"/>
                <a:gd name="connsiteY8" fmla="*/ 719054 h 761503"/>
                <a:gd name="connsiteX9" fmla="*/ 74496 w 353555"/>
                <a:gd name="connsiteY9" fmla="*/ 713615 h 761503"/>
                <a:gd name="connsiteX10" fmla="*/ 58178 w 353555"/>
                <a:gd name="connsiteY10" fmla="*/ 697297 h 761503"/>
                <a:gd name="connsiteX11" fmla="*/ 63618 w 353555"/>
                <a:gd name="connsiteY11" fmla="*/ 689138 h 761503"/>
                <a:gd name="connsiteX12" fmla="*/ 85375 w 353555"/>
                <a:gd name="connsiteY12" fmla="*/ 680979 h 761503"/>
                <a:gd name="connsiteX13" fmla="*/ 131609 w 353555"/>
                <a:gd name="connsiteY13" fmla="*/ 675540 h 761503"/>
                <a:gd name="connsiteX14" fmla="*/ 142488 w 353555"/>
                <a:gd name="connsiteY14" fmla="*/ 675540 h 761503"/>
                <a:gd name="connsiteX15" fmla="*/ 131609 w 353555"/>
                <a:gd name="connsiteY15" fmla="*/ 653783 h 761503"/>
                <a:gd name="connsiteX16" fmla="*/ 128890 w 353555"/>
                <a:gd name="connsiteY16" fmla="*/ 640184 h 761503"/>
                <a:gd name="connsiteX17" fmla="*/ 128890 w 353555"/>
                <a:gd name="connsiteY17" fmla="*/ 629306 h 761503"/>
                <a:gd name="connsiteX18" fmla="*/ 128890 w 353555"/>
                <a:gd name="connsiteY18" fmla="*/ 621147 h 761503"/>
                <a:gd name="connsiteX19" fmla="*/ 128890 w 353555"/>
                <a:gd name="connsiteY19" fmla="*/ 593950 h 761503"/>
                <a:gd name="connsiteX20" fmla="*/ 128890 w 353555"/>
                <a:gd name="connsiteY20" fmla="*/ 583072 h 761503"/>
                <a:gd name="connsiteX21" fmla="*/ 128890 w 353555"/>
                <a:gd name="connsiteY21" fmla="*/ 436210 h 761503"/>
                <a:gd name="connsiteX22" fmla="*/ 128890 w 353555"/>
                <a:gd name="connsiteY22" fmla="*/ 357340 h 761503"/>
                <a:gd name="connsiteX23" fmla="*/ 131609 w 353555"/>
                <a:gd name="connsiteY23" fmla="*/ 289349 h 761503"/>
                <a:gd name="connsiteX24" fmla="*/ 131609 w 353555"/>
                <a:gd name="connsiteY24" fmla="*/ 251274 h 761503"/>
                <a:gd name="connsiteX25" fmla="*/ 131609 w 353555"/>
                <a:gd name="connsiteY25" fmla="*/ 205040 h 761503"/>
                <a:gd name="connsiteX26" fmla="*/ 131609 w 353555"/>
                <a:gd name="connsiteY26" fmla="*/ 139768 h 761503"/>
                <a:gd name="connsiteX27" fmla="*/ 131609 w 353555"/>
                <a:gd name="connsiteY27" fmla="*/ 128889 h 761503"/>
                <a:gd name="connsiteX28" fmla="*/ 126170 w 353555"/>
                <a:gd name="connsiteY28" fmla="*/ 128889 h 761503"/>
                <a:gd name="connsiteX29" fmla="*/ 101693 w 353555"/>
                <a:gd name="connsiteY29" fmla="*/ 128889 h 761503"/>
                <a:gd name="connsiteX30" fmla="*/ 74496 w 353555"/>
                <a:gd name="connsiteY30" fmla="*/ 123450 h 761503"/>
                <a:gd name="connsiteX31" fmla="*/ 58178 w 353555"/>
                <a:gd name="connsiteY31" fmla="*/ 107132 h 761503"/>
                <a:gd name="connsiteX32" fmla="*/ 60898 w 353555"/>
                <a:gd name="connsiteY32" fmla="*/ 98973 h 761503"/>
                <a:gd name="connsiteX33" fmla="*/ 82655 w 353555"/>
                <a:gd name="connsiteY33" fmla="*/ 93534 h 761503"/>
                <a:gd name="connsiteX34" fmla="*/ 131609 w 353555"/>
                <a:gd name="connsiteY34" fmla="*/ 88094 h 761503"/>
                <a:gd name="connsiteX35" fmla="*/ 131609 w 353555"/>
                <a:gd name="connsiteY35" fmla="*/ 82655 h 761503"/>
                <a:gd name="connsiteX36" fmla="*/ 134329 w 353555"/>
                <a:gd name="connsiteY36" fmla="*/ 71776 h 761503"/>
                <a:gd name="connsiteX37" fmla="*/ 147927 w 353555"/>
                <a:gd name="connsiteY37" fmla="*/ 63617 h 761503"/>
                <a:gd name="connsiteX38" fmla="*/ 164245 w 353555"/>
                <a:gd name="connsiteY38" fmla="*/ 58178 h 761503"/>
                <a:gd name="connsiteX39" fmla="*/ 177843 w 353555"/>
                <a:gd name="connsiteY39" fmla="*/ 58178 h 761503"/>
                <a:gd name="connsiteX40" fmla="*/ 196881 w 353555"/>
                <a:gd name="connsiteY40" fmla="*/ 60898 h 761503"/>
                <a:gd name="connsiteX41" fmla="*/ 232237 w 353555"/>
                <a:gd name="connsiteY41" fmla="*/ 88094 h 761503"/>
                <a:gd name="connsiteX42" fmla="*/ 278471 w 353555"/>
                <a:gd name="connsiteY42" fmla="*/ 88094 h 761503"/>
                <a:gd name="connsiteX43" fmla="*/ 316546 w 353555"/>
                <a:gd name="connsiteY43" fmla="*/ 104412 h 761503"/>
                <a:gd name="connsiteX44" fmla="*/ 311107 w 353555"/>
                <a:gd name="connsiteY44" fmla="*/ 120730 h 761503"/>
                <a:gd name="connsiteX45" fmla="*/ 294789 w 353555"/>
                <a:gd name="connsiteY45" fmla="*/ 128889 h 761503"/>
                <a:gd name="connsiteX46" fmla="*/ 273032 w 353555"/>
                <a:gd name="connsiteY46" fmla="*/ 131609 h 761503"/>
                <a:gd name="connsiteX47" fmla="*/ 243115 w 353555"/>
                <a:gd name="connsiteY47" fmla="*/ 131609 h 761503"/>
                <a:gd name="connsiteX48" fmla="*/ 243115 w 353555"/>
                <a:gd name="connsiteY48" fmla="*/ 134329 h 761503"/>
                <a:gd name="connsiteX49" fmla="*/ 248554 w 353555"/>
                <a:gd name="connsiteY49" fmla="*/ 169684 h 761503"/>
                <a:gd name="connsiteX50" fmla="*/ 251274 w 353555"/>
                <a:gd name="connsiteY50" fmla="*/ 205040 h 761503"/>
                <a:gd name="connsiteX51" fmla="*/ 251274 w 353555"/>
                <a:gd name="connsiteY51" fmla="*/ 240395 h 761503"/>
                <a:gd name="connsiteX52" fmla="*/ 251274 w 353555"/>
                <a:gd name="connsiteY52" fmla="*/ 256713 h 761503"/>
                <a:gd name="connsiteX53" fmla="*/ 253994 w 353555"/>
                <a:gd name="connsiteY53" fmla="*/ 270311 h 761503"/>
                <a:gd name="connsiteX54" fmla="*/ 259433 w 353555"/>
                <a:gd name="connsiteY54" fmla="*/ 343742 h 761503"/>
                <a:gd name="connsiteX55" fmla="*/ 262153 w 353555"/>
                <a:gd name="connsiteY55" fmla="*/ 425332 h 761503"/>
                <a:gd name="connsiteX56" fmla="*/ 264872 w 353555"/>
                <a:gd name="connsiteY56" fmla="*/ 490603 h 761503"/>
                <a:gd name="connsiteX57" fmla="*/ 270312 w 353555"/>
                <a:gd name="connsiteY57" fmla="*/ 564034 h 761503"/>
                <a:gd name="connsiteX58" fmla="*/ 270312 w 353555"/>
                <a:gd name="connsiteY58" fmla="*/ 599390 h 761503"/>
                <a:gd name="connsiteX59" fmla="*/ 270312 w 353555"/>
                <a:gd name="connsiteY59" fmla="*/ 637465 h 761503"/>
                <a:gd name="connsiteX60" fmla="*/ 264872 w 353555"/>
                <a:gd name="connsiteY60" fmla="*/ 670101 h 761503"/>
                <a:gd name="connsiteX61" fmla="*/ 283910 w 353555"/>
                <a:gd name="connsiteY61" fmla="*/ 672820 h 761503"/>
                <a:gd name="connsiteX62" fmla="*/ 283910 w 353555"/>
                <a:gd name="connsiteY62" fmla="*/ 672820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353555" h="761503">
                  <a:moveTo>
                    <a:pt x="283910" y="672820"/>
                  </a:moveTo>
                  <a:cubicBezTo>
                    <a:pt x="297508" y="672820"/>
                    <a:pt x="321985" y="672820"/>
                    <a:pt x="321985" y="689138"/>
                  </a:cubicBezTo>
                  <a:cubicBezTo>
                    <a:pt x="321985" y="697297"/>
                    <a:pt x="319266" y="697297"/>
                    <a:pt x="316546" y="705456"/>
                  </a:cubicBezTo>
                  <a:cubicBezTo>
                    <a:pt x="311107" y="710895"/>
                    <a:pt x="305667" y="713615"/>
                    <a:pt x="300228" y="713615"/>
                  </a:cubicBezTo>
                  <a:cubicBezTo>
                    <a:pt x="292069" y="716335"/>
                    <a:pt x="283910" y="716335"/>
                    <a:pt x="278471" y="716335"/>
                  </a:cubicBezTo>
                  <a:cubicBezTo>
                    <a:pt x="275751" y="716335"/>
                    <a:pt x="256713" y="716335"/>
                    <a:pt x="237676" y="716335"/>
                  </a:cubicBezTo>
                  <a:cubicBezTo>
                    <a:pt x="213199" y="716335"/>
                    <a:pt x="186003" y="719054"/>
                    <a:pt x="180563" y="719054"/>
                  </a:cubicBezTo>
                  <a:cubicBezTo>
                    <a:pt x="166965" y="719054"/>
                    <a:pt x="142488" y="719054"/>
                    <a:pt x="126170" y="719054"/>
                  </a:cubicBezTo>
                  <a:cubicBezTo>
                    <a:pt x="118011" y="719054"/>
                    <a:pt x="109852" y="719054"/>
                    <a:pt x="101693" y="719054"/>
                  </a:cubicBezTo>
                  <a:cubicBezTo>
                    <a:pt x="93534" y="719054"/>
                    <a:pt x="82655" y="719054"/>
                    <a:pt x="74496" y="713615"/>
                  </a:cubicBezTo>
                  <a:cubicBezTo>
                    <a:pt x="66337" y="710895"/>
                    <a:pt x="58178" y="702736"/>
                    <a:pt x="58178" y="697297"/>
                  </a:cubicBezTo>
                  <a:cubicBezTo>
                    <a:pt x="58178" y="694578"/>
                    <a:pt x="58178" y="691858"/>
                    <a:pt x="63618" y="689138"/>
                  </a:cubicBezTo>
                  <a:cubicBezTo>
                    <a:pt x="69057" y="686418"/>
                    <a:pt x="79936" y="683699"/>
                    <a:pt x="85375" y="680979"/>
                  </a:cubicBezTo>
                  <a:cubicBezTo>
                    <a:pt x="104413" y="678260"/>
                    <a:pt x="123450" y="675540"/>
                    <a:pt x="131609" y="675540"/>
                  </a:cubicBezTo>
                  <a:cubicBezTo>
                    <a:pt x="134329" y="675540"/>
                    <a:pt x="137049" y="675540"/>
                    <a:pt x="142488" y="675540"/>
                  </a:cubicBezTo>
                  <a:cubicBezTo>
                    <a:pt x="134329" y="670101"/>
                    <a:pt x="131609" y="661942"/>
                    <a:pt x="131609" y="653783"/>
                  </a:cubicBezTo>
                  <a:cubicBezTo>
                    <a:pt x="131609" y="648343"/>
                    <a:pt x="131609" y="642904"/>
                    <a:pt x="128890" y="640184"/>
                  </a:cubicBezTo>
                  <a:cubicBezTo>
                    <a:pt x="128890" y="637465"/>
                    <a:pt x="128890" y="634745"/>
                    <a:pt x="128890" y="629306"/>
                  </a:cubicBezTo>
                  <a:cubicBezTo>
                    <a:pt x="128890" y="626586"/>
                    <a:pt x="128890" y="623867"/>
                    <a:pt x="128890" y="621147"/>
                  </a:cubicBezTo>
                  <a:cubicBezTo>
                    <a:pt x="128890" y="612988"/>
                    <a:pt x="128890" y="604829"/>
                    <a:pt x="128890" y="593950"/>
                  </a:cubicBezTo>
                  <a:cubicBezTo>
                    <a:pt x="128890" y="591231"/>
                    <a:pt x="128890" y="585791"/>
                    <a:pt x="128890" y="583072"/>
                  </a:cubicBezTo>
                  <a:cubicBezTo>
                    <a:pt x="128890" y="534118"/>
                    <a:pt x="131609" y="485164"/>
                    <a:pt x="128890" y="436210"/>
                  </a:cubicBezTo>
                  <a:cubicBezTo>
                    <a:pt x="128890" y="409014"/>
                    <a:pt x="128890" y="384537"/>
                    <a:pt x="128890" y="357340"/>
                  </a:cubicBezTo>
                  <a:cubicBezTo>
                    <a:pt x="128890" y="335583"/>
                    <a:pt x="131609" y="313826"/>
                    <a:pt x="131609" y="289349"/>
                  </a:cubicBezTo>
                  <a:cubicBezTo>
                    <a:pt x="131609" y="275751"/>
                    <a:pt x="131609" y="264872"/>
                    <a:pt x="131609" y="251274"/>
                  </a:cubicBezTo>
                  <a:cubicBezTo>
                    <a:pt x="131609" y="234956"/>
                    <a:pt x="131609" y="221357"/>
                    <a:pt x="131609" y="205040"/>
                  </a:cubicBezTo>
                  <a:cubicBezTo>
                    <a:pt x="131609" y="183282"/>
                    <a:pt x="131609" y="161525"/>
                    <a:pt x="131609" y="139768"/>
                  </a:cubicBezTo>
                  <a:cubicBezTo>
                    <a:pt x="131609" y="137048"/>
                    <a:pt x="131609" y="134329"/>
                    <a:pt x="131609" y="128889"/>
                  </a:cubicBezTo>
                  <a:cubicBezTo>
                    <a:pt x="128890" y="128889"/>
                    <a:pt x="126170" y="128889"/>
                    <a:pt x="126170" y="128889"/>
                  </a:cubicBezTo>
                  <a:cubicBezTo>
                    <a:pt x="118011" y="128889"/>
                    <a:pt x="109852" y="128889"/>
                    <a:pt x="101693" y="128889"/>
                  </a:cubicBezTo>
                  <a:cubicBezTo>
                    <a:pt x="93534" y="128889"/>
                    <a:pt x="82655" y="128889"/>
                    <a:pt x="74496" y="123450"/>
                  </a:cubicBezTo>
                  <a:cubicBezTo>
                    <a:pt x="66337" y="120730"/>
                    <a:pt x="58178" y="112571"/>
                    <a:pt x="58178" y="107132"/>
                  </a:cubicBezTo>
                  <a:cubicBezTo>
                    <a:pt x="58178" y="104412"/>
                    <a:pt x="58178" y="101693"/>
                    <a:pt x="60898" y="98973"/>
                  </a:cubicBezTo>
                  <a:cubicBezTo>
                    <a:pt x="63618" y="96253"/>
                    <a:pt x="77216" y="93534"/>
                    <a:pt x="82655" y="93534"/>
                  </a:cubicBezTo>
                  <a:cubicBezTo>
                    <a:pt x="98973" y="90814"/>
                    <a:pt x="123450" y="88094"/>
                    <a:pt x="131609" y="88094"/>
                  </a:cubicBezTo>
                  <a:cubicBezTo>
                    <a:pt x="131609" y="85375"/>
                    <a:pt x="131609" y="85375"/>
                    <a:pt x="131609" y="82655"/>
                  </a:cubicBezTo>
                  <a:cubicBezTo>
                    <a:pt x="131609" y="77216"/>
                    <a:pt x="131609" y="74496"/>
                    <a:pt x="134329" y="71776"/>
                  </a:cubicBezTo>
                  <a:cubicBezTo>
                    <a:pt x="137049" y="69057"/>
                    <a:pt x="145208" y="66337"/>
                    <a:pt x="147927" y="63617"/>
                  </a:cubicBezTo>
                  <a:cubicBezTo>
                    <a:pt x="153366" y="60898"/>
                    <a:pt x="158806" y="58178"/>
                    <a:pt x="164245" y="58178"/>
                  </a:cubicBezTo>
                  <a:cubicBezTo>
                    <a:pt x="169684" y="58178"/>
                    <a:pt x="175124" y="58178"/>
                    <a:pt x="177843" y="58178"/>
                  </a:cubicBezTo>
                  <a:cubicBezTo>
                    <a:pt x="183283" y="58178"/>
                    <a:pt x="191442" y="58178"/>
                    <a:pt x="196881" y="60898"/>
                  </a:cubicBezTo>
                  <a:cubicBezTo>
                    <a:pt x="213199" y="63617"/>
                    <a:pt x="224078" y="74496"/>
                    <a:pt x="232237" y="88094"/>
                  </a:cubicBezTo>
                  <a:cubicBezTo>
                    <a:pt x="253994" y="88094"/>
                    <a:pt x="270312" y="88094"/>
                    <a:pt x="278471" y="88094"/>
                  </a:cubicBezTo>
                  <a:cubicBezTo>
                    <a:pt x="292069" y="88094"/>
                    <a:pt x="316546" y="88094"/>
                    <a:pt x="316546" y="104412"/>
                  </a:cubicBezTo>
                  <a:cubicBezTo>
                    <a:pt x="316546" y="112571"/>
                    <a:pt x="313826" y="112571"/>
                    <a:pt x="311107" y="120730"/>
                  </a:cubicBezTo>
                  <a:cubicBezTo>
                    <a:pt x="305667" y="126170"/>
                    <a:pt x="300228" y="128889"/>
                    <a:pt x="294789" y="128889"/>
                  </a:cubicBezTo>
                  <a:cubicBezTo>
                    <a:pt x="286630" y="131609"/>
                    <a:pt x="278471" y="131609"/>
                    <a:pt x="273032" y="131609"/>
                  </a:cubicBezTo>
                  <a:cubicBezTo>
                    <a:pt x="270312" y="131609"/>
                    <a:pt x="259433" y="131609"/>
                    <a:pt x="243115" y="131609"/>
                  </a:cubicBezTo>
                  <a:lnTo>
                    <a:pt x="243115" y="134329"/>
                  </a:lnTo>
                  <a:cubicBezTo>
                    <a:pt x="245835" y="145207"/>
                    <a:pt x="245835" y="158805"/>
                    <a:pt x="248554" y="169684"/>
                  </a:cubicBezTo>
                  <a:cubicBezTo>
                    <a:pt x="251274" y="180563"/>
                    <a:pt x="251274" y="194161"/>
                    <a:pt x="251274" y="205040"/>
                  </a:cubicBezTo>
                  <a:cubicBezTo>
                    <a:pt x="251274" y="215918"/>
                    <a:pt x="251274" y="226797"/>
                    <a:pt x="251274" y="240395"/>
                  </a:cubicBezTo>
                  <a:cubicBezTo>
                    <a:pt x="251274" y="245834"/>
                    <a:pt x="251274" y="251274"/>
                    <a:pt x="251274" y="256713"/>
                  </a:cubicBezTo>
                  <a:cubicBezTo>
                    <a:pt x="251274" y="262152"/>
                    <a:pt x="251274" y="267592"/>
                    <a:pt x="253994" y="270311"/>
                  </a:cubicBezTo>
                  <a:cubicBezTo>
                    <a:pt x="256713" y="294788"/>
                    <a:pt x="256713" y="319265"/>
                    <a:pt x="259433" y="343742"/>
                  </a:cubicBezTo>
                  <a:cubicBezTo>
                    <a:pt x="259433" y="370939"/>
                    <a:pt x="262153" y="398135"/>
                    <a:pt x="262153" y="425332"/>
                  </a:cubicBezTo>
                  <a:cubicBezTo>
                    <a:pt x="262153" y="447089"/>
                    <a:pt x="262153" y="468846"/>
                    <a:pt x="264872" y="490603"/>
                  </a:cubicBezTo>
                  <a:cubicBezTo>
                    <a:pt x="264872" y="515080"/>
                    <a:pt x="270312" y="539557"/>
                    <a:pt x="270312" y="564034"/>
                  </a:cubicBezTo>
                  <a:cubicBezTo>
                    <a:pt x="270312" y="574913"/>
                    <a:pt x="270312" y="588511"/>
                    <a:pt x="270312" y="599390"/>
                  </a:cubicBezTo>
                  <a:cubicBezTo>
                    <a:pt x="270312" y="612988"/>
                    <a:pt x="270312" y="623867"/>
                    <a:pt x="270312" y="637465"/>
                  </a:cubicBezTo>
                  <a:cubicBezTo>
                    <a:pt x="270312" y="648343"/>
                    <a:pt x="270312" y="661942"/>
                    <a:pt x="264872" y="670101"/>
                  </a:cubicBezTo>
                  <a:cubicBezTo>
                    <a:pt x="273032" y="672820"/>
                    <a:pt x="278471" y="672820"/>
                    <a:pt x="283910" y="672820"/>
                  </a:cubicBezTo>
                  <a:lnTo>
                    <a:pt x="283910" y="672820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6F0F00D5-B1EC-45A7-A3B2-BE9B8DD2EEB7}"/>
                </a:ext>
              </a:extLst>
            </p:cNvPr>
            <p:cNvSpPr/>
            <p:nvPr/>
          </p:nvSpPr>
          <p:spPr>
            <a:xfrm>
              <a:off x="8652924" y="4192158"/>
              <a:ext cx="516735" cy="788700"/>
            </a:xfrm>
            <a:custGeom>
              <a:avLst/>
              <a:gdLst>
                <a:gd name="connsiteX0" fmla="*/ 464616 w 516735"/>
                <a:gd name="connsiteY0" fmla="*/ 436210 h 788699"/>
                <a:gd name="connsiteX1" fmla="*/ 445578 w 516735"/>
                <a:gd name="connsiteY1" fmla="*/ 455248 h 788699"/>
                <a:gd name="connsiteX2" fmla="*/ 404783 w 516735"/>
                <a:gd name="connsiteY2" fmla="*/ 466126 h 788699"/>
                <a:gd name="connsiteX3" fmla="*/ 385746 w 516735"/>
                <a:gd name="connsiteY3" fmla="*/ 479725 h 788699"/>
                <a:gd name="connsiteX4" fmla="*/ 388466 w 516735"/>
                <a:gd name="connsiteY4" fmla="*/ 512361 h 788699"/>
                <a:gd name="connsiteX5" fmla="*/ 388466 w 516735"/>
                <a:gd name="connsiteY5" fmla="*/ 544997 h 788699"/>
                <a:gd name="connsiteX6" fmla="*/ 388466 w 516735"/>
                <a:gd name="connsiteY6" fmla="*/ 566754 h 788699"/>
                <a:gd name="connsiteX7" fmla="*/ 391185 w 516735"/>
                <a:gd name="connsiteY7" fmla="*/ 632026 h 788699"/>
                <a:gd name="connsiteX8" fmla="*/ 393905 w 516735"/>
                <a:gd name="connsiteY8" fmla="*/ 683699 h 788699"/>
                <a:gd name="connsiteX9" fmla="*/ 377587 w 516735"/>
                <a:gd name="connsiteY9" fmla="*/ 724494 h 788699"/>
                <a:gd name="connsiteX10" fmla="*/ 361269 w 516735"/>
                <a:gd name="connsiteY10" fmla="*/ 719054 h 788699"/>
                <a:gd name="connsiteX11" fmla="*/ 353110 w 516735"/>
                <a:gd name="connsiteY11" fmla="*/ 702737 h 788699"/>
                <a:gd name="connsiteX12" fmla="*/ 350390 w 516735"/>
                <a:gd name="connsiteY12" fmla="*/ 686419 h 788699"/>
                <a:gd name="connsiteX13" fmla="*/ 353110 w 516735"/>
                <a:gd name="connsiteY13" fmla="*/ 659222 h 788699"/>
                <a:gd name="connsiteX14" fmla="*/ 353110 w 516735"/>
                <a:gd name="connsiteY14" fmla="*/ 656502 h 788699"/>
                <a:gd name="connsiteX15" fmla="*/ 317754 w 516735"/>
                <a:gd name="connsiteY15" fmla="*/ 708176 h 788699"/>
                <a:gd name="connsiteX16" fmla="*/ 241604 w 516735"/>
                <a:gd name="connsiteY16" fmla="*/ 735372 h 788699"/>
                <a:gd name="connsiteX17" fmla="*/ 187211 w 516735"/>
                <a:gd name="connsiteY17" fmla="*/ 727214 h 788699"/>
                <a:gd name="connsiteX18" fmla="*/ 135537 w 516735"/>
                <a:gd name="connsiteY18" fmla="*/ 694578 h 788699"/>
                <a:gd name="connsiteX19" fmla="*/ 86583 w 516735"/>
                <a:gd name="connsiteY19" fmla="*/ 621147 h 788699"/>
                <a:gd name="connsiteX20" fmla="*/ 67546 w 516735"/>
                <a:gd name="connsiteY20" fmla="*/ 555875 h 788699"/>
                <a:gd name="connsiteX21" fmla="*/ 59387 w 516735"/>
                <a:gd name="connsiteY21" fmla="*/ 509641 h 788699"/>
                <a:gd name="connsiteX22" fmla="*/ 59387 w 516735"/>
                <a:gd name="connsiteY22" fmla="*/ 468846 h 788699"/>
                <a:gd name="connsiteX23" fmla="*/ 86583 w 516735"/>
                <a:gd name="connsiteY23" fmla="*/ 302947 h 788699"/>
                <a:gd name="connsiteX24" fmla="*/ 108341 w 516735"/>
                <a:gd name="connsiteY24" fmla="*/ 224077 h 788699"/>
                <a:gd name="connsiteX25" fmla="*/ 146416 w 516735"/>
                <a:gd name="connsiteY25" fmla="*/ 145207 h 788699"/>
                <a:gd name="connsiteX26" fmla="*/ 198090 w 516735"/>
                <a:gd name="connsiteY26" fmla="*/ 85375 h 788699"/>
                <a:gd name="connsiteX27" fmla="*/ 228006 w 516735"/>
                <a:gd name="connsiteY27" fmla="*/ 69057 h 788699"/>
                <a:gd name="connsiteX28" fmla="*/ 268801 w 516735"/>
                <a:gd name="connsiteY28" fmla="*/ 58178 h 788699"/>
                <a:gd name="connsiteX29" fmla="*/ 274240 w 516735"/>
                <a:gd name="connsiteY29" fmla="*/ 58178 h 788699"/>
                <a:gd name="connsiteX30" fmla="*/ 295997 w 516735"/>
                <a:gd name="connsiteY30" fmla="*/ 60898 h 788699"/>
                <a:gd name="connsiteX31" fmla="*/ 331353 w 516735"/>
                <a:gd name="connsiteY31" fmla="*/ 71776 h 788699"/>
                <a:gd name="connsiteX32" fmla="*/ 350390 w 516735"/>
                <a:gd name="connsiteY32" fmla="*/ 93534 h 788699"/>
                <a:gd name="connsiteX33" fmla="*/ 353110 w 516735"/>
                <a:gd name="connsiteY33" fmla="*/ 74496 h 788699"/>
                <a:gd name="connsiteX34" fmla="*/ 358549 w 516735"/>
                <a:gd name="connsiteY34" fmla="*/ 63618 h 788699"/>
                <a:gd name="connsiteX35" fmla="*/ 366708 w 516735"/>
                <a:gd name="connsiteY35" fmla="*/ 58178 h 788699"/>
                <a:gd name="connsiteX36" fmla="*/ 374867 w 516735"/>
                <a:gd name="connsiteY36" fmla="*/ 63618 h 788699"/>
                <a:gd name="connsiteX37" fmla="*/ 383027 w 516735"/>
                <a:gd name="connsiteY37" fmla="*/ 82655 h 788699"/>
                <a:gd name="connsiteX38" fmla="*/ 385746 w 516735"/>
                <a:gd name="connsiteY38" fmla="*/ 126170 h 788699"/>
                <a:gd name="connsiteX39" fmla="*/ 388466 w 516735"/>
                <a:gd name="connsiteY39" fmla="*/ 186002 h 788699"/>
                <a:gd name="connsiteX40" fmla="*/ 391185 w 516735"/>
                <a:gd name="connsiteY40" fmla="*/ 237676 h 788699"/>
                <a:gd name="connsiteX41" fmla="*/ 374867 w 516735"/>
                <a:gd name="connsiteY41" fmla="*/ 278470 h 788699"/>
                <a:gd name="connsiteX42" fmla="*/ 358549 w 516735"/>
                <a:gd name="connsiteY42" fmla="*/ 273031 h 788699"/>
                <a:gd name="connsiteX43" fmla="*/ 350390 w 516735"/>
                <a:gd name="connsiteY43" fmla="*/ 256713 h 788699"/>
                <a:gd name="connsiteX44" fmla="*/ 347671 w 516735"/>
                <a:gd name="connsiteY44" fmla="*/ 240395 h 788699"/>
                <a:gd name="connsiteX45" fmla="*/ 347671 w 516735"/>
                <a:gd name="connsiteY45" fmla="*/ 213199 h 788699"/>
                <a:gd name="connsiteX46" fmla="*/ 344951 w 516735"/>
                <a:gd name="connsiteY46" fmla="*/ 194161 h 788699"/>
                <a:gd name="connsiteX47" fmla="*/ 339512 w 516735"/>
                <a:gd name="connsiteY47" fmla="*/ 150647 h 788699"/>
                <a:gd name="connsiteX48" fmla="*/ 323194 w 516735"/>
                <a:gd name="connsiteY48" fmla="*/ 112571 h 788699"/>
                <a:gd name="connsiteX49" fmla="*/ 293278 w 516735"/>
                <a:gd name="connsiteY49" fmla="*/ 101693 h 788699"/>
                <a:gd name="connsiteX50" fmla="*/ 263361 w 516735"/>
                <a:gd name="connsiteY50" fmla="*/ 120730 h 788699"/>
                <a:gd name="connsiteX51" fmla="*/ 241604 w 516735"/>
                <a:gd name="connsiteY51" fmla="*/ 153366 h 788699"/>
                <a:gd name="connsiteX52" fmla="*/ 233445 w 516735"/>
                <a:gd name="connsiteY52" fmla="*/ 194161 h 788699"/>
                <a:gd name="connsiteX53" fmla="*/ 225286 w 516735"/>
                <a:gd name="connsiteY53" fmla="*/ 232236 h 788699"/>
                <a:gd name="connsiteX54" fmla="*/ 217127 w 516735"/>
                <a:gd name="connsiteY54" fmla="*/ 275751 h 788699"/>
                <a:gd name="connsiteX55" fmla="*/ 211688 w 516735"/>
                <a:gd name="connsiteY55" fmla="*/ 316545 h 788699"/>
                <a:gd name="connsiteX56" fmla="*/ 206249 w 516735"/>
                <a:gd name="connsiteY56" fmla="*/ 354621 h 788699"/>
                <a:gd name="connsiteX57" fmla="*/ 200809 w 516735"/>
                <a:gd name="connsiteY57" fmla="*/ 398135 h 788699"/>
                <a:gd name="connsiteX58" fmla="*/ 195370 w 516735"/>
                <a:gd name="connsiteY58" fmla="*/ 438930 h 788699"/>
                <a:gd name="connsiteX59" fmla="*/ 192650 w 516735"/>
                <a:gd name="connsiteY59" fmla="*/ 474286 h 788699"/>
                <a:gd name="connsiteX60" fmla="*/ 195370 w 516735"/>
                <a:gd name="connsiteY60" fmla="*/ 525959 h 788699"/>
                <a:gd name="connsiteX61" fmla="*/ 208968 w 516735"/>
                <a:gd name="connsiteY61" fmla="*/ 596670 h 788699"/>
                <a:gd name="connsiteX62" fmla="*/ 214407 w 516735"/>
                <a:gd name="connsiteY62" fmla="*/ 623867 h 788699"/>
                <a:gd name="connsiteX63" fmla="*/ 228006 w 516735"/>
                <a:gd name="connsiteY63" fmla="*/ 656502 h 788699"/>
                <a:gd name="connsiteX64" fmla="*/ 271520 w 516735"/>
                <a:gd name="connsiteY64" fmla="*/ 689138 h 788699"/>
                <a:gd name="connsiteX65" fmla="*/ 306876 w 516735"/>
                <a:gd name="connsiteY65" fmla="*/ 664661 h 788699"/>
                <a:gd name="connsiteX66" fmla="*/ 331353 w 516735"/>
                <a:gd name="connsiteY66" fmla="*/ 602109 h 788699"/>
                <a:gd name="connsiteX67" fmla="*/ 336792 w 516735"/>
                <a:gd name="connsiteY67" fmla="*/ 544997 h 788699"/>
                <a:gd name="connsiteX68" fmla="*/ 336792 w 516735"/>
                <a:gd name="connsiteY68" fmla="*/ 498762 h 788699"/>
                <a:gd name="connsiteX69" fmla="*/ 336792 w 516735"/>
                <a:gd name="connsiteY69" fmla="*/ 490603 h 788699"/>
                <a:gd name="connsiteX70" fmla="*/ 320474 w 516735"/>
                <a:gd name="connsiteY70" fmla="*/ 477005 h 788699"/>
                <a:gd name="connsiteX71" fmla="*/ 282399 w 516735"/>
                <a:gd name="connsiteY71" fmla="*/ 479725 h 788699"/>
                <a:gd name="connsiteX72" fmla="*/ 252483 w 516735"/>
                <a:gd name="connsiteY72" fmla="*/ 474286 h 788699"/>
                <a:gd name="connsiteX73" fmla="*/ 247044 w 516735"/>
                <a:gd name="connsiteY73" fmla="*/ 466126 h 788699"/>
                <a:gd name="connsiteX74" fmla="*/ 249763 w 516735"/>
                <a:gd name="connsiteY74" fmla="*/ 457968 h 788699"/>
                <a:gd name="connsiteX75" fmla="*/ 268801 w 516735"/>
                <a:gd name="connsiteY75" fmla="*/ 447089 h 788699"/>
                <a:gd name="connsiteX76" fmla="*/ 312315 w 516735"/>
                <a:gd name="connsiteY76" fmla="*/ 436210 h 788699"/>
                <a:gd name="connsiteX77" fmla="*/ 353110 w 516735"/>
                <a:gd name="connsiteY77" fmla="*/ 430771 h 788699"/>
                <a:gd name="connsiteX78" fmla="*/ 385746 w 516735"/>
                <a:gd name="connsiteY78" fmla="*/ 430771 h 788699"/>
                <a:gd name="connsiteX79" fmla="*/ 437420 w 516735"/>
                <a:gd name="connsiteY79" fmla="*/ 428051 h 788699"/>
                <a:gd name="connsiteX80" fmla="*/ 464616 w 516735"/>
                <a:gd name="connsiteY80" fmla="*/ 436210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516735" h="788699">
                  <a:moveTo>
                    <a:pt x="464616" y="436210"/>
                  </a:moveTo>
                  <a:cubicBezTo>
                    <a:pt x="464616" y="447089"/>
                    <a:pt x="453738" y="452528"/>
                    <a:pt x="445578" y="455248"/>
                  </a:cubicBezTo>
                  <a:cubicBezTo>
                    <a:pt x="434700" y="460687"/>
                    <a:pt x="415662" y="463407"/>
                    <a:pt x="404783" y="466126"/>
                  </a:cubicBezTo>
                  <a:cubicBezTo>
                    <a:pt x="393905" y="466126"/>
                    <a:pt x="385746" y="468846"/>
                    <a:pt x="385746" y="479725"/>
                  </a:cubicBezTo>
                  <a:cubicBezTo>
                    <a:pt x="385746" y="487884"/>
                    <a:pt x="388466" y="506921"/>
                    <a:pt x="388466" y="512361"/>
                  </a:cubicBezTo>
                  <a:cubicBezTo>
                    <a:pt x="388466" y="515080"/>
                    <a:pt x="388466" y="539557"/>
                    <a:pt x="388466" y="544997"/>
                  </a:cubicBezTo>
                  <a:cubicBezTo>
                    <a:pt x="388466" y="550436"/>
                    <a:pt x="388466" y="558595"/>
                    <a:pt x="388466" y="566754"/>
                  </a:cubicBezTo>
                  <a:cubicBezTo>
                    <a:pt x="388466" y="591231"/>
                    <a:pt x="388466" y="621147"/>
                    <a:pt x="391185" y="632026"/>
                  </a:cubicBezTo>
                  <a:cubicBezTo>
                    <a:pt x="393905" y="653783"/>
                    <a:pt x="393905" y="661942"/>
                    <a:pt x="393905" y="683699"/>
                  </a:cubicBezTo>
                  <a:cubicBezTo>
                    <a:pt x="393905" y="694578"/>
                    <a:pt x="393905" y="724494"/>
                    <a:pt x="377587" y="724494"/>
                  </a:cubicBezTo>
                  <a:cubicBezTo>
                    <a:pt x="369428" y="724494"/>
                    <a:pt x="366708" y="721774"/>
                    <a:pt x="361269" y="719054"/>
                  </a:cubicBezTo>
                  <a:cubicBezTo>
                    <a:pt x="355830" y="716335"/>
                    <a:pt x="353110" y="708176"/>
                    <a:pt x="353110" y="702737"/>
                  </a:cubicBezTo>
                  <a:cubicBezTo>
                    <a:pt x="350390" y="694578"/>
                    <a:pt x="350390" y="689138"/>
                    <a:pt x="350390" y="686419"/>
                  </a:cubicBezTo>
                  <a:cubicBezTo>
                    <a:pt x="350390" y="678260"/>
                    <a:pt x="353110" y="672820"/>
                    <a:pt x="353110" y="659222"/>
                  </a:cubicBezTo>
                  <a:lnTo>
                    <a:pt x="353110" y="656502"/>
                  </a:lnTo>
                  <a:cubicBezTo>
                    <a:pt x="347671" y="675540"/>
                    <a:pt x="334073" y="694578"/>
                    <a:pt x="317754" y="708176"/>
                  </a:cubicBezTo>
                  <a:cubicBezTo>
                    <a:pt x="293278" y="727214"/>
                    <a:pt x="274240" y="735372"/>
                    <a:pt x="241604" y="735372"/>
                  </a:cubicBezTo>
                  <a:cubicBezTo>
                    <a:pt x="222566" y="735372"/>
                    <a:pt x="203529" y="732653"/>
                    <a:pt x="187211" y="727214"/>
                  </a:cubicBezTo>
                  <a:cubicBezTo>
                    <a:pt x="165454" y="719054"/>
                    <a:pt x="149136" y="708176"/>
                    <a:pt x="135537" y="694578"/>
                  </a:cubicBezTo>
                  <a:cubicBezTo>
                    <a:pt x="113780" y="672820"/>
                    <a:pt x="100182" y="648343"/>
                    <a:pt x="86583" y="621147"/>
                  </a:cubicBezTo>
                  <a:cubicBezTo>
                    <a:pt x="75705" y="599390"/>
                    <a:pt x="70266" y="580352"/>
                    <a:pt x="67546" y="555875"/>
                  </a:cubicBezTo>
                  <a:cubicBezTo>
                    <a:pt x="64826" y="539557"/>
                    <a:pt x="62107" y="525959"/>
                    <a:pt x="59387" y="509641"/>
                  </a:cubicBezTo>
                  <a:cubicBezTo>
                    <a:pt x="56667" y="493323"/>
                    <a:pt x="59387" y="485164"/>
                    <a:pt x="59387" y="468846"/>
                  </a:cubicBezTo>
                  <a:cubicBezTo>
                    <a:pt x="59387" y="414453"/>
                    <a:pt x="72985" y="362780"/>
                    <a:pt x="86583" y="302947"/>
                  </a:cubicBezTo>
                  <a:cubicBezTo>
                    <a:pt x="92023" y="275751"/>
                    <a:pt x="100182" y="248554"/>
                    <a:pt x="108341" y="224077"/>
                  </a:cubicBezTo>
                  <a:cubicBezTo>
                    <a:pt x="116500" y="196881"/>
                    <a:pt x="130098" y="169684"/>
                    <a:pt x="146416" y="145207"/>
                  </a:cubicBezTo>
                  <a:cubicBezTo>
                    <a:pt x="160014" y="123450"/>
                    <a:pt x="176332" y="101693"/>
                    <a:pt x="198090" y="85375"/>
                  </a:cubicBezTo>
                  <a:cubicBezTo>
                    <a:pt x="206249" y="77216"/>
                    <a:pt x="217127" y="71776"/>
                    <a:pt x="228006" y="69057"/>
                  </a:cubicBezTo>
                  <a:cubicBezTo>
                    <a:pt x="241604" y="63618"/>
                    <a:pt x="255202" y="58178"/>
                    <a:pt x="268801" y="58178"/>
                  </a:cubicBezTo>
                  <a:cubicBezTo>
                    <a:pt x="271520" y="58178"/>
                    <a:pt x="274240" y="58178"/>
                    <a:pt x="274240" y="58178"/>
                  </a:cubicBezTo>
                  <a:cubicBezTo>
                    <a:pt x="279679" y="58178"/>
                    <a:pt x="285119" y="58178"/>
                    <a:pt x="295997" y="60898"/>
                  </a:cubicBezTo>
                  <a:cubicBezTo>
                    <a:pt x="309595" y="63618"/>
                    <a:pt x="320474" y="66337"/>
                    <a:pt x="331353" y="71776"/>
                  </a:cubicBezTo>
                  <a:cubicBezTo>
                    <a:pt x="339512" y="77216"/>
                    <a:pt x="347671" y="85375"/>
                    <a:pt x="350390" y="93534"/>
                  </a:cubicBezTo>
                  <a:cubicBezTo>
                    <a:pt x="350390" y="88095"/>
                    <a:pt x="353110" y="79936"/>
                    <a:pt x="353110" y="74496"/>
                  </a:cubicBezTo>
                  <a:cubicBezTo>
                    <a:pt x="355830" y="71776"/>
                    <a:pt x="355830" y="69057"/>
                    <a:pt x="358549" y="63618"/>
                  </a:cubicBezTo>
                  <a:cubicBezTo>
                    <a:pt x="361269" y="60898"/>
                    <a:pt x="363989" y="58178"/>
                    <a:pt x="366708" y="58178"/>
                  </a:cubicBezTo>
                  <a:cubicBezTo>
                    <a:pt x="369428" y="58178"/>
                    <a:pt x="372148" y="60898"/>
                    <a:pt x="374867" y="63618"/>
                  </a:cubicBezTo>
                  <a:cubicBezTo>
                    <a:pt x="377587" y="69057"/>
                    <a:pt x="380307" y="77216"/>
                    <a:pt x="383027" y="82655"/>
                  </a:cubicBezTo>
                  <a:cubicBezTo>
                    <a:pt x="383027" y="90814"/>
                    <a:pt x="385746" y="107132"/>
                    <a:pt x="385746" y="126170"/>
                  </a:cubicBezTo>
                  <a:cubicBezTo>
                    <a:pt x="385746" y="150647"/>
                    <a:pt x="385746" y="177843"/>
                    <a:pt x="388466" y="186002"/>
                  </a:cubicBezTo>
                  <a:cubicBezTo>
                    <a:pt x="391185" y="207759"/>
                    <a:pt x="391185" y="215918"/>
                    <a:pt x="391185" y="237676"/>
                  </a:cubicBezTo>
                  <a:cubicBezTo>
                    <a:pt x="391185" y="248554"/>
                    <a:pt x="391185" y="278470"/>
                    <a:pt x="374867" y="278470"/>
                  </a:cubicBezTo>
                  <a:cubicBezTo>
                    <a:pt x="366708" y="278470"/>
                    <a:pt x="363989" y="275751"/>
                    <a:pt x="358549" y="273031"/>
                  </a:cubicBezTo>
                  <a:cubicBezTo>
                    <a:pt x="353110" y="270311"/>
                    <a:pt x="350390" y="262152"/>
                    <a:pt x="350390" y="256713"/>
                  </a:cubicBezTo>
                  <a:cubicBezTo>
                    <a:pt x="350390" y="251274"/>
                    <a:pt x="347671" y="245834"/>
                    <a:pt x="347671" y="240395"/>
                  </a:cubicBezTo>
                  <a:cubicBezTo>
                    <a:pt x="347671" y="232236"/>
                    <a:pt x="347671" y="224077"/>
                    <a:pt x="347671" y="213199"/>
                  </a:cubicBezTo>
                  <a:cubicBezTo>
                    <a:pt x="347671" y="207759"/>
                    <a:pt x="347671" y="199600"/>
                    <a:pt x="344951" y="194161"/>
                  </a:cubicBezTo>
                  <a:cubicBezTo>
                    <a:pt x="342232" y="180563"/>
                    <a:pt x="342232" y="164245"/>
                    <a:pt x="339512" y="150647"/>
                  </a:cubicBezTo>
                  <a:cubicBezTo>
                    <a:pt x="336792" y="137048"/>
                    <a:pt x="331353" y="123450"/>
                    <a:pt x="323194" y="112571"/>
                  </a:cubicBezTo>
                  <a:cubicBezTo>
                    <a:pt x="317754" y="104412"/>
                    <a:pt x="304156" y="101693"/>
                    <a:pt x="293278" y="101693"/>
                  </a:cubicBezTo>
                  <a:cubicBezTo>
                    <a:pt x="279679" y="101693"/>
                    <a:pt x="271520" y="109852"/>
                    <a:pt x="263361" y="120730"/>
                  </a:cubicBezTo>
                  <a:cubicBezTo>
                    <a:pt x="257922" y="131609"/>
                    <a:pt x="247044" y="139768"/>
                    <a:pt x="241604" y="153366"/>
                  </a:cubicBezTo>
                  <a:cubicBezTo>
                    <a:pt x="236165" y="166964"/>
                    <a:pt x="233445" y="180563"/>
                    <a:pt x="233445" y="194161"/>
                  </a:cubicBezTo>
                  <a:cubicBezTo>
                    <a:pt x="233445" y="207759"/>
                    <a:pt x="230725" y="218638"/>
                    <a:pt x="225286" y="232236"/>
                  </a:cubicBezTo>
                  <a:cubicBezTo>
                    <a:pt x="219847" y="245834"/>
                    <a:pt x="219847" y="262152"/>
                    <a:pt x="217127" y="275751"/>
                  </a:cubicBezTo>
                  <a:cubicBezTo>
                    <a:pt x="214407" y="289349"/>
                    <a:pt x="214407" y="302947"/>
                    <a:pt x="211688" y="316545"/>
                  </a:cubicBezTo>
                  <a:cubicBezTo>
                    <a:pt x="211688" y="330144"/>
                    <a:pt x="206249" y="341022"/>
                    <a:pt x="206249" y="354621"/>
                  </a:cubicBezTo>
                  <a:cubicBezTo>
                    <a:pt x="203529" y="368219"/>
                    <a:pt x="203529" y="381817"/>
                    <a:pt x="200809" y="398135"/>
                  </a:cubicBezTo>
                  <a:cubicBezTo>
                    <a:pt x="198090" y="411733"/>
                    <a:pt x="198090" y="425332"/>
                    <a:pt x="195370" y="438930"/>
                  </a:cubicBezTo>
                  <a:cubicBezTo>
                    <a:pt x="195370" y="449809"/>
                    <a:pt x="192650" y="463407"/>
                    <a:pt x="192650" y="474286"/>
                  </a:cubicBezTo>
                  <a:cubicBezTo>
                    <a:pt x="192650" y="490603"/>
                    <a:pt x="195370" y="509641"/>
                    <a:pt x="195370" y="525959"/>
                  </a:cubicBezTo>
                  <a:cubicBezTo>
                    <a:pt x="195370" y="550436"/>
                    <a:pt x="203529" y="572193"/>
                    <a:pt x="208968" y="596670"/>
                  </a:cubicBezTo>
                  <a:cubicBezTo>
                    <a:pt x="211688" y="604829"/>
                    <a:pt x="211688" y="615708"/>
                    <a:pt x="214407" y="623867"/>
                  </a:cubicBezTo>
                  <a:cubicBezTo>
                    <a:pt x="217127" y="634745"/>
                    <a:pt x="222566" y="645624"/>
                    <a:pt x="228006" y="656502"/>
                  </a:cubicBezTo>
                  <a:cubicBezTo>
                    <a:pt x="236165" y="670101"/>
                    <a:pt x="252483" y="689138"/>
                    <a:pt x="271520" y="689138"/>
                  </a:cubicBezTo>
                  <a:cubicBezTo>
                    <a:pt x="287838" y="689138"/>
                    <a:pt x="298717" y="675540"/>
                    <a:pt x="306876" y="664661"/>
                  </a:cubicBezTo>
                  <a:cubicBezTo>
                    <a:pt x="320474" y="645624"/>
                    <a:pt x="325914" y="623867"/>
                    <a:pt x="331353" y="602109"/>
                  </a:cubicBezTo>
                  <a:cubicBezTo>
                    <a:pt x="334073" y="583072"/>
                    <a:pt x="336792" y="564034"/>
                    <a:pt x="336792" y="544997"/>
                  </a:cubicBezTo>
                  <a:cubicBezTo>
                    <a:pt x="336792" y="531398"/>
                    <a:pt x="336792" y="512361"/>
                    <a:pt x="336792" y="498762"/>
                  </a:cubicBezTo>
                  <a:cubicBezTo>
                    <a:pt x="336792" y="496043"/>
                    <a:pt x="336792" y="493323"/>
                    <a:pt x="336792" y="490603"/>
                  </a:cubicBezTo>
                  <a:cubicBezTo>
                    <a:pt x="336792" y="479725"/>
                    <a:pt x="336792" y="477005"/>
                    <a:pt x="320474" y="477005"/>
                  </a:cubicBezTo>
                  <a:cubicBezTo>
                    <a:pt x="309595" y="477005"/>
                    <a:pt x="295997" y="479725"/>
                    <a:pt x="282399" y="479725"/>
                  </a:cubicBezTo>
                  <a:cubicBezTo>
                    <a:pt x="271520" y="479725"/>
                    <a:pt x="260642" y="479725"/>
                    <a:pt x="252483" y="474286"/>
                  </a:cubicBezTo>
                  <a:cubicBezTo>
                    <a:pt x="249763" y="471566"/>
                    <a:pt x="247044" y="468846"/>
                    <a:pt x="247044" y="466126"/>
                  </a:cubicBezTo>
                  <a:cubicBezTo>
                    <a:pt x="247044" y="463407"/>
                    <a:pt x="247044" y="460687"/>
                    <a:pt x="249763" y="457968"/>
                  </a:cubicBezTo>
                  <a:cubicBezTo>
                    <a:pt x="255202" y="452528"/>
                    <a:pt x="260642" y="449809"/>
                    <a:pt x="268801" y="447089"/>
                  </a:cubicBezTo>
                  <a:cubicBezTo>
                    <a:pt x="282399" y="441650"/>
                    <a:pt x="295997" y="438930"/>
                    <a:pt x="312315" y="436210"/>
                  </a:cubicBezTo>
                  <a:cubicBezTo>
                    <a:pt x="325914" y="433491"/>
                    <a:pt x="339512" y="433491"/>
                    <a:pt x="353110" y="430771"/>
                  </a:cubicBezTo>
                  <a:cubicBezTo>
                    <a:pt x="363989" y="430771"/>
                    <a:pt x="374867" y="430771"/>
                    <a:pt x="385746" y="430771"/>
                  </a:cubicBezTo>
                  <a:cubicBezTo>
                    <a:pt x="402064" y="430771"/>
                    <a:pt x="426541" y="428051"/>
                    <a:pt x="437420" y="428051"/>
                  </a:cubicBezTo>
                  <a:cubicBezTo>
                    <a:pt x="451018" y="422612"/>
                    <a:pt x="464616" y="425332"/>
                    <a:pt x="464616" y="436210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661B4D71-5303-4C03-83AA-70CBCD0F8408}"/>
                </a:ext>
              </a:extLst>
            </p:cNvPr>
            <p:cNvSpPr/>
            <p:nvPr/>
          </p:nvSpPr>
          <p:spPr>
            <a:xfrm>
              <a:off x="9053923" y="4178559"/>
              <a:ext cx="625521" cy="788700"/>
            </a:xfrm>
            <a:custGeom>
              <a:avLst/>
              <a:gdLst>
                <a:gd name="connsiteX0" fmla="*/ 536838 w 625521"/>
                <a:gd name="connsiteY0" fmla="*/ 680979 h 788699"/>
                <a:gd name="connsiteX1" fmla="*/ 574913 w 625521"/>
                <a:gd name="connsiteY1" fmla="*/ 697297 h 788699"/>
                <a:gd name="connsiteX2" fmla="*/ 566755 w 625521"/>
                <a:gd name="connsiteY2" fmla="*/ 713615 h 788699"/>
                <a:gd name="connsiteX3" fmla="*/ 550437 w 625521"/>
                <a:gd name="connsiteY3" fmla="*/ 721774 h 788699"/>
                <a:gd name="connsiteX4" fmla="*/ 528680 w 625521"/>
                <a:gd name="connsiteY4" fmla="*/ 724494 h 788699"/>
                <a:gd name="connsiteX5" fmla="*/ 417174 w 625521"/>
                <a:gd name="connsiteY5" fmla="*/ 724494 h 788699"/>
                <a:gd name="connsiteX6" fmla="*/ 398136 w 625521"/>
                <a:gd name="connsiteY6" fmla="*/ 724494 h 788699"/>
                <a:gd name="connsiteX7" fmla="*/ 373659 w 625521"/>
                <a:gd name="connsiteY7" fmla="*/ 724494 h 788699"/>
                <a:gd name="connsiteX8" fmla="*/ 346462 w 625521"/>
                <a:gd name="connsiteY8" fmla="*/ 719054 h 788699"/>
                <a:gd name="connsiteX9" fmla="*/ 330144 w 625521"/>
                <a:gd name="connsiteY9" fmla="*/ 702737 h 788699"/>
                <a:gd name="connsiteX10" fmla="*/ 335584 w 625521"/>
                <a:gd name="connsiteY10" fmla="*/ 694578 h 788699"/>
                <a:gd name="connsiteX11" fmla="*/ 357341 w 625521"/>
                <a:gd name="connsiteY11" fmla="*/ 686419 h 788699"/>
                <a:gd name="connsiteX12" fmla="*/ 395416 w 625521"/>
                <a:gd name="connsiteY12" fmla="*/ 680979 h 788699"/>
                <a:gd name="connsiteX13" fmla="*/ 381817 w 625521"/>
                <a:gd name="connsiteY13" fmla="*/ 656502 h 788699"/>
                <a:gd name="connsiteX14" fmla="*/ 379098 w 625521"/>
                <a:gd name="connsiteY14" fmla="*/ 585791 h 788699"/>
                <a:gd name="connsiteX15" fmla="*/ 379098 w 625521"/>
                <a:gd name="connsiteY15" fmla="*/ 517800 h 788699"/>
                <a:gd name="connsiteX16" fmla="*/ 379098 w 625521"/>
                <a:gd name="connsiteY16" fmla="*/ 474286 h 788699"/>
                <a:gd name="connsiteX17" fmla="*/ 379098 w 625521"/>
                <a:gd name="connsiteY17" fmla="*/ 430771 h 788699"/>
                <a:gd name="connsiteX18" fmla="*/ 381817 w 625521"/>
                <a:gd name="connsiteY18" fmla="*/ 411733 h 788699"/>
                <a:gd name="connsiteX19" fmla="*/ 379098 w 625521"/>
                <a:gd name="connsiteY19" fmla="*/ 400855 h 788699"/>
                <a:gd name="connsiteX20" fmla="*/ 370939 w 625521"/>
                <a:gd name="connsiteY20" fmla="*/ 398135 h 788699"/>
                <a:gd name="connsiteX21" fmla="*/ 338304 w 625521"/>
                <a:gd name="connsiteY21" fmla="*/ 400855 h 788699"/>
                <a:gd name="connsiteX22" fmla="*/ 289349 w 625521"/>
                <a:gd name="connsiteY22" fmla="*/ 403575 h 788699"/>
                <a:gd name="connsiteX23" fmla="*/ 264872 w 625521"/>
                <a:gd name="connsiteY23" fmla="*/ 400855 h 788699"/>
                <a:gd name="connsiteX24" fmla="*/ 259433 w 625521"/>
                <a:gd name="connsiteY24" fmla="*/ 406294 h 788699"/>
                <a:gd name="connsiteX25" fmla="*/ 259433 w 625521"/>
                <a:gd name="connsiteY25" fmla="*/ 425332 h 788699"/>
                <a:gd name="connsiteX26" fmla="*/ 259433 w 625521"/>
                <a:gd name="connsiteY26" fmla="*/ 449809 h 788699"/>
                <a:gd name="connsiteX27" fmla="*/ 259433 w 625521"/>
                <a:gd name="connsiteY27" fmla="*/ 471566 h 788699"/>
                <a:gd name="connsiteX28" fmla="*/ 259433 w 625521"/>
                <a:gd name="connsiteY28" fmla="*/ 504202 h 788699"/>
                <a:gd name="connsiteX29" fmla="*/ 259433 w 625521"/>
                <a:gd name="connsiteY29" fmla="*/ 509641 h 788699"/>
                <a:gd name="connsiteX30" fmla="*/ 256714 w 625521"/>
                <a:gd name="connsiteY30" fmla="*/ 542277 h 788699"/>
                <a:gd name="connsiteX31" fmla="*/ 256714 w 625521"/>
                <a:gd name="connsiteY31" fmla="*/ 577632 h 788699"/>
                <a:gd name="connsiteX32" fmla="*/ 256714 w 625521"/>
                <a:gd name="connsiteY32" fmla="*/ 612988 h 788699"/>
                <a:gd name="connsiteX33" fmla="*/ 253994 w 625521"/>
                <a:gd name="connsiteY33" fmla="*/ 656502 h 788699"/>
                <a:gd name="connsiteX34" fmla="*/ 256714 w 625521"/>
                <a:gd name="connsiteY34" fmla="*/ 678260 h 788699"/>
                <a:gd name="connsiteX35" fmla="*/ 286629 w 625521"/>
                <a:gd name="connsiteY35" fmla="*/ 694578 h 788699"/>
                <a:gd name="connsiteX36" fmla="*/ 281191 w 625521"/>
                <a:gd name="connsiteY36" fmla="*/ 710895 h 788699"/>
                <a:gd name="connsiteX37" fmla="*/ 264872 w 625521"/>
                <a:gd name="connsiteY37" fmla="*/ 719054 h 788699"/>
                <a:gd name="connsiteX38" fmla="*/ 243116 w 625521"/>
                <a:gd name="connsiteY38" fmla="*/ 721774 h 788699"/>
                <a:gd name="connsiteX39" fmla="*/ 243116 w 625521"/>
                <a:gd name="connsiteY39" fmla="*/ 721774 h 788699"/>
                <a:gd name="connsiteX40" fmla="*/ 232236 w 625521"/>
                <a:gd name="connsiteY40" fmla="*/ 727214 h 788699"/>
                <a:gd name="connsiteX41" fmla="*/ 224078 w 625521"/>
                <a:gd name="connsiteY41" fmla="*/ 735372 h 788699"/>
                <a:gd name="connsiteX42" fmla="*/ 213199 w 625521"/>
                <a:gd name="connsiteY42" fmla="*/ 738092 h 788699"/>
                <a:gd name="connsiteX43" fmla="*/ 183283 w 625521"/>
                <a:gd name="connsiteY43" fmla="*/ 727214 h 788699"/>
                <a:gd name="connsiteX44" fmla="*/ 175124 w 625521"/>
                <a:gd name="connsiteY44" fmla="*/ 719054 h 788699"/>
                <a:gd name="connsiteX45" fmla="*/ 145208 w 625521"/>
                <a:gd name="connsiteY45" fmla="*/ 719054 h 788699"/>
                <a:gd name="connsiteX46" fmla="*/ 126170 w 625521"/>
                <a:gd name="connsiteY46" fmla="*/ 719054 h 788699"/>
                <a:gd name="connsiteX47" fmla="*/ 101693 w 625521"/>
                <a:gd name="connsiteY47" fmla="*/ 719054 h 788699"/>
                <a:gd name="connsiteX48" fmla="*/ 74496 w 625521"/>
                <a:gd name="connsiteY48" fmla="*/ 713615 h 788699"/>
                <a:gd name="connsiteX49" fmla="*/ 58178 w 625521"/>
                <a:gd name="connsiteY49" fmla="*/ 697297 h 788699"/>
                <a:gd name="connsiteX50" fmla="*/ 63618 w 625521"/>
                <a:gd name="connsiteY50" fmla="*/ 689138 h 788699"/>
                <a:gd name="connsiteX51" fmla="*/ 85375 w 625521"/>
                <a:gd name="connsiteY51" fmla="*/ 680979 h 788699"/>
                <a:gd name="connsiteX52" fmla="*/ 131609 w 625521"/>
                <a:gd name="connsiteY52" fmla="*/ 675540 h 788699"/>
                <a:gd name="connsiteX53" fmla="*/ 131609 w 625521"/>
                <a:gd name="connsiteY53" fmla="*/ 667381 h 788699"/>
                <a:gd name="connsiteX54" fmla="*/ 131609 w 625521"/>
                <a:gd name="connsiteY54" fmla="*/ 651063 h 788699"/>
                <a:gd name="connsiteX55" fmla="*/ 131609 w 625521"/>
                <a:gd name="connsiteY55" fmla="*/ 618427 h 788699"/>
                <a:gd name="connsiteX56" fmla="*/ 131609 w 625521"/>
                <a:gd name="connsiteY56" fmla="*/ 580352 h 788699"/>
                <a:gd name="connsiteX57" fmla="*/ 131609 w 625521"/>
                <a:gd name="connsiteY57" fmla="*/ 531398 h 788699"/>
                <a:gd name="connsiteX58" fmla="*/ 131609 w 625521"/>
                <a:gd name="connsiteY58" fmla="*/ 466126 h 788699"/>
                <a:gd name="connsiteX59" fmla="*/ 131609 w 625521"/>
                <a:gd name="connsiteY59" fmla="*/ 422612 h 788699"/>
                <a:gd name="connsiteX60" fmla="*/ 131609 w 625521"/>
                <a:gd name="connsiteY60" fmla="*/ 411733 h 788699"/>
                <a:gd name="connsiteX61" fmla="*/ 131609 w 625521"/>
                <a:gd name="connsiteY61" fmla="*/ 398135 h 788699"/>
                <a:gd name="connsiteX62" fmla="*/ 126170 w 625521"/>
                <a:gd name="connsiteY62" fmla="*/ 389976 h 788699"/>
                <a:gd name="connsiteX63" fmla="*/ 101693 w 625521"/>
                <a:gd name="connsiteY63" fmla="*/ 387257 h 788699"/>
                <a:gd name="connsiteX64" fmla="*/ 77216 w 625521"/>
                <a:gd name="connsiteY64" fmla="*/ 376378 h 788699"/>
                <a:gd name="connsiteX65" fmla="*/ 82655 w 625521"/>
                <a:gd name="connsiteY65" fmla="*/ 368219 h 788699"/>
                <a:gd name="connsiteX66" fmla="*/ 98973 w 625521"/>
                <a:gd name="connsiteY66" fmla="*/ 360060 h 788699"/>
                <a:gd name="connsiteX67" fmla="*/ 118011 w 625521"/>
                <a:gd name="connsiteY67" fmla="*/ 357340 h 788699"/>
                <a:gd name="connsiteX68" fmla="*/ 131609 w 625521"/>
                <a:gd name="connsiteY68" fmla="*/ 351901 h 788699"/>
                <a:gd name="connsiteX69" fmla="*/ 131609 w 625521"/>
                <a:gd name="connsiteY69" fmla="*/ 343742 h 788699"/>
                <a:gd name="connsiteX70" fmla="*/ 131609 w 625521"/>
                <a:gd name="connsiteY70" fmla="*/ 270311 h 788699"/>
                <a:gd name="connsiteX71" fmla="*/ 137048 w 625521"/>
                <a:gd name="connsiteY71" fmla="*/ 145207 h 788699"/>
                <a:gd name="connsiteX72" fmla="*/ 139768 w 625521"/>
                <a:gd name="connsiteY72" fmla="*/ 123450 h 788699"/>
                <a:gd name="connsiteX73" fmla="*/ 123450 w 625521"/>
                <a:gd name="connsiteY73" fmla="*/ 123450 h 788699"/>
                <a:gd name="connsiteX74" fmla="*/ 118011 w 625521"/>
                <a:gd name="connsiteY74" fmla="*/ 123450 h 788699"/>
                <a:gd name="connsiteX75" fmla="*/ 101693 w 625521"/>
                <a:gd name="connsiteY75" fmla="*/ 123450 h 788699"/>
                <a:gd name="connsiteX76" fmla="*/ 74496 w 625521"/>
                <a:gd name="connsiteY76" fmla="*/ 118011 h 788699"/>
                <a:gd name="connsiteX77" fmla="*/ 58178 w 625521"/>
                <a:gd name="connsiteY77" fmla="*/ 101693 h 788699"/>
                <a:gd name="connsiteX78" fmla="*/ 63618 w 625521"/>
                <a:gd name="connsiteY78" fmla="*/ 93534 h 788699"/>
                <a:gd name="connsiteX79" fmla="*/ 85375 w 625521"/>
                <a:gd name="connsiteY79" fmla="*/ 85375 h 788699"/>
                <a:gd name="connsiteX80" fmla="*/ 137048 w 625521"/>
                <a:gd name="connsiteY80" fmla="*/ 82655 h 788699"/>
                <a:gd name="connsiteX81" fmla="*/ 147927 w 625521"/>
                <a:gd name="connsiteY81" fmla="*/ 82655 h 788699"/>
                <a:gd name="connsiteX82" fmla="*/ 186003 w 625521"/>
                <a:gd name="connsiteY82" fmla="*/ 58178 h 788699"/>
                <a:gd name="connsiteX83" fmla="*/ 226797 w 625521"/>
                <a:gd name="connsiteY83" fmla="*/ 79936 h 788699"/>
                <a:gd name="connsiteX84" fmla="*/ 253994 w 625521"/>
                <a:gd name="connsiteY84" fmla="*/ 79936 h 788699"/>
                <a:gd name="connsiteX85" fmla="*/ 294789 w 625521"/>
                <a:gd name="connsiteY85" fmla="*/ 96253 h 788699"/>
                <a:gd name="connsiteX86" fmla="*/ 283910 w 625521"/>
                <a:gd name="connsiteY86" fmla="*/ 112571 h 788699"/>
                <a:gd name="connsiteX87" fmla="*/ 267592 w 625521"/>
                <a:gd name="connsiteY87" fmla="*/ 120730 h 788699"/>
                <a:gd name="connsiteX88" fmla="*/ 245835 w 625521"/>
                <a:gd name="connsiteY88" fmla="*/ 123450 h 788699"/>
                <a:gd name="connsiteX89" fmla="*/ 237676 w 625521"/>
                <a:gd name="connsiteY89" fmla="*/ 123450 h 788699"/>
                <a:gd name="connsiteX90" fmla="*/ 240396 w 625521"/>
                <a:gd name="connsiteY90" fmla="*/ 128889 h 788699"/>
                <a:gd name="connsiteX91" fmla="*/ 251274 w 625521"/>
                <a:gd name="connsiteY91" fmla="*/ 177843 h 788699"/>
                <a:gd name="connsiteX92" fmla="*/ 256714 w 625521"/>
                <a:gd name="connsiteY92" fmla="*/ 226797 h 788699"/>
                <a:gd name="connsiteX93" fmla="*/ 262153 w 625521"/>
                <a:gd name="connsiteY93" fmla="*/ 273031 h 788699"/>
                <a:gd name="connsiteX94" fmla="*/ 262153 w 625521"/>
                <a:gd name="connsiteY94" fmla="*/ 289349 h 788699"/>
                <a:gd name="connsiteX95" fmla="*/ 262153 w 625521"/>
                <a:gd name="connsiteY95" fmla="*/ 297508 h 788699"/>
                <a:gd name="connsiteX96" fmla="*/ 264872 w 625521"/>
                <a:gd name="connsiteY96" fmla="*/ 321985 h 788699"/>
                <a:gd name="connsiteX97" fmla="*/ 270312 w 625521"/>
                <a:gd name="connsiteY97" fmla="*/ 335583 h 788699"/>
                <a:gd name="connsiteX98" fmla="*/ 270312 w 625521"/>
                <a:gd name="connsiteY98" fmla="*/ 338303 h 788699"/>
                <a:gd name="connsiteX99" fmla="*/ 270312 w 625521"/>
                <a:gd name="connsiteY99" fmla="*/ 346462 h 788699"/>
                <a:gd name="connsiteX100" fmla="*/ 278471 w 625521"/>
                <a:gd name="connsiteY100" fmla="*/ 354621 h 788699"/>
                <a:gd name="connsiteX101" fmla="*/ 338304 w 625521"/>
                <a:gd name="connsiteY101" fmla="*/ 349181 h 788699"/>
                <a:gd name="connsiteX102" fmla="*/ 365500 w 625521"/>
                <a:gd name="connsiteY102" fmla="*/ 349181 h 788699"/>
                <a:gd name="connsiteX103" fmla="*/ 381817 w 625521"/>
                <a:gd name="connsiteY103" fmla="*/ 349181 h 788699"/>
                <a:gd name="connsiteX104" fmla="*/ 392697 w 625521"/>
                <a:gd name="connsiteY104" fmla="*/ 338303 h 788699"/>
                <a:gd name="connsiteX105" fmla="*/ 389977 w 625521"/>
                <a:gd name="connsiteY105" fmla="*/ 313826 h 788699"/>
                <a:gd name="connsiteX106" fmla="*/ 392697 w 625521"/>
                <a:gd name="connsiteY106" fmla="*/ 262152 h 788699"/>
                <a:gd name="connsiteX107" fmla="*/ 395416 w 625521"/>
                <a:gd name="connsiteY107" fmla="*/ 224077 h 788699"/>
                <a:gd name="connsiteX108" fmla="*/ 398136 w 625521"/>
                <a:gd name="connsiteY108" fmla="*/ 177843 h 788699"/>
                <a:gd name="connsiteX109" fmla="*/ 395416 w 625521"/>
                <a:gd name="connsiteY109" fmla="*/ 153366 h 788699"/>
                <a:gd name="connsiteX110" fmla="*/ 395416 w 625521"/>
                <a:gd name="connsiteY110" fmla="*/ 137048 h 788699"/>
                <a:gd name="connsiteX111" fmla="*/ 379098 w 625521"/>
                <a:gd name="connsiteY111" fmla="*/ 137048 h 788699"/>
                <a:gd name="connsiteX112" fmla="*/ 351902 w 625521"/>
                <a:gd name="connsiteY112" fmla="*/ 131609 h 788699"/>
                <a:gd name="connsiteX113" fmla="*/ 338304 w 625521"/>
                <a:gd name="connsiteY113" fmla="*/ 115291 h 788699"/>
                <a:gd name="connsiteX114" fmla="*/ 343742 w 625521"/>
                <a:gd name="connsiteY114" fmla="*/ 107132 h 788699"/>
                <a:gd name="connsiteX115" fmla="*/ 362780 w 625521"/>
                <a:gd name="connsiteY115" fmla="*/ 98973 h 788699"/>
                <a:gd name="connsiteX116" fmla="*/ 395416 w 625521"/>
                <a:gd name="connsiteY116" fmla="*/ 96253 h 788699"/>
                <a:gd name="connsiteX117" fmla="*/ 403575 w 625521"/>
                <a:gd name="connsiteY117" fmla="*/ 90814 h 788699"/>
                <a:gd name="connsiteX118" fmla="*/ 422612 w 625521"/>
                <a:gd name="connsiteY118" fmla="*/ 88095 h 788699"/>
                <a:gd name="connsiteX119" fmla="*/ 428052 w 625521"/>
                <a:gd name="connsiteY119" fmla="*/ 88095 h 788699"/>
                <a:gd name="connsiteX120" fmla="*/ 447090 w 625521"/>
                <a:gd name="connsiteY120" fmla="*/ 90814 h 788699"/>
                <a:gd name="connsiteX121" fmla="*/ 455249 w 625521"/>
                <a:gd name="connsiteY121" fmla="*/ 96253 h 788699"/>
                <a:gd name="connsiteX122" fmla="*/ 525960 w 625521"/>
                <a:gd name="connsiteY122" fmla="*/ 93534 h 788699"/>
                <a:gd name="connsiteX123" fmla="*/ 561315 w 625521"/>
                <a:gd name="connsiteY123" fmla="*/ 109852 h 788699"/>
                <a:gd name="connsiteX124" fmla="*/ 555876 w 625521"/>
                <a:gd name="connsiteY124" fmla="*/ 126170 h 788699"/>
                <a:gd name="connsiteX125" fmla="*/ 539558 w 625521"/>
                <a:gd name="connsiteY125" fmla="*/ 134329 h 788699"/>
                <a:gd name="connsiteX126" fmla="*/ 517800 w 625521"/>
                <a:gd name="connsiteY126" fmla="*/ 137048 h 788699"/>
                <a:gd name="connsiteX127" fmla="*/ 477006 w 625521"/>
                <a:gd name="connsiteY127" fmla="*/ 137048 h 788699"/>
                <a:gd name="connsiteX128" fmla="*/ 485165 w 625521"/>
                <a:gd name="connsiteY128" fmla="*/ 161525 h 788699"/>
                <a:gd name="connsiteX129" fmla="*/ 496043 w 625521"/>
                <a:gd name="connsiteY129" fmla="*/ 210479 h 788699"/>
                <a:gd name="connsiteX130" fmla="*/ 501483 w 625521"/>
                <a:gd name="connsiteY130" fmla="*/ 251274 h 788699"/>
                <a:gd name="connsiteX131" fmla="*/ 506922 w 625521"/>
                <a:gd name="connsiteY131" fmla="*/ 292069 h 788699"/>
                <a:gd name="connsiteX132" fmla="*/ 506922 w 625521"/>
                <a:gd name="connsiteY132" fmla="*/ 321985 h 788699"/>
                <a:gd name="connsiteX133" fmla="*/ 509642 w 625521"/>
                <a:gd name="connsiteY133" fmla="*/ 341022 h 788699"/>
                <a:gd name="connsiteX134" fmla="*/ 509642 w 625521"/>
                <a:gd name="connsiteY134" fmla="*/ 343742 h 788699"/>
                <a:gd name="connsiteX135" fmla="*/ 517800 w 625521"/>
                <a:gd name="connsiteY135" fmla="*/ 349181 h 788699"/>
                <a:gd name="connsiteX136" fmla="*/ 528680 w 625521"/>
                <a:gd name="connsiteY136" fmla="*/ 349181 h 788699"/>
                <a:gd name="connsiteX137" fmla="*/ 550437 w 625521"/>
                <a:gd name="connsiteY137" fmla="*/ 357340 h 788699"/>
                <a:gd name="connsiteX138" fmla="*/ 550437 w 625521"/>
                <a:gd name="connsiteY138" fmla="*/ 362780 h 788699"/>
                <a:gd name="connsiteX139" fmla="*/ 534119 w 625521"/>
                <a:gd name="connsiteY139" fmla="*/ 384537 h 788699"/>
                <a:gd name="connsiteX140" fmla="*/ 520520 w 625521"/>
                <a:gd name="connsiteY140" fmla="*/ 389976 h 788699"/>
                <a:gd name="connsiteX141" fmla="*/ 512362 w 625521"/>
                <a:gd name="connsiteY141" fmla="*/ 395415 h 788699"/>
                <a:gd name="connsiteX142" fmla="*/ 512362 w 625521"/>
                <a:gd name="connsiteY142" fmla="*/ 398135 h 788699"/>
                <a:gd name="connsiteX143" fmla="*/ 512362 w 625521"/>
                <a:gd name="connsiteY143" fmla="*/ 409014 h 788699"/>
                <a:gd name="connsiteX144" fmla="*/ 512362 w 625521"/>
                <a:gd name="connsiteY144" fmla="*/ 414453 h 788699"/>
                <a:gd name="connsiteX145" fmla="*/ 512362 w 625521"/>
                <a:gd name="connsiteY145" fmla="*/ 438930 h 788699"/>
                <a:gd name="connsiteX146" fmla="*/ 515081 w 625521"/>
                <a:gd name="connsiteY146" fmla="*/ 504202 h 788699"/>
                <a:gd name="connsiteX147" fmla="*/ 520520 w 625521"/>
                <a:gd name="connsiteY147" fmla="*/ 572193 h 788699"/>
                <a:gd name="connsiteX148" fmla="*/ 517800 w 625521"/>
                <a:gd name="connsiteY148" fmla="*/ 604829 h 788699"/>
                <a:gd name="connsiteX149" fmla="*/ 512362 w 625521"/>
                <a:gd name="connsiteY149" fmla="*/ 661942 h 788699"/>
                <a:gd name="connsiteX150" fmla="*/ 509642 w 625521"/>
                <a:gd name="connsiteY150" fmla="*/ 670101 h 788699"/>
                <a:gd name="connsiteX151" fmla="*/ 512362 w 625521"/>
                <a:gd name="connsiteY151" fmla="*/ 680979 h 788699"/>
                <a:gd name="connsiteX152" fmla="*/ 512362 w 625521"/>
                <a:gd name="connsiteY152" fmla="*/ 686419 h 788699"/>
                <a:gd name="connsiteX153" fmla="*/ 536838 w 625521"/>
                <a:gd name="connsiteY153" fmla="*/ 680979 h 788699"/>
                <a:gd name="connsiteX154" fmla="*/ 536838 w 625521"/>
                <a:gd name="connsiteY154" fmla="*/ 680979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</a:cxnLst>
              <a:rect l="l" t="t" r="r" b="b"/>
              <a:pathLst>
                <a:path w="625521" h="788699">
                  <a:moveTo>
                    <a:pt x="536838" y="680979"/>
                  </a:moveTo>
                  <a:cubicBezTo>
                    <a:pt x="550437" y="680979"/>
                    <a:pt x="574913" y="680979"/>
                    <a:pt x="574913" y="697297"/>
                  </a:cubicBezTo>
                  <a:cubicBezTo>
                    <a:pt x="574913" y="705456"/>
                    <a:pt x="572194" y="708176"/>
                    <a:pt x="566755" y="713615"/>
                  </a:cubicBezTo>
                  <a:cubicBezTo>
                    <a:pt x="561315" y="719054"/>
                    <a:pt x="555876" y="721774"/>
                    <a:pt x="550437" y="721774"/>
                  </a:cubicBezTo>
                  <a:cubicBezTo>
                    <a:pt x="539558" y="724494"/>
                    <a:pt x="534119" y="724494"/>
                    <a:pt x="528680" y="724494"/>
                  </a:cubicBezTo>
                  <a:cubicBezTo>
                    <a:pt x="517800" y="724494"/>
                    <a:pt x="428052" y="724494"/>
                    <a:pt x="417174" y="724494"/>
                  </a:cubicBezTo>
                  <a:cubicBezTo>
                    <a:pt x="403575" y="724494"/>
                    <a:pt x="414454" y="724494"/>
                    <a:pt x="398136" y="724494"/>
                  </a:cubicBezTo>
                  <a:cubicBezTo>
                    <a:pt x="389977" y="724494"/>
                    <a:pt x="381817" y="724494"/>
                    <a:pt x="373659" y="724494"/>
                  </a:cubicBezTo>
                  <a:cubicBezTo>
                    <a:pt x="365500" y="724494"/>
                    <a:pt x="354621" y="721774"/>
                    <a:pt x="346462" y="719054"/>
                  </a:cubicBezTo>
                  <a:cubicBezTo>
                    <a:pt x="338304" y="716335"/>
                    <a:pt x="330144" y="708176"/>
                    <a:pt x="330144" y="702737"/>
                  </a:cubicBezTo>
                  <a:cubicBezTo>
                    <a:pt x="330144" y="700017"/>
                    <a:pt x="330144" y="697297"/>
                    <a:pt x="335584" y="694578"/>
                  </a:cubicBezTo>
                  <a:cubicBezTo>
                    <a:pt x="341023" y="691858"/>
                    <a:pt x="351902" y="689138"/>
                    <a:pt x="357341" y="686419"/>
                  </a:cubicBezTo>
                  <a:cubicBezTo>
                    <a:pt x="373659" y="683699"/>
                    <a:pt x="387257" y="680979"/>
                    <a:pt x="395416" y="680979"/>
                  </a:cubicBezTo>
                  <a:cubicBezTo>
                    <a:pt x="387257" y="675540"/>
                    <a:pt x="384537" y="670101"/>
                    <a:pt x="381817" y="656502"/>
                  </a:cubicBezTo>
                  <a:cubicBezTo>
                    <a:pt x="379098" y="632026"/>
                    <a:pt x="379098" y="610268"/>
                    <a:pt x="379098" y="585791"/>
                  </a:cubicBezTo>
                  <a:cubicBezTo>
                    <a:pt x="379098" y="564034"/>
                    <a:pt x="379098" y="542277"/>
                    <a:pt x="379098" y="517800"/>
                  </a:cubicBezTo>
                  <a:cubicBezTo>
                    <a:pt x="379098" y="504202"/>
                    <a:pt x="379098" y="487884"/>
                    <a:pt x="379098" y="474286"/>
                  </a:cubicBezTo>
                  <a:cubicBezTo>
                    <a:pt x="379098" y="457968"/>
                    <a:pt x="376379" y="444369"/>
                    <a:pt x="379098" y="430771"/>
                  </a:cubicBezTo>
                  <a:cubicBezTo>
                    <a:pt x="379098" y="425332"/>
                    <a:pt x="381817" y="417173"/>
                    <a:pt x="381817" y="411733"/>
                  </a:cubicBezTo>
                  <a:cubicBezTo>
                    <a:pt x="381817" y="406294"/>
                    <a:pt x="381817" y="403575"/>
                    <a:pt x="379098" y="400855"/>
                  </a:cubicBezTo>
                  <a:cubicBezTo>
                    <a:pt x="376379" y="400855"/>
                    <a:pt x="373659" y="398135"/>
                    <a:pt x="370939" y="398135"/>
                  </a:cubicBezTo>
                  <a:cubicBezTo>
                    <a:pt x="360061" y="398135"/>
                    <a:pt x="343742" y="400855"/>
                    <a:pt x="338304" y="400855"/>
                  </a:cubicBezTo>
                  <a:cubicBezTo>
                    <a:pt x="330144" y="400855"/>
                    <a:pt x="319266" y="403575"/>
                    <a:pt x="289349" y="403575"/>
                  </a:cubicBezTo>
                  <a:cubicBezTo>
                    <a:pt x="275751" y="403575"/>
                    <a:pt x="267592" y="400855"/>
                    <a:pt x="264872" y="400855"/>
                  </a:cubicBezTo>
                  <a:cubicBezTo>
                    <a:pt x="262153" y="400855"/>
                    <a:pt x="259433" y="400855"/>
                    <a:pt x="259433" y="406294"/>
                  </a:cubicBezTo>
                  <a:cubicBezTo>
                    <a:pt x="259433" y="414453"/>
                    <a:pt x="259433" y="419892"/>
                    <a:pt x="259433" y="425332"/>
                  </a:cubicBezTo>
                  <a:cubicBezTo>
                    <a:pt x="259433" y="433491"/>
                    <a:pt x="259433" y="441650"/>
                    <a:pt x="259433" y="449809"/>
                  </a:cubicBezTo>
                  <a:cubicBezTo>
                    <a:pt x="259433" y="457968"/>
                    <a:pt x="259433" y="463407"/>
                    <a:pt x="259433" y="471566"/>
                  </a:cubicBezTo>
                  <a:cubicBezTo>
                    <a:pt x="259433" y="482445"/>
                    <a:pt x="259433" y="493323"/>
                    <a:pt x="259433" y="504202"/>
                  </a:cubicBezTo>
                  <a:cubicBezTo>
                    <a:pt x="259433" y="506921"/>
                    <a:pt x="259433" y="506921"/>
                    <a:pt x="259433" y="509641"/>
                  </a:cubicBezTo>
                  <a:cubicBezTo>
                    <a:pt x="259433" y="520520"/>
                    <a:pt x="256714" y="531398"/>
                    <a:pt x="256714" y="542277"/>
                  </a:cubicBezTo>
                  <a:cubicBezTo>
                    <a:pt x="256714" y="553156"/>
                    <a:pt x="256714" y="566754"/>
                    <a:pt x="256714" y="577632"/>
                  </a:cubicBezTo>
                  <a:cubicBezTo>
                    <a:pt x="256714" y="588511"/>
                    <a:pt x="256714" y="599390"/>
                    <a:pt x="256714" y="612988"/>
                  </a:cubicBezTo>
                  <a:cubicBezTo>
                    <a:pt x="256714" y="629306"/>
                    <a:pt x="253994" y="642904"/>
                    <a:pt x="253994" y="656502"/>
                  </a:cubicBezTo>
                  <a:cubicBezTo>
                    <a:pt x="253994" y="664661"/>
                    <a:pt x="256714" y="672820"/>
                    <a:pt x="256714" y="678260"/>
                  </a:cubicBezTo>
                  <a:cubicBezTo>
                    <a:pt x="270312" y="678260"/>
                    <a:pt x="286629" y="680979"/>
                    <a:pt x="286629" y="694578"/>
                  </a:cubicBezTo>
                  <a:cubicBezTo>
                    <a:pt x="286629" y="702737"/>
                    <a:pt x="283910" y="705456"/>
                    <a:pt x="281191" y="710895"/>
                  </a:cubicBezTo>
                  <a:cubicBezTo>
                    <a:pt x="275751" y="716335"/>
                    <a:pt x="270312" y="719054"/>
                    <a:pt x="264872" y="719054"/>
                  </a:cubicBezTo>
                  <a:cubicBezTo>
                    <a:pt x="256714" y="721774"/>
                    <a:pt x="248554" y="721774"/>
                    <a:pt x="243116" y="721774"/>
                  </a:cubicBezTo>
                  <a:cubicBezTo>
                    <a:pt x="243116" y="721774"/>
                    <a:pt x="243116" y="721774"/>
                    <a:pt x="243116" y="721774"/>
                  </a:cubicBezTo>
                  <a:cubicBezTo>
                    <a:pt x="237676" y="724494"/>
                    <a:pt x="237676" y="724494"/>
                    <a:pt x="232236" y="727214"/>
                  </a:cubicBezTo>
                  <a:cubicBezTo>
                    <a:pt x="229517" y="729933"/>
                    <a:pt x="229517" y="732653"/>
                    <a:pt x="224078" y="735372"/>
                  </a:cubicBezTo>
                  <a:cubicBezTo>
                    <a:pt x="221358" y="738092"/>
                    <a:pt x="215919" y="738092"/>
                    <a:pt x="213199" y="738092"/>
                  </a:cubicBezTo>
                  <a:cubicBezTo>
                    <a:pt x="199601" y="738092"/>
                    <a:pt x="188722" y="735372"/>
                    <a:pt x="183283" y="727214"/>
                  </a:cubicBezTo>
                  <a:cubicBezTo>
                    <a:pt x="180563" y="724494"/>
                    <a:pt x="177843" y="721774"/>
                    <a:pt x="175124" y="719054"/>
                  </a:cubicBezTo>
                  <a:cubicBezTo>
                    <a:pt x="161526" y="719054"/>
                    <a:pt x="150646" y="719054"/>
                    <a:pt x="145208" y="719054"/>
                  </a:cubicBezTo>
                  <a:cubicBezTo>
                    <a:pt x="131609" y="719054"/>
                    <a:pt x="142488" y="719054"/>
                    <a:pt x="126170" y="719054"/>
                  </a:cubicBezTo>
                  <a:cubicBezTo>
                    <a:pt x="118011" y="719054"/>
                    <a:pt x="109852" y="719054"/>
                    <a:pt x="101693" y="719054"/>
                  </a:cubicBezTo>
                  <a:cubicBezTo>
                    <a:pt x="93534" y="719054"/>
                    <a:pt x="82655" y="719054"/>
                    <a:pt x="74496" y="713615"/>
                  </a:cubicBezTo>
                  <a:cubicBezTo>
                    <a:pt x="66338" y="710895"/>
                    <a:pt x="58178" y="702737"/>
                    <a:pt x="58178" y="697297"/>
                  </a:cubicBezTo>
                  <a:cubicBezTo>
                    <a:pt x="58178" y="694578"/>
                    <a:pt x="58178" y="691858"/>
                    <a:pt x="63618" y="689138"/>
                  </a:cubicBezTo>
                  <a:cubicBezTo>
                    <a:pt x="69057" y="686419"/>
                    <a:pt x="79936" y="683699"/>
                    <a:pt x="85375" y="680979"/>
                  </a:cubicBezTo>
                  <a:cubicBezTo>
                    <a:pt x="98973" y="678260"/>
                    <a:pt x="118011" y="678260"/>
                    <a:pt x="131609" y="675540"/>
                  </a:cubicBezTo>
                  <a:cubicBezTo>
                    <a:pt x="131609" y="672820"/>
                    <a:pt x="131609" y="670101"/>
                    <a:pt x="131609" y="667381"/>
                  </a:cubicBezTo>
                  <a:cubicBezTo>
                    <a:pt x="131609" y="661942"/>
                    <a:pt x="131609" y="656502"/>
                    <a:pt x="131609" y="651063"/>
                  </a:cubicBezTo>
                  <a:cubicBezTo>
                    <a:pt x="131609" y="640184"/>
                    <a:pt x="131609" y="629306"/>
                    <a:pt x="131609" y="618427"/>
                  </a:cubicBezTo>
                  <a:cubicBezTo>
                    <a:pt x="131609" y="604829"/>
                    <a:pt x="131609" y="593950"/>
                    <a:pt x="131609" y="580352"/>
                  </a:cubicBezTo>
                  <a:cubicBezTo>
                    <a:pt x="131609" y="564034"/>
                    <a:pt x="131609" y="547716"/>
                    <a:pt x="131609" y="531398"/>
                  </a:cubicBezTo>
                  <a:cubicBezTo>
                    <a:pt x="131609" y="509641"/>
                    <a:pt x="131609" y="487884"/>
                    <a:pt x="131609" y="466126"/>
                  </a:cubicBezTo>
                  <a:cubicBezTo>
                    <a:pt x="131609" y="452528"/>
                    <a:pt x="131609" y="436210"/>
                    <a:pt x="131609" y="422612"/>
                  </a:cubicBezTo>
                  <a:cubicBezTo>
                    <a:pt x="131609" y="419892"/>
                    <a:pt x="131609" y="414453"/>
                    <a:pt x="131609" y="411733"/>
                  </a:cubicBezTo>
                  <a:cubicBezTo>
                    <a:pt x="131609" y="409014"/>
                    <a:pt x="131609" y="400855"/>
                    <a:pt x="131609" y="398135"/>
                  </a:cubicBezTo>
                  <a:cubicBezTo>
                    <a:pt x="131609" y="392696"/>
                    <a:pt x="131609" y="392696"/>
                    <a:pt x="126170" y="389976"/>
                  </a:cubicBezTo>
                  <a:cubicBezTo>
                    <a:pt x="123450" y="389976"/>
                    <a:pt x="109852" y="387257"/>
                    <a:pt x="101693" y="387257"/>
                  </a:cubicBezTo>
                  <a:cubicBezTo>
                    <a:pt x="90814" y="384537"/>
                    <a:pt x="77216" y="381817"/>
                    <a:pt x="77216" y="376378"/>
                  </a:cubicBezTo>
                  <a:cubicBezTo>
                    <a:pt x="77216" y="373658"/>
                    <a:pt x="79936" y="370939"/>
                    <a:pt x="82655" y="368219"/>
                  </a:cubicBezTo>
                  <a:cubicBezTo>
                    <a:pt x="88095" y="365499"/>
                    <a:pt x="93534" y="362780"/>
                    <a:pt x="98973" y="360060"/>
                  </a:cubicBezTo>
                  <a:cubicBezTo>
                    <a:pt x="104413" y="360060"/>
                    <a:pt x="112571" y="357340"/>
                    <a:pt x="118011" y="357340"/>
                  </a:cubicBezTo>
                  <a:cubicBezTo>
                    <a:pt x="126170" y="354621"/>
                    <a:pt x="128890" y="357340"/>
                    <a:pt x="131609" y="351901"/>
                  </a:cubicBezTo>
                  <a:cubicBezTo>
                    <a:pt x="131609" y="349181"/>
                    <a:pt x="131609" y="346462"/>
                    <a:pt x="131609" y="343742"/>
                  </a:cubicBezTo>
                  <a:cubicBezTo>
                    <a:pt x="131609" y="319265"/>
                    <a:pt x="131609" y="294788"/>
                    <a:pt x="131609" y="270311"/>
                  </a:cubicBezTo>
                  <a:cubicBezTo>
                    <a:pt x="131609" y="226797"/>
                    <a:pt x="131609" y="186002"/>
                    <a:pt x="137048" y="145207"/>
                  </a:cubicBezTo>
                  <a:cubicBezTo>
                    <a:pt x="137048" y="139768"/>
                    <a:pt x="137048" y="131609"/>
                    <a:pt x="139768" y="123450"/>
                  </a:cubicBezTo>
                  <a:cubicBezTo>
                    <a:pt x="134329" y="123450"/>
                    <a:pt x="137048" y="123450"/>
                    <a:pt x="123450" y="123450"/>
                  </a:cubicBezTo>
                  <a:cubicBezTo>
                    <a:pt x="120731" y="123450"/>
                    <a:pt x="120731" y="123450"/>
                    <a:pt x="118011" y="123450"/>
                  </a:cubicBezTo>
                  <a:cubicBezTo>
                    <a:pt x="112571" y="123450"/>
                    <a:pt x="107133" y="123450"/>
                    <a:pt x="101693" y="123450"/>
                  </a:cubicBezTo>
                  <a:cubicBezTo>
                    <a:pt x="93534" y="123450"/>
                    <a:pt x="82655" y="120730"/>
                    <a:pt x="74496" y="118011"/>
                  </a:cubicBezTo>
                  <a:cubicBezTo>
                    <a:pt x="66338" y="115291"/>
                    <a:pt x="58178" y="107132"/>
                    <a:pt x="58178" y="101693"/>
                  </a:cubicBezTo>
                  <a:cubicBezTo>
                    <a:pt x="58178" y="98973"/>
                    <a:pt x="58178" y="96253"/>
                    <a:pt x="63618" y="93534"/>
                  </a:cubicBezTo>
                  <a:cubicBezTo>
                    <a:pt x="66338" y="90814"/>
                    <a:pt x="77216" y="88095"/>
                    <a:pt x="85375" y="85375"/>
                  </a:cubicBezTo>
                  <a:cubicBezTo>
                    <a:pt x="104413" y="82655"/>
                    <a:pt x="128890" y="82655"/>
                    <a:pt x="137048" y="82655"/>
                  </a:cubicBezTo>
                  <a:cubicBezTo>
                    <a:pt x="139768" y="82655"/>
                    <a:pt x="142488" y="82655"/>
                    <a:pt x="147927" y="82655"/>
                  </a:cubicBezTo>
                  <a:cubicBezTo>
                    <a:pt x="153366" y="69057"/>
                    <a:pt x="164245" y="58178"/>
                    <a:pt x="186003" y="58178"/>
                  </a:cubicBezTo>
                  <a:cubicBezTo>
                    <a:pt x="202321" y="58178"/>
                    <a:pt x="215919" y="66337"/>
                    <a:pt x="226797" y="79936"/>
                  </a:cubicBezTo>
                  <a:cubicBezTo>
                    <a:pt x="237676" y="79936"/>
                    <a:pt x="248554" y="79936"/>
                    <a:pt x="253994" y="79936"/>
                  </a:cubicBezTo>
                  <a:cubicBezTo>
                    <a:pt x="267592" y="79936"/>
                    <a:pt x="294789" y="79936"/>
                    <a:pt x="294789" y="96253"/>
                  </a:cubicBezTo>
                  <a:cubicBezTo>
                    <a:pt x="294789" y="104412"/>
                    <a:pt x="289349" y="107132"/>
                    <a:pt x="283910" y="112571"/>
                  </a:cubicBezTo>
                  <a:cubicBezTo>
                    <a:pt x="278471" y="118011"/>
                    <a:pt x="273031" y="120730"/>
                    <a:pt x="267592" y="120730"/>
                  </a:cubicBezTo>
                  <a:cubicBezTo>
                    <a:pt x="259433" y="123450"/>
                    <a:pt x="251274" y="123450"/>
                    <a:pt x="245835" y="123450"/>
                  </a:cubicBezTo>
                  <a:cubicBezTo>
                    <a:pt x="245835" y="123450"/>
                    <a:pt x="243116" y="123450"/>
                    <a:pt x="237676" y="123450"/>
                  </a:cubicBezTo>
                  <a:cubicBezTo>
                    <a:pt x="237676" y="126170"/>
                    <a:pt x="237676" y="126170"/>
                    <a:pt x="240396" y="128889"/>
                  </a:cubicBezTo>
                  <a:cubicBezTo>
                    <a:pt x="245835" y="145207"/>
                    <a:pt x="248554" y="161525"/>
                    <a:pt x="251274" y="177843"/>
                  </a:cubicBezTo>
                  <a:cubicBezTo>
                    <a:pt x="253994" y="194161"/>
                    <a:pt x="253994" y="210479"/>
                    <a:pt x="256714" y="226797"/>
                  </a:cubicBezTo>
                  <a:cubicBezTo>
                    <a:pt x="259433" y="243115"/>
                    <a:pt x="262153" y="256713"/>
                    <a:pt x="262153" y="273031"/>
                  </a:cubicBezTo>
                  <a:cubicBezTo>
                    <a:pt x="262153" y="278470"/>
                    <a:pt x="262153" y="283910"/>
                    <a:pt x="262153" y="289349"/>
                  </a:cubicBezTo>
                  <a:lnTo>
                    <a:pt x="262153" y="297508"/>
                  </a:lnTo>
                  <a:cubicBezTo>
                    <a:pt x="262153" y="305667"/>
                    <a:pt x="262153" y="313826"/>
                    <a:pt x="264872" y="321985"/>
                  </a:cubicBezTo>
                  <a:cubicBezTo>
                    <a:pt x="264872" y="327424"/>
                    <a:pt x="270312" y="330144"/>
                    <a:pt x="270312" y="335583"/>
                  </a:cubicBezTo>
                  <a:cubicBezTo>
                    <a:pt x="270312" y="335583"/>
                    <a:pt x="270312" y="338303"/>
                    <a:pt x="270312" y="338303"/>
                  </a:cubicBezTo>
                  <a:cubicBezTo>
                    <a:pt x="270312" y="341022"/>
                    <a:pt x="270312" y="343742"/>
                    <a:pt x="270312" y="346462"/>
                  </a:cubicBezTo>
                  <a:cubicBezTo>
                    <a:pt x="270312" y="351901"/>
                    <a:pt x="273031" y="354621"/>
                    <a:pt x="278471" y="354621"/>
                  </a:cubicBezTo>
                  <a:cubicBezTo>
                    <a:pt x="289349" y="354621"/>
                    <a:pt x="335584" y="351901"/>
                    <a:pt x="338304" y="349181"/>
                  </a:cubicBezTo>
                  <a:cubicBezTo>
                    <a:pt x="346462" y="349181"/>
                    <a:pt x="357341" y="349181"/>
                    <a:pt x="365500" y="349181"/>
                  </a:cubicBezTo>
                  <a:cubicBezTo>
                    <a:pt x="370939" y="349181"/>
                    <a:pt x="376379" y="349181"/>
                    <a:pt x="381817" y="349181"/>
                  </a:cubicBezTo>
                  <a:cubicBezTo>
                    <a:pt x="387257" y="349181"/>
                    <a:pt x="392697" y="346462"/>
                    <a:pt x="392697" y="338303"/>
                  </a:cubicBezTo>
                  <a:cubicBezTo>
                    <a:pt x="392697" y="330144"/>
                    <a:pt x="389977" y="316545"/>
                    <a:pt x="389977" y="313826"/>
                  </a:cubicBezTo>
                  <a:cubicBezTo>
                    <a:pt x="389977" y="294788"/>
                    <a:pt x="389977" y="278470"/>
                    <a:pt x="392697" y="262152"/>
                  </a:cubicBezTo>
                  <a:cubicBezTo>
                    <a:pt x="392697" y="259433"/>
                    <a:pt x="395416" y="243115"/>
                    <a:pt x="395416" y="224077"/>
                  </a:cubicBezTo>
                  <a:cubicBezTo>
                    <a:pt x="395416" y="207759"/>
                    <a:pt x="398136" y="188722"/>
                    <a:pt x="398136" y="177843"/>
                  </a:cubicBezTo>
                  <a:cubicBezTo>
                    <a:pt x="398136" y="169684"/>
                    <a:pt x="395416" y="158806"/>
                    <a:pt x="395416" y="153366"/>
                  </a:cubicBezTo>
                  <a:cubicBezTo>
                    <a:pt x="395416" y="145207"/>
                    <a:pt x="395416" y="142488"/>
                    <a:pt x="395416" y="137048"/>
                  </a:cubicBezTo>
                  <a:cubicBezTo>
                    <a:pt x="389977" y="137048"/>
                    <a:pt x="384537" y="137048"/>
                    <a:pt x="379098" y="137048"/>
                  </a:cubicBezTo>
                  <a:cubicBezTo>
                    <a:pt x="370939" y="137048"/>
                    <a:pt x="360061" y="134329"/>
                    <a:pt x="351902" y="131609"/>
                  </a:cubicBezTo>
                  <a:cubicBezTo>
                    <a:pt x="343742" y="128889"/>
                    <a:pt x="338304" y="120730"/>
                    <a:pt x="338304" y="115291"/>
                  </a:cubicBezTo>
                  <a:cubicBezTo>
                    <a:pt x="338304" y="112571"/>
                    <a:pt x="338304" y="109852"/>
                    <a:pt x="343742" y="107132"/>
                  </a:cubicBezTo>
                  <a:cubicBezTo>
                    <a:pt x="349182" y="104412"/>
                    <a:pt x="357341" y="101693"/>
                    <a:pt x="362780" y="98973"/>
                  </a:cubicBezTo>
                  <a:cubicBezTo>
                    <a:pt x="373659" y="96253"/>
                    <a:pt x="387257" y="96253"/>
                    <a:pt x="395416" y="96253"/>
                  </a:cubicBezTo>
                  <a:cubicBezTo>
                    <a:pt x="398136" y="93534"/>
                    <a:pt x="400855" y="90814"/>
                    <a:pt x="403575" y="90814"/>
                  </a:cubicBezTo>
                  <a:cubicBezTo>
                    <a:pt x="411734" y="90814"/>
                    <a:pt x="419893" y="88095"/>
                    <a:pt x="422612" y="88095"/>
                  </a:cubicBezTo>
                  <a:cubicBezTo>
                    <a:pt x="425332" y="88095"/>
                    <a:pt x="425332" y="88095"/>
                    <a:pt x="428052" y="88095"/>
                  </a:cubicBezTo>
                  <a:cubicBezTo>
                    <a:pt x="433492" y="88095"/>
                    <a:pt x="441650" y="88095"/>
                    <a:pt x="447090" y="90814"/>
                  </a:cubicBezTo>
                  <a:cubicBezTo>
                    <a:pt x="449809" y="90814"/>
                    <a:pt x="452529" y="93534"/>
                    <a:pt x="455249" y="96253"/>
                  </a:cubicBezTo>
                  <a:cubicBezTo>
                    <a:pt x="482445" y="96253"/>
                    <a:pt x="509642" y="93534"/>
                    <a:pt x="525960" y="93534"/>
                  </a:cubicBezTo>
                  <a:cubicBezTo>
                    <a:pt x="539558" y="93534"/>
                    <a:pt x="561315" y="93534"/>
                    <a:pt x="561315" y="109852"/>
                  </a:cubicBezTo>
                  <a:cubicBezTo>
                    <a:pt x="561315" y="118011"/>
                    <a:pt x="561315" y="120730"/>
                    <a:pt x="555876" y="126170"/>
                  </a:cubicBezTo>
                  <a:cubicBezTo>
                    <a:pt x="550437" y="131609"/>
                    <a:pt x="544997" y="134329"/>
                    <a:pt x="539558" y="134329"/>
                  </a:cubicBezTo>
                  <a:cubicBezTo>
                    <a:pt x="531399" y="137048"/>
                    <a:pt x="523240" y="137048"/>
                    <a:pt x="517800" y="137048"/>
                  </a:cubicBezTo>
                  <a:cubicBezTo>
                    <a:pt x="515081" y="137048"/>
                    <a:pt x="498763" y="137048"/>
                    <a:pt x="477006" y="137048"/>
                  </a:cubicBezTo>
                  <a:cubicBezTo>
                    <a:pt x="479725" y="145207"/>
                    <a:pt x="485165" y="153366"/>
                    <a:pt x="485165" y="161525"/>
                  </a:cubicBezTo>
                  <a:cubicBezTo>
                    <a:pt x="487885" y="177843"/>
                    <a:pt x="493324" y="194161"/>
                    <a:pt x="496043" y="210479"/>
                  </a:cubicBezTo>
                  <a:cubicBezTo>
                    <a:pt x="498763" y="224077"/>
                    <a:pt x="498763" y="237676"/>
                    <a:pt x="501483" y="251274"/>
                  </a:cubicBezTo>
                  <a:cubicBezTo>
                    <a:pt x="504202" y="264872"/>
                    <a:pt x="506922" y="275751"/>
                    <a:pt x="506922" y="292069"/>
                  </a:cubicBezTo>
                  <a:cubicBezTo>
                    <a:pt x="506922" y="302947"/>
                    <a:pt x="506922" y="311106"/>
                    <a:pt x="506922" y="321985"/>
                  </a:cubicBezTo>
                  <a:cubicBezTo>
                    <a:pt x="506922" y="327424"/>
                    <a:pt x="509642" y="335583"/>
                    <a:pt x="509642" y="341022"/>
                  </a:cubicBezTo>
                  <a:cubicBezTo>
                    <a:pt x="509642" y="343742"/>
                    <a:pt x="509642" y="343742"/>
                    <a:pt x="509642" y="343742"/>
                  </a:cubicBezTo>
                  <a:cubicBezTo>
                    <a:pt x="509642" y="349181"/>
                    <a:pt x="515081" y="349181"/>
                    <a:pt x="517800" y="349181"/>
                  </a:cubicBezTo>
                  <a:cubicBezTo>
                    <a:pt x="520520" y="349181"/>
                    <a:pt x="523240" y="349181"/>
                    <a:pt x="528680" y="349181"/>
                  </a:cubicBezTo>
                  <a:cubicBezTo>
                    <a:pt x="536838" y="349181"/>
                    <a:pt x="547717" y="349181"/>
                    <a:pt x="550437" y="357340"/>
                  </a:cubicBezTo>
                  <a:cubicBezTo>
                    <a:pt x="550437" y="360060"/>
                    <a:pt x="550437" y="360060"/>
                    <a:pt x="550437" y="362780"/>
                  </a:cubicBezTo>
                  <a:cubicBezTo>
                    <a:pt x="550437" y="370939"/>
                    <a:pt x="539558" y="381817"/>
                    <a:pt x="534119" y="384537"/>
                  </a:cubicBezTo>
                  <a:cubicBezTo>
                    <a:pt x="531399" y="387257"/>
                    <a:pt x="523240" y="387257"/>
                    <a:pt x="520520" y="389976"/>
                  </a:cubicBezTo>
                  <a:cubicBezTo>
                    <a:pt x="515081" y="389976"/>
                    <a:pt x="512362" y="392696"/>
                    <a:pt x="512362" y="395415"/>
                  </a:cubicBezTo>
                  <a:cubicBezTo>
                    <a:pt x="512362" y="395415"/>
                    <a:pt x="512362" y="398135"/>
                    <a:pt x="512362" y="398135"/>
                  </a:cubicBezTo>
                  <a:cubicBezTo>
                    <a:pt x="512362" y="400855"/>
                    <a:pt x="512362" y="406294"/>
                    <a:pt x="512362" y="409014"/>
                  </a:cubicBezTo>
                  <a:cubicBezTo>
                    <a:pt x="512362" y="411733"/>
                    <a:pt x="512362" y="411733"/>
                    <a:pt x="512362" y="414453"/>
                  </a:cubicBezTo>
                  <a:cubicBezTo>
                    <a:pt x="512362" y="422612"/>
                    <a:pt x="512362" y="430771"/>
                    <a:pt x="512362" y="438930"/>
                  </a:cubicBezTo>
                  <a:cubicBezTo>
                    <a:pt x="512362" y="460687"/>
                    <a:pt x="512362" y="482445"/>
                    <a:pt x="515081" y="504202"/>
                  </a:cubicBezTo>
                  <a:cubicBezTo>
                    <a:pt x="517800" y="525959"/>
                    <a:pt x="520520" y="550436"/>
                    <a:pt x="520520" y="572193"/>
                  </a:cubicBezTo>
                  <a:cubicBezTo>
                    <a:pt x="520520" y="583072"/>
                    <a:pt x="520520" y="593950"/>
                    <a:pt x="517800" y="604829"/>
                  </a:cubicBezTo>
                  <a:cubicBezTo>
                    <a:pt x="515081" y="623867"/>
                    <a:pt x="515081" y="642904"/>
                    <a:pt x="512362" y="661942"/>
                  </a:cubicBezTo>
                  <a:cubicBezTo>
                    <a:pt x="512362" y="664661"/>
                    <a:pt x="509642" y="667381"/>
                    <a:pt x="509642" y="670101"/>
                  </a:cubicBezTo>
                  <a:cubicBezTo>
                    <a:pt x="509642" y="672820"/>
                    <a:pt x="512362" y="678260"/>
                    <a:pt x="512362" y="680979"/>
                  </a:cubicBezTo>
                  <a:cubicBezTo>
                    <a:pt x="512362" y="683699"/>
                    <a:pt x="512362" y="686419"/>
                    <a:pt x="512362" y="686419"/>
                  </a:cubicBezTo>
                  <a:cubicBezTo>
                    <a:pt x="517800" y="680979"/>
                    <a:pt x="528680" y="680979"/>
                    <a:pt x="536838" y="680979"/>
                  </a:cubicBezTo>
                  <a:lnTo>
                    <a:pt x="536838" y="680979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F28577AE-EFA5-4972-9144-42D3352495EC}"/>
                </a:ext>
              </a:extLst>
            </p:cNvPr>
            <p:cNvSpPr/>
            <p:nvPr/>
          </p:nvSpPr>
          <p:spPr>
            <a:xfrm>
              <a:off x="9592416" y="4192158"/>
              <a:ext cx="516735" cy="761503"/>
            </a:xfrm>
            <a:custGeom>
              <a:avLst/>
              <a:gdLst>
                <a:gd name="connsiteX0" fmla="*/ 463407 w 516735"/>
                <a:gd name="connsiteY0" fmla="*/ 194161 h 761503"/>
                <a:gd name="connsiteX1" fmla="*/ 447089 w 516735"/>
                <a:gd name="connsiteY1" fmla="*/ 226797 h 761503"/>
                <a:gd name="connsiteX2" fmla="*/ 430771 w 516735"/>
                <a:gd name="connsiteY2" fmla="*/ 221357 h 761503"/>
                <a:gd name="connsiteX3" fmla="*/ 422612 w 516735"/>
                <a:gd name="connsiteY3" fmla="*/ 207759 h 761503"/>
                <a:gd name="connsiteX4" fmla="*/ 419893 w 516735"/>
                <a:gd name="connsiteY4" fmla="*/ 188722 h 761503"/>
                <a:gd name="connsiteX5" fmla="*/ 419893 w 516735"/>
                <a:gd name="connsiteY5" fmla="*/ 139768 h 761503"/>
                <a:gd name="connsiteX6" fmla="*/ 419893 w 516735"/>
                <a:gd name="connsiteY6" fmla="*/ 120730 h 761503"/>
                <a:gd name="connsiteX7" fmla="*/ 395416 w 516735"/>
                <a:gd name="connsiteY7" fmla="*/ 120730 h 761503"/>
                <a:gd name="connsiteX8" fmla="*/ 370939 w 516735"/>
                <a:gd name="connsiteY8" fmla="*/ 120730 h 761503"/>
                <a:gd name="connsiteX9" fmla="*/ 346461 w 516735"/>
                <a:gd name="connsiteY9" fmla="*/ 123450 h 761503"/>
                <a:gd name="connsiteX10" fmla="*/ 335583 w 516735"/>
                <a:gd name="connsiteY10" fmla="*/ 123450 h 761503"/>
                <a:gd name="connsiteX11" fmla="*/ 335583 w 516735"/>
                <a:gd name="connsiteY11" fmla="*/ 123450 h 761503"/>
                <a:gd name="connsiteX12" fmla="*/ 324704 w 516735"/>
                <a:gd name="connsiteY12" fmla="*/ 128889 h 761503"/>
                <a:gd name="connsiteX13" fmla="*/ 327424 w 516735"/>
                <a:gd name="connsiteY13" fmla="*/ 139768 h 761503"/>
                <a:gd name="connsiteX14" fmla="*/ 330144 w 516735"/>
                <a:gd name="connsiteY14" fmla="*/ 175123 h 761503"/>
                <a:gd name="connsiteX15" fmla="*/ 330144 w 516735"/>
                <a:gd name="connsiteY15" fmla="*/ 199600 h 761503"/>
                <a:gd name="connsiteX16" fmla="*/ 327424 w 516735"/>
                <a:gd name="connsiteY16" fmla="*/ 224077 h 761503"/>
                <a:gd name="connsiteX17" fmla="*/ 330144 w 516735"/>
                <a:gd name="connsiteY17" fmla="*/ 251274 h 761503"/>
                <a:gd name="connsiteX18" fmla="*/ 327424 w 516735"/>
                <a:gd name="connsiteY18" fmla="*/ 278470 h 761503"/>
                <a:gd name="connsiteX19" fmla="*/ 327424 w 516735"/>
                <a:gd name="connsiteY19" fmla="*/ 332864 h 761503"/>
                <a:gd name="connsiteX20" fmla="*/ 330144 w 516735"/>
                <a:gd name="connsiteY20" fmla="*/ 357340 h 761503"/>
                <a:gd name="connsiteX21" fmla="*/ 330144 w 516735"/>
                <a:gd name="connsiteY21" fmla="*/ 368219 h 761503"/>
                <a:gd name="connsiteX22" fmla="*/ 332863 w 516735"/>
                <a:gd name="connsiteY22" fmla="*/ 387257 h 761503"/>
                <a:gd name="connsiteX23" fmla="*/ 332863 w 516735"/>
                <a:gd name="connsiteY23" fmla="*/ 433491 h 761503"/>
                <a:gd name="connsiteX24" fmla="*/ 332863 w 516735"/>
                <a:gd name="connsiteY24" fmla="*/ 487884 h 761503"/>
                <a:gd name="connsiteX25" fmla="*/ 330144 w 516735"/>
                <a:gd name="connsiteY25" fmla="*/ 512361 h 761503"/>
                <a:gd name="connsiteX26" fmla="*/ 330144 w 516735"/>
                <a:gd name="connsiteY26" fmla="*/ 539557 h 761503"/>
                <a:gd name="connsiteX27" fmla="*/ 332863 w 516735"/>
                <a:gd name="connsiteY27" fmla="*/ 593950 h 761503"/>
                <a:gd name="connsiteX28" fmla="*/ 332863 w 516735"/>
                <a:gd name="connsiteY28" fmla="*/ 648343 h 761503"/>
                <a:gd name="connsiteX29" fmla="*/ 332863 w 516735"/>
                <a:gd name="connsiteY29" fmla="*/ 656502 h 761503"/>
                <a:gd name="connsiteX30" fmla="*/ 357341 w 516735"/>
                <a:gd name="connsiteY30" fmla="*/ 656502 h 761503"/>
                <a:gd name="connsiteX31" fmla="*/ 395416 w 516735"/>
                <a:gd name="connsiteY31" fmla="*/ 675540 h 761503"/>
                <a:gd name="connsiteX32" fmla="*/ 389976 w 516735"/>
                <a:gd name="connsiteY32" fmla="*/ 691858 h 761503"/>
                <a:gd name="connsiteX33" fmla="*/ 373658 w 516735"/>
                <a:gd name="connsiteY33" fmla="*/ 700017 h 761503"/>
                <a:gd name="connsiteX34" fmla="*/ 351901 w 516735"/>
                <a:gd name="connsiteY34" fmla="*/ 702737 h 761503"/>
                <a:gd name="connsiteX35" fmla="*/ 319265 w 516735"/>
                <a:gd name="connsiteY35" fmla="*/ 702737 h 761503"/>
                <a:gd name="connsiteX36" fmla="*/ 311106 w 516735"/>
                <a:gd name="connsiteY36" fmla="*/ 708176 h 761503"/>
                <a:gd name="connsiteX37" fmla="*/ 289349 w 516735"/>
                <a:gd name="connsiteY37" fmla="*/ 713615 h 761503"/>
                <a:gd name="connsiteX38" fmla="*/ 270311 w 516735"/>
                <a:gd name="connsiteY38" fmla="*/ 713615 h 761503"/>
                <a:gd name="connsiteX39" fmla="*/ 243115 w 516735"/>
                <a:gd name="connsiteY39" fmla="*/ 705456 h 761503"/>
                <a:gd name="connsiteX40" fmla="*/ 237675 w 516735"/>
                <a:gd name="connsiteY40" fmla="*/ 702737 h 761503"/>
                <a:gd name="connsiteX41" fmla="*/ 199600 w 516735"/>
                <a:gd name="connsiteY41" fmla="*/ 702737 h 761503"/>
                <a:gd name="connsiteX42" fmla="*/ 175123 w 516735"/>
                <a:gd name="connsiteY42" fmla="*/ 702737 h 761503"/>
                <a:gd name="connsiteX43" fmla="*/ 147927 w 516735"/>
                <a:gd name="connsiteY43" fmla="*/ 697297 h 761503"/>
                <a:gd name="connsiteX44" fmla="*/ 131609 w 516735"/>
                <a:gd name="connsiteY44" fmla="*/ 678260 h 761503"/>
                <a:gd name="connsiteX45" fmla="*/ 137048 w 516735"/>
                <a:gd name="connsiteY45" fmla="*/ 670101 h 761503"/>
                <a:gd name="connsiteX46" fmla="*/ 158805 w 516735"/>
                <a:gd name="connsiteY46" fmla="*/ 661942 h 761503"/>
                <a:gd name="connsiteX47" fmla="*/ 199600 w 516735"/>
                <a:gd name="connsiteY47" fmla="*/ 659222 h 761503"/>
                <a:gd name="connsiteX48" fmla="*/ 199600 w 516735"/>
                <a:gd name="connsiteY48" fmla="*/ 659222 h 761503"/>
                <a:gd name="connsiteX49" fmla="*/ 196880 w 516735"/>
                <a:gd name="connsiteY49" fmla="*/ 629306 h 761503"/>
                <a:gd name="connsiteX50" fmla="*/ 199600 w 516735"/>
                <a:gd name="connsiteY50" fmla="*/ 574913 h 761503"/>
                <a:gd name="connsiteX51" fmla="*/ 202320 w 516735"/>
                <a:gd name="connsiteY51" fmla="*/ 523239 h 761503"/>
                <a:gd name="connsiteX52" fmla="*/ 205040 w 516735"/>
                <a:gd name="connsiteY52" fmla="*/ 460687 h 761503"/>
                <a:gd name="connsiteX53" fmla="*/ 205040 w 516735"/>
                <a:gd name="connsiteY53" fmla="*/ 417173 h 761503"/>
                <a:gd name="connsiteX54" fmla="*/ 207759 w 516735"/>
                <a:gd name="connsiteY54" fmla="*/ 392696 h 761503"/>
                <a:gd name="connsiteX55" fmla="*/ 210478 w 516735"/>
                <a:gd name="connsiteY55" fmla="*/ 368219 h 761503"/>
                <a:gd name="connsiteX56" fmla="*/ 210478 w 516735"/>
                <a:gd name="connsiteY56" fmla="*/ 313826 h 761503"/>
                <a:gd name="connsiteX57" fmla="*/ 210478 w 516735"/>
                <a:gd name="connsiteY57" fmla="*/ 259433 h 761503"/>
                <a:gd name="connsiteX58" fmla="*/ 210478 w 516735"/>
                <a:gd name="connsiteY58" fmla="*/ 213199 h 761503"/>
                <a:gd name="connsiteX59" fmla="*/ 210478 w 516735"/>
                <a:gd name="connsiteY59" fmla="*/ 145207 h 761503"/>
                <a:gd name="connsiteX60" fmla="*/ 213198 w 516735"/>
                <a:gd name="connsiteY60" fmla="*/ 131609 h 761503"/>
                <a:gd name="connsiteX61" fmla="*/ 205040 w 516735"/>
                <a:gd name="connsiteY61" fmla="*/ 123450 h 761503"/>
                <a:gd name="connsiteX62" fmla="*/ 161525 w 516735"/>
                <a:gd name="connsiteY62" fmla="*/ 123450 h 761503"/>
                <a:gd name="connsiteX63" fmla="*/ 112571 w 516735"/>
                <a:gd name="connsiteY63" fmla="*/ 120730 h 761503"/>
                <a:gd name="connsiteX64" fmla="*/ 104412 w 516735"/>
                <a:gd name="connsiteY64" fmla="*/ 118011 h 761503"/>
                <a:gd name="connsiteX65" fmla="*/ 107132 w 516735"/>
                <a:gd name="connsiteY65" fmla="*/ 191441 h 761503"/>
                <a:gd name="connsiteX66" fmla="*/ 90814 w 516735"/>
                <a:gd name="connsiteY66" fmla="*/ 224077 h 761503"/>
                <a:gd name="connsiteX67" fmla="*/ 74496 w 516735"/>
                <a:gd name="connsiteY67" fmla="*/ 218638 h 761503"/>
                <a:gd name="connsiteX68" fmla="*/ 66337 w 516735"/>
                <a:gd name="connsiteY68" fmla="*/ 205040 h 761503"/>
                <a:gd name="connsiteX69" fmla="*/ 63617 w 516735"/>
                <a:gd name="connsiteY69" fmla="*/ 186002 h 761503"/>
                <a:gd name="connsiteX70" fmla="*/ 63617 w 516735"/>
                <a:gd name="connsiteY70" fmla="*/ 145207 h 761503"/>
                <a:gd name="connsiteX71" fmla="*/ 63617 w 516735"/>
                <a:gd name="connsiteY71" fmla="*/ 109852 h 761503"/>
                <a:gd name="connsiteX72" fmla="*/ 58178 w 516735"/>
                <a:gd name="connsiteY72" fmla="*/ 96253 h 761503"/>
                <a:gd name="connsiteX73" fmla="*/ 66337 w 516735"/>
                <a:gd name="connsiteY73" fmla="*/ 85375 h 761503"/>
                <a:gd name="connsiteX74" fmla="*/ 93533 w 516735"/>
                <a:gd name="connsiteY74" fmla="*/ 77216 h 761503"/>
                <a:gd name="connsiteX75" fmla="*/ 115290 w 516735"/>
                <a:gd name="connsiteY75" fmla="*/ 77216 h 761503"/>
                <a:gd name="connsiteX76" fmla="*/ 169684 w 516735"/>
                <a:gd name="connsiteY76" fmla="*/ 74496 h 761503"/>
                <a:gd name="connsiteX77" fmla="*/ 194161 w 516735"/>
                <a:gd name="connsiteY77" fmla="*/ 71776 h 761503"/>
                <a:gd name="connsiteX78" fmla="*/ 196880 w 516735"/>
                <a:gd name="connsiteY78" fmla="*/ 71776 h 761503"/>
                <a:gd name="connsiteX79" fmla="*/ 210478 w 516735"/>
                <a:gd name="connsiteY79" fmla="*/ 71776 h 761503"/>
                <a:gd name="connsiteX80" fmla="*/ 218638 w 516735"/>
                <a:gd name="connsiteY80" fmla="*/ 71776 h 761503"/>
                <a:gd name="connsiteX81" fmla="*/ 237675 w 516735"/>
                <a:gd name="connsiteY81" fmla="*/ 60898 h 761503"/>
                <a:gd name="connsiteX82" fmla="*/ 253993 w 516735"/>
                <a:gd name="connsiteY82" fmla="*/ 58178 h 761503"/>
                <a:gd name="connsiteX83" fmla="*/ 283910 w 516735"/>
                <a:gd name="connsiteY83" fmla="*/ 60898 h 761503"/>
                <a:gd name="connsiteX84" fmla="*/ 294788 w 516735"/>
                <a:gd name="connsiteY84" fmla="*/ 66337 h 761503"/>
                <a:gd name="connsiteX85" fmla="*/ 305667 w 516735"/>
                <a:gd name="connsiteY85" fmla="*/ 74496 h 761503"/>
                <a:gd name="connsiteX86" fmla="*/ 313826 w 516735"/>
                <a:gd name="connsiteY86" fmla="*/ 74496 h 761503"/>
                <a:gd name="connsiteX87" fmla="*/ 327424 w 516735"/>
                <a:gd name="connsiteY87" fmla="*/ 74496 h 761503"/>
                <a:gd name="connsiteX88" fmla="*/ 354621 w 516735"/>
                <a:gd name="connsiteY88" fmla="*/ 74496 h 761503"/>
                <a:gd name="connsiteX89" fmla="*/ 422612 w 516735"/>
                <a:gd name="connsiteY89" fmla="*/ 74496 h 761503"/>
                <a:gd name="connsiteX90" fmla="*/ 455248 w 516735"/>
                <a:gd name="connsiteY90" fmla="*/ 79936 h 761503"/>
                <a:gd name="connsiteX91" fmla="*/ 466127 w 516735"/>
                <a:gd name="connsiteY91" fmla="*/ 98973 h 761503"/>
                <a:gd name="connsiteX92" fmla="*/ 463407 w 516735"/>
                <a:gd name="connsiteY92" fmla="*/ 109852 h 761503"/>
                <a:gd name="connsiteX93" fmla="*/ 463407 w 516735"/>
                <a:gd name="connsiteY93" fmla="*/ 120730 h 761503"/>
                <a:gd name="connsiteX94" fmla="*/ 463407 w 516735"/>
                <a:gd name="connsiteY94" fmla="*/ 194161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</a:cxnLst>
              <a:rect l="l" t="t" r="r" b="b"/>
              <a:pathLst>
                <a:path w="516735" h="761503">
                  <a:moveTo>
                    <a:pt x="463407" y="194161"/>
                  </a:moveTo>
                  <a:cubicBezTo>
                    <a:pt x="463407" y="205040"/>
                    <a:pt x="463407" y="226797"/>
                    <a:pt x="447089" y="226797"/>
                  </a:cubicBezTo>
                  <a:cubicBezTo>
                    <a:pt x="438930" y="226797"/>
                    <a:pt x="436211" y="226797"/>
                    <a:pt x="430771" y="221357"/>
                  </a:cubicBezTo>
                  <a:cubicBezTo>
                    <a:pt x="425332" y="218638"/>
                    <a:pt x="422612" y="210479"/>
                    <a:pt x="422612" y="207759"/>
                  </a:cubicBezTo>
                  <a:cubicBezTo>
                    <a:pt x="419893" y="199600"/>
                    <a:pt x="419893" y="194161"/>
                    <a:pt x="419893" y="188722"/>
                  </a:cubicBezTo>
                  <a:cubicBezTo>
                    <a:pt x="419893" y="183282"/>
                    <a:pt x="419893" y="147927"/>
                    <a:pt x="419893" y="139768"/>
                  </a:cubicBezTo>
                  <a:cubicBezTo>
                    <a:pt x="419893" y="134329"/>
                    <a:pt x="419893" y="128889"/>
                    <a:pt x="419893" y="120730"/>
                  </a:cubicBezTo>
                  <a:cubicBezTo>
                    <a:pt x="411734" y="120730"/>
                    <a:pt x="403574" y="120730"/>
                    <a:pt x="395416" y="120730"/>
                  </a:cubicBezTo>
                  <a:cubicBezTo>
                    <a:pt x="387256" y="120730"/>
                    <a:pt x="379098" y="120730"/>
                    <a:pt x="370939" y="120730"/>
                  </a:cubicBezTo>
                  <a:cubicBezTo>
                    <a:pt x="362780" y="120730"/>
                    <a:pt x="354621" y="123450"/>
                    <a:pt x="346461" y="123450"/>
                  </a:cubicBezTo>
                  <a:cubicBezTo>
                    <a:pt x="343742" y="123450"/>
                    <a:pt x="341023" y="123450"/>
                    <a:pt x="335583" y="123450"/>
                  </a:cubicBezTo>
                  <a:cubicBezTo>
                    <a:pt x="335583" y="123450"/>
                    <a:pt x="335583" y="123450"/>
                    <a:pt x="335583" y="123450"/>
                  </a:cubicBezTo>
                  <a:cubicBezTo>
                    <a:pt x="327424" y="123450"/>
                    <a:pt x="324704" y="126170"/>
                    <a:pt x="324704" y="128889"/>
                  </a:cubicBezTo>
                  <a:cubicBezTo>
                    <a:pt x="324704" y="131609"/>
                    <a:pt x="324704" y="137048"/>
                    <a:pt x="327424" y="139768"/>
                  </a:cubicBezTo>
                  <a:cubicBezTo>
                    <a:pt x="330144" y="147927"/>
                    <a:pt x="330144" y="166964"/>
                    <a:pt x="330144" y="175123"/>
                  </a:cubicBezTo>
                  <a:cubicBezTo>
                    <a:pt x="330144" y="183282"/>
                    <a:pt x="330144" y="191441"/>
                    <a:pt x="330144" y="199600"/>
                  </a:cubicBezTo>
                  <a:cubicBezTo>
                    <a:pt x="330144" y="207759"/>
                    <a:pt x="327424" y="215918"/>
                    <a:pt x="327424" y="224077"/>
                  </a:cubicBezTo>
                  <a:cubicBezTo>
                    <a:pt x="327424" y="232236"/>
                    <a:pt x="330144" y="243115"/>
                    <a:pt x="330144" y="251274"/>
                  </a:cubicBezTo>
                  <a:cubicBezTo>
                    <a:pt x="330144" y="259433"/>
                    <a:pt x="330144" y="267592"/>
                    <a:pt x="327424" y="278470"/>
                  </a:cubicBezTo>
                  <a:cubicBezTo>
                    <a:pt x="327424" y="294788"/>
                    <a:pt x="327424" y="313826"/>
                    <a:pt x="327424" y="332864"/>
                  </a:cubicBezTo>
                  <a:cubicBezTo>
                    <a:pt x="327424" y="341022"/>
                    <a:pt x="327424" y="349181"/>
                    <a:pt x="330144" y="357340"/>
                  </a:cubicBezTo>
                  <a:cubicBezTo>
                    <a:pt x="330144" y="360060"/>
                    <a:pt x="330144" y="365499"/>
                    <a:pt x="330144" y="368219"/>
                  </a:cubicBezTo>
                  <a:cubicBezTo>
                    <a:pt x="330144" y="373658"/>
                    <a:pt x="332863" y="384537"/>
                    <a:pt x="332863" y="387257"/>
                  </a:cubicBezTo>
                  <a:cubicBezTo>
                    <a:pt x="332863" y="406294"/>
                    <a:pt x="332863" y="414453"/>
                    <a:pt x="332863" y="433491"/>
                  </a:cubicBezTo>
                  <a:cubicBezTo>
                    <a:pt x="332863" y="452528"/>
                    <a:pt x="335583" y="468846"/>
                    <a:pt x="332863" y="487884"/>
                  </a:cubicBezTo>
                  <a:cubicBezTo>
                    <a:pt x="332863" y="496043"/>
                    <a:pt x="330144" y="504202"/>
                    <a:pt x="330144" y="512361"/>
                  </a:cubicBezTo>
                  <a:cubicBezTo>
                    <a:pt x="330144" y="520520"/>
                    <a:pt x="330144" y="531398"/>
                    <a:pt x="330144" y="539557"/>
                  </a:cubicBezTo>
                  <a:cubicBezTo>
                    <a:pt x="330144" y="558595"/>
                    <a:pt x="330144" y="574913"/>
                    <a:pt x="332863" y="593950"/>
                  </a:cubicBezTo>
                  <a:cubicBezTo>
                    <a:pt x="332863" y="610268"/>
                    <a:pt x="332863" y="632026"/>
                    <a:pt x="332863" y="648343"/>
                  </a:cubicBezTo>
                  <a:cubicBezTo>
                    <a:pt x="332863" y="651063"/>
                    <a:pt x="332863" y="653783"/>
                    <a:pt x="332863" y="656502"/>
                  </a:cubicBezTo>
                  <a:cubicBezTo>
                    <a:pt x="343742" y="656502"/>
                    <a:pt x="351901" y="656502"/>
                    <a:pt x="357341" y="656502"/>
                  </a:cubicBezTo>
                  <a:cubicBezTo>
                    <a:pt x="370939" y="656502"/>
                    <a:pt x="395416" y="659222"/>
                    <a:pt x="395416" y="675540"/>
                  </a:cubicBezTo>
                  <a:cubicBezTo>
                    <a:pt x="395416" y="683699"/>
                    <a:pt x="392696" y="686419"/>
                    <a:pt x="389976" y="691858"/>
                  </a:cubicBezTo>
                  <a:cubicBezTo>
                    <a:pt x="384537" y="697297"/>
                    <a:pt x="379098" y="700017"/>
                    <a:pt x="373658" y="700017"/>
                  </a:cubicBezTo>
                  <a:cubicBezTo>
                    <a:pt x="365499" y="702737"/>
                    <a:pt x="357341" y="702737"/>
                    <a:pt x="351901" y="702737"/>
                  </a:cubicBezTo>
                  <a:cubicBezTo>
                    <a:pt x="349181" y="702737"/>
                    <a:pt x="335583" y="702737"/>
                    <a:pt x="319265" y="702737"/>
                  </a:cubicBezTo>
                  <a:cubicBezTo>
                    <a:pt x="316546" y="705456"/>
                    <a:pt x="313826" y="705456"/>
                    <a:pt x="311106" y="708176"/>
                  </a:cubicBezTo>
                  <a:cubicBezTo>
                    <a:pt x="302948" y="713615"/>
                    <a:pt x="297508" y="713615"/>
                    <a:pt x="289349" y="713615"/>
                  </a:cubicBezTo>
                  <a:cubicBezTo>
                    <a:pt x="283910" y="713615"/>
                    <a:pt x="278470" y="713615"/>
                    <a:pt x="270311" y="713615"/>
                  </a:cubicBezTo>
                  <a:cubicBezTo>
                    <a:pt x="259433" y="713615"/>
                    <a:pt x="251273" y="710895"/>
                    <a:pt x="243115" y="705456"/>
                  </a:cubicBezTo>
                  <a:cubicBezTo>
                    <a:pt x="240395" y="705456"/>
                    <a:pt x="237675" y="702737"/>
                    <a:pt x="237675" y="702737"/>
                  </a:cubicBezTo>
                  <a:cubicBezTo>
                    <a:pt x="224077" y="702737"/>
                    <a:pt x="213198" y="702737"/>
                    <a:pt x="199600" y="702737"/>
                  </a:cubicBezTo>
                  <a:cubicBezTo>
                    <a:pt x="191441" y="702737"/>
                    <a:pt x="183282" y="702737"/>
                    <a:pt x="175123" y="702737"/>
                  </a:cubicBezTo>
                  <a:cubicBezTo>
                    <a:pt x="166965" y="702737"/>
                    <a:pt x="156085" y="702737"/>
                    <a:pt x="147927" y="697297"/>
                  </a:cubicBezTo>
                  <a:cubicBezTo>
                    <a:pt x="139768" y="694578"/>
                    <a:pt x="131609" y="680979"/>
                    <a:pt x="131609" y="678260"/>
                  </a:cubicBezTo>
                  <a:cubicBezTo>
                    <a:pt x="131609" y="675540"/>
                    <a:pt x="131609" y="672820"/>
                    <a:pt x="137048" y="670101"/>
                  </a:cubicBezTo>
                  <a:cubicBezTo>
                    <a:pt x="142487" y="667381"/>
                    <a:pt x="153366" y="664661"/>
                    <a:pt x="158805" y="661942"/>
                  </a:cubicBezTo>
                  <a:cubicBezTo>
                    <a:pt x="175123" y="659222"/>
                    <a:pt x="191441" y="659222"/>
                    <a:pt x="199600" y="659222"/>
                  </a:cubicBezTo>
                  <a:lnTo>
                    <a:pt x="199600" y="659222"/>
                  </a:lnTo>
                  <a:cubicBezTo>
                    <a:pt x="199600" y="648343"/>
                    <a:pt x="196880" y="640184"/>
                    <a:pt x="196880" y="629306"/>
                  </a:cubicBezTo>
                  <a:cubicBezTo>
                    <a:pt x="196880" y="612988"/>
                    <a:pt x="196880" y="591231"/>
                    <a:pt x="199600" y="574913"/>
                  </a:cubicBezTo>
                  <a:cubicBezTo>
                    <a:pt x="199600" y="558595"/>
                    <a:pt x="199600" y="539557"/>
                    <a:pt x="202320" y="523239"/>
                  </a:cubicBezTo>
                  <a:cubicBezTo>
                    <a:pt x="202320" y="501482"/>
                    <a:pt x="205040" y="482445"/>
                    <a:pt x="205040" y="460687"/>
                  </a:cubicBezTo>
                  <a:cubicBezTo>
                    <a:pt x="205040" y="447089"/>
                    <a:pt x="205040" y="430771"/>
                    <a:pt x="205040" y="417173"/>
                  </a:cubicBezTo>
                  <a:cubicBezTo>
                    <a:pt x="205040" y="409014"/>
                    <a:pt x="207759" y="400855"/>
                    <a:pt x="207759" y="392696"/>
                  </a:cubicBezTo>
                  <a:cubicBezTo>
                    <a:pt x="207759" y="384537"/>
                    <a:pt x="210478" y="376378"/>
                    <a:pt x="210478" y="368219"/>
                  </a:cubicBezTo>
                  <a:cubicBezTo>
                    <a:pt x="210478" y="351901"/>
                    <a:pt x="210478" y="332864"/>
                    <a:pt x="210478" y="313826"/>
                  </a:cubicBezTo>
                  <a:cubicBezTo>
                    <a:pt x="210478" y="294788"/>
                    <a:pt x="210478" y="275751"/>
                    <a:pt x="210478" y="259433"/>
                  </a:cubicBezTo>
                  <a:cubicBezTo>
                    <a:pt x="210478" y="243115"/>
                    <a:pt x="210478" y="226797"/>
                    <a:pt x="210478" y="213199"/>
                  </a:cubicBezTo>
                  <a:cubicBezTo>
                    <a:pt x="210478" y="194161"/>
                    <a:pt x="210478" y="164245"/>
                    <a:pt x="210478" y="145207"/>
                  </a:cubicBezTo>
                  <a:cubicBezTo>
                    <a:pt x="210478" y="139768"/>
                    <a:pt x="213198" y="134329"/>
                    <a:pt x="213198" y="131609"/>
                  </a:cubicBezTo>
                  <a:cubicBezTo>
                    <a:pt x="213198" y="126170"/>
                    <a:pt x="207759" y="123450"/>
                    <a:pt x="205040" y="123450"/>
                  </a:cubicBezTo>
                  <a:cubicBezTo>
                    <a:pt x="199600" y="123450"/>
                    <a:pt x="166965" y="123450"/>
                    <a:pt x="161525" y="123450"/>
                  </a:cubicBezTo>
                  <a:cubicBezTo>
                    <a:pt x="145207" y="123450"/>
                    <a:pt x="128889" y="123450"/>
                    <a:pt x="112571" y="120730"/>
                  </a:cubicBezTo>
                  <a:cubicBezTo>
                    <a:pt x="109852" y="120730"/>
                    <a:pt x="107132" y="120730"/>
                    <a:pt x="104412" y="118011"/>
                  </a:cubicBezTo>
                  <a:cubicBezTo>
                    <a:pt x="107132" y="137048"/>
                    <a:pt x="107132" y="172404"/>
                    <a:pt x="107132" y="191441"/>
                  </a:cubicBezTo>
                  <a:cubicBezTo>
                    <a:pt x="107132" y="202320"/>
                    <a:pt x="107132" y="224077"/>
                    <a:pt x="90814" y="224077"/>
                  </a:cubicBezTo>
                  <a:cubicBezTo>
                    <a:pt x="82655" y="224077"/>
                    <a:pt x="79935" y="221357"/>
                    <a:pt x="74496" y="218638"/>
                  </a:cubicBezTo>
                  <a:cubicBezTo>
                    <a:pt x="69057" y="215918"/>
                    <a:pt x="66337" y="210479"/>
                    <a:pt x="66337" y="205040"/>
                  </a:cubicBezTo>
                  <a:cubicBezTo>
                    <a:pt x="63617" y="196881"/>
                    <a:pt x="63617" y="191441"/>
                    <a:pt x="63617" y="186002"/>
                  </a:cubicBezTo>
                  <a:cubicBezTo>
                    <a:pt x="63617" y="180563"/>
                    <a:pt x="63617" y="153366"/>
                    <a:pt x="63617" y="145207"/>
                  </a:cubicBezTo>
                  <a:cubicBezTo>
                    <a:pt x="63617" y="134329"/>
                    <a:pt x="63617" y="120730"/>
                    <a:pt x="63617" y="109852"/>
                  </a:cubicBezTo>
                  <a:cubicBezTo>
                    <a:pt x="60897" y="104412"/>
                    <a:pt x="58178" y="101693"/>
                    <a:pt x="58178" y="96253"/>
                  </a:cubicBezTo>
                  <a:cubicBezTo>
                    <a:pt x="58178" y="93534"/>
                    <a:pt x="60897" y="88095"/>
                    <a:pt x="66337" y="85375"/>
                  </a:cubicBezTo>
                  <a:cubicBezTo>
                    <a:pt x="74496" y="79936"/>
                    <a:pt x="77215" y="77216"/>
                    <a:pt x="93533" y="77216"/>
                  </a:cubicBezTo>
                  <a:cubicBezTo>
                    <a:pt x="101692" y="77216"/>
                    <a:pt x="109852" y="77216"/>
                    <a:pt x="115290" y="77216"/>
                  </a:cubicBezTo>
                  <a:cubicBezTo>
                    <a:pt x="134328" y="77216"/>
                    <a:pt x="150646" y="77216"/>
                    <a:pt x="169684" y="74496"/>
                  </a:cubicBezTo>
                  <a:cubicBezTo>
                    <a:pt x="177843" y="74496"/>
                    <a:pt x="186002" y="71776"/>
                    <a:pt x="194161" y="71776"/>
                  </a:cubicBezTo>
                  <a:cubicBezTo>
                    <a:pt x="194161" y="71776"/>
                    <a:pt x="196880" y="71776"/>
                    <a:pt x="196880" y="71776"/>
                  </a:cubicBezTo>
                  <a:cubicBezTo>
                    <a:pt x="199600" y="71776"/>
                    <a:pt x="205040" y="71776"/>
                    <a:pt x="210478" y="71776"/>
                  </a:cubicBezTo>
                  <a:cubicBezTo>
                    <a:pt x="213198" y="71776"/>
                    <a:pt x="215918" y="71776"/>
                    <a:pt x="218638" y="71776"/>
                  </a:cubicBezTo>
                  <a:cubicBezTo>
                    <a:pt x="224077" y="69057"/>
                    <a:pt x="229516" y="63618"/>
                    <a:pt x="237675" y="60898"/>
                  </a:cubicBezTo>
                  <a:cubicBezTo>
                    <a:pt x="243115" y="58178"/>
                    <a:pt x="248554" y="58178"/>
                    <a:pt x="253993" y="58178"/>
                  </a:cubicBezTo>
                  <a:cubicBezTo>
                    <a:pt x="264872" y="58178"/>
                    <a:pt x="273031" y="58178"/>
                    <a:pt x="283910" y="60898"/>
                  </a:cubicBezTo>
                  <a:cubicBezTo>
                    <a:pt x="286629" y="60898"/>
                    <a:pt x="292068" y="63618"/>
                    <a:pt x="294788" y="66337"/>
                  </a:cubicBezTo>
                  <a:cubicBezTo>
                    <a:pt x="297508" y="69057"/>
                    <a:pt x="302948" y="71776"/>
                    <a:pt x="305667" y="74496"/>
                  </a:cubicBezTo>
                  <a:cubicBezTo>
                    <a:pt x="308386" y="74496"/>
                    <a:pt x="311106" y="74496"/>
                    <a:pt x="313826" y="74496"/>
                  </a:cubicBezTo>
                  <a:cubicBezTo>
                    <a:pt x="319265" y="74496"/>
                    <a:pt x="321985" y="74496"/>
                    <a:pt x="327424" y="74496"/>
                  </a:cubicBezTo>
                  <a:cubicBezTo>
                    <a:pt x="335583" y="74496"/>
                    <a:pt x="346461" y="74496"/>
                    <a:pt x="354621" y="74496"/>
                  </a:cubicBezTo>
                  <a:cubicBezTo>
                    <a:pt x="376378" y="74496"/>
                    <a:pt x="400855" y="74496"/>
                    <a:pt x="422612" y="74496"/>
                  </a:cubicBezTo>
                  <a:cubicBezTo>
                    <a:pt x="433491" y="74496"/>
                    <a:pt x="447089" y="74496"/>
                    <a:pt x="455248" y="79936"/>
                  </a:cubicBezTo>
                  <a:cubicBezTo>
                    <a:pt x="460687" y="82655"/>
                    <a:pt x="466127" y="90814"/>
                    <a:pt x="466127" y="98973"/>
                  </a:cubicBezTo>
                  <a:cubicBezTo>
                    <a:pt x="466127" y="101693"/>
                    <a:pt x="466127" y="107132"/>
                    <a:pt x="463407" y="109852"/>
                  </a:cubicBezTo>
                  <a:cubicBezTo>
                    <a:pt x="463407" y="112571"/>
                    <a:pt x="463407" y="112571"/>
                    <a:pt x="463407" y="120730"/>
                  </a:cubicBezTo>
                  <a:cubicBezTo>
                    <a:pt x="463407" y="142488"/>
                    <a:pt x="463407" y="172404"/>
                    <a:pt x="463407" y="194161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8" name="TextBox 7">
            <a:extLst>
              <a:ext uri="{FF2B5EF4-FFF2-40B4-BE49-F238E27FC236}">
                <a16:creationId xmlns:a16="http://schemas.microsoft.com/office/drawing/2014/main" id="{2D926D19-BEC4-4A57-B78B-4B4CBB7FFDAC}"/>
              </a:ext>
            </a:extLst>
          </p:cNvPr>
          <p:cNvSpPr txBox="1"/>
          <p:nvPr>
            <p:extLst>
              <p:ext uri="{1162E1C5-73C7-4A58-AE30-91384D911F3F}">
                <p184:classification xmlns:p184="http://schemas.microsoft.com/office/powerpoint/2018/4/main" val="ftr"/>
              </p:ext>
            </p:extLst>
          </p:nvPr>
        </p:nvSpPr>
        <p:spPr>
          <a:xfrm>
            <a:off x="5238750" y="6642100"/>
            <a:ext cx="1739900" cy="152400"/>
          </a:xfrm>
          <a:prstGeom prst="rect">
            <a:avLst/>
          </a:prstGeom>
        </p:spPr>
        <p:txBody>
          <a:bodyPr horzOverflow="overflow" lIns="0" tIns="0" rIns="0" bIns="0">
            <a:spAutoFit/>
          </a:bodyPr>
          <a:lstStyle/>
          <a:p>
            <a:pPr algn="l"/>
            <a:r>
              <a:rPr lang="en-US" sz="1000">
                <a:solidFill>
                  <a:srgbClr val="000000">
                    <a:alpha val="50000"/>
                  </a:srgbClr>
                </a:solidFill>
                <a:latin typeface="Aptos" panose="020B0004020202020204" pitchFamily="34" charset="0"/>
              </a:rPr>
              <a:t>Mondelez International Internal</a:t>
            </a:r>
          </a:p>
        </p:txBody>
      </p:sp>
    </p:spTree>
    <p:extLst>
      <p:ext uri="{BB962C8B-B14F-4D97-AF65-F5344CB8AC3E}">
        <p14:creationId xmlns:p14="http://schemas.microsoft.com/office/powerpoint/2010/main" val="392375046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15" r:id="rId1"/>
    <p:sldLayoutId id="2147483716" r:id="rId2"/>
    <p:sldLayoutId id="2147483717" r:id="rId3"/>
    <p:sldLayoutId id="2147483718" r:id="rId4"/>
    <p:sldLayoutId id="2147483719" r:id="rId5"/>
    <p:sldLayoutId id="2147483720" r:id="rId6"/>
    <p:sldLayoutId id="2147483721" r:id="rId7"/>
    <p:sldLayoutId id="2147483722" r:id="rId8"/>
    <p:sldLayoutId id="2147483723" r:id="rId9"/>
    <p:sldLayoutId id="2147483724" r:id="rId10"/>
    <p:sldLayoutId id="2147483725" r:id="rId11"/>
    <p:sldLayoutId id="2147483726" r:id="rId12"/>
    <p:sldLayoutId id="2147483727" r:id="rId13"/>
    <p:sldLayoutId id="2147483728" r:id="rId14"/>
    <p:sldLayoutId id="2147483729" r:id="rId15"/>
    <p:sldLayoutId id="2147483730" r:id="rId16"/>
    <p:sldLayoutId id="2147483731" r:id="rId17"/>
    <p:sldLayoutId id="2147483732" r:id="rId18"/>
    <p:sldLayoutId id="2147483733" r:id="rId19"/>
    <p:sldLayoutId id="2147483734" r:id="rId20"/>
    <p:sldLayoutId id="2147483735" r:id="rId21"/>
    <p:sldLayoutId id="2147483736" r:id="rId22"/>
    <p:sldLayoutId id="2147483737" r:id="rId23"/>
    <p:sldLayoutId id="2147483738" r:id="rId24"/>
    <p:sldLayoutId id="2147483739" r:id="rId25"/>
    <p:sldLayoutId id="2147483740" r:id="rId26"/>
    <p:sldLayoutId id="2147483741" r:id="rId27"/>
    <p:sldLayoutId id="2147483742" r:id="rId28"/>
    <p:sldLayoutId id="2147483743" r:id="rId29"/>
    <p:sldLayoutId id="2147483744" r:id="rId30"/>
    <p:sldLayoutId id="2147483745" r:id="rId31"/>
    <p:sldLayoutId id="2147483746" r:id="rId32"/>
    <p:sldLayoutId id="2147483747" r:id="rId33"/>
    <p:sldLayoutId id="2147483748" r:id="rId34"/>
    <p:sldLayoutId id="2147483749" r:id="rId35"/>
    <p:sldLayoutId id="2147483750" r:id="rId36"/>
    <p:sldLayoutId id="2147483751" r:id="rId37"/>
    <p:sldLayoutId id="2147483752" r:id="rId38"/>
    <p:sldLayoutId id="2147483753" r:id="rId39"/>
  </p:sldLayoutIdLst>
  <p:txStyles>
    <p:titleStyle>
      <a:lvl1pPr algn="l" defTabSz="914400" rtl="0" eaLnBrk="1" latinLnBrk="0" hangingPunct="1">
        <a:lnSpc>
          <a:spcPct val="85000"/>
        </a:lnSpc>
        <a:spcBef>
          <a:spcPct val="0"/>
        </a:spcBef>
        <a:buNone/>
        <a:defRPr sz="3200" b="0" kern="1200" cap="all" baseline="0">
          <a:solidFill>
            <a:schemeClr val="accent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200"/>
        </a:spcBef>
        <a:buClr>
          <a:schemeClr val="tx1"/>
        </a:buClr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1pPr>
      <a:lvl2pPr marL="548640" indent="-230188" algn="l" defTabSz="914400" rtl="0" eaLnBrk="1" latinLnBrk="0" hangingPunct="1">
        <a:lnSpc>
          <a:spcPct val="90000"/>
        </a:lnSpc>
        <a:spcBef>
          <a:spcPts val="800"/>
        </a:spcBef>
        <a:buClr>
          <a:schemeClr val="tx1"/>
        </a:buClr>
        <a:buFont typeface="Arial" panose="020B0604020202020204" pitchFamily="34" charset="0"/>
        <a:buChar char="–"/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822960" indent="-182880" algn="l" defTabSz="914400" rtl="0" eaLnBrk="1" latinLnBrk="0" hangingPunct="1">
        <a:lnSpc>
          <a:spcPct val="90000"/>
        </a:lnSpc>
        <a:spcBef>
          <a:spcPts val="600"/>
        </a:spcBef>
        <a:buClr>
          <a:schemeClr val="tx1"/>
        </a:buClr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+mn-lt"/>
          <a:ea typeface="+mn-ea"/>
          <a:cs typeface="+mn-cs"/>
        </a:defRPr>
      </a:lvl3pPr>
      <a:lvl4pPr marL="1097280" indent="-182880" algn="l" defTabSz="914400" rtl="0" eaLnBrk="1" latinLnBrk="0" hangingPunct="1">
        <a:lnSpc>
          <a:spcPct val="90000"/>
        </a:lnSpc>
        <a:spcBef>
          <a:spcPts val="600"/>
        </a:spcBef>
        <a:buClr>
          <a:schemeClr val="tx1"/>
        </a:buClr>
        <a:buFont typeface="Arial" panose="020B0604020202020204" pitchFamily="34" charset="0"/>
        <a:buChar char="–"/>
        <a:defRPr sz="140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indent="-146304" algn="l" defTabSz="914400" rtl="0" eaLnBrk="1" latinLnBrk="0" hangingPunct="1">
        <a:lnSpc>
          <a:spcPct val="90000"/>
        </a:lnSpc>
        <a:spcBef>
          <a:spcPts val="600"/>
        </a:spcBef>
        <a:buClr>
          <a:schemeClr val="tx1"/>
        </a:buClr>
        <a:buFont typeface="Arial" panose="020B0604020202020204" pitchFamily="34" charset="0"/>
        <a:buChar char="•"/>
        <a:defRPr sz="1200" kern="1200">
          <a:solidFill>
            <a:schemeClr val="tx1"/>
          </a:solidFill>
          <a:latin typeface="+mn-lt"/>
          <a:ea typeface="+mn-ea"/>
          <a:cs typeface="+mn-cs"/>
        </a:defRPr>
      </a:lvl5pPr>
      <a:lvl6pPr marL="1371600" indent="-146304" algn="l" defTabSz="914400" rtl="0" eaLnBrk="1" latinLnBrk="0" hangingPunct="1">
        <a:lnSpc>
          <a:spcPct val="90000"/>
        </a:lnSpc>
        <a:spcBef>
          <a:spcPts val="600"/>
        </a:spcBef>
        <a:buClr>
          <a:schemeClr val="tx1"/>
        </a:buClr>
        <a:buFont typeface="Arial" panose="020B0604020202020204" pitchFamily="34" charset="0"/>
        <a:buChar char="•"/>
        <a:defRPr sz="1200" kern="1200">
          <a:solidFill>
            <a:schemeClr val="tx1"/>
          </a:solidFill>
          <a:latin typeface="+mn-lt"/>
          <a:ea typeface="+mn-ea"/>
          <a:cs typeface="+mn-cs"/>
        </a:defRPr>
      </a:lvl6pPr>
      <a:lvl7pPr marL="1371600" indent="-146304" algn="l" defTabSz="914400" rtl="0" eaLnBrk="1" latinLnBrk="0" hangingPunct="1">
        <a:lnSpc>
          <a:spcPct val="90000"/>
        </a:lnSpc>
        <a:spcBef>
          <a:spcPts val="600"/>
        </a:spcBef>
        <a:buClr>
          <a:schemeClr val="tx1"/>
        </a:buClr>
        <a:buFont typeface="Arial" panose="020B0604020202020204" pitchFamily="34" charset="0"/>
        <a:buChar char="•"/>
        <a:defRPr sz="1200" kern="1200">
          <a:solidFill>
            <a:schemeClr val="tx1"/>
          </a:solidFill>
          <a:latin typeface="+mn-lt"/>
          <a:ea typeface="+mn-ea"/>
          <a:cs typeface="+mn-cs"/>
        </a:defRPr>
      </a:lvl7pPr>
      <a:lvl8pPr marL="1371600" indent="-146304" algn="l" defTabSz="914400" rtl="0" eaLnBrk="1" latinLnBrk="0" hangingPunct="1">
        <a:lnSpc>
          <a:spcPct val="90000"/>
        </a:lnSpc>
        <a:spcBef>
          <a:spcPts val="600"/>
        </a:spcBef>
        <a:buClr>
          <a:schemeClr val="tx1"/>
        </a:buClr>
        <a:buFont typeface="Arial" panose="020B0604020202020204" pitchFamily="34" charset="0"/>
        <a:buChar char="•"/>
        <a:defRPr sz="1200" kern="1200">
          <a:solidFill>
            <a:schemeClr val="tx1"/>
          </a:solidFill>
          <a:latin typeface="+mn-lt"/>
          <a:ea typeface="+mn-ea"/>
          <a:cs typeface="+mn-cs"/>
        </a:defRPr>
      </a:lvl8pPr>
      <a:lvl9pPr marL="1371600" indent="-146304" algn="l" defTabSz="914400" rtl="0" eaLnBrk="1" latinLnBrk="0" hangingPunct="1">
        <a:lnSpc>
          <a:spcPct val="90000"/>
        </a:lnSpc>
        <a:spcBef>
          <a:spcPts val="600"/>
        </a:spcBef>
        <a:buClr>
          <a:schemeClr val="tx1"/>
        </a:buClr>
        <a:buFont typeface="Arial" panose="020B0604020202020204" pitchFamily="34" charset="0"/>
        <a:buChar char="•"/>
        <a:defRPr sz="12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3" pos="240">
          <p15:clr>
            <a:srgbClr val="F26B43"/>
          </p15:clr>
        </p15:guide>
        <p15:guide id="4" pos="2592">
          <p15:clr>
            <a:srgbClr val="F26B43"/>
          </p15:clr>
        </p15:guide>
        <p15:guide id="5" pos="2664">
          <p15:clr>
            <a:srgbClr val="F26B43"/>
          </p15:clr>
        </p15:guide>
        <p15:guide id="6" pos="5016">
          <p15:clr>
            <a:srgbClr val="F26B43"/>
          </p15:clr>
        </p15:guide>
        <p15:guide id="7" pos="5088">
          <p15:clr>
            <a:srgbClr val="F26B43"/>
          </p15:clr>
        </p15:guide>
        <p15:guide id="8" pos="7440">
          <p15:clr>
            <a:srgbClr val="F26B43"/>
          </p15:clr>
        </p15:guide>
        <p15:guide id="13" orient="horz" pos="2160">
          <p15:clr>
            <a:srgbClr val="5ACBF0"/>
          </p15:clr>
        </p15:guide>
        <p15:guide id="17" orient="horz" pos="576">
          <p15:clr>
            <a:srgbClr val="F26B43"/>
          </p15:clr>
        </p15:guide>
        <p15:guide id="18" orient="horz" pos="3792">
          <p15:clr>
            <a:srgbClr val="F26B43"/>
          </p15:clr>
        </p15:guide>
        <p15:guide id="19" pos="3840">
          <p15:clr>
            <a:srgbClr val="5ACBF0"/>
          </p15:clr>
        </p15:guide>
        <p15:guide id="20" orient="horz" pos="413">
          <p15:clr>
            <a:srgbClr val="F26B43"/>
          </p15:clr>
        </p15:guide>
      </p15:sldGuideLst>
    </p:ext>
  </p:extLst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3" name="think-cell data - do not delete" hidden="1">
            <a:extLst>
              <a:ext uri="{FF2B5EF4-FFF2-40B4-BE49-F238E27FC236}">
                <a16:creationId xmlns:a16="http://schemas.microsoft.com/office/drawing/2014/main" id="{4A756CB1-139B-D58E-AA6D-3229C34C107A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35"/>
            </p:custDataLst>
            <p:extLst>
              <p:ext uri="{D42A27DB-BD31-4B8C-83A1-F6EECF244321}">
                <p14:modId xmlns:p14="http://schemas.microsoft.com/office/powerpoint/2010/main" val="2198049368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6" imgW="395" imgH="396" progId="TCLayout.ActiveDocument.1">
                  <p:embed/>
                </p:oleObj>
              </mc:Choice>
              <mc:Fallback>
                <p:oleObj name="think-cell Slide" r:id="rId36" imgW="395" imgH="396" progId="TCLayout.ActiveDocument.1">
                  <p:embed/>
                  <p:pic>
                    <p:nvPicPr>
                      <p:cNvPr id="53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4A756CB1-139B-D58E-AA6D-3229C34C107A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37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71C3EA3B-7385-407F-B31D-54E05682D82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1001" y="152400"/>
            <a:ext cx="11430001" cy="485335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AE361816-B597-4099-B06F-8143822EEE1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381001" y="914400"/>
            <a:ext cx="11430000" cy="5105400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CFE5C58-BFA4-48F6-B378-D01D44FD9B6F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9601200" y="6307159"/>
            <a:ext cx="914400" cy="158954"/>
          </a:xfrm>
          <a:prstGeom prst="rect">
            <a:avLst/>
          </a:prstGeom>
        </p:spPr>
        <p:txBody>
          <a:bodyPr vert="horz" wrap="none" lIns="0" tIns="0" rIns="0" bIns="0" rtlCol="0" anchor="ctr">
            <a:noAutofit/>
          </a:bodyPr>
          <a:lstStyle>
            <a:lvl1pPr algn="l">
              <a:defRPr sz="800">
                <a:solidFill>
                  <a:schemeClr val="tx1"/>
                </a:solidFill>
                <a:latin typeface="+mn-lt"/>
              </a:defRPr>
            </a:lvl1pPr>
          </a:lstStyle>
          <a:p>
            <a:fld id="{2EB1475D-EF5B-48A6-8CCB-3BD08F726926}" type="datetimeFigureOut">
              <a:rPr lang="en-US" smtClean="0"/>
              <a:pPr/>
              <a:t>10/30/2026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CA8099AD-9927-4956-A3D5-E4606FDF0982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2378345" y="6307159"/>
            <a:ext cx="7104770" cy="158954"/>
          </a:xfrm>
          <a:prstGeom prst="rect">
            <a:avLst/>
          </a:prstGeom>
        </p:spPr>
        <p:txBody>
          <a:bodyPr vert="horz" wrap="none" lIns="0" tIns="0" rIns="0" bIns="0" rtlCol="0" anchor="ctr">
            <a:noAutofit/>
          </a:bodyPr>
          <a:lstStyle>
            <a:lvl1pPr algn="l">
              <a:defRPr sz="800">
                <a:solidFill>
                  <a:schemeClr val="tx1"/>
                </a:solidFill>
                <a:latin typeface="+mn-lt"/>
              </a:defRPr>
            </a:lvl1pPr>
          </a:lstStyle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9314636-AB6E-4ED7-B39A-C71F11A5135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926812" y="6307159"/>
            <a:ext cx="306083" cy="158953"/>
          </a:xfrm>
          <a:prstGeom prst="rect">
            <a:avLst/>
          </a:prstGeom>
        </p:spPr>
        <p:txBody>
          <a:bodyPr vert="horz" wrap="none" lIns="0" tIns="0" rIns="0" bIns="0" rtlCol="0" anchor="ctr">
            <a:noAutofit/>
          </a:bodyPr>
          <a:lstStyle>
            <a:lvl1pPr algn="l">
              <a:defRPr sz="800">
                <a:solidFill>
                  <a:schemeClr val="tx1"/>
                </a:solidFill>
                <a:latin typeface="+mn-lt"/>
              </a:defRPr>
            </a:lvl1pPr>
          </a:lstStyle>
          <a:p>
            <a:fld id="{565A54F4-DB31-4FC5-B748-3F06867349C3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675DF94D-DF42-4DC1-B915-F4687A8A6C91}"/>
              </a:ext>
            </a:extLst>
          </p:cNvPr>
          <p:cNvGrpSpPr>
            <a:grpSpLocks noChangeAspect="1"/>
          </p:cNvGrpSpPr>
          <p:nvPr userDrawn="1"/>
        </p:nvGrpSpPr>
        <p:grpSpPr>
          <a:xfrm>
            <a:off x="10676779" y="6205751"/>
            <a:ext cx="1143000" cy="440144"/>
            <a:chOff x="2078951" y="1888610"/>
            <a:chExt cx="8030200" cy="3092248"/>
          </a:xfrm>
          <a:solidFill>
            <a:srgbClr val="4F2170"/>
          </a:solidFill>
        </p:grpSpPr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2DDFB966-99CE-4D00-B369-4873B39B0045}"/>
                </a:ext>
              </a:extLst>
            </p:cNvPr>
            <p:cNvSpPr/>
            <p:nvPr/>
          </p:nvSpPr>
          <p:spPr>
            <a:xfrm>
              <a:off x="2078951" y="2872694"/>
              <a:ext cx="951880" cy="652717"/>
            </a:xfrm>
            <a:custGeom>
              <a:avLst/>
              <a:gdLst>
                <a:gd name="connsiteX0" fmla="*/ 903041 w 951880"/>
                <a:gd name="connsiteY0" fmla="*/ 330574 h 652717"/>
                <a:gd name="connsiteX1" fmla="*/ 780656 w 951880"/>
                <a:gd name="connsiteY1" fmla="*/ 379528 h 652717"/>
                <a:gd name="connsiteX2" fmla="*/ 598439 w 951880"/>
                <a:gd name="connsiteY2" fmla="*/ 311537 h 652717"/>
                <a:gd name="connsiteX3" fmla="*/ 505970 w 951880"/>
                <a:gd name="connsiteY3" fmla="*/ 164675 h 652717"/>
                <a:gd name="connsiteX4" fmla="*/ 266640 w 951880"/>
                <a:gd name="connsiteY4" fmla="*/ 61329 h 652717"/>
                <a:gd name="connsiteX5" fmla="*/ 103461 w 951880"/>
                <a:gd name="connsiteY5" fmla="*/ 458398 h 652717"/>
                <a:gd name="connsiteX6" fmla="*/ 756179 w 951880"/>
                <a:gd name="connsiteY6" fmla="*/ 485595 h 652717"/>
                <a:gd name="connsiteX7" fmla="*/ 903041 w 951880"/>
                <a:gd name="connsiteY7" fmla="*/ 330574 h 65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51880" h="652717">
                  <a:moveTo>
                    <a:pt x="903041" y="330574"/>
                  </a:moveTo>
                  <a:cubicBezTo>
                    <a:pt x="867685" y="363210"/>
                    <a:pt x="813292" y="374089"/>
                    <a:pt x="780656" y="379528"/>
                  </a:cubicBezTo>
                  <a:cubicBezTo>
                    <a:pt x="712664" y="387687"/>
                    <a:pt x="641953" y="365930"/>
                    <a:pt x="598439" y="311537"/>
                  </a:cubicBezTo>
                  <a:cubicBezTo>
                    <a:pt x="563083" y="268022"/>
                    <a:pt x="544046" y="210910"/>
                    <a:pt x="505970" y="164675"/>
                  </a:cubicBezTo>
                  <a:cubicBezTo>
                    <a:pt x="448858" y="93964"/>
                    <a:pt x="359109" y="45011"/>
                    <a:pt x="266640" y="61329"/>
                  </a:cubicBezTo>
                  <a:cubicBezTo>
                    <a:pt x="81704" y="93964"/>
                    <a:pt x="114" y="308817"/>
                    <a:pt x="103461" y="458398"/>
                  </a:cubicBezTo>
                  <a:cubicBezTo>
                    <a:pt x="253042" y="670531"/>
                    <a:pt x="584840" y="635176"/>
                    <a:pt x="756179" y="485595"/>
                  </a:cubicBezTo>
                  <a:cubicBezTo>
                    <a:pt x="813292" y="442080"/>
                    <a:pt x="862246" y="390407"/>
                    <a:pt x="903041" y="33057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02D4893C-4239-4261-AAAA-144E77C081DA}"/>
                </a:ext>
              </a:extLst>
            </p:cNvPr>
            <p:cNvSpPr/>
            <p:nvPr/>
          </p:nvSpPr>
          <p:spPr>
            <a:xfrm>
              <a:off x="9151831" y="2872694"/>
              <a:ext cx="951880" cy="652717"/>
            </a:xfrm>
            <a:custGeom>
              <a:avLst/>
              <a:gdLst>
                <a:gd name="connsiteX0" fmla="*/ 58178 w 951880"/>
                <a:gd name="connsiteY0" fmla="*/ 330574 h 652717"/>
                <a:gd name="connsiteX1" fmla="*/ 180563 w 951880"/>
                <a:gd name="connsiteY1" fmla="*/ 379528 h 652717"/>
                <a:gd name="connsiteX2" fmla="*/ 362780 w 951880"/>
                <a:gd name="connsiteY2" fmla="*/ 311537 h 652717"/>
                <a:gd name="connsiteX3" fmla="*/ 455249 w 951880"/>
                <a:gd name="connsiteY3" fmla="*/ 164675 h 652717"/>
                <a:gd name="connsiteX4" fmla="*/ 694578 w 951880"/>
                <a:gd name="connsiteY4" fmla="*/ 61329 h 652717"/>
                <a:gd name="connsiteX5" fmla="*/ 857758 w 951880"/>
                <a:gd name="connsiteY5" fmla="*/ 458398 h 652717"/>
                <a:gd name="connsiteX6" fmla="*/ 205040 w 951880"/>
                <a:gd name="connsiteY6" fmla="*/ 485595 h 652717"/>
                <a:gd name="connsiteX7" fmla="*/ 58178 w 951880"/>
                <a:gd name="connsiteY7" fmla="*/ 330574 h 65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51880" h="652717">
                  <a:moveTo>
                    <a:pt x="58178" y="330574"/>
                  </a:moveTo>
                  <a:cubicBezTo>
                    <a:pt x="96253" y="363210"/>
                    <a:pt x="147927" y="374089"/>
                    <a:pt x="180563" y="379528"/>
                  </a:cubicBezTo>
                  <a:cubicBezTo>
                    <a:pt x="248554" y="387687"/>
                    <a:pt x="319266" y="365930"/>
                    <a:pt x="362780" y="311537"/>
                  </a:cubicBezTo>
                  <a:cubicBezTo>
                    <a:pt x="398136" y="268022"/>
                    <a:pt x="417174" y="210910"/>
                    <a:pt x="455249" y="164675"/>
                  </a:cubicBezTo>
                  <a:cubicBezTo>
                    <a:pt x="512362" y="93964"/>
                    <a:pt x="602110" y="45011"/>
                    <a:pt x="694578" y="61329"/>
                  </a:cubicBezTo>
                  <a:cubicBezTo>
                    <a:pt x="879515" y="93964"/>
                    <a:pt x="961105" y="308817"/>
                    <a:pt x="857758" y="458398"/>
                  </a:cubicBezTo>
                  <a:cubicBezTo>
                    <a:pt x="708176" y="670531"/>
                    <a:pt x="376379" y="635176"/>
                    <a:pt x="205040" y="485595"/>
                  </a:cubicBezTo>
                  <a:cubicBezTo>
                    <a:pt x="150646" y="442080"/>
                    <a:pt x="101693" y="390407"/>
                    <a:pt x="58178" y="33057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B3F3835C-7401-448E-A828-2AB0236A2950}"/>
                </a:ext>
              </a:extLst>
            </p:cNvPr>
            <p:cNvSpPr/>
            <p:nvPr/>
          </p:nvSpPr>
          <p:spPr>
            <a:xfrm>
              <a:off x="8001294" y="2010994"/>
              <a:ext cx="734308" cy="299162"/>
            </a:xfrm>
            <a:custGeom>
              <a:avLst/>
              <a:gdLst>
                <a:gd name="connsiteX0" fmla="*/ 596792 w 734307"/>
                <a:gd name="connsiteY0" fmla="*/ 58178 h 299162"/>
                <a:gd name="connsiteX1" fmla="*/ 148048 w 734307"/>
                <a:gd name="connsiteY1" fmla="*/ 58178 h 299162"/>
                <a:gd name="connsiteX2" fmla="*/ 58299 w 734307"/>
                <a:gd name="connsiteY2" fmla="*/ 150646 h 299162"/>
                <a:gd name="connsiteX3" fmla="*/ 148048 w 734307"/>
                <a:gd name="connsiteY3" fmla="*/ 251274 h 299162"/>
                <a:gd name="connsiteX4" fmla="*/ 596792 w 734307"/>
                <a:gd name="connsiteY4" fmla="*/ 251274 h 299162"/>
                <a:gd name="connsiteX5" fmla="*/ 686541 w 734307"/>
                <a:gd name="connsiteY5" fmla="*/ 158805 h 299162"/>
                <a:gd name="connsiteX6" fmla="*/ 596792 w 734307"/>
                <a:gd name="connsiteY6" fmla="*/ 58178 h 299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4307" h="299162">
                  <a:moveTo>
                    <a:pt x="596792" y="58178"/>
                  </a:moveTo>
                  <a:cubicBezTo>
                    <a:pt x="591353" y="58178"/>
                    <a:pt x="153487" y="58178"/>
                    <a:pt x="148048" y="58178"/>
                  </a:cubicBezTo>
                  <a:cubicBezTo>
                    <a:pt x="99094" y="60898"/>
                    <a:pt x="61019" y="104412"/>
                    <a:pt x="58299" y="150646"/>
                  </a:cubicBezTo>
                  <a:cubicBezTo>
                    <a:pt x="55580" y="199600"/>
                    <a:pt x="99094" y="248554"/>
                    <a:pt x="148048" y="251274"/>
                  </a:cubicBezTo>
                  <a:cubicBezTo>
                    <a:pt x="153487" y="251274"/>
                    <a:pt x="591353" y="251274"/>
                    <a:pt x="596792" y="251274"/>
                  </a:cubicBezTo>
                  <a:cubicBezTo>
                    <a:pt x="645746" y="248554"/>
                    <a:pt x="683821" y="205040"/>
                    <a:pt x="686541" y="158805"/>
                  </a:cubicBezTo>
                  <a:cubicBezTo>
                    <a:pt x="689260" y="109852"/>
                    <a:pt x="648465" y="60898"/>
                    <a:pt x="596792" y="58178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01D31F7F-A45A-4A7D-9412-437ED4532711}"/>
                </a:ext>
              </a:extLst>
            </p:cNvPr>
            <p:cNvSpPr/>
            <p:nvPr/>
          </p:nvSpPr>
          <p:spPr>
            <a:xfrm>
              <a:off x="4920042" y="2277520"/>
              <a:ext cx="1006274" cy="951879"/>
            </a:xfrm>
            <a:custGeom>
              <a:avLst/>
              <a:gdLst>
                <a:gd name="connsiteX0" fmla="*/ 884954 w 1006273"/>
                <a:gd name="connsiteY0" fmla="*/ 746251 h 951879"/>
                <a:gd name="connsiteX1" fmla="*/ 874076 w 1006273"/>
                <a:gd name="connsiteY1" fmla="*/ 670101 h 951879"/>
                <a:gd name="connsiteX2" fmla="*/ 874076 w 1006273"/>
                <a:gd name="connsiteY2" fmla="*/ 536837 h 951879"/>
                <a:gd name="connsiteX3" fmla="*/ 689139 w 1006273"/>
                <a:gd name="connsiteY3" fmla="*/ 88094 h 951879"/>
                <a:gd name="connsiteX4" fmla="*/ 428052 w 1006273"/>
                <a:gd name="connsiteY4" fmla="*/ 253993 h 951879"/>
                <a:gd name="connsiteX5" fmla="*/ 196881 w 1006273"/>
                <a:gd name="connsiteY5" fmla="*/ 58178 h 951879"/>
                <a:gd name="connsiteX6" fmla="*/ 58178 w 1006273"/>
                <a:gd name="connsiteY6" fmla="*/ 128889 h 951879"/>
                <a:gd name="connsiteX7" fmla="*/ 142488 w 1006273"/>
                <a:gd name="connsiteY7" fmla="*/ 273031 h 951879"/>
                <a:gd name="connsiteX8" fmla="*/ 142488 w 1006273"/>
                <a:gd name="connsiteY8" fmla="*/ 757130 h 951879"/>
                <a:gd name="connsiteX9" fmla="*/ 283910 w 1006273"/>
                <a:gd name="connsiteY9" fmla="*/ 895832 h 951879"/>
                <a:gd name="connsiteX10" fmla="*/ 428052 w 1006273"/>
                <a:gd name="connsiteY10" fmla="*/ 757130 h 951879"/>
                <a:gd name="connsiteX11" fmla="*/ 428052 w 1006273"/>
                <a:gd name="connsiteY11" fmla="*/ 400855 h 951879"/>
                <a:gd name="connsiteX12" fmla="*/ 523240 w 1006273"/>
                <a:gd name="connsiteY12" fmla="*/ 283910 h 951879"/>
                <a:gd name="connsiteX13" fmla="*/ 591231 w 1006273"/>
                <a:gd name="connsiteY13" fmla="*/ 354621 h 951879"/>
                <a:gd name="connsiteX14" fmla="*/ 591231 w 1006273"/>
                <a:gd name="connsiteY14" fmla="*/ 697297 h 951879"/>
                <a:gd name="connsiteX15" fmla="*/ 593951 w 1006273"/>
                <a:gd name="connsiteY15" fmla="*/ 729933 h 951879"/>
                <a:gd name="connsiteX16" fmla="*/ 610269 w 1006273"/>
                <a:gd name="connsiteY16" fmla="*/ 778887 h 951879"/>
                <a:gd name="connsiteX17" fmla="*/ 822402 w 1006273"/>
                <a:gd name="connsiteY17" fmla="*/ 893112 h 951879"/>
                <a:gd name="connsiteX18" fmla="*/ 961105 w 1006273"/>
                <a:gd name="connsiteY18" fmla="*/ 822401 h 951879"/>
                <a:gd name="connsiteX19" fmla="*/ 884954 w 1006273"/>
                <a:gd name="connsiteY19" fmla="*/ 746251 h 951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006273" h="951879">
                  <a:moveTo>
                    <a:pt x="884954" y="746251"/>
                  </a:moveTo>
                  <a:cubicBezTo>
                    <a:pt x="879515" y="721774"/>
                    <a:pt x="876795" y="694578"/>
                    <a:pt x="874076" y="670101"/>
                  </a:cubicBezTo>
                  <a:cubicBezTo>
                    <a:pt x="874076" y="634745"/>
                    <a:pt x="874076" y="583072"/>
                    <a:pt x="874076" y="536837"/>
                  </a:cubicBezTo>
                  <a:cubicBezTo>
                    <a:pt x="879515" y="373658"/>
                    <a:pt x="909431" y="88094"/>
                    <a:pt x="689139" y="88094"/>
                  </a:cubicBezTo>
                  <a:cubicBezTo>
                    <a:pt x="539558" y="88094"/>
                    <a:pt x="452529" y="213199"/>
                    <a:pt x="428052" y="253993"/>
                  </a:cubicBezTo>
                  <a:cubicBezTo>
                    <a:pt x="425332" y="139768"/>
                    <a:pt x="335583" y="58178"/>
                    <a:pt x="196881" y="58178"/>
                  </a:cubicBezTo>
                  <a:cubicBezTo>
                    <a:pt x="109852" y="58178"/>
                    <a:pt x="58178" y="128889"/>
                    <a:pt x="58178" y="128889"/>
                  </a:cubicBezTo>
                  <a:cubicBezTo>
                    <a:pt x="58178" y="128889"/>
                    <a:pt x="142488" y="158805"/>
                    <a:pt x="142488" y="273031"/>
                  </a:cubicBezTo>
                  <a:cubicBezTo>
                    <a:pt x="142488" y="354621"/>
                    <a:pt x="142488" y="757130"/>
                    <a:pt x="142488" y="757130"/>
                  </a:cubicBezTo>
                  <a:cubicBezTo>
                    <a:pt x="145207" y="827841"/>
                    <a:pt x="194161" y="895832"/>
                    <a:pt x="283910" y="895832"/>
                  </a:cubicBezTo>
                  <a:cubicBezTo>
                    <a:pt x="373659" y="895832"/>
                    <a:pt x="428052" y="827841"/>
                    <a:pt x="428052" y="757130"/>
                  </a:cubicBezTo>
                  <a:lnTo>
                    <a:pt x="428052" y="400855"/>
                  </a:lnTo>
                  <a:cubicBezTo>
                    <a:pt x="441650" y="343742"/>
                    <a:pt x="474286" y="283910"/>
                    <a:pt x="523240" y="283910"/>
                  </a:cubicBezTo>
                  <a:cubicBezTo>
                    <a:pt x="585792" y="283910"/>
                    <a:pt x="591231" y="354621"/>
                    <a:pt x="591231" y="354621"/>
                  </a:cubicBezTo>
                  <a:lnTo>
                    <a:pt x="591231" y="697297"/>
                  </a:lnTo>
                  <a:cubicBezTo>
                    <a:pt x="591231" y="708176"/>
                    <a:pt x="593951" y="719054"/>
                    <a:pt x="593951" y="729933"/>
                  </a:cubicBezTo>
                  <a:cubicBezTo>
                    <a:pt x="596671" y="748971"/>
                    <a:pt x="602110" y="765289"/>
                    <a:pt x="610269" y="778887"/>
                  </a:cubicBezTo>
                  <a:cubicBezTo>
                    <a:pt x="645624" y="846878"/>
                    <a:pt x="719055" y="893112"/>
                    <a:pt x="822402" y="893112"/>
                  </a:cubicBezTo>
                  <a:cubicBezTo>
                    <a:pt x="909431" y="893112"/>
                    <a:pt x="961105" y="822401"/>
                    <a:pt x="961105" y="822401"/>
                  </a:cubicBezTo>
                  <a:cubicBezTo>
                    <a:pt x="961105" y="822401"/>
                    <a:pt x="909431" y="808803"/>
                    <a:pt x="884954" y="746251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0CFFA8A5-B56A-4E5D-84C7-1DA7EC642538}"/>
                </a:ext>
              </a:extLst>
            </p:cNvPr>
            <p:cNvSpPr/>
            <p:nvPr/>
          </p:nvSpPr>
          <p:spPr>
            <a:xfrm>
              <a:off x="7552331" y="1888610"/>
              <a:ext cx="489539" cy="1332631"/>
            </a:xfrm>
            <a:custGeom>
              <a:avLst/>
              <a:gdLst>
                <a:gd name="connsiteX0" fmla="*/ 368560 w 489538"/>
                <a:gd name="connsiteY0" fmla="*/ 1135162 h 1332630"/>
                <a:gd name="connsiteX1" fmla="*/ 357681 w 489538"/>
                <a:gd name="connsiteY1" fmla="*/ 1059011 h 1332630"/>
                <a:gd name="connsiteX2" fmla="*/ 357681 w 489538"/>
                <a:gd name="connsiteY2" fmla="*/ 207759 h 1332630"/>
                <a:gd name="connsiteX3" fmla="*/ 208099 w 489538"/>
                <a:gd name="connsiteY3" fmla="*/ 58178 h 1332630"/>
                <a:gd name="connsiteX4" fmla="*/ 58518 w 489538"/>
                <a:gd name="connsiteY4" fmla="*/ 207759 h 1332630"/>
                <a:gd name="connsiteX5" fmla="*/ 58518 w 489538"/>
                <a:gd name="connsiteY5" fmla="*/ 961104 h 1332630"/>
                <a:gd name="connsiteX6" fmla="*/ 85715 w 489538"/>
                <a:gd name="connsiteY6" fmla="*/ 1159639 h 1332630"/>
                <a:gd name="connsiteX7" fmla="*/ 306007 w 489538"/>
                <a:gd name="connsiteY7" fmla="*/ 1282023 h 1332630"/>
                <a:gd name="connsiteX8" fmla="*/ 444710 w 489538"/>
                <a:gd name="connsiteY8" fmla="*/ 1211312 h 1332630"/>
                <a:gd name="connsiteX9" fmla="*/ 368560 w 489538"/>
                <a:gd name="connsiteY9" fmla="*/ 1135162 h 1332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89538" h="1332630">
                  <a:moveTo>
                    <a:pt x="368560" y="1135162"/>
                  </a:moveTo>
                  <a:cubicBezTo>
                    <a:pt x="363120" y="1110685"/>
                    <a:pt x="357681" y="1083488"/>
                    <a:pt x="357681" y="1059011"/>
                  </a:cubicBezTo>
                  <a:lnTo>
                    <a:pt x="357681" y="207759"/>
                  </a:lnTo>
                  <a:cubicBezTo>
                    <a:pt x="357681" y="126170"/>
                    <a:pt x="289689" y="58178"/>
                    <a:pt x="208099" y="58178"/>
                  </a:cubicBezTo>
                  <a:cubicBezTo>
                    <a:pt x="126510" y="58178"/>
                    <a:pt x="58518" y="126170"/>
                    <a:pt x="58518" y="207759"/>
                  </a:cubicBezTo>
                  <a:lnTo>
                    <a:pt x="58518" y="961104"/>
                  </a:lnTo>
                  <a:cubicBezTo>
                    <a:pt x="58518" y="1029095"/>
                    <a:pt x="53079" y="1097086"/>
                    <a:pt x="85715" y="1159639"/>
                  </a:cubicBezTo>
                  <a:cubicBezTo>
                    <a:pt x="118351" y="1227630"/>
                    <a:pt x="202660" y="1282023"/>
                    <a:pt x="306007" y="1282023"/>
                  </a:cubicBezTo>
                  <a:cubicBezTo>
                    <a:pt x="393036" y="1282023"/>
                    <a:pt x="444710" y="1211312"/>
                    <a:pt x="444710" y="1211312"/>
                  </a:cubicBezTo>
                  <a:cubicBezTo>
                    <a:pt x="444710" y="1211312"/>
                    <a:pt x="393036" y="1197714"/>
                    <a:pt x="368560" y="1135162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246382E1-A9BA-4A26-983B-2982AB4A1E99}"/>
                </a:ext>
              </a:extLst>
            </p:cNvPr>
            <p:cNvSpPr/>
            <p:nvPr/>
          </p:nvSpPr>
          <p:spPr>
            <a:xfrm>
              <a:off x="4162324" y="2357456"/>
              <a:ext cx="815899" cy="815898"/>
            </a:xfrm>
            <a:custGeom>
              <a:avLst/>
              <a:gdLst>
                <a:gd name="connsiteX0" fmla="*/ 407949 w 815899"/>
                <a:gd name="connsiteY0" fmla="*/ 174058 h 815898"/>
                <a:gd name="connsiteX1" fmla="*/ 293723 w 815899"/>
                <a:gd name="connsiteY1" fmla="*/ 407950 h 815898"/>
                <a:gd name="connsiteX2" fmla="*/ 410669 w 815899"/>
                <a:gd name="connsiteY2" fmla="*/ 641840 h 815898"/>
                <a:gd name="connsiteX3" fmla="*/ 522175 w 815899"/>
                <a:gd name="connsiteY3" fmla="*/ 407950 h 815898"/>
                <a:gd name="connsiteX4" fmla="*/ 407949 w 815899"/>
                <a:gd name="connsiteY4" fmla="*/ 174058 h 815898"/>
                <a:gd name="connsiteX5" fmla="*/ 407950 w 815899"/>
                <a:gd name="connsiteY5" fmla="*/ 0 h 815898"/>
                <a:gd name="connsiteX6" fmla="*/ 815899 w 815899"/>
                <a:gd name="connsiteY6" fmla="*/ 407949 h 815898"/>
                <a:gd name="connsiteX7" fmla="*/ 407950 w 815899"/>
                <a:gd name="connsiteY7" fmla="*/ 815898 h 815898"/>
                <a:gd name="connsiteX8" fmla="*/ 0 w 815899"/>
                <a:gd name="connsiteY8" fmla="*/ 407949 h 815898"/>
                <a:gd name="connsiteX9" fmla="*/ 407950 w 815899"/>
                <a:gd name="connsiteY9" fmla="*/ 0 h 815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5899" h="815898">
                  <a:moveTo>
                    <a:pt x="407949" y="174058"/>
                  </a:moveTo>
                  <a:cubicBezTo>
                    <a:pt x="342677" y="174058"/>
                    <a:pt x="293723" y="263807"/>
                    <a:pt x="293723" y="407950"/>
                  </a:cubicBezTo>
                  <a:cubicBezTo>
                    <a:pt x="293723" y="552091"/>
                    <a:pt x="331799" y="639120"/>
                    <a:pt x="410669" y="641840"/>
                  </a:cubicBezTo>
                  <a:cubicBezTo>
                    <a:pt x="489539" y="641840"/>
                    <a:pt x="527614" y="552091"/>
                    <a:pt x="522175" y="407950"/>
                  </a:cubicBezTo>
                  <a:cubicBezTo>
                    <a:pt x="522175" y="263807"/>
                    <a:pt x="473221" y="176778"/>
                    <a:pt x="407949" y="174058"/>
                  </a:cubicBezTo>
                  <a:close/>
                  <a:moveTo>
                    <a:pt x="407950" y="0"/>
                  </a:moveTo>
                  <a:cubicBezTo>
                    <a:pt x="633682" y="0"/>
                    <a:pt x="815899" y="182217"/>
                    <a:pt x="815899" y="407949"/>
                  </a:cubicBezTo>
                  <a:cubicBezTo>
                    <a:pt x="815899" y="633681"/>
                    <a:pt x="633682" y="815898"/>
                    <a:pt x="407950" y="815898"/>
                  </a:cubicBezTo>
                  <a:cubicBezTo>
                    <a:pt x="182218" y="815898"/>
                    <a:pt x="0" y="633681"/>
                    <a:pt x="0" y="407949"/>
                  </a:cubicBezTo>
                  <a:cubicBezTo>
                    <a:pt x="0" y="182217"/>
                    <a:pt x="182218" y="0"/>
                    <a:pt x="407950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161943EE-46A4-4440-BF00-038EF24C3294}"/>
                </a:ext>
              </a:extLst>
            </p:cNvPr>
            <p:cNvSpPr/>
            <p:nvPr/>
          </p:nvSpPr>
          <p:spPr>
            <a:xfrm>
              <a:off x="5884871" y="1946788"/>
              <a:ext cx="912802" cy="1223846"/>
            </a:xfrm>
            <a:custGeom>
              <a:avLst/>
              <a:gdLst>
                <a:gd name="connsiteX0" fmla="*/ 387907 w 912802"/>
                <a:gd name="connsiteY0" fmla="*/ 620081 h 1223846"/>
                <a:gd name="connsiteX1" fmla="*/ 273681 w 912802"/>
                <a:gd name="connsiteY1" fmla="*/ 824055 h 1223846"/>
                <a:gd name="connsiteX2" fmla="*/ 390627 w 912802"/>
                <a:gd name="connsiteY2" fmla="*/ 1028029 h 1223846"/>
                <a:gd name="connsiteX3" fmla="*/ 502132 w 912802"/>
                <a:gd name="connsiteY3" fmla="*/ 824055 h 1223846"/>
                <a:gd name="connsiteX4" fmla="*/ 387907 w 912802"/>
                <a:gd name="connsiteY4" fmla="*/ 620081 h 1223846"/>
                <a:gd name="connsiteX5" fmla="*/ 676192 w 912802"/>
                <a:gd name="connsiteY5" fmla="*/ 0 h 1223846"/>
                <a:gd name="connsiteX6" fmla="*/ 825773 w 912802"/>
                <a:gd name="connsiteY6" fmla="*/ 149581 h 1223846"/>
                <a:gd name="connsiteX7" fmla="*/ 825773 w 912802"/>
                <a:gd name="connsiteY7" fmla="*/ 1000834 h 1223846"/>
                <a:gd name="connsiteX8" fmla="*/ 836651 w 912802"/>
                <a:gd name="connsiteY8" fmla="*/ 1076985 h 1223846"/>
                <a:gd name="connsiteX9" fmla="*/ 912802 w 912802"/>
                <a:gd name="connsiteY9" fmla="*/ 1150415 h 1223846"/>
                <a:gd name="connsiteX10" fmla="*/ 774099 w 912802"/>
                <a:gd name="connsiteY10" fmla="*/ 1221126 h 1223846"/>
                <a:gd name="connsiteX11" fmla="*/ 553807 w 912802"/>
                <a:gd name="connsiteY11" fmla="*/ 1098742 h 1223846"/>
                <a:gd name="connsiteX12" fmla="*/ 548367 w 912802"/>
                <a:gd name="connsiteY12" fmla="*/ 1085144 h 1223846"/>
                <a:gd name="connsiteX13" fmla="*/ 398786 w 912802"/>
                <a:gd name="connsiteY13" fmla="*/ 1212967 h 1223846"/>
                <a:gd name="connsiteX14" fmla="*/ 156736 w 912802"/>
                <a:gd name="connsiteY14" fmla="*/ 1180332 h 1223846"/>
                <a:gd name="connsiteX15" fmla="*/ 287280 w 912802"/>
                <a:gd name="connsiteY15" fmla="*/ 416107 h 1223846"/>
                <a:gd name="connsiteX16" fmla="*/ 526611 w 912802"/>
                <a:gd name="connsiteY16" fmla="*/ 552091 h 1223846"/>
                <a:gd name="connsiteX17" fmla="*/ 526611 w 912802"/>
                <a:gd name="connsiteY17" fmla="*/ 149581 h 1223846"/>
                <a:gd name="connsiteX18" fmla="*/ 676192 w 912802"/>
                <a:gd name="connsiteY18" fmla="*/ 0 h 1223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12802" h="1223846">
                  <a:moveTo>
                    <a:pt x="387907" y="620081"/>
                  </a:moveTo>
                  <a:cubicBezTo>
                    <a:pt x="322635" y="620081"/>
                    <a:pt x="273681" y="698951"/>
                    <a:pt x="273681" y="824055"/>
                  </a:cubicBezTo>
                  <a:cubicBezTo>
                    <a:pt x="273681" y="949160"/>
                    <a:pt x="311756" y="1028029"/>
                    <a:pt x="390627" y="1028029"/>
                  </a:cubicBezTo>
                  <a:cubicBezTo>
                    <a:pt x="466777" y="1025310"/>
                    <a:pt x="504852" y="949160"/>
                    <a:pt x="502132" y="824055"/>
                  </a:cubicBezTo>
                  <a:cubicBezTo>
                    <a:pt x="502132" y="698951"/>
                    <a:pt x="455898" y="622801"/>
                    <a:pt x="387907" y="620081"/>
                  </a:cubicBezTo>
                  <a:close/>
                  <a:moveTo>
                    <a:pt x="676192" y="0"/>
                  </a:moveTo>
                  <a:cubicBezTo>
                    <a:pt x="757781" y="0"/>
                    <a:pt x="825773" y="67992"/>
                    <a:pt x="825773" y="149581"/>
                  </a:cubicBezTo>
                  <a:lnTo>
                    <a:pt x="825773" y="1000834"/>
                  </a:lnTo>
                  <a:cubicBezTo>
                    <a:pt x="828492" y="1025311"/>
                    <a:pt x="831212" y="1052508"/>
                    <a:pt x="836651" y="1076985"/>
                  </a:cubicBezTo>
                  <a:cubicBezTo>
                    <a:pt x="861128" y="1139537"/>
                    <a:pt x="912802" y="1150415"/>
                    <a:pt x="912802" y="1150415"/>
                  </a:cubicBezTo>
                  <a:cubicBezTo>
                    <a:pt x="912802" y="1150415"/>
                    <a:pt x="861128" y="1221126"/>
                    <a:pt x="774099" y="1221126"/>
                  </a:cubicBezTo>
                  <a:cubicBezTo>
                    <a:pt x="670752" y="1221126"/>
                    <a:pt x="589162" y="1166733"/>
                    <a:pt x="553807" y="1098742"/>
                  </a:cubicBezTo>
                  <a:cubicBezTo>
                    <a:pt x="551087" y="1093303"/>
                    <a:pt x="551087" y="1090583"/>
                    <a:pt x="548367" y="1085144"/>
                  </a:cubicBezTo>
                  <a:cubicBezTo>
                    <a:pt x="534769" y="1147696"/>
                    <a:pt x="450460" y="1199369"/>
                    <a:pt x="398786" y="1212967"/>
                  </a:cubicBezTo>
                  <a:cubicBezTo>
                    <a:pt x="322636" y="1234725"/>
                    <a:pt x="222008" y="1223846"/>
                    <a:pt x="156736" y="1180332"/>
                  </a:cubicBezTo>
                  <a:cubicBezTo>
                    <a:pt x="-79874" y="1028031"/>
                    <a:pt x="-58117" y="416107"/>
                    <a:pt x="287280" y="416107"/>
                  </a:cubicBezTo>
                  <a:cubicBezTo>
                    <a:pt x="412385" y="416107"/>
                    <a:pt x="491255" y="503137"/>
                    <a:pt x="526611" y="552091"/>
                  </a:cubicBezTo>
                  <a:lnTo>
                    <a:pt x="526611" y="149581"/>
                  </a:lnTo>
                  <a:cubicBezTo>
                    <a:pt x="526611" y="67992"/>
                    <a:pt x="594602" y="0"/>
                    <a:pt x="676192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289999A4-40ED-44FF-8230-ACE6D5A307FF}"/>
                </a:ext>
              </a:extLst>
            </p:cNvPr>
            <p:cNvSpPr/>
            <p:nvPr/>
          </p:nvSpPr>
          <p:spPr>
            <a:xfrm>
              <a:off x="6789513" y="2362895"/>
              <a:ext cx="747906" cy="810458"/>
            </a:xfrm>
            <a:custGeom>
              <a:avLst/>
              <a:gdLst>
                <a:gd name="connsiteX0" fmla="*/ 394818 w 747906"/>
                <a:gd name="connsiteY0" fmla="*/ 163222 h 810458"/>
                <a:gd name="connsiteX1" fmla="*/ 356275 w 747906"/>
                <a:gd name="connsiteY1" fmla="*/ 174058 h 810458"/>
                <a:gd name="connsiteX2" fmla="*/ 274685 w 747906"/>
                <a:gd name="connsiteY2" fmla="*/ 356275 h 810458"/>
                <a:gd name="connsiteX3" fmla="*/ 375313 w 747906"/>
                <a:gd name="connsiteY3" fmla="*/ 358994 h 810458"/>
                <a:gd name="connsiteX4" fmla="*/ 473220 w 747906"/>
                <a:gd name="connsiteY4" fmla="*/ 239329 h 810458"/>
                <a:gd name="connsiteX5" fmla="*/ 394818 w 747906"/>
                <a:gd name="connsiteY5" fmla="*/ 163222 h 810458"/>
                <a:gd name="connsiteX6" fmla="*/ 386192 w 747906"/>
                <a:gd name="connsiteY6" fmla="*/ 0 h 810458"/>
                <a:gd name="connsiteX7" fmla="*/ 747906 w 747906"/>
                <a:gd name="connsiteY7" fmla="*/ 266526 h 810458"/>
                <a:gd name="connsiteX8" fmla="*/ 291004 w 747906"/>
                <a:gd name="connsiteY8" fmla="*/ 484100 h 810458"/>
                <a:gd name="connsiteX9" fmla="*/ 497698 w 747906"/>
                <a:gd name="connsiteY9" fmla="*/ 617363 h 810458"/>
                <a:gd name="connsiteX10" fmla="*/ 712551 w 747906"/>
                <a:gd name="connsiteY10" fmla="*/ 557530 h 810458"/>
                <a:gd name="connsiteX11" fmla="*/ 388912 w 747906"/>
                <a:gd name="connsiteY11" fmla="*/ 810458 h 810458"/>
                <a:gd name="connsiteX12" fmla="*/ 0 w 747906"/>
                <a:gd name="connsiteY12" fmla="*/ 413389 h 810458"/>
                <a:gd name="connsiteX13" fmla="*/ 386192 w 747906"/>
                <a:gd name="connsiteY13" fmla="*/ 0 h 810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47906" h="810458">
                  <a:moveTo>
                    <a:pt x="394818" y="163222"/>
                  </a:moveTo>
                  <a:cubicBezTo>
                    <a:pt x="381772" y="163179"/>
                    <a:pt x="368514" y="166579"/>
                    <a:pt x="356275" y="174058"/>
                  </a:cubicBezTo>
                  <a:cubicBezTo>
                    <a:pt x="299162" y="212133"/>
                    <a:pt x="282844" y="291003"/>
                    <a:pt x="274685" y="356275"/>
                  </a:cubicBezTo>
                  <a:cubicBezTo>
                    <a:pt x="274685" y="364434"/>
                    <a:pt x="369873" y="358994"/>
                    <a:pt x="375313" y="358994"/>
                  </a:cubicBezTo>
                  <a:cubicBezTo>
                    <a:pt x="432425" y="345396"/>
                    <a:pt x="473220" y="301881"/>
                    <a:pt x="473220" y="239329"/>
                  </a:cubicBezTo>
                  <a:cubicBezTo>
                    <a:pt x="471181" y="194455"/>
                    <a:pt x="433956" y="163349"/>
                    <a:pt x="394818" y="163222"/>
                  </a:cubicBezTo>
                  <a:close/>
                  <a:moveTo>
                    <a:pt x="386192" y="0"/>
                  </a:moveTo>
                  <a:cubicBezTo>
                    <a:pt x="519455" y="0"/>
                    <a:pt x="747906" y="65272"/>
                    <a:pt x="747906" y="266526"/>
                  </a:cubicBezTo>
                  <a:cubicBezTo>
                    <a:pt x="747906" y="467782"/>
                    <a:pt x="538493" y="484100"/>
                    <a:pt x="291004" y="484100"/>
                  </a:cubicBezTo>
                  <a:cubicBezTo>
                    <a:pt x="291004" y="484100"/>
                    <a:pt x="326359" y="617363"/>
                    <a:pt x="497698" y="617363"/>
                  </a:cubicBezTo>
                  <a:cubicBezTo>
                    <a:pt x="669036" y="617363"/>
                    <a:pt x="712551" y="557530"/>
                    <a:pt x="712551" y="557530"/>
                  </a:cubicBezTo>
                  <a:cubicBezTo>
                    <a:pt x="712551" y="557530"/>
                    <a:pt x="696233" y="810458"/>
                    <a:pt x="388912" y="810458"/>
                  </a:cubicBezTo>
                  <a:cubicBezTo>
                    <a:pt x="212134" y="810458"/>
                    <a:pt x="0" y="677195"/>
                    <a:pt x="0" y="413389"/>
                  </a:cubicBezTo>
                  <a:cubicBezTo>
                    <a:pt x="0" y="176778"/>
                    <a:pt x="163180" y="0"/>
                    <a:pt x="386192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C6298649-002A-4EEF-ACB1-CFCDC30BCA2B}"/>
                </a:ext>
              </a:extLst>
            </p:cNvPr>
            <p:cNvSpPr/>
            <p:nvPr/>
          </p:nvSpPr>
          <p:spPr>
            <a:xfrm>
              <a:off x="7988882" y="2362895"/>
              <a:ext cx="747906" cy="810458"/>
            </a:xfrm>
            <a:custGeom>
              <a:avLst/>
              <a:gdLst>
                <a:gd name="connsiteX0" fmla="*/ 394818 w 747906"/>
                <a:gd name="connsiteY0" fmla="*/ 163222 h 810458"/>
                <a:gd name="connsiteX1" fmla="*/ 356275 w 747906"/>
                <a:gd name="connsiteY1" fmla="*/ 174058 h 810458"/>
                <a:gd name="connsiteX2" fmla="*/ 274685 w 747906"/>
                <a:gd name="connsiteY2" fmla="*/ 356275 h 810458"/>
                <a:gd name="connsiteX3" fmla="*/ 375313 w 747906"/>
                <a:gd name="connsiteY3" fmla="*/ 358994 h 810458"/>
                <a:gd name="connsiteX4" fmla="*/ 473220 w 747906"/>
                <a:gd name="connsiteY4" fmla="*/ 239329 h 810458"/>
                <a:gd name="connsiteX5" fmla="*/ 394818 w 747906"/>
                <a:gd name="connsiteY5" fmla="*/ 163222 h 810458"/>
                <a:gd name="connsiteX6" fmla="*/ 386192 w 747906"/>
                <a:gd name="connsiteY6" fmla="*/ 0 h 810458"/>
                <a:gd name="connsiteX7" fmla="*/ 747906 w 747906"/>
                <a:gd name="connsiteY7" fmla="*/ 266526 h 810458"/>
                <a:gd name="connsiteX8" fmla="*/ 291004 w 747906"/>
                <a:gd name="connsiteY8" fmla="*/ 484100 h 810458"/>
                <a:gd name="connsiteX9" fmla="*/ 497697 w 747906"/>
                <a:gd name="connsiteY9" fmla="*/ 617363 h 810458"/>
                <a:gd name="connsiteX10" fmla="*/ 712551 w 747906"/>
                <a:gd name="connsiteY10" fmla="*/ 557530 h 810458"/>
                <a:gd name="connsiteX11" fmla="*/ 388911 w 747906"/>
                <a:gd name="connsiteY11" fmla="*/ 810458 h 810458"/>
                <a:gd name="connsiteX12" fmla="*/ 0 w 747906"/>
                <a:gd name="connsiteY12" fmla="*/ 413389 h 810458"/>
                <a:gd name="connsiteX13" fmla="*/ 386192 w 747906"/>
                <a:gd name="connsiteY13" fmla="*/ 0 h 810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47906" h="810458">
                  <a:moveTo>
                    <a:pt x="394818" y="163222"/>
                  </a:moveTo>
                  <a:cubicBezTo>
                    <a:pt x="381772" y="163179"/>
                    <a:pt x="368514" y="166579"/>
                    <a:pt x="356275" y="174058"/>
                  </a:cubicBezTo>
                  <a:cubicBezTo>
                    <a:pt x="299162" y="212133"/>
                    <a:pt x="282844" y="291003"/>
                    <a:pt x="274685" y="356275"/>
                  </a:cubicBezTo>
                  <a:cubicBezTo>
                    <a:pt x="274685" y="364434"/>
                    <a:pt x="369873" y="358994"/>
                    <a:pt x="375313" y="358994"/>
                  </a:cubicBezTo>
                  <a:cubicBezTo>
                    <a:pt x="432426" y="345396"/>
                    <a:pt x="473220" y="301881"/>
                    <a:pt x="473220" y="239329"/>
                  </a:cubicBezTo>
                  <a:cubicBezTo>
                    <a:pt x="471181" y="194455"/>
                    <a:pt x="433955" y="163349"/>
                    <a:pt x="394818" y="163222"/>
                  </a:cubicBezTo>
                  <a:close/>
                  <a:moveTo>
                    <a:pt x="386192" y="0"/>
                  </a:moveTo>
                  <a:cubicBezTo>
                    <a:pt x="519455" y="0"/>
                    <a:pt x="747906" y="65272"/>
                    <a:pt x="747906" y="266526"/>
                  </a:cubicBezTo>
                  <a:cubicBezTo>
                    <a:pt x="747906" y="467782"/>
                    <a:pt x="538492" y="484100"/>
                    <a:pt x="291004" y="484100"/>
                  </a:cubicBezTo>
                  <a:cubicBezTo>
                    <a:pt x="291004" y="484100"/>
                    <a:pt x="326359" y="617363"/>
                    <a:pt x="497697" y="617363"/>
                  </a:cubicBezTo>
                  <a:cubicBezTo>
                    <a:pt x="669036" y="617363"/>
                    <a:pt x="712551" y="557530"/>
                    <a:pt x="712551" y="557530"/>
                  </a:cubicBezTo>
                  <a:cubicBezTo>
                    <a:pt x="712551" y="557530"/>
                    <a:pt x="696233" y="810458"/>
                    <a:pt x="388911" y="810458"/>
                  </a:cubicBezTo>
                  <a:cubicBezTo>
                    <a:pt x="212133" y="810458"/>
                    <a:pt x="0" y="677195"/>
                    <a:pt x="0" y="413389"/>
                  </a:cubicBezTo>
                  <a:cubicBezTo>
                    <a:pt x="0" y="176778"/>
                    <a:pt x="163180" y="0"/>
                    <a:pt x="386192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B2091D89-9B4E-4856-9468-815914855F9A}"/>
                </a:ext>
              </a:extLst>
            </p:cNvPr>
            <p:cNvSpPr/>
            <p:nvPr/>
          </p:nvSpPr>
          <p:spPr>
            <a:xfrm>
              <a:off x="8683414" y="2274801"/>
              <a:ext cx="897487" cy="951879"/>
            </a:xfrm>
            <a:custGeom>
              <a:avLst/>
              <a:gdLst>
                <a:gd name="connsiteX0" fmla="*/ 580988 w 897487"/>
                <a:gd name="connsiteY0" fmla="*/ 667381 h 951879"/>
                <a:gd name="connsiteX1" fmla="*/ 409649 w 897487"/>
                <a:gd name="connsiteY1" fmla="*/ 667381 h 951879"/>
                <a:gd name="connsiteX2" fmla="*/ 591866 w 897487"/>
                <a:gd name="connsiteY2" fmla="*/ 525959 h 951879"/>
                <a:gd name="connsiteX3" fmla="*/ 842075 w 897487"/>
                <a:gd name="connsiteY3" fmla="*/ 123450 h 951879"/>
                <a:gd name="connsiteX4" fmla="*/ 842075 w 897487"/>
                <a:gd name="connsiteY4" fmla="*/ 123450 h 951879"/>
                <a:gd name="connsiteX5" fmla="*/ 798560 w 897487"/>
                <a:gd name="connsiteY5" fmla="*/ 58178 h 951879"/>
                <a:gd name="connsiteX6" fmla="*/ 746887 w 897487"/>
                <a:gd name="connsiteY6" fmla="*/ 107132 h 951879"/>
                <a:gd name="connsiteX7" fmla="*/ 697933 w 897487"/>
                <a:gd name="connsiteY7" fmla="*/ 115291 h 951879"/>
                <a:gd name="connsiteX8" fmla="*/ 219273 w 897487"/>
                <a:gd name="connsiteY8" fmla="*/ 115291 h 951879"/>
                <a:gd name="connsiteX9" fmla="*/ 102328 w 897487"/>
                <a:gd name="connsiteY9" fmla="*/ 224077 h 951879"/>
                <a:gd name="connsiteX10" fmla="*/ 213834 w 897487"/>
                <a:gd name="connsiteY10" fmla="*/ 332863 h 951879"/>
                <a:gd name="connsiteX11" fmla="*/ 485800 w 897487"/>
                <a:gd name="connsiteY11" fmla="*/ 335583 h 951879"/>
                <a:gd name="connsiteX12" fmla="*/ 134964 w 897487"/>
                <a:gd name="connsiteY12" fmla="*/ 615708 h 951879"/>
                <a:gd name="connsiteX13" fmla="*/ 61533 w 897487"/>
                <a:gd name="connsiteY13" fmla="*/ 884953 h 951879"/>
                <a:gd name="connsiteX14" fmla="*/ 398771 w 897487"/>
                <a:gd name="connsiteY14" fmla="*/ 806083 h 951879"/>
                <a:gd name="connsiteX15" fmla="*/ 529314 w 897487"/>
                <a:gd name="connsiteY15" fmla="*/ 863196 h 951879"/>
                <a:gd name="connsiteX16" fmla="*/ 782242 w 897487"/>
                <a:gd name="connsiteY16" fmla="*/ 607549 h 951879"/>
                <a:gd name="connsiteX17" fmla="*/ 580988 w 897487"/>
                <a:gd name="connsiteY17" fmla="*/ 667381 h 951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97487" h="951879">
                  <a:moveTo>
                    <a:pt x="580988" y="667381"/>
                  </a:moveTo>
                  <a:lnTo>
                    <a:pt x="409649" y="667381"/>
                  </a:lnTo>
                  <a:cubicBezTo>
                    <a:pt x="423248" y="667381"/>
                    <a:pt x="548352" y="561314"/>
                    <a:pt x="591866" y="525959"/>
                  </a:cubicBezTo>
                  <a:cubicBezTo>
                    <a:pt x="700653" y="433491"/>
                    <a:pt x="899188" y="297508"/>
                    <a:pt x="842075" y="123450"/>
                  </a:cubicBezTo>
                  <a:lnTo>
                    <a:pt x="842075" y="123450"/>
                  </a:lnTo>
                  <a:cubicBezTo>
                    <a:pt x="831197" y="82655"/>
                    <a:pt x="798560" y="58178"/>
                    <a:pt x="798560" y="58178"/>
                  </a:cubicBezTo>
                  <a:cubicBezTo>
                    <a:pt x="798560" y="58178"/>
                    <a:pt x="787682" y="90814"/>
                    <a:pt x="746887" y="107132"/>
                  </a:cubicBezTo>
                  <a:cubicBezTo>
                    <a:pt x="730569" y="109852"/>
                    <a:pt x="714251" y="115291"/>
                    <a:pt x="697933" y="115291"/>
                  </a:cubicBezTo>
                  <a:cubicBezTo>
                    <a:pt x="684334" y="115291"/>
                    <a:pt x="219273" y="115291"/>
                    <a:pt x="219273" y="115291"/>
                  </a:cubicBezTo>
                  <a:cubicBezTo>
                    <a:pt x="156721" y="115291"/>
                    <a:pt x="105048" y="166964"/>
                    <a:pt x="102328" y="224077"/>
                  </a:cubicBezTo>
                  <a:cubicBezTo>
                    <a:pt x="102328" y="283910"/>
                    <a:pt x="151282" y="332863"/>
                    <a:pt x="213834" y="332863"/>
                  </a:cubicBezTo>
                  <a:lnTo>
                    <a:pt x="485800" y="335583"/>
                  </a:lnTo>
                  <a:cubicBezTo>
                    <a:pt x="360695" y="406294"/>
                    <a:pt x="211114" y="487884"/>
                    <a:pt x="134964" y="615708"/>
                  </a:cubicBezTo>
                  <a:cubicBezTo>
                    <a:pt x="91449" y="689138"/>
                    <a:pt x="45215" y="800644"/>
                    <a:pt x="61533" y="884953"/>
                  </a:cubicBezTo>
                  <a:cubicBezTo>
                    <a:pt x="121366" y="830560"/>
                    <a:pt x="279106" y="778887"/>
                    <a:pt x="398771" y="806083"/>
                  </a:cubicBezTo>
                  <a:cubicBezTo>
                    <a:pt x="445005" y="814242"/>
                    <a:pt x="491239" y="838719"/>
                    <a:pt x="529314" y="863196"/>
                  </a:cubicBezTo>
                  <a:cubicBezTo>
                    <a:pt x="755046" y="1004618"/>
                    <a:pt x="891029" y="727213"/>
                    <a:pt x="782242" y="607549"/>
                  </a:cubicBezTo>
                  <a:cubicBezTo>
                    <a:pt x="784962" y="607549"/>
                    <a:pt x="722410" y="667381"/>
                    <a:pt x="580988" y="667381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D7F2BB29-4780-4E13-9447-551D7705D3EF}"/>
                </a:ext>
              </a:extLst>
            </p:cNvPr>
            <p:cNvSpPr/>
            <p:nvPr/>
          </p:nvSpPr>
          <p:spPr>
            <a:xfrm>
              <a:off x="2624650" y="1948442"/>
              <a:ext cx="1903761" cy="1577400"/>
            </a:xfrm>
            <a:custGeom>
              <a:avLst/>
              <a:gdLst>
                <a:gd name="connsiteX0" fmla="*/ 1559430 w 1903760"/>
                <a:gd name="connsiteY0" fmla="*/ 1165078 h 1577399"/>
                <a:gd name="connsiteX1" fmla="*/ 1369054 w 1903760"/>
                <a:gd name="connsiteY1" fmla="*/ 593950 h 1577399"/>
                <a:gd name="connsiteX2" fmla="*/ 1483279 w 1903760"/>
                <a:gd name="connsiteY2" fmla="*/ 126170 h 1577399"/>
                <a:gd name="connsiteX3" fmla="*/ 1311941 w 1903760"/>
                <a:gd name="connsiteY3" fmla="*/ 58178 h 1577399"/>
                <a:gd name="connsiteX4" fmla="*/ 1078050 w 1903760"/>
                <a:gd name="connsiteY4" fmla="*/ 205040 h 1577399"/>
                <a:gd name="connsiteX5" fmla="*/ 846879 w 1903760"/>
                <a:gd name="connsiteY5" fmla="*/ 523239 h 1577399"/>
                <a:gd name="connsiteX6" fmla="*/ 645624 w 1903760"/>
                <a:gd name="connsiteY6" fmla="*/ 210479 h 1577399"/>
                <a:gd name="connsiteX7" fmla="*/ 455248 w 1903760"/>
                <a:gd name="connsiteY7" fmla="*/ 63617 h 1577399"/>
                <a:gd name="connsiteX8" fmla="*/ 234956 w 1903760"/>
                <a:gd name="connsiteY8" fmla="*/ 137048 h 1577399"/>
                <a:gd name="connsiteX9" fmla="*/ 316546 w 1903760"/>
                <a:gd name="connsiteY9" fmla="*/ 588511 h 1577399"/>
                <a:gd name="connsiteX10" fmla="*/ 58178 w 1903760"/>
                <a:gd name="connsiteY10" fmla="*/ 1072610 h 1577399"/>
                <a:gd name="connsiteX11" fmla="*/ 474286 w 1903760"/>
                <a:gd name="connsiteY11" fmla="*/ 1020936 h 1577399"/>
                <a:gd name="connsiteX12" fmla="*/ 555876 w 1903760"/>
                <a:gd name="connsiteY12" fmla="*/ 572193 h 1577399"/>
                <a:gd name="connsiteX13" fmla="*/ 830561 w 1903760"/>
                <a:gd name="connsiteY13" fmla="*/ 993740 h 1577399"/>
                <a:gd name="connsiteX14" fmla="*/ 1140602 w 1903760"/>
                <a:gd name="connsiteY14" fmla="*/ 574913 h 1577399"/>
                <a:gd name="connsiteX15" fmla="*/ 1567589 w 1903760"/>
                <a:gd name="connsiteY15" fmla="*/ 1526792 h 1577399"/>
                <a:gd name="connsiteX16" fmla="*/ 1866751 w 1903760"/>
                <a:gd name="connsiteY16" fmla="*/ 1322818 h 1577399"/>
                <a:gd name="connsiteX17" fmla="*/ 1559430 w 1903760"/>
                <a:gd name="connsiteY17" fmla="*/ 1165078 h 1577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903760" h="1577399">
                  <a:moveTo>
                    <a:pt x="1559430" y="1165078"/>
                  </a:moveTo>
                  <a:cubicBezTo>
                    <a:pt x="1420727" y="1012777"/>
                    <a:pt x="1377213" y="762569"/>
                    <a:pt x="1369054" y="593950"/>
                  </a:cubicBezTo>
                  <a:cubicBezTo>
                    <a:pt x="1360895" y="449809"/>
                    <a:pt x="1369054" y="199600"/>
                    <a:pt x="1483279" y="126170"/>
                  </a:cubicBezTo>
                  <a:cubicBezTo>
                    <a:pt x="1445204" y="77216"/>
                    <a:pt x="1369054" y="58178"/>
                    <a:pt x="1311941" y="58178"/>
                  </a:cubicBezTo>
                  <a:cubicBezTo>
                    <a:pt x="1184117" y="58178"/>
                    <a:pt x="1121565" y="142488"/>
                    <a:pt x="1078050" y="205040"/>
                  </a:cubicBezTo>
                  <a:cubicBezTo>
                    <a:pt x="1064452" y="224077"/>
                    <a:pt x="846879" y="523239"/>
                    <a:pt x="846879" y="523239"/>
                  </a:cubicBezTo>
                  <a:cubicBezTo>
                    <a:pt x="846879" y="523239"/>
                    <a:pt x="667382" y="243115"/>
                    <a:pt x="645624" y="210479"/>
                  </a:cubicBezTo>
                  <a:cubicBezTo>
                    <a:pt x="615708" y="164245"/>
                    <a:pt x="555876" y="77216"/>
                    <a:pt x="455248" y="63617"/>
                  </a:cubicBezTo>
                  <a:cubicBezTo>
                    <a:pt x="411734" y="58178"/>
                    <a:pt x="297508" y="52739"/>
                    <a:pt x="234956" y="137048"/>
                  </a:cubicBezTo>
                  <a:cubicBezTo>
                    <a:pt x="341023" y="221357"/>
                    <a:pt x="338303" y="438930"/>
                    <a:pt x="316546" y="588511"/>
                  </a:cubicBezTo>
                  <a:cubicBezTo>
                    <a:pt x="248554" y="1031815"/>
                    <a:pt x="58178" y="1072610"/>
                    <a:pt x="58178" y="1072610"/>
                  </a:cubicBezTo>
                  <a:cubicBezTo>
                    <a:pt x="156086" y="1333696"/>
                    <a:pt x="403575" y="1230350"/>
                    <a:pt x="474286" y="1020936"/>
                  </a:cubicBezTo>
                  <a:cubicBezTo>
                    <a:pt x="520520" y="884953"/>
                    <a:pt x="550436" y="713615"/>
                    <a:pt x="555876" y="572193"/>
                  </a:cubicBezTo>
                  <a:lnTo>
                    <a:pt x="830561" y="993740"/>
                  </a:lnTo>
                  <a:cubicBezTo>
                    <a:pt x="830561" y="993740"/>
                    <a:pt x="1140602" y="574913"/>
                    <a:pt x="1140602" y="574913"/>
                  </a:cubicBezTo>
                  <a:cubicBezTo>
                    <a:pt x="1088929" y="1314659"/>
                    <a:pt x="1344577" y="1526792"/>
                    <a:pt x="1567589" y="1526792"/>
                  </a:cubicBezTo>
                  <a:cubicBezTo>
                    <a:pt x="1790601" y="1526792"/>
                    <a:pt x="1866751" y="1322818"/>
                    <a:pt x="1866751" y="1322818"/>
                  </a:cubicBezTo>
                  <a:cubicBezTo>
                    <a:pt x="1744367" y="1314659"/>
                    <a:pt x="1641019" y="1252107"/>
                    <a:pt x="1559430" y="1165078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571254D5-4491-4E5C-A533-A0FDC183833D}"/>
                </a:ext>
              </a:extLst>
            </p:cNvPr>
            <p:cNvSpPr/>
            <p:nvPr/>
          </p:nvSpPr>
          <p:spPr>
            <a:xfrm>
              <a:off x="4792218" y="3234839"/>
              <a:ext cx="271966" cy="652717"/>
            </a:xfrm>
            <a:custGeom>
              <a:avLst/>
              <a:gdLst>
                <a:gd name="connsiteX0" fmla="*/ 88095 w 271965"/>
                <a:gd name="connsiteY0" fmla="*/ 120730 h 652717"/>
                <a:gd name="connsiteX1" fmla="*/ 93534 w 271965"/>
                <a:gd name="connsiteY1" fmla="*/ 153366 h 652717"/>
                <a:gd name="connsiteX2" fmla="*/ 93534 w 271965"/>
                <a:gd name="connsiteY2" fmla="*/ 544997 h 652717"/>
                <a:gd name="connsiteX3" fmla="*/ 156086 w 271965"/>
                <a:gd name="connsiteY3" fmla="*/ 604829 h 652717"/>
                <a:gd name="connsiteX4" fmla="*/ 221358 w 271965"/>
                <a:gd name="connsiteY4" fmla="*/ 544997 h 652717"/>
                <a:gd name="connsiteX5" fmla="*/ 221358 w 271965"/>
                <a:gd name="connsiteY5" fmla="*/ 194161 h 652717"/>
                <a:gd name="connsiteX6" fmla="*/ 210479 w 271965"/>
                <a:gd name="connsiteY6" fmla="*/ 109852 h 652717"/>
                <a:gd name="connsiteX7" fmla="*/ 118011 w 271965"/>
                <a:gd name="connsiteY7" fmla="*/ 58178 h 652717"/>
                <a:gd name="connsiteX8" fmla="*/ 58178 w 271965"/>
                <a:gd name="connsiteY8" fmla="*/ 88094 h 652717"/>
                <a:gd name="connsiteX9" fmla="*/ 88095 w 271965"/>
                <a:gd name="connsiteY9" fmla="*/ 120730 h 65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1965" h="652717">
                  <a:moveTo>
                    <a:pt x="88095" y="120730"/>
                  </a:moveTo>
                  <a:cubicBezTo>
                    <a:pt x="90814" y="131609"/>
                    <a:pt x="90814" y="142487"/>
                    <a:pt x="93534" y="153366"/>
                  </a:cubicBezTo>
                  <a:cubicBezTo>
                    <a:pt x="93534" y="156086"/>
                    <a:pt x="93534" y="542277"/>
                    <a:pt x="93534" y="544997"/>
                  </a:cubicBezTo>
                  <a:cubicBezTo>
                    <a:pt x="93534" y="577632"/>
                    <a:pt x="123450" y="604829"/>
                    <a:pt x="156086" y="604829"/>
                  </a:cubicBezTo>
                  <a:cubicBezTo>
                    <a:pt x="188722" y="607548"/>
                    <a:pt x="221358" y="577632"/>
                    <a:pt x="221358" y="544997"/>
                  </a:cubicBezTo>
                  <a:cubicBezTo>
                    <a:pt x="221358" y="539557"/>
                    <a:pt x="221358" y="194161"/>
                    <a:pt x="221358" y="194161"/>
                  </a:cubicBezTo>
                  <a:cubicBezTo>
                    <a:pt x="221358" y="164245"/>
                    <a:pt x="224078" y="134329"/>
                    <a:pt x="210479" y="109852"/>
                  </a:cubicBezTo>
                  <a:cubicBezTo>
                    <a:pt x="196881" y="79935"/>
                    <a:pt x="158806" y="58178"/>
                    <a:pt x="118011" y="58178"/>
                  </a:cubicBezTo>
                  <a:cubicBezTo>
                    <a:pt x="79936" y="58178"/>
                    <a:pt x="58178" y="88094"/>
                    <a:pt x="58178" y="88094"/>
                  </a:cubicBezTo>
                  <a:cubicBezTo>
                    <a:pt x="58178" y="88094"/>
                    <a:pt x="77216" y="93534"/>
                    <a:pt x="88095" y="120730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DA453BC8-0B36-4D4E-AC2E-A19401EAC3CD}"/>
                </a:ext>
              </a:extLst>
            </p:cNvPr>
            <p:cNvSpPr/>
            <p:nvPr/>
          </p:nvSpPr>
          <p:spPr>
            <a:xfrm>
              <a:off x="8751819" y="3234667"/>
              <a:ext cx="271966" cy="652717"/>
            </a:xfrm>
            <a:custGeom>
              <a:avLst/>
              <a:gdLst>
                <a:gd name="connsiteX0" fmla="*/ 191663 w 271965"/>
                <a:gd name="connsiteY0" fmla="*/ 542449 h 652717"/>
                <a:gd name="connsiteX1" fmla="*/ 186224 w 271965"/>
                <a:gd name="connsiteY1" fmla="*/ 509813 h 652717"/>
                <a:gd name="connsiteX2" fmla="*/ 186224 w 271965"/>
                <a:gd name="connsiteY2" fmla="*/ 118183 h 652717"/>
                <a:gd name="connsiteX3" fmla="*/ 123672 w 271965"/>
                <a:gd name="connsiteY3" fmla="*/ 58350 h 652717"/>
                <a:gd name="connsiteX4" fmla="*/ 58400 w 271965"/>
                <a:gd name="connsiteY4" fmla="*/ 118183 h 652717"/>
                <a:gd name="connsiteX5" fmla="*/ 58400 w 271965"/>
                <a:gd name="connsiteY5" fmla="*/ 469018 h 652717"/>
                <a:gd name="connsiteX6" fmla="*/ 69279 w 271965"/>
                <a:gd name="connsiteY6" fmla="*/ 553328 h 652717"/>
                <a:gd name="connsiteX7" fmla="*/ 161747 w 271965"/>
                <a:gd name="connsiteY7" fmla="*/ 605001 h 652717"/>
                <a:gd name="connsiteX8" fmla="*/ 221580 w 271965"/>
                <a:gd name="connsiteY8" fmla="*/ 575085 h 652717"/>
                <a:gd name="connsiteX9" fmla="*/ 191663 w 271965"/>
                <a:gd name="connsiteY9" fmla="*/ 542449 h 65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1965" h="652717">
                  <a:moveTo>
                    <a:pt x="191663" y="542449"/>
                  </a:moveTo>
                  <a:cubicBezTo>
                    <a:pt x="188944" y="531570"/>
                    <a:pt x="186224" y="520692"/>
                    <a:pt x="186224" y="509813"/>
                  </a:cubicBezTo>
                  <a:cubicBezTo>
                    <a:pt x="186224" y="507093"/>
                    <a:pt x="186224" y="120902"/>
                    <a:pt x="186224" y="118183"/>
                  </a:cubicBezTo>
                  <a:cubicBezTo>
                    <a:pt x="186224" y="85547"/>
                    <a:pt x="156308" y="58350"/>
                    <a:pt x="123672" y="58350"/>
                  </a:cubicBezTo>
                  <a:cubicBezTo>
                    <a:pt x="91036" y="55631"/>
                    <a:pt x="58400" y="85547"/>
                    <a:pt x="58400" y="118183"/>
                  </a:cubicBezTo>
                  <a:cubicBezTo>
                    <a:pt x="58400" y="123622"/>
                    <a:pt x="58400" y="469018"/>
                    <a:pt x="58400" y="469018"/>
                  </a:cubicBezTo>
                  <a:cubicBezTo>
                    <a:pt x="58400" y="498934"/>
                    <a:pt x="55680" y="528851"/>
                    <a:pt x="69279" y="553328"/>
                  </a:cubicBezTo>
                  <a:cubicBezTo>
                    <a:pt x="82877" y="583244"/>
                    <a:pt x="120953" y="605001"/>
                    <a:pt x="161747" y="605001"/>
                  </a:cubicBezTo>
                  <a:cubicBezTo>
                    <a:pt x="199822" y="605001"/>
                    <a:pt x="221580" y="575085"/>
                    <a:pt x="221580" y="575085"/>
                  </a:cubicBezTo>
                  <a:cubicBezTo>
                    <a:pt x="221580" y="575085"/>
                    <a:pt x="202542" y="566926"/>
                    <a:pt x="191663" y="542449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517E3687-21BC-4B66-82A1-9652DB0C0A88}"/>
                </a:ext>
              </a:extLst>
            </p:cNvPr>
            <p:cNvSpPr/>
            <p:nvPr/>
          </p:nvSpPr>
          <p:spPr>
            <a:xfrm>
              <a:off x="6320666" y="3416868"/>
              <a:ext cx="435145" cy="462341"/>
            </a:xfrm>
            <a:custGeom>
              <a:avLst/>
              <a:gdLst>
                <a:gd name="connsiteX0" fmla="*/ 302948 w 435145"/>
                <a:gd name="connsiteY0" fmla="*/ 74684 h 462341"/>
                <a:gd name="connsiteX1" fmla="*/ 186003 w 435145"/>
                <a:gd name="connsiteY1" fmla="*/ 148115 h 462341"/>
                <a:gd name="connsiteX2" fmla="*/ 186003 w 435145"/>
                <a:gd name="connsiteY2" fmla="*/ 148115 h 462341"/>
                <a:gd name="connsiteX3" fmla="*/ 186003 w 435145"/>
                <a:gd name="connsiteY3" fmla="*/ 115479 h 462341"/>
                <a:gd name="connsiteX4" fmla="*/ 123450 w 435145"/>
                <a:gd name="connsiteY4" fmla="*/ 58366 h 462341"/>
                <a:gd name="connsiteX5" fmla="*/ 58178 w 435145"/>
                <a:gd name="connsiteY5" fmla="*/ 115479 h 462341"/>
                <a:gd name="connsiteX6" fmla="*/ 58178 w 435145"/>
                <a:gd name="connsiteY6" fmla="*/ 362967 h 462341"/>
                <a:gd name="connsiteX7" fmla="*/ 120730 w 435145"/>
                <a:gd name="connsiteY7" fmla="*/ 422800 h 462341"/>
                <a:gd name="connsiteX8" fmla="*/ 186003 w 435145"/>
                <a:gd name="connsiteY8" fmla="*/ 362967 h 462341"/>
                <a:gd name="connsiteX9" fmla="*/ 186003 w 435145"/>
                <a:gd name="connsiteY9" fmla="*/ 213386 h 462341"/>
                <a:gd name="connsiteX10" fmla="*/ 186003 w 435145"/>
                <a:gd name="connsiteY10" fmla="*/ 213386 h 462341"/>
                <a:gd name="connsiteX11" fmla="*/ 229517 w 435145"/>
                <a:gd name="connsiteY11" fmla="*/ 161713 h 462341"/>
                <a:gd name="connsiteX12" fmla="*/ 259433 w 435145"/>
                <a:gd name="connsiteY12" fmla="*/ 194349 h 462341"/>
                <a:gd name="connsiteX13" fmla="*/ 259433 w 435145"/>
                <a:gd name="connsiteY13" fmla="*/ 362967 h 462341"/>
                <a:gd name="connsiteX14" fmla="*/ 321985 w 435145"/>
                <a:gd name="connsiteY14" fmla="*/ 422800 h 462341"/>
                <a:gd name="connsiteX15" fmla="*/ 387257 w 435145"/>
                <a:gd name="connsiteY15" fmla="*/ 362967 h 462341"/>
                <a:gd name="connsiteX16" fmla="*/ 387257 w 435145"/>
                <a:gd name="connsiteY16" fmla="*/ 273219 h 462341"/>
                <a:gd name="connsiteX17" fmla="*/ 302948 w 435145"/>
                <a:gd name="connsiteY17" fmla="*/ 74684 h 46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5145" h="462341">
                  <a:moveTo>
                    <a:pt x="302948" y="74684"/>
                  </a:moveTo>
                  <a:cubicBezTo>
                    <a:pt x="234956" y="74684"/>
                    <a:pt x="196881" y="131797"/>
                    <a:pt x="186003" y="148115"/>
                  </a:cubicBezTo>
                  <a:lnTo>
                    <a:pt x="186003" y="148115"/>
                  </a:lnTo>
                  <a:cubicBezTo>
                    <a:pt x="186003" y="129077"/>
                    <a:pt x="186003" y="115479"/>
                    <a:pt x="186003" y="115479"/>
                  </a:cubicBezTo>
                  <a:cubicBezTo>
                    <a:pt x="186003" y="82843"/>
                    <a:pt x="156086" y="58366"/>
                    <a:pt x="123450" y="58366"/>
                  </a:cubicBezTo>
                  <a:cubicBezTo>
                    <a:pt x="90814" y="55646"/>
                    <a:pt x="58178" y="82843"/>
                    <a:pt x="58178" y="115479"/>
                  </a:cubicBezTo>
                  <a:cubicBezTo>
                    <a:pt x="58178" y="120918"/>
                    <a:pt x="58178" y="360248"/>
                    <a:pt x="58178" y="362967"/>
                  </a:cubicBezTo>
                  <a:cubicBezTo>
                    <a:pt x="58178" y="395603"/>
                    <a:pt x="88095" y="422800"/>
                    <a:pt x="120730" y="422800"/>
                  </a:cubicBezTo>
                  <a:cubicBezTo>
                    <a:pt x="153366" y="425519"/>
                    <a:pt x="186003" y="395603"/>
                    <a:pt x="186003" y="362967"/>
                  </a:cubicBezTo>
                  <a:cubicBezTo>
                    <a:pt x="186003" y="360248"/>
                    <a:pt x="186003" y="281378"/>
                    <a:pt x="186003" y="213386"/>
                  </a:cubicBezTo>
                  <a:lnTo>
                    <a:pt x="186003" y="213386"/>
                  </a:lnTo>
                  <a:cubicBezTo>
                    <a:pt x="191442" y="186190"/>
                    <a:pt x="205040" y="161713"/>
                    <a:pt x="229517" y="161713"/>
                  </a:cubicBezTo>
                  <a:cubicBezTo>
                    <a:pt x="259433" y="161713"/>
                    <a:pt x="259433" y="194349"/>
                    <a:pt x="259433" y="194349"/>
                  </a:cubicBezTo>
                  <a:lnTo>
                    <a:pt x="259433" y="362967"/>
                  </a:lnTo>
                  <a:cubicBezTo>
                    <a:pt x="259433" y="395603"/>
                    <a:pt x="289349" y="422800"/>
                    <a:pt x="321985" y="422800"/>
                  </a:cubicBezTo>
                  <a:cubicBezTo>
                    <a:pt x="354621" y="425519"/>
                    <a:pt x="387257" y="395603"/>
                    <a:pt x="387257" y="362967"/>
                  </a:cubicBezTo>
                  <a:lnTo>
                    <a:pt x="387257" y="273219"/>
                  </a:lnTo>
                  <a:cubicBezTo>
                    <a:pt x="387257" y="183470"/>
                    <a:pt x="395416" y="71964"/>
                    <a:pt x="302948" y="7468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A7E08B6C-E100-4F26-B629-3732E3E024EC}"/>
                </a:ext>
              </a:extLst>
            </p:cNvPr>
            <p:cNvSpPr/>
            <p:nvPr/>
          </p:nvSpPr>
          <p:spPr>
            <a:xfrm>
              <a:off x="7960620" y="3416868"/>
              <a:ext cx="435145" cy="462341"/>
            </a:xfrm>
            <a:custGeom>
              <a:avLst/>
              <a:gdLst>
                <a:gd name="connsiteX0" fmla="*/ 302948 w 435145"/>
                <a:gd name="connsiteY0" fmla="*/ 74684 h 462341"/>
                <a:gd name="connsiteX1" fmla="*/ 186002 w 435145"/>
                <a:gd name="connsiteY1" fmla="*/ 148115 h 462341"/>
                <a:gd name="connsiteX2" fmla="*/ 186002 w 435145"/>
                <a:gd name="connsiteY2" fmla="*/ 148115 h 462341"/>
                <a:gd name="connsiteX3" fmla="*/ 186002 w 435145"/>
                <a:gd name="connsiteY3" fmla="*/ 115479 h 462341"/>
                <a:gd name="connsiteX4" fmla="*/ 123450 w 435145"/>
                <a:gd name="connsiteY4" fmla="*/ 58366 h 462341"/>
                <a:gd name="connsiteX5" fmla="*/ 58178 w 435145"/>
                <a:gd name="connsiteY5" fmla="*/ 115479 h 462341"/>
                <a:gd name="connsiteX6" fmla="*/ 58178 w 435145"/>
                <a:gd name="connsiteY6" fmla="*/ 362967 h 462341"/>
                <a:gd name="connsiteX7" fmla="*/ 120730 w 435145"/>
                <a:gd name="connsiteY7" fmla="*/ 422800 h 462341"/>
                <a:gd name="connsiteX8" fmla="*/ 186002 w 435145"/>
                <a:gd name="connsiteY8" fmla="*/ 362967 h 462341"/>
                <a:gd name="connsiteX9" fmla="*/ 186002 w 435145"/>
                <a:gd name="connsiteY9" fmla="*/ 213386 h 462341"/>
                <a:gd name="connsiteX10" fmla="*/ 186002 w 435145"/>
                <a:gd name="connsiteY10" fmla="*/ 213386 h 462341"/>
                <a:gd name="connsiteX11" fmla="*/ 229517 w 435145"/>
                <a:gd name="connsiteY11" fmla="*/ 161713 h 462341"/>
                <a:gd name="connsiteX12" fmla="*/ 259433 w 435145"/>
                <a:gd name="connsiteY12" fmla="*/ 194349 h 462341"/>
                <a:gd name="connsiteX13" fmla="*/ 259433 w 435145"/>
                <a:gd name="connsiteY13" fmla="*/ 362967 h 462341"/>
                <a:gd name="connsiteX14" fmla="*/ 321985 w 435145"/>
                <a:gd name="connsiteY14" fmla="*/ 422800 h 462341"/>
                <a:gd name="connsiteX15" fmla="*/ 387257 w 435145"/>
                <a:gd name="connsiteY15" fmla="*/ 362967 h 462341"/>
                <a:gd name="connsiteX16" fmla="*/ 387257 w 435145"/>
                <a:gd name="connsiteY16" fmla="*/ 273219 h 462341"/>
                <a:gd name="connsiteX17" fmla="*/ 302948 w 435145"/>
                <a:gd name="connsiteY17" fmla="*/ 74684 h 46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5145" h="462341">
                  <a:moveTo>
                    <a:pt x="302948" y="74684"/>
                  </a:moveTo>
                  <a:cubicBezTo>
                    <a:pt x="234956" y="74684"/>
                    <a:pt x="196881" y="131797"/>
                    <a:pt x="186002" y="148115"/>
                  </a:cubicBezTo>
                  <a:lnTo>
                    <a:pt x="186002" y="148115"/>
                  </a:lnTo>
                  <a:cubicBezTo>
                    <a:pt x="186002" y="129077"/>
                    <a:pt x="186002" y="115479"/>
                    <a:pt x="186002" y="115479"/>
                  </a:cubicBezTo>
                  <a:cubicBezTo>
                    <a:pt x="186002" y="82843"/>
                    <a:pt x="156086" y="58366"/>
                    <a:pt x="123450" y="58366"/>
                  </a:cubicBezTo>
                  <a:cubicBezTo>
                    <a:pt x="90814" y="55646"/>
                    <a:pt x="58178" y="82843"/>
                    <a:pt x="58178" y="115479"/>
                  </a:cubicBezTo>
                  <a:cubicBezTo>
                    <a:pt x="58178" y="120918"/>
                    <a:pt x="58178" y="360248"/>
                    <a:pt x="58178" y="362967"/>
                  </a:cubicBezTo>
                  <a:cubicBezTo>
                    <a:pt x="58178" y="395603"/>
                    <a:pt x="88095" y="422800"/>
                    <a:pt x="120730" y="422800"/>
                  </a:cubicBezTo>
                  <a:cubicBezTo>
                    <a:pt x="153366" y="425519"/>
                    <a:pt x="186002" y="395603"/>
                    <a:pt x="186002" y="362967"/>
                  </a:cubicBezTo>
                  <a:cubicBezTo>
                    <a:pt x="186002" y="360248"/>
                    <a:pt x="186002" y="281378"/>
                    <a:pt x="186002" y="213386"/>
                  </a:cubicBezTo>
                  <a:lnTo>
                    <a:pt x="186002" y="213386"/>
                  </a:lnTo>
                  <a:cubicBezTo>
                    <a:pt x="191442" y="186190"/>
                    <a:pt x="205040" y="161713"/>
                    <a:pt x="229517" y="161713"/>
                  </a:cubicBezTo>
                  <a:cubicBezTo>
                    <a:pt x="259433" y="161713"/>
                    <a:pt x="259433" y="194349"/>
                    <a:pt x="259433" y="194349"/>
                  </a:cubicBezTo>
                  <a:lnTo>
                    <a:pt x="259433" y="362967"/>
                  </a:lnTo>
                  <a:cubicBezTo>
                    <a:pt x="259433" y="395603"/>
                    <a:pt x="289349" y="422800"/>
                    <a:pt x="321985" y="422800"/>
                  </a:cubicBezTo>
                  <a:cubicBezTo>
                    <a:pt x="354621" y="425519"/>
                    <a:pt x="387257" y="395603"/>
                    <a:pt x="387257" y="362967"/>
                  </a:cubicBezTo>
                  <a:lnTo>
                    <a:pt x="387257" y="273219"/>
                  </a:lnTo>
                  <a:cubicBezTo>
                    <a:pt x="384537" y="183470"/>
                    <a:pt x="395416" y="71964"/>
                    <a:pt x="302948" y="7468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7F095C42-829F-4A42-936F-5E5F8E797CAC}"/>
                </a:ext>
              </a:extLst>
            </p:cNvPr>
            <p:cNvSpPr/>
            <p:nvPr/>
          </p:nvSpPr>
          <p:spPr>
            <a:xfrm>
              <a:off x="5020669" y="3416868"/>
              <a:ext cx="435145" cy="462341"/>
            </a:xfrm>
            <a:custGeom>
              <a:avLst/>
              <a:gdLst>
                <a:gd name="connsiteX0" fmla="*/ 302948 w 435145"/>
                <a:gd name="connsiteY0" fmla="*/ 74684 h 462341"/>
                <a:gd name="connsiteX1" fmla="*/ 186002 w 435145"/>
                <a:gd name="connsiteY1" fmla="*/ 148115 h 462341"/>
                <a:gd name="connsiteX2" fmla="*/ 186002 w 435145"/>
                <a:gd name="connsiteY2" fmla="*/ 148115 h 462341"/>
                <a:gd name="connsiteX3" fmla="*/ 186002 w 435145"/>
                <a:gd name="connsiteY3" fmla="*/ 115479 h 462341"/>
                <a:gd name="connsiteX4" fmla="*/ 123450 w 435145"/>
                <a:gd name="connsiteY4" fmla="*/ 58366 h 462341"/>
                <a:gd name="connsiteX5" fmla="*/ 58178 w 435145"/>
                <a:gd name="connsiteY5" fmla="*/ 115479 h 462341"/>
                <a:gd name="connsiteX6" fmla="*/ 58178 w 435145"/>
                <a:gd name="connsiteY6" fmla="*/ 362967 h 462341"/>
                <a:gd name="connsiteX7" fmla="*/ 120730 w 435145"/>
                <a:gd name="connsiteY7" fmla="*/ 422800 h 462341"/>
                <a:gd name="connsiteX8" fmla="*/ 186002 w 435145"/>
                <a:gd name="connsiteY8" fmla="*/ 362967 h 462341"/>
                <a:gd name="connsiteX9" fmla="*/ 186002 w 435145"/>
                <a:gd name="connsiteY9" fmla="*/ 213386 h 462341"/>
                <a:gd name="connsiteX10" fmla="*/ 186002 w 435145"/>
                <a:gd name="connsiteY10" fmla="*/ 213386 h 462341"/>
                <a:gd name="connsiteX11" fmla="*/ 229517 w 435145"/>
                <a:gd name="connsiteY11" fmla="*/ 161713 h 462341"/>
                <a:gd name="connsiteX12" fmla="*/ 259433 w 435145"/>
                <a:gd name="connsiteY12" fmla="*/ 194349 h 462341"/>
                <a:gd name="connsiteX13" fmla="*/ 259433 w 435145"/>
                <a:gd name="connsiteY13" fmla="*/ 362967 h 462341"/>
                <a:gd name="connsiteX14" fmla="*/ 321985 w 435145"/>
                <a:gd name="connsiteY14" fmla="*/ 422800 h 462341"/>
                <a:gd name="connsiteX15" fmla="*/ 387257 w 435145"/>
                <a:gd name="connsiteY15" fmla="*/ 362967 h 462341"/>
                <a:gd name="connsiteX16" fmla="*/ 387257 w 435145"/>
                <a:gd name="connsiteY16" fmla="*/ 273219 h 462341"/>
                <a:gd name="connsiteX17" fmla="*/ 302948 w 435145"/>
                <a:gd name="connsiteY17" fmla="*/ 74684 h 46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5145" h="462341">
                  <a:moveTo>
                    <a:pt x="302948" y="74684"/>
                  </a:moveTo>
                  <a:cubicBezTo>
                    <a:pt x="234956" y="74684"/>
                    <a:pt x="196881" y="131797"/>
                    <a:pt x="186002" y="148115"/>
                  </a:cubicBezTo>
                  <a:lnTo>
                    <a:pt x="186002" y="148115"/>
                  </a:lnTo>
                  <a:cubicBezTo>
                    <a:pt x="186002" y="129077"/>
                    <a:pt x="186002" y="115479"/>
                    <a:pt x="186002" y="115479"/>
                  </a:cubicBezTo>
                  <a:cubicBezTo>
                    <a:pt x="186002" y="82843"/>
                    <a:pt x="156086" y="58366"/>
                    <a:pt x="123450" y="58366"/>
                  </a:cubicBezTo>
                  <a:cubicBezTo>
                    <a:pt x="90814" y="55646"/>
                    <a:pt x="58178" y="82843"/>
                    <a:pt x="58178" y="115479"/>
                  </a:cubicBezTo>
                  <a:cubicBezTo>
                    <a:pt x="58178" y="120918"/>
                    <a:pt x="58178" y="360248"/>
                    <a:pt x="58178" y="362967"/>
                  </a:cubicBezTo>
                  <a:cubicBezTo>
                    <a:pt x="58178" y="395603"/>
                    <a:pt x="88094" y="422800"/>
                    <a:pt x="120730" y="422800"/>
                  </a:cubicBezTo>
                  <a:cubicBezTo>
                    <a:pt x="153366" y="425519"/>
                    <a:pt x="186002" y="395603"/>
                    <a:pt x="186002" y="362967"/>
                  </a:cubicBezTo>
                  <a:cubicBezTo>
                    <a:pt x="186002" y="360248"/>
                    <a:pt x="186002" y="281378"/>
                    <a:pt x="186002" y="213386"/>
                  </a:cubicBezTo>
                  <a:lnTo>
                    <a:pt x="186002" y="213386"/>
                  </a:lnTo>
                  <a:cubicBezTo>
                    <a:pt x="191442" y="186190"/>
                    <a:pt x="205040" y="161713"/>
                    <a:pt x="229517" y="161713"/>
                  </a:cubicBezTo>
                  <a:cubicBezTo>
                    <a:pt x="259433" y="161713"/>
                    <a:pt x="259433" y="194349"/>
                    <a:pt x="259433" y="194349"/>
                  </a:cubicBezTo>
                  <a:lnTo>
                    <a:pt x="259433" y="362967"/>
                  </a:lnTo>
                  <a:cubicBezTo>
                    <a:pt x="259433" y="395603"/>
                    <a:pt x="289349" y="422800"/>
                    <a:pt x="321985" y="422800"/>
                  </a:cubicBezTo>
                  <a:cubicBezTo>
                    <a:pt x="354621" y="425519"/>
                    <a:pt x="387257" y="395603"/>
                    <a:pt x="387257" y="362967"/>
                  </a:cubicBezTo>
                  <a:lnTo>
                    <a:pt x="387257" y="273219"/>
                  </a:lnTo>
                  <a:cubicBezTo>
                    <a:pt x="384537" y="183470"/>
                    <a:pt x="395416" y="71964"/>
                    <a:pt x="302948" y="74684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00D3CA62-E398-459B-A561-78BE2297E0B2}"/>
                </a:ext>
              </a:extLst>
            </p:cNvPr>
            <p:cNvSpPr/>
            <p:nvPr/>
          </p:nvSpPr>
          <p:spPr>
            <a:xfrm>
              <a:off x="7616289" y="3475234"/>
              <a:ext cx="364436" cy="364434"/>
            </a:xfrm>
            <a:custGeom>
              <a:avLst/>
              <a:gdLst>
                <a:gd name="connsiteX0" fmla="*/ 182218 w 364436"/>
                <a:gd name="connsiteY0" fmla="*/ 73431 h 364434"/>
                <a:gd name="connsiteX1" fmla="*/ 130544 w 364436"/>
                <a:gd name="connsiteY1" fmla="*/ 179499 h 364434"/>
                <a:gd name="connsiteX2" fmla="*/ 182218 w 364436"/>
                <a:gd name="connsiteY2" fmla="*/ 285565 h 364434"/>
                <a:gd name="connsiteX3" fmla="*/ 233891 w 364436"/>
                <a:gd name="connsiteY3" fmla="*/ 179499 h 364434"/>
                <a:gd name="connsiteX4" fmla="*/ 182218 w 364436"/>
                <a:gd name="connsiteY4" fmla="*/ 73431 h 364434"/>
                <a:gd name="connsiteX5" fmla="*/ 182219 w 364436"/>
                <a:gd name="connsiteY5" fmla="*/ 0 h 364434"/>
                <a:gd name="connsiteX6" fmla="*/ 364436 w 364436"/>
                <a:gd name="connsiteY6" fmla="*/ 182217 h 364434"/>
                <a:gd name="connsiteX7" fmla="*/ 182219 w 364436"/>
                <a:gd name="connsiteY7" fmla="*/ 364434 h 364434"/>
                <a:gd name="connsiteX8" fmla="*/ 0 w 364436"/>
                <a:gd name="connsiteY8" fmla="*/ 182217 h 364434"/>
                <a:gd name="connsiteX9" fmla="*/ 182219 w 364436"/>
                <a:gd name="connsiteY9" fmla="*/ 0 h 364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64436" h="364434">
                  <a:moveTo>
                    <a:pt x="182218" y="73431"/>
                  </a:moveTo>
                  <a:cubicBezTo>
                    <a:pt x="152302" y="76151"/>
                    <a:pt x="130544" y="114226"/>
                    <a:pt x="130544" y="179499"/>
                  </a:cubicBezTo>
                  <a:cubicBezTo>
                    <a:pt x="130544" y="244770"/>
                    <a:pt x="146862" y="285565"/>
                    <a:pt x="182218" y="285565"/>
                  </a:cubicBezTo>
                  <a:cubicBezTo>
                    <a:pt x="217573" y="285565"/>
                    <a:pt x="233891" y="247490"/>
                    <a:pt x="233891" y="179499"/>
                  </a:cubicBezTo>
                  <a:cubicBezTo>
                    <a:pt x="233891" y="114226"/>
                    <a:pt x="212134" y="73431"/>
                    <a:pt x="182218" y="73431"/>
                  </a:cubicBezTo>
                  <a:close/>
                  <a:moveTo>
                    <a:pt x="182219" y="0"/>
                  </a:moveTo>
                  <a:cubicBezTo>
                    <a:pt x="282846" y="0"/>
                    <a:pt x="364436" y="81590"/>
                    <a:pt x="364436" y="182217"/>
                  </a:cubicBezTo>
                  <a:cubicBezTo>
                    <a:pt x="364436" y="282844"/>
                    <a:pt x="282846" y="364434"/>
                    <a:pt x="182219" y="364434"/>
                  </a:cubicBezTo>
                  <a:cubicBezTo>
                    <a:pt x="81591" y="364434"/>
                    <a:pt x="0" y="282844"/>
                    <a:pt x="0" y="182217"/>
                  </a:cubicBezTo>
                  <a:cubicBezTo>
                    <a:pt x="0" y="81590"/>
                    <a:pt x="81591" y="0"/>
                    <a:pt x="182219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B495AE45-21CF-4D1B-B9A4-3378621E31F8}"/>
                </a:ext>
              </a:extLst>
            </p:cNvPr>
            <p:cNvSpPr/>
            <p:nvPr/>
          </p:nvSpPr>
          <p:spPr>
            <a:xfrm>
              <a:off x="6743101" y="3464184"/>
              <a:ext cx="372773" cy="375657"/>
            </a:xfrm>
            <a:custGeom>
              <a:avLst/>
              <a:gdLst>
                <a:gd name="connsiteX0" fmla="*/ 176958 w 372773"/>
                <a:gd name="connsiteY0" fmla="*/ 98080 h 375657"/>
                <a:gd name="connsiteX1" fmla="*/ 125284 w 372773"/>
                <a:gd name="connsiteY1" fmla="*/ 190548 h 375657"/>
                <a:gd name="connsiteX2" fmla="*/ 176958 w 372773"/>
                <a:gd name="connsiteY2" fmla="*/ 283017 h 375657"/>
                <a:gd name="connsiteX3" fmla="*/ 228631 w 372773"/>
                <a:gd name="connsiteY3" fmla="*/ 190548 h 375657"/>
                <a:gd name="connsiteX4" fmla="*/ 176958 w 372773"/>
                <a:gd name="connsiteY4" fmla="*/ 98080 h 375657"/>
                <a:gd name="connsiteX5" fmla="*/ 307501 w 372773"/>
                <a:gd name="connsiteY5" fmla="*/ 172 h 375657"/>
                <a:gd name="connsiteX6" fmla="*/ 372773 w 372773"/>
                <a:gd name="connsiteY6" fmla="*/ 62724 h 375657"/>
                <a:gd name="connsiteX7" fmla="*/ 372773 w 372773"/>
                <a:gd name="connsiteY7" fmla="*/ 312934 h 375657"/>
                <a:gd name="connsiteX8" fmla="*/ 302061 w 372773"/>
                <a:gd name="connsiteY8" fmla="*/ 375486 h 375657"/>
                <a:gd name="connsiteX9" fmla="*/ 239509 w 372773"/>
                <a:gd name="connsiteY9" fmla="*/ 326532 h 375657"/>
                <a:gd name="connsiteX10" fmla="*/ 179677 w 372773"/>
                <a:gd name="connsiteY10" fmla="*/ 370046 h 375657"/>
                <a:gd name="connsiteX11" fmla="*/ 70890 w 372773"/>
                <a:gd name="connsiteY11" fmla="*/ 353728 h 375657"/>
                <a:gd name="connsiteX12" fmla="*/ 128003 w 372773"/>
                <a:gd name="connsiteY12" fmla="*/ 11051 h 375657"/>
                <a:gd name="connsiteX13" fmla="*/ 236790 w 372773"/>
                <a:gd name="connsiteY13" fmla="*/ 70883 h 375657"/>
                <a:gd name="connsiteX14" fmla="*/ 236790 w 372773"/>
                <a:gd name="connsiteY14" fmla="*/ 62724 h 375657"/>
                <a:gd name="connsiteX15" fmla="*/ 307501 w 372773"/>
                <a:gd name="connsiteY15" fmla="*/ 172 h 375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2773" h="375657">
                  <a:moveTo>
                    <a:pt x="176958" y="98080"/>
                  </a:moveTo>
                  <a:cubicBezTo>
                    <a:pt x="147042" y="100800"/>
                    <a:pt x="125284" y="133436"/>
                    <a:pt x="125284" y="190548"/>
                  </a:cubicBezTo>
                  <a:cubicBezTo>
                    <a:pt x="125284" y="247661"/>
                    <a:pt x="141602" y="283017"/>
                    <a:pt x="176958" y="283017"/>
                  </a:cubicBezTo>
                  <a:cubicBezTo>
                    <a:pt x="212314" y="283017"/>
                    <a:pt x="228631" y="247661"/>
                    <a:pt x="228631" y="190548"/>
                  </a:cubicBezTo>
                  <a:cubicBezTo>
                    <a:pt x="228631" y="133436"/>
                    <a:pt x="206874" y="98080"/>
                    <a:pt x="176958" y="98080"/>
                  </a:cubicBezTo>
                  <a:close/>
                  <a:moveTo>
                    <a:pt x="307501" y="172"/>
                  </a:moveTo>
                  <a:cubicBezTo>
                    <a:pt x="340137" y="172"/>
                    <a:pt x="372773" y="30088"/>
                    <a:pt x="372773" y="62724"/>
                  </a:cubicBezTo>
                  <a:cubicBezTo>
                    <a:pt x="372773" y="65444"/>
                    <a:pt x="372773" y="307494"/>
                    <a:pt x="372773" y="312934"/>
                  </a:cubicBezTo>
                  <a:cubicBezTo>
                    <a:pt x="370053" y="348289"/>
                    <a:pt x="337417" y="378205"/>
                    <a:pt x="302061" y="375486"/>
                  </a:cubicBezTo>
                  <a:cubicBezTo>
                    <a:pt x="274865" y="372766"/>
                    <a:pt x="247668" y="353728"/>
                    <a:pt x="239509" y="326532"/>
                  </a:cubicBezTo>
                  <a:cubicBezTo>
                    <a:pt x="225911" y="348289"/>
                    <a:pt x="198715" y="364607"/>
                    <a:pt x="179677" y="370046"/>
                  </a:cubicBezTo>
                  <a:cubicBezTo>
                    <a:pt x="147041" y="378205"/>
                    <a:pt x="100807" y="372766"/>
                    <a:pt x="70890" y="353728"/>
                  </a:cubicBezTo>
                  <a:cubicBezTo>
                    <a:pt x="-35177" y="285737"/>
                    <a:pt x="-27018" y="11051"/>
                    <a:pt x="128003" y="11051"/>
                  </a:cubicBezTo>
                  <a:cubicBezTo>
                    <a:pt x="185116" y="11051"/>
                    <a:pt x="220471" y="49126"/>
                    <a:pt x="236790" y="70883"/>
                  </a:cubicBezTo>
                  <a:cubicBezTo>
                    <a:pt x="236790" y="70883"/>
                    <a:pt x="236790" y="65444"/>
                    <a:pt x="236790" y="62724"/>
                  </a:cubicBezTo>
                  <a:cubicBezTo>
                    <a:pt x="239509" y="27369"/>
                    <a:pt x="272145" y="-2547"/>
                    <a:pt x="307501" y="172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C216FC84-D2D6-4A19-8ECF-E28FA6872E1A}"/>
                </a:ext>
              </a:extLst>
            </p:cNvPr>
            <p:cNvSpPr/>
            <p:nvPr/>
          </p:nvSpPr>
          <p:spPr>
            <a:xfrm>
              <a:off x="8380335" y="3464184"/>
              <a:ext cx="372772" cy="375657"/>
            </a:xfrm>
            <a:custGeom>
              <a:avLst/>
              <a:gdLst>
                <a:gd name="connsiteX0" fmla="*/ 176957 w 372772"/>
                <a:gd name="connsiteY0" fmla="*/ 98080 h 375657"/>
                <a:gd name="connsiteX1" fmla="*/ 125282 w 372772"/>
                <a:gd name="connsiteY1" fmla="*/ 190548 h 375657"/>
                <a:gd name="connsiteX2" fmla="*/ 176957 w 372772"/>
                <a:gd name="connsiteY2" fmla="*/ 283017 h 375657"/>
                <a:gd name="connsiteX3" fmla="*/ 228630 w 372772"/>
                <a:gd name="connsiteY3" fmla="*/ 190548 h 375657"/>
                <a:gd name="connsiteX4" fmla="*/ 176957 w 372772"/>
                <a:gd name="connsiteY4" fmla="*/ 98080 h 375657"/>
                <a:gd name="connsiteX5" fmla="*/ 307501 w 372772"/>
                <a:gd name="connsiteY5" fmla="*/ 172 h 375657"/>
                <a:gd name="connsiteX6" fmla="*/ 372772 w 372772"/>
                <a:gd name="connsiteY6" fmla="*/ 62724 h 375657"/>
                <a:gd name="connsiteX7" fmla="*/ 372772 w 372772"/>
                <a:gd name="connsiteY7" fmla="*/ 312934 h 375657"/>
                <a:gd name="connsiteX8" fmla="*/ 302062 w 372772"/>
                <a:gd name="connsiteY8" fmla="*/ 375486 h 375657"/>
                <a:gd name="connsiteX9" fmla="*/ 239509 w 372772"/>
                <a:gd name="connsiteY9" fmla="*/ 326532 h 375657"/>
                <a:gd name="connsiteX10" fmla="*/ 179677 w 372772"/>
                <a:gd name="connsiteY10" fmla="*/ 370046 h 375657"/>
                <a:gd name="connsiteX11" fmla="*/ 70890 w 372772"/>
                <a:gd name="connsiteY11" fmla="*/ 353728 h 375657"/>
                <a:gd name="connsiteX12" fmla="*/ 128002 w 372772"/>
                <a:gd name="connsiteY12" fmla="*/ 11051 h 375657"/>
                <a:gd name="connsiteX13" fmla="*/ 236790 w 372772"/>
                <a:gd name="connsiteY13" fmla="*/ 70883 h 375657"/>
                <a:gd name="connsiteX14" fmla="*/ 236790 w 372772"/>
                <a:gd name="connsiteY14" fmla="*/ 62724 h 375657"/>
                <a:gd name="connsiteX15" fmla="*/ 307501 w 372772"/>
                <a:gd name="connsiteY15" fmla="*/ 172 h 375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2772" h="375657">
                  <a:moveTo>
                    <a:pt x="176957" y="98080"/>
                  </a:moveTo>
                  <a:cubicBezTo>
                    <a:pt x="147039" y="100800"/>
                    <a:pt x="125282" y="133436"/>
                    <a:pt x="125282" y="190548"/>
                  </a:cubicBezTo>
                  <a:cubicBezTo>
                    <a:pt x="125282" y="247661"/>
                    <a:pt x="141600" y="283017"/>
                    <a:pt x="176957" y="283017"/>
                  </a:cubicBezTo>
                  <a:cubicBezTo>
                    <a:pt x="212312" y="283017"/>
                    <a:pt x="228630" y="247661"/>
                    <a:pt x="228630" y="190548"/>
                  </a:cubicBezTo>
                  <a:cubicBezTo>
                    <a:pt x="228630" y="133436"/>
                    <a:pt x="206873" y="98080"/>
                    <a:pt x="176957" y="98080"/>
                  </a:cubicBezTo>
                  <a:close/>
                  <a:moveTo>
                    <a:pt x="307501" y="172"/>
                  </a:moveTo>
                  <a:cubicBezTo>
                    <a:pt x="340137" y="172"/>
                    <a:pt x="372772" y="30088"/>
                    <a:pt x="372772" y="62724"/>
                  </a:cubicBezTo>
                  <a:cubicBezTo>
                    <a:pt x="372772" y="65444"/>
                    <a:pt x="372772" y="307494"/>
                    <a:pt x="372772" y="312934"/>
                  </a:cubicBezTo>
                  <a:cubicBezTo>
                    <a:pt x="370053" y="348289"/>
                    <a:pt x="337417" y="378205"/>
                    <a:pt x="302062" y="375486"/>
                  </a:cubicBezTo>
                  <a:cubicBezTo>
                    <a:pt x="274865" y="372766"/>
                    <a:pt x="247668" y="353728"/>
                    <a:pt x="239509" y="326532"/>
                  </a:cubicBezTo>
                  <a:cubicBezTo>
                    <a:pt x="228630" y="348289"/>
                    <a:pt x="198714" y="364607"/>
                    <a:pt x="179677" y="370046"/>
                  </a:cubicBezTo>
                  <a:cubicBezTo>
                    <a:pt x="147040" y="378205"/>
                    <a:pt x="100806" y="372766"/>
                    <a:pt x="70890" y="353728"/>
                  </a:cubicBezTo>
                  <a:cubicBezTo>
                    <a:pt x="-35177" y="285737"/>
                    <a:pt x="-27018" y="11051"/>
                    <a:pt x="128002" y="11051"/>
                  </a:cubicBezTo>
                  <a:cubicBezTo>
                    <a:pt x="185116" y="11051"/>
                    <a:pt x="220472" y="49126"/>
                    <a:pt x="236790" y="70883"/>
                  </a:cubicBezTo>
                  <a:cubicBezTo>
                    <a:pt x="236790" y="70883"/>
                    <a:pt x="236790" y="65444"/>
                    <a:pt x="236790" y="62724"/>
                  </a:cubicBezTo>
                  <a:cubicBezTo>
                    <a:pt x="239509" y="27369"/>
                    <a:pt x="272145" y="-2547"/>
                    <a:pt x="307501" y="172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064D8E5A-0B60-43A6-9CB4-0637AD08F72C}"/>
                </a:ext>
              </a:extLst>
            </p:cNvPr>
            <p:cNvSpPr/>
            <p:nvPr/>
          </p:nvSpPr>
          <p:spPr>
            <a:xfrm>
              <a:off x="7389492" y="3444253"/>
              <a:ext cx="217573" cy="435145"/>
            </a:xfrm>
            <a:custGeom>
              <a:avLst/>
              <a:gdLst>
                <a:gd name="connsiteX0" fmla="*/ 186002 w 217572"/>
                <a:gd name="connsiteY0" fmla="*/ 118011 h 435144"/>
                <a:gd name="connsiteX1" fmla="*/ 128890 w 217572"/>
                <a:gd name="connsiteY1" fmla="*/ 58178 h 435144"/>
                <a:gd name="connsiteX2" fmla="*/ 123450 w 217572"/>
                <a:gd name="connsiteY2" fmla="*/ 58178 h 435144"/>
                <a:gd name="connsiteX3" fmla="*/ 58178 w 217572"/>
                <a:gd name="connsiteY3" fmla="*/ 115291 h 435144"/>
                <a:gd name="connsiteX4" fmla="*/ 58178 w 217572"/>
                <a:gd name="connsiteY4" fmla="*/ 232236 h 435144"/>
                <a:gd name="connsiteX5" fmla="*/ 58178 w 217572"/>
                <a:gd name="connsiteY5" fmla="*/ 232236 h 435144"/>
                <a:gd name="connsiteX6" fmla="*/ 58178 w 217572"/>
                <a:gd name="connsiteY6" fmla="*/ 335583 h 435144"/>
                <a:gd name="connsiteX7" fmla="*/ 115291 w 217572"/>
                <a:gd name="connsiteY7" fmla="*/ 395415 h 435144"/>
                <a:gd name="connsiteX8" fmla="*/ 120730 w 217572"/>
                <a:gd name="connsiteY8" fmla="*/ 395415 h 435144"/>
                <a:gd name="connsiteX9" fmla="*/ 186002 w 217572"/>
                <a:gd name="connsiteY9" fmla="*/ 338303 h 435144"/>
                <a:gd name="connsiteX10" fmla="*/ 186002 w 217572"/>
                <a:gd name="connsiteY10" fmla="*/ 240395 h 435144"/>
                <a:gd name="connsiteX11" fmla="*/ 186002 w 217572"/>
                <a:gd name="connsiteY11" fmla="*/ 240395 h 435144"/>
                <a:gd name="connsiteX12" fmla="*/ 186002 w 217572"/>
                <a:gd name="connsiteY12" fmla="*/ 118011 h 435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7572" h="435144">
                  <a:moveTo>
                    <a:pt x="186002" y="118011"/>
                  </a:moveTo>
                  <a:cubicBezTo>
                    <a:pt x="183283" y="85375"/>
                    <a:pt x="158806" y="60898"/>
                    <a:pt x="128890" y="58178"/>
                  </a:cubicBezTo>
                  <a:cubicBezTo>
                    <a:pt x="126170" y="58178"/>
                    <a:pt x="126170" y="58178"/>
                    <a:pt x="123450" y="58178"/>
                  </a:cubicBezTo>
                  <a:cubicBezTo>
                    <a:pt x="96254" y="58178"/>
                    <a:pt x="58178" y="82655"/>
                    <a:pt x="58178" y="115291"/>
                  </a:cubicBezTo>
                  <a:lnTo>
                    <a:pt x="58178" y="232236"/>
                  </a:lnTo>
                  <a:lnTo>
                    <a:pt x="58178" y="232236"/>
                  </a:lnTo>
                  <a:cubicBezTo>
                    <a:pt x="58178" y="270311"/>
                    <a:pt x="58178" y="335583"/>
                    <a:pt x="58178" y="335583"/>
                  </a:cubicBezTo>
                  <a:cubicBezTo>
                    <a:pt x="60898" y="368219"/>
                    <a:pt x="85375" y="392696"/>
                    <a:pt x="115291" y="395415"/>
                  </a:cubicBezTo>
                  <a:cubicBezTo>
                    <a:pt x="118011" y="395415"/>
                    <a:pt x="118011" y="395415"/>
                    <a:pt x="120730" y="395415"/>
                  </a:cubicBezTo>
                  <a:cubicBezTo>
                    <a:pt x="147927" y="395415"/>
                    <a:pt x="186002" y="370938"/>
                    <a:pt x="186002" y="338303"/>
                  </a:cubicBezTo>
                  <a:lnTo>
                    <a:pt x="186002" y="240395"/>
                  </a:lnTo>
                  <a:lnTo>
                    <a:pt x="186002" y="240395"/>
                  </a:lnTo>
                  <a:cubicBezTo>
                    <a:pt x="186002" y="202320"/>
                    <a:pt x="186002" y="118011"/>
                    <a:pt x="186002" y="118011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2ADC8310-343B-4477-9D7F-D6D4956A7823}"/>
                </a:ext>
              </a:extLst>
            </p:cNvPr>
            <p:cNvSpPr/>
            <p:nvPr/>
          </p:nvSpPr>
          <p:spPr>
            <a:xfrm>
              <a:off x="7392212" y="3280901"/>
              <a:ext cx="217573" cy="217572"/>
            </a:xfrm>
            <a:custGeom>
              <a:avLst/>
              <a:gdLst>
                <a:gd name="connsiteX0" fmla="*/ 183282 w 217572"/>
                <a:gd name="connsiteY0" fmla="*/ 120902 h 217572"/>
                <a:gd name="connsiteX1" fmla="*/ 120730 w 217572"/>
                <a:gd name="connsiteY1" fmla="*/ 183454 h 217572"/>
                <a:gd name="connsiteX2" fmla="*/ 58178 w 217572"/>
                <a:gd name="connsiteY2" fmla="*/ 120902 h 217572"/>
                <a:gd name="connsiteX3" fmla="*/ 120730 w 217572"/>
                <a:gd name="connsiteY3" fmla="*/ 58350 h 217572"/>
                <a:gd name="connsiteX4" fmla="*/ 183282 w 217572"/>
                <a:gd name="connsiteY4" fmla="*/ 120902 h 217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7572" h="217572">
                  <a:moveTo>
                    <a:pt x="183282" y="120902"/>
                  </a:moveTo>
                  <a:cubicBezTo>
                    <a:pt x="183282" y="156258"/>
                    <a:pt x="156086" y="183454"/>
                    <a:pt x="120730" y="183454"/>
                  </a:cubicBezTo>
                  <a:cubicBezTo>
                    <a:pt x="85375" y="183454"/>
                    <a:pt x="58178" y="156258"/>
                    <a:pt x="58178" y="120902"/>
                  </a:cubicBezTo>
                  <a:cubicBezTo>
                    <a:pt x="58178" y="85547"/>
                    <a:pt x="85375" y="58350"/>
                    <a:pt x="120730" y="58350"/>
                  </a:cubicBezTo>
                  <a:cubicBezTo>
                    <a:pt x="153366" y="55630"/>
                    <a:pt x="183282" y="85547"/>
                    <a:pt x="183282" y="120902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8FAAD271-016E-4F1D-8EF6-91D222D38060}"/>
                </a:ext>
              </a:extLst>
            </p:cNvPr>
            <p:cNvSpPr/>
            <p:nvPr/>
          </p:nvSpPr>
          <p:spPr>
            <a:xfrm>
              <a:off x="6005186" y="3416884"/>
              <a:ext cx="380752" cy="462341"/>
            </a:xfrm>
            <a:custGeom>
              <a:avLst/>
              <a:gdLst>
                <a:gd name="connsiteX0" fmla="*/ 270312 w 380752"/>
                <a:gd name="connsiteY0" fmla="*/ 69229 h 462341"/>
                <a:gd name="connsiteX1" fmla="*/ 188722 w 380752"/>
                <a:gd name="connsiteY1" fmla="*/ 134501 h 462341"/>
                <a:gd name="connsiteX2" fmla="*/ 188722 w 380752"/>
                <a:gd name="connsiteY2" fmla="*/ 118183 h 462341"/>
                <a:gd name="connsiteX3" fmla="*/ 126170 w 380752"/>
                <a:gd name="connsiteY3" fmla="*/ 58350 h 462341"/>
                <a:gd name="connsiteX4" fmla="*/ 58178 w 380752"/>
                <a:gd name="connsiteY4" fmla="*/ 118183 h 462341"/>
                <a:gd name="connsiteX5" fmla="*/ 58178 w 380752"/>
                <a:gd name="connsiteY5" fmla="*/ 210651 h 462341"/>
                <a:gd name="connsiteX6" fmla="*/ 58178 w 380752"/>
                <a:gd name="connsiteY6" fmla="*/ 365671 h 462341"/>
                <a:gd name="connsiteX7" fmla="*/ 58178 w 380752"/>
                <a:gd name="connsiteY7" fmla="*/ 365671 h 462341"/>
                <a:gd name="connsiteX8" fmla="*/ 120730 w 380752"/>
                <a:gd name="connsiteY8" fmla="*/ 425504 h 462341"/>
                <a:gd name="connsiteX9" fmla="*/ 186002 w 380752"/>
                <a:gd name="connsiteY9" fmla="*/ 365671 h 462341"/>
                <a:gd name="connsiteX10" fmla="*/ 186002 w 380752"/>
                <a:gd name="connsiteY10" fmla="*/ 365671 h 462341"/>
                <a:gd name="connsiteX11" fmla="*/ 186002 w 380752"/>
                <a:gd name="connsiteY11" fmla="*/ 210651 h 462341"/>
                <a:gd name="connsiteX12" fmla="*/ 215919 w 380752"/>
                <a:gd name="connsiteY12" fmla="*/ 158978 h 462341"/>
                <a:gd name="connsiteX13" fmla="*/ 275751 w 380752"/>
                <a:gd name="connsiteY13" fmla="*/ 221530 h 462341"/>
                <a:gd name="connsiteX14" fmla="*/ 270312 w 380752"/>
                <a:gd name="connsiteY14" fmla="*/ 69229 h 46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0752" h="462341">
                  <a:moveTo>
                    <a:pt x="270312" y="69229"/>
                  </a:moveTo>
                  <a:cubicBezTo>
                    <a:pt x="232236" y="71949"/>
                    <a:pt x="213199" y="99145"/>
                    <a:pt x="188722" y="134501"/>
                  </a:cubicBezTo>
                  <a:cubicBezTo>
                    <a:pt x="188722" y="134501"/>
                    <a:pt x="188722" y="118183"/>
                    <a:pt x="188722" y="118183"/>
                  </a:cubicBezTo>
                  <a:cubicBezTo>
                    <a:pt x="188722" y="85547"/>
                    <a:pt x="158806" y="58350"/>
                    <a:pt x="126170" y="58350"/>
                  </a:cubicBezTo>
                  <a:cubicBezTo>
                    <a:pt x="93534" y="55631"/>
                    <a:pt x="60898" y="85547"/>
                    <a:pt x="58178" y="118183"/>
                  </a:cubicBezTo>
                  <a:lnTo>
                    <a:pt x="58178" y="210651"/>
                  </a:lnTo>
                  <a:lnTo>
                    <a:pt x="58178" y="365671"/>
                  </a:lnTo>
                  <a:lnTo>
                    <a:pt x="58178" y="365671"/>
                  </a:lnTo>
                  <a:cubicBezTo>
                    <a:pt x="58178" y="398307"/>
                    <a:pt x="88094" y="425504"/>
                    <a:pt x="120730" y="425504"/>
                  </a:cubicBezTo>
                  <a:cubicBezTo>
                    <a:pt x="153366" y="428224"/>
                    <a:pt x="186002" y="398307"/>
                    <a:pt x="186002" y="365671"/>
                  </a:cubicBezTo>
                  <a:lnTo>
                    <a:pt x="186002" y="365671"/>
                  </a:lnTo>
                  <a:lnTo>
                    <a:pt x="186002" y="210651"/>
                  </a:lnTo>
                  <a:cubicBezTo>
                    <a:pt x="188722" y="188894"/>
                    <a:pt x="196881" y="158978"/>
                    <a:pt x="215919" y="158978"/>
                  </a:cubicBezTo>
                  <a:cubicBezTo>
                    <a:pt x="243115" y="158978"/>
                    <a:pt x="215919" y="221530"/>
                    <a:pt x="275751" y="221530"/>
                  </a:cubicBezTo>
                  <a:cubicBezTo>
                    <a:pt x="362780" y="221530"/>
                    <a:pt x="373658" y="63790"/>
                    <a:pt x="270312" y="69229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A2742EF4-689F-485B-BB36-526335213608}"/>
                </a:ext>
              </a:extLst>
            </p:cNvPr>
            <p:cNvSpPr/>
            <p:nvPr/>
          </p:nvSpPr>
          <p:spPr>
            <a:xfrm>
              <a:off x="5693490" y="3475234"/>
              <a:ext cx="337238" cy="364434"/>
            </a:xfrm>
            <a:custGeom>
              <a:avLst/>
              <a:gdLst>
                <a:gd name="connsiteX0" fmla="*/ 180433 w 337238"/>
                <a:gd name="connsiteY0" fmla="*/ 73984 h 364434"/>
                <a:gd name="connsiteX1" fmla="*/ 163180 w 337238"/>
                <a:gd name="connsiteY1" fmla="*/ 78870 h 364434"/>
                <a:gd name="connsiteX2" fmla="*/ 125105 w 337238"/>
                <a:gd name="connsiteY2" fmla="*/ 160461 h 364434"/>
                <a:gd name="connsiteX3" fmla="*/ 171339 w 337238"/>
                <a:gd name="connsiteY3" fmla="*/ 163180 h 364434"/>
                <a:gd name="connsiteX4" fmla="*/ 214854 w 337238"/>
                <a:gd name="connsiteY4" fmla="*/ 108787 h 364434"/>
                <a:gd name="connsiteX5" fmla="*/ 180433 w 337238"/>
                <a:gd name="connsiteY5" fmla="*/ 73984 h 364434"/>
                <a:gd name="connsiteX6" fmla="*/ 174059 w 337238"/>
                <a:gd name="connsiteY6" fmla="*/ 0 h 364434"/>
                <a:gd name="connsiteX7" fmla="*/ 337238 w 337238"/>
                <a:gd name="connsiteY7" fmla="*/ 119665 h 364434"/>
                <a:gd name="connsiteX8" fmla="*/ 133264 w 337238"/>
                <a:gd name="connsiteY8" fmla="*/ 217573 h 364434"/>
                <a:gd name="connsiteX9" fmla="*/ 225732 w 337238"/>
                <a:gd name="connsiteY9" fmla="*/ 277405 h 364434"/>
                <a:gd name="connsiteX10" fmla="*/ 320920 w 337238"/>
                <a:gd name="connsiteY10" fmla="*/ 250208 h 364434"/>
                <a:gd name="connsiteX11" fmla="*/ 174059 w 337238"/>
                <a:gd name="connsiteY11" fmla="*/ 364434 h 364434"/>
                <a:gd name="connsiteX12" fmla="*/ 0 w 337238"/>
                <a:gd name="connsiteY12" fmla="*/ 184937 h 364434"/>
                <a:gd name="connsiteX13" fmla="*/ 174059 w 337238"/>
                <a:gd name="connsiteY13" fmla="*/ 0 h 364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37238" h="364434">
                  <a:moveTo>
                    <a:pt x="180433" y="73984"/>
                  </a:moveTo>
                  <a:cubicBezTo>
                    <a:pt x="174569" y="73941"/>
                    <a:pt x="168620" y="75471"/>
                    <a:pt x="163180" y="78870"/>
                  </a:cubicBezTo>
                  <a:cubicBezTo>
                    <a:pt x="135984" y="95189"/>
                    <a:pt x="127825" y="130544"/>
                    <a:pt x="125105" y="160461"/>
                  </a:cubicBezTo>
                  <a:cubicBezTo>
                    <a:pt x="125105" y="163180"/>
                    <a:pt x="168620" y="160461"/>
                    <a:pt x="171339" y="163180"/>
                  </a:cubicBezTo>
                  <a:cubicBezTo>
                    <a:pt x="195816" y="157741"/>
                    <a:pt x="214854" y="135984"/>
                    <a:pt x="214854" y="108787"/>
                  </a:cubicBezTo>
                  <a:cubicBezTo>
                    <a:pt x="214854" y="88389"/>
                    <a:pt x="198026" y="74111"/>
                    <a:pt x="180433" y="73984"/>
                  </a:cubicBezTo>
                  <a:close/>
                  <a:moveTo>
                    <a:pt x="174059" y="0"/>
                  </a:moveTo>
                  <a:cubicBezTo>
                    <a:pt x="233891" y="0"/>
                    <a:pt x="337238" y="29916"/>
                    <a:pt x="337238" y="119665"/>
                  </a:cubicBezTo>
                  <a:cubicBezTo>
                    <a:pt x="337238" y="209414"/>
                    <a:pt x="244770" y="217573"/>
                    <a:pt x="133264" y="217573"/>
                  </a:cubicBezTo>
                  <a:cubicBezTo>
                    <a:pt x="133264" y="217573"/>
                    <a:pt x="149581" y="277405"/>
                    <a:pt x="225732" y="277405"/>
                  </a:cubicBezTo>
                  <a:cubicBezTo>
                    <a:pt x="301883" y="277405"/>
                    <a:pt x="320920" y="250208"/>
                    <a:pt x="320920" y="250208"/>
                  </a:cubicBezTo>
                  <a:cubicBezTo>
                    <a:pt x="320920" y="250208"/>
                    <a:pt x="315481" y="364434"/>
                    <a:pt x="174059" y="364434"/>
                  </a:cubicBezTo>
                  <a:cubicBezTo>
                    <a:pt x="95188" y="364434"/>
                    <a:pt x="0" y="304602"/>
                    <a:pt x="0" y="184937"/>
                  </a:cubicBezTo>
                  <a:cubicBezTo>
                    <a:pt x="0" y="78870"/>
                    <a:pt x="73431" y="0"/>
                    <a:pt x="174059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793F6E36-55ED-4F20-8333-159A45A3E524}"/>
                </a:ext>
              </a:extLst>
            </p:cNvPr>
            <p:cNvSpPr/>
            <p:nvPr/>
          </p:nvSpPr>
          <p:spPr>
            <a:xfrm>
              <a:off x="5376945" y="3338014"/>
              <a:ext cx="353556" cy="543931"/>
            </a:xfrm>
            <a:custGeom>
              <a:avLst/>
              <a:gdLst>
                <a:gd name="connsiteX0" fmla="*/ 311107 w 353555"/>
                <a:gd name="connsiteY0" fmla="*/ 433663 h 543931"/>
                <a:gd name="connsiteX1" fmla="*/ 215919 w 353555"/>
                <a:gd name="connsiteY1" fmla="*/ 501654 h 543931"/>
                <a:gd name="connsiteX2" fmla="*/ 98973 w 353555"/>
                <a:gd name="connsiteY2" fmla="*/ 392868 h 543931"/>
                <a:gd name="connsiteX3" fmla="*/ 98973 w 353555"/>
                <a:gd name="connsiteY3" fmla="*/ 221530 h 543931"/>
                <a:gd name="connsiteX4" fmla="*/ 82655 w 353555"/>
                <a:gd name="connsiteY4" fmla="*/ 221530 h 543931"/>
                <a:gd name="connsiteX5" fmla="*/ 58178 w 353555"/>
                <a:gd name="connsiteY5" fmla="*/ 191614 h 543931"/>
                <a:gd name="connsiteX6" fmla="*/ 85375 w 353555"/>
                <a:gd name="connsiteY6" fmla="*/ 164417 h 543931"/>
                <a:gd name="connsiteX7" fmla="*/ 101693 w 353555"/>
                <a:gd name="connsiteY7" fmla="*/ 164417 h 543931"/>
                <a:gd name="connsiteX8" fmla="*/ 101693 w 353555"/>
                <a:gd name="connsiteY8" fmla="*/ 118183 h 543931"/>
                <a:gd name="connsiteX9" fmla="*/ 166965 w 353555"/>
                <a:gd name="connsiteY9" fmla="*/ 58350 h 543931"/>
                <a:gd name="connsiteX10" fmla="*/ 229517 w 353555"/>
                <a:gd name="connsiteY10" fmla="*/ 118183 h 543931"/>
                <a:gd name="connsiteX11" fmla="*/ 229517 w 353555"/>
                <a:gd name="connsiteY11" fmla="*/ 118183 h 543931"/>
                <a:gd name="connsiteX12" fmla="*/ 229517 w 353555"/>
                <a:gd name="connsiteY12" fmla="*/ 164417 h 543931"/>
                <a:gd name="connsiteX13" fmla="*/ 283910 w 353555"/>
                <a:gd name="connsiteY13" fmla="*/ 164417 h 543931"/>
                <a:gd name="connsiteX14" fmla="*/ 308387 w 353555"/>
                <a:gd name="connsiteY14" fmla="*/ 194333 h 543931"/>
                <a:gd name="connsiteX15" fmla="*/ 281190 w 353555"/>
                <a:gd name="connsiteY15" fmla="*/ 221530 h 543931"/>
                <a:gd name="connsiteX16" fmla="*/ 229517 w 353555"/>
                <a:gd name="connsiteY16" fmla="*/ 221530 h 543931"/>
                <a:gd name="connsiteX17" fmla="*/ 229517 w 353555"/>
                <a:gd name="connsiteY17" fmla="*/ 365671 h 543931"/>
                <a:gd name="connsiteX18" fmla="*/ 311107 w 353555"/>
                <a:gd name="connsiteY18" fmla="*/ 433663 h 543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53555" h="543931">
                  <a:moveTo>
                    <a:pt x="311107" y="433663"/>
                  </a:moveTo>
                  <a:cubicBezTo>
                    <a:pt x="311107" y="433663"/>
                    <a:pt x="278471" y="501654"/>
                    <a:pt x="215919" y="501654"/>
                  </a:cubicBezTo>
                  <a:cubicBezTo>
                    <a:pt x="164245" y="501654"/>
                    <a:pt x="101693" y="458140"/>
                    <a:pt x="98973" y="392868"/>
                  </a:cubicBezTo>
                  <a:cubicBezTo>
                    <a:pt x="98973" y="392868"/>
                    <a:pt x="98973" y="297680"/>
                    <a:pt x="98973" y="221530"/>
                  </a:cubicBezTo>
                  <a:lnTo>
                    <a:pt x="82655" y="221530"/>
                  </a:lnTo>
                  <a:cubicBezTo>
                    <a:pt x="74496" y="221530"/>
                    <a:pt x="58178" y="216090"/>
                    <a:pt x="58178" y="191614"/>
                  </a:cubicBezTo>
                  <a:cubicBezTo>
                    <a:pt x="58178" y="167137"/>
                    <a:pt x="77216" y="164417"/>
                    <a:pt x="85375" y="164417"/>
                  </a:cubicBezTo>
                  <a:lnTo>
                    <a:pt x="101693" y="164417"/>
                  </a:lnTo>
                  <a:cubicBezTo>
                    <a:pt x="101693" y="137220"/>
                    <a:pt x="101693" y="118183"/>
                    <a:pt x="101693" y="118183"/>
                  </a:cubicBezTo>
                  <a:cubicBezTo>
                    <a:pt x="104413" y="85547"/>
                    <a:pt x="134329" y="55631"/>
                    <a:pt x="166965" y="58350"/>
                  </a:cubicBezTo>
                  <a:cubicBezTo>
                    <a:pt x="196881" y="61070"/>
                    <a:pt x="229517" y="85547"/>
                    <a:pt x="229517" y="118183"/>
                  </a:cubicBezTo>
                  <a:lnTo>
                    <a:pt x="229517" y="118183"/>
                  </a:lnTo>
                  <a:lnTo>
                    <a:pt x="229517" y="164417"/>
                  </a:lnTo>
                  <a:lnTo>
                    <a:pt x="283910" y="164417"/>
                  </a:lnTo>
                  <a:cubicBezTo>
                    <a:pt x="292069" y="164417"/>
                    <a:pt x="308387" y="169856"/>
                    <a:pt x="308387" y="194333"/>
                  </a:cubicBezTo>
                  <a:cubicBezTo>
                    <a:pt x="308387" y="218810"/>
                    <a:pt x="292069" y="221530"/>
                    <a:pt x="281190" y="221530"/>
                  </a:cubicBezTo>
                  <a:lnTo>
                    <a:pt x="229517" y="221530"/>
                  </a:lnTo>
                  <a:lnTo>
                    <a:pt x="229517" y="365671"/>
                  </a:lnTo>
                  <a:cubicBezTo>
                    <a:pt x="226797" y="409186"/>
                    <a:pt x="267592" y="433663"/>
                    <a:pt x="311107" y="433663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BD920CE9-16CC-42EA-AAD6-0680F860CC1E}"/>
                </a:ext>
              </a:extLst>
            </p:cNvPr>
            <p:cNvSpPr/>
            <p:nvPr/>
          </p:nvSpPr>
          <p:spPr>
            <a:xfrm>
              <a:off x="7090329" y="3338014"/>
              <a:ext cx="353556" cy="543931"/>
            </a:xfrm>
            <a:custGeom>
              <a:avLst/>
              <a:gdLst>
                <a:gd name="connsiteX0" fmla="*/ 311107 w 353555"/>
                <a:gd name="connsiteY0" fmla="*/ 433663 h 543931"/>
                <a:gd name="connsiteX1" fmla="*/ 215919 w 353555"/>
                <a:gd name="connsiteY1" fmla="*/ 501654 h 543931"/>
                <a:gd name="connsiteX2" fmla="*/ 98973 w 353555"/>
                <a:gd name="connsiteY2" fmla="*/ 392868 h 543931"/>
                <a:gd name="connsiteX3" fmla="*/ 98973 w 353555"/>
                <a:gd name="connsiteY3" fmla="*/ 221530 h 543931"/>
                <a:gd name="connsiteX4" fmla="*/ 82655 w 353555"/>
                <a:gd name="connsiteY4" fmla="*/ 221530 h 543931"/>
                <a:gd name="connsiteX5" fmla="*/ 58178 w 353555"/>
                <a:gd name="connsiteY5" fmla="*/ 191614 h 543931"/>
                <a:gd name="connsiteX6" fmla="*/ 85375 w 353555"/>
                <a:gd name="connsiteY6" fmla="*/ 164417 h 543931"/>
                <a:gd name="connsiteX7" fmla="*/ 101693 w 353555"/>
                <a:gd name="connsiteY7" fmla="*/ 164417 h 543931"/>
                <a:gd name="connsiteX8" fmla="*/ 101693 w 353555"/>
                <a:gd name="connsiteY8" fmla="*/ 118183 h 543931"/>
                <a:gd name="connsiteX9" fmla="*/ 166965 w 353555"/>
                <a:gd name="connsiteY9" fmla="*/ 58350 h 543931"/>
                <a:gd name="connsiteX10" fmla="*/ 229517 w 353555"/>
                <a:gd name="connsiteY10" fmla="*/ 118183 h 543931"/>
                <a:gd name="connsiteX11" fmla="*/ 229517 w 353555"/>
                <a:gd name="connsiteY11" fmla="*/ 118183 h 543931"/>
                <a:gd name="connsiteX12" fmla="*/ 229517 w 353555"/>
                <a:gd name="connsiteY12" fmla="*/ 164417 h 543931"/>
                <a:gd name="connsiteX13" fmla="*/ 283910 w 353555"/>
                <a:gd name="connsiteY13" fmla="*/ 164417 h 543931"/>
                <a:gd name="connsiteX14" fmla="*/ 308387 w 353555"/>
                <a:gd name="connsiteY14" fmla="*/ 194333 h 543931"/>
                <a:gd name="connsiteX15" fmla="*/ 281190 w 353555"/>
                <a:gd name="connsiteY15" fmla="*/ 221530 h 543931"/>
                <a:gd name="connsiteX16" fmla="*/ 229517 w 353555"/>
                <a:gd name="connsiteY16" fmla="*/ 221530 h 543931"/>
                <a:gd name="connsiteX17" fmla="*/ 229517 w 353555"/>
                <a:gd name="connsiteY17" fmla="*/ 365671 h 543931"/>
                <a:gd name="connsiteX18" fmla="*/ 311107 w 353555"/>
                <a:gd name="connsiteY18" fmla="*/ 433663 h 543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53555" h="543931">
                  <a:moveTo>
                    <a:pt x="311107" y="433663"/>
                  </a:moveTo>
                  <a:cubicBezTo>
                    <a:pt x="311107" y="433663"/>
                    <a:pt x="278471" y="501654"/>
                    <a:pt x="215919" y="501654"/>
                  </a:cubicBezTo>
                  <a:cubicBezTo>
                    <a:pt x="164245" y="501654"/>
                    <a:pt x="101693" y="458140"/>
                    <a:pt x="98973" y="392868"/>
                  </a:cubicBezTo>
                  <a:cubicBezTo>
                    <a:pt x="98973" y="392868"/>
                    <a:pt x="98973" y="297680"/>
                    <a:pt x="98973" y="221530"/>
                  </a:cubicBezTo>
                  <a:lnTo>
                    <a:pt x="82655" y="221530"/>
                  </a:lnTo>
                  <a:cubicBezTo>
                    <a:pt x="74496" y="221530"/>
                    <a:pt x="58178" y="216090"/>
                    <a:pt x="58178" y="191614"/>
                  </a:cubicBezTo>
                  <a:cubicBezTo>
                    <a:pt x="58178" y="167137"/>
                    <a:pt x="77216" y="164417"/>
                    <a:pt x="85375" y="164417"/>
                  </a:cubicBezTo>
                  <a:lnTo>
                    <a:pt x="101693" y="164417"/>
                  </a:lnTo>
                  <a:cubicBezTo>
                    <a:pt x="101693" y="137220"/>
                    <a:pt x="101693" y="118183"/>
                    <a:pt x="101693" y="118183"/>
                  </a:cubicBezTo>
                  <a:cubicBezTo>
                    <a:pt x="104412" y="85547"/>
                    <a:pt x="134329" y="55631"/>
                    <a:pt x="166965" y="58350"/>
                  </a:cubicBezTo>
                  <a:cubicBezTo>
                    <a:pt x="196881" y="61070"/>
                    <a:pt x="229517" y="85547"/>
                    <a:pt x="229517" y="118183"/>
                  </a:cubicBezTo>
                  <a:lnTo>
                    <a:pt x="229517" y="118183"/>
                  </a:lnTo>
                  <a:lnTo>
                    <a:pt x="229517" y="164417"/>
                  </a:lnTo>
                  <a:lnTo>
                    <a:pt x="283910" y="164417"/>
                  </a:lnTo>
                  <a:cubicBezTo>
                    <a:pt x="292069" y="164417"/>
                    <a:pt x="308387" y="169856"/>
                    <a:pt x="308387" y="194333"/>
                  </a:cubicBezTo>
                  <a:cubicBezTo>
                    <a:pt x="308387" y="218810"/>
                    <a:pt x="292069" y="221530"/>
                    <a:pt x="281190" y="221530"/>
                  </a:cubicBezTo>
                  <a:lnTo>
                    <a:pt x="229517" y="221530"/>
                  </a:lnTo>
                  <a:lnTo>
                    <a:pt x="229517" y="365671"/>
                  </a:lnTo>
                  <a:cubicBezTo>
                    <a:pt x="229517" y="409186"/>
                    <a:pt x="270312" y="433663"/>
                    <a:pt x="311107" y="433663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90987E9D-29E3-4FAD-B97E-DC5A0FA2C3B3}"/>
                </a:ext>
              </a:extLst>
            </p:cNvPr>
            <p:cNvSpPr/>
            <p:nvPr/>
          </p:nvSpPr>
          <p:spPr>
            <a:xfrm>
              <a:off x="2080719" y="4178559"/>
              <a:ext cx="462342" cy="788700"/>
            </a:xfrm>
            <a:custGeom>
              <a:avLst/>
              <a:gdLst>
                <a:gd name="connsiteX0" fmla="*/ 403575 w 462341"/>
                <a:gd name="connsiteY0" fmla="*/ 583072 h 788699"/>
                <a:gd name="connsiteX1" fmla="*/ 406295 w 462341"/>
                <a:gd name="connsiteY1" fmla="*/ 596670 h 788699"/>
                <a:gd name="connsiteX2" fmla="*/ 400855 w 462341"/>
                <a:gd name="connsiteY2" fmla="*/ 610268 h 788699"/>
                <a:gd name="connsiteX3" fmla="*/ 389977 w 462341"/>
                <a:gd name="connsiteY3" fmla="*/ 626586 h 788699"/>
                <a:gd name="connsiteX4" fmla="*/ 354621 w 462341"/>
                <a:gd name="connsiteY4" fmla="*/ 675540 h 788699"/>
                <a:gd name="connsiteX5" fmla="*/ 327424 w 462341"/>
                <a:gd name="connsiteY5" fmla="*/ 691858 h 788699"/>
                <a:gd name="connsiteX6" fmla="*/ 292069 w 462341"/>
                <a:gd name="connsiteY6" fmla="*/ 713615 h 788699"/>
                <a:gd name="connsiteX7" fmla="*/ 251274 w 462341"/>
                <a:gd name="connsiteY7" fmla="*/ 724494 h 788699"/>
                <a:gd name="connsiteX8" fmla="*/ 221358 w 462341"/>
                <a:gd name="connsiteY8" fmla="*/ 721774 h 788699"/>
                <a:gd name="connsiteX9" fmla="*/ 191442 w 462341"/>
                <a:gd name="connsiteY9" fmla="*/ 721774 h 788699"/>
                <a:gd name="connsiteX10" fmla="*/ 153366 w 462341"/>
                <a:gd name="connsiteY10" fmla="*/ 713615 h 788699"/>
                <a:gd name="connsiteX11" fmla="*/ 104412 w 462341"/>
                <a:gd name="connsiteY11" fmla="*/ 675540 h 788699"/>
                <a:gd name="connsiteX12" fmla="*/ 104412 w 462341"/>
                <a:gd name="connsiteY12" fmla="*/ 689138 h 788699"/>
                <a:gd name="connsiteX13" fmla="*/ 101693 w 462341"/>
                <a:gd name="connsiteY13" fmla="*/ 710895 h 788699"/>
                <a:gd name="connsiteX14" fmla="*/ 85375 w 462341"/>
                <a:gd name="connsiteY14" fmla="*/ 732653 h 788699"/>
                <a:gd name="connsiteX15" fmla="*/ 69057 w 462341"/>
                <a:gd name="connsiteY15" fmla="*/ 727214 h 788699"/>
                <a:gd name="connsiteX16" fmla="*/ 60898 w 462341"/>
                <a:gd name="connsiteY16" fmla="*/ 710895 h 788699"/>
                <a:gd name="connsiteX17" fmla="*/ 58178 w 462341"/>
                <a:gd name="connsiteY17" fmla="*/ 691858 h 788699"/>
                <a:gd name="connsiteX18" fmla="*/ 60898 w 462341"/>
                <a:gd name="connsiteY18" fmla="*/ 664661 h 788699"/>
                <a:gd name="connsiteX19" fmla="*/ 60898 w 462341"/>
                <a:gd name="connsiteY19" fmla="*/ 607549 h 788699"/>
                <a:gd name="connsiteX20" fmla="*/ 63618 w 462341"/>
                <a:gd name="connsiteY20" fmla="*/ 528679 h 788699"/>
                <a:gd name="connsiteX21" fmla="*/ 69057 w 462341"/>
                <a:gd name="connsiteY21" fmla="*/ 504202 h 788699"/>
                <a:gd name="connsiteX22" fmla="*/ 74496 w 462341"/>
                <a:gd name="connsiteY22" fmla="*/ 493323 h 788699"/>
                <a:gd name="connsiteX23" fmla="*/ 82655 w 462341"/>
                <a:gd name="connsiteY23" fmla="*/ 487884 h 788699"/>
                <a:gd name="connsiteX24" fmla="*/ 90814 w 462341"/>
                <a:gd name="connsiteY24" fmla="*/ 493323 h 788699"/>
                <a:gd name="connsiteX25" fmla="*/ 98973 w 462341"/>
                <a:gd name="connsiteY25" fmla="*/ 512361 h 788699"/>
                <a:gd name="connsiteX26" fmla="*/ 101693 w 462341"/>
                <a:gd name="connsiteY26" fmla="*/ 555875 h 788699"/>
                <a:gd name="connsiteX27" fmla="*/ 101693 w 462341"/>
                <a:gd name="connsiteY27" fmla="*/ 596670 h 788699"/>
                <a:gd name="connsiteX28" fmla="*/ 109852 w 462341"/>
                <a:gd name="connsiteY28" fmla="*/ 626586 h 788699"/>
                <a:gd name="connsiteX29" fmla="*/ 128889 w 462341"/>
                <a:gd name="connsiteY29" fmla="*/ 651063 h 788699"/>
                <a:gd name="connsiteX30" fmla="*/ 153366 w 462341"/>
                <a:gd name="connsiteY30" fmla="*/ 670101 h 788699"/>
                <a:gd name="connsiteX31" fmla="*/ 196881 w 462341"/>
                <a:gd name="connsiteY31" fmla="*/ 678260 h 788699"/>
                <a:gd name="connsiteX32" fmla="*/ 221358 w 462341"/>
                <a:gd name="connsiteY32" fmla="*/ 667381 h 788699"/>
                <a:gd name="connsiteX33" fmla="*/ 253994 w 462341"/>
                <a:gd name="connsiteY33" fmla="*/ 659222 h 788699"/>
                <a:gd name="connsiteX34" fmla="*/ 275751 w 462341"/>
                <a:gd name="connsiteY34" fmla="*/ 637465 h 788699"/>
                <a:gd name="connsiteX35" fmla="*/ 281190 w 462341"/>
                <a:gd name="connsiteY35" fmla="*/ 615708 h 788699"/>
                <a:gd name="connsiteX36" fmla="*/ 278471 w 462341"/>
                <a:gd name="connsiteY36" fmla="*/ 602109 h 788699"/>
                <a:gd name="connsiteX37" fmla="*/ 262153 w 462341"/>
                <a:gd name="connsiteY37" fmla="*/ 572193 h 788699"/>
                <a:gd name="connsiteX38" fmla="*/ 245835 w 462341"/>
                <a:gd name="connsiteY38" fmla="*/ 536838 h 788699"/>
                <a:gd name="connsiteX39" fmla="*/ 196881 w 462341"/>
                <a:gd name="connsiteY39" fmla="*/ 477005 h 788699"/>
                <a:gd name="connsiteX40" fmla="*/ 145207 w 462341"/>
                <a:gd name="connsiteY40" fmla="*/ 419892 h 788699"/>
                <a:gd name="connsiteX41" fmla="*/ 93534 w 462341"/>
                <a:gd name="connsiteY41" fmla="*/ 357340 h 788699"/>
                <a:gd name="connsiteX42" fmla="*/ 66337 w 462341"/>
                <a:gd name="connsiteY42" fmla="*/ 283910 h 788699"/>
                <a:gd name="connsiteX43" fmla="*/ 58178 w 462341"/>
                <a:gd name="connsiteY43" fmla="*/ 224077 h 788699"/>
                <a:gd name="connsiteX44" fmla="*/ 82655 w 462341"/>
                <a:gd name="connsiteY44" fmla="*/ 150647 h 788699"/>
                <a:gd name="connsiteX45" fmla="*/ 137048 w 462341"/>
                <a:gd name="connsiteY45" fmla="*/ 96253 h 788699"/>
                <a:gd name="connsiteX46" fmla="*/ 196881 w 462341"/>
                <a:gd name="connsiteY46" fmla="*/ 77216 h 788699"/>
                <a:gd name="connsiteX47" fmla="*/ 232236 w 462341"/>
                <a:gd name="connsiteY47" fmla="*/ 69057 h 788699"/>
                <a:gd name="connsiteX48" fmla="*/ 262153 w 462341"/>
                <a:gd name="connsiteY48" fmla="*/ 74496 h 788699"/>
                <a:gd name="connsiteX49" fmla="*/ 294789 w 462341"/>
                <a:gd name="connsiteY49" fmla="*/ 85375 h 788699"/>
                <a:gd name="connsiteX50" fmla="*/ 327424 w 462341"/>
                <a:gd name="connsiteY50" fmla="*/ 104412 h 788699"/>
                <a:gd name="connsiteX51" fmla="*/ 332864 w 462341"/>
                <a:gd name="connsiteY51" fmla="*/ 74496 h 788699"/>
                <a:gd name="connsiteX52" fmla="*/ 338303 w 462341"/>
                <a:gd name="connsiteY52" fmla="*/ 63618 h 788699"/>
                <a:gd name="connsiteX53" fmla="*/ 349182 w 462341"/>
                <a:gd name="connsiteY53" fmla="*/ 58178 h 788699"/>
                <a:gd name="connsiteX54" fmla="*/ 357341 w 462341"/>
                <a:gd name="connsiteY54" fmla="*/ 63618 h 788699"/>
                <a:gd name="connsiteX55" fmla="*/ 365500 w 462341"/>
                <a:gd name="connsiteY55" fmla="*/ 82655 h 788699"/>
                <a:gd name="connsiteX56" fmla="*/ 368219 w 462341"/>
                <a:gd name="connsiteY56" fmla="*/ 142488 h 788699"/>
                <a:gd name="connsiteX57" fmla="*/ 368219 w 462341"/>
                <a:gd name="connsiteY57" fmla="*/ 188722 h 788699"/>
                <a:gd name="connsiteX58" fmla="*/ 370939 w 462341"/>
                <a:gd name="connsiteY58" fmla="*/ 245834 h 788699"/>
                <a:gd name="connsiteX59" fmla="*/ 354621 w 462341"/>
                <a:gd name="connsiteY59" fmla="*/ 286629 h 788699"/>
                <a:gd name="connsiteX60" fmla="*/ 338303 w 462341"/>
                <a:gd name="connsiteY60" fmla="*/ 281190 h 788699"/>
                <a:gd name="connsiteX61" fmla="*/ 330144 w 462341"/>
                <a:gd name="connsiteY61" fmla="*/ 264872 h 788699"/>
                <a:gd name="connsiteX62" fmla="*/ 327424 w 462341"/>
                <a:gd name="connsiteY62" fmla="*/ 248554 h 788699"/>
                <a:gd name="connsiteX63" fmla="*/ 330144 w 462341"/>
                <a:gd name="connsiteY63" fmla="*/ 221357 h 788699"/>
                <a:gd name="connsiteX64" fmla="*/ 330144 w 462341"/>
                <a:gd name="connsiteY64" fmla="*/ 188722 h 788699"/>
                <a:gd name="connsiteX65" fmla="*/ 327424 w 462341"/>
                <a:gd name="connsiteY65" fmla="*/ 164245 h 788699"/>
                <a:gd name="connsiteX66" fmla="*/ 311107 w 462341"/>
                <a:gd name="connsiteY66" fmla="*/ 134329 h 788699"/>
                <a:gd name="connsiteX67" fmla="*/ 283910 w 462341"/>
                <a:gd name="connsiteY67" fmla="*/ 118011 h 788699"/>
                <a:gd name="connsiteX68" fmla="*/ 251274 w 462341"/>
                <a:gd name="connsiteY68" fmla="*/ 112571 h 788699"/>
                <a:gd name="connsiteX69" fmla="*/ 215918 w 462341"/>
                <a:gd name="connsiteY69" fmla="*/ 123450 h 788699"/>
                <a:gd name="connsiteX70" fmla="*/ 202320 w 462341"/>
                <a:gd name="connsiteY70" fmla="*/ 147927 h 788699"/>
                <a:gd name="connsiteX71" fmla="*/ 188722 w 462341"/>
                <a:gd name="connsiteY71" fmla="*/ 180563 h 788699"/>
                <a:gd name="connsiteX72" fmla="*/ 183283 w 462341"/>
                <a:gd name="connsiteY72" fmla="*/ 210479 h 788699"/>
                <a:gd name="connsiteX73" fmla="*/ 188722 w 462341"/>
                <a:gd name="connsiteY73" fmla="*/ 226797 h 788699"/>
                <a:gd name="connsiteX74" fmla="*/ 188722 w 462341"/>
                <a:gd name="connsiteY74" fmla="*/ 248554 h 788699"/>
                <a:gd name="connsiteX75" fmla="*/ 210479 w 462341"/>
                <a:gd name="connsiteY75" fmla="*/ 273031 h 788699"/>
                <a:gd name="connsiteX76" fmla="*/ 226797 w 462341"/>
                <a:gd name="connsiteY76" fmla="*/ 300228 h 788699"/>
                <a:gd name="connsiteX77" fmla="*/ 256713 w 462341"/>
                <a:gd name="connsiteY77" fmla="*/ 332864 h 788699"/>
                <a:gd name="connsiteX78" fmla="*/ 275751 w 462341"/>
                <a:gd name="connsiteY78" fmla="*/ 351901 h 788699"/>
                <a:gd name="connsiteX79" fmla="*/ 324705 w 462341"/>
                <a:gd name="connsiteY79" fmla="*/ 400855 h 788699"/>
                <a:gd name="connsiteX80" fmla="*/ 343742 w 462341"/>
                <a:gd name="connsiteY80" fmla="*/ 428051 h 788699"/>
                <a:gd name="connsiteX81" fmla="*/ 351901 w 462341"/>
                <a:gd name="connsiteY81" fmla="*/ 433491 h 788699"/>
                <a:gd name="connsiteX82" fmla="*/ 360060 w 462341"/>
                <a:gd name="connsiteY82" fmla="*/ 447089 h 788699"/>
                <a:gd name="connsiteX83" fmla="*/ 384537 w 462341"/>
                <a:gd name="connsiteY83" fmla="*/ 474286 h 788699"/>
                <a:gd name="connsiteX84" fmla="*/ 395416 w 462341"/>
                <a:gd name="connsiteY84" fmla="*/ 506921 h 788699"/>
                <a:gd name="connsiteX85" fmla="*/ 406295 w 462341"/>
                <a:gd name="connsiteY85" fmla="*/ 536838 h 788699"/>
                <a:gd name="connsiteX86" fmla="*/ 409014 w 462341"/>
                <a:gd name="connsiteY86" fmla="*/ 547716 h 788699"/>
                <a:gd name="connsiteX87" fmla="*/ 406295 w 462341"/>
                <a:gd name="connsiteY87" fmla="*/ 569473 h 788699"/>
                <a:gd name="connsiteX88" fmla="*/ 403575 w 462341"/>
                <a:gd name="connsiteY88" fmla="*/ 583072 h 788699"/>
                <a:gd name="connsiteX89" fmla="*/ 403575 w 462341"/>
                <a:gd name="connsiteY89" fmla="*/ 583072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462341" h="788699">
                  <a:moveTo>
                    <a:pt x="403575" y="583072"/>
                  </a:moveTo>
                  <a:cubicBezTo>
                    <a:pt x="403575" y="588511"/>
                    <a:pt x="406295" y="591231"/>
                    <a:pt x="406295" y="596670"/>
                  </a:cubicBezTo>
                  <a:cubicBezTo>
                    <a:pt x="406295" y="602109"/>
                    <a:pt x="403575" y="604829"/>
                    <a:pt x="400855" y="610268"/>
                  </a:cubicBezTo>
                  <a:cubicBezTo>
                    <a:pt x="398136" y="615708"/>
                    <a:pt x="392696" y="621147"/>
                    <a:pt x="389977" y="626586"/>
                  </a:cubicBezTo>
                  <a:cubicBezTo>
                    <a:pt x="381818" y="645624"/>
                    <a:pt x="368219" y="661942"/>
                    <a:pt x="354621" y="675540"/>
                  </a:cubicBezTo>
                  <a:cubicBezTo>
                    <a:pt x="346462" y="683699"/>
                    <a:pt x="338303" y="686419"/>
                    <a:pt x="327424" y="691858"/>
                  </a:cubicBezTo>
                  <a:cubicBezTo>
                    <a:pt x="316546" y="700017"/>
                    <a:pt x="302948" y="708176"/>
                    <a:pt x="292069" y="713615"/>
                  </a:cubicBezTo>
                  <a:cubicBezTo>
                    <a:pt x="281190" y="719054"/>
                    <a:pt x="264872" y="724494"/>
                    <a:pt x="251274" y="724494"/>
                  </a:cubicBezTo>
                  <a:cubicBezTo>
                    <a:pt x="240395" y="724494"/>
                    <a:pt x="229517" y="721774"/>
                    <a:pt x="221358" y="721774"/>
                  </a:cubicBezTo>
                  <a:cubicBezTo>
                    <a:pt x="213199" y="721774"/>
                    <a:pt x="202320" y="721774"/>
                    <a:pt x="191442" y="721774"/>
                  </a:cubicBezTo>
                  <a:cubicBezTo>
                    <a:pt x="172404" y="721774"/>
                    <a:pt x="172404" y="721774"/>
                    <a:pt x="153366" y="713615"/>
                  </a:cubicBezTo>
                  <a:cubicBezTo>
                    <a:pt x="134329" y="708176"/>
                    <a:pt x="118011" y="691858"/>
                    <a:pt x="104412" y="675540"/>
                  </a:cubicBezTo>
                  <a:cubicBezTo>
                    <a:pt x="104412" y="678260"/>
                    <a:pt x="104412" y="680979"/>
                    <a:pt x="104412" y="689138"/>
                  </a:cubicBezTo>
                  <a:cubicBezTo>
                    <a:pt x="104412" y="694578"/>
                    <a:pt x="104412" y="702737"/>
                    <a:pt x="101693" y="710895"/>
                  </a:cubicBezTo>
                  <a:cubicBezTo>
                    <a:pt x="101693" y="721774"/>
                    <a:pt x="96253" y="732653"/>
                    <a:pt x="85375" y="732653"/>
                  </a:cubicBezTo>
                  <a:cubicBezTo>
                    <a:pt x="77216" y="732653"/>
                    <a:pt x="74496" y="729933"/>
                    <a:pt x="69057" y="727214"/>
                  </a:cubicBezTo>
                  <a:cubicBezTo>
                    <a:pt x="63618" y="724494"/>
                    <a:pt x="60898" y="716335"/>
                    <a:pt x="60898" y="710895"/>
                  </a:cubicBezTo>
                  <a:cubicBezTo>
                    <a:pt x="58178" y="702737"/>
                    <a:pt x="58178" y="697297"/>
                    <a:pt x="58178" y="691858"/>
                  </a:cubicBezTo>
                  <a:cubicBezTo>
                    <a:pt x="58178" y="683699"/>
                    <a:pt x="60898" y="678260"/>
                    <a:pt x="60898" y="664661"/>
                  </a:cubicBezTo>
                  <a:cubicBezTo>
                    <a:pt x="60898" y="656502"/>
                    <a:pt x="60898" y="632026"/>
                    <a:pt x="60898" y="607549"/>
                  </a:cubicBezTo>
                  <a:cubicBezTo>
                    <a:pt x="60898" y="574913"/>
                    <a:pt x="60898" y="542277"/>
                    <a:pt x="63618" y="528679"/>
                  </a:cubicBezTo>
                  <a:cubicBezTo>
                    <a:pt x="63618" y="520520"/>
                    <a:pt x="63618" y="509641"/>
                    <a:pt x="69057" y="504202"/>
                  </a:cubicBezTo>
                  <a:cubicBezTo>
                    <a:pt x="71777" y="501482"/>
                    <a:pt x="71777" y="498762"/>
                    <a:pt x="74496" y="493323"/>
                  </a:cubicBezTo>
                  <a:cubicBezTo>
                    <a:pt x="77216" y="490603"/>
                    <a:pt x="79936" y="487884"/>
                    <a:pt x="82655" y="487884"/>
                  </a:cubicBezTo>
                  <a:cubicBezTo>
                    <a:pt x="85375" y="487884"/>
                    <a:pt x="90814" y="490603"/>
                    <a:pt x="90814" y="493323"/>
                  </a:cubicBezTo>
                  <a:cubicBezTo>
                    <a:pt x="93534" y="498762"/>
                    <a:pt x="98973" y="506921"/>
                    <a:pt x="98973" y="512361"/>
                  </a:cubicBezTo>
                  <a:cubicBezTo>
                    <a:pt x="98973" y="520520"/>
                    <a:pt x="101693" y="536838"/>
                    <a:pt x="101693" y="555875"/>
                  </a:cubicBezTo>
                  <a:cubicBezTo>
                    <a:pt x="101693" y="569473"/>
                    <a:pt x="101693" y="583072"/>
                    <a:pt x="101693" y="596670"/>
                  </a:cubicBezTo>
                  <a:cubicBezTo>
                    <a:pt x="101693" y="607549"/>
                    <a:pt x="104412" y="618427"/>
                    <a:pt x="109852" y="626586"/>
                  </a:cubicBezTo>
                  <a:cubicBezTo>
                    <a:pt x="115291" y="637465"/>
                    <a:pt x="123450" y="642904"/>
                    <a:pt x="128889" y="651063"/>
                  </a:cubicBezTo>
                  <a:cubicBezTo>
                    <a:pt x="137048" y="661942"/>
                    <a:pt x="139768" y="667381"/>
                    <a:pt x="153366" y="670101"/>
                  </a:cubicBezTo>
                  <a:cubicBezTo>
                    <a:pt x="161525" y="670101"/>
                    <a:pt x="183283" y="678260"/>
                    <a:pt x="196881" y="678260"/>
                  </a:cubicBezTo>
                  <a:cubicBezTo>
                    <a:pt x="207759" y="678260"/>
                    <a:pt x="210479" y="672820"/>
                    <a:pt x="221358" y="667381"/>
                  </a:cubicBezTo>
                  <a:cubicBezTo>
                    <a:pt x="232236" y="661942"/>
                    <a:pt x="245835" y="664661"/>
                    <a:pt x="253994" y="659222"/>
                  </a:cubicBezTo>
                  <a:cubicBezTo>
                    <a:pt x="262153" y="653783"/>
                    <a:pt x="273031" y="645624"/>
                    <a:pt x="275751" y="637465"/>
                  </a:cubicBezTo>
                  <a:cubicBezTo>
                    <a:pt x="281190" y="629306"/>
                    <a:pt x="281190" y="621147"/>
                    <a:pt x="281190" y="615708"/>
                  </a:cubicBezTo>
                  <a:cubicBezTo>
                    <a:pt x="281190" y="610268"/>
                    <a:pt x="281190" y="607549"/>
                    <a:pt x="278471" y="602109"/>
                  </a:cubicBezTo>
                  <a:cubicBezTo>
                    <a:pt x="275751" y="591231"/>
                    <a:pt x="267592" y="583072"/>
                    <a:pt x="262153" y="572193"/>
                  </a:cubicBezTo>
                  <a:cubicBezTo>
                    <a:pt x="256713" y="561314"/>
                    <a:pt x="253994" y="547716"/>
                    <a:pt x="245835" y="536838"/>
                  </a:cubicBezTo>
                  <a:cubicBezTo>
                    <a:pt x="232236" y="515080"/>
                    <a:pt x="213199" y="498762"/>
                    <a:pt x="196881" y="477005"/>
                  </a:cubicBezTo>
                  <a:cubicBezTo>
                    <a:pt x="180563" y="457968"/>
                    <a:pt x="164245" y="438930"/>
                    <a:pt x="145207" y="419892"/>
                  </a:cubicBezTo>
                  <a:cubicBezTo>
                    <a:pt x="126170" y="400855"/>
                    <a:pt x="109852" y="379098"/>
                    <a:pt x="93534" y="357340"/>
                  </a:cubicBezTo>
                  <a:cubicBezTo>
                    <a:pt x="77216" y="335583"/>
                    <a:pt x="71777" y="308387"/>
                    <a:pt x="66337" y="283910"/>
                  </a:cubicBezTo>
                  <a:cubicBezTo>
                    <a:pt x="63618" y="267592"/>
                    <a:pt x="58178" y="245834"/>
                    <a:pt x="58178" y="224077"/>
                  </a:cubicBezTo>
                  <a:cubicBezTo>
                    <a:pt x="58178" y="194161"/>
                    <a:pt x="69057" y="175123"/>
                    <a:pt x="82655" y="150647"/>
                  </a:cubicBezTo>
                  <a:cubicBezTo>
                    <a:pt x="96253" y="128889"/>
                    <a:pt x="115291" y="109852"/>
                    <a:pt x="137048" y="96253"/>
                  </a:cubicBezTo>
                  <a:cubicBezTo>
                    <a:pt x="158806" y="82655"/>
                    <a:pt x="172404" y="79936"/>
                    <a:pt x="196881" y="77216"/>
                  </a:cubicBezTo>
                  <a:cubicBezTo>
                    <a:pt x="210479" y="77216"/>
                    <a:pt x="215918" y="69057"/>
                    <a:pt x="232236" y="69057"/>
                  </a:cubicBezTo>
                  <a:cubicBezTo>
                    <a:pt x="243115" y="69057"/>
                    <a:pt x="251274" y="71776"/>
                    <a:pt x="262153" y="74496"/>
                  </a:cubicBezTo>
                  <a:cubicBezTo>
                    <a:pt x="273031" y="77216"/>
                    <a:pt x="283910" y="82655"/>
                    <a:pt x="294789" y="85375"/>
                  </a:cubicBezTo>
                  <a:cubicBezTo>
                    <a:pt x="308387" y="90814"/>
                    <a:pt x="319265" y="96253"/>
                    <a:pt x="327424" y="104412"/>
                  </a:cubicBezTo>
                  <a:cubicBezTo>
                    <a:pt x="327424" y="90814"/>
                    <a:pt x="327424" y="79936"/>
                    <a:pt x="332864" y="74496"/>
                  </a:cubicBezTo>
                  <a:cubicBezTo>
                    <a:pt x="335583" y="71776"/>
                    <a:pt x="335583" y="69057"/>
                    <a:pt x="338303" y="63618"/>
                  </a:cubicBezTo>
                  <a:cubicBezTo>
                    <a:pt x="341023" y="60898"/>
                    <a:pt x="346462" y="58178"/>
                    <a:pt x="349182" y="58178"/>
                  </a:cubicBezTo>
                  <a:cubicBezTo>
                    <a:pt x="351901" y="58178"/>
                    <a:pt x="357341" y="60898"/>
                    <a:pt x="357341" y="63618"/>
                  </a:cubicBezTo>
                  <a:cubicBezTo>
                    <a:pt x="360060" y="69057"/>
                    <a:pt x="365500" y="77216"/>
                    <a:pt x="365500" y="82655"/>
                  </a:cubicBezTo>
                  <a:cubicBezTo>
                    <a:pt x="365500" y="90814"/>
                    <a:pt x="368219" y="123450"/>
                    <a:pt x="368219" y="142488"/>
                  </a:cubicBezTo>
                  <a:cubicBezTo>
                    <a:pt x="368219" y="158806"/>
                    <a:pt x="368219" y="177843"/>
                    <a:pt x="368219" y="188722"/>
                  </a:cubicBezTo>
                  <a:cubicBezTo>
                    <a:pt x="368219" y="213199"/>
                    <a:pt x="370939" y="224077"/>
                    <a:pt x="370939" y="245834"/>
                  </a:cubicBezTo>
                  <a:cubicBezTo>
                    <a:pt x="370939" y="256713"/>
                    <a:pt x="370939" y="286629"/>
                    <a:pt x="354621" y="286629"/>
                  </a:cubicBezTo>
                  <a:cubicBezTo>
                    <a:pt x="346462" y="286629"/>
                    <a:pt x="343742" y="283910"/>
                    <a:pt x="338303" y="281190"/>
                  </a:cubicBezTo>
                  <a:cubicBezTo>
                    <a:pt x="332864" y="278470"/>
                    <a:pt x="330144" y="270311"/>
                    <a:pt x="330144" y="264872"/>
                  </a:cubicBezTo>
                  <a:cubicBezTo>
                    <a:pt x="327424" y="256713"/>
                    <a:pt x="327424" y="251274"/>
                    <a:pt x="327424" y="248554"/>
                  </a:cubicBezTo>
                  <a:cubicBezTo>
                    <a:pt x="327424" y="240395"/>
                    <a:pt x="330144" y="234956"/>
                    <a:pt x="330144" y="221357"/>
                  </a:cubicBezTo>
                  <a:cubicBezTo>
                    <a:pt x="330144" y="213199"/>
                    <a:pt x="330144" y="202320"/>
                    <a:pt x="330144" y="188722"/>
                  </a:cubicBezTo>
                  <a:cubicBezTo>
                    <a:pt x="330144" y="180563"/>
                    <a:pt x="327424" y="172404"/>
                    <a:pt x="327424" y="164245"/>
                  </a:cubicBezTo>
                  <a:cubicBezTo>
                    <a:pt x="324705" y="153366"/>
                    <a:pt x="319265" y="142488"/>
                    <a:pt x="311107" y="134329"/>
                  </a:cubicBezTo>
                  <a:cubicBezTo>
                    <a:pt x="302948" y="126170"/>
                    <a:pt x="294789" y="120730"/>
                    <a:pt x="283910" y="118011"/>
                  </a:cubicBezTo>
                  <a:cubicBezTo>
                    <a:pt x="275751" y="115291"/>
                    <a:pt x="262153" y="112571"/>
                    <a:pt x="251274" y="112571"/>
                  </a:cubicBezTo>
                  <a:cubicBezTo>
                    <a:pt x="237676" y="112571"/>
                    <a:pt x="224077" y="115291"/>
                    <a:pt x="215918" y="123450"/>
                  </a:cubicBezTo>
                  <a:cubicBezTo>
                    <a:pt x="207759" y="128889"/>
                    <a:pt x="205040" y="139768"/>
                    <a:pt x="202320" y="147927"/>
                  </a:cubicBezTo>
                  <a:cubicBezTo>
                    <a:pt x="196881" y="158806"/>
                    <a:pt x="191442" y="166964"/>
                    <a:pt x="188722" y="180563"/>
                  </a:cubicBezTo>
                  <a:cubicBezTo>
                    <a:pt x="186002" y="191441"/>
                    <a:pt x="183283" y="199600"/>
                    <a:pt x="183283" y="210479"/>
                  </a:cubicBezTo>
                  <a:cubicBezTo>
                    <a:pt x="183283" y="215918"/>
                    <a:pt x="186002" y="221357"/>
                    <a:pt x="188722" y="226797"/>
                  </a:cubicBezTo>
                  <a:cubicBezTo>
                    <a:pt x="191442" y="234956"/>
                    <a:pt x="188722" y="243115"/>
                    <a:pt x="188722" y="248554"/>
                  </a:cubicBezTo>
                  <a:cubicBezTo>
                    <a:pt x="191442" y="259433"/>
                    <a:pt x="202320" y="264872"/>
                    <a:pt x="210479" y="273031"/>
                  </a:cubicBezTo>
                  <a:cubicBezTo>
                    <a:pt x="218638" y="281190"/>
                    <a:pt x="221358" y="292069"/>
                    <a:pt x="226797" y="300228"/>
                  </a:cubicBezTo>
                  <a:cubicBezTo>
                    <a:pt x="234956" y="311106"/>
                    <a:pt x="245835" y="321985"/>
                    <a:pt x="256713" y="332864"/>
                  </a:cubicBezTo>
                  <a:cubicBezTo>
                    <a:pt x="259433" y="338303"/>
                    <a:pt x="267592" y="343742"/>
                    <a:pt x="275751" y="351901"/>
                  </a:cubicBezTo>
                  <a:cubicBezTo>
                    <a:pt x="292069" y="368219"/>
                    <a:pt x="311107" y="384537"/>
                    <a:pt x="324705" y="400855"/>
                  </a:cubicBezTo>
                  <a:cubicBezTo>
                    <a:pt x="332864" y="409014"/>
                    <a:pt x="335583" y="419892"/>
                    <a:pt x="343742" y="428051"/>
                  </a:cubicBezTo>
                  <a:cubicBezTo>
                    <a:pt x="346462" y="430771"/>
                    <a:pt x="349182" y="430771"/>
                    <a:pt x="351901" y="433491"/>
                  </a:cubicBezTo>
                  <a:cubicBezTo>
                    <a:pt x="354621" y="436210"/>
                    <a:pt x="357341" y="441650"/>
                    <a:pt x="360060" y="447089"/>
                  </a:cubicBezTo>
                  <a:cubicBezTo>
                    <a:pt x="368219" y="455248"/>
                    <a:pt x="376378" y="463407"/>
                    <a:pt x="384537" y="474286"/>
                  </a:cubicBezTo>
                  <a:cubicBezTo>
                    <a:pt x="389977" y="482445"/>
                    <a:pt x="392696" y="496043"/>
                    <a:pt x="395416" y="506921"/>
                  </a:cubicBezTo>
                  <a:cubicBezTo>
                    <a:pt x="400855" y="517800"/>
                    <a:pt x="400855" y="528679"/>
                    <a:pt x="406295" y="536838"/>
                  </a:cubicBezTo>
                  <a:cubicBezTo>
                    <a:pt x="409014" y="539557"/>
                    <a:pt x="409014" y="544997"/>
                    <a:pt x="409014" y="547716"/>
                  </a:cubicBezTo>
                  <a:cubicBezTo>
                    <a:pt x="409014" y="555875"/>
                    <a:pt x="406295" y="561314"/>
                    <a:pt x="406295" y="569473"/>
                  </a:cubicBezTo>
                  <a:cubicBezTo>
                    <a:pt x="406295" y="574913"/>
                    <a:pt x="403575" y="577632"/>
                    <a:pt x="403575" y="583072"/>
                  </a:cubicBezTo>
                  <a:lnTo>
                    <a:pt x="403575" y="583072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4934AA60-0EF3-44BF-AB11-460538F37AFA}"/>
                </a:ext>
              </a:extLst>
            </p:cNvPr>
            <p:cNvSpPr/>
            <p:nvPr/>
          </p:nvSpPr>
          <p:spPr>
            <a:xfrm>
              <a:off x="2456032" y="4192158"/>
              <a:ext cx="571128" cy="761503"/>
            </a:xfrm>
            <a:custGeom>
              <a:avLst/>
              <a:gdLst>
                <a:gd name="connsiteX0" fmla="*/ 512361 w 571128"/>
                <a:gd name="connsiteY0" fmla="*/ 79936 h 761503"/>
                <a:gd name="connsiteX1" fmla="*/ 539558 w 571128"/>
                <a:gd name="connsiteY1" fmla="*/ 96253 h 761503"/>
                <a:gd name="connsiteX2" fmla="*/ 534118 w 571128"/>
                <a:gd name="connsiteY2" fmla="*/ 112571 h 761503"/>
                <a:gd name="connsiteX3" fmla="*/ 523240 w 571128"/>
                <a:gd name="connsiteY3" fmla="*/ 120730 h 761503"/>
                <a:gd name="connsiteX4" fmla="*/ 506922 w 571128"/>
                <a:gd name="connsiteY4" fmla="*/ 123450 h 761503"/>
                <a:gd name="connsiteX5" fmla="*/ 477006 w 571128"/>
                <a:gd name="connsiteY5" fmla="*/ 123450 h 761503"/>
                <a:gd name="connsiteX6" fmla="*/ 479725 w 571128"/>
                <a:gd name="connsiteY6" fmla="*/ 145207 h 761503"/>
                <a:gd name="connsiteX7" fmla="*/ 477006 w 571128"/>
                <a:gd name="connsiteY7" fmla="*/ 180563 h 761503"/>
                <a:gd name="connsiteX8" fmla="*/ 482445 w 571128"/>
                <a:gd name="connsiteY8" fmla="*/ 232236 h 761503"/>
                <a:gd name="connsiteX9" fmla="*/ 485165 w 571128"/>
                <a:gd name="connsiteY9" fmla="*/ 283910 h 761503"/>
                <a:gd name="connsiteX10" fmla="*/ 485165 w 571128"/>
                <a:gd name="connsiteY10" fmla="*/ 327424 h 761503"/>
                <a:gd name="connsiteX11" fmla="*/ 487884 w 571128"/>
                <a:gd name="connsiteY11" fmla="*/ 373658 h 761503"/>
                <a:gd name="connsiteX12" fmla="*/ 485165 w 571128"/>
                <a:gd name="connsiteY12" fmla="*/ 419892 h 761503"/>
                <a:gd name="connsiteX13" fmla="*/ 485165 w 571128"/>
                <a:gd name="connsiteY13" fmla="*/ 463407 h 761503"/>
                <a:gd name="connsiteX14" fmla="*/ 482445 w 571128"/>
                <a:gd name="connsiteY14" fmla="*/ 515080 h 761503"/>
                <a:gd name="connsiteX15" fmla="*/ 482445 w 571128"/>
                <a:gd name="connsiteY15" fmla="*/ 558595 h 761503"/>
                <a:gd name="connsiteX16" fmla="*/ 479725 w 571128"/>
                <a:gd name="connsiteY16" fmla="*/ 602109 h 761503"/>
                <a:gd name="connsiteX17" fmla="*/ 485165 w 571128"/>
                <a:gd name="connsiteY17" fmla="*/ 648343 h 761503"/>
                <a:gd name="connsiteX18" fmla="*/ 474286 w 571128"/>
                <a:gd name="connsiteY18" fmla="*/ 675540 h 761503"/>
                <a:gd name="connsiteX19" fmla="*/ 428052 w 571128"/>
                <a:gd name="connsiteY19" fmla="*/ 691858 h 761503"/>
                <a:gd name="connsiteX20" fmla="*/ 387257 w 571128"/>
                <a:gd name="connsiteY20" fmla="*/ 683699 h 761503"/>
                <a:gd name="connsiteX21" fmla="*/ 351901 w 571128"/>
                <a:gd name="connsiteY21" fmla="*/ 664661 h 761503"/>
                <a:gd name="connsiteX22" fmla="*/ 305667 w 571128"/>
                <a:gd name="connsiteY22" fmla="*/ 596670 h 761503"/>
                <a:gd name="connsiteX23" fmla="*/ 270312 w 571128"/>
                <a:gd name="connsiteY23" fmla="*/ 509641 h 761503"/>
                <a:gd name="connsiteX24" fmla="*/ 251274 w 571128"/>
                <a:gd name="connsiteY24" fmla="*/ 460687 h 761503"/>
                <a:gd name="connsiteX25" fmla="*/ 224077 w 571128"/>
                <a:gd name="connsiteY25" fmla="*/ 381817 h 761503"/>
                <a:gd name="connsiteX26" fmla="*/ 207759 w 571128"/>
                <a:gd name="connsiteY26" fmla="*/ 330144 h 761503"/>
                <a:gd name="connsiteX27" fmla="*/ 191442 w 571128"/>
                <a:gd name="connsiteY27" fmla="*/ 286629 h 761503"/>
                <a:gd name="connsiteX28" fmla="*/ 183283 w 571128"/>
                <a:gd name="connsiteY28" fmla="*/ 278470 h 761503"/>
                <a:gd name="connsiteX29" fmla="*/ 180563 w 571128"/>
                <a:gd name="connsiteY29" fmla="*/ 292069 h 761503"/>
                <a:gd name="connsiteX30" fmla="*/ 180563 w 571128"/>
                <a:gd name="connsiteY30" fmla="*/ 305667 h 761503"/>
                <a:gd name="connsiteX31" fmla="*/ 183283 w 571128"/>
                <a:gd name="connsiteY31" fmla="*/ 354621 h 761503"/>
                <a:gd name="connsiteX32" fmla="*/ 188722 w 571128"/>
                <a:gd name="connsiteY32" fmla="*/ 449809 h 761503"/>
                <a:gd name="connsiteX33" fmla="*/ 188722 w 571128"/>
                <a:gd name="connsiteY33" fmla="*/ 479725 h 761503"/>
                <a:gd name="connsiteX34" fmla="*/ 188722 w 571128"/>
                <a:gd name="connsiteY34" fmla="*/ 542277 h 761503"/>
                <a:gd name="connsiteX35" fmla="*/ 186002 w 571128"/>
                <a:gd name="connsiteY35" fmla="*/ 615708 h 761503"/>
                <a:gd name="connsiteX36" fmla="*/ 186002 w 571128"/>
                <a:gd name="connsiteY36" fmla="*/ 637465 h 761503"/>
                <a:gd name="connsiteX37" fmla="*/ 183283 w 571128"/>
                <a:gd name="connsiteY37" fmla="*/ 664661 h 761503"/>
                <a:gd name="connsiteX38" fmla="*/ 226797 w 571128"/>
                <a:gd name="connsiteY38" fmla="*/ 664661 h 761503"/>
                <a:gd name="connsiteX39" fmla="*/ 253994 w 571128"/>
                <a:gd name="connsiteY39" fmla="*/ 680979 h 761503"/>
                <a:gd name="connsiteX40" fmla="*/ 248554 w 571128"/>
                <a:gd name="connsiteY40" fmla="*/ 697297 h 761503"/>
                <a:gd name="connsiteX41" fmla="*/ 234956 w 571128"/>
                <a:gd name="connsiteY41" fmla="*/ 705456 h 761503"/>
                <a:gd name="connsiteX42" fmla="*/ 218638 w 571128"/>
                <a:gd name="connsiteY42" fmla="*/ 708176 h 761503"/>
                <a:gd name="connsiteX43" fmla="*/ 183283 w 571128"/>
                <a:gd name="connsiteY43" fmla="*/ 708176 h 761503"/>
                <a:gd name="connsiteX44" fmla="*/ 150647 w 571128"/>
                <a:gd name="connsiteY44" fmla="*/ 708176 h 761503"/>
                <a:gd name="connsiteX45" fmla="*/ 107132 w 571128"/>
                <a:gd name="connsiteY45" fmla="*/ 708176 h 761503"/>
                <a:gd name="connsiteX46" fmla="*/ 88094 w 571128"/>
                <a:gd name="connsiteY46" fmla="*/ 708176 h 761503"/>
                <a:gd name="connsiteX47" fmla="*/ 69057 w 571128"/>
                <a:gd name="connsiteY47" fmla="*/ 702737 h 761503"/>
                <a:gd name="connsiteX48" fmla="*/ 58178 w 571128"/>
                <a:gd name="connsiteY48" fmla="*/ 686419 h 761503"/>
                <a:gd name="connsiteX49" fmla="*/ 60898 w 571128"/>
                <a:gd name="connsiteY49" fmla="*/ 678260 h 761503"/>
                <a:gd name="connsiteX50" fmla="*/ 77216 w 571128"/>
                <a:gd name="connsiteY50" fmla="*/ 670101 h 761503"/>
                <a:gd name="connsiteX51" fmla="*/ 120730 w 571128"/>
                <a:gd name="connsiteY51" fmla="*/ 664661 h 761503"/>
                <a:gd name="connsiteX52" fmla="*/ 131609 w 571128"/>
                <a:gd name="connsiteY52" fmla="*/ 664661 h 761503"/>
                <a:gd name="connsiteX53" fmla="*/ 134329 w 571128"/>
                <a:gd name="connsiteY53" fmla="*/ 539557 h 761503"/>
                <a:gd name="connsiteX54" fmla="*/ 134329 w 571128"/>
                <a:gd name="connsiteY54" fmla="*/ 504202 h 761503"/>
                <a:gd name="connsiteX55" fmla="*/ 131609 w 571128"/>
                <a:gd name="connsiteY55" fmla="*/ 376378 h 761503"/>
                <a:gd name="connsiteX56" fmla="*/ 131609 w 571128"/>
                <a:gd name="connsiteY56" fmla="*/ 302947 h 761503"/>
                <a:gd name="connsiteX57" fmla="*/ 134329 w 571128"/>
                <a:gd name="connsiteY57" fmla="*/ 221357 h 761503"/>
                <a:gd name="connsiteX58" fmla="*/ 137048 w 571128"/>
                <a:gd name="connsiteY58" fmla="*/ 123450 h 761503"/>
                <a:gd name="connsiteX59" fmla="*/ 107132 w 571128"/>
                <a:gd name="connsiteY59" fmla="*/ 123450 h 761503"/>
                <a:gd name="connsiteX60" fmla="*/ 88094 w 571128"/>
                <a:gd name="connsiteY60" fmla="*/ 123450 h 761503"/>
                <a:gd name="connsiteX61" fmla="*/ 69057 w 571128"/>
                <a:gd name="connsiteY61" fmla="*/ 118011 h 761503"/>
                <a:gd name="connsiteX62" fmla="*/ 58178 w 571128"/>
                <a:gd name="connsiteY62" fmla="*/ 101693 h 761503"/>
                <a:gd name="connsiteX63" fmla="*/ 60898 w 571128"/>
                <a:gd name="connsiteY63" fmla="*/ 93534 h 761503"/>
                <a:gd name="connsiteX64" fmla="*/ 77216 w 571128"/>
                <a:gd name="connsiteY64" fmla="*/ 85375 h 761503"/>
                <a:gd name="connsiteX65" fmla="*/ 131609 w 571128"/>
                <a:gd name="connsiteY65" fmla="*/ 79936 h 761503"/>
                <a:gd name="connsiteX66" fmla="*/ 161525 w 571128"/>
                <a:gd name="connsiteY66" fmla="*/ 79936 h 761503"/>
                <a:gd name="connsiteX67" fmla="*/ 177843 w 571128"/>
                <a:gd name="connsiteY67" fmla="*/ 66337 h 761503"/>
                <a:gd name="connsiteX68" fmla="*/ 202320 w 571128"/>
                <a:gd name="connsiteY68" fmla="*/ 58178 h 761503"/>
                <a:gd name="connsiteX69" fmla="*/ 234956 w 571128"/>
                <a:gd name="connsiteY69" fmla="*/ 77216 h 761503"/>
                <a:gd name="connsiteX70" fmla="*/ 251274 w 571128"/>
                <a:gd name="connsiteY70" fmla="*/ 107132 h 761503"/>
                <a:gd name="connsiteX71" fmla="*/ 267592 w 571128"/>
                <a:gd name="connsiteY71" fmla="*/ 147927 h 761503"/>
                <a:gd name="connsiteX72" fmla="*/ 281190 w 571128"/>
                <a:gd name="connsiteY72" fmla="*/ 183282 h 761503"/>
                <a:gd name="connsiteX73" fmla="*/ 297508 w 571128"/>
                <a:gd name="connsiteY73" fmla="*/ 224077 h 761503"/>
                <a:gd name="connsiteX74" fmla="*/ 308387 w 571128"/>
                <a:gd name="connsiteY74" fmla="*/ 264872 h 761503"/>
                <a:gd name="connsiteX75" fmla="*/ 319265 w 571128"/>
                <a:gd name="connsiteY75" fmla="*/ 300228 h 761503"/>
                <a:gd name="connsiteX76" fmla="*/ 351901 w 571128"/>
                <a:gd name="connsiteY76" fmla="*/ 379098 h 761503"/>
                <a:gd name="connsiteX77" fmla="*/ 365500 w 571128"/>
                <a:gd name="connsiteY77" fmla="*/ 417173 h 761503"/>
                <a:gd name="connsiteX78" fmla="*/ 379098 w 571128"/>
                <a:gd name="connsiteY78" fmla="*/ 457968 h 761503"/>
                <a:gd name="connsiteX79" fmla="*/ 395416 w 571128"/>
                <a:gd name="connsiteY79" fmla="*/ 496043 h 761503"/>
                <a:gd name="connsiteX80" fmla="*/ 406295 w 571128"/>
                <a:gd name="connsiteY80" fmla="*/ 512361 h 761503"/>
                <a:gd name="connsiteX81" fmla="*/ 411734 w 571128"/>
                <a:gd name="connsiteY81" fmla="*/ 531398 h 761503"/>
                <a:gd name="connsiteX82" fmla="*/ 419893 w 571128"/>
                <a:gd name="connsiteY82" fmla="*/ 558595 h 761503"/>
                <a:gd name="connsiteX83" fmla="*/ 425332 w 571128"/>
                <a:gd name="connsiteY83" fmla="*/ 564034 h 761503"/>
                <a:gd name="connsiteX84" fmla="*/ 430771 w 571128"/>
                <a:gd name="connsiteY84" fmla="*/ 558595 h 761503"/>
                <a:gd name="connsiteX85" fmla="*/ 430771 w 571128"/>
                <a:gd name="connsiteY85" fmla="*/ 550436 h 761503"/>
                <a:gd name="connsiteX86" fmla="*/ 430771 w 571128"/>
                <a:gd name="connsiteY86" fmla="*/ 501482 h 761503"/>
                <a:gd name="connsiteX87" fmla="*/ 430771 w 571128"/>
                <a:gd name="connsiteY87" fmla="*/ 403575 h 761503"/>
                <a:gd name="connsiteX88" fmla="*/ 425332 w 571128"/>
                <a:gd name="connsiteY88" fmla="*/ 313826 h 761503"/>
                <a:gd name="connsiteX89" fmla="*/ 425332 w 571128"/>
                <a:gd name="connsiteY89" fmla="*/ 248554 h 761503"/>
                <a:gd name="connsiteX90" fmla="*/ 425332 w 571128"/>
                <a:gd name="connsiteY90" fmla="*/ 210479 h 761503"/>
                <a:gd name="connsiteX91" fmla="*/ 422613 w 571128"/>
                <a:gd name="connsiteY91" fmla="*/ 153366 h 761503"/>
                <a:gd name="connsiteX92" fmla="*/ 425332 w 571128"/>
                <a:gd name="connsiteY92" fmla="*/ 123450 h 761503"/>
                <a:gd name="connsiteX93" fmla="*/ 398136 w 571128"/>
                <a:gd name="connsiteY93" fmla="*/ 123450 h 761503"/>
                <a:gd name="connsiteX94" fmla="*/ 379098 w 571128"/>
                <a:gd name="connsiteY94" fmla="*/ 123450 h 761503"/>
                <a:gd name="connsiteX95" fmla="*/ 360060 w 571128"/>
                <a:gd name="connsiteY95" fmla="*/ 118011 h 761503"/>
                <a:gd name="connsiteX96" fmla="*/ 349182 w 571128"/>
                <a:gd name="connsiteY96" fmla="*/ 101693 h 761503"/>
                <a:gd name="connsiteX97" fmla="*/ 351901 w 571128"/>
                <a:gd name="connsiteY97" fmla="*/ 93534 h 761503"/>
                <a:gd name="connsiteX98" fmla="*/ 368219 w 571128"/>
                <a:gd name="connsiteY98" fmla="*/ 85375 h 761503"/>
                <a:gd name="connsiteX99" fmla="*/ 422613 w 571128"/>
                <a:gd name="connsiteY99" fmla="*/ 79936 h 761503"/>
                <a:gd name="connsiteX100" fmla="*/ 444370 w 571128"/>
                <a:gd name="connsiteY100" fmla="*/ 79936 h 761503"/>
                <a:gd name="connsiteX101" fmla="*/ 463407 w 571128"/>
                <a:gd name="connsiteY101" fmla="*/ 71776 h 761503"/>
                <a:gd name="connsiteX102" fmla="*/ 477006 w 571128"/>
                <a:gd name="connsiteY102" fmla="*/ 79936 h 761503"/>
                <a:gd name="connsiteX103" fmla="*/ 512361 w 571128"/>
                <a:gd name="connsiteY103" fmla="*/ 79936 h 761503"/>
                <a:gd name="connsiteX104" fmla="*/ 512361 w 571128"/>
                <a:gd name="connsiteY104" fmla="*/ 79936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571128" h="761503">
                  <a:moveTo>
                    <a:pt x="512361" y="79936"/>
                  </a:moveTo>
                  <a:cubicBezTo>
                    <a:pt x="520520" y="79936"/>
                    <a:pt x="539558" y="79936"/>
                    <a:pt x="539558" y="96253"/>
                  </a:cubicBezTo>
                  <a:cubicBezTo>
                    <a:pt x="539558" y="104412"/>
                    <a:pt x="539558" y="107132"/>
                    <a:pt x="534118" y="112571"/>
                  </a:cubicBezTo>
                  <a:cubicBezTo>
                    <a:pt x="531399" y="118011"/>
                    <a:pt x="525960" y="120730"/>
                    <a:pt x="523240" y="120730"/>
                  </a:cubicBezTo>
                  <a:cubicBezTo>
                    <a:pt x="515081" y="123450"/>
                    <a:pt x="512361" y="123450"/>
                    <a:pt x="506922" y="123450"/>
                  </a:cubicBezTo>
                  <a:cubicBezTo>
                    <a:pt x="504202" y="123450"/>
                    <a:pt x="490604" y="123450"/>
                    <a:pt x="477006" y="123450"/>
                  </a:cubicBezTo>
                  <a:cubicBezTo>
                    <a:pt x="477006" y="131609"/>
                    <a:pt x="479725" y="137048"/>
                    <a:pt x="479725" y="145207"/>
                  </a:cubicBezTo>
                  <a:cubicBezTo>
                    <a:pt x="479725" y="156086"/>
                    <a:pt x="477006" y="166964"/>
                    <a:pt x="477006" y="180563"/>
                  </a:cubicBezTo>
                  <a:cubicBezTo>
                    <a:pt x="477006" y="196881"/>
                    <a:pt x="479725" y="215918"/>
                    <a:pt x="482445" y="232236"/>
                  </a:cubicBezTo>
                  <a:cubicBezTo>
                    <a:pt x="485165" y="248554"/>
                    <a:pt x="485165" y="267592"/>
                    <a:pt x="485165" y="283910"/>
                  </a:cubicBezTo>
                  <a:cubicBezTo>
                    <a:pt x="485165" y="297508"/>
                    <a:pt x="485165" y="313826"/>
                    <a:pt x="485165" y="327424"/>
                  </a:cubicBezTo>
                  <a:cubicBezTo>
                    <a:pt x="485165" y="343742"/>
                    <a:pt x="487884" y="357340"/>
                    <a:pt x="487884" y="373658"/>
                  </a:cubicBezTo>
                  <a:cubicBezTo>
                    <a:pt x="487884" y="389976"/>
                    <a:pt x="485165" y="403575"/>
                    <a:pt x="485165" y="419892"/>
                  </a:cubicBezTo>
                  <a:cubicBezTo>
                    <a:pt x="485165" y="436210"/>
                    <a:pt x="485165" y="449809"/>
                    <a:pt x="485165" y="463407"/>
                  </a:cubicBezTo>
                  <a:cubicBezTo>
                    <a:pt x="485165" y="479725"/>
                    <a:pt x="485165" y="498762"/>
                    <a:pt x="482445" y="515080"/>
                  </a:cubicBezTo>
                  <a:cubicBezTo>
                    <a:pt x="482445" y="528679"/>
                    <a:pt x="482445" y="542277"/>
                    <a:pt x="482445" y="558595"/>
                  </a:cubicBezTo>
                  <a:cubicBezTo>
                    <a:pt x="482445" y="572193"/>
                    <a:pt x="479725" y="588511"/>
                    <a:pt x="479725" y="602109"/>
                  </a:cubicBezTo>
                  <a:cubicBezTo>
                    <a:pt x="479725" y="615708"/>
                    <a:pt x="485165" y="632026"/>
                    <a:pt x="485165" y="648343"/>
                  </a:cubicBezTo>
                  <a:cubicBezTo>
                    <a:pt x="485165" y="659222"/>
                    <a:pt x="482445" y="670101"/>
                    <a:pt x="474286" y="675540"/>
                  </a:cubicBezTo>
                  <a:cubicBezTo>
                    <a:pt x="460688" y="686419"/>
                    <a:pt x="444370" y="691858"/>
                    <a:pt x="428052" y="691858"/>
                  </a:cubicBezTo>
                  <a:cubicBezTo>
                    <a:pt x="414454" y="691858"/>
                    <a:pt x="400855" y="689138"/>
                    <a:pt x="387257" y="683699"/>
                  </a:cubicBezTo>
                  <a:cubicBezTo>
                    <a:pt x="373659" y="678260"/>
                    <a:pt x="360060" y="672820"/>
                    <a:pt x="351901" y="664661"/>
                  </a:cubicBezTo>
                  <a:cubicBezTo>
                    <a:pt x="330144" y="645624"/>
                    <a:pt x="316546" y="621147"/>
                    <a:pt x="305667" y="596670"/>
                  </a:cubicBezTo>
                  <a:cubicBezTo>
                    <a:pt x="292069" y="569473"/>
                    <a:pt x="281190" y="539557"/>
                    <a:pt x="270312" y="509641"/>
                  </a:cubicBezTo>
                  <a:cubicBezTo>
                    <a:pt x="264872" y="493323"/>
                    <a:pt x="256713" y="477005"/>
                    <a:pt x="251274" y="460687"/>
                  </a:cubicBezTo>
                  <a:cubicBezTo>
                    <a:pt x="240395" y="433491"/>
                    <a:pt x="232236" y="409014"/>
                    <a:pt x="224077" y="381817"/>
                  </a:cubicBezTo>
                  <a:cubicBezTo>
                    <a:pt x="218638" y="365499"/>
                    <a:pt x="213199" y="346462"/>
                    <a:pt x="207759" y="330144"/>
                  </a:cubicBezTo>
                  <a:cubicBezTo>
                    <a:pt x="202320" y="316545"/>
                    <a:pt x="196881" y="300228"/>
                    <a:pt x="191442" y="286629"/>
                  </a:cubicBezTo>
                  <a:cubicBezTo>
                    <a:pt x="188722" y="281190"/>
                    <a:pt x="186002" y="278470"/>
                    <a:pt x="183283" y="278470"/>
                  </a:cubicBezTo>
                  <a:cubicBezTo>
                    <a:pt x="180563" y="278470"/>
                    <a:pt x="180563" y="286629"/>
                    <a:pt x="180563" y="292069"/>
                  </a:cubicBezTo>
                  <a:cubicBezTo>
                    <a:pt x="180563" y="297508"/>
                    <a:pt x="180563" y="302947"/>
                    <a:pt x="180563" y="305667"/>
                  </a:cubicBezTo>
                  <a:cubicBezTo>
                    <a:pt x="180563" y="321985"/>
                    <a:pt x="183283" y="338303"/>
                    <a:pt x="183283" y="354621"/>
                  </a:cubicBezTo>
                  <a:cubicBezTo>
                    <a:pt x="183283" y="387257"/>
                    <a:pt x="186002" y="417173"/>
                    <a:pt x="188722" y="449809"/>
                  </a:cubicBezTo>
                  <a:cubicBezTo>
                    <a:pt x="188722" y="460687"/>
                    <a:pt x="188722" y="468846"/>
                    <a:pt x="188722" y="479725"/>
                  </a:cubicBezTo>
                  <a:cubicBezTo>
                    <a:pt x="188722" y="501482"/>
                    <a:pt x="188722" y="523239"/>
                    <a:pt x="188722" y="542277"/>
                  </a:cubicBezTo>
                  <a:cubicBezTo>
                    <a:pt x="188722" y="566754"/>
                    <a:pt x="186002" y="591231"/>
                    <a:pt x="186002" y="615708"/>
                  </a:cubicBezTo>
                  <a:cubicBezTo>
                    <a:pt x="186002" y="623867"/>
                    <a:pt x="186002" y="632026"/>
                    <a:pt x="186002" y="637465"/>
                  </a:cubicBezTo>
                  <a:cubicBezTo>
                    <a:pt x="186002" y="645624"/>
                    <a:pt x="183283" y="656502"/>
                    <a:pt x="183283" y="664661"/>
                  </a:cubicBezTo>
                  <a:cubicBezTo>
                    <a:pt x="202320" y="664661"/>
                    <a:pt x="218638" y="664661"/>
                    <a:pt x="226797" y="664661"/>
                  </a:cubicBezTo>
                  <a:cubicBezTo>
                    <a:pt x="234956" y="664661"/>
                    <a:pt x="253994" y="664661"/>
                    <a:pt x="253994" y="680979"/>
                  </a:cubicBezTo>
                  <a:cubicBezTo>
                    <a:pt x="253994" y="689138"/>
                    <a:pt x="253994" y="691858"/>
                    <a:pt x="248554" y="697297"/>
                  </a:cubicBezTo>
                  <a:cubicBezTo>
                    <a:pt x="245835" y="702737"/>
                    <a:pt x="240395" y="705456"/>
                    <a:pt x="234956" y="705456"/>
                  </a:cubicBezTo>
                  <a:cubicBezTo>
                    <a:pt x="226797" y="708176"/>
                    <a:pt x="224077" y="708176"/>
                    <a:pt x="218638" y="708176"/>
                  </a:cubicBezTo>
                  <a:cubicBezTo>
                    <a:pt x="215918" y="708176"/>
                    <a:pt x="199600" y="708176"/>
                    <a:pt x="183283" y="708176"/>
                  </a:cubicBezTo>
                  <a:cubicBezTo>
                    <a:pt x="166965" y="708176"/>
                    <a:pt x="153366" y="708176"/>
                    <a:pt x="150647" y="708176"/>
                  </a:cubicBezTo>
                  <a:cubicBezTo>
                    <a:pt x="139768" y="708176"/>
                    <a:pt x="120730" y="708176"/>
                    <a:pt x="107132" y="708176"/>
                  </a:cubicBezTo>
                  <a:cubicBezTo>
                    <a:pt x="101693" y="708176"/>
                    <a:pt x="96253" y="708176"/>
                    <a:pt x="88094" y="708176"/>
                  </a:cubicBezTo>
                  <a:cubicBezTo>
                    <a:pt x="82655" y="708176"/>
                    <a:pt x="74496" y="708176"/>
                    <a:pt x="69057" y="702737"/>
                  </a:cubicBezTo>
                  <a:cubicBezTo>
                    <a:pt x="63618" y="700017"/>
                    <a:pt x="58178" y="691858"/>
                    <a:pt x="58178" y="686419"/>
                  </a:cubicBezTo>
                  <a:cubicBezTo>
                    <a:pt x="58178" y="683699"/>
                    <a:pt x="58178" y="680979"/>
                    <a:pt x="60898" y="678260"/>
                  </a:cubicBezTo>
                  <a:cubicBezTo>
                    <a:pt x="63618" y="675540"/>
                    <a:pt x="71777" y="672820"/>
                    <a:pt x="77216" y="670101"/>
                  </a:cubicBezTo>
                  <a:cubicBezTo>
                    <a:pt x="90814" y="667381"/>
                    <a:pt x="115291" y="664661"/>
                    <a:pt x="120730" y="664661"/>
                  </a:cubicBezTo>
                  <a:cubicBezTo>
                    <a:pt x="123450" y="664661"/>
                    <a:pt x="126170" y="664661"/>
                    <a:pt x="131609" y="664661"/>
                  </a:cubicBezTo>
                  <a:cubicBezTo>
                    <a:pt x="131609" y="623867"/>
                    <a:pt x="134329" y="583072"/>
                    <a:pt x="134329" y="539557"/>
                  </a:cubicBezTo>
                  <a:cubicBezTo>
                    <a:pt x="134329" y="528679"/>
                    <a:pt x="134329" y="515080"/>
                    <a:pt x="134329" y="504202"/>
                  </a:cubicBezTo>
                  <a:cubicBezTo>
                    <a:pt x="131609" y="460687"/>
                    <a:pt x="131609" y="417173"/>
                    <a:pt x="131609" y="376378"/>
                  </a:cubicBezTo>
                  <a:cubicBezTo>
                    <a:pt x="131609" y="351901"/>
                    <a:pt x="131609" y="327424"/>
                    <a:pt x="131609" y="302947"/>
                  </a:cubicBezTo>
                  <a:cubicBezTo>
                    <a:pt x="131609" y="275751"/>
                    <a:pt x="131609" y="248554"/>
                    <a:pt x="134329" y="221357"/>
                  </a:cubicBezTo>
                  <a:cubicBezTo>
                    <a:pt x="134329" y="188722"/>
                    <a:pt x="137048" y="156086"/>
                    <a:pt x="137048" y="123450"/>
                  </a:cubicBezTo>
                  <a:cubicBezTo>
                    <a:pt x="126170" y="123450"/>
                    <a:pt x="115291" y="123450"/>
                    <a:pt x="107132" y="123450"/>
                  </a:cubicBezTo>
                  <a:cubicBezTo>
                    <a:pt x="101693" y="123450"/>
                    <a:pt x="96253" y="123450"/>
                    <a:pt x="88094" y="123450"/>
                  </a:cubicBezTo>
                  <a:cubicBezTo>
                    <a:pt x="82655" y="123450"/>
                    <a:pt x="74496" y="120730"/>
                    <a:pt x="69057" y="118011"/>
                  </a:cubicBezTo>
                  <a:cubicBezTo>
                    <a:pt x="63618" y="115291"/>
                    <a:pt x="58178" y="107132"/>
                    <a:pt x="58178" y="101693"/>
                  </a:cubicBezTo>
                  <a:cubicBezTo>
                    <a:pt x="58178" y="98973"/>
                    <a:pt x="58178" y="96253"/>
                    <a:pt x="60898" y="93534"/>
                  </a:cubicBezTo>
                  <a:cubicBezTo>
                    <a:pt x="63618" y="90814"/>
                    <a:pt x="71777" y="88095"/>
                    <a:pt x="77216" y="85375"/>
                  </a:cubicBezTo>
                  <a:cubicBezTo>
                    <a:pt x="90814" y="82655"/>
                    <a:pt x="126170" y="79936"/>
                    <a:pt x="131609" y="79936"/>
                  </a:cubicBezTo>
                  <a:cubicBezTo>
                    <a:pt x="137048" y="79936"/>
                    <a:pt x="147927" y="79936"/>
                    <a:pt x="161525" y="79936"/>
                  </a:cubicBezTo>
                  <a:cubicBezTo>
                    <a:pt x="166965" y="74496"/>
                    <a:pt x="172404" y="71776"/>
                    <a:pt x="177843" y="66337"/>
                  </a:cubicBezTo>
                  <a:cubicBezTo>
                    <a:pt x="186002" y="60898"/>
                    <a:pt x="194161" y="58178"/>
                    <a:pt x="202320" y="58178"/>
                  </a:cubicBezTo>
                  <a:cubicBezTo>
                    <a:pt x="215918" y="58178"/>
                    <a:pt x="226797" y="63618"/>
                    <a:pt x="234956" y="77216"/>
                  </a:cubicBezTo>
                  <a:cubicBezTo>
                    <a:pt x="240395" y="88095"/>
                    <a:pt x="248554" y="96253"/>
                    <a:pt x="251274" y="107132"/>
                  </a:cubicBezTo>
                  <a:cubicBezTo>
                    <a:pt x="256713" y="120730"/>
                    <a:pt x="259433" y="134329"/>
                    <a:pt x="267592" y="147927"/>
                  </a:cubicBezTo>
                  <a:cubicBezTo>
                    <a:pt x="273031" y="158806"/>
                    <a:pt x="275751" y="172404"/>
                    <a:pt x="281190" y="183282"/>
                  </a:cubicBezTo>
                  <a:cubicBezTo>
                    <a:pt x="286630" y="196881"/>
                    <a:pt x="292069" y="210479"/>
                    <a:pt x="297508" y="224077"/>
                  </a:cubicBezTo>
                  <a:cubicBezTo>
                    <a:pt x="300228" y="237676"/>
                    <a:pt x="305667" y="251274"/>
                    <a:pt x="308387" y="264872"/>
                  </a:cubicBezTo>
                  <a:cubicBezTo>
                    <a:pt x="311107" y="278470"/>
                    <a:pt x="311107" y="289349"/>
                    <a:pt x="319265" y="300228"/>
                  </a:cubicBezTo>
                  <a:cubicBezTo>
                    <a:pt x="332864" y="324704"/>
                    <a:pt x="346462" y="351901"/>
                    <a:pt x="351901" y="379098"/>
                  </a:cubicBezTo>
                  <a:cubicBezTo>
                    <a:pt x="354621" y="392696"/>
                    <a:pt x="360060" y="403575"/>
                    <a:pt x="365500" y="417173"/>
                  </a:cubicBezTo>
                  <a:cubicBezTo>
                    <a:pt x="373659" y="430771"/>
                    <a:pt x="373659" y="444369"/>
                    <a:pt x="379098" y="457968"/>
                  </a:cubicBezTo>
                  <a:cubicBezTo>
                    <a:pt x="381818" y="471566"/>
                    <a:pt x="387257" y="482445"/>
                    <a:pt x="395416" y="496043"/>
                  </a:cubicBezTo>
                  <a:cubicBezTo>
                    <a:pt x="398136" y="501482"/>
                    <a:pt x="403575" y="506921"/>
                    <a:pt x="406295" y="512361"/>
                  </a:cubicBezTo>
                  <a:cubicBezTo>
                    <a:pt x="409014" y="517800"/>
                    <a:pt x="409014" y="525959"/>
                    <a:pt x="411734" y="531398"/>
                  </a:cubicBezTo>
                  <a:cubicBezTo>
                    <a:pt x="414454" y="539557"/>
                    <a:pt x="417173" y="550436"/>
                    <a:pt x="419893" y="558595"/>
                  </a:cubicBezTo>
                  <a:cubicBezTo>
                    <a:pt x="422613" y="561314"/>
                    <a:pt x="422613" y="564034"/>
                    <a:pt x="425332" y="564034"/>
                  </a:cubicBezTo>
                  <a:cubicBezTo>
                    <a:pt x="428052" y="564034"/>
                    <a:pt x="428052" y="561314"/>
                    <a:pt x="430771" y="558595"/>
                  </a:cubicBezTo>
                  <a:cubicBezTo>
                    <a:pt x="430771" y="555875"/>
                    <a:pt x="430771" y="553156"/>
                    <a:pt x="430771" y="550436"/>
                  </a:cubicBezTo>
                  <a:cubicBezTo>
                    <a:pt x="430771" y="534118"/>
                    <a:pt x="430771" y="517800"/>
                    <a:pt x="430771" y="501482"/>
                  </a:cubicBezTo>
                  <a:cubicBezTo>
                    <a:pt x="430771" y="468846"/>
                    <a:pt x="433491" y="436210"/>
                    <a:pt x="430771" y="403575"/>
                  </a:cubicBezTo>
                  <a:cubicBezTo>
                    <a:pt x="430771" y="373658"/>
                    <a:pt x="425332" y="343742"/>
                    <a:pt x="425332" y="313826"/>
                  </a:cubicBezTo>
                  <a:cubicBezTo>
                    <a:pt x="425332" y="292069"/>
                    <a:pt x="425332" y="270311"/>
                    <a:pt x="425332" y="248554"/>
                  </a:cubicBezTo>
                  <a:cubicBezTo>
                    <a:pt x="425332" y="234956"/>
                    <a:pt x="425332" y="224077"/>
                    <a:pt x="425332" y="210479"/>
                  </a:cubicBezTo>
                  <a:cubicBezTo>
                    <a:pt x="425332" y="191441"/>
                    <a:pt x="422613" y="172404"/>
                    <a:pt x="422613" y="153366"/>
                  </a:cubicBezTo>
                  <a:cubicBezTo>
                    <a:pt x="422613" y="142488"/>
                    <a:pt x="422613" y="134329"/>
                    <a:pt x="425332" y="123450"/>
                  </a:cubicBezTo>
                  <a:cubicBezTo>
                    <a:pt x="417173" y="123450"/>
                    <a:pt x="406295" y="123450"/>
                    <a:pt x="398136" y="123450"/>
                  </a:cubicBezTo>
                  <a:cubicBezTo>
                    <a:pt x="392696" y="123450"/>
                    <a:pt x="387257" y="123450"/>
                    <a:pt x="379098" y="123450"/>
                  </a:cubicBezTo>
                  <a:cubicBezTo>
                    <a:pt x="373659" y="123450"/>
                    <a:pt x="365500" y="120730"/>
                    <a:pt x="360060" y="118011"/>
                  </a:cubicBezTo>
                  <a:cubicBezTo>
                    <a:pt x="354621" y="115291"/>
                    <a:pt x="349182" y="107132"/>
                    <a:pt x="349182" y="101693"/>
                  </a:cubicBezTo>
                  <a:cubicBezTo>
                    <a:pt x="349182" y="98973"/>
                    <a:pt x="349182" y="96253"/>
                    <a:pt x="351901" y="93534"/>
                  </a:cubicBezTo>
                  <a:cubicBezTo>
                    <a:pt x="354621" y="90814"/>
                    <a:pt x="362780" y="88095"/>
                    <a:pt x="368219" y="85375"/>
                  </a:cubicBezTo>
                  <a:cubicBezTo>
                    <a:pt x="381818" y="82655"/>
                    <a:pt x="417173" y="79936"/>
                    <a:pt x="422613" y="79936"/>
                  </a:cubicBezTo>
                  <a:cubicBezTo>
                    <a:pt x="428052" y="79936"/>
                    <a:pt x="433491" y="79936"/>
                    <a:pt x="444370" y="79936"/>
                  </a:cubicBezTo>
                  <a:cubicBezTo>
                    <a:pt x="449809" y="74496"/>
                    <a:pt x="455248" y="71776"/>
                    <a:pt x="463407" y="71776"/>
                  </a:cubicBezTo>
                  <a:cubicBezTo>
                    <a:pt x="471566" y="71776"/>
                    <a:pt x="477006" y="74496"/>
                    <a:pt x="477006" y="79936"/>
                  </a:cubicBezTo>
                  <a:cubicBezTo>
                    <a:pt x="490604" y="82655"/>
                    <a:pt x="504202" y="79936"/>
                    <a:pt x="512361" y="79936"/>
                  </a:cubicBezTo>
                  <a:lnTo>
                    <a:pt x="512361" y="79936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02C14CBB-D0EA-4098-8F25-912BA05B86AD}"/>
                </a:ext>
              </a:extLst>
            </p:cNvPr>
            <p:cNvSpPr/>
            <p:nvPr/>
          </p:nvSpPr>
          <p:spPr>
            <a:xfrm>
              <a:off x="2987430" y="4242177"/>
              <a:ext cx="494979" cy="674476"/>
            </a:xfrm>
            <a:custGeom>
              <a:avLst/>
              <a:gdLst>
                <a:gd name="connsiteX0" fmla="*/ 228453 w 494979"/>
                <a:gd name="connsiteY0" fmla="*/ 97907 h 674476"/>
                <a:gd name="connsiteX1" fmla="*/ 212135 w 494979"/>
                <a:gd name="connsiteY1" fmla="*/ 119665 h 674476"/>
                <a:gd name="connsiteX2" fmla="*/ 203976 w 494979"/>
                <a:gd name="connsiteY2" fmla="*/ 152300 h 674476"/>
                <a:gd name="connsiteX3" fmla="*/ 201256 w 494979"/>
                <a:gd name="connsiteY3" fmla="*/ 168618 h 674476"/>
                <a:gd name="connsiteX4" fmla="*/ 198537 w 494979"/>
                <a:gd name="connsiteY4" fmla="*/ 184936 h 674476"/>
                <a:gd name="connsiteX5" fmla="*/ 190378 w 494979"/>
                <a:gd name="connsiteY5" fmla="*/ 220292 h 674476"/>
                <a:gd name="connsiteX6" fmla="*/ 171340 w 494979"/>
                <a:gd name="connsiteY6" fmla="*/ 291003 h 674476"/>
                <a:gd name="connsiteX7" fmla="*/ 163180 w 494979"/>
                <a:gd name="connsiteY7" fmla="*/ 323639 h 674476"/>
                <a:gd name="connsiteX8" fmla="*/ 152302 w 494979"/>
                <a:gd name="connsiteY8" fmla="*/ 361714 h 674476"/>
                <a:gd name="connsiteX9" fmla="*/ 146862 w 494979"/>
                <a:gd name="connsiteY9" fmla="*/ 388910 h 674476"/>
                <a:gd name="connsiteX10" fmla="*/ 152302 w 494979"/>
                <a:gd name="connsiteY10" fmla="*/ 391630 h 674476"/>
                <a:gd name="connsiteX11" fmla="*/ 174060 w 494979"/>
                <a:gd name="connsiteY11" fmla="*/ 391630 h 674476"/>
                <a:gd name="connsiteX12" fmla="*/ 195817 w 494979"/>
                <a:gd name="connsiteY12" fmla="*/ 388910 h 674476"/>
                <a:gd name="connsiteX13" fmla="*/ 214855 w 494979"/>
                <a:gd name="connsiteY13" fmla="*/ 388910 h 674476"/>
                <a:gd name="connsiteX14" fmla="*/ 239332 w 494979"/>
                <a:gd name="connsiteY14" fmla="*/ 388910 h 674476"/>
                <a:gd name="connsiteX15" fmla="*/ 252930 w 494979"/>
                <a:gd name="connsiteY15" fmla="*/ 386191 h 674476"/>
                <a:gd name="connsiteX16" fmla="*/ 261089 w 494979"/>
                <a:gd name="connsiteY16" fmla="*/ 386191 h 674476"/>
                <a:gd name="connsiteX17" fmla="*/ 258369 w 494979"/>
                <a:gd name="connsiteY17" fmla="*/ 367153 h 674476"/>
                <a:gd name="connsiteX18" fmla="*/ 252930 w 494979"/>
                <a:gd name="connsiteY18" fmla="*/ 331797 h 674476"/>
                <a:gd name="connsiteX19" fmla="*/ 250210 w 494979"/>
                <a:gd name="connsiteY19" fmla="*/ 244769 h 674476"/>
                <a:gd name="connsiteX20" fmla="*/ 244771 w 494979"/>
                <a:gd name="connsiteY20" fmla="*/ 203974 h 674476"/>
                <a:gd name="connsiteX21" fmla="*/ 239332 w 494979"/>
                <a:gd name="connsiteY21" fmla="*/ 157740 h 674476"/>
                <a:gd name="connsiteX22" fmla="*/ 236612 w 494979"/>
                <a:gd name="connsiteY22" fmla="*/ 119665 h 674476"/>
                <a:gd name="connsiteX23" fmla="*/ 228453 w 494979"/>
                <a:gd name="connsiteY23" fmla="*/ 97907 h 674476"/>
                <a:gd name="connsiteX24" fmla="*/ 274687 w 494979"/>
                <a:gd name="connsiteY24" fmla="*/ 0 h 674476"/>
                <a:gd name="connsiteX25" fmla="*/ 304603 w 494979"/>
                <a:gd name="connsiteY25" fmla="*/ 5439 h 674476"/>
                <a:gd name="connsiteX26" fmla="*/ 320921 w 494979"/>
                <a:gd name="connsiteY26" fmla="*/ 24477 h 674476"/>
                <a:gd name="connsiteX27" fmla="*/ 334519 w 494979"/>
                <a:gd name="connsiteY27" fmla="*/ 43515 h 674476"/>
                <a:gd name="connsiteX28" fmla="*/ 339959 w 494979"/>
                <a:gd name="connsiteY28" fmla="*/ 65272 h 674476"/>
                <a:gd name="connsiteX29" fmla="*/ 348118 w 494979"/>
                <a:gd name="connsiteY29" fmla="*/ 114226 h 674476"/>
                <a:gd name="connsiteX30" fmla="*/ 361716 w 494979"/>
                <a:gd name="connsiteY30" fmla="*/ 163180 h 674476"/>
                <a:gd name="connsiteX31" fmla="*/ 369875 w 494979"/>
                <a:gd name="connsiteY31" fmla="*/ 220293 h 674476"/>
                <a:gd name="connsiteX32" fmla="*/ 378034 w 494979"/>
                <a:gd name="connsiteY32" fmla="*/ 274686 h 674476"/>
                <a:gd name="connsiteX33" fmla="*/ 383473 w 494979"/>
                <a:gd name="connsiteY33" fmla="*/ 301883 h 674476"/>
                <a:gd name="connsiteX34" fmla="*/ 391632 w 494979"/>
                <a:gd name="connsiteY34" fmla="*/ 337238 h 674476"/>
                <a:gd name="connsiteX35" fmla="*/ 397071 w 494979"/>
                <a:gd name="connsiteY35" fmla="*/ 364435 h 674476"/>
                <a:gd name="connsiteX36" fmla="*/ 405230 w 494979"/>
                <a:gd name="connsiteY36" fmla="*/ 383473 h 674476"/>
                <a:gd name="connsiteX37" fmla="*/ 416109 w 494979"/>
                <a:gd name="connsiteY37" fmla="*/ 386192 h 674476"/>
                <a:gd name="connsiteX38" fmla="*/ 426988 w 494979"/>
                <a:gd name="connsiteY38" fmla="*/ 386192 h 674476"/>
                <a:gd name="connsiteX39" fmla="*/ 454184 w 494979"/>
                <a:gd name="connsiteY39" fmla="*/ 397071 h 674476"/>
                <a:gd name="connsiteX40" fmla="*/ 456904 w 494979"/>
                <a:gd name="connsiteY40" fmla="*/ 405230 h 674476"/>
                <a:gd name="connsiteX41" fmla="*/ 451465 w 494979"/>
                <a:gd name="connsiteY41" fmla="*/ 416108 h 674476"/>
                <a:gd name="connsiteX42" fmla="*/ 432427 w 494979"/>
                <a:gd name="connsiteY42" fmla="*/ 429707 h 674476"/>
                <a:gd name="connsiteX43" fmla="*/ 421548 w 494979"/>
                <a:gd name="connsiteY43" fmla="*/ 432426 h 674476"/>
                <a:gd name="connsiteX44" fmla="*/ 413389 w 494979"/>
                <a:gd name="connsiteY44" fmla="*/ 435146 h 674476"/>
                <a:gd name="connsiteX45" fmla="*/ 413389 w 494979"/>
                <a:gd name="connsiteY45" fmla="*/ 440585 h 674476"/>
                <a:gd name="connsiteX46" fmla="*/ 416109 w 494979"/>
                <a:gd name="connsiteY46" fmla="*/ 451464 h 674476"/>
                <a:gd name="connsiteX47" fmla="*/ 418829 w 494979"/>
                <a:gd name="connsiteY47" fmla="*/ 465062 h 674476"/>
                <a:gd name="connsiteX48" fmla="*/ 418829 w 494979"/>
                <a:gd name="connsiteY48" fmla="*/ 475941 h 674476"/>
                <a:gd name="connsiteX49" fmla="*/ 418829 w 494979"/>
                <a:gd name="connsiteY49" fmla="*/ 486820 h 674476"/>
                <a:gd name="connsiteX50" fmla="*/ 426988 w 494979"/>
                <a:gd name="connsiteY50" fmla="*/ 516736 h 674476"/>
                <a:gd name="connsiteX51" fmla="*/ 432427 w 494979"/>
                <a:gd name="connsiteY51" fmla="*/ 543932 h 674476"/>
                <a:gd name="connsiteX52" fmla="*/ 437866 w 494979"/>
                <a:gd name="connsiteY52" fmla="*/ 573848 h 674476"/>
                <a:gd name="connsiteX53" fmla="*/ 443306 w 494979"/>
                <a:gd name="connsiteY53" fmla="*/ 606484 h 674476"/>
                <a:gd name="connsiteX54" fmla="*/ 446025 w 494979"/>
                <a:gd name="connsiteY54" fmla="*/ 617363 h 674476"/>
                <a:gd name="connsiteX55" fmla="*/ 470502 w 494979"/>
                <a:gd name="connsiteY55" fmla="*/ 617363 h 674476"/>
                <a:gd name="connsiteX56" fmla="*/ 494979 w 494979"/>
                <a:gd name="connsiteY56" fmla="*/ 641840 h 674476"/>
                <a:gd name="connsiteX57" fmla="*/ 486820 w 494979"/>
                <a:gd name="connsiteY57" fmla="*/ 655438 h 674476"/>
                <a:gd name="connsiteX58" fmla="*/ 470502 w 494979"/>
                <a:gd name="connsiteY58" fmla="*/ 663597 h 674476"/>
                <a:gd name="connsiteX59" fmla="*/ 446025 w 494979"/>
                <a:gd name="connsiteY59" fmla="*/ 666317 h 674476"/>
                <a:gd name="connsiteX60" fmla="*/ 424268 w 494979"/>
                <a:gd name="connsiteY60" fmla="*/ 666317 h 674476"/>
                <a:gd name="connsiteX61" fmla="*/ 416109 w 494979"/>
                <a:gd name="connsiteY61" fmla="*/ 666317 h 674476"/>
                <a:gd name="connsiteX62" fmla="*/ 402511 w 494979"/>
                <a:gd name="connsiteY62" fmla="*/ 671756 h 674476"/>
                <a:gd name="connsiteX63" fmla="*/ 386193 w 494979"/>
                <a:gd name="connsiteY63" fmla="*/ 674476 h 674476"/>
                <a:gd name="connsiteX64" fmla="*/ 350837 w 494979"/>
                <a:gd name="connsiteY64" fmla="*/ 669036 h 674476"/>
                <a:gd name="connsiteX65" fmla="*/ 329080 w 494979"/>
                <a:gd name="connsiteY65" fmla="*/ 669036 h 674476"/>
                <a:gd name="connsiteX66" fmla="*/ 280126 w 494979"/>
                <a:gd name="connsiteY66" fmla="*/ 669036 h 674476"/>
                <a:gd name="connsiteX67" fmla="*/ 255649 w 494979"/>
                <a:gd name="connsiteY67" fmla="*/ 663597 h 674476"/>
                <a:gd name="connsiteX68" fmla="*/ 239331 w 494979"/>
                <a:gd name="connsiteY68" fmla="*/ 647279 h 674476"/>
                <a:gd name="connsiteX69" fmla="*/ 263808 w 494979"/>
                <a:gd name="connsiteY69" fmla="*/ 630961 h 674476"/>
                <a:gd name="connsiteX70" fmla="*/ 291005 w 494979"/>
                <a:gd name="connsiteY70" fmla="*/ 628241 h 674476"/>
                <a:gd name="connsiteX71" fmla="*/ 288285 w 494979"/>
                <a:gd name="connsiteY71" fmla="*/ 609204 h 674476"/>
                <a:gd name="connsiteX72" fmla="*/ 285565 w 494979"/>
                <a:gd name="connsiteY72" fmla="*/ 582007 h 674476"/>
                <a:gd name="connsiteX73" fmla="*/ 282846 w 494979"/>
                <a:gd name="connsiteY73" fmla="*/ 568409 h 674476"/>
                <a:gd name="connsiteX74" fmla="*/ 285565 w 494979"/>
                <a:gd name="connsiteY74" fmla="*/ 554811 h 674476"/>
                <a:gd name="connsiteX75" fmla="*/ 280126 w 494979"/>
                <a:gd name="connsiteY75" fmla="*/ 538493 h 674476"/>
                <a:gd name="connsiteX76" fmla="*/ 274687 w 494979"/>
                <a:gd name="connsiteY76" fmla="*/ 505857 h 674476"/>
                <a:gd name="connsiteX77" fmla="*/ 271967 w 494979"/>
                <a:gd name="connsiteY77" fmla="*/ 478660 h 674476"/>
                <a:gd name="connsiteX78" fmla="*/ 269247 w 494979"/>
                <a:gd name="connsiteY78" fmla="*/ 446025 h 674476"/>
                <a:gd name="connsiteX79" fmla="*/ 263808 w 494979"/>
                <a:gd name="connsiteY79" fmla="*/ 437866 h 674476"/>
                <a:gd name="connsiteX80" fmla="*/ 252929 w 494979"/>
                <a:gd name="connsiteY80" fmla="*/ 437866 h 674476"/>
                <a:gd name="connsiteX81" fmla="*/ 223013 w 494979"/>
                <a:gd name="connsiteY81" fmla="*/ 440585 h 674476"/>
                <a:gd name="connsiteX82" fmla="*/ 193097 w 494979"/>
                <a:gd name="connsiteY82" fmla="*/ 443305 h 674476"/>
                <a:gd name="connsiteX83" fmla="*/ 168620 w 494979"/>
                <a:gd name="connsiteY83" fmla="*/ 443305 h 674476"/>
                <a:gd name="connsiteX84" fmla="*/ 146862 w 494979"/>
                <a:gd name="connsiteY84" fmla="*/ 440585 h 674476"/>
                <a:gd name="connsiteX85" fmla="*/ 138703 w 494979"/>
                <a:gd name="connsiteY85" fmla="*/ 454184 h 674476"/>
                <a:gd name="connsiteX86" fmla="*/ 133263 w 494979"/>
                <a:gd name="connsiteY86" fmla="*/ 486820 h 674476"/>
                <a:gd name="connsiteX87" fmla="*/ 122385 w 494979"/>
                <a:gd name="connsiteY87" fmla="*/ 541213 h 674476"/>
                <a:gd name="connsiteX88" fmla="*/ 106067 w 494979"/>
                <a:gd name="connsiteY88" fmla="*/ 614643 h 674476"/>
                <a:gd name="connsiteX89" fmla="*/ 135983 w 494979"/>
                <a:gd name="connsiteY89" fmla="*/ 614643 h 674476"/>
                <a:gd name="connsiteX90" fmla="*/ 171340 w 494979"/>
                <a:gd name="connsiteY90" fmla="*/ 630961 h 674476"/>
                <a:gd name="connsiteX91" fmla="*/ 165900 w 494979"/>
                <a:gd name="connsiteY91" fmla="*/ 647279 h 674476"/>
                <a:gd name="connsiteX92" fmla="*/ 149581 w 494979"/>
                <a:gd name="connsiteY92" fmla="*/ 655438 h 674476"/>
                <a:gd name="connsiteX93" fmla="*/ 127824 w 494979"/>
                <a:gd name="connsiteY93" fmla="*/ 658158 h 674476"/>
                <a:gd name="connsiteX94" fmla="*/ 106067 w 494979"/>
                <a:gd name="connsiteY94" fmla="*/ 658158 h 674476"/>
                <a:gd name="connsiteX95" fmla="*/ 62552 w 494979"/>
                <a:gd name="connsiteY95" fmla="*/ 658158 h 674476"/>
                <a:gd name="connsiteX96" fmla="*/ 40795 w 494979"/>
                <a:gd name="connsiteY96" fmla="*/ 658158 h 674476"/>
                <a:gd name="connsiteX97" fmla="*/ 16318 w 494979"/>
                <a:gd name="connsiteY97" fmla="*/ 652718 h 674476"/>
                <a:gd name="connsiteX98" fmla="*/ 0 w 494979"/>
                <a:gd name="connsiteY98" fmla="*/ 636401 h 674476"/>
                <a:gd name="connsiteX99" fmla="*/ 2720 w 494979"/>
                <a:gd name="connsiteY99" fmla="*/ 628241 h 674476"/>
                <a:gd name="connsiteX100" fmla="*/ 24477 w 494979"/>
                <a:gd name="connsiteY100" fmla="*/ 620082 h 674476"/>
                <a:gd name="connsiteX101" fmla="*/ 62552 w 494979"/>
                <a:gd name="connsiteY101" fmla="*/ 617363 h 674476"/>
                <a:gd name="connsiteX102" fmla="*/ 62552 w 494979"/>
                <a:gd name="connsiteY102" fmla="*/ 614643 h 674476"/>
                <a:gd name="connsiteX103" fmla="*/ 65272 w 494979"/>
                <a:gd name="connsiteY103" fmla="*/ 587447 h 674476"/>
                <a:gd name="connsiteX104" fmla="*/ 76151 w 494979"/>
                <a:gd name="connsiteY104" fmla="*/ 522175 h 674476"/>
                <a:gd name="connsiteX105" fmla="*/ 87029 w 494979"/>
                <a:gd name="connsiteY105" fmla="*/ 470501 h 674476"/>
                <a:gd name="connsiteX106" fmla="*/ 92469 w 494979"/>
                <a:gd name="connsiteY106" fmla="*/ 446025 h 674476"/>
                <a:gd name="connsiteX107" fmla="*/ 65272 w 494979"/>
                <a:gd name="connsiteY107" fmla="*/ 432426 h 674476"/>
                <a:gd name="connsiteX108" fmla="*/ 54393 w 494979"/>
                <a:gd name="connsiteY108" fmla="*/ 421548 h 674476"/>
                <a:gd name="connsiteX109" fmla="*/ 73431 w 494979"/>
                <a:gd name="connsiteY109" fmla="*/ 407949 h 674476"/>
                <a:gd name="connsiteX110" fmla="*/ 100628 w 494979"/>
                <a:gd name="connsiteY110" fmla="*/ 399790 h 674476"/>
                <a:gd name="connsiteX111" fmla="*/ 108787 w 494979"/>
                <a:gd name="connsiteY111" fmla="*/ 369874 h 674476"/>
                <a:gd name="connsiteX112" fmla="*/ 125105 w 494979"/>
                <a:gd name="connsiteY112" fmla="*/ 307322 h 674476"/>
                <a:gd name="connsiteX113" fmla="*/ 141423 w 494979"/>
                <a:gd name="connsiteY113" fmla="*/ 242051 h 674476"/>
                <a:gd name="connsiteX114" fmla="*/ 155021 w 494979"/>
                <a:gd name="connsiteY114" fmla="*/ 179498 h 674476"/>
                <a:gd name="connsiteX115" fmla="*/ 168620 w 494979"/>
                <a:gd name="connsiteY115" fmla="*/ 119665 h 674476"/>
                <a:gd name="connsiteX116" fmla="*/ 193097 w 494979"/>
                <a:gd name="connsiteY116" fmla="*/ 57113 h 674476"/>
                <a:gd name="connsiteX117" fmla="*/ 201256 w 494979"/>
                <a:gd name="connsiteY117" fmla="*/ 38075 h 674476"/>
                <a:gd name="connsiteX118" fmla="*/ 217574 w 494979"/>
                <a:gd name="connsiteY118" fmla="*/ 13598 h 674476"/>
                <a:gd name="connsiteX119" fmla="*/ 274687 w 494979"/>
                <a:gd name="connsiteY119" fmla="*/ 0 h 674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</a:cxnLst>
              <a:rect l="l" t="t" r="r" b="b"/>
              <a:pathLst>
                <a:path w="494979" h="674476">
                  <a:moveTo>
                    <a:pt x="228453" y="97907"/>
                  </a:moveTo>
                  <a:cubicBezTo>
                    <a:pt x="220294" y="97907"/>
                    <a:pt x="212135" y="114225"/>
                    <a:pt x="212135" y="119665"/>
                  </a:cubicBezTo>
                  <a:cubicBezTo>
                    <a:pt x="209415" y="130543"/>
                    <a:pt x="206696" y="144141"/>
                    <a:pt x="203976" y="152300"/>
                  </a:cubicBezTo>
                  <a:cubicBezTo>
                    <a:pt x="201256" y="157740"/>
                    <a:pt x="201256" y="163179"/>
                    <a:pt x="201256" y="168618"/>
                  </a:cubicBezTo>
                  <a:cubicBezTo>
                    <a:pt x="201256" y="174058"/>
                    <a:pt x="198537" y="179497"/>
                    <a:pt x="198537" y="184936"/>
                  </a:cubicBezTo>
                  <a:cubicBezTo>
                    <a:pt x="195817" y="195815"/>
                    <a:pt x="193097" y="209413"/>
                    <a:pt x="190378" y="220292"/>
                  </a:cubicBezTo>
                  <a:cubicBezTo>
                    <a:pt x="187658" y="244769"/>
                    <a:pt x="179499" y="269246"/>
                    <a:pt x="171340" y="291003"/>
                  </a:cubicBezTo>
                  <a:cubicBezTo>
                    <a:pt x="168620" y="301881"/>
                    <a:pt x="165900" y="312760"/>
                    <a:pt x="163180" y="323639"/>
                  </a:cubicBezTo>
                  <a:cubicBezTo>
                    <a:pt x="160461" y="337237"/>
                    <a:pt x="157741" y="348115"/>
                    <a:pt x="152302" y="361714"/>
                  </a:cubicBezTo>
                  <a:cubicBezTo>
                    <a:pt x="149582" y="367153"/>
                    <a:pt x="146862" y="383471"/>
                    <a:pt x="146862" y="388910"/>
                  </a:cubicBezTo>
                  <a:cubicBezTo>
                    <a:pt x="146862" y="391630"/>
                    <a:pt x="149582" y="391630"/>
                    <a:pt x="152302" y="391630"/>
                  </a:cubicBezTo>
                  <a:cubicBezTo>
                    <a:pt x="157741" y="391630"/>
                    <a:pt x="171340" y="391630"/>
                    <a:pt x="174060" y="391630"/>
                  </a:cubicBezTo>
                  <a:cubicBezTo>
                    <a:pt x="182219" y="391630"/>
                    <a:pt x="190378" y="391630"/>
                    <a:pt x="195817" y="388910"/>
                  </a:cubicBezTo>
                  <a:cubicBezTo>
                    <a:pt x="201256" y="388910"/>
                    <a:pt x="206696" y="388910"/>
                    <a:pt x="214855" y="388910"/>
                  </a:cubicBezTo>
                  <a:cubicBezTo>
                    <a:pt x="220294" y="388910"/>
                    <a:pt x="228453" y="388910"/>
                    <a:pt x="239332" y="388910"/>
                  </a:cubicBezTo>
                  <a:cubicBezTo>
                    <a:pt x="244771" y="388910"/>
                    <a:pt x="250210" y="388910"/>
                    <a:pt x="252930" y="386191"/>
                  </a:cubicBezTo>
                  <a:cubicBezTo>
                    <a:pt x="258369" y="391630"/>
                    <a:pt x="261089" y="388910"/>
                    <a:pt x="261089" y="386191"/>
                  </a:cubicBezTo>
                  <a:cubicBezTo>
                    <a:pt x="261089" y="380751"/>
                    <a:pt x="258369" y="372592"/>
                    <a:pt x="258369" y="367153"/>
                  </a:cubicBezTo>
                  <a:cubicBezTo>
                    <a:pt x="255650" y="353555"/>
                    <a:pt x="252930" y="342676"/>
                    <a:pt x="252930" y="331797"/>
                  </a:cubicBezTo>
                  <a:cubicBezTo>
                    <a:pt x="252930" y="301881"/>
                    <a:pt x="252930" y="274685"/>
                    <a:pt x="250210" y="244769"/>
                  </a:cubicBezTo>
                  <a:cubicBezTo>
                    <a:pt x="250210" y="231170"/>
                    <a:pt x="247491" y="217572"/>
                    <a:pt x="244771" y="203974"/>
                  </a:cubicBezTo>
                  <a:cubicBezTo>
                    <a:pt x="242051" y="187656"/>
                    <a:pt x="239332" y="174058"/>
                    <a:pt x="239332" y="157740"/>
                  </a:cubicBezTo>
                  <a:cubicBezTo>
                    <a:pt x="239332" y="152300"/>
                    <a:pt x="239332" y="133263"/>
                    <a:pt x="236612" y="119665"/>
                  </a:cubicBezTo>
                  <a:cubicBezTo>
                    <a:pt x="236612" y="106066"/>
                    <a:pt x="233892" y="97907"/>
                    <a:pt x="228453" y="97907"/>
                  </a:cubicBezTo>
                  <a:close/>
                  <a:moveTo>
                    <a:pt x="274687" y="0"/>
                  </a:moveTo>
                  <a:cubicBezTo>
                    <a:pt x="288285" y="0"/>
                    <a:pt x="293724" y="2720"/>
                    <a:pt x="304603" y="5439"/>
                  </a:cubicBezTo>
                  <a:cubicBezTo>
                    <a:pt x="315482" y="10879"/>
                    <a:pt x="315482" y="16318"/>
                    <a:pt x="320921" y="24477"/>
                  </a:cubicBezTo>
                  <a:cubicBezTo>
                    <a:pt x="326360" y="29916"/>
                    <a:pt x="331800" y="35356"/>
                    <a:pt x="334519" y="43515"/>
                  </a:cubicBezTo>
                  <a:cubicBezTo>
                    <a:pt x="337239" y="51674"/>
                    <a:pt x="337239" y="57113"/>
                    <a:pt x="339959" y="65272"/>
                  </a:cubicBezTo>
                  <a:cubicBezTo>
                    <a:pt x="345398" y="78870"/>
                    <a:pt x="342678" y="97908"/>
                    <a:pt x="348118" y="114226"/>
                  </a:cubicBezTo>
                  <a:cubicBezTo>
                    <a:pt x="350837" y="130544"/>
                    <a:pt x="358996" y="146863"/>
                    <a:pt x="361716" y="163180"/>
                  </a:cubicBezTo>
                  <a:cubicBezTo>
                    <a:pt x="364435" y="182218"/>
                    <a:pt x="364435" y="201256"/>
                    <a:pt x="369875" y="220293"/>
                  </a:cubicBezTo>
                  <a:cubicBezTo>
                    <a:pt x="375314" y="239331"/>
                    <a:pt x="378034" y="255649"/>
                    <a:pt x="378034" y="274686"/>
                  </a:cubicBezTo>
                  <a:cubicBezTo>
                    <a:pt x="378034" y="282845"/>
                    <a:pt x="380753" y="293724"/>
                    <a:pt x="383473" y="301883"/>
                  </a:cubicBezTo>
                  <a:cubicBezTo>
                    <a:pt x="386193" y="312762"/>
                    <a:pt x="388912" y="326360"/>
                    <a:pt x="391632" y="337238"/>
                  </a:cubicBezTo>
                  <a:cubicBezTo>
                    <a:pt x="391632" y="342678"/>
                    <a:pt x="394352" y="353556"/>
                    <a:pt x="397071" y="364435"/>
                  </a:cubicBezTo>
                  <a:cubicBezTo>
                    <a:pt x="399791" y="372594"/>
                    <a:pt x="402511" y="380753"/>
                    <a:pt x="405230" y="383473"/>
                  </a:cubicBezTo>
                  <a:cubicBezTo>
                    <a:pt x="407950" y="386192"/>
                    <a:pt x="413389" y="386192"/>
                    <a:pt x="416109" y="386192"/>
                  </a:cubicBezTo>
                  <a:cubicBezTo>
                    <a:pt x="418829" y="386192"/>
                    <a:pt x="424268" y="386192"/>
                    <a:pt x="426988" y="386192"/>
                  </a:cubicBezTo>
                  <a:cubicBezTo>
                    <a:pt x="437866" y="386192"/>
                    <a:pt x="448745" y="388912"/>
                    <a:pt x="454184" y="397071"/>
                  </a:cubicBezTo>
                  <a:cubicBezTo>
                    <a:pt x="456904" y="399790"/>
                    <a:pt x="456904" y="402510"/>
                    <a:pt x="456904" y="405230"/>
                  </a:cubicBezTo>
                  <a:cubicBezTo>
                    <a:pt x="456904" y="407949"/>
                    <a:pt x="454184" y="410669"/>
                    <a:pt x="451465" y="416108"/>
                  </a:cubicBezTo>
                  <a:cubicBezTo>
                    <a:pt x="446025" y="421548"/>
                    <a:pt x="440586" y="426987"/>
                    <a:pt x="432427" y="429707"/>
                  </a:cubicBezTo>
                  <a:cubicBezTo>
                    <a:pt x="429707" y="429707"/>
                    <a:pt x="426988" y="432426"/>
                    <a:pt x="421548" y="432426"/>
                  </a:cubicBezTo>
                  <a:cubicBezTo>
                    <a:pt x="418829" y="432426"/>
                    <a:pt x="416109" y="432426"/>
                    <a:pt x="413389" y="435146"/>
                  </a:cubicBezTo>
                  <a:cubicBezTo>
                    <a:pt x="413389" y="435146"/>
                    <a:pt x="413389" y="437866"/>
                    <a:pt x="413389" y="440585"/>
                  </a:cubicBezTo>
                  <a:cubicBezTo>
                    <a:pt x="413389" y="443305"/>
                    <a:pt x="413389" y="448744"/>
                    <a:pt x="416109" y="451464"/>
                  </a:cubicBezTo>
                  <a:cubicBezTo>
                    <a:pt x="416109" y="456903"/>
                    <a:pt x="418829" y="462343"/>
                    <a:pt x="418829" y="465062"/>
                  </a:cubicBezTo>
                  <a:lnTo>
                    <a:pt x="418829" y="475941"/>
                  </a:lnTo>
                  <a:cubicBezTo>
                    <a:pt x="418829" y="481380"/>
                    <a:pt x="418829" y="484100"/>
                    <a:pt x="418829" y="486820"/>
                  </a:cubicBezTo>
                  <a:cubicBezTo>
                    <a:pt x="421548" y="497698"/>
                    <a:pt x="424268" y="505857"/>
                    <a:pt x="426988" y="516736"/>
                  </a:cubicBezTo>
                  <a:cubicBezTo>
                    <a:pt x="426988" y="524895"/>
                    <a:pt x="429707" y="535773"/>
                    <a:pt x="432427" y="543932"/>
                  </a:cubicBezTo>
                  <a:cubicBezTo>
                    <a:pt x="435147" y="554811"/>
                    <a:pt x="437866" y="562970"/>
                    <a:pt x="437866" y="573848"/>
                  </a:cubicBezTo>
                  <a:cubicBezTo>
                    <a:pt x="437866" y="587447"/>
                    <a:pt x="440586" y="595606"/>
                    <a:pt x="443306" y="606484"/>
                  </a:cubicBezTo>
                  <a:cubicBezTo>
                    <a:pt x="443306" y="609204"/>
                    <a:pt x="446025" y="614643"/>
                    <a:pt x="446025" y="617363"/>
                  </a:cubicBezTo>
                  <a:cubicBezTo>
                    <a:pt x="454184" y="617363"/>
                    <a:pt x="462343" y="617363"/>
                    <a:pt x="470502" y="617363"/>
                  </a:cubicBezTo>
                  <a:cubicBezTo>
                    <a:pt x="478661" y="625522"/>
                    <a:pt x="492259" y="630961"/>
                    <a:pt x="494979" y="641840"/>
                  </a:cubicBezTo>
                  <a:cubicBezTo>
                    <a:pt x="494979" y="647279"/>
                    <a:pt x="489540" y="649999"/>
                    <a:pt x="486820" y="655438"/>
                  </a:cubicBezTo>
                  <a:cubicBezTo>
                    <a:pt x="484100" y="660877"/>
                    <a:pt x="475942" y="663597"/>
                    <a:pt x="470502" y="663597"/>
                  </a:cubicBezTo>
                  <a:cubicBezTo>
                    <a:pt x="459623" y="666317"/>
                    <a:pt x="454184" y="666317"/>
                    <a:pt x="446025" y="666317"/>
                  </a:cubicBezTo>
                  <a:cubicBezTo>
                    <a:pt x="440586" y="666317"/>
                    <a:pt x="432427" y="666317"/>
                    <a:pt x="424268" y="666317"/>
                  </a:cubicBezTo>
                  <a:cubicBezTo>
                    <a:pt x="421548" y="666317"/>
                    <a:pt x="418829" y="666317"/>
                    <a:pt x="416109" y="666317"/>
                  </a:cubicBezTo>
                  <a:cubicBezTo>
                    <a:pt x="410670" y="669036"/>
                    <a:pt x="407950" y="669036"/>
                    <a:pt x="402511" y="671756"/>
                  </a:cubicBezTo>
                  <a:cubicBezTo>
                    <a:pt x="397071" y="671756"/>
                    <a:pt x="391632" y="674476"/>
                    <a:pt x="386193" y="674476"/>
                  </a:cubicBezTo>
                  <a:cubicBezTo>
                    <a:pt x="375314" y="674476"/>
                    <a:pt x="361716" y="671756"/>
                    <a:pt x="350837" y="669036"/>
                  </a:cubicBezTo>
                  <a:cubicBezTo>
                    <a:pt x="342678" y="669036"/>
                    <a:pt x="334519" y="669036"/>
                    <a:pt x="329080" y="669036"/>
                  </a:cubicBezTo>
                  <a:cubicBezTo>
                    <a:pt x="307323" y="669036"/>
                    <a:pt x="288285" y="669036"/>
                    <a:pt x="280126" y="669036"/>
                  </a:cubicBezTo>
                  <a:cubicBezTo>
                    <a:pt x="271967" y="669036"/>
                    <a:pt x="261088" y="669036"/>
                    <a:pt x="255649" y="663597"/>
                  </a:cubicBezTo>
                  <a:cubicBezTo>
                    <a:pt x="250210" y="660877"/>
                    <a:pt x="239331" y="655438"/>
                    <a:pt x="239331" y="647279"/>
                  </a:cubicBezTo>
                  <a:cubicBezTo>
                    <a:pt x="239331" y="636401"/>
                    <a:pt x="255649" y="633681"/>
                    <a:pt x="263808" y="630961"/>
                  </a:cubicBezTo>
                  <a:cubicBezTo>
                    <a:pt x="269247" y="630961"/>
                    <a:pt x="277406" y="630961"/>
                    <a:pt x="291005" y="628241"/>
                  </a:cubicBezTo>
                  <a:cubicBezTo>
                    <a:pt x="291005" y="620082"/>
                    <a:pt x="291005" y="614643"/>
                    <a:pt x="288285" y="609204"/>
                  </a:cubicBezTo>
                  <a:cubicBezTo>
                    <a:pt x="288285" y="601045"/>
                    <a:pt x="285565" y="590166"/>
                    <a:pt x="285565" y="582007"/>
                  </a:cubicBezTo>
                  <a:cubicBezTo>
                    <a:pt x="285565" y="576568"/>
                    <a:pt x="282846" y="573848"/>
                    <a:pt x="282846" y="568409"/>
                  </a:cubicBezTo>
                  <a:cubicBezTo>
                    <a:pt x="282846" y="562970"/>
                    <a:pt x="285565" y="557531"/>
                    <a:pt x="285565" y="554811"/>
                  </a:cubicBezTo>
                  <a:cubicBezTo>
                    <a:pt x="285565" y="549371"/>
                    <a:pt x="282846" y="546652"/>
                    <a:pt x="280126" y="538493"/>
                  </a:cubicBezTo>
                  <a:cubicBezTo>
                    <a:pt x="280126" y="527614"/>
                    <a:pt x="274687" y="516736"/>
                    <a:pt x="274687" y="505857"/>
                  </a:cubicBezTo>
                  <a:cubicBezTo>
                    <a:pt x="274687" y="494978"/>
                    <a:pt x="274687" y="486820"/>
                    <a:pt x="271967" y="478660"/>
                  </a:cubicBezTo>
                  <a:cubicBezTo>
                    <a:pt x="269247" y="467782"/>
                    <a:pt x="269247" y="456903"/>
                    <a:pt x="269247" y="446025"/>
                  </a:cubicBezTo>
                  <a:cubicBezTo>
                    <a:pt x="269247" y="440585"/>
                    <a:pt x="266528" y="437866"/>
                    <a:pt x="263808" y="437866"/>
                  </a:cubicBezTo>
                  <a:cubicBezTo>
                    <a:pt x="261088" y="437866"/>
                    <a:pt x="258369" y="437866"/>
                    <a:pt x="252929" y="437866"/>
                  </a:cubicBezTo>
                  <a:cubicBezTo>
                    <a:pt x="242051" y="437866"/>
                    <a:pt x="231172" y="437866"/>
                    <a:pt x="223013" y="440585"/>
                  </a:cubicBezTo>
                  <a:cubicBezTo>
                    <a:pt x="212135" y="440585"/>
                    <a:pt x="203976" y="443305"/>
                    <a:pt x="193097" y="443305"/>
                  </a:cubicBezTo>
                  <a:cubicBezTo>
                    <a:pt x="184938" y="443305"/>
                    <a:pt x="176779" y="443305"/>
                    <a:pt x="168620" y="443305"/>
                  </a:cubicBezTo>
                  <a:cubicBezTo>
                    <a:pt x="165900" y="443305"/>
                    <a:pt x="155021" y="440585"/>
                    <a:pt x="146862" y="440585"/>
                  </a:cubicBezTo>
                  <a:cubicBezTo>
                    <a:pt x="138703" y="440585"/>
                    <a:pt x="138703" y="448744"/>
                    <a:pt x="138703" y="454184"/>
                  </a:cubicBezTo>
                  <a:cubicBezTo>
                    <a:pt x="138703" y="465062"/>
                    <a:pt x="135983" y="475941"/>
                    <a:pt x="133263" y="486820"/>
                  </a:cubicBezTo>
                  <a:cubicBezTo>
                    <a:pt x="130544" y="505857"/>
                    <a:pt x="125105" y="522175"/>
                    <a:pt x="122385" y="541213"/>
                  </a:cubicBezTo>
                  <a:cubicBezTo>
                    <a:pt x="119665" y="560250"/>
                    <a:pt x="111506" y="595606"/>
                    <a:pt x="106067" y="614643"/>
                  </a:cubicBezTo>
                  <a:cubicBezTo>
                    <a:pt x="114226" y="614643"/>
                    <a:pt x="125105" y="614643"/>
                    <a:pt x="135983" y="614643"/>
                  </a:cubicBezTo>
                  <a:cubicBezTo>
                    <a:pt x="149581" y="614643"/>
                    <a:pt x="171340" y="614643"/>
                    <a:pt x="171340" y="630961"/>
                  </a:cubicBezTo>
                  <a:cubicBezTo>
                    <a:pt x="171340" y="639120"/>
                    <a:pt x="168620" y="639120"/>
                    <a:pt x="165900" y="647279"/>
                  </a:cubicBezTo>
                  <a:cubicBezTo>
                    <a:pt x="163181" y="652718"/>
                    <a:pt x="155021" y="655438"/>
                    <a:pt x="149581" y="655438"/>
                  </a:cubicBezTo>
                  <a:cubicBezTo>
                    <a:pt x="141423" y="658158"/>
                    <a:pt x="135983" y="658158"/>
                    <a:pt x="127824" y="658158"/>
                  </a:cubicBezTo>
                  <a:cubicBezTo>
                    <a:pt x="122385" y="658158"/>
                    <a:pt x="116946" y="658158"/>
                    <a:pt x="106067" y="658158"/>
                  </a:cubicBezTo>
                  <a:cubicBezTo>
                    <a:pt x="92469" y="658158"/>
                    <a:pt x="78870" y="658158"/>
                    <a:pt x="62552" y="658158"/>
                  </a:cubicBezTo>
                  <a:cubicBezTo>
                    <a:pt x="54393" y="658158"/>
                    <a:pt x="46234" y="658158"/>
                    <a:pt x="40795" y="658158"/>
                  </a:cubicBezTo>
                  <a:cubicBezTo>
                    <a:pt x="32636" y="658158"/>
                    <a:pt x="21758" y="658158"/>
                    <a:pt x="16318" y="652718"/>
                  </a:cubicBezTo>
                  <a:cubicBezTo>
                    <a:pt x="8159" y="649999"/>
                    <a:pt x="0" y="641840"/>
                    <a:pt x="0" y="636401"/>
                  </a:cubicBezTo>
                  <a:cubicBezTo>
                    <a:pt x="0" y="633681"/>
                    <a:pt x="0" y="630961"/>
                    <a:pt x="2720" y="628241"/>
                  </a:cubicBezTo>
                  <a:cubicBezTo>
                    <a:pt x="8159" y="625522"/>
                    <a:pt x="16318" y="622802"/>
                    <a:pt x="24477" y="620082"/>
                  </a:cubicBezTo>
                  <a:cubicBezTo>
                    <a:pt x="38075" y="617363"/>
                    <a:pt x="48954" y="617363"/>
                    <a:pt x="62552" y="617363"/>
                  </a:cubicBezTo>
                  <a:cubicBezTo>
                    <a:pt x="62552" y="617363"/>
                    <a:pt x="62552" y="614643"/>
                    <a:pt x="62552" y="614643"/>
                  </a:cubicBezTo>
                  <a:cubicBezTo>
                    <a:pt x="62552" y="603765"/>
                    <a:pt x="65272" y="590166"/>
                    <a:pt x="65272" y="587447"/>
                  </a:cubicBezTo>
                  <a:cubicBezTo>
                    <a:pt x="67992" y="565689"/>
                    <a:pt x="73431" y="543932"/>
                    <a:pt x="76151" y="522175"/>
                  </a:cubicBezTo>
                  <a:cubicBezTo>
                    <a:pt x="78870" y="505857"/>
                    <a:pt x="81590" y="486820"/>
                    <a:pt x="87029" y="470501"/>
                  </a:cubicBezTo>
                  <a:cubicBezTo>
                    <a:pt x="87029" y="465062"/>
                    <a:pt x="92469" y="451464"/>
                    <a:pt x="92469" y="446025"/>
                  </a:cubicBezTo>
                  <a:cubicBezTo>
                    <a:pt x="92469" y="437866"/>
                    <a:pt x="73431" y="437866"/>
                    <a:pt x="65272" y="432426"/>
                  </a:cubicBezTo>
                  <a:cubicBezTo>
                    <a:pt x="59833" y="429707"/>
                    <a:pt x="54393" y="426987"/>
                    <a:pt x="54393" y="421548"/>
                  </a:cubicBezTo>
                  <a:cubicBezTo>
                    <a:pt x="54393" y="413389"/>
                    <a:pt x="62552" y="410669"/>
                    <a:pt x="73431" y="407949"/>
                  </a:cubicBezTo>
                  <a:cubicBezTo>
                    <a:pt x="78870" y="407949"/>
                    <a:pt x="92469" y="405230"/>
                    <a:pt x="100628" y="399790"/>
                  </a:cubicBezTo>
                  <a:cubicBezTo>
                    <a:pt x="106067" y="394351"/>
                    <a:pt x="106067" y="378033"/>
                    <a:pt x="108787" y="369874"/>
                  </a:cubicBezTo>
                  <a:cubicBezTo>
                    <a:pt x="114226" y="348117"/>
                    <a:pt x="119665" y="326360"/>
                    <a:pt x="125105" y="307322"/>
                  </a:cubicBezTo>
                  <a:cubicBezTo>
                    <a:pt x="130544" y="285565"/>
                    <a:pt x="135983" y="263808"/>
                    <a:pt x="141423" y="242051"/>
                  </a:cubicBezTo>
                  <a:cubicBezTo>
                    <a:pt x="146862" y="220293"/>
                    <a:pt x="152301" y="198536"/>
                    <a:pt x="155021" y="179498"/>
                  </a:cubicBezTo>
                  <a:cubicBezTo>
                    <a:pt x="157740" y="160461"/>
                    <a:pt x="163181" y="138703"/>
                    <a:pt x="168620" y="119665"/>
                  </a:cubicBezTo>
                  <a:cubicBezTo>
                    <a:pt x="176779" y="100627"/>
                    <a:pt x="182218" y="76150"/>
                    <a:pt x="193097" y="57113"/>
                  </a:cubicBezTo>
                  <a:lnTo>
                    <a:pt x="201256" y="38075"/>
                  </a:lnTo>
                  <a:cubicBezTo>
                    <a:pt x="206695" y="29916"/>
                    <a:pt x="209415" y="19038"/>
                    <a:pt x="217574" y="13598"/>
                  </a:cubicBezTo>
                  <a:cubicBezTo>
                    <a:pt x="231172" y="2720"/>
                    <a:pt x="255649" y="0"/>
                    <a:pt x="274687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A990F68E-345F-4F2A-88A6-34880AC52359}"/>
                </a:ext>
              </a:extLst>
            </p:cNvPr>
            <p:cNvSpPr/>
            <p:nvPr/>
          </p:nvSpPr>
          <p:spPr>
            <a:xfrm>
              <a:off x="3443268" y="4186718"/>
              <a:ext cx="435145" cy="761503"/>
            </a:xfrm>
            <a:custGeom>
              <a:avLst/>
              <a:gdLst>
                <a:gd name="connsiteX0" fmla="*/ 400855 w 435145"/>
                <a:gd name="connsiteY0" fmla="*/ 678260 h 761503"/>
                <a:gd name="connsiteX1" fmla="*/ 384537 w 435145"/>
                <a:gd name="connsiteY1" fmla="*/ 719054 h 761503"/>
                <a:gd name="connsiteX2" fmla="*/ 368219 w 435145"/>
                <a:gd name="connsiteY2" fmla="*/ 713615 h 761503"/>
                <a:gd name="connsiteX3" fmla="*/ 360060 w 435145"/>
                <a:gd name="connsiteY3" fmla="*/ 697297 h 761503"/>
                <a:gd name="connsiteX4" fmla="*/ 360060 w 435145"/>
                <a:gd name="connsiteY4" fmla="*/ 651063 h 761503"/>
                <a:gd name="connsiteX5" fmla="*/ 332864 w 435145"/>
                <a:gd name="connsiteY5" fmla="*/ 686418 h 761503"/>
                <a:gd name="connsiteX6" fmla="*/ 251274 w 435145"/>
                <a:gd name="connsiteY6" fmla="*/ 721774 h 761503"/>
                <a:gd name="connsiteX7" fmla="*/ 229517 w 435145"/>
                <a:gd name="connsiteY7" fmla="*/ 719054 h 761503"/>
                <a:gd name="connsiteX8" fmla="*/ 158806 w 435145"/>
                <a:gd name="connsiteY8" fmla="*/ 694578 h 761503"/>
                <a:gd name="connsiteX9" fmla="*/ 112571 w 435145"/>
                <a:gd name="connsiteY9" fmla="*/ 659222 h 761503"/>
                <a:gd name="connsiteX10" fmla="*/ 79936 w 435145"/>
                <a:gd name="connsiteY10" fmla="*/ 607548 h 761503"/>
                <a:gd name="connsiteX11" fmla="*/ 63618 w 435145"/>
                <a:gd name="connsiteY11" fmla="*/ 542277 h 761503"/>
                <a:gd name="connsiteX12" fmla="*/ 58178 w 435145"/>
                <a:gd name="connsiteY12" fmla="*/ 471566 h 761503"/>
                <a:gd name="connsiteX13" fmla="*/ 60898 w 435145"/>
                <a:gd name="connsiteY13" fmla="*/ 400855 h 761503"/>
                <a:gd name="connsiteX14" fmla="*/ 66337 w 435145"/>
                <a:gd name="connsiteY14" fmla="*/ 335583 h 761503"/>
                <a:gd name="connsiteX15" fmla="*/ 85375 w 435145"/>
                <a:gd name="connsiteY15" fmla="*/ 267592 h 761503"/>
                <a:gd name="connsiteX16" fmla="*/ 109852 w 435145"/>
                <a:gd name="connsiteY16" fmla="*/ 199600 h 761503"/>
                <a:gd name="connsiteX17" fmla="*/ 145207 w 435145"/>
                <a:gd name="connsiteY17" fmla="*/ 145207 h 761503"/>
                <a:gd name="connsiteX18" fmla="*/ 188722 w 435145"/>
                <a:gd name="connsiteY18" fmla="*/ 96253 h 761503"/>
                <a:gd name="connsiteX19" fmla="*/ 243115 w 435145"/>
                <a:gd name="connsiteY19" fmla="*/ 71776 h 761503"/>
                <a:gd name="connsiteX20" fmla="*/ 286630 w 435145"/>
                <a:gd name="connsiteY20" fmla="*/ 63617 h 761503"/>
                <a:gd name="connsiteX21" fmla="*/ 305667 w 435145"/>
                <a:gd name="connsiteY21" fmla="*/ 66337 h 761503"/>
                <a:gd name="connsiteX22" fmla="*/ 324705 w 435145"/>
                <a:gd name="connsiteY22" fmla="*/ 79936 h 761503"/>
                <a:gd name="connsiteX23" fmla="*/ 341023 w 435145"/>
                <a:gd name="connsiteY23" fmla="*/ 101693 h 761503"/>
                <a:gd name="connsiteX24" fmla="*/ 354621 w 435145"/>
                <a:gd name="connsiteY24" fmla="*/ 123450 h 761503"/>
                <a:gd name="connsiteX25" fmla="*/ 354621 w 435145"/>
                <a:gd name="connsiteY25" fmla="*/ 98973 h 761503"/>
                <a:gd name="connsiteX26" fmla="*/ 360060 w 435145"/>
                <a:gd name="connsiteY26" fmla="*/ 74496 h 761503"/>
                <a:gd name="connsiteX27" fmla="*/ 365500 w 435145"/>
                <a:gd name="connsiteY27" fmla="*/ 63617 h 761503"/>
                <a:gd name="connsiteX28" fmla="*/ 373659 w 435145"/>
                <a:gd name="connsiteY28" fmla="*/ 58178 h 761503"/>
                <a:gd name="connsiteX29" fmla="*/ 381818 w 435145"/>
                <a:gd name="connsiteY29" fmla="*/ 63617 h 761503"/>
                <a:gd name="connsiteX30" fmla="*/ 389977 w 435145"/>
                <a:gd name="connsiteY30" fmla="*/ 82655 h 761503"/>
                <a:gd name="connsiteX31" fmla="*/ 392696 w 435145"/>
                <a:gd name="connsiteY31" fmla="*/ 126170 h 761503"/>
                <a:gd name="connsiteX32" fmla="*/ 395416 w 435145"/>
                <a:gd name="connsiteY32" fmla="*/ 186002 h 761503"/>
                <a:gd name="connsiteX33" fmla="*/ 398136 w 435145"/>
                <a:gd name="connsiteY33" fmla="*/ 237675 h 761503"/>
                <a:gd name="connsiteX34" fmla="*/ 398136 w 435145"/>
                <a:gd name="connsiteY34" fmla="*/ 243115 h 761503"/>
                <a:gd name="connsiteX35" fmla="*/ 395416 w 435145"/>
                <a:gd name="connsiteY35" fmla="*/ 256713 h 761503"/>
                <a:gd name="connsiteX36" fmla="*/ 379098 w 435145"/>
                <a:gd name="connsiteY36" fmla="*/ 278470 h 761503"/>
                <a:gd name="connsiteX37" fmla="*/ 362780 w 435145"/>
                <a:gd name="connsiteY37" fmla="*/ 273031 h 761503"/>
                <a:gd name="connsiteX38" fmla="*/ 354621 w 435145"/>
                <a:gd name="connsiteY38" fmla="*/ 256713 h 761503"/>
                <a:gd name="connsiteX39" fmla="*/ 354621 w 435145"/>
                <a:gd name="connsiteY39" fmla="*/ 213198 h 761503"/>
                <a:gd name="connsiteX40" fmla="*/ 354621 w 435145"/>
                <a:gd name="connsiteY40" fmla="*/ 205040 h 761503"/>
                <a:gd name="connsiteX41" fmla="*/ 338303 w 435145"/>
                <a:gd name="connsiteY41" fmla="*/ 147927 h 761503"/>
                <a:gd name="connsiteX42" fmla="*/ 292069 w 435145"/>
                <a:gd name="connsiteY42" fmla="*/ 107132 h 761503"/>
                <a:gd name="connsiteX43" fmla="*/ 262153 w 435145"/>
                <a:gd name="connsiteY43" fmla="*/ 120730 h 761503"/>
                <a:gd name="connsiteX44" fmla="*/ 251274 w 435145"/>
                <a:gd name="connsiteY44" fmla="*/ 131609 h 761503"/>
                <a:gd name="connsiteX45" fmla="*/ 240395 w 435145"/>
                <a:gd name="connsiteY45" fmla="*/ 139768 h 761503"/>
                <a:gd name="connsiteX46" fmla="*/ 237676 w 435145"/>
                <a:gd name="connsiteY46" fmla="*/ 164245 h 761503"/>
                <a:gd name="connsiteX47" fmla="*/ 226797 w 435145"/>
                <a:gd name="connsiteY47" fmla="*/ 196881 h 761503"/>
                <a:gd name="connsiteX48" fmla="*/ 213199 w 435145"/>
                <a:gd name="connsiteY48" fmla="*/ 259433 h 761503"/>
                <a:gd name="connsiteX49" fmla="*/ 207759 w 435145"/>
                <a:gd name="connsiteY49" fmla="*/ 324704 h 761503"/>
                <a:gd name="connsiteX50" fmla="*/ 207759 w 435145"/>
                <a:gd name="connsiteY50" fmla="*/ 335583 h 761503"/>
                <a:gd name="connsiteX51" fmla="*/ 205040 w 435145"/>
                <a:gd name="connsiteY51" fmla="*/ 349181 h 761503"/>
                <a:gd name="connsiteX52" fmla="*/ 207759 w 435145"/>
                <a:gd name="connsiteY52" fmla="*/ 368219 h 761503"/>
                <a:gd name="connsiteX53" fmla="*/ 207759 w 435145"/>
                <a:gd name="connsiteY53" fmla="*/ 376378 h 761503"/>
                <a:gd name="connsiteX54" fmla="*/ 205040 w 435145"/>
                <a:gd name="connsiteY54" fmla="*/ 387256 h 761503"/>
                <a:gd name="connsiteX55" fmla="*/ 205040 w 435145"/>
                <a:gd name="connsiteY55" fmla="*/ 395415 h 761503"/>
                <a:gd name="connsiteX56" fmla="*/ 205040 w 435145"/>
                <a:gd name="connsiteY56" fmla="*/ 406294 h 761503"/>
                <a:gd name="connsiteX57" fmla="*/ 205040 w 435145"/>
                <a:gd name="connsiteY57" fmla="*/ 425332 h 761503"/>
                <a:gd name="connsiteX58" fmla="*/ 213199 w 435145"/>
                <a:gd name="connsiteY58" fmla="*/ 493323 h 761503"/>
                <a:gd name="connsiteX59" fmla="*/ 221358 w 435145"/>
                <a:gd name="connsiteY59" fmla="*/ 561314 h 761503"/>
                <a:gd name="connsiteX60" fmla="*/ 226797 w 435145"/>
                <a:gd name="connsiteY60" fmla="*/ 591231 h 761503"/>
                <a:gd name="connsiteX61" fmla="*/ 240395 w 435145"/>
                <a:gd name="connsiteY61" fmla="*/ 618427 h 761503"/>
                <a:gd name="connsiteX62" fmla="*/ 283910 w 435145"/>
                <a:gd name="connsiteY62" fmla="*/ 651063 h 761503"/>
                <a:gd name="connsiteX63" fmla="*/ 338303 w 435145"/>
                <a:gd name="connsiteY63" fmla="*/ 612988 h 761503"/>
                <a:gd name="connsiteX64" fmla="*/ 354621 w 435145"/>
                <a:gd name="connsiteY64" fmla="*/ 577632 h 761503"/>
                <a:gd name="connsiteX65" fmla="*/ 357341 w 435145"/>
                <a:gd name="connsiteY65" fmla="*/ 509641 h 761503"/>
                <a:gd name="connsiteX66" fmla="*/ 362780 w 435145"/>
                <a:gd name="connsiteY66" fmla="*/ 485164 h 761503"/>
                <a:gd name="connsiteX67" fmla="*/ 368219 w 435145"/>
                <a:gd name="connsiteY67" fmla="*/ 474286 h 761503"/>
                <a:gd name="connsiteX68" fmla="*/ 376378 w 435145"/>
                <a:gd name="connsiteY68" fmla="*/ 468846 h 761503"/>
                <a:gd name="connsiteX69" fmla="*/ 384537 w 435145"/>
                <a:gd name="connsiteY69" fmla="*/ 474286 h 761503"/>
                <a:gd name="connsiteX70" fmla="*/ 392696 w 435145"/>
                <a:gd name="connsiteY70" fmla="*/ 493323 h 761503"/>
                <a:gd name="connsiteX71" fmla="*/ 395416 w 435145"/>
                <a:gd name="connsiteY71" fmla="*/ 558595 h 761503"/>
                <a:gd name="connsiteX72" fmla="*/ 398136 w 435145"/>
                <a:gd name="connsiteY72" fmla="*/ 618427 h 761503"/>
                <a:gd name="connsiteX73" fmla="*/ 400855 w 435145"/>
                <a:gd name="connsiteY73" fmla="*/ 678260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435145" h="761503">
                  <a:moveTo>
                    <a:pt x="400855" y="678260"/>
                  </a:moveTo>
                  <a:cubicBezTo>
                    <a:pt x="400855" y="689138"/>
                    <a:pt x="400855" y="719054"/>
                    <a:pt x="384537" y="719054"/>
                  </a:cubicBezTo>
                  <a:cubicBezTo>
                    <a:pt x="376378" y="719054"/>
                    <a:pt x="373659" y="716335"/>
                    <a:pt x="368219" y="713615"/>
                  </a:cubicBezTo>
                  <a:cubicBezTo>
                    <a:pt x="362780" y="710895"/>
                    <a:pt x="360060" y="702736"/>
                    <a:pt x="360060" y="697297"/>
                  </a:cubicBezTo>
                  <a:cubicBezTo>
                    <a:pt x="357341" y="680979"/>
                    <a:pt x="357341" y="664661"/>
                    <a:pt x="360060" y="651063"/>
                  </a:cubicBezTo>
                  <a:cubicBezTo>
                    <a:pt x="354621" y="659222"/>
                    <a:pt x="341023" y="678260"/>
                    <a:pt x="332864" y="686418"/>
                  </a:cubicBezTo>
                  <a:cubicBezTo>
                    <a:pt x="311107" y="708176"/>
                    <a:pt x="283910" y="721774"/>
                    <a:pt x="251274" y="721774"/>
                  </a:cubicBezTo>
                  <a:cubicBezTo>
                    <a:pt x="243115" y="721774"/>
                    <a:pt x="237676" y="721774"/>
                    <a:pt x="229517" y="719054"/>
                  </a:cubicBezTo>
                  <a:cubicBezTo>
                    <a:pt x="207759" y="716335"/>
                    <a:pt x="183283" y="708176"/>
                    <a:pt x="158806" y="694578"/>
                  </a:cubicBezTo>
                  <a:cubicBezTo>
                    <a:pt x="142488" y="686418"/>
                    <a:pt x="126170" y="672820"/>
                    <a:pt x="112571" y="659222"/>
                  </a:cubicBezTo>
                  <a:cubicBezTo>
                    <a:pt x="98973" y="642904"/>
                    <a:pt x="88095" y="626586"/>
                    <a:pt x="79936" y="607548"/>
                  </a:cubicBezTo>
                  <a:cubicBezTo>
                    <a:pt x="71777" y="585791"/>
                    <a:pt x="66337" y="566754"/>
                    <a:pt x="63618" y="542277"/>
                  </a:cubicBezTo>
                  <a:cubicBezTo>
                    <a:pt x="60898" y="517800"/>
                    <a:pt x="58178" y="493323"/>
                    <a:pt x="58178" y="471566"/>
                  </a:cubicBezTo>
                  <a:cubicBezTo>
                    <a:pt x="58178" y="447089"/>
                    <a:pt x="58178" y="425332"/>
                    <a:pt x="60898" y="400855"/>
                  </a:cubicBezTo>
                  <a:cubicBezTo>
                    <a:pt x="63618" y="379098"/>
                    <a:pt x="60898" y="357340"/>
                    <a:pt x="66337" y="335583"/>
                  </a:cubicBezTo>
                  <a:cubicBezTo>
                    <a:pt x="69057" y="313826"/>
                    <a:pt x="77216" y="289349"/>
                    <a:pt x="85375" y="267592"/>
                  </a:cubicBezTo>
                  <a:cubicBezTo>
                    <a:pt x="93534" y="243115"/>
                    <a:pt x="98973" y="221357"/>
                    <a:pt x="109852" y="199600"/>
                  </a:cubicBezTo>
                  <a:cubicBezTo>
                    <a:pt x="118011" y="177843"/>
                    <a:pt x="131609" y="161525"/>
                    <a:pt x="145207" y="145207"/>
                  </a:cubicBezTo>
                  <a:cubicBezTo>
                    <a:pt x="158806" y="128889"/>
                    <a:pt x="172404" y="109852"/>
                    <a:pt x="188722" y="96253"/>
                  </a:cubicBezTo>
                  <a:cubicBezTo>
                    <a:pt x="205040" y="82655"/>
                    <a:pt x="224077" y="77216"/>
                    <a:pt x="243115" y="71776"/>
                  </a:cubicBezTo>
                  <a:cubicBezTo>
                    <a:pt x="256713" y="69057"/>
                    <a:pt x="273031" y="63617"/>
                    <a:pt x="286630" y="63617"/>
                  </a:cubicBezTo>
                  <a:cubicBezTo>
                    <a:pt x="292069" y="63617"/>
                    <a:pt x="297508" y="63617"/>
                    <a:pt x="305667" y="66337"/>
                  </a:cubicBezTo>
                  <a:cubicBezTo>
                    <a:pt x="313826" y="69057"/>
                    <a:pt x="319266" y="74496"/>
                    <a:pt x="324705" y="79936"/>
                  </a:cubicBezTo>
                  <a:cubicBezTo>
                    <a:pt x="332864" y="85375"/>
                    <a:pt x="332864" y="93534"/>
                    <a:pt x="341023" y="101693"/>
                  </a:cubicBezTo>
                  <a:cubicBezTo>
                    <a:pt x="346462" y="107132"/>
                    <a:pt x="349182" y="118011"/>
                    <a:pt x="354621" y="123450"/>
                  </a:cubicBezTo>
                  <a:cubicBezTo>
                    <a:pt x="354621" y="115291"/>
                    <a:pt x="354621" y="101693"/>
                    <a:pt x="354621" y="98973"/>
                  </a:cubicBezTo>
                  <a:cubicBezTo>
                    <a:pt x="354621" y="90814"/>
                    <a:pt x="354621" y="79936"/>
                    <a:pt x="360060" y="74496"/>
                  </a:cubicBezTo>
                  <a:cubicBezTo>
                    <a:pt x="362780" y="71776"/>
                    <a:pt x="362780" y="69057"/>
                    <a:pt x="365500" y="63617"/>
                  </a:cubicBezTo>
                  <a:cubicBezTo>
                    <a:pt x="368219" y="60898"/>
                    <a:pt x="370939" y="58178"/>
                    <a:pt x="373659" y="58178"/>
                  </a:cubicBezTo>
                  <a:cubicBezTo>
                    <a:pt x="376378" y="58178"/>
                    <a:pt x="379098" y="60898"/>
                    <a:pt x="381818" y="63617"/>
                  </a:cubicBezTo>
                  <a:cubicBezTo>
                    <a:pt x="384537" y="69057"/>
                    <a:pt x="387257" y="77216"/>
                    <a:pt x="389977" y="82655"/>
                  </a:cubicBezTo>
                  <a:cubicBezTo>
                    <a:pt x="389977" y="90814"/>
                    <a:pt x="392696" y="107132"/>
                    <a:pt x="392696" y="126170"/>
                  </a:cubicBezTo>
                  <a:cubicBezTo>
                    <a:pt x="392696" y="150647"/>
                    <a:pt x="392696" y="177843"/>
                    <a:pt x="395416" y="186002"/>
                  </a:cubicBezTo>
                  <a:cubicBezTo>
                    <a:pt x="398136" y="205040"/>
                    <a:pt x="398136" y="215918"/>
                    <a:pt x="398136" y="237675"/>
                  </a:cubicBezTo>
                  <a:cubicBezTo>
                    <a:pt x="398136" y="240395"/>
                    <a:pt x="398136" y="243115"/>
                    <a:pt x="398136" y="243115"/>
                  </a:cubicBezTo>
                  <a:cubicBezTo>
                    <a:pt x="398136" y="248554"/>
                    <a:pt x="398136" y="251274"/>
                    <a:pt x="395416" y="256713"/>
                  </a:cubicBezTo>
                  <a:cubicBezTo>
                    <a:pt x="392696" y="267592"/>
                    <a:pt x="389977" y="278470"/>
                    <a:pt x="379098" y="278470"/>
                  </a:cubicBezTo>
                  <a:cubicBezTo>
                    <a:pt x="370939" y="278470"/>
                    <a:pt x="368219" y="275751"/>
                    <a:pt x="362780" y="273031"/>
                  </a:cubicBezTo>
                  <a:cubicBezTo>
                    <a:pt x="357341" y="270311"/>
                    <a:pt x="354621" y="262152"/>
                    <a:pt x="354621" y="256713"/>
                  </a:cubicBezTo>
                  <a:cubicBezTo>
                    <a:pt x="349182" y="237675"/>
                    <a:pt x="354621" y="232236"/>
                    <a:pt x="354621" y="213198"/>
                  </a:cubicBezTo>
                  <a:cubicBezTo>
                    <a:pt x="354621" y="210479"/>
                    <a:pt x="354621" y="207759"/>
                    <a:pt x="354621" y="205040"/>
                  </a:cubicBezTo>
                  <a:cubicBezTo>
                    <a:pt x="349182" y="186002"/>
                    <a:pt x="343742" y="169684"/>
                    <a:pt x="338303" y="147927"/>
                  </a:cubicBezTo>
                  <a:cubicBezTo>
                    <a:pt x="332864" y="131609"/>
                    <a:pt x="311107" y="107132"/>
                    <a:pt x="292069" y="107132"/>
                  </a:cubicBezTo>
                  <a:cubicBezTo>
                    <a:pt x="281190" y="107132"/>
                    <a:pt x="270312" y="115291"/>
                    <a:pt x="262153" y="120730"/>
                  </a:cubicBezTo>
                  <a:cubicBezTo>
                    <a:pt x="259433" y="123450"/>
                    <a:pt x="256713" y="126170"/>
                    <a:pt x="251274" y="131609"/>
                  </a:cubicBezTo>
                  <a:cubicBezTo>
                    <a:pt x="248554" y="134329"/>
                    <a:pt x="243115" y="137048"/>
                    <a:pt x="240395" y="139768"/>
                  </a:cubicBezTo>
                  <a:cubicBezTo>
                    <a:pt x="237676" y="145207"/>
                    <a:pt x="240395" y="156086"/>
                    <a:pt x="237676" y="164245"/>
                  </a:cubicBezTo>
                  <a:cubicBezTo>
                    <a:pt x="232236" y="175123"/>
                    <a:pt x="229517" y="186002"/>
                    <a:pt x="226797" y="196881"/>
                  </a:cubicBezTo>
                  <a:cubicBezTo>
                    <a:pt x="221358" y="218638"/>
                    <a:pt x="218638" y="237675"/>
                    <a:pt x="213199" y="259433"/>
                  </a:cubicBezTo>
                  <a:cubicBezTo>
                    <a:pt x="210479" y="281190"/>
                    <a:pt x="207759" y="302947"/>
                    <a:pt x="207759" y="324704"/>
                  </a:cubicBezTo>
                  <a:cubicBezTo>
                    <a:pt x="207759" y="327424"/>
                    <a:pt x="207759" y="332863"/>
                    <a:pt x="207759" y="335583"/>
                  </a:cubicBezTo>
                  <a:cubicBezTo>
                    <a:pt x="207759" y="341022"/>
                    <a:pt x="205040" y="343742"/>
                    <a:pt x="205040" y="349181"/>
                  </a:cubicBezTo>
                  <a:cubicBezTo>
                    <a:pt x="205040" y="354621"/>
                    <a:pt x="207759" y="362779"/>
                    <a:pt x="207759" y="368219"/>
                  </a:cubicBezTo>
                  <a:cubicBezTo>
                    <a:pt x="207759" y="370939"/>
                    <a:pt x="207759" y="373658"/>
                    <a:pt x="207759" y="376378"/>
                  </a:cubicBezTo>
                  <a:cubicBezTo>
                    <a:pt x="205040" y="381817"/>
                    <a:pt x="205040" y="384537"/>
                    <a:pt x="205040" y="387256"/>
                  </a:cubicBezTo>
                  <a:cubicBezTo>
                    <a:pt x="205040" y="389976"/>
                    <a:pt x="205040" y="392696"/>
                    <a:pt x="205040" y="395415"/>
                  </a:cubicBezTo>
                  <a:cubicBezTo>
                    <a:pt x="205040" y="398135"/>
                    <a:pt x="205040" y="403574"/>
                    <a:pt x="205040" y="406294"/>
                  </a:cubicBezTo>
                  <a:cubicBezTo>
                    <a:pt x="205040" y="411733"/>
                    <a:pt x="205040" y="417173"/>
                    <a:pt x="205040" y="425332"/>
                  </a:cubicBezTo>
                  <a:cubicBezTo>
                    <a:pt x="205040" y="449809"/>
                    <a:pt x="213199" y="471566"/>
                    <a:pt x="213199" y="493323"/>
                  </a:cubicBezTo>
                  <a:cubicBezTo>
                    <a:pt x="213199" y="517800"/>
                    <a:pt x="215919" y="539557"/>
                    <a:pt x="221358" y="561314"/>
                  </a:cubicBezTo>
                  <a:cubicBezTo>
                    <a:pt x="224077" y="572193"/>
                    <a:pt x="224077" y="580352"/>
                    <a:pt x="226797" y="591231"/>
                  </a:cubicBezTo>
                  <a:cubicBezTo>
                    <a:pt x="229517" y="599390"/>
                    <a:pt x="237676" y="607548"/>
                    <a:pt x="240395" y="618427"/>
                  </a:cubicBezTo>
                  <a:cubicBezTo>
                    <a:pt x="248554" y="637465"/>
                    <a:pt x="262153" y="651063"/>
                    <a:pt x="283910" y="651063"/>
                  </a:cubicBezTo>
                  <a:cubicBezTo>
                    <a:pt x="302948" y="651063"/>
                    <a:pt x="330144" y="629306"/>
                    <a:pt x="338303" y="612988"/>
                  </a:cubicBezTo>
                  <a:cubicBezTo>
                    <a:pt x="346462" y="599390"/>
                    <a:pt x="351901" y="591231"/>
                    <a:pt x="354621" y="577632"/>
                  </a:cubicBezTo>
                  <a:cubicBezTo>
                    <a:pt x="354621" y="550436"/>
                    <a:pt x="354621" y="517800"/>
                    <a:pt x="357341" y="509641"/>
                  </a:cubicBezTo>
                  <a:cubicBezTo>
                    <a:pt x="357341" y="501482"/>
                    <a:pt x="357341" y="490603"/>
                    <a:pt x="362780" y="485164"/>
                  </a:cubicBezTo>
                  <a:cubicBezTo>
                    <a:pt x="365500" y="482444"/>
                    <a:pt x="365500" y="479725"/>
                    <a:pt x="368219" y="474286"/>
                  </a:cubicBezTo>
                  <a:cubicBezTo>
                    <a:pt x="370939" y="471566"/>
                    <a:pt x="373659" y="468846"/>
                    <a:pt x="376378" y="468846"/>
                  </a:cubicBezTo>
                  <a:cubicBezTo>
                    <a:pt x="379098" y="468846"/>
                    <a:pt x="381818" y="471566"/>
                    <a:pt x="384537" y="474286"/>
                  </a:cubicBezTo>
                  <a:cubicBezTo>
                    <a:pt x="387257" y="479725"/>
                    <a:pt x="389977" y="487884"/>
                    <a:pt x="392696" y="493323"/>
                  </a:cubicBezTo>
                  <a:cubicBezTo>
                    <a:pt x="392696" y="501482"/>
                    <a:pt x="395416" y="539557"/>
                    <a:pt x="395416" y="558595"/>
                  </a:cubicBezTo>
                  <a:cubicBezTo>
                    <a:pt x="395416" y="583072"/>
                    <a:pt x="395416" y="610268"/>
                    <a:pt x="398136" y="618427"/>
                  </a:cubicBezTo>
                  <a:cubicBezTo>
                    <a:pt x="398136" y="648343"/>
                    <a:pt x="400855" y="659222"/>
                    <a:pt x="400855" y="678260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59B53308-CE8E-45AD-BA18-F188CE4630E5}"/>
                </a:ext>
              </a:extLst>
            </p:cNvPr>
            <p:cNvSpPr/>
            <p:nvPr/>
          </p:nvSpPr>
          <p:spPr>
            <a:xfrm>
              <a:off x="3829459" y="4200317"/>
              <a:ext cx="598325" cy="761503"/>
            </a:xfrm>
            <a:custGeom>
              <a:avLst/>
              <a:gdLst>
                <a:gd name="connsiteX0" fmla="*/ 360060 w 598324"/>
                <a:gd name="connsiteY0" fmla="*/ 332863 h 761503"/>
                <a:gd name="connsiteX1" fmla="*/ 341023 w 598324"/>
                <a:gd name="connsiteY1" fmla="*/ 370939 h 761503"/>
                <a:gd name="connsiteX2" fmla="*/ 376378 w 598324"/>
                <a:gd name="connsiteY2" fmla="*/ 389976 h 761503"/>
                <a:gd name="connsiteX3" fmla="*/ 425332 w 598324"/>
                <a:gd name="connsiteY3" fmla="*/ 433491 h 761503"/>
                <a:gd name="connsiteX4" fmla="*/ 438930 w 598324"/>
                <a:gd name="connsiteY4" fmla="*/ 463407 h 761503"/>
                <a:gd name="connsiteX5" fmla="*/ 449809 w 598324"/>
                <a:gd name="connsiteY5" fmla="*/ 498762 h 761503"/>
                <a:gd name="connsiteX6" fmla="*/ 457968 w 598324"/>
                <a:gd name="connsiteY6" fmla="*/ 528679 h 761503"/>
                <a:gd name="connsiteX7" fmla="*/ 466127 w 598324"/>
                <a:gd name="connsiteY7" fmla="*/ 564034 h 761503"/>
                <a:gd name="connsiteX8" fmla="*/ 471566 w 598324"/>
                <a:gd name="connsiteY8" fmla="*/ 593950 h 761503"/>
                <a:gd name="connsiteX9" fmla="*/ 479725 w 598324"/>
                <a:gd name="connsiteY9" fmla="*/ 607548 h 761503"/>
                <a:gd name="connsiteX10" fmla="*/ 487884 w 598324"/>
                <a:gd name="connsiteY10" fmla="*/ 623867 h 761503"/>
                <a:gd name="connsiteX11" fmla="*/ 501482 w 598324"/>
                <a:gd name="connsiteY11" fmla="*/ 651063 h 761503"/>
                <a:gd name="connsiteX12" fmla="*/ 523240 w 598324"/>
                <a:gd name="connsiteY12" fmla="*/ 670101 h 761503"/>
                <a:gd name="connsiteX13" fmla="*/ 534119 w 598324"/>
                <a:gd name="connsiteY13" fmla="*/ 686418 h 761503"/>
                <a:gd name="connsiteX14" fmla="*/ 531399 w 598324"/>
                <a:gd name="connsiteY14" fmla="*/ 694578 h 761503"/>
                <a:gd name="connsiteX15" fmla="*/ 498763 w 598324"/>
                <a:gd name="connsiteY15" fmla="*/ 708176 h 761503"/>
                <a:gd name="connsiteX16" fmla="*/ 449809 w 598324"/>
                <a:gd name="connsiteY16" fmla="*/ 700017 h 761503"/>
                <a:gd name="connsiteX17" fmla="*/ 400855 w 598324"/>
                <a:gd name="connsiteY17" fmla="*/ 667381 h 761503"/>
                <a:gd name="connsiteX18" fmla="*/ 381817 w 598324"/>
                <a:gd name="connsiteY18" fmla="*/ 642904 h 761503"/>
                <a:gd name="connsiteX19" fmla="*/ 368219 w 598324"/>
                <a:gd name="connsiteY19" fmla="*/ 610268 h 761503"/>
                <a:gd name="connsiteX20" fmla="*/ 349182 w 598324"/>
                <a:gd name="connsiteY20" fmla="*/ 550436 h 761503"/>
                <a:gd name="connsiteX21" fmla="*/ 338303 w 598324"/>
                <a:gd name="connsiteY21" fmla="*/ 504202 h 761503"/>
                <a:gd name="connsiteX22" fmla="*/ 330144 w 598324"/>
                <a:gd name="connsiteY22" fmla="*/ 477005 h 761503"/>
                <a:gd name="connsiteX23" fmla="*/ 321985 w 598324"/>
                <a:gd name="connsiteY23" fmla="*/ 455248 h 761503"/>
                <a:gd name="connsiteX24" fmla="*/ 305667 w 598324"/>
                <a:gd name="connsiteY24" fmla="*/ 436210 h 761503"/>
                <a:gd name="connsiteX25" fmla="*/ 294788 w 598324"/>
                <a:gd name="connsiteY25" fmla="*/ 441650 h 761503"/>
                <a:gd name="connsiteX26" fmla="*/ 278471 w 598324"/>
                <a:gd name="connsiteY26" fmla="*/ 463407 h 761503"/>
                <a:gd name="connsiteX27" fmla="*/ 264872 w 598324"/>
                <a:gd name="connsiteY27" fmla="*/ 496043 h 761503"/>
                <a:gd name="connsiteX28" fmla="*/ 262153 w 598324"/>
                <a:gd name="connsiteY28" fmla="*/ 517800 h 761503"/>
                <a:gd name="connsiteX29" fmla="*/ 262153 w 598324"/>
                <a:gd name="connsiteY29" fmla="*/ 523239 h 761503"/>
                <a:gd name="connsiteX30" fmla="*/ 262153 w 598324"/>
                <a:gd name="connsiteY30" fmla="*/ 553155 h 761503"/>
                <a:gd name="connsiteX31" fmla="*/ 262153 w 598324"/>
                <a:gd name="connsiteY31" fmla="*/ 629306 h 761503"/>
                <a:gd name="connsiteX32" fmla="*/ 259433 w 598324"/>
                <a:gd name="connsiteY32" fmla="*/ 659222 h 761503"/>
                <a:gd name="connsiteX33" fmla="*/ 283910 w 598324"/>
                <a:gd name="connsiteY33" fmla="*/ 659222 h 761503"/>
                <a:gd name="connsiteX34" fmla="*/ 321985 w 598324"/>
                <a:gd name="connsiteY34" fmla="*/ 675540 h 761503"/>
                <a:gd name="connsiteX35" fmla="*/ 316546 w 598324"/>
                <a:gd name="connsiteY35" fmla="*/ 691858 h 761503"/>
                <a:gd name="connsiteX36" fmla="*/ 300228 w 598324"/>
                <a:gd name="connsiteY36" fmla="*/ 700017 h 761503"/>
                <a:gd name="connsiteX37" fmla="*/ 278471 w 598324"/>
                <a:gd name="connsiteY37" fmla="*/ 702736 h 761503"/>
                <a:gd name="connsiteX38" fmla="*/ 243115 w 598324"/>
                <a:gd name="connsiteY38" fmla="*/ 702736 h 761503"/>
                <a:gd name="connsiteX39" fmla="*/ 221358 w 598324"/>
                <a:gd name="connsiteY39" fmla="*/ 710895 h 761503"/>
                <a:gd name="connsiteX40" fmla="*/ 194161 w 598324"/>
                <a:gd name="connsiteY40" fmla="*/ 702736 h 761503"/>
                <a:gd name="connsiteX41" fmla="*/ 177843 w 598324"/>
                <a:gd name="connsiteY41" fmla="*/ 702736 h 761503"/>
                <a:gd name="connsiteX42" fmla="*/ 126170 w 598324"/>
                <a:gd name="connsiteY42" fmla="*/ 702736 h 761503"/>
                <a:gd name="connsiteX43" fmla="*/ 101693 w 598324"/>
                <a:gd name="connsiteY43" fmla="*/ 702736 h 761503"/>
                <a:gd name="connsiteX44" fmla="*/ 74496 w 598324"/>
                <a:gd name="connsiteY44" fmla="*/ 697297 h 761503"/>
                <a:gd name="connsiteX45" fmla="*/ 58178 w 598324"/>
                <a:gd name="connsiteY45" fmla="*/ 680979 h 761503"/>
                <a:gd name="connsiteX46" fmla="*/ 63617 w 598324"/>
                <a:gd name="connsiteY46" fmla="*/ 672820 h 761503"/>
                <a:gd name="connsiteX47" fmla="*/ 85375 w 598324"/>
                <a:gd name="connsiteY47" fmla="*/ 664661 h 761503"/>
                <a:gd name="connsiteX48" fmla="*/ 128889 w 598324"/>
                <a:gd name="connsiteY48" fmla="*/ 659222 h 761503"/>
                <a:gd name="connsiteX49" fmla="*/ 147927 w 598324"/>
                <a:gd name="connsiteY49" fmla="*/ 659222 h 761503"/>
                <a:gd name="connsiteX50" fmla="*/ 145207 w 598324"/>
                <a:gd name="connsiteY50" fmla="*/ 653783 h 761503"/>
                <a:gd name="connsiteX51" fmla="*/ 131609 w 598324"/>
                <a:gd name="connsiteY51" fmla="*/ 585791 h 761503"/>
                <a:gd name="connsiteX52" fmla="*/ 134329 w 598324"/>
                <a:gd name="connsiteY52" fmla="*/ 498762 h 761503"/>
                <a:gd name="connsiteX53" fmla="*/ 137048 w 598324"/>
                <a:gd name="connsiteY53" fmla="*/ 406294 h 761503"/>
                <a:gd name="connsiteX54" fmla="*/ 134329 w 598324"/>
                <a:gd name="connsiteY54" fmla="*/ 327424 h 761503"/>
                <a:gd name="connsiteX55" fmla="*/ 137048 w 598324"/>
                <a:gd name="connsiteY55" fmla="*/ 253993 h 761503"/>
                <a:gd name="connsiteX56" fmla="*/ 139768 w 598324"/>
                <a:gd name="connsiteY56" fmla="*/ 207759 h 761503"/>
                <a:gd name="connsiteX57" fmla="*/ 137048 w 598324"/>
                <a:gd name="connsiteY57" fmla="*/ 172404 h 761503"/>
                <a:gd name="connsiteX58" fmla="*/ 137048 w 598324"/>
                <a:gd name="connsiteY58" fmla="*/ 112571 h 761503"/>
                <a:gd name="connsiteX59" fmla="*/ 126170 w 598324"/>
                <a:gd name="connsiteY59" fmla="*/ 112571 h 761503"/>
                <a:gd name="connsiteX60" fmla="*/ 101693 w 598324"/>
                <a:gd name="connsiteY60" fmla="*/ 112571 h 761503"/>
                <a:gd name="connsiteX61" fmla="*/ 74496 w 598324"/>
                <a:gd name="connsiteY61" fmla="*/ 107132 h 761503"/>
                <a:gd name="connsiteX62" fmla="*/ 58178 w 598324"/>
                <a:gd name="connsiteY62" fmla="*/ 90814 h 761503"/>
                <a:gd name="connsiteX63" fmla="*/ 63617 w 598324"/>
                <a:gd name="connsiteY63" fmla="*/ 82655 h 761503"/>
                <a:gd name="connsiteX64" fmla="*/ 85375 w 598324"/>
                <a:gd name="connsiteY64" fmla="*/ 74496 h 761503"/>
                <a:gd name="connsiteX65" fmla="*/ 137048 w 598324"/>
                <a:gd name="connsiteY65" fmla="*/ 69057 h 761503"/>
                <a:gd name="connsiteX66" fmla="*/ 145207 w 598324"/>
                <a:gd name="connsiteY66" fmla="*/ 69057 h 761503"/>
                <a:gd name="connsiteX67" fmla="*/ 169684 w 598324"/>
                <a:gd name="connsiteY67" fmla="*/ 58178 h 761503"/>
                <a:gd name="connsiteX68" fmla="*/ 177843 w 598324"/>
                <a:gd name="connsiteY68" fmla="*/ 58178 h 761503"/>
                <a:gd name="connsiteX69" fmla="*/ 205040 w 598324"/>
                <a:gd name="connsiteY69" fmla="*/ 66337 h 761503"/>
                <a:gd name="connsiteX70" fmla="*/ 286629 w 598324"/>
                <a:gd name="connsiteY70" fmla="*/ 63617 h 761503"/>
                <a:gd name="connsiteX71" fmla="*/ 324705 w 598324"/>
                <a:gd name="connsiteY71" fmla="*/ 79936 h 761503"/>
                <a:gd name="connsiteX72" fmla="*/ 319265 w 598324"/>
                <a:gd name="connsiteY72" fmla="*/ 96253 h 761503"/>
                <a:gd name="connsiteX73" fmla="*/ 302948 w 598324"/>
                <a:gd name="connsiteY73" fmla="*/ 104412 h 761503"/>
                <a:gd name="connsiteX74" fmla="*/ 278471 w 598324"/>
                <a:gd name="connsiteY74" fmla="*/ 112571 h 761503"/>
                <a:gd name="connsiteX75" fmla="*/ 232236 w 598324"/>
                <a:gd name="connsiteY75" fmla="*/ 112571 h 761503"/>
                <a:gd name="connsiteX76" fmla="*/ 240395 w 598324"/>
                <a:gd name="connsiteY76" fmla="*/ 137048 h 761503"/>
                <a:gd name="connsiteX77" fmla="*/ 240395 w 598324"/>
                <a:gd name="connsiteY77" fmla="*/ 150647 h 761503"/>
                <a:gd name="connsiteX78" fmla="*/ 243115 w 598324"/>
                <a:gd name="connsiteY78" fmla="*/ 158805 h 761503"/>
                <a:gd name="connsiteX79" fmla="*/ 248554 w 598324"/>
                <a:gd name="connsiteY79" fmla="*/ 188722 h 761503"/>
                <a:gd name="connsiteX80" fmla="*/ 248554 w 598324"/>
                <a:gd name="connsiteY80" fmla="*/ 199600 h 761503"/>
                <a:gd name="connsiteX81" fmla="*/ 248554 w 598324"/>
                <a:gd name="connsiteY81" fmla="*/ 221357 h 761503"/>
                <a:gd name="connsiteX82" fmla="*/ 253994 w 598324"/>
                <a:gd name="connsiteY82" fmla="*/ 264872 h 761503"/>
                <a:gd name="connsiteX83" fmla="*/ 262153 w 598324"/>
                <a:gd name="connsiteY83" fmla="*/ 297508 h 761503"/>
                <a:gd name="connsiteX84" fmla="*/ 264872 w 598324"/>
                <a:gd name="connsiteY84" fmla="*/ 324704 h 761503"/>
                <a:gd name="connsiteX85" fmla="*/ 264872 w 598324"/>
                <a:gd name="connsiteY85" fmla="*/ 332863 h 761503"/>
                <a:gd name="connsiteX86" fmla="*/ 264872 w 598324"/>
                <a:gd name="connsiteY86" fmla="*/ 351901 h 761503"/>
                <a:gd name="connsiteX87" fmla="*/ 262153 w 598324"/>
                <a:gd name="connsiteY87" fmla="*/ 370939 h 761503"/>
                <a:gd name="connsiteX88" fmla="*/ 267592 w 598324"/>
                <a:gd name="connsiteY88" fmla="*/ 384537 h 761503"/>
                <a:gd name="connsiteX89" fmla="*/ 278471 w 598324"/>
                <a:gd name="connsiteY89" fmla="*/ 370939 h 761503"/>
                <a:gd name="connsiteX90" fmla="*/ 297508 w 598324"/>
                <a:gd name="connsiteY90" fmla="*/ 332863 h 761503"/>
                <a:gd name="connsiteX91" fmla="*/ 311106 w 598324"/>
                <a:gd name="connsiteY91" fmla="*/ 305667 h 761503"/>
                <a:gd name="connsiteX92" fmla="*/ 335583 w 598324"/>
                <a:gd name="connsiteY92" fmla="*/ 259433 h 761503"/>
                <a:gd name="connsiteX93" fmla="*/ 354621 w 598324"/>
                <a:gd name="connsiteY93" fmla="*/ 224077 h 761503"/>
                <a:gd name="connsiteX94" fmla="*/ 381817 w 598324"/>
                <a:gd name="connsiteY94" fmla="*/ 172404 h 761503"/>
                <a:gd name="connsiteX95" fmla="*/ 409014 w 598324"/>
                <a:gd name="connsiteY95" fmla="*/ 118011 h 761503"/>
                <a:gd name="connsiteX96" fmla="*/ 411734 w 598324"/>
                <a:gd name="connsiteY96" fmla="*/ 115291 h 761503"/>
                <a:gd name="connsiteX97" fmla="*/ 398136 w 598324"/>
                <a:gd name="connsiteY97" fmla="*/ 115291 h 761503"/>
                <a:gd name="connsiteX98" fmla="*/ 379098 w 598324"/>
                <a:gd name="connsiteY98" fmla="*/ 109852 h 761503"/>
                <a:gd name="connsiteX99" fmla="*/ 368219 w 598324"/>
                <a:gd name="connsiteY99" fmla="*/ 93534 h 761503"/>
                <a:gd name="connsiteX100" fmla="*/ 370939 w 598324"/>
                <a:gd name="connsiteY100" fmla="*/ 85375 h 761503"/>
                <a:gd name="connsiteX101" fmla="*/ 387257 w 598324"/>
                <a:gd name="connsiteY101" fmla="*/ 77216 h 761503"/>
                <a:gd name="connsiteX102" fmla="*/ 422612 w 598324"/>
                <a:gd name="connsiteY102" fmla="*/ 71776 h 761503"/>
                <a:gd name="connsiteX103" fmla="*/ 436211 w 598324"/>
                <a:gd name="connsiteY103" fmla="*/ 71776 h 761503"/>
                <a:gd name="connsiteX104" fmla="*/ 438930 w 598324"/>
                <a:gd name="connsiteY104" fmla="*/ 69057 h 761503"/>
                <a:gd name="connsiteX105" fmla="*/ 452529 w 598324"/>
                <a:gd name="connsiteY105" fmla="*/ 66337 h 761503"/>
                <a:gd name="connsiteX106" fmla="*/ 466127 w 598324"/>
                <a:gd name="connsiteY106" fmla="*/ 69057 h 761503"/>
                <a:gd name="connsiteX107" fmla="*/ 471566 w 598324"/>
                <a:gd name="connsiteY107" fmla="*/ 71776 h 761503"/>
                <a:gd name="connsiteX108" fmla="*/ 515081 w 598324"/>
                <a:gd name="connsiteY108" fmla="*/ 71776 h 761503"/>
                <a:gd name="connsiteX109" fmla="*/ 542277 w 598324"/>
                <a:gd name="connsiteY109" fmla="*/ 88094 h 761503"/>
                <a:gd name="connsiteX110" fmla="*/ 536838 w 598324"/>
                <a:gd name="connsiteY110" fmla="*/ 104412 h 761503"/>
                <a:gd name="connsiteX111" fmla="*/ 525959 w 598324"/>
                <a:gd name="connsiteY111" fmla="*/ 112571 h 761503"/>
                <a:gd name="connsiteX112" fmla="*/ 509642 w 598324"/>
                <a:gd name="connsiteY112" fmla="*/ 115291 h 761503"/>
                <a:gd name="connsiteX113" fmla="*/ 468847 w 598324"/>
                <a:gd name="connsiteY113" fmla="*/ 115291 h 761503"/>
                <a:gd name="connsiteX114" fmla="*/ 457968 w 598324"/>
                <a:gd name="connsiteY114" fmla="*/ 137048 h 761503"/>
                <a:gd name="connsiteX115" fmla="*/ 430771 w 598324"/>
                <a:gd name="connsiteY115" fmla="*/ 194161 h 761503"/>
                <a:gd name="connsiteX116" fmla="*/ 400855 w 598324"/>
                <a:gd name="connsiteY116" fmla="*/ 262152 h 761503"/>
                <a:gd name="connsiteX117" fmla="*/ 360060 w 598324"/>
                <a:gd name="connsiteY117" fmla="*/ 332863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</a:cxnLst>
              <a:rect l="l" t="t" r="r" b="b"/>
              <a:pathLst>
                <a:path w="598324" h="761503">
                  <a:moveTo>
                    <a:pt x="360060" y="332863"/>
                  </a:moveTo>
                  <a:cubicBezTo>
                    <a:pt x="351901" y="343742"/>
                    <a:pt x="341023" y="357340"/>
                    <a:pt x="341023" y="370939"/>
                  </a:cubicBezTo>
                  <a:cubicBezTo>
                    <a:pt x="341023" y="379098"/>
                    <a:pt x="357341" y="381817"/>
                    <a:pt x="376378" y="389976"/>
                  </a:cubicBezTo>
                  <a:cubicBezTo>
                    <a:pt x="395416" y="398135"/>
                    <a:pt x="417173" y="417173"/>
                    <a:pt x="425332" y="433491"/>
                  </a:cubicBezTo>
                  <a:cubicBezTo>
                    <a:pt x="430771" y="444369"/>
                    <a:pt x="436211" y="452528"/>
                    <a:pt x="438930" y="463407"/>
                  </a:cubicBezTo>
                  <a:cubicBezTo>
                    <a:pt x="444370" y="474286"/>
                    <a:pt x="447089" y="487884"/>
                    <a:pt x="449809" y="498762"/>
                  </a:cubicBezTo>
                  <a:cubicBezTo>
                    <a:pt x="452529" y="512361"/>
                    <a:pt x="452529" y="517800"/>
                    <a:pt x="457968" y="528679"/>
                  </a:cubicBezTo>
                  <a:cubicBezTo>
                    <a:pt x="463407" y="539557"/>
                    <a:pt x="463407" y="553155"/>
                    <a:pt x="466127" y="564034"/>
                  </a:cubicBezTo>
                  <a:cubicBezTo>
                    <a:pt x="468847" y="572193"/>
                    <a:pt x="468847" y="585791"/>
                    <a:pt x="471566" y="593950"/>
                  </a:cubicBezTo>
                  <a:cubicBezTo>
                    <a:pt x="474286" y="599390"/>
                    <a:pt x="477006" y="602109"/>
                    <a:pt x="479725" y="607548"/>
                  </a:cubicBezTo>
                  <a:cubicBezTo>
                    <a:pt x="482445" y="612988"/>
                    <a:pt x="487884" y="618427"/>
                    <a:pt x="487884" y="623867"/>
                  </a:cubicBezTo>
                  <a:cubicBezTo>
                    <a:pt x="490604" y="634745"/>
                    <a:pt x="496043" y="642904"/>
                    <a:pt x="501482" y="651063"/>
                  </a:cubicBezTo>
                  <a:cubicBezTo>
                    <a:pt x="506922" y="661942"/>
                    <a:pt x="512361" y="664661"/>
                    <a:pt x="523240" y="670101"/>
                  </a:cubicBezTo>
                  <a:cubicBezTo>
                    <a:pt x="528679" y="672820"/>
                    <a:pt x="534119" y="680979"/>
                    <a:pt x="534119" y="686418"/>
                  </a:cubicBezTo>
                  <a:cubicBezTo>
                    <a:pt x="534119" y="689138"/>
                    <a:pt x="534119" y="691858"/>
                    <a:pt x="531399" y="694578"/>
                  </a:cubicBezTo>
                  <a:cubicBezTo>
                    <a:pt x="525959" y="702736"/>
                    <a:pt x="512361" y="708176"/>
                    <a:pt x="498763" y="708176"/>
                  </a:cubicBezTo>
                  <a:cubicBezTo>
                    <a:pt x="485165" y="708176"/>
                    <a:pt x="466127" y="705456"/>
                    <a:pt x="449809" y="700017"/>
                  </a:cubicBezTo>
                  <a:cubicBezTo>
                    <a:pt x="430771" y="694578"/>
                    <a:pt x="409014" y="675540"/>
                    <a:pt x="400855" y="667381"/>
                  </a:cubicBezTo>
                  <a:cubicBezTo>
                    <a:pt x="392696" y="659222"/>
                    <a:pt x="387257" y="651063"/>
                    <a:pt x="381817" y="642904"/>
                  </a:cubicBezTo>
                  <a:cubicBezTo>
                    <a:pt x="376378" y="632025"/>
                    <a:pt x="370939" y="623867"/>
                    <a:pt x="368219" y="610268"/>
                  </a:cubicBezTo>
                  <a:cubicBezTo>
                    <a:pt x="360060" y="588511"/>
                    <a:pt x="357341" y="574913"/>
                    <a:pt x="349182" y="550436"/>
                  </a:cubicBezTo>
                  <a:cubicBezTo>
                    <a:pt x="343742" y="534118"/>
                    <a:pt x="341023" y="520520"/>
                    <a:pt x="338303" y="504202"/>
                  </a:cubicBezTo>
                  <a:cubicBezTo>
                    <a:pt x="335583" y="493323"/>
                    <a:pt x="332864" y="485164"/>
                    <a:pt x="330144" y="477005"/>
                  </a:cubicBezTo>
                  <a:cubicBezTo>
                    <a:pt x="327424" y="471566"/>
                    <a:pt x="324705" y="463407"/>
                    <a:pt x="321985" y="455248"/>
                  </a:cubicBezTo>
                  <a:cubicBezTo>
                    <a:pt x="316546" y="444369"/>
                    <a:pt x="311106" y="436210"/>
                    <a:pt x="305667" y="436210"/>
                  </a:cubicBezTo>
                  <a:cubicBezTo>
                    <a:pt x="302948" y="436210"/>
                    <a:pt x="300228" y="438930"/>
                    <a:pt x="294788" y="441650"/>
                  </a:cubicBezTo>
                  <a:cubicBezTo>
                    <a:pt x="289349" y="447089"/>
                    <a:pt x="283910" y="455248"/>
                    <a:pt x="278471" y="463407"/>
                  </a:cubicBezTo>
                  <a:cubicBezTo>
                    <a:pt x="270312" y="474286"/>
                    <a:pt x="267592" y="485164"/>
                    <a:pt x="264872" y="496043"/>
                  </a:cubicBezTo>
                  <a:cubicBezTo>
                    <a:pt x="264872" y="504202"/>
                    <a:pt x="262153" y="512361"/>
                    <a:pt x="262153" y="517800"/>
                  </a:cubicBezTo>
                  <a:cubicBezTo>
                    <a:pt x="262153" y="520520"/>
                    <a:pt x="262153" y="520520"/>
                    <a:pt x="262153" y="523239"/>
                  </a:cubicBezTo>
                  <a:cubicBezTo>
                    <a:pt x="262153" y="528679"/>
                    <a:pt x="262153" y="544997"/>
                    <a:pt x="262153" y="553155"/>
                  </a:cubicBezTo>
                  <a:cubicBezTo>
                    <a:pt x="262153" y="583072"/>
                    <a:pt x="264872" y="599390"/>
                    <a:pt x="262153" y="629306"/>
                  </a:cubicBezTo>
                  <a:cubicBezTo>
                    <a:pt x="262153" y="640184"/>
                    <a:pt x="262153" y="648343"/>
                    <a:pt x="259433" y="659222"/>
                  </a:cubicBezTo>
                  <a:cubicBezTo>
                    <a:pt x="270312" y="659222"/>
                    <a:pt x="278471" y="659222"/>
                    <a:pt x="283910" y="659222"/>
                  </a:cubicBezTo>
                  <a:cubicBezTo>
                    <a:pt x="297508" y="659222"/>
                    <a:pt x="321985" y="659222"/>
                    <a:pt x="321985" y="675540"/>
                  </a:cubicBezTo>
                  <a:cubicBezTo>
                    <a:pt x="321985" y="683699"/>
                    <a:pt x="319265" y="686418"/>
                    <a:pt x="316546" y="691858"/>
                  </a:cubicBezTo>
                  <a:cubicBezTo>
                    <a:pt x="311106" y="697297"/>
                    <a:pt x="305667" y="700017"/>
                    <a:pt x="300228" y="700017"/>
                  </a:cubicBezTo>
                  <a:cubicBezTo>
                    <a:pt x="292069" y="702736"/>
                    <a:pt x="283910" y="702736"/>
                    <a:pt x="278471" y="702736"/>
                  </a:cubicBezTo>
                  <a:cubicBezTo>
                    <a:pt x="275751" y="702736"/>
                    <a:pt x="259433" y="702736"/>
                    <a:pt x="243115" y="702736"/>
                  </a:cubicBezTo>
                  <a:cubicBezTo>
                    <a:pt x="237676" y="708176"/>
                    <a:pt x="229517" y="710895"/>
                    <a:pt x="221358" y="710895"/>
                  </a:cubicBezTo>
                  <a:cubicBezTo>
                    <a:pt x="213199" y="710895"/>
                    <a:pt x="202320" y="708176"/>
                    <a:pt x="194161" y="702736"/>
                  </a:cubicBezTo>
                  <a:cubicBezTo>
                    <a:pt x="186002" y="702736"/>
                    <a:pt x="180563" y="702736"/>
                    <a:pt x="177843" y="702736"/>
                  </a:cubicBezTo>
                  <a:cubicBezTo>
                    <a:pt x="164245" y="702736"/>
                    <a:pt x="139768" y="702736"/>
                    <a:pt x="126170" y="702736"/>
                  </a:cubicBezTo>
                  <a:cubicBezTo>
                    <a:pt x="118011" y="702736"/>
                    <a:pt x="109852" y="702736"/>
                    <a:pt x="101693" y="702736"/>
                  </a:cubicBezTo>
                  <a:cubicBezTo>
                    <a:pt x="93534" y="702736"/>
                    <a:pt x="82655" y="702736"/>
                    <a:pt x="74496" y="697297"/>
                  </a:cubicBezTo>
                  <a:cubicBezTo>
                    <a:pt x="66337" y="694578"/>
                    <a:pt x="58178" y="686418"/>
                    <a:pt x="58178" y="680979"/>
                  </a:cubicBezTo>
                  <a:cubicBezTo>
                    <a:pt x="58178" y="678260"/>
                    <a:pt x="58178" y="675540"/>
                    <a:pt x="63617" y="672820"/>
                  </a:cubicBezTo>
                  <a:cubicBezTo>
                    <a:pt x="69057" y="670101"/>
                    <a:pt x="79935" y="667381"/>
                    <a:pt x="85375" y="664661"/>
                  </a:cubicBezTo>
                  <a:cubicBezTo>
                    <a:pt x="104412" y="661942"/>
                    <a:pt x="123450" y="659222"/>
                    <a:pt x="128889" y="659222"/>
                  </a:cubicBezTo>
                  <a:cubicBezTo>
                    <a:pt x="134329" y="659222"/>
                    <a:pt x="139768" y="659222"/>
                    <a:pt x="147927" y="659222"/>
                  </a:cubicBezTo>
                  <a:cubicBezTo>
                    <a:pt x="147927" y="656502"/>
                    <a:pt x="145207" y="653783"/>
                    <a:pt x="145207" y="653783"/>
                  </a:cubicBezTo>
                  <a:cubicBezTo>
                    <a:pt x="131609" y="632025"/>
                    <a:pt x="131609" y="610268"/>
                    <a:pt x="131609" y="585791"/>
                  </a:cubicBezTo>
                  <a:cubicBezTo>
                    <a:pt x="131609" y="555875"/>
                    <a:pt x="131609" y="528679"/>
                    <a:pt x="134329" y="498762"/>
                  </a:cubicBezTo>
                  <a:cubicBezTo>
                    <a:pt x="134329" y="468846"/>
                    <a:pt x="137048" y="436210"/>
                    <a:pt x="137048" y="406294"/>
                  </a:cubicBezTo>
                  <a:cubicBezTo>
                    <a:pt x="137048" y="379098"/>
                    <a:pt x="134329" y="354621"/>
                    <a:pt x="134329" y="327424"/>
                  </a:cubicBezTo>
                  <a:cubicBezTo>
                    <a:pt x="134329" y="302947"/>
                    <a:pt x="137048" y="278470"/>
                    <a:pt x="137048" y="253993"/>
                  </a:cubicBezTo>
                  <a:cubicBezTo>
                    <a:pt x="137048" y="237675"/>
                    <a:pt x="139768" y="224077"/>
                    <a:pt x="139768" y="207759"/>
                  </a:cubicBezTo>
                  <a:cubicBezTo>
                    <a:pt x="139768" y="196881"/>
                    <a:pt x="137048" y="183282"/>
                    <a:pt x="137048" y="172404"/>
                  </a:cubicBezTo>
                  <a:cubicBezTo>
                    <a:pt x="137048" y="150647"/>
                    <a:pt x="137048" y="131609"/>
                    <a:pt x="137048" y="112571"/>
                  </a:cubicBezTo>
                  <a:cubicBezTo>
                    <a:pt x="134329" y="112571"/>
                    <a:pt x="137048" y="112571"/>
                    <a:pt x="126170" y="112571"/>
                  </a:cubicBezTo>
                  <a:cubicBezTo>
                    <a:pt x="118011" y="112571"/>
                    <a:pt x="109852" y="112571"/>
                    <a:pt x="101693" y="112571"/>
                  </a:cubicBezTo>
                  <a:cubicBezTo>
                    <a:pt x="93534" y="112571"/>
                    <a:pt x="82655" y="109852"/>
                    <a:pt x="74496" y="107132"/>
                  </a:cubicBezTo>
                  <a:cubicBezTo>
                    <a:pt x="66337" y="104412"/>
                    <a:pt x="58178" y="96253"/>
                    <a:pt x="58178" y="90814"/>
                  </a:cubicBezTo>
                  <a:cubicBezTo>
                    <a:pt x="58178" y="88094"/>
                    <a:pt x="58178" y="85375"/>
                    <a:pt x="63617" y="82655"/>
                  </a:cubicBezTo>
                  <a:cubicBezTo>
                    <a:pt x="69057" y="79936"/>
                    <a:pt x="79935" y="77216"/>
                    <a:pt x="85375" y="74496"/>
                  </a:cubicBezTo>
                  <a:cubicBezTo>
                    <a:pt x="104412" y="71776"/>
                    <a:pt x="128889" y="69057"/>
                    <a:pt x="137048" y="69057"/>
                  </a:cubicBezTo>
                  <a:cubicBezTo>
                    <a:pt x="137048" y="69057"/>
                    <a:pt x="139768" y="69057"/>
                    <a:pt x="145207" y="69057"/>
                  </a:cubicBezTo>
                  <a:cubicBezTo>
                    <a:pt x="150646" y="60898"/>
                    <a:pt x="158806" y="58178"/>
                    <a:pt x="169684" y="58178"/>
                  </a:cubicBezTo>
                  <a:cubicBezTo>
                    <a:pt x="172404" y="58178"/>
                    <a:pt x="175123" y="58178"/>
                    <a:pt x="177843" y="58178"/>
                  </a:cubicBezTo>
                  <a:cubicBezTo>
                    <a:pt x="186002" y="58178"/>
                    <a:pt x="196881" y="63617"/>
                    <a:pt x="205040" y="66337"/>
                  </a:cubicBezTo>
                  <a:cubicBezTo>
                    <a:pt x="237676" y="66337"/>
                    <a:pt x="273031" y="63617"/>
                    <a:pt x="286629" y="63617"/>
                  </a:cubicBezTo>
                  <a:cubicBezTo>
                    <a:pt x="300228" y="63617"/>
                    <a:pt x="324705" y="63617"/>
                    <a:pt x="324705" y="79936"/>
                  </a:cubicBezTo>
                  <a:cubicBezTo>
                    <a:pt x="324705" y="88094"/>
                    <a:pt x="321985" y="90814"/>
                    <a:pt x="319265" y="96253"/>
                  </a:cubicBezTo>
                  <a:cubicBezTo>
                    <a:pt x="313826" y="101693"/>
                    <a:pt x="308387" y="104412"/>
                    <a:pt x="302948" y="104412"/>
                  </a:cubicBezTo>
                  <a:cubicBezTo>
                    <a:pt x="289349" y="112571"/>
                    <a:pt x="283910" y="112571"/>
                    <a:pt x="278471" y="112571"/>
                  </a:cubicBezTo>
                  <a:cubicBezTo>
                    <a:pt x="273031" y="112571"/>
                    <a:pt x="253994" y="112571"/>
                    <a:pt x="232236" y="112571"/>
                  </a:cubicBezTo>
                  <a:cubicBezTo>
                    <a:pt x="237676" y="120730"/>
                    <a:pt x="240395" y="128889"/>
                    <a:pt x="240395" y="137048"/>
                  </a:cubicBezTo>
                  <a:cubicBezTo>
                    <a:pt x="240395" y="142487"/>
                    <a:pt x="240395" y="145207"/>
                    <a:pt x="240395" y="150647"/>
                  </a:cubicBezTo>
                  <a:cubicBezTo>
                    <a:pt x="240395" y="153366"/>
                    <a:pt x="240395" y="156086"/>
                    <a:pt x="243115" y="158805"/>
                  </a:cubicBezTo>
                  <a:cubicBezTo>
                    <a:pt x="245835" y="169684"/>
                    <a:pt x="245835" y="180563"/>
                    <a:pt x="248554" y="188722"/>
                  </a:cubicBezTo>
                  <a:cubicBezTo>
                    <a:pt x="248554" y="191441"/>
                    <a:pt x="248554" y="194161"/>
                    <a:pt x="248554" y="199600"/>
                  </a:cubicBezTo>
                  <a:cubicBezTo>
                    <a:pt x="248554" y="207759"/>
                    <a:pt x="248554" y="213198"/>
                    <a:pt x="248554" y="221357"/>
                  </a:cubicBezTo>
                  <a:cubicBezTo>
                    <a:pt x="248554" y="234956"/>
                    <a:pt x="251274" y="248554"/>
                    <a:pt x="253994" y="264872"/>
                  </a:cubicBezTo>
                  <a:cubicBezTo>
                    <a:pt x="256713" y="275751"/>
                    <a:pt x="259433" y="286629"/>
                    <a:pt x="262153" y="297508"/>
                  </a:cubicBezTo>
                  <a:cubicBezTo>
                    <a:pt x="264872" y="305667"/>
                    <a:pt x="264872" y="313826"/>
                    <a:pt x="264872" y="324704"/>
                  </a:cubicBezTo>
                  <a:cubicBezTo>
                    <a:pt x="264872" y="327424"/>
                    <a:pt x="264872" y="330144"/>
                    <a:pt x="264872" y="332863"/>
                  </a:cubicBezTo>
                  <a:cubicBezTo>
                    <a:pt x="264872" y="338303"/>
                    <a:pt x="264872" y="346462"/>
                    <a:pt x="264872" y="351901"/>
                  </a:cubicBezTo>
                  <a:cubicBezTo>
                    <a:pt x="264872" y="357340"/>
                    <a:pt x="262153" y="365499"/>
                    <a:pt x="262153" y="370939"/>
                  </a:cubicBezTo>
                  <a:cubicBezTo>
                    <a:pt x="262153" y="376378"/>
                    <a:pt x="264872" y="384537"/>
                    <a:pt x="267592" y="384537"/>
                  </a:cubicBezTo>
                  <a:cubicBezTo>
                    <a:pt x="273031" y="384537"/>
                    <a:pt x="275751" y="376378"/>
                    <a:pt x="278471" y="370939"/>
                  </a:cubicBezTo>
                  <a:cubicBezTo>
                    <a:pt x="283910" y="360060"/>
                    <a:pt x="289349" y="346462"/>
                    <a:pt x="297508" y="332863"/>
                  </a:cubicBezTo>
                  <a:cubicBezTo>
                    <a:pt x="302948" y="324704"/>
                    <a:pt x="305667" y="313826"/>
                    <a:pt x="311106" y="305667"/>
                  </a:cubicBezTo>
                  <a:cubicBezTo>
                    <a:pt x="319265" y="289349"/>
                    <a:pt x="327424" y="275751"/>
                    <a:pt x="335583" y="259433"/>
                  </a:cubicBezTo>
                  <a:cubicBezTo>
                    <a:pt x="341023" y="248554"/>
                    <a:pt x="349182" y="234956"/>
                    <a:pt x="354621" y="224077"/>
                  </a:cubicBezTo>
                  <a:cubicBezTo>
                    <a:pt x="362780" y="207759"/>
                    <a:pt x="370939" y="191441"/>
                    <a:pt x="381817" y="172404"/>
                  </a:cubicBezTo>
                  <a:cubicBezTo>
                    <a:pt x="389977" y="153366"/>
                    <a:pt x="400855" y="134329"/>
                    <a:pt x="409014" y="118011"/>
                  </a:cubicBezTo>
                  <a:cubicBezTo>
                    <a:pt x="409014" y="115291"/>
                    <a:pt x="409014" y="115291"/>
                    <a:pt x="411734" y="115291"/>
                  </a:cubicBezTo>
                  <a:cubicBezTo>
                    <a:pt x="406294" y="115291"/>
                    <a:pt x="400855" y="115291"/>
                    <a:pt x="398136" y="115291"/>
                  </a:cubicBezTo>
                  <a:cubicBezTo>
                    <a:pt x="392696" y="115291"/>
                    <a:pt x="384537" y="115291"/>
                    <a:pt x="379098" y="109852"/>
                  </a:cubicBezTo>
                  <a:cubicBezTo>
                    <a:pt x="373659" y="107132"/>
                    <a:pt x="368219" y="98973"/>
                    <a:pt x="368219" y="93534"/>
                  </a:cubicBezTo>
                  <a:cubicBezTo>
                    <a:pt x="368219" y="90814"/>
                    <a:pt x="368219" y="88094"/>
                    <a:pt x="370939" y="85375"/>
                  </a:cubicBezTo>
                  <a:cubicBezTo>
                    <a:pt x="373659" y="82655"/>
                    <a:pt x="381817" y="79936"/>
                    <a:pt x="387257" y="77216"/>
                  </a:cubicBezTo>
                  <a:cubicBezTo>
                    <a:pt x="400855" y="74496"/>
                    <a:pt x="414453" y="71776"/>
                    <a:pt x="422612" y="71776"/>
                  </a:cubicBezTo>
                  <a:cubicBezTo>
                    <a:pt x="425332" y="71776"/>
                    <a:pt x="430771" y="71776"/>
                    <a:pt x="436211" y="71776"/>
                  </a:cubicBezTo>
                  <a:cubicBezTo>
                    <a:pt x="436211" y="71776"/>
                    <a:pt x="438930" y="69057"/>
                    <a:pt x="438930" y="69057"/>
                  </a:cubicBezTo>
                  <a:cubicBezTo>
                    <a:pt x="444370" y="66337"/>
                    <a:pt x="447089" y="66337"/>
                    <a:pt x="452529" y="66337"/>
                  </a:cubicBezTo>
                  <a:cubicBezTo>
                    <a:pt x="457968" y="66337"/>
                    <a:pt x="460688" y="66337"/>
                    <a:pt x="466127" y="69057"/>
                  </a:cubicBezTo>
                  <a:cubicBezTo>
                    <a:pt x="468847" y="69057"/>
                    <a:pt x="471566" y="71776"/>
                    <a:pt x="471566" y="71776"/>
                  </a:cubicBezTo>
                  <a:cubicBezTo>
                    <a:pt x="490604" y="71776"/>
                    <a:pt x="506922" y="71776"/>
                    <a:pt x="515081" y="71776"/>
                  </a:cubicBezTo>
                  <a:cubicBezTo>
                    <a:pt x="523240" y="71776"/>
                    <a:pt x="542277" y="71776"/>
                    <a:pt x="542277" y="88094"/>
                  </a:cubicBezTo>
                  <a:cubicBezTo>
                    <a:pt x="542277" y="96253"/>
                    <a:pt x="542277" y="98973"/>
                    <a:pt x="536838" y="104412"/>
                  </a:cubicBezTo>
                  <a:cubicBezTo>
                    <a:pt x="534119" y="109852"/>
                    <a:pt x="528679" y="112571"/>
                    <a:pt x="525959" y="112571"/>
                  </a:cubicBezTo>
                  <a:cubicBezTo>
                    <a:pt x="520520" y="115291"/>
                    <a:pt x="515081" y="115291"/>
                    <a:pt x="509642" y="115291"/>
                  </a:cubicBezTo>
                  <a:cubicBezTo>
                    <a:pt x="506922" y="115291"/>
                    <a:pt x="487884" y="115291"/>
                    <a:pt x="468847" y="115291"/>
                  </a:cubicBezTo>
                  <a:cubicBezTo>
                    <a:pt x="466127" y="123450"/>
                    <a:pt x="460688" y="128889"/>
                    <a:pt x="457968" y="137048"/>
                  </a:cubicBezTo>
                  <a:cubicBezTo>
                    <a:pt x="447089" y="156086"/>
                    <a:pt x="438930" y="175123"/>
                    <a:pt x="430771" y="194161"/>
                  </a:cubicBezTo>
                  <a:cubicBezTo>
                    <a:pt x="419893" y="215918"/>
                    <a:pt x="411734" y="240395"/>
                    <a:pt x="400855" y="262152"/>
                  </a:cubicBezTo>
                  <a:cubicBezTo>
                    <a:pt x="387257" y="289349"/>
                    <a:pt x="373659" y="311106"/>
                    <a:pt x="360060" y="332863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AE3F4F14-A16D-4D77-9802-11BABF614845}"/>
                </a:ext>
              </a:extLst>
            </p:cNvPr>
            <p:cNvSpPr/>
            <p:nvPr/>
          </p:nvSpPr>
          <p:spPr>
            <a:xfrm>
              <a:off x="4335316" y="4186718"/>
              <a:ext cx="353556" cy="761503"/>
            </a:xfrm>
            <a:custGeom>
              <a:avLst/>
              <a:gdLst>
                <a:gd name="connsiteX0" fmla="*/ 283910 w 353555"/>
                <a:gd name="connsiteY0" fmla="*/ 672820 h 761503"/>
                <a:gd name="connsiteX1" fmla="*/ 321985 w 353555"/>
                <a:gd name="connsiteY1" fmla="*/ 689138 h 761503"/>
                <a:gd name="connsiteX2" fmla="*/ 316546 w 353555"/>
                <a:gd name="connsiteY2" fmla="*/ 705456 h 761503"/>
                <a:gd name="connsiteX3" fmla="*/ 300228 w 353555"/>
                <a:gd name="connsiteY3" fmla="*/ 713615 h 761503"/>
                <a:gd name="connsiteX4" fmla="*/ 278471 w 353555"/>
                <a:gd name="connsiteY4" fmla="*/ 716335 h 761503"/>
                <a:gd name="connsiteX5" fmla="*/ 237676 w 353555"/>
                <a:gd name="connsiteY5" fmla="*/ 716335 h 761503"/>
                <a:gd name="connsiteX6" fmla="*/ 180563 w 353555"/>
                <a:gd name="connsiteY6" fmla="*/ 719054 h 761503"/>
                <a:gd name="connsiteX7" fmla="*/ 126170 w 353555"/>
                <a:gd name="connsiteY7" fmla="*/ 719054 h 761503"/>
                <a:gd name="connsiteX8" fmla="*/ 101693 w 353555"/>
                <a:gd name="connsiteY8" fmla="*/ 719054 h 761503"/>
                <a:gd name="connsiteX9" fmla="*/ 74496 w 353555"/>
                <a:gd name="connsiteY9" fmla="*/ 713615 h 761503"/>
                <a:gd name="connsiteX10" fmla="*/ 58178 w 353555"/>
                <a:gd name="connsiteY10" fmla="*/ 697297 h 761503"/>
                <a:gd name="connsiteX11" fmla="*/ 63617 w 353555"/>
                <a:gd name="connsiteY11" fmla="*/ 689138 h 761503"/>
                <a:gd name="connsiteX12" fmla="*/ 85375 w 353555"/>
                <a:gd name="connsiteY12" fmla="*/ 680979 h 761503"/>
                <a:gd name="connsiteX13" fmla="*/ 131609 w 353555"/>
                <a:gd name="connsiteY13" fmla="*/ 675540 h 761503"/>
                <a:gd name="connsiteX14" fmla="*/ 142488 w 353555"/>
                <a:gd name="connsiteY14" fmla="*/ 675540 h 761503"/>
                <a:gd name="connsiteX15" fmla="*/ 131609 w 353555"/>
                <a:gd name="connsiteY15" fmla="*/ 653783 h 761503"/>
                <a:gd name="connsiteX16" fmla="*/ 128889 w 353555"/>
                <a:gd name="connsiteY16" fmla="*/ 640184 h 761503"/>
                <a:gd name="connsiteX17" fmla="*/ 128889 w 353555"/>
                <a:gd name="connsiteY17" fmla="*/ 629306 h 761503"/>
                <a:gd name="connsiteX18" fmla="*/ 128889 w 353555"/>
                <a:gd name="connsiteY18" fmla="*/ 621147 h 761503"/>
                <a:gd name="connsiteX19" fmla="*/ 128889 w 353555"/>
                <a:gd name="connsiteY19" fmla="*/ 593950 h 761503"/>
                <a:gd name="connsiteX20" fmla="*/ 128889 w 353555"/>
                <a:gd name="connsiteY20" fmla="*/ 583072 h 761503"/>
                <a:gd name="connsiteX21" fmla="*/ 128889 w 353555"/>
                <a:gd name="connsiteY21" fmla="*/ 436210 h 761503"/>
                <a:gd name="connsiteX22" fmla="*/ 128889 w 353555"/>
                <a:gd name="connsiteY22" fmla="*/ 357340 h 761503"/>
                <a:gd name="connsiteX23" fmla="*/ 131609 w 353555"/>
                <a:gd name="connsiteY23" fmla="*/ 289349 h 761503"/>
                <a:gd name="connsiteX24" fmla="*/ 131609 w 353555"/>
                <a:gd name="connsiteY24" fmla="*/ 251274 h 761503"/>
                <a:gd name="connsiteX25" fmla="*/ 131609 w 353555"/>
                <a:gd name="connsiteY25" fmla="*/ 205040 h 761503"/>
                <a:gd name="connsiteX26" fmla="*/ 131609 w 353555"/>
                <a:gd name="connsiteY26" fmla="*/ 139768 h 761503"/>
                <a:gd name="connsiteX27" fmla="*/ 131609 w 353555"/>
                <a:gd name="connsiteY27" fmla="*/ 128889 h 761503"/>
                <a:gd name="connsiteX28" fmla="*/ 126170 w 353555"/>
                <a:gd name="connsiteY28" fmla="*/ 128889 h 761503"/>
                <a:gd name="connsiteX29" fmla="*/ 101693 w 353555"/>
                <a:gd name="connsiteY29" fmla="*/ 128889 h 761503"/>
                <a:gd name="connsiteX30" fmla="*/ 74496 w 353555"/>
                <a:gd name="connsiteY30" fmla="*/ 123450 h 761503"/>
                <a:gd name="connsiteX31" fmla="*/ 58178 w 353555"/>
                <a:gd name="connsiteY31" fmla="*/ 107132 h 761503"/>
                <a:gd name="connsiteX32" fmla="*/ 60898 w 353555"/>
                <a:gd name="connsiteY32" fmla="*/ 98973 h 761503"/>
                <a:gd name="connsiteX33" fmla="*/ 82655 w 353555"/>
                <a:gd name="connsiteY33" fmla="*/ 93534 h 761503"/>
                <a:gd name="connsiteX34" fmla="*/ 131609 w 353555"/>
                <a:gd name="connsiteY34" fmla="*/ 88094 h 761503"/>
                <a:gd name="connsiteX35" fmla="*/ 131609 w 353555"/>
                <a:gd name="connsiteY35" fmla="*/ 82655 h 761503"/>
                <a:gd name="connsiteX36" fmla="*/ 134329 w 353555"/>
                <a:gd name="connsiteY36" fmla="*/ 71776 h 761503"/>
                <a:gd name="connsiteX37" fmla="*/ 147927 w 353555"/>
                <a:gd name="connsiteY37" fmla="*/ 63617 h 761503"/>
                <a:gd name="connsiteX38" fmla="*/ 164245 w 353555"/>
                <a:gd name="connsiteY38" fmla="*/ 58178 h 761503"/>
                <a:gd name="connsiteX39" fmla="*/ 177843 w 353555"/>
                <a:gd name="connsiteY39" fmla="*/ 58178 h 761503"/>
                <a:gd name="connsiteX40" fmla="*/ 196881 w 353555"/>
                <a:gd name="connsiteY40" fmla="*/ 60898 h 761503"/>
                <a:gd name="connsiteX41" fmla="*/ 232236 w 353555"/>
                <a:gd name="connsiteY41" fmla="*/ 88094 h 761503"/>
                <a:gd name="connsiteX42" fmla="*/ 278471 w 353555"/>
                <a:gd name="connsiteY42" fmla="*/ 88094 h 761503"/>
                <a:gd name="connsiteX43" fmla="*/ 316546 w 353555"/>
                <a:gd name="connsiteY43" fmla="*/ 104412 h 761503"/>
                <a:gd name="connsiteX44" fmla="*/ 311106 w 353555"/>
                <a:gd name="connsiteY44" fmla="*/ 120730 h 761503"/>
                <a:gd name="connsiteX45" fmla="*/ 294788 w 353555"/>
                <a:gd name="connsiteY45" fmla="*/ 128889 h 761503"/>
                <a:gd name="connsiteX46" fmla="*/ 273031 w 353555"/>
                <a:gd name="connsiteY46" fmla="*/ 131609 h 761503"/>
                <a:gd name="connsiteX47" fmla="*/ 243115 w 353555"/>
                <a:gd name="connsiteY47" fmla="*/ 131609 h 761503"/>
                <a:gd name="connsiteX48" fmla="*/ 243115 w 353555"/>
                <a:gd name="connsiteY48" fmla="*/ 134329 h 761503"/>
                <a:gd name="connsiteX49" fmla="*/ 248554 w 353555"/>
                <a:gd name="connsiteY49" fmla="*/ 169684 h 761503"/>
                <a:gd name="connsiteX50" fmla="*/ 251274 w 353555"/>
                <a:gd name="connsiteY50" fmla="*/ 205040 h 761503"/>
                <a:gd name="connsiteX51" fmla="*/ 251274 w 353555"/>
                <a:gd name="connsiteY51" fmla="*/ 240395 h 761503"/>
                <a:gd name="connsiteX52" fmla="*/ 251274 w 353555"/>
                <a:gd name="connsiteY52" fmla="*/ 256713 h 761503"/>
                <a:gd name="connsiteX53" fmla="*/ 253994 w 353555"/>
                <a:gd name="connsiteY53" fmla="*/ 270311 h 761503"/>
                <a:gd name="connsiteX54" fmla="*/ 259433 w 353555"/>
                <a:gd name="connsiteY54" fmla="*/ 343742 h 761503"/>
                <a:gd name="connsiteX55" fmla="*/ 262153 w 353555"/>
                <a:gd name="connsiteY55" fmla="*/ 425332 h 761503"/>
                <a:gd name="connsiteX56" fmla="*/ 264872 w 353555"/>
                <a:gd name="connsiteY56" fmla="*/ 490603 h 761503"/>
                <a:gd name="connsiteX57" fmla="*/ 270312 w 353555"/>
                <a:gd name="connsiteY57" fmla="*/ 564034 h 761503"/>
                <a:gd name="connsiteX58" fmla="*/ 270312 w 353555"/>
                <a:gd name="connsiteY58" fmla="*/ 599390 h 761503"/>
                <a:gd name="connsiteX59" fmla="*/ 270312 w 353555"/>
                <a:gd name="connsiteY59" fmla="*/ 637465 h 761503"/>
                <a:gd name="connsiteX60" fmla="*/ 264872 w 353555"/>
                <a:gd name="connsiteY60" fmla="*/ 670101 h 761503"/>
                <a:gd name="connsiteX61" fmla="*/ 283910 w 353555"/>
                <a:gd name="connsiteY61" fmla="*/ 672820 h 761503"/>
                <a:gd name="connsiteX62" fmla="*/ 283910 w 353555"/>
                <a:gd name="connsiteY62" fmla="*/ 672820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353555" h="761503">
                  <a:moveTo>
                    <a:pt x="283910" y="672820"/>
                  </a:moveTo>
                  <a:cubicBezTo>
                    <a:pt x="297508" y="672820"/>
                    <a:pt x="321985" y="672820"/>
                    <a:pt x="321985" y="689138"/>
                  </a:cubicBezTo>
                  <a:cubicBezTo>
                    <a:pt x="321985" y="697297"/>
                    <a:pt x="319265" y="697297"/>
                    <a:pt x="316546" y="705456"/>
                  </a:cubicBezTo>
                  <a:cubicBezTo>
                    <a:pt x="311106" y="710895"/>
                    <a:pt x="305667" y="713615"/>
                    <a:pt x="300228" y="713615"/>
                  </a:cubicBezTo>
                  <a:cubicBezTo>
                    <a:pt x="292069" y="716335"/>
                    <a:pt x="283910" y="716335"/>
                    <a:pt x="278471" y="716335"/>
                  </a:cubicBezTo>
                  <a:cubicBezTo>
                    <a:pt x="275751" y="716335"/>
                    <a:pt x="256713" y="716335"/>
                    <a:pt x="237676" y="716335"/>
                  </a:cubicBezTo>
                  <a:cubicBezTo>
                    <a:pt x="213199" y="716335"/>
                    <a:pt x="186002" y="719054"/>
                    <a:pt x="180563" y="719054"/>
                  </a:cubicBezTo>
                  <a:cubicBezTo>
                    <a:pt x="166965" y="719054"/>
                    <a:pt x="142488" y="719054"/>
                    <a:pt x="126170" y="719054"/>
                  </a:cubicBezTo>
                  <a:cubicBezTo>
                    <a:pt x="118011" y="719054"/>
                    <a:pt x="109852" y="719054"/>
                    <a:pt x="101693" y="719054"/>
                  </a:cubicBezTo>
                  <a:cubicBezTo>
                    <a:pt x="93534" y="719054"/>
                    <a:pt x="82655" y="719054"/>
                    <a:pt x="74496" y="713615"/>
                  </a:cubicBezTo>
                  <a:cubicBezTo>
                    <a:pt x="66337" y="710895"/>
                    <a:pt x="58178" y="702736"/>
                    <a:pt x="58178" y="697297"/>
                  </a:cubicBezTo>
                  <a:cubicBezTo>
                    <a:pt x="58178" y="694578"/>
                    <a:pt x="58178" y="691858"/>
                    <a:pt x="63617" y="689138"/>
                  </a:cubicBezTo>
                  <a:cubicBezTo>
                    <a:pt x="69057" y="686418"/>
                    <a:pt x="79935" y="683699"/>
                    <a:pt x="85375" y="680979"/>
                  </a:cubicBezTo>
                  <a:cubicBezTo>
                    <a:pt x="104412" y="678260"/>
                    <a:pt x="123450" y="675540"/>
                    <a:pt x="131609" y="675540"/>
                  </a:cubicBezTo>
                  <a:cubicBezTo>
                    <a:pt x="134329" y="675540"/>
                    <a:pt x="137048" y="675540"/>
                    <a:pt x="142488" y="675540"/>
                  </a:cubicBezTo>
                  <a:cubicBezTo>
                    <a:pt x="134329" y="670101"/>
                    <a:pt x="131609" y="661942"/>
                    <a:pt x="131609" y="653783"/>
                  </a:cubicBezTo>
                  <a:cubicBezTo>
                    <a:pt x="131609" y="648343"/>
                    <a:pt x="131609" y="642904"/>
                    <a:pt x="128889" y="640184"/>
                  </a:cubicBezTo>
                  <a:cubicBezTo>
                    <a:pt x="128889" y="637465"/>
                    <a:pt x="128889" y="634745"/>
                    <a:pt x="128889" y="629306"/>
                  </a:cubicBezTo>
                  <a:cubicBezTo>
                    <a:pt x="128889" y="626586"/>
                    <a:pt x="128889" y="623867"/>
                    <a:pt x="128889" y="621147"/>
                  </a:cubicBezTo>
                  <a:cubicBezTo>
                    <a:pt x="128889" y="612988"/>
                    <a:pt x="128889" y="604829"/>
                    <a:pt x="128889" y="593950"/>
                  </a:cubicBezTo>
                  <a:cubicBezTo>
                    <a:pt x="128889" y="591231"/>
                    <a:pt x="128889" y="585791"/>
                    <a:pt x="128889" y="583072"/>
                  </a:cubicBezTo>
                  <a:cubicBezTo>
                    <a:pt x="128889" y="534118"/>
                    <a:pt x="131609" y="485164"/>
                    <a:pt x="128889" y="436210"/>
                  </a:cubicBezTo>
                  <a:cubicBezTo>
                    <a:pt x="128889" y="409014"/>
                    <a:pt x="128889" y="384537"/>
                    <a:pt x="128889" y="357340"/>
                  </a:cubicBezTo>
                  <a:cubicBezTo>
                    <a:pt x="128889" y="335583"/>
                    <a:pt x="131609" y="313826"/>
                    <a:pt x="131609" y="289349"/>
                  </a:cubicBezTo>
                  <a:cubicBezTo>
                    <a:pt x="131609" y="275751"/>
                    <a:pt x="131609" y="264872"/>
                    <a:pt x="131609" y="251274"/>
                  </a:cubicBezTo>
                  <a:cubicBezTo>
                    <a:pt x="131609" y="234956"/>
                    <a:pt x="131609" y="221357"/>
                    <a:pt x="131609" y="205040"/>
                  </a:cubicBezTo>
                  <a:cubicBezTo>
                    <a:pt x="131609" y="183282"/>
                    <a:pt x="131609" y="161525"/>
                    <a:pt x="131609" y="139768"/>
                  </a:cubicBezTo>
                  <a:cubicBezTo>
                    <a:pt x="131609" y="137048"/>
                    <a:pt x="131609" y="134329"/>
                    <a:pt x="131609" y="128889"/>
                  </a:cubicBezTo>
                  <a:cubicBezTo>
                    <a:pt x="128889" y="128889"/>
                    <a:pt x="126170" y="128889"/>
                    <a:pt x="126170" y="128889"/>
                  </a:cubicBezTo>
                  <a:cubicBezTo>
                    <a:pt x="118011" y="128889"/>
                    <a:pt x="109852" y="128889"/>
                    <a:pt x="101693" y="128889"/>
                  </a:cubicBezTo>
                  <a:cubicBezTo>
                    <a:pt x="93534" y="128889"/>
                    <a:pt x="82655" y="128889"/>
                    <a:pt x="74496" y="123450"/>
                  </a:cubicBezTo>
                  <a:cubicBezTo>
                    <a:pt x="66337" y="120730"/>
                    <a:pt x="58178" y="112571"/>
                    <a:pt x="58178" y="107132"/>
                  </a:cubicBezTo>
                  <a:cubicBezTo>
                    <a:pt x="58178" y="104412"/>
                    <a:pt x="58178" y="101693"/>
                    <a:pt x="60898" y="98973"/>
                  </a:cubicBezTo>
                  <a:cubicBezTo>
                    <a:pt x="63617" y="96253"/>
                    <a:pt x="77216" y="93534"/>
                    <a:pt x="82655" y="93534"/>
                  </a:cubicBezTo>
                  <a:cubicBezTo>
                    <a:pt x="98973" y="90814"/>
                    <a:pt x="123450" y="88094"/>
                    <a:pt x="131609" y="88094"/>
                  </a:cubicBezTo>
                  <a:cubicBezTo>
                    <a:pt x="131609" y="85375"/>
                    <a:pt x="131609" y="85375"/>
                    <a:pt x="131609" y="82655"/>
                  </a:cubicBezTo>
                  <a:cubicBezTo>
                    <a:pt x="131609" y="77216"/>
                    <a:pt x="131609" y="74496"/>
                    <a:pt x="134329" y="71776"/>
                  </a:cubicBezTo>
                  <a:cubicBezTo>
                    <a:pt x="137048" y="69057"/>
                    <a:pt x="145207" y="66337"/>
                    <a:pt x="147927" y="63617"/>
                  </a:cubicBezTo>
                  <a:cubicBezTo>
                    <a:pt x="153366" y="60898"/>
                    <a:pt x="158806" y="58178"/>
                    <a:pt x="164245" y="58178"/>
                  </a:cubicBezTo>
                  <a:cubicBezTo>
                    <a:pt x="169684" y="58178"/>
                    <a:pt x="175123" y="58178"/>
                    <a:pt x="177843" y="58178"/>
                  </a:cubicBezTo>
                  <a:cubicBezTo>
                    <a:pt x="183283" y="58178"/>
                    <a:pt x="191442" y="58178"/>
                    <a:pt x="196881" y="60898"/>
                  </a:cubicBezTo>
                  <a:cubicBezTo>
                    <a:pt x="213199" y="63617"/>
                    <a:pt x="224077" y="74496"/>
                    <a:pt x="232236" y="88094"/>
                  </a:cubicBezTo>
                  <a:cubicBezTo>
                    <a:pt x="253994" y="88094"/>
                    <a:pt x="270312" y="88094"/>
                    <a:pt x="278471" y="88094"/>
                  </a:cubicBezTo>
                  <a:cubicBezTo>
                    <a:pt x="292069" y="88094"/>
                    <a:pt x="316546" y="88094"/>
                    <a:pt x="316546" y="104412"/>
                  </a:cubicBezTo>
                  <a:cubicBezTo>
                    <a:pt x="316546" y="112571"/>
                    <a:pt x="313826" y="112571"/>
                    <a:pt x="311106" y="120730"/>
                  </a:cubicBezTo>
                  <a:cubicBezTo>
                    <a:pt x="305667" y="126170"/>
                    <a:pt x="300228" y="128889"/>
                    <a:pt x="294788" y="128889"/>
                  </a:cubicBezTo>
                  <a:cubicBezTo>
                    <a:pt x="286630" y="131609"/>
                    <a:pt x="278471" y="131609"/>
                    <a:pt x="273031" y="131609"/>
                  </a:cubicBezTo>
                  <a:cubicBezTo>
                    <a:pt x="270312" y="131609"/>
                    <a:pt x="259433" y="131609"/>
                    <a:pt x="243115" y="131609"/>
                  </a:cubicBezTo>
                  <a:lnTo>
                    <a:pt x="243115" y="134329"/>
                  </a:lnTo>
                  <a:cubicBezTo>
                    <a:pt x="245835" y="145207"/>
                    <a:pt x="245835" y="158805"/>
                    <a:pt x="248554" y="169684"/>
                  </a:cubicBezTo>
                  <a:cubicBezTo>
                    <a:pt x="251274" y="180563"/>
                    <a:pt x="251274" y="194161"/>
                    <a:pt x="251274" y="205040"/>
                  </a:cubicBezTo>
                  <a:cubicBezTo>
                    <a:pt x="251274" y="215918"/>
                    <a:pt x="251274" y="226797"/>
                    <a:pt x="251274" y="240395"/>
                  </a:cubicBezTo>
                  <a:cubicBezTo>
                    <a:pt x="251274" y="245834"/>
                    <a:pt x="251274" y="251274"/>
                    <a:pt x="251274" y="256713"/>
                  </a:cubicBezTo>
                  <a:cubicBezTo>
                    <a:pt x="251274" y="262152"/>
                    <a:pt x="251274" y="267592"/>
                    <a:pt x="253994" y="270311"/>
                  </a:cubicBezTo>
                  <a:cubicBezTo>
                    <a:pt x="256713" y="294788"/>
                    <a:pt x="256713" y="319265"/>
                    <a:pt x="259433" y="343742"/>
                  </a:cubicBezTo>
                  <a:cubicBezTo>
                    <a:pt x="259433" y="370939"/>
                    <a:pt x="262153" y="398135"/>
                    <a:pt x="262153" y="425332"/>
                  </a:cubicBezTo>
                  <a:cubicBezTo>
                    <a:pt x="262153" y="447089"/>
                    <a:pt x="262153" y="468846"/>
                    <a:pt x="264872" y="490603"/>
                  </a:cubicBezTo>
                  <a:cubicBezTo>
                    <a:pt x="264872" y="515080"/>
                    <a:pt x="270312" y="539557"/>
                    <a:pt x="270312" y="564034"/>
                  </a:cubicBezTo>
                  <a:cubicBezTo>
                    <a:pt x="270312" y="574913"/>
                    <a:pt x="270312" y="588511"/>
                    <a:pt x="270312" y="599390"/>
                  </a:cubicBezTo>
                  <a:cubicBezTo>
                    <a:pt x="270312" y="612988"/>
                    <a:pt x="270312" y="623867"/>
                    <a:pt x="270312" y="637465"/>
                  </a:cubicBezTo>
                  <a:cubicBezTo>
                    <a:pt x="270312" y="648343"/>
                    <a:pt x="270312" y="661942"/>
                    <a:pt x="264872" y="670101"/>
                  </a:cubicBezTo>
                  <a:cubicBezTo>
                    <a:pt x="273031" y="672820"/>
                    <a:pt x="278471" y="672820"/>
                    <a:pt x="283910" y="672820"/>
                  </a:cubicBezTo>
                  <a:lnTo>
                    <a:pt x="283910" y="672820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BC607246-0D6B-4302-A63C-E82116AD65DF}"/>
                </a:ext>
              </a:extLst>
            </p:cNvPr>
            <p:cNvSpPr/>
            <p:nvPr/>
          </p:nvSpPr>
          <p:spPr>
            <a:xfrm>
              <a:off x="4620880" y="4194877"/>
              <a:ext cx="598325" cy="761503"/>
            </a:xfrm>
            <a:custGeom>
              <a:avLst/>
              <a:gdLst>
                <a:gd name="connsiteX0" fmla="*/ 515081 w 598324"/>
                <a:gd name="connsiteY0" fmla="*/ 79935 h 761503"/>
                <a:gd name="connsiteX1" fmla="*/ 542277 w 598324"/>
                <a:gd name="connsiteY1" fmla="*/ 96253 h 761503"/>
                <a:gd name="connsiteX2" fmla="*/ 536838 w 598324"/>
                <a:gd name="connsiteY2" fmla="*/ 112571 h 761503"/>
                <a:gd name="connsiteX3" fmla="*/ 523240 w 598324"/>
                <a:gd name="connsiteY3" fmla="*/ 120730 h 761503"/>
                <a:gd name="connsiteX4" fmla="*/ 506922 w 598324"/>
                <a:gd name="connsiteY4" fmla="*/ 123450 h 761503"/>
                <a:gd name="connsiteX5" fmla="*/ 477006 w 598324"/>
                <a:gd name="connsiteY5" fmla="*/ 123450 h 761503"/>
                <a:gd name="connsiteX6" fmla="*/ 479725 w 598324"/>
                <a:gd name="connsiteY6" fmla="*/ 145207 h 761503"/>
                <a:gd name="connsiteX7" fmla="*/ 477006 w 598324"/>
                <a:gd name="connsiteY7" fmla="*/ 180563 h 761503"/>
                <a:gd name="connsiteX8" fmla="*/ 482445 w 598324"/>
                <a:gd name="connsiteY8" fmla="*/ 232236 h 761503"/>
                <a:gd name="connsiteX9" fmla="*/ 485165 w 598324"/>
                <a:gd name="connsiteY9" fmla="*/ 283909 h 761503"/>
                <a:gd name="connsiteX10" fmla="*/ 485165 w 598324"/>
                <a:gd name="connsiteY10" fmla="*/ 327424 h 761503"/>
                <a:gd name="connsiteX11" fmla="*/ 487884 w 598324"/>
                <a:gd name="connsiteY11" fmla="*/ 373658 h 761503"/>
                <a:gd name="connsiteX12" fmla="*/ 485165 w 598324"/>
                <a:gd name="connsiteY12" fmla="*/ 419892 h 761503"/>
                <a:gd name="connsiteX13" fmla="*/ 485165 w 598324"/>
                <a:gd name="connsiteY13" fmla="*/ 463407 h 761503"/>
                <a:gd name="connsiteX14" fmla="*/ 482445 w 598324"/>
                <a:gd name="connsiteY14" fmla="*/ 515080 h 761503"/>
                <a:gd name="connsiteX15" fmla="*/ 482445 w 598324"/>
                <a:gd name="connsiteY15" fmla="*/ 558595 h 761503"/>
                <a:gd name="connsiteX16" fmla="*/ 479725 w 598324"/>
                <a:gd name="connsiteY16" fmla="*/ 602109 h 761503"/>
                <a:gd name="connsiteX17" fmla="*/ 485165 w 598324"/>
                <a:gd name="connsiteY17" fmla="*/ 648343 h 761503"/>
                <a:gd name="connsiteX18" fmla="*/ 474286 w 598324"/>
                <a:gd name="connsiteY18" fmla="*/ 675540 h 761503"/>
                <a:gd name="connsiteX19" fmla="*/ 428052 w 598324"/>
                <a:gd name="connsiteY19" fmla="*/ 691858 h 761503"/>
                <a:gd name="connsiteX20" fmla="*/ 387257 w 598324"/>
                <a:gd name="connsiteY20" fmla="*/ 683699 h 761503"/>
                <a:gd name="connsiteX21" fmla="*/ 351901 w 598324"/>
                <a:gd name="connsiteY21" fmla="*/ 664661 h 761503"/>
                <a:gd name="connsiteX22" fmla="*/ 305667 w 598324"/>
                <a:gd name="connsiteY22" fmla="*/ 596670 h 761503"/>
                <a:gd name="connsiteX23" fmla="*/ 270312 w 598324"/>
                <a:gd name="connsiteY23" fmla="*/ 509641 h 761503"/>
                <a:gd name="connsiteX24" fmla="*/ 251274 w 598324"/>
                <a:gd name="connsiteY24" fmla="*/ 460687 h 761503"/>
                <a:gd name="connsiteX25" fmla="*/ 224077 w 598324"/>
                <a:gd name="connsiteY25" fmla="*/ 381817 h 761503"/>
                <a:gd name="connsiteX26" fmla="*/ 207759 w 598324"/>
                <a:gd name="connsiteY26" fmla="*/ 330144 h 761503"/>
                <a:gd name="connsiteX27" fmla="*/ 191442 w 598324"/>
                <a:gd name="connsiteY27" fmla="*/ 286629 h 761503"/>
                <a:gd name="connsiteX28" fmla="*/ 183283 w 598324"/>
                <a:gd name="connsiteY28" fmla="*/ 278470 h 761503"/>
                <a:gd name="connsiteX29" fmla="*/ 180563 w 598324"/>
                <a:gd name="connsiteY29" fmla="*/ 292068 h 761503"/>
                <a:gd name="connsiteX30" fmla="*/ 180563 w 598324"/>
                <a:gd name="connsiteY30" fmla="*/ 305667 h 761503"/>
                <a:gd name="connsiteX31" fmla="*/ 183283 w 598324"/>
                <a:gd name="connsiteY31" fmla="*/ 354620 h 761503"/>
                <a:gd name="connsiteX32" fmla="*/ 188722 w 598324"/>
                <a:gd name="connsiteY32" fmla="*/ 449808 h 761503"/>
                <a:gd name="connsiteX33" fmla="*/ 188722 w 598324"/>
                <a:gd name="connsiteY33" fmla="*/ 479725 h 761503"/>
                <a:gd name="connsiteX34" fmla="*/ 188722 w 598324"/>
                <a:gd name="connsiteY34" fmla="*/ 542277 h 761503"/>
                <a:gd name="connsiteX35" fmla="*/ 186002 w 598324"/>
                <a:gd name="connsiteY35" fmla="*/ 615708 h 761503"/>
                <a:gd name="connsiteX36" fmla="*/ 186002 w 598324"/>
                <a:gd name="connsiteY36" fmla="*/ 637465 h 761503"/>
                <a:gd name="connsiteX37" fmla="*/ 183283 w 598324"/>
                <a:gd name="connsiteY37" fmla="*/ 664661 h 761503"/>
                <a:gd name="connsiteX38" fmla="*/ 226797 w 598324"/>
                <a:gd name="connsiteY38" fmla="*/ 664661 h 761503"/>
                <a:gd name="connsiteX39" fmla="*/ 253994 w 598324"/>
                <a:gd name="connsiteY39" fmla="*/ 680979 h 761503"/>
                <a:gd name="connsiteX40" fmla="*/ 248554 w 598324"/>
                <a:gd name="connsiteY40" fmla="*/ 697297 h 761503"/>
                <a:gd name="connsiteX41" fmla="*/ 234956 w 598324"/>
                <a:gd name="connsiteY41" fmla="*/ 705456 h 761503"/>
                <a:gd name="connsiteX42" fmla="*/ 218638 w 598324"/>
                <a:gd name="connsiteY42" fmla="*/ 708176 h 761503"/>
                <a:gd name="connsiteX43" fmla="*/ 183283 w 598324"/>
                <a:gd name="connsiteY43" fmla="*/ 708176 h 761503"/>
                <a:gd name="connsiteX44" fmla="*/ 150647 w 598324"/>
                <a:gd name="connsiteY44" fmla="*/ 708176 h 761503"/>
                <a:gd name="connsiteX45" fmla="*/ 107132 w 598324"/>
                <a:gd name="connsiteY45" fmla="*/ 708176 h 761503"/>
                <a:gd name="connsiteX46" fmla="*/ 88094 w 598324"/>
                <a:gd name="connsiteY46" fmla="*/ 708176 h 761503"/>
                <a:gd name="connsiteX47" fmla="*/ 69057 w 598324"/>
                <a:gd name="connsiteY47" fmla="*/ 702736 h 761503"/>
                <a:gd name="connsiteX48" fmla="*/ 58178 w 598324"/>
                <a:gd name="connsiteY48" fmla="*/ 686418 h 761503"/>
                <a:gd name="connsiteX49" fmla="*/ 60898 w 598324"/>
                <a:gd name="connsiteY49" fmla="*/ 678259 h 761503"/>
                <a:gd name="connsiteX50" fmla="*/ 77216 w 598324"/>
                <a:gd name="connsiteY50" fmla="*/ 670101 h 761503"/>
                <a:gd name="connsiteX51" fmla="*/ 120730 w 598324"/>
                <a:gd name="connsiteY51" fmla="*/ 664661 h 761503"/>
                <a:gd name="connsiteX52" fmla="*/ 131609 w 598324"/>
                <a:gd name="connsiteY52" fmla="*/ 664661 h 761503"/>
                <a:gd name="connsiteX53" fmla="*/ 134329 w 598324"/>
                <a:gd name="connsiteY53" fmla="*/ 539557 h 761503"/>
                <a:gd name="connsiteX54" fmla="*/ 134329 w 598324"/>
                <a:gd name="connsiteY54" fmla="*/ 504201 h 761503"/>
                <a:gd name="connsiteX55" fmla="*/ 131609 w 598324"/>
                <a:gd name="connsiteY55" fmla="*/ 376378 h 761503"/>
                <a:gd name="connsiteX56" fmla="*/ 131609 w 598324"/>
                <a:gd name="connsiteY56" fmla="*/ 302947 h 761503"/>
                <a:gd name="connsiteX57" fmla="*/ 134329 w 598324"/>
                <a:gd name="connsiteY57" fmla="*/ 221357 h 761503"/>
                <a:gd name="connsiteX58" fmla="*/ 137048 w 598324"/>
                <a:gd name="connsiteY58" fmla="*/ 123450 h 761503"/>
                <a:gd name="connsiteX59" fmla="*/ 107132 w 598324"/>
                <a:gd name="connsiteY59" fmla="*/ 123450 h 761503"/>
                <a:gd name="connsiteX60" fmla="*/ 88094 w 598324"/>
                <a:gd name="connsiteY60" fmla="*/ 123450 h 761503"/>
                <a:gd name="connsiteX61" fmla="*/ 69057 w 598324"/>
                <a:gd name="connsiteY61" fmla="*/ 118011 h 761503"/>
                <a:gd name="connsiteX62" fmla="*/ 58178 w 598324"/>
                <a:gd name="connsiteY62" fmla="*/ 101693 h 761503"/>
                <a:gd name="connsiteX63" fmla="*/ 60898 w 598324"/>
                <a:gd name="connsiteY63" fmla="*/ 93534 h 761503"/>
                <a:gd name="connsiteX64" fmla="*/ 77216 w 598324"/>
                <a:gd name="connsiteY64" fmla="*/ 85375 h 761503"/>
                <a:gd name="connsiteX65" fmla="*/ 131609 w 598324"/>
                <a:gd name="connsiteY65" fmla="*/ 79935 h 761503"/>
                <a:gd name="connsiteX66" fmla="*/ 161525 w 598324"/>
                <a:gd name="connsiteY66" fmla="*/ 79935 h 761503"/>
                <a:gd name="connsiteX67" fmla="*/ 177843 w 598324"/>
                <a:gd name="connsiteY67" fmla="*/ 66337 h 761503"/>
                <a:gd name="connsiteX68" fmla="*/ 202320 w 598324"/>
                <a:gd name="connsiteY68" fmla="*/ 58178 h 761503"/>
                <a:gd name="connsiteX69" fmla="*/ 234956 w 598324"/>
                <a:gd name="connsiteY69" fmla="*/ 77216 h 761503"/>
                <a:gd name="connsiteX70" fmla="*/ 251274 w 598324"/>
                <a:gd name="connsiteY70" fmla="*/ 107132 h 761503"/>
                <a:gd name="connsiteX71" fmla="*/ 267592 w 598324"/>
                <a:gd name="connsiteY71" fmla="*/ 147927 h 761503"/>
                <a:gd name="connsiteX72" fmla="*/ 281190 w 598324"/>
                <a:gd name="connsiteY72" fmla="*/ 183282 h 761503"/>
                <a:gd name="connsiteX73" fmla="*/ 297508 w 598324"/>
                <a:gd name="connsiteY73" fmla="*/ 224077 h 761503"/>
                <a:gd name="connsiteX74" fmla="*/ 308387 w 598324"/>
                <a:gd name="connsiteY74" fmla="*/ 264872 h 761503"/>
                <a:gd name="connsiteX75" fmla="*/ 319265 w 598324"/>
                <a:gd name="connsiteY75" fmla="*/ 300227 h 761503"/>
                <a:gd name="connsiteX76" fmla="*/ 351901 w 598324"/>
                <a:gd name="connsiteY76" fmla="*/ 379097 h 761503"/>
                <a:gd name="connsiteX77" fmla="*/ 365500 w 598324"/>
                <a:gd name="connsiteY77" fmla="*/ 417173 h 761503"/>
                <a:gd name="connsiteX78" fmla="*/ 379098 w 598324"/>
                <a:gd name="connsiteY78" fmla="*/ 457967 h 761503"/>
                <a:gd name="connsiteX79" fmla="*/ 395416 w 598324"/>
                <a:gd name="connsiteY79" fmla="*/ 496043 h 761503"/>
                <a:gd name="connsiteX80" fmla="*/ 406294 w 598324"/>
                <a:gd name="connsiteY80" fmla="*/ 512361 h 761503"/>
                <a:gd name="connsiteX81" fmla="*/ 411734 w 598324"/>
                <a:gd name="connsiteY81" fmla="*/ 531398 h 761503"/>
                <a:gd name="connsiteX82" fmla="*/ 419893 w 598324"/>
                <a:gd name="connsiteY82" fmla="*/ 558595 h 761503"/>
                <a:gd name="connsiteX83" fmla="*/ 425332 w 598324"/>
                <a:gd name="connsiteY83" fmla="*/ 564034 h 761503"/>
                <a:gd name="connsiteX84" fmla="*/ 430771 w 598324"/>
                <a:gd name="connsiteY84" fmla="*/ 558595 h 761503"/>
                <a:gd name="connsiteX85" fmla="*/ 430771 w 598324"/>
                <a:gd name="connsiteY85" fmla="*/ 550436 h 761503"/>
                <a:gd name="connsiteX86" fmla="*/ 430771 w 598324"/>
                <a:gd name="connsiteY86" fmla="*/ 501482 h 761503"/>
                <a:gd name="connsiteX87" fmla="*/ 430771 w 598324"/>
                <a:gd name="connsiteY87" fmla="*/ 403574 h 761503"/>
                <a:gd name="connsiteX88" fmla="*/ 425332 w 598324"/>
                <a:gd name="connsiteY88" fmla="*/ 313826 h 761503"/>
                <a:gd name="connsiteX89" fmla="*/ 425332 w 598324"/>
                <a:gd name="connsiteY89" fmla="*/ 248554 h 761503"/>
                <a:gd name="connsiteX90" fmla="*/ 425332 w 598324"/>
                <a:gd name="connsiteY90" fmla="*/ 210479 h 761503"/>
                <a:gd name="connsiteX91" fmla="*/ 422613 w 598324"/>
                <a:gd name="connsiteY91" fmla="*/ 153366 h 761503"/>
                <a:gd name="connsiteX92" fmla="*/ 425332 w 598324"/>
                <a:gd name="connsiteY92" fmla="*/ 123450 h 761503"/>
                <a:gd name="connsiteX93" fmla="*/ 398136 w 598324"/>
                <a:gd name="connsiteY93" fmla="*/ 123450 h 761503"/>
                <a:gd name="connsiteX94" fmla="*/ 379098 w 598324"/>
                <a:gd name="connsiteY94" fmla="*/ 123450 h 761503"/>
                <a:gd name="connsiteX95" fmla="*/ 360060 w 598324"/>
                <a:gd name="connsiteY95" fmla="*/ 118011 h 761503"/>
                <a:gd name="connsiteX96" fmla="*/ 349182 w 598324"/>
                <a:gd name="connsiteY96" fmla="*/ 101693 h 761503"/>
                <a:gd name="connsiteX97" fmla="*/ 351901 w 598324"/>
                <a:gd name="connsiteY97" fmla="*/ 93534 h 761503"/>
                <a:gd name="connsiteX98" fmla="*/ 368219 w 598324"/>
                <a:gd name="connsiteY98" fmla="*/ 85375 h 761503"/>
                <a:gd name="connsiteX99" fmla="*/ 422613 w 598324"/>
                <a:gd name="connsiteY99" fmla="*/ 79935 h 761503"/>
                <a:gd name="connsiteX100" fmla="*/ 444370 w 598324"/>
                <a:gd name="connsiteY100" fmla="*/ 79935 h 761503"/>
                <a:gd name="connsiteX101" fmla="*/ 463407 w 598324"/>
                <a:gd name="connsiteY101" fmla="*/ 71776 h 761503"/>
                <a:gd name="connsiteX102" fmla="*/ 477006 w 598324"/>
                <a:gd name="connsiteY102" fmla="*/ 79935 h 761503"/>
                <a:gd name="connsiteX103" fmla="*/ 515081 w 598324"/>
                <a:gd name="connsiteY103" fmla="*/ 79935 h 761503"/>
                <a:gd name="connsiteX104" fmla="*/ 515081 w 598324"/>
                <a:gd name="connsiteY104" fmla="*/ 79935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598324" h="761503">
                  <a:moveTo>
                    <a:pt x="515081" y="79935"/>
                  </a:moveTo>
                  <a:cubicBezTo>
                    <a:pt x="523240" y="79935"/>
                    <a:pt x="542277" y="79935"/>
                    <a:pt x="542277" y="96253"/>
                  </a:cubicBezTo>
                  <a:cubicBezTo>
                    <a:pt x="542277" y="104412"/>
                    <a:pt x="542277" y="107132"/>
                    <a:pt x="536838" y="112571"/>
                  </a:cubicBezTo>
                  <a:cubicBezTo>
                    <a:pt x="534119" y="118011"/>
                    <a:pt x="528679" y="120730"/>
                    <a:pt x="523240" y="120730"/>
                  </a:cubicBezTo>
                  <a:cubicBezTo>
                    <a:pt x="515081" y="123450"/>
                    <a:pt x="512361" y="123450"/>
                    <a:pt x="506922" y="123450"/>
                  </a:cubicBezTo>
                  <a:cubicBezTo>
                    <a:pt x="504202" y="123450"/>
                    <a:pt x="490604" y="123450"/>
                    <a:pt x="477006" y="123450"/>
                  </a:cubicBezTo>
                  <a:cubicBezTo>
                    <a:pt x="477006" y="131609"/>
                    <a:pt x="479725" y="137048"/>
                    <a:pt x="479725" y="145207"/>
                  </a:cubicBezTo>
                  <a:cubicBezTo>
                    <a:pt x="479725" y="156086"/>
                    <a:pt x="477006" y="166964"/>
                    <a:pt x="477006" y="180563"/>
                  </a:cubicBezTo>
                  <a:cubicBezTo>
                    <a:pt x="477006" y="196881"/>
                    <a:pt x="479725" y="215918"/>
                    <a:pt x="482445" y="232236"/>
                  </a:cubicBezTo>
                  <a:cubicBezTo>
                    <a:pt x="485165" y="248554"/>
                    <a:pt x="485165" y="267592"/>
                    <a:pt x="485165" y="283909"/>
                  </a:cubicBezTo>
                  <a:cubicBezTo>
                    <a:pt x="485165" y="297508"/>
                    <a:pt x="485165" y="313826"/>
                    <a:pt x="485165" y="327424"/>
                  </a:cubicBezTo>
                  <a:cubicBezTo>
                    <a:pt x="485165" y="343742"/>
                    <a:pt x="487884" y="357340"/>
                    <a:pt x="487884" y="373658"/>
                  </a:cubicBezTo>
                  <a:cubicBezTo>
                    <a:pt x="487884" y="389976"/>
                    <a:pt x="485165" y="403574"/>
                    <a:pt x="485165" y="419892"/>
                  </a:cubicBezTo>
                  <a:cubicBezTo>
                    <a:pt x="485165" y="436210"/>
                    <a:pt x="485165" y="449808"/>
                    <a:pt x="485165" y="463407"/>
                  </a:cubicBezTo>
                  <a:cubicBezTo>
                    <a:pt x="485165" y="479725"/>
                    <a:pt x="485165" y="498762"/>
                    <a:pt x="482445" y="515080"/>
                  </a:cubicBezTo>
                  <a:cubicBezTo>
                    <a:pt x="482445" y="528678"/>
                    <a:pt x="482445" y="542277"/>
                    <a:pt x="482445" y="558595"/>
                  </a:cubicBezTo>
                  <a:cubicBezTo>
                    <a:pt x="482445" y="572193"/>
                    <a:pt x="479725" y="588511"/>
                    <a:pt x="479725" y="602109"/>
                  </a:cubicBezTo>
                  <a:cubicBezTo>
                    <a:pt x="479725" y="615708"/>
                    <a:pt x="485165" y="632025"/>
                    <a:pt x="485165" y="648343"/>
                  </a:cubicBezTo>
                  <a:cubicBezTo>
                    <a:pt x="485165" y="659222"/>
                    <a:pt x="482445" y="670101"/>
                    <a:pt x="474286" y="675540"/>
                  </a:cubicBezTo>
                  <a:cubicBezTo>
                    <a:pt x="460688" y="686418"/>
                    <a:pt x="444370" y="691858"/>
                    <a:pt x="428052" y="691858"/>
                  </a:cubicBezTo>
                  <a:cubicBezTo>
                    <a:pt x="414453" y="691858"/>
                    <a:pt x="400855" y="689138"/>
                    <a:pt x="387257" y="683699"/>
                  </a:cubicBezTo>
                  <a:cubicBezTo>
                    <a:pt x="373659" y="678259"/>
                    <a:pt x="360060" y="672820"/>
                    <a:pt x="351901" y="664661"/>
                  </a:cubicBezTo>
                  <a:cubicBezTo>
                    <a:pt x="330144" y="645624"/>
                    <a:pt x="316546" y="621147"/>
                    <a:pt x="305667" y="596670"/>
                  </a:cubicBezTo>
                  <a:cubicBezTo>
                    <a:pt x="292069" y="569473"/>
                    <a:pt x="281190" y="539557"/>
                    <a:pt x="270312" y="509641"/>
                  </a:cubicBezTo>
                  <a:cubicBezTo>
                    <a:pt x="264872" y="493323"/>
                    <a:pt x="256713" y="477005"/>
                    <a:pt x="251274" y="460687"/>
                  </a:cubicBezTo>
                  <a:cubicBezTo>
                    <a:pt x="240395" y="433490"/>
                    <a:pt x="232236" y="409014"/>
                    <a:pt x="224077" y="381817"/>
                  </a:cubicBezTo>
                  <a:cubicBezTo>
                    <a:pt x="218638" y="365499"/>
                    <a:pt x="213199" y="346462"/>
                    <a:pt x="207759" y="330144"/>
                  </a:cubicBezTo>
                  <a:cubicBezTo>
                    <a:pt x="202320" y="316545"/>
                    <a:pt x="196881" y="300227"/>
                    <a:pt x="191442" y="286629"/>
                  </a:cubicBezTo>
                  <a:cubicBezTo>
                    <a:pt x="188722" y="281190"/>
                    <a:pt x="186002" y="278470"/>
                    <a:pt x="183283" y="278470"/>
                  </a:cubicBezTo>
                  <a:cubicBezTo>
                    <a:pt x="180563" y="278470"/>
                    <a:pt x="180563" y="286629"/>
                    <a:pt x="180563" y="292068"/>
                  </a:cubicBezTo>
                  <a:cubicBezTo>
                    <a:pt x="180563" y="297508"/>
                    <a:pt x="180563" y="302947"/>
                    <a:pt x="180563" y="305667"/>
                  </a:cubicBezTo>
                  <a:cubicBezTo>
                    <a:pt x="180563" y="321985"/>
                    <a:pt x="183283" y="338303"/>
                    <a:pt x="183283" y="354620"/>
                  </a:cubicBezTo>
                  <a:cubicBezTo>
                    <a:pt x="183283" y="387256"/>
                    <a:pt x="186002" y="417173"/>
                    <a:pt x="188722" y="449808"/>
                  </a:cubicBezTo>
                  <a:cubicBezTo>
                    <a:pt x="188722" y="460687"/>
                    <a:pt x="188722" y="468846"/>
                    <a:pt x="188722" y="479725"/>
                  </a:cubicBezTo>
                  <a:cubicBezTo>
                    <a:pt x="188722" y="501482"/>
                    <a:pt x="188722" y="523239"/>
                    <a:pt x="188722" y="542277"/>
                  </a:cubicBezTo>
                  <a:cubicBezTo>
                    <a:pt x="188722" y="566754"/>
                    <a:pt x="186002" y="591231"/>
                    <a:pt x="186002" y="615708"/>
                  </a:cubicBezTo>
                  <a:cubicBezTo>
                    <a:pt x="186002" y="623866"/>
                    <a:pt x="186002" y="632025"/>
                    <a:pt x="186002" y="637465"/>
                  </a:cubicBezTo>
                  <a:cubicBezTo>
                    <a:pt x="186002" y="645624"/>
                    <a:pt x="183283" y="656502"/>
                    <a:pt x="183283" y="664661"/>
                  </a:cubicBezTo>
                  <a:cubicBezTo>
                    <a:pt x="202320" y="664661"/>
                    <a:pt x="218638" y="664661"/>
                    <a:pt x="226797" y="664661"/>
                  </a:cubicBezTo>
                  <a:cubicBezTo>
                    <a:pt x="234956" y="664661"/>
                    <a:pt x="253994" y="664661"/>
                    <a:pt x="253994" y="680979"/>
                  </a:cubicBezTo>
                  <a:cubicBezTo>
                    <a:pt x="253994" y="689138"/>
                    <a:pt x="253994" y="691858"/>
                    <a:pt x="248554" y="697297"/>
                  </a:cubicBezTo>
                  <a:cubicBezTo>
                    <a:pt x="245835" y="702736"/>
                    <a:pt x="240395" y="705456"/>
                    <a:pt x="234956" y="705456"/>
                  </a:cubicBezTo>
                  <a:cubicBezTo>
                    <a:pt x="226797" y="708176"/>
                    <a:pt x="224077" y="708176"/>
                    <a:pt x="218638" y="708176"/>
                  </a:cubicBezTo>
                  <a:cubicBezTo>
                    <a:pt x="215918" y="708176"/>
                    <a:pt x="199600" y="708176"/>
                    <a:pt x="183283" y="708176"/>
                  </a:cubicBezTo>
                  <a:cubicBezTo>
                    <a:pt x="166965" y="708176"/>
                    <a:pt x="153366" y="708176"/>
                    <a:pt x="150647" y="708176"/>
                  </a:cubicBezTo>
                  <a:cubicBezTo>
                    <a:pt x="139768" y="708176"/>
                    <a:pt x="120730" y="708176"/>
                    <a:pt x="107132" y="708176"/>
                  </a:cubicBezTo>
                  <a:cubicBezTo>
                    <a:pt x="101693" y="708176"/>
                    <a:pt x="96254" y="708176"/>
                    <a:pt x="88094" y="708176"/>
                  </a:cubicBezTo>
                  <a:cubicBezTo>
                    <a:pt x="82655" y="708176"/>
                    <a:pt x="74496" y="708176"/>
                    <a:pt x="69057" y="702736"/>
                  </a:cubicBezTo>
                  <a:cubicBezTo>
                    <a:pt x="63617" y="700017"/>
                    <a:pt x="58178" y="691858"/>
                    <a:pt x="58178" y="686418"/>
                  </a:cubicBezTo>
                  <a:cubicBezTo>
                    <a:pt x="58178" y="683699"/>
                    <a:pt x="58178" y="680979"/>
                    <a:pt x="60898" y="678259"/>
                  </a:cubicBezTo>
                  <a:cubicBezTo>
                    <a:pt x="63617" y="675540"/>
                    <a:pt x="71777" y="672820"/>
                    <a:pt x="77216" y="670101"/>
                  </a:cubicBezTo>
                  <a:cubicBezTo>
                    <a:pt x="90814" y="667381"/>
                    <a:pt x="115291" y="664661"/>
                    <a:pt x="120730" y="664661"/>
                  </a:cubicBezTo>
                  <a:cubicBezTo>
                    <a:pt x="123450" y="664661"/>
                    <a:pt x="126170" y="664661"/>
                    <a:pt x="131609" y="664661"/>
                  </a:cubicBezTo>
                  <a:cubicBezTo>
                    <a:pt x="131609" y="623866"/>
                    <a:pt x="134329" y="583072"/>
                    <a:pt x="134329" y="539557"/>
                  </a:cubicBezTo>
                  <a:cubicBezTo>
                    <a:pt x="134329" y="528678"/>
                    <a:pt x="134329" y="515080"/>
                    <a:pt x="134329" y="504201"/>
                  </a:cubicBezTo>
                  <a:cubicBezTo>
                    <a:pt x="131609" y="460687"/>
                    <a:pt x="131609" y="417173"/>
                    <a:pt x="131609" y="376378"/>
                  </a:cubicBezTo>
                  <a:cubicBezTo>
                    <a:pt x="131609" y="351901"/>
                    <a:pt x="131609" y="327424"/>
                    <a:pt x="131609" y="302947"/>
                  </a:cubicBezTo>
                  <a:cubicBezTo>
                    <a:pt x="131609" y="275751"/>
                    <a:pt x="131609" y="248554"/>
                    <a:pt x="134329" y="221357"/>
                  </a:cubicBezTo>
                  <a:cubicBezTo>
                    <a:pt x="134329" y="188722"/>
                    <a:pt x="137048" y="156086"/>
                    <a:pt x="137048" y="123450"/>
                  </a:cubicBezTo>
                  <a:cubicBezTo>
                    <a:pt x="126170" y="123450"/>
                    <a:pt x="115291" y="123450"/>
                    <a:pt x="107132" y="123450"/>
                  </a:cubicBezTo>
                  <a:cubicBezTo>
                    <a:pt x="101693" y="123450"/>
                    <a:pt x="96254" y="123450"/>
                    <a:pt x="88094" y="123450"/>
                  </a:cubicBezTo>
                  <a:cubicBezTo>
                    <a:pt x="82655" y="123450"/>
                    <a:pt x="74496" y="120730"/>
                    <a:pt x="69057" y="118011"/>
                  </a:cubicBezTo>
                  <a:cubicBezTo>
                    <a:pt x="63617" y="115291"/>
                    <a:pt x="58178" y="107132"/>
                    <a:pt x="58178" y="101693"/>
                  </a:cubicBezTo>
                  <a:cubicBezTo>
                    <a:pt x="58178" y="98973"/>
                    <a:pt x="58178" y="96253"/>
                    <a:pt x="60898" y="93534"/>
                  </a:cubicBezTo>
                  <a:cubicBezTo>
                    <a:pt x="63617" y="90814"/>
                    <a:pt x="71777" y="88094"/>
                    <a:pt x="77216" y="85375"/>
                  </a:cubicBezTo>
                  <a:cubicBezTo>
                    <a:pt x="90814" y="82655"/>
                    <a:pt x="126170" y="79935"/>
                    <a:pt x="131609" y="79935"/>
                  </a:cubicBezTo>
                  <a:cubicBezTo>
                    <a:pt x="137048" y="79935"/>
                    <a:pt x="147927" y="79935"/>
                    <a:pt x="161525" y="79935"/>
                  </a:cubicBezTo>
                  <a:cubicBezTo>
                    <a:pt x="166965" y="74496"/>
                    <a:pt x="172404" y="71776"/>
                    <a:pt x="177843" y="66337"/>
                  </a:cubicBezTo>
                  <a:cubicBezTo>
                    <a:pt x="186002" y="60898"/>
                    <a:pt x="194161" y="58178"/>
                    <a:pt x="202320" y="58178"/>
                  </a:cubicBezTo>
                  <a:cubicBezTo>
                    <a:pt x="215918" y="58178"/>
                    <a:pt x="226797" y="63617"/>
                    <a:pt x="234956" y="77216"/>
                  </a:cubicBezTo>
                  <a:cubicBezTo>
                    <a:pt x="240395" y="88094"/>
                    <a:pt x="248554" y="96253"/>
                    <a:pt x="251274" y="107132"/>
                  </a:cubicBezTo>
                  <a:cubicBezTo>
                    <a:pt x="256713" y="120730"/>
                    <a:pt x="259433" y="134328"/>
                    <a:pt x="267592" y="147927"/>
                  </a:cubicBezTo>
                  <a:cubicBezTo>
                    <a:pt x="273031" y="158805"/>
                    <a:pt x="275751" y="172404"/>
                    <a:pt x="281190" y="183282"/>
                  </a:cubicBezTo>
                  <a:cubicBezTo>
                    <a:pt x="286630" y="196881"/>
                    <a:pt x="292069" y="210479"/>
                    <a:pt x="297508" y="224077"/>
                  </a:cubicBezTo>
                  <a:cubicBezTo>
                    <a:pt x="300228" y="237675"/>
                    <a:pt x="305667" y="251274"/>
                    <a:pt x="308387" y="264872"/>
                  </a:cubicBezTo>
                  <a:cubicBezTo>
                    <a:pt x="311106" y="278470"/>
                    <a:pt x="311106" y="289349"/>
                    <a:pt x="319265" y="300227"/>
                  </a:cubicBezTo>
                  <a:cubicBezTo>
                    <a:pt x="332864" y="324704"/>
                    <a:pt x="346462" y="351901"/>
                    <a:pt x="351901" y="379097"/>
                  </a:cubicBezTo>
                  <a:cubicBezTo>
                    <a:pt x="354621" y="392696"/>
                    <a:pt x="360060" y="403574"/>
                    <a:pt x="365500" y="417173"/>
                  </a:cubicBezTo>
                  <a:cubicBezTo>
                    <a:pt x="373659" y="430771"/>
                    <a:pt x="373659" y="444369"/>
                    <a:pt x="379098" y="457967"/>
                  </a:cubicBezTo>
                  <a:cubicBezTo>
                    <a:pt x="381818" y="471566"/>
                    <a:pt x="387257" y="482444"/>
                    <a:pt x="395416" y="496043"/>
                  </a:cubicBezTo>
                  <a:cubicBezTo>
                    <a:pt x="398136" y="501482"/>
                    <a:pt x="403575" y="506921"/>
                    <a:pt x="406294" y="512361"/>
                  </a:cubicBezTo>
                  <a:cubicBezTo>
                    <a:pt x="409014" y="517800"/>
                    <a:pt x="409014" y="525959"/>
                    <a:pt x="411734" y="531398"/>
                  </a:cubicBezTo>
                  <a:cubicBezTo>
                    <a:pt x="414453" y="539557"/>
                    <a:pt x="417173" y="550436"/>
                    <a:pt x="419893" y="558595"/>
                  </a:cubicBezTo>
                  <a:cubicBezTo>
                    <a:pt x="422613" y="561314"/>
                    <a:pt x="422613" y="564034"/>
                    <a:pt x="425332" y="564034"/>
                  </a:cubicBezTo>
                  <a:cubicBezTo>
                    <a:pt x="428052" y="564034"/>
                    <a:pt x="428052" y="561314"/>
                    <a:pt x="430771" y="558595"/>
                  </a:cubicBezTo>
                  <a:cubicBezTo>
                    <a:pt x="430771" y="555875"/>
                    <a:pt x="430771" y="553155"/>
                    <a:pt x="430771" y="550436"/>
                  </a:cubicBezTo>
                  <a:cubicBezTo>
                    <a:pt x="430771" y="534118"/>
                    <a:pt x="430771" y="517800"/>
                    <a:pt x="430771" y="501482"/>
                  </a:cubicBezTo>
                  <a:cubicBezTo>
                    <a:pt x="430771" y="468846"/>
                    <a:pt x="433491" y="436210"/>
                    <a:pt x="430771" y="403574"/>
                  </a:cubicBezTo>
                  <a:cubicBezTo>
                    <a:pt x="430771" y="373658"/>
                    <a:pt x="425332" y="343742"/>
                    <a:pt x="425332" y="313826"/>
                  </a:cubicBezTo>
                  <a:cubicBezTo>
                    <a:pt x="425332" y="292068"/>
                    <a:pt x="425332" y="270311"/>
                    <a:pt x="425332" y="248554"/>
                  </a:cubicBezTo>
                  <a:cubicBezTo>
                    <a:pt x="425332" y="234956"/>
                    <a:pt x="425332" y="224077"/>
                    <a:pt x="425332" y="210479"/>
                  </a:cubicBezTo>
                  <a:cubicBezTo>
                    <a:pt x="425332" y="191441"/>
                    <a:pt x="422613" y="172404"/>
                    <a:pt x="422613" y="153366"/>
                  </a:cubicBezTo>
                  <a:cubicBezTo>
                    <a:pt x="422613" y="142487"/>
                    <a:pt x="422613" y="134328"/>
                    <a:pt x="425332" y="123450"/>
                  </a:cubicBezTo>
                  <a:cubicBezTo>
                    <a:pt x="417173" y="123450"/>
                    <a:pt x="406294" y="123450"/>
                    <a:pt x="398136" y="123450"/>
                  </a:cubicBezTo>
                  <a:cubicBezTo>
                    <a:pt x="392696" y="123450"/>
                    <a:pt x="387257" y="123450"/>
                    <a:pt x="379098" y="123450"/>
                  </a:cubicBezTo>
                  <a:cubicBezTo>
                    <a:pt x="373659" y="123450"/>
                    <a:pt x="365500" y="120730"/>
                    <a:pt x="360060" y="118011"/>
                  </a:cubicBezTo>
                  <a:cubicBezTo>
                    <a:pt x="354621" y="115291"/>
                    <a:pt x="349182" y="107132"/>
                    <a:pt x="349182" y="101693"/>
                  </a:cubicBezTo>
                  <a:cubicBezTo>
                    <a:pt x="349182" y="98973"/>
                    <a:pt x="349182" y="96253"/>
                    <a:pt x="351901" y="93534"/>
                  </a:cubicBezTo>
                  <a:cubicBezTo>
                    <a:pt x="354621" y="90814"/>
                    <a:pt x="362780" y="88094"/>
                    <a:pt x="368219" y="85375"/>
                  </a:cubicBezTo>
                  <a:cubicBezTo>
                    <a:pt x="381818" y="82655"/>
                    <a:pt x="417173" y="79935"/>
                    <a:pt x="422613" y="79935"/>
                  </a:cubicBezTo>
                  <a:cubicBezTo>
                    <a:pt x="428052" y="79935"/>
                    <a:pt x="433491" y="79935"/>
                    <a:pt x="444370" y="79935"/>
                  </a:cubicBezTo>
                  <a:cubicBezTo>
                    <a:pt x="449809" y="74496"/>
                    <a:pt x="455248" y="71776"/>
                    <a:pt x="463407" y="71776"/>
                  </a:cubicBezTo>
                  <a:cubicBezTo>
                    <a:pt x="471566" y="71776"/>
                    <a:pt x="477006" y="74496"/>
                    <a:pt x="477006" y="79935"/>
                  </a:cubicBezTo>
                  <a:cubicBezTo>
                    <a:pt x="493324" y="79935"/>
                    <a:pt x="506922" y="79935"/>
                    <a:pt x="515081" y="79935"/>
                  </a:cubicBezTo>
                  <a:lnTo>
                    <a:pt x="515081" y="79935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333FD0A1-B4A7-40CA-B9EE-32085C096039}"/>
                </a:ext>
              </a:extLst>
            </p:cNvPr>
            <p:cNvSpPr/>
            <p:nvPr/>
          </p:nvSpPr>
          <p:spPr>
            <a:xfrm>
              <a:off x="5139126" y="4192158"/>
              <a:ext cx="516735" cy="788700"/>
            </a:xfrm>
            <a:custGeom>
              <a:avLst/>
              <a:gdLst>
                <a:gd name="connsiteX0" fmla="*/ 464616 w 516735"/>
                <a:gd name="connsiteY0" fmla="*/ 436210 h 788699"/>
                <a:gd name="connsiteX1" fmla="*/ 445578 w 516735"/>
                <a:gd name="connsiteY1" fmla="*/ 455248 h 788699"/>
                <a:gd name="connsiteX2" fmla="*/ 404784 w 516735"/>
                <a:gd name="connsiteY2" fmla="*/ 466126 h 788699"/>
                <a:gd name="connsiteX3" fmla="*/ 385746 w 516735"/>
                <a:gd name="connsiteY3" fmla="*/ 479725 h 788699"/>
                <a:gd name="connsiteX4" fmla="*/ 388466 w 516735"/>
                <a:gd name="connsiteY4" fmla="*/ 512361 h 788699"/>
                <a:gd name="connsiteX5" fmla="*/ 388466 w 516735"/>
                <a:gd name="connsiteY5" fmla="*/ 544997 h 788699"/>
                <a:gd name="connsiteX6" fmla="*/ 388466 w 516735"/>
                <a:gd name="connsiteY6" fmla="*/ 566754 h 788699"/>
                <a:gd name="connsiteX7" fmla="*/ 391185 w 516735"/>
                <a:gd name="connsiteY7" fmla="*/ 632026 h 788699"/>
                <a:gd name="connsiteX8" fmla="*/ 393905 w 516735"/>
                <a:gd name="connsiteY8" fmla="*/ 683699 h 788699"/>
                <a:gd name="connsiteX9" fmla="*/ 377587 w 516735"/>
                <a:gd name="connsiteY9" fmla="*/ 724494 h 788699"/>
                <a:gd name="connsiteX10" fmla="*/ 361269 w 516735"/>
                <a:gd name="connsiteY10" fmla="*/ 719054 h 788699"/>
                <a:gd name="connsiteX11" fmla="*/ 353110 w 516735"/>
                <a:gd name="connsiteY11" fmla="*/ 702737 h 788699"/>
                <a:gd name="connsiteX12" fmla="*/ 350390 w 516735"/>
                <a:gd name="connsiteY12" fmla="*/ 686419 h 788699"/>
                <a:gd name="connsiteX13" fmla="*/ 353110 w 516735"/>
                <a:gd name="connsiteY13" fmla="*/ 659222 h 788699"/>
                <a:gd name="connsiteX14" fmla="*/ 353110 w 516735"/>
                <a:gd name="connsiteY14" fmla="*/ 656502 h 788699"/>
                <a:gd name="connsiteX15" fmla="*/ 317755 w 516735"/>
                <a:gd name="connsiteY15" fmla="*/ 708176 h 788699"/>
                <a:gd name="connsiteX16" fmla="*/ 241604 w 516735"/>
                <a:gd name="connsiteY16" fmla="*/ 735372 h 788699"/>
                <a:gd name="connsiteX17" fmla="*/ 187211 w 516735"/>
                <a:gd name="connsiteY17" fmla="*/ 727214 h 788699"/>
                <a:gd name="connsiteX18" fmla="*/ 135538 w 516735"/>
                <a:gd name="connsiteY18" fmla="*/ 694578 h 788699"/>
                <a:gd name="connsiteX19" fmla="*/ 86584 w 516735"/>
                <a:gd name="connsiteY19" fmla="*/ 621147 h 788699"/>
                <a:gd name="connsiteX20" fmla="*/ 67546 w 516735"/>
                <a:gd name="connsiteY20" fmla="*/ 555875 h 788699"/>
                <a:gd name="connsiteX21" fmla="*/ 59387 w 516735"/>
                <a:gd name="connsiteY21" fmla="*/ 509641 h 788699"/>
                <a:gd name="connsiteX22" fmla="*/ 59387 w 516735"/>
                <a:gd name="connsiteY22" fmla="*/ 468846 h 788699"/>
                <a:gd name="connsiteX23" fmla="*/ 86584 w 516735"/>
                <a:gd name="connsiteY23" fmla="*/ 302947 h 788699"/>
                <a:gd name="connsiteX24" fmla="*/ 108341 w 516735"/>
                <a:gd name="connsiteY24" fmla="*/ 224077 h 788699"/>
                <a:gd name="connsiteX25" fmla="*/ 146416 w 516735"/>
                <a:gd name="connsiteY25" fmla="*/ 145207 h 788699"/>
                <a:gd name="connsiteX26" fmla="*/ 198090 w 516735"/>
                <a:gd name="connsiteY26" fmla="*/ 85375 h 788699"/>
                <a:gd name="connsiteX27" fmla="*/ 228006 w 516735"/>
                <a:gd name="connsiteY27" fmla="*/ 69057 h 788699"/>
                <a:gd name="connsiteX28" fmla="*/ 268801 w 516735"/>
                <a:gd name="connsiteY28" fmla="*/ 58178 h 788699"/>
                <a:gd name="connsiteX29" fmla="*/ 274240 w 516735"/>
                <a:gd name="connsiteY29" fmla="*/ 58178 h 788699"/>
                <a:gd name="connsiteX30" fmla="*/ 295997 w 516735"/>
                <a:gd name="connsiteY30" fmla="*/ 60898 h 788699"/>
                <a:gd name="connsiteX31" fmla="*/ 331353 w 516735"/>
                <a:gd name="connsiteY31" fmla="*/ 71776 h 788699"/>
                <a:gd name="connsiteX32" fmla="*/ 350390 w 516735"/>
                <a:gd name="connsiteY32" fmla="*/ 93534 h 788699"/>
                <a:gd name="connsiteX33" fmla="*/ 353110 w 516735"/>
                <a:gd name="connsiteY33" fmla="*/ 74496 h 788699"/>
                <a:gd name="connsiteX34" fmla="*/ 358549 w 516735"/>
                <a:gd name="connsiteY34" fmla="*/ 63618 h 788699"/>
                <a:gd name="connsiteX35" fmla="*/ 366708 w 516735"/>
                <a:gd name="connsiteY35" fmla="*/ 58178 h 788699"/>
                <a:gd name="connsiteX36" fmla="*/ 374867 w 516735"/>
                <a:gd name="connsiteY36" fmla="*/ 63618 h 788699"/>
                <a:gd name="connsiteX37" fmla="*/ 383026 w 516735"/>
                <a:gd name="connsiteY37" fmla="*/ 82655 h 788699"/>
                <a:gd name="connsiteX38" fmla="*/ 385746 w 516735"/>
                <a:gd name="connsiteY38" fmla="*/ 126170 h 788699"/>
                <a:gd name="connsiteX39" fmla="*/ 388466 w 516735"/>
                <a:gd name="connsiteY39" fmla="*/ 186002 h 788699"/>
                <a:gd name="connsiteX40" fmla="*/ 391185 w 516735"/>
                <a:gd name="connsiteY40" fmla="*/ 237676 h 788699"/>
                <a:gd name="connsiteX41" fmla="*/ 374867 w 516735"/>
                <a:gd name="connsiteY41" fmla="*/ 278470 h 788699"/>
                <a:gd name="connsiteX42" fmla="*/ 358549 w 516735"/>
                <a:gd name="connsiteY42" fmla="*/ 273031 h 788699"/>
                <a:gd name="connsiteX43" fmla="*/ 350390 w 516735"/>
                <a:gd name="connsiteY43" fmla="*/ 256713 h 788699"/>
                <a:gd name="connsiteX44" fmla="*/ 347671 w 516735"/>
                <a:gd name="connsiteY44" fmla="*/ 240395 h 788699"/>
                <a:gd name="connsiteX45" fmla="*/ 347671 w 516735"/>
                <a:gd name="connsiteY45" fmla="*/ 213199 h 788699"/>
                <a:gd name="connsiteX46" fmla="*/ 344951 w 516735"/>
                <a:gd name="connsiteY46" fmla="*/ 194161 h 788699"/>
                <a:gd name="connsiteX47" fmla="*/ 339512 w 516735"/>
                <a:gd name="connsiteY47" fmla="*/ 150647 h 788699"/>
                <a:gd name="connsiteX48" fmla="*/ 323194 w 516735"/>
                <a:gd name="connsiteY48" fmla="*/ 112571 h 788699"/>
                <a:gd name="connsiteX49" fmla="*/ 293278 w 516735"/>
                <a:gd name="connsiteY49" fmla="*/ 101693 h 788699"/>
                <a:gd name="connsiteX50" fmla="*/ 263361 w 516735"/>
                <a:gd name="connsiteY50" fmla="*/ 120730 h 788699"/>
                <a:gd name="connsiteX51" fmla="*/ 241604 w 516735"/>
                <a:gd name="connsiteY51" fmla="*/ 153366 h 788699"/>
                <a:gd name="connsiteX52" fmla="*/ 233445 w 516735"/>
                <a:gd name="connsiteY52" fmla="*/ 194161 h 788699"/>
                <a:gd name="connsiteX53" fmla="*/ 225286 w 516735"/>
                <a:gd name="connsiteY53" fmla="*/ 232236 h 788699"/>
                <a:gd name="connsiteX54" fmla="*/ 217127 w 516735"/>
                <a:gd name="connsiteY54" fmla="*/ 275751 h 788699"/>
                <a:gd name="connsiteX55" fmla="*/ 211688 w 516735"/>
                <a:gd name="connsiteY55" fmla="*/ 316545 h 788699"/>
                <a:gd name="connsiteX56" fmla="*/ 206249 w 516735"/>
                <a:gd name="connsiteY56" fmla="*/ 354621 h 788699"/>
                <a:gd name="connsiteX57" fmla="*/ 200809 w 516735"/>
                <a:gd name="connsiteY57" fmla="*/ 398135 h 788699"/>
                <a:gd name="connsiteX58" fmla="*/ 195370 w 516735"/>
                <a:gd name="connsiteY58" fmla="*/ 438930 h 788699"/>
                <a:gd name="connsiteX59" fmla="*/ 192650 w 516735"/>
                <a:gd name="connsiteY59" fmla="*/ 474286 h 788699"/>
                <a:gd name="connsiteX60" fmla="*/ 195370 w 516735"/>
                <a:gd name="connsiteY60" fmla="*/ 525959 h 788699"/>
                <a:gd name="connsiteX61" fmla="*/ 208968 w 516735"/>
                <a:gd name="connsiteY61" fmla="*/ 596670 h 788699"/>
                <a:gd name="connsiteX62" fmla="*/ 214407 w 516735"/>
                <a:gd name="connsiteY62" fmla="*/ 623867 h 788699"/>
                <a:gd name="connsiteX63" fmla="*/ 228006 w 516735"/>
                <a:gd name="connsiteY63" fmla="*/ 656502 h 788699"/>
                <a:gd name="connsiteX64" fmla="*/ 271520 w 516735"/>
                <a:gd name="connsiteY64" fmla="*/ 689138 h 788699"/>
                <a:gd name="connsiteX65" fmla="*/ 306876 w 516735"/>
                <a:gd name="connsiteY65" fmla="*/ 664661 h 788699"/>
                <a:gd name="connsiteX66" fmla="*/ 331353 w 516735"/>
                <a:gd name="connsiteY66" fmla="*/ 602109 h 788699"/>
                <a:gd name="connsiteX67" fmla="*/ 336792 w 516735"/>
                <a:gd name="connsiteY67" fmla="*/ 544997 h 788699"/>
                <a:gd name="connsiteX68" fmla="*/ 336792 w 516735"/>
                <a:gd name="connsiteY68" fmla="*/ 498762 h 788699"/>
                <a:gd name="connsiteX69" fmla="*/ 336792 w 516735"/>
                <a:gd name="connsiteY69" fmla="*/ 490603 h 788699"/>
                <a:gd name="connsiteX70" fmla="*/ 320474 w 516735"/>
                <a:gd name="connsiteY70" fmla="*/ 477005 h 788699"/>
                <a:gd name="connsiteX71" fmla="*/ 282399 w 516735"/>
                <a:gd name="connsiteY71" fmla="*/ 479725 h 788699"/>
                <a:gd name="connsiteX72" fmla="*/ 252483 w 516735"/>
                <a:gd name="connsiteY72" fmla="*/ 474286 h 788699"/>
                <a:gd name="connsiteX73" fmla="*/ 247043 w 516735"/>
                <a:gd name="connsiteY73" fmla="*/ 466126 h 788699"/>
                <a:gd name="connsiteX74" fmla="*/ 249763 w 516735"/>
                <a:gd name="connsiteY74" fmla="*/ 457968 h 788699"/>
                <a:gd name="connsiteX75" fmla="*/ 268801 w 516735"/>
                <a:gd name="connsiteY75" fmla="*/ 447089 h 788699"/>
                <a:gd name="connsiteX76" fmla="*/ 312315 w 516735"/>
                <a:gd name="connsiteY76" fmla="*/ 436210 h 788699"/>
                <a:gd name="connsiteX77" fmla="*/ 353110 w 516735"/>
                <a:gd name="connsiteY77" fmla="*/ 430771 h 788699"/>
                <a:gd name="connsiteX78" fmla="*/ 385746 w 516735"/>
                <a:gd name="connsiteY78" fmla="*/ 430771 h 788699"/>
                <a:gd name="connsiteX79" fmla="*/ 437420 w 516735"/>
                <a:gd name="connsiteY79" fmla="*/ 428051 h 788699"/>
                <a:gd name="connsiteX80" fmla="*/ 464616 w 516735"/>
                <a:gd name="connsiteY80" fmla="*/ 436210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516735" h="788699">
                  <a:moveTo>
                    <a:pt x="464616" y="436210"/>
                  </a:moveTo>
                  <a:cubicBezTo>
                    <a:pt x="464616" y="447089"/>
                    <a:pt x="453737" y="452528"/>
                    <a:pt x="445578" y="455248"/>
                  </a:cubicBezTo>
                  <a:cubicBezTo>
                    <a:pt x="434700" y="460687"/>
                    <a:pt x="415662" y="463407"/>
                    <a:pt x="404784" y="466126"/>
                  </a:cubicBezTo>
                  <a:cubicBezTo>
                    <a:pt x="393905" y="466126"/>
                    <a:pt x="385746" y="468846"/>
                    <a:pt x="385746" y="479725"/>
                  </a:cubicBezTo>
                  <a:cubicBezTo>
                    <a:pt x="385746" y="487884"/>
                    <a:pt x="388466" y="506921"/>
                    <a:pt x="388466" y="512361"/>
                  </a:cubicBezTo>
                  <a:cubicBezTo>
                    <a:pt x="388466" y="515080"/>
                    <a:pt x="388466" y="539557"/>
                    <a:pt x="388466" y="544997"/>
                  </a:cubicBezTo>
                  <a:cubicBezTo>
                    <a:pt x="388466" y="550436"/>
                    <a:pt x="388466" y="558595"/>
                    <a:pt x="388466" y="566754"/>
                  </a:cubicBezTo>
                  <a:cubicBezTo>
                    <a:pt x="388466" y="591231"/>
                    <a:pt x="388466" y="621147"/>
                    <a:pt x="391185" y="632026"/>
                  </a:cubicBezTo>
                  <a:cubicBezTo>
                    <a:pt x="393905" y="653783"/>
                    <a:pt x="393905" y="661942"/>
                    <a:pt x="393905" y="683699"/>
                  </a:cubicBezTo>
                  <a:cubicBezTo>
                    <a:pt x="393905" y="694578"/>
                    <a:pt x="393905" y="724494"/>
                    <a:pt x="377587" y="724494"/>
                  </a:cubicBezTo>
                  <a:cubicBezTo>
                    <a:pt x="369428" y="724494"/>
                    <a:pt x="366708" y="721774"/>
                    <a:pt x="361269" y="719054"/>
                  </a:cubicBezTo>
                  <a:cubicBezTo>
                    <a:pt x="355830" y="716335"/>
                    <a:pt x="353110" y="708176"/>
                    <a:pt x="353110" y="702737"/>
                  </a:cubicBezTo>
                  <a:cubicBezTo>
                    <a:pt x="350390" y="694578"/>
                    <a:pt x="350390" y="689138"/>
                    <a:pt x="350390" y="686419"/>
                  </a:cubicBezTo>
                  <a:cubicBezTo>
                    <a:pt x="350390" y="678260"/>
                    <a:pt x="353110" y="672820"/>
                    <a:pt x="353110" y="659222"/>
                  </a:cubicBezTo>
                  <a:lnTo>
                    <a:pt x="353110" y="656502"/>
                  </a:lnTo>
                  <a:cubicBezTo>
                    <a:pt x="347671" y="675540"/>
                    <a:pt x="334072" y="694578"/>
                    <a:pt x="317755" y="708176"/>
                  </a:cubicBezTo>
                  <a:cubicBezTo>
                    <a:pt x="293278" y="727214"/>
                    <a:pt x="274240" y="735372"/>
                    <a:pt x="241604" y="735372"/>
                  </a:cubicBezTo>
                  <a:cubicBezTo>
                    <a:pt x="222566" y="735372"/>
                    <a:pt x="203529" y="732653"/>
                    <a:pt x="187211" y="727214"/>
                  </a:cubicBezTo>
                  <a:cubicBezTo>
                    <a:pt x="165454" y="719054"/>
                    <a:pt x="149136" y="708176"/>
                    <a:pt x="135538" y="694578"/>
                  </a:cubicBezTo>
                  <a:cubicBezTo>
                    <a:pt x="113780" y="672820"/>
                    <a:pt x="100182" y="648343"/>
                    <a:pt x="86584" y="621147"/>
                  </a:cubicBezTo>
                  <a:cubicBezTo>
                    <a:pt x="75705" y="599390"/>
                    <a:pt x="70266" y="580352"/>
                    <a:pt x="67546" y="555875"/>
                  </a:cubicBezTo>
                  <a:cubicBezTo>
                    <a:pt x="64826" y="539557"/>
                    <a:pt x="62107" y="525959"/>
                    <a:pt x="59387" y="509641"/>
                  </a:cubicBezTo>
                  <a:cubicBezTo>
                    <a:pt x="56667" y="493323"/>
                    <a:pt x="59387" y="485164"/>
                    <a:pt x="59387" y="468846"/>
                  </a:cubicBezTo>
                  <a:cubicBezTo>
                    <a:pt x="59387" y="414453"/>
                    <a:pt x="72985" y="362780"/>
                    <a:pt x="86584" y="302947"/>
                  </a:cubicBezTo>
                  <a:cubicBezTo>
                    <a:pt x="92023" y="275751"/>
                    <a:pt x="100182" y="248554"/>
                    <a:pt x="108341" y="224077"/>
                  </a:cubicBezTo>
                  <a:cubicBezTo>
                    <a:pt x="116500" y="196881"/>
                    <a:pt x="130098" y="169684"/>
                    <a:pt x="146416" y="145207"/>
                  </a:cubicBezTo>
                  <a:cubicBezTo>
                    <a:pt x="160014" y="123450"/>
                    <a:pt x="176332" y="101693"/>
                    <a:pt x="198090" y="85375"/>
                  </a:cubicBezTo>
                  <a:cubicBezTo>
                    <a:pt x="206249" y="77216"/>
                    <a:pt x="217127" y="71776"/>
                    <a:pt x="228006" y="69057"/>
                  </a:cubicBezTo>
                  <a:cubicBezTo>
                    <a:pt x="241604" y="63618"/>
                    <a:pt x="255202" y="58178"/>
                    <a:pt x="268801" y="58178"/>
                  </a:cubicBezTo>
                  <a:cubicBezTo>
                    <a:pt x="271520" y="58178"/>
                    <a:pt x="274240" y="58178"/>
                    <a:pt x="274240" y="58178"/>
                  </a:cubicBezTo>
                  <a:cubicBezTo>
                    <a:pt x="279679" y="58178"/>
                    <a:pt x="285119" y="58178"/>
                    <a:pt x="295997" y="60898"/>
                  </a:cubicBezTo>
                  <a:cubicBezTo>
                    <a:pt x="309595" y="63618"/>
                    <a:pt x="320474" y="66337"/>
                    <a:pt x="331353" y="71776"/>
                  </a:cubicBezTo>
                  <a:cubicBezTo>
                    <a:pt x="339512" y="77216"/>
                    <a:pt x="347671" y="85375"/>
                    <a:pt x="350390" y="93534"/>
                  </a:cubicBezTo>
                  <a:cubicBezTo>
                    <a:pt x="350390" y="88095"/>
                    <a:pt x="353110" y="79936"/>
                    <a:pt x="353110" y="74496"/>
                  </a:cubicBezTo>
                  <a:cubicBezTo>
                    <a:pt x="355830" y="71776"/>
                    <a:pt x="355830" y="69057"/>
                    <a:pt x="358549" y="63618"/>
                  </a:cubicBezTo>
                  <a:cubicBezTo>
                    <a:pt x="361269" y="60898"/>
                    <a:pt x="363989" y="58178"/>
                    <a:pt x="366708" y="58178"/>
                  </a:cubicBezTo>
                  <a:cubicBezTo>
                    <a:pt x="369428" y="58178"/>
                    <a:pt x="372148" y="60898"/>
                    <a:pt x="374867" y="63618"/>
                  </a:cubicBezTo>
                  <a:cubicBezTo>
                    <a:pt x="377587" y="69057"/>
                    <a:pt x="380307" y="77216"/>
                    <a:pt x="383026" y="82655"/>
                  </a:cubicBezTo>
                  <a:cubicBezTo>
                    <a:pt x="383026" y="90814"/>
                    <a:pt x="385746" y="107132"/>
                    <a:pt x="385746" y="126170"/>
                  </a:cubicBezTo>
                  <a:cubicBezTo>
                    <a:pt x="385746" y="150647"/>
                    <a:pt x="385746" y="177843"/>
                    <a:pt x="388466" y="186002"/>
                  </a:cubicBezTo>
                  <a:cubicBezTo>
                    <a:pt x="391185" y="207759"/>
                    <a:pt x="391185" y="215918"/>
                    <a:pt x="391185" y="237676"/>
                  </a:cubicBezTo>
                  <a:cubicBezTo>
                    <a:pt x="391185" y="248554"/>
                    <a:pt x="391185" y="278470"/>
                    <a:pt x="374867" y="278470"/>
                  </a:cubicBezTo>
                  <a:cubicBezTo>
                    <a:pt x="366708" y="278470"/>
                    <a:pt x="363989" y="275751"/>
                    <a:pt x="358549" y="273031"/>
                  </a:cubicBezTo>
                  <a:cubicBezTo>
                    <a:pt x="353110" y="270311"/>
                    <a:pt x="350390" y="262152"/>
                    <a:pt x="350390" y="256713"/>
                  </a:cubicBezTo>
                  <a:cubicBezTo>
                    <a:pt x="350390" y="251274"/>
                    <a:pt x="347671" y="245834"/>
                    <a:pt x="347671" y="240395"/>
                  </a:cubicBezTo>
                  <a:cubicBezTo>
                    <a:pt x="347671" y="232236"/>
                    <a:pt x="347671" y="224077"/>
                    <a:pt x="347671" y="213199"/>
                  </a:cubicBezTo>
                  <a:cubicBezTo>
                    <a:pt x="347671" y="207759"/>
                    <a:pt x="347671" y="199600"/>
                    <a:pt x="344951" y="194161"/>
                  </a:cubicBezTo>
                  <a:cubicBezTo>
                    <a:pt x="342232" y="180563"/>
                    <a:pt x="342232" y="164245"/>
                    <a:pt x="339512" y="150647"/>
                  </a:cubicBezTo>
                  <a:cubicBezTo>
                    <a:pt x="336792" y="137048"/>
                    <a:pt x="331353" y="123450"/>
                    <a:pt x="323194" y="112571"/>
                  </a:cubicBezTo>
                  <a:cubicBezTo>
                    <a:pt x="317755" y="104412"/>
                    <a:pt x="304156" y="101693"/>
                    <a:pt x="293278" y="101693"/>
                  </a:cubicBezTo>
                  <a:cubicBezTo>
                    <a:pt x="279679" y="101693"/>
                    <a:pt x="271520" y="109852"/>
                    <a:pt x="263361" y="120730"/>
                  </a:cubicBezTo>
                  <a:cubicBezTo>
                    <a:pt x="257922" y="131609"/>
                    <a:pt x="247043" y="139768"/>
                    <a:pt x="241604" y="153366"/>
                  </a:cubicBezTo>
                  <a:cubicBezTo>
                    <a:pt x="236165" y="166964"/>
                    <a:pt x="233445" y="180563"/>
                    <a:pt x="233445" y="194161"/>
                  </a:cubicBezTo>
                  <a:cubicBezTo>
                    <a:pt x="233445" y="207759"/>
                    <a:pt x="230726" y="218638"/>
                    <a:pt x="225286" y="232236"/>
                  </a:cubicBezTo>
                  <a:cubicBezTo>
                    <a:pt x="219847" y="245834"/>
                    <a:pt x="219847" y="262152"/>
                    <a:pt x="217127" y="275751"/>
                  </a:cubicBezTo>
                  <a:cubicBezTo>
                    <a:pt x="214407" y="289349"/>
                    <a:pt x="214407" y="302947"/>
                    <a:pt x="211688" y="316545"/>
                  </a:cubicBezTo>
                  <a:cubicBezTo>
                    <a:pt x="211688" y="330144"/>
                    <a:pt x="206249" y="341022"/>
                    <a:pt x="206249" y="354621"/>
                  </a:cubicBezTo>
                  <a:cubicBezTo>
                    <a:pt x="203529" y="368219"/>
                    <a:pt x="203529" y="381817"/>
                    <a:pt x="200809" y="398135"/>
                  </a:cubicBezTo>
                  <a:cubicBezTo>
                    <a:pt x="198090" y="411733"/>
                    <a:pt x="198090" y="425332"/>
                    <a:pt x="195370" y="438930"/>
                  </a:cubicBezTo>
                  <a:cubicBezTo>
                    <a:pt x="195370" y="449809"/>
                    <a:pt x="192650" y="463407"/>
                    <a:pt x="192650" y="474286"/>
                  </a:cubicBezTo>
                  <a:cubicBezTo>
                    <a:pt x="192650" y="490603"/>
                    <a:pt x="195370" y="509641"/>
                    <a:pt x="195370" y="525959"/>
                  </a:cubicBezTo>
                  <a:cubicBezTo>
                    <a:pt x="195370" y="550436"/>
                    <a:pt x="203529" y="572193"/>
                    <a:pt x="208968" y="596670"/>
                  </a:cubicBezTo>
                  <a:cubicBezTo>
                    <a:pt x="211688" y="604829"/>
                    <a:pt x="211688" y="615708"/>
                    <a:pt x="214407" y="623867"/>
                  </a:cubicBezTo>
                  <a:cubicBezTo>
                    <a:pt x="217127" y="634745"/>
                    <a:pt x="222566" y="645624"/>
                    <a:pt x="228006" y="656502"/>
                  </a:cubicBezTo>
                  <a:cubicBezTo>
                    <a:pt x="236165" y="670101"/>
                    <a:pt x="252483" y="689138"/>
                    <a:pt x="271520" y="689138"/>
                  </a:cubicBezTo>
                  <a:cubicBezTo>
                    <a:pt x="287838" y="689138"/>
                    <a:pt x="298717" y="675540"/>
                    <a:pt x="306876" y="664661"/>
                  </a:cubicBezTo>
                  <a:cubicBezTo>
                    <a:pt x="320474" y="645624"/>
                    <a:pt x="325914" y="623867"/>
                    <a:pt x="331353" y="602109"/>
                  </a:cubicBezTo>
                  <a:cubicBezTo>
                    <a:pt x="334072" y="583072"/>
                    <a:pt x="336792" y="564034"/>
                    <a:pt x="336792" y="544997"/>
                  </a:cubicBezTo>
                  <a:cubicBezTo>
                    <a:pt x="336792" y="531398"/>
                    <a:pt x="336792" y="512361"/>
                    <a:pt x="336792" y="498762"/>
                  </a:cubicBezTo>
                  <a:cubicBezTo>
                    <a:pt x="336792" y="496043"/>
                    <a:pt x="336792" y="493323"/>
                    <a:pt x="336792" y="490603"/>
                  </a:cubicBezTo>
                  <a:cubicBezTo>
                    <a:pt x="336792" y="479725"/>
                    <a:pt x="336792" y="477005"/>
                    <a:pt x="320474" y="477005"/>
                  </a:cubicBezTo>
                  <a:cubicBezTo>
                    <a:pt x="309595" y="477005"/>
                    <a:pt x="295997" y="479725"/>
                    <a:pt x="282399" y="479725"/>
                  </a:cubicBezTo>
                  <a:cubicBezTo>
                    <a:pt x="271520" y="479725"/>
                    <a:pt x="260642" y="479725"/>
                    <a:pt x="252483" y="474286"/>
                  </a:cubicBezTo>
                  <a:cubicBezTo>
                    <a:pt x="249763" y="471566"/>
                    <a:pt x="247043" y="468846"/>
                    <a:pt x="247043" y="466126"/>
                  </a:cubicBezTo>
                  <a:cubicBezTo>
                    <a:pt x="247043" y="463407"/>
                    <a:pt x="247043" y="460687"/>
                    <a:pt x="249763" y="457968"/>
                  </a:cubicBezTo>
                  <a:cubicBezTo>
                    <a:pt x="255202" y="452528"/>
                    <a:pt x="260642" y="449809"/>
                    <a:pt x="268801" y="447089"/>
                  </a:cubicBezTo>
                  <a:cubicBezTo>
                    <a:pt x="282399" y="441650"/>
                    <a:pt x="295997" y="438930"/>
                    <a:pt x="312315" y="436210"/>
                  </a:cubicBezTo>
                  <a:cubicBezTo>
                    <a:pt x="325914" y="433491"/>
                    <a:pt x="339512" y="433491"/>
                    <a:pt x="353110" y="430771"/>
                  </a:cubicBezTo>
                  <a:cubicBezTo>
                    <a:pt x="363989" y="430771"/>
                    <a:pt x="374867" y="430771"/>
                    <a:pt x="385746" y="430771"/>
                  </a:cubicBezTo>
                  <a:cubicBezTo>
                    <a:pt x="402064" y="430771"/>
                    <a:pt x="426541" y="428051"/>
                    <a:pt x="437420" y="428051"/>
                  </a:cubicBezTo>
                  <a:cubicBezTo>
                    <a:pt x="451018" y="419892"/>
                    <a:pt x="464616" y="425332"/>
                    <a:pt x="464616" y="436210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A3BFD3D4-F4DA-42C1-8F72-C50C400F25E5}"/>
                </a:ext>
              </a:extLst>
            </p:cNvPr>
            <p:cNvSpPr/>
            <p:nvPr/>
          </p:nvSpPr>
          <p:spPr>
            <a:xfrm>
              <a:off x="5651630" y="4181279"/>
              <a:ext cx="734308" cy="788700"/>
            </a:xfrm>
            <a:custGeom>
              <a:avLst/>
              <a:gdLst>
                <a:gd name="connsiteX0" fmla="*/ 653783 w 734307"/>
                <a:gd name="connsiteY0" fmla="*/ 678259 h 788699"/>
                <a:gd name="connsiteX1" fmla="*/ 691859 w 734307"/>
                <a:gd name="connsiteY1" fmla="*/ 694577 h 788699"/>
                <a:gd name="connsiteX2" fmla="*/ 686419 w 734307"/>
                <a:gd name="connsiteY2" fmla="*/ 710895 h 788699"/>
                <a:gd name="connsiteX3" fmla="*/ 670101 w 734307"/>
                <a:gd name="connsiteY3" fmla="*/ 719054 h 788699"/>
                <a:gd name="connsiteX4" fmla="*/ 648344 w 734307"/>
                <a:gd name="connsiteY4" fmla="*/ 721774 h 788699"/>
                <a:gd name="connsiteX5" fmla="*/ 618428 w 734307"/>
                <a:gd name="connsiteY5" fmla="*/ 721774 h 788699"/>
                <a:gd name="connsiteX6" fmla="*/ 572194 w 734307"/>
                <a:gd name="connsiteY6" fmla="*/ 735372 h 788699"/>
                <a:gd name="connsiteX7" fmla="*/ 544997 w 734307"/>
                <a:gd name="connsiteY7" fmla="*/ 729933 h 788699"/>
                <a:gd name="connsiteX8" fmla="*/ 534119 w 734307"/>
                <a:gd name="connsiteY8" fmla="*/ 721774 h 788699"/>
                <a:gd name="connsiteX9" fmla="*/ 496043 w 734307"/>
                <a:gd name="connsiteY9" fmla="*/ 721774 h 788699"/>
                <a:gd name="connsiteX10" fmla="*/ 471566 w 734307"/>
                <a:gd name="connsiteY10" fmla="*/ 721774 h 788699"/>
                <a:gd name="connsiteX11" fmla="*/ 444370 w 734307"/>
                <a:gd name="connsiteY11" fmla="*/ 716335 h 788699"/>
                <a:gd name="connsiteX12" fmla="*/ 428052 w 734307"/>
                <a:gd name="connsiteY12" fmla="*/ 700017 h 788699"/>
                <a:gd name="connsiteX13" fmla="*/ 433491 w 734307"/>
                <a:gd name="connsiteY13" fmla="*/ 691858 h 788699"/>
                <a:gd name="connsiteX14" fmla="*/ 455248 w 734307"/>
                <a:gd name="connsiteY14" fmla="*/ 683699 h 788699"/>
                <a:gd name="connsiteX15" fmla="*/ 506922 w 734307"/>
                <a:gd name="connsiteY15" fmla="*/ 678259 h 788699"/>
                <a:gd name="connsiteX16" fmla="*/ 509641 w 734307"/>
                <a:gd name="connsiteY16" fmla="*/ 678259 h 788699"/>
                <a:gd name="connsiteX17" fmla="*/ 506922 w 734307"/>
                <a:gd name="connsiteY17" fmla="*/ 664661 h 788699"/>
                <a:gd name="connsiteX18" fmla="*/ 498763 w 734307"/>
                <a:gd name="connsiteY18" fmla="*/ 580352 h 788699"/>
                <a:gd name="connsiteX19" fmla="*/ 496043 w 734307"/>
                <a:gd name="connsiteY19" fmla="*/ 479725 h 788699"/>
                <a:gd name="connsiteX20" fmla="*/ 493324 w 734307"/>
                <a:gd name="connsiteY20" fmla="*/ 389976 h 788699"/>
                <a:gd name="connsiteX21" fmla="*/ 490604 w 734307"/>
                <a:gd name="connsiteY21" fmla="*/ 302947 h 788699"/>
                <a:gd name="connsiteX22" fmla="*/ 487884 w 734307"/>
                <a:gd name="connsiteY22" fmla="*/ 229516 h 788699"/>
                <a:gd name="connsiteX23" fmla="*/ 485165 w 734307"/>
                <a:gd name="connsiteY23" fmla="*/ 221357 h 788699"/>
                <a:gd name="connsiteX24" fmla="*/ 482445 w 734307"/>
                <a:gd name="connsiteY24" fmla="*/ 226797 h 788699"/>
                <a:gd name="connsiteX25" fmla="*/ 477006 w 734307"/>
                <a:gd name="connsiteY25" fmla="*/ 262152 h 788699"/>
                <a:gd name="connsiteX26" fmla="*/ 460688 w 734307"/>
                <a:gd name="connsiteY26" fmla="*/ 341022 h 788699"/>
                <a:gd name="connsiteX27" fmla="*/ 444370 w 734307"/>
                <a:gd name="connsiteY27" fmla="*/ 417173 h 788699"/>
                <a:gd name="connsiteX28" fmla="*/ 436211 w 734307"/>
                <a:gd name="connsiteY28" fmla="*/ 455248 h 788699"/>
                <a:gd name="connsiteX29" fmla="*/ 425332 w 734307"/>
                <a:gd name="connsiteY29" fmla="*/ 493323 h 788699"/>
                <a:gd name="connsiteX30" fmla="*/ 411734 w 734307"/>
                <a:gd name="connsiteY30" fmla="*/ 531398 h 788699"/>
                <a:gd name="connsiteX31" fmla="*/ 376378 w 734307"/>
                <a:gd name="connsiteY31" fmla="*/ 547716 h 788699"/>
                <a:gd name="connsiteX32" fmla="*/ 319265 w 734307"/>
                <a:gd name="connsiteY32" fmla="*/ 525959 h 788699"/>
                <a:gd name="connsiteX33" fmla="*/ 289349 w 734307"/>
                <a:gd name="connsiteY33" fmla="*/ 455248 h 788699"/>
                <a:gd name="connsiteX34" fmla="*/ 273031 w 734307"/>
                <a:gd name="connsiteY34" fmla="*/ 373658 h 788699"/>
                <a:gd name="connsiteX35" fmla="*/ 262153 w 734307"/>
                <a:gd name="connsiteY35" fmla="*/ 316545 h 788699"/>
                <a:gd name="connsiteX36" fmla="*/ 245835 w 734307"/>
                <a:gd name="connsiteY36" fmla="*/ 237675 h 788699"/>
                <a:gd name="connsiteX37" fmla="*/ 234956 w 734307"/>
                <a:gd name="connsiteY37" fmla="*/ 196881 h 788699"/>
                <a:gd name="connsiteX38" fmla="*/ 232236 w 734307"/>
                <a:gd name="connsiteY38" fmla="*/ 191441 h 788699"/>
                <a:gd name="connsiteX39" fmla="*/ 226797 w 734307"/>
                <a:gd name="connsiteY39" fmla="*/ 207759 h 788699"/>
                <a:gd name="connsiteX40" fmla="*/ 226797 w 734307"/>
                <a:gd name="connsiteY40" fmla="*/ 232236 h 788699"/>
                <a:gd name="connsiteX41" fmla="*/ 224077 w 734307"/>
                <a:gd name="connsiteY41" fmla="*/ 267592 h 788699"/>
                <a:gd name="connsiteX42" fmla="*/ 221358 w 734307"/>
                <a:gd name="connsiteY42" fmla="*/ 311106 h 788699"/>
                <a:gd name="connsiteX43" fmla="*/ 218638 w 734307"/>
                <a:gd name="connsiteY43" fmla="*/ 360060 h 788699"/>
                <a:gd name="connsiteX44" fmla="*/ 215919 w 734307"/>
                <a:gd name="connsiteY44" fmla="*/ 398135 h 788699"/>
                <a:gd name="connsiteX45" fmla="*/ 213199 w 734307"/>
                <a:gd name="connsiteY45" fmla="*/ 430771 h 788699"/>
                <a:gd name="connsiteX46" fmla="*/ 213199 w 734307"/>
                <a:gd name="connsiteY46" fmla="*/ 455248 h 788699"/>
                <a:gd name="connsiteX47" fmla="*/ 213199 w 734307"/>
                <a:gd name="connsiteY47" fmla="*/ 477005 h 788699"/>
                <a:gd name="connsiteX48" fmla="*/ 207759 w 734307"/>
                <a:gd name="connsiteY48" fmla="*/ 520520 h 788699"/>
                <a:gd name="connsiteX49" fmla="*/ 196881 w 734307"/>
                <a:gd name="connsiteY49" fmla="*/ 610268 h 788699"/>
                <a:gd name="connsiteX50" fmla="*/ 194161 w 734307"/>
                <a:gd name="connsiteY50" fmla="*/ 653783 h 788699"/>
                <a:gd name="connsiteX51" fmla="*/ 191441 w 734307"/>
                <a:gd name="connsiteY51" fmla="*/ 667381 h 788699"/>
                <a:gd name="connsiteX52" fmla="*/ 243115 w 734307"/>
                <a:gd name="connsiteY52" fmla="*/ 667381 h 788699"/>
                <a:gd name="connsiteX53" fmla="*/ 273031 w 734307"/>
                <a:gd name="connsiteY53" fmla="*/ 683699 h 788699"/>
                <a:gd name="connsiteX54" fmla="*/ 262153 w 734307"/>
                <a:gd name="connsiteY54" fmla="*/ 697297 h 788699"/>
                <a:gd name="connsiteX55" fmla="*/ 248554 w 734307"/>
                <a:gd name="connsiteY55" fmla="*/ 705456 h 788699"/>
                <a:gd name="connsiteX56" fmla="*/ 232236 w 734307"/>
                <a:gd name="connsiteY56" fmla="*/ 708176 h 788699"/>
                <a:gd name="connsiteX57" fmla="*/ 166965 w 734307"/>
                <a:gd name="connsiteY57" fmla="*/ 708176 h 788699"/>
                <a:gd name="connsiteX58" fmla="*/ 109852 w 734307"/>
                <a:gd name="connsiteY58" fmla="*/ 708176 h 788699"/>
                <a:gd name="connsiteX59" fmla="*/ 90814 w 734307"/>
                <a:gd name="connsiteY59" fmla="*/ 708176 h 788699"/>
                <a:gd name="connsiteX60" fmla="*/ 69057 w 734307"/>
                <a:gd name="connsiteY60" fmla="*/ 702736 h 788699"/>
                <a:gd name="connsiteX61" fmla="*/ 58178 w 734307"/>
                <a:gd name="connsiteY61" fmla="*/ 686418 h 788699"/>
                <a:gd name="connsiteX62" fmla="*/ 60898 w 734307"/>
                <a:gd name="connsiteY62" fmla="*/ 678259 h 788699"/>
                <a:gd name="connsiteX63" fmla="*/ 77216 w 734307"/>
                <a:gd name="connsiteY63" fmla="*/ 670101 h 788699"/>
                <a:gd name="connsiteX64" fmla="*/ 126170 w 734307"/>
                <a:gd name="connsiteY64" fmla="*/ 664661 h 788699"/>
                <a:gd name="connsiteX65" fmla="*/ 142487 w 734307"/>
                <a:gd name="connsiteY65" fmla="*/ 664661 h 788699"/>
                <a:gd name="connsiteX66" fmla="*/ 147927 w 734307"/>
                <a:gd name="connsiteY66" fmla="*/ 588511 h 788699"/>
                <a:gd name="connsiteX67" fmla="*/ 153366 w 734307"/>
                <a:gd name="connsiteY67" fmla="*/ 493323 h 788699"/>
                <a:gd name="connsiteX68" fmla="*/ 156086 w 734307"/>
                <a:gd name="connsiteY68" fmla="*/ 411733 h 788699"/>
                <a:gd name="connsiteX69" fmla="*/ 161525 w 734307"/>
                <a:gd name="connsiteY69" fmla="*/ 297508 h 788699"/>
                <a:gd name="connsiteX70" fmla="*/ 166965 w 734307"/>
                <a:gd name="connsiteY70" fmla="*/ 240395 h 788699"/>
                <a:gd name="connsiteX71" fmla="*/ 177843 w 734307"/>
                <a:gd name="connsiteY71" fmla="*/ 161525 h 788699"/>
                <a:gd name="connsiteX72" fmla="*/ 183282 w 734307"/>
                <a:gd name="connsiteY72" fmla="*/ 118011 h 788699"/>
                <a:gd name="connsiteX73" fmla="*/ 183282 w 734307"/>
                <a:gd name="connsiteY73" fmla="*/ 115291 h 788699"/>
                <a:gd name="connsiteX74" fmla="*/ 161525 w 734307"/>
                <a:gd name="connsiteY74" fmla="*/ 115291 h 788699"/>
                <a:gd name="connsiteX75" fmla="*/ 137048 w 734307"/>
                <a:gd name="connsiteY75" fmla="*/ 115291 h 788699"/>
                <a:gd name="connsiteX76" fmla="*/ 109852 w 734307"/>
                <a:gd name="connsiteY76" fmla="*/ 109851 h 788699"/>
                <a:gd name="connsiteX77" fmla="*/ 93534 w 734307"/>
                <a:gd name="connsiteY77" fmla="*/ 93534 h 788699"/>
                <a:gd name="connsiteX78" fmla="*/ 98973 w 734307"/>
                <a:gd name="connsiteY78" fmla="*/ 85375 h 788699"/>
                <a:gd name="connsiteX79" fmla="*/ 120730 w 734307"/>
                <a:gd name="connsiteY79" fmla="*/ 77216 h 788699"/>
                <a:gd name="connsiteX80" fmla="*/ 172404 w 734307"/>
                <a:gd name="connsiteY80" fmla="*/ 71776 h 788699"/>
                <a:gd name="connsiteX81" fmla="*/ 234956 w 734307"/>
                <a:gd name="connsiteY81" fmla="*/ 69057 h 788699"/>
                <a:gd name="connsiteX82" fmla="*/ 243115 w 734307"/>
                <a:gd name="connsiteY82" fmla="*/ 69057 h 788699"/>
                <a:gd name="connsiteX83" fmla="*/ 270312 w 734307"/>
                <a:gd name="connsiteY83" fmla="*/ 74496 h 788699"/>
                <a:gd name="connsiteX84" fmla="*/ 308387 w 734307"/>
                <a:gd name="connsiteY84" fmla="*/ 123450 h 788699"/>
                <a:gd name="connsiteX85" fmla="*/ 332864 w 734307"/>
                <a:gd name="connsiteY85" fmla="*/ 202320 h 788699"/>
                <a:gd name="connsiteX86" fmla="*/ 338303 w 734307"/>
                <a:gd name="connsiteY86" fmla="*/ 237675 h 788699"/>
                <a:gd name="connsiteX87" fmla="*/ 349182 w 734307"/>
                <a:gd name="connsiteY87" fmla="*/ 281190 h 788699"/>
                <a:gd name="connsiteX88" fmla="*/ 357341 w 734307"/>
                <a:gd name="connsiteY88" fmla="*/ 316545 h 788699"/>
                <a:gd name="connsiteX89" fmla="*/ 365500 w 734307"/>
                <a:gd name="connsiteY89" fmla="*/ 351901 h 788699"/>
                <a:gd name="connsiteX90" fmla="*/ 376378 w 734307"/>
                <a:gd name="connsiteY90" fmla="*/ 389976 h 788699"/>
                <a:gd name="connsiteX91" fmla="*/ 387257 w 734307"/>
                <a:gd name="connsiteY91" fmla="*/ 414453 h 788699"/>
                <a:gd name="connsiteX92" fmla="*/ 398136 w 734307"/>
                <a:gd name="connsiteY92" fmla="*/ 376378 h 788699"/>
                <a:gd name="connsiteX93" fmla="*/ 406295 w 734307"/>
                <a:gd name="connsiteY93" fmla="*/ 332863 h 788699"/>
                <a:gd name="connsiteX94" fmla="*/ 425332 w 734307"/>
                <a:gd name="connsiteY94" fmla="*/ 243115 h 788699"/>
                <a:gd name="connsiteX95" fmla="*/ 444370 w 734307"/>
                <a:gd name="connsiteY95" fmla="*/ 150646 h 788699"/>
                <a:gd name="connsiteX96" fmla="*/ 477006 w 734307"/>
                <a:gd name="connsiteY96" fmla="*/ 79935 h 788699"/>
                <a:gd name="connsiteX97" fmla="*/ 523240 w 734307"/>
                <a:gd name="connsiteY97" fmla="*/ 58178 h 788699"/>
                <a:gd name="connsiteX98" fmla="*/ 544997 w 734307"/>
                <a:gd name="connsiteY98" fmla="*/ 63617 h 788699"/>
                <a:gd name="connsiteX99" fmla="*/ 612988 w 734307"/>
                <a:gd name="connsiteY99" fmla="*/ 63617 h 788699"/>
                <a:gd name="connsiteX100" fmla="*/ 651064 w 734307"/>
                <a:gd name="connsiteY100" fmla="*/ 79935 h 788699"/>
                <a:gd name="connsiteX101" fmla="*/ 645624 w 734307"/>
                <a:gd name="connsiteY101" fmla="*/ 96253 h 788699"/>
                <a:gd name="connsiteX102" fmla="*/ 629307 w 734307"/>
                <a:gd name="connsiteY102" fmla="*/ 104412 h 788699"/>
                <a:gd name="connsiteX103" fmla="*/ 607549 w 734307"/>
                <a:gd name="connsiteY103" fmla="*/ 107132 h 788699"/>
                <a:gd name="connsiteX104" fmla="*/ 580353 w 734307"/>
                <a:gd name="connsiteY104" fmla="*/ 107132 h 788699"/>
                <a:gd name="connsiteX105" fmla="*/ 583072 w 734307"/>
                <a:gd name="connsiteY105" fmla="*/ 115291 h 788699"/>
                <a:gd name="connsiteX106" fmla="*/ 588512 w 734307"/>
                <a:gd name="connsiteY106" fmla="*/ 156086 h 788699"/>
                <a:gd name="connsiteX107" fmla="*/ 593951 w 734307"/>
                <a:gd name="connsiteY107" fmla="*/ 196881 h 788699"/>
                <a:gd name="connsiteX108" fmla="*/ 599390 w 734307"/>
                <a:gd name="connsiteY108" fmla="*/ 226797 h 788699"/>
                <a:gd name="connsiteX109" fmla="*/ 599390 w 734307"/>
                <a:gd name="connsiteY109" fmla="*/ 232236 h 788699"/>
                <a:gd name="connsiteX110" fmla="*/ 599390 w 734307"/>
                <a:gd name="connsiteY110" fmla="*/ 240395 h 788699"/>
                <a:gd name="connsiteX111" fmla="*/ 602110 w 734307"/>
                <a:gd name="connsiteY111" fmla="*/ 270311 h 788699"/>
                <a:gd name="connsiteX112" fmla="*/ 607549 w 734307"/>
                <a:gd name="connsiteY112" fmla="*/ 308386 h 788699"/>
                <a:gd name="connsiteX113" fmla="*/ 607549 w 734307"/>
                <a:gd name="connsiteY113" fmla="*/ 319265 h 788699"/>
                <a:gd name="connsiteX114" fmla="*/ 612988 w 734307"/>
                <a:gd name="connsiteY114" fmla="*/ 335583 h 788699"/>
                <a:gd name="connsiteX115" fmla="*/ 612988 w 734307"/>
                <a:gd name="connsiteY115" fmla="*/ 346462 h 788699"/>
                <a:gd name="connsiteX116" fmla="*/ 612988 w 734307"/>
                <a:gd name="connsiteY116" fmla="*/ 370939 h 788699"/>
                <a:gd name="connsiteX117" fmla="*/ 612988 w 734307"/>
                <a:gd name="connsiteY117" fmla="*/ 395415 h 788699"/>
                <a:gd name="connsiteX118" fmla="*/ 615708 w 734307"/>
                <a:gd name="connsiteY118" fmla="*/ 422612 h 788699"/>
                <a:gd name="connsiteX119" fmla="*/ 618428 w 734307"/>
                <a:gd name="connsiteY119" fmla="*/ 441650 h 788699"/>
                <a:gd name="connsiteX120" fmla="*/ 618428 w 734307"/>
                <a:gd name="connsiteY120" fmla="*/ 455248 h 788699"/>
                <a:gd name="connsiteX121" fmla="*/ 621147 w 734307"/>
                <a:gd name="connsiteY121" fmla="*/ 463407 h 788699"/>
                <a:gd name="connsiteX122" fmla="*/ 626587 w 734307"/>
                <a:gd name="connsiteY122" fmla="*/ 482444 h 788699"/>
                <a:gd name="connsiteX123" fmla="*/ 629307 w 734307"/>
                <a:gd name="connsiteY123" fmla="*/ 517800 h 788699"/>
                <a:gd name="connsiteX124" fmla="*/ 634746 w 734307"/>
                <a:gd name="connsiteY124" fmla="*/ 561314 h 788699"/>
                <a:gd name="connsiteX125" fmla="*/ 634746 w 734307"/>
                <a:gd name="connsiteY125" fmla="*/ 566754 h 788699"/>
                <a:gd name="connsiteX126" fmla="*/ 634746 w 734307"/>
                <a:gd name="connsiteY126" fmla="*/ 583072 h 788699"/>
                <a:gd name="connsiteX127" fmla="*/ 637466 w 734307"/>
                <a:gd name="connsiteY127" fmla="*/ 607548 h 788699"/>
                <a:gd name="connsiteX128" fmla="*/ 640185 w 734307"/>
                <a:gd name="connsiteY128" fmla="*/ 618427 h 788699"/>
                <a:gd name="connsiteX129" fmla="*/ 640185 w 734307"/>
                <a:gd name="connsiteY129" fmla="*/ 632025 h 788699"/>
                <a:gd name="connsiteX130" fmla="*/ 640185 w 734307"/>
                <a:gd name="connsiteY130" fmla="*/ 640184 h 788699"/>
                <a:gd name="connsiteX131" fmla="*/ 642905 w 734307"/>
                <a:gd name="connsiteY131" fmla="*/ 659222 h 788699"/>
                <a:gd name="connsiteX132" fmla="*/ 642905 w 734307"/>
                <a:gd name="connsiteY132" fmla="*/ 664661 h 788699"/>
                <a:gd name="connsiteX133" fmla="*/ 653783 w 734307"/>
                <a:gd name="connsiteY133" fmla="*/ 678259 h 788699"/>
                <a:gd name="connsiteX134" fmla="*/ 653783 w 734307"/>
                <a:gd name="connsiteY134" fmla="*/ 678259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</a:cxnLst>
              <a:rect l="l" t="t" r="r" b="b"/>
              <a:pathLst>
                <a:path w="734307" h="788699">
                  <a:moveTo>
                    <a:pt x="653783" y="678259"/>
                  </a:moveTo>
                  <a:cubicBezTo>
                    <a:pt x="667382" y="678259"/>
                    <a:pt x="691859" y="678259"/>
                    <a:pt x="691859" y="694577"/>
                  </a:cubicBezTo>
                  <a:cubicBezTo>
                    <a:pt x="691859" y="702736"/>
                    <a:pt x="689139" y="705456"/>
                    <a:pt x="686419" y="710895"/>
                  </a:cubicBezTo>
                  <a:cubicBezTo>
                    <a:pt x="683700" y="716335"/>
                    <a:pt x="675541" y="719054"/>
                    <a:pt x="670101" y="719054"/>
                  </a:cubicBezTo>
                  <a:cubicBezTo>
                    <a:pt x="661942" y="721774"/>
                    <a:pt x="653783" y="721774"/>
                    <a:pt x="648344" y="721774"/>
                  </a:cubicBezTo>
                  <a:cubicBezTo>
                    <a:pt x="645624" y="721774"/>
                    <a:pt x="634746" y="721774"/>
                    <a:pt x="618428" y="721774"/>
                  </a:cubicBezTo>
                  <a:cubicBezTo>
                    <a:pt x="604829" y="729933"/>
                    <a:pt x="588512" y="735372"/>
                    <a:pt x="572194" y="735372"/>
                  </a:cubicBezTo>
                  <a:cubicBezTo>
                    <a:pt x="564035" y="735372"/>
                    <a:pt x="553156" y="732653"/>
                    <a:pt x="544997" y="729933"/>
                  </a:cubicBezTo>
                  <a:cubicBezTo>
                    <a:pt x="539558" y="727213"/>
                    <a:pt x="536838" y="724494"/>
                    <a:pt x="534119" y="721774"/>
                  </a:cubicBezTo>
                  <a:cubicBezTo>
                    <a:pt x="520520" y="721774"/>
                    <a:pt x="509641" y="721774"/>
                    <a:pt x="496043" y="721774"/>
                  </a:cubicBezTo>
                  <a:cubicBezTo>
                    <a:pt x="487884" y="721774"/>
                    <a:pt x="479725" y="721774"/>
                    <a:pt x="471566" y="721774"/>
                  </a:cubicBezTo>
                  <a:cubicBezTo>
                    <a:pt x="463407" y="721774"/>
                    <a:pt x="452529" y="721774"/>
                    <a:pt x="444370" y="716335"/>
                  </a:cubicBezTo>
                  <a:cubicBezTo>
                    <a:pt x="436211" y="713615"/>
                    <a:pt x="428052" y="705456"/>
                    <a:pt x="428052" y="700017"/>
                  </a:cubicBezTo>
                  <a:cubicBezTo>
                    <a:pt x="428052" y="697297"/>
                    <a:pt x="428052" y="694577"/>
                    <a:pt x="433491" y="691858"/>
                  </a:cubicBezTo>
                  <a:cubicBezTo>
                    <a:pt x="438930" y="689138"/>
                    <a:pt x="449809" y="686418"/>
                    <a:pt x="455248" y="683699"/>
                  </a:cubicBezTo>
                  <a:cubicBezTo>
                    <a:pt x="474286" y="680979"/>
                    <a:pt x="498763" y="678259"/>
                    <a:pt x="506922" y="678259"/>
                  </a:cubicBezTo>
                  <a:cubicBezTo>
                    <a:pt x="506922" y="678259"/>
                    <a:pt x="509641" y="678259"/>
                    <a:pt x="509641" y="678259"/>
                  </a:cubicBezTo>
                  <a:cubicBezTo>
                    <a:pt x="509641" y="672820"/>
                    <a:pt x="506922" y="670101"/>
                    <a:pt x="506922" y="664661"/>
                  </a:cubicBezTo>
                  <a:cubicBezTo>
                    <a:pt x="501483" y="640184"/>
                    <a:pt x="501483" y="612988"/>
                    <a:pt x="498763" y="580352"/>
                  </a:cubicBezTo>
                  <a:cubicBezTo>
                    <a:pt x="496043" y="547716"/>
                    <a:pt x="498763" y="512361"/>
                    <a:pt x="496043" y="479725"/>
                  </a:cubicBezTo>
                  <a:cubicBezTo>
                    <a:pt x="493324" y="449808"/>
                    <a:pt x="493324" y="419892"/>
                    <a:pt x="493324" y="389976"/>
                  </a:cubicBezTo>
                  <a:cubicBezTo>
                    <a:pt x="493324" y="360060"/>
                    <a:pt x="490604" y="332863"/>
                    <a:pt x="490604" y="302947"/>
                  </a:cubicBezTo>
                  <a:cubicBezTo>
                    <a:pt x="487884" y="275751"/>
                    <a:pt x="487884" y="240395"/>
                    <a:pt x="487884" y="229516"/>
                  </a:cubicBezTo>
                  <a:cubicBezTo>
                    <a:pt x="487884" y="224077"/>
                    <a:pt x="487884" y="221357"/>
                    <a:pt x="485165" y="221357"/>
                  </a:cubicBezTo>
                  <a:cubicBezTo>
                    <a:pt x="485165" y="221357"/>
                    <a:pt x="482445" y="224077"/>
                    <a:pt x="482445" y="226797"/>
                  </a:cubicBezTo>
                  <a:cubicBezTo>
                    <a:pt x="479725" y="237675"/>
                    <a:pt x="479725" y="251274"/>
                    <a:pt x="477006" y="262152"/>
                  </a:cubicBezTo>
                  <a:cubicBezTo>
                    <a:pt x="471566" y="289349"/>
                    <a:pt x="466127" y="316545"/>
                    <a:pt x="460688" y="341022"/>
                  </a:cubicBezTo>
                  <a:cubicBezTo>
                    <a:pt x="455248" y="365499"/>
                    <a:pt x="447090" y="392696"/>
                    <a:pt x="444370" y="417173"/>
                  </a:cubicBezTo>
                  <a:cubicBezTo>
                    <a:pt x="441650" y="430771"/>
                    <a:pt x="438930" y="441650"/>
                    <a:pt x="436211" y="455248"/>
                  </a:cubicBezTo>
                  <a:cubicBezTo>
                    <a:pt x="433491" y="468846"/>
                    <a:pt x="428052" y="479725"/>
                    <a:pt x="425332" y="493323"/>
                  </a:cubicBezTo>
                  <a:cubicBezTo>
                    <a:pt x="422612" y="506921"/>
                    <a:pt x="419893" y="520520"/>
                    <a:pt x="411734" y="531398"/>
                  </a:cubicBezTo>
                  <a:cubicBezTo>
                    <a:pt x="406295" y="539557"/>
                    <a:pt x="395416" y="547716"/>
                    <a:pt x="376378" y="547716"/>
                  </a:cubicBezTo>
                  <a:cubicBezTo>
                    <a:pt x="357341" y="547716"/>
                    <a:pt x="335583" y="539557"/>
                    <a:pt x="319265" y="525959"/>
                  </a:cubicBezTo>
                  <a:cubicBezTo>
                    <a:pt x="300228" y="506921"/>
                    <a:pt x="294788" y="479725"/>
                    <a:pt x="289349" y="455248"/>
                  </a:cubicBezTo>
                  <a:cubicBezTo>
                    <a:pt x="283910" y="428051"/>
                    <a:pt x="278470" y="400855"/>
                    <a:pt x="273031" y="373658"/>
                  </a:cubicBezTo>
                  <a:cubicBezTo>
                    <a:pt x="273031" y="368219"/>
                    <a:pt x="267592" y="346462"/>
                    <a:pt x="262153" y="316545"/>
                  </a:cubicBezTo>
                  <a:cubicBezTo>
                    <a:pt x="256713" y="292068"/>
                    <a:pt x="251274" y="262152"/>
                    <a:pt x="245835" y="237675"/>
                  </a:cubicBezTo>
                  <a:cubicBezTo>
                    <a:pt x="240395" y="218638"/>
                    <a:pt x="237675" y="205039"/>
                    <a:pt x="234956" y="196881"/>
                  </a:cubicBezTo>
                  <a:cubicBezTo>
                    <a:pt x="232236" y="191441"/>
                    <a:pt x="232236" y="191441"/>
                    <a:pt x="232236" y="191441"/>
                  </a:cubicBezTo>
                  <a:cubicBezTo>
                    <a:pt x="229517" y="191441"/>
                    <a:pt x="229517" y="196881"/>
                    <a:pt x="226797" y="207759"/>
                  </a:cubicBezTo>
                  <a:cubicBezTo>
                    <a:pt x="226797" y="215918"/>
                    <a:pt x="226797" y="229516"/>
                    <a:pt x="226797" y="232236"/>
                  </a:cubicBezTo>
                  <a:cubicBezTo>
                    <a:pt x="226797" y="243115"/>
                    <a:pt x="224077" y="256713"/>
                    <a:pt x="224077" y="267592"/>
                  </a:cubicBezTo>
                  <a:cubicBezTo>
                    <a:pt x="224077" y="278470"/>
                    <a:pt x="224077" y="294788"/>
                    <a:pt x="221358" y="311106"/>
                  </a:cubicBezTo>
                  <a:cubicBezTo>
                    <a:pt x="221358" y="327424"/>
                    <a:pt x="218638" y="343742"/>
                    <a:pt x="218638" y="360060"/>
                  </a:cubicBezTo>
                  <a:cubicBezTo>
                    <a:pt x="218638" y="373658"/>
                    <a:pt x="215919" y="384537"/>
                    <a:pt x="215919" y="398135"/>
                  </a:cubicBezTo>
                  <a:cubicBezTo>
                    <a:pt x="215919" y="409014"/>
                    <a:pt x="213199" y="419892"/>
                    <a:pt x="213199" y="430771"/>
                  </a:cubicBezTo>
                  <a:cubicBezTo>
                    <a:pt x="213199" y="438930"/>
                    <a:pt x="213199" y="447089"/>
                    <a:pt x="213199" y="455248"/>
                  </a:cubicBezTo>
                  <a:cubicBezTo>
                    <a:pt x="213199" y="463407"/>
                    <a:pt x="213199" y="471566"/>
                    <a:pt x="213199" y="477005"/>
                  </a:cubicBezTo>
                  <a:cubicBezTo>
                    <a:pt x="210479" y="490603"/>
                    <a:pt x="207759" y="506921"/>
                    <a:pt x="207759" y="520520"/>
                  </a:cubicBezTo>
                  <a:cubicBezTo>
                    <a:pt x="202320" y="550436"/>
                    <a:pt x="199600" y="580352"/>
                    <a:pt x="196881" y="610268"/>
                  </a:cubicBezTo>
                  <a:cubicBezTo>
                    <a:pt x="196881" y="623866"/>
                    <a:pt x="196881" y="640184"/>
                    <a:pt x="194161" y="653783"/>
                  </a:cubicBezTo>
                  <a:cubicBezTo>
                    <a:pt x="194161" y="659222"/>
                    <a:pt x="194161" y="661942"/>
                    <a:pt x="191441" y="667381"/>
                  </a:cubicBezTo>
                  <a:cubicBezTo>
                    <a:pt x="213199" y="667381"/>
                    <a:pt x="232236" y="667381"/>
                    <a:pt x="243115" y="667381"/>
                  </a:cubicBezTo>
                  <a:cubicBezTo>
                    <a:pt x="253994" y="667381"/>
                    <a:pt x="273031" y="670101"/>
                    <a:pt x="273031" y="683699"/>
                  </a:cubicBezTo>
                  <a:cubicBezTo>
                    <a:pt x="273031" y="691858"/>
                    <a:pt x="267592" y="691858"/>
                    <a:pt x="262153" y="697297"/>
                  </a:cubicBezTo>
                  <a:cubicBezTo>
                    <a:pt x="259433" y="702736"/>
                    <a:pt x="253994" y="705456"/>
                    <a:pt x="248554" y="705456"/>
                  </a:cubicBezTo>
                  <a:cubicBezTo>
                    <a:pt x="240395" y="708176"/>
                    <a:pt x="234956" y="708176"/>
                    <a:pt x="232236" y="708176"/>
                  </a:cubicBezTo>
                  <a:cubicBezTo>
                    <a:pt x="226797" y="708176"/>
                    <a:pt x="175124" y="708176"/>
                    <a:pt x="166965" y="708176"/>
                  </a:cubicBezTo>
                  <a:cubicBezTo>
                    <a:pt x="156086" y="708176"/>
                    <a:pt x="120730" y="708176"/>
                    <a:pt x="109852" y="708176"/>
                  </a:cubicBezTo>
                  <a:cubicBezTo>
                    <a:pt x="104412" y="708176"/>
                    <a:pt x="96253" y="708176"/>
                    <a:pt x="90814" y="708176"/>
                  </a:cubicBezTo>
                  <a:cubicBezTo>
                    <a:pt x="85375" y="708176"/>
                    <a:pt x="77216" y="705456"/>
                    <a:pt x="69057" y="702736"/>
                  </a:cubicBezTo>
                  <a:cubicBezTo>
                    <a:pt x="63617" y="700017"/>
                    <a:pt x="58178" y="691858"/>
                    <a:pt x="58178" y="686418"/>
                  </a:cubicBezTo>
                  <a:cubicBezTo>
                    <a:pt x="58178" y="683699"/>
                    <a:pt x="58178" y="680979"/>
                    <a:pt x="60898" y="678259"/>
                  </a:cubicBezTo>
                  <a:cubicBezTo>
                    <a:pt x="63617" y="675540"/>
                    <a:pt x="71777" y="672820"/>
                    <a:pt x="77216" y="670101"/>
                  </a:cubicBezTo>
                  <a:cubicBezTo>
                    <a:pt x="90814" y="667381"/>
                    <a:pt x="120730" y="664661"/>
                    <a:pt x="126170" y="664661"/>
                  </a:cubicBezTo>
                  <a:cubicBezTo>
                    <a:pt x="128889" y="664661"/>
                    <a:pt x="134329" y="664661"/>
                    <a:pt x="142487" y="664661"/>
                  </a:cubicBezTo>
                  <a:cubicBezTo>
                    <a:pt x="142487" y="640184"/>
                    <a:pt x="147927" y="612988"/>
                    <a:pt x="147927" y="588511"/>
                  </a:cubicBezTo>
                  <a:cubicBezTo>
                    <a:pt x="150646" y="555875"/>
                    <a:pt x="153366" y="523239"/>
                    <a:pt x="153366" y="493323"/>
                  </a:cubicBezTo>
                  <a:cubicBezTo>
                    <a:pt x="153366" y="466126"/>
                    <a:pt x="156086" y="438930"/>
                    <a:pt x="156086" y="411733"/>
                  </a:cubicBezTo>
                  <a:cubicBezTo>
                    <a:pt x="158806" y="373658"/>
                    <a:pt x="158806" y="335583"/>
                    <a:pt x="161525" y="297508"/>
                  </a:cubicBezTo>
                  <a:cubicBezTo>
                    <a:pt x="161525" y="278470"/>
                    <a:pt x="164245" y="259433"/>
                    <a:pt x="166965" y="240395"/>
                  </a:cubicBezTo>
                  <a:cubicBezTo>
                    <a:pt x="169684" y="210479"/>
                    <a:pt x="172404" y="191441"/>
                    <a:pt x="177843" y="161525"/>
                  </a:cubicBezTo>
                  <a:cubicBezTo>
                    <a:pt x="180563" y="147927"/>
                    <a:pt x="180563" y="131609"/>
                    <a:pt x="183282" y="118011"/>
                  </a:cubicBezTo>
                  <a:cubicBezTo>
                    <a:pt x="183282" y="118011"/>
                    <a:pt x="183282" y="115291"/>
                    <a:pt x="183282" y="115291"/>
                  </a:cubicBezTo>
                  <a:cubicBezTo>
                    <a:pt x="177843" y="115291"/>
                    <a:pt x="172404" y="115291"/>
                    <a:pt x="161525" y="115291"/>
                  </a:cubicBezTo>
                  <a:cubicBezTo>
                    <a:pt x="153366" y="115291"/>
                    <a:pt x="145207" y="115291"/>
                    <a:pt x="137048" y="115291"/>
                  </a:cubicBezTo>
                  <a:cubicBezTo>
                    <a:pt x="128889" y="115291"/>
                    <a:pt x="118011" y="115291"/>
                    <a:pt x="109852" y="109851"/>
                  </a:cubicBezTo>
                  <a:cubicBezTo>
                    <a:pt x="101693" y="107132"/>
                    <a:pt x="93534" y="98973"/>
                    <a:pt x="93534" y="93534"/>
                  </a:cubicBezTo>
                  <a:cubicBezTo>
                    <a:pt x="93534" y="90814"/>
                    <a:pt x="93534" y="88094"/>
                    <a:pt x="98973" y="85375"/>
                  </a:cubicBezTo>
                  <a:cubicBezTo>
                    <a:pt x="104412" y="82655"/>
                    <a:pt x="115291" y="79935"/>
                    <a:pt x="120730" y="77216"/>
                  </a:cubicBezTo>
                  <a:cubicBezTo>
                    <a:pt x="139768" y="74496"/>
                    <a:pt x="164245" y="71776"/>
                    <a:pt x="172404" y="71776"/>
                  </a:cubicBezTo>
                  <a:cubicBezTo>
                    <a:pt x="194161" y="71776"/>
                    <a:pt x="210479" y="69057"/>
                    <a:pt x="234956" y="69057"/>
                  </a:cubicBezTo>
                  <a:cubicBezTo>
                    <a:pt x="237675" y="69057"/>
                    <a:pt x="240395" y="69057"/>
                    <a:pt x="243115" y="69057"/>
                  </a:cubicBezTo>
                  <a:cubicBezTo>
                    <a:pt x="251274" y="69057"/>
                    <a:pt x="262153" y="69057"/>
                    <a:pt x="270312" y="74496"/>
                  </a:cubicBezTo>
                  <a:cubicBezTo>
                    <a:pt x="283910" y="82655"/>
                    <a:pt x="300228" y="96253"/>
                    <a:pt x="308387" y="123450"/>
                  </a:cubicBezTo>
                  <a:cubicBezTo>
                    <a:pt x="316546" y="147927"/>
                    <a:pt x="327424" y="175123"/>
                    <a:pt x="332864" y="202320"/>
                  </a:cubicBezTo>
                  <a:cubicBezTo>
                    <a:pt x="335583" y="213198"/>
                    <a:pt x="335583" y="226797"/>
                    <a:pt x="338303" y="237675"/>
                  </a:cubicBezTo>
                  <a:cubicBezTo>
                    <a:pt x="343742" y="251274"/>
                    <a:pt x="346462" y="264872"/>
                    <a:pt x="349182" y="281190"/>
                  </a:cubicBezTo>
                  <a:cubicBezTo>
                    <a:pt x="351901" y="292068"/>
                    <a:pt x="351901" y="305667"/>
                    <a:pt x="357341" y="316545"/>
                  </a:cubicBezTo>
                  <a:cubicBezTo>
                    <a:pt x="362780" y="327424"/>
                    <a:pt x="362780" y="338303"/>
                    <a:pt x="365500" y="351901"/>
                  </a:cubicBezTo>
                  <a:cubicBezTo>
                    <a:pt x="365500" y="357340"/>
                    <a:pt x="373658" y="373658"/>
                    <a:pt x="376378" y="389976"/>
                  </a:cubicBezTo>
                  <a:cubicBezTo>
                    <a:pt x="381817" y="403574"/>
                    <a:pt x="384537" y="414453"/>
                    <a:pt x="387257" y="414453"/>
                  </a:cubicBezTo>
                  <a:cubicBezTo>
                    <a:pt x="392696" y="414453"/>
                    <a:pt x="395416" y="381817"/>
                    <a:pt x="398136" y="376378"/>
                  </a:cubicBezTo>
                  <a:cubicBezTo>
                    <a:pt x="400855" y="362779"/>
                    <a:pt x="403575" y="346462"/>
                    <a:pt x="406295" y="332863"/>
                  </a:cubicBezTo>
                  <a:cubicBezTo>
                    <a:pt x="411734" y="302947"/>
                    <a:pt x="417173" y="273031"/>
                    <a:pt x="425332" y="243115"/>
                  </a:cubicBezTo>
                  <a:cubicBezTo>
                    <a:pt x="430771" y="213198"/>
                    <a:pt x="436211" y="180563"/>
                    <a:pt x="444370" y="150646"/>
                  </a:cubicBezTo>
                  <a:cubicBezTo>
                    <a:pt x="449809" y="126170"/>
                    <a:pt x="460688" y="98973"/>
                    <a:pt x="477006" y="79935"/>
                  </a:cubicBezTo>
                  <a:cubicBezTo>
                    <a:pt x="487884" y="66337"/>
                    <a:pt x="506922" y="58178"/>
                    <a:pt x="523240" y="58178"/>
                  </a:cubicBezTo>
                  <a:cubicBezTo>
                    <a:pt x="528679" y="58178"/>
                    <a:pt x="539558" y="58178"/>
                    <a:pt x="544997" y="63617"/>
                  </a:cubicBezTo>
                  <a:lnTo>
                    <a:pt x="612988" y="63617"/>
                  </a:lnTo>
                  <a:cubicBezTo>
                    <a:pt x="626587" y="63617"/>
                    <a:pt x="651064" y="63617"/>
                    <a:pt x="651064" y="79935"/>
                  </a:cubicBezTo>
                  <a:cubicBezTo>
                    <a:pt x="651064" y="88094"/>
                    <a:pt x="648344" y="88094"/>
                    <a:pt x="645624" y="96253"/>
                  </a:cubicBezTo>
                  <a:cubicBezTo>
                    <a:pt x="640185" y="101693"/>
                    <a:pt x="634746" y="104412"/>
                    <a:pt x="629307" y="104412"/>
                  </a:cubicBezTo>
                  <a:cubicBezTo>
                    <a:pt x="621147" y="107132"/>
                    <a:pt x="612988" y="107132"/>
                    <a:pt x="607549" y="107132"/>
                  </a:cubicBezTo>
                  <a:cubicBezTo>
                    <a:pt x="604829" y="107132"/>
                    <a:pt x="591231" y="107132"/>
                    <a:pt x="580353" y="107132"/>
                  </a:cubicBezTo>
                  <a:cubicBezTo>
                    <a:pt x="580353" y="109851"/>
                    <a:pt x="583072" y="112571"/>
                    <a:pt x="583072" y="115291"/>
                  </a:cubicBezTo>
                  <a:cubicBezTo>
                    <a:pt x="585792" y="128889"/>
                    <a:pt x="585792" y="142487"/>
                    <a:pt x="588512" y="156086"/>
                  </a:cubicBezTo>
                  <a:cubicBezTo>
                    <a:pt x="591231" y="169684"/>
                    <a:pt x="591231" y="183282"/>
                    <a:pt x="593951" y="196881"/>
                  </a:cubicBezTo>
                  <a:cubicBezTo>
                    <a:pt x="593951" y="207759"/>
                    <a:pt x="599390" y="215918"/>
                    <a:pt x="599390" y="226797"/>
                  </a:cubicBezTo>
                  <a:cubicBezTo>
                    <a:pt x="599390" y="229516"/>
                    <a:pt x="599390" y="229516"/>
                    <a:pt x="599390" y="232236"/>
                  </a:cubicBezTo>
                  <a:cubicBezTo>
                    <a:pt x="599390" y="234956"/>
                    <a:pt x="599390" y="237675"/>
                    <a:pt x="599390" y="240395"/>
                  </a:cubicBezTo>
                  <a:cubicBezTo>
                    <a:pt x="599390" y="251274"/>
                    <a:pt x="599390" y="259433"/>
                    <a:pt x="602110" y="270311"/>
                  </a:cubicBezTo>
                  <a:cubicBezTo>
                    <a:pt x="604829" y="283909"/>
                    <a:pt x="607549" y="294788"/>
                    <a:pt x="607549" y="308386"/>
                  </a:cubicBezTo>
                  <a:cubicBezTo>
                    <a:pt x="607549" y="311106"/>
                    <a:pt x="607549" y="316545"/>
                    <a:pt x="607549" y="319265"/>
                  </a:cubicBezTo>
                  <a:cubicBezTo>
                    <a:pt x="607549" y="324704"/>
                    <a:pt x="610269" y="330144"/>
                    <a:pt x="612988" y="335583"/>
                  </a:cubicBezTo>
                  <a:cubicBezTo>
                    <a:pt x="612988" y="338303"/>
                    <a:pt x="612988" y="343742"/>
                    <a:pt x="612988" y="346462"/>
                  </a:cubicBezTo>
                  <a:cubicBezTo>
                    <a:pt x="612988" y="354620"/>
                    <a:pt x="612988" y="362779"/>
                    <a:pt x="612988" y="370939"/>
                  </a:cubicBezTo>
                  <a:cubicBezTo>
                    <a:pt x="612988" y="379097"/>
                    <a:pt x="612988" y="387256"/>
                    <a:pt x="612988" y="395415"/>
                  </a:cubicBezTo>
                  <a:cubicBezTo>
                    <a:pt x="612988" y="403574"/>
                    <a:pt x="615708" y="414453"/>
                    <a:pt x="615708" y="422612"/>
                  </a:cubicBezTo>
                  <a:cubicBezTo>
                    <a:pt x="618428" y="430771"/>
                    <a:pt x="618428" y="436210"/>
                    <a:pt x="618428" y="441650"/>
                  </a:cubicBezTo>
                  <a:cubicBezTo>
                    <a:pt x="618428" y="444369"/>
                    <a:pt x="618428" y="449808"/>
                    <a:pt x="618428" y="455248"/>
                  </a:cubicBezTo>
                  <a:cubicBezTo>
                    <a:pt x="618428" y="460687"/>
                    <a:pt x="618428" y="460687"/>
                    <a:pt x="621147" y="463407"/>
                  </a:cubicBezTo>
                  <a:cubicBezTo>
                    <a:pt x="623867" y="471566"/>
                    <a:pt x="623867" y="477005"/>
                    <a:pt x="626587" y="482444"/>
                  </a:cubicBezTo>
                  <a:cubicBezTo>
                    <a:pt x="629307" y="493323"/>
                    <a:pt x="629307" y="506921"/>
                    <a:pt x="629307" y="517800"/>
                  </a:cubicBezTo>
                  <a:cubicBezTo>
                    <a:pt x="632026" y="534118"/>
                    <a:pt x="632026" y="547716"/>
                    <a:pt x="634746" y="561314"/>
                  </a:cubicBezTo>
                  <a:cubicBezTo>
                    <a:pt x="634746" y="564034"/>
                    <a:pt x="634746" y="564034"/>
                    <a:pt x="634746" y="566754"/>
                  </a:cubicBezTo>
                  <a:cubicBezTo>
                    <a:pt x="634746" y="572193"/>
                    <a:pt x="634746" y="577632"/>
                    <a:pt x="634746" y="583072"/>
                  </a:cubicBezTo>
                  <a:cubicBezTo>
                    <a:pt x="634746" y="596670"/>
                    <a:pt x="637466" y="602109"/>
                    <a:pt x="637466" y="607548"/>
                  </a:cubicBezTo>
                  <a:cubicBezTo>
                    <a:pt x="637466" y="610268"/>
                    <a:pt x="640185" y="615708"/>
                    <a:pt x="640185" y="618427"/>
                  </a:cubicBezTo>
                  <a:cubicBezTo>
                    <a:pt x="640185" y="623866"/>
                    <a:pt x="640185" y="629306"/>
                    <a:pt x="640185" y="632025"/>
                  </a:cubicBezTo>
                  <a:cubicBezTo>
                    <a:pt x="640185" y="634745"/>
                    <a:pt x="640185" y="637465"/>
                    <a:pt x="640185" y="640184"/>
                  </a:cubicBezTo>
                  <a:cubicBezTo>
                    <a:pt x="640185" y="645624"/>
                    <a:pt x="642905" y="653783"/>
                    <a:pt x="642905" y="659222"/>
                  </a:cubicBezTo>
                  <a:cubicBezTo>
                    <a:pt x="642905" y="661942"/>
                    <a:pt x="642905" y="661942"/>
                    <a:pt x="642905" y="664661"/>
                  </a:cubicBezTo>
                  <a:cubicBezTo>
                    <a:pt x="645624" y="678259"/>
                    <a:pt x="651064" y="678259"/>
                    <a:pt x="653783" y="678259"/>
                  </a:cubicBezTo>
                  <a:lnTo>
                    <a:pt x="653783" y="678259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21C17497-81A0-4FD0-9BEB-3D32B47739B3}"/>
                </a:ext>
              </a:extLst>
            </p:cNvPr>
            <p:cNvSpPr/>
            <p:nvPr/>
          </p:nvSpPr>
          <p:spPr>
            <a:xfrm>
              <a:off x="6362526" y="4242177"/>
              <a:ext cx="492259" cy="674476"/>
            </a:xfrm>
            <a:custGeom>
              <a:avLst/>
              <a:gdLst>
                <a:gd name="connsiteX0" fmla="*/ 225733 w 492259"/>
                <a:gd name="connsiteY0" fmla="*/ 97907 h 674476"/>
                <a:gd name="connsiteX1" fmla="*/ 209415 w 492259"/>
                <a:gd name="connsiteY1" fmla="*/ 119665 h 674476"/>
                <a:gd name="connsiteX2" fmla="*/ 201256 w 492259"/>
                <a:gd name="connsiteY2" fmla="*/ 152300 h 674476"/>
                <a:gd name="connsiteX3" fmla="*/ 198536 w 492259"/>
                <a:gd name="connsiteY3" fmla="*/ 168618 h 674476"/>
                <a:gd name="connsiteX4" fmla="*/ 195817 w 492259"/>
                <a:gd name="connsiteY4" fmla="*/ 184936 h 674476"/>
                <a:gd name="connsiteX5" fmla="*/ 187658 w 492259"/>
                <a:gd name="connsiteY5" fmla="*/ 220292 h 674476"/>
                <a:gd name="connsiteX6" fmla="*/ 168620 w 492259"/>
                <a:gd name="connsiteY6" fmla="*/ 291003 h 674476"/>
                <a:gd name="connsiteX7" fmla="*/ 160461 w 492259"/>
                <a:gd name="connsiteY7" fmla="*/ 323639 h 674476"/>
                <a:gd name="connsiteX8" fmla="*/ 149582 w 492259"/>
                <a:gd name="connsiteY8" fmla="*/ 361714 h 674476"/>
                <a:gd name="connsiteX9" fmla="*/ 144143 w 492259"/>
                <a:gd name="connsiteY9" fmla="*/ 388910 h 674476"/>
                <a:gd name="connsiteX10" fmla="*/ 149582 w 492259"/>
                <a:gd name="connsiteY10" fmla="*/ 391630 h 674476"/>
                <a:gd name="connsiteX11" fmla="*/ 171340 w 492259"/>
                <a:gd name="connsiteY11" fmla="*/ 391630 h 674476"/>
                <a:gd name="connsiteX12" fmla="*/ 193097 w 492259"/>
                <a:gd name="connsiteY12" fmla="*/ 388910 h 674476"/>
                <a:gd name="connsiteX13" fmla="*/ 212135 w 492259"/>
                <a:gd name="connsiteY13" fmla="*/ 388910 h 674476"/>
                <a:gd name="connsiteX14" fmla="*/ 236611 w 492259"/>
                <a:gd name="connsiteY14" fmla="*/ 388910 h 674476"/>
                <a:gd name="connsiteX15" fmla="*/ 250210 w 492259"/>
                <a:gd name="connsiteY15" fmla="*/ 386191 h 674476"/>
                <a:gd name="connsiteX16" fmla="*/ 258369 w 492259"/>
                <a:gd name="connsiteY16" fmla="*/ 386191 h 674476"/>
                <a:gd name="connsiteX17" fmla="*/ 255649 w 492259"/>
                <a:gd name="connsiteY17" fmla="*/ 367153 h 674476"/>
                <a:gd name="connsiteX18" fmla="*/ 250210 w 492259"/>
                <a:gd name="connsiteY18" fmla="*/ 331797 h 674476"/>
                <a:gd name="connsiteX19" fmla="*/ 247490 w 492259"/>
                <a:gd name="connsiteY19" fmla="*/ 244769 h 674476"/>
                <a:gd name="connsiteX20" fmla="*/ 242051 w 492259"/>
                <a:gd name="connsiteY20" fmla="*/ 203974 h 674476"/>
                <a:gd name="connsiteX21" fmla="*/ 236611 w 492259"/>
                <a:gd name="connsiteY21" fmla="*/ 157740 h 674476"/>
                <a:gd name="connsiteX22" fmla="*/ 233892 w 492259"/>
                <a:gd name="connsiteY22" fmla="*/ 119665 h 674476"/>
                <a:gd name="connsiteX23" fmla="*/ 225733 w 492259"/>
                <a:gd name="connsiteY23" fmla="*/ 97907 h 674476"/>
                <a:gd name="connsiteX24" fmla="*/ 274687 w 492259"/>
                <a:gd name="connsiteY24" fmla="*/ 0 h 674476"/>
                <a:gd name="connsiteX25" fmla="*/ 304603 w 492259"/>
                <a:gd name="connsiteY25" fmla="*/ 5439 h 674476"/>
                <a:gd name="connsiteX26" fmla="*/ 320921 w 492259"/>
                <a:gd name="connsiteY26" fmla="*/ 24477 h 674476"/>
                <a:gd name="connsiteX27" fmla="*/ 334519 w 492259"/>
                <a:gd name="connsiteY27" fmla="*/ 43515 h 674476"/>
                <a:gd name="connsiteX28" fmla="*/ 339959 w 492259"/>
                <a:gd name="connsiteY28" fmla="*/ 65272 h 674476"/>
                <a:gd name="connsiteX29" fmla="*/ 348118 w 492259"/>
                <a:gd name="connsiteY29" fmla="*/ 114226 h 674476"/>
                <a:gd name="connsiteX30" fmla="*/ 361716 w 492259"/>
                <a:gd name="connsiteY30" fmla="*/ 163180 h 674476"/>
                <a:gd name="connsiteX31" fmla="*/ 369875 w 492259"/>
                <a:gd name="connsiteY31" fmla="*/ 220293 h 674476"/>
                <a:gd name="connsiteX32" fmla="*/ 378034 w 492259"/>
                <a:gd name="connsiteY32" fmla="*/ 274686 h 674476"/>
                <a:gd name="connsiteX33" fmla="*/ 383473 w 492259"/>
                <a:gd name="connsiteY33" fmla="*/ 301883 h 674476"/>
                <a:gd name="connsiteX34" fmla="*/ 391632 w 492259"/>
                <a:gd name="connsiteY34" fmla="*/ 337238 h 674476"/>
                <a:gd name="connsiteX35" fmla="*/ 397071 w 492259"/>
                <a:gd name="connsiteY35" fmla="*/ 364435 h 674476"/>
                <a:gd name="connsiteX36" fmla="*/ 405230 w 492259"/>
                <a:gd name="connsiteY36" fmla="*/ 383473 h 674476"/>
                <a:gd name="connsiteX37" fmla="*/ 416109 w 492259"/>
                <a:gd name="connsiteY37" fmla="*/ 386192 h 674476"/>
                <a:gd name="connsiteX38" fmla="*/ 426988 w 492259"/>
                <a:gd name="connsiteY38" fmla="*/ 386192 h 674476"/>
                <a:gd name="connsiteX39" fmla="*/ 454184 w 492259"/>
                <a:gd name="connsiteY39" fmla="*/ 397071 h 674476"/>
                <a:gd name="connsiteX40" fmla="*/ 456904 w 492259"/>
                <a:gd name="connsiteY40" fmla="*/ 405230 h 674476"/>
                <a:gd name="connsiteX41" fmla="*/ 451464 w 492259"/>
                <a:gd name="connsiteY41" fmla="*/ 416108 h 674476"/>
                <a:gd name="connsiteX42" fmla="*/ 432427 w 492259"/>
                <a:gd name="connsiteY42" fmla="*/ 429707 h 674476"/>
                <a:gd name="connsiteX43" fmla="*/ 421548 w 492259"/>
                <a:gd name="connsiteY43" fmla="*/ 432426 h 674476"/>
                <a:gd name="connsiteX44" fmla="*/ 413389 w 492259"/>
                <a:gd name="connsiteY44" fmla="*/ 435146 h 674476"/>
                <a:gd name="connsiteX45" fmla="*/ 413389 w 492259"/>
                <a:gd name="connsiteY45" fmla="*/ 440585 h 674476"/>
                <a:gd name="connsiteX46" fmla="*/ 416109 w 492259"/>
                <a:gd name="connsiteY46" fmla="*/ 451464 h 674476"/>
                <a:gd name="connsiteX47" fmla="*/ 418829 w 492259"/>
                <a:gd name="connsiteY47" fmla="*/ 465062 h 674476"/>
                <a:gd name="connsiteX48" fmla="*/ 418829 w 492259"/>
                <a:gd name="connsiteY48" fmla="*/ 475941 h 674476"/>
                <a:gd name="connsiteX49" fmla="*/ 418829 w 492259"/>
                <a:gd name="connsiteY49" fmla="*/ 486820 h 674476"/>
                <a:gd name="connsiteX50" fmla="*/ 426988 w 492259"/>
                <a:gd name="connsiteY50" fmla="*/ 516736 h 674476"/>
                <a:gd name="connsiteX51" fmla="*/ 432427 w 492259"/>
                <a:gd name="connsiteY51" fmla="*/ 543932 h 674476"/>
                <a:gd name="connsiteX52" fmla="*/ 437866 w 492259"/>
                <a:gd name="connsiteY52" fmla="*/ 573848 h 674476"/>
                <a:gd name="connsiteX53" fmla="*/ 443306 w 492259"/>
                <a:gd name="connsiteY53" fmla="*/ 606484 h 674476"/>
                <a:gd name="connsiteX54" fmla="*/ 446025 w 492259"/>
                <a:gd name="connsiteY54" fmla="*/ 617363 h 674476"/>
                <a:gd name="connsiteX55" fmla="*/ 470502 w 492259"/>
                <a:gd name="connsiteY55" fmla="*/ 617363 h 674476"/>
                <a:gd name="connsiteX56" fmla="*/ 492259 w 492259"/>
                <a:gd name="connsiteY56" fmla="*/ 641840 h 674476"/>
                <a:gd name="connsiteX57" fmla="*/ 484101 w 492259"/>
                <a:gd name="connsiteY57" fmla="*/ 655438 h 674476"/>
                <a:gd name="connsiteX58" fmla="*/ 467782 w 492259"/>
                <a:gd name="connsiteY58" fmla="*/ 663597 h 674476"/>
                <a:gd name="connsiteX59" fmla="*/ 443306 w 492259"/>
                <a:gd name="connsiteY59" fmla="*/ 666317 h 674476"/>
                <a:gd name="connsiteX60" fmla="*/ 421548 w 492259"/>
                <a:gd name="connsiteY60" fmla="*/ 666317 h 674476"/>
                <a:gd name="connsiteX61" fmla="*/ 413389 w 492259"/>
                <a:gd name="connsiteY61" fmla="*/ 666317 h 674476"/>
                <a:gd name="connsiteX62" fmla="*/ 399791 w 492259"/>
                <a:gd name="connsiteY62" fmla="*/ 671756 h 674476"/>
                <a:gd name="connsiteX63" fmla="*/ 383473 w 492259"/>
                <a:gd name="connsiteY63" fmla="*/ 674476 h 674476"/>
                <a:gd name="connsiteX64" fmla="*/ 348118 w 492259"/>
                <a:gd name="connsiteY64" fmla="*/ 669036 h 674476"/>
                <a:gd name="connsiteX65" fmla="*/ 326360 w 492259"/>
                <a:gd name="connsiteY65" fmla="*/ 669036 h 674476"/>
                <a:gd name="connsiteX66" fmla="*/ 277406 w 492259"/>
                <a:gd name="connsiteY66" fmla="*/ 669036 h 674476"/>
                <a:gd name="connsiteX67" fmla="*/ 252930 w 492259"/>
                <a:gd name="connsiteY67" fmla="*/ 663597 h 674476"/>
                <a:gd name="connsiteX68" fmla="*/ 236611 w 492259"/>
                <a:gd name="connsiteY68" fmla="*/ 647279 h 674476"/>
                <a:gd name="connsiteX69" fmla="*/ 261088 w 492259"/>
                <a:gd name="connsiteY69" fmla="*/ 630961 h 674476"/>
                <a:gd name="connsiteX70" fmla="*/ 288285 w 492259"/>
                <a:gd name="connsiteY70" fmla="*/ 628241 h 674476"/>
                <a:gd name="connsiteX71" fmla="*/ 285565 w 492259"/>
                <a:gd name="connsiteY71" fmla="*/ 609204 h 674476"/>
                <a:gd name="connsiteX72" fmla="*/ 282846 w 492259"/>
                <a:gd name="connsiteY72" fmla="*/ 582007 h 674476"/>
                <a:gd name="connsiteX73" fmla="*/ 280126 w 492259"/>
                <a:gd name="connsiteY73" fmla="*/ 568409 h 674476"/>
                <a:gd name="connsiteX74" fmla="*/ 282846 w 492259"/>
                <a:gd name="connsiteY74" fmla="*/ 554811 h 674476"/>
                <a:gd name="connsiteX75" fmla="*/ 277406 w 492259"/>
                <a:gd name="connsiteY75" fmla="*/ 538493 h 674476"/>
                <a:gd name="connsiteX76" fmla="*/ 271967 w 492259"/>
                <a:gd name="connsiteY76" fmla="*/ 505857 h 674476"/>
                <a:gd name="connsiteX77" fmla="*/ 269247 w 492259"/>
                <a:gd name="connsiteY77" fmla="*/ 478660 h 674476"/>
                <a:gd name="connsiteX78" fmla="*/ 266528 w 492259"/>
                <a:gd name="connsiteY78" fmla="*/ 446025 h 674476"/>
                <a:gd name="connsiteX79" fmla="*/ 261088 w 492259"/>
                <a:gd name="connsiteY79" fmla="*/ 437866 h 674476"/>
                <a:gd name="connsiteX80" fmla="*/ 250210 w 492259"/>
                <a:gd name="connsiteY80" fmla="*/ 437866 h 674476"/>
                <a:gd name="connsiteX81" fmla="*/ 220293 w 492259"/>
                <a:gd name="connsiteY81" fmla="*/ 440585 h 674476"/>
                <a:gd name="connsiteX82" fmla="*/ 190377 w 492259"/>
                <a:gd name="connsiteY82" fmla="*/ 443305 h 674476"/>
                <a:gd name="connsiteX83" fmla="*/ 165900 w 492259"/>
                <a:gd name="connsiteY83" fmla="*/ 443305 h 674476"/>
                <a:gd name="connsiteX84" fmla="*/ 144143 w 492259"/>
                <a:gd name="connsiteY84" fmla="*/ 440585 h 674476"/>
                <a:gd name="connsiteX85" fmla="*/ 135984 w 492259"/>
                <a:gd name="connsiteY85" fmla="*/ 454184 h 674476"/>
                <a:gd name="connsiteX86" fmla="*/ 130545 w 492259"/>
                <a:gd name="connsiteY86" fmla="*/ 486820 h 674476"/>
                <a:gd name="connsiteX87" fmla="*/ 119666 w 492259"/>
                <a:gd name="connsiteY87" fmla="*/ 541213 h 674476"/>
                <a:gd name="connsiteX88" fmla="*/ 103348 w 492259"/>
                <a:gd name="connsiteY88" fmla="*/ 614643 h 674476"/>
                <a:gd name="connsiteX89" fmla="*/ 133264 w 492259"/>
                <a:gd name="connsiteY89" fmla="*/ 614643 h 674476"/>
                <a:gd name="connsiteX90" fmla="*/ 168620 w 492259"/>
                <a:gd name="connsiteY90" fmla="*/ 630961 h 674476"/>
                <a:gd name="connsiteX91" fmla="*/ 163181 w 492259"/>
                <a:gd name="connsiteY91" fmla="*/ 647279 h 674476"/>
                <a:gd name="connsiteX92" fmla="*/ 146863 w 492259"/>
                <a:gd name="connsiteY92" fmla="*/ 655438 h 674476"/>
                <a:gd name="connsiteX93" fmla="*/ 127825 w 492259"/>
                <a:gd name="connsiteY93" fmla="*/ 658158 h 674476"/>
                <a:gd name="connsiteX94" fmla="*/ 106068 w 492259"/>
                <a:gd name="connsiteY94" fmla="*/ 658158 h 674476"/>
                <a:gd name="connsiteX95" fmla="*/ 62552 w 492259"/>
                <a:gd name="connsiteY95" fmla="*/ 658158 h 674476"/>
                <a:gd name="connsiteX96" fmla="*/ 40795 w 492259"/>
                <a:gd name="connsiteY96" fmla="*/ 658158 h 674476"/>
                <a:gd name="connsiteX97" fmla="*/ 16318 w 492259"/>
                <a:gd name="connsiteY97" fmla="*/ 652718 h 674476"/>
                <a:gd name="connsiteX98" fmla="*/ 0 w 492259"/>
                <a:gd name="connsiteY98" fmla="*/ 636401 h 674476"/>
                <a:gd name="connsiteX99" fmla="*/ 2720 w 492259"/>
                <a:gd name="connsiteY99" fmla="*/ 628241 h 674476"/>
                <a:gd name="connsiteX100" fmla="*/ 24477 w 492259"/>
                <a:gd name="connsiteY100" fmla="*/ 620082 h 674476"/>
                <a:gd name="connsiteX101" fmla="*/ 62552 w 492259"/>
                <a:gd name="connsiteY101" fmla="*/ 617363 h 674476"/>
                <a:gd name="connsiteX102" fmla="*/ 62552 w 492259"/>
                <a:gd name="connsiteY102" fmla="*/ 614643 h 674476"/>
                <a:gd name="connsiteX103" fmla="*/ 65272 w 492259"/>
                <a:gd name="connsiteY103" fmla="*/ 587447 h 674476"/>
                <a:gd name="connsiteX104" fmla="*/ 76151 w 492259"/>
                <a:gd name="connsiteY104" fmla="*/ 522175 h 674476"/>
                <a:gd name="connsiteX105" fmla="*/ 87029 w 492259"/>
                <a:gd name="connsiteY105" fmla="*/ 470501 h 674476"/>
                <a:gd name="connsiteX106" fmla="*/ 92468 w 492259"/>
                <a:gd name="connsiteY106" fmla="*/ 446025 h 674476"/>
                <a:gd name="connsiteX107" fmla="*/ 65272 w 492259"/>
                <a:gd name="connsiteY107" fmla="*/ 432426 h 674476"/>
                <a:gd name="connsiteX108" fmla="*/ 54393 w 492259"/>
                <a:gd name="connsiteY108" fmla="*/ 421548 h 674476"/>
                <a:gd name="connsiteX109" fmla="*/ 73431 w 492259"/>
                <a:gd name="connsiteY109" fmla="*/ 407949 h 674476"/>
                <a:gd name="connsiteX110" fmla="*/ 100629 w 492259"/>
                <a:gd name="connsiteY110" fmla="*/ 399790 h 674476"/>
                <a:gd name="connsiteX111" fmla="*/ 108788 w 492259"/>
                <a:gd name="connsiteY111" fmla="*/ 369874 h 674476"/>
                <a:gd name="connsiteX112" fmla="*/ 125105 w 492259"/>
                <a:gd name="connsiteY112" fmla="*/ 307322 h 674476"/>
                <a:gd name="connsiteX113" fmla="*/ 141423 w 492259"/>
                <a:gd name="connsiteY113" fmla="*/ 242051 h 674476"/>
                <a:gd name="connsiteX114" fmla="*/ 155022 w 492259"/>
                <a:gd name="connsiteY114" fmla="*/ 179498 h 674476"/>
                <a:gd name="connsiteX115" fmla="*/ 168620 w 492259"/>
                <a:gd name="connsiteY115" fmla="*/ 119665 h 674476"/>
                <a:gd name="connsiteX116" fmla="*/ 193097 w 492259"/>
                <a:gd name="connsiteY116" fmla="*/ 57113 h 674476"/>
                <a:gd name="connsiteX117" fmla="*/ 201256 w 492259"/>
                <a:gd name="connsiteY117" fmla="*/ 38075 h 674476"/>
                <a:gd name="connsiteX118" fmla="*/ 217574 w 492259"/>
                <a:gd name="connsiteY118" fmla="*/ 13598 h 674476"/>
                <a:gd name="connsiteX119" fmla="*/ 274687 w 492259"/>
                <a:gd name="connsiteY119" fmla="*/ 0 h 674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</a:cxnLst>
              <a:rect l="l" t="t" r="r" b="b"/>
              <a:pathLst>
                <a:path w="492259" h="674476">
                  <a:moveTo>
                    <a:pt x="225733" y="97907"/>
                  </a:moveTo>
                  <a:cubicBezTo>
                    <a:pt x="217574" y="97907"/>
                    <a:pt x="209415" y="114225"/>
                    <a:pt x="209415" y="119665"/>
                  </a:cubicBezTo>
                  <a:cubicBezTo>
                    <a:pt x="206695" y="130543"/>
                    <a:pt x="203976" y="144141"/>
                    <a:pt x="201256" y="152300"/>
                  </a:cubicBezTo>
                  <a:cubicBezTo>
                    <a:pt x="198536" y="157740"/>
                    <a:pt x="198536" y="163179"/>
                    <a:pt x="198536" y="168618"/>
                  </a:cubicBezTo>
                  <a:cubicBezTo>
                    <a:pt x="198536" y="174058"/>
                    <a:pt x="195817" y="179497"/>
                    <a:pt x="195817" y="184936"/>
                  </a:cubicBezTo>
                  <a:cubicBezTo>
                    <a:pt x="193097" y="195815"/>
                    <a:pt x="190377" y="209413"/>
                    <a:pt x="187658" y="220292"/>
                  </a:cubicBezTo>
                  <a:cubicBezTo>
                    <a:pt x="184938" y="244769"/>
                    <a:pt x="176779" y="269246"/>
                    <a:pt x="168620" y="291003"/>
                  </a:cubicBezTo>
                  <a:cubicBezTo>
                    <a:pt x="165900" y="301881"/>
                    <a:pt x="163181" y="312760"/>
                    <a:pt x="160461" y="323639"/>
                  </a:cubicBezTo>
                  <a:cubicBezTo>
                    <a:pt x="157742" y="337237"/>
                    <a:pt x="155022" y="348115"/>
                    <a:pt x="149582" y="361714"/>
                  </a:cubicBezTo>
                  <a:cubicBezTo>
                    <a:pt x="146863" y="367153"/>
                    <a:pt x="144143" y="383471"/>
                    <a:pt x="144143" y="388910"/>
                  </a:cubicBezTo>
                  <a:cubicBezTo>
                    <a:pt x="144143" y="391630"/>
                    <a:pt x="146863" y="391630"/>
                    <a:pt x="149582" y="391630"/>
                  </a:cubicBezTo>
                  <a:cubicBezTo>
                    <a:pt x="155022" y="391630"/>
                    <a:pt x="168620" y="391630"/>
                    <a:pt x="171340" y="391630"/>
                  </a:cubicBezTo>
                  <a:cubicBezTo>
                    <a:pt x="179498" y="391630"/>
                    <a:pt x="187658" y="391630"/>
                    <a:pt x="193097" y="388910"/>
                  </a:cubicBezTo>
                  <a:cubicBezTo>
                    <a:pt x="198536" y="388910"/>
                    <a:pt x="203976" y="388910"/>
                    <a:pt x="212135" y="388910"/>
                  </a:cubicBezTo>
                  <a:cubicBezTo>
                    <a:pt x="217574" y="388910"/>
                    <a:pt x="225733" y="388910"/>
                    <a:pt x="236611" y="388910"/>
                  </a:cubicBezTo>
                  <a:cubicBezTo>
                    <a:pt x="242051" y="388910"/>
                    <a:pt x="247490" y="388910"/>
                    <a:pt x="250210" y="386191"/>
                  </a:cubicBezTo>
                  <a:cubicBezTo>
                    <a:pt x="255649" y="391630"/>
                    <a:pt x="258369" y="388910"/>
                    <a:pt x="258369" y="386191"/>
                  </a:cubicBezTo>
                  <a:cubicBezTo>
                    <a:pt x="258369" y="380751"/>
                    <a:pt x="255649" y="372592"/>
                    <a:pt x="255649" y="367153"/>
                  </a:cubicBezTo>
                  <a:cubicBezTo>
                    <a:pt x="252930" y="353555"/>
                    <a:pt x="250210" y="342676"/>
                    <a:pt x="250210" y="331797"/>
                  </a:cubicBezTo>
                  <a:cubicBezTo>
                    <a:pt x="250210" y="301881"/>
                    <a:pt x="250210" y="274685"/>
                    <a:pt x="247490" y="244769"/>
                  </a:cubicBezTo>
                  <a:cubicBezTo>
                    <a:pt x="247490" y="231170"/>
                    <a:pt x="244771" y="217572"/>
                    <a:pt x="242051" y="203974"/>
                  </a:cubicBezTo>
                  <a:cubicBezTo>
                    <a:pt x="239331" y="187656"/>
                    <a:pt x="236611" y="174058"/>
                    <a:pt x="236611" y="157740"/>
                  </a:cubicBezTo>
                  <a:cubicBezTo>
                    <a:pt x="236611" y="152300"/>
                    <a:pt x="236611" y="133263"/>
                    <a:pt x="233892" y="119665"/>
                  </a:cubicBezTo>
                  <a:cubicBezTo>
                    <a:pt x="233892" y="106066"/>
                    <a:pt x="231172" y="97907"/>
                    <a:pt x="225733" y="97907"/>
                  </a:cubicBezTo>
                  <a:close/>
                  <a:moveTo>
                    <a:pt x="274687" y="0"/>
                  </a:moveTo>
                  <a:cubicBezTo>
                    <a:pt x="288285" y="0"/>
                    <a:pt x="293724" y="2720"/>
                    <a:pt x="304603" y="5439"/>
                  </a:cubicBezTo>
                  <a:cubicBezTo>
                    <a:pt x="315481" y="10879"/>
                    <a:pt x="315481" y="16318"/>
                    <a:pt x="320921" y="24477"/>
                  </a:cubicBezTo>
                  <a:cubicBezTo>
                    <a:pt x="326360" y="29916"/>
                    <a:pt x="331800" y="35356"/>
                    <a:pt x="334519" y="43515"/>
                  </a:cubicBezTo>
                  <a:cubicBezTo>
                    <a:pt x="337239" y="51674"/>
                    <a:pt x="337239" y="57113"/>
                    <a:pt x="339959" y="65272"/>
                  </a:cubicBezTo>
                  <a:cubicBezTo>
                    <a:pt x="345398" y="78870"/>
                    <a:pt x="342678" y="97908"/>
                    <a:pt x="348118" y="114226"/>
                  </a:cubicBezTo>
                  <a:cubicBezTo>
                    <a:pt x="350837" y="130544"/>
                    <a:pt x="358996" y="146863"/>
                    <a:pt x="361716" y="163180"/>
                  </a:cubicBezTo>
                  <a:cubicBezTo>
                    <a:pt x="364435" y="182218"/>
                    <a:pt x="364435" y="201256"/>
                    <a:pt x="369875" y="220293"/>
                  </a:cubicBezTo>
                  <a:cubicBezTo>
                    <a:pt x="375314" y="239331"/>
                    <a:pt x="378034" y="255649"/>
                    <a:pt x="378034" y="274686"/>
                  </a:cubicBezTo>
                  <a:cubicBezTo>
                    <a:pt x="378034" y="282845"/>
                    <a:pt x="380753" y="293724"/>
                    <a:pt x="383473" y="301883"/>
                  </a:cubicBezTo>
                  <a:cubicBezTo>
                    <a:pt x="386193" y="312762"/>
                    <a:pt x="388913" y="326360"/>
                    <a:pt x="391632" y="337238"/>
                  </a:cubicBezTo>
                  <a:cubicBezTo>
                    <a:pt x="391632" y="342678"/>
                    <a:pt x="394352" y="353556"/>
                    <a:pt x="397071" y="364435"/>
                  </a:cubicBezTo>
                  <a:cubicBezTo>
                    <a:pt x="399791" y="372594"/>
                    <a:pt x="402511" y="380753"/>
                    <a:pt x="405230" y="383473"/>
                  </a:cubicBezTo>
                  <a:cubicBezTo>
                    <a:pt x="407950" y="386192"/>
                    <a:pt x="413389" y="386192"/>
                    <a:pt x="416109" y="386192"/>
                  </a:cubicBezTo>
                  <a:cubicBezTo>
                    <a:pt x="418829" y="386192"/>
                    <a:pt x="424268" y="386192"/>
                    <a:pt x="426988" y="386192"/>
                  </a:cubicBezTo>
                  <a:cubicBezTo>
                    <a:pt x="437866" y="386192"/>
                    <a:pt x="448745" y="388912"/>
                    <a:pt x="454184" y="397071"/>
                  </a:cubicBezTo>
                  <a:cubicBezTo>
                    <a:pt x="456904" y="399790"/>
                    <a:pt x="456904" y="402510"/>
                    <a:pt x="456904" y="405230"/>
                  </a:cubicBezTo>
                  <a:cubicBezTo>
                    <a:pt x="456904" y="407949"/>
                    <a:pt x="454184" y="410669"/>
                    <a:pt x="451464" y="416108"/>
                  </a:cubicBezTo>
                  <a:cubicBezTo>
                    <a:pt x="446025" y="421548"/>
                    <a:pt x="440586" y="426987"/>
                    <a:pt x="432427" y="429707"/>
                  </a:cubicBezTo>
                  <a:cubicBezTo>
                    <a:pt x="429707" y="429707"/>
                    <a:pt x="426988" y="432426"/>
                    <a:pt x="421548" y="432426"/>
                  </a:cubicBezTo>
                  <a:cubicBezTo>
                    <a:pt x="418829" y="432426"/>
                    <a:pt x="416109" y="432426"/>
                    <a:pt x="413389" y="435146"/>
                  </a:cubicBezTo>
                  <a:cubicBezTo>
                    <a:pt x="413389" y="435146"/>
                    <a:pt x="413389" y="437866"/>
                    <a:pt x="413389" y="440585"/>
                  </a:cubicBezTo>
                  <a:cubicBezTo>
                    <a:pt x="413389" y="443305"/>
                    <a:pt x="413389" y="448744"/>
                    <a:pt x="416109" y="451464"/>
                  </a:cubicBezTo>
                  <a:cubicBezTo>
                    <a:pt x="416109" y="456903"/>
                    <a:pt x="418829" y="462343"/>
                    <a:pt x="418829" y="465062"/>
                  </a:cubicBezTo>
                  <a:lnTo>
                    <a:pt x="418829" y="475941"/>
                  </a:lnTo>
                  <a:cubicBezTo>
                    <a:pt x="418829" y="481380"/>
                    <a:pt x="418829" y="484100"/>
                    <a:pt x="418829" y="486820"/>
                  </a:cubicBezTo>
                  <a:cubicBezTo>
                    <a:pt x="421548" y="497698"/>
                    <a:pt x="424268" y="505857"/>
                    <a:pt x="426988" y="516736"/>
                  </a:cubicBezTo>
                  <a:cubicBezTo>
                    <a:pt x="426988" y="524895"/>
                    <a:pt x="429707" y="535773"/>
                    <a:pt x="432427" y="543932"/>
                  </a:cubicBezTo>
                  <a:cubicBezTo>
                    <a:pt x="435147" y="554811"/>
                    <a:pt x="437866" y="562970"/>
                    <a:pt x="437866" y="573848"/>
                  </a:cubicBezTo>
                  <a:cubicBezTo>
                    <a:pt x="437866" y="587447"/>
                    <a:pt x="440586" y="595606"/>
                    <a:pt x="443306" y="606484"/>
                  </a:cubicBezTo>
                  <a:cubicBezTo>
                    <a:pt x="443306" y="609204"/>
                    <a:pt x="446025" y="614643"/>
                    <a:pt x="446025" y="617363"/>
                  </a:cubicBezTo>
                  <a:cubicBezTo>
                    <a:pt x="454184" y="617363"/>
                    <a:pt x="462343" y="617363"/>
                    <a:pt x="470502" y="617363"/>
                  </a:cubicBezTo>
                  <a:cubicBezTo>
                    <a:pt x="475942" y="625522"/>
                    <a:pt x="492259" y="630961"/>
                    <a:pt x="492259" y="641840"/>
                  </a:cubicBezTo>
                  <a:cubicBezTo>
                    <a:pt x="492259" y="647279"/>
                    <a:pt x="486820" y="649999"/>
                    <a:pt x="484101" y="655438"/>
                  </a:cubicBezTo>
                  <a:cubicBezTo>
                    <a:pt x="481381" y="660877"/>
                    <a:pt x="473222" y="663597"/>
                    <a:pt x="467782" y="663597"/>
                  </a:cubicBezTo>
                  <a:cubicBezTo>
                    <a:pt x="456904" y="666317"/>
                    <a:pt x="451464" y="666317"/>
                    <a:pt x="443306" y="666317"/>
                  </a:cubicBezTo>
                  <a:cubicBezTo>
                    <a:pt x="437866" y="666317"/>
                    <a:pt x="429707" y="666317"/>
                    <a:pt x="421548" y="666317"/>
                  </a:cubicBezTo>
                  <a:cubicBezTo>
                    <a:pt x="418829" y="666317"/>
                    <a:pt x="416109" y="666317"/>
                    <a:pt x="413389" y="666317"/>
                  </a:cubicBezTo>
                  <a:cubicBezTo>
                    <a:pt x="407950" y="669036"/>
                    <a:pt x="405230" y="669036"/>
                    <a:pt x="399791" y="671756"/>
                  </a:cubicBezTo>
                  <a:cubicBezTo>
                    <a:pt x="394352" y="671756"/>
                    <a:pt x="388913" y="674476"/>
                    <a:pt x="383473" y="674476"/>
                  </a:cubicBezTo>
                  <a:cubicBezTo>
                    <a:pt x="372594" y="674476"/>
                    <a:pt x="358996" y="671756"/>
                    <a:pt x="348118" y="669036"/>
                  </a:cubicBezTo>
                  <a:cubicBezTo>
                    <a:pt x="339959" y="669036"/>
                    <a:pt x="331800" y="669036"/>
                    <a:pt x="326360" y="669036"/>
                  </a:cubicBezTo>
                  <a:cubicBezTo>
                    <a:pt x="304603" y="669036"/>
                    <a:pt x="285565" y="669036"/>
                    <a:pt x="277406" y="669036"/>
                  </a:cubicBezTo>
                  <a:cubicBezTo>
                    <a:pt x="269247" y="669036"/>
                    <a:pt x="258369" y="669036"/>
                    <a:pt x="252930" y="663597"/>
                  </a:cubicBezTo>
                  <a:cubicBezTo>
                    <a:pt x="247490" y="660877"/>
                    <a:pt x="236611" y="655438"/>
                    <a:pt x="236611" y="647279"/>
                  </a:cubicBezTo>
                  <a:cubicBezTo>
                    <a:pt x="236611" y="636401"/>
                    <a:pt x="252930" y="633681"/>
                    <a:pt x="261088" y="630961"/>
                  </a:cubicBezTo>
                  <a:cubicBezTo>
                    <a:pt x="266528" y="630961"/>
                    <a:pt x="274687" y="630961"/>
                    <a:pt x="288285" y="628241"/>
                  </a:cubicBezTo>
                  <a:cubicBezTo>
                    <a:pt x="288285" y="620082"/>
                    <a:pt x="288285" y="614643"/>
                    <a:pt x="285565" y="609204"/>
                  </a:cubicBezTo>
                  <a:cubicBezTo>
                    <a:pt x="285565" y="601045"/>
                    <a:pt x="282846" y="590166"/>
                    <a:pt x="282846" y="582007"/>
                  </a:cubicBezTo>
                  <a:cubicBezTo>
                    <a:pt x="282846" y="576568"/>
                    <a:pt x="280126" y="573848"/>
                    <a:pt x="280126" y="568409"/>
                  </a:cubicBezTo>
                  <a:cubicBezTo>
                    <a:pt x="280126" y="562970"/>
                    <a:pt x="282846" y="557531"/>
                    <a:pt x="282846" y="554811"/>
                  </a:cubicBezTo>
                  <a:cubicBezTo>
                    <a:pt x="282846" y="549371"/>
                    <a:pt x="280126" y="546652"/>
                    <a:pt x="277406" y="538493"/>
                  </a:cubicBezTo>
                  <a:cubicBezTo>
                    <a:pt x="277406" y="527614"/>
                    <a:pt x="271967" y="516736"/>
                    <a:pt x="271967" y="505857"/>
                  </a:cubicBezTo>
                  <a:cubicBezTo>
                    <a:pt x="271967" y="494978"/>
                    <a:pt x="271967" y="486820"/>
                    <a:pt x="269247" y="478660"/>
                  </a:cubicBezTo>
                  <a:cubicBezTo>
                    <a:pt x="266528" y="467782"/>
                    <a:pt x="266528" y="456903"/>
                    <a:pt x="266528" y="446025"/>
                  </a:cubicBezTo>
                  <a:cubicBezTo>
                    <a:pt x="266528" y="440585"/>
                    <a:pt x="263808" y="437866"/>
                    <a:pt x="261088" y="437866"/>
                  </a:cubicBezTo>
                  <a:cubicBezTo>
                    <a:pt x="258369" y="437866"/>
                    <a:pt x="255649" y="437866"/>
                    <a:pt x="250210" y="437866"/>
                  </a:cubicBezTo>
                  <a:cubicBezTo>
                    <a:pt x="239331" y="437866"/>
                    <a:pt x="228452" y="437866"/>
                    <a:pt x="220293" y="440585"/>
                  </a:cubicBezTo>
                  <a:cubicBezTo>
                    <a:pt x="209415" y="440585"/>
                    <a:pt x="201256" y="443305"/>
                    <a:pt x="190377" y="443305"/>
                  </a:cubicBezTo>
                  <a:cubicBezTo>
                    <a:pt x="182218" y="443305"/>
                    <a:pt x="174059" y="443305"/>
                    <a:pt x="165900" y="443305"/>
                  </a:cubicBezTo>
                  <a:cubicBezTo>
                    <a:pt x="163181" y="443305"/>
                    <a:pt x="152302" y="440585"/>
                    <a:pt x="144143" y="440585"/>
                  </a:cubicBezTo>
                  <a:cubicBezTo>
                    <a:pt x="135984" y="440585"/>
                    <a:pt x="135984" y="448744"/>
                    <a:pt x="135984" y="454184"/>
                  </a:cubicBezTo>
                  <a:cubicBezTo>
                    <a:pt x="135984" y="465062"/>
                    <a:pt x="133264" y="475941"/>
                    <a:pt x="130545" y="486820"/>
                  </a:cubicBezTo>
                  <a:cubicBezTo>
                    <a:pt x="127825" y="505857"/>
                    <a:pt x="122386" y="522175"/>
                    <a:pt x="119666" y="541213"/>
                  </a:cubicBezTo>
                  <a:cubicBezTo>
                    <a:pt x="116947" y="560250"/>
                    <a:pt x="108788" y="595606"/>
                    <a:pt x="103348" y="614643"/>
                  </a:cubicBezTo>
                  <a:cubicBezTo>
                    <a:pt x="111507" y="614643"/>
                    <a:pt x="122386" y="614643"/>
                    <a:pt x="133264" y="614643"/>
                  </a:cubicBezTo>
                  <a:cubicBezTo>
                    <a:pt x="146863" y="614643"/>
                    <a:pt x="168620" y="614643"/>
                    <a:pt x="168620" y="630961"/>
                  </a:cubicBezTo>
                  <a:cubicBezTo>
                    <a:pt x="168620" y="639120"/>
                    <a:pt x="165900" y="639120"/>
                    <a:pt x="163181" y="647279"/>
                  </a:cubicBezTo>
                  <a:cubicBezTo>
                    <a:pt x="160461" y="652718"/>
                    <a:pt x="152302" y="655438"/>
                    <a:pt x="146863" y="655438"/>
                  </a:cubicBezTo>
                  <a:cubicBezTo>
                    <a:pt x="138704" y="658158"/>
                    <a:pt x="133264" y="658158"/>
                    <a:pt x="127825" y="658158"/>
                  </a:cubicBezTo>
                  <a:cubicBezTo>
                    <a:pt x="122386" y="658158"/>
                    <a:pt x="116947" y="658158"/>
                    <a:pt x="106068" y="658158"/>
                  </a:cubicBezTo>
                  <a:cubicBezTo>
                    <a:pt x="92468" y="658158"/>
                    <a:pt x="78870" y="658158"/>
                    <a:pt x="62552" y="658158"/>
                  </a:cubicBezTo>
                  <a:cubicBezTo>
                    <a:pt x="54393" y="658158"/>
                    <a:pt x="46234" y="658158"/>
                    <a:pt x="40795" y="658158"/>
                  </a:cubicBezTo>
                  <a:cubicBezTo>
                    <a:pt x="32636" y="658158"/>
                    <a:pt x="21758" y="658158"/>
                    <a:pt x="16318" y="652718"/>
                  </a:cubicBezTo>
                  <a:cubicBezTo>
                    <a:pt x="8159" y="649999"/>
                    <a:pt x="0" y="641840"/>
                    <a:pt x="0" y="636401"/>
                  </a:cubicBezTo>
                  <a:cubicBezTo>
                    <a:pt x="0" y="633681"/>
                    <a:pt x="0" y="630961"/>
                    <a:pt x="2720" y="628241"/>
                  </a:cubicBezTo>
                  <a:cubicBezTo>
                    <a:pt x="8159" y="625522"/>
                    <a:pt x="16318" y="622802"/>
                    <a:pt x="24477" y="620082"/>
                  </a:cubicBezTo>
                  <a:cubicBezTo>
                    <a:pt x="38075" y="617363"/>
                    <a:pt x="48954" y="617363"/>
                    <a:pt x="62552" y="617363"/>
                  </a:cubicBezTo>
                  <a:cubicBezTo>
                    <a:pt x="62552" y="617363"/>
                    <a:pt x="62552" y="614643"/>
                    <a:pt x="62552" y="614643"/>
                  </a:cubicBezTo>
                  <a:cubicBezTo>
                    <a:pt x="62552" y="603765"/>
                    <a:pt x="65272" y="590166"/>
                    <a:pt x="65272" y="587447"/>
                  </a:cubicBezTo>
                  <a:cubicBezTo>
                    <a:pt x="67992" y="565689"/>
                    <a:pt x="73431" y="543932"/>
                    <a:pt x="76151" y="522175"/>
                  </a:cubicBezTo>
                  <a:cubicBezTo>
                    <a:pt x="78870" y="505857"/>
                    <a:pt x="81590" y="486820"/>
                    <a:pt x="87029" y="470501"/>
                  </a:cubicBezTo>
                  <a:cubicBezTo>
                    <a:pt x="87029" y="465062"/>
                    <a:pt x="92468" y="451464"/>
                    <a:pt x="92468" y="446025"/>
                  </a:cubicBezTo>
                  <a:cubicBezTo>
                    <a:pt x="92468" y="437866"/>
                    <a:pt x="73431" y="437866"/>
                    <a:pt x="65272" y="432426"/>
                  </a:cubicBezTo>
                  <a:cubicBezTo>
                    <a:pt x="59833" y="429707"/>
                    <a:pt x="54393" y="426987"/>
                    <a:pt x="54393" y="421548"/>
                  </a:cubicBezTo>
                  <a:cubicBezTo>
                    <a:pt x="54393" y="413389"/>
                    <a:pt x="62552" y="410669"/>
                    <a:pt x="73431" y="407949"/>
                  </a:cubicBezTo>
                  <a:cubicBezTo>
                    <a:pt x="78870" y="407949"/>
                    <a:pt x="92468" y="405230"/>
                    <a:pt x="100629" y="399790"/>
                  </a:cubicBezTo>
                  <a:cubicBezTo>
                    <a:pt x="106068" y="394351"/>
                    <a:pt x="106068" y="378033"/>
                    <a:pt x="108788" y="369874"/>
                  </a:cubicBezTo>
                  <a:cubicBezTo>
                    <a:pt x="114227" y="348117"/>
                    <a:pt x="119666" y="326360"/>
                    <a:pt x="125105" y="307322"/>
                  </a:cubicBezTo>
                  <a:cubicBezTo>
                    <a:pt x="130545" y="285565"/>
                    <a:pt x="135984" y="263808"/>
                    <a:pt x="141423" y="242051"/>
                  </a:cubicBezTo>
                  <a:cubicBezTo>
                    <a:pt x="146863" y="220293"/>
                    <a:pt x="152302" y="198536"/>
                    <a:pt x="155022" y="179498"/>
                  </a:cubicBezTo>
                  <a:cubicBezTo>
                    <a:pt x="157742" y="160461"/>
                    <a:pt x="163181" y="138703"/>
                    <a:pt x="168620" y="119665"/>
                  </a:cubicBezTo>
                  <a:cubicBezTo>
                    <a:pt x="176779" y="100627"/>
                    <a:pt x="182218" y="76150"/>
                    <a:pt x="193097" y="57113"/>
                  </a:cubicBezTo>
                  <a:lnTo>
                    <a:pt x="201256" y="38075"/>
                  </a:lnTo>
                  <a:cubicBezTo>
                    <a:pt x="206695" y="29916"/>
                    <a:pt x="209415" y="19038"/>
                    <a:pt x="217574" y="13598"/>
                  </a:cubicBezTo>
                  <a:cubicBezTo>
                    <a:pt x="231172" y="2720"/>
                    <a:pt x="255649" y="0"/>
                    <a:pt x="274687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5DC50316-A07C-4F98-A88F-9678B26F0223}"/>
                </a:ext>
              </a:extLst>
            </p:cNvPr>
            <p:cNvSpPr/>
            <p:nvPr/>
          </p:nvSpPr>
          <p:spPr>
            <a:xfrm>
              <a:off x="6876542" y="4244897"/>
              <a:ext cx="462342" cy="677195"/>
            </a:xfrm>
            <a:custGeom>
              <a:avLst/>
              <a:gdLst>
                <a:gd name="connsiteX0" fmla="*/ 214853 w 462342"/>
                <a:gd name="connsiteY0" fmla="*/ 65272 h 677195"/>
                <a:gd name="connsiteX1" fmla="*/ 195815 w 462342"/>
                <a:gd name="connsiteY1" fmla="*/ 73431 h 677195"/>
                <a:gd name="connsiteX2" fmla="*/ 193096 w 462342"/>
                <a:gd name="connsiteY2" fmla="*/ 125105 h 677195"/>
                <a:gd name="connsiteX3" fmla="*/ 190376 w 462342"/>
                <a:gd name="connsiteY3" fmla="*/ 280125 h 677195"/>
                <a:gd name="connsiteX4" fmla="*/ 190376 w 462342"/>
                <a:gd name="connsiteY4" fmla="*/ 301882 h 677195"/>
                <a:gd name="connsiteX5" fmla="*/ 193096 w 462342"/>
                <a:gd name="connsiteY5" fmla="*/ 342677 h 677195"/>
                <a:gd name="connsiteX6" fmla="*/ 195815 w 462342"/>
                <a:gd name="connsiteY6" fmla="*/ 397070 h 677195"/>
                <a:gd name="connsiteX7" fmla="*/ 195815 w 462342"/>
                <a:gd name="connsiteY7" fmla="*/ 443304 h 677195"/>
                <a:gd name="connsiteX8" fmla="*/ 195815 w 462342"/>
                <a:gd name="connsiteY8" fmla="*/ 530333 h 677195"/>
                <a:gd name="connsiteX9" fmla="*/ 193096 w 462342"/>
                <a:gd name="connsiteY9" fmla="*/ 554810 h 677195"/>
                <a:gd name="connsiteX10" fmla="*/ 190376 w 462342"/>
                <a:gd name="connsiteY10" fmla="*/ 603764 h 677195"/>
                <a:gd name="connsiteX11" fmla="*/ 198535 w 462342"/>
                <a:gd name="connsiteY11" fmla="*/ 611923 h 677195"/>
                <a:gd name="connsiteX12" fmla="*/ 214853 w 462342"/>
                <a:gd name="connsiteY12" fmla="*/ 611923 h 677195"/>
                <a:gd name="connsiteX13" fmla="*/ 236610 w 462342"/>
                <a:gd name="connsiteY13" fmla="*/ 611923 h 677195"/>
                <a:gd name="connsiteX14" fmla="*/ 263807 w 462342"/>
                <a:gd name="connsiteY14" fmla="*/ 598325 h 677195"/>
                <a:gd name="connsiteX15" fmla="*/ 277405 w 462342"/>
                <a:gd name="connsiteY15" fmla="*/ 592885 h 677195"/>
                <a:gd name="connsiteX16" fmla="*/ 291004 w 462342"/>
                <a:gd name="connsiteY16" fmla="*/ 573848 h 677195"/>
                <a:gd name="connsiteX17" fmla="*/ 307322 w 462342"/>
                <a:gd name="connsiteY17" fmla="*/ 543931 h 677195"/>
                <a:gd name="connsiteX18" fmla="*/ 326359 w 462342"/>
                <a:gd name="connsiteY18" fmla="*/ 481379 h 677195"/>
                <a:gd name="connsiteX19" fmla="*/ 337238 w 462342"/>
                <a:gd name="connsiteY19" fmla="*/ 413388 h 677195"/>
                <a:gd name="connsiteX20" fmla="*/ 337238 w 462342"/>
                <a:gd name="connsiteY20" fmla="*/ 350836 h 677195"/>
                <a:gd name="connsiteX21" fmla="*/ 334518 w 462342"/>
                <a:gd name="connsiteY21" fmla="*/ 296443 h 677195"/>
                <a:gd name="connsiteX22" fmla="*/ 329079 w 462342"/>
                <a:gd name="connsiteY22" fmla="*/ 244769 h 677195"/>
                <a:gd name="connsiteX23" fmla="*/ 307322 w 462342"/>
                <a:gd name="connsiteY23" fmla="*/ 135983 h 677195"/>
                <a:gd name="connsiteX24" fmla="*/ 271966 w 462342"/>
                <a:gd name="connsiteY24" fmla="*/ 78870 h 677195"/>
                <a:gd name="connsiteX25" fmla="*/ 214853 w 462342"/>
                <a:gd name="connsiteY25" fmla="*/ 65272 h 677195"/>
                <a:gd name="connsiteX26" fmla="*/ 114226 w 462342"/>
                <a:gd name="connsiteY26" fmla="*/ 0 h 677195"/>
                <a:gd name="connsiteX27" fmla="*/ 127824 w 462342"/>
                <a:gd name="connsiteY27" fmla="*/ 0 h 677195"/>
                <a:gd name="connsiteX28" fmla="*/ 146862 w 462342"/>
                <a:gd name="connsiteY28" fmla="*/ 2720 h 677195"/>
                <a:gd name="connsiteX29" fmla="*/ 174059 w 462342"/>
                <a:gd name="connsiteY29" fmla="*/ 21758 h 677195"/>
                <a:gd name="connsiteX30" fmla="*/ 193096 w 462342"/>
                <a:gd name="connsiteY30" fmla="*/ 21758 h 677195"/>
                <a:gd name="connsiteX31" fmla="*/ 261088 w 462342"/>
                <a:gd name="connsiteY31" fmla="*/ 27197 h 677195"/>
                <a:gd name="connsiteX32" fmla="*/ 310042 w 462342"/>
                <a:gd name="connsiteY32" fmla="*/ 35356 h 677195"/>
                <a:gd name="connsiteX33" fmla="*/ 334518 w 462342"/>
                <a:gd name="connsiteY33" fmla="*/ 40795 h 677195"/>
                <a:gd name="connsiteX34" fmla="*/ 356276 w 462342"/>
                <a:gd name="connsiteY34" fmla="*/ 59833 h 677195"/>
                <a:gd name="connsiteX35" fmla="*/ 372593 w 462342"/>
                <a:gd name="connsiteY35" fmla="*/ 76151 h 677195"/>
                <a:gd name="connsiteX36" fmla="*/ 380752 w 462342"/>
                <a:gd name="connsiteY36" fmla="*/ 95188 h 677195"/>
                <a:gd name="connsiteX37" fmla="*/ 405230 w 462342"/>
                <a:gd name="connsiteY37" fmla="*/ 114226 h 677195"/>
                <a:gd name="connsiteX38" fmla="*/ 416108 w 462342"/>
                <a:gd name="connsiteY38" fmla="*/ 141422 h 677195"/>
                <a:gd name="connsiteX39" fmla="*/ 451464 w 462342"/>
                <a:gd name="connsiteY39" fmla="*/ 201256 h 677195"/>
                <a:gd name="connsiteX40" fmla="*/ 456903 w 462342"/>
                <a:gd name="connsiteY40" fmla="*/ 252929 h 677195"/>
                <a:gd name="connsiteX41" fmla="*/ 456903 w 462342"/>
                <a:gd name="connsiteY41" fmla="*/ 291004 h 677195"/>
                <a:gd name="connsiteX42" fmla="*/ 459623 w 462342"/>
                <a:gd name="connsiteY42" fmla="*/ 318201 h 677195"/>
                <a:gd name="connsiteX43" fmla="*/ 459623 w 462342"/>
                <a:gd name="connsiteY43" fmla="*/ 326360 h 677195"/>
                <a:gd name="connsiteX44" fmla="*/ 459623 w 462342"/>
                <a:gd name="connsiteY44" fmla="*/ 348117 h 677195"/>
                <a:gd name="connsiteX45" fmla="*/ 462342 w 462342"/>
                <a:gd name="connsiteY45" fmla="*/ 367155 h 677195"/>
                <a:gd name="connsiteX46" fmla="*/ 456903 w 462342"/>
                <a:gd name="connsiteY46" fmla="*/ 391632 h 677195"/>
                <a:gd name="connsiteX47" fmla="*/ 456903 w 462342"/>
                <a:gd name="connsiteY47" fmla="*/ 418828 h 677195"/>
                <a:gd name="connsiteX48" fmla="*/ 451464 w 462342"/>
                <a:gd name="connsiteY48" fmla="*/ 437866 h 677195"/>
                <a:gd name="connsiteX49" fmla="*/ 446025 w 462342"/>
                <a:gd name="connsiteY49" fmla="*/ 454184 h 677195"/>
                <a:gd name="connsiteX50" fmla="*/ 440585 w 462342"/>
                <a:gd name="connsiteY50" fmla="*/ 481380 h 677195"/>
                <a:gd name="connsiteX51" fmla="*/ 432426 w 462342"/>
                <a:gd name="connsiteY51" fmla="*/ 508577 h 677195"/>
                <a:gd name="connsiteX52" fmla="*/ 418828 w 462342"/>
                <a:gd name="connsiteY52" fmla="*/ 530334 h 677195"/>
                <a:gd name="connsiteX53" fmla="*/ 410669 w 462342"/>
                <a:gd name="connsiteY53" fmla="*/ 549371 h 677195"/>
                <a:gd name="connsiteX54" fmla="*/ 391631 w 462342"/>
                <a:gd name="connsiteY54" fmla="*/ 579288 h 677195"/>
                <a:gd name="connsiteX55" fmla="*/ 337238 w 462342"/>
                <a:gd name="connsiteY55" fmla="*/ 630961 h 677195"/>
                <a:gd name="connsiteX56" fmla="*/ 301883 w 462342"/>
                <a:gd name="connsiteY56" fmla="*/ 647279 h 677195"/>
                <a:gd name="connsiteX57" fmla="*/ 263807 w 462342"/>
                <a:gd name="connsiteY57" fmla="*/ 652718 h 677195"/>
                <a:gd name="connsiteX58" fmla="*/ 233891 w 462342"/>
                <a:gd name="connsiteY58" fmla="*/ 649999 h 677195"/>
                <a:gd name="connsiteX59" fmla="*/ 187657 w 462342"/>
                <a:gd name="connsiteY59" fmla="*/ 652718 h 677195"/>
                <a:gd name="connsiteX60" fmla="*/ 171339 w 462342"/>
                <a:gd name="connsiteY60" fmla="*/ 669036 h 677195"/>
                <a:gd name="connsiteX61" fmla="*/ 155021 w 462342"/>
                <a:gd name="connsiteY61" fmla="*/ 671756 h 677195"/>
                <a:gd name="connsiteX62" fmla="*/ 138703 w 462342"/>
                <a:gd name="connsiteY62" fmla="*/ 674476 h 677195"/>
                <a:gd name="connsiteX63" fmla="*/ 125105 w 462342"/>
                <a:gd name="connsiteY63" fmla="*/ 677195 h 677195"/>
                <a:gd name="connsiteX64" fmla="*/ 106067 w 462342"/>
                <a:gd name="connsiteY64" fmla="*/ 671756 h 677195"/>
                <a:gd name="connsiteX65" fmla="*/ 87029 w 462342"/>
                <a:gd name="connsiteY65" fmla="*/ 658158 h 677195"/>
                <a:gd name="connsiteX66" fmla="*/ 81590 w 462342"/>
                <a:gd name="connsiteY66" fmla="*/ 652718 h 677195"/>
                <a:gd name="connsiteX67" fmla="*/ 67992 w 462342"/>
                <a:gd name="connsiteY67" fmla="*/ 652718 h 677195"/>
                <a:gd name="connsiteX68" fmla="*/ 43515 w 462342"/>
                <a:gd name="connsiteY68" fmla="*/ 652718 h 677195"/>
                <a:gd name="connsiteX69" fmla="*/ 16318 w 462342"/>
                <a:gd name="connsiteY69" fmla="*/ 647279 h 677195"/>
                <a:gd name="connsiteX70" fmla="*/ 0 w 462342"/>
                <a:gd name="connsiteY70" fmla="*/ 630961 h 677195"/>
                <a:gd name="connsiteX71" fmla="*/ 5439 w 462342"/>
                <a:gd name="connsiteY71" fmla="*/ 620083 h 677195"/>
                <a:gd name="connsiteX72" fmla="*/ 27197 w 462342"/>
                <a:gd name="connsiteY72" fmla="*/ 611924 h 677195"/>
                <a:gd name="connsiteX73" fmla="*/ 65272 w 462342"/>
                <a:gd name="connsiteY73" fmla="*/ 609204 h 677195"/>
                <a:gd name="connsiteX74" fmla="*/ 65272 w 462342"/>
                <a:gd name="connsiteY74" fmla="*/ 584727 h 677195"/>
                <a:gd name="connsiteX75" fmla="*/ 62552 w 462342"/>
                <a:gd name="connsiteY75" fmla="*/ 456903 h 677195"/>
                <a:gd name="connsiteX76" fmla="*/ 65272 w 462342"/>
                <a:gd name="connsiteY76" fmla="*/ 337238 h 677195"/>
                <a:gd name="connsiteX77" fmla="*/ 67992 w 462342"/>
                <a:gd name="connsiteY77" fmla="*/ 203975 h 677195"/>
                <a:gd name="connsiteX78" fmla="*/ 70712 w 462342"/>
                <a:gd name="connsiteY78" fmla="*/ 119665 h 677195"/>
                <a:gd name="connsiteX79" fmla="*/ 73431 w 462342"/>
                <a:gd name="connsiteY79" fmla="*/ 67992 h 677195"/>
                <a:gd name="connsiteX80" fmla="*/ 67992 w 462342"/>
                <a:gd name="connsiteY80" fmla="*/ 67992 h 677195"/>
                <a:gd name="connsiteX81" fmla="*/ 43515 w 462342"/>
                <a:gd name="connsiteY81" fmla="*/ 67992 h 677195"/>
                <a:gd name="connsiteX82" fmla="*/ 16318 w 462342"/>
                <a:gd name="connsiteY82" fmla="*/ 62552 h 677195"/>
                <a:gd name="connsiteX83" fmla="*/ 0 w 462342"/>
                <a:gd name="connsiteY83" fmla="*/ 46234 h 677195"/>
                <a:gd name="connsiteX84" fmla="*/ 5439 w 462342"/>
                <a:gd name="connsiteY84" fmla="*/ 35356 h 677195"/>
                <a:gd name="connsiteX85" fmla="*/ 27197 w 462342"/>
                <a:gd name="connsiteY85" fmla="*/ 27197 h 677195"/>
                <a:gd name="connsiteX86" fmla="*/ 76151 w 462342"/>
                <a:gd name="connsiteY86" fmla="*/ 21758 h 677195"/>
                <a:gd name="connsiteX87" fmla="*/ 81590 w 462342"/>
                <a:gd name="connsiteY87" fmla="*/ 13598 h 677195"/>
                <a:gd name="connsiteX88" fmla="*/ 97908 w 462342"/>
                <a:gd name="connsiteY88" fmla="*/ 5439 h 677195"/>
                <a:gd name="connsiteX89" fmla="*/ 114226 w 462342"/>
                <a:gd name="connsiteY89" fmla="*/ 0 h 677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462342" h="677195">
                  <a:moveTo>
                    <a:pt x="214853" y="65272"/>
                  </a:moveTo>
                  <a:cubicBezTo>
                    <a:pt x="203975" y="65272"/>
                    <a:pt x="195815" y="67992"/>
                    <a:pt x="195815" y="73431"/>
                  </a:cubicBezTo>
                  <a:cubicBezTo>
                    <a:pt x="193096" y="78870"/>
                    <a:pt x="193096" y="100628"/>
                    <a:pt x="193096" y="125105"/>
                  </a:cubicBezTo>
                  <a:cubicBezTo>
                    <a:pt x="193096" y="182217"/>
                    <a:pt x="193096" y="266527"/>
                    <a:pt x="190376" y="280125"/>
                  </a:cubicBezTo>
                  <a:cubicBezTo>
                    <a:pt x="190376" y="288284"/>
                    <a:pt x="190376" y="293723"/>
                    <a:pt x="190376" y="301882"/>
                  </a:cubicBezTo>
                  <a:cubicBezTo>
                    <a:pt x="190376" y="315480"/>
                    <a:pt x="190376" y="329079"/>
                    <a:pt x="193096" y="342677"/>
                  </a:cubicBezTo>
                  <a:cubicBezTo>
                    <a:pt x="193096" y="361715"/>
                    <a:pt x="193096" y="378033"/>
                    <a:pt x="195815" y="397070"/>
                  </a:cubicBezTo>
                  <a:cubicBezTo>
                    <a:pt x="195815" y="413388"/>
                    <a:pt x="195815" y="426986"/>
                    <a:pt x="195815" y="443304"/>
                  </a:cubicBezTo>
                  <a:cubicBezTo>
                    <a:pt x="195815" y="465061"/>
                    <a:pt x="198535" y="508576"/>
                    <a:pt x="195815" y="530333"/>
                  </a:cubicBezTo>
                  <a:cubicBezTo>
                    <a:pt x="195815" y="538492"/>
                    <a:pt x="193096" y="546651"/>
                    <a:pt x="193096" y="554810"/>
                  </a:cubicBezTo>
                  <a:cubicBezTo>
                    <a:pt x="193096" y="560249"/>
                    <a:pt x="190376" y="590166"/>
                    <a:pt x="190376" y="603764"/>
                  </a:cubicBezTo>
                  <a:cubicBezTo>
                    <a:pt x="190376" y="609203"/>
                    <a:pt x="190376" y="611923"/>
                    <a:pt x="198535" y="611923"/>
                  </a:cubicBezTo>
                  <a:cubicBezTo>
                    <a:pt x="206694" y="611923"/>
                    <a:pt x="209414" y="611923"/>
                    <a:pt x="214853" y="611923"/>
                  </a:cubicBezTo>
                  <a:cubicBezTo>
                    <a:pt x="223012" y="611923"/>
                    <a:pt x="220293" y="611923"/>
                    <a:pt x="236610" y="611923"/>
                  </a:cubicBezTo>
                  <a:cubicBezTo>
                    <a:pt x="242050" y="611923"/>
                    <a:pt x="258368" y="601044"/>
                    <a:pt x="263807" y="598325"/>
                  </a:cubicBezTo>
                  <a:cubicBezTo>
                    <a:pt x="266527" y="598325"/>
                    <a:pt x="274686" y="592885"/>
                    <a:pt x="277405" y="592885"/>
                  </a:cubicBezTo>
                  <a:cubicBezTo>
                    <a:pt x="285564" y="587446"/>
                    <a:pt x="288284" y="579287"/>
                    <a:pt x="291004" y="573848"/>
                  </a:cubicBezTo>
                  <a:cubicBezTo>
                    <a:pt x="296443" y="562969"/>
                    <a:pt x="301882" y="554810"/>
                    <a:pt x="307322" y="543931"/>
                  </a:cubicBezTo>
                  <a:cubicBezTo>
                    <a:pt x="315481" y="524894"/>
                    <a:pt x="320920" y="524894"/>
                    <a:pt x="326359" y="481379"/>
                  </a:cubicBezTo>
                  <a:cubicBezTo>
                    <a:pt x="329079" y="456903"/>
                    <a:pt x="334518" y="435145"/>
                    <a:pt x="337238" y="413388"/>
                  </a:cubicBezTo>
                  <a:cubicBezTo>
                    <a:pt x="337238" y="391631"/>
                    <a:pt x="337238" y="369873"/>
                    <a:pt x="337238" y="350836"/>
                  </a:cubicBezTo>
                  <a:cubicBezTo>
                    <a:pt x="337238" y="339957"/>
                    <a:pt x="337238" y="320920"/>
                    <a:pt x="334518" y="296443"/>
                  </a:cubicBezTo>
                  <a:cubicBezTo>
                    <a:pt x="331798" y="269246"/>
                    <a:pt x="329079" y="250209"/>
                    <a:pt x="329079" y="244769"/>
                  </a:cubicBezTo>
                  <a:cubicBezTo>
                    <a:pt x="323640" y="206694"/>
                    <a:pt x="318200" y="174058"/>
                    <a:pt x="307322" y="135983"/>
                  </a:cubicBezTo>
                  <a:cubicBezTo>
                    <a:pt x="304602" y="125105"/>
                    <a:pt x="304602" y="108787"/>
                    <a:pt x="271966" y="78870"/>
                  </a:cubicBezTo>
                  <a:cubicBezTo>
                    <a:pt x="263807" y="73431"/>
                    <a:pt x="233891" y="65272"/>
                    <a:pt x="214853" y="65272"/>
                  </a:cubicBezTo>
                  <a:close/>
                  <a:moveTo>
                    <a:pt x="114226" y="0"/>
                  </a:moveTo>
                  <a:cubicBezTo>
                    <a:pt x="119665" y="0"/>
                    <a:pt x="125105" y="0"/>
                    <a:pt x="127824" y="0"/>
                  </a:cubicBezTo>
                  <a:cubicBezTo>
                    <a:pt x="133264" y="0"/>
                    <a:pt x="141422" y="0"/>
                    <a:pt x="146862" y="2720"/>
                  </a:cubicBezTo>
                  <a:cubicBezTo>
                    <a:pt x="157741" y="5439"/>
                    <a:pt x="165900" y="13598"/>
                    <a:pt x="174059" y="21758"/>
                  </a:cubicBezTo>
                  <a:cubicBezTo>
                    <a:pt x="179498" y="21758"/>
                    <a:pt x="187657" y="21758"/>
                    <a:pt x="193096" y="21758"/>
                  </a:cubicBezTo>
                  <a:cubicBezTo>
                    <a:pt x="212134" y="21758"/>
                    <a:pt x="228452" y="27197"/>
                    <a:pt x="261088" y="27197"/>
                  </a:cubicBezTo>
                  <a:cubicBezTo>
                    <a:pt x="277405" y="27197"/>
                    <a:pt x="293723" y="35356"/>
                    <a:pt x="310042" y="35356"/>
                  </a:cubicBezTo>
                  <a:cubicBezTo>
                    <a:pt x="318200" y="35356"/>
                    <a:pt x="329079" y="35356"/>
                    <a:pt x="334518" y="40795"/>
                  </a:cubicBezTo>
                  <a:cubicBezTo>
                    <a:pt x="342677" y="46234"/>
                    <a:pt x="348117" y="54393"/>
                    <a:pt x="356276" y="59833"/>
                  </a:cubicBezTo>
                  <a:cubicBezTo>
                    <a:pt x="361715" y="65272"/>
                    <a:pt x="369874" y="67992"/>
                    <a:pt x="372593" y="76151"/>
                  </a:cubicBezTo>
                  <a:cubicBezTo>
                    <a:pt x="375313" y="81590"/>
                    <a:pt x="378033" y="89749"/>
                    <a:pt x="380752" y="95188"/>
                  </a:cubicBezTo>
                  <a:cubicBezTo>
                    <a:pt x="386192" y="103347"/>
                    <a:pt x="391631" y="106067"/>
                    <a:pt x="405230" y="114226"/>
                  </a:cubicBezTo>
                  <a:cubicBezTo>
                    <a:pt x="413388" y="119665"/>
                    <a:pt x="410669" y="133263"/>
                    <a:pt x="416108" y="141422"/>
                  </a:cubicBezTo>
                  <a:cubicBezTo>
                    <a:pt x="426987" y="160461"/>
                    <a:pt x="446025" y="182218"/>
                    <a:pt x="451464" y="201256"/>
                  </a:cubicBezTo>
                  <a:cubicBezTo>
                    <a:pt x="456903" y="220293"/>
                    <a:pt x="456903" y="236611"/>
                    <a:pt x="456903" y="252929"/>
                  </a:cubicBezTo>
                  <a:cubicBezTo>
                    <a:pt x="456903" y="266527"/>
                    <a:pt x="456903" y="277406"/>
                    <a:pt x="456903" y="291004"/>
                  </a:cubicBezTo>
                  <a:cubicBezTo>
                    <a:pt x="456903" y="299163"/>
                    <a:pt x="456903" y="307322"/>
                    <a:pt x="459623" y="318201"/>
                  </a:cubicBezTo>
                  <a:cubicBezTo>
                    <a:pt x="459623" y="320921"/>
                    <a:pt x="459623" y="323640"/>
                    <a:pt x="459623" y="326360"/>
                  </a:cubicBezTo>
                  <a:cubicBezTo>
                    <a:pt x="462342" y="331799"/>
                    <a:pt x="459623" y="337238"/>
                    <a:pt x="459623" y="348117"/>
                  </a:cubicBezTo>
                  <a:cubicBezTo>
                    <a:pt x="459623" y="350837"/>
                    <a:pt x="462342" y="361715"/>
                    <a:pt x="462342" y="367155"/>
                  </a:cubicBezTo>
                  <a:cubicBezTo>
                    <a:pt x="462342" y="375314"/>
                    <a:pt x="456903" y="383473"/>
                    <a:pt x="456903" y="391632"/>
                  </a:cubicBezTo>
                  <a:cubicBezTo>
                    <a:pt x="456903" y="399790"/>
                    <a:pt x="456903" y="410669"/>
                    <a:pt x="456903" y="418828"/>
                  </a:cubicBezTo>
                  <a:cubicBezTo>
                    <a:pt x="456903" y="421548"/>
                    <a:pt x="454183" y="429707"/>
                    <a:pt x="451464" y="437866"/>
                  </a:cubicBezTo>
                  <a:cubicBezTo>
                    <a:pt x="448744" y="443305"/>
                    <a:pt x="448744" y="451464"/>
                    <a:pt x="446025" y="454184"/>
                  </a:cubicBezTo>
                  <a:cubicBezTo>
                    <a:pt x="443305" y="462343"/>
                    <a:pt x="440585" y="473221"/>
                    <a:pt x="440585" y="481380"/>
                  </a:cubicBezTo>
                  <a:cubicBezTo>
                    <a:pt x="437865" y="489539"/>
                    <a:pt x="437865" y="500418"/>
                    <a:pt x="432426" y="508577"/>
                  </a:cubicBezTo>
                  <a:cubicBezTo>
                    <a:pt x="429706" y="516736"/>
                    <a:pt x="424267" y="522175"/>
                    <a:pt x="418828" y="530334"/>
                  </a:cubicBezTo>
                  <a:cubicBezTo>
                    <a:pt x="416108" y="535773"/>
                    <a:pt x="413388" y="543932"/>
                    <a:pt x="410669" y="549371"/>
                  </a:cubicBezTo>
                  <a:cubicBezTo>
                    <a:pt x="405230" y="557531"/>
                    <a:pt x="397071" y="573848"/>
                    <a:pt x="391631" y="579288"/>
                  </a:cubicBezTo>
                  <a:cubicBezTo>
                    <a:pt x="369874" y="609204"/>
                    <a:pt x="350836" y="620083"/>
                    <a:pt x="337238" y="630961"/>
                  </a:cubicBezTo>
                  <a:cubicBezTo>
                    <a:pt x="326359" y="639120"/>
                    <a:pt x="315481" y="641840"/>
                    <a:pt x="301883" y="647279"/>
                  </a:cubicBezTo>
                  <a:cubicBezTo>
                    <a:pt x="291004" y="649999"/>
                    <a:pt x="277405" y="652718"/>
                    <a:pt x="263807" y="652718"/>
                  </a:cubicBezTo>
                  <a:cubicBezTo>
                    <a:pt x="252929" y="652718"/>
                    <a:pt x="244770" y="649999"/>
                    <a:pt x="233891" y="649999"/>
                  </a:cubicBezTo>
                  <a:cubicBezTo>
                    <a:pt x="206694" y="649999"/>
                    <a:pt x="217573" y="652718"/>
                    <a:pt x="187657" y="652718"/>
                  </a:cubicBezTo>
                  <a:cubicBezTo>
                    <a:pt x="184937" y="660877"/>
                    <a:pt x="179498" y="666317"/>
                    <a:pt x="171339" y="669036"/>
                  </a:cubicBezTo>
                  <a:cubicBezTo>
                    <a:pt x="165900" y="671756"/>
                    <a:pt x="160460" y="671756"/>
                    <a:pt x="155021" y="671756"/>
                  </a:cubicBezTo>
                  <a:cubicBezTo>
                    <a:pt x="149581" y="671756"/>
                    <a:pt x="144142" y="674476"/>
                    <a:pt x="138703" y="674476"/>
                  </a:cubicBezTo>
                  <a:cubicBezTo>
                    <a:pt x="135983" y="674476"/>
                    <a:pt x="127824" y="677195"/>
                    <a:pt x="125105" y="677195"/>
                  </a:cubicBezTo>
                  <a:cubicBezTo>
                    <a:pt x="116946" y="677195"/>
                    <a:pt x="108787" y="671756"/>
                    <a:pt x="106067" y="671756"/>
                  </a:cubicBezTo>
                  <a:cubicBezTo>
                    <a:pt x="100628" y="669036"/>
                    <a:pt x="95188" y="663597"/>
                    <a:pt x="87029" y="658158"/>
                  </a:cubicBezTo>
                  <a:cubicBezTo>
                    <a:pt x="84310" y="655438"/>
                    <a:pt x="81590" y="655438"/>
                    <a:pt x="81590" y="652718"/>
                  </a:cubicBezTo>
                  <a:cubicBezTo>
                    <a:pt x="73431" y="652718"/>
                    <a:pt x="81590" y="652718"/>
                    <a:pt x="67992" y="652718"/>
                  </a:cubicBezTo>
                  <a:cubicBezTo>
                    <a:pt x="59833" y="652718"/>
                    <a:pt x="51674" y="652718"/>
                    <a:pt x="43515" y="652718"/>
                  </a:cubicBezTo>
                  <a:cubicBezTo>
                    <a:pt x="35356" y="652718"/>
                    <a:pt x="24477" y="652718"/>
                    <a:pt x="16318" y="647279"/>
                  </a:cubicBezTo>
                  <a:cubicBezTo>
                    <a:pt x="8159" y="644559"/>
                    <a:pt x="0" y="636401"/>
                    <a:pt x="0" y="630961"/>
                  </a:cubicBezTo>
                  <a:cubicBezTo>
                    <a:pt x="0" y="625522"/>
                    <a:pt x="0" y="622802"/>
                    <a:pt x="5439" y="620083"/>
                  </a:cubicBezTo>
                  <a:cubicBezTo>
                    <a:pt x="10879" y="617363"/>
                    <a:pt x="21758" y="614643"/>
                    <a:pt x="27197" y="611924"/>
                  </a:cubicBezTo>
                  <a:cubicBezTo>
                    <a:pt x="38076" y="609204"/>
                    <a:pt x="54393" y="609204"/>
                    <a:pt x="65272" y="609204"/>
                  </a:cubicBezTo>
                  <a:cubicBezTo>
                    <a:pt x="65272" y="601045"/>
                    <a:pt x="65272" y="592886"/>
                    <a:pt x="65272" y="584727"/>
                  </a:cubicBezTo>
                  <a:cubicBezTo>
                    <a:pt x="65272" y="541213"/>
                    <a:pt x="62552" y="500418"/>
                    <a:pt x="62552" y="456903"/>
                  </a:cubicBezTo>
                  <a:cubicBezTo>
                    <a:pt x="62552" y="440585"/>
                    <a:pt x="65272" y="397071"/>
                    <a:pt x="65272" y="337238"/>
                  </a:cubicBezTo>
                  <a:cubicBezTo>
                    <a:pt x="65272" y="293724"/>
                    <a:pt x="67992" y="247490"/>
                    <a:pt x="67992" y="203975"/>
                  </a:cubicBezTo>
                  <a:cubicBezTo>
                    <a:pt x="67992" y="179498"/>
                    <a:pt x="67992" y="149582"/>
                    <a:pt x="70712" y="119665"/>
                  </a:cubicBezTo>
                  <a:cubicBezTo>
                    <a:pt x="70712" y="103347"/>
                    <a:pt x="73431" y="84309"/>
                    <a:pt x="73431" y="67992"/>
                  </a:cubicBezTo>
                  <a:cubicBezTo>
                    <a:pt x="73431" y="67992"/>
                    <a:pt x="70712" y="67992"/>
                    <a:pt x="67992" y="67992"/>
                  </a:cubicBezTo>
                  <a:cubicBezTo>
                    <a:pt x="59833" y="67992"/>
                    <a:pt x="51674" y="67992"/>
                    <a:pt x="43515" y="67992"/>
                  </a:cubicBezTo>
                  <a:cubicBezTo>
                    <a:pt x="35356" y="67992"/>
                    <a:pt x="24477" y="67992"/>
                    <a:pt x="16318" y="62552"/>
                  </a:cubicBezTo>
                  <a:cubicBezTo>
                    <a:pt x="8159" y="59833"/>
                    <a:pt x="0" y="51674"/>
                    <a:pt x="0" y="46234"/>
                  </a:cubicBezTo>
                  <a:cubicBezTo>
                    <a:pt x="0" y="43515"/>
                    <a:pt x="0" y="38075"/>
                    <a:pt x="5439" y="35356"/>
                  </a:cubicBezTo>
                  <a:cubicBezTo>
                    <a:pt x="10879" y="32636"/>
                    <a:pt x="21758" y="29916"/>
                    <a:pt x="27197" y="27197"/>
                  </a:cubicBezTo>
                  <a:cubicBezTo>
                    <a:pt x="46234" y="24477"/>
                    <a:pt x="65272" y="21758"/>
                    <a:pt x="76151" y="21758"/>
                  </a:cubicBezTo>
                  <a:cubicBezTo>
                    <a:pt x="76151" y="19038"/>
                    <a:pt x="78871" y="16318"/>
                    <a:pt x="81590" y="13598"/>
                  </a:cubicBezTo>
                  <a:cubicBezTo>
                    <a:pt x="84310" y="10879"/>
                    <a:pt x="92469" y="5439"/>
                    <a:pt x="97908" y="5439"/>
                  </a:cubicBezTo>
                  <a:cubicBezTo>
                    <a:pt x="103347" y="2720"/>
                    <a:pt x="108787" y="0"/>
                    <a:pt x="114226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C7E78CC9-07D3-4E5F-9486-4571F99E25AF}"/>
                </a:ext>
              </a:extLst>
            </p:cNvPr>
            <p:cNvSpPr/>
            <p:nvPr/>
          </p:nvSpPr>
          <p:spPr>
            <a:xfrm>
              <a:off x="7310622" y="4197597"/>
              <a:ext cx="489539" cy="761503"/>
            </a:xfrm>
            <a:custGeom>
              <a:avLst/>
              <a:gdLst>
                <a:gd name="connsiteX0" fmla="*/ 433491 w 489538"/>
                <a:gd name="connsiteY0" fmla="*/ 651063 h 761503"/>
                <a:gd name="connsiteX1" fmla="*/ 438930 w 489538"/>
                <a:gd name="connsiteY1" fmla="*/ 661942 h 761503"/>
                <a:gd name="connsiteX2" fmla="*/ 425332 w 489538"/>
                <a:gd name="connsiteY2" fmla="*/ 683699 h 761503"/>
                <a:gd name="connsiteX3" fmla="*/ 400855 w 489538"/>
                <a:gd name="connsiteY3" fmla="*/ 691858 h 761503"/>
                <a:gd name="connsiteX4" fmla="*/ 343742 w 489538"/>
                <a:gd name="connsiteY4" fmla="*/ 700017 h 761503"/>
                <a:gd name="connsiteX5" fmla="*/ 316546 w 489538"/>
                <a:gd name="connsiteY5" fmla="*/ 705456 h 761503"/>
                <a:gd name="connsiteX6" fmla="*/ 275751 w 489538"/>
                <a:gd name="connsiteY6" fmla="*/ 705456 h 761503"/>
                <a:gd name="connsiteX7" fmla="*/ 264872 w 489538"/>
                <a:gd name="connsiteY7" fmla="*/ 708176 h 761503"/>
                <a:gd name="connsiteX8" fmla="*/ 253994 w 489538"/>
                <a:gd name="connsiteY8" fmla="*/ 708176 h 761503"/>
                <a:gd name="connsiteX9" fmla="*/ 240395 w 489538"/>
                <a:gd name="connsiteY9" fmla="*/ 719054 h 761503"/>
                <a:gd name="connsiteX10" fmla="*/ 224077 w 489538"/>
                <a:gd name="connsiteY10" fmla="*/ 721774 h 761503"/>
                <a:gd name="connsiteX11" fmla="*/ 205040 w 489538"/>
                <a:gd name="connsiteY11" fmla="*/ 724494 h 761503"/>
                <a:gd name="connsiteX12" fmla="*/ 191441 w 489538"/>
                <a:gd name="connsiteY12" fmla="*/ 727213 h 761503"/>
                <a:gd name="connsiteX13" fmla="*/ 169684 w 489538"/>
                <a:gd name="connsiteY13" fmla="*/ 721774 h 761503"/>
                <a:gd name="connsiteX14" fmla="*/ 150646 w 489538"/>
                <a:gd name="connsiteY14" fmla="*/ 708176 h 761503"/>
                <a:gd name="connsiteX15" fmla="*/ 139768 w 489538"/>
                <a:gd name="connsiteY15" fmla="*/ 708176 h 761503"/>
                <a:gd name="connsiteX16" fmla="*/ 120730 w 489538"/>
                <a:gd name="connsiteY16" fmla="*/ 708176 h 761503"/>
                <a:gd name="connsiteX17" fmla="*/ 98973 w 489538"/>
                <a:gd name="connsiteY17" fmla="*/ 708176 h 761503"/>
                <a:gd name="connsiteX18" fmla="*/ 74496 w 489538"/>
                <a:gd name="connsiteY18" fmla="*/ 702736 h 761503"/>
                <a:gd name="connsiteX19" fmla="*/ 58178 w 489538"/>
                <a:gd name="connsiteY19" fmla="*/ 683699 h 761503"/>
                <a:gd name="connsiteX20" fmla="*/ 63617 w 489538"/>
                <a:gd name="connsiteY20" fmla="*/ 675540 h 761503"/>
                <a:gd name="connsiteX21" fmla="*/ 85375 w 489538"/>
                <a:gd name="connsiteY21" fmla="*/ 667381 h 761503"/>
                <a:gd name="connsiteX22" fmla="*/ 128889 w 489538"/>
                <a:gd name="connsiteY22" fmla="*/ 661942 h 761503"/>
                <a:gd name="connsiteX23" fmla="*/ 128889 w 489538"/>
                <a:gd name="connsiteY23" fmla="*/ 602109 h 761503"/>
                <a:gd name="connsiteX24" fmla="*/ 126170 w 489538"/>
                <a:gd name="connsiteY24" fmla="*/ 523239 h 761503"/>
                <a:gd name="connsiteX25" fmla="*/ 126170 w 489538"/>
                <a:gd name="connsiteY25" fmla="*/ 468846 h 761503"/>
                <a:gd name="connsiteX26" fmla="*/ 123450 w 489538"/>
                <a:gd name="connsiteY26" fmla="*/ 409014 h 761503"/>
                <a:gd name="connsiteX27" fmla="*/ 123450 w 489538"/>
                <a:gd name="connsiteY27" fmla="*/ 384537 h 761503"/>
                <a:gd name="connsiteX28" fmla="*/ 126170 w 489538"/>
                <a:gd name="connsiteY28" fmla="*/ 349181 h 761503"/>
                <a:gd name="connsiteX29" fmla="*/ 126170 w 489538"/>
                <a:gd name="connsiteY29" fmla="*/ 324704 h 761503"/>
                <a:gd name="connsiteX30" fmla="*/ 128889 w 489538"/>
                <a:gd name="connsiteY30" fmla="*/ 292068 h 761503"/>
                <a:gd name="connsiteX31" fmla="*/ 134329 w 489538"/>
                <a:gd name="connsiteY31" fmla="*/ 234956 h 761503"/>
                <a:gd name="connsiteX32" fmla="*/ 134329 w 489538"/>
                <a:gd name="connsiteY32" fmla="*/ 172404 h 761503"/>
                <a:gd name="connsiteX33" fmla="*/ 137048 w 489538"/>
                <a:gd name="connsiteY33" fmla="*/ 123450 h 761503"/>
                <a:gd name="connsiteX34" fmla="*/ 123450 w 489538"/>
                <a:gd name="connsiteY34" fmla="*/ 123450 h 761503"/>
                <a:gd name="connsiteX35" fmla="*/ 101693 w 489538"/>
                <a:gd name="connsiteY35" fmla="*/ 123450 h 761503"/>
                <a:gd name="connsiteX36" fmla="*/ 77216 w 489538"/>
                <a:gd name="connsiteY36" fmla="*/ 118011 h 761503"/>
                <a:gd name="connsiteX37" fmla="*/ 60898 w 489538"/>
                <a:gd name="connsiteY37" fmla="*/ 98973 h 761503"/>
                <a:gd name="connsiteX38" fmla="*/ 66337 w 489538"/>
                <a:gd name="connsiteY38" fmla="*/ 90814 h 761503"/>
                <a:gd name="connsiteX39" fmla="*/ 88094 w 489538"/>
                <a:gd name="connsiteY39" fmla="*/ 82655 h 761503"/>
                <a:gd name="connsiteX40" fmla="*/ 145207 w 489538"/>
                <a:gd name="connsiteY40" fmla="*/ 77216 h 761503"/>
                <a:gd name="connsiteX41" fmla="*/ 145207 w 489538"/>
                <a:gd name="connsiteY41" fmla="*/ 77216 h 761503"/>
                <a:gd name="connsiteX42" fmla="*/ 153366 w 489538"/>
                <a:gd name="connsiteY42" fmla="*/ 69057 h 761503"/>
                <a:gd name="connsiteX43" fmla="*/ 177843 w 489538"/>
                <a:gd name="connsiteY43" fmla="*/ 60898 h 761503"/>
                <a:gd name="connsiteX44" fmla="*/ 196881 w 489538"/>
                <a:gd name="connsiteY44" fmla="*/ 58178 h 761503"/>
                <a:gd name="connsiteX45" fmla="*/ 205040 w 489538"/>
                <a:gd name="connsiteY45" fmla="*/ 58178 h 761503"/>
                <a:gd name="connsiteX46" fmla="*/ 215919 w 489538"/>
                <a:gd name="connsiteY46" fmla="*/ 63617 h 761503"/>
                <a:gd name="connsiteX47" fmla="*/ 229517 w 489538"/>
                <a:gd name="connsiteY47" fmla="*/ 69057 h 761503"/>
                <a:gd name="connsiteX48" fmla="*/ 256713 w 489538"/>
                <a:gd name="connsiteY48" fmla="*/ 77216 h 761503"/>
                <a:gd name="connsiteX49" fmla="*/ 264872 w 489538"/>
                <a:gd name="connsiteY49" fmla="*/ 77216 h 761503"/>
                <a:gd name="connsiteX50" fmla="*/ 281190 w 489538"/>
                <a:gd name="connsiteY50" fmla="*/ 77216 h 761503"/>
                <a:gd name="connsiteX51" fmla="*/ 330144 w 489538"/>
                <a:gd name="connsiteY51" fmla="*/ 77216 h 761503"/>
                <a:gd name="connsiteX52" fmla="*/ 357341 w 489538"/>
                <a:gd name="connsiteY52" fmla="*/ 79935 h 761503"/>
                <a:gd name="connsiteX53" fmla="*/ 387257 w 489538"/>
                <a:gd name="connsiteY53" fmla="*/ 82655 h 761503"/>
                <a:gd name="connsiteX54" fmla="*/ 406295 w 489538"/>
                <a:gd name="connsiteY54" fmla="*/ 85375 h 761503"/>
                <a:gd name="connsiteX55" fmla="*/ 417173 w 489538"/>
                <a:gd name="connsiteY55" fmla="*/ 79935 h 761503"/>
                <a:gd name="connsiteX56" fmla="*/ 425332 w 489538"/>
                <a:gd name="connsiteY56" fmla="*/ 85375 h 761503"/>
                <a:gd name="connsiteX57" fmla="*/ 433491 w 489538"/>
                <a:gd name="connsiteY57" fmla="*/ 104412 h 761503"/>
                <a:gd name="connsiteX58" fmla="*/ 436211 w 489538"/>
                <a:gd name="connsiteY58" fmla="*/ 137048 h 761503"/>
                <a:gd name="connsiteX59" fmla="*/ 438930 w 489538"/>
                <a:gd name="connsiteY59" fmla="*/ 183282 h 761503"/>
                <a:gd name="connsiteX60" fmla="*/ 422612 w 489538"/>
                <a:gd name="connsiteY60" fmla="*/ 218638 h 761503"/>
                <a:gd name="connsiteX61" fmla="*/ 406295 w 489538"/>
                <a:gd name="connsiteY61" fmla="*/ 213198 h 761503"/>
                <a:gd name="connsiteX62" fmla="*/ 398136 w 489538"/>
                <a:gd name="connsiteY62" fmla="*/ 196881 h 761503"/>
                <a:gd name="connsiteX63" fmla="*/ 395416 w 489538"/>
                <a:gd name="connsiteY63" fmla="*/ 175123 h 761503"/>
                <a:gd name="connsiteX64" fmla="*/ 395416 w 489538"/>
                <a:gd name="connsiteY64" fmla="*/ 153366 h 761503"/>
                <a:gd name="connsiteX65" fmla="*/ 395416 w 489538"/>
                <a:gd name="connsiteY65" fmla="*/ 126170 h 761503"/>
                <a:gd name="connsiteX66" fmla="*/ 370939 w 489538"/>
                <a:gd name="connsiteY66" fmla="*/ 128889 h 761503"/>
                <a:gd name="connsiteX67" fmla="*/ 338303 w 489538"/>
                <a:gd name="connsiteY67" fmla="*/ 131609 h 761503"/>
                <a:gd name="connsiteX68" fmla="*/ 286629 w 489538"/>
                <a:gd name="connsiteY68" fmla="*/ 134328 h 761503"/>
                <a:gd name="connsiteX69" fmla="*/ 273031 w 489538"/>
                <a:gd name="connsiteY69" fmla="*/ 137048 h 761503"/>
                <a:gd name="connsiteX70" fmla="*/ 262153 w 489538"/>
                <a:gd name="connsiteY70" fmla="*/ 142487 h 761503"/>
                <a:gd name="connsiteX71" fmla="*/ 259433 w 489538"/>
                <a:gd name="connsiteY71" fmla="*/ 153366 h 761503"/>
                <a:gd name="connsiteX72" fmla="*/ 262153 w 489538"/>
                <a:gd name="connsiteY72" fmla="*/ 166964 h 761503"/>
                <a:gd name="connsiteX73" fmla="*/ 262153 w 489538"/>
                <a:gd name="connsiteY73" fmla="*/ 196881 h 761503"/>
                <a:gd name="connsiteX74" fmla="*/ 262153 w 489538"/>
                <a:gd name="connsiteY74" fmla="*/ 215918 h 761503"/>
                <a:gd name="connsiteX75" fmla="*/ 262153 w 489538"/>
                <a:gd name="connsiteY75" fmla="*/ 251274 h 761503"/>
                <a:gd name="connsiteX76" fmla="*/ 259433 w 489538"/>
                <a:gd name="connsiteY76" fmla="*/ 278470 h 761503"/>
                <a:gd name="connsiteX77" fmla="*/ 259433 w 489538"/>
                <a:gd name="connsiteY77" fmla="*/ 308386 h 761503"/>
                <a:gd name="connsiteX78" fmla="*/ 259433 w 489538"/>
                <a:gd name="connsiteY78" fmla="*/ 321985 h 761503"/>
                <a:gd name="connsiteX79" fmla="*/ 259433 w 489538"/>
                <a:gd name="connsiteY79" fmla="*/ 332863 h 761503"/>
                <a:gd name="connsiteX80" fmla="*/ 267592 w 489538"/>
                <a:gd name="connsiteY80" fmla="*/ 335583 h 761503"/>
                <a:gd name="connsiteX81" fmla="*/ 281190 w 489538"/>
                <a:gd name="connsiteY81" fmla="*/ 335583 h 761503"/>
                <a:gd name="connsiteX82" fmla="*/ 327424 w 489538"/>
                <a:gd name="connsiteY82" fmla="*/ 338303 h 761503"/>
                <a:gd name="connsiteX83" fmla="*/ 351901 w 489538"/>
                <a:gd name="connsiteY83" fmla="*/ 341022 h 761503"/>
                <a:gd name="connsiteX84" fmla="*/ 351901 w 489538"/>
                <a:gd name="connsiteY84" fmla="*/ 335583 h 761503"/>
                <a:gd name="connsiteX85" fmla="*/ 351901 w 489538"/>
                <a:gd name="connsiteY85" fmla="*/ 313826 h 761503"/>
                <a:gd name="connsiteX86" fmla="*/ 357341 w 489538"/>
                <a:gd name="connsiteY86" fmla="*/ 289349 h 761503"/>
                <a:gd name="connsiteX87" fmla="*/ 373658 w 489538"/>
                <a:gd name="connsiteY87" fmla="*/ 273031 h 761503"/>
                <a:gd name="connsiteX88" fmla="*/ 381817 w 489538"/>
                <a:gd name="connsiteY88" fmla="*/ 278470 h 761503"/>
                <a:gd name="connsiteX89" fmla="*/ 389977 w 489538"/>
                <a:gd name="connsiteY89" fmla="*/ 300228 h 761503"/>
                <a:gd name="connsiteX90" fmla="*/ 395416 w 489538"/>
                <a:gd name="connsiteY90" fmla="*/ 351901 h 761503"/>
                <a:gd name="connsiteX91" fmla="*/ 398136 w 489538"/>
                <a:gd name="connsiteY91" fmla="*/ 409014 h 761503"/>
                <a:gd name="connsiteX92" fmla="*/ 381817 w 489538"/>
                <a:gd name="connsiteY92" fmla="*/ 444369 h 761503"/>
                <a:gd name="connsiteX93" fmla="*/ 365500 w 489538"/>
                <a:gd name="connsiteY93" fmla="*/ 438930 h 761503"/>
                <a:gd name="connsiteX94" fmla="*/ 357341 w 489538"/>
                <a:gd name="connsiteY94" fmla="*/ 422612 h 761503"/>
                <a:gd name="connsiteX95" fmla="*/ 354621 w 489538"/>
                <a:gd name="connsiteY95" fmla="*/ 400855 h 761503"/>
                <a:gd name="connsiteX96" fmla="*/ 354621 w 489538"/>
                <a:gd name="connsiteY96" fmla="*/ 381817 h 761503"/>
                <a:gd name="connsiteX97" fmla="*/ 270312 w 489538"/>
                <a:gd name="connsiteY97" fmla="*/ 381817 h 761503"/>
                <a:gd name="connsiteX98" fmla="*/ 256713 w 489538"/>
                <a:gd name="connsiteY98" fmla="*/ 395415 h 761503"/>
                <a:gd name="connsiteX99" fmla="*/ 253994 w 489538"/>
                <a:gd name="connsiteY99" fmla="*/ 422612 h 761503"/>
                <a:gd name="connsiteX100" fmla="*/ 253994 w 489538"/>
                <a:gd name="connsiteY100" fmla="*/ 433490 h 761503"/>
                <a:gd name="connsiteX101" fmla="*/ 253994 w 489538"/>
                <a:gd name="connsiteY101" fmla="*/ 449809 h 761503"/>
                <a:gd name="connsiteX102" fmla="*/ 256713 w 489538"/>
                <a:gd name="connsiteY102" fmla="*/ 474285 h 761503"/>
                <a:gd name="connsiteX103" fmla="*/ 256713 w 489538"/>
                <a:gd name="connsiteY103" fmla="*/ 496043 h 761503"/>
                <a:gd name="connsiteX104" fmla="*/ 259433 w 489538"/>
                <a:gd name="connsiteY104" fmla="*/ 534118 h 761503"/>
                <a:gd name="connsiteX105" fmla="*/ 259433 w 489538"/>
                <a:gd name="connsiteY105" fmla="*/ 591231 h 761503"/>
                <a:gd name="connsiteX106" fmla="*/ 262153 w 489538"/>
                <a:gd name="connsiteY106" fmla="*/ 618427 h 761503"/>
                <a:gd name="connsiteX107" fmla="*/ 267592 w 489538"/>
                <a:gd name="connsiteY107" fmla="*/ 648343 h 761503"/>
                <a:gd name="connsiteX108" fmla="*/ 292069 w 489538"/>
                <a:gd name="connsiteY108" fmla="*/ 651063 h 761503"/>
                <a:gd name="connsiteX109" fmla="*/ 327424 w 489538"/>
                <a:gd name="connsiteY109" fmla="*/ 651063 h 761503"/>
                <a:gd name="connsiteX110" fmla="*/ 362780 w 489538"/>
                <a:gd name="connsiteY110" fmla="*/ 653783 h 761503"/>
                <a:gd name="connsiteX111" fmla="*/ 395416 w 489538"/>
                <a:gd name="connsiteY111" fmla="*/ 648343 h 761503"/>
                <a:gd name="connsiteX112" fmla="*/ 395416 w 489538"/>
                <a:gd name="connsiteY112" fmla="*/ 618427 h 761503"/>
                <a:gd name="connsiteX113" fmla="*/ 395416 w 489538"/>
                <a:gd name="connsiteY113" fmla="*/ 596670 h 761503"/>
                <a:gd name="connsiteX114" fmla="*/ 398136 w 489538"/>
                <a:gd name="connsiteY114" fmla="*/ 574913 h 761503"/>
                <a:gd name="connsiteX115" fmla="*/ 406295 w 489538"/>
                <a:gd name="connsiteY115" fmla="*/ 558595 h 761503"/>
                <a:gd name="connsiteX116" fmla="*/ 422612 w 489538"/>
                <a:gd name="connsiteY116" fmla="*/ 553155 h 761503"/>
                <a:gd name="connsiteX117" fmla="*/ 438930 w 489538"/>
                <a:gd name="connsiteY117" fmla="*/ 588511 h 761503"/>
                <a:gd name="connsiteX118" fmla="*/ 436211 w 489538"/>
                <a:gd name="connsiteY118" fmla="*/ 645624 h 761503"/>
                <a:gd name="connsiteX119" fmla="*/ 433491 w 489538"/>
                <a:gd name="connsiteY119" fmla="*/ 651063 h 761503"/>
                <a:gd name="connsiteX120" fmla="*/ 433491 w 489538"/>
                <a:gd name="connsiteY120" fmla="*/ 651063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</a:cxnLst>
              <a:rect l="l" t="t" r="r" b="b"/>
              <a:pathLst>
                <a:path w="489538" h="761503">
                  <a:moveTo>
                    <a:pt x="433491" y="651063"/>
                  </a:moveTo>
                  <a:cubicBezTo>
                    <a:pt x="436211" y="653783"/>
                    <a:pt x="438930" y="656502"/>
                    <a:pt x="438930" y="661942"/>
                  </a:cubicBezTo>
                  <a:cubicBezTo>
                    <a:pt x="438930" y="670101"/>
                    <a:pt x="433491" y="678259"/>
                    <a:pt x="425332" y="683699"/>
                  </a:cubicBezTo>
                  <a:cubicBezTo>
                    <a:pt x="417173" y="689138"/>
                    <a:pt x="409014" y="689138"/>
                    <a:pt x="400855" y="691858"/>
                  </a:cubicBezTo>
                  <a:cubicBezTo>
                    <a:pt x="381817" y="694578"/>
                    <a:pt x="362780" y="694578"/>
                    <a:pt x="343742" y="700017"/>
                  </a:cubicBezTo>
                  <a:cubicBezTo>
                    <a:pt x="335583" y="702736"/>
                    <a:pt x="324705" y="702736"/>
                    <a:pt x="316546" y="705456"/>
                  </a:cubicBezTo>
                  <a:cubicBezTo>
                    <a:pt x="308387" y="705456"/>
                    <a:pt x="289349" y="705456"/>
                    <a:pt x="275751" y="705456"/>
                  </a:cubicBezTo>
                  <a:cubicBezTo>
                    <a:pt x="270312" y="705456"/>
                    <a:pt x="267592" y="708176"/>
                    <a:pt x="264872" y="708176"/>
                  </a:cubicBezTo>
                  <a:cubicBezTo>
                    <a:pt x="264872" y="708176"/>
                    <a:pt x="259433" y="708176"/>
                    <a:pt x="253994" y="708176"/>
                  </a:cubicBezTo>
                  <a:cubicBezTo>
                    <a:pt x="251274" y="713615"/>
                    <a:pt x="245835" y="716335"/>
                    <a:pt x="240395" y="719054"/>
                  </a:cubicBezTo>
                  <a:cubicBezTo>
                    <a:pt x="234956" y="721774"/>
                    <a:pt x="229517" y="721774"/>
                    <a:pt x="224077" y="721774"/>
                  </a:cubicBezTo>
                  <a:cubicBezTo>
                    <a:pt x="218638" y="721774"/>
                    <a:pt x="213199" y="724494"/>
                    <a:pt x="205040" y="724494"/>
                  </a:cubicBezTo>
                  <a:cubicBezTo>
                    <a:pt x="202320" y="724494"/>
                    <a:pt x="194161" y="727213"/>
                    <a:pt x="191441" y="727213"/>
                  </a:cubicBezTo>
                  <a:cubicBezTo>
                    <a:pt x="183282" y="727213"/>
                    <a:pt x="172404" y="721774"/>
                    <a:pt x="169684" y="721774"/>
                  </a:cubicBezTo>
                  <a:cubicBezTo>
                    <a:pt x="164245" y="719054"/>
                    <a:pt x="156086" y="713615"/>
                    <a:pt x="150646" y="708176"/>
                  </a:cubicBezTo>
                  <a:cubicBezTo>
                    <a:pt x="145207" y="708176"/>
                    <a:pt x="139768" y="708176"/>
                    <a:pt x="139768" y="708176"/>
                  </a:cubicBezTo>
                  <a:cubicBezTo>
                    <a:pt x="126170" y="708176"/>
                    <a:pt x="137048" y="708176"/>
                    <a:pt x="120730" y="708176"/>
                  </a:cubicBezTo>
                  <a:cubicBezTo>
                    <a:pt x="112571" y="708176"/>
                    <a:pt x="104412" y="708176"/>
                    <a:pt x="98973" y="708176"/>
                  </a:cubicBezTo>
                  <a:cubicBezTo>
                    <a:pt x="90814" y="708176"/>
                    <a:pt x="79936" y="708176"/>
                    <a:pt x="74496" y="702736"/>
                  </a:cubicBezTo>
                  <a:cubicBezTo>
                    <a:pt x="66337" y="700017"/>
                    <a:pt x="58178" y="689138"/>
                    <a:pt x="58178" y="683699"/>
                  </a:cubicBezTo>
                  <a:cubicBezTo>
                    <a:pt x="58178" y="680979"/>
                    <a:pt x="58178" y="678259"/>
                    <a:pt x="63617" y="675540"/>
                  </a:cubicBezTo>
                  <a:cubicBezTo>
                    <a:pt x="69057" y="672820"/>
                    <a:pt x="77216" y="670101"/>
                    <a:pt x="85375" y="667381"/>
                  </a:cubicBezTo>
                  <a:cubicBezTo>
                    <a:pt x="98973" y="664661"/>
                    <a:pt x="115291" y="664661"/>
                    <a:pt x="128889" y="661942"/>
                  </a:cubicBezTo>
                  <a:cubicBezTo>
                    <a:pt x="128889" y="645624"/>
                    <a:pt x="128889" y="623866"/>
                    <a:pt x="128889" y="602109"/>
                  </a:cubicBezTo>
                  <a:cubicBezTo>
                    <a:pt x="128889" y="566754"/>
                    <a:pt x="128889" y="531398"/>
                    <a:pt x="126170" y="523239"/>
                  </a:cubicBezTo>
                  <a:cubicBezTo>
                    <a:pt x="126170" y="517800"/>
                    <a:pt x="126170" y="487884"/>
                    <a:pt x="126170" y="468846"/>
                  </a:cubicBezTo>
                  <a:cubicBezTo>
                    <a:pt x="126170" y="449809"/>
                    <a:pt x="123450" y="430771"/>
                    <a:pt x="123450" y="409014"/>
                  </a:cubicBezTo>
                  <a:cubicBezTo>
                    <a:pt x="123450" y="400855"/>
                    <a:pt x="123450" y="392696"/>
                    <a:pt x="123450" y="384537"/>
                  </a:cubicBezTo>
                  <a:cubicBezTo>
                    <a:pt x="123450" y="373658"/>
                    <a:pt x="126170" y="360060"/>
                    <a:pt x="126170" y="349181"/>
                  </a:cubicBezTo>
                  <a:cubicBezTo>
                    <a:pt x="126170" y="341022"/>
                    <a:pt x="126170" y="332863"/>
                    <a:pt x="126170" y="324704"/>
                  </a:cubicBezTo>
                  <a:cubicBezTo>
                    <a:pt x="126170" y="313826"/>
                    <a:pt x="126170" y="302947"/>
                    <a:pt x="128889" y="292068"/>
                  </a:cubicBezTo>
                  <a:cubicBezTo>
                    <a:pt x="131609" y="273031"/>
                    <a:pt x="134329" y="253993"/>
                    <a:pt x="134329" y="234956"/>
                  </a:cubicBezTo>
                  <a:cubicBezTo>
                    <a:pt x="134329" y="213198"/>
                    <a:pt x="134329" y="191441"/>
                    <a:pt x="134329" y="172404"/>
                  </a:cubicBezTo>
                  <a:cubicBezTo>
                    <a:pt x="134329" y="156086"/>
                    <a:pt x="134329" y="139768"/>
                    <a:pt x="137048" y="123450"/>
                  </a:cubicBezTo>
                  <a:cubicBezTo>
                    <a:pt x="131609" y="123450"/>
                    <a:pt x="134329" y="123450"/>
                    <a:pt x="123450" y="123450"/>
                  </a:cubicBezTo>
                  <a:cubicBezTo>
                    <a:pt x="115291" y="123450"/>
                    <a:pt x="107132" y="123450"/>
                    <a:pt x="101693" y="123450"/>
                  </a:cubicBezTo>
                  <a:cubicBezTo>
                    <a:pt x="93534" y="123450"/>
                    <a:pt x="82655" y="123450"/>
                    <a:pt x="77216" y="118011"/>
                  </a:cubicBezTo>
                  <a:cubicBezTo>
                    <a:pt x="69057" y="115291"/>
                    <a:pt x="60898" y="101693"/>
                    <a:pt x="60898" y="98973"/>
                  </a:cubicBezTo>
                  <a:cubicBezTo>
                    <a:pt x="60898" y="96253"/>
                    <a:pt x="60898" y="93534"/>
                    <a:pt x="66337" y="90814"/>
                  </a:cubicBezTo>
                  <a:cubicBezTo>
                    <a:pt x="71777" y="88094"/>
                    <a:pt x="79936" y="85375"/>
                    <a:pt x="88094" y="82655"/>
                  </a:cubicBezTo>
                  <a:cubicBezTo>
                    <a:pt x="104412" y="79935"/>
                    <a:pt x="131609" y="77216"/>
                    <a:pt x="145207" y="77216"/>
                  </a:cubicBezTo>
                  <a:cubicBezTo>
                    <a:pt x="145207" y="77216"/>
                    <a:pt x="145207" y="77216"/>
                    <a:pt x="145207" y="77216"/>
                  </a:cubicBezTo>
                  <a:cubicBezTo>
                    <a:pt x="145207" y="74496"/>
                    <a:pt x="150646" y="71776"/>
                    <a:pt x="153366" y="69057"/>
                  </a:cubicBezTo>
                  <a:cubicBezTo>
                    <a:pt x="161525" y="63617"/>
                    <a:pt x="169684" y="63617"/>
                    <a:pt x="177843" y="60898"/>
                  </a:cubicBezTo>
                  <a:cubicBezTo>
                    <a:pt x="183282" y="58178"/>
                    <a:pt x="191441" y="58178"/>
                    <a:pt x="196881" y="58178"/>
                  </a:cubicBezTo>
                  <a:cubicBezTo>
                    <a:pt x="199600" y="58178"/>
                    <a:pt x="202320" y="58178"/>
                    <a:pt x="205040" y="58178"/>
                  </a:cubicBezTo>
                  <a:cubicBezTo>
                    <a:pt x="207759" y="58178"/>
                    <a:pt x="213199" y="60898"/>
                    <a:pt x="215919" y="63617"/>
                  </a:cubicBezTo>
                  <a:cubicBezTo>
                    <a:pt x="221358" y="66337"/>
                    <a:pt x="224077" y="66337"/>
                    <a:pt x="229517" y="69057"/>
                  </a:cubicBezTo>
                  <a:cubicBezTo>
                    <a:pt x="237675" y="71776"/>
                    <a:pt x="245835" y="77216"/>
                    <a:pt x="256713" y="77216"/>
                  </a:cubicBezTo>
                  <a:cubicBezTo>
                    <a:pt x="259433" y="77216"/>
                    <a:pt x="262153" y="77216"/>
                    <a:pt x="264872" y="77216"/>
                  </a:cubicBezTo>
                  <a:cubicBezTo>
                    <a:pt x="270312" y="77216"/>
                    <a:pt x="275751" y="77216"/>
                    <a:pt x="281190" y="77216"/>
                  </a:cubicBezTo>
                  <a:cubicBezTo>
                    <a:pt x="292069" y="77216"/>
                    <a:pt x="321985" y="77216"/>
                    <a:pt x="330144" y="77216"/>
                  </a:cubicBezTo>
                  <a:cubicBezTo>
                    <a:pt x="338303" y="77216"/>
                    <a:pt x="349182" y="77216"/>
                    <a:pt x="357341" y="79935"/>
                  </a:cubicBezTo>
                  <a:cubicBezTo>
                    <a:pt x="368219" y="79935"/>
                    <a:pt x="379098" y="82655"/>
                    <a:pt x="387257" y="82655"/>
                  </a:cubicBezTo>
                  <a:cubicBezTo>
                    <a:pt x="392696" y="82655"/>
                    <a:pt x="400855" y="85375"/>
                    <a:pt x="406295" y="85375"/>
                  </a:cubicBezTo>
                  <a:cubicBezTo>
                    <a:pt x="409014" y="82655"/>
                    <a:pt x="414453" y="79935"/>
                    <a:pt x="417173" y="79935"/>
                  </a:cubicBezTo>
                  <a:cubicBezTo>
                    <a:pt x="419893" y="79935"/>
                    <a:pt x="422612" y="79935"/>
                    <a:pt x="425332" y="85375"/>
                  </a:cubicBezTo>
                  <a:cubicBezTo>
                    <a:pt x="428052" y="90814"/>
                    <a:pt x="433491" y="98973"/>
                    <a:pt x="433491" y="104412"/>
                  </a:cubicBezTo>
                  <a:cubicBezTo>
                    <a:pt x="436211" y="131609"/>
                    <a:pt x="436211" y="120730"/>
                    <a:pt x="436211" y="137048"/>
                  </a:cubicBezTo>
                  <a:cubicBezTo>
                    <a:pt x="438930" y="158805"/>
                    <a:pt x="438930" y="158805"/>
                    <a:pt x="438930" y="183282"/>
                  </a:cubicBezTo>
                  <a:cubicBezTo>
                    <a:pt x="438930" y="194161"/>
                    <a:pt x="438930" y="218638"/>
                    <a:pt x="422612" y="218638"/>
                  </a:cubicBezTo>
                  <a:cubicBezTo>
                    <a:pt x="414453" y="218638"/>
                    <a:pt x="411734" y="215918"/>
                    <a:pt x="406295" y="213198"/>
                  </a:cubicBezTo>
                  <a:cubicBezTo>
                    <a:pt x="400855" y="210479"/>
                    <a:pt x="398136" y="202320"/>
                    <a:pt x="398136" y="196881"/>
                  </a:cubicBezTo>
                  <a:cubicBezTo>
                    <a:pt x="395416" y="188722"/>
                    <a:pt x="395416" y="183282"/>
                    <a:pt x="395416" y="175123"/>
                  </a:cubicBezTo>
                  <a:cubicBezTo>
                    <a:pt x="395416" y="169684"/>
                    <a:pt x="395416" y="164245"/>
                    <a:pt x="395416" y="153366"/>
                  </a:cubicBezTo>
                  <a:cubicBezTo>
                    <a:pt x="395416" y="145207"/>
                    <a:pt x="395416" y="134328"/>
                    <a:pt x="395416" y="126170"/>
                  </a:cubicBezTo>
                  <a:cubicBezTo>
                    <a:pt x="387257" y="128889"/>
                    <a:pt x="379098" y="128889"/>
                    <a:pt x="370939" y="128889"/>
                  </a:cubicBezTo>
                  <a:cubicBezTo>
                    <a:pt x="360060" y="128889"/>
                    <a:pt x="349182" y="128889"/>
                    <a:pt x="338303" y="131609"/>
                  </a:cubicBezTo>
                  <a:cubicBezTo>
                    <a:pt x="327424" y="131609"/>
                    <a:pt x="319265" y="134328"/>
                    <a:pt x="286629" y="134328"/>
                  </a:cubicBezTo>
                  <a:cubicBezTo>
                    <a:pt x="281190" y="134328"/>
                    <a:pt x="278470" y="134328"/>
                    <a:pt x="273031" y="137048"/>
                  </a:cubicBezTo>
                  <a:cubicBezTo>
                    <a:pt x="270312" y="137048"/>
                    <a:pt x="264872" y="137048"/>
                    <a:pt x="262153" y="142487"/>
                  </a:cubicBezTo>
                  <a:cubicBezTo>
                    <a:pt x="259433" y="145207"/>
                    <a:pt x="259433" y="150647"/>
                    <a:pt x="259433" y="153366"/>
                  </a:cubicBezTo>
                  <a:cubicBezTo>
                    <a:pt x="259433" y="158805"/>
                    <a:pt x="259433" y="164245"/>
                    <a:pt x="262153" y="166964"/>
                  </a:cubicBezTo>
                  <a:cubicBezTo>
                    <a:pt x="262153" y="177843"/>
                    <a:pt x="262153" y="186002"/>
                    <a:pt x="262153" y="196881"/>
                  </a:cubicBezTo>
                  <a:cubicBezTo>
                    <a:pt x="262153" y="202320"/>
                    <a:pt x="262153" y="210479"/>
                    <a:pt x="262153" y="215918"/>
                  </a:cubicBezTo>
                  <a:cubicBezTo>
                    <a:pt x="262153" y="229516"/>
                    <a:pt x="262153" y="240395"/>
                    <a:pt x="262153" y="251274"/>
                  </a:cubicBezTo>
                  <a:cubicBezTo>
                    <a:pt x="262153" y="259433"/>
                    <a:pt x="259433" y="270311"/>
                    <a:pt x="259433" y="278470"/>
                  </a:cubicBezTo>
                  <a:cubicBezTo>
                    <a:pt x="259433" y="289349"/>
                    <a:pt x="259433" y="297508"/>
                    <a:pt x="259433" y="308386"/>
                  </a:cubicBezTo>
                  <a:cubicBezTo>
                    <a:pt x="259433" y="313826"/>
                    <a:pt x="259433" y="319265"/>
                    <a:pt x="259433" y="321985"/>
                  </a:cubicBezTo>
                  <a:cubicBezTo>
                    <a:pt x="259433" y="324704"/>
                    <a:pt x="259433" y="330144"/>
                    <a:pt x="259433" y="332863"/>
                  </a:cubicBezTo>
                  <a:cubicBezTo>
                    <a:pt x="262153" y="335583"/>
                    <a:pt x="264872" y="335583"/>
                    <a:pt x="267592" y="335583"/>
                  </a:cubicBezTo>
                  <a:cubicBezTo>
                    <a:pt x="273031" y="335583"/>
                    <a:pt x="275751" y="335583"/>
                    <a:pt x="281190" y="335583"/>
                  </a:cubicBezTo>
                  <a:cubicBezTo>
                    <a:pt x="311107" y="335583"/>
                    <a:pt x="319265" y="335583"/>
                    <a:pt x="327424" y="338303"/>
                  </a:cubicBezTo>
                  <a:cubicBezTo>
                    <a:pt x="335583" y="341022"/>
                    <a:pt x="343742" y="341022"/>
                    <a:pt x="351901" y="341022"/>
                  </a:cubicBezTo>
                  <a:cubicBezTo>
                    <a:pt x="351901" y="338303"/>
                    <a:pt x="351901" y="338303"/>
                    <a:pt x="351901" y="335583"/>
                  </a:cubicBezTo>
                  <a:cubicBezTo>
                    <a:pt x="351901" y="327424"/>
                    <a:pt x="351901" y="319265"/>
                    <a:pt x="351901" y="313826"/>
                  </a:cubicBezTo>
                  <a:cubicBezTo>
                    <a:pt x="351901" y="305667"/>
                    <a:pt x="351901" y="294788"/>
                    <a:pt x="357341" y="289349"/>
                  </a:cubicBezTo>
                  <a:cubicBezTo>
                    <a:pt x="360060" y="281190"/>
                    <a:pt x="368219" y="273031"/>
                    <a:pt x="373658" y="273031"/>
                  </a:cubicBezTo>
                  <a:cubicBezTo>
                    <a:pt x="376378" y="273031"/>
                    <a:pt x="379098" y="273031"/>
                    <a:pt x="381817" y="278470"/>
                  </a:cubicBezTo>
                  <a:cubicBezTo>
                    <a:pt x="384537" y="283909"/>
                    <a:pt x="387257" y="292068"/>
                    <a:pt x="389977" y="300228"/>
                  </a:cubicBezTo>
                  <a:cubicBezTo>
                    <a:pt x="392696" y="316545"/>
                    <a:pt x="392696" y="335583"/>
                    <a:pt x="395416" y="351901"/>
                  </a:cubicBezTo>
                  <a:cubicBezTo>
                    <a:pt x="398136" y="373658"/>
                    <a:pt x="398136" y="384537"/>
                    <a:pt x="398136" y="409014"/>
                  </a:cubicBezTo>
                  <a:cubicBezTo>
                    <a:pt x="398136" y="422612"/>
                    <a:pt x="398136" y="444369"/>
                    <a:pt x="381817" y="444369"/>
                  </a:cubicBezTo>
                  <a:cubicBezTo>
                    <a:pt x="373658" y="444369"/>
                    <a:pt x="370939" y="441650"/>
                    <a:pt x="365500" y="438930"/>
                  </a:cubicBezTo>
                  <a:cubicBezTo>
                    <a:pt x="360060" y="436210"/>
                    <a:pt x="357341" y="428051"/>
                    <a:pt x="357341" y="422612"/>
                  </a:cubicBezTo>
                  <a:cubicBezTo>
                    <a:pt x="354621" y="414453"/>
                    <a:pt x="354621" y="409014"/>
                    <a:pt x="354621" y="400855"/>
                  </a:cubicBezTo>
                  <a:cubicBezTo>
                    <a:pt x="354621" y="395415"/>
                    <a:pt x="354621" y="389976"/>
                    <a:pt x="354621" y="381817"/>
                  </a:cubicBezTo>
                  <a:cubicBezTo>
                    <a:pt x="335583" y="381817"/>
                    <a:pt x="308387" y="384537"/>
                    <a:pt x="270312" y="381817"/>
                  </a:cubicBezTo>
                  <a:cubicBezTo>
                    <a:pt x="262153" y="381817"/>
                    <a:pt x="256713" y="387256"/>
                    <a:pt x="256713" y="395415"/>
                  </a:cubicBezTo>
                  <a:cubicBezTo>
                    <a:pt x="256713" y="403574"/>
                    <a:pt x="256713" y="414453"/>
                    <a:pt x="253994" y="422612"/>
                  </a:cubicBezTo>
                  <a:cubicBezTo>
                    <a:pt x="253994" y="425332"/>
                    <a:pt x="253994" y="430771"/>
                    <a:pt x="253994" y="433490"/>
                  </a:cubicBezTo>
                  <a:cubicBezTo>
                    <a:pt x="253994" y="438930"/>
                    <a:pt x="253994" y="444369"/>
                    <a:pt x="253994" y="449809"/>
                  </a:cubicBezTo>
                  <a:cubicBezTo>
                    <a:pt x="253994" y="457967"/>
                    <a:pt x="256713" y="466126"/>
                    <a:pt x="256713" y="474285"/>
                  </a:cubicBezTo>
                  <a:cubicBezTo>
                    <a:pt x="256713" y="482444"/>
                    <a:pt x="256713" y="490603"/>
                    <a:pt x="256713" y="496043"/>
                  </a:cubicBezTo>
                  <a:cubicBezTo>
                    <a:pt x="256713" y="509641"/>
                    <a:pt x="259433" y="520520"/>
                    <a:pt x="259433" y="534118"/>
                  </a:cubicBezTo>
                  <a:cubicBezTo>
                    <a:pt x="259433" y="553155"/>
                    <a:pt x="259433" y="572193"/>
                    <a:pt x="259433" y="591231"/>
                  </a:cubicBezTo>
                  <a:cubicBezTo>
                    <a:pt x="259433" y="602109"/>
                    <a:pt x="262153" y="610268"/>
                    <a:pt x="262153" y="618427"/>
                  </a:cubicBezTo>
                  <a:cubicBezTo>
                    <a:pt x="264872" y="626586"/>
                    <a:pt x="262153" y="642904"/>
                    <a:pt x="267592" y="648343"/>
                  </a:cubicBezTo>
                  <a:cubicBezTo>
                    <a:pt x="270312" y="651063"/>
                    <a:pt x="275751" y="651063"/>
                    <a:pt x="292069" y="651063"/>
                  </a:cubicBezTo>
                  <a:cubicBezTo>
                    <a:pt x="305667" y="651063"/>
                    <a:pt x="319265" y="651063"/>
                    <a:pt x="327424" y="651063"/>
                  </a:cubicBezTo>
                  <a:cubicBezTo>
                    <a:pt x="338303" y="651063"/>
                    <a:pt x="351901" y="653783"/>
                    <a:pt x="362780" y="653783"/>
                  </a:cubicBezTo>
                  <a:cubicBezTo>
                    <a:pt x="376378" y="653783"/>
                    <a:pt x="384537" y="651063"/>
                    <a:pt x="395416" y="648343"/>
                  </a:cubicBezTo>
                  <a:cubicBezTo>
                    <a:pt x="395416" y="637465"/>
                    <a:pt x="395416" y="629306"/>
                    <a:pt x="395416" y="618427"/>
                  </a:cubicBezTo>
                  <a:cubicBezTo>
                    <a:pt x="395416" y="610268"/>
                    <a:pt x="395416" y="602109"/>
                    <a:pt x="395416" y="596670"/>
                  </a:cubicBezTo>
                  <a:cubicBezTo>
                    <a:pt x="395416" y="591231"/>
                    <a:pt x="395416" y="585791"/>
                    <a:pt x="398136" y="574913"/>
                  </a:cubicBezTo>
                  <a:cubicBezTo>
                    <a:pt x="400855" y="569473"/>
                    <a:pt x="400855" y="564034"/>
                    <a:pt x="406295" y="558595"/>
                  </a:cubicBezTo>
                  <a:cubicBezTo>
                    <a:pt x="411734" y="553155"/>
                    <a:pt x="414453" y="553155"/>
                    <a:pt x="422612" y="553155"/>
                  </a:cubicBezTo>
                  <a:cubicBezTo>
                    <a:pt x="436211" y="553155"/>
                    <a:pt x="438930" y="577632"/>
                    <a:pt x="438930" y="588511"/>
                  </a:cubicBezTo>
                  <a:cubicBezTo>
                    <a:pt x="438930" y="612988"/>
                    <a:pt x="438930" y="623866"/>
                    <a:pt x="436211" y="645624"/>
                  </a:cubicBezTo>
                  <a:cubicBezTo>
                    <a:pt x="433491" y="648343"/>
                    <a:pt x="433491" y="648343"/>
                    <a:pt x="433491" y="651063"/>
                  </a:cubicBezTo>
                  <a:lnTo>
                    <a:pt x="433491" y="651063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283C7F09-BDBA-419E-A82F-29A47CF06020}"/>
                </a:ext>
              </a:extLst>
            </p:cNvPr>
            <p:cNvSpPr/>
            <p:nvPr/>
          </p:nvSpPr>
          <p:spPr>
            <a:xfrm>
              <a:off x="7912732" y="4250336"/>
              <a:ext cx="465062" cy="658157"/>
            </a:xfrm>
            <a:custGeom>
              <a:avLst/>
              <a:gdLst>
                <a:gd name="connsiteX0" fmla="*/ 193096 w 465062"/>
                <a:gd name="connsiteY0" fmla="*/ 59832 h 658157"/>
                <a:gd name="connsiteX1" fmla="*/ 193096 w 465062"/>
                <a:gd name="connsiteY1" fmla="*/ 114226 h 658157"/>
                <a:gd name="connsiteX2" fmla="*/ 198536 w 465062"/>
                <a:gd name="connsiteY2" fmla="*/ 209414 h 658157"/>
                <a:gd name="connsiteX3" fmla="*/ 201255 w 465062"/>
                <a:gd name="connsiteY3" fmla="*/ 282845 h 658157"/>
                <a:gd name="connsiteX4" fmla="*/ 203975 w 465062"/>
                <a:gd name="connsiteY4" fmla="*/ 315481 h 658157"/>
                <a:gd name="connsiteX5" fmla="*/ 203975 w 465062"/>
                <a:gd name="connsiteY5" fmla="*/ 320920 h 658157"/>
                <a:gd name="connsiteX6" fmla="*/ 212134 w 465062"/>
                <a:gd name="connsiteY6" fmla="*/ 329079 h 658157"/>
                <a:gd name="connsiteX7" fmla="*/ 223013 w 465062"/>
                <a:gd name="connsiteY7" fmla="*/ 329079 h 658157"/>
                <a:gd name="connsiteX8" fmla="*/ 239331 w 465062"/>
                <a:gd name="connsiteY8" fmla="*/ 329079 h 658157"/>
                <a:gd name="connsiteX9" fmla="*/ 280126 w 465062"/>
                <a:gd name="connsiteY9" fmla="*/ 312761 h 658157"/>
                <a:gd name="connsiteX10" fmla="*/ 296443 w 465062"/>
                <a:gd name="connsiteY10" fmla="*/ 288284 h 658157"/>
                <a:gd name="connsiteX11" fmla="*/ 304602 w 465062"/>
                <a:gd name="connsiteY11" fmla="*/ 258368 h 658157"/>
                <a:gd name="connsiteX12" fmla="*/ 312761 w 465062"/>
                <a:gd name="connsiteY12" fmla="*/ 225732 h 658157"/>
                <a:gd name="connsiteX13" fmla="*/ 315481 w 465062"/>
                <a:gd name="connsiteY13" fmla="*/ 195816 h 658157"/>
                <a:gd name="connsiteX14" fmla="*/ 318201 w 465062"/>
                <a:gd name="connsiteY14" fmla="*/ 168619 h 658157"/>
                <a:gd name="connsiteX15" fmla="*/ 312761 w 465062"/>
                <a:gd name="connsiteY15" fmla="*/ 135983 h 658157"/>
                <a:gd name="connsiteX16" fmla="*/ 312761 w 465062"/>
                <a:gd name="connsiteY16" fmla="*/ 122385 h 658157"/>
                <a:gd name="connsiteX17" fmla="*/ 293724 w 465062"/>
                <a:gd name="connsiteY17" fmla="*/ 84309 h 658157"/>
                <a:gd name="connsiteX18" fmla="*/ 280126 w 465062"/>
                <a:gd name="connsiteY18" fmla="*/ 73430 h 658157"/>
                <a:gd name="connsiteX19" fmla="*/ 258368 w 465062"/>
                <a:gd name="connsiteY19" fmla="*/ 62552 h 658157"/>
                <a:gd name="connsiteX20" fmla="*/ 217573 w 465062"/>
                <a:gd name="connsiteY20" fmla="*/ 59832 h 658157"/>
                <a:gd name="connsiteX21" fmla="*/ 111506 w 465062"/>
                <a:gd name="connsiteY21" fmla="*/ 0 h 658157"/>
                <a:gd name="connsiteX22" fmla="*/ 127824 w 465062"/>
                <a:gd name="connsiteY22" fmla="*/ 0 h 658157"/>
                <a:gd name="connsiteX23" fmla="*/ 157741 w 465062"/>
                <a:gd name="connsiteY23" fmla="*/ 5440 h 658157"/>
                <a:gd name="connsiteX24" fmla="*/ 179497 w 465062"/>
                <a:gd name="connsiteY24" fmla="*/ 16318 h 658157"/>
                <a:gd name="connsiteX25" fmla="*/ 209414 w 465062"/>
                <a:gd name="connsiteY25" fmla="*/ 16318 h 658157"/>
                <a:gd name="connsiteX26" fmla="*/ 247489 w 465062"/>
                <a:gd name="connsiteY26" fmla="*/ 16318 h 658157"/>
                <a:gd name="connsiteX27" fmla="*/ 266527 w 465062"/>
                <a:gd name="connsiteY27" fmla="*/ 16318 h 658157"/>
                <a:gd name="connsiteX28" fmla="*/ 312761 w 465062"/>
                <a:gd name="connsiteY28" fmla="*/ 27197 h 658157"/>
                <a:gd name="connsiteX29" fmla="*/ 337238 w 465062"/>
                <a:gd name="connsiteY29" fmla="*/ 38075 h 658157"/>
                <a:gd name="connsiteX30" fmla="*/ 364434 w 465062"/>
                <a:gd name="connsiteY30" fmla="*/ 54393 h 658157"/>
                <a:gd name="connsiteX31" fmla="*/ 386192 w 465062"/>
                <a:gd name="connsiteY31" fmla="*/ 73431 h 658157"/>
                <a:gd name="connsiteX32" fmla="*/ 407949 w 465062"/>
                <a:gd name="connsiteY32" fmla="*/ 103347 h 658157"/>
                <a:gd name="connsiteX33" fmla="*/ 416108 w 465062"/>
                <a:gd name="connsiteY33" fmla="*/ 141422 h 658157"/>
                <a:gd name="connsiteX34" fmla="*/ 418828 w 465062"/>
                <a:gd name="connsiteY34" fmla="*/ 163179 h 658157"/>
                <a:gd name="connsiteX35" fmla="*/ 418828 w 465062"/>
                <a:gd name="connsiteY35" fmla="*/ 171339 h 658157"/>
                <a:gd name="connsiteX36" fmla="*/ 421547 w 465062"/>
                <a:gd name="connsiteY36" fmla="*/ 187656 h 658157"/>
                <a:gd name="connsiteX37" fmla="*/ 418828 w 465062"/>
                <a:gd name="connsiteY37" fmla="*/ 206694 h 658157"/>
                <a:gd name="connsiteX38" fmla="*/ 416108 w 465062"/>
                <a:gd name="connsiteY38" fmla="*/ 233891 h 658157"/>
                <a:gd name="connsiteX39" fmla="*/ 405229 w 465062"/>
                <a:gd name="connsiteY39" fmla="*/ 263807 h 658157"/>
                <a:gd name="connsiteX40" fmla="*/ 394351 w 465062"/>
                <a:gd name="connsiteY40" fmla="*/ 274686 h 658157"/>
                <a:gd name="connsiteX41" fmla="*/ 388912 w 465062"/>
                <a:gd name="connsiteY41" fmla="*/ 285564 h 658157"/>
                <a:gd name="connsiteX42" fmla="*/ 369874 w 465062"/>
                <a:gd name="connsiteY42" fmla="*/ 304602 h 658157"/>
                <a:gd name="connsiteX43" fmla="*/ 358995 w 465062"/>
                <a:gd name="connsiteY43" fmla="*/ 310041 h 658157"/>
                <a:gd name="connsiteX44" fmla="*/ 348117 w 465062"/>
                <a:gd name="connsiteY44" fmla="*/ 320920 h 658157"/>
                <a:gd name="connsiteX45" fmla="*/ 326359 w 465062"/>
                <a:gd name="connsiteY45" fmla="*/ 339957 h 658157"/>
                <a:gd name="connsiteX46" fmla="*/ 312761 w 465062"/>
                <a:gd name="connsiteY46" fmla="*/ 353555 h 658157"/>
                <a:gd name="connsiteX47" fmla="*/ 337238 w 465062"/>
                <a:gd name="connsiteY47" fmla="*/ 380752 h 658157"/>
                <a:gd name="connsiteX48" fmla="*/ 358995 w 465062"/>
                <a:gd name="connsiteY48" fmla="*/ 421547 h 658157"/>
                <a:gd name="connsiteX49" fmla="*/ 372593 w 465062"/>
                <a:gd name="connsiteY49" fmla="*/ 459622 h 658157"/>
                <a:gd name="connsiteX50" fmla="*/ 386192 w 465062"/>
                <a:gd name="connsiteY50" fmla="*/ 514015 h 658157"/>
                <a:gd name="connsiteX51" fmla="*/ 407949 w 465062"/>
                <a:gd name="connsiteY51" fmla="*/ 568408 h 658157"/>
                <a:gd name="connsiteX52" fmla="*/ 421547 w 465062"/>
                <a:gd name="connsiteY52" fmla="*/ 598324 h 658157"/>
                <a:gd name="connsiteX53" fmla="*/ 451463 w 465062"/>
                <a:gd name="connsiteY53" fmla="*/ 628241 h 658157"/>
                <a:gd name="connsiteX54" fmla="*/ 465062 w 465062"/>
                <a:gd name="connsiteY54" fmla="*/ 644559 h 658157"/>
                <a:gd name="connsiteX55" fmla="*/ 462342 w 465062"/>
                <a:gd name="connsiteY55" fmla="*/ 649998 h 658157"/>
                <a:gd name="connsiteX56" fmla="*/ 437865 w 465062"/>
                <a:gd name="connsiteY56" fmla="*/ 658157 h 658157"/>
                <a:gd name="connsiteX57" fmla="*/ 361715 w 465062"/>
                <a:gd name="connsiteY57" fmla="*/ 622801 h 658157"/>
                <a:gd name="connsiteX58" fmla="*/ 320920 w 465062"/>
                <a:gd name="connsiteY58" fmla="*/ 565689 h 658157"/>
                <a:gd name="connsiteX59" fmla="*/ 304602 w 465062"/>
                <a:gd name="connsiteY59" fmla="*/ 530333 h 658157"/>
                <a:gd name="connsiteX60" fmla="*/ 293723 w 465062"/>
                <a:gd name="connsiteY60" fmla="*/ 497697 h 658157"/>
                <a:gd name="connsiteX61" fmla="*/ 282845 w 465062"/>
                <a:gd name="connsiteY61" fmla="*/ 462342 h 658157"/>
                <a:gd name="connsiteX62" fmla="*/ 269246 w 465062"/>
                <a:gd name="connsiteY62" fmla="*/ 424267 h 658157"/>
                <a:gd name="connsiteX63" fmla="*/ 255648 w 465062"/>
                <a:gd name="connsiteY63" fmla="*/ 391631 h 658157"/>
                <a:gd name="connsiteX64" fmla="*/ 236610 w 465062"/>
                <a:gd name="connsiteY64" fmla="*/ 367154 h 658157"/>
                <a:gd name="connsiteX65" fmla="*/ 217573 w 465062"/>
                <a:gd name="connsiteY65" fmla="*/ 361714 h 658157"/>
                <a:gd name="connsiteX66" fmla="*/ 201255 w 465062"/>
                <a:gd name="connsiteY66" fmla="*/ 361714 h 658157"/>
                <a:gd name="connsiteX67" fmla="*/ 198535 w 465062"/>
                <a:gd name="connsiteY67" fmla="*/ 367154 h 658157"/>
                <a:gd name="connsiteX68" fmla="*/ 201255 w 465062"/>
                <a:gd name="connsiteY68" fmla="*/ 388911 h 658157"/>
                <a:gd name="connsiteX69" fmla="*/ 198535 w 465062"/>
                <a:gd name="connsiteY69" fmla="*/ 426986 h 658157"/>
                <a:gd name="connsiteX70" fmla="*/ 203975 w 465062"/>
                <a:gd name="connsiteY70" fmla="*/ 478660 h 658157"/>
                <a:gd name="connsiteX71" fmla="*/ 198535 w 465062"/>
                <a:gd name="connsiteY71" fmla="*/ 552090 h 658157"/>
                <a:gd name="connsiteX72" fmla="*/ 195816 w 465062"/>
                <a:gd name="connsiteY72" fmla="*/ 576567 h 658157"/>
                <a:gd name="connsiteX73" fmla="*/ 198535 w 465062"/>
                <a:gd name="connsiteY73" fmla="*/ 592885 h 658157"/>
                <a:gd name="connsiteX74" fmla="*/ 233891 w 465062"/>
                <a:gd name="connsiteY74" fmla="*/ 592885 h 658157"/>
                <a:gd name="connsiteX75" fmla="*/ 271966 w 465062"/>
                <a:gd name="connsiteY75" fmla="*/ 611923 h 658157"/>
                <a:gd name="connsiteX76" fmla="*/ 266527 w 465062"/>
                <a:gd name="connsiteY76" fmla="*/ 628241 h 658157"/>
                <a:gd name="connsiteX77" fmla="*/ 250209 w 465062"/>
                <a:gd name="connsiteY77" fmla="*/ 636400 h 658157"/>
                <a:gd name="connsiteX78" fmla="*/ 228451 w 465062"/>
                <a:gd name="connsiteY78" fmla="*/ 639119 h 658157"/>
                <a:gd name="connsiteX79" fmla="*/ 187657 w 465062"/>
                <a:gd name="connsiteY79" fmla="*/ 639119 h 658157"/>
                <a:gd name="connsiteX80" fmla="*/ 152301 w 465062"/>
                <a:gd name="connsiteY80" fmla="*/ 652717 h 658157"/>
                <a:gd name="connsiteX81" fmla="*/ 133263 w 465062"/>
                <a:gd name="connsiteY81" fmla="*/ 655437 h 658157"/>
                <a:gd name="connsiteX82" fmla="*/ 122385 w 465062"/>
                <a:gd name="connsiteY82" fmla="*/ 652717 h 658157"/>
                <a:gd name="connsiteX83" fmla="*/ 97908 w 465062"/>
                <a:gd name="connsiteY83" fmla="*/ 639119 h 658157"/>
                <a:gd name="connsiteX84" fmla="*/ 70711 w 465062"/>
                <a:gd name="connsiteY84" fmla="*/ 639119 h 658157"/>
                <a:gd name="connsiteX85" fmla="*/ 46234 w 465062"/>
                <a:gd name="connsiteY85" fmla="*/ 639119 h 658157"/>
                <a:gd name="connsiteX86" fmla="*/ 19038 w 465062"/>
                <a:gd name="connsiteY86" fmla="*/ 630960 h 658157"/>
                <a:gd name="connsiteX87" fmla="*/ 2720 w 465062"/>
                <a:gd name="connsiteY87" fmla="*/ 614642 h 658157"/>
                <a:gd name="connsiteX88" fmla="*/ 8159 w 465062"/>
                <a:gd name="connsiteY88" fmla="*/ 606483 h 658157"/>
                <a:gd name="connsiteX89" fmla="*/ 29916 w 465062"/>
                <a:gd name="connsiteY89" fmla="*/ 598324 h 658157"/>
                <a:gd name="connsiteX90" fmla="*/ 76151 w 465062"/>
                <a:gd name="connsiteY90" fmla="*/ 592885 h 658157"/>
                <a:gd name="connsiteX91" fmla="*/ 73431 w 465062"/>
                <a:gd name="connsiteY91" fmla="*/ 573848 h 658157"/>
                <a:gd name="connsiteX92" fmla="*/ 70711 w 465062"/>
                <a:gd name="connsiteY92" fmla="*/ 500417 h 658157"/>
                <a:gd name="connsiteX93" fmla="*/ 73431 w 465062"/>
                <a:gd name="connsiteY93" fmla="*/ 437865 h 658157"/>
                <a:gd name="connsiteX94" fmla="*/ 70711 w 465062"/>
                <a:gd name="connsiteY94" fmla="*/ 369873 h 658157"/>
                <a:gd name="connsiteX95" fmla="*/ 70711 w 465062"/>
                <a:gd name="connsiteY95" fmla="*/ 293723 h 658157"/>
                <a:gd name="connsiteX96" fmla="*/ 73431 w 465062"/>
                <a:gd name="connsiteY96" fmla="*/ 212133 h 658157"/>
                <a:gd name="connsiteX97" fmla="*/ 76151 w 465062"/>
                <a:gd name="connsiteY97" fmla="*/ 155021 h 658157"/>
                <a:gd name="connsiteX98" fmla="*/ 76151 w 465062"/>
                <a:gd name="connsiteY98" fmla="*/ 119665 h 658157"/>
                <a:gd name="connsiteX99" fmla="*/ 78870 w 465062"/>
                <a:gd name="connsiteY99" fmla="*/ 84310 h 658157"/>
                <a:gd name="connsiteX100" fmla="*/ 76151 w 465062"/>
                <a:gd name="connsiteY100" fmla="*/ 62552 h 658157"/>
                <a:gd name="connsiteX101" fmla="*/ 67992 w 465062"/>
                <a:gd name="connsiteY101" fmla="*/ 62552 h 658157"/>
                <a:gd name="connsiteX102" fmla="*/ 43515 w 465062"/>
                <a:gd name="connsiteY102" fmla="*/ 62552 h 658157"/>
                <a:gd name="connsiteX103" fmla="*/ 16318 w 465062"/>
                <a:gd name="connsiteY103" fmla="*/ 57113 h 658157"/>
                <a:gd name="connsiteX104" fmla="*/ 0 w 465062"/>
                <a:gd name="connsiteY104" fmla="*/ 40795 h 658157"/>
                <a:gd name="connsiteX105" fmla="*/ 5439 w 465062"/>
                <a:gd name="connsiteY105" fmla="*/ 32636 h 658157"/>
                <a:gd name="connsiteX106" fmla="*/ 27197 w 465062"/>
                <a:gd name="connsiteY106" fmla="*/ 24477 h 658157"/>
                <a:gd name="connsiteX107" fmla="*/ 76151 w 465062"/>
                <a:gd name="connsiteY107" fmla="*/ 19038 h 658157"/>
                <a:gd name="connsiteX108" fmla="*/ 78870 w 465062"/>
                <a:gd name="connsiteY108" fmla="*/ 13598 h 658157"/>
                <a:gd name="connsiteX109" fmla="*/ 95188 w 465062"/>
                <a:gd name="connsiteY109" fmla="*/ 5440 h 658157"/>
                <a:gd name="connsiteX110" fmla="*/ 111506 w 465062"/>
                <a:gd name="connsiteY110" fmla="*/ 0 h 658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</a:cxnLst>
              <a:rect l="l" t="t" r="r" b="b"/>
              <a:pathLst>
                <a:path w="465062" h="658157">
                  <a:moveTo>
                    <a:pt x="193096" y="59832"/>
                  </a:moveTo>
                  <a:cubicBezTo>
                    <a:pt x="193096" y="73430"/>
                    <a:pt x="193096" y="89748"/>
                    <a:pt x="193096" y="114226"/>
                  </a:cubicBezTo>
                  <a:cubicBezTo>
                    <a:pt x="193096" y="144142"/>
                    <a:pt x="195816" y="176778"/>
                    <a:pt x="198536" y="209414"/>
                  </a:cubicBezTo>
                  <a:cubicBezTo>
                    <a:pt x="198536" y="247489"/>
                    <a:pt x="201255" y="277406"/>
                    <a:pt x="201255" y="282845"/>
                  </a:cubicBezTo>
                  <a:cubicBezTo>
                    <a:pt x="201255" y="293723"/>
                    <a:pt x="203975" y="304602"/>
                    <a:pt x="203975" y="315481"/>
                  </a:cubicBezTo>
                  <a:cubicBezTo>
                    <a:pt x="203975" y="318200"/>
                    <a:pt x="203975" y="318200"/>
                    <a:pt x="203975" y="320920"/>
                  </a:cubicBezTo>
                  <a:cubicBezTo>
                    <a:pt x="203975" y="326359"/>
                    <a:pt x="206695" y="329079"/>
                    <a:pt x="212134" y="329079"/>
                  </a:cubicBezTo>
                  <a:cubicBezTo>
                    <a:pt x="214854" y="329079"/>
                    <a:pt x="220293" y="329079"/>
                    <a:pt x="223013" y="329079"/>
                  </a:cubicBezTo>
                  <a:cubicBezTo>
                    <a:pt x="228452" y="329079"/>
                    <a:pt x="233891" y="329079"/>
                    <a:pt x="239331" y="329079"/>
                  </a:cubicBezTo>
                  <a:cubicBezTo>
                    <a:pt x="252929" y="329079"/>
                    <a:pt x="271967" y="323640"/>
                    <a:pt x="280126" y="312761"/>
                  </a:cubicBezTo>
                  <a:cubicBezTo>
                    <a:pt x="288284" y="304602"/>
                    <a:pt x="291004" y="299163"/>
                    <a:pt x="296443" y="288284"/>
                  </a:cubicBezTo>
                  <a:cubicBezTo>
                    <a:pt x="299163" y="277406"/>
                    <a:pt x="301883" y="269247"/>
                    <a:pt x="304602" y="258368"/>
                  </a:cubicBezTo>
                  <a:cubicBezTo>
                    <a:pt x="307322" y="244770"/>
                    <a:pt x="310042" y="239330"/>
                    <a:pt x="312761" y="225732"/>
                  </a:cubicBezTo>
                  <a:cubicBezTo>
                    <a:pt x="315481" y="212134"/>
                    <a:pt x="315481" y="209414"/>
                    <a:pt x="315481" y="195816"/>
                  </a:cubicBezTo>
                  <a:cubicBezTo>
                    <a:pt x="315481" y="179498"/>
                    <a:pt x="315481" y="184937"/>
                    <a:pt x="318201" y="168619"/>
                  </a:cubicBezTo>
                  <a:cubicBezTo>
                    <a:pt x="312761" y="152302"/>
                    <a:pt x="312761" y="149582"/>
                    <a:pt x="312761" y="135983"/>
                  </a:cubicBezTo>
                  <a:cubicBezTo>
                    <a:pt x="312761" y="133264"/>
                    <a:pt x="312761" y="127825"/>
                    <a:pt x="312761" y="122385"/>
                  </a:cubicBezTo>
                  <a:cubicBezTo>
                    <a:pt x="312761" y="111507"/>
                    <a:pt x="301883" y="95188"/>
                    <a:pt x="293724" y="84309"/>
                  </a:cubicBezTo>
                  <a:cubicBezTo>
                    <a:pt x="288284" y="78870"/>
                    <a:pt x="285565" y="76150"/>
                    <a:pt x="280126" y="73430"/>
                  </a:cubicBezTo>
                  <a:cubicBezTo>
                    <a:pt x="271967" y="67991"/>
                    <a:pt x="266527" y="65271"/>
                    <a:pt x="258368" y="62552"/>
                  </a:cubicBezTo>
                  <a:cubicBezTo>
                    <a:pt x="244770" y="59832"/>
                    <a:pt x="228452" y="59832"/>
                    <a:pt x="217573" y="59832"/>
                  </a:cubicBezTo>
                  <a:close/>
                  <a:moveTo>
                    <a:pt x="111506" y="0"/>
                  </a:moveTo>
                  <a:cubicBezTo>
                    <a:pt x="114226" y="0"/>
                    <a:pt x="122385" y="0"/>
                    <a:pt x="127824" y="0"/>
                  </a:cubicBezTo>
                  <a:cubicBezTo>
                    <a:pt x="135983" y="0"/>
                    <a:pt x="146862" y="2720"/>
                    <a:pt x="157741" y="5440"/>
                  </a:cubicBezTo>
                  <a:cubicBezTo>
                    <a:pt x="168619" y="8159"/>
                    <a:pt x="176778" y="10879"/>
                    <a:pt x="179497" y="16318"/>
                  </a:cubicBezTo>
                  <a:cubicBezTo>
                    <a:pt x="193096" y="16318"/>
                    <a:pt x="201255" y="16318"/>
                    <a:pt x="209414" y="16318"/>
                  </a:cubicBezTo>
                  <a:cubicBezTo>
                    <a:pt x="220292" y="16318"/>
                    <a:pt x="231171" y="16318"/>
                    <a:pt x="247489" y="16318"/>
                  </a:cubicBezTo>
                  <a:cubicBezTo>
                    <a:pt x="250209" y="16318"/>
                    <a:pt x="258368" y="16318"/>
                    <a:pt x="266527" y="16318"/>
                  </a:cubicBezTo>
                  <a:cubicBezTo>
                    <a:pt x="277405" y="16318"/>
                    <a:pt x="291004" y="21758"/>
                    <a:pt x="312761" y="27197"/>
                  </a:cubicBezTo>
                  <a:cubicBezTo>
                    <a:pt x="320920" y="29917"/>
                    <a:pt x="329079" y="35356"/>
                    <a:pt x="337238" y="38075"/>
                  </a:cubicBezTo>
                  <a:cubicBezTo>
                    <a:pt x="342677" y="40795"/>
                    <a:pt x="353556" y="48954"/>
                    <a:pt x="364434" y="54393"/>
                  </a:cubicBezTo>
                  <a:cubicBezTo>
                    <a:pt x="375313" y="62552"/>
                    <a:pt x="386192" y="67992"/>
                    <a:pt x="386192" y="73431"/>
                  </a:cubicBezTo>
                  <a:cubicBezTo>
                    <a:pt x="391631" y="84310"/>
                    <a:pt x="402510" y="92469"/>
                    <a:pt x="407949" y="103347"/>
                  </a:cubicBezTo>
                  <a:cubicBezTo>
                    <a:pt x="413388" y="116945"/>
                    <a:pt x="416108" y="130544"/>
                    <a:pt x="416108" y="141422"/>
                  </a:cubicBezTo>
                  <a:cubicBezTo>
                    <a:pt x="416108" y="152301"/>
                    <a:pt x="418828" y="157740"/>
                    <a:pt x="418828" y="163179"/>
                  </a:cubicBezTo>
                  <a:cubicBezTo>
                    <a:pt x="418828" y="165899"/>
                    <a:pt x="418828" y="168619"/>
                    <a:pt x="418828" y="171339"/>
                  </a:cubicBezTo>
                  <a:cubicBezTo>
                    <a:pt x="418828" y="174058"/>
                    <a:pt x="421547" y="182217"/>
                    <a:pt x="421547" y="187656"/>
                  </a:cubicBezTo>
                  <a:cubicBezTo>
                    <a:pt x="421547" y="193096"/>
                    <a:pt x="418828" y="201255"/>
                    <a:pt x="418828" y="206694"/>
                  </a:cubicBezTo>
                  <a:cubicBezTo>
                    <a:pt x="418828" y="217573"/>
                    <a:pt x="418828" y="223012"/>
                    <a:pt x="416108" y="233891"/>
                  </a:cubicBezTo>
                  <a:cubicBezTo>
                    <a:pt x="413388" y="244769"/>
                    <a:pt x="410668" y="255648"/>
                    <a:pt x="405229" y="263807"/>
                  </a:cubicBezTo>
                  <a:cubicBezTo>
                    <a:pt x="402510" y="269246"/>
                    <a:pt x="397070" y="269246"/>
                    <a:pt x="394351" y="274686"/>
                  </a:cubicBezTo>
                  <a:cubicBezTo>
                    <a:pt x="391631" y="277405"/>
                    <a:pt x="391631" y="282844"/>
                    <a:pt x="388912" y="285564"/>
                  </a:cubicBezTo>
                  <a:cubicBezTo>
                    <a:pt x="383472" y="291003"/>
                    <a:pt x="375313" y="301882"/>
                    <a:pt x="369874" y="304602"/>
                  </a:cubicBezTo>
                  <a:cubicBezTo>
                    <a:pt x="367154" y="307321"/>
                    <a:pt x="361715" y="307321"/>
                    <a:pt x="358995" y="310041"/>
                  </a:cubicBezTo>
                  <a:cubicBezTo>
                    <a:pt x="356275" y="312761"/>
                    <a:pt x="350836" y="318200"/>
                    <a:pt x="348117" y="320920"/>
                  </a:cubicBezTo>
                  <a:cubicBezTo>
                    <a:pt x="339958" y="326359"/>
                    <a:pt x="334518" y="334518"/>
                    <a:pt x="326359" y="339957"/>
                  </a:cubicBezTo>
                  <a:cubicBezTo>
                    <a:pt x="320920" y="342677"/>
                    <a:pt x="312761" y="342677"/>
                    <a:pt x="312761" y="353555"/>
                  </a:cubicBezTo>
                  <a:cubicBezTo>
                    <a:pt x="312761" y="361714"/>
                    <a:pt x="334518" y="372593"/>
                    <a:pt x="337238" y="380752"/>
                  </a:cubicBezTo>
                  <a:cubicBezTo>
                    <a:pt x="345397" y="394350"/>
                    <a:pt x="353556" y="407948"/>
                    <a:pt x="358995" y="421547"/>
                  </a:cubicBezTo>
                  <a:cubicBezTo>
                    <a:pt x="364434" y="435145"/>
                    <a:pt x="367154" y="446024"/>
                    <a:pt x="372593" y="459622"/>
                  </a:cubicBezTo>
                  <a:cubicBezTo>
                    <a:pt x="378033" y="478660"/>
                    <a:pt x="383472" y="494978"/>
                    <a:pt x="386192" y="514015"/>
                  </a:cubicBezTo>
                  <a:cubicBezTo>
                    <a:pt x="391631" y="533053"/>
                    <a:pt x="402510" y="549371"/>
                    <a:pt x="407949" y="568408"/>
                  </a:cubicBezTo>
                  <a:cubicBezTo>
                    <a:pt x="410668" y="579287"/>
                    <a:pt x="416108" y="590165"/>
                    <a:pt x="421547" y="598324"/>
                  </a:cubicBezTo>
                  <a:cubicBezTo>
                    <a:pt x="435146" y="614642"/>
                    <a:pt x="443305" y="622801"/>
                    <a:pt x="451463" y="628241"/>
                  </a:cubicBezTo>
                  <a:cubicBezTo>
                    <a:pt x="456903" y="630960"/>
                    <a:pt x="465062" y="636400"/>
                    <a:pt x="465062" y="644559"/>
                  </a:cubicBezTo>
                  <a:cubicBezTo>
                    <a:pt x="465062" y="647278"/>
                    <a:pt x="465062" y="647278"/>
                    <a:pt x="462342" y="649998"/>
                  </a:cubicBezTo>
                  <a:cubicBezTo>
                    <a:pt x="456903" y="655437"/>
                    <a:pt x="446024" y="658157"/>
                    <a:pt x="437865" y="658157"/>
                  </a:cubicBezTo>
                  <a:cubicBezTo>
                    <a:pt x="413388" y="658157"/>
                    <a:pt x="378033" y="641839"/>
                    <a:pt x="361715" y="622801"/>
                  </a:cubicBezTo>
                  <a:cubicBezTo>
                    <a:pt x="345397" y="606483"/>
                    <a:pt x="334518" y="584726"/>
                    <a:pt x="320920" y="565689"/>
                  </a:cubicBezTo>
                  <a:cubicBezTo>
                    <a:pt x="315480" y="554810"/>
                    <a:pt x="310041" y="543931"/>
                    <a:pt x="304602" y="530333"/>
                  </a:cubicBezTo>
                  <a:cubicBezTo>
                    <a:pt x="299163" y="519454"/>
                    <a:pt x="296443" y="508576"/>
                    <a:pt x="293723" y="497697"/>
                  </a:cubicBezTo>
                  <a:cubicBezTo>
                    <a:pt x="291004" y="486819"/>
                    <a:pt x="288284" y="473220"/>
                    <a:pt x="282845" y="462342"/>
                  </a:cubicBezTo>
                  <a:cubicBezTo>
                    <a:pt x="280125" y="448743"/>
                    <a:pt x="274686" y="437865"/>
                    <a:pt x="269246" y="424267"/>
                  </a:cubicBezTo>
                  <a:cubicBezTo>
                    <a:pt x="266527" y="416108"/>
                    <a:pt x="261087" y="402509"/>
                    <a:pt x="255648" y="391631"/>
                  </a:cubicBezTo>
                  <a:cubicBezTo>
                    <a:pt x="250209" y="380752"/>
                    <a:pt x="244770" y="375313"/>
                    <a:pt x="236610" y="367154"/>
                  </a:cubicBezTo>
                  <a:cubicBezTo>
                    <a:pt x="231171" y="361714"/>
                    <a:pt x="223012" y="361714"/>
                    <a:pt x="217573" y="361714"/>
                  </a:cubicBezTo>
                  <a:cubicBezTo>
                    <a:pt x="212134" y="361714"/>
                    <a:pt x="206694" y="361714"/>
                    <a:pt x="201255" y="361714"/>
                  </a:cubicBezTo>
                  <a:cubicBezTo>
                    <a:pt x="198535" y="361714"/>
                    <a:pt x="198535" y="364434"/>
                    <a:pt x="198535" y="367154"/>
                  </a:cubicBezTo>
                  <a:cubicBezTo>
                    <a:pt x="198535" y="375313"/>
                    <a:pt x="201255" y="386191"/>
                    <a:pt x="201255" y="388911"/>
                  </a:cubicBezTo>
                  <a:cubicBezTo>
                    <a:pt x="201255" y="402509"/>
                    <a:pt x="198535" y="413388"/>
                    <a:pt x="198535" y="426986"/>
                  </a:cubicBezTo>
                  <a:cubicBezTo>
                    <a:pt x="198535" y="446024"/>
                    <a:pt x="203975" y="456902"/>
                    <a:pt x="203975" y="478660"/>
                  </a:cubicBezTo>
                  <a:cubicBezTo>
                    <a:pt x="203975" y="503136"/>
                    <a:pt x="201255" y="527613"/>
                    <a:pt x="198535" y="552090"/>
                  </a:cubicBezTo>
                  <a:cubicBezTo>
                    <a:pt x="198535" y="560249"/>
                    <a:pt x="195816" y="568408"/>
                    <a:pt x="195816" y="576567"/>
                  </a:cubicBezTo>
                  <a:cubicBezTo>
                    <a:pt x="195816" y="582006"/>
                    <a:pt x="195816" y="587446"/>
                    <a:pt x="198535" y="592885"/>
                  </a:cubicBezTo>
                  <a:cubicBezTo>
                    <a:pt x="212134" y="592885"/>
                    <a:pt x="225732" y="592885"/>
                    <a:pt x="233891" y="592885"/>
                  </a:cubicBezTo>
                  <a:cubicBezTo>
                    <a:pt x="247489" y="592885"/>
                    <a:pt x="271966" y="592885"/>
                    <a:pt x="271966" y="611923"/>
                  </a:cubicBezTo>
                  <a:cubicBezTo>
                    <a:pt x="271966" y="620082"/>
                    <a:pt x="269246" y="622801"/>
                    <a:pt x="266527" y="628241"/>
                  </a:cubicBezTo>
                  <a:cubicBezTo>
                    <a:pt x="261087" y="633680"/>
                    <a:pt x="255648" y="636400"/>
                    <a:pt x="250209" y="636400"/>
                  </a:cubicBezTo>
                  <a:cubicBezTo>
                    <a:pt x="239330" y="639119"/>
                    <a:pt x="233891" y="639119"/>
                    <a:pt x="228451" y="639119"/>
                  </a:cubicBezTo>
                  <a:cubicBezTo>
                    <a:pt x="223012" y="639119"/>
                    <a:pt x="206694" y="639119"/>
                    <a:pt x="187657" y="639119"/>
                  </a:cubicBezTo>
                  <a:cubicBezTo>
                    <a:pt x="176778" y="647278"/>
                    <a:pt x="163180" y="649998"/>
                    <a:pt x="152301" y="652717"/>
                  </a:cubicBezTo>
                  <a:cubicBezTo>
                    <a:pt x="146862" y="652717"/>
                    <a:pt x="138703" y="655437"/>
                    <a:pt x="133263" y="655437"/>
                  </a:cubicBezTo>
                  <a:cubicBezTo>
                    <a:pt x="130544" y="655437"/>
                    <a:pt x="125104" y="655437"/>
                    <a:pt x="122385" y="652717"/>
                  </a:cubicBezTo>
                  <a:cubicBezTo>
                    <a:pt x="114226" y="649998"/>
                    <a:pt x="103347" y="644559"/>
                    <a:pt x="97908" y="639119"/>
                  </a:cubicBezTo>
                  <a:cubicBezTo>
                    <a:pt x="87029" y="639119"/>
                    <a:pt x="78870" y="639119"/>
                    <a:pt x="70711" y="639119"/>
                  </a:cubicBezTo>
                  <a:cubicBezTo>
                    <a:pt x="62552" y="639119"/>
                    <a:pt x="54393" y="639119"/>
                    <a:pt x="46234" y="639119"/>
                  </a:cubicBezTo>
                  <a:cubicBezTo>
                    <a:pt x="38075" y="639119"/>
                    <a:pt x="27197" y="633680"/>
                    <a:pt x="19038" y="630960"/>
                  </a:cubicBezTo>
                  <a:cubicBezTo>
                    <a:pt x="10879" y="628241"/>
                    <a:pt x="2720" y="620082"/>
                    <a:pt x="2720" y="614642"/>
                  </a:cubicBezTo>
                  <a:cubicBezTo>
                    <a:pt x="2720" y="611923"/>
                    <a:pt x="2720" y="609203"/>
                    <a:pt x="8159" y="606483"/>
                  </a:cubicBezTo>
                  <a:cubicBezTo>
                    <a:pt x="13599" y="603764"/>
                    <a:pt x="24477" y="601044"/>
                    <a:pt x="29916" y="598324"/>
                  </a:cubicBezTo>
                  <a:cubicBezTo>
                    <a:pt x="43515" y="595605"/>
                    <a:pt x="62552" y="595605"/>
                    <a:pt x="76151" y="592885"/>
                  </a:cubicBezTo>
                  <a:cubicBezTo>
                    <a:pt x="76151" y="587446"/>
                    <a:pt x="73431" y="582006"/>
                    <a:pt x="73431" y="573848"/>
                  </a:cubicBezTo>
                  <a:cubicBezTo>
                    <a:pt x="73431" y="565689"/>
                    <a:pt x="70711" y="516735"/>
                    <a:pt x="70711" y="500417"/>
                  </a:cubicBezTo>
                  <a:cubicBezTo>
                    <a:pt x="70711" y="481379"/>
                    <a:pt x="73431" y="456902"/>
                    <a:pt x="73431" y="437865"/>
                  </a:cubicBezTo>
                  <a:cubicBezTo>
                    <a:pt x="73431" y="416108"/>
                    <a:pt x="70711" y="391631"/>
                    <a:pt x="70711" y="369873"/>
                  </a:cubicBezTo>
                  <a:cubicBezTo>
                    <a:pt x="70711" y="345397"/>
                    <a:pt x="70711" y="318200"/>
                    <a:pt x="70711" y="293723"/>
                  </a:cubicBezTo>
                  <a:cubicBezTo>
                    <a:pt x="70711" y="266526"/>
                    <a:pt x="73431" y="239330"/>
                    <a:pt x="73431" y="212133"/>
                  </a:cubicBezTo>
                  <a:cubicBezTo>
                    <a:pt x="73431" y="187656"/>
                    <a:pt x="76151" y="179498"/>
                    <a:pt x="76151" y="155021"/>
                  </a:cubicBezTo>
                  <a:cubicBezTo>
                    <a:pt x="76151" y="144142"/>
                    <a:pt x="76151" y="130544"/>
                    <a:pt x="76151" y="119665"/>
                  </a:cubicBezTo>
                  <a:cubicBezTo>
                    <a:pt x="76151" y="106067"/>
                    <a:pt x="78870" y="95188"/>
                    <a:pt x="78870" y="84310"/>
                  </a:cubicBezTo>
                  <a:cubicBezTo>
                    <a:pt x="78870" y="78870"/>
                    <a:pt x="78870" y="70711"/>
                    <a:pt x="76151" y="62552"/>
                  </a:cubicBezTo>
                  <a:cubicBezTo>
                    <a:pt x="76151" y="62552"/>
                    <a:pt x="73431" y="62552"/>
                    <a:pt x="67992" y="62552"/>
                  </a:cubicBezTo>
                  <a:cubicBezTo>
                    <a:pt x="59833" y="62552"/>
                    <a:pt x="51674" y="62552"/>
                    <a:pt x="43515" y="62552"/>
                  </a:cubicBezTo>
                  <a:cubicBezTo>
                    <a:pt x="35356" y="62552"/>
                    <a:pt x="24477" y="59833"/>
                    <a:pt x="16318" y="57113"/>
                  </a:cubicBezTo>
                  <a:cubicBezTo>
                    <a:pt x="8159" y="54393"/>
                    <a:pt x="0" y="43515"/>
                    <a:pt x="0" y="40795"/>
                  </a:cubicBezTo>
                  <a:cubicBezTo>
                    <a:pt x="0" y="38075"/>
                    <a:pt x="0" y="35356"/>
                    <a:pt x="5439" y="32636"/>
                  </a:cubicBezTo>
                  <a:cubicBezTo>
                    <a:pt x="10879" y="29917"/>
                    <a:pt x="21758" y="27197"/>
                    <a:pt x="27197" y="24477"/>
                  </a:cubicBezTo>
                  <a:cubicBezTo>
                    <a:pt x="46234" y="21758"/>
                    <a:pt x="62552" y="19038"/>
                    <a:pt x="76151" y="19038"/>
                  </a:cubicBezTo>
                  <a:cubicBezTo>
                    <a:pt x="76151" y="16318"/>
                    <a:pt x="78870" y="16318"/>
                    <a:pt x="78870" y="13598"/>
                  </a:cubicBezTo>
                  <a:cubicBezTo>
                    <a:pt x="84309" y="10879"/>
                    <a:pt x="89749" y="8159"/>
                    <a:pt x="95188" y="5440"/>
                  </a:cubicBezTo>
                  <a:cubicBezTo>
                    <a:pt x="100628" y="2720"/>
                    <a:pt x="106067" y="0"/>
                    <a:pt x="111506" y="0"/>
                  </a:cubicBez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67094D88-7910-4ABA-AB84-F44B55F3B694}"/>
                </a:ext>
              </a:extLst>
            </p:cNvPr>
            <p:cNvSpPr/>
            <p:nvPr/>
          </p:nvSpPr>
          <p:spPr>
            <a:xfrm>
              <a:off x="8346812" y="4186718"/>
              <a:ext cx="353556" cy="761503"/>
            </a:xfrm>
            <a:custGeom>
              <a:avLst/>
              <a:gdLst>
                <a:gd name="connsiteX0" fmla="*/ 283910 w 353555"/>
                <a:gd name="connsiteY0" fmla="*/ 672820 h 761503"/>
                <a:gd name="connsiteX1" fmla="*/ 321985 w 353555"/>
                <a:gd name="connsiteY1" fmla="*/ 689138 h 761503"/>
                <a:gd name="connsiteX2" fmla="*/ 316546 w 353555"/>
                <a:gd name="connsiteY2" fmla="*/ 705456 h 761503"/>
                <a:gd name="connsiteX3" fmla="*/ 300228 w 353555"/>
                <a:gd name="connsiteY3" fmla="*/ 713615 h 761503"/>
                <a:gd name="connsiteX4" fmla="*/ 278471 w 353555"/>
                <a:gd name="connsiteY4" fmla="*/ 716335 h 761503"/>
                <a:gd name="connsiteX5" fmla="*/ 237676 w 353555"/>
                <a:gd name="connsiteY5" fmla="*/ 716335 h 761503"/>
                <a:gd name="connsiteX6" fmla="*/ 180563 w 353555"/>
                <a:gd name="connsiteY6" fmla="*/ 719054 h 761503"/>
                <a:gd name="connsiteX7" fmla="*/ 126170 w 353555"/>
                <a:gd name="connsiteY7" fmla="*/ 719054 h 761503"/>
                <a:gd name="connsiteX8" fmla="*/ 101693 w 353555"/>
                <a:gd name="connsiteY8" fmla="*/ 719054 h 761503"/>
                <a:gd name="connsiteX9" fmla="*/ 74496 w 353555"/>
                <a:gd name="connsiteY9" fmla="*/ 713615 h 761503"/>
                <a:gd name="connsiteX10" fmla="*/ 58178 w 353555"/>
                <a:gd name="connsiteY10" fmla="*/ 697297 h 761503"/>
                <a:gd name="connsiteX11" fmla="*/ 63618 w 353555"/>
                <a:gd name="connsiteY11" fmla="*/ 689138 h 761503"/>
                <a:gd name="connsiteX12" fmla="*/ 85375 w 353555"/>
                <a:gd name="connsiteY12" fmla="*/ 680979 h 761503"/>
                <a:gd name="connsiteX13" fmla="*/ 131609 w 353555"/>
                <a:gd name="connsiteY13" fmla="*/ 675540 h 761503"/>
                <a:gd name="connsiteX14" fmla="*/ 142488 w 353555"/>
                <a:gd name="connsiteY14" fmla="*/ 675540 h 761503"/>
                <a:gd name="connsiteX15" fmla="*/ 131609 w 353555"/>
                <a:gd name="connsiteY15" fmla="*/ 653783 h 761503"/>
                <a:gd name="connsiteX16" fmla="*/ 128890 w 353555"/>
                <a:gd name="connsiteY16" fmla="*/ 640184 h 761503"/>
                <a:gd name="connsiteX17" fmla="*/ 128890 w 353555"/>
                <a:gd name="connsiteY17" fmla="*/ 629306 h 761503"/>
                <a:gd name="connsiteX18" fmla="*/ 128890 w 353555"/>
                <a:gd name="connsiteY18" fmla="*/ 621147 h 761503"/>
                <a:gd name="connsiteX19" fmla="*/ 128890 w 353555"/>
                <a:gd name="connsiteY19" fmla="*/ 593950 h 761503"/>
                <a:gd name="connsiteX20" fmla="*/ 128890 w 353555"/>
                <a:gd name="connsiteY20" fmla="*/ 583072 h 761503"/>
                <a:gd name="connsiteX21" fmla="*/ 128890 w 353555"/>
                <a:gd name="connsiteY21" fmla="*/ 436210 h 761503"/>
                <a:gd name="connsiteX22" fmla="*/ 128890 w 353555"/>
                <a:gd name="connsiteY22" fmla="*/ 357340 h 761503"/>
                <a:gd name="connsiteX23" fmla="*/ 131609 w 353555"/>
                <a:gd name="connsiteY23" fmla="*/ 289349 h 761503"/>
                <a:gd name="connsiteX24" fmla="*/ 131609 w 353555"/>
                <a:gd name="connsiteY24" fmla="*/ 251274 h 761503"/>
                <a:gd name="connsiteX25" fmla="*/ 131609 w 353555"/>
                <a:gd name="connsiteY25" fmla="*/ 205040 h 761503"/>
                <a:gd name="connsiteX26" fmla="*/ 131609 w 353555"/>
                <a:gd name="connsiteY26" fmla="*/ 139768 h 761503"/>
                <a:gd name="connsiteX27" fmla="*/ 131609 w 353555"/>
                <a:gd name="connsiteY27" fmla="*/ 128889 h 761503"/>
                <a:gd name="connsiteX28" fmla="*/ 126170 w 353555"/>
                <a:gd name="connsiteY28" fmla="*/ 128889 h 761503"/>
                <a:gd name="connsiteX29" fmla="*/ 101693 w 353555"/>
                <a:gd name="connsiteY29" fmla="*/ 128889 h 761503"/>
                <a:gd name="connsiteX30" fmla="*/ 74496 w 353555"/>
                <a:gd name="connsiteY30" fmla="*/ 123450 h 761503"/>
                <a:gd name="connsiteX31" fmla="*/ 58178 w 353555"/>
                <a:gd name="connsiteY31" fmla="*/ 107132 h 761503"/>
                <a:gd name="connsiteX32" fmla="*/ 60898 w 353555"/>
                <a:gd name="connsiteY32" fmla="*/ 98973 h 761503"/>
                <a:gd name="connsiteX33" fmla="*/ 82655 w 353555"/>
                <a:gd name="connsiteY33" fmla="*/ 93534 h 761503"/>
                <a:gd name="connsiteX34" fmla="*/ 131609 w 353555"/>
                <a:gd name="connsiteY34" fmla="*/ 88094 h 761503"/>
                <a:gd name="connsiteX35" fmla="*/ 131609 w 353555"/>
                <a:gd name="connsiteY35" fmla="*/ 82655 h 761503"/>
                <a:gd name="connsiteX36" fmla="*/ 134329 w 353555"/>
                <a:gd name="connsiteY36" fmla="*/ 71776 h 761503"/>
                <a:gd name="connsiteX37" fmla="*/ 147927 w 353555"/>
                <a:gd name="connsiteY37" fmla="*/ 63617 h 761503"/>
                <a:gd name="connsiteX38" fmla="*/ 164245 w 353555"/>
                <a:gd name="connsiteY38" fmla="*/ 58178 h 761503"/>
                <a:gd name="connsiteX39" fmla="*/ 177843 w 353555"/>
                <a:gd name="connsiteY39" fmla="*/ 58178 h 761503"/>
                <a:gd name="connsiteX40" fmla="*/ 196881 w 353555"/>
                <a:gd name="connsiteY40" fmla="*/ 60898 h 761503"/>
                <a:gd name="connsiteX41" fmla="*/ 232237 w 353555"/>
                <a:gd name="connsiteY41" fmla="*/ 88094 h 761503"/>
                <a:gd name="connsiteX42" fmla="*/ 278471 w 353555"/>
                <a:gd name="connsiteY42" fmla="*/ 88094 h 761503"/>
                <a:gd name="connsiteX43" fmla="*/ 316546 w 353555"/>
                <a:gd name="connsiteY43" fmla="*/ 104412 h 761503"/>
                <a:gd name="connsiteX44" fmla="*/ 311107 w 353555"/>
                <a:gd name="connsiteY44" fmla="*/ 120730 h 761503"/>
                <a:gd name="connsiteX45" fmla="*/ 294789 w 353555"/>
                <a:gd name="connsiteY45" fmla="*/ 128889 h 761503"/>
                <a:gd name="connsiteX46" fmla="*/ 273032 w 353555"/>
                <a:gd name="connsiteY46" fmla="*/ 131609 h 761503"/>
                <a:gd name="connsiteX47" fmla="*/ 243115 w 353555"/>
                <a:gd name="connsiteY47" fmla="*/ 131609 h 761503"/>
                <a:gd name="connsiteX48" fmla="*/ 243115 w 353555"/>
                <a:gd name="connsiteY48" fmla="*/ 134329 h 761503"/>
                <a:gd name="connsiteX49" fmla="*/ 248554 w 353555"/>
                <a:gd name="connsiteY49" fmla="*/ 169684 h 761503"/>
                <a:gd name="connsiteX50" fmla="*/ 251274 w 353555"/>
                <a:gd name="connsiteY50" fmla="*/ 205040 h 761503"/>
                <a:gd name="connsiteX51" fmla="*/ 251274 w 353555"/>
                <a:gd name="connsiteY51" fmla="*/ 240395 h 761503"/>
                <a:gd name="connsiteX52" fmla="*/ 251274 w 353555"/>
                <a:gd name="connsiteY52" fmla="*/ 256713 h 761503"/>
                <a:gd name="connsiteX53" fmla="*/ 253994 w 353555"/>
                <a:gd name="connsiteY53" fmla="*/ 270311 h 761503"/>
                <a:gd name="connsiteX54" fmla="*/ 259433 w 353555"/>
                <a:gd name="connsiteY54" fmla="*/ 343742 h 761503"/>
                <a:gd name="connsiteX55" fmla="*/ 262153 w 353555"/>
                <a:gd name="connsiteY55" fmla="*/ 425332 h 761503"/>
                <a:gd name="connsiteX56" fmla="*/ 264872 w 353555"/>
                <a:gd name="connsiteY56" fmla="*/ 490603 h 761503"/>
                <a:gd name="connsiteX57" fmla="*/ 270312 w 353555"/>
                <a:gd name="connsiteY57" fmla="*/ 564034 h 761503"/>
                <a:gd name="connsiteX58" fmla="*/ 270312 w 353555"/>
                <a:gd name="connsiteY58" fmla="*/ 599390 h 761503"/>
                <a:gd name="connsiteX59" fmla="*/ 270312 w 353555"/>
                <a:gd name="connsiteY59" fmla="*/ 637465 h 761503"/>
                <a:gd name="connsiteX60" fmla="*/ 264872 w 353555"/>
                <a:gd name="connsiteY60" fmla="*/ 670101 h 761503"/>
                <a:gd name="connsiteX61" fmla="*/ 283910 w 353555"/>
                <a:gd name="connsiteY61" fmla="*/ 672820 h 761503"/>
                <a:gd name="connsiteX62" fmla="*/ 283910 w 353555"/>
                <a:gd name="connsiteY62" fmla="*/ 672820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353555" h="761503">
                  <a:moveTo>
                    <a:pt x="283910" y="672820"/>
                  </a:moveTo>
                  <a:cubicBezTo>
                    <a:pt x="297508" y="672820"/>
                    <a:pt x="321985" y="672820"/>
                    <a:pt x="321985" y="689138"/>
                  </a:cubicBezTo>
                  <a:cubicBezTo>
                    <a:pt x="321985" y="697297"/>
                    <a:pt x="319266" y="697297"/>
                    <a:pt x="316546" y="705456"/>
                  </a:cubicBezTo>
                  <a:cubicBezTo>
                    <a:pt x="311107" y="710895"/>
                    <a:pt x="305667" y="713615"/>
                    <a:pt x="300228" y="713615"/>
                  </a:cubicBezTo>
                  <a:cubicBezTo>
                    <a:pt x="292069" y="716335"/>
                    <a:pt x="283910" y="716335"/>
                    <a:pt x="278471" y="716335"/>
                  </a:cubicBezTo>
                  <a:cubicBezTo>
                    <a:pt x="275751" y="716335"/>
                    <a:pt x="256713" y="716335"/>
                    <a:pt x="237676" y="716335"/>
                  </a:cubicBezTo>
                  <a:cubicBezTo>
                    <a:pt x="213199" y="716335"/>
                    <a:pt x="186003" y="719054"/>
                    <a:pt x="180563" y="719054"/>
                  </a:cubicBezTo>
                  <a:cubicBezTo>
                    <a:pt x="166965" y="719054"/>
                    <a:pt x="142488" y="719054"/>
                    <a:pt x="126170" y="719054"/>
                  </a:cubicBezTo>
                  <a:cubicBezTo>
                    <a:pt x="118011" y="719054"/>
                    <a:pt x="109852" y="719054"/>
                    <a:pt x="101693" y="719054"/>
                  </a:cubicBezTo>
                  <a:cubicBezTo>
                    <a:pt x="93534" y="719054"/>
                    <a:pt x="82655" y="719054"/>
                    <a:pt x="74496" y="713615"/>
                  </a:cubicBezTo>
                  <a:cubicBezTo>
                    <a:pt x="66337" y="710895"/>
                    <a:pt x="58178" y="702736"/>
                    <a:pt x="58178" y="697297"/>
                  </a:cubicBezTo>
                  <a:cubicBezTo>
                    <a:pt x="58178" y="694578"/>
                    <a:pt x="58178" y="691858"/>
                    <a:pt x="63618" y="689138"/>
                  </a:cubicBezTo>
                  <a:cubicBezTo>
                    <a:pt x="69057" y="686418"/>
                    <a:pt x="79936" y="683699"/>
                    <a:pt x="85375" y="680979"/>
                  </a:cubicBezTo>
                  <a:cubicBezTo>
                    <a:pt x="104413" y="678260"/>
                    <a:pt x="123450" y="675540"/>
                    <a:pt x="131609" y="675540"/>
                  </a:cubicBezTo>
                  <a:cubicBezTo>
                    <a:pt x="134329" y="675540"/>
                    <a:pt x="137049" y="675540"/>
                    <a:pt x="142488" y="675540"/>
                  </a:cubicBezTo>
                  <a:cubicBezTo>
                    <a:pt x="134329" y="670101"/>
                    <a:pt x="131609" y="661942"/>
                    <a:pt x="131609" y="653783"/>
                  </a:cubicBezTo>
                  <a:cubicBezTo>
                    <a:pt x="131609" y="648343"/>
                    <a:pt x="131609" y="642904"/>
                    <a:pt x="128890" y="640184"/>
                  </a:cubicBezTo>
                  <a:cubicBezTo>
                    <a:pt x="128890" y="637465"/>
                    <a:pt x="128890" y="634745"/>
                    <a:pt x="128890" y="629306"/>
                  </a:cubicBezTo>
                  <a:cubicBezTo>
                    <a:pt x="128890" y="626586"/>
                    <a:pt x="128890" y="623867"/>
                    <a:pt x="128890" y="621147"/>
                  </a:cubicBezTo>
                  <a:cubicBezTo>
                    <a:pt x="128890" y="612988"/>
                    <a:pt x="128890" y="604829"/>
                    <a:pt x="128890" y="593950"/>
                  </a:cubicBezTo>
                  <a:cubicBezTo>
                    <a:pt x="128890" y="591231"/>
                    <a:pt x="128890" y="585791"/>
                    <a:pt x="128890" y="583072"/>
                  </a:cubicBezTo>
                  <a:cubicBezTo>
                    <a:pt x="128890" y="534118"/>
                    <a:pt x="131609" y="485164"/>
                    <a:pt x="128890" y="436210"/>
                  </a:cubicBezTo>
                  <a:cubicBezTo>
                    <a:pt x="128890" y="409014"/>
                    <a:pt x="128890" y="384537"/>
                    <a:pt x="128890" y="357340"/>
                  </a:cubicBezTo>
                  <a:cubicBezTo>
                    <a:pt x="128890" y="335583"/>
                    <a:pt x="131609" y="313826"/>
                    <a:pt x="131609" y="289349"/>
                  </a:cubicBezTo>
                  <a:cubicBezTo>
                    <a:pt x="131609" y="275751"/>
                    <a:pt x="131609" y="264872"/>
                    <a:pt x="131609" y="251274"/>
                  </a:cubicBezTo>
                  <a:cubicBezTo>
                    <a:pt x="131609" y="234956"/>
                    <a:pt x="131609" y="221357"/>
                    <a:pt x="131609" y="205040"/>
                  </a:cubicBezTo>
                  <a:cubicBezTo>
                    <a:pt x="131609" y="183282"/>
                    <a:pt x="131609" y="161525"/>
                    <a:pt x="131609" y="139768"/>
                  </a:cubicBezTo>
                  <a:cubicBezTo>
                    <a:pt x="131609" y="137048"/>
                    <a:pt x="131609" y="134329"/>
                    <a:pt x="131609" y="128889"/>
                  </a:cubicBezTo>
                  <a:cubicBezTo>
                    <a:pt x="128890" y="128889"/>
                    <a:pt x="126170" y="128889"/>
                    <a:pt x="126170" y="128889"/>
                  </a:cubicBezTo>
                  <a:cubicBezTo>
                    <a:pt x="118011" y="128889"/>
                    <a:pt x="109852" y="128889"/>
                    <a:pt x="101693" y="128889"/>
                  </a:cubicBezTo>
                  <a:cubicBezTo>
                    <a:pt x="93534" y="128889"/>
                    <a:pt x="82655" y="128889"/>
                    <a:pt x="74496" y="123450"/>
                  </a:cubicBezTo>
                  <a:cubicBezTo>
                    <a:pt x="66337" y="120730"/>
                    <a:pt x="58178" y="112571"/>
                    <a:pt x="58178" y="107132"/>
                  </a:cubicBezTo>
                  <a:cubicBezTo>
                    <a:pt x="58178" y="104412"/>
                    <a:pt x="58178" y="101693"/>
                    <a:pt x="60898" y="98973"/>
                  </a:cubicBezTo>
                  <a:cubicBezTo>
                    <a:pt x="63618" y="96253"/>
                    <a:pt x="77216" y="93534"/>
                    <a:pt x="82655" y="93534"/>
                  </a:cubicBezTo>
                  <a:cubicBezTo>
                    <a:pt x="98973" y="90814"/>
                    <a:pt x="123450" y="88094"/>
                    <a:pt x="131609" y="88094"/>
                  </a:cubicBezTo>
                  <a:cubicBezTo>
                    <a:pt x="131609" y="85375"/>
                    <a:pt x="131609" y="85375"/>
                    <a:pt x="131609" y="82655"/>
                  </a:cubicBezTo>
                  <a:cubicBezTo>
                    <a:pt x="131609" y="77216"/>
                    <a:pt x="131609" y="74496"/>
                    <a:pt x="134329" y="71776"/>
                  </a:cubicBezTo>
                  <a:cubicBezTo>
                    <a:pt x="137049" y="69057"/>
                    <a:pt x="145208" y="66337"/>
                    <a:pt x="147927" y="63617"/>
                  </a:cubicBezTo>
                  <a:cubicBezTo>
                    <a:pt x="153366" y="60898"/>
                    <a:pt x="158806" y="58178"/>
                    <a:pt x="164245" y="58178"/>
                  </a:cubicBezTo>
                  <a:cubicBezTo>
                    <a:pt x="169684" y="58178"/>
                    <a:pt x="175124" y="58178"/>
                    <a:pt x="177843" y="58178"/>
                  </a:cubicBezTo>
                  <a:cubicBezTo>
                    <a:pt x="183283" y="58178"/>
                    <a:pt x="191442" y="58178"/>
                    <a:pt x="196881" y="60898"/>
                  </a:cubicBezTo>
                  <a:cubicBezTo>
                    <a:pt x="213199" y="63617"/>
                    <a:pt x="224078" y="74496"/>
                    <a:pt x="232237" y="88094"/>
                  </a:cubicBezTo>
                  <a:cubicBezTo>
                    <a:pt x="253994" y="88094"/>
                    <a:pt x="270312" y="88094"/>
                    <a:pt x="278471" y="88094"/>
                  </a:cubicBezTo>
                  <a:cubicBezTo>
                    <a:pt x="292069" y="88094"/>
                    <a:pt x="316546" y="88094"/>
                    <a:pt x="316546" y="104412"/>
                  </a:cubicBezTo>
                  <a:cubicBezTo>
                    <a:pt x="316546" y="112571"/>
                    <a:pt x="313826" y="112571"/>
                    <a:pt x="311107" y="120730"/>
                  </a:cubicBezTo>
                  <a:cubicBezTo>
                    <a:pt x="305667" y="126170"/>
                    <a:pt x="300228" y="128889"/>
                    <a:pt x="294789" y="128889"/>
                  </a:cubicBezTo>
                  <a:cubicBezTo>
                    <a:pt x="286630" y="131609"/>
                    <a:pt x="278471" y="131609"/>
                    <a:pt x="273032" y="131609"/>
                  </a:cubicBezTo>
                  <a:cubicBezTo>
                    <a:pt x="270312" y="131609"/>
                    <a:pt x="259433" y="131609"/>
                    <a:pt x="243115" y="131609"/>
                  </a:cubicBezTo>
                  <a:lnTo>
                    <a:pt x="243115" y="134329"/>
                  </a:lnTo>
                  <a:cubicBezTo>
                    <a:pt x="245835" y="145207"/>
                    <a:pt x="245835" y="158805"/>
                    <a:pt x="248554" y="169684"/>
                  </a:cubicBezTo>
                  <a:cubicBezTo>
                    <a:pt x="251274" y="180563"/>
                    <a:pt x="251274" y="194161"/>
                    <a:pt x="251274" y="205040"/>
                  </a:cubicBezTo>
                  <a:cubicBezTo>
                    <a:pt x="251274" y="215918"/>
                    <a:pt x="251274" y="226797"/>
                    <a:pt x="251274" y="240395"/>
                  </a:cubicBezTo>
                  <a:cubicBezTo>
                    <a:pt x="251274" y="245834"/>
                    <a:pt x="251274" y="251274"/>
                    <a:pt x="251274" y="256713"/>
                  </a:cubicBezTo>
                  <a:cubicBezTo>
                    <a:pt x="251274" y="262152"/>
                    <a:pt x="251274" y="267592"/>
                    <a:pt x="253994" y="270311"/>
                  </a:cubicBezTo>
                  <a:cubicBezTo>
                    <a:pt x="256713" y="294788"/>
                    <a:pt x="256713" y="319265"/>
                    <a:pt x="259433" y="343742"/>
                  </a:cubicBezTo>
                  <a:cubicBezTo>
                    <a:pt x="259433" y="370939"/>
                    <a:pt x="262153" y="398135"/>
                    <a:pt x="262153" y="425332"/>
                  </a:cubicBezTo>
                  <a:cubicBezTo>
                    <a:pt x="262153" y="447089"/>
                    <a:pt x="262153" y="468846"/>
                    <a:pt x="264872" y="490603"/>
                  </a:cubicBezTo>
                  <a:cubicBezTo>
                    <a:pt x="264872" y="515080"/>
                    <a:pt x="270312" y="539557"/>
                    <a:pt x="270312" y="564034"/>
                  </a:cubicBezTo>
                  <a:cubicBezTo>
                    <a:pt x="270312" y="574913"/>
                    <a:pt x="270312" y="588511"/>
                    <a:pt x="270312" y="599390"/>
                  </a:cubicBezTo>
                  <a:cubicBezTo>
                    <a:pt x="270312" y="612988"/>
                    <a:pt x="270312" y="623867"/>
                    <a:pt x="270312" y="637465"/>
                  </a:cubicBezTo>
                  <a:cubicBezTo>
                    <a:pt x="270312" y="648343"/>
                    <a:pt x="270312" y="661942"/>
                    <a:pt x="264872" y="670101"/>
                  </a:cubicBezTo>
                  <a:cubicBezTo>
                    <a:pt x="273032" y="672820"/>
                    <a:pt x="278471" y="672820"/>
                    <a:pt x="283910" y="672820"/>
                  </a:cubicBezTo>
                  <a:lnTo>
                    <a:pt x="283910" y="672820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6F0F00D5-B1EC-45A7-A3B2-BE9B8DD2EEB7}"/>
                </a:ext>
              </a:extLst>
            </p:cNvPr>
            <p:cNvSpPr/>
            <p:nvPr/>
          </p:nvSpPr>
          <p:spPr>
            <a:xfrm>
              <a:off x="8652924" y="4192158"/>
              <a:ext cx="516735" cy="788700"/>
            </a:xfrm>
            <a:custGeom>
              <a:avLst/>
              <a:gdLst>
                <a:gd name="connsiteX0" fmla="*/ 464616 w 516735"/>
                <a:gd name="connsiteY0" fmla="*/ 436210 h 788699"/>
                <a:gd name="connsiteX1" fmla="*/ 445578 w 516735"/>
                <a:gd name="connsiteY1" fmla="*/ 455248 h 788699"/>
                <a:gd name="connsiteX2" fmla="*/ 404783 w 516735"/>
                <a:gd name="connsiteY2" fmla="*/ 466126 h 788699"/>
                <a:gd name="connsiteX3" fmla="*/ 385746 w 516735"/>
                <a:gd name="connsiteY3" fmla="*/ 479725 h 788699"/>
                <a:gd name="connsiteX4" fmla="*/ 388466 w 516735"/>
                <a:gd name="connsiteY4" fmla="*/ 512361 h 788699"/>
                <a:gd name="connsiteX5" fmla="*/ 388466 w 516735"/>
                <a:gd name="connsiteY5" fmla="*/ 544997 h 788699"/>
                <a:gd name="connsiteX6" fmla="*/ 388466 w 516735"/>
                <a:gd name="connsiteY6" fmla="*/ 566754 h 788699"/>
                <a:gd name="connsiteX7" fmla="*/ 391185 w 516735"/>
                <a:gd name="connsiteY7" fmla="*/ 632026 h 788699"/>
                <a:gd name="connsiteX8" fmla="*/ 393905 w 516735"/>
                <a:gd name="connsiteY8" fmla="*/ 683699 h 788699"/>
                <a:gd name="connsiteX9" fmla="*/ 377587 w 516735"/>
                <a:gd name="connsiteY9" fmla="*/ 724494 h 788699"/>
                <a:gd name="connsiteX10" fmla="*/ 361269 w 516735"/>
                <a:gd name="connsiteY10" fmla="*/ 719054 h 788699"/>
                <a:gd name="connsiteX11" fmla="*/ 353110 w 516735"/>
                <a:gd name="connsiteY11" fmla="*/ 702737 h 788699"/>
                <a:gd name="connsiteX12" fmla="*/ 350390 w 516735"/>
                <a:gd name="connsiteY12" fmla="*/ 686419 h 788699"/>
                <a:gd name="connsiteX13" fmla="*/ 353110 w 516735"/>
                <a:gd name="connsiteY13" fmla="*/ 659222 h 788699"/>
                <a:gd name="connsiteX14" fmla="*/ 353110 w 516735"/>
                <a:gd name="connsiteY14" fmla="*/ 656502 h 788699"/>
                <a:gd name="connsiteX15" fmla="*/ 317754 w 516735"/>
                <a:gd name="connsiteY15" fmla="*/ 708176 h 788699"/>
                <a:gd name="connsiteX16" fmla="*/ 241604 w 516735"/>
                <a:gd name="connsiteY16" fmla="*/ 735372 h 788699"/>
                <a:gd name="connsiteX17" fmla="*/ 187211 w 516735"/>
                <a:gd name="connsiteY17" fmla="*/ 727214 h 788699"/>
                <a:gd name="connsiteX18" fmla="*/ 135537 w 516735"/>
                <a:gd name="connsiteY18" fmla="*/ 694578 h 788699"/>
                <a:gd name="connsiteX19" fmla="*/ 86583 w 516735"/>
                <a:gd name="connsiteY19" fmla="*/ 621147 h 788699"/>
                <a:gd name="connsiteX20" fmla="*/ 67546 w 516735"/>
                <a:gd name="connsiteY20" fmla="*/ 555875 h 788699"/>
                <a:gd name="connsiteX21" fmla="*/ 59387 w 516735"/>
                <a:gd name="connsiteY21" fmla="*/ 509641 h 788699"/>
                <a:gd name="connsiteX22" fmla="*/ 59387 w 516735"/>
                <a:gd name="connsiteY22" fmla="*/ 468846 h 788699"/>
                <a:gd name="connsiteX23" fmla="*/ 86583 w 516735"/>
                <a:gd name="connsiteY23" fmla="*/ 302947 h 788699"/>
                <a:gd name="connsiteX24" fmla="*/ 108341 w 516735"/>
                <a:gd name="connsiteY24" fmla="*/ 224077 h 788699"/>
                <a:gd name="connsiteX25" fmla="*/ 146416 w 516735"/>
                <a:gd name="connsiteY25" fmla="*/ 145207 h 788699"/>
                <a:gd name="connsiteX26" fmla="*/ 198090 w 516735"/>
                <a:gd name="connsiteY26" fmla="*/ 85375 h 788699"/>
                <a:gd name="connsiteX27" fmla="*/ 228006 w 516735"/>
                <a:gd name="connsiteY27" fmla="*/ 69057 h 788699"/>
                <a:gd name="connsiteX28" fmla="*/ 268801 w 516735"/>
                <a:gd name="connsiteY28" fmla="*/ 58178 h 788699"/>
                <a:gd name="connsiteX29" fmla="*/ 274240 w 516735"/>
                <a:gd name="connsiteY29" fmla="*/ 58178 h 788699"/>
                <a:gd name="connsiteX30" fmla="*/ 295997 w 516735"/>
                <a:gd name="connsiteY30" fmla="*/ 60898 h 788699"/>
                <a:gd name="connsiteX31" fmla="*/ 331353 w 516735"/>
                <a:gd name="connsiteY31" fmla="*/ 71776 h 788699"/>
                <a:gd name="connsiteX32" fmla="*/ 350390 w 516735"/>
                <a:gd name="connsiteY32" fmla="*/ 93534 h 788699"/>
                <a:gd name="connsiteX33" fmla="*/ 353110 w 516735"/>
                <a:gd name="connsiteY33" fmla="*/ 74496 h 788699"/>
                <a:gd name="connsiteX34" fmla="*/ 358549 w 516735"/>
                <a:gd name="connsiteY34" fmla="*/ 63618 h 788699"/>
                <a:gd name="connsiteX35" fmla="*/ 366708 w 516735"/>
                <a:gd name="connsiteY35" fmla="*/ 58178 h 788699"/>
                <a:gd name="connsiteX36" fmla="*/ 374867 w 516735"/>
                <a:gd name="connsiteY36" fmla="*/ 63618 h 788699"/>
                <a:gd name="connsiteX37" fmla="*/ 383027 w 516735"/>
                <a:gd name="connsiteY37" fmla="*/ 82655 h 788699"/>
                <a:gd name="connsiteX38" fmla="*/ 385746 w 516735"/>
                <a:gd name="connsiteY38" fmla="*/ 126170 h 788699"/>
                <a:gd name="connsiteX39" fmla="*/ 388466 w 516735"/>
                <a:gd name="connsiteY39" fmla="*/ 186002 h 788699"/>
                <a:gd name="connsiteX40" fmla="*/ 391185 w 516735"/>
                <a:gd name="connsiteY40" fmla="*/ 237676 h 788699"/>
                <a:gd name="connsiteX41" fmla="*/ 374867 w 516735"/>
                <a:gd name="connsiteY41" fmla="*/ 278470 h 788699"/>
                <a:gd name="connsiteX42" fmla="*/ 358549 w 516735"/>
                <a:gd name="connsiteY42" fmla="*/ 273031 h 788699"/>
                <a:gd name="connsiteX43" fmla="*/ 350390 w 516735"/>
                <a:gd name="connsiteY43" fmla="*/ 256713 h 788699"/>
                <a:gd name="connsiteX44" fmla="*/ 347671 w 516735"/>
                <a:gd name="connsiteY44" fmla="*/ 240395 h 788699"/>
                <a:gd name="connsiteX45" fmla="*/ 347671 w 516735"/>
                <a:gd name="connsiteY45" fmla="*/ 213199 h 788699"/>
                <a:gd name="connsiteX46" fmla="*/ 344951 w 516735"/>
                <a:gd name="connsiteY46" fmla="*/ 194161 h 788699"/>
                <a:gd name="connsiteX47" fmla="*/ 339512 w 516735"/>
                <a:gd name="connsiteY47" fmla="*/ 150647 h 788699"/>
                <a:gd name="connsiteX48" fmla="*/ 323194 w 516735"/>
                <a:gd name="connsiteY48" fmla="*/ 112571 h 788699"/>
                <a:gd name="connsiteX49" fmla="*/ 293278 w 516735"/>
                <a:gd name="connsiteY49" fmla="*/ 101693 h 788699"/>
                <a:gd name="connsiteX50" fmla="*/ 263361 w 516735"/>
                <a:gd name="connsiteY50" fmla="*/ 120730 h 788699"/>
                <a:gd name="connsiteX51" fmla="*/ 241604 w 516735"/>
                <a:gd name="connsiteY51" fmla="*/ 153366 h 788699"/>
                <a:gd name="connsiteX52" fmla="*/ 233445 w 516735"/>
                <a:gd name="connsiteY52" fmla="*/ 194161 h 788699"/>
                <a:gd name="connsiteX53" fmla="*/ 225286 w 516735"/>
                <a:gd name="connsiteY53" fmla="*/ 232236 h 788699"/>
                <a:gd name="connsiteX54" fmla="*/ 217127 w 516735"/>
                <a:gd name="connsiteY54" fmla="*/ 275751 h 788699"/>
                <a:gd name="connsiteX55" fmla="*/ 211688 w 516735"/>
                <a:gd name="connsiteY55" fmla="*/ 316545 h 788699"/>
                <a:gd name="connsiteX56" fmla="*/ 206249 w 516735"/>
                <a:gd name="connsiteY56" fmla="*/ 354621 h 788699"/>
                <a:gd name="connsiteX57" fmla="*/ 200809 w 516735"/>
                <a:gd name="connsiteY57" fmla="*/ 398135 h 788699"/>
                <a:gd name="connsiteX58" fmla="*/ 195370 w 516735"/>
                <a:gd name="connsiteY58" fmla="*/ 438930 h 788699"/>
                <a:gd name="connsiteX59" fmla="*/ 192650 w 516735"/>
                <a:gd name="connsiteY59" fmla="*/ 474286 h 788699"/>
                <a:gd name="connsiteX60" fmla="*/ 195370 w 516735"/>
                <a:gd name="connsiteY60" fmla="*/ 525959 h 788699"/>
                <a:gd name="connsiteX61" fmla="*/ 208968 w 516735"/>
                <a:gd name="connsiteY61" fmla="*/ 596670 h 788699"/>
                <a:gd name="connsiteX62" fmla="*/ 214407 w 516735"/>
                <a:gd name="connsiteY62" fmla="*/ 623867 h 788699"/>
                <a:gd name="connsiteX63" fmla="*/ 228006 w 516735"/>
                <a:gd name="connsiteY63" fmla="*/ 656502 h 788699"/>
                <a:gd name="connsiteX64" fmla="*/ 271520 w 516735"/>
                <a:gd name="connsiteY64" fmla="*/ 689138 h 788699"/>
                <a:gd name="connsiteX65" fmla="*/ 306876 w 516735"/>
                <a:gd name="connsiteY65" fmla="*/ 664661 h 788699"/>
                <a:gd name="connsiteX66" fmla="*/ 331353 w 516735"/>
                <a:gd name="connsiteY66" fmla="*/ 602109 h 788699"/>
                <a:gd name="connsiteX67" fmla="*/ 336792 w 516735"/>
                <a:gd name="connsiteY67" fmla="*/ 544997 h 788699"/>
                <a:gd name="connsiteX68" fmla="*/ 336792 w 516735"/>
                <a:gd name="connsiteY68" fmla="*/ 498762 h 788699"/>
                <a:gd name="connsiteX69" fmla="*/ 336792 w 516735"/>
                <a:gd name="connsiteY69" fmla="*/ 490603 h 788699"/>
                <a:gd name="connsiteX70" fmla="*/ 320474 w 516735"/>
                <a:gd name="connsiteY70" fmla="*/ 477005 h 788699"/>
                <a:gd name="connsiteX71" fmla="*/ 282399 w 516735"/>
                <a:gd name="connsiteY71" fmla="*/ 479725 h 788699"/>
                <a:gd name="connsiteX72" fmla="*/ 252483 w 516735"/>
                <a:gd name="connsiteY72" fmla="*/ 474286 h 788699"/>
                <a:gd name="connsiteX73" fmla="*/ 247044 w 516735"/>
                <a:gd name="connsiteY73" fmla="*/ 466126 h 788699"/>
                <a:gd name="connsiteX74" fmla="*/ 249763 w 516735"/>
                <a:gd name="connsiteY74" fmla="*/ 457968 h 788699"/>
                <a:gd name="connsiteX75" fmla="*/ 268801 w 516735"/>
                <a:gd name="connsiteY75" fmla="*/ 447089 h 788699"/>
                <a:gd name="connsiteX76" fmla="*/ 312315 w 516735"/>
                <a:gd name="connsiteY76" fmla="*/ 436210 h 788699"/>
                <a:gd name="connsiteX77" fmla="*/ 353110 w 516735"/>
                <a:gd name="connsiteY77" fmla="*/ 430771 h 788699"/>
                <a:gd name="connsiteX78" fmla="*/ 385746 w 516735"/>
                <a:gd name="connsiteY78" fmla="*/ 430771 h 788699"/>
                <a:gd name="connsiteX79" fmla="*/ 437420 w 516735"/>
                <a:gd name="connsiteY79" fmla="*/ 428051 h 788699"/>
                <a:gd name="connsiteX80" fmla="*/ 464616 w 516735"/>
                <a:gd name="connsiteY80" fmla="*/ 436210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516735" h="788699">
                  <a:moveTo>
                    <a:pt x="464616" y="436210"/>
                  </a:moveTo>
                  <a:cubicBezTo>
                    <a:pt x="464616" y="447089"/>
                    <a:pt x="453738" y="452528"/>
                    <a:pt x="445578" y="455248"/>
                  </a:cubicBezTo>
                  <a:cubicBezTo>
                    <a:pt x="434700" y="460687"/>
                    <a:pt x="415662" y="463407"/>
                    <a:pt x="404783" y="466126"/>
                  </a:cubicBezTo>
                  <a:cubicBezTo>
                    <a:pt x="393905" y="466126"/>
                    <a:pt x="385746" y="468846"/>
                    <a:pt x="385746" y="479725"/>
                  </a:cubicBezTo>
                  <a:cubicBezTo>
                    <a:pt x="385746" y="487884"/>
                    <a:pt x="388466" y="506921"/>
                    <a:pt x="388466" y="512361"/>
                  </a:cubicBezTo>
                  <a:cubicBezTo>
                    <a:pt x="388466" y="515080"/>
                    <a:pt x="388466" y="539557"/>
                    <a:pt x="388466" y="544997"/>
                  </a:cubicBezTo>
                  <a:cubicBezTo>
                    <a:pt x="388466" y="550436"/>
                    <a:pt x="388466" y="558595"/>
                    <a:pt x="388466" y="566754"/>
                  </a:cubicBezTo>
                  <a:cubicBezTo>
                    <a:pt x="388466" y="591231"/>
                    <a:pt x="388466" y="621147"/>
                    <a:pt x="391185" y="632026"/>
                  </a:cubicBezTo>
                  <a:cubicBezTo>
                    <a:pt x="393905" y="653783"/>
                    <a:pt x="393905" y="661942"/>
                    <a:pt x="393905" y="683699"/>
                  </a:cubicBezTo>
                  <a:cubicBezTo>
                    <a:pt x="393905" y="694578"/>
                    <a:pt x="393905" y="724494"/>
                    <a:pt x="377587" y="724494"/>
                  </a:cubicBezTo>
                  <a:cubicBezTo>
                    <a:pt x="369428" y="724494"/>
                    <a:pt x="366708" y="721774"/>
                    <a:pt x="361269" y="719054"/>
                  </a:cubicBezTo>
                  <a:cubicBezTo>
                    <a:pt x="355830" y="716335"/>
                    <a:pt x="353110" y="708176"/>
                    <a:pt x="353110" y="702737"/>
                  </a:cubicBezTo>
                  <a:cubicBezTo>
                    <a:pt x="350390" y="694578"/>
                    <a:pt x="350390" y="689138"/>
                    <a:pt x="350390" y="686419"/>
                  </a:cubicBezTo>
                  <a:cubicBezTo>
                    <a:pt x="350390" y="678260"/>
                    <a:pt x="353110" y="672820"/>
                    <a:pt x="353110" y="659222"/>
                  </a:cubicBezTo>
                  <a:lnTo>
                    <a:pt x="353110" y="656502"/>
                  </a:lnTo>
                  <a:cubicBezTo>
                    <a:pt x="347671" y="675540"/>
                    <a:pt x="334073" y="694578"/>
                    <a:pt x="317754" y="708176"/>
                  </a:cubicBezTo>
                  <a:cubicBezTo>
                    <a:pt x="293278" y="727214"/>
                    <a:pt x="274240" y="735372"/>
                    <a:pt x="241604" y="735372"/>
                  </a:cubicBezTo>
                  <a:cubicBezTo>
                    <a:pt x="222566" y="735372"/>
                    <a:pt x="203529" y="732653"/>
                    <a:pt x="187211" y="727214"/>
                  </a:cubicBezTo>
                  <a:cubicBezTo>
                    <a:pt x="165454" y="719054"/>
                    <a:pt x="149136" y="708176"/>
                    <a:pt x="135537" y="694578"/>
                  </a:cubicBezTo>
                  <a:cubicBezTo>
                    <a:pt x="113780" y="672820"/>
                    <a:pt x="100182" y="648343"/>
                    <a:pt x="86583" y="621147"/>
                  </a:cubicBezTo>
                  <a:cubicBezTo>
                    <a:pt x="75705" y="599390"/>
                    <a:pt x="70266" y="580352"/>
                    <a:pt x="67546" y="555875"/>
                  </a:cubicBezTo>
                  <a:cubicBezTo>
                    <a:pt x="64826" y="539557"/>
                    <a:pt x="62107" y="525959"/>
                    <a:pt x="59387" y="509641"/>
                  </a:cubicBezTo>
                  <a:cubicBezTo>
                    <a:pt x="56667" y="493323"/>
                    <a:pt x="59387" y="485164"/>
                    <a:pt x="59387" y="468846"/>
                  </a:cubicBezTo>
                  <a:cubicBezTo>
                    <a:pt x="59387" y="414453"/>
                    <a:pt x="72985" y="362780"/>
                    <a:pt x="86583" y="302947"/>
                  </a:cubicBezTo>
                  <a:cubicBezTo>
                    <a:pt x="92023" y="275751"/>
                    <a:pt x="100182" y="248554"/>
                    <a:pt x="108341" y="224077"/>
                  </a:cubicBezTo>
                  <a:cubicBezTo>
                    <a:pt x="116500" y="196881"/>
                    <a:pt x="130098" y="169684"/>
                    <a:pt x="146416" y="145207"/>
                  </a:cubicBezTo>
                  <a:cubicBezTo>
                    <a:pt x="160014" y="123450"/>
                    <a:pt x="176332" y="101693"/>
                    <a:pt x="198090" y="85375"/>
                  </a:cubicBezTo>
                  <a:cubicBezTo>
                    <a:pt x="206249" y="77216"/>
                    <a:pt x="217127" y="71776"/>
                    <a:pt x="228006" y="69057"/>
                  </a:cubicBezTo>
                  <a:cubicBezTo>
                    <a:pt x="241604" y="63618"/>
                    <a:pt x="255202" y="58178"/>
                    <a:pt x="268801" y="58178"/>
                  </a:cubicBezTo>
                  <a:cubicBezTo>
                    <a:pt x="271520" y="58178"/>
                    <a:pt x="274240" y="58178"/>
                    <a:pt x="274240" y="58178"/>
                  </a:cubicBezTo>
                  <a:cubicBezTo>
                    <a:pt x="279679" y="58178"/>
                    <a:pt x="285119" y="58178"/>
                    <a:pt x="295997" y="60898"/>
                  </a:cubicBezTo>
                  <a:cubicBezTo>
                    <a:pt x="309595" y="63618"/>
                    <a:pt x="320474" y="66337"/>
                    <a:pt x="331353" y="71776"/>
                  </a:cubicBezTo>
                  <a:cubicBezTo>
                    <a:pt x="339512" y="77216"/>
                    <a:pt x="347671" y="85375"/>
                    <a:pt x="350390" y="93534"/>
                  </a:cubicBezTo>
                  <a:cubicBezTo>
                    <a:pt x="350390" y="88095"/>
                    <a:pt x="353110" y="79936"/>
                    <a:pt x="353110" y="74496"/>
                  </a:cubicBezTo>
                  <a:cubicBezTo>
                    <a:pt x="355830" y="71776"/>
                    <a:pt x="355830" y="69057"/>
                    <a:pt x="358549" y="63618"/>
                  </a:cubicBezTo>
                  <a:cubicBezTo>
                    <a:pt x="361269" y="60898"/>
                    <a:pt x="363989" y="58178"/>
                    <a:pt x="366708" y="58178"/>
                  </a:cubicBezTo>
                  <a:cubicBezTo>
                    <a:pt x="369428" y="58178"/>
                    <a:pt x="372148" y="60898"/>
                    <a:pt x="374867" y="63618"/>
                  </a:cubicBezTo>
                  <a:cubicBezTo>
                    <a:pt x="377587" y="69057"/>
                    <a:pt x="380307" y="77216"/>
                    <a:pt x="383027" y="82655"/>
                  </a:cubicBezTo>
                  <a:cubicBezTo>
                    <a:pt x="383027" y="90814"/>
                    <a:pt x="385746" y="107132"/>
                    <a:pt x="385746" y="126170"/>
                  </a:cubicBezTo>
                  <a:cubicBezTo>
                    <a:pt x="385746" y="150647"/>
                    <a:pt x="385746" y="177843"/>
                    <a:pt x="388466" y="186002"/>
                  </a:cubicBezTo>
                  <a:cubicBezTo>
                    <a:pt x="391185" y="207759"/>
                    <a:pt x="391185" y="215918"/>
                    <a:pt x="391185" y="237676"/>
                  </a:cubicBezTo>
                  <a:cubicBezTo>
                    <a:pt x="391185" y="248554"/>
                    <a:pt x="391185" y="278470"/>
                    <a:pt x="374867" y="278470"/>
                  </a:cubicBezTo>
                  <a:cubicBezTo>
                    <a:pt x="366708" y="278470"/>
                    <a:pt x="363989" y="275751"/>
                    <a:pt x="358549" y="273031"/>
                  </a:cubicBezTo>
                  <a:cubicBezTo>
                    <a:pt x="353110" y="270311"/>
                    <a:pt x="350390" y="262152"/>
                    <a:pt x="350390" y="256713"/>
                  </a:cubicBezTo>
                  <a:cubicBezTo>
                    <a:pt x="350390" y="251274"/>
                    <a:pt x="347671" y="245834"/>
                    <a:pt x="347671" y="240395"/>
                  </a:cubicBezTo>
                  <a:cubicBezTo>
                    <a:pt x="347671" y="232236"/>
                    <a:pt x="347671" y="224077"/>
                    <a:pt x="347671" y="213199"/>
                  </a:cubicBezTo>
                  <a:cubicBezTo>
                    <a:pt x="347671" y="207759"/>
                    <a:pt x="347671" y="199600"/>
                    <a:pt x="344951" y="194161"/>
                  </a:cubicBezTo>
                  <a:cubicBezTo>
                    <a:pt x="342232" y="180563"/>
                    <a:pt x="342232" y="164245"/>
                    <a:pt x="339512" y="150647"/>
                  </a:cubicBezTo>
                  <a:cubicBezTo>
                    <a:pt x="336792" y="137048"/>
                    <a:pt x="331353" y="123450"/>
                    <a:pt x="323194" y="112571"/>
                  </a:cubicBezTo>
                  <a:cubicBezTo>
                    <a:pt x="317754" y="104412"/>
                    <a:pt x="304156" y="101693"/>
                    <a:pt x="293278" y="101693"/>
                  </a:cubicBezTo>
                  <a:cubicBezTo>
                    <a:pt x="279679" y="101693"/>
                    <a:pt x="271520" y="109852"/>
                    <a:pt x="263361" y="120730"/>
                  </a:cubicBezTo>
                  <a:cubicBezTo>
                    <a:pt x="257922" y="131609"/>
                    <a:pt x="247044" y="139768"/>
                    <a:pt x="241604" y="153366"/>
                  </a:cubicBezTo>
                  <a:cubicBezTo>
                    <a:pt x="236165" y="166964"/>
                    <a:pt x="233445" y="180563"/>
                    <a:pt x="233445" y="194161"/>
                  </a:cubicBezTo>
                  <a:cubicBezTo>
                    <a:pt x="233445" y="207759"/>
                    <a:pt x="230725" y="218638"/>
                    <a:pt x="225286" y="232236"/>
                  </a:cubicBezTo>
                  <a:cubicBezTo>
                    <a:pt x="219847" y="245834"/>
                    <a:pt x="219847" y="262152"/>
                    <a:pt x="217127" y="275751"/>
                  </a:cubicBezTo>
                  <a:cubicBezTo>
                    <a:pt x="214407" y="289349"/>
                    <a:pt x="214407" y="302947"/>
                    <a:pt x="211688" y="316545"/>
                  </a:cubicBezTo>
                  <a:cubicBezTo>
                    <a:pt x="211688" y="330144"/>
                    <a:pt x="206249" y="341022"/>
                    <a:pt x="206249" y="354621"/>
                  </a:cubicBezTo>
                  <a:cubicBezTo>
                    <a:pt x="203529" y="368219"/>
                    <a:pt x="203529" y="381817"/>
                    <a:pt x="200809" y="398135"/>
                  </a:cubicBezTo>
                  <a:cubicBezTo>
                    <a:pt x="198090" y="411733"/>
                    <a:pt x="198090" y="425332"/>
                    <a:pt x="195370" y="438930"/>
                  </a:cubicBezTo>
                  <a:cubicBezTo>
                    <a:pt x="195370" y="449809"/>
                    <a:pt x="192650" y="463407"/>
                    <a:pt x="192650" y="474286"/>
                  </a:cubicBezTo>
                  <a:cubicBezTo>
                    <a:pt x="192650" y="490603"/>
                    <a:pt x="195370" y="509641"/>
                    <a:pt x="195370" y="525959"/>
                  </a:cubicBezTo>
                  <a:cubicBezTo>
                    <a:pt x="195370" y="550436"/>
                    <a:pt x="203529" y="572193"/>
                    <a:pt x="208968" y="596670"/>
                  </a:cubicBezTo>
                  <a:cubicBezTo>
                    <a:pt x="211688" y="604829"/>
                    <a:pt x="211688" y="615708"/>
                    <a:pt x="214407" y="623867"/>
                  </a:cubicBezTo>
                  <a:cubicBezTo>
                    <a:pt x="217127" y="634745"/>
                    <a:pt x="222566" y="645624"/>
                    <a:pt x="228006" y="656502"/>
                  </a:cubicBezTo>
                  <a:cubicBezTo>
                    <a:pt x="236165" y="670101"/>
                    <a:pt x="252483" y="689138"/>
                    <a:pt x="271520" y="689138"/>
                  </a:cubicBezTo>
                  <a:cubicBezTo>
                    <a:pt x="287838" y="689138"/>
                    <a:pt x="298717" y="675540"/>
                    <a:pt x="306876" y="664661"/>
                  </a:cubicBezTo>
                  <a:cubicBezTo>
                    <a:pt x="320474" y="645624"/>
                    <a:pt x="325914" y="623867"/>
                    <a:pt x="331353" y="602109"/>
                  </a:cubicBezTo>
                  <a:cubicBezTo>
                    <a:pt x="334073" y="583072"/>
                    <a:pt x="336792" y="564034"/>
                    <a:pt x="336792" y="544997"/>
                  </a:cubicBezTo>
                  <a:cubicBezTo>
                    <a:pt x="336792" y="531398"/>
                    <a:pt x="336792" y="512361"/>
                    <a:pt x="336792" y="498762"/>
                  </a:cubicBezTo>
                  <a:cubicBezTo>
                    <a:pt x="336792" y="496043"/>
                    <a:pt x="336792" y="493323"/>
                    <a:pt x="336792" y="490603"/>
                  </a:cubicBezTo>
                  <a:cubicBezTo>
                    <a:pt x="336792" y="479725"/>
                    <a:pt x="336792" y="477005"/>
                    <a:pt x="320474" y="477005"/>
                  </a:cubicBezTo>
                  <a:cubicBezTo>
                    <a:pt x="309595" y="477005"/>
                    <a:pt x="295997" y="479725"/>
                    <a:pt x="282399" y="479725"/>
                  </a:cubicBezTo>
                  <a:cubicBezTo>
                    <a:pt x="271520" y="479725"/>
                    <a:pt x="260642" y="479725"/>
                    <a:pt x="252483" y="474286"/>
                  </a:cubicBezTo>
                  <a:cubicBezTo>
                    <a:pt x="249763" y="471566"/>
                    <a:pt x="247044" y="468846"/>
                    <a:pt x="247044" y="466126"/>
                  </a:cubicBezTo>
                  <a:cubicBezTo>
                    <a:pt x="247044" y="463407"/>
                    <a:pt x="247044" y="460687"/>
                    <a:pt x="249763" y="457968"/>
                  </a:cubicBezTo>
                  <a:cubicBezTo>
                    <a:pt x="255202" y="452528"/>
                    <a:pt x="260642" y="449809"/>
                    <a:pt x="268801" y="447089"/>
                  </a:cubicBezTo>
                  <a:cubicBezTo>
                    <a:pt x="282399" y="441650"/>
                    <a:pt x="295997" y="438930"/>
                    <a:pt x="312315" y="436210"/>
                  </a:cubicBezTo>
                  <a:cubicBezTo>
                    <a:pt x="325914" y="433491"/>
                    <a:pt x="339512" y="433491"/>
                    <a:pt x="353110" y="430771"/>
                  </a:cubicBezTo>
                  <a:cubicBezTo>
                    <a:pt x="363989" y="430771"/>
                    <a:pt x="374867" y="430771"/>
                    <a:pt x="385746" y="430771"/>
                  </a:cubicBezTo>
                  <a:cubicBezTo>
                    <a:pt x="402064" y="430771"/>
                    <a:pt x="426541" y="428051"/>
                    <a:pt x="437420" y="428051"/>
                  </a:cubicBezTo>
                  <a:cubicBezTo>
                    <a:pt x="451018" y="422612"/>
                    <a:pt x="464616" y="425332"/>
                    <a:pt x="464616" y="436210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661B4D71-5303-4C03-83AA-70CBCD0F8408}"/>
                </a:ext>
              </a:extLst>
            </p:cNvPr>
            <p:cNvSpPr/>
            <p:nvPr/>
          </p:nvSpPr>
          <p:spPr>
            <a:xfrm>
              <a:off x="9053923" y="4178559"/>
              <a:ext cx="625521" cy="788700"/>
            </a:xfrm>
            <a:custGeom>
              <a:avLst/>
              <a:gdLst>
                <a:gd name="connsiteX0" fmla="*/ 536838 w 625521"/>
                <a:gd name="connsiteY0" fmla="*/ 680979 h 788699"/>
                <a:gd name="connsiteX1" fmla="*/ 574913 w 625521"/>
                <a:gd name="connsiteY1" fmla="*/ 697297 h 788699"/>
                <a:gd name="connsiteX2" fmla="*/ 566755 w 625521"/>
                <a:gd name="connsiteY2" fmla="*/ 713615 h 788699"/>
                <a:gd name="connsiteX3" fmla="*/ 550437 w 625521"/>
                <a:gd name="connsiteY3" fmla="*/ 721774 h 788699"/>
                <a:gd name="connsiteX4" fmla="*/ 528680 w 625521"/>
                <a:gd name="connsiteY4" fmla="*/ 724494 h 788699"/>
                <a:gd name="connsiteX5" fmla="*/ 417174 w 625521"/>
                <a:gd name="connsiteY5" fmla="*/ 724494 h 788699"/>
                <a:gd name="connsiteX6" fmla="*/ 398136 w 625521"/>
                <a:gd name="connsiteY6" fmla="*/ 724494 h 788699"/>
                <a:gd name="connsiteX7" fmla="*/ 373659 w 625521"/>
                <a:gd name="connsiteY7" fmla="*/ 724494 h 788699"/>
                <a:gd name="connsiteX8" fmla="*/ 346462 w 625521"/>
                <a:gd name="connsiteY8" fmla="*/ 719054 h 788699"/>
                <a:gd name="connsiteX9" fmla="*/ 330144 w 625521"/>
                <a:gd name="connsiteY9" fmla="*/ 702737 h 788699"/>
                <a:gd name="connsiteX10" fmla="*/ 335584 w 625521"/>
                <a:gd name="connsiteY10" fmla="*/ 694578 h 788699"/>
                <a:gd name="connsiteX11" fmla="*/ 357341 w 625521"/>
                <a:gd name="connsiteY11" fmla="*/ 686419 h 788699"/>
                <a:gd name="connsiteX12" fmla="*/ 395416 w 625521"/>
                <a:gd name="connsiteY12" fmla="*/ 680979 h 788699"/>
                <a:gd name="connsiteX13" fmla="*/ 381817 w 625521"/>
                <a:gd name="connsiteY13" fmla="*/ 656502 h 788699"/>
                <a:gd name="connsiteX14" fmla="*/ 379098 w 625521"/>
                <a:gd name="connsiteY14" fmla="*/ 585791 h 788699"/>
                <a:gd name="connsiteX15" fmla="*/ 379098 w 625521"/>
                <a:gd name="connsiteY15" fmla="*/ 517800 h 788699"/>
                <a:gd name="connsiteX16" fmla="*/ 379098 w 625521"/>
                <a:gd name="connsiteY16" fmla="*/ 474286 h 788699"/>
                <a:gd name="connsiteX17" fmla="*/ 379098 w 625521"/>
                <a:gd name="connsiteY17" fmla="*/ 430771 h 788699"/>
                <a:gd name="connsiteX18" fmla="*/ 381817 w 625521"/>
                <a:gd name="connsiteY18" fmla="*/ 411733 h 788699"/>
                <a:gd name="connsiteX19" fmla="*/ 379098 w 625521"/>
                <a:gd name="connsiteY19" fmla="*/ 400855 h 788699"/>
                <a:gd name="connsiteX20" fmla="*/ 370939 w 625521"/>
                <a:gd name="connsiteY20" fmla="*/ 398135 h 788699"/>
                <a:gd name="connsiteX21" fmla="*/ 338304 w 625521"/>
                <a:gd name="connsiteY21" fmla="*/ 400855 h 788699"/>
                <a:gd name="connsiteX22" fmla="*/ 289349 w 625521"/>
                <a:gd name="connsiteY22" fmla="*/ 403575 h 788699"/>
                <a:gd name="connsiteX23" fmla="*/ 264872 w 625521"/>
                <a:gd name="connsiteY23" fmla="*/ 400855 h 788699"/>
                <a:gd name="connsiteX24" fmla="*/ 259433 w 625521"/>
                <a:gd name="connsiteY24" fmla="*/ 406294 h 788699"/>
                <a:gd name="connsiteX25" fmla="*/ 259433 w 625521"/>
                <a:gd name="connsiteY25" fmla="*/ 425332 h 788699"/>
                <a:gd name="connsiteX26" fmla="*/ 259433 w 625521"/>
                <a:gd name="connsiteY26" fmla="*/ 449809 h 788699"/>
                <a:gd name="connsiteX27" fmla="*/ 259433 w 625521"/>
                <a:gd name="connsiteY27" fmla="*/ 471566 h 788699"/>
                <a:gd name="connsiteX28" fmla="*/ 259433 w 625521"/>
                <a:gd name="connsiteY28" fmla="*/ 504202 h 788699"/>
                <a:gd name="connsiteX29" fmla="*/ 259433 w 625521"/>
                <a:gd name="connsiteY29" fmla="*/ 509641 h 788699"/>
                <a:gd name="connsiteX30" fmla="*/ 256714 w 625521"/>
                <a:gd name="connsiteY30" fmla="*/ 542277 h 788699"/>
                <a:gd name="connsiteX31" fmla="*/ 256714 w 625521"/>
                <a:gd name="connsiteY31" fmla="*/ 577632 h 788699"/>
                <a:gd name="connsiteX32" fmla="*/ 256714 w 625521"/>
                <a:gd name="connsiteY32" fmla="*/ 612988 h 788699"/>
                <a:gd name="connsiteX33" fmla="*/ 253994 w 625521"/>
                <a:gd name="connsiteY33" fmla="*/ 656502 h 788699"/>
                <a:gd name="connsiteX34" fmla="*/ 256714 w 625521"/>
                <a:gd name="connsiteY34" fmla="*/ 678260 h 788699"/>
                <a:gd name="connsiteX35" fmla="*/ 286629 w 625521"/>
                <a:gd name="connsiteY35" fmla="*/ 694578 h 788699"/>
                <a:gd name="connsiteX36" fmla="*/ 281191 w 625521"/>
                <a:gd name="connsiteY36" fmla="*/ 710895 h 788699"/>
                <a:gd name="connsiteX37" fmla="*/ 264872 w 625521"/>
                <a:gd name="connsiteY37" fmla="*/ 719054 h 788699"/>
                <a:gd name="connsiteX38" fmla="*/ 243116 w 625521"/>
                <a:gd name="connsiteY38" fmla="*/ 721774 h 788699"/>
                <a:gd name="connsiteX39" fmla="*/ 243116 w 625521"/>
                <a:gd name="connsiteY39" fmla="*/ 721774 h 788699"/>
                <a:gd name="connsiteX40" fmla="*/ 232236 w 625521"/>
                <a:gd name="connsiteY40" fmla="*/ 727214 h 788699"/>
                <a:gd name="connsiteX41" fmla="*/ 224078 w 625521"/>
                <a:gd name="connsiteY41" fmla="*/ 735372 h 788699"/>
                <a:gd name="connsiteX42" fmla="*/ 213199 w 625521"/>
                <a:gd name="connsiteY42" fmla="*/ 738092 h 788699"/>
                <a:gd name="connsiteX43" fmla="*/ 183283 w 625521"/>
                <a:gd name="connsiteY43" fmla="*/ 727214 h 788699"/>
                <a:gd name="connsiteX44" fmla="*/ 175124 w 625521"/>
                <a:gd name="connsiteY44" fmla="*/ 719054 h 788699"/>
                <a:gd name="connsiteX45" fmla="*/ 145208 w 625521"/>
                <a:gd name="connsiteY45" fmla="*/ 719054 h 788699"/>
                <a:gd name="connsiteX46" fmla="*/ 126170 w 625521"/>
                <a:gd name="connsiteY46" fmla="*/ 719054 h 788699"/>
                <a:gd name="connsiteX47" fmla="*/ 101693 w 625521"/>
                <a:gd name="connsiteY47" fmla="*/ 719054 h 788699"/>
                <a:gd name="connsiteX48" fmla="*/ 74496 w 625521"/>
                <a:gd name="connsiteY48" fmla="*/ 713615 h 788699"/>
                <a:gd name="connsiteX49" fmla="*/ 58178 w 625521"/>
                <a:gd name="connsiteY49" fmla="*/ 697297 h 788699"/>
                <a:gd name="connsiteX50" fmla="*/ 63618 w 625521"/>
                <a:gd name="connsiteY50" fmla="*/ 689138 h 788699"/>
                <a:gd name="connsiteX51" fmla="*/ 85375 w 625521"/>
                <a:gd name="connsiteY51" fmla="*/ 680979 h 788699"/>
                <a:gd name="connsiteX52" fmla="*/ 131609 w 625521"/>
                <a:gd name="connsiteY52" fmla="*/ 675540 h 788699"/>
                <a:gd name="connsiteX53" fmla="*/ 131609 w 625521"/>
                <a:gd name="connsiteY53" fmla="*/ 667381 h 788699"/>
                <a:gd name="connsiteX54" fmla="*/ 131609 w 625521"/>
                <a:gd name="connsiteY54" fmla="*/ 651063 h 788699"/>
                <a:gd name="connsiteX55" fmla="*/ 131609 w 625521"/>
                <a:gd name="connsiteY55" fmla="*/ 618427 h 788699"/>
                <a:gd name="connsiteX56" fmla="*/ 131609 w 625521"/>
                <a:gd name="connsiteY56" fmla="*/ 580352 h 788699"/>
                <a:gd name="connsiteX57" fmla="*/ 131609 w 625521"/>
                <a:gd name="connsiteY57" fmla="*/ 531398 h 788699"/>
                <a:gd name="connsiteX58" fmla="*/ 131609 w 625521"/>
                <a:gd name="connsiteY58" fmla="*/ 466126 h 788699"/>
                <a:gd name="connsiteX59" fmla="*/ 131609 w 625521"/>
                <a:gd name="connsiteY59" fmla="*/ 422612 h 788699"/>
                <a:gd name="connsiteX60" fmla="*/ 131609 w 625521"/>
                <a:gd name="connsiteY60" fmla="*/ 411733 h 788699"/>
                <a:gd name="connsiteX61" fmla="*/ 131609 w 625521"/>
                <a:gd name="connsiteY61" fmla="*/ 398135 h 788699"/>
                <a:gd name="connsiteX62" fmla="*/ 126170 w 625521"/>
                <a:gd name="connsiteY62" fmla="*/ 389976 h 788699"/>
                <a:gd name="connsiteX63" fmla="*/ 101693 w 625521"/>
                <a:gd name="connsiteY63" fmla="*/ 387257 h 788699"/>
                <a:gd name="connsiteX64" fmla="*/ 77216 w 625521"/>
                <a:gd name="connsiteY64" fmla="*/ 376378 h 788699"/>
                <a:gd name="connsiteX65" fmla="*/ 82655 w 625521"/>
                <a:gd name="connsiteY65" fmla="*/ 368219 h 788699"/>
                <a:gd name="connsiteX66" fmla="*/ 98973 w 625521"/>
                <a:gd name="connsiteY66" fmla="*/ 360060 h 788699"/>
                <a:gd name="connsiteX67" fmla="*/ 118011 w 625521"/>
                <a:gd name="connsiteY67" fmla="*/ 357340 h 788699"/>
                <a:gd name="connsiteX68" fmla="*/ 131609 w 625521"/>
                <a:gd name="connsiteY68" fmla="*/ 351901 h 788699"/>
                <a:gd name="connsiteX69" fmla="*/ 131609 w 625521"/>
                <a:gd name="connsiteY69" fmla="*/ 343742 h 788699"/>
                <a:gd name="connsiteX70" fmla="*/ 131609 w 625521"/>
                <a:gd name="connsiteY70" fmla="*/ 270311 h 788699"/>
                <a:gd name="connsiteX71" fmla="*/ 137048 w 625521"/>
                <a:gd name="connsiteY71" fmla="*/ 145207 h 788699"/>
                <a:gd name="connsiteX72" fmla="*/ 139768 w 625521"/>
                <a:gd name="connsiteY72" fmla="*/ 123450 h 788699"/>
                <a:gd name="connsiteX73" fmla="*/ 123450 w 625521"/>
                <a:gd name="connsiteY73" fmla="*/ 123450 h 788699"/>
                <a:gd name="connsiteX74" fmla="*/ 118011 w 625521"/>
                <a:gd name="connsiteY74" fmla="*/ 123450 h 788699"/>
                <a:gd name="connsiteX75" fmla="*/ 101693 w 625521"/>
                <a:gd name="connsiteY75" fmla="*/ 123450 h 788699"/>
                <a:gd name="connsiteX76" fmla="*/ 74496 w 625521"/>
                <a:gd name="connsiteY76" fmla="*/ 118011 h 788699"/>
                <a:gd name="connsiteX77" fmla="*/ 58178 w 625521"/>
                <a:gd name="connsiteY77" fmla="*/ 101693 h 788699"/>
                <a:gd name="connsiteX78" fmla="*/ 63618 w 625521"/>
                <a:gd name="connsiteY78" fmla="*/ 93534 h 788699"/>
                <a:gd name="connsiteX79" fmla="*/ 85375 w 625521"/>
                <a:gd name="connsiteY79" fmla="*/ 85375 h 788699"/>
                <a:gd name="connsiteX80" fmla="*/ 137048 w 625521"/>
                <a:gd name="connsiteY80" fmla="*/ 82655 h 788699"/>
                <a:gd name="connsiteX81" fmla="*/ 147927 w 625521"/>
                <a:gd name="connsiteY81" fmla="*/ 82655 h 788699"/>
                <a:gd name="connsiteX82" fmla="*/ 186003 w 625521"/>
                <a:gd name="connsiteY82" fmla="*/ 58178 h 788699"/>
                <a:gd name="connsiteX83" fmla="*/ 226797 w 625521"/>
                <a:gd name="connsiteY83" fmla="*/ 79936 h 788699"/>
                <a:gd name="connsiteX84" fmla="*/ 253994 w 625521"/>
                <a:gd name="connsiteY84" fmla="*/ 79936 h 788699"/>
                <a:gd name="connsiteX85" fmla="*/ 294789 w 625521"/>
                <a:gd name="connsiteY85" fmla="*/ 96253 h 788699"/>
                <a:gd name="connsiteX86" fmla="*/ 283910 w 625521"/>
                <a:gd name="connsiteY86" fmla="*/ 112571 h 788699"/>
                <a:gd name="connsiteX87" fmla="*/ 267592 w 625521"/>
                <a:gd name="connsiteY87" fmla="*/ 120730 h 788699"/>
                <a:gd name="connsiteX88" fmla="*/ 245835 w 625521"/>
                <a:gd name="connsiteY88" fmla="*/ 123450 h 788699"/>
                <a:gd name="connsiteX89" fmla="*/ 237676 w 625521"/>
                <a:gd name="connsiteY89" fmla="*/ 123450 h 788699"/>
                <a:gd name="connsiteX90" fmla="*/ 240396 w 625521"/>
                <a:gd name="connsiteY90" fmla="*/ 128889 h 788699"/>
                <a:gd name="connsiteX91" fmla="*/ 251274 w 625521"/>
                <a:gd name="connsiteY91" fmla="*/ 177843 h 788699"/>
                <a:gd name="connsiteX92" fmla="*/ 256714 w 625521"/>
                <a:gd name="connsiteY92" fmla="*/ 226797 h 788699"/>
                <a:gd name="connsiteX93" fmla="*/ 262153 w 625521"/>
                <a:gd name="connsiteY93" fmla="*/ 273031 h 788699"/>
                <a:gd name="connsiteX94" fmla="*/ 262153 w 625521"/>
                <a:gd name="connsiteY94" fmla="*/ 289349 h 788699"/>
                <a:gd name="connsiteX95" fmla="*/ 262153 w 625521"/>
                <a:gd name="connsiteY95" fmla="*/ 297508 h 788699"/>
                <a:gd name="connsiteX96" fmla="*/ 264872 w 625521"/>
                <a:gd name="connsiteY96" fmla="*/ 321985 h 788699"/>
                <a:gd name="connsiteX97" fmla="*/ 270312 w 625521"/>
                <a:gd name="connsiteY97" fmla="*/ 335583 h 788699"/>
                <a:gd name="connsiteX98" fmla="*/ 270312 w 625521"/>
                <a:gd name="connsiteY98" fmla="*/ 338303 h 788699"/>
                <a:gd name="connsiteX99" fmla="*/ 270312 w 625521"/>
                <a:gd name="connsiteY99" fmla="*/ 346462 h 788699"/>
                <a:gd name="connsiteX100" fmla="*/ 278471 w 625521"/>
                <a:gd name="connsiteY100" fmla="*/ 354621 h 788699"/>
                <a:gd name="connsiteX101" fmla="*/ 338304 w 625521"/>
                <a:gd name="connsiteY101" fmla="*/ 349181 h 788699"/>
                <a:gd name="connsiteX102" fmla="*/ 365500 w 625521"/>
                <a:gd name="connsiteY102" fmla="*/ 349181 h 788699"/>
                <a:gd name="connsiteX103" fmla="*/ 381817 w 625521"/>
                <a:gd name="connsiteY103" fmla="*/ 349181 h 788699"/>
                <a:gd name="connsiteX104" fmla="*/ 392697 w 625521"/>
                <a:gd name="connsiteY104" fmla="*/ 338303 h 788699"/>
                <a:gd name="connsiteX105" fmla="*/ 389977 w 625521"/>
                <a:gd name="connsiteY105" fmla="*/ 313826 h 788699"/>
                <a:gd name="connsiteX106" fmla="*/ 392697 w 625521"/>
                <a:gd name="connsiteY106" fmla="*/ 262152 h 788699"/>
                <a:gd name="connsiteX107" fmla="*/ 395416 w 625521"/>
                <a:gd name="connsiteY107" fmla="*/ 224077 h 788699"/>
                <a:gd name="connsiteX108" fmla="*/ 398136 w 625521"/>
                <a:gd name="connsiteY108" fmla="*/ 177843 h 788699"/>
                <a:gd name="connsiteX109" fmla="*/ 395416 w 625521"/>
                <a:gd name="connsiteY109" fmla="*/ 153366 h 788699"/>
                <a:gd name="connsiteX110" fmla="*/ 395416 w 625521"/>
                <a:gd name="connsiteY110" fmla="*/ 137048 h 788699"/>
                <a:gd name="connsiteX111" fmla="*/ 379098 w 625521"/>
                <a:gd name="connsiteY111" fmla="*/ 137048 h 788699"/>
                <a:gd name="connsiteX112" fmla="*/ 351902 w 625521"/>
                <a:gd name="connsiteY112" fmla="*/ 131609 h 788699"/>
                <a:gd name="connsiteX113" fmla="*/ 338304 w 625521"/>
                <a:gd name="connsiteY113" fmla="*/ 115291 h 788699"/>
                <a:gd name="connsiteX114" fmla="*/ 343742 w 625521"/>
                <a:gd name="connsiteY114" fmla="*/ 107132 h 788699"/>
                <a:gd name="connsiteX115" fmla="*/ 362780 w 625521"/>
                <a:gd name="connsiteY115" fmla="*/ 98973 h 788699"/>
                <a:gd name="connsiteX116" fmla="*/ 395416 w 625521"/>
                <a:gd name="connsiteY116" fmla="*/ 96253 h 788699"/>
                <a:gd name="connsiteX117" fmla="*/ 403575 w 625521"/>
                <a:gd name="connsiteY117" fmla="*/ 90814 h 788699"/>
                <a:gd name="connsiteX118" fmla="*/ 422612 w 625521"/>
                <a:gd name="connsiteY118" fmla="*/ 88095 h 788699"/>
                <a:gd name="connsiteX119" fmla="*/ 428052 w 625521"/>
                <a:gd name="connsiteY119" fmla="*/ 88095 h 788699"/>
                <a:gd name="connsiteX120" fmla="*/ 447090 w 625521"/>
                <a:gd name="connsiteY120" fmla="*/ 90814 h 788699"/>
                <a:gd name="connsiteX121" fmla="*/ 455249 w 625521"/>
                <a:gd name="connsiteY121" fmla="*/ 96253 h 788699"/>
                <a:gd name="connsiteX122" fmla="*/ 525960 w 625521"/>
                <a:gd name="connsiteY122" fmla="*/ 93534 h 788699"/>
                <a:gd name="connsiteX123" fmla="*/ 561315 w 625521"/>
                <a:gd name="connsiteY123" fmla="*/ 109852 h 788699"/>
                <a:gd name="connsiteX124" fmla="*/ 555876 w 625521"/>
                <a:gd name="connsiteY124" fmla="*/ 126170 h 788699"/>
                <a:gd name="connsiteX125" fmla="*/ 539558 w 625521"/>
                <a:gd name="connsiteY125" fmla="*/ 134329 h 788699"/>
                <a:gd name="connsiteX126" fmla="*/ 517800 w 625521"/>
                <a:gd name="connsiteY126" fmla="*/ 137048 h 788699"/>
                <a:gd name="connsiteX127" fmla="*/ 477006 w 625521"/>
                <a:gd name="connsiteY127" fmla="*/ 137048 h 788699"/>
                <a:gd name="connsiteX128" fmla="*/ 485165 w 625521"/>
                <a:gd name="connsiteY128" fmla="*/ 161525 h 788699"/>
                <a:gd name="connsiteX129" fmla="*/ 496043 w 625521"/>
                <a:gd name="connsiteY129" fmla="*/ 210479 h 788699"/>
                <a:gd name="connsiteX130" fmla="*/ 501483 w 625521"/>
                <a:gd name="connsiteY130" fmla="*/ 251274 h 788699"/>
                <a:gd name="connsiteX131" fmla="*/ 506922 w 625521"/>
                <a:gd name="connsiteY131" fmla="*/ 292069 h 788699"/>
                <a:gd name="connsiteX132" fmla="*/ 506922 w 625521"/>
                <a:gd name="connsiteY132" fmla="*/ 321985 h 788699"/>
                <a:gd name="connsiteX133" fmla="*/ 509642 w 625521"/>
                <a:gd name="connsiteY133" fmla="*/ 341022 h 788699"/>
                <a:gd name="connsiteX134" fmla="*/ 509642 w 625521"/>
                <a:gd name="connsiteY134" fmla="*/ 343742 h 788699"/>
                <a:gd name="connsiteX135" fmla="*/ 517800 w 625521"/>
                <a:gd name="connsiteY135" fmla="*/ 349181 h 788699"/>
                <a:gd name="connsiteX136" fmla="*/ 528680 w 625521"/>
                <a:gd name="connsiteY136" fmla="*/ 349181 h 788699"/>
                <a:gd name="connsiteX137" fmla="*/ 550437 w 625521"/>
                <a:gd name="connsiteY137" fmla="*/ 357340 h 788699"/>
                <a:gd name="connsiteX138" fmla="*/ 550437 w 625521"/>
                <a:gd name="connsiteY138" fmla="*/ 362780 h 788699"/>
                <a:gd name="connsiteX139" fmla="*/ 534119 w 625521"/>
                <a:gd name="connsiteY139" fmla="*/ 384537 h 788699"/>
                <a:gd name="connsiteX140" fmla="*/ 520520 w 625521"/>
                <a:gd name="connsiteY140" fmla="*/ 389976 h 788699"/>
                <a:gd name="connsiteX141" fmla="*/ 512362 w 625521"/>
                <a:gd name="connsiteY141" fmla="*/ 395415 h 788699"/>
                <a:gd name="connsiteX142" fmla="*/ 512362 w 625521"/>
                <a:gd name="connsiteY142" fmla="*/ 398135 h 788699"/>
                <a:gd name="connsiteX143" fmla="*/ 512362 w 625521"/>
                <a:gd name="connsiteY143" fmla="*/ 409014 h 788699"/>
                <a:gd name="connsiteX144" fmla="*/ 512362 w 625521"/>
                <a:gd name="connsiteY144" fmla="*/ 414453 h 788699"/>
                <a:gd name="connsiteX145" fmla="*/ 512362 w 625521"/>
                <a:gd name="connsiteY145" fmla="*/ 438930 h 788699"/>
                <a:gd name="connsiteX146" fmla="*/ 515081 w 625521"/>
                <a:gd name="connsiteY146" fmla="*/ 504202 h 788699"/>
                <a:gd name="connsiteX147" fmla="*/ 520520 w 625521"/>
                <a:gd name="connsiteY147" fmla="*/ 572193 h 788699"/>
                <a:gd name="connsiteX148" fmla="*/ 517800 w 625521"/>
                <a:gd name="connsiteY148" fmla="*/ 604829 h 788699"/>
                <a:gd name="connsiteX149" fmla="*/ 512362 w 625521"/>
                <a:gd name="connsiteY149" fmla="*/ 661942 h 788699"/>
                <a:gd name="connsiteX150" fmla="*/ 509642 w 625521"/>
                <a:gd name="connsiteY150" fmla="*/ 670101 h 788699"/>
                <a:gd name="connsiteX151" fmla="*/ 512362 w 625521"/>
                <a:gd name="connsiteY151" fmla="*/ 680979 h 788699"/>
                <a:gd name="connsiteX152" fmla="*/ 512362 w 625521"/>
                <a:gd name="connsiteY152" fmla="*/ 686419 h 788699"/>
                <a:gd name="connsiteX153" fmla="*/ 536838 w 625521"/>
                <a:gd name="connsiteY153" fmla="*/ 680979 h 788699"/>
                <a:gd name="connsiteX154" fmla="*/ 536838 w 625521"/>
                <a:gd name="connsiteY154" fmla="*/ 680979 h 788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</a:cxnLst>
              <a:rect l="l" t="t" r="r" b="b"/>
              <a:pathLst>
                <a:path w="625521" h="788699">
                  <a:moveTo>
                    <a:pt x="536838" y="680979"/>
                  </a:moveTo>
                  <a:cubicBezTo>
                    <a:pt x="550437" y="680979"/>
                    <a:pt x="574913" y="680979"/>
                    <a:pt x="574913" y="697297"/>
                  </a:cubicBezTo>
                  <a:cubicBezTo>
                    <a:pt x="574913" y="705456"/>
                    <a:pt x="572194" y="708176"/>
                    <a:pt x="566755" y="713615"/>
                  </a:cubicBezTo>
                  <a:cubicBezTo>
                    <a:pt x="561315" y="719054"/>
                    <a:pt x="555876" y="721774"/>
                    <a:pt x="550437" y="721774"/>
                  </a:cubicBezTo>
                  <a:cubicBezTo>
                    <a:pt x="539558" y="724494"/>
                    <a:pt x="534119" y="724494"/>
                    <a:pt x="528680" y="724494"/>
                  </a:cubicBezTo>
                  <a:cubicBezTo>
                    <a:pt x="517800" y="724494"/>
                    <a:pt x="428052" y="724494"/>
                    <a:pt x="417174" y="724494"/>
                  </a:cubicBezTo>
                  <a:cubicBezTo>
                    <a:pt x="403575" y="724494"/>
                    <a:pt x="414454" y="724494"/>
                    <a:pt x="398136" y="724494"/>
                  </a:cubicBezTo>
                  <a:cubicBezTo>
                    <a:pt x="389977" y="724494"/>
                    <a:pt x="381817" y="724494"/>
                    <a:pt x="373659" y="724494"/>
                  </a:cubicBezTo>
                  <a:cubicBezTo>
                    <a:pt x="365500" y="724494"/>
                    <a:pt x="354621" y="721774"/>
                    <a:pt x="346462" y="719054"/>
                  </a:cubicBezTo>
                  <a:cubicBezTo>
                    <a:pt x="338304" y="716335"/>
                    <a:pt x="330144" y="708176"/>
                    <a:pt x="330144" y="702737"/>
                  </a:cubicBezTo>
                  <a:cubicBezTo>
                    <a:pt x="330144" y="700017"/>
                    <a:pt x="330144" y="697297"/>
                    <a:pt x="335584" y="694578"/>
                  </a:cubicBezTo>
                  <a:cubicBezTo>
                    <a:pt x="341023" y="691858"/>
                    <a:pt x="351902" y="689138"/>
                    <a:pt x="357341" y="686419"/>
                  </a:cubicBezTo>
                  <a:cubicBezTo>
                    <a:pt x="373659" y="683699"/>
                    <a:pt x="387257" y="680979"/>
                    <a:pt x="395416" y="680979"/>
                  </a:cubicBezTo>
                  <a:cubicBezTo>
                    <a:pt x="387257" y="675540"/>
                    <a:pt x="384537" y="670101"/>
                    <a:pt x="381817" y="656502"/>
                  </a:cubicBezTo>
                  <a:cubicBezTo>
                    <a:pt x="379098" y="632026"/>
                    <a:pt x="379098" y="610268"/>
                    <a:pt x="379098" y="585791"/>
                  </a:cubicBezTo>
                  <a:cubicBezTo>
                    <a:pt x="379098" y="564034"/>
                    <a:pt x="379098" y="542277"/>
                    <a:pt x="379098" y="517800"/>
                  </a:cubicBezTo>
                  <a:cubicBezTo>
                    <a:pt x="379098" y="504202"/>
                    <a:pt x="379098" y="487884"/>
                    <a:pt x="379098" y="474286"/>
                  </a:cubicBezTo>
                  <a:cubicBezTo>
                    <a:pt x="379098" y="457968"/>
                    <a:pt x="376379" y="444369"/>
                    <a:pt x="379098" y="430771"/>
                  </a:cubicBezTo>
                  <a:cubicBezTo>
                    <a:pt x="379098" y="425332"/>
                    <a:pt x="381817" y="417173"/>
                    <a:pt x="381817" y="411733"/>
                  </a:cubicBezTo>
                  <a:cubicBezTo>
                    <a:pt x="381817" y="406294"/>
                    <a:pt x="381817" y="403575"/>
                    <a:pt x="379098" y="400855"/>
                  </a:cubicBezTo>
                  <a:cubicBezTo>
                    <a:pt x="376379" y="400855"/>
                    <a:pt x="373659" y="398135"/>
                    <a:pt x="370939" y="398135"/>
                  </a:cubicBezTo>
                  <a:cubicBezTo>
                    <a:pt x="360061" y="398135"/>
                    <a:pt x="343742" y="400855"/>
                    <a:pt x="338304" y="400855"/>
                  </a:cubicBezTo>
                  <a:cubicBezTo>
                    <a:pt x="330144" y="400855"/>
                    <a:pt x="319266" y="403575"/>
                    <a:pt x="289349" y="403575"/>
                  </a:cubicBezTo>
                  <a:cubicBezTo>
                    <a:pt x="275751" y="403575"/>
                    <a:pt x="267592" y="400855"/>
                    <a:pt x="264872" y="400855"/>
                  </a:cubicBezTo>
                  <a:cubicBezTo>
                    <a:pt x="262153" y="400855"/>
                    <a:pt x="259433" y="400855"/>
                    <a:pt x="259433" y="406294"/>
                  </a:cubicBezTo>
                  <a:cubicBezTo>
                    <a:pt x="259433" y="414453"/>
                    <a:pt x="259433" y="419892"/>
                    <a:pt x="259433" y="425332"/>
                  </a:cubicBezTo>
                  <a:cubicBezTo>
                    <a:pt x="259433" y="433491"/>
                    <a:pt x="259433" y="441650"/>
                    <a:pt x="259433" y="449809"/>
                  </a:cubicBezTo>
                  <a:cubicBezTo>
                    <a:pt x="259433" y="457968"/>
                    <a:pt x="259433" y="463407"/>
                    <a:pt x="259433" y="471566"/>
                  </a:cubicBezTo>
                  <a:cubicBezTo>
                    <a:pt x="259433" y="482445"/>
                    <a:pt x="259433" y="493323"/>
                    <a:pt x="259433" y="504202"/>
                  </a:cubicBezTo>
                  <a:cubicBezTo>
                    <a:pt x="259433" y="506921"/>
                    <a:pt x="259433" y="506921"/>
                    <a:pt x="259433" y="509641"/>
                  </a:cubicBezTo>
                  <a:cubicBezTo>
                    <a:pt x="259433" y="520520"/>
                    <a:pt x="256714" y="531398"/>
                    <a:pt x="256714" y="542277"/>
                  </a:cubicBezTo>
                  <a:cubicBezTo>
                    <a:pt x="256714" y="553156"/>
                    <a:pt x="256714" y="566754"/>
                    <a:pt x="256714" y="577632"/>
                  </a:cubicBezTo>
                  <a:cubicBezTo>
                    <a:pt x="256714" y="588511"/>
                    <a:pt x="256714" y="599390"/>
                    <a:pt x="256714" y="612988"/>
                  </a:cubicBezTo>
                  <a:cubicBezTo>
                    <a:pt x="256714" y="629306"/>
                    <a:pt x="253994" y="642904"/>
                    <a:pt x="253994" y="656502"/>
                  </a:cubicBezTo>
                  <a:cubicBezTo>
                    <a:pt x="253994" y="664661"/>
                    <a:pt x="256714" y="672820"/>
                    <a:pt x="256714" y="678260"/>
                  </a:cubicBezTo>
                  <a:cubicBezTo>
                    <a:pt x="270312" y="678260"/>
                    <a:pt x="286629" y="680979"/>
                    <a:pt x="286629" y="694578"/>
                  </a:cubicBezTo>
                  <a:cubicBezTo>
                    <a:pt x="286629" y="702737"/>
                    <a:pt x="283910" y="705456"/>
                    <a:pt x="281191" y="710895"/>
                  </a:cubicBezTo>
                  <a:cubicBezTo>
                    <a:pt x="275751" y="716335"/>
                    <a:pt x="270312" y="719054"/>
                    <a:pt x="264872" y="719054"/>
                  </a:cubicBezTo>
                  <a:cubicBezTo>
                    <a:pt x="256714" y="721774"/>
                    <a:pt x="248554" y="721774"/>
                    <a:pt x="243116" y="721774"/>
                  </a:cubicBezTo>
                  <a:cubicBezTo>
                    <a:pt x="243116" y="721774"/>
                    <a:pt x="243116" y="721774"/>
                    <a:pt x="243116" y="721774"/>
                  </a:cubicBezTo>
                  <a:cubicBezTo>
                    <a:pt x="237676" y="724494"/>
                    <a:pt x="237676" y="724494"/>
                    <a:pt x="232236" y="727214"/>
                  </a:cubicBezTo>
                  <a:cubicBezTo>
                    <a:pt x="229517" y="729933"/>
                    <a:pt x="229517" y="732653"/>
                    <a:pt x="224078" y="735372"/>
                  </a:cubicBezTo>
                  <a:cubicBezTo>
                    <a:pt x="221358" y="738092"/>
                    <a:pt x="215919" y="738092"/>
                    <a:pt x="213199" y="738092"/>
                  </a:cubicBezTo>
                  <a:cubicBezTo>
                    <a:pt x="199601" y="738092"/>
                    <a:pt x="188722" y="735372"/>
                    <a:pt x="183283" y="727214"/>
                  </a:cubicBezTo>
                  <a:cubicBezTo>
                    <a:pt x="180563" y="724494"/>
                    <a:pt x="177843" y="721774"/>
                    <a:pt x="175124" y="719054"/>
                  </a:cubicBezTo>
                  <a:cubicBezTo>
                    <a:pt x="161526" y="719054"/>
                    <a:pt x="150646" y="719054"/>
                    <a:pt x="145208" y="719054"/>
                  </a:cubicBezTo>
                  <a:cubicBezTo>
                    <a:pt x="131609" y="719054"/>
                    <a:pt x="142488" y="719054"/>
                    <a:pt x="126170" y="719054"/>
                  </a:cubicBezTo>
                  <a:cubicBezTo>
                    <a:pt x="118011" y="719054"/>
                    <a:pt x="109852" y="719054"/>
                    <a:pt x="101693" y="719054"/>
                  </a:cubicBezTo>
                  <a:cubicBezTo>
                    <a:pt x="93534" y="719054"/>
                    <a:pt x="82655" y="719054"/>
                    <a:pt x="74496" y="713615"/>
                  </a:cubicBezTo>
                  <a:cubicBezTo>
                    <a:pt x="66338" y="710895"/>
                    <a:pt x="58178" y="702737"/>
                    <a:pt x="58178" y="697297"/>
                  </a:cubicBezTo>
                  <a:cubicBezTo>
                    <a:pt x="58178" y="694578"/>
                    <a:pt x="58178" y="691858"/>
                    <a:pt x="63618" y="689138"/>
                  </a:cubicBezTo>
                  <a:cubicBezTo>
                    <a:pt x="69057" y="686419"/>
                    <a:pt x="79936" y="683699"/>
                    <a:pt x="85375" y="680979"/>
                  </a:cubicBezTo>
                  <a:cubicBezTo>
                    <a:pt x="98973" y="678260"/>
                    <a:pt x="118011" y="678260"/>
                    <a:pt x="131609" y="675540"/>
                  </a:cubicBezTo>
                  <a:cubicBezTo>
                    <a:pt x="131609" y="672820"/>
                    <a:pt x="131609" y="670101"/>
                    <a:pt x="131609" y="667381"/>
                  </a:cubicBezTo>
                  <a:cubicBezTo>
                    <a:pt x="131609" y="661942"/>
                    <a:pt x="131609" y="656502"/>
                    <a:pt x="131609" y="651063"/>
                  </a:cubicBezTo>
                  <a:cubicBezTo>
                    <a:pt x="131609" y="640184"/>
                    <a:pt x="131609" y="629306"/>
                    <a:pt x="131609" y="618427"/>
                  </a:cubicBezTo>
                  <a:cubicBezTo>
                    <a:pt x="131609" y="604829"/>
                    <a:pt x="131609" y="593950"/>
                    <a:pt x="131609" y="580352"/>
                  </a:cubicBezTo>
                  <a:cubicBezTo>
                    <a:pt x="131609" y="564034"/>
                    <a:pt x="131609" y="547716"/>
                    <a:pt x="131609" y="531398"/>
                  </a:cubicBezTo>
                  <a:cubicBezTo>
                    <a:pt x="131609" y="509641"/>
                    <a:pt x="131609" y="487884"/>
                    <a:pt x="131609" y="466126"/>
                  </a:cubicBezTo>
                  <a:cubicBezTo>
                    <a:pt x="131609" y="452528"/>
                    <a:pt x="131609" y="436210"/>
                    <a:pt x="131609" y="422612"/>
                  </a:cubicBezTo>
                  <a:cubicBezTo>
                    <a:pt x="131609" y="419892"/>
                    <a:pt x="131609" y="414453"/>
                    <a:pt x="131609" y="411733"/>
                  </a:cubicBezTo>
                  <a:cubicBezTo>
                    <a:pt x="131609" y="409014"/>
                    <a:pt x="131609" y="400855"/>
                    <a:pt x="131609" y="398135"/>
                  </a:cubicBezTo>
                  <a:cubicBezTo>
                    <a:pt x="131609" y="392696"/>
                    <a:pt x="131609" y="392696"/>
                    <a:pt x="126170" y="389976"/>
                  </a:cubicBezTo>
                  <a:cubicBezTo>
                    <a:pt x="123450" y="389976"/>
                    <a:pt x="109852" y="387257"/>
                    <a:pt x="101693" y="387257"/>
                  </a:cubicBezTo>
                  <a:cubicBezTo>
                    <a:pt x="90814" y="384537"/>
                    <a:pt x="77216" y="381817"/>
                    <a:pt x="77216" y="376378"/>
                  </a:cubicBezTo>
                  <a:cubicBezTo>
                    <a:pt x="77216" y="373658"/>
                    <a:pt x="79936" y="370939"/>
                    <a:pt x="82655" y="368219"/>
                  </a:cubicBezTo>
                  <a:cubicBezTo>
                    <a:pt x="88095" y="365499"/>
                    <a:pt x="93534" y="362780"/>
                    <a:pt x="98973" y="360060"/>
                  </a:cubicBezTo>
                  <a:cubicBezTo>
                    <a:pt x="104413" y="360060"/>
                    <a:pt x="112571" y="357340"/>
                    <a:pt x="118011" y="357340"/>
                  </a:cubicBezTo>
                  <a:cubicBezTo>
                    <a:pt x="126170" y="354621"/>
                    <a:pt x="128890" y="357340"/>
                    <a:pt x="131609" y="351901"/>
                  </a:cubicBezTo>
                  <a:cubicBezTo>
                    <a:pt x="131609" y="349181"/>
                    <a:pt x="131609" y="346462"/>
                    <a:pt x="131609" y="343742"/>
                  </a:cubicBezTo>
                  <a:cubicBezTo>
                    <a:pt x="131609" y="319265"/>
                    <a:pt x="131609" y="294788"/>
                    <a:pt x="131609" y="270311"/>
                  </a:cubicBezTo>
                  <a:cubicBezTo>
                    <a:pt x="131609" y="226797"/>
                    <a:pt x="131609" y="186002"/>
                    <a:pt x="137048" y="145207"/>
                  </a:cubicBezTo>
                  <a:cubicBezTo>
                    <a:pt x="137048" y="139768"/>
                    <a:pt x="137048" y="131609"/>
                    <a:pt x="139768" y="123450"/>
                  </a:cubicBezTo>
                  <a:cubicBezTo>
                    <a:pt x="134329" y="123450"/>
                    <a:pt x="137048" y="123450"/>
                    <a:pt x="123450" y="123450"/>
                  </a:cubicBezTo>
                  <a:cubicBezTo>
                    <a:pt x="120731" y="123450"/>
                    <a:pt x="120731" y="123450"/>
                    <a:pt x="118011" y="123450"/>
                  </a:cubicBezTo>
                  <a:cubicBezTo>
                    <a:pt x="112571" y="123450"/>
                    <a:pt x="107133" y="123450"/>
                    <a:pt x="101693" y="123450"/>
                  </a:cubicBezTo>
                  <a:cubicBezTo>
                    <a:pt x="93534" y="123450"/>
                    <a:pt x="82655" y="120730"/>
                    <a:pt x="74496" y="118011"/>
                  </a:cubicBezTo>
                  <a:cubicBezTo>
                    <a:pt x="66338" y="115291"/>
                    <a:pt x="58178" y="107132"/>
                    <a:pt x="58178" y="101693"/>
                  </a:cubicBezTo>
                  <a:cubicBezTo>
                    <a:pt x="58178" y="98973"/>
                    <a:pt x="58178" y="96253"/>
                    <a:pt x="63618" y="93534"/>
                  </a:cubicBezTo>
                  <a:cubicBezTo>
                    <a:pt x="66338" y="90814"/>
                    <a:pt x="77216" y="88095"/>
                    <a:pt x="85375" y="85375"/>
                  </a:cubicBezTo>
                  <a:cubicBezTo>
                    <a:pt x="104413" y="82655"/>
                    <a:pt x="128890" y="82655"/>
                    <a:pt x="137048" y="82655"/>
                  </a:cubicBezTo>
                  <a:cubicBezTo>
                    <a:pt x="139768" y="82655"/>
                    <a:pt x="142488" y="82655"/>
                    <a:pt x="147927" y="82655"/>
                  </a:cubicBezTo>
                  <a:cubicBezTo>
                    <a:pt x="153366" y="69057"/>
                    <a:pt x="164245" y="58178"/>
                    <a:pt x="186003" y="58178"/>
                  </a:cubicBezTo>
                  <a:cubicBezTo>
                    <a:pt x="202321" y="58178"/>
                    <a:pt x="215919" y="66337"/>
                    <a:pt x="226797" y="79936"/>
                  </a:cubicBezTo>
                  <a:cubicBezTo>
                    <a:pt x="237676" y="79936"/>
                    <a:pt x="248554" y="79936"/>
                    <a:pt x="253994" y="79936"/>
                  </a:cubicBezTo>
                  <a:cubicBezTo>
                    <a:pt x="267592" y="79936"/>
                    <a:pt x="294789" y="79936"/>
                    <a:pt x="294789" y="96253"/>
                  </a:cubicBezTo>
                  <a:cubicBezTo>
                    <a:pt x="294789" y="104412"/>
                    <a:pt x="289349" y="107132"/>
                    <a:pt x="283910" y="112571"/>
                  </a:cubicBezTo>
                  <a:cubicBezTo>
                    <a:pt x="278471" y="118011"/>
                    <a:pt x="273031" y="120730"/>
                    <a:pt x="267592" y="120730"/>
                  </a:cubicBezTo>
                  <a:cubicBezTo>
                    <a:pt x="259433" y="123450"/>
                    <a:pt x="251274" y="123450"/>
                    <a:pt x="245835" y="123450"/>
                  </a:cubicBezTo>
                  <a:cubicBezTo>
                    <a:pt x="245835" y="123450"/>
                    <a:pt x="243116" y="123450"/>
                    <a:pt x="237676" y="123450"/>
                  </a:cubicBezTo>
                  <a:cubicBezTo>
                    <a:pt x="237676" y="126170"/>
                    <a:pt x="237676" y="126170"/>
                    <a:pt x="240396" y="128889"/>
                  </a:cubicBezTo>
                  <a:cubicBezTo>
                    <a:pt x="245835" y="145207"/>
                    <a:pt x="248554" y="161525"/>
                    <a:pt x="251274" y="177843"/>
                  </a:cubicBezTo>
                  <a:cubicBezTo>
                    <a:pt x="253994" y="194161"/>
                    <a:pt x="253994" y="210479"/>
                    <a:pt x="256714" y="226797"/>
                  </a:cubicBezTo>
                  <a:cubicBezTo>
                    <a:pt x="259433" y="243115"/>
                    <a:pt x="262153" y="256713"/>
                    <a:pt x="262153" y="273031"/>
                  </a:cubicBezTo>
                  <a:cubicBezTo>
                    <a:pt x="262153" y="278470"/>
                    <a:pt x="262153" y="283910"/>
                    <a:pt x="262153" y="289349"/>
                  </a:cubicBezTo>
                  <a:lnTo>
                    <a:pt x="262153" y="297508"/>
                  </a:lnTo>
                  <a:cubicBezTo>
                    <a:pt x="262153" y="305667"/>
                    <a:pt x="262153" y="313826"/>
                    <a:pt x="264872" y="321985"/>
                  </a:cubicBezTo>
                  <a:cubicBezTo>
                    <a:pt x="264872" y="327424"/>
                    <a:pt x="270312" y="330144"/>
                    <a:pt x="270312" y="335583"/>
                  </a:cubicBezTo>
                  <a:cubicBezTo>
                    <a:pt x="270312" y="335583"/>
                    <a:pt x="270312" y="338303"/>
                    <a:pt x="270312" y="338303"/>
                  </a:cubicBezTo>
                  <a:cubicBezTo>
                    <a:pt x="270312" y="341022"/>
                    <a:pt x="270312" y="343742"/>
                    <a:pt x="270312" y="346462"/>
                  </a:cubicBezTo>
                  <a:cubicBezTo>
                    <a:pt x="270312" y="351901"/>
                    <a:pt x="273031" y="354621"/>
                    <a:pt x="278471" y="354621"/>
                  </a:cubicBezTo>
                  <a:cubicBezTo>
                    <a:pt x="289349" y="354621"/>
                    <a:pt x="335584" y="351901"/>
                    <a:pt x="338304" y="349181"/>
                  </a:cubicBezTo>
                  <a:cubicBezTo>
                    <a:pt x="346462" y="349181"/>
                    <a:pt x="357341" y="349181"/>
                    <a:pt x="365500" y="349181"/>
                  </a:cubicBezTo>
                  <a:cubicBezTo>
                    <a:pt x="370939" y="349181"/>
                    <a:pt x="376379" y="349181"/>
                    <a:pt x="381817" y="349181"/>
                  </a:cubicBezTo>
                  <a:cubicBezTo>
                    <a:pt x="387257" y="349181"/>
                    <a:pt x="392697" y="346462"/>
                    <a:pt x="392697" y="338303"/>
                  </a:cubicBezTo>
                  <a:cubicBezTo>
                    <a:pt x="392697" y="330144"/>
                    <a:pt x="389977" y="316545"/>
                    <a:pt x="389977" y="313826"/>
                  </a:cubicBezTo>
                  <a:cubicBezTo>
                    <a:pt x="389977" y="294788"/>
                    <a:pt x="389977" y="278470"/>
                    <a:pt x="392697" y="262152"/>
                  </a:cubicBezTo>
                  <a:cubicBezTo>
                    <a:pt x="392697" y="259433"/>
                    <a:pt x="395416" y="243115"/>
                    <a:pt x="395416" y="224077"/>
                  </a:cubicBezTo>
                  <a:cubicBezTo>
                    <a:pt x="395416" y="207759"/>
                    <a:pt x="398136" y="188722"/>
                    <a:pt x="398136" y="177843"/>
                  </a:cubicBezTo>
                  <a:cubicBezTo>
                    <a:pt x="398136" y="169684"/>
                    <a:pt x="395416" y="158806"/>
                    <a:pt x="395416" y="153366"/>
                  </a:cubicBezTo>
                  <a:cubicBezTo>
                    <a:pt x="395416" y="145207"/>
                    <a:pt x="395416" y="142488"/>
                    <a:pt x="395416" y="137048"/>
                  </a:cubicBezTo>
                  <a:cubicBezTo>
                    <a:pt x="389977" y="137048"/>
                    <a:pt x="384537" y="137048"/>
                    <a:pt x="379098" y="137048"/>
                  </a:cubicBezTo>
                  <a:cubicBezTo>
                    <a:pt x="370939" y="137048"/>
                    <a:pt x="360061" y="134329"/>
                    <a:pt x="351902" y="131609"/>
                  </a:cubicBezTo>
                  <a:cubicBezTo>
                    <a:pt x="343742" y="128889"/>
                    <a:pt x="338304" y="120730"/>
                    <a:pt x="338304" y="115291"/>
                  </a:cubicBezTo>
                  <a:cubicBezTo>
                    <a:pt x="338304" y="112571"/>
                    <a:pt x="338304" y="109852"/>
                    <a:pt x="343742" y="107132"/>
                  </a:cubicBezTo>
                  <a:cubicBezTo>
                    <a:pt x="349182" y="104412"/>
                    <a:pt x="357341" y="101693"/>
                    <a:pt x="362780" y="98973"/>
                  </a:cubicBezTo>
                  <a:cubicBezTo>
                    <a:pt x="373659" y="96253"/>
                    <a:pt x="387257" y="96253"/>
                    <a:pt x="395416" y="96253"/>
                  </a:cubicBezTo>
                  <a:cubicBezTo>
                    <a:pt x="398136" y="93534"/>
                    <a:pt x="400855" y="90814"/>
                    <a:pt x="403575" y="90814"/>
                  </a:cubicBezTo>
                  <a:cubicBezTo>
                    <a:pt x="411734" y="90814"/>
                    <a:pt x="419893" y="88095"/>
                    <a:pt x="422612" y="88095"/>
                  </a:cubicBezTo>
                  <a:cubicBezTo>
                    <a:pt x="425332" y="88095"/>
                    <a:pt x="425332" y="88095"/>
                    <a:pt x="428052" y="88095"/>
                  </a:cubicBezTo>
                  <a:cubicBezTo>
                    <a:pt x="433492" y="88095"/>
                    <a:pt x="441650" y="88095"/>
                    <a:pt x="447090" y="90814"/>
                  </a:cubicBezTo>
                  <a:cubicBezTo>
                    <a:pt x="449809" y="90814"/>
                    <a:pt x="452529" y="93534"/>
                    <a:pt x="455249" y="96253"/>
                  </a:cubicBezTo>
                  <a:cubicBezTo>
                    <a:pt x="482445" y="96253"/>
                    <a:pt x="509642" y="93534"/>
                    <a:pt x="525960" y="93534"/>
                  </a:cubicBezTo>
                  <a:cubicBezTo>
                    <a:pt x="539558" y="93534"/>
                    <a:pt x="561315" y="93534"/>
                    <a:pt x="561315" y="109852"/>
                  </a:cubicBezTo>
                  <a:cubicBezTo>
                    <a:pt x="561315" y="118011"/>
                    <a:pt x="561315" y="120730"/>
                    <a:pt x="555876" y="126170"/>
                  </a:cubicBezTo>
                  <a:cubicBezTo>
                    <a:pt x="550437" y="131609"/>
                    <a:pt x="544997" y="134329"/>
                    <a:pt x="539558" y="134329"/>
                  </a:cubicBezTo>
                  <a:cubicBezTo>
                    <a:pt x="531399" y="137048"/>
                    <a:pt x="523240" y="137048"/>
                    <a:pt x="517800" y="137048"/>
                  </a:cubicBezTo>
                  <a:cubicBezTo>
                    <a:pt x="515081" y="137048"/>
                    <a:pt x="498763" y="137048"/>
                    <a:pt x="477006" y="137048"/>
                  </a:cubicBezTo>
                  <a:cubicBezTo>
                    <a:pt x="479725" y="145207"/>
                    <a:pt x="485165" y="153366"/>
                    <a:pt x="485165" y="161525"/>
                  </a:cubicBezTo>
                  <a:cubicBezTo>
                    <a:pt x="487885" y="177843"/>
                    <a:pt x="493324" y="194161"/>
                    <a:pt x="496043" y="210479"/>
                  </a:cubicBezTo>
                  <a:cubicBezTo>
                    <a:pt x="498763" y="224077"/>
                    <a:pt x="498763" y="237676"/>
                    <a:pt x="501483" y="251274"/>
                  </a:cubicBezTo>
                  <a:cubicBezTo>
                    <a:pt x="504202" y="264872"/>
                    <a:pt x="506922" y="275751"/>
                    <a:pt x="506922" y="292069"/>
                  </a:cubicBezTo>
                  <a:cubicBezTo>
                    <a:pt x="506922" y="302947"/>
                    <a:pt x="506922" y="311106"/>
                    <a:pt x="506922" y="321985"/>
                  </a:cubicBezTo>
                  <a:cubicBezTo>
                    <a:pt x="506922" y="327424"/>
                    <a:pt x="509642" y="335583"/>
                    <a:pt x="509642" y="341022"/>
                  </a:cubicBezTo>
                  <a:cubicBezTo>
                    <a:pt x="509642" y="343742"/>
                    <a:pt x="509642" y="343742"/>
                    <a:pt x="509642" y="343742"/>
                  </a:cubicBezTo>
                  <a:cubicBezTo>
                    <a:pt x="509642" y="349181"/>
                    <a:pt x="515081" y="349181"/>
                    <a:pt x="517800" y="349181"/>
                  </a:cubicBezTo>
                  <a:cubicBezTo>
                    <a:pt x="520520" y="349181"/>
                    <a:pt x="523240" y="349181"/>
                    <a:pt x="528680" y="349181"/>
                  </a:cubicBezTo>
                  <a:cubicBezTo>
                    <a:pt x="536838" y="349181"/>
                    <a:pt x="547717" y="349181"/>
                    <a:pt x="550437" y="357340"/>
                  </a:cubicBezTo>
                  <a:cubicBezTo>
                    <a:pt x="550437" y="360060"/>
                    <a:pt x="550437" y="360060"/>
                    <a:pt x="550437" y="362780"/>
                  </a:cubicBezTo>
                  <a:cubicBezTo>
                    <a:pt x="550437" y="370939"/>
                    <a:pt x="539558" y="381817"/>
                    <a:pt x="534119" y="384537"/>
                  </a:cubicBezTo>
                  <a:cubicBezTo>
                    <a:pt x="531399" y="387257"/>
                    <a:pt x="523240" y="387257"/>
                    <a:pt x="520520" y="389976"/>
                  </a:cubicBezTo>
                  <a:cubicBezTo>
                    <a:pt x="515081" y="389976"/>
                    <a:pt x="512362" y="392696"/>
                    <a:pt x="512362" y="395415"/>
                  </a:cubicBezTo>
                  <a:cubicBezTo>
                    <a:pt x="512362" y="395415"/>
                    <a:pt x="512362" y="398135"/>
                    <a:pt x="512362" y="398135"/>
                  </a:cubicBezTo>
                  <a:cubicBezTo>
                    <a:pt x="512362" y="400855"/>
                    <a:pt x="512362" y="406294"/>
                    <a:pt x="512362" y="409014"/>
                  </a:cubicBezTo>
                  <a:cubicBezTo>
                    <a:pt x="512362" y="411733"/>
                    <a:pt x="512362" y="411733"/>
                    <a:pt x="512362" y="414453"/>
                  </a:cubicBezTo>
                  <a:cubicBezTo>
                    <a:pt x="512362" y="422612"/>
                    <a:pt x="512362" y="430771"/>
                    <a:pt x="512362" y="438930"/>
                  </a:cubicBezTo>
                  <a:cubicBezTo>
                    <a:pt x="512362" y="460687"/>
                    <a:pt x="512362" y="482445"/>
                    <a:pt x="515081" y="504202"/>
                  </a:cubicBezTo>
                  <a:cubicBezTo>
                    <a:pt x="517800" y="525959"/>
                    <a:pt x="520520" y="550436"/>
                    <a:pt x="520520" y="572193"/>
                  </a:cubicBezTo>
                  <a:cubicBezTo>
                    <a:pt x="520520" y="583072"/>
                    <a:pt x="520520" y="593950"/>
                    <a:pt x="517800" y="604829"/>
                  </a:cubicBezTo>
                  <a:cubicBezTo>
                    <a:pt x="515081" y="623867"/>
                    <a:pt x="515081" y="642904"/>
                    <a:pt x="512362" y="661942"/>
                  </a:cubicBezTo>
                  <a:cubicBezTo>
                    <a:pt x="512362" y="664661"/>
                    <a:pt x="509642" y="667381"/>
                    <a:pt x="509642" y="670101"/>
                  </a:cubicBezTo>
                  <a:cubicBezTo>
                    <a:pt x="509642" y="672820"/>
                    <a:pt x="512362" y="678260"/>
                    <a:pt x="512362" y="680979"/>
                  </a:cubicBezTo>
                  <a:cubicBezTo>
                    <a:pt x="512362" y="683699"/>
                    <a:pt x="512362" y="686419"/>
                    <a:pt x="512362" y="686419"/>
                  </a:cubicBezTo>
                  <a:cubicBezTo>
                    <a:pt x="517800" y="680979"/>
                    <a:pt x="528680" y="680979"/>
                    <a:pt x="536838" y="680979"/>
                  </a:cubicBezTo>
                  <a:lnTo>
                    <a:pt x="536838" y="680979"/>
                  </a:lnTo>
                  <a:close/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F28577AE-EFA5-4972-9144-42D3352495EC}"/>
                </a:ext>
              </a:extLst>
            </p:cNvPr>
            <p:cNvSpPr/>
            <p:nvPr/>
          </p:nvSpPr>
          <p:spPr>
            <a:xfrm>
              <a:off x="9592416" y="4192158"/>
              <a:ext cx="516735" cy="761503"/>
            </a:xfrm>
            <a:custGeom>
              <a:avLst/>
              <a:gdLst>
                <a:gd name="connsiteX0" fmla="*/ 463407 w 516735"/>
                <a:gd name="connsiteY0" fmla="*/ 194161 h 761503"/>
                <a:gd name="connsiteX1" fmla="*/ 447089 w 516735"/>
                <a:gd name="connsiteY1" fmla="*/ 226797 h 761503"/>
                <a:gd name="connsiteX2" fmla="*/ 430771 w 516735"/>
                <a:gd name="connsiteY2" fmla="*/ 221357 h 761503"/>
                <a:gd name="connsiteX3" fmla="*/ 422612 w 516735"/>
                <a:gd name="connsiteY3" fmla="*/ 207759 h 761503"/>
                <a:gd name="connsiteX4" fmla="*/ 419893 w 516735"/>
                <a:gd name="connsiteY4" fmla="*/ 188722 h 761503"/>
                <a:gd name="connsiteX5" fmla="*/ 419893 w 516735"/>
                <a:gd name="connsiteY5" fmla="*/ 139768 h 761503"/>
                <a:gd name="connsiteX6" fmla="*/ 419893 w 516735"/>
                <a:gd name="connsiteY6" fmla="*/ 120730 h 761503"/>
                <a:gd name="connsiteX7" fmla="*/ 395416 w 516735"/>
                <a:gd name="connsiteY7" fmla="*/ 120730 h 761503"/>
                <a:gd name="connsiteX8" fmla="*/ 370939 w 516735"/>
                <a:gd name="connsiteY8" fmla="*/ 120730 h 761503"/>
                <a:gd name="connsiteX9" fmla="*/ 346461 w 516735"/>
                <a:gd name="connsiteY9" fmla="*/ 123450 h 761503"/>
                <a:gd name="connsiteX10" fmla="*/ 335583 w 516735"/>
                <a:gd name="connsiteY10" fmla="*/ 123450 h 761503"/>
                <a:gd name="connsiteX11" fmla="*/ 335583 w 516735"/>
                <a:gd name="connsiteY11" fmla="*/ 123450 h 761503"/>
                <a:gd name="connsiteX12" fmla="*/ 324704 w 516735"/>
                <a:gd name="connsiteY12" fmla="*/ 128889 h 761503"/>
                <a:gd name="connsiteX13" fmla="*/ 327424 w 516735"/>
                <a:gd name="connsiteY13" fmla="*/ 139768 h 761503"/>
                <a:gd name="connsiteX14" fmla="*/ 330144 w 516735"/>
                <a:gd name="connsiteY14" fmla="*/ 175123 h 761503"/>
                <a:gd name="connsiteX15" fmla="*/ 330144 w 516735"/>
                <a:gd name="connsiteY15" fmla="*/ 199600 h 761503"/>
                <a:gd name="connsiteX16" fmla="*/ 327424 w 516735"/>
                <a:gd name="connsiteY16" fmla="*/ 224077 h 761503"/>
                <a:gd name="connsiteX17" fmla="*/ 330144 w 516735"/>
                <a:gd name="connsiteY17" fmla="*/ 251274 h 761503"/>
                <a:gd name="connsiteX18" fmla="*/ 327424 w 516735"/>
                <a:gd name="connsiteY18" fmla="*/ 278470 h 761503"/>
                <a:gd name="connsiteX19" fmla="*/ 327424 w 516735"/>
                <a:gd name="connsiteY19" fmla="*/ 332864 h 761503"/>
                <a:gd name="connsiteX20" fmla="*/ 330144 w 516735"/>
                <a:gd name="connsiteY20" fmla="*/ 357340 h 761503"/>
                <a:gd name="connsiteX21" fmla="*/ 330144 w 516735"/>
                <a:gd name="connsiteY21" fmla="*/ 368219 h 761503"/>
                <a:gd name="connsiteX22" fmla="*/ 332863 w 516735"/>
                <a:gd name="connsiteY22" fmla="*/ 387257 h 761503"/>
                <a:gd name="connsiteX23" fmla="*/ 332863 w 516735"/>
                <a:gd name="connsiteY23" fmla="*/ 433491 h 761503"/>
                <a:gd name="connsiteX24" fmla="*/ 332863 w 516735"/>
                <a:gd name="connsiteY24" fmla="*/ 487884 h 761503"/>
                <a:gd name="connsiteX25" fmla="*/ 330144 w 516735"/>
                <a:gd name="connsiteY25" fmla="*/ 512361 h 761503"/>
                <a:gd name="connsiteX26" fmla="*/ 330144 w 516735"/>
                <a:gd name="connsiteY26" fmla="*/ 539557 h 761503"/>
                <a:gd name="connsiteX27" fmla="*/ 332863 w 516735"/>
                <a:gd name="connsiteY27" fmla="*/ 593950 h 761503"/>
                <a:gd name="connsiteX28" fmla="*/ 332863 w 516735"/>
                <a:gd name="connsiteY28" fmla="*/ 648343 h 761503"/>
                <a:gd name="connsiteX29" fmla="*/ 332863 w 516735"/>
                <a:gd name="connsiteY29" fmla="*/ 656502 h 761503"/>
                <a:gd name="connsiteX30" fmla="*/ 357341 w 516735"/>
                <a:gd name="connsiteY30" fmla="*/ 656502 h 761503"/>
                <a:gd name="connsiteX31" fmla="*/ 395416 w 516735"/>
                <a:gd name="connsiteY31" fmla="*/ 675540 h 761503"/>
                <a:gd name="connsiteX32" fmla="*/ 389976 w 516735"/>
                <a:gd name="connsiteY32" fmla="*/ 691858 h 761503"/>
                <a:gd name="connsiteX33" fmla="*/ 373658 w 516735"/>
                <a:gd name="connsiteY33" fmla="*/ 700017 h 761503"/>
                <a:gd name="connsiteX34" fmla="*/ 351901 w 516735"/>
                <a:gd name="connsiteY34" fmla="*/ 702737 h 761503"/>
                <a:gd name="connsiteX35" fmla="*/ 319265 w 516735"/>
                <a:gd name="connsiteY35" fmla="*/ 702737 h 761503"/>
                <a:gd name="connsiteX36" fmla="*/ 311106 w 516735"/>
                <a:gd name="connsiteY36" fmla="*/ 708176 h 761503"/>
                <a:gd name="connsiteX37" fmla="*/ 289349 w 516735"/>
                <a:gd name="connsiteY37" fmla="*/ 713615 h 761503"/>
                <a:gd name="connsiteX38" fmla="*/ 270311 w 516735"/>
                <a:gd name="connsiteY38" fmla="*/ 713615 h 761503"/>
                <a:gd name="connsiteX39" fmla="*/ 243115 w 516735"/>
                <a:gd name="connsiteY39" fmla="*/ 705456 h 761503"/>
                <a:gd name="connsiteX40" fmla="*/ 237675 w 516735"/>
                <a:gd name="connsiteY40" fmla="*/ 702737 h 761503"/>
                <a:gd name="connsiteX41" fmla="*/ 199600 w 516735"/>
                <a:gd name="connsiteY41" fmla="*/ 702737 h 761503"/>
                <a:gd name="connsiteX42" fmla="*/ 175123 w 516735"/>
                <a:gd name="connsiteY42" fmla="*/ 702737 h 761503"/>
                <a:gd name="connsiteX43" fmla="*/ 147927 w 516735"/>
                <a:gd name="connsiteY43" fmla="*/ 697297 h 761503"/>
                <a:gd name="connsiteX44" fmla="*/ 131609 w 516735"/>
                <a:gd name="connsiteY44" fmla="*/ 678260 h 761503"/>
                <a:gd name="connsiteX45" fmla="*/ 137048 w 516735"/>
                <a:gd name="connsiteY45" fmla="*/ 670101 h 761503"/>
                <a:gd name="connsiteX46" fmla="*/ 158805 w 516735"/>
                <a:gd name="connsiteY46" fmla="*/ 661942 h 761503"/>
                <a:gd name="connsiteX47" fmla="*/ 199600 w 516735"/>
                <a:gd name="connsiteY47" fmla="*/ 659222 h 761503"/>
                <a:gd name="connsiteX48" fmla="*/ 199600 w 516735"/>
                <a:gd name="connsiteY48" fmla="*/ 659222 h 761503"/>
                <a:gd name="connsiteX49" fmla="*/ 196880 w 516735"/>
                <a:gd name="connsiteY49" fmla="*/ 629306 h 761503"/>
                <a:gd name="connsiteX50" fmla="*/ 199600 w 516735"/>
                <a:gd name="connsiteY50" fmla="*/ 574913 h 761503"/>
                <a:gd name="connsiteX51" fmla="*/ 202320 w 516735"/>
                <a:gd name="connsiteY51" fmla="*/ 523239 h 761503"/>
                <a:gd name="connsiteX52" fmla="*/ 205040 w 516735"/>
                <a:gd name="connsiteY52" fmla="*/ 460687 h 761503"/>
                <a:gd name="connsiteX53" fmla="*/ 205040 w 516735"/>
                <a:gd name="connsiteY53" fmla="*/ 417173 h 761503"/>
                <a:gd name="connsiteX54" fmla="*/ 207759 w 516735"/>
                <a:gd name="connsiteY54" fmla="*/ 392696 h 761503"/>
                <a:gd name="connsiteX55" fmla="*/ 210478 w 516735"/>
                <a:gd name="connsiteY55" fmla="*/ 368219 h 761503"/>
                <a:gd name="connsiteX56" fmla="*/ 210478 w 516735"/>
                <a:gd name="connsiteY56" fmla="*/ 313826 h 761503"/>
                <a:gd name="connsiteX57" fmla="*/ 210478 w 516735"/>
                <a:gd name="connsiteY57" fmla="*/ 259433 h 761503"/>
                <a:gd name="connsiteX58" fmla="*/ 210478 w 516735"/>
                <a:gd name="connsiteY58" fmla="*/ 213199 h 761503"/>
                <a:gd name="connsiteX59" fmla="*/ 210478 w 516735"/>
                <a:gd name="connsiteY59" fmla="*/ 145207 h 761503"/>
                <a:gd name="connsiteX60" fmla="*/ 213198 w 516735"/>
                <a:gd name="connsiteY60" fmla="*/ 131609 h 761503"/>
                <a:gd name="connsiteX61" fmla="*/ 205040 w 516735"/>
                <a:gd name="connsiteY61" fmla="*/ 123450 h 761503"/>
                <a:gd name="connsiteX62" fmla="*/ 161525 w 516735"/>
                <a:gd name="connsiteY62" fmla="*/ 123450 h 761503"/>
                <a:gd name="connsiteX63" fmla="*/ 112571 w 516735"/>
                <a:gd name="connsiteY63" fmla="*/ 120730 h 761503"/>
                <a:gd name="connsiteX64" fmla="*/ 104412 w 516735"/>
                <a:gd name="connsiteY64" fmla="*/ 118011 h 761503"/>
                <a:gd name="connsiteX65" fmla="*/ 107132 w 516735"/>
                <a:gd name="connsiteY65" fmla="*/ 191441 h 761503"/>
                <a:gd name="connsiteX66" fmla="*/ 90814 w 516735"/>
                <a:gd name="connsiteY66" fmla="*/ 224077 h 761503"/>
                <a:gd name="connsiteX67" fmla="*/ 74496 w 516735"/>
                <a:gd name="connsiteY67" fmla="*/ 218638 h 761503"/>
                <a:gd name="connsiteX68" fmla="*/ 66337 w 516735"/>
                <a:gd name="connsiteY68" fmla="*/ 205040 h 761503"/>
                <a:gd name="connsiteX69" fmla="*/ 63617 w 516735"/>
                <a:gd name="connsiteY69" fmla="*/ 186002 h 761503"/>
                <a:gd name="connsiteX70" fmla="*/ 63617 w 516735"/>
                <a:gd name="connsiteY70" fmla="*/ 145207 h 761503"/>
                <a:gd name="connsiteX71" fmla="*/ 63617 w 516735"/>
                <a:gd name="connsiteY71" fmla="*/ 109852 h 761503"/>
                <a:gd name="connsiteX72" fmla="*/ 58178 w 516735"/>
                <a:gd name="connsiteY72" fmla="*/ 96253 h 761503"/>
                <a:gd name="connsiteX73" fmla="*/ 66337 w 516735"/>
                <a:gd name="connsiteY73" fmla="*/ 85375 h 761503"/>
                <a:gd name="connsiteX74" fmla="*/ 93533 w 516735"/>
                <a:gd name="connsiteY74" fmla="*/ 77216 h 761503"/>
                <a:gd name="connsiteX75" fmla="*/ 115290 w 516735"/>
                <a:gd name="connsiteY75" fmla="*/ 77216 h 761503"/>
                <a:gd name="connsiteX76" fmla="*/ 169684 w 516735"/>
                <a:gd name="connsiteY76" fmla="*/ 74496 h 761503"/>
                <a:gd name="connsiteX77" fmla="*/ 194161 w 516735"/>
                <a:gd name="connsiteY77" fmla="*/ 71776 h 761503"/>
                <a:gd name="connsiteX78" fmla="*/ 196880 w 516735"/>
                <a:gd name="connsiteY78" fmla="*/ 71776 h 761503"/>
                <a:gd name="connsiteX79" fmla="*/ 210478 w 516735"/>
                <a:gd name="connsiteY79" fmla="*/ 71776 h 761503"/>
                <a:gd name="connsiteX80" fmla="*/ 218638 w 516735"/>
                <a:gd name="connsiteY80" fmla="*/ 71776 h 761503"/>
                <a:gd name="connsiteX81" fmla="*/ 237675 w 516735"/>
                <a:gd name="connsiteY81" fmla="*/ 60898 h 761503"/>
                <a:gd name="connsiteX82" fmla="*/ 253993 w 516735"/>
                <a:gd name="connsiteY82" fmla="*/ 58178 h 761503"/>
                <a:gd name="connsiteX83" fmla="*/ 283910 w 516735"/>
                <a:gd name="connsiteY83" fmla="*/ 60898 h 761503"/>
                <a:gd name="connsiteX84" fmla="*/ 294788 w 516735"/>
                <a:gd name="connsiteY84" fmla="*/ 66337 h 761503"/>
                <a:gd name="connsiteX85" fmla="*/ 305667 w 516735"/>
                <a:gd name="connsiteY85" fmla="*/ 74496 h 761503"/>
                <a:gd name="connsiteX86" fmla="*/ 313826 w 516735"/>
                <a:gd name="connsiteY86" fmla="*/ 74496 h 761503"/>
                <a:gd name="connsiteX87" fmla="*/ 327424 w 516735"/>
                <a:gd name="connsiteY87" fmla="*/ 74496 h 761503"/>
                <a:gd name="connsiteX88" fmla="*/ 354621 w 516735"/>
                <a:gd name="connsiteY88" fmla="*/ 74496 h 761503"/>
                <a:gd name="connsiteX89" fmla="*/ 422612 w 516735"/>
                <a:gd name="connsiteY89" fmla="*/ 74496 h 761503"/>
                <a:gd name="connsiteX90" fmla="*/ 455248 w 516735"/>
                <a:gd name="connsiteY90" fmla="*/ 79936 h 761503"/>
                <a:gd name="connsiteX91" fmla="*/ 466127 w 516735"/>
                <a:gd name="connsiteY91" fmla="*/ 98973 h 761503"/>
                <a:gd name="connsiteX92" fmla="*/ 463407 w 516735"/>
                <a:gd name="connsiteY92" fmla="*/ 109852 h 761503"/>
                <a:gd name="connsiteX93" fmla="*/ 463407 w 516735"/>
                <a:gd name="connsiteY93" fmla="*/ 120730 h 761503"/>
                <a:gd name="connsiteX94" fmla="*/ 463407 w 516735"/>
                <a:gd name="connsiteY94" fmla="*/ 194161 h 76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</a:cxnLst>
              <a:rect l="l" t="t" r="r" b="b"/>
              <a:pathLst>
                <a:path w="516735" h="761503">
                  <a:moveTo>
                    <a:pt x="463407" y="194161"/>
                  </a:moveTo>
                  <a:cubicBezTo>
                    <a:pt x="463407" y="205040"/>
                    <a:pt x="463407" y="226797"/>
                    <a:pt x="447089" y="226797"/>
                  </a:cubicBezTo>
                  <a:cubicBezTo>
                    <a:pt x="438930" y="226797"/>
                    <a:pt x="436211" y="226797"/>
                    <a:pt x="430771" y="221357"/>
                  </a:cubicBezTo>
                  <a:cubicBezTo>
                    <a:pt x="425332" y="218638"/>
                    <a:pt x="422612" y="210479"/>
                    <a:pt x="422612" y="207759"/>
                  </a:cubicBezTo>
                  <a:cubicBezTo>
                    <a:pt x="419893" y="199600"/>
                    <a:pt x="419893" y="194161"/>
                    <a:pt x="419893" y="188722"/>
                  </a:cubicBezTo>
                  <a:cubicBezTo>
                    <a:pt x="419893" y="183282"/>
                    <a:pt x="419893" y="147927"/>
                    <a:pt x="419893" y="139768"/>
                  </a:cubicBezTo>
                  <a:cubicBezTo>
                    <a:pt x="419893" y="134329"/>
                    <a:pt x="419893" y="128889"/>
                    <a:pt x="419893" y="120730"/>
                  </a:cubicBezTo>
                  <a:cubicBezTo>
                    <a:pt x="411734" y="120730"/>
                    <a:pt x="403574" y="120730"/>
                    <a:pt x="395416" y="120730"/>
                  </a:cubicBezTo>
                  <a:cubicBezTo>
                    <a:pt x="387256" y="120730"/>
                    <a:pt x="379098" y="120730"/>
                    <a:pt x="370939" y="120730"/>
                  </a:cubicBezTo>
                  <a:cubicBezTo>
                    <a:pt x="362780" y="120730"/>
                    <a:pt x="354621" y="123450"/>
                    <a:pt x="346461" y="123450"/>
                  </a:cubicBezTo>
                  <a:cubicBezTo>
                    <a:pt x="343742" y="123450"/>
                    <a:pt x="341023" y="123450"/>
                    <a:pt x="335583" y="123450"/>
                  </a:cubicBezTo>
                  <a:cubicBezTo>
                    <a:pt x="335583" y="123450"/>
                    <a:pt x="335583" y="123450"/>
                    <a:pt x="335583" y="123450"/>
                  </a:cubicBezTo>
                  <a:cubicBezTo>
                    <a:pt x="327424" y="123450"/>
                    <a:pt x="324704" y="126170"/>
                    <a:pt x="324704" y="128889"/>
                  </a:cubicBezTo>
                  <a:cubicBezTo>
                    <a:pt x="324704" y="131609"/>
                    <a:pt x="324704" y="137048"/>
                    <a:pt x="327424" y="139768"/>
                  </a:cubicBezTo>
                  <a:cubicBezTo>
                    <a:pt x="330144" y="147927"/>
                    <a:pt x="330144" y="166964"/>
                    <a:pt x="330144" y="175123"/>
                  </a:cubicBezTo>
                  <a:cubicBezTo>
                    <a:pt x="330144" y="183282"/>
                    <a:pt x="330144" y="191441"/>
                    <a:pt x="330144" y="199600"/>
                  </a:cubicBezTo>
                  <a:cubicBezTo>
                    <a:pt x="330144" y="207759"/>
                    <a:pt x="327424" y="215918"/>
                    <a:pt x="327424" y="224077"/>
                  </a:cubicBezTo>
                  <a:cubicBezTo>
                    <a:pt x="327424" y="232236"/>
                    <a:pt x="330144" y="243115"/>
                    <a:pt x="330144" y="251274"/>
                  </a:cubicBezTo>
                  <a:cubicBezTo>
                    <a:pt x="330144" y="259433"/>
                    <a:pt x="330144" y="267592"/>
                    <a:pt x="327424" y="278470"/>
                  </a:cubicBezTo>
                  <a:cubicBezTo>
                    <a:pt x="327424" y="294788"/>
                    <a:pt x="327424" y="313826"/>
                    <a:pt x="327424" y="332864"/>
                  </a:cubicBezTo>
                  <a:cubicBezTo>
                    <a:pt x="327424" y="341022"/>
                    <a:pt x="327424" y="349181"/>
                    <a:pt x="330144" y="357340"/>
                  </a:cubicBezTo>
                  <a:cubicBezTo>
                    <a:pt x="330144" y="360060"/>
                    <a:pt x="330144" y="365499"/>
                    <a:pt x="330144" y="368219"/>
                  </a:cubicBezTo>
                  <a:cubicBezTo>
                    <a:pt x="330144" y="373658"/>
                    <a:pt x="332863" y="384537"/>
                    <a:pt x="332863" y="387257"/>
                  </a:cubicBezTo>
                  <a:cubicBezTo>
                    <a:pt x="332863" y="406294"/>
                    <a:pt x="332863" y="414453"/>
                    <a:pt x="332863" y="433491"/>
                  </a:cubicBezTo>
                  <a:cubicBezTo>
                    <a:pt x="332863" y="452528"/>
                    <a:pt x="335583" y="468846"/>
                    <a:pt x="332863" y="487884"/>
                  </a:cubicBezTo>
                  <a:cubicBezTo>
                    <a:pt x="332863" y="496043"/>
                    <a:pt x="330144" y="504202"/>
                    <a:pt x="330144" y="512361"/>
                  </a:cubicBezTo>
                  <a:cubicBezTo>
                    <a:pt x="330144" y="520520"/>
                    <a:pt x="330144" y="531398"/>
                    <a:pt x="330144" y="539557"/>
                  </a:cubicBezTo>
                  <a:cubicBezTo>
                    <a:pt x="330144" y="558595"/>
                    <a:pt x="330144" y="574913"/>
                    <a:pt x="332863" y="593950"/>
                  </a:cubicBezTo>
                  <a:cubicBezTo>
                    <a:pt x="332863" y="610268"/>
                    <a:pt x="332863" y="632026"/>
                    <a:pt x="332863" y="648343"/>
                  </a:cubicBezTo>
                  <a:cubicBezTo>
                    <a:pt x="332863" y="651063"/>
                    <a:pt x="332863" y="653783"/>
                    <a:pt x="332863" y="656502"/>
                  </a:cubicBezTo>
                  <a:cubicBezTo>
                    <a:pt x="343742" y="656502"/>
                    <a:pt x="351901" y="656502"/>
                    <a:pt x="357341" y="656502"/>
                  </a:cubicBezTo>
                  <a:cubicBezTo>
                    <a:pt x="370939" y="656502"/>
                    <a:pt x="395416" y="659222"/>
                    <a:pt x="395416" y="675540"/>
                  </a:cubicBezTo>
                  <a:cubicBezTo>
                    <a:pt x="395416" y="683699"/>
                    <a:pt x="392696" y="686419"/>
                    <a:pt x="389976" y="691858"/>
                  </a:cubicBezTo>
                  <a:cubicBezTo>
                    <a:pt x="384537" y="697297"/>
                    <a:pt x="379098" y="700017"/>
                    <a:pt x="373658" y="700017"/>
                  </a:cubicBezTo>
                  <a:cubicBezTo>
                    <a:pt x="365499" y="702737"/>
                    <a:pt x="357341" y="702737"/>
                    <a:pt x="351901" y="702737"/>
                  </a:cubicBezTo>
                  <a:cubicBezTo>
                    <a:pt x="349181" y="702737"/>
                    <a:pt x="335583" y="702737"/>
                    <a:pt x="319265" y="702737"/>
                  </a:cubicBezTo>
                  <a:cubicBezTo>
                    <a:pt x="316546" y="705456"/>
                    <a:pt x="313826" y="705456"/>
                    <a:pt x="311106" y="708176"/>
                  </a:cubicBezTo>
                  <a:cubicBezTo>
                    <a:pt x="302948" y="713615"/>
                    <a:pt x="297508" y="713615"/>
                    <a:pt x="289349" y="713615"/>
                  </a:cubicBezTo>
                  <a:cubicBezTo>
                    <a:pt x="283910" y="713615"/>
                    <a:pt x="278470" y="713615"/>
                    <a:pt x="270311" y="713615"/>
                  </a:cubicBezTo>
                  <a:cubicBezTo>
                    <a:pt x="259433" y="713615"/>
                    <a:pt x="251273" y="710895"/>
                    <a:pt x="243115" y="705456"/>
                  </a:cubicBezTo>
                  <a:cubicBezTo>
                    <a:pt x="240395" y="705456"/>
                    <a:pt x="237675" y="702737"/>
                    <a:pt x="237675" y="702737"/>
                  </a:cubicBezTo>
                  <a:cubicBezTo>
                    <a:pt x="224077" y="702737"/>
                    <a:pt x="213198" y="702737"/>
                    <a:pt x="199600" y="702737"/>
                  </a:cubicBezTo>
                  <a:cubicBezTo>
                    <a:pt x="191441" y="702737"/>
                    <a:pt x="183282" y="702737"/>
                    <a:pt x="175123" y="702737"/>
                  </a:cubicBezTo>
                  <a:cubicBezTo>
                    <a:pt x="166965" y="702737"/>
                    <a:pt x="156085" y="702737"/>
                    <a:pt x="147927" y="697297"/>
                  </a:cubicBezTo>
                  <a:cubicBezTo>
                    <a:pt x="139768" y="694578"/>
                    <a:pt x="131609" y="680979"/>
                    <a:pt x="131609" y="678260"/>
                  </a:cubicBezTo>
                  <a:cubicBezTo>
                    <a:pt x="131609" y="675540"/>
                    <a:pt x="131609" y="672820"/>
                    <a:pt x="137048" y="670101"/>
                  </a:cubicBezTo>
                  <a:cubicBezTo>
                    <a:pt x="142487" y="667381"/>
                    <a:pt x="153366" y="664661"/>
                    <a:pt x="158805" y="661942"/>
                  </a:cubicBezTo>
                  <a:cubicBezTo>
                    <a:pt x="175123" y="659222"/>
                    <a:pt x="191441" y="659222"/>
                    <a:pt x="199600" y="659222"/>
                  </a:cubicBezTo>
                  <a:lnTo>
                    <a:pt x="199600" y="659222"/>
                  </a:lnTo>
                  <a:cubicBezTo>
                    <a:pt x="199600" y="648343"/>
                    <a:pt x="196880" y="640184"/>
                    <a:pt x="196880" y="629306"/>
                  </a:cubicBezTo>
                  <a:cubicBezTo>
                    <a:pt x="196880" y="612988"/>
                    <a:pt x="196880" y="591231"/>
                    <a:pt x="199600" y="574913"/>
                  </a:cubicBezTo>
                  <a:cubicBezTo>
                    <a:pt x="199600" y="558595"/>
                    <a:pt x="199600" y="539557"/>
                    <a:pt x="202320" y="523239"/>
                  </a:cubicBezTo>
                  <a:cubicBezTo>
                    <a:pt x="202320" y="501482"/>
                    <a:pt x="205040" y="482445"/>
                    <a:pt x="205040" y="460687"/>
                  </a:cubicBezTo>
                  <a:cubicBezTo>
                    <a:pt x="205040" y="447089"/>
                    <a:pt x="205040" y="430771"/>
                    <a:pt x="205040" y="417173"/>
                  </a:cubicBezTo>
                  <a:cubicBezTo>
                    <a:pt x="205040" y="409014"/>
                    <a:pt x="207759" y="400855"/>
                    <a:pt x="207759" y="392696"/>
                  </a:cubicBezTo>
                  <a:cubicBezTo>
                    <a:pt x="207759" y="384537"/>
                    <a:pt x="210478" y="376378"/>
                    <a:pt x="210478" y="368219"/>
                  </a:cubicBezTo>
                  <a:cubicBezTo>
                    <a:pt x="210478" y="351901"/>
                    <a:pt x="210478" y="332864"/>
                    <a:pt x="210478" y="313826"/>
                  </a:cubicBezTo>
                  <a:cubicBezTo>
                    <a:pt x="210478" y="294788"/>
                    <a:pt x="210478" y="275751"/>
                    <a:pt x="210478" y="259433"/>
                  </a:cubicBezTo>
                  <a:cubicBezTo>
                    <a:pt x="210478" y="243115"/>
                    <a:pt x="210478" y="226797"/>
                    <a:pt x="210478" y="213199"/>
                  </a:cubicBezTo>
                  <a:cubicBezTo>
                    <a:pt x="210478" y="194161"/>
                    <a:pt x="210478" y="164245"/>
                    <a:pt x="210478" y="145207"/>
                  </a:cubicBezTo>
                  <a:cubicBezTo>
                    <a:pt x="210478" y="139768"/>
                    <a:pt x="213198" y="134329"/>
                    <a:pt x="213198" y="131609"/>
                  </a:cubicBezTo>
                  <a:cubicBezTo>
                    <a:pt x="213198" y="126170"/>
                    <a:pt x="207759" y="123450"/>
                    <a:pt x="205040" y="123450"/>
                  </a:cubicBezTo>
                  <a:cubicBezTo>
                    <a:pt x="199600" y="123450"/>
                    <a:pt x="166965" y="123450"/>
                    <a:pt x="161525" y="123450"/>
                  </a:cubicBezTo>
                  <a:cubicBezTo>
                    <a:pt x="145207" y="123450"/>
                    <a:pt x="128889" y="123450"/>
                    <a:pt x="112571" y="120730"/>
                  </a:cubicBezTo>
                  <a:cubicBezTo>
                    <a:pt x="109852" y="120730"/>
                    <a:pt x="107132" y="120730"/>
                    <a:pt x="104412" y="118011"/>
                  </a:cubicBezTo>
                  <a:cubicBezTo>
                    <a:pt x="107132" y="137048"/>
                    <a:pt x="107132" y="172404"/>
                    <a:pt x="107132" y="191441"/>
                  </a:cubicBezTo>
                  <a:cubicBezTo>
                    <a:pt x="107132" y="202320"/>
                    <a:pt x="107132" y="224077"/>
                    <a:pt x="90814" y="224077"/>
                  </a:cubicBezTo>
                  <a:cubicBezTo>
                    <a:pt x="82655" y="224077"/>
                    <a:pt x="79935" y="221357"/>
                    <a:pt x="74496" y="218638"/>
                  </a:cubicBezTo>
                  <a:cubicBezTo>
                    <a:pt x="69057" y="215918"/>
                    <a:pt x="66337" y="210479"/>
                    <a:pt x="66337" y="205040"/>
                  </a:cubicBezTo>
                  <a:cubicBezTo>
                    <a:pt x="63617" y="196881"/>
                    <a:pt x="63617" y="191441"/>
                    <a:pt x="63617" y="186002"/>
                  </a:cubicBezTo>
                  <a:cubicBezTo>
                    <a:pt x="63617" y="180563"/>
                    <a:pt x="63617" y="153366"/>
                    <a:pt x="63617" y="145207"/>
                  </a:cubicBezTo>
                  <a:cubicBezTo>
                    <a:pt x="63617" y="134329"/>
                    <a:pt x="63617" y="120730"/>
                    <a:pt x="63617" y="109852"/>
                  </a:cubicBezTo>
                  <a:cubicBezTo>
                    <a:pt x="60897" y="104412"/>
                    <a:pt x="58178" y="101693"/>
                    <a:pt x="58178" y="96253"/>
                  </a:cubicBezTo>
                  <a:cubicBezTo>
                    <a:pt x="58178" y="93534"/>
                    <a:pt x="60897" y="88095"/>
                    <a:pt x="66337" y="85375"/>
                  </a:cubicBezTo>
                  <a:cubicBezTo>
                    <a:pt x="74496" y="79936"/>
                    <a:pt x="77215" y="77216"/>
                    <a:pt x="93533" y="77216"/>
                  </a:cubicBezTo>
                  <a:cubicBezTo>
                    <a:pt x="101692" y="77216"/>
                    <a:pt x="109852" y="77216"/>
                    <a:pt x="115290" y="77216"/>
                  </a:cubicBezTo>
                  <a:cubicBezTo>
                    <a:pt x="134328" y="77216"/>
                    <a:pt x="150646" y="77216"/>
                    <a:pt x="169684" y="74496"/>
                  </a:cubicBezTo>
                  <a:cubicBezTo>
                    <a:pt x="177843" y="74496"/>
                    <a:pt x="186002" y="71776"/>
                    <a:pt x="194161" y="71776"/>
                  </a:cubicBezTo>
                  <a:cubicBezTo>
                    <a:pt x="194161" y="71776"/>
                    <a:pt x="196880" y="71776"/>
                    <a:pt x="196880" y="71776"/>
                  </a:cubicBezTo>
                  <a:cubicBezTo>
                    <a:pt x="199600" y="71776"/>
                    <a:pt x="205040" y="71776"/>
                    <a:pt x="210478" y="71776"/>
                  </a:cubicBezTo>
                  <a:cubicBezTo>
                    <a:pt x="213198" y="71776"/>
                    <a:pt x="215918" y="71776"/>
                    <a:pt x="218638" y="71776"/>
                  </a:cubicBezTo>
                  <a:cubicBezTo>
                    <a:pt x="224077" y="69057"/>
                    <a:pt x="229516" y="63618"/>
                    <a:pt x="237675" y="60898"/>
                  </a:cubicBezTo>
                  <a:cubicBezTo>
                    <a:pt x="243115" y="58178"/>
                    <a:pt x="248554" y="58178"/>
                    <a:pt x="253993" y="58178"/>
                  </a:cubicBezTo>
                  <a:cubicBezTo>
                    <a:pt x="264872" y="58178"/>
                    <a:pt x="273031" y="58178"/>
                    <a:pt x="283910" y="60898"/>
                  </a:cubicBezTo>
                  <a:cubicBezTo>
                    <a:pt x="286629" y="60898"/>
                    <a:pt x="292068" y="63618"/>
                    <a:pt x="294788" y="66337"/>
                  </a:cubicBezTo>
                  <a:cubicBezTo>
                    <a:pt x="297508" y="69057"/>
                    <a:pt x="302948" y="71776"/>
                    <a:pt x="305667" y="74496"/>
                  </a:cubicBezTo>
                  <a:cubicBezTo>
                    <a:pt x="308386" y="74496"/>
                    <a:pt x="311106" y="74496"/>
                    <a:pt x="313826" y="74496"/>
                  </a:cubicBezTo>
                  <a:cubicBezTo>
                    <a:pt x="319265" y="74496"/>
                    <a:pt x="321985" y="74496"/>
                    <a:pt x="327424" y="74496"/>
                  </a:cubicBezTo>
                  <a:cubicBezTo>
                    <a:pt x="335583" y="74496"/>
                    <a:pt x="346461" y="74496"/>
                    <a:pt x="354621" y="74496"/>
                  </a:cubicBezTo>
                  <a:cubicBezTo>
                    <a:pt x="376378" y="74496"/>
                    <a:pt x="400855" y="74496"/>
                    <a:pt x="422612" y="74496"/>
                  </a:cubicBezTo>
                  <a:cubicBezTo>
                    <a:pt x="433491" y="74496"/>
                    <a:pt x="447089" y="74496"/>
                    <a:pt x="455248" y="79936"/>
                  </a:cubicBezTo>
                  <a:cubicBezTo>
                    <a:pt x="460687" y="82655"/>
                    <a:pt x="466127" y="90814"/>
                    <a:pt x="466127" y="98973"/>
                  </a:cubicBezTo>
                  <a:cubicBezTo>
                    <a:pt x="466127" y="101693"/>
                    <a:pt x="466127" y="107132"/>
                    <a:pt x="463407" y="109852"/>
                  </a:cubicBezTo>
                  <a:cubicBezTo>
                    <a:pt x="463407" y="112571"/>
                    <a:pt x="463407" y="112571"/>
                    <a:pt x="463407" y="120730"/>
                  </a:cubicBezTo>
                  <a:cubicBezTo>
                    <a:pt x="463407" y="142488"/>
                    <a:pt x="463407" y="172404"/>
                    <a:pt x="463407" y="194161"/>
                  </a:cubicBezTo>
                </a:path>
              </a:pathLst>
            </a:custGeom>
            <a:grpFill/>
            <a:ln w="27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pic>
        <p:nvPicPr>
          <p:cNvPr id="10" name="Picture 9" descr="Diagram&#10;&#10;Description automatically generated">
            <a:extLst>
              <a:ext uri="{FF2B5EF4-FFF2-40B4-BE49-F238E27FC236}">
                <a16:creationId xmlns:a16="http://schemas.microsoft.com/office/drawing/2014/main" id="{B01C194A-6991-4416-A705-53AE39A55040}"/>
              </a:ext>
            </a:extLst>
          </p:cNvPr>
          <p:cNvPicPr>
            <a:picLocks noChangeAspect="1"/>
          </p:cNvPicPr>
          <p:nvPr userDrawn="1"/>
        </p:nvPicPr>
        <p:blipFill>
          <a:blip r:embed="rId38"/>
          <a:stretch>
            <a:fillRect/>
          </a:stretch>
        </p:blipFill>
        <p:spPr>
          <a:xfrm>
            <a:off x="369600" y="6091252"/>
            <a:ext cx="687288" cy="687288"/>
          </a:xfrm>
          <a:prstGeom prst="rect">
            <a:avLst/>
          </a:prstGeom>
        </p:spPr>
      </p:pic>
      <p:sp>
        <p:nvSpPr>
          <p:cNvPr id="8" name="TextBox 7">
            <a:extLst>
              <a:ext uri="{FF2B5EF4-FFF2-40B4-BE49-F238E27FC236}">
                <a16:creationId xmlns:a16="http://schemas.microsoft.com/office/drawing/2014/main" id="{C7A084C9-4098-D03F-81F8-6D3B76073D5C}"/>
              </a:ext>
            </a:extLst>
          </p:cNvPr>
          <p:cNvSpPr txBox="1"/>
          <p:nvPr>
            <p:extLst>
              <p:ext uri="{1162E1C5-73C7-4A58-AE30-91384D911F3F}">
                <p184:classification xmlns:p184="http://schemas.microsoft.com/office/powerpoint/2018/4/main" val="ftr"/>
              </p:ext>
            </p:extLst>
          </p:nvPr>
        </p:nvSpPr>
        <p:spPr>
          <a:xfrm>
            <a:off x="5238750" y="6642100"/>
            <a:ext cx="1739900" cy="152400"/>
          </a:xfrm>
          <a:prstGeom prst="rect">
            <a:avLst/>
          </a:prstGeom>
        </p:spPr>
        <p:txBody>
          <a:bodyPr horzOverflow="overflow" lIns="0" tIns="0" rIns="0" bIns="0">
            <a:spAutoFit/>
          </a:bodyPr>
          <a:lstStyle/>
          <a:p>
            <a:pPr algn="l"/>
            <a:r>
              <a:rPr lang="en-US" sz="1000">
                <a:solidFill>
                  <a:srgbClr val="000000">
                    <a:alpha val="50000"/>
                  </a:srgbClr>
                </a:solidFill>
                <a:latin typeface="Aptos" panose="020B0004020202020204" pitchFamily="34" charset="0"/>
              </a:rPr>
              <a:t>Mondelez International Internal</a:t>
            </a:r>
          </a:p>
        </p:txBody>
      </p:sp>
    </p:spTree>
    <p:extLst>
      <p:ext uri="{BB962C8B-B14F-4D97-AF65-F5344CB8AC3E}">
        <p14:creationId xmlns:p14="http://schemas.microsoft.com/office/powerpoint/2010/main" val="39507793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76" r:id="rId1"/>
    <p:sldLayoutId id="2147483877" r:id="rId2"/>
    <p:sldLayoutId id="2147483878" r:id="rId3"/>
    <p:sldLayoutId id="2147483879" r:id="rId4"/>
    <p:sldLayoutId id="2147483880" r:id="rId5"/>
    <p:sldLayoutId id="2147483881" r:id="rId6"/>
    <p:sldLayoutId id="2147483882" r:id="rId7"/>
    <p:sldLayoutId id="2147483883" r:id="rId8"/>
    <p:sldLayoutId id="2147483884" r:id="rId9"/>
    <p:sldLayoutId id="2147483885" r:id="rId10"/>
    <p:sldLayoutId id="2147483886" r:id="rId11"/>
    <p:sldLayoutId id="2147483887" r:id="rId12"/>
    <p:sldLayoutId id="2147483888" r:id="rId13"/>
    <p:sldLayoutId id="2147483889" r:id="rId14"/>
    <p:sldLayoutId id="2147483890" r:id="rId15"/>
    <p:sldLayoutId id="2147483891" r:id="rId16"/>
    <p:sldLayoutId id="2147483892" r:id="rId17"/>
    <p:sldLayoutId id="2147483893" r:id="rId18"/>
    <p:sldLayoutId id="2147483894" r:id="rId19"/>
    <p:sldLayoutId id="2147483895" r:id="rId20"/>
    <p:sldLayoutId id="2147483896" r:id="rId21"/>
    <p:sldLayoutId id="2147483897" r:id="rId22"/>
    <p:sldLayoutId id="2147483898" r:id="rId23"/>
    <p:sldLayoutId id="2147483899" r:id="rId24"/>
    <p:sldLayoutId id="2147483900" r:id="rId25"/>
    <p:sldLayoutId id="2147483901" r:id="rId26"/>
    <p:sldLayoutId id="2147483902" r:id="rId27"/>
    <p:sldLayoutId id="2147483903" r:id="rId28"/>
    <p:sldLayoutId id="2147483904" r:id="rId29"/>
    <p:sldLayoutId id="2147483905" r:id="rId30"/>
    <p:sldLayoutId id="2147483906" r:id="rId31"/>
    <p:sldLayoutId id="2147483907" r:id="rId32"/>
    <p:sldLayoutId id="2147483908" r:id="rId33"/>
  </p:sldLayoutIdLst>
  <p:txStyles>
    <p:titleStyle>
      <a:lvl1pPr algn="l" defTabSz="914400" rtl="0" eaLnBrk="1" latinLnBrk="0" hangingPunct="1">
        <a:lnSpc>
          <a:spcPct val="85000"/>
        </a:lnSpc>
        <a:spcBef>
          <a:spcPct val="0"/>
        </a:spcBef>
        <a:buNone/>
        <a:defRPr sz="3200" b="0" kern="1200" cap="all" baseline="0">
          <a:solidFill>
            <a:schemeClr val="accent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200"/>
        </a:spcBef>
        <a:buClr>
          <a:schemeClr val="tx1"/>
        </a:buClr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1pPr>
      <a:lvl2pPr marL="548640" indent="-230188" algn="l" defTabSz="914400" rtl="0" eaLnBrk="1" latinLnBrk="0" hangingPunct="1">
        <a:lnSpc>
          <a:spcPct val="90000"/>
        </a:lnSpc>
        <a:spcBef>
          <a:spcPts val="800"/>
        </a:spcBef>
        <a:buClr>
          <a:schemeClr val="tx1"/>
        </a:buClr>
        <a:buFont typeface="Arial" panose="020B0604020202020204" pitchFamily="34" charset="0"/>
        <a:buChar char="–"/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822960" indent="-182880" algn="l" defTabSz="914400" rtl="0" eaLnBrk="1" latinLnBrk="0" hangingPunct="1">
        <a:lnSpc>
          <a:spcPct val="90000"/>
        </a:lnSpc>
        <a:spcBef>
          <a:spcPts val="600"/>
        </a:spcBef>
        <a:buClr>
          <a:schemeClr val="tx1"/>
        </a:buClr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+mn-lt"/>
          <a:ea typeface="+mn-ea"/>
          <a:cs typeface="+mn-cs"/>
        </a:defRPr>
      </a:lvl3pPr>
      <a:lvl4pPr marL="1097280" indent="-182880" algn="l" defTabSz="914400" rtl="0" eaLnBrk="1" latinLnBrk="0" hangingPunct="1">
        <a:lnSpc>
          <a:spcPct val="90000"/>
        </a:lnSpc>
        <a:spcBef>
          <a:spcPts val="600"/>
        </a:spcBef>
        <a:buClr>
          <a:schemeClr val="tx1"/>
        </a:buClr>
        <a:buFont typeface="Arial" panose="020B0604020202020204" pitchFamily="34" charset="0"/>
        <a:buChar char="–"/>
        <a:defRPr sz="140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indent="-146304" algn="l" defTabSz="914400" rtl="0" eaLnBrk="1" latinLnBrk="0" hangingPunct="1">
        <a:lnSpc>
          <a:spcPct val="90000"/>
        </a:lnSpc>
        <a:spcBef>
          <a:spcPts val="600"/>
        </a:spcBef>
        <a:buClr>
          <a:schemeClr val="tx1"/>
        </a:buClr>
        <a:buFont typeface="Arial" panose="020B0604020202020204" pitchFamily="34" charset="0"/>
        <a:buChar char="•"/>
        <a:defRPr sz="1200" kern="1200">
          <a:solidFill>
            <a:schemeClr val="tx1"/>
          </a:solidFill>
          <a:latin typeface="+mn-lt"/>
          <a:ea typeface="+mn-ea"/>
          <a:cs typeface="+mn-cs"/>
        </a:defRPr>
      </a:lvl5pPr>
      <a:lvl6pPr marL="1371600" indent="-146304" algn="l" defTabSz="914400" rtl="0" eaLnBrk="1" latinLnBrk="0" hangingPunct="1">
        <a:lnSpc>
          <a:spcPct val="90000"/>
        </a:lnSpc>
        <a:spcBef>
          <a:spcPts val="600"/>
        </a:spcBef>
        <a:buClr>
          <a:schemeClr val="tx1"/>
        </a:buClr>
        <a:buFont typeface="Arial" panose="020B0604020202020204" pitchFamily="34" charset="0"/>
        <a:buChar char="•"/>
        <a:defRPr sz="1200" kern="1200">
          <a:solidFill>
            <a:schemeClr val="tx1"/>
          </a:solidFill>
          <a:latin typeface="+mn-lt"/>
          <a:ea typeface="+mn-ea"/>
          <a:cs typeface="+mn-cs"/>
        </a:defRPr>
      </a:lvl6pPr>
      <a:lvl7pPr marL="1371600" indent="-146304" algn="l" defTabSz="914400" rtl="0" eaLnBrk="1" latinLnBrk="0" hangingPunct="1">
        <a:lnSpc>
          <a:spcPct val="90000"/>
        </a:lnSpc>
        <a:spcBef>
          <a:spcPts val="600"/>
        </a:spcBef>
        <a:buClr>
          <a:schemeClr val="tx1"/>
        </a:buClr>
        <a:buFont typeface="Arial" panose="020B0604020202020204" pitchFamily="34" charset="0"/>
        <a:buChar char="•"/>
        <a:defRPr sz="1200" kern="1200">
          <a:solidFill>
            <a:schemeClr val="tx1"/>
          </a:solidFill>
          <a:latin typeface="+mn-lt"/>
          <a:ea typeface="+mn-ea"/>
          <a:cs typeface="+mn-cs"/>
        </a:defRPr>
      </a:lvl7pPr>
      <a:lvl8pPr marL="1371600" indent="-146304" algn="l" defTabSz="914400" rtl="0" eaLnBrk="1" latinLnBrk="0" hangingPunct="1">
        <a:lnSpc>
          <a:spcPct val="90000"/>
        </a:lnSpc>
        <a:spcBef>
          <a:spcPts val="600"/>
        </a:spcBef>
        <a:buClr>
          <a:schemeClr val="tx1"/>
        </a:buClr>
        <a:buFont typeface="Arial" panose="020B0604020202020204" pitchFamily="34" charset="0"/>
        <a:buChar char="•"/>
        <a:defRPr sz="1200" kern="1200">
          <a:solidFill>
            <a:schemeClr val="tx1"/>
          </a:solidFill>
          <a:latin typeface="+mn-lt"/>
          <a:ea typeface="+mn-ea"/>
          <a:cs typeface="+mn-cs"/>
        </a:defRPr>
      </a:lvl8pPr>
      <a:lvl9pPr marL="1371600" indent="-146304" algn="l" defTabSz="914400" rtl="0" eaLnBrk="1" latinLnBrk="0" hangingPunct="1">
        <a:lnSpc>
          <a:spcPct val="90000"/>
        </a:lnSpc>
        <a:spcBef>
          <a:spcPts val="600"/>
        </a:spcBef>
        <a:buClr>
          <a:schemeClr val="tx1"/>
        </a:buClr>
        <a:buFont typeface="Arial" panose="020B0604020202020204" pitchFamily="34" charset="0"/>
        <a:buChar char="•"/>
        <a:defRPr sz="12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3" pos="240">
          <p15:clr>
            <a:srgbClr val="F26B43"/>
          </p15:clr>
        </p15:guide>
        <p15:guide id="4" pos="2592">
          <p15:clr>
            <a:srgbClr val="F26B43"/>
          </p15:clr>
        </p15:guide>
        <p15:guide id="5" pos="2664">
          <p15:clr>
            <a:srgbClr val="F26B43"/>
          </p15:clr>
        </p15:guide>
        <p15:guide id="6" pos="5016">
          <p15:clr>
            <a:srgbClr val="F26B43"/>
          </p15:clr>
        </p15:guide>
        <p15:guide id="7" pos="5088">
          <p15:clr>
            <a:srgbClr val="F26B43"/>
          </p15:clr>
        </p15:guide>
        <p15:guide id="8" pos="7440">
          <p15:clr>
            <a:srgbClr val="F26B43"/>
          </p15:clr>
        </p15:guide>
        <p15:guide id="13" orient="horz" pos="2160">
          <p15:clr>
            <a:srgbClr val="5ACBF0"/>
          </p15:clr>
        </p15:guide>
        <p15:guide id="17" orient="horz" pos="576">
          <p15:clr>
            <a:srgbClr val="F26B43"/>
          </p15:clr>
        </p15:guide>
        <p15:guide id="18" orient="horz" pos="3792">
          <p15:clr>
            <a:srgbClr val="F26B43"/>
          </p15:clr>
        </p15:guide>
        <p15:guide id="19" pos="3840">
          <p15:clr>
            <a:srgbClr val="5ACBF0"/>
          </p15:clr>
        </p15:guide>
        <p15:guide id="20" orient="horz" pos="413">
          <p15:clr>
            <a:srgbClr val="F26B43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9.jpeg"/><Relationship Id="rId1" Type="http://schemas.openxmlformats.org/officeDocument/2006/relationships/slideLayout" Target="../slideLayouts/slideLayout12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13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55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80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80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80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80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80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80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80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80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2.png"/><Relationship Id="rId1" Type="http://schemas.openxmlformats.org/officeDocument/2006/relationships/slideLayout" Target="../slideLayouts/slideLayout12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5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5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5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5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5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5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5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5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157669D-CCFF-B4F2-2B50-BC3AAD324B8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6C3CADD4-4B27-3E44-023E-8ADCFEE38ED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742121" y="262269"/>
            <a:ext cx="7243259" cy="5280837"/>
          </a:xfrm>
        </p:spPr>
        <p:txBody>
          <a:bodyPr anchor="ctr"/>
          <a:lstStyle/>
          <a:p>
            <a:pPr algn="r" fontAlgn="auto">
              <a:spcAft>
                <a:spcPts val="0"/>
              </a:spcAft>
              <a:defRPr/>
            </a:pPr>
            <a:br>
              <a:rPr lang="en-US" sz="6000">
                <a:solidFill>
                  <a:schemeClr val="tx1"/>
                </a:solidFill>
              </a:rPr>
            </a:br>
            <a:br>
              <a:rPr lang="en-US" sz="6000">
                <a:solidFill>
                  <a:schemeClr val="tx1"/>
                </a:solidFill>
              </a:rPr>
            </a:br>
            <a:br>
              <a:rPr lang="en-US" sz="6000">
                <a:solidFill>
                  <a:schemeClr val="tx1"/>
                </a:solidFill>
              </a:rPr>
            </a:br>
            <a:r>
              <a:rPr lang="en-US" sz="4800"/>
              <a:t>Weekly Status </a:t>
            </a:r>
            <a:br>
              <a:rPr lang="en-US" sz="4800"/>
            </a:br>
            <a:r>
              <a:rPr lang="en-US" sz="4800"/>
              <a:t>Update</a:t>
            </a:r>
            <a:br>
              <a:rPr lang="en-US" sz="4800"/>
            </a:br>
            <a:br>
              <a:rPr lang="en-US" sz="4800"/>
            </a:br>
            <a:r>
              <a:rPr lang="en-US" sz="4800"/>
              <a:t>date</a:t>
            </a:r>
            <a:endParaRPr lang="en-US" sz="6000">
              <a:solidFill>
                <a:schemeClr val="tx1"/>
              </a:solidFill>
            </a:endParaRPr>
          </a:p>
        </p:txBody>
      </p:sp>
      <p:pic>
        <p:nvPicPr>
          <p:cNvPr id="1026" name="Picture 2">
            <a:extLst>
              <a:ext uri="{FF2B5EF4-FFF2-40B4-BE49-F238E27FC236}">
                <a16:creationId xmlns:a16="http://schemas.microsoft.com/office/drawing/2014/main" id="{A6F15FFE-7C27-26B1-5E5D-76F7467E28A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1377" b="12468"/>
          <a:stretch>
            <a:fillRect/>
          </a:stretch>
        </p:blipFill>
        <p:spPr bwMode="auto">
          <a:xfrm>
            <a:off x="7260493" y="262269"/>
            <a:ext cx="4724888" cy="1383323"/>
          </a:xfrm>
          <a:prstGeom prst="round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246952856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F132637-9FD2-79DD-91F3-C32F43CC991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Title 1">
            <a:extLst>
              <a:ext uri="{FF2B5EF4-FFF2-40B4-BE49-F238E27FC236}">
                <a16:creationId xmlns:a16="http://schemas.microsoft.com/office/drawing/2014/main" id="{EC9D779C-4FE6-0AF3-AF16-C418827B4B24}"/>
              </a:ext>
            </a:extLst>
          </p:cNvPr>
          <p:cNvSpPr txBox="1">
            <a:spLocks/>
          </p:cNvSpPr>
          <p:nvPr/>
        </p:nvSpPr>
        <p:spPr>
          <a:xfrm>
            <a:off x="109112" y="0"/>
            <a:ext cx="8433259" cy="344312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85000"/>
              </a:lnSpc>
              <a:spcBef>
                <a:spcPct val="0"/>
              </a:spcBef>
              <a:buNone/>
              <a:defRPr sz="3200" b="0" kern="1200" cap="all" baseline="0">
                <a:solidFill>
                  <a:schemeClr val="accent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l" defTabSz="89486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sz="1950">
                <a:solidFill>
                  <a:srgbClr val="4F2170"/>
                </a:solidFill>
                <a:latin typeface="MDLZ BITE TYPE"/>
              </a:rPr>
              <a:t>AGENDA – 90 MINUTES MEETING</a:t>
            </a:r>
            <a:endParaRPr kumimoji="0" lang="en-US" sz="1950" b="0" i="0" u="none" strike="noStrike" kern="1200" cap="all" spc="0" normalizeH="0" baseline="0" noProof="0">
              <a:ln>
                <a:noFill/>
              </a:ln>
              <a:solidFill>
                <a:srgbClr val="4F2170"/>
              </a:solidFill>
              <a:effectLst/>
              <a:uLnTx/>
              <a:uFillTx/>
              <a:latin typeface="MDLZ BITE TYPE"/>
              <a:ea typeface="+mj-ea"/>
              <a:cs typeface="+mj-cs"/>
            </a:endParaRPr>
          </a:p>
        </p:txBody>
      </p:sp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FCFB0D04-0DAF-6DB6-E316-072CF2EF5C7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266566"/>
              </p:ext>
            </p:extLst>
          </p:nvPr>
        </p:nvGraphicFramePr>
        <p:xfrm>
          <a:off x="109112" y="497644"/>
          <a:ext cx="11922868" cy="500094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344726">
                  <a:extLst>
                    <a:ext uri="{9D8B030D-6E8A-4147-A177-3AD203B41FA5}">
                      <a16:colId xmlns:a16="http://schemas.microsoft.com/office/drawing/2014/main" val="4063976994"/>
                    </a:ext>
                  </a:extLst>
                </a:gridCol>
                <a:gridCol w="1037496">
                  <a:extLst>
                    <a:ext uri="{9D8B030D-6E8A-4147-A177-3AD203B41FA5}">
                      <a16:colId xmlns:a16="http://schemas.microsoft.com/office/drawing/2014/main" val="2941944276"/>
                    </a:ext>
                  </a:extLst>
                </a:gridCol>
                <a:gridCol w="8519566">
                  <a:extLst>
                    <a:ext uri="{9D8B030D-6E8A-4147-A177-3AD203B41FA5}">
                      <a16:colId xmlns:a16="http://schemas.microsoft.com/office/drawing/2014/main" val="342581697"/>
                    </a:ext>
                  </a:extLst>
                </a:gridCol>
                <a:gridCol w="1021080">
                  <a:extLst>
                    <a:ext uri="{9D8B030D-6E8A-4147-A177-3AD203B41FA5}">
                      <a16:colId xmlns:a16="http://schemas.microsoft.com/office/drawing/2014/main" val="4204228725"/>
                    </a:ext>
                  </a:extLst>
                </a:gridCol>
              </a:tblGrid>
              <a:tr h="323969"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Bef>
                          <a:spcPts val="50"/>
                        </a:spcBef>
                        <a:spcAft>
                          <a:spcPts val="50"/>
                        </a:spcAft>
                        <a:buNone/>
                      </a:pPr>
                      <a:r>
                        <a:rPr lang="en-US" sz="1000" b="1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  <a:ea typeface="MS Mincho" panose="02020609040205080304" pitchFamily="49" charset="-128"/>
                          <a:cs typeface="Times New Roman" panose="02020603050405020304" pitchFamily="18" charset="0"/>
                        </a:rPr>
                        <a:t>Section</a:t>
                      </a:r>
                      <a:endParaRPr lang="en-US" sz="1000">
                        <a:effectLst/>
                        <a:latin typeface="Calibri" panose="020F0502020204030204" pitchFamily="34" charset="0"/>
                        <a:ea typeface="MS Mincho" panose="02020609040205080304" pitchFamily="49" charset="-128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Bef>
                          <a:spcPts val="50"/>
                        </a:spcBef>
                        <a:spcAft>
                          <a:spcPts val="50"/>
                        </a:spcAft>
                        <a:buNone/>
                      </a:pPr>
                      <a:r>
                        <a:rPr lang="en-US" sz="1000" b="1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  <a:ea typeface="MS Mincho" panose="02020609040205080304" pitchFamily="49" charset="-128"/>
                          <a:cs typeface="Times New Roman" panose="02020603050405020304" pitchFamily="18" charset="0"/>
                        </a:rPr>
                        <a:t>Produced by</a:t>
                      </a:r>
                      <a:endParaRPr lang="en-US" sz="1000">
                        <a:effectLst/>
                        <a:latin typeface="Calibri" panose="020F0502020204030204" pitchFamily="34" charset="0"/>
                        <a:ea typeface="MS Mincho" panose="02020609040205080304" pitchFamily="49" charset="-128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Bef>
                          <a:spcPts val="50"/>
                        </a:spcBef>
                        <a:spcAft>
                          <a:spcPts val="50"/>
                        </a:spcAft>
                        <a:buNone/>
                      </a:pPr>
                      <a:r>
                        <a:rPr lang="en-US" sz="1000" b="1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  <a:ea typeface="MS Mincho" panose="02020609040205080304" pitchFamily="49" charset="-128"/>
                          <a:cs typeface="Times New Roman" panose="02020603050405020304" pitchFamily="18" charset="0"/>
                        </a:rPr>
                        <a:t>Content</a:t>
                      </a:r>
                      <a:endParaRPr lang="en-US" sz="1000">
                        <a:effectLst/>
                        <a:latin typeface="Calibri" panose="020F0502020204030204" pitchFamily="34" charset="0"/>
                        <a:ea typeface="MS Mincho" panose="02020609040205080304" pitchFamily="49" charset="-128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Bef>
                          <a:spcPts val="50"/>
                        </a:spcBef>
                        <a:spcAft>
                          <a:spcPts val="50"/>
                        </a:spcAft>
                        <a:buNone/>
                      </a:pPr>
                      <a:r>
                        <a:rPr lang="en-US" sz="1000" b="1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  <a:ea typeface="MS Mincho" panose="02020609040205080304" pitchFamily="49" charset="-128"/>
                          <a:cs typeface="Times New Roman" panose="02020603050405020304" pitchFamily="18" charset="0"/>
                        </a:rPr>
                        <a:t>Time</a:t>
                      </a:r>
                      <a:endParaRPr lang="en-US" sz="1000">
                        <a:effectLst/>
                        <a:latin typeface="Calibri" panose="020F0502020204030204" pitchFamily="34" charset="0"/>
                        <a:ea typeface="MS Mincho" panose="02020609040205080304" pitchFamily="49" charset="-128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363150789"/>
                  </a:ext>
                </a:extLst>
              </a:tr>
              <a:tr h="668140"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Bef>
                          <a:spcPts val="50"/>
                        </a:spcBef>
                        <a:spcAft>
                          <a:spcPts val="50"/>
                        </a:spcAft>
                        <a:buNone/>
                      </a:pPr>
                      <a:r>
                        <a:rPr lang="en-US" sz="1000" b="1">
                          <a:solidFill>
                            <a:schemeClr val="tx2"/>
                          </a:solidFill>
                          <a:effectLst/>
                          <a:latin typeface="Calibri" panose="020F0502020204030204" pitchFamily="34" charset="0"/>
                          <a:ea typeface="MS Mincho" panose="02020609040205080304" pitchFamily="49" charset="-128"/>
                          <a:cs typeface="Times New Roman" panose="02020603050405020304" pitchFamily="18" charset="0"/>
                        </a:rPr>
                        <a:t>Bravos / High fives</a:t>
                      </a: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Bef>
                          <a:spcPts val="50"/>
                        </a:spcBef>
                        <a:spcAft>
                          <a:spcPts val="50"/>
                        </a:spcAft>
                        <a:buNone/>
                      </a:pPr>
                      <a:r>
                        <a:rPr lang="en-US" sz="1000" b="0">
                          <a:solidFill>
                            <a:schemeClr val="tx2"/>
                          </a:solidFill>
                          <a:effectLst/>
                          <a:latin typeface="Calibri" panose="020F0502020204030204" pitchFamily="34" charset="0"/>
                          <a:ea typeface="MS Mincho" panose="02020609040205080304" pitchFamily="49" charset="-128"/>
                          <a:cs typeface="Times New Roman" panose="02020603050405020304" pitchFamily="18" charset="0"/>
                        </a:rPr>
                        <a:t>Project Lead</a:t>
                      </a: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Bef>
                          <a:spcPts val="50"/>
                        </a:spcBef>
                        <a:spcAft>
                          <a:spcPts val="50"/>
                        </a:spcAft>
                        <a:buNone/>
                      </a:pPr>
                      <a:r>
                        <a:rPr lang="en-US" sz="1000" b="0">
                          <a:solidFill>
                            <a:schemeClr val="tx2"/>
                          </a:solidFill>
                          <a:effectLst/>
                          <a:latin typeface="Calibri" panose="020F0502020204030204" pitchFamily="34" charset="0"/>
                          <a:ea typeface="MS Mincho" panose="02020609040205080304" pitchFamily="49" charset="-128"/>
                          <a:cs typeface="Times New Roman" panose="02020603050405020304" pitchFamily="18" charset="0"/>
                        </a:rPr>
                        <a:t>Named recognition with the standard legend: above &amp; beyond · outstanding performance · innovation · milestone win · precision · teamwork · delivery success. Keep it — it is the only page in the pack that builds the team.</a:t>
                      </a:r>
                    </a:p>
                  </a:txBody>
                  <a:tcPr marL="68580" marR="68580" marT="0" marB="0" anchor="ctr"/>
                </a:tc>
                <a:tc rowSpan="4"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50"/>
                        </a:spcBef>
                        <a:spcAft>
                          <a:spcPts val="50"/>
                        </a:spcAft>
                        <a:buNone/>
                      </a:pPr>
                      <a:r>
                        <a:rPr lang="en-US" sz="1000" b="0">
                          <a:solidFill>
                            <a:schemeClr val="tx2"/>
                          </a:solidFill>
                          <a:effectLst/>
                          <a:latin typeface="Calibri" panose="020F0502020204030204" pitchFamily="34" charset="0"/>
                          <a:ea typeface="MS Mincho" panose="02020609040205080304" pitchFamily="49" charset="-128"/>
                          <a:cs typeface="Times New Roman" panose="02020603050405020304" pitchFamily="18" charset="0"/>
                        </a:rPr>
                        <a:t>15 min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419043866"/>
                  </a:ext>
                </a:extLst>
              </a:tr>
              <a:tr h="668140"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Bef>
                          <a:spcPts val="50"/>
                        </a:spcBef>
                        <a:spcAft>
                          <a:spcPts val="50"/>
                        </a:spcAft>
                        <a:buNone/>
                      </a:pPr>
                      <a:r>
                        <a:rPr lang="en-US" sz="1000" b="1">
                          <a:solidFill>
                            <a:schemeClr val="tx2"/>
                          </a:solidFill>
                          <a:effectLst/>
                          <a:latin typeface="Calibri" panose="020F0502020204030204" pitchFamily="34" charset="0"/>
                          <a:ea typeface="MS Mincho" panose="02020609040205080304" pitchFamily="49" charset="-128"/>
                          <a:cs typeface="Times New Roman" panose="02020603050405020304" pitchFamily="18" charset="0"/>
                        </a:rPr>
                        <a:t>High Risks</a:t>
                      </a: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Bef>
                          <a:spcPts val="50"/>
                        </a:spcBef>
                        <a:spcAft>
                          <a:spcPts val="50"/>
                        </a:spcAft>
                        <a:buNone/>
                      </a:pPr>
                      <a:r>
                        <a:rPr lang="en-US" sz="1000" b="0">
                          <a:solidFill>
                            <a:schemeClr val="tx2"/>
                          </a:solidFill>
                          <a:effectLst/>
                          <a:latin typeface="Calibri" panose="020F0502020204030204" pitchFamily="34" charset="0"/>
                          <a:ea typeface="MS Mincho" panose="02020609040205080304" pitchFamily="49" charset="-128"/>
                          <a:cs typeface="Times New Roman" panose="02020603050405020304" pitchFamily="18" charset="0"/>
                        </a:rPr>
                        <a:t>PMO with risk owners</a:t>
                      </a: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Bef>
                          <a:spcPts val="50"/>
                        </a:spcBef>
                        <a:spcAft>
                          <a:spcPts val="50"/>
                        </a:spcAft>
                        <a:buNone/>
                      </a:pPr>
                      <a:r>
                        <a:rPr lang="en-US" sz="1000" b="0">
                          <a:solidFill>
                            <a:schemeClr val="tx2"/>
                          </a:solidFill>
                          <a:effectLst/>
                          <a:latin typeface="Calibri" panose="020F0502020204030204" pitchFamily="34" charset="0"/>
                          <a:ea typeface="MS Mincho" panose="02020609040205080304" pitchFamily="49" charset="-128"/>
                          <a:cs typeface="Times New Roman" panose="02020603050405020304" pitchFamily="18" charset="0"/>
                        </a:rPr>
                        <a:t>Risk # · Title · Score (movement, e.g. VH → H) · Status with dated update · Owner · Due · Impact on which workstream. Closed risks struck through and kept visible for one week.</a:t>
                      </a:r>
                    </a:p>
                  </a:txBody>
                  <a:tcPr marL="68580" marR="68580" marT="0" marB="0" anchor="ctr"/>
                </a:tc>
                <a:tc vMerge="1"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Bef>
                          <a:spcPts val="50"/>
                        </a:spcBef>
                        <a:spcAft>
                          <a:spcPts val="50"/>
                        </a:spcAft>
                        <a:buNone/>
                      </a:pPr>
                      <a:endParaRPr lang="en-US" sz="1000" b="0">
                        <a:solidFill>
                          <a:schemeClr val="tx2"/>
                        </a:solidFill>
                        <a:effectLst/>
                        <a:latin typeface="Calibri" panose="020F0502020204030204" pitchFamily="34" charset="0"/>
                        <a:ea typeface="MS Mincho" panose="02020609040205080304" pitchFamily="49" charset="-128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370069005"/>
                  </a:ext>
                </a:extLst>
              </a:tr>
              <a:tr h="668140"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Bef>
                          <a:spcPts val="50"/>
                        </a:spcBef>
                        <a:spcAft>
                          <a:spcPts val="50"/>
                        </a:spcAft>
                        <a:buNone/>
                      </a:pPr>
                      <a:r>
                        <a:rPr lang="en-US" sz="1000" b="1">
                          <a:solidFill>
                            <a:schemeClr val="tx2"/>
                          </a:solidFill>
                          <a:effectLst/>
                          <a:latin typeface="Calibri" panose="020F0502020204030204" pitchFamily="34" charset="0"/>
                          <a:ea typeface="MS Mincho" panose="02020609040205080304" pitchFamily="49" charset="-128"/>
                          <a:cs typeface="Times New Roman" panose="02020603050405020304" pitchFamily="18" charset="0"/>
                        </a:rPr>
                        <a:t>Change / Decision Log</a:t>
                      </a: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Bef>
                          <a:spcPts val="50"/>
                        </a:spcBef>
                        <a:spcAft>
                          <a:spcPts val="50"/>
                        </a:spcAft>
                        <a:buNone/>
                      </a:pPr>
                      <a:r>
                        <a:rPr lang="en-US" sz="1000" b="0">
                          <a:solidFill>
                            <a:schemeClr val="tx2"/>
                          </a:solidFill>
                          <a:effectLst/>
                          <a:latin typeface="Calibri" panose="020F0502020204030204" pitchFamily="34" charset="0"/>
                          <a:ea typeface="MS Mincho" panose="02020609040205080304" pitchFamily="49" charset="-128"/>
                          <a:cs typeface="Times New Roman" panose="02020603050405020304" pitchFamily="18" charset="0"/>
                        </a:rPr>
                        <a:t>PMO with change owners</a:t>
                      </a: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Bef>
                          <a:spcPts val="50"/>
                        </a:spcBef>
                        <a:spcAft>
                          <a:spcPts val="50"/>
                        </a:spcAft>
                        <a:buNone/>
                      </a:pPr>
                      <a:r>
                        <a:rPr lang="en-US" sz="1000" b="0">
                          <a:solidFill>
                            <a:schemeClr val="tx2"/>
                          </a:solidFill>
                          <a:effectLst/>
                          <a:latin typeface="Calibri" panose="020F0502020204030204" pitchFamily="34" charset="0"/>
                          <a:ea typeface="MS Mincho" panose="02020609040205080304" pitchFamily="49" charset="-128"/>
                          <a:cs typeface="Times New Roman" panose="02020603050405020304" pitchFamily="18" charset="0"/>
                        </a:rPr>
                        <a:t>DEC or CHG · ID · Title · Description · Owner · Confirmed on · Workstream · Category (tier) · Dated status. Every decision taken anywhere in the governance model lands here.</a:t>
                      </a:r>
                    </a:p>
                  </a:txBody>
                  <a:tcPr marL="68580" marR="68580" marT="0" marB="0" anchor="ctr"/>
                </a:tc>
                <a:tc vMerge="1"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Bef>
                          <a:spcPts val="50"/>
                        </a:spcBef>
                        <a:spcAft>
                          <a:spcPts val="50"/>
                        </a:spcAft>
                        <a:buNone/>
                      </a:pPr>
                      <a:endParaRPr lang="en-US" sz="1000" b="0">
                        <a:solidFill>
                          <a:schemeClr val="tx2"/>
                        </a:solidFill>
                        <a:effectLst/>
                        <a:latin typeface="Calibri" panose="020F0502020204030204" pitchFamily="34" charset="0"/>
                        <a:ea typeface="MS Mincho" panose="02020609040205080304" pitchFamily="49" charset="-128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3893642603"/>
                  </a:ext>
                </a:extLst>
              </a:tr>
              <a:tr h="668140"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Bef>
                          <a:spcPts val="50"/>
                        </a:spcBef>
                        <a:spcAft>
                          <a:spcPts val="50"/>
                        </a:spcAft>
                        <a:buNone/>
                      </a:pPr>
                      <a:r>
                        <a:rPr lang="en-US" sz="1000" b="1">
                          <a:solidFill>
                            <a:schemeClr val="tx2"/>
                          </a:solidFill>
                          <a:effectLst/>
                          <a:latin typeface="Calibri" panose="020F0502020204030204" pitchFamily="34" charset="0"/>
                          <a:ea typeface="MS Mincho" panose="02020609040205080304" pitchFamily="49" charset="-128"/>
                          <a:cs typeface="Times New Roman" panose="02020603050405020304" pitchFamily="18" charset="0"/>
                        </a:rPr>
                        <a:t>High-Level Timeline</a:t>
                      </a: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Bef>
                          <a:spcPts val="50"/>
                        </a:spcBef>
                        <a:spcAft>
                          <a:spcPts val="50"/>
                        </a:spcAft>
                        <a:buNone/>
                      </a:pPr>
                      <a:r>
                        <a:rPr lang="en-US" sz="1000" b="0">
                          <a:solidFill>
                            <a:schemeClr val="tx2"/>
                          </a:solidFill>
                          <a:effectLst/>
                          <a:latin typeface="Calibri" panose="020F0502020204030204" pitchFamily="34" charset="0"/>
                          <a:ea typeface="MS Mincho" panose="02020609040205080304" pitchFamily="49" charset="-128"/>
                          <a:cs typeface="Times New Roman" panose="02020603050405020304" pitchFamily="18" charset="0"/>
                        </a:rPr>
                        <a:t>PMO</a:t>
                      </a: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Bef>
                          <a:spcPts val="50"/>
                        </a:spcBef>
                        <a:spcAft>
                          <a:spcPts val="50"/>
                        </a:spcAft>
                        <a:buNone/>
                      </a:pPr>
                      <a:r>
                        <a:rPr lang="en-US" sz="1000" b="0">
                          <a:solidFill>
                            <a:schemeClr val="tx2"/>
                          </a:solidFill>
                          <a:effectLst/>
                          <a:latin typeface="Calibri" panose="020F0502020204030204" pitchFamily="34" charset="0"/>
                          <a:ea typeface="MS Mincho" panose="02020609040205080304" pitchFamily="49" charset="-128"/>
                          <a:cs typeface="Times New Roman" panose="02020603050405020304" pitchFamily="18" charset="0"/>
                        </a:rPr>
                        <a:t>Gantt by sub-wave in weekly buckets, with phase colors, tollgates, and the three May 2027 go-lives marked. Status per objective: Complete / On track / Off track / Blocked / Not started.</a:t>
                      </a:r>
                    </a:p>
                  </a:txBody>
                  <a:tcPr marL="68580" marR="68580" marT="0" marB="0" anchor="ctr"/>
                </a:tc>
                <a:tc vMerge="1"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50"/>
                        </a:spcBef>
                        <a:spcAft>
                          <a:spcPts val="50"/>
                        </a:spcAft>
                        <a:buNone/>
                      </a:pPr>
                      <a:endParaRPr lang="en-US" sz="1000" b="0">
                        <a:solidFill>
                          <a:schemeClr val="tx2"/>
                        </a:solidFill>
                        <a:effectLst/>
                        <a:latin typeface="Calibri" panose="020F0502020204030204" pitchFamily="34" charset="0"/>
                        <a:ea typeface="MS Mincho" panose="02020609040205080304" pitchFamily="49" charset="-128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263418265"/>
                  </a:ext>
                </a:extLst>
              </a:tr>
              <a:tr h="668140"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Bef>
                          <a:spcPts val="50"/>
                        </a:spcBef>
                        <a:spcAft>
                          <a:spcPts val="50"/>
                        </a:spcAft>
                        <a:buNone/>
                      </a:pPr>
                      <a:r>
                        <a:rPr lang="en-US" sz="1000" b="1">
                          <a:solidFill>
                            <a:schemeClr val="tx2"/>
                          </a:solidFill>
                          <a:effectLst/>
                          <a:latin typeface="Calibri" panose="020F0502020204030204" pitchFamily="34" charset="0"/>
                          <a:ea typeface="MS Mincho" panose="02020609040205080304" pitchFamily="49" charset="-128"/>
                          <a:cs typeface="Times New Roman" panose="02020603050405020304" pitchFamily="18" charset="0"/>
                        </a:rPr>
                        <a:t>Program Status Report — Overall</a:t>
                      </a: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Bef>
                          <a:spcPts val="50"/>
                        </a:spcBef>
                        <a:spcAft>
                          <a:spcPts val="50"/>
                        </a:spcAft>
                        <a:buNone/>
                      </a:pPr>
                      <a:r>
                        <a:rPr lang="en-US" sz="1000" b="0">
                          <a:solidFill>
                            <a:schemeClr val="tx2"/>
                          </a:solidFill>
                          <a:effectLst/>
                          <a:latin typeface="Calibri" panose="020F0502020204030204" pitchFamily="34" charset="0"/>
                          <a:ea typeface="MS Mincho" panose="02020609040205080304" pitchFamily="49" charset="-128"/>
                          <a:cs typeface="Times New Roman" panose="02020603050405020304" pitchFamily="18" charset="0"/>
                        </a:rPr>
                        <a:t>Project Lead</a:t>
                      </a: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Bef>
                          <a:spcPts val="50"/>
                        </a:spcBef>
                        <a:spcAft>
                          <a:spcPts val="50"/>
                        </a:spcAft>
                        <a:buNone/>
                      </a:pPr>
                      <a:r>
                        <a:rPr lang="en-US" sz="1000" b="0">
                          <a:solidFill>
                            <a:schemeClr val="tx2"/>
                          </a:solidFill>
                          <a:effectLst/>
                          <a:latin typeface="Calibri" panose="020F0502020204030204" pitchFamily="34" charset="0"/>
                          <a:ea typeface="MS Mincho" panose="02020609040205080304" pitchFamily="49" charset="-128"/>
                          <a:cs typeface="Times New Roman" panose="02020603050405020304" pitchFamily="18" charset="0"/>
                        </a:rPr>
                        <a:t>Executive summary page. Status headline (% completion, movement week on week, overall RAG and the one reason for it) · milestone status table by sub-wave with estimated end, % complete with movement, RAG and a summary line · Very High and High risks repeated. This is the page that gets forwarded.</a:t>
                      </a: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50"/>
                        </a:spcBef>
                        <a:spcAft>
                          <a:spcPts val="50"/>
                        </a:spcAft>
                        <a:buNone/>
                      </a:pPr>
                      <a:r>
                        <a:rPr lang="en-US" sz="1000" b="0">
                          <a:solidFill>
                            <a:schemeClr val="tx2"/>
                          </a:solidFill>
                          <a:effectLst/>
                          <a:latin typeface="Calibri" panose="020F0502020204030204" pitchFamily="34" charset="0"/>
                          <a:ea typeface="MS Mincho" panose="02020609040205080304" pitchFamily="49" charset="-128"/>
                          <a:cs typeface="Times New Roman" panose="02020603050405020304" pitchFamily="18" charset="0"/>
                        </a:rPr>
                        <a:t>10 min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399067520"/>
                  </a:ext>
                </a:extLst>
              </a:tr>
              <a:tr h="1012310"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Bef>
                          <a:spcPts val="50"/>
                        </a:spcBef>
                        <a:spcAft>
                          <a:spcPts val="50"/>
                        </a:spcAft>
                        <a:buNone/>
                      </a:pPr>
                      <a:r>
                        <a:rPr lang="en-US" sz="1000" b="1">
                          <a:solidFill>
                            <a:schemeClr val="tx2"/>
                          </a:solidFill>
                          <a:effectLst/>
                          <a:latin typeface="Calibri" panose="020F0502020204030204" pitchFamily="34" charset="0"/>
                          <a:ea typeface="MS Mincho" panose="02020609040205080304" pitchFamily="49" charset="-128"/>
                          <a:cs typeface="Times New Roman" panose="02020603050405020304" pitchFamily="18" charset="0"/>
                        </a:rPr>
                        <a:t>Workstream 4-box</a:t>
                      </a: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Bef>
                          <a:spcPts val="50"/>
                        </a:spcBef>
                        <a:spcAft>
                          <a:spcPts val="50"/>
                        </a:spcAft>
                        <a:buNone/>
                      </a:pPr>
                      <a:r>
                        <a:rPr lang="en-US" sz="1000" b="0">
                          <a:solidFill>
                            <a:schemeClr val="tx2"/>
                          </a:solidFill>
                          <a:effectLst/>
                          <a:latin typeface="Calibri" panose="020F0502020204030204" pitchFamily="34" charset="0"/>
                          <a:ea typeface="MS Mincho" panose="02020609040205080304" pitchFamily="49" charset="-128"/>
                          <a:cs typeface="Times New Roman" panose="02020603050405020304" pitchFamily="18" charset="0"/>
                        </a:rPr>
                        <a:t>Sub-wave leads</a:t>
                      </a: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Bef>
                          <a:spcPts val="50"/>
                        </a:spcBef>
                        <a:spcAft>
                          <a:spcPts val="50"/>
                        </a:spcAft>
                        <a:buNone/>
                      </a:pPr>
                      <a:r>
                        <a:rPr lang="en-US" sz="1000" b="0">
                          <a:solidFill>
                            <a:schemeClr val="tx2"/>
                          </a:solidFill>
                          <a:effectLst/>
                          <a:latin typeface="Calibri" panose="020F0502020204030204" pitchFamily="34" charset="0"/>
                          <a:ea typeface="MS Mincho" panose="02020609040205080304" pitchFamily="49" charset="-128"/>
                          <a:cs typeface="Times New Roman" panose="02020603050405020304" pitchFamily="18" charset="0"/>
                        </a:rPr>
                        <a:t>Workstream detailed update … total of updates = 11</a:t>
                      </a: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50"/>
                        </a:spcBef>
                        <a:spcAft>
                          <a:spcPts val="50"/>
                        </a:spcAft>
                        <a:buNone/>
                      </a:pPr>
                      <a:r>
                        <a:rPr lang="en-US" sz="1000" b="0">
                          <a:solidFill>
                            <a:schemeClr val="tx2"/>
                          </a:solidFill>
                          <a:effectLst/>
                          <a:latin typeface="Calibri" panose="020F0502020204030204" pitchFamily="34" charset="0"/>
                          <a:ea typeface="MS Mincho" panose="02020609040205080304" pitchFamily="49" charset="-128"/>
                          <a:cs typeface="Times New Roman" panose="02020603050405020304" pitchFamily="18" charset="0"/>
                        </a:rPr>
                        <a:t>5 min each</a:t>
                      </a:r>
                    </a:p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50"/>
                        </a:spcBef>
                        <a:spcAft>
                          <a:spcPts val="50"/>
                        </a:spcAft>
                        <a:buNone/>
                      </a:pPr>
                      <a:r>
                        <a:rPr lang="en-US" sz="1000" b="0">
                          <a:solidFill>
                            <a:schemeClr val="tx2"/>
                          </a:solidFill>
                          <a:effectLst/>
                          <a:latin typeface="Calibri" panose="020F0502020204030204" pitchFamily="34" charset="0"/>
                          <a:ea typeface="MS Mincho" panose="02020609040205080304" pitchFamily="49" charset="-128"/>
                          <a:cs typeface="Times New Roman" panose="02020603050405020304" pitchFamily="18" charset="0"/>
                        </a:rPr>
                        <a:t>55 min total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36955591"/>
                  </a:ext>
                </a:extLst>
              </a:tr>
              <a:tr h="323969"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Bef>
                          <a:spcPts val="50"/>
                        </a:spcBef>
                        <a:spcAft>
                          <a:spcPts val="50"/>
                        </a:spcAft>
                        <a:buNone/>
                      </a:pPr>
                      <a:r>
                        <a:rPr lang="en-US" sz="1000" b="1">
                          <a:solidFill>
                            <a:schemeClr val="tx2"/>
                          </a:solidFill>
                          <a:effectLst/>
                          <a:latin typeface="Calibri" panose="020F0502020204030204" pitchFamily="34" charset="0"/>
                          <a:ea typeface="MS Mincho" panose="02020609040205080304" pitchFamily="49" charset="-128"/>
                          <a:cs typeface="Times New Roman" panose="02020603050405020304" pitchFamily="18" charset="0"/>
                        </a:rPr>
                        <a:t>Q&amp;A</a:t>
                      </a: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Bef>
                          <a:spcPts val="50"/>
                        </a:spcBef>
                        <a:spcAft>
                          <a:spcPts val="50"/>
                        </a:spcAft>
                        <a:buNone/>
                      </a:pPr>
                      <a:r>
                        <a:rPr lang="en-US" sz="1000" b="0">
                          <a:solidFill>
                            <a:schemeClr val="tx2"/>
                          </a:solidFill>
                          <a:effectLst/>
                          <a:latin typeface="Calibri" panose="020F0502020204030204" pitchFamily="34" charset="0"/>
                          <a:ea typeface="MS Mincho" panose="02020609040205080304" pitchFamily="49" charset="-128"/>
                          <a:cs typeface="Times New Roman" panose="02020603050405020304" pitchFamily="18" charset="0"/>
                        </a:rPr>
                        <a:t>Project Lead</a:t>
                      </a:r>
                    </a:p>
                  </a:txBody>
                  <a:tcPr marL="68580" marR="68580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Bef>
                          <a:spcPts val="50"/>
                        </a:spcBef>
                        <a:spcAft>
                          <a:spcPts val="50"/>
                        </a:spcAft>
                        <a:buNone/>
                      </a:pPr>
                      <a:r>
                        <a:rPr lang="en-US" sz="1000" b="0">
                          <a:solidFill>
                            <a:schemeClr val="tx2"/>
                          </a:solidFill>
                          <a:effectLst/>
                          <a:latin typeface="Calibri" panose="020F0502020204030204" pitchFamily="34" charset="0"/>
                          <a:ea typeface="MS Mincho" panose="02020609040205080304" pitchFamily="49" charset="-128"/>
                          <a:cs typeface="Times New Roman" panose="02020603050405020304" pitchFamily="18" charset="0"/>
                        </a:rPr>
                        <a:t>Open for Q&amp;A session</a:t>
                      </a:r>
                    </a:p>
                  </a:txBody>
                  <a:tcPr marL="68580" marR="68580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50"/>
                        </a:spcBef>
                        <a:spcAft>
                          <a:spcPts val="50"/>
                        </a:spcAft>
                        <a:buNone/>
                      </a:pPr>
                      <a:r>
                        <a:rPr lang="en-US" sz="1000" b="0">
                          <a:solidFill>
                            <a:schemeClr val="tx2"/>
                          </a:solidFill>
                          <a:effectLst/>
                          <a:latin typeface="Calibri" panose="020F0502020204030204" pitchFamily="34" charset="0"/>
                          <a:ea typeface="MS Mincho" panose="02020609040205080304" pitchFamily="49" charset="-128"/>
                          <a:cs typeface="Times New Roman" panose="02020603050405020304" pitchFamily="18" charset="0"/>
                        </a:rPr>
                        <a:t>10 min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9649570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222392753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583D890-0F30-0A56-235D-65B6E83F13E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Title 1">
            <a:extLst>
              <a:ext uri="{FF2B5EF4-FFF2-40B4-BE49-F238E27FC236}">
                <a16:creationId xmlns:a16="http://schemas.microsoft.com/office/drawing/2014/main" id="{ACE5A738-54B6-55AC-1C13-321EC7C49F5B}"/>
              </a:ext>
            </a:extLst>
          </p:cNvPr>
          <p:cNvSpPr txBox="1">
            <a:spLocks/>
          </p:cNvSpPr>
          <p:nvPr/>
        </p:nvSpPr>
        <p:spPr>
          <a:xfrm>
            <a:off x="109112" y="0"/>
            <a:ext cx="8433259" cy="344312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85000"/>
              </a:lnSpc>
              <a:spcBef>
                <a:spcPct val="0"/>
              </a:spcBef>
              <a:buNone/>
              <a:defRPr sz="3200" b="0" kern="1200" cap="all" baseline="0">
                <a:solidFill>
                  <a:schemeClr val="accent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l" defTabSz="89486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sz="1950">
                <a:solidFill>
                  <a:srgbClr val="4F2170"/>
                </a:solidFill>
                <a:latin typeface="MDLZ BITE TYPE"/>
              </a:rPr>
              <a:t>BRAVOS</a:t>
            </a:r>
            <a:endParaRPr kumimoji="0" lang="en-US" sz="1950" b="0" i="0" u="none" strike="noStrike" kern="1200" cap="all" spc="0" normalizeH="0" baseline="0" noProof="0">
              <a:ln>
                <a:noFill/>
              </a:ln>
              <a:solidFill>
                <a:srgbClr val="4F2170"/>
              </a:solidFill>
              <a:effectLst/>
              <a:uLnTx/>
              <a:uFillTx/>
              <a:latin typeface="MDLZ BITE TYPE"/>
              <a:ea typeface="+mj-ea"/>
              <a:cs typeface="+mj-cs"/>
            </a:endParaRPr>
          </a:p>
        </p:txBody>
      </p:sp>
      <p:graphicFrame>
        <p:nvGraphicFramePr>
          <p:cNvPr id="5" name="Tabla 49">
            <a:extLst>
              <a:ext uri="{FF2B5EF4-FFF2-40B4-BE49-F238E27FC236}">
                <a16:creationId xmlns:a16="http://schemas.microsoft.com/office/drawing/2014/main" id="{AC30BEDD-8FB3-BCF3-9F5A-4D6FA1C44D2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82566851"/>
              </p:ext>
            </p:extLst>
          </p:nvPr>
        </p:nvGraphicFramePr>
        <p:xfrm>
          <a:off x="133349" y="512323"/>
          <a:ext cx="11883391" cy="5071354"/>
        </p:xfrm>
        <a:graphic>
          <a:graphicData uri="http://schemas.openxmlformats.org/drawingml/2006/table">
            <a:tbl>
              <a:tblPr firstRow="1" bandRow="1"/>
              <a:tblGrid>
                <a:gridCol w="11883391">
                  <a:extLst>
                    <a:ext uri="{9D8B030D-6E8A-4147-A177-3AD203B41FA5}">
                      <a16:colId xmlns:a16="http://schemas.microsoft.com/office/drawing/2014/main" val="2092899213"/>
                    </a:ext>
                  </a:extLst>
                </a:gridCol>
              </a:tblGrid>
              <a:tr h="5071354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marL="285750" lvl="0" indent="-28575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 panose="020B0604020202020204" pitchFamily="34" charset="0"/>
                        <a:buChar char="•"/>
                      </a:pPr>
                      <a:r>
                        <a:rPr lang="en-US" sz="1600" b="0" i="0" u="none" strike="noStrike" kern="1200" baseline="0" noProof="0">
                          <a:solidFill>
                            <a:schemeClr val="tx2"/>
                          </a:solidFill>
                          <a:latin typeface="Calibri"/>
                          <a:ea typeface="Calibri"/>
                          <a:cs typeface="Calibri"/>
                        </a:rPr>
                        <a:t>Free text</a:t>
                      </a:r>
                    </a:p>
                  </a:txBody>
                  <a:tcPr>
                    <a:lnL w="12700" cap="flat" cmpd="sng" algn="ctr">
                      <a:solidFill>
                        <a:srgbClr val="FBF2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BF2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BF2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BF2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778931"/>
                  </a:ext>
                </a:extLst>
              </a:tr>
            </a:tbl>
          </a:graphicData>
        </a:graphic>
      </p:graphicFrame>
      <p:pic>
        <p:nvPicPr>
          <p:cNvPr id="3" name="Picture 2">
            <a:extLst>
              <a:ext uri="{FF2B5EF4-FFF2-40B4-BE49-F238E27FC236}">
                <a16:creationId xmlns:a16="http://schemas.microsoft.com/office/drawing/2014/main" id="{677B058B-7A02-AB4D-34D6-74D3237938A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566"/>
          <a:stretch>
            <a:fillRect/>
          </a:stretch>
        </p:blipFill>
        <p:spPr>
          <a:xfrm>
            <a:off x="10363200" y="92574"/>
            <a:ext cx="1783242" cy="159451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30057610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DB88699-2687-3558-7552-09117E1E804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Title 1">
            <a:extLst>
              <a:ext uri="{FF2B5EF4-FFF2-40B4-BE49-F238E27FC236}">
                <a16:creationId xmlns:a16="http://schemas.microsoft.com/office/drawing/2014/main" id="{2D2B37F4-C6FD-D575-38AB-4A68ED5A453D}"/>
              </a:ext>
            </a:extLst>
          </p:cNvPr>
          <p:cNvSpPr txBox="1">
            <a:spLocks/>
          </p:cNvSpPr>
          <p:nvPr/>
        </p:nvSpPr>
        <p:spPr>
          <a:xfrm>
            <a:off x="109112" y="0"/>
            <a:ext cx="8433259" cy="344312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85000"/>
              </a:lnSpc>
              <a:spcBef>
                <a:spcPct val="0"/>
              </a:spcBef>
              <a:buNone/>
              <a:defRPr sz="3200" b="0" kern="1200" cap="all" baseline="0">
                <a:solidFill>
                  <a:schemeClr val="accent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l" defTabSz="89486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sz="1950">
                <a:solidFill>
                  <a:srgbClr val="4F2170"/>
                </a:solidFill>
                <a:latin typeface="MDLZ BITE TYPE"/>
              </a:rPr>
              <a:t>HIGH RISKS / Dependencies</a:t>
            </a:r>
            <a:endParaRPr kumimoji="0" lang="en-US" sz="1950" b="0" i="0" u="none" strike="noStrike" kern="1200" cap="all" spc="0" normalizeH="0" baseline="0" noProof="0">
              <a:ln>
                <a:noFill/>
              </a:ln>
              <a:solidFill>
                <a:srgbClr val="4F2170"/>
              </a:solidFill>
              <a:effectLst/>
              <a:uLnTx/>
              <a:uFillTx/>
              <a:latin typeface="MDLZ BITE TYPE"/>
              <a:ea typeface="+mj-ea"/>
              <a:cs typeface="+mj-cs"/>
            </a:endParaRPr>
          </a:p>
        </p:txBody>
      </p:sp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C850982E-F670-A40E-AEAB-4FEC76728E8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63652132"/>
              </p:ext>
            </p:extLst>
          </p:nvPr>
        </p:nvGraphicFramePr>
        <p:xfrm>
          <a:off x="102184" y="482086"/>
          <a:ext cx="12018717" cy="3216494"/>
        </p:xfrm>
        <a:graphic>
          <a:graphicData uri="http://schemas.openxmlformats.org/drawingml/2006/table">
            <a:tbl>
              <a:tblPr firstRow="1" bandRow="1"/>
              <a:tblGrid>
                <a:gridCol w="731520">
                  <a:extLst>
                    <a:ext uri="{9D8B030D-6E8A-4147-A177-3AD203B41FA5}">
                      <a16:colId xmlns:a16="http://schemas.microsoft.com/office/drawing/2014/main" val="509285000"/>
                    </a:ext>
                  </a:extLst>
                </a:gridCol>
                <a:gridCol w="4297680">
                  <a:extLst>
                    <a:ext uri="{9D8B030D-6E8A-4147-A177-3AD203B41FA5}">
                      <a16:colId xmlns:a16="http://schemas.microsoft.com/office/drawing/2014/main" val="928832146"/>
                    </a:ext>
                  </a:extLst>
                </a:gridCol>
                <a:gridCol w="2926080">
                  <a:extLst>
                    <a:ext uri="{9D8B030D-6E8A-4147-A177-3AD203B41FA5}">
                      <a16:colId xmlns:a16="http://schemas.microsoft.com/office/drawing/2014/main" val="2055676576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063976994"/>
                    </a:ext>
                  </a:extLst>
                </a:gridCol>
                <a:gridCol w="497277">
                  <a:extLst>
                    <a:ext uri="{9D8B030D-6E8A-4147-A177-3AD203B41FA5}">
                      <a16:colId xmlns:a16="http://schemas.microsoft.com/office/drawing/2014/main" val="3226996168"/>
                    </a:ext>
                  </a:extLst>
                </a:gridCol>
                <a:gridCol w="1280160">
                  <a:extLst>
                    <a:ext uri="{9D8B030D-6E8A-4147-A177-3AD203B41FA5}">
                      <a16:colId xmlns:a16="http://schemas.microsoft.com/office/drawing/2014/main" val="4035394461"/>
                    </a:ext>
                  </a:extLst>
                </a:gridCol>
                <a:gridCol w="822960">
                  <a:extLst>
                    <a:ext uri="{9D8B030D-6E8A-4147-A177-3AD203B41FA5}">
                      <a16:colId xmlns:a16="http://schemas.microsoft.com/office/drawing/2014/main" val="4204228725"/>
                    </a:ext>
                  </a:extLst>
                </a:gridCol>
              </a:tblGrid>
              <a:tr h="229454">
                <a:tc>
                  <a:txBody>
                    <a:bodyPr/>
                    <a:lstStyle/>
                    <a:p>
                      <a:r>
                        <a:rPr lang="en-US" sz="800" b="1">
                          <a:solidFill>
                            <a:schemeClr val="bg1"/>
                          </a:solidFill>
                        </a:rPr>
                        <a:t>ID Number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>
                          <a:solidFill>
                            <a:schemeClr val="bg1"/>
                          </a:solidFill>
                        </a:rPr>
                        <a:t>Risk description and impact assessment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/>
                        <a:t>Mitigation / Resolution update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 b="1">
                          <a:solidFill>
                            <a:schemeClr val="bg1"/>
                          </a:solidFill>
                        </a:rPr>
                        <a:t>Workstreams impacted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/>
                        <a:t>Status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800" b="1">
                          <a:solidFill>
                            <a:schemeClr val="bg1"/>
                          </a:solidFill>
                        </a:rPr>
                        <a:t>Owner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/>
                        <a:t>Due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63150789"/>
                  </a:ext>
                </a:extLst>
              </a:tr>
              <a:tr h="229454">
                <a:tc>
                  <a:txBody>
                    <a:bodyPr/>
                    <a:lstStyle/>
                    <a:p>
                      <a:r>
                        <a:rPr lang="en-US" sz="800" b="1">
                          <a:latin typeface="+mn-lt"/>
                        </a:rPr>
                        <a:t>R01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 b="1" dirty="0">
                          <a:latin typeface="+mn-lt"/>
                        </a:rPr>
                        <a:t>Project documentation creation disabled - until MDLZ sets up the project GitHub repository and gives the Lingaro team access.</a:t>
                      </a:r>
                    </a:p>
                    <a:p>
                      <a:r>
                        <a:rPr lang="en-US" sz="800" dirty="0">
                          <a:latin typeface="+mn-lt"/>
                        </a:rPr>
                        <a:t>Impact: HLD/TDD, living playbooks and CDRB evidence package delayed.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>
                          <a:latin typeface="+mn-lt"/>
                        </a:rPr>
                        <a:t>Repository and access requested from MDLZ. Until then documentation is drafted in Lingaro workspace and moved to GitHub as soon as access is granted.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 b="1">
                          <a:latin typeface="+mn-lt"/>
                        </a:rPr>
                        <a:t>All workstreams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800" b="1">
                          <a:solidFill>
                            <a:schemeClr val="bg1"/>
                          </a:solidFill>
                        </a:rPr>
                        <a:t>A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18719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800" dirty="0">
                          <a:latin typeface="+mn-lt"/>
                        </a:rPr>
                        <a:t>Ana Sola/Vadzim Nazarau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 dirty="0">
                          <a:latin typeface="+mn-lt"/>
                        </a:rPr>
                        <a:t>Nov 4th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3642603"/>
                  </a:ext>
                </a:extLst>
              </a:tr>
              <a:tr h="229454">
                <a:tc>
                  <a:txBody>
                    <a:bodyPr/>
                    <a:lstStyle/>
                    <a:p>
                      <a:r>
                        <a:rPr lang="en-US" sz="800" b="1">
                          <a:latin typeface="+mn-lt"/>
                        </a:rPr>
                        <a:t>R02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 b="1">
                          <a:latin typeface="+mn-lt"/>
                        </a:rPr>
                        <a:t>To work in compliance with MONDELEZ POET, the Lingaro team needs the current version of the POET documentation and related materials.</a:t>
                      </a:r>
                    </a:p>
                    <a:p>
                      <a:r>
                        <a:rPr lang="en-US" sz="800">
                          <a:latin typeface="+mn-lt"/>
                        </a:rPr>
                        <a:t>Impact: deliverables and ways of working may need rework if not aligned with POET.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800">
                          <a:latin typeface="+mn-lt"/>
                        </a:rPr>
                        <a:t>Current POET documentation and templates requested from MDLZ PMO. Lingaro to align WoW, templates and tollgate evidence within 1 week of receipt.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 b="1">
                          <a:latin typeface="+mn-lt"/>
                        </a:rPr>
                        <a:t>All workstreams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800" b="1">
                          <a:solidFill>
                            <a:schemeClr val="bg1"/>
                          </a:solidFill>
                        </a:rPr>
                        <a:t>A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18719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800">
                          <a:latin typeface="+mn-lt"/>
                        </a:rPr>
                        <a:t>Vadzim N. / MDLZ PMO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>
                          <a:latin typeface="+mn-lt"/>
                        </a:rPr>
                        <a:t>Nov 13th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2300796"/>
                  </a:ext>
                </a:extLst>
              </a:tr>
              <a:tr h="229454">
                <a:tc>
                  <a:txBody>
                    <a:bodyPr/>
                    <a:lstStyle/>
                    <a:p>
                      <a:r>
                        <a:rPr lang="en-US" sz="800" b="1">
                          <a:latin typeface="+mn-lt"/>
                        </a:rPr>
                        <a:t>R03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 b="1">
                          <a:latin typeface="+mn-lt"/>
                        </a:rPr>
                        <a:t>Databricks cost monitoring and the related MDLZ information cannot be set up until Lingaro gets access to MDLZ Databricks cost monitoring.</a:t>
                      </a:r>
                    </a:p>
                    <a:p>
                      <a:r>
                        <a:rPr lang="en-US" sz="800">
                          <a:latin typeface="+mn-lt"/>
                        </a:rPr>
                        <a:t>Impact: no cost baseline from prototype phase; cost monitoring deliverable delayed.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800">
                          <a:latin typeface="+mn-lt"/>
                        </a:rPr>
                        <a:t>Access requested. Cost tags and cost-monitoring design prepared in parallel, so tracking starts as soon as access is granted.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 b="1">
                          <a:latin typeface="+mn-lt"/>
                        </a:rPr>
                        <a:t>All workstreams (cross-stream)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800" b="1">
                          <a:solidFill>
                            <a:schemeClr val="bg1"/>
                          </a:solidFill>
                        </a:rPr>
                        <a:t>A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18719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800">
                          <a:latin typeface="+mn-lt"/>
                        </a:rPr>
                        <a:t>Vadzim N. / MDLZ Platform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>
                          <a:latin typeface="+mn-lt"/>
                        </a:rPr>
                        <a:t>Nov 20th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63418265"/>
                  </a:ext>
                </a:extLst>
              </a:tr>
              <a:tr h="229454">
                <a:tc>
                  <a:txBody>
                    <a:bodyPr/>
                    <a:lstStyle/>
                    <a:p>
                      <a:r>
                        <a:rPr lang="en-US" sz="800" b="1">
                          <a:latin typeface="+mn-lt"/>
                        </a:rPr>
                        <a:t>R04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 b="1">
                          <a:latin typeface="+mn-lt"/>
                        </a:rPr>
                        <a:t>Names of the governance SPOCs (D&amp;A Data Product &amp; Engineering, D&amp;A Architects, Product Stream teams, Data Governance) not yet provided.</a:t>
                      </a:r>
                    </a:p>
                    <a:p>
                      <a:r>
                        <a:rPr lang="en-US" sz="800">
                          <a:latin typeface="+mn-lt"/>
                        </a:rPr>
                        <a:t>Impact: Lingaro cannot align development approach, WoW and design decisions with the governance bodies.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800">
                          <a:latin typeface="+mn-lt"/>
                        </a:rPr>
                        <a:t>MDLZ to share the SPOC list. Lingaro to set up intro and alignment sessions with each body within 1 week of nomination.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 b="1">
                          <a:latin typeface="+mn-lt"/>
                        </a:rPr>
                        <a:t>All workstreams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800" b="1">
                          <a:solidFill>
                            <a:schemeClr val="bg1"/>
                          </a:solidFill>
                        </a:rPr>
                        <a:t>A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18719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800">
                          <a:latin typeface="+mn-lt"/>
                        </a:rPr>
                        <a:t>Vadzim N. / MDLZ PM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>
                          <a:latin typeface="+mn-lt"/>
                        </a:rPr>
                        <a:t>Nov 13th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9067520"/>
                  </a:ext>
                </a:extLst>
              </a:tr>
              <a:tr h="229454">
                <a:tc>
                  <a:txBody>
                    <a:bodyPr/>
                    <a:lstStyle/>
                    <a:p>
                      <a:r>
                        <a:rPr lang="en-US" sz="800" b="1">
                          <a:latin typeface="+mn-lt"/>
                        </a:rPr>
                        <a:t>R05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 b="1">
                          <a:latin typeface="+mn-lt"/>
                        </a:rPr>
                        <a:t>Project timeline needs to be replanned: business availability changed and planned travel moved from Nov 9th to beginning of December.</a:t>
                      </a:r>
                    </a:p>
                    <a:p>
                      <a:r>
                        <a:rPr lang="en-US" sz="800">
                          <a:latin typeface="+mn-lt"/>
                        </a:rPr>
                        <a:t>Impact: requirements sign-off (planned Nov 30th) and prototype milestones (Jan 31st / Feb 28th) at risk.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800">
                          <a:latin typeface="+mn-lt"/>
                        </a:rPr>
                        <a:t>Revised timeline being prepared with the new workshop dates. Preparation brought forward (reverse engineering, elicitation plan) and remote sessions held in November. Revised plan to be presented for approval.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 b="1">
                          <a:latin typeface="+mn-lt"/>
                        </a:rPr>
                        <a:t>1, 2, 3, 5, 6 (workshop-dependent)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800" b="1">
                          <a:solidFill>
                            <a:schemeClr val="bg1"/>
                          </a:solidFill>
                        </a:rPr>
                        <a:t>R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52323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800">
                          <a:latin typeface="+mn-lt"/>
                        </a:rPr>
                        <a:t>Vadzim N.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>
                          <a:latin typeface="+mn-lt"/>
                        </a:rPr>
                        <a:t>Nov 13th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6955591"/>
                  </a:ext>
                </a:extLst>
              </a:tr>
              <a:tr h="312891">
                <a:tc>
                  <a:txBody>
                    <a:bodyPr/>
                    <a:lstStyle/>
                    <a:p>
                      <a:r>
                        <a:rPr lang="en-US" sz="800" b="1">
                          <a:latin typeface="+mn-lt"/>
                        </a:rPr>
                        <a:t>R06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 b="1">
                          <a:latin typeface="+mn-lt"/>
                        </a:rPr>
                        <a:t>Project timeline at risk because remote meetings with business are less effective than onsite workshops (shorter slots, slower decisions, lower engagement).</a:t>
                      </a:r>
                    </a:p>
                    <a:p>
                      <a:r>
                        <a:rPr lang="en-US" sz="800">
                          <a:latin typeface="+mn-lt"/>
                        </a:rPr>
                        <a:t>Impact: slower requirements elicitation and sign-off.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800">
                          <a:latin typeface="+mn-lt"/>
                        </a:rPr>
                        <a:t>Structured agendas and pre-reads sent in advance; decisions logged in Jira and the decision log; sign-off progress tracked weekly; escalation to project leadership if sign-offs slip.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 b="1">
                          <a:latin typeface="+mn-lt"/>
                        </a:rPr>
                        <a:t>1, 2, 3, 5, 6 (workshop-dependent)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800" b="1">
                          <a:solidFill>
                            <a:schemeClr val="bg1"/>
                          </a:solidFill>
                        </a:rPr>
                        <a:t>A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18719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800">
                          <a:latin typeface="+mn-lt"/>
                        </a:rPr>
                        <a:t>Vadzim N. / MDLZ Biz leads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 dirty="0">
                          <a:latin typeface="+mn-lt"/>
                        </a:rPr>
                        <a:t>Ongoing – weekly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9649570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463272878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9A6E38E-51E9-1B0C-C97A-3A089C99944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Title 1">
            <a:extLst>
              <a:ext uri="{FF2B5EF4-FFF2-40B4-BE49-F238E27FC236}">
                <a16:creationId xmlns:a16="http://schemas.microsoft.com/office/drawing/2014/main" id="{8B7EE8B7-3743-778D-B784-AAA1337CC409}"/>
              </a:ext>
            </a:extLst>
          </p:cNvPr>
          <p:cNvSpPr txBox="1">
            <a:spLocks/>
          </p:cNvSpPr>
          <p:nvPr/>
        </p:nvSpPr>
        <p:spPr>
          <a:xfrm>
            <a:off x="109112" y="0"/>
            <a:ext cx="8433259" cy="344312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85000"/>
              </a:lnSpc>
              <a:spcBef>
                <a:spcPct val="0"/>
              </a:spcBef>
              <a:buNone/>
              <a:defRPr sz="3200" b="0" kern="1200" cap="all" baseline="0">
                <a:solidFill>
                  <a:schemeClr val="accent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l" defTabSz="89486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sz="1950">
                <a:solidFill>
                  <a:srgbClr val="4F2170"/>
                </a:solidFill>
                <a:latin typeface="MDLZ BITE TYPE"/>
              </a:rPr>
              <a:t>CHANGE / DECISION LOG</a:t>
            </a:r>
            <a:endParaRPr kumimoji="0" lang="en-US" sz="1950" b="0" i="0" u="none" strike="noStrike" kern="1200" cap="all" spc="0" normalizeH="0" baseline="0" noProof="0">
              <a:ln>
                <a:noFill/>
              </a:ln>
              <a:solidFill>
                <a:srgbClr val="4F2170"/>
              </a:solidFill>
              <a:effectLst/>
              <a:uLnTx/>
              <a:uFillTx/>
              <a:latin typeface="MDLZ BITE TYPE"/>
              <a:ea typeface="+mj-ea"/>
              <a:cs typeface="+mj-cs"/>
            </a:endParaRPr>
          </a:p>
        </p:txBody>
      </p:sp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694830F9-B4A3-71C8-CF8E-E53ADD26620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30108905"/>
              </p:ext>
            </p:extLst>
          </p:nvPr>
        </p:nvGraphicFramePr>
        <p:xfrm>
          <a:off x="102184" y="482086"/>
          <a:ext cx="12009671" cy="2499360"/>
        </p:xfrm>
        <a:graphic>
          <a:graphicData uri="http://schemas.openxmlformats.org/drawingml/2006/table">
            <a:tbl>
              <a:tblPr firstRow="1" bandRow="1"/>
              <a:tblGrid>
                <a:gridCol w="822960">
                  <a:extLst>
                    <a:ext uri="{9D8B030D-6E8A-4147-A177-3AD203B41FA5}">
                      <a16:colId xmlns:a16="http://schemas.microsoft.com/office/drawing/2014/main" val="509285000"/>
                    </a:ext>
                  </a:extLst>
                </a:gridCol>
                <a:gridCol w="1293800">
                  <a:extLst>
                    <a:ext uri="{9D8B030D-6E8A-4147-A177-3AD203B41FA5}">
                      <a16:colId xmlns:a16="http://schemas.microsoft.com/office/drawing/2014/main" val="928832146"/>
                    </a:ext>
                  </a:extLst>
                </a:gridCol>
                <a:gridCol w="4009720">
                  <a:extLst>
                    <a:ext uri="{9D8B030D-6E8A-4147-A177-3AD203B41FA5}">
                      <a16:colId xmlns:a16="http://schemas.microsoft.com/office/drawing/2014/main" val="2055676576"/>
                    </a:ext>
                  </a:extLst>
                </a:gridCol>
                <a:gridCol w="1920240">
                  <a:extLst>
                    <a:ext uri="{9D8B030D-6E8A-4147-A177-3AD203B41FA5}">
                      <a16:colId xmlns:a16="http://schemas.microsoft.com/office/drawing/2014/main" val="3384383786"/>
                    </a:ext>
                  </a:extLst>
                </a:gridCol>
                <a:gridCol w="1554480">
                  <a:extLst>
                    <a:ext uri="{9D8B030D-6E8A-4147-A177-3AD203B41FA5}">
                      <a16:colId xmlns:a16="http://schemas.microsoft.com/office/drawing/2014/main" val="3612036327"/>
                    </a:ext>
                  </a:extLst>
                </a:gridCol>
                <a:gridCol w="1036871">
                  <a:extLst>
                    <a:ext uri="{9D8B030D-6E8A-4147-A177-3AD203B41FA5}">
                      <a16:colId xmlns:a16="http://schemas.microsoft.com/office/drawing/2014/main" val="3234757597"/>
                    </a:ext>
                  </a:extLst>
                </a:gridCol>
                <a:gridCol w="640080">
                  <a:extLst>
                    <a:ext uri="{9D8B030D-6E8A-4147-A177-3AD203B41FA5}">
                      <a16:colId xmlns:a16="http://schemas.microsoft.com/office/drawing/2014/main" val="3447505409"/>
                    </a:ext>
                  </a:extLst>
                </a:gridCol>
                <a:gridCol w="731520">
                  <a:extLst>
                    <a:ext uri="{9D8B030D-6E8A-4147-A177-3AD203B41FA5}">
                      <a16:colId xmlns:a16="http://schemas.microsoft.com/office/drawing/2014/main" val="4063976994"/>
                    </a:ext>
                  </a:extLst>
                </a:gridCol>
              </a:tblGrid>
              <a:tr h="229454">
                <a:tc>
                  <a:txBody>
                    <a:bodyPr/>
                    <a:lstStyle/>
                    <a:p>
                      <a:r>
                        <a:rPr lang="en-US" sz="800" b="1">
                          <a:solidFill>
                            <a:schemeClr val="bg1"/>
                          </a:solidFill>
                        </a:rPr>
                        <a:t>Change Number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>
                          <a:solidFill>
                            <a:schemeClr val="bg1"/>
                          </a:solidFill>
                        </a:rPr>
                        <a:t>Change Title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/>
                        <a:t>Change Description / Impact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800" b="1">
                          <a:solidFill>
                            <a:schemeClr val="bg1"/>
                          </a:solidFill>
                        </a:rPr>
                        <a:t>Decision made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 b="1">
                          <a:solidFill>
                            <a:schemeClr val="bg1"/>
                          </a:solidFill>
                        </a:rPr>
                        <a:t>Workstreams impacted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800" b="1">
                          <a:solidFill>
                            <a:schemeClr val="bg1"/>
                          </a:solidFill>
                        </a:rPr>
                        <a:t>Owner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/>
                        <a:t>Due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/>
                        <a:t>Status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63150789"/>
                  </a:ext>
                </a:extLst>
              </a:tr>
              <a:tr h="229454">
                <a:tc>
                  <a:txBody>
                    <a:bodyPr/>
                    <a:lstStyle/>
                    <a:p>
                      <a:r>
                        <a:rPr lang="en-US" sz="800" b="1">
                          <a:latin typeface="+mn-lt"/>
                        </a:rPr>
                        <a:t>CHG-01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 b="1">
                          <a:latin typeface="+mn-lt"/>
                        </a:rPr>
                        <a:t>Timeline replan – workshop dates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 dirty="0">
                          <a:latin typeface="+mn-lt"/>
                        </a:rPr>
                        <a:t>Business availability moved onsite workshops from Nov 9th to beginning of December. Impact on requirements sign-off and prototype milestones (see R05).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800" dirty="0">
                          <a:latin typeface="+mn-lt"/>
                        </a:rPr>
                        <a:t>Pending – revised timeline and development plan to be reviewed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 b="1">
                          <a:latin typeface="+mn-lt"/>
                        </a:rPr>
                        <a:t>1, 2, 3, 5, 6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800">
                          <a:latin typeface="+mn-lt"/>
                        </a:rPr>
                        <a:t>Vadzim N.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 dirty="0">
                          <a:latin typeface="+mn-lt"/>
                        </a:rPr>
                        <a:t>Nov 9th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 b="1"/>
                        <a:t>Pending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3642603"/>
                  </a:ext>
                </a:extLst>
              </a:tr>
              <a:tr h="229454">
                <a:tc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endParaRPr dirty="0"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2300796"/>
                  </a:ext>
                </a:extLst>
              </a:tr>
              <a:tr h="229454">
                <a:tc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63418265"/>
                  </a:ext>
                </a:extLst>
              </a:tr>
              <a:tr h="229454">
                <a:tc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9067520"/>
                  </a:ext>
                </a:extLst>
              </a:tr>
              <a:tr h="229454">
                <a:tc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6955591"/>
                  </a:ext>
                </a:extLst>
              </a:tr>
              <a:tr h="312891">
                <a:tc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 dirty="0"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9649570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021565805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8775F68-F242-17A1-B0DA-5D7433E7DC1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Table 178">
            <a:extLst>
              <a:ext uri="{FF2B5EF4-FFF2-40B4-BE49-F238E27FC236}">
                <a16:creationId xmlns:a16="http://schemas.microsoft.com/office/drawing/2014/main" id="{73986947-4D29-F869-97E1-287D96235EB4}"/>
              </a:ext>
            </a:extLst>
          </p:cNvPr>
          <p:cNvGraphicFramePr>
            <a:graphicFrameLocks noGrp="1"/>
          </p:cNvGraphicFramePr>
          <p:nvPr/>
        </p:nvGraphicFramePr>
        <p:xfrm>
          <a:off x="119405" y="596574"/>
          <a:ext cx="11950678" cy="47091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07383">
                  <a:extLst>
                    <a:ext uri="{9D8B030D-6E8A-4147-A177-3AD203B41FA5}">
                      <a16:colId xmlns:a16="http://schemas.microsoft.com/office/drawing/2014/main" val="251127611"/>
                    </a:ext>
                  </a:extLst>
                </a:gridCol>
                <a:gridCol w="907383">
                  <a:extLst>
                    <a:ext uri="{9D8B030D-6E8A-4147-A177-3AD203B41FA5}">
                      <a16:colId xmlns:a16="http://schemas.microsoft.com/office/drawing/2014/main" val="2814804338"/>
                    </a:ext>
                  </a:extLst>
                </a:gridCol>
                <a:gridCol w="907383">
                  <a:extLst>
                    <a:ext uri="{9D8B030D-6E8A-4147-A177-3AD203B41FA5}">
                      <a16:colId xmlns:a16="http://schemas.microsoft.com/office/drawing/2014/main" val="3177466681"/>
                    </a:ext>
                  </a:extLst>
                </a:gridCol>
                <a:gridCol w="907383">
                  <a:extLst>
                    <a:ext uri="{9D8B030D-6E8A-4147-A177-3AD203B41FA5}">
                      <a16:colId xmlns:a16="http://schemas.microsoft.com/office/drawing/2014/main" val="21093418"/>
                    </a:ext>
                  </a:extLst>
                </a:gridCol>
                <a:gridCol w="907383">
                  <a:extLst>
                    <a:ext uri="{9D8B030D-6E8A-4147-A177-3AD203B41FA5}">
                      <a16:colId xmlns:a16="http://schemas.microsoft.com/office/drawing/2014/main" val="2288495061"/>
                    </a:ext>
                  </a:extLst>
                </a:gridCol>
                <a:gridCol w="907383">
                  <a:extLst>
                    <a:ext uri="{9D8B030D-6E8A-4147-A177-3AD203B41FA5}">
                      <a16:colId xmlns:a16="http://schemas.microsoft.com/office/drawing/2014/main" val="3415007825"/>
                    </a:ext>
                  </a:extLst>
                </a:gridCol>
                <a:gridCol w="907383">
                  <a:extLst>
                    <a:ext uri="{9D8B030D-6E8A-4147-A177-3AD203B41FA5}">
                      <a16:colId xmlns:a16="http://schemas.microsoft.com/office/drawing/2014/main" val="3447797983"/>
                    </a:ext>
                  </a:extLst>
                </a:gridCol>
                <a:gridCol w="907383">
                  <a:extLst>
                    <a:ext uri="{9D8B030D-6E8A-4147-A177-3AD203B41FA5}">
                      <a16:colId xmlns:a16="http://schemas.microsoft.com/office/drawing/2014/main" val="2453017017"/>
                    </a:ext>
                  </a:extLst>
                </a:gridCol>
                <a:gridCol w="907383">
                  <a:extLst>
                    <a:ext uri="{9D8B030D-6E8A-4147-A177-3AD203B41FA5}">
                      <a16:colId xmlns:a16="http://schemas.microsoft.com/office/drawing/2014/main" val="1900126916"/>
                    </a:ext>
                  </a:extLst>
                </a:gridCol>
                <a:gridCol w="907383">
                  <a:extLst>
                    <a:ext uri="{9D8B030D-6E8A-4147-A177-3AD203B41FA5}">
                      <a16:colId xmlns:a16="http://schemas.microsoft.com/office/drawing/2014/main" val="28447813"/>
                    </a:ext>
                  </a:extLst>
                </a:gridCol>
                <a:gridCol w="907383">
                  <a:extLst>
                    <a:ext uri="{9D8B030D-6E8A-4147-A177-3AD203B41FA5}">
                      <a16:colId xmlns:a16="http://schemas.microsoft.com/office/drawing/2014/main" val="698180120"/>
                    </a:ext>
                  </a:extLst>
                </a:gridCol>
                <a:gridCol w="907383">
                  <a:extLst>
                    <a:ext uri="{9D8B030D-6E8A-4147-A177-3AD203B41FA5}">
                      <a16:colId xmlns:a16="http://schemas.microsoft.com/office/drawing/2014/main" val="1452867323"/>
                    </a:ext>
                  </a:extLst>
                </a:gridCol>
                <a:gridCol w="531041">
                  <a:extLst>
                    <a:ext uri="{9D8B030D-6E8A-4147-A177-3AD203B41FA5}">
                      <a16:colId xmlns:a16="http://schemas.microsoft.com/office/drawing/2014/main" val="833641694"/>
                    </a:ext>
                  </a:extLst>
                </a:gridCol>
                <a:gridCol w="531041">
                  <a:extLst>
                    <a:ext uri="{9D8B030D-6E8A-4147-A177-3AD203B41FA5}">
                      <a16:colId xmlns:a16="http://schemas.microsoft.com/office/drawing/2014/main" val="1538850044"/>
                    </a:ext>
                  </a:extLst>
                </a:gridCol>
              </a:tblGrid>
              <a:tr h="157076"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 Nov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Dec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Jan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Feb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Mar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Apr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May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Jun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Jul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Aug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Sept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Oct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Nov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Dec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467775164"/>
                  </a:ext>
                </a:extLst>
              </a:tr>
              <a:tr h="2698013"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74055313"/>
                  </a:ext>
                </a:extLst>
              </a:tr>
            </a:tbl>
          </a:graphicData>
        </a:graphic>
      </p:graphicFrame>
      <p:sp>
        <p:nvSpPr>
          <p:cNvPr id="52" name="Title 3">
            <a:extLst>
              <a:ext uri="{FF2B5EF4-FFF2-40B4-BE49-F238E27FC236}">
                <a16:creationId xmlns:a16="http://schemas.microsoft.com/office/drawing/2014/main" id="{45635BD0-C03C-E5BA-21A9-943A4ACD251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52400" y="77219"/>
            <a:ext cx="11917679" cy="485775"/>
          </a:xfrm>
        </p:spPr>
        <p:txBody>
          <a:bodyPr anchor="ctr"/>
          <a:lstStyle/>
          <a:p>
            <a:r>
              <a:rPr lang="en-US" sz="2400">
                <a:solidFill>
                  <a:srgbClr val="012F74"/>
                </a:solidFill>
              </a:rPr>
              <a:t>Executive timeline (Plan in a Page)</a:t>
            </a:r>
          </a:p>
        </p:txBody>
      </p:sp>
      <p:sp>
        <p:nvSpPr>
          <p:cNvPr id="110" name="Rectangle: Rounded Corners 109">
            <a:extLst>
              <a:ext uri="{FF2B5EF4-FFF2-40B4-BE49-F238E27FC236}">
                <a16:creationId xmlns:a16="http://schemas.microsoft.com/office/drawing/2014/main" id="{13CA714E-D209-2476-2DC6-962EE2B9F623}"/>
              </a:ext>
            </a:extLst>
          </p:cNvPr>
          <p:cNvSpPr/>
          <p:nvPr/>
        </p:nvSpPr>
        <p:spPr>
          <a:xfrm>
            <a:off x="7425142" y="1553769"/>
            <a:ext cx="904811" cy="3610695"/>
          </a:xfrm>
          <a:prstGeom prst="roundRect">
            <a:avLst>
              <a:gd name="adj" fmla="val 12516"/>
            </a:avLst>
          </a:prstGeom>
          <a:solidFill>
            <a:schemeClr val="accent3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Integration Testing</a:t>
            </a:r>
          </a:p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(~75 per BU / Function)</a:t>
            </a:r>
          </a:p>
        </p:txBody>
      </p:sp>
      <p:sp>
        <p:nvSpPr>
          <p:cNvPr id="98" name="Rectangle: Rounded Corners 97">
            <a:extLst>
              <a:ext uri="{FF2B5EF4-FFF2-40B4-BE49-F238E27FC236}">
                <a16:creationId xmlns:a16="http://schemas.microsoft.com/office/drawing/2014/main" id="{B5A0F5B2-64B3-7E51-0EDD-364829E52AB6}"/>
              </a:ext>
            </a:extLst>
          </p:cNvPr>
          <p:cNvSpPr/>
          <p:nvPr/>
        </p:nvSpPr>
        <p:spPr>
          <a:xfrm>
            <a:off x="119405" y="4789183"/>
            <a:ext cx="1358875" cy="379288"/>
          </a:xfrm>
          <a:prstGeom prst="round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Biz Impact</a:t>
            </a:r>
          </a:p>
        </p:txBody>
      </p:sp>
      <p:sp>
        <p:nvSpPr>
          <p:cNvPr id="100" name="Rectangle: Rounded Corners 99">
            <a:extLst>
              <a:ext uri="{FF2B5EF4-FFF2-40B4-BE49-F238E27FC236}">
                <a16:creationId xmlns:a16="http://schemas.microsoft.com/office/drawing/2014/main" id="{3BDB5C33-0ECF-6FD3-DB5F-0BA0C786E686}"/>
              </a:ext>
            </a:extLst>
          </p:cNvPr>
          <p:cNvSpPr/>
          <p:nvPr/>
        </p:nvSpPr>
        <p:spPr>
          <a:xfrm>
            <a:off x="1533702" y="4789183"/>
            <a:ext cx="1294258" cy="379288"/>
          </a:xfrm>
          <a:prstGeom prst="round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Training design &amp; Build</a:t>
            </a:r>
          </a:p>
        </p:txBody>
      </p:sp>
      <p:sp>
        <p:nvSpPr>
          <p:cNvPr id="102" name="Rectangle: Rounded Corners 101">
            <a:extLst>
              <a:ext uri="{FF2B5EF4-FFF2-40B4-BE49-F238E27FC236}">
                <a16:creationId xmlns:a16="http://schemas.microsoft.com/office/drawing/2014/main" id="{053550F1-B464-7BDB-CBB6-ADEC69E888FA}"/>
              </a:ext>
            </a:extLst>
          </p:cNvPr>
          <p:cNvSpPr/>
          <p:nvPr/>
        </p:nvSpPr>
        <p:spPr>
          <a:xfrm>
            <a:off x="2893151" y="4789183"/>
            <a:ext cx="879386" cy="379288"/>
          </a:xfrm>
          <a:prstGeom prst="round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Training</a:t>
            </a:r>
          </a:p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Sign-off</a:t>
            </a:r>
          </a:p>
        </p:txBody>
      </p:sp>
      <p:sp>
        <p:nvSpPr>
          <p:cNvPr id="104" name="Rectangle: Rounded Corners 103">
            <a:extLst>
              <a:ext uri="{FF2B5EF4-FFF2-40B4-BE49-F238E27FC236}">
                <a16:creationId xmlns:a16="http://schemas.microsoft.com/office/drawing/2014/main" id="{E4FA3DCF-E145-64FB-2BB6-50113BEF3D63}"/>
              </a:ext>
            </a:extLst>
          </p:cNvPr>
          <p:cNvSpPr/>
          <p:nvPr/>
        </p:nvSpPr>
        <p:spPr>
          <a:xfrm>
            <a:off x="3809899" y="4789183"/>
            <a:ext cx="807802" cy="379288"/>
          </a:xfrm>
          <a:prstGeom prst="round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Train-Trainers</a:t>
            </a:r>
          </a:p>
        </p:txBody>
      </p:sp>
      <p:sp>
        <p:nvSpPr>
          <p:cNvPr id="112" name="Rectangle: Rounded Corners 111">
            <a:extLst>
              <a:ext uri="{FF2B5EF4-FFF2-40B4-BE49-F238E27FC236}">
                <a16:creationId xmlns:a16="http://schemas.microsoft.com/office/drawing/2014/main" id="{8819ED8E-033E-A2E4-6881-6F73B2FD994C}"/>
              </a:ext>
            </a:extLst>
          </p:cNvPr>
          <p:cNvSpPr/>
          <p:nvPr/>
        </p:nvSpPr>
        <p:spPr>
          <a:xfrm>
            <a:off x="8367314" y="1553769"/>
            <a:ext cx="851587" cy="3610695"/>
          </a:xfrm>
          <a:prstGeom prst="roundRect">
            <a:avLst>
              <a:gd name="adj" fmla="val 12516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UAT</a:t>
            </a:r>
          </a:p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(~200 per BU / Function)</a:t>
            </a:r>
          </a:p>
        </p:txBody>
      </p:sp>
      <p:sp>
        <p:nvSpPr>
          <p:cNvPr id="114" name="Rectangle: Rounded Corners 113">
            <a:extLst>
              <a:ext uri="{FF2B5EF4-FFF2-40B4-BE49-F238E27FC236}">
                <a16:creationId xmlns:a16="http://schemas.microsoft.com/office/drawing/2014/main" id="{E683F832-8F3D-1FA9-CD6A-FE9D365ADE8D}"/>
              </a:ext>
            </a:extLst>
          </p:cNvPr>
          <p:cNvSpPr/>
          <p:nvPr/>
        </p:nvSpPr>
        <p:spPr>
          <a:xfrm>
            <a:off x="10459051" y="1553769"/>
            <a:ext cx="496647" cy="3610695"/>
          </a:xfrm>
          <a:prstGeom prst="roundRect">
            <a:avLst>
              <a:gd name="adj" fmla="val 12516"/>
            </a:avLst>
          </a:prstGeom>
          <a:solidFill>
            <a:srgbClr val="B7FFFF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Go</a:t>
            </a:r>
          </a:p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Live</a:t>
            </a:r>
          </a:p>
        </p:txBody>
      </p:sp>
      <p:sp>
        <p:nvSpPr>
          <p:cNvPr id="116" name="Rectangle: Rounded Corners 115">
            <a:extLst>
              <a:ext uri="{FF2B5EF4-FFF2-40B4-BE49-F238E27FC236}">
                <a16:creationId xmlns:a16="http://schemas.microsoft.com/office/drawing/2014/main" id="{C94D1EBA-2FFA-86FD-B3FA-617BCCA8B677}"/>
              </a:ext>
            </a:extLst>
          </p:cNvPr>
          <p:cNvSpPr/>
          <p:nvPr/>
        </p:nvSpPr>
        <p:spPr>
          <a:xfrm>
            <a:off x="11011120" y="1553769"/>
            <a:ext cx="1058959" cy="3610695"/>
          </a:xfrm>
          <a:prstGeom prst="roundRect">
            <a:avLst>
              <a:gd name="adj" fmla="val 7950"/>
            </a:avLst>
          </a:prstGeom>
          <a:solidFill>
            <a:srgbClr val="ABC5DD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HYPERCARE</a:t>
            </a:r>
          </a:p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ADOPTION</a:t>
            </a:r>
          </a:p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SUSTAIN</a:t>
            </a:r>
          </a:p>
        </p:txBody>
      </p:sp>
      <p:sp>
        <p:nvSpPr>
          <p:cNvPr id="9" name="Rectangle: Rounded Corners 8">
            <a:extLst>
              <a:ext uri="{FF2B5EF4-FFF2-40B4-BE49-F238E27FC236}">
                <a16:creationId xmlns:a16="http://schemas.microsoft.com/office/drawing/2014/main" id="{058898DE-17E1-9370-6CC6-00E0965DC801}"/>
              </a:ext>
            </a:extLst>
          </p:cNvPr>
          <p:cNvSpPr/>
          <p:nvPr/>
        </p:nvSpPr>
        <p:spPr>
          <a:xfrm>
            <a:off x="121821" y="1553770"/>
            <a:ext cx="2692767" cy="274320"/>
          </a:xfrm>
          <a:prstGeom prst="roundRect">
            <a:avLst>
              <a:gd name="adj" fmla="val 9962"/>
            </a:avLst>
          </a:prstGeom>
          <a:solidFill>
            <a:schemeClr val="accent6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1. OTC / EPOS / Master Data</a:t>
            </a:r>
          </a:p>
        </p:txBody>
      </p:sp>
      <p:sp>
        <p:nvSpPr>
          <p:cNvPr id="19" name="Rectangle: Rounded Corners 18">
            <a:extLst>
              <a:ext uri="{FF2B5EF4-FFF2-40B4-BE49-F238E27FC236}">
                <a16:creationId xmlns:a16="http://schemas.microsoft.com/office/drawing/2014/main" id="{6A9604F8-780C-EF00-B333-C5AA0995A10B}"/>
              </a:ext>
            </a:extLst>
          </p:cNvPr>
          <p:cNvSpPr/>
          <p:nvPr/>
        </p:nvSpPr>
        <p:spPr>
          <a:xfrm>
            <a:off x="9258363" y="1553769"/>
            <a:ext cx="1143716" cy="3610695"/>
          </a:xfrm>
          <a:prstGeom prst="roundRect">
            <a:avLst>
              <a:gd name="adj" fmla="val 12516"/>
            </a:avLst>
          </a:prstGeom>
          <a:solidFill>
            <a:srgbClr val="E1FFFF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Production Readiness</a:t>
            </a:r>
          </a:p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Full Setup</a:t>
            </a:r>
          </a:p>
        </p:txBody>
      </p:sp>
      <p:sp>
        <p:nvSpPr>
          <p:cNvPr id="22" name="Rectangle: Rounded Corners 21">
            <a:extLst>
              <a:ext uri="{FF2B5EF4-FFF2-40B4-BE49-F238E27FC236}">
                <a16:creationId xmlns:a16="http://schemas.microsoft.com/office/drawing/2014/main" id="{B1072F94-EF0D-CD3E-A371-22A2C16D18EE}"/>
              </a:ext>
            </a:extLst>
          </p:cNvPr>
          <p:cNvSpPr/>
          <p:nvPr/>
        </p:nvSpPr>
        <p:spPr>
          <a:xfrm>
            <a:off x="4677513" y="2319607"/>
            <a:ext cx="2677638" cy="2844857"/>
          </a:xfrm>
          <a:prstGeom prst="roundRect">
            <a:avLst>
              <a:gd name="adj" fmla="val 2100"/>
            </a:avLst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Interactive final build and improvements , defects fixes, monitoring, quality improvements, changes, cost monitoring, jobs scheduling, data governance, refresh validation, consumption layers, KPIs logics fine tuning, scalability / reusability confirmation, Global rollout playbook</a:t>
            </a:r>
          </a:p>
        </p:txBody>
      </p:sp>
      <p:sp>
        <p:nvSpPr>
          <p:cNvPr id="18" name="Rectangle: Rounded Corners 17">
            <a:extLst>
              <a:ext uri="{FF2B5EF4-FFF2-40B4-BE49-F238E27FC236}">
                <a16:creationId xmlns:a16="http://schemas.microsoft.com/office/drawing/2014/main" id="{D0C582E6-0625-2143-0767-9C88892BE615}"/>
              </a:ext>
            </a:extLst>
          </p:cNvPr>
          <p:cNvSpPr/>
          <p:nvPr/>
        </p:nvSpPr>
        <p:spPr>
          <a:xfrm>
            <a:off x="121821" y="1910463"/>
            <a:ext cx="3584547" cy="274320"/>
          </a:xfrm>
          <a:prstGeom prst="roundRect">
            <a:avLst>
              <a:gd name="adj" fmla="val 9962"/>
            </a:avLst>
          </a:prstGeom>
          <a:solidFill>
            <a:schemeClr val="accent6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2. MDLZ INVENTORY &amp; SHIPMENT</a:t>
            </a:r>
          </a:p>
        </p:txBody>
      </p:sp>
      <p:sp>
        <p:nvSpPr>
          <p:cNvPr id="21" name="Rectangle: Rounded Corners 20">
            <a:extLst>
              <a:ext uri="{FF2B5EF4-FFF2-40B4-BE49-F238E27FC236}">
                <a16:creationId xmlns:a16="http://schemas.microsoft.com/office/drawing/2014/main" id="{E846FC0E-D988-9290-B1CC-7F459670DF42}"/>
              </a:ext>
            </a:extLst>
          </p:cNvPr>
          <p:cNvSpPr/>
          <p:nvPr/>
        </p:nvSpPr>
        <p:spPr>
          <a:xfrm>
            <a:off x="119405" y="2255287"/>
            <a:ext cx="3584547" cy="274320"/>
          </a:xfrm>
          <a:prstGeom prst="roundRect">
            <a:avLst>
              <a:gd name="adj" fmla="val 9962"/>
            </a:avLst>
          </a:prstGeom>
          <a:solidFill>
            <a:schemeClr val="accent6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3. MARKET MEASUREMENT AND PROMOTIONS</a:t>
            </a:r>
          </a:p>
        </p:txBody>
      </p:sp>
      <p:sp>
        <p:nvSpPr>
          <p:cNvPr id="24" name="Rectangle: Rounded Corners 23">
            <a:extLst>
              <a:ext uri="{FF2B5EF4-FFF2-40B4-BE49-F238E27FC236}">
                <a16:creationId xmlns:a16="http://schemas.microsoft.com/office/drawing/2014/main" id="{4261233F-A684-2E7F-4DA0-CF52F1CEFE57}"/>
              </a:ext>
            </a:extLst>
          </p:cNvPr>
          <p:cNvSpPr/>
          <p:nvPr/>
        </p:nvSpPr>
        <p:spPr>
          <a:xfrm>
            <a:off x="119405" y="2620773"/>
            <a:ext cx="3584547" cy="274320"/>
          </a:xfrm>
          <a:prstGeom prst="roundRect">
            <a:avLst>
              <a:gd name="adj" fmla="val 9962"/>
            </a:avLst>
          </a:prstGeom>
          <a:solidFill>
            <a:schemeClr val="accent6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4. MEXICO DSD</a:t>
            </a:r>
          </a:p>
        </p:txBody>
      </p:sp>
      <p:sp>
        <p:nvSpPr>
          <p:cNvPr id="26" name="Rectangle: Rounded Corners 25">
            <a:extLst>
              <a:ext uri="{FF2B5EF4-FFF2-40B4-BE49-F238E27FC236}">
                <a16:creationId xmlns:a16="http://schemas.microsoft.com/office/drawing/2014/main" id="{6D0CBE0B-EB57-8299-B24A-61DFDC60D23C}"/>
              </a:ext>
            </a:extLst>
          </p:cNvPr>
          <p:cNvSpPr/>
          <p:nvPr/>
        </p:nvSpPr>
        <p:spPr>
          <a:xfrm>
            <a:off x="2893151" y="1553770"/>
            <a:ext cx="810801" cy="274320"/>
          </a:xfrm>
          <a:prstGeom prst="roundRect">
            <a:avLst>
              <a:gd name="adj" fmla="val 9962"/>
            </a:avLst>
          </a:prstGeom>
          <a:solidFill>
            <a:schemeClr val="accent6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PROTOP. TESTING</a:t>
            </a:r>
          </a:p>
        </p:txBody>
      </p:sp>
      <p:sp>
        <p:nvSpPr>
          <p:cNvPr id="28" name="Rectangle: Rounded Corners 27">
            <a:extLst>
              <a:ext uri="{FF2B5EF4-FFF2-40B4-BE49-F238E27FC236}">
                <a16:creationId xmlns:a16="http://schemas.microsoft.com/office/drawing/2014/main" id="{F9586DFD-0294-2B2B-9AEA-BB5E5B095BA8}"/>
              </a:ext>
            </a:extLst>
          </p:cNvPr>
          <p:cNvSpPr/>
          <p:nvPr/>
        </p:nvSpPr>
        <p:spPr>
          <a:xfrm>
            <a:off x="121821" y="2977784"/>
            <a:ext cx="3584547" cy="274320"/>
          </a:xfrm>
          <a:prstGeom prst="roundRect">
            <a:avLst>
              <a:gd name="adj" fmla="val 9962"/>
            </a:avLst>
          </a:prstGeom>
          <a:solidFill>
            <a:schemeClr val="accent6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5. BRAZIL PVC / VR / EASTER</a:t>
            </a:r>
          </a:p>
        </p:txBody>
      </p:sp>
      <p:sp>
        <p:nvSpPr>
          <p:cNvPr id="30" name="Rectangle: Rounded Corners 29">
            <a:extLst>
              <a:ext uri="{FF2B5EF4-FFF2-40B4-BE49-F238E27FC236}">
                <a16:creationId xmlns:a16="http://schemas.microsoft.com/office/drawing/2014/main" id="{88DD0648-9F9F-8ACC-2419-3957F4FF1556}"/>
              </a:ext>
            </a:extLst>
          </p:cNvPr>
          <p:cNvSpPr/>
          <p:nvPr/>
        </p:nvSpPr>
        <p:spPr>
          <a:xfrm>
            <a:off x="119405" y="3348983"/>
            <a:ext cx="3584547" cy="274320"/>
          </a:xfrm>
          <a:prstGeom prst="roundRect">
            <a:avLst>
              <a:gd name="adj" fmla="val 9962"/>
            </a:avLst>
          </a:prstGeom>
          <a:solidFill>
            <a:schemeClr val="accent6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6. STORE OPERATIONS (PERFECT &amp; RIGHT STORE)</a:t>
            </a:r>
          </a:p>
        </p:txBody>
      </p:sp>
      <p:sp>
        <p:nvSpPr>
          <p:cNvPr id="32" name="Rectangle: Rounded Corners 31">
            <a:extLst>
              <a:ext uri="{FF2B5EF4-FFF2-40B4-BE49-F238E27FC236}">
                <a16:creationId xmlns:a16="http://schemas.microsoft.com/office/drawing/2014/main" id="{CFFECD53-F126-1F95-5DE6-F7FBA49EB1D7}"/>
              </a:ext>
            </a:extLst>
          </p:cNvPr>
          <p:cNvSpPr/>
          <p:nvPr/>
        </p:nvSpPr>
        <p:spPr>
          <a:xfrm>
            <a:off x="119405" y="3696879"/>
            <a:ext cx="3584547" cy="274320"/>
          </a:xfrm>
          <a:prstGeom prst="roundRect">
            <a:avLst>
              <a:gd name="adj" fmla="val 9962"/>
            </a:avLst>
          </a:prstGeom>
          <a:solidFill>
            <a:schemeClr val="accent6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7. SNACKSYNC</a:t>
            </a:r>
          </a:p>
        </p:txBody>
      </p:sp>
      <p:sp>
        <p:nvSpPr>
          <p:cNvPr id="36" name="Rectangle: Rounded Corners 35">
            <a:extLst>
              <a:ext uri="{FF2B5EF4-FFF2-40B4-BE49-F238E27FC236}">
                <a16:creationId xmlns:a16="http://schemas.microsoft.com/office/drawing/2014/main" id="{13661963-79A9-8C93-185D-94A3B43747C5}"/>
              </a:ext>
            </a:extLst>
          </p:cNvPr>
          <p:cNvSpPr/>
          <p:nvPr/>
        </p:nvSpPr>
        <p:spPr>
          <a:xfrm>
            <a:off x="3806899" y="1553769"/>
            <a:ext cx="810801" cy="3171531"/>
          </a:xfrm>
          <a:prstGeom prst="roundRect">
            <a:avLst>
              <a:gd name="adj" fmla="val 4699"/>
            </a:avLst>
          </a:prstGeom>
          <a:solidFill>
            <a:schemeClr val="accent2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FULL CODE MIGRATION</a:t>
            </a:r>
          </a:p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TO DATABRICKS </a:t>
            </a:r>
          </a:p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AWS</a:t>
            </a:r>
          </a:p>
        </p:txBody>
      </p:sp>
      <p:sp>
        <p:nvSpPr>
          <p:cNvPr id="38" name="Rectangle: Rounded Corners 37">
            <a:extLst>
              <a:ext uri="{FF2B5EF4-FFF2-40B4-BE49-F238E27FC236}">
                <a16:creationId xmlns:a16="http://schemas.microsoft.com/office/drawing/2014/main" id="{D9A18D82-ABA4-0987-EF66-8A281365977D}"/>
              </a:ext>
            </a:extLst>
          </p:cNvPr>
          <p:cNvSpPr/>
          <p:nvPr/>
        </p:nvSpPr>
        <p:spPr>
          <a:xfrm>
            <a:off x="4677513" y="1553769"/>
            <a:ext cx="874512" cy="686194"/>
          </a:xfrm>
          <a:prstGeom prst="roundRect">
            <a:avLst>
              <a:gd name="adj" fmla="val 7048"/>
            </a:avLst>
          </a:prstGeom>
          <a:solidFill>
            <a:schemeClr val="accent1">
              <a:lumMod val="75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PROJECT </a:t>
            </a:r>
          </a:p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UNIT TESTING</a:t>
            </a:r>
          </a:p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DBX-AWS DEV</a:t>
            </a:r>
          </a:p>
        </p:txBody>
      </p:sp>
      <p:sp>
        <p:nvSpPr>
          <p:cNvPr id="40" name="Rectangle: Rounded Corners 39">
            <a:extLst>
              <a:ext uri="{FF2B5EF4-FFF2-40B4-BE49-F238E27FC236}">
                <a16:creationId xmlns:a16="http://schemas.microsoft.com/office/drawing/2014/main" id="{5CCC21A7-18DE-3C37-5851-27FEEE1B912D}"/>
              </a:ext>
            </a:extLst>
          </p:cNvPr>
          <p:cNvSpPr/>
          <p:nvPr/>
        </p:nvSpPr>
        <p:spPr>
          <a:xfrm>
            <a:off x="5610010" y="1553769"/>
            <a:ext cx="1755417" cy="666778"/>
          </a:xfrm>
          <a:prstGeom prst="roundRect">
            <a:avLst>
              <a:gd name="adj" fmla="val 6210"/>
            </a:avLst>
          </a:prstGeom>
          <a:solidFill>
            <a:schemeClr val="accent1">
              <a:lumMod val="75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KEY USER TESTING IN </a:t>
            </a:r>
          </a:p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DBX-AWS DEV </a:t>
            </a:r>
          </a:p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(~20 PER BU/FUNCTION)</a:t>
            </a:r>
          </a:p>
        </p:txBody>
      </p:sp>
      <p:grpSp>
        <p:nvGrpSpPr>
          <p:cNvPr id="41" name="Group 40">
            <a:extLst>
              <a:ext uri="{FF2B5EF4-FFF2-40B4-BE49-F238E27FC236}">
                <a16:creationId xmlns:a16="http://schemas.microsoft.com/office/drawing/2014/main" id="{1782F4E4-E4BD-E229-EE6D-95E510F675BB}"/>
              </a:ext>
            </a:extLst>
          </p:cNvPr>
          <p:cNvGrpSpPr/>
          <p:nvPr/>
        </p:nvGrpSpPr>
        <p:grpSpPr>
          <a:xfrm>
            <a:off x="15934" y="600255"/>
            <a:ext cx="855980" cy="5187088"/>
            <a:chOff x="5673459" y="1175657"/>
            <a:chExt cx="855980" cy="5765745"/>
          </a:xfrm>
        </p:grpSpPr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98B414D6-FE98-9C17-4187-8984474307B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28355" y="1175657"/>
              <a:ext cx="0" cy="5679161"/>
            </a:xfrm>
            <a:prstGeom prst="line">
              <a:avLst/>
            </a:prstGeom>
            <a:ln w="38100">
              <a:solidFill>
                <a:schemeClr val="accent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Freeform 40">
              <a:extLst>
                <a:ext uri="{FF2B5EF4-FFF2-40B4-BE49-F238E27FC236}">
                  <a16:creationId xmlns:a16="http://schemas.microsoft.com/office/drawing/2014/main" id="{1E3A040A-3E1B-A63E-1E1A-44E7B16F63DF}"/>
                </a:ext>
              </a:extLst>
            </p:cNvPr>
            <p:cNvSpPr/>
            <p:nvPr/>
          </p:nvSpPr>
          <p:spPr>
            <a:xfrm flipH="1">
              <a:off x="5673459" y="6576577"/>
              <a:ext cx="855980" cy="364825"/>
            </a:xfrm>
            <a:custGeom>
              <a:avLst/>
              <a:gdLst>
                <a:gd name="connsiteX0" fmla="*/ 527292 w 1157638"/>
                <a:gd name="connsiteY0" fmla="*/ 0 h 968119"/>
                <a:gd name="connsiteX1" fmla="*/ 165096 w 1157638"/>
                <a:gd name="connsiteY1" fmla="*/ 185396 h 968119"/>
                <a:gd name="connsiteX2" fmla="*/ 170507 w 1157638"/>
                <a:gd name="connsiteY2" fmla="*/ 777654 h 968119"/>
                <a:gd name="connsiteX3" fmla="*/ 974625 w 1157638"/>
                <a:gd name="connsiteY3" fmla="*/ 861696 h 968119"/>
                <a:gd name="connsiteX4" fmla="*/ 1031264 w 1157638"/>
                <a:gd name="connsiteY4" fmla="*/ 145359 h 968119"/>
                <a:gd name="connsiteX5" fmla="*/ 527292 w 1157638"/>
                <a:gd name="connsiteY5" fmla="*/ 0 h 968119"/>
                <a:gd name="connsiteX6" fmla="*/ 527292 w 1157638"/>
                <a:gd name="connsiteY6" fmla="*/ 0 h 968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57638" h="968119">
                  <a:moveTo>
                    <a:pt x="527292" y="0"/>
                  </a:moveTo>
                  <a:cubicBezTo>
                    <a:pt x="404997" y="0"/>
                    <a:pt x="279815" y="45447"/>
                    <a:pt x="165096" y="185396"/>
                  </a:cubicBezTo>
                  <a:cubicBezTo>
                    <a:pt x="-127836" y="542482"/>
                    <a:pt x="30535" y="677742"/>
                    <a:pt x="170507" y="777654"/>
                  </a:cubicBezTo>
                  <a:cubicBezTo>
                    <a:pt x="310479" y="877566"/>
                    <a:pt x="787034" y="1100114"/>
                    <a:pt x="974625" y="861696"/>
                  </a:cubicBezTo>
                  <a:cubicBezTo>
                    <a:pt x="1162217" y="623278"/>
                    <a:pt x="1244468" y="204152"/>
                    <a:pt x="1031264" y="145359"/>
                  </a:cubicBezTo>
                  <a:cubicBezTo>
                    <a:pt x="901753" y="109651"/>
                    <a:pt x="717769" y="0"/>
                    <a:pt x="527292" y="0"/>
                  </a:cubicBezTo>
                  <a:lnTo>
                    <a:pt x="527292" y="0"/>
                  </a:lnTo>
                </a:path>
              </a:pathLst>
            </a:custGeom>
            <a:solidFill>
              <a:schemeClr val="accent1"/>
            </a:solidFill>
            <a:ln w="3606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WE ARE HERE!</a:t>
              </a:r>
            </a:p>
          </p:txBody>
        </p:sp>
      </p:grpSp>
      <p:sp>
        <p:nvSpPr>
          <p:cNvPr id="45" name="Rectangle: Rounded Corners 44">
            <a:extLst>
              <a:ext uri="{FF2B5EF4-FFF2-40B4-BE49-F238E27FC236}">
                <a16:creationId xmlns:a16="http://schemas.microsoft.com/office/drawing/2014/main" id="{E9A39DC5-7DAD-15DC-CB49-F886F6672D3A}"/>
              </a:ext>
            </a:extLst>
          </p:cNvPr>
          <p:cNvSpPr/>
          <p:nvPr/>
        </p:nvSpPr>
        <p:spPr>
          <a:xfrm>
            <a:off x="70830" y="876300"/>
            <a:ext cx="3633121" cy="552500"/>
          </a:xfrm>
          <a:prstGeom prst="roundRect">
            <a:avLst>
              <a:gd name="adj" fmla="val 9962"/>
            </a:avLst>
          </a:prstGeom>
          <a:solidFill>
            <a:schemeClr val="accent6">
              <a:lumMod val="75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Phase 01 – Blueprint &amp; Build into Databricks-GCP Dev</a:t>
            </a:r>
          </a:p>
        </p:txBody>
      </p:sp>
      <p:sp>
        <p:nvSpPr>
          <p:cNvPr id="47" name="Rectangle: Rounded Corners 46">
            <a:extLst>
              <a:ext uri="{FF2B5EF4-FFF2-40B4-BE49-F238E27FC236}">
                <a16:creationId xmlns:a16="http://schemas.microsoft.com/office/drawing/2014/main" id="{2C5C9631-DE89-5D6B-A992-570361E28DD6}"/>
              </a:ext>
            </a:extLst>
          </p:cNvPr>
          <p:cNvSpPr/>
          <p:nvPr/>
        </p:nvSpPr>
        <p:spPr>
          <a:xfrm>
            <a:off x="3772537" y="876300"/>
            <a:ext cx="845163" cy="552500"/>
          </a:xfrm>
          <a:prstGeom prst="roundRect">
            <a:avLst>
              <a:gd name="adj" fmla="val 9962"/>
            </a:avLst>
          </a:prstGeom>
          <a:gradFill flip="none" rotWithShape="1">
            <a:gsLst>
              <a:gs pos="0">
                <a:srgbClr val="22537F"/>
              </a:gs>
              <a:gs pos="51000">
                <a:srgbClr val="22537F"/>
              </a:gs>
              <a:gs pos="57000">
                <a:schemeClr val="accent3">
                  <a:lumMod val="50000"/>
                </a:schemeClr>
              </a:gs>
              <a:gs pos="100000">
                <a:schemeClr val="accent3">
                  <a:lumMod val="50000"/>
                </a:schemeClr>
              </a:gs>
            </a:gsLst>
            <a:lin ang="0" scaled="1"/>
            <a:tileRect/>
          </a:gra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Phase 02 </a:t>
            </a:r>
          </a:p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Migration</a:t>
            </a:r>
          </a:p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DBX– AWS</a:t>
            </a:r>
          </a:p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Dev</a:t>
            </a:r>
          </a:p>
        </p:txBody>
      </p:sp>
      <p:sp>
        <p:nvSpPr>
          <p:cNvPr id="51" name="Rectangle: Rounded Corners 50">
            <a:extLst>
              <a:ext uri="{FF2B5EF4-FFF2-40B4-BE49-F238E27FC236}">
                <a16:creationId xmlns:a16="http://schemas.microsoft.com/office/drawing/2014/main" id="{4E760496-6351-9E3A-08D7-14BC9394A88E}"/>
              </a:ext>
            </a:extLst>
          </p:cNvPr>
          <p:cNvSpPr/>
          <p:nvPr/>
        </p:nvSpPr>
        <p:spPr>
          <a:xfrm>
            <a:off x="4655061" y="876300"/>
            <a:ext cx="2677638" cy="552500"/>
          </a:xfrm>
          <a:prstGeom prst="roundRect">
            <a:avLst>
              <a:gd name="adj" fmla="val 9962"/>
            </a:avLst>
          </a:prstGeom>
          <a:solidFill>
            <a:schemeClr val="accent3">
              <a:lumMod val="5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Phase 03 – Testing &amp; Improvements into </a:t>
            </a:r>
          </a:p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DBX–AWS Dev</a:t>
            </a:r>
          </a:p>
        </p:txBody>
      </p:sp>
      <p:sp>
        <p:nvSpPr>
          <p:cNvPr id="54" name="Rectangle: Rounded Corners 53">
            <a:extLst>
              <a:ext uri="{FF2B5EF4-FFF2-40B4-BE49-F238E27FC236}">
                <a16:creationId xmlns:a16="http://schemas.microsoft.com/office/drawing/2014/main" id="{EA6A4BD0-4EAF-498E-86C0-E71DB33D0521}"/>
              </a:ext>
            </a:extLst>
          </p:cNvPr>
          <p:cNvSpPr/>
          <p:nvPr/>
        </p:nvSpPr>
        <p:spPr>
          <a:xfrm>
            <a:off x="7425142" y="876300"/>
            <a:ext cx="1793759" cy="552500"/>
          </a:xfrm>
          <a:prstGeom prst="roundRect">
            <a:avLst>
              <a:gd name="adj" fmla="val 9962"/>
            </a:avLst>
          </a:prstGeom>
          <a:solidFill>
            <a:schemeClr val="accent3">
              <a:lumMod val="5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Phase 03 – Acceptance into</a:t>
            </a:r>
          </a:p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DBX–AWS QA</a:t>
            </a:r>
          </a:p>
        </p:txBody>
      </p:sp>
      <p:sp>
        <p:nvSpPr>
          <p:cNvPr id="56" name="Rectangle: Rounded Corners 55">
            <a:extLst>
              <a:ext uri="{FF2B5EF4-FFF2-40B4-BE49-F238E27FC236}">
                <a16:creationId xmlns:a16="http://schemas.microsoft.com/office/drawing/2014/main" id="{B0CACE57-2ED7-1B22-BA96-402C6DA5C9A5}"/>
              </a:ext>
            </a:extLst>
          </p:cNvPr>
          <p:cNvSpPr/>
          <p:nvPr/>
        </p:nvSpPr>
        <p:spPr>
          <a:xfrm>
            <a:off x="9267475" y="876300"/>
            <a:ext cx="1688223" cy="552500"/>
          </a:xfrm>
          <a:prstGeom prst="roundRect">
            <a:avLst>
              <a:gd name="adj" fmla="val 9962"/>
            </a:avLst>
          </a:prstGeom>
          <a:solidFill>
            <a:schemeClr val="accent3">
              <a:lumMod val="5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Phase 04 – Production</a:t>
            </a:r>
          </a:p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DBX–AWS Prod</a:t>
            </a:r>
          </a:p>
        </p:txBody>
      </p:sp>
      <p:sp>
        <p:nvSpPr>
          <p:cNvPr id="58" name="Rectangle: Rounded Corners 57">
            <a:extLst>
              <a:ext uri="{FF2B5EF4-FFF2-40B4-BE49-F238E27FC236}">
                <a16:creationId xmlns:a16="http://schemas.microsoft.com/office/drawing/2014/main" id="{1E3D6934-DF0D-18A8-E0BD-91B62473246F}"/>
              </a:ext>
            </a:extLst>
          </p:cNvPr>
          <p:cNvSpPr/>
          <p:nvPr/>
        </p:nvSpPr>
        <p:spPr>
          <a:xfrm>
            <a:off x="11004272" y="876300"/>
            <a:ext cx="1058959" cy="552500"/>
          </a:xfrm>
          <a:prstGeom prst="roundRect">
            <a:avLst>
              <a:gd name="adj" fmla="val 9962"/>
            </a:avLst>
          </a:prstGeom>
          <a:solidFill>
            <a:schemeClr val="accent3">
              <a:lumMod val="5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Phase 05 – Hypercare</a:t>
            </a:r>
          </a:p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DBX–AWS Prod</a:t>
            </a:r>
          </a:p>
        </p:txBody>
      </p:sp>
      <p:sp>
        <p:nvSpPr>
          <p:cNvPr id="2" name="Oval 1">
            <a:extLst>
              <a:ext uri="{FF2B5EF4-FFF2-40B4-BE49-F238E27FC236}">
                <a16:creationId xmlns:a16="http://schemas.microsoft.com/office/drawing/2014/main" id="{6C54053B-AC7B-9158-D657-FE8DDA47896E}"/>
              </a:ext>
            </a:extLst>
          </p:cNvPr>
          <p:cNvSpPr/>
          <p:nvPr/>
        </p:nvSpPr>
        <p:spPr>
          <a:xfrm>
            <a:off x="9957816" y="1583991"/>
            <a:ext cx="134112" cy="124535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" name="Oval 4">
            <a:extLst>
              <a:ext uri="{FF2B5EF4-FFF2-40B4-BE49-F238E27FC236}">
                <a16:creationId xmlns:a16="http://schemas.microsoft.com/office/drawing/2014/main" id="{60A406A4-8BC8-262B-1400-59EA549FF45E}"/>
              </a:ext>
            </a:extLst>
          </p:cNvPr>
          <p:cNvSpPr/>
          <p:nvPr/>
        </p:nvSpPr>
        <p:spPr>
          <a:xfrm>
            <a:off x="10493482" y="1583991"/>
            <a:ext cx="134112" cy="124535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" name="Rectangle: Rounded Corners 6">
            <a:extLst>
              <a:ext uri="{FF2B5EF4-FFF2-40B4-BE49-F238E27FC236}">
                <a16:creationId xmlns:a16="http://schemas.microsoft.com/office/drawing/2014/main" id="{8ED009E2-099D-AC49-39CA-543A5C0F095B}"/>
              </a:ext>
            </a:extLst>
          </p:cNvPr>
          <p:cNvSpPr/>
          <p:nvPr/>
        </p:nvSpPr>
        <p:spPr>
          <a:xfrm>
            <a:off x="119405" y="5197600"/>
            <a:ext cx="7235746" cy="189644"/>
          </a:xfrm>
          <a:prstGeom prst="round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Business Commitment 20%-35%</a:t>
            </a:r>
          </a:p>
        </p:txBody>
      </p:sp>
      <p:sp>
        <p:nvSpPr>
          <p:cNvPr id="10" name="Rectangle: Rounded Corners 9">
            <a:extLst>
              <a:ext uri="{FF2B5EF4-FFF2-40B4-BE49-F238E27FC236}">
                <a16:creationId xmlns:a16="http://schemas.microsoft.com/office/drawing/2014/main" id="{0786FCFB-9B3D-27E6-55A7-C7710294AFA2}"/>
              </a:ext>
            </a:extLst>
          </p:cNvPr>
          <p:cNvSpPr/>
          <p:nvPr/>
        </p:nvSpPr>
        <p:spPr>
          <a:xfrm>
            <a:off x="7425141" y="5197600"/>
            <a:ext cx="4638089" cy="189644"/>
          </a:xfrm>
          <a:prstGeom prst="round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Business Commitment 30%-40%</a:t>
            </a:r>
          </a:p>
        </p:txBody>
      </p:sp>
    </p:spTree>
    <p:extLst>
      <p:ext uri="{BB962C8B-B14F-4D97-AF65-F5344CB8AC3E}">
        <p14:creationId xmlns:p14="http://schemas.microsoft.com/office/powerpoint/2010/main" val="3503361829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C055575-7239-65BE-3891-FE509744AD4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Title 1">
            <a:extLst>
              <a:ext uri="{FF2B5EF4-FFF2-40B4-BE49-F238E27FC236}">
                <a16:creationId xmlns:a16="http://schemas.microsoft.com/office/drawing/2014/main" id="{709D961A-C8F0-2E3C-2561-CD9577369042}"/>
              </a:ext>
            </a:extLst>
          </p:cNvPr>
          <p:cNvSpPr txBox="1">
            <a:spLocks/>
          </p:cNvSpPr>
          <p:nvPr/>
        </p:nvSpPr>
        <p:spPr>
          <a:xfrm>
            <a:off x="109113" y="0"/>
            <a:ext cx="6558388" cy="344312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85000"/>
              </a:lnSpc>
              <a:spcBef>
                <a:spcPct val="0"/>
              </a:spcBef>
              <a:buNone/>
              <a:defRPr sz="3200" b="0" kern="1200" cap="all" baseline="0">
                <a:solidFill>
                  <a:schemeClr val="accent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l" defTabSz="89486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950" b="1" i="0" u="none" strike="noStrike" kern="1200" cap="all" spc="0" normalizeH="0" baseline="0" noProof="0">
                <a:ln>
                  <a:noFill/>
                </a:ln>
                <a:solidFill>
                  <a:srgbClr val="4F2170"/>
                </a:solidFill>
                <a:effectLst/>
                <a:uLnTx/>
                <a:uFillTx/>
                <a:latin typeface="Aptos Display" panose="02110004020202020204"/>
                <a:ea typeface="+mj-ea"/>
                <a:cs typeface="+mj-cs"/>
              </a:rPr>
              <a:t>PROGRAM STATUS REPORT – EXECUTIVE UPDATE</a:t>
            </a:r>
          </a:p>
        </p:txBody>
      </p:sp>
      <p:graphicFrame>
        <p:nvGraphicFramePr>
          <p:cNvPr id="22" name="Table 21">
            <a:extLst>
              <a:ext uri="{FF2B5EF4-FFF2-40B4-BE49-F238E27FC236}">
                <a16:creationId xmlns:a16="http://schemas.microsoft.com/office/drawing/2014/main" id="{5EA96354-BF31-2A72-D848-58DEB48DA51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4895739"/>
              </p:ext>
            </p:extLst>
          </p:nvPr>
        </p:nvGraphicFramePr>
        <p:xfrm>
          <a:off x="6219827" y="50695"/>
          <a:ext cx="3946258" cy="365760"/>
        </p:xfrm>
        <a:graphic>
          <a:graphicData uri="http://schemas.openxmlformats.org/drawingml/2006/table">
            <a:tbl>
              <a:tblPr firstRow="1" bandRow="1"/>
              <a:tblGrid>
                <a:gridCol w="455198">
                  <a:extLst>
                    <a:ext uri="{9D8B030D-6E8A-4147-A177-3AD203B41FA5}">
                      <a16:colId xmlns:a16="http://schemas.microsoft.com/office/drawing/2014/main" val="169957441"/>
                    </a:ext>
                  </a:extLst>
                </a:gridCol>
                <a:gridCol w="55426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3948">
                  <a:extLst>
                    <a:ext uri="{9D8B030D-6E8A-4147-A177-3AD203B41FA5}">
                      <a16:colId xmlns:a16="http://schemas.microsoft.com/office/drawing/2014/main" val="3188106295"/>
                    </a:ext>
                  </a:extLst>
                </a:gridCol>
                <a:gridCol w="46948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345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35398">
                  <a:extLst>
                    <a:ext uri="{9D8B030D-6E8A-4147-A177-3AD203B41FA5}">
                      <a16:colId xmlns:a16="http://schemas.microsoft.com/office/drawing/2014/main" val="2479922860"/>
                    </a:ext>
                  </a:extLst>
                </a:gridCol>
                <a:gridCol w="645758">
                  <a:extLst>
                    <a:ext uri="{9D8B030D-6E8A-4147-A177-3AD203B41FA5}">
                      <a16:colId xmlns:a16="http://schemas.microsoft.com/office/drawing/2014/main" val="2139964373"/>
                    </a:ext>
                  </a:extLst>
                </a:gridCol>
                <a:gridCol w="648745">
                  <a:extLst>
                    <a:ext uri="{9D8B030D-6E8A-4147-A177-3AD203B41FA5}">
                      <a16:colId xmlns:a16="http://schemas.microsoft.com/office/drawing/2014/main" val="3332492913"/>
                    </a:ext>
                  </a:extLst>
                </a:gridCol>
              </a:tblGrid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1" i="0" u="none" strike="noStrike" noProof="0">
                          <a:solidFill>
                            <a:schemeClr val="tx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/>
                          <a:cs typeface="Arial"/>
                        </a:rPr>
                        <a:t>A</a:t>
                      </a:r>
                      <a:endParaRPr lang="en-US" sz="600" b="1" i="0" u="none" strike="noStrike" noProof="0"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Arial"/>
                        <a:cs typeface="Arial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18719"/>
                    </a:solidFill>
                  </a:tcPr>
                </a:tc>
                <a:tc>
                  <a:txBody>
                    <a:bodyPr/>
                    <a:lstStyle>
                      <a:lvl1pPr marL="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1pPr>
                      <a:lvl2pPr marL="456888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2pPr>
                      <a:lvl3pPr marL="913771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3pPr>
                      <a:lvl4pPr marL="137066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4pPr>
                      <a:lvl5pPr marL="1827543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5pPr>
                      <a:lvl6pPr marL="228443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6pPr>
                      <a:lvl7pPr marL="2741316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7pPr>
                      <a:lvl8pPr marL="3198202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8pPr>
                      <a:lvl9pPr marL="365509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9pPr>
                    </a:lstStyle>
                    <a:p>
                      <a:pPr marL="0" algn="ctr" defTabSz="914400" rtl="0" eaLnBrk="1" latinLnBrk="0" hangingPunct="1"/>
                      <a:r>
                        <a:rPr lang="en-US" sz="600" b="1" kern="1200">
                          <a:solidFill>
                            <a:schemeClr val="tx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/>
                          <a:ea typeface="+mn-ea"/>
                          <a:cs typeface="Arial"/>
                        </a:rPr>
                        <a:t>A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18719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endParaRPr lang="en-US" sz="100" b="0">
                        <a:solidFill>
                          <a:schemeClr val="tx2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1pPr>
                      <a:lvl2pPr marL="456888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2pPr>
                      <a:lvl3pPr marL="913771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3pPr>
                      <a:lvl4pPr marL="137066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4pPr>
                      <a:lvl5pPr marL="1827543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5pPr>
                      <a:lvl6pPr marL="228443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6pPr>
                      <a:lvl7pPr marL="2741316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7pPr>
                      <a:lvl8pPr marL="3198202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8pPr>
                      <a:lvl9pPr marL="365509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9pPr>
                    </a:lstStyle>
                    <a:p>
                      <a:pPr marL="0" marR="0" indent="0" algn="ctr" defTabSz="456888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600" b="1">
                          <a:solidFill>
                            <a:schemeClr val="tx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/>
                          <a:cs typeface="Arial"/>
                        </a:rPr>
                        <a:t>G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7819"/>
                    </a:solidFill>
                  </a:tcPr>
                </a:tc>
                <a:tc>
                  <a:txBody>
                    <a:bodyPr/>
                    <a:lstStyle>
                      <a:lvl1pPr marL="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1pPr>
                      <a:lvl2pPr marL="456888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2pPr>
                      <a:lvl3pPr marL="913771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3pPr>
                      <a:lvl4pPr marL="137066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4pPr>
                      <a:lvl5pPr marL="1827543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5pPr>
                      <a:lvl6pPr marL="228443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6pPr>
                      <a:lvl7pPr marL="2741316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7pPr>
                      <a:lvl8pPr marL="3198202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8pPr>
                      <a:lvl9pPr marL="365509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9pPr>
                    </a:lstStyle>
                    <a:p>
                      <a:pPr marL="0" marR="0" lvl="0" indent="0" algn="ctr" defTabSz="456888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  <a:tabLst/>
                        <a:defRPr/>
                      </a:pPr>
                      <a:r>
                        <a:rPr lang="en-US" sz="600" b="1" kern="1200">
                          <a:solidFill>
                            <a:schemeClr val="tx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/>
                          <a:ea typeface="+mn-ea"/>
                          <a:cs typeface="Arial"/>
                        </a:rPr>
                        <a:t>A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18719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marL="0" marR="0" indent="0" algn="ctr" defTabSz="456888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600" b="1">
                          <a:solidFill>
                            <a:schemeClr val="tx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/>
                          <a:cs typeface="Arial"/>
                        </a:rPr>
                        <a:t>G</a:t>
                      </a:r>
                    </a:p>
                  </a:txBody>
                  <a:tcPr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4">
                      <a:solidFill>
                        <a:srgbClr val="0E2841"/>
                      </a:solidFill>
                    </a:lnR>
                    <a:lnT w="3174">
                      <a:solidFill>
                        <a:srgbClr val="0E2841"/>
                      </a:solidFill>
                    </a:lnT>
                    <a:lnB w="3174">
                      <a:solidFill>
                        <a:srgbClr val="0E2841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7819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lvl="0" algn="ctr">
                        <a:buNone/>
                      </a:pPr>
                      <a:r>
                        <a:rPr lang="en-US" sz="600" b="1">
                          <a:solidFill>
                            <a:schemeClr val="tx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/>
                          <a:cs typeface="Arial"/>
                        </a:rPr>
                        <a:t>A</a:t>
                      </a:r>
                    </a:p>
                  </a:txBody>
                  <a:tcPr anchor="ctr">
                    <a:lnL w="3174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18719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tx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/>
                          <a:cs typeface="Arial"/>
                        </a:rPr>
                        <a:t>G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781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1pPr>
                      <a:lvl2pPr marL="456888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2pPr>
                      <a:lvl3pPr marL="913771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3pPr>
                      <a:lvl4pPr marL="137066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4pPr>
                      <a:lvl5pPr marL="1827543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5pPr>
                      <a:lvl6pPr marL="228443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6pPr>
                      <a:lvl7pPr marL="2741316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7pPr>
                      <a:lvl8pPr marL="3198202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8pPr>
                      <a:lvl9pPr marL="365509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  <a:latin typeface="Arial"/>
                          <a:cs typeface="Arial"/>
                        </a:rPr>
                        <a:t>Overall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2170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  <a:latin typeface="Arial"/>
                          <a:cs typeface="Arial"/>
                        </a:rPr>
                        <a:t>Trending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2170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endParaRPr lang="en-US" sz="100" b="1">
                        <a:solidFill>
                          <a:schemeClr val="bg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1pPr>
                      <a:lvl2pPr marL="456888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2pPr>
                      <a:lvl3pPr marL="913771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3pPr>
                      <a:lvl4pPr marL="137066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4pPr>
                      <a:lvl5pPr marL="1827543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5pPr>
                      <a:lvl6pPr marL="228443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6pPr>
                      <a:lvl7pPr marL="2741316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7pPr>
                      <a:lvl8pPr marL="3198202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8pPr>
                      <a:lvl9pPr marL="365509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9pPr>
                    </a:lstStyle>
                    <a:p>
                      <a:pPr algn="ctr"/>
                      <a:r>
                        <a:rPr lang="en-US" sz="600" b="1" kern="1200" baseline="0">
                          <a:solidFill>
                            <a:schemeClr val="bg1"/>
                          </a:solidFill>
                          <a:latin typeface="Arial"/>
                          <a:ea typeface="+mn-ea"/>
                          <a:cs typeface="Arial"/>
                        </a:rPr>
                        <a:t>Budget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2170"/>
                    </a:solidFill>
                  </a:tcPr>
                </a:tc>
                <a:tc>
                  <a:txBody>
                    <a:bodyPr/>
                    <a:lstStyle>
                      <a:lvl1pPr marL="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1pPr>
                      <a:lvl2pPr marL="456888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2pPr>
                      <a:lvl3pPr marL="913771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3pPr>
                      <a:lvl4pPr marL="137066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4pPr>
                      <a:lvl5pPr marL="1827543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5pPr>
                      <a:lvl6pPr marL="228443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6pPr>
                      <a:lvl7pPr marL="2741316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7pPr>
                      <a:lvl8pPr marL="3198202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8pPr>
                      <a:lvl9pPr marL="365509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  <a:latin typeface="Arial"/>
                          <a:cs typeface="Arial"/>
                        </a:rPr>
                        <a:t>Schedule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2170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lvl="0" algn="ctr">
                        <a:buNone/>
                      </a:pPr>
                      <a:r>
                        <a:rPr lang="en-US" sz="600" b="1" kern="1200">
                          <a:solidFill>
                            <a:schemeClr val="bg1"/>
                          </a:solidFill>
                          <a:latin typeface="Arial"/>
                          <a:ea typeface="+mn-ea"/>
                          <a:cs typeface="Arial"/>
                        </a:rPr>
                        <a:t>Scope</a:t>
                      </a:r>
                      <a:endParaRPr lang="en-US" sz="600" b="1" kern="1200" baseline="0">
                        <a:solidFill>
                          <a:schemeClr val="bg1"/>
                        </a:solidFill>
                        <a:latin typeface="Arial"/>
                        <a:ea typeface="+mn-ea"/>
                        <a:cs typeface="Arial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4">
                      <a:solidFill>
                        <a:srgbClr val="0E2841"/>
                      </a:solidFill>
                    </a:lnR>
                    <a:lnT w="3174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4">
                      <a:solidFill>
                        <a:srgbClr val="0E2841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2170"/>
                    </a:solidFill>
                  </a:tcPr>
                </a:tc>
                <a:tc>
                  <a:txBody>
                    <a:bodyPr/>
                    <a:lstStyle>
                      <a:lvl1pPr marL="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1pPr>
                      <a:lvl2pPr marL="456888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2pPr>
                      <a:lvl3pPr marL="913771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3pPr>
                      <a:lvl4pPr marL="137066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4pPr>
                      <a:lvl5pPr marL="1827543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5pPr>
                      <a:lvl6pPr marL="228443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6pPr>
                      <a:lvl7pPr marL="2741316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7pPr>
                      <a:lvl8pPr marL="3198202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8pPr>
                      <a:lvl9pPr marL="365509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  <a:latin typeface="Arial"/>
                          <a:cs typeface="Arial"/>
                        </a:rPr>
                        <a:t>Issues/ Risk</a:t>
                      </a:r>
                    </a:p>
                  </a:txBody>
                  <a:tcPr anchor="ctr">
                    <a:lnL w="3174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2170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marL="0" algn="ctr" defTabSz="456888" rtl="0" eaLnBrk="1" latinLnBrk="0" hangingPunct="1"/>
                      <a:r>
                        <a:rPr lang="en-US" sz="600" b="1" kern="1200">
                          <a:solidFill>
                            <a:schemeClr val="bg1"/>
                          </a:solidFill>
                          <a:latin typeface="Arial"/>
                          <a:cs typeface="Arial"/>
                        </a:rPr>
                        <a:t>Resources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217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19824854"/>
                  </a:ext>
                </a:extLst>
              </a:tr>
            </a:tbl>
          </a:graphicData>
        </a:graphic>
      </p:graphicFrame>
      <p:sp>
        <p:nvSpPr>
          <p:cNvPr id="23" name="Rectangle 14">
            <a:extLst>
              <a:ext uri="{FF2B5EF4-FFF2-40B4-BE49-F238E27FC236}">
                <a16:creationId xmlns:a16="http://schemas.microsoft.com/office/drawing/2014/main" id="{47C8535A-A688-898F-D9D8-DA33B15C7B8E}"/>
              </a:ext>
            </a:extLst>
          </p:cNvPr>
          <p:cNvSpPr/>
          <p:nvPr/>
        </p:nvSpPr>
        <p:spPr>
          <a:xfrm>
            <a:off x="121390" y="575626"/>
            <a:ext cx="11961495" cy="182880"/>
          </a:xfrm>
          <a:prstGeom prst="rect">
            <a:avLst/>
          </a:prstGeom>
          <a:solidFill>
            <a:srgbClr val="156082"/>
          </a:solidFill>
          <a:ln w="19050" cap="flat" cmpd="sng" algn="ctr">
            <a:solidFill>
              <a:srgbClr val="156082"/>
            </a:solidFill>
            <a:prstDash val="solid"/>
            <a:miter lim="800000"/>
          </a:ln>
          <a:effectLst/>
        </p:spPr>
        <p:txBody>
          <a:bodyPr lIns="91440" tIns="45720" rIns="91440" bIns="4572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EXECUTIVE STATUS HEADLINE</a:t>
            </a:r>
          </a:p>
        </p:txBody>
      </p:sp>
      <p:graphicFrame>
        <p:nvGraphicFramePr>
          <p:cNvPr id="24" name="Tabla 49">
            <a:extLst>
              <a:ext uri="{FF2B5EF4-FFF2-40B4-BE49-F238E27FC236}">
                <a16:creationId xmlns:a16="http://schemas.microsoft.com/office/drawing/2014/main" id="{04BC20F0-1726-C99C-41AB-D73ABD8331B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39972497"/>
              </p:ext>
            </p:extLst>
          </p:nvPr>
        </p:nvGraphicFramePr>
        <p:xfrm>
          <a:off x="133349" y="763200"/>
          <a:ext cx="11949537" cy="548640"/>
        </p:xfrm>
        <a:graphic>
          <a:graphicData uri="http://schemas.openxmlformats.org/drawingml/2006/table">
            <a:tbl>
              <a:tblPr firstRow="1" bandRow="1"/>
              <a:tblGrid>
                <a:gridCol w="11949537">
                  <a:extLst>
                    <a:ext uri="{9D8B030D-6E8A-4147-A177-3AD203B41FA5}">
                      <a16:colId xmlns:a16="http://schemas.microsoft.com/office/drawing/2014/main" val="2092899213"/>
                    </a:ext>
                  </a:extLst>
                </a:gridCol>
              </a:tblGrid>
              <a:tr h="54864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900" dirty="0">
                          <a:latin typeface="+mn-lt"/>
                        </a:rPr>
                        <a:t>Program kicked off: delivery team onboarded and assigned to all 7 workstreams; preparation underway (Accesses to ). Development that does not depend on workshops starts Nov 9th.</a:t>
                      </a:r>
                    </a:p>
                    <a:p>
                      <a:r>
                        <a:rPr lang="en-US" sz="900" b="1" dirty="0">
                          <a:latin typeface="+mn-lt"/>
                        </a:rPr>
                        <a:t>Onsite workshops moved from Nov 9th to beginning of December due to business availability – timeline replan required (R05, R06). Help needed from MDLZ: GitHub repository and access (R01), POET documentation (R02), Databricks cost-monitoring access (R03), governance SPOC names (R04).</a:t>
                      </a:r>
                    </a:p>
                  </a:txBody>
                  <a:tcPr anchor="ctr">
                    <a:lnL w="12700" cmpd="sng">
                      <a:solidFill>
                        <a:sysClr val="windowText" lastClr="000000"/>
                      </a:solidFill>
                    </a:lnL>
                    <a:lnR w="12700" cmpd="sng">
                      <a:solidFill>
                        <a:sysClr val="windowText" lastClr="000000"/>
                      </a:solidFill>
                    </a:lnR>
                    <a:lnT w="12700" cmpd="sng">
                      <a:solidFill>
                        <a:sysClr val="windowText" lastClr="000000"/>
                      </a:solidFill>
                    </a:lnT>
                    <a:lnB w="12700" cmpd="sng">
                      <a:solidFill>
                        <a:sysClr val="windowText" lastClr="000000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778931"/>
                  </a:ext>
                </a:extLst>
              </a:tr>
            </a:tbl>
          </a:graphicData>
        </a:graphic>
      </p:graphicFrame>
      <p:graphicFrame>
        <p:nvGraphicFramePr>
          <p:cNvPr id="25" name="Table 24">
            <a:extLst>
              <a:ext uri="{FF2B5EF4-FFF2-40B4-BE49-F238E27FC236}">
                <a16:creationId xmlns:a16="http://schemas.microsoft.com/office/drawing/2014/main" id="{563F54DE-C754-AC07-3297-87FED208E16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2722070"/>
              </p:ext>
            </p:extLst>
          </p:nvPr>
        </p:nvGraphicFramePr>
        <p:xfrm>
          <a:off x="10254087" y="41794"/>
          <a:ext cx="1828800" cy="263081"/>
        </p:xfrm>
        <a:graphic>
          <a:graphicData uri="http://schemas.openxmlformats.org/drawingml/2006/table">
            <a:tbl>
              <a:tblPr bandRow="1"/>
              <a:tblGrid>
                <a:gridCol w="611648">
                  <a:extLst>
                    <a:ext uri="{9D8B030D-6E8A-4147-A177-3AD203B41FA5}">
                      <a16:colId xmlns:a16="http://schemas.microsoft.com/office/drawing/2014/main" val="560141210"/>
                    </a:ext>
                  </a:extLst>
                </a:gridCol>
                <a:gridCol w="1217152">
                  <a:extLst>
                    <a:ext uri="{9D8B030D-6E8A-4147-A177-3AD203B41FA5}">
                      <a16:colId xmlns:a16="http://schemas.microsoft.com/office/drawing/2014/main" val="426978688"/>
                    </a:ext>
                  </a:extLst>
                </a:gridCol>
              </a:tblGrid>
              <a:tr h="238125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fontAlgn="base">
                        <a:lnSpc>
                          <a:spcPts val="1350"/>
                        </a:lnSpc>
                        <a:buNone/>
                      </a:pPr>
                      <a:r>
                        <a:rPr lang="en-US" sz="1100" b="1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Date</a:t>
                      </a:r>
                      <a:endParaRPr lang="en-US" b="1">
                        <a:solidFill>
                          <a:srgbClr val="FFFFFF"/>
                        </a:solidFill>
                        <a:effectLst/>
                        <a:latin typeface="Calibri"/>
                      </a:endParaRPr>
                    </a:p>
                  </a:txBody>
                  <a:tcPr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2170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lvl="0" algn="ctr">
                        <a:lnSpc>
                          <a:spcPts val="1350"/>
                        </a:lnSpc>
                        <a:buNone/>
                      </a:pPr>
                      <a:r>
                        <a:rPr lang="en-US" sz="1100" b="1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Nov 4</a:t>
                      </a:r>
                      <a:r>
                        <a:rPr lang="en-US" sz="1100" b="1" baseline="3000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TH</a:t>
                      </a:r>
                      <a:r>
                        <a:rPr lang="en-US" sz="1100" b="1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, 2026</a:t>
                      </a:r>
                      <a:endParaRPr lang="en-US"/>
                    </a:p>
                  </a:txBody>
                  <a:tcPr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3106872"/>
                  </a:ext>
                </a:extLst>
              </a:tr>
            </a:tbl>
          </a:graphicData>
        </a:graphic>
      </p:graphicFrame>
      <p:pic>
        <p:nvPicPr>
          <p:cNvPr id="26" name="Picture 25">
            <a:extLst>
              <a:ext uri="{FF2B5EF4-FFF2-40B4-BE49-F238E27FC236}">
                <a16:creationId xmlns:a16="http://schemas.microsoft.com/office/drawing/2014/main" id="{02863ABE-127A-DAB9-7AF4-A65974F86C2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33349" y="6375328"/>
            <a:ext cx="4467223" cy="360733"/>
          </a:xfrm>
          <a:prstGeom prst="rect">
            <a:avLst/>
          </a:prstGeom>
        </p:spPr>
      </p:pic>
      <p:graphicFrame>
        <p:nvGraphicFramePr>
          <p:cNvPr id="27" name="Table 26">
            <a:extLst>
              <a:ext uri="{FF2B5EF4-FFF2-40B4-BE49-F238E27FC236}">
                <a16:creationId xmlns:a16="http://schemas.microsoft.com/office/drawing/2014/main" id="{5F2BB68B-B494-67B1-8B64-770E4EE940D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64148156"/>
              </p:ext>
            </p:extLst>
          </p:nvPr>
        </p:nvGraphicFramePr>
        <p:xfrm>
          <a:off x="133350" y="1671124"/>
          <a:ext cx="11949532" cy="3876065"/>
        </p:xfrm>
        <a:graphic>
          <a:graphicData uri="http://schemas.openxmlformats.org/drawingml/2006/table">
            <a:tbl>
              <a:tblPr firstRow="1" bandRow="1"/>
              <a:tblGrid>
                <a:gridCol w="1460183">
                  <a:extLst>
                    <a:ext uri="{9D8B030D-6E8A-4147-A177-3AD203B41FA5}">
                      <a16:colId xmlns:a16="http://schemas.microsoft.com/office/drawing/2014/main" val="4063976994"/>
                    </a:ext>
                  </a:extLst>
                </a:gridCol>
                <a:gridCol w="860107">
                  <a:extLst>
                    <a:ext uri="{9D8B030D-6E8A-4147-A177-3AD203B41FA5}">
                      <a16:colId xmlns:a16="http://schemas.microsoft.com/office/drawing/2014/main" val="2930135291"/>
                    </a:ext>
                  </a:extLst>
                </a:gridCol>
                <a:gridCol w="523240">
                  <a:extLst>
                    <a:ext uri="{9D8B030D-6E8A-4147-A177-3AD203B41FA5}">
                      <a16:colId xmlns:a16="http://schemas.microsoft.com/office/drawing/2014/main" val="3226996168"/>
                    </a:ext>
                  </a:extLst>
                </a:gridCol>
                <a:gridCol w="6716096">
                  <a:extLst>
                    <a:ext uri="{9D8B030D-6E8A-4147-A177-3AD203B41FA5}">
                      <a16:colId xmlns:a16="http://schemas.microsoft.com/office/drawing/2014/main" val="342581697"/>
                    </a:ext>
                  </a:extLst>
                </a:gridCol>
                <a:gridCol w="2389906">
                  <a:extLst>
                    <a:ext uri="{9D8B030D-6E8A-4147-A177-3AD203B41FA5}">
                      <a16:colId xmlns:a16="http://schemas.microsoft.com/office/drawing/2014/main" val="4204228725"/>
                    </a:ext>
                  </a:extLst>
                </a:gridCol>
              </a:tblGrid>
              <a:tr h="323005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/>
                        <a:t>Workstreams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/>
                        <a:t>Phase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/>
                        <a:t>Status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/>
                        <a:t>Status Summary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/>
                        <a:t>Risk / Mitigation update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63150789"/>
                  </a:ext>
                </a:extLst>
              </a:tr>
              <a:tr h="50758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 b="1">
                          <a:latin typeface="+mn-lt"/>
                        </a:rPr>
                        <a:t>1. OTC / EPOS / Master Data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>
                          <a:latin typeface="+mn-lt"/>
                        </a:rPr>
                        <a:t>Blueprint / Prototype build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1200" b="1">
                          <a:solidFill>
                            <a:schemeClr val="bg1"/>
                          </a:solidFill>
                        </a:rPr>
                        <a:t>A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18719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 kern="1200" dirty="0">
                          <a:solidFill>
                            <a:schemeClr val="dk1"/>
                          </a:solidFill>
                          <a:latin typeface="Aptos" panose="02110004020202020204"/>
                          <a:ea typeface="+mn-ea"/>
                          <a:cs typeface="+mn-cs"/>
                        </a:rPr>
                        <a:t>Team onboarding in progress. Mondelez accesses provision – in progress</a:t>
                      </a:r>
                      <a:r>
                        <a:rPr lang="en-US" sz="800" dirty="0">
                          <a:latin typeface="+mn-lt"/>
                        </a:rPr>
                        <a:t>. WC &amp; MX: Core domain lift and shift to DBX on GCP planned – pending accesses. BR &amp; SC: reverse engineering of existing Sell-In/Sell-Out </a:t>
                      </a:r>
                      <a:r>
                        <a:rPr lang="en-US" sz="800" kern="1200" dirty="0">
                          <a:solidFill>
                            <a:schemeClr val="dk1"/>
                          </a:solidFill>
                          <a:latin typeface="Aptos" panose="02110004020202020204"/>
                          <a:ea typeface="+mn-ea"/>
                          <a:cs typeface="+mn-cs"/>
                        </a:rPr>
                        <a:t>planned – pending accesses</a:t>
                      </a:r>
                      <a:r>
                        <a:rPr lang="en-US" sz="800" dirty="0">
                          <a:latin typeface="+mn-lt"/>
                        </a:rPr>
                        <a:t>. Onsite workshops Brazil moved to beginning of December.</a:t>
                      </a:r>
                      <a:r>
                        <a:rPr lang="en-US" sz="800" kern="1200" dirty="0">
                          <a:solidFill>
                            <a:schemeClr val="dk1"/>
                          </a:solidFill>
                          <a:latin typeface="Aptos" panose="02110004020202020204"/>
                          <a:ea typeface="+mn-ea"/>
                          <a:cs typeface="+mn-cs"/>
                        </a:rPr>
                        <a:t> Onsite workshops Argentina planned – pending accesses to start reverse engineering.</a:t>
                      </a:r>
                      <a:endParaRPr lang="en-US" sz="800" dirty="0">
                        <a:latin typeface="+mn-lt"/>
                      </a:endParaRP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>
                          <a:latin typeface="+mn-lt"/>
                        </a:rPr>
                        <a:t>R05, R06: timeline replan in progress; remote business sessions in November.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3642603"/>
                  </a:ext>
                </a:extLst>
              </a:tr>
              <a:tr h="50758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 b="1">
                          <a:latin typeface="+mn-lt"/>
                        </a:rPr>
                        <a:t>2. MDLZ INVENTORY &amp; SHIPMENT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66666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Blueprint / Prototype build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1200" b="1">
                          <a:solidFill>
                            <a:schemeClr val="bg1"/>
                          </a:solidFill>
                        </a:rPr>
                        <a:t>A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18719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 dirty="0">
                          <a:latin typeface="+mn-lt"/>
                        </a:rPr>
                        <a:t>Team onboarding in progress. Mondelez accesses provision – in progress. Combined Brazil workshop (+WC, MX, SC) to be rescheduled.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 dirty="0">
                          <a:latin typeface="+mn-lt"/>
                        </a:rPr>
                        <a:t>R05: workshop date to be confirmed in revised plan. 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2300796"/>
                  </a:ext>
                </a:extLst>
              </a:tr>
              <a:tr h="50758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 b="1">
                          <a:latin typeface="+mn-lt"/>
                        </a:rPr>
                        <a:t>3. MARKET MEASUREMENT AND PROMOTIONS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66666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Blueprint / Prototype build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1200" b="1" dirty="0">
                          <a:solidFill>
                            <a:schemeClr val="bg1"/>
                          </a:solidFill>
                        </a:rPr>
                        <a:t>A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18719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 kern="1200" dirty="0">
                          <a:solidFill>
                            <a:schemeClr val="dk1"/>
                          </a:solidFill>
                          <a:latin typeface="Aptos" panose="02110004020202020204"/>
                          <a:ea typeface="+mn-ea"/>
                          <a:cs typeface="+mn-cs"/>
                        </a:rPr>
                        <a:t>Team onboarding in progress. Mondelez accesses provision – in progress</a:t>
                      </a:r>
                      <a:r>
                        <a:rPr lang="en-US" sz="800" dirty="0">
                          <a:latin typeface="+mn-lt"/>
                        </a:rPr>
                        <a:t>. Market Share &amp; Promotions discovery for MX starts Nov 9th; KPI inventory across LA. Combined Brazil workshop to be rescheduled.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>
                          <a:latin typeface="+mn-lt"/>
                        </a:rPr>
                        <a:t>R05, R06: remote sessions with Market Share leads until onsite workshop.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63418265"/>
                  </a:ext>
                </a:extLst>
              </a:tr>
              <a:tr h="50758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 b="1">
                          <a:latin typeface="+mn-lt"/>
                        </a:rPr>
                        <a:t>4. MEXICO DSD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66666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Blueprint / Prototype build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1200" b="1">
                          <a:solidFill>
                            <a:schemeClr val="bg1"/>
                          </a:solidFill>
                        </a:rPr>
                        <a:t>G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7819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 kern="1200" dirty="0">
                          <a:solidFill>
                            <a:schemeClr val="dk1"/>
                          </a:solidFill>
                          <a:latin typeface="Aptos" panose="02110004020202020204"/>
                          <a:ea typeface="+mn-ea"/>
                          <a:cs typeface="+mn-cs"/>
                        </a:rPr>
                        <a:t>Team onboarding in progress. Mondelez accesses provision – in progress</a:t>
                      </a:r>
                      <a:r>
                        <a:rPr lang="en-US" sz="800" dirty="0">
                          <a:latin typeface="+mn-lt"/>
                        </a:rPr>
                        <a:t>. Migration from existing GCP solution: federated integration, mapping to core domains and KPI inventory start planned Nov 7</a:t>
                      </a:r>
                      <a:r>
                        <a:rPr lang="en-US" sz="800" baseline="30000" dirty="0">
                          <a:latin typeface="+mn-lt"/>
                        </a:rPr>
                        <a:t>th</a:t>
                      </a:r>
                      <a:r>
                        <a:rPr lang="en-US" sz="800" dirty="0">
                          <a:latin typeface="+mn-lt"/>
                        </a:rPr>
                        <a:t> – Pending accesses. 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>
                          <a:latin typeface="+mn-lt"/>
                        </a:rPr>
                        <a:t>R04: DP&amp;E SPOC needed for core-domain fit/gap.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9067520"/>
                  </a:ext>
                </a:extLst>
              </a:tr>
              <a:tr h="50758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 b="1">
                          <a:latin typeface="+mn-lt"/>
                        </a:rPr>
                        <a:t>5. BRAZIL PVC / VR / EASTER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66666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Blueprint / Prototype build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1200" b="1">
                          <a:solidFill>
                            <a:schemeClr val="bg1"/>
                          </a:solidFill>
                        </a:rPr>
                        <a:t>A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18719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 kern="1200" dirty="0">
                          <a:solidFill>
                            <a:schemeClr val="dk1"/>
                          </a:solidFill>
                          <a:latin typeface="Aptos" panose="02110004020202020204"/>
                          <a:ea typeface="+mn-ea"/>
                          <a:cs typeface="+mn-cs"/>
                        </a:rPr>
                        <a:t>Team onboarding in progress. Mondelez accesses provision – in progress. </a:t>
                      </a:r>
                      <a:r>
                        <a:rPr lang="en-US" sz="800" dirty="0">
                          <a:latin typeface="+mn-lt"/>
                        </a:rPr>
                        <a:t>Reverse engineering of existing Brazil PVC/VR/Easter pipelines, stored procedures and DAX logic planned – accesses to solutions pending. Brazil workshop moved to beginning of December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>
                          <a:latin typeface="+mn-lt"/>
                        </a:rPr>
                        <a:t>R05, R06: reverse engineering continues remotely; questions list prepared for workshop.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6955591"/>
                  </a:ext>
                </a:extLst>
              </a:tr>
              <a:tr h="50758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 b="1">
                          <a:latin typeface="+mn-lt"/>
                        </a:rPr>
                        <a:t>6. STORE OPERATIONS (PERFECT &amp; RIGHT STORE)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66666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Blueprint / Prototype build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1200" b="1">
                          <a:solidFill>
                            <a:schemeClr val="bg1"/>
                          </a:solidFill>
                        </a:rPr>
                        <a:t>A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18719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 kern="1200" dirty="0">
                          <a:solidFill>
                            <a:schemeClr val="dk1"/>
                          </a:solidFill>
                          <a:latin typeface="Aptos" panose="02110004020202020204"/>
                          <a:ea typeface="+mn-ea"/>
                          <a:cs typeface="+mn-cs"/>
                        </a:rPr>
                        <a:t>Team onboarding in progress. Mondelez accesses provision – in progress</a:t>
                      </a:r>
                      <a:r>
                        <a:rPr lang="en-US" sz="800" dirty="0">
                          <a:latin typeface="+mn-lt"/>
                        </a:rPr>
                        <a:t>. Perfect Store analysis (LA) and Right Store MX DSD mockup planned. MDLZ accesses pending. Brazil workshop (+WC, MX, SC) moved to beginning of December.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>
                          <a:latin typeface="+mn-lt"/>
                        </a:rPr>
                        <a:t>R05: source access for Perfect/Right Store to be confirmed.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96495709"/>
                  </a:ext>
                </a:extLst>
              </a:tr>
              <a:tr h="507580">
                <a:tc>
                  <a:txBody>
                    <a:bodyPr/>
                    <a:lstStyle/>
                    <a:p>
                      <a:r>
                        <a:rPr lang="en-US" sz="800" b="1">
                          <a:latin typeface="+mn-lt"/>
                        </a:rPr>
                        <a:t>7. SNACKSYNC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D2D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66666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Blueprint / Prototype build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D2D8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b="1">
                          <a:solidFill>
                            <a:schemeClr val="bg1"/>
                          </a:solidFill>
                          <a:latin typeface="+mn-lt"/>
                        </a:rPr>
                        <a:t>G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7819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800" kern="1200" dirty="0">
                          <a:solidFill>
                            <a:schemeClr val="dk1"/>
                          </a:solidFill>
                          <a:latin typeface="Aptos" panose="02110004020202020204"/>
                          <a:ea typeface="+mn-ea"/>
                          <a:cs typeface="+mn-cs"/>
                        </a:rPr>
                        <a:t>Team onboarding in progress. Mondelez accesses provision – in progress</a:t>
                      </a:r>
                      <a:r>
                        <a:rPr lang="en-US" sz="800" dirty="0">
                          <a:latin typeface="+mn-lt"/>
                        </a:rPr>
                        <a:t>. </a:t>
                      </a:r>
                      <a:r>
                        <a:rPr lang="en-US" sz="800" dirty="0" err="1">
                          <a:latin typeface="+mn-lt"/>
                        </a:rPr>
                        <a:t>SnackSync</a:t>
                      </a:r>
                      <a:r>
                        <a:rPr lang="en-US" sz="800" dirty="0">
                          <a:latin typeface="+mn-lt"/>
                        </a:rPr>
                        <a:t> assessment (data quality, completeness, schema) planned once </a:t>
                      </a:r>
                      <a:r>
                        <a:rPr lang="en-US" sz="800" dirty="0" err="1">
                          <a:latin typeface="+mn-lt"/>
                        </a:rPr>
                        <a:t>SnackSync</a:t>
                      </a:r>
                      <a:r>
                        <a:rPr lang="en-US" sz="800" dirty="0">
                          <a:latin typeface="+mn-lt"/>
                        </a:rPr>
                        <a:t> DB for analytics planned for start – Late November.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D2D8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US" sz="800" dirty="0">
                        <a:latin typeface="+mn-lt"/>
                      </a:endParaRP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D2D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29158772"/>
                  </a:ext>
                </a:extLst>
              </a:tr>
            </a:tbl>
          </a:graphicData>
        </a:graphic>
      </p:graphicFrame>
      <p:sp>
        <p:nvSpPr>
          <p:cNvPr id="28" name="Rectangle 14">
            <a:extLst>
              <a:ext uri="{FF2B5EF4-FFF2-40B4-BE49-F238E27FC236}">
                <a16:creationId xmlns:a16="http://schemas.microsoft.com/office/drawing/2014/main" id="{8BD242D1-C170-70A1-3501-7DA3C7E3CA86}"/>
              </a:ext>
            </a:extLst>
          </p:cNvPr>
          <p:cNvSpPr/>
          <p:nvPr/>
        </p:nvSpPr>
        <p:spPr>
          <a:xfrm>
            <a:off x="133350" y="1449518"/>
            <a:ext cx="11949532" cy="182880"/>
          </a:xfrm>
          <a:prstGeom prst="rect">
            <a:avLst/>
          </a:prstGeom>
          <a:solidFill>
            <a:srgbClr val="156082"/>
          </a:solidFill>
          <a:ln w="19050" cap="flat" cmpd="sng" algn="ctr">
            <a:solidFill>
              <a:srgbClr val="156082"/>
            </a:solidFill>
            <a:prstDash val="solid"/>
            <a:miter lim="800000"/>
          </a:ln>
          <a:effectLst/>
        </p:spPr>
        <p:txBody>
          <a:bodyPr lIns="91440" tIns="45720" rIns="91440" bIns="4572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EXECUTIVE STATUS HEADLINE</a:t>
            </a:r>
          </a:p>
        </p:txBody>
      </p:sp>
    </p:spTree>
    <p:extLst>
      <p:ext uri="{BB962C8B-B14F-4D97-AF65-F5344CB8AC3E}">
        <p14:creationId xmlns:p14="http://schemas.microsoft.com/office/powerpoint/2010/main" val="2772948074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1298357-120B-50FE-E7FC-124672ED8A8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724E20A-63C5-C816-AD29-F9F71B525C52}"/>
              </a:ext>
            </a:extLst>
          </p:cNvPr>
          <p:cNvSpPr txBox="1">
            <a:spLocks/>
          </p:cNvSpPr>
          <p:nvPr/>
        </p:nvSpPr>
        <p:spPr>
          <a:xfrm>
            <a:off x="109113" y="0"/>
            <a:ext cx="6558388" cy="344312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85000"/>
              </a:lnSpc>
              <a:spcBef>
                <a:spcPct val="0"/>
              </a:spcBef>
              <a:buNone/>
              <a:defRPr sz="3200" b="0" kern="1200" cap="all" baseline="0">
                <a:solidFill>
                  <a:schemeClr val="accent1"/>
                </a:solidFill>
                <a:latin typeface="+mj-lt"/>
                <a:ea typeface="+mj-ea"/>
                <a:cs typeface="+mj-cs"/>
              </a:defRPr>
            </a:lvl1pPr>
          </a:lstStyle>
          <a:p>
            <a:pPr lvl="0" defTabSz="894860" eaLnBrk="0" fontAlgn="base" hangingPunct="0">
              <a:lnSpc>
                <a:spcPct val="100000"/>
              </a:lnSpc>
              <a:spcAft>
                <a:spcPct val="0"/>
              </a:spcAft>
              <a:defRPr/>
            </a:pPr>
            <a:r>
              <a:rPr kumimoji="0" lang="en-US" sz="2000" b="1" i="0" u="none" strike="noStrike" kern="1200" cap="all" spc="0" normalizeH="0" baseline="0" noProof="0">
                <a:ln>
                  <a:noFill/>
                </a:ln>
                <a:solidFill>
                  <a:srgbClr val="4F2170"/>
                </a:solidFill>
                <a:effectLst/>
                <a:uLnTx/>
                <a:uFillTx/>
                <a:latin typeface="Aptos Display" panose="02110004020202020204"/>
                <a:ea typeface="+mj-ea"/>
                <a:cs typeface="+mj-cs"/>
              </a:rPr>
              <a:t>1. OTC / EPOS / Master Data</a:t>
            </a:r>
          </a:p>
        </p:txBody>
      </p:sp>
      <p:graphicFrame>
        <p:nvGraphicFramePr>
          <p:cNvPr id="3" name="Table 21">
            <a:extLst>
              <a:ext uri="{FF2B5EF4-FFF2-40B4-BE49-F238E27FC236}">
                <a16:creationId xmlns:a16="http://schemas.microsoft.com/office/drawing/2014/main" id="{06B782FF-2AEB-5AF7-1229-8DF2F524C65C}"/>
              </a:ext>
            </a:extLst>
          </p:cNvPr>
          <p:cNvGraphicFramePr>
            <a:graphicFrameLocks noGrp="1"/>
          </p:cNvGraphicFramePr>
          <p:nvPr/>
        </p:nvGraphicFramePr>
        <p:xfrm>
          <a:off x="6219827" y="50695"/>
          <a:ext cx="3946258" cy="365760"/>
        </p:xfrm>
        <a:graphic>
          <a:graphicData uri="http://schemas.openxmlformats.org/drawingml/2006/table">
            <a:tbl>
              <a:tblPr firstRow="1" bandRow="1"/>
              <a:tblGrid>
                <a:gridCol w="455198">
                  <a:extLst>
                    <a:ext uri="{9D8B030D-6E8A-4147-A177-3AD203B41FA5}">
                      <a16:colId xmlns:a16="http://schemas.microsoft.com/office/drawing/2014/main" val="169957441"/>
                    </a:ext>
                  </a:extLst>
                </a:gridCol>
                <a:gridCol w="55426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3948">
                  <a:extLst>
                    <a:ext uri="{9D8B030D-6E8A-4147-A177-3AD203B41FA5}">
                      <a16:colId xmlns:a16="http://schemas.microsoft.com/office/drawing/2014/main" val="3188106295"/>
                    </a:ext>
                  </a:extLst>
                </a:gridCol>
                <a:gridCol w="46948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345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35398">
                  <a:extLst>
                    <a:ext uri="{9D8B030D-6E8A-4147-A177-3AD203B41FA5}">
                      <a16:colId xmlns:a16="http://schemas.microsoft.com/office/drawing/2014/main" val="2479922860"/>
                    </a:ext>
                  </a:extLst>
                </a:gridCol>
                <a:gridCol w="645758">
                  <a:extLst>
                    <a:ext uri="{9D8B030D-6E8A-4147-A177-3AD203B41FA5}">
                      <a16:colId xmlns:a16="http://schemas.microsoft.com/office/drawing/2014/main" val="2139964373"/>
                    </a:ext>
                  </a:extLst>
                </a:gridCol>
                <a:gridCol w="648745">
                  <a:extLst>
                    <a:ext uri="{9D8B030D-6E8A-4147-A177-3AD203B41FA5}">
                      <a16:colId xmlns:a16="http://schemas.microsoft.com/office/drawing/2014/main" val="3332492913"/>
                    </a:ext>
                  </a:extLst>
                </a:gridCol>
              </a:tblGrid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1" i="0" u="none" strike="noStrike" noProof="0">
                          <a:solidFill>
                            <a:schemeClr val="tx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/>
                          <a:cs typeface="Arial"/>
                        </a:rPr>
                        <a:t>A</a:t>
                      </a:r>
                      <a:endParaRPr lang="en-US" sz="600" b="1" i="0" u="none" strike="noStrike" noProof="0"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Arial"/>
                        <a:cs typeface="Arial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18719"/>
                    </a:solidFill>
                  </a:tcPr>
                </a:tc>
                <a:tc>
                  <a:txBody>
                    <a:bodyPr/>
                    <a:lstStyle>
                      <a:lvl1pPr marL="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1pPr>
                      <a:lvl2pPr marL="456888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2pPr>
                      <a:lvl3pPr marL="913771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3pPr>
                      <a:lvl4pPr marL="137066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4pPr>
                      <a:lvl5pPr marL="1827543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5pPr>
                      <a:lvl6pPr marL="228443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6pPr>
                      <a:lvl7pPr marL="2741316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7pPr>
                      <a:lvl8pPr marL="3198202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8pPr>
                      <a:lvl9pPr marL="365509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9pPr>
                    </a:lstStyle>
                    <a:p>
                      <a:pPr marL="0" algn="ctr" defTabSz="914400" rtl="0" eaLnBrk="1" latinLnBrk="0" hangingPunct="1"/>
                      <a:r>
                        <a:rPr lang="en-US" sz="600" b="1" kern="1200">
                          <a:solidFill>
                            <a:schemeClr val="tx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/>
                          <a:ea typeface="+mn-ea"/>
                          <a:cs typeface="Arial"/>
                        </a:rPr>
                        <a:t>A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18719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endParaRPr lang="en-US" sz="100" b="0">
                        <a:solidFill>
                          <a:schemeClr val="tx2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1pPr>
                      <a:lvl2pPr marL="456888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2pPr>
                      <a:lvl3pPr marL="913771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3pPr>
                      <a:lvl4pPr marL="137066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4pPr>
                      <a:lvl5pPr marL="1827543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5pPr>
                      <a:lvl6pPr marL="228443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6pPr>
                      <a:lvl7pPr marL="2741316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7pPr>
                      <a:lvl8pPr marL="3198202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8pPr>
                      <a:lvl9pPr marL="365509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9pPr>
                    </a:lstStyle>
                    <a:p>
                      <a:pPr marL="0" marR="0" indent="0" algn="ctr" defTabSz="456888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600" b="1">
                          <a:solidFill>
                            <a:schemeClr val="tx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/>
                          <a:cs typeface="Arial"/>
                        </a:rPr>
                        <a:t>G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7819"/>
                    </a:solidFill>
                  </a:tcPr>
                </a:tc>
                <a:tc>
                  <a:txBody>
                    <a:bodyPr/>
                    <a:lstStyle>
                      <a:lvl1pPr marL="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1pPr>
                      <a:lvl2pPr marL="456888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2pPr>
                      <a:lvl3pPr marL="913771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3pPr>
                      <a:lvl4pPr marL="137066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4pPr>
                      <a:lvl5pPr marL="1827543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5pPr>
                      <a:lvl6pPr marL="228443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6pPr>
                      <a:lvl7pPr marL="2741316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7pPr>
                      <a:lvl8pPr marL="3198202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8pPr>
                      <a:lvl9pPr marL="365509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9pPr>
                    </a:lstStyle>
                    <a:p>
                      <a:pPr marL="0" marR="0" lvl="0" indent="0" algn="ctr" defTabSz="456888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  <a:tabLst/>
                        <a:defRPr/>
                      </a:pPr>
                      <a:r>
                        <a:rPr lang="en-US" sz="600" b="1" kern="1200">
                          <a:solidFill>
                            <a:schemeClr val="tx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/>
                          <a:ea typeface="+mn-ea"/>
                          <a:cs typeface="Arial"/>
                        </a:rPr>
                        <a:t>A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18719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marL="0" marR="0" indent="0" algn="ctr" defTabSz="456888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600" b="1">
                          <a:solidFill>
                            <a:schemeClr val="tx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/>
                          <a:cs typeface="Arial"/>
                        </a:rPr>
                        <a:t>G</a:t>
                      </a:r>
                    </a:p>
                  </a:txBody>
                  <a:tcPr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4">
                      <a:solidFill>
                        <a:srgbClr val="0E2841"/>
                      </a:solidFill>
                    </a:lnR>
                    <a:lnT w="3174">
                      <a:solidFill>
                        <a:srgbClr val="0E2841"/>
                      </a:solidFill>
                    </a:lnT>
                    <a:lnB w="3174">
                      <a:solidFill>
                        <a:srgbClr val="0E2841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7819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lvl="0" algn="ctr">
                        <a:buNone/>
                      </a:pPr>
                      <a:r>
                        <a:rPr lang="en-US" sz="600" b="1">
                          <a:solidFill>
                            <a:schemeClr val="tx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/>
                          <a:cs typeface="Arial"/>
                        </a:rPr>
                        <a:t>A</a:t>
                      </a:r>
                    </a:p>
                  </a:txBody>
                  <a:tcPr anchor="ctr">
                    <a:lnL w="3174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18719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tx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/>
                          <a:cs typeface="Arial"/>
                        </a:rPr>
                        <a:t>G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781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1pPr>
                      <a:lvl2pPr marL="456888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2pPr>
                      <a:lvl3pPr marL="913771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3pPr>
                      <a:lvl4pPr marL="137066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4pPr>
                      <a:lvl5pPr marL="1827543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5pPr>
                      <a:lvl6pPr marL="228443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6pPr>
                      <a:lvl7pPr marL="2741316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7pPr>
                      <a:lvl8pPr marL="3198202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8pPr>
                      <a:lvl9pPr marL="365509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  <a:latin typeface="Arial"/>
                          <a:cs typeface="Arial"/>
                        </a:rPr>
                        <a:t>Overall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2170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  <a:latin typeface="Arial"/>
                          <a:cs typeface="Arial"/>
                        </a:rPr>
                        <a:t>Trending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2170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endParaRPr lang="en-US" sz="100" b="1">
                        <a:solidFill>
                          <a:schemeClr val="bg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1pPr>
                      <a:lvl2pPr marL="456888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2pPr>
                      <a:lvl3pPr marL="913771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3pPr>
                      <a:lvl4pPr marL="137066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4pPr>
                      <a:lvl5pPr marL="1827543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5pPr>
                      <a:lvl6pPr marL="228443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6pPr>
                      <a:lvl7pPr marL="2741316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7pPr>
                      <a:lvl8pPr marL="3198202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8pPr>
                      <a:lvl9pPr marL="365509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9pPr>
                    </a:lstStyle>
                    <a:p>
                      <a:pPr algn="ctr"/>
                      <a:r>
                        <a:rPr lang="en-US" sz="600" b="1" kern="1200" baseline="0">
                          <a:solidFill>
                            <a:schemeClr val="bg1"/>
                          </a:solidFill>
                          <a:latin typeface="Arial"/>
                          <a:ea typeface="+mn-ea"/>
                          <a:cs typeface="Arial"/>
                        </a:rPr>
                        <a:t>Budget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2170"/>
                    </a:solidFill>
                  </a:tcPr>
                </a:tc>
                <a:tc>
                  <a:txBody>
                    <a:bodyPr/>
                    <a:lstStyle>
                      <a:lvl1pPr marL="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1pPr>
                      <a:lvl2pPr marL="456888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2pPr>
                      <a:lvl3pPr marL="913771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3pPr>
                      <a:lvl4pPr marL="137066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4pPr>
                      <a:lvl5pPr marL="1827543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5pPr>
                      <a:lvl6pPr marL="228443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6pPr>
                      <a:lvl7pPr marL="2741316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7pPr>
                      <a:lvl8pPr marL="3198202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8pPr>
                      <a:lvl9pPr marL="365509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  <a:latin typeface="Arial"/>
                          <a:cs typeface="Arial"/>
                        </a:rPr>
                        <a:t>Schedule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2170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lvl="0" algn="ctr">
                        <a:buNone/>
                      </a:pPr>
                      <a:r>
                        <a:rPr lang="en-US" sz="600" b="1" kern="1200">
                          <a:solidFill>
                            <a:schemeClr val="bg1"/>
                          </a:solidFill>
                          <a:latin typeface="Arial"/>
                          <a:ea typeface="+mn-ea"/>
                          <a:cs typeface="Arial"/>
                        </a:rPr>
                        <a:t>Scope</a:t>
                      </a:r>
                      <a:endParaRPr lang="en-US" sz="600" b="1" kern="1200" baseline="0">
                        <a:solidFill>
                          <a:schemeClr val="bg1"/>
                        </a:solidFill>
                        <a:latin typeface="Arial"/>
                        <a:ea typeface="+mn-ea"/>
                        <a:cs typeface="Arial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4">
                      <a:solidFill>
                        <a:srgbClr val="0E2841"/>
                      </a:solidFill>
                    </a:lnR>
                    <a:lnT w="3174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4">
                      <a:solidFill>
                        <a:srgbClr val="0E2841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2170"/>
                    </a:solidFill>
                  </a:tcPr>
                </a:tc>
                <a:tc>
                  <a:txBody>
                    <a:bodyPr/>
                    <a:lstStyle>
                      <a:lvl1pPr marL="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1pPr>
                      <a:lvl2pPr marL="456888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2pPr>
                      <a:lvl3pPr marL="913771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3pPr>
                      <a:lvl4pPr marL="137066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4pPr>
                      <a:lvl5pPr marL="1827543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5pPr>
                      <a:lvl6pPr marL="228443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6pPr>
                      <a:lvl7pPr marL="2741316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7pPr>
                      <a:lvl8pPr marL="3198202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8pPr>
                      <a:lvl9pPr marL="365509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  <a:latin typeface="Arial"/>
                          <a:cs typeface="Arial"/>
                        </a:rPr>
                        <a:t>Issues/ Risk</a:t>
                      </a:r>
                    </a:p>
                  </a:txBody>
                  <a:tcPr anchor="ctr">
                    <a:lnL w="3174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2170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marL="0" algn="ctr" defTabSz="456888" rtl="0" eaLnBrk="1" latinLnBrk="0" hangingPunct="1"/>
                      <a:r>
                        <a:rPr lang="en-US" sz="600" b="1" kern="1200">
                          <a:solidFill>
                            <a:schemeClr val="bg1"/>
                          </a:solidFill>
                          <a:latin typeface="Arial"/>
                          <a:cs typeface="Arial"/>
                        </a:rPr>
                        <a:t>Resources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217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19824854"/>
                  </a:ext>
                </a:extLst>
              </a:tr>
            </a:tbl>
          </a:graphicData>
        </a:graphic>
      </p:graphicFrame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401D2BF5-B8DF-1636-AEF1-C2E266E56D0F}"/>
              </a:ext>
            </a:extLst>
          </p:cNvPr>
          <p:cNvGraphicFramePr>
            <a:graphicFrameLocks noGrp="1"/>
          </p:cNvGraphicFramePr>
          <p:nvPr/>
        </p:nvGraphicFramePr>
        <p:xfrm>
          <a:off x="10254087" y="41794"/>
          <a:ext cx="1828800" cy="263081"/>
        </p:xfrm>
        <a:graphic>
          <a:graphicData uri="http://schemas.openxmlformats.org/drawingml/2006/table">
            <a:tbl>
              <a:tblPr bandRow="1"/>
              <a:tblGrid>
                <a:gridCol w="611648">
                  <a:extLst>
                    <a:ext uri="{9D8B030D-6E8A-4147-A177-3AD203B41FA5}">
                      <a16:colId xmlns:a16="http://schemas.microsoft.com/office/drawing/2014/main" val="560141210"/>
                    </a:ext>
                  </a:extLst>
                </a:gridCol>
                <a:gridCol w="1217152">
                  <a:extLst>
                    <a:ext uri="{9D8B030D-6E8A-4147-A177-3AD203B41FA5}">
                      <a16:colId xmlns:a16="http://schemas.microsoft.com/office/drawing/2014/main" val="426978688"/>
                    </a:ext>
                  </a:extLst>
                </a:gridCol>
              </a:tblGrid>
              <a:tr h="238125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fontAlgn="base">
                        <a:lnSpc>
                          <a:spcPts val="1350"/>
                        </a:lnSpc>
                        <a:buNone/>
                      </a:pPr>
                      <a:r>
                        <a:rPr lang="en-US" sz="1100" b="1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Date</a:t>
                      </a:r>
                      <a:endParaRPr lang="en-US" b="1">
                        <a:solidFill>
                          <a:srgbClr val="FFFFFF"/>
                        </a:solidFill>
                        <a:effectLst/>
                        <a:latin typeface="Calibri"/>
                      </a:endParaRPr>
                    </a:p>
                  </a:txBody>
                  <a:tcPr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2170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lvl="0" algn="ctr">
                        <a:lnSpc>
                          <a:spcPts val="1350"/>
                        </a:lnSpc>
                        <a:buNone/>
                      </a:pPr>
                      <a:r>
                        <a:rPr lang="en-US" sz="1100" b="1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Nov 4th, 2026</a:t>
                      </a:r>
                      <a:endParaRPr lang="en-US"/>
                    </a:p>
                  </a:txBody>
                  <a:tcPr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3106872"/>
                  </a:ext>
                </a:extLst>
              </a:tr>
            </a:tbl>
          </a:graphicData>
        </a:graphic>
      </p:graphicFrame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A81C3185-33F2-2598-872D-6A933D955BE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20019077"/>
              </p:ext>
            </p:extLst>
          </p:nvPr>
        </p:nvGraphicFramePr>
        <p:xfrm>
          <a:off x="99225" y="857681"/>
          <a:ext cx="5878344" cy="3718560"/>
        </p:xfrm>
        <a:graphic>
          <a:graphicData uri="http://schemas.openxmlformats.org/drawingml/2006/table">
            <a:tbl>
              <a:tblPr firstRow="1" bandRow="1"/>
              <a:tblGrid>
                <a:gridCol w="5878344">
                  <a:extLst>
                    <a:ext uri="{9D8B030D-6E8A-4147-A177-3AD203B41FA5}">
                      <a16:colId xmlns:a16="http://schemas.microsoft.com/office/drawing/2014/main" val="4063976994"/>
                    </a:ext>
                  </a:extLst>
                </a:gridCol>
              </a:tblGrid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1000">
                          <a:solidFill>
                            <a:schemeClr val="bg1"/>
                          </a:solidFill>
                        </a:rPr>
                        <a:t>Key Accomplishments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63150789"/>
                  </a:ext>
                </a:extLst>
              </a:tr>
              <a:tr h="347472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1000" dirty="0">
                          <a:latin typeface="+mn-lt"/>
                        </a:rPr>
                        <a:t>✓ Delivery team established; DE members assigned to OTC, EPOS and Master Data</a:t>
                      </a:r>
                    </a:p>
                    <a:p>
                      <a:r>
                        <a:rPr lang="en-US" sz="1000" dirty="0">
                          <a:latin typeface="+mn-lt"/>
                        </a:rPr>
                        <a:t>✓ MDLZ accounts requested; team onboarding started</a:t>
                      </a:r>
                    </a:p>
                    <a:p>
                      <a:r>
                        <a:rPr lang="en-US" sz="1000" dirty="0">
                          <a:latin typeface="+mn-lt"/>
                        </a:rPr>
                        <a:t>✓ Internal kick-off held: scope, timeline, ways of working</a:t>
                      </a:r>
                    </a:p>
                    <a:p>
                      <a:r>
                        <a:rPr lang="en-US" sz="1000" dirty="0">
                          <a:latin typeface="+mn-lt"/>
                        </a:rPr>
                        <a:t>✓ Preparation started: capture of existing Brazil &amp; Southern Cone code (reverse engineering – access pending)</a:t>
                      </a:r>
                    </a:p>
                    <a:p>
                      <a:r>
                        <a:rPr lang="en-US" sz="1000" dirty="0">
                          <a:latin typeface="+mn-lt"/>
                        </a:rPr>
                        <a:t>✓ Requirements elicitation plan draft – planned.</a:t>
                      </a:r>
                    </a:p>
                  </a:txBody>
                  <a:tcPr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3642603"/>
                  </a:ext>
                </a:extLst>
              </a:tr>
            </a:tbl>
          </a:graphicData>
        </a:graphic>
      </p:graphicFrame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9FB58ED1-B6BB-2C18-2E93-C8F75B0E3E3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1765106"/>
              </p:ext>
            </p:extLst>
          </p:nvPr>
        </p:nvGraphicFramePr>
        <p:xfrm>
          <a:off x="99225" y="502184"/>
          <a:ext cx="3838575" cy="261684"/>
        </p:xfrm>
        <a:graphic>
          <a:graphicData uri="http://schemas.openxmlformats.org/drawingml/2006/table">
            <a:tbl>
              <a:tblPr bandRow="1"/>
              <a:tblGrid>
                <a:gridCol w="1534313">
                  <a:extLst>
                    <a:ext uri="{9D8B030D-6E8A-4147-A177-3AD203B41FA5}">
                      <a16:colId xmlns:a16="http://schemas.microsoft.com/office/drawing/2014/main" val="560141210"/>
                    </a:ext>
                  </a:extLst>
                </a:gridCol>
                <a:gridCol w="2304262">
                  <a:extLst>
                    <a:ext uri="{9D8B030D-6E8A-4147-A177-3AD203B41FA5}">
                      <a16:colId xmlns:a16="http://schemas.microsoft.com/office/drawing/2014/main" val="426978688"/>
                    </a:ext>
                  </a:extLst>
                </a:gridCol>
              </a:tblGrid>
              <a:tr h="238125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fontAlgn="base">
                        <a:lnSpc>
                          <a:spcPts val="1350"/>
                        </a:lnSpc>
                        <a:buNone/>
                      </a:pPr>
                      <a:r>
                        <a:rPr lang="en-US" sz="1100" b="1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Data Engineering Lead</a:t>
                      </a:r>
                      <a:endParaRPr lang="en-US" b="1">
                        <a:solidFill>
                          <a:srgbClr val="FFFFFF"/>
                        </a:solidFill>
                        <a:effectLst/>
                        <a:latin typeface="Calibri"/>
                      </a:endParaRPr>
                    </a:p>
                  </a:txBody>
                  <a:tcPr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lvl="0" algn="l">
                        <a:lnSpc>
                          <a:spcPct val="100000"/>
                        </a:lnSpc>
                        <a:buNone/>
                      </a:pPr>
                      <a:r>
                        <a:rPr lang="en-US" sz="1100" b="1" kern="1200" dirty="0">
                          <a:solidFill>
                            <a:srgbClr val="000000"/>
                          </a:solidFill>
                          <a:effectLst/>
                          <a:latin typeface="Calibri"/>
                          <a:ea typeface="+mn-ea"/>
                          <a:cs typeface="+mn-cs"/>
                        </a:rPr>
                        <a:t>Małgorzata Mańka/Michał Herman </a:t>
                      </a:r>
                    </a:p>
                  </a:txBody>
                  <a:tcPr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3106872"/>
                  </a:ext>
                </a:extLst>
              </a:tr>
            </a:tbl>
          </a:graphicData>
        </a:graphic>
      </p:graphicFrame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5EDE79F7-99D9-781E-55B0-26CB4875D72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86304857"/>
              </p:ext>
            </p:extLst>
          </p:nvPr>
        </p:nvGraphicFramePr>
        <p:xfrm>
          <a:off x="3999712" y="502184"/>
          <a:ext cx="3838575" cy="263081"/>
        </p:xfrm>
        <a:graphic>
          <a:graphicData uri="http://schemas.openxmlformats.org/drawingml/2006/table">
            <a:tbl>
              <a:tblPr bandRow="1"/>
              <a:tblGrid>
                <a:gridCol w="1534313">
                  <a:extLst>
                    <a:ext uri="{9D8B030D-6E8A-4147-A177-3AD203B41FA5}">
                      <a16:colId xmlns:a16="http://schemas.microsoft.com/office/drawing/2014/main" val="560141210"/>
                    </a:ext>
                  </a:extLst>
                </a:gridCol>
                <a:gridCol w="2304262">
                  <a:extLst>
                    <a:ext uri="{9D8B030D-6E8A-4147-A177-3AD203B41FA5}">
                      <a16:colId xmlns:a16="http://schemas.microsoft.com/office/drawing/2014/main" val="426978688"/>
                    </a:ext>
                  </a:extLst>
                </a:gridCol>
              </a:tblGrid>
              <a:tr h="238125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fontAlgn="base">
                        <a:lnSpc>
                          <a:spcPts val="1350"/>
                        </a:lnSpc>
                        <a:buNone/>
                      </a:pPr>
                      <a:r>
                        <a:rPr lang="en-US" sz="1100" b="1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Gen BI Lead</a:t>
                      </a:r>
                      <a:endParaRPr lang="en-US" b="1">
                        <a:solidFill>
                          <a:srgbClr val="FFFFFF"/>
                        </a:solidFill>
                        <a:effectLst/>
                        <a:latin typeface="Calibri"/>
                      </a:endParaRPr>
                    </a:p>
                  </a:txBody>
                  <a:tcPr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lvl="0" algn="l">
                        <a:lnSpc>
                          <a:spcPts val="1350"/>
                        </a:lnSpc>
                        <a:buNone/>
                      </a:pPr>
                      <a:r>
                        <a:rPr lang="en-US" sz="1100" b="1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TBD</a:t>
                      </a:r>
                      <a:endParaRPr lang="en-US" dirty="0"/>
                    </a:p>
                  </a:txBody>
                  <a:tcPr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3106872"/>
                  </a:ext>
                </a:extLst>
              </a:tr>
            </a:tbl>
          </a:graphicData>
        </a:graphic>
      </p:graphicFrame>
      <p:graphicFrame>
        <p:nvGraphicFramePr>
          <p:cNvPr id="8" name="Table 7">
            <a:extLst>
              <a:ext uri="{FF2B5EF4-FFF2-40B4-BE49-F238E27FC236}">
                <a16:creationId xmlns:a16="http://schemas.microsoft.com/office/drawing/2014/main" id="{2157E485-B43A-BEF8-AFA4-C45B2CA652AA}"/>
              </a:ext>
            </a:extLst>
          </p:cNvPr>
          <p:cNvGraphicFramePr>
            <a:graphicFrameLocks noGrp="1"/>
          </p:cNvGraphicFramePr>
          <p:nvPr/>
        </p:nvGraphicFramePr>
        <p:xfrm>
          <a:off x="99224" y="4926879"/>
          <a:ext cx="6649494" cy="1645920"/>
        </p:xfrm>
        <a:graphic>
          <a:graphicData uri="http://schemas.openxmlformats.org/drawingml/2006/table">
            <a:tbl>
              <a:tblPr firstRow="1" bandRow="1"/>
              <a:tblGrid>
                <a:gridCol w="408422">
                  <a:extLst>
                    <a:ext uri="{9D8B030D-6E8A-4147-A177-3AD203B41FA5}">
                      <a16:colId xmlns:a16="http://schemas.microsoft.com/office/drawing/2014/main" val="4063976994"/>
                    </a:ext>
                  </a:extLst>
                </a:gridCol>
                <a:gridCol w="571792">
                  <a:extLst>
                    <a:ext uri="{9D8B030D-6E8A-4147-A177-3AD203B41FA5}">
                      <a16:colId xmlns:a16="http://schemas.microsoft.com/office/drawing/2014/main" val="2930135291"/>
                    </a:ext>
                  </a:extLst>
                </a:gridCol>
                <a:gridCol w="3291840">
                  <a:extLst>
                    <a:ext uri="{9D8B030D-6E8A-4147-A177-3AD203B41FA5}">
                      <a16:colId xmlns:a16="http://schemas.microsoft.com/office/drawing/2014/main" val="342581697"/>
                    </a:ext>
                  </a:extLst>
                </a:gridCol>
                <a:gridCol w="731520">
                  <a:extLst>
                    <a:ext uri="{9D8B030D-6E8A-4147-A177-3AD203B41FA5}">
                      <a16:colId xmlns:a16="http://schemas.microsoft.com/office/drawing/2014/main" val="2994194436"/>
                    </a:ext>
                  </a:extLst>
                </a:gridCol>
                <a:gridCol w="1005840">
                  <a:extLst>
                    <a:ext uri="{9D8B030D-6E8A-4147-A177-3AD203B41FA5}">
                      <a16:colId xmlns:a16="http://schemas.microsoft.com/office/drawing/2014/main" val="3638549791"/>
                    </a:ext>
                  </a:extLst>
                </a:gridCol>
                <a:gridCol w="640080">
                  <a:extLst>
                    <a:ext uri="{9D8B030D-6E8A-4147-A177-3AD203B41FA5}">
                      <a16:colId xmlns:a16="http://schemas.microsoft.com/office/drawing/2014/main" val="4204228725"/>
                    </a:ext>
                  </a:extLst>
                </a:gridCol>
              </a:tblGrid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/>
                        <a:t>Type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/>
                        <a:t>Number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/>
                        <a:t>Description / Mitigation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/>
                        <a:t>Status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/>
                        <a:t>Owner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/>
                        <a:t>Due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63150789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700" b="1">
                          <a:latin typeface="+mn-lt"/>
                        </a:rPr>
                        <a:t>Risk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700" b="1">
                          <a:latin typeface="+mn-lt"/>
                        </a:rPr>
                        <a:t>R05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700">
                          <a:latin typeface="+mn-lt"/>
                        </a:rPr>
                        <a:t>Travel moved to early Dec – revised plan; remote sessions in Nov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800" b="1">
                          <a:solidFill>
                            <a:schemeClr val="bg1"/>
                          </a:solidFill>
                          <a:latin typeface="+mn-lt"/>
                        </a:rPr>
                        <a:t>R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52323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700">
                          <a:latin typeface="+mn-lt"/>
                        </a:rPr>
                        <a:t>Vadzim N.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700">
                          <a:latin typeface="+mn-lt"/>
                        </a:rPr>
                        <a:t>Nov 13th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3642603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700" b="1">
                          <a:latin typeface="+mn-lt"/>
                        </a:rPr>
                        <a:t>Risk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700" b="1">
                          <a:latin typeface="+mn-lt"/>
                        </a:rPr>
                        <a:t>R06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700">
                          <a:latin typeface="+mn-lt"/>
                        </a:rPr>
                        <a:t>Remote sessions less effective – pre-reads, weekly sign-off tracking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800" b="1">
                          <a:solidFill>
                            <a:schemeClr val="bg1"/>
                          </a:solidFill>
                          <a:latin typeface="+mn-lt"/>
                        </a:rPr>
                        <a:t>A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18719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700">
                          <a:latin typeface="+mn-lt"/>
                        </a:rPr>
                        <a:t>Vadzim N.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700">
                          <a:latin typeface="+mn-lt"/>
                        </a:rPr>
                        <a:t>Weekly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2300796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700" b="1">
                          <a:latin typeface="+mn-lt"/>
                        </a:rPr>
                        <a:t>Risk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700" b="1">
                          <a:latin typeface="+mn-lt"/>
                        </a:rPr>
                        <a:t>R04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700">
                          <a:latin typeface="+mn-lt"/>
                        </a:rPr>
                        <a:t>Governance SPOCs not named – DP&amp;E core-domain alignment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800" b="1">
                          <a:solidFill>
                            <a:schemeClr val="bg1"/>
                          </a:solidFill>
                          <a:latin typeface="+mn-lt"/>
                        </a:rPr>
                        <a:t>A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18719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700">
                          <a:latin typeface="+mn-lt"/>
                        </a:rPr>
                        <a:t>MDLZ PM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700">
                          <a:latin typeface="+mn-lt"/>
                        </a:rPr>
                        <a:t>Nov 13th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63418265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700" b="1">
                          <a:latin typeface="+mn-lt"/>
                        </a:rPr>
                        <a:t>Act.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700" b="1">
                          <a:latin typeface="+mn-lt"/>
                        </a:rPr>
                        <a:t>A01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700">
                          <a:latin typeface="+mn-lt"/>
                        </a:rPr>
                        <a:t>Confirm new Brazil &amp; Argentina travel dates and participants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800" b="1">
                          <a:solidFill>
                            <a:schemeClr val="bg1"/>
                          </a:solidFill>
                          <a:latin typeface="+mn-lt"/>
                        </a:rPr>
                        <a:t>A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18719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700">
                          <a:latin typeface="+mn-lt"/>
                        </a:rPr>
                        <a:t>Vadzim N.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700">
                          <a:latin typeface="+mn-lt"/>
                        </a:rPr>
                        <a:t>Nov 13th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9067520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700" b="1">
                          <a:latin typeface="+mn-lt"/>
                        </a:rPr>
                        <a:t>Act.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700" b="1">
                          <a:latin typeface="+mn-lt"/>
                        </a:rPr>
                        <a:t>A02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700">
                          <a:latin typeface="+mn-lt"/>
                        </a:rPr>
                        <a:t>Complete MDLZ accounts setup and team onboarding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800" b="1">
                          <a:solidFill>
                            <a:schemeClr val="bg1"/>
                          </a:solidFill>
                          <a:latin typeface="+mn-lt"/>
                        </a:rPr>
                        <a:t>A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18719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700">
                          <a:latin typeface="+mn-lt"/>
                        </a:rPr>
                        <a:t>MDLZ / Lingaro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700">
                          <a:latin typeface="+mn-lt"/>
                        </a:rPr>
                        <a:t>Nov 9th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6955591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96495709"/>
                  </a:ext>
                </a:extLst>
              </a:tr>
            </a:tbl>
          </a:graphicData>
        </a:graphic>
      </p:graphicFrame>
      <p:graphicFrame>
        <p:nvGraphicFramePr>
          <p:cNvPr id="9" name="Table 8">
            <a:extLst>
              <a:ext uri="{FF2B5EF4-FFF2-40B4-BE49-F238E27FC236}">
                <a16:creationId xmlns:a16="http://schemas.microsoft.com/office/drawing/2014/main" id="{AE097257-EAA1-EF66-3F79-0EC695EF3B4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41689727"/>
              </p:ext>
            </p:extLst>
          </p:nvPr>
        </p:nvGraphicFramePr>
        <p:xfrm>
          <a:off x="6153897" y="857681"/>
          <a:ext cx="5943600" cy="3718560"/>
        </p:xfrm>
        <a:graphic>
          <a:graphicData uri="http://schemas.openxmlformats.org/drawingml/2006/table">
            <a:tbl>
              <a:tblPr firstRow="1" bandRow="1"/>
              <a:tblGrid>
                <a:gridCol w="5943600">
                  <a:extLst>
                    <a:ext uri="{9D8B030D-6E8A-4147-A177-3AD203B41FA5}">
                      <a16:colId xmlns:a16="http://schemas.microsoft.com/office/drawing/2014/main" val="4063976994"/>
                    </a:ext>
                  </a:extLst>
                </a:gridCol>
              </a:tblGrid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1000">
                          <a:solidFill>
                            <a:schemeClr val="bg1"/>
                          </a:solidFill>
                        </a:rPr>
                        <a:t>Key upcoming activities &amp; decisions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63150789"/>
                  </a:ext>
                </a:extLst>
              </a:tr>
              <a:tr h="347472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1000" b="1" dirty="0">
                          <a:latin typeface="+mn-lt"/>
                        </a:rPr>
                        <a:t>WC &amp; MX (1a):</a:t>
                      </a:r>
                    </a:p>
                    <a:p>
                      <a:r>
                        <a:rPr lang="en-US" sz="1000" dirty="0">
                          <a:latin typeface="+mn-lt"/>
                        </a:rPr>
                        <a:t>▪ Sell-In report assessment &amp; preselection: Nov 4</a:t>
                      </a:r>
                      <a:r>
                        <a:rPr lang="en-US" sz="1000" baseline="30000" dirty="0">
                          <a:latin typeface="+mn-lt"/>
                        </a:rPr>
                        <a:t>th</a:t>
                      </a:r>
                      <a:r>
                        <a:rPr lang="en-US" sz="1000" dirty="0">
                          <a:latin typeface="+mn-lt"/>
                        </a:rPr>
                        <a:t> (dependency on resources – OSA MX, </a:t>
                      </a:r>
                      <a:r>
                        <a:rPr lang="en-US" sz="1000" dirty="0" err="1">
                          <a:latin typeface="+mn-lt"/>
                        </a:rPr>
                        <a:t>Wacam</a:t>
                      </a:r>
                      <a:r>
                        <a:rPr lang="en-US" sz="1000" dirty="0">
                          <a:latin typeface="+mn-lt"/>
                        </a:rPr>
                        <a:t> PODs)</a:t>
                      </a:r>
                    </a:p>
                    <a:p>
                      <a:r>
                        <a:rPr lang="en-US" sz="1000" dirty="0">
                          <a:latin typeface="+mn-lt"/>
                        </a:rPr>
                        <a:t>▪ Sell-Out report assessment: </a:t>
                      </a:r>
                      <a:r>
                        <a:rPr lang="en-US" sz="1000" kern="1200" dirty="0">
                          <a:solidFill>
                            <a:schemeClr val="dk1"/>
                          </a:solidFill>
                          <a:latin typeface="Aptos" panose="02110004020202020204"/>
                          <a:ea typeface="+mn-ea"/>
                          <a:cs typeface="+mn-cs"/>
                        </a:rPr>
                        <a:t>Nov 4</a:t>
                      </a:r>
                      <a:r>
                        <a:rPr lang="en-US" sz="1000" kern="1200" baseline="30000" dirty="0">
                          <a:solidFill>
                            <a:schemeClr val="dk1"/>
                          </a:solidFill>
                          <a:latin typeface="Aptos" panose="02110004020202020204"/>
                          <a:ea typeface="+mn-ea"/>
                          <a:cs typeface="+mn-cs"/>
                        </a:rPr>
                        <a:t>th</a:t>
                      </a:r>
                      <a:r>
                        <a:rPr lang="en-US" sz="1000" kern="1200" dirty="0">
                          <a:solidFill>
                            <a:schemeClr val="dk1"/>
                          </a:solidFill>
                          <a:latin typeface="Aptos" panose="02110004020202020204"/>
                          <a:ea typeface="+mn-ea"/>
                          <a:cs typeface="+mn-cs"/>
                        </a:rPr>
                        <a:t> (dependency on resources – OSA MX, </a:t>
                      </a:r>
                      <a:r>
                        <a:rPr lang="en-US" sz="1000" kern="1200" dirty="0" err="1">
                          <a:solidFill>
                            <a:schemeClr val="dk1"/>
                          </a:solidFill>
                          <a:latin typeface="Aptos" panose="02110004020202020204"/>
                          <a:ea typeface="+mn-ea"/>
                          <a:cs typeface="+mn-cs"/>
                        </a:rPr>
                        <a:t>Wacam</a:t>
                      </a:r>
                      <a:r>
                        <a:rPr lang="en-US" sz="1000" kern="1200" dirty="0">
                          <a:solidFill>
                            <a:schemeClr val="dk1"/>
                          </a:solidFill>
                          <a:latin typeface="Aptos" panose="02110004020202020204"/>
                          <a:ea typeface="+mn-ea"/>
                          <a:cs typeface="+mn-cs"/>
                        </a:rPr>
                        <a:t> PODs)</a:t>
                      </a:r>
                      <a:endParaRPr lang="en-US" sz="1000" dirty="0">
                        <a:latin typeface="+mn-lt"/>
                      </a:endParaRPr>
                    </a:p>
                    <a:p>
                      <a:r>
                        <a:rPr lang="en-US" sz="1000" b="1" dirty="0">
                          <a:latin typeface="+mn-lt"/>
                        </a:rPr>
                        <a:t>BR &amp; SC (1b):</a:t>
                      </a:r>
                    </a:p>
                    <a:p>
                      <a:r>
                        <a:rPr lang="en-US" sz="1000" dirty="0">
                          <a:latin typeface="+mn-lt"/>
                        </a:rPr>
                        <a:t>▪ Reverse engineering of Sell-In / Sell-Out logic (Nov 4th – 18th). Dependency accesses provision.</a:t>
                      </a:r>
                    </a:p>
                    <a:p>
                      <a:r>
                        <a:rPr lang="en-US" sz="1000" dirty="0">
                          <a:latin typeface="+mn-lt"/>
                        </a:rPr>
                        <a:t>▪ Remote business sessions in November; onsite workshops Brazil &amp; Argentina – beginning of December</a:t>
                      </a:r>
                    </a:p>
                  </a:txBody>
                  <a:tcPr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3642603"/>
                  </a:ext>
                </a:extLst>
              </a:tr>
            </a:tbl>
          </a:graphicData>
        </a:graphic>
      </p:graphicFrame>
      <p:sp>
        <p:nvSpPr>
          <p:cNvPr id="10" name="Rectangle 14">
            <a:extLst>
              <a:ext uri="{FF2B5EF4-FFF2-40B4-BE49-F238E27FC236}">
                <a16:creationId xmlns:a16="http://schemas.microsoft.com/office/drawing/2014/main" id="{0028AAE3-0634-8774-A26B-2F4B458645E5}"/>
              </a:ext>
            </a:extLst>
          </p:cNvPr>
          <p:cNvSpPr/>
          <p:nvPr/>
        </p:nvSpPr>
        <p:spPr>
          <a:xfrm>
            <a:off x="99224" y="4685586"/>
            <a:ext cx="6649493" cy="182880"/>
          </a:xfrm>
          <a:prstGeom prst="rect">
            <a:avLst/>
          </a:prstGeom>
          <a:solidFill>
            <a:srgbClr val="156082"/>
          </a:solidFill>
          <a:ln w="19050" cap="flat" cmpd="sng" algn="ctr">
            <a:solidFill>
              <a:srgbClr val="156082"/>
            </a:solidFill>
            <a:prstDash val="solid"/>
            <a:miter lim="800000"/>
          </a:ln>
          <a:effectLst/>
        </p:spPr>
        <p:txBody>
          <a:bodyPr lIns="91440" tIns="45720" rIns="91440" bIns="4572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RAID (Risk, Action, Issue, Decision) with Mitigation Plan/Owner &amp; Due date</a:t>
            </a:r>
          </a:p>
        </p:txBody>
      </p:sp>
      <p:graphicFrame>
        <p:nvGraphicFramePr>
          <p:cNvPr id="11" name="Table 10">
            <a:extLst>
              <a:ext uri="{FF2B5EF4-FFF2-40B4-BE49-F238E27FC236}">
                <a16:creationId xmlns:a16="http://schemas.microsoft.com/office/drawing/2014/main" id="{4B21D200-2A2E-55B1-A80B-017CB558C106}"/>
              </a:ext>
            </a:extLst>
          </p:cNvPr>
          <p:cNvGraphicFramePr>
            <a:graphicFrameLocks noGrp="1"/>
          </p:cNvGraphicFramePr>
          <p:nvPr/>
        </p:nvGraphicFramePr>
        <p:xfrm>
          <a:off x="6841338" y="4926879"/>
          <a:ext cx="5241546" cy="1920240"/>
        </p:xfrm>
        <a:graphic>
          <a:graphicData uri="http://schemas.openxmlformats.org/drawingml/2006/table">
            <a:tbl>
              <a:tblPr firstRow="1" bandRow="1"/>
              <a:tblGrid>
                <a:gridCol w="1232631">
                  <a:extLst>
                    <a:ext uri="{9D8B030D-6E8A-4147-A177-3AD203B41FA5}">
                      <a16:colId xmlns:a16="http://schemas.microsoft.com/office/drawing/2014/main" val="4063976994"/>
                    </a:ext>
                  </a:extLst>
                </a:gridCol>
                <a:gridCol w="2813474">
                  <a:extLst>
                    <a:ext uri="{9D8B030D-6E8A-4147-A177-3AD203B41FA5}">
                      <a16:colId xmlns:a16="http://schemas.microsoft.com/office/drawing/2014/main" val="342581697"/>
                    </a:ext>
                  </a:extLst>
                </a:gridCol>
                <a:gridCol w="551742">
                  <a:extLst>
                    <a:ext uri="{9D8B030D-6E8A-4147-A177-3AD203B41FA5}">
                      <a16:colId xmlns:a16="http://schemas.microsoft.com/office/drawing/2014/main" val="2994194436"/>
                    </a:ext>
                  </a:extLst>
                </a:gridCol>
                <a:gridCol w="643699">
                  <a:extLst>
                    <a:ext uri="{9D8B030D-6E8A-4147-A177-3AD203B41FA5}">
                      <a16:colId xmlns:a16="http://schemas.microsoft.com/office/drawing/2014/main" val="4204228725"/>
                    </a:ext>
                  </a:extLst>
                </a:gridCol>
              </a:tblGrid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Phase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Tasks &amp; Summary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Status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Due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63150789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 b="1"/>
                        <a:t>Blueprint / Working Prototype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Working prototype: WC &amp; MX by Jan, BR &amp; SC by Feb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</a:rPr>
                        <a:t>A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18719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Jan 31st / Feb 28th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3642603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 b="1"/>
                        <a:t>Migration to new DBX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sz="600"/>
                        <a:t>Migrate all pipelines to Databricks AWS</a:t>
                      </a:r>
                      <a:endParaRPr lang="en-US" sz="6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</a:rPr>
                        <a:t>N.S.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Mar 31st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2300796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 b="1"/>
                        <a:t>Project Unit Testing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sz="600"/>
                        <a:t>Unit &amp; parallel-run testing in DEV</a:t>
                      </a:r>
                      <a:endParaRPr lang="en-US" sz="6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</a:rPr>
                        <a:t>N.S.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Apr 30th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63418265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 b="1"/>
                        <a:t>Business Testing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sz="600"/>
                        <a:t>End-to-end validation by product team</a:t>
                      </a:r>
                      <a:endParaRPr lang="en-US" sz="6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</a:rPr>
                        <a:t>N.S.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July 02nd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9067520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 b="1"/>
                        <a:t>Integration Testing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sz="600"/>
                        <a:t>Cross-domain integration testing in QA</a:t>
                      </a:r>
                      <a:endParaRPr lang="en-US" sz="6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</a:rPr>
                        <a:t>N.S.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July 30th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6955591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 b="1"/>
                        <a:t>User Acceptance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sz="600"/>
                        <a:t>Business stakeholder UAT across 4 BUs</a:t>
                      </a:r>
                      <a:endParaRPr lang="en-US" sz="6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</a:rPr>
                        <a:t>N.S.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Sept 03rd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96495709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 b="1"/>
                        <a:t>Production Readiness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Technical go-live readiness sign-off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</a:rPr>
                        <a:t>N.S.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Sept 24th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2433145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US" sz="600" b="1"/>
                        <a:t>Go-live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600"/>
                        <a:t>Business go-live across all markets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</a:rPr>
                        <a:t>N.S.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600"/>
                        <a:t>Oct 11th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7EAE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94238755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US" sz="600" b="1"/>
                        <a:t>Hypercare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600"/>
                        <a:t>Support, parallel run &amp; transition to BAU (Business as Usual)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</a:rPr>
                        <a:t>N.S.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600"/>
                        <a:t>Dec 31st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38678162"/>
                  </a:ext>
                </a:extLst>
              </a:tr>
            </a:tbl>
          </a:graphicData>
        </a:graphic>
      </p:graphicFrame>
      <p:sp>
        <p:nvSpPr>
          <p:cNvPr id="12" name="Rectangle 14">
            <a:extLst>
              <a:ext uri="{FF2B5EF4-FFF2-40B4-BE49-F238E27FC236}">
                <a16:creationId xmlns:a16="http://schemas.microsoft.com/office/drawing/2014/main" id="{4B5C276F-93A7-7E01-57AE-01C4BBA9A257}"/>
              </a:ext>
            </a:extLst>
          </p:cNvPr>
          <p:cNvSpPr/>
          <p:nvPr/>
        </p:nvSpPr>
        <p:spPr>
          <a:xfrm>
            <a:off x="6841338" y="4685586"/>
            <a:ext cx="5241547" cy="182880"/>
          </a:xfrm>
          <a:prstGeom prst="rect">
            <a:avLst/>
          </a:prstGeom>
          <a:solidFill>
            <a:srgbClr val="156082"/>
          </a:solidFill>
          <a:ln w="19050" cap="flat" cmpd="sng" algn="ctr">
            <a:solidFill>
              <a:srgbClr val="156082"/>
            </a:solidFill>
            <a:prstDash val="solid"/>
            <a:miter lim="800000"/>
          </a:ln>
          <a:effectLst/>
        </p:spPr>
        <p:txBody>
          <a:bodyPr lIns="91440" tIns="45720" rIns="91440" bIns="4572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Upcoming Milestones Status Updates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514EF74B-EC0A-7F71-8F16-4118903E22D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9113" y="6478812"/>
            <a:ext cx="4081322" cy="329571"/>
          </a:xfrm>
          <a:prstGeom prst="rect">
            <a:avLst/>
          </a:prstGeom>
        </p:spPr>
      </p:pic>
      <p:graphicFrame>
        <p:nvGraphicFramePr>
          <p:cNvPr id="15" name="Table 14">
            <a:extLst>
              <a:ext uri="{FF2B5EF4-FFF2-40B4-BE49-F238E27FC236}">
                <a16:creationId xmlns:a16="http://schemas.microsoft.com/office/drawing/2014/main" id="{7E2A784C-3962-8FCD-342C-7B7169C01BB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38623959"/>
              </p:ext>
            </p:extLst>
          </p:nvPr>
        </p:nvGraphicFramePr>
        <p:xfrm>
          <a:off x="7900199" y="491483"/>
          <a:ext cx="4182688" cy="263081"/>
        </p:xfrm>
        <a:graphic>
          <a:graphicData uri="http://schemas.openxmlformats.org/drawingml/2006/table">
            <a:tbl>
              <a:tblPr bandRow="1"/>
              <a:tblGrid>
                <a:gridCol w="1671858">
                  <a:extLst>
                    <a:ext uri="{9D8B030D-6E8A-4147-A177-3AD203B41FA5}">
                      <a16:colId xmlns:a16="http://schemas.microsoft.com/office/drawing/2014/main" val="560141210"/>
                    </a:ext>
                  </a:extLst>
                </a:gridCol>
                <a:gridCol w="2510830">
                  <a:extLst>
                    <a:ext uri="{9D8B030D-6E8A-4147-A177-3AD203B41FA5}">
                      <a16:colId xmlns:a16="http://schemas.microsoft.com/office/drawing/2014/main" val="426978688"/>
                    </a:ext>
                  </a:extLst>
                </a:gridCol>
              </a:tblGrid>
              <a:tr h="238125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fontAlgn="base">
                        <a:lnSpc>
                          <a:spcPts val="1350"/>
                        </a:lnSpc>
                        <a:buNone/>
                      </a:pPr>
                      <a:r>
                        <a:rPr lang="en-US" sz="1100" b="1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MDLZ Lead</a:t>
                      </a:r>
                      <a:endParaRPr lang="en-US" b="1">
                        <a:solidFill>
                          <a:srgbClr val="FFFFFF"/>
                        </a:solidFill>
                        <a:effectLst/>
                        <a:latin typeface="Calibri"/>
                      </a:endParaRPr>
                    </a:p>
                  </a:txBody>
                  <a:tcPr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lvl="0" algn="l">
                        <a:lnSpc>
                          <a:spcPts val="1350"/>
                        </a:lnSpc>
                        <a:buNone/>
                      </a:pPr>
                      <a:r>
                        <a:rPr lang="en-US" sz="1100" b="1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TBD (SPOC to be nominated)</a:t>
                      </a:r>
                      <a:endParaRPr lang="en-US"/>
                    </a:p>
                  </a:txBody>
                  <a:tcPr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310687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8612908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245BEDE-83B8-C095-5E03-FA9EB445621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A67F24D-9F1E-B7C5-DE50-CC8042142279}"/>
              </a:ext>
            </a:extLst>
          </p:cNvPr>
          <p:cNvSpPr txBox="1">
            <a:spLocks/>
          </p:cNvSpPr>
          <p:nvPr/>
        </p:nvSpPr>
        <p:spPr>
          <a:xfrm>
            <a:off x="109113" y="-1"/>
            <a:ext cx="6558388" cy="491483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85000"/>
              </a:lnSpc>
              <a:spcBef>
                <a:spcPct val="0"/>
              </a:spcBef>
              <a:buNone/>
              <a:defRPr sz="3200" b="0" kern="1200" cap="all" baseline="0">
                <a:solidFill>
                  <a:schemeClr val="accent1"/>
                </a:solidFill>
                <a:latin typeface="+mj-lt"/>
                <a:ea typeface="+mj-ea"/>
                <a:cs typeface="+mj-cs"/>
              </a:defRPr>
            </a:lvl1pPr>
          </a:lstStyle>
          <a:p>
            <a:pPr lvl="0" defTabSz="894860" eaLnBrk="0" fontAlgn="base" hangingPunct="0">
              <a:lnSpc>
                <a:spcPct val="100000"/>
              </a:lnSpc>
              <a:spcAft>
                <a:spcPct val="0"/>
              </a:spcAft>
              <a:defRPr/>
            </a:pPr>
            <a:r>
              <a:rPr kumimoji="0" lang="en-US" sz="2000" b="1" i="0" u="none" strike="noStrike" kern="1200" cap="all" spc="0" normalizeH="0" baseline="0" noProof="0">
                <a:ln>
                  <a:noFill/>
                </a:ln>
                <a:solidFill>
                  <a:srgbClr val="4F2170"/>
                </a:solidFill>
                <a:effectLst/>
                <a:uLnTx/>
                <a:uFillTx/>
                <a:latin typeface="Aptos Display" panose="02110004020202020204"/>
                <a:ea typeface="+mj-ea"/>
                <a:cs typeface="+mj-cs"/>
              </a:rPr>
              <a:t>2. MDLZ INVENTORY &amp; SHIPMENT</a:t>
            </a:r>
          </a:p>
        </p:txBody>
      </p:sp>
      <p:graphicFrame>
        <p:nvGraphicFramePr>
          <p:cNvPr id="3" name="Table 21">
            <a:extLst>
              <a:ext uri="{FF2B5EF4-FFF2-40B4-BE49-F238E27FC236}">
                <a16:creationId xmlns:a16="http://schemas.microsoft.com/office/drawing/2014/main" id="{0FF197FE-D7A6-C972-7FD2-770A8288DD57}"/>
              </a:ext>
            </a:extLst>
          </p:cNvPr>
          <p:cNvGraphicFramePr>
            <a:graphicFrameLocks noGrp="1"/>
          </p:cNvGraphicFramePr>
          <p:nvPr/>
        </p:nvGraphicFramePr>
        <p:xfrm>
          <a:off x="6219827" y="50695"/>
          <a:ext cx="3946258" cy="365760"/>
        </p:xfrm>
        <a:graphic>
          <a:graphicData uri="http://schemas.openxmlformats.org/drawingml/2006/table">
            <a:tbl>
              <a:tblPr firstRow="1" bandRow="1"/>
              <a:tblGrid>
                <a:gridCol w="455198">
                  <a:extLst>
                    <a:ext uri="{9D8B030D-6E8A-4147-A177-3AD203B41FA5}">
                      <a16:colId xmlns:a16="http://schemas.microsoft.com/office/drawing/2014/main" val="169957441"/>
                    </a:ext>
                  </a:extLst>
                </a:gridCol>
                <a:gridCol w="55426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3948">
                  <a:extLst>
                    <a:ext uri="{9D8B030D-6E8A-4147-A177-3AD203B41FA5}">
                      <a16:colId xmlns:a16="http://schemas.microsoft.com/office/drawing/2014/main" val="3188106295"/>
                    </a:ext>
                  </a:extLst>
                </a:gridCol>
                <a:gridCol w="46948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345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35398">
                  <a:extLst>
                    <a:ext uri="{9D8B030D-6E8A-4147-A177-3AD203B41FA5}">
                      <a16:colId xmlns:a16="http://schemas.microsoft.com/office/drawing/2014/main" val="2479922860"/>
                    </a:ext>
                  </a:extLst>
                </a:gridCol>
                <a:gridCol w="645758">
                  <a:extLst>
                    <a:ext uri="{9D8B030D-6E8A-4147-A177-3AD203B41FA5}">
                      <a16:colId xmlns:a16="http://schemas.microsoft.com/office/drawing/2014/main" val="2139964373"/>
                    </a:ext>
                  </a:extLst>
                </a:gridCol>
                <a:gridCol w="648745">
                  <a:extLst>
                    <a:ext uri="{9D8B030D-6E8A-4147-A177-3AD203B41FA5}">
                      <a16:colId xmlns:a16="http://schemas.microsoft.com/office/drawing/2014/main" val="3332492913"/>
                    </a:ext>
                  </a:extLst>
                </a:gridCol>
              </a:tblGrid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1" i="0" u="none" strike="noStrike" noProof="0">
                          <a:solidFill>
                            <a:schemeClr val="tx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/>
                          <a:cs typeface="Arial"/>
                        </a:rPr>
                        <a:t>A</a:t>
                      </a:r>
                      <a:endParaRPr lang="en-US" sz="600" b="1" i="0" u="none" strike="noStrike" noProof="0"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Arial"/>
                        <a:cs typeface="Arial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18719"/>
                    </a:solidFill>
                  </a:tcPr>
                </a:tc>
                <a:tc>
                  <a:txBody>
                    <a:bodyPr/>
                    <a:lstStyle>
                      <a:lvl1pPr marL="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1pPr>
                      <a:lvl2pPr marL="456888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2pPr>
                      <a:lvl3pPr marL="913771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3pPr>
                      <a:lvl4pPr marL="137066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4pPr>
                      <a:lvl5pPr marL="1827543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5pPr>
                      <a:lvl6pPr marL="228443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6pPr>
                      <a:lvl7pPr marL="2741316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7pPr>
                      <a:lvl8pPr marL="3198202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8pPr>
                      <a:lvl9pPr marL="365509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9pPr>
                    </a:lstStyle>
                    <a:p>
                      <a:pPr marL="0" algn="ctr" defTabSz="914400" rtl="0" eaLnBrk="1" latinLnBrk="0" hangingPunct="1"/>
                      <a:r>
                        <a:rPr lang="en-US" sz="600" b="1" kern="1200">
                          <a:solidFill>
                            <a:schemeClr val="tx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/>
                          <a:ea typeface="+mn-ea"/>
                          <a:cs typeface="Arial"/>
                        </a:rPr>
                        <a:t>G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7819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endParaRPr lang="en-US" sz="100" b="0">
                        <a:solidFill>
                          <a:schemeClr val="tx2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1pPr>
                      <a:lvl2pPr marL="456888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2pPr>
                      <a:lvl3pPr marL="913771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3pPr>
                      <a:lvl4pPr marL="137066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4pPr>
                      <a:lvl5pPr marL="1827543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5pPr>
                      <a:lvl6pPr marL="228443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6pPr>
                      <a:lvl7pPr marL="2741316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7pPr>
                      <a:lvl8pPr marL="3198202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8pPr>
                      <a:lvl9pPr marL="365509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9pPr>
                    </a:lstStyle>
                    <a:p>
                      <a:pPr marL="0" marR="0" indent="0" algn="ctr" defTabSz="456888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600" b="1">
                          <a:solidFill>
                            <a:schemeClr val="tx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/>
                          <a:cs typeface="Arial"/>
                        </a:rPr>
                        <a:t>G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7819"/>
                    </a:solidFill>
                  </a:tcPr>
                </a:tc>
                <a:tc>
                  <a:txBody>
                    <a:bodyPr/>
                    <a:lstStyle>
                      <a:lvl1pPr marL="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1pPr>
                      <a:lvl2pPr marL="456888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2pPr>
                      <a:lvl3pPr marL="913771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3pPr>
                      <a:lvl4pPr marL="137066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4pPr>
                      <a:lvl5pPr marL="1827543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5pPr>
                      <a:lvl6pPr marL="228443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6pPr>
                      <a:lvl7pPr marL="2741316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7pPr>
                      <a:lvl8pPr marL="3198202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8pPr>
                      <a:lvl9pPr marL="365509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9pPr>
                    </a:lstStyle>
                    <a:p>
                      <a:pPr marL="0" marR="0" lvl="0" indent="0" algn="ctr" defTabSz="456888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  <a:tabLst/>
                        <a:defRPr/>
                      </a:pPr>
                      <a:r>
                        <a:rPr lang="en-US" sz="600" b="1" kern="1200">
                          <a:solidFill>
                            <a:schemeClr val="tx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/>
                          <a:ea typeface="+mn-ea"/>
                          <a:cs typeface="Arial"/>
                        </a:rPr>
                        <a:t>A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18719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marL="0" marR="0" indent="0" algn="ctr" defTabSz="456888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600" b="1">
                          <a:solidFill>
                            <a:schemeClr val="tx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/>
                          <a:cs typeface="Arial"/>
                        </a:rPr>
                        <a:t>G</a:t>
                      </a:r>
                    </a:p>
                  </a:txBody>
                  <a:tcPr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4">
                      <a:solidFill>
                        <a:srgbClr val="0E2841"/>
                      </a:solidFill>
                    </a:lnR>
                    <a:lnT w="3174">
                      <a:solidFill>
                        <a:srgbClr val="0E2841"/>
                      </a:solidFill>
                    </a:lnT>
                    <a:lnB w="3174">
                      <a:solidFill>
                        <a:srgbClr val="0E2841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7819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lvl="0" algn="ctr">
                        <a:buNone/>
                      </a:pPr>
                      <a:r>
                        <a:rPr lang="en-US" sz="600" b="1">
                          <a:solidFill>
                            <a:schemeClr val="tx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/>
                          <a:cs typeface="Arial"/>
                        </a:rPr>
                        <a:t>A</a:t>
                      </a:r>
                    </a:p>
                  </a:txBody>
                  <a:tcPr anchor="ctr">
                    <a:lnL w="3174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18719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tx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/>
                          <a:cs typeface="Arial"/>
                        </a:rPr>
                        <a:t>G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781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1pPr>
                      <a:lvl2pPr marL="456888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2pPr>
                      <a:lvl3pPr marL="913771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3pPr>
                      <a:lvl4pPr marL="137066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4pPr>
                      <a:lvl5pPr marL="1827543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5pPr>
                      <a:lvl6pPr marL="228443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6pPr>
                      <a:lvl7pPr marL="2741316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7pPr>
                      <a:lvl8pPr marL="3198202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8pPr>
                      <a:lvl9pPr marL="365509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  <a:latin typeface="Arial"/>
                          <a:cs typeface="Arial"/>
                        </a:rPr>
                        <a:t>Overall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2170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  <a:latin typeface="Arial"/>
                          <a:cs typeface="Arial"/>
                        </a:rPr>
                        <a:t>Trending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2170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endParaRPr lang="en-US" sz="100" b="1">
                        <a:solidFill>
                          <a:schemeClr val="bg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1pPr>
                      <a:lvl2pPr marL="456888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2pPr>
                      <a:lvl3pPr marL="913771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3pPr>
                      <a:lvl4pPr marL="137066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4pPr>
                      <a:lvl5pPr marL="1827543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5pPr>
                      <a:lvl6pPr marL="228443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6pPr>
                      <a:lvl7pPr marL="2741316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7pPr>
                      <a:lvl8pPr marL="3198202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8pPr>
                      <a:lvl9pPr marL="365509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9pPr>
                    </a:lstStyle>
                    <a:p>
                      <a:pPr algn="ctr"/>
                      <a:r>
                        <a:rPr lang="en-US" sz="600" b="1" kern="1200" baseline="0">
                          <a:solidFill>
                            <a:schemeClr val="bg1"/>
                          </a:solidFill>
                          <a:latin typeface="Arial"/>
                          <a:ea typeface="+mn-ea"/>
                          <a:cs typeface="Arial"/>
                        </a:rPr>
                        <a:t>Budget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2170"/>
                    </a:solidFill>
                  </a:tcPr>
                </a:tc>
                <a:tc>
                  <a:txBody>
                    <a:bodyPr/>
                    <a:lstStyle>
                      <a:lvl1pPr marL="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1pPr>
                      <a:lvl2pPr marL="456888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2pPr>
                      <a:lvl3pPr marL="913771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3pPr>
                      <a:lvl4pPr marL="137066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4pPr>
                      <a:lvl5pPr marL="1827543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5pPr>
                      <a:lvl6pPr marL="228443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6pPr>
                      <a:lvl7pPr marL="2741316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7pPr>
                      <a:lvl8pPr marL="3198202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8pPr>
                      <a:lvl9pPr marL="365509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  <a:latin typeface="Arial"/>
                          <a:cs typeface="Arial"/>
                        </a:rPr>
                        <a:t>Schedule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2170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lvl="0" algn="ctr">
                        <a:buNone/>
                      </a:pPr>
                      <a:r>
                        <a:rPr lang="en-US" sz="600" b="1" kern="1200">
                          <a:solidFill>
                            <a:schemeClr val="bg1"/>
                          </a:solidFill>
                          <a:latin typeface="Arial"/>
                          <a:ea typeface="+mn-ea"/>
                          <a:cs typeface="Arial"/>
                        </a:rPr>
                        <a:t>Scope</a:t>
                      </a:r>
                      <a:endParaRPr lang="en-US" sz="600" b="1" kern="1200" baseline="0">
                        <a:solidFill>
                          <a:schemeClr val="bg1"/>
                        </a:solidFill>
                        <a:latin typeface="Arial"/>
                        <a:ea typeface="+mn-ea"/>
                        <a:cs typeface="Arial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4">
                      <a:solidFill>
                        <a:srgbClr val="0E2841"/>
                      </a:solidFill>
                    </a:lnR>
                    <a:lnT w="3174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4">
                      <a:solidFill>
                        <a:srgbClr val="0E2841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2170"/>
                    </a:solidFill>
                  </a:tcPr>
                </a:tc>
                <a:tc>
                  <a:txBody>
                    <a:bodyPr/>
                    <a:lstStyle>
                      <a:lvl1pPr marL="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1pPr>
                      <a:lvl2pPr marL="456888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2pPr>
                      <a:lvl3pPr marL="913771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3pPr>
                      <a:lvl4pPr marL="137066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4pPr>
                      <a:lvl5pPr marL="1827543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5pPr>
                      <a:lvl6pPr marL="228443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6pPr>
                      <a:lvl7pPr marL="2741316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7pPr>
                      <a:lvl8pPr marL="3198202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8pPr>
                      <a:lvl9pPr marL="365509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  <a:latin typeface="Arial"/>
                          <a:cs typeface="Arial"/>
                        </a:rPr>
                        <a:t>Issues/ Risk</a:t>
                      </a:r>
                    </a:p>
                  </a:txBody>
                  <a:tcPr anchor="ctr">
                    <a:lnL w="3174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2170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marL="0" algn="ctr" defTabSz="456888" rtl="0" eaLnBrk="1" latinLnBrk="0" hangingPunct="1"/>
                      <a:r>
                        <a:rPr lang="en-US" sz="600" b="1" kern="1200">
                          <a:solidFill>
                            <a:schemeClr val="bg1"/>
                          </a:solidFill>
                          <a:latin typeface="Arial"/>
                          <a:cs typeface="Arial"/>
                        </a:rPr>
                        <a:t>Resources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217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19824854"/>
                  </a:ext>
                </a:extLst>
              </a:tr>
            </a:tbl>
          </a:graphicData>
        </a:graphic>
      </p:graphicFrame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33FF62AD-CD75-BBEE-89C7-DBF4BEDF7B35}"/>
              </a:ext>
            </a:extLst>
          </p:cNvPr>
          <p:cNvGraphicFramePr>
            <a:graphicFrameLocks noGrp="1"/>
          </p:cNvGraphicFramePr>
          <p:nvPr/>
        </p:nvGraphicFramePr>
        <p:xfrm>
          <a:off x="10254087" y="41794"/>
          <a:ext cx="1828800" cy="263081"/>
        </p:xfrm>
        <a:graphic>
          <a:graphicData uri="http://schemas.openxmlformats.org/drawingml/2006/table">
            <a:tbl>
              <a:tblPr bandRow="1"/>
              <a:tblGrid>
                <a:gridCol w="611648">
                  <a:extLst>
                    <a:ext uri="{9D8B030D-6E8A-4147-A177-3AD203B41FA5}">
                      <a16:colId xmlns:a16="http://schemas.microsoft.com/office/drawing/2014/main" val="560141210"/>
                    </a:ext>
                  </a:extLst>
                </a:gridCol>
                <a:gridCol w="1217152">
                  <a:extLst>
                    <a:ext uri="{9D8B030D-6E8A-4147-A177-3AD203B41FA5}">
                      <a16:colId xmlns:a16="http://schemas.microsoft.com/office/drawing/2014/main" val="426978688"/>
                    </a:ext>
                  </a:extLst>
                </a:gridCol>
              </a:tblGrid>
              <a:tr h="238125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fontAlgn="base">
                        <a:lnSpc>
                          <a:spcPts val="1350"/>
                        </a:lnSpc>
                        <a:buNone/>
                      </a:pPr>
                      <a:r>
                        <a:rPr lang="en-US" sz="1100" b="1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Date</a:t>
                      </a:r>
                      <a:endParaRPr lang="en-US" b="1">
                        <a:solidFill>
                          <a:srgbClr val="FFFFFF"/>
                        </a:solidFill>
                        <a:effectLst/>
                        <a:latin typeface="Calibri"/>
                      </a:endParaRPr>
                    </a:p>
                  </a:txBody>
                  <a:tcPr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2170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lvl="0" algn="ctr">
                        <a:lnSpc>
                          <a:spcPts val="1350"/>
                        </a:lnSpc>
                        <a:buNone/>
                      </a:pPr>
                      <a:r>
                        <a:rPr lang="en-US" sz="1100" b="1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Nov 4th, 2026</a:t>
                      </a:r>
                      <a:endParaRPr lang="en-US"/>
                    </a:p>
                  </a:txBody>
                  <a:tcPr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3106872"/>
                  </a:ext>
                </a:extLst>
              </a:tr>
            </a:tbl>
          </a:graphicData>
        </a:graphic>
      </p:graphicFrame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FA8A3178-4C31-2609-668C-49BF02F40DF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16047379"/>
              </p:ext>
            </p:extLst>
          </p:nvPr>
        </p:nvGraphicFramePr>
        <p:xfrm>
          <a:off x="99225" y="857681"/>
          <a:ext cx="5878344" cy="3718560"/>
        </p:xfrm>
        <a:graphic>
          <a:graphicData uri="http://schemas.openxmlformats.org/drawingml/2006/table">
            <a:tbl>
              <a:tblPr firstRow="1" bandRow="1"/>
              <a:tblGrid>
                <a:gridCol w="5878344">
                  <a:extLst>
                    <a:ext uri="{9D8B030D-6E8A-4147-A177-3AD203B41FA5}">
                      <a16:colId xmlns:a16="http://schemas.microsoft.com/office/drawing/2014/main" val="4063976994"/>
                    </a:ext>
                  </a:extLst>
                </a:gridCol>
              </a:tblGrid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1000">
                          <a:solidFill>
                            <a:schemeClr val="bg1"/>
                          </a:solidFill>
                        </a:rPr>
                        <a:t>Key Accomplishments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63150789"/>
                  </a:ext>
                </a:extLst>
              </a:tr>
              <a:tr h="347472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1000" dirty="0">
                          <a:latin typeface="+mn-lt"/>
                        </a:rPr>
                        <a:t>✓ DE members assigned to MDLZ Inventory &amp; Shipments</a:t>
                      </a:r>
                    </a:p>
                    <a:p>
                      <a:r>
                        <a:rPr lang="en-US" sz="1000" dirty="0">
                          <a:latin typeface="+mn-lt"/>
                        </a:rPr>
                        <a:t>✓ MDLZ accounts requested; team onboarding started</a:t>
                      </a:r>
                    </a:p>
                    <a:p>
                      <a:r>
                        <a:rPr lang="en-US" sz="1000" dirty="0">
                          <a:latin typeface="+mn-lt"/>
                        </a:rPr>
                        <a:t>✓ Scope confirmed: internal stock snapshots (warehouse, plant) and shipments from OTM and SAP TM</a:t>
                      </a:r>
                    </a:p>
                    <a:p>
                      <a:r>
                        <a:rPr lang="en-US" sz="1000" dirty="0">
                          <a:latin typeface="+mn-lt"/>
                        </a:rPr>
                        <a:t>✓ Workstream plan aligned with executive timeline (build Nov–Feb, testing in March)</a:t>
                      </a:r>
                    </a:p>
                  </a:txBody>
                  <a:tcPr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3642603"/>
                  </a:ext>
                </a:extLst>
              </a:tr>
            </a:tbl>
          </a:graphicData>
        </a:graphic>
      </p:graphicFrame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897EECF1-E90E-FA8C-2DB8-8F925AEB6B2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87532212"/>
              </p:ext>
            </p:extLst>
          </p:nvPr>
        </p:nvGraphicFramePr>
        <p:xfrm>
          <a:off x="99225" y="502184"/>
          <a:ext cx="3838575" cy="261684"/>
        </p:xfrm>
        <a:graphic>
          <a:graphicData uri="http://schemas.openxmlformats.org/drawingml/2006/table">
            <a:tbl>
              <a:tblPr bandRow="1"/>
              <a:tblGrid>
                <a:gridCol w="1534313">
                  <a:extLst>
                    <a:ext uri="{9D8B030D-6E8A-4147-A177-3AD203B41FA5}">
                      <a16:colId xmlns:a16="http://schemas.microsoft.com/office/drawing/2014/main" val="560141210"/>
                    </a:ext>
                  </a:extLst>
                </a:gridCol>
                <a:gridCol w="2304262">
                  <a:extLst>
                    <a:ext uri="{9D8B030D-6E8A-4147-A177-3AD203B41FA5}">
                      <a16:colId xmlns:a16="http://schemas.microsoft.com/office/drawing/2014/main" val="426978688"/>
                    </a:ext>
                  </a:extLst>
                </a:gridCol>
              </a:tblGrid>
              <a:tr h="238125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fontAlgn="base">
                        <a:lnSpc>
                          <a:spcPts val="1350"/>
                        </a:lnSpc>
                        <a:buNone/>
                      </a:pPr>
                      <a:r>
                        <a:rPr lang="en-US" sz="1100" b="1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Data Engineering Lead</a:t>
                      </a:r>
                      <a:endParaRPr lang="en-US" b="1">
                        <a:solidFill>
                          <a:srgbClr val="FFFFFF"/>
                        </a:solidFill>
                        <a:effectLst/>
                        <a:latin typeface="Calibri"/>
                      </a:endParaRPr>
                    </a:p>
                  </a:txBody>
                  <a:tcPr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lvl="0" algn="l">
                        <a:lnSpc>
                          <a:spcPct val="100000"/>
                        </a:lnSpc>
                        <a:buNone/>
                      </a:pPr>
                      <a:r>
                        <a:rPr lang="en-US" sz="1100" b="1" kern="1200" dirty="0">
                          <a:solidFill>
                            <a:srgbClr val="000000"/>
                          </a:solidFill>
                          <a:effectLst/>
                          <a:latin typeface="Calibri"/>
                          <a:ea typeface="+mn-ea"/>
                          <a:cs typeface="+mn-cs"/>
                        </a:rPr>
                        <a:t>Tomasz </a:t>
                      </a:r>
                      <a:r>
                        <a:rPr lang="en-US" sz="1100" b="1" kern="1200" dirty="0" err="1">
                          <a:solidFill>
                            <a:srgbClr val="000000"/>
                          </a:solidFill>
                          <a:effectLst/>
                          <a:latin typeface="Calibri"/>
                          <a:ea typeface="+mn-ea"/>
                          <a:cs typeface="+mn-cs"/>
                        </a:rPr>
                        <a:t>Skowroński</a:t>
                      </a:r>
                      <a:r>
                        <a:rPr lang="en-US" sz="1100" b="1" kern="1200" dirty="0">
                          <a:solidFill>
                            <a:srgbClr val="000000"/>
                          </a:solidFill>
                          <a:effectLst/>
                          <a:latin typeface="Calibri"/>
                          <a:ea typeface="+mn-ea"/>
                          <a:cs typeface="+mn-cs"/>
                        </a:rPr>
                        <a:t>/ Marek Kaczor</a:t>
                      </a:r>
                    </a:p>
                  </a:txBody>
                  <a:tcPr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3106872"/>
                  </a:ext>
                </a:extLst>
              </a:tr>
            </a:tbl>
          </a:graphicData>
        </a:graphic>
      </p:graphicFrame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2424DFEF-8E05-F1AF-3EE5-B5B942C151C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03442854"/>
              </p:ext>
            </p:extLst>
          </p:nvPr>
        </p:nvGraphicFramePr>
        <p:xfrm>
          <a:off x="3999712" y="502184"/>
          <a:ext cx="3838575" cy="263081"/>
        </p:xfrm>
        <a:graphic>
          <a:graphicData uri="http://schemas.openxmlformats.org/drawingml/2006/table">
            <a:tbl>
              <a:tblPr bandRow="1"/>
              <a:tblGrid>
                <a:gridCol w="1534313">
                  <a:extLst>
                    <a:ext uri="{9D8B030D-6E8A-4147-A177-3AD203B41FA5}">
                      <a16:colId xmlns:a16="http://schemas.microsoft.com/office/drawing/2014/main" val="560141210"/>
                    </a:ext>
                  </a:extLst>
                </a:gridCol>
                <a:gridCol w="2304262">
                  <a:extLst>
                    <a:ext uri="{9D8B030D-6E8A-4147-A177-3AD203B41FA5}">
                      <a16:colId xmlns:a16="http://schemas.microsoft.com/office/drawing/2014/main" val="426978688"/>
                    </a:ext>
                  </a:extLst>
                </a:gridCol>
              </a:tblGrid>
              <a:tr h="238125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fontAlgn="base">
                        <a:lnSpc>
                          <a:spcPts val="1350"/>
                        </a:lnSpc>
                        <a:buNone/>
                      </a:pPr>
                      <a:r>
                        <a:rPr lang="en-US" sz="1100" b="1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Gen BI Lead</a:t>
                      </a:r>
                      <a:endParaRPr lang="en-US" b="1">
                        <a:solidFill>
                          <a:srgbClr val="FFFFFF"/>
                        </a:solidFill>
                        <a:effectLst/>
                        <a:latin typeface="Calibri"/>
                      </a:endParaRPr>
                    </a:p>
                  </a:txBody>
                  <a:tcPr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lvl="0" algn="l">
                        <a:lnSpc>
                          <a:spcPts val="1350"/>
                        </a:lnSpc>
                        <a:buNone/>
                      </a:pPr>
                      <a:r>
                        <a:rPr lang="en-US" sz="1100" b="1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TBD</a:t>
                      </a:r>
                      <a:endParaRPr lang="en-US" dirty="0"/>
                    </a:p>
                  </a:txBody>
                  <a:tcPr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3106872"/>
                  </a:ext>
                </a:extLst>
              </a:tr>
            </a:tbl>
          </a:graphicData>
        </a:graphic>
      </p:graphicFrame>
      <p:graphicFrame>
        <p:nvGraphicFramePr>
          <p:cNvPr id="8" name="Table 7">
            <a:extLst>
              <a:ext uri="{FF2B5EF4-FFF2-40B4-BE49-F238E27FC236}">
                <a16:creationId xmlns:a16="http://schemas.microsoft.com/office/drawing/2014/main" id="{61137F15-692A-CE48-AF87-5FD7C64A0CF6}"/>
              </a:ext>
            </a:extLst>
          </p:cNvPr>
          <p:cNvGraphicFramePr>
            <a:graphicFrameLocks noGrp="1"/>
          </p:cNvGraphicFramePr>
          <p:nvPr/>
        </p:nvGraphicFramePr>
        <p:xfrm>
          <a:off x="99224" y="4926879"/>
          <a:ext cx="6649494" cy="1798320"/>
        </p:xfrm>
        <a:graphic>
          <a:graphicData uri="http://schemas.openxmlformats.org/drawingml/2006/table">
            <a:tbl>
              <a:tblPr firstRow="1" bandRow="1"/>
              <a:tblGrid>
                <a:gridCol w="408422">
                  <a:extLst>
                    <a:ext uri="{9D8B030D-6E8A-4147-A177-3AD203B41FA5}">
                      <a16:colId xmlns:a16="http://schemas.microsoft.com/office/drawing/2014/main" val="4063976994"/>
                    </a:ext>
                  </a:extLst>
                </a:gridCol>
                <a:gridCol w="571792">
                  <a:extLst>
                    <a:ext uri="{9D8B030D-6E8A-4147-A177-3AD203B41FA5}">
                      <a16:colId xmlns:a16="http://schemas.microsoft.com/office/drawing/2014/main" val="2930135291"/>
                    </a:ext>
                  </a:extLst>
                </a:gridCol>
                <a:gridCol w="3291840">
                  <a:extLst>
                    <a:ext uri="{9D8B030D-6E8A-4147-A177-3AD203B41FA5}">
                      <a16:colId xmlns:a16="http://schemas.microsoft.com/office/drawing/2014/main" val="342581697"/>
                    </a:ext>
                  </a:extLst>
                </a:gridCol>
                <a:gridCol w="731520">
                  <a:extLst>
                    <a:ext uri="{9D8B030D-6E8A-4147-A177-3AD203B41FA5}">
                      <a16:colId xmlns:a16="http://schemas.microsoft.com/office/drawing/2014/main" val="2994194436"/>
                    </a:ext>
                  </a:extLst>
                </a:gridCol>
                <a:gridCol w="1005840">
                  <a:extLst>
                    <a:ext uri="{9D8B030D-6E8A-4147-A177-3AD203B41FA5}">
                      <a16:colId xmlns:a16="http://schemas.microsoft.com/office/drawing/2014/main" val="3638549791"/>
                    </a:ext>
                  </a:extLst>
                </a:gridCol>
                <a:gridCol w="640080">
                  <a:extLst>
                    <a:ext uri="{9D8B030D-6E8A-4147-A177-3AD203B41FA5}">
                      <a16:colId xmlns:a16="http://schemas.microsoft.com/office/drawing/2014/main" val="4204228725"/>
                    </a:ext>
                  </a:extLst>
                </a:gridCol>
              </a:tblGrid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/>
                        <a:t>Type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/>
                        <a:t>Number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/>
                        <a:t>Description / Mitigation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/>
                        <a:t>Status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/>
                        <a:t>Owner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/>
                        <a:t>Due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63150789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700" b="1">
                          <a:latin typeface="+mn-lt"/>
                        </a:rPr>
                        <a:t>Dep.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700" b="1">
                          <a:latin typeface="+mn-lt"/>
                        </a:rPr>
                        <a:t>D01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700">
                          <a:latin typeface="+mn-lt"/>
                        </a:rPr>
                        <a:t>Shipments core domain from DP&amp;E needed by Nov 16th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800" b="1">
                          <a:solidFill>
                            <a:schemeClr val="bg1"/>
                          </a:solidFill>
                          <a:latin typeface="+mn-lt"/>
                        </a:rPr>
                        <a:t>A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18719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700">
                          <a:latin typeface="+mn-lt"/>
                        </a:rPr>
                        <a:t>MDLZ DP&amp;E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700">
                          <a:latin typeface="+mn-lt"/>
                        </a:rPr>
                        <a:t>Nov 16th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3642603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700" b="1">
                          <a:latin typeface="+mn-lt"/>
                        </a:rPr>
                        <a:t>Risk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700" b="1">
                          <a:latin typeface="+mn-lt"/>
                        </a:rPr>
                        <a:t>R05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700">
                          <a:latin typeface="+mn-lt"/>
                        </a:rPr>
                        <a:t>Nov 23rd workshop to be rescheduled in revised plan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800" b="1">
                          <a:solidFill>
                            <a:schemeClr val="bg1"/>
                          </a:solidFill>
                          <a:latin typeface="+mn-lt"/>
                        </a:rPr>
                        <a:t>R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52323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700">
                          <a:latin typeface="+mn-lt"/>
                        </a:rPr>
                        <a:t>Vadzim N.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700">
                          <a:latin typeface="+mn-lt"/>
                        </a:rPr>
                        <a:t>Nov 13th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2300796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700" b="1">
                          <a:latin typeface="+mn-lt"/>
                        </a:rPr>
                        <a:t>Risk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700" b="1">
                          <a:latin typeface="+mn-lt"/>
                        </a:rPr>
                        <a:t>R04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700">
                          <a:latin typeface="+mn-lt"/>
                        </a:rPr>
                        <a:t>Governance SPOCs not named – core-domain alignment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800" b="1">
                          <a:solidFill>
                            <a:schemeClr val="bg1"/>
                          </a:solidFill>
                          <a:latin typeface="+mn-lt"/>
                        </a:rPr>
                        <a:t>A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18719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700">
                          <a:latin typeface="+mn-lt"/>
                        </a:rPr>
                        <a:t>MDLZ PM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700">
                          <a:latin typeface="+mn-lt"/>
                        </a:rPr>
                        <a:t>Nov 13th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63418265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700" b="1">
                          <a:latin typeface="+mn-lt"/>
                        </a:rPr>
                        <a:t>Risk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700" b="1">
                          <a:latin typeface="+mn-lt"/>
                        </a:rPr>
                        <a:t>R01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700">
                          <a:latin typeface="+mn-lt"/>
                        </a:rPr>
                        <a:t>GitHub repository &amp; access needed for documentation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800" b="1">
                          <a:solidFill>
                            <a:schemeClr val="bg1"/>
                          </a:solidFill>
                          <a:latin typeface="+mn-lt"/>
                        </a:rPr>
                        <a:t>A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18719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700">
                          <a:latin typeface="+mn-lt"/>
                        </a:rPr>
                        <a:t>MDLZ D&amp;A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700">
                          <a:latin typeface="+mn-lt"/>
                        </a:rPr>
                        <a:t>Nov 13th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9067520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6955591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96495709"/>
                  </a:ext>
                </a:extLst>
              </a:tr>
            </a:tbl>
          </a:graphicData>
        </a:graphic>
      </p:graphicFrame>
      <p:graphicFrame>
        <p:nvGraphicFramePr>
          <p:cNvPr id="9" name="Table 8">
            <a:extLst>
              <a:ext uri="{FF2B5EF4-FFF2-40B4-BE49-F238E27FC236}">
                <a16:creationId xmlns:a16="http://schemas.microsoft.com/office/drawing/2014/main" id="{413455BD-82C8-A7F4-A4E4-99B1521959D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73300074"/>
              </p:ext>
            </p:extLst>
          </p:nvPr>
        </p:nvGraphicFramePr>
        <p:xfrm>
          <a:off x="6153897" y="857681"/>
          <a:ext cx="5943600" cy="3718560"/>
        </p:xfrm>
        <a:graphic>
          <a:graphicData uri="http://schemas.openxmlformats.org/drawingml/2006/table">
            <a:tbl>
              <a:tblPr firstRow="1" bandRow="1"/>
              <a:tblGrid>
                <a:gridCol w="5943600">
                  <a:extLst>
                    <a:ext uri="{9D8B030D-6E8A-4147-A177-3AD203B41FA5}">
                      <a16:colId xmlns:a16="http://schemas.microsoft.com/office/drawing/2014/main" val="4063976994"/>
                    </a:ext>
                  </a:extLst>
                </a:gridCol>
              </a:tblGrid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1000">
                          <a:solidFill>
                            <a:schemeClr val="bg1"/>
                          </a:solidFill>
                        </a:rPr>
                        <a:t>Key upcoming activities &amp; decisions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63150789"/>
                  </a:ext>
                </a:extLst>
              </a:tr>
              <a:tr h="347472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pl-PL" sz="1000" dirty="0" err="1">
                          <a:latin typeface="+mn-lt"/>
                        </a:rPr>
                        <a:t>Activities</a:t>
                      </a:r>
                      <a:r>
                        <a:rPr lang="pl-PL" sz="1000" dirty="0">
                          <a:latin typeface="+mn-lt"/>
                        </a:rPr>
                        <a:t> </a:t>
                      </a:r>
                      <a:r>
                        <a:rPr lang="pl-PL" sz="1000" dirty="0" err="1">
                          <a:latin typeface="+mn-lt"/>
                        </a:rPr>
                        <a:t>planned</a:t>
                      </a:r>
                      <a:r>
                        <a:rPr lang="pl-PL" sz="1000" dirty="0">
                          <a:latin typeface="+mn-lt"/>
                        </a:rPr>
                        <a:t> </a:t>
                      </a:r>
                      <a:r>
                        <a:rPr lang="pl-PL" sz="1000" dirty="0" err="1">
                          <a:latin typeface="+mn-lt"/>
                        </a:rPr>
                        <a:t>after</a:t>
                      </a:r>
                      <a:r>
                        <a:rPr lang="pl-PL" sz="1000" dirty="0">
                          <a:latin typeface="+mn-lt"/>
                        </a:rPr>
                        <a:t> </a:t>
                      </a:r>
                      <a:r>
                        <a:rPr lang="pl-PL" sz="1000" dirty="0" err="1">
                          <a:latin typeface="+mn-lt"/>
                        </a:rPr>
                        <a:t>access</a:t>
                      </a:r>
                      <a:r>
                        <a:rPr lang="pl-PL" sz="1000" dirty="0">
                          <a:latin typeface="+mn-lt"/>
                        </a:rPr>
                        <a:t> </a:t>
                      </a:r>
                      <a:r>
                        <a:rPr lang="pl-PL" sz="1000" dirty="0" err="1">
                          <a:latin typeface="+mn-lt"/>
                        </a:rPr>
                        <a:t>provision</a:t>
                      </a:r>
                      <a:r>
                        <a:rPr lang="pl-PL" sz="1000" dirty="0">
                          <a:latin typeface="+mn-lt"/>
                        </a:rPr>
                        <a:t>:</a:t>
                      </a:r>
                    </a:p>
                    <a:p>
                      <a:r>
                        <a:rPr lang="en-US" sz="1000" dirty="0">
                          <a:latin typeface="+mn-lt"/>
                        </a:rPr>
                        <a:t>▪ Federated integration GCP Harmonized → Databricks GCP </a:t>
                      </a:r>
                      <a:endParaRPr lang="pl-PL" sz="1000" dirty="0">
                        <a:latin typeface="+mn-lt"/>
                      </a:endParaRPr>
                    </a:p>
                    <a:p>
                      <a:r>
                        <a:rPr lang="en-US" sz="1000" dirty="0">
                          <a:latin typeface="+mn-lt"/>
                        </a:rPr>
                        <a:t>▪ Harmonize manual files into single entities before core domains</a:t>
                      </a:r>
                      <a:endParaRPr lang="pl-PL" sz="1000" dirty="0">
                        <a:latin typeface="+mn-lt"/>
                      </a:endParaRPr>
                    </a:p>
                    <a:p>
                      <a:r>
                        <a:rPr lang="en-US" sz="1000" dirty="0">
                          <a:latin typeface="+mn-lt"/>
                        </a:rPr>
                        <a:t>▪ Parameterized mapping layer to agnostic core-domain entities</a:t>
                      </a:r>
                    </a:p>
                    <a:p>
                      <a:r>
                        <a:rPr lang="en-US" sz="1000" dirty="0">
                          <a:latin typeface="+mn-lt"/>
                        </a:rPr>
                        <a:t>▪ KPI inventory and harmonization across LA with Global D&amp;A inventory</a:t>
                      </a:r>
                    </a:p>
                    <a:p>
                      <a:r>
                        <a:rPr lang="en-US" sz="1000" dirty="0">
                          <a:latin typeface="+mn-lt"/>
                        </a:rPr>
                        <a:t>▪ Combined Brazil workshop (+WC, MX, SC) – new date in revised plan</a:t>
                      </a:r>
                    </a:p>
                  </a:txBody>
                  <a:tcPr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3642603"/>
                  </a:ext>
                </a:extLst>
              </a:tr>
            </a:tbl>
          </a:graphicData>
        </a:graphic>
      </p:graphicFrame>
      <p:sp>
        <p:nvSpPr>
          <p:cNvPr id="10" name="Rectangle 14">
            <a:extLst>
              <a:ext uri="{FF2B5EF4-FFF2-40B4-BE49-F238E27FC236}">
                <a16:creationId xmlns:a16="http://schemas.microsoft.com/office/drawing/2014/main" id="{A5B0F2B9-D0FB-AEF5-344C-641C385B315A}"/>
              </a:ext>
            </a:extLst>
          </p:cNvPr>
          <p:cNvSpPr/>
          <p:nvPr/>
        </p:nvSpPr>
        <p:spPr>
          <a:xfrm>
            <a:off x="99224" y="4685586"/>
            <a:ext cx="6649493" cy="182880"/>
          </a:xfrm>
          <a:prstGeom prst="rect">
            <a:avLst/>
          </a:prstGeom>
          <a:solidFill>
            <a:srgbClr val="156082"/>
          </a:solidFill>
          <a:ln w="19050" cap="flat" cmpd="sng" algn="ctr">
            <a:solidFill>
              <a:srgbClr val="156082"/>
            </a:solidFill>
            <a:prstDash val="solid"/>
            <a:miter lim="800000"/>
          </a:ln>
          <a:effectLst/>
        </p:spPr>
        <p:txBody>
          <a:bodyPr lIns="91440" tIns="45720" rIns="91440" bIns="4572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RAID (Risk, Action, Issue, Decision) with Mitigation Plan/Owner &amp; Due date</a:t>
            </a:r>
          </a:p>
        </p:txBody>
      </p:sp>
      <p:graphicFrame>
        <p:nvGraphicFramePr>
          <p:cNvPr id="11" name="Table 10">
            <a:extLst>
              <a:ext uri="{FF2B5EF4-FFF2-40B4-BE49-F238E27FC236}">
                <a16:creationId xmlns:a16="http://schemas.microsoft.com/office/drawing/2014/main" id="{CF1C7489-B326-54E0-4884-8D13886001B7}"/>
              </a:ext>
            </a:extLst>
          </p:cNvPr>
          <p:cNvGraphicFramePr>
            <a:graphicFrameLocks noGrp="1"/>
          </p:cNvGraphicFramePr>
          <p:nvPr/>
        </p:nvGraphicFramePr>
        <p:xfrm>
          <a:off x="6841338" y="4926879"/>
          <a:ext cx="5241546" cy="1828800"/>
        </p:xfrm>
        <a:graphic>
          <a:graphicData uri="http://schemas.openxmlformats.org/drawingml/2006/table">
            <a:tbl>
              <a:tblPr firstRow="1" bandRow="1"/>
              <a:tblGrid>
                <a:gridCol w="1232631">
                  <a:extLst>
                    <a:ext uri="{9D8B030D-6E8A-4147-A177-3AD203B41FA5}">
                      <a16:colId xmlns:a16="http://schemas.microsoft.com/office/drawing/2014/main" val="4063976994"/>
                    </a:ext>
                  </a:extLst>
                </a:gridCol>
                <a:gridCol w="2813474">
                  <a:extLst>
                    <a:ext uri="{9D8B030D-6E8A-4147-A177-3AD203B41FA5}">
                      <a16:colId xmlns:a16="http://schemas.microsoft.com/office/drawing/2014/main" val="342581697"/>
                    </a:ext>
                  </a:extLst>
                </a:gridCol>
                <a:gridCol w="551742">
                  <a:extLst>
                    <a:ext uri="{9D8B030D-6E8A-4147-A177-3AD203B41FA5}">
                      <a16:colId xmlns:a16="http://schemas.microsoft.com/office/drawing/2014/main" val="2994194436"/>
                    </a:ext>
                  </a:extLst>
                </a:gridCol>
                <a:gridCol w="643699">
                  <a:extLst>
                    <a:ext uri="{9D8B030D-6E8A-4147-A177-3AD203B41FA5}">
                      <a16:colId xmlns:a16="http://schemas.microsoft.com/office/drawing/2014/main" val="4204228725"/>
                    </a:ext>
                  </a:extLst>
                </a:gridCol>
              </a:tblGrid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Phase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Tasks &amp; Summary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Status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Due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63150789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 b="1"/>
                        <a:t>Blueprint / Working Prototype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Scope, design &amp; build working prototype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</a:rPr>
                        <a:t>G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7819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Feb 28th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3642603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 b="1"/>
                        <a:t>Migration to new DBX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sz="600"/>
                        <a:t>Migrate all pipelines to Databricks AWS</a:t>
                      </a:r>
                      <a:endParaRPr lang="en-US" sz="6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</a:rPr>
                        <a:t>N.S.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Mar 31st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2300796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 b="1"/>
                        <a:t>Project Unit Testing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sz="600"/>
                        <a:t>Unit &amp; parallel-run testing in DEV</a:t>
                      </a:r>
                      <a:endParaRPr lang="en-US" sz="6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</a:rPr>
                        <a:t>N.S.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Apr 30th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63418265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 b="1"/>
                        <a:t>Business Testing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sz="600"/>
                        <a:t>End-to-end validation by product team</a:t>
                      </a:r>
                      <a:endParaRPr lang="en-US" sz="6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</a:rPr>
                        <a:t>N.S.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July 02nd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9067520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 b="1"/>
                        <a:t>Integration Testing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sz="600"/>
                        <a:t>Cross-domain integration testing in QA</a:t>
                      </a:r>
                      <a:endParaRPr lang="en-US" sz="6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</a:rPr>
                        <a:t>N.S.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July 30th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6955591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 b="1"/>
                        <a:t>User Acceptance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sz="600"/>
                        <a:t>Business stakeholder UAT across 4 BUs</a:t>
                      </a:r>
                      <a:endParaRPr lang="en-US" sz="6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</a:rPr>
                        <a:t>N.S.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Sept 03rd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96495709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 b="1"/>
                        <a:t>Production Readiness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Technical go-live readiness sign-off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</a:rPr>
                        <a:t>N.S.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Sept 24th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2433145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US" sz="600" b="1"/>
                        <a:t>Go-live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600"/>
                        <a:t>Business go-live across all markets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</a:rPr>
                        <a:t>N.S.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600"/>
                        <a:t>Oct 11th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7EAE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94238755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US" sz="600" b="1"/>
                        <a:t>Hypercare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600"/>
                        <a:t>Support, parallel run &amp; transition to BAU (Business as Usual)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</a:rPr>
                        <a:t>N.S.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600"/>
                        <a:t>Dec 31st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38678162"/>
                  </a:ext>
                </a:extLst>
              </a:tr>
            </a:tbl>
          </a:graphicData>
        </a:graphic>
      </p:graphicFrame>
      <p:sp>
        <p:nvSpPr>
          <p:cNvPr id="12" name="Rectangle 14">
            <a:extLst>
              <a:ext uri="{FF2B5EF4-FFF2-40B4-BE49-F238E27FC236}">
                <a16:creationId xmlns:a16="http://schemas.microsoft.com/office/drawing/2014/main" id="{EA54A583-449C-3115-0761-7324CD2002B0}"/>
              </a:ext>
            </a:extLst>
          </p:cNvPr>
          <p:cNvSpPr/>
          <p:nvPr/>
        </p:nvSpPr>
        <p:spPr>
          <a:xfrm>
            <a:off x="6841338" y="4685586"/>
            <a:ext cx="5241547" cy="182880"/>
          </a:xfrm>
          <a:prstGeom prst="rect">
            <a:avLst/>
          </a:prstGeom>
          <a:solidFill>
            <a:srgbClr val="156082"/>
          </a:solidFill>
          <a:ln w="19050" cap="flat" cmpd="sng" algn="ctr">
            <a:solidFill>
              <a:srgbClr val="156082"/>
            </a:solidFill>
            <a:prstDash val="solid"/>
            <a:miter lim="800000"/>
          </a:ln>
          <a:effectLst/>
        </p:spPr>
        <p:txBody>
          <a:bodyPr lIns="91440" tIns="45720" rIns="91440" bIns="4572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Upcoming Milestones Status Updates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725199D-7DAD-FBA3-FECA-48013DE60DB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9113" y="6478812"/>
            <a:ext cx="4081322" cy="329571"/>
          </a:xfrm>
          <a:prstGeom prst="rect">
            <a:avLst/>
          </a:prstGeom>
        </p:spPr>
      </p:pic>
      <p:graphicFrame>
        <p:nvGraphicFramePr>
          <p:cNvPr id="15" name="Table 14">
            <a:extLst>
              <a:ext uri="{FF2B5EF4-FFF2-40B4-BE49-F238E27FC236}">
                <a16:creationId xmlns:a16="http://schemas.microsoft.com/office/drawing/2014/main" id="{AD7BFF76-6FB5-1BD8-7BCB-9B76B81F7A0C}"/>
              </a:ext>
            </a:extLst>
          </p:cNvPr>
          <p:cNvGraphicFramePr>
            <a:graphicFrameLocks noGrp="1"/>
          </p:cNvGraphicFramePr>
          <p:nvPr/>
        </p:nvGraphicFramePr>
        <p:xfrm>
          <a:off x="7900199" y="491483"/>
          <a:ext cx="4182688" cy="263081"/>
        </p:xfrm>
        <a:graphic>
          <a:graphicData uri="http://schemas.openxmlformats.org/drawingml/2006/table">
            <a:tbl>
              <a:tblPr bandRow="1"/>
              <a:tblGrid>
                <a:gridCol w="1671858">
                  <a:extLst>
                    <a:ext uri="{9D8B030D-6E8A-4147-A177-3AD203B41FA5}">
                      <a16:colId xmlns:a16="http://schemas.microsoft.com/office/drawing/2014/main" val="560141210"/>
                    </a:ext>
                  </a:extLst>
                </a:gridCol>
                <a:gridCol w="2510830">
                  <a:extLst>
                    <a:ext uri="{9D8B030D-6E8A-4147-A177-3AD203B41FA5}">
                      <a16:colId xmlns:a16="http://schemas.microsoft.com/office/drawing/2014/main" val="426978688"/>
                    </a:ext>
                  </a:extLst>
                </a:gridCol>
              </a:tblGrid>
              <a:tr h="238125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fontAlgn="base">
                        <a:lnSpc>
                          <a:spcPts val="1350"/>
                        </a:lnSpc>
                        <a:buNone/>
                      </a:pPr>
                      <a:r>
                        <a:rPr lang="en-US" sz="1100" b="1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MDLZ Lead</a:t>
                      </a:r>
                      <a:endParaRPr lang="en-US" b="1">
                        <a:solidFill>
                          <a:srgbClr val="FFFFFF"/>
                        </a:solidFill>
                        <a:effectLst/>
                        <a:latin typeface="Calibri"/>
                      </a:endParaRPr>
                    </a:p>
                  </a:txBody>
                  <a:tcPr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lvl="0" algn="l">
                        <a:lnSpc>
                          <a:spcPts val="1350"/>
                        </a:lnSpc>
                        <a:buNone/>
                      </a:pPr>
                      <a:r>
                        <a:rPr lang="en-US" sz="1100" b="1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TBD (SPOC to be nominated)</a:t>
                      </a:r>
                      <a:endParaRPr lang="en-US"/>
                    </a:p>
                  </a:txBody>
                  <a:tcPr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310687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484765367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99979A9-4A96-D835-46F1-1504F030B76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FBD66D6-62A2-741E-93C7-8DD61211F188}"/>
              </a:ext>
            </a:extLst>
          </p:cNvPr>
          <p:cNvSpPr txBox="1">
            <a:spLocks/>
          </p:cNvSpPr>
          <p:nvPr/>
        </p:nvSpPr>
        <p:spPr>
          <a:xfrm>
            <a:off x="109113" y="6875"/>
            <a:ext cx="6558388" cy="344312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85000"/>
              </a:lnSpc>
              <a:spcBef>
                <a:spcPct val="0"/>
              </a:spcBef>
              <a:buNone/>
              <a:defRPr sz="3200" b="0" kern="1200" cap="all" baseline="0">
                <a:solidFill>
                  <a:schemeClr val="accent1"/>
                </a:solidFill>
                <a:latin typeface="+mj-lt"/>
                <a:ea typeface="+mj-ea"/>
                <a:cs typeface="+mj-cs"/>
              </a:defRPr>
            </a:lvl1pPr>
          </a:lstStyle>
          <a:p>
            <a:pPr lvl="0" defTabSz="894860" eaLnBrk="0" fontAlgn="base" hangingPunct="0">
              <a:lnSpc>
                <a:spcPct val="100000"/>
              </a:lnSpc>
              <a:spcAft>
                <a:spcPct val="0"/>
              </a:spcAft>
              <a:defRPr/>
            </a:pPr>
            <a:r>
              <a:rPr lang="en-US" sz="2000" b="1">
                <a:solidFill>
                  <a:srgbClr val="4F2170"/>
                </a:solidFill>
                <a:latin typeface="Aptos Display" panose="02110004020202020204"/>
              </a:rPr>
              <a:t>3. MARKET MEASUREMENT AND PROMOTIONS</a:t>
            </a:r>
          </a:p>
        </p:txBody>
      </p:sp>
      <p:graphicFrame>
        <p:nvGraphicFramePr>
          <p:cNvPr id="3" name="Table 21">
            <a:extLst>
              <a:ext uri="{FF2B5EF4-FFF2-40B4-BE49-F238E27FC236}">
                <a16:creationId xmlns:a16="http://schemas.microsoft.com/office/drawing/2014/main" id="{5CD34CDD-4DC9-FA17-611C-C602049658A6}"/>
              </a:ext>
            </a:extLst>
          </p:cNvPr>
          <p:cNvGraphicFramePr>
            <a:graphicFrameLocks noGrp="1"/>
          </p:cNvGraphicFramePr>
          <p:nvPr/>
        </p:nvGraphicFramePr>
        <p:xfrm>
          <a:off x="6219827" y="50695"/>
          <a:ext cx="3946258" cy="365760"/>
        </p:xfrm>
        <a:graphic>
          <a:graphicData uri="http://schemas.openxmlformats.org/drawingml/2006/table">
            <a:tbl>
              <a:tblPr firstRow="1" bandRow="1"/>
              <a:tblGrid>
                <a:gridCol w="455198">
                  <a:extLst>
                    <a:ext uri="{9D8B030D-6E8A-4147-A177-3AD203B41FA5}">
                      <a16:colId xmlns:a16="http://schemas.microsoft.com/office/drawing/2014/main" val="169957441"/>
                    </a:ext>
                  </a:extLst>
                </a:gridCol>
                <a:gridCol w="55426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3948">
                  <a:extLst>
                    <a:ext uri="{9D8B030D-6E8A-4147-A177-3AD203B41FA5}">
                      <a16:colId xmlns:a16="http://schemas.microsoft.com/office/drawing/2014/main" val="3188106295"/>
                    </a:ext>
                  </a:extLst>
                </a:gridCol>
                <a:gridCol w="46948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345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35398">
                  <a:extLst>
                    <a:ext uri="{9D8B030D-6E8A-4147-A177-3AD203B41FA5}">
                      <a16:colId xmlns:a16="http://schemas.microsoft.com/office/drawing/2014/main" val="2479922860"/>
                    </a:ext>
                  </a:extLst>
                </a:gridCol>
                <a:gridCol w="645758">
                  <a:extLst>
                    <a:ext uri="{9D8B030D-6E8A-4147-A177-3AD203B41FA5}">
                      <a16:colId xmlns:a16="http://schemas.microsoft.com/office/drawing/2014/main" val="2139964373"/>
                    </a:ext>
                  </a:extLst>
                </a:gridCol>
                <a:gridCol w="648745">
                  <a:extLst>
                    <a:ext uri="{9D8B030D-6E8A-4147-A177-3AD203B41FA5}">
                      <a16:colId xmlns:a16="http://schemas.microsoft.com/office/drawing/2014/main" val="3332492913"/>
                    </a:ext>
                  </a:extLst>
                </a:gridCol>
              </a:tblGrid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1" i="0" u="none" strike="noStrike" noProof="0">
                          <a:solidFill>
                            <a:schemeClr val="tx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/>
                          <a:cs typeface="Arial"/>
                        </a:rPr>
                        <a:t>A</a:t>
                      </a:r>
                      <a:endParaRPr lang="en-US" sz="600" b="1" i="0" u="none" strike="noStrike" noProof="0"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Arial"/>
                        <a:cs typeface="Arial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18719"/>
                    </a:solidFill>
                  </a:tcPr>
                </a:tc>
                <a:tc>
                  <a:txBody>
                    <a:bodyPr/>
                    <a:lstStyle>
                      <a:lvl1pPr marL="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1pPr>
                      <a:lvl2pPr marL="456888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2pPr>
                      <a:lvl3pPr marL="913771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3pPr>
                      <a:lvl4pPr marL="137066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4pPr>
                      <a:lvl5pPr marL="1827543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5pPr>
                      <a:lvl6pPr marL="228443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6pPr>
                      <a:lvl7pPr marL="2741316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7pPr>
                      <a:lvl8pPr marL="3198202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8pPr>
                      <a:lvl9pPr marL="365509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9pPr>
                    </a:lstStyle>
                    <a:p>
                      <a:pPr marL="0" algn="ctr" defTabSz="914400" rtl="0" eaLnBrk="1" latinLnBrk="0" hangingPunct="1"/>
                      <a:r>
                        <a:rPr lang="en-US" sz="600" b="1" kern="1200">
                          <a:solidFill>
                            <a:schemeClr val="tx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/>
                          <a:ea typeface="+mn-ea"/>
                          <a:cs typeface="Arial"/>
                        </a:rPr>
                        <a:t>A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18719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endParaRPr lang="en-US" sz="100" b="0">
                        <a:solidFill>
                          <a:schemeClr val="tx2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1pPr>
                      <a:lvl2pPr marL="456888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2pPr>
                      <a:lvl3pPr marL="913771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3pPr>
                      <a:lvl4pPr marL="137066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4pPr>
                      <a:lvl5pPr marL="1827543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5pPr>
                      <a:lvl6pPr marL="228443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6pPr>
                      <a:lvl7pPr marL="2741316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7pPr>
                      <a:lvl8pPr marL="3198202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8pPr>
                      <a:lvl9pPr marL="365509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9pPr>
                    </a:lstStyle>
                    <a:p>
                      <a:pPr marL="0" marR="0" indent="0" algn="ctr" defTabSz="456888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600" b="1">
                          <a:solidFill>
                            <a:schemeClr val="tx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/>
                          <a:cs typeface="Arial"/>
                        </a:rPr>
                        <a:t>G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7819"/>
                    </a:solidFill>
                  </a:tcPr>
                </a:tc>
                <a:tc>
                  <a:txBody>
                    <a:bodyPr/>
                    <a:lstStyle>
                      <a:lvl1pPr marL="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1pPr>
                      <a:lvl2pPr marL="456888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2pPr>
                      <a:lvl3pPr marL="913771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3pPr>
                      <a:lvl4pPr marL="137066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4pPr>
                      <a:lvl5pPr marL="1827543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5pPr>
                      <a:lvl6pPr marL="228443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6pPr>
                      <a:lvl7pPr marL="2741316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7pPr>
                      <a:lvl8pPr marL="3198202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8pPr>
                      <a:lvl9pPr marL="365509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9pPr>
                    </a:lstStyle>
                    <a:p>
                      <a:pPr marL="0" marR="0" lvl="0" indent="0" algn="ctr" defTabSz="456888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  <a:tabLst/>
                        <a:defRPr/>
                      </a:pPr>
                      <a:r>
                        <a:rPr lang="en-US" sz="600" b="1" kern="1200">
                          <a:solidFill>
                            <a:schemeClr val="tx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/>
                          <a:ea typeface="+mn-ea"/>
                          <a:cs typeface="Arial"/>
                        </a:rPr>
                        <a:t>A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18719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marL="0" marR="0" indent="0" algn="ctr" defTabSz="456888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600" b="1">
                          <a:solidFill>
                            <a:schemeClr val="tx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/>
                          <a:cs typeface="Arial"/>
                        </a:rPr>
                        <a:t>G</a:t>
                      </a:r>
                    </a:p>
                  </a:txBody>
                  <a:tcPr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4">
                      <a:solidFill>
                        <a:srgbClr val="0E2841"/>
                      </a:solidFill>
                    </a:lnR>
                    <a:lnT w="3174">
                      <a:solidFill>
                        <a:srgbClr val="0E2841"/>
                      </a:solidFill>
                    </a:lnT>
                    <a:lnB w="3174">
                      <a:solidFill>
                        <a:srgbClr val="0E2841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7819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lvl="0" algn="ctr">
                        <a:buNone/>
                      </a:pPr>
                      <a:r>
                        <a:rPr lang="en-US" sz="600" b="1">
                          <a:solidFill>
                            <a:schemeClr val="tx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/>
                          <a:cs typeface="Arial"/>
                        </a:rPr>
                        <a:t>A</a:t>
                      </a:r>
                    </a:p>
                  </a:txBody>
                  <a:tcPr anchor="ctr">
                    <a:lnL w="3174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18719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tx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/>
                          <a:cs typeface="Arial"/>
                        </a:rPr>
                        <a:t>G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781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1pPr>
                      <a:lvl2pPr marL="456888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2pPr>
                      <a:lvl3pPr marL="913771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3pPr>
                      <a:lvl4pPr marL="137066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4pPr>
                      <a:lvl5pPr marL="1827543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5pPr>
                      <a:lvl6pPr marL="228443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6pPr>
                      <a:lvl7pPr marL="2741316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7pPr>
                      <a:lvl8pPr marL="3198202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8pPr>
                      <a:lvl9pPr marL="365509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  <a:latin typeface="Arial"/>
                          <a:cs typeface="Arial"/>
                        </a:rPr>
                        <a:t>Overall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2170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  <a:latin typeface="Arial"/>
                          <a:cs typeface="Arial"/>
                        </a:rPr>
                        <a:t>Trending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2170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endParaRPr lang="en-US" sz="100" b="1">
                        <a:solidFill>
                          <a:schemeClr val="bg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1pPr>
                      <a:lvl2pPr marL="456888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2pPr>
                      <a:lvl3pPr marL="913771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3pPr>
                      <a:lvl4pPr marL="137066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4pPr>
                      <a:lvl5pPr marL="1827543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5pPr>
                      <a:lvl6pPr marL="228443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6pPr>
                      <a:lvl7pPr marL="2741316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7pPr>
                      <a:lvl8pPr marL="3198202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8pPr>
                      <a:lvl9pPr marL="365509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9pPr>
                    </a:lstStyle>
                    <a:p>
                      <a:pPr algn="ctr"/>
                      <a:r>
                        <a:rPr lang="en-US" sz="600" b="1" kern="1200" baseline="0">
                          <a:solidFill>
                            <a:schemeClr val="bg1"/>
                          </a:solidFill>
                          <a:latin typeface="Arial"/>
                          <a:ea typeface="+mn-ea"/>
                          <a:cs typeface="Arial"/>
                        </a:rPr>
                        <a:t>Budget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2170"/>
                    </a:solidFill>
                  </a:tcPr>
                </a:tc>
                <a:tc>
                  <a:txBody>
                    <a:bodyPr/>
                    <a:lstStyle>
                      <a:lvl1pPr marL="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1pPr>
                      <a:lvl2pPr marL="456888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2pPr>
                      <a:lvl3pPr marL="913771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3pPr>
                      <a:lvl4pPr marL="137066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4pPr>
                      <a:lvl5pPr marL="1827543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5pPr>
                      <a:lvl6pPr marL="228443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6pPr>
                      <a:lvl7pPr marL="2741316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7pPr>
                      <a:lvl8pPr marL="3198202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8pPr>
                      <a:lvl9pPr marL="365509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  <a:latin typeface="Arial"/>
                          <a:cs typeface="Arial"/>
                        </a:rPr>
                        <a:t>Schedule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2170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lvl="0" algn="ctr">
                        <a:buNone/>
                      </a:pPr>
                      <a:r>
                        <a:rPr lang="en-US" sz="600" b="1" kern="1200">
                          <a:solidFill>
                            <a:schemeClr val="bg1"/>
                          </a:solidFill>
                          <a:latin typeface="Arial"/>
                          <a:ea typeface="+mn-ea"/>
                          <a:cs typeface="Arial"/>
                        </a:rPr>
                        <a:t>Scope</a:t>
                      </a:r>
                      <a:endParaRPr lang="en-US" sz="600" b="1" kern="1200" baseline="0">
                        <a:solidFill>
                          <a:schemeClr val="bg1"/>
                        </a:solidFill>
                        <a:latin typeface="Arial"/>
                        <a:ea typeface="+mn-ea"/>
                        <a:cs typeface="Arial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4">
                      <a:solidFill>
                        <a:srgbClr val="0E2841"/>
                      </a:solidFill>
                    </a:lnR>
                    <a:lnT w="3174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4">
                      <a:solidFill>
                        <a:srgbClr val="0E2841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2170"/>
                    </a:solidFill>
                  </a:tcPr>
                </a:tc>
                <a:tc>
                  <a:txBody>
                    <a:bodyPr/>
                    <a:lstStyle>
                      <a:lvl1pPr marL="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1pPr>
                      <a:lvl2pPr marL="456888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2pPr>
                      <a:lvl3pPr marL="913771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3pPr>
                      <a:lvl4pPr marL="137066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4pPr>
                      <a:lvl5pPr marL="1827543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5pPr>
                      <a:lvl6pPr marL="228443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6pPr>
                      <a:lvl7pPr marL="2741316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7pPr>
                      <a:lvl8pPr marL="3198202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8pPr>
                      <a:lvl9pPr marL="365509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  <a:latin typeface="Arial"/>
                          <a:cs typeface="Arial"/>
                        </a:rPr>
                        <a:t>Issues/ Risk</a:t>
                      </a:r>
                    </a:p>
                  </a:txBody>
                  <a:tcPr anchor="ctr">
                    <a:lnL w="3174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2170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marL="0" algn="ctr" defTabSz="456888" rtl="0" eaLnBrk="1" latinLnBrk="0" hangingPunct="1"/>
                      <a:r>
                        <a:rPr lang="en-US" sz="600" b="1" kern="1200">
                          <a:solidFill>
                            <a:schemeClr val="bg1"/>
                          </a:solidFill>
                          <a:latin typeface="Arial"/>
                          <a:cs typeface="Arial"/>
                        </a:rPr>
                        <a:t>Resources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217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19824854"/>
                  </a:ext>
                </a:extLst>
              </a:tr>
            </a:tbl>
          </a:graphicData>
        </a:graphic>
      </p:graphicFrame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98C3893F-43D0-3A0D-509B-05C858BE4D58}"/>
              </a:ext>
            </a:extLst>
          </p:cNvPr>
          <p:cNvGraphicFramePr>
            <a:graphicFrameLocks noGrp="1"/>
          </p:cNvGraphicFramePr>
          <p:nvPr/>
        </p:nvGraphicFramePr>
        <p:xfrm>
          <a:off x="10254087" y="41794"/>
          <a:ext cx="1828800" cy="263081"/>
        </p:xfrm>
        <a:graphic>
          <a:graphicData uri="http://schemas.openxmlformats.org/drawingml/2006/table">
            <a:tbl>
              <a:tblPr bandRow="1"/>
              <a:tblGrid>
                <a:gridCol w="611648">
                  <a:extLst>
                    <a:ext uri="{9D8B030D-6E8A-4147-A177-3AD203B41FA5}">
                      <a16:colId xmlns:a16="http://schemas.microsoft.com/office/drawing/2014/main" val="560141210"/>
                    </a:ext>
                  </a:extLst>
                </a:gridCol>
                <a:gridCol w="1217152">
                  <a:extLst>
                    <a:ext uri="{9D8B030D-6E8A-4147-A177-3AD203B41FA5}">
                      <a16:colId xmlns:a16="http://schemas.microsoft.com/office/drawing/2014/main" val="426978688"/>
                    </a:ext>
                  </a:extLst>
                </a:gridCol>
              </a:tblGrid>
              <a:tr h="238125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fontAlgn="base">
                        <a:lnSpc>
                          <a:spcPts val="1350"/>
                        </a:lnSpc>
                        <a:buNone/>
                      </a:pPr>
                      <a:r>
                        <a:rPr lang="en-US" sz="1100" b="1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Date</a:t>
                      </a:r>
                      <a:endParaRPr lang="en-US" b="1">
                        <a:solidFill>
                          <a:srgbClr val="FFFFFF"/>
                        </a:solidFill>
                        <a:effectLst/>
                        <a:latin typeface="Calibri"/>
                      </a:endParaRPr>
                    </a:p>
                  </a:txBody>
                  <a:tcPr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2170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lvl="0" algn="ctr">
                        <a:lnSpc>
                          <a:spcPts val="1350"/>
                        </a:lnSpc>
                        <a:buNone/>
                      </a:pPr>
                      <a:r>
                        <a:rPr lang="en-US" sz="1100" b="1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Nov 4th, 2026</a:t>
                      </a:r>
                      <a:endParaRPr lang="en-US"/>
                    </a:p>
                  </a:txBody>
                  <a:tcPr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3106872"/>
                  </a:ext>
                </a:extLst>
              </a:tr>
            </a:tbl>
          </a:graphicData>
        </a:graphic>
      </p:graphicFrame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6A589B2A-C5A5-938D-4A23-8E98CE26AF7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96045667"/>
              </p:ext>
            </p:extLst>
          </p:nvPr>
        </p:nvGraphicFramePr>
        <p:xfrm>
          <a:off x="99225" y="857681"/>
          <a:ext cx="5878344" cy="3718560"/>
        </p:xfrm>
        <a:graphic>
          <a:graphicData uri="http://schemas.openxmlformats.org/drawingml/2006/table">
            <a:tbl>
              <a:tblPr firstRow="1" bandRow="1"/>
              <a:tblGrid>
                <a:gridCol w="5878344">
                  <a:extLst>
                    <a:ext uri="{9D8B030D-6E8A-4147-A177-3AD203B41FA5}">
                      <a16:colId xmlns:a16="http://schemas.microsoft.com/office/drawing/2014/main" val="4063976994"/>
                    </a:ext>
                  </a:extLst>
                </a:gridCol>
              </a:tblGrid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1000">
                          <a:solidFill>
                            <a:schemeClr val="bg1"/>
                          </a:solidFill>
                        </a:rPr>
                        <a:t>Key Accomplishments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63150789"/>
                  </a:ext>
                </a:extLst>
              </a:tr>
              <a:tr h="347472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1000" dirty="0">
                          <a:latin typeface="+mn-lt"/>
                        </a:rPr>
                        <a:t>✓ DE members assigned to Market Measurement &amp; Promotions</a:t>
                      </a:r>
                    </a:p>
                    <a:p>
                      <a:r>
                        <a:rPr lang="en-US" sz="1000" dirty="0">
                          <a:latin typeface="+mn-lt"/>
                        </a:rPr>
                        <a:t>✓ MDLZ accounts requested; team onboarding started</a:t>
                      </a:r>
                    </a:p>
                    <a:p>
                      <a:r>
                        <a:rPr lang="en-US" sz="1000" dirty="0">
                          <a:latin typeface="+mn-lt"/>
                        </a:rPr>
                        <a:t>✓ MDLZ Market Share leads identified (Fabio A., Marvi M., Maria B., Gustavo P.)</a:t>
                      </a:r>
                    </a:p>
                    <a:p>
                      <a:r>
                        <a:rPr lang="en-US" sz="1000" dirty="0">
                          <a:latin typeface="+mn-lt"/>
                        </a:rPr>
                        <a:t>✓ Scope confirmed: market share data &amp; calculations (all 4 BUs); promotions (MX model exists, new for others)</a:t>
                      </a:r>
                    </a:p>
                  </a:txBody>
                  <a:tcPr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3642603"/>
                  </a:ext>
                </a:extLst>
              </a:tr>
            </a:tbl>
          </a:graphicData>
        </a:graphic>
      </p:graphicFrame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DA87E6F8-7A21-32BA-CFA5-10F960F7EFB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33538179"/>
              </p:ext>
            </p:extLst>
          </p:nvPr>
        </p:nvGraphicFramePr>
        <p:xfrm>
          <a:off x="99225" y="502184"/>
          <a:ext cx="3838575" cy="261684"/>
        </p:xfrm>
        <a:graphic>
          <a:graphicData uri="http://schemas.openxmlformats.org/drawingml/2006/table">
            <a:tbl>
              <a:tblPr bandRow="1"/>
              <a:tblGrid>
                <a:gridCol w="1534313">
                  <a:extLst>
                    <a:ext uri="{9D8B030D-6E8A-4147-A177-3AD203B41FA5}">
                      <a16:colId xmlns:a16="http://schemas.microsoft.com/office/drawing/2014/main" val="560141210"/>
                    </a:ext>
                  </a:extLst>
                </a:gridCol>
                <a:gridCol w="2304262">
                  <a:extLst>
                    <a:ext uri="{9D8B030D-6E8A-4147-A177-3AD203B41FA5}">
                      <a16:colId xmlns:a16="http://schemas.microsoft.com/office/drawing/2014/main" val="426978688"/>
                    </a:ext>
                  </a:extLst>
                </a:gridCol>
              </a:tblGrid>
              <a:tr h="238125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fontAlgn="base">
                        <a:lnSpc>
                          <a:spcPts val="1350"/>
                        </a:lnSpc>
                        <a:buNone/>
                      </a:pPr>
                      <a:r>
                        <a:rPr lang="en-US" sz="1100" b="1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Data Engineering Lead</a:t>
                      </a:r>
                      <a:endParaRPr lang="en-US" b="1">
                        <a:solidFill>
                          <a:srgbClr val="FFFFFF"/>
                        </a:solidFill>
                        <a:effectLst/>
                        <a:latin typeface="Calibri"/>
                      </a:endParaRPr>
                    </a:p>
                  </a:txBody>
                  <a:tcPr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lvl="0" algn="l">
                        <a:lnSpc>
                          <a:spcPct val="100000"/>
                        </a:lnSpc>
                        <a:buNone/>
                      </a:pPr>
                      <a:r>
                        <a:rPr lang="en-US" sz="1100" b="1" kern="1200" dirty="0" err="1">
                          <a:solidFill>
                            <a:srgbClr val="000000"/>
                          </a:solidFill>
                          <a:effectLst/>
                          <a:latin typeface="Calibri"/>
                          <a:ea typeface="+mn-ea"/>
                          <a:cs typeface="+mn-cs"/>
                        </a:rPr>
                        <a:t>Pawe</a:t>
                      </a:r>
                      <a:r>
                        <a:rPr lang="pl-PL" sz="1100" b="1" kern="1200" dirty="0">
                          <a:solidFill>
                            <a:srgbClr val="000000"/>
                          </a:solidFill>
                          <a:effectLst/>
                          <a:latin typeface="Calibri"/>
                          <a:ea typeface="+mn-ea"/>
                          <a:cs typeface="+mn-cs"/>
                        </a:rPr>
                        <a:t>ł</a:t>
                      </a:r>
                      <a:r>
                        <a:rPr lang="en-US" sz="1100" b="1" kern="1200" dirty="0">
                          <a:solidFill>
                            <a:srgbClr val="000000"/>
                          </a:solidFill>
                          <a:effectLst/>
                          <a:latin typeface="Calibri"/>
                          <a:ea typeface="+mn-ea"/>
                          <a:cs typeface="+mn-cs"/>
                        </a:rPr>
                        <a:t> Orzech/Przemysław </a:t>
                      </a:r>
                      <a:r>
                        <a:rPr lang="en-US" sz="1100" b="1" kern="1200" dirty="0" err="1">
                          <a:solidFill>
                            <a:srgbClr val="000000"/>
                          </a:solidFill>
                          <a:effectLst/>
                          <a:latin typeface="Calibri"/>
                          <a:ea typeface="+mn-ea"/>
                          <a:cs typeface="+mn-cs"/>
                        </a:rPr>
                        <a:t>Dzierżak</a:t>
                      </a:r>
                      <a:endParaRPr lang="en-US" sz="1100" b="1" kern="1200" dirty="0">
                        <a:solidFill>
                          <a:srgbClr val="000000"/>
                        </a:solidFill>
                        <a:effectLst/>
                        <a:latin typeface="Calibri"/>
                        <a:ea typeface="+mn-ea"/>
                        <a:cs typeface="+mn-cs"/>
                      </a:endParaRPr>
                    </a:p>
                  </a:txBody>
                  <a:tcPr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3106872"/>
                  </a:ext>
                </a:extLst>
              </a:tr>
            </a:tbl>
          </a:graphicData>
        </a:graphic>
      </p:graphicFrame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47021E57-96D8-67F6-D4CE-0EACA48AC29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42934963"/>
              </p:ext>
            </p:extLst>
          </p:nvPr>
        </p:nvGraphicFramePr>
        <p:xfrm>
          <a:off x="3999712" y="502184"/>
          <a:ext cx="3838575" cy="261684"/>
        </p:xfrm>
        <a:graphic>
          <a:graphicData uri="http://schemas.openxmlformats.org/drawingml/2006/table">
            <a:tbl>
              <a:tblPr bandRow="1"/>
              <a:tblGrid>
                <a:gridCol w="1534313">
                  <a:extLst>
                    <a:ext uri="{9D8B030D-6E8A-4147-A177-3AD203B41FA5}">
                      <a16:colId xmlns:a16="http://schemas.microsoft.com/office/drawing/2014/main" val="560141210"/>
                    </a:ext>
                  </a:extLst>
                </a:gridCol>
                <a:gridCol w="2304262">
                  <a:extLst>
                    <a:ext uri="{9D8B030D-6E8A-4147-A177-3AD203B41FA5}">
                      <a16:colId xmlns:a16="http://schemas.microsoft.com/office/drawing/2014/main" val="426978688"/>
                    </a:ext>
                  </a:extLst>
                </a:gridCol>
              </a:tblGrid>
              <a:tr h="238125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fontAlgn="base">
                        <a:lnSpc>
                          <a:spcPts val="1350"/>
                        </a:lnSpc>
                        <a:buNone/>
                      </a:pPr>
                      <a:r>
                        <a:rPr lang="en-US" sz="1100" b="1" kern="1200">
                          <a:solidFill>
                            <a:srgbClr val="000000"/>
                          </a:solidFill>
                          <a:effectLst/>
                          <a:latin typeface="Calibri"/>
                          <a:ea typeface="+mn-ea"/>
                          <a:cs typeface="+mn-cs"/>
                        </a:rPr>
                        <a:t>Gen BI Lead</a:t>
                      </a:r>
                    </a:p>
                  </a:txBody>
                  <a:tcPr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lvl="0" algn="l">
                        <a:lnSpc>
                          <a:spcPts val="1350"/>
                        </a:lnSpc>
                        <a:buNone/>
                      </a:pPr>
                      <a:r>
                        <a:rPr lang="en-US" sz="1100" b="1" kern="1200" dirty="0">
                          <a:solidFill>
                            <a:srgbClr val="000000"/>
                          </a:solidFill>
                          <a:effectLst/>
                          <a:latin typeface="Calibri"/>
                          <a:ea typeface="+mn-ea"/>
                          <a:cs typeface="+mn-cs"/>
                        </a:rPr>
                        <a:t>TBD</a:t>
                      </a:r>
                    </a:p>
                  </a:txBody>
                  <a:tcPr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3106872"/>
                  </a:ext>
                </a:extLst>
              </a:tr>
            </a:tbl>
          </a:graphicData>
        </a:graphic>
      </p:graphicFrame>
      <p:graphicFrame>
        <p:nvGraphicFramePr>
          <p:cNvPr id="8" name="Table 7">
            <a:extLst>
              <a:ext uri="{FF2B5EF4-FFF2-40B4-BE49-F238E27FC236}">
                <a16:creationId xmlns:a16="http://schemas.microsoft.com/office/drawing/2014/main" id="{E37A27A9-4615-1F29-253F-471302D5B625}"/>
              </a:ext>
            </a:extLst>
          </p:cNvPr>
          <p:cNvGraphicFramePr>
            <a:graphicFrameLocks noGrp="1"/>
          </p:cNvGraphicFramePr>
          <p:nvPr/>
        </p:nvGraphicFramePr>
        <p:xfrm>
          <a:off x="99224" y="4926879"/>
          <a:ext cx="6649494" cy="1798320"/>
        </p:xfrm>
        <a:graphic>
          <a:graphicData uri="http://schemas.openxmlformats.org/drawingml/2006/table">
            <a:tbl>
              <a:tblPr firstRow="1" bandRow="1"/>
              <a:tblGrid>
                <a:gridCol w="408422">
                  <a:extLst>
                    <a:ext uri="{9D8B030D-6E8A-4147-A177-3AD203B41FA5}">
                      <a16:colId xmlns:a16="http://schemas.microsoft.com/office/drawing/2014/main" val="4063976994"/>
                    </a:ext>
                  </a:extLst>
                </a:gridCol>
                <a:gridCol w="571792">
                  <a:extLst>
                    <a:ext uri="{9D8B030D-6E8A-4147-A177-3AD203B41FA5}">
                      <a16:colId xmlns:a16="http://schemas.microsoft.com/office/drawing/2014/main" val="2930135291"/>
                    </a:ext>
                  </a:extLst>
                </a:gridCol>
                <a:gridCol w="3291840">
                  <a:extLst>
                    <a:ext uri="{9D8B030D-6E8A-4147-A177-3AD203B41FA5}">
                      <a16:colId xmlns:a16="http://schemas.microsoft.com/office/drawing/2014/main" val="342581697"/>
                    </a:ext>
                  </a:extLst>
                </a:gridCol>
                <a:gridCol w="731520">
                  <a:extLst>
                    <a:ext uri="{9D8B030D-6E8A-4147-A177-3AD203B41FA5}">
                      <a16:colId xmlns:a16="http://schemas.microsoft.com/office/drawing/2014/main" val="2994194436"/>
                    </a:ext>
                  </a:extLst>
                </a:gridCol>
                <a:gridCol w="1005840">
                  <a:extLst>
                    <a:ext uri="{9D8B030D-6E8A-4147-A177-3AD203B41FA5}">
                      <a16:colId xmlns:a16="http://schemas.microsoft.com/office/drawing/2014/main" val="3638549791"/>
                    </a:ext>
                  </a:extLst>
                </a:gridCol>
                <a:gridCol w="640080">
                  <a:extLst>
                    <a:ext uri="{9D8B030D-6E8A-4147-A177-3AD203B41FA5}">
                      <a16:colId xmlns:a16="http://schemas.microsoft.com/office/drawing/2014/main" val="4204228725"/>
                    </a:ext>
                  </a:extLst>
                </a:gridCol>
              </a:tblGrid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/>
                        <a:t>Type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/>
                        <a:t>Number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/>
                        <a:t>Description / Mitigation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/>
                        <a:t>Status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/>
                        <a:t>Owner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/>
                        <a:t>Due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63150789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700" b="1">
                          <a:latin typeface="+mn-lt"/>
                        </a:rPr>
                        <a:t>Dep.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700" b="1">
                          <a:latin typeface="+mn-lt"/>
                        </a:rPr>
                        <a:t>D02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700">
                          <a:latin typeface="+mn-lt"/>
                        </a:rPr>
                        <a:t>Market share source access (planned Nov 1st) to confirm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800" b="1">
                          <a:solidFill>
                            <a:schemeClr val="bg1"/>
                          </a:solidFill>
                          <a:latin typeface="+mn-lt"/>
                        </a:rPr>
                        <a:t>A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18719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700">
                          <a:latin typeface="+mn-lt"/>
                        </a:rPr>
                        <a:t>MDLZ D&amp;A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700">
                          <a:latin typeface="+mn-lt"/>
                        </a:rPr>
                        <a:t>Nov 13th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3642603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700" b="1">
                          <a:latin typeface="+mn-lt"/>
                        </a:rPr>
                        <a:t>Risk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700" b="1">
                          <a:latin typeface="+mn-lt"/>
                        </a:rPr>
                        <a:t>R05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700">
                          <a:latin typeface="+mn-lt"/>
                        </a:rPr>
                        <a:t>Nov 23rd workshop to be rescheduled in revised plan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800" b="1">
                          <a:solidFill>
                            <a:schemeClr val="bg1"/>
                          </a:solidFill>
                          <a:latin typeface="+mn-lt"/>
                        </a:rPr>
                        <a:t>R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52323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700">
                          <a:latin typeface="+mn-lt"/>
                        </a:rPr>
                        <a:t>Vadzim N.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700">
                          <a:latin typeface="+mn-lt"/>
                        </a:rPr>
                        <a:t>Nov 13th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2300796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700" b="1">
                          <a:latin typeface="+mn-lt"/>
                        </a:rPr>
                        <a:t>Risk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700" b="1">
                          <a:latin typeface="+mn-lt"/>
                        </a:rPr>
                        <a:t>R06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700">
                          <a:latin typeface="+mn-lt"/>
                        </a:rPr>
                        <a:t>Remote sessions less effective – pre-reads, weekly sign-off tracking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800" b="1">
                          <a:solidFill>
                            <a:schemeClr val="bg1"/>
                          </a:solidFill>
                          <a:latin typeface="+mn-lt"/>
                        </a:rPr>
                        <a:t>A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18719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700">
                          <a:latin typeface="+mn-lt"/>
                        </a:rPr>
                        <a:t>Vadzim N.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700">
                          <a:latin typeface="+mn-lt"/>
                        </a:rPr>
                        <a:t>Weekly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63418265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700" b="1">
                          <a:latin typeface="+mn-lt"/>
                        </a:rPr>
                        <a:t>Risk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700" b="1">
                          <a:latin typeface="+mn-lt"/>
                        </a:rPr>
                        <a:t>R04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700">
                          <a:latin typeface="+mn-lt"/>
                        </a:rPr>
                        <a:t>Governance SPOCs not named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800" b="1">
                          <a:solidFill>
                            <a:schemeClr val="bg1"/>
                          </a:solidFill>
                          <a:latin typeface="+mn-lt"/>
                        </a:rPr>
                        <a:t>A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18719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700">
                          <a:latin typeface="+mn-lt"/>
                        </a:rPr>
                        <a:t>MDLZ PM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700">
                          <a:latin typeface="+mn-lt"/>
                        </a:rPr>
                        <a:t>Nov 13th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9067520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6955591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96495709"/>
                  </a:ext>
                </a:extLst>
              </a:tr>
            </a:tbl>
          </a:graphicData>
        </a:graphic>
      </p:graphicFrame>
      <p:graphicFrame>
        <p:nvGraphicFramePr>
          <p:cNvPr id="9" name="Table 8">
            <a:extLst>
              <a:ext uri="{FF2B5EF4-FFF2-40B4-BE49-F238E27FC236}">
                <a16:creationId xmlns:a16="http://schemas.microsoft.com/office/drawing/2014/main" id="{64404D12-883B-FD54-D533-6E4D20E2A12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44163185"/>
              </p:ext>
            </p:extLst>
          </p:nvPr>
        </p:nvGraphicFramePr>
        <p:xfrm>
          <a:off x="6153897" y="857681"/>
          <a:ext cx="5943600" cy="3718560"/>
        </p:xfrm>
        <a:graphic>
          <a:graphicData uri="http://schemas.openxmlformats.org/drawingml/2006/table">
            <a:tbl>
              <a:tblPr firstRow="1" bandRow="1"/>
              <a:tblGrid>
                <a:gridCol w="5943600">
                  <a:extLst>
                    <a:ext uri="{9D8B030D-6E8A-4147-A177-3AD203B41FA5}">
                      <a16:colId xmlns:a16="http://schemas.microsoft.com/office/drawing/2014/main" val="4063976994"/>
                    </a:ext>
                  </a:extLst>
                </a:gridCol>
              </a:tblGrid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1000">
                          <a:solidFill>
                            <a:schemeClr val="bg1"/>
                          </a:solidFill>
                        </a:rPr>
                        <a:t>Key upcoming activities &amp; decisions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63150789"/>
                  </a:ext>
                </a:extLst>
              </a:tr>
              <a:tr h="347472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pl-PL" sz="1000" dirty="0" err="1">
                          <a:latin typeface="+mn-lt"/>
                        </a:rPr>
                        <a:t>Activities</a:t>
                      </a:r>
                      <a:r>
                        <a:rPr lang="pl-PL" sz="1000" dirty="0">
                          <a:latin typeface="+mn-lt"/>
                        </a:rPr>
                        <a:t> </a:t>
                      </a:r>
                      <a:r>
                        <a:rPr lang="pl-PL" sz="1000" dirty="0" err="1">
                          <a:latin typeface="+mn-lt"/>
                        </a:rPr>
                        <a:t>planned</a:t>
                      </a:r>
                      <a:r>
                        <a:rPr lang="pl-PL" sz="1000" dirty="0">
                          <a:latin typeface="+mn-lt"/>
                        </a:rPr>
                        <a:t> </a:t>
                      </a:r>
                      <a:r>
                        <a:rPr lang="pl-PL" sz="1000" dirty="0" err="1">
                          <a:latin typeface="+mn-lt"/>
                        </a:rPr>
                        <a:t>after</a:t>
                      </a:r>
                      <a:r>
                        <a:rPr lang="pl-PL" sz="1000" dirty="0">
                          <a:latin typeface="+mn-lt"/>
                        </a:rPr>
                        <a:t> </a:t>
                      </a:r>
                      <a:r>
                        <a:rPr lang="pl-PL" sz="1000" dirty="0" err="1">
                          <a:latin typeface="+mn-lt"/>
                        </a:rPr>
                        <a:t>access</a:t>
                      </a:r>
                      <a:r>
                        <a:rPr lang="pl-PL" sz="1000" dirty="0">
                          <a:latin typeface="+mn-lt"/>
                        </a:rPr>
                        <a:t> </a:t>
                      </a:r>
                      <a:r>
                        <a:rPr lang="pl-PL" sz="1000" dirty="0" err="1">
                          <a:latin typeface="+mn-lt"/>
                        </a:rPr>
                        <a:t>provisioning</a:t>
                      </a:r>
                      <a:r>
                        <a:rPr lang="pl-PL" sz="1000" dirty="0">
                          <a:latin typeface="+mn-lt"/>
                        </a:rPr>
                        <a:t>.</a:t>
                      </a:r>
                    </a:p>
                    <a:p>
                      <a:r>
                        <a:rPr lang="en-US" sz="1000" dirty="0">
                          <a:latin typeface="+mn-lt"/>
                        </a:rPr>
                        <a:t>▪ Market Share &amp; Promotions discovery for Mexico </a:t>
                      </a:r>
                      <a:endParaRPr lang="pl-PL" sz="1000" dirty="0">
                        <a:latin typeface="+mn-lt"/>
                      </a:endParaRPr>
                    </a:p>
                    <a:p>
                      <a:r>
                        <a:rPr lang="en-US" sz="1000" dirty="0">
                          <a:latin typeface="+mn-lt"/>
                        </a:rPr>
                        <a:t>▪ Ingest FMT datasets with validated schemas, volumetrics and DQ controls</a:t>
                      </a:r>
                    </a:p>
                    <a:p>
                      <a:r>
                        <a:rPr lang="en-US" sz="1000" dirty="0">
                          <a:latin typeface="+mn-lt"/>
                        </a:rPr>
                        <a:t>▪ Onboard Market Measurement &amp; Promo sources into GCP Harmonized; metadata in Unity Catalog</a:t>
                      </a:r>
                    </a:p>
                    <a:p>
                      <a:r>
                        <a:rPr lang="en-US" sz="1000" dirty="0">
                          <a:latin typeface="+mn-lt"/>
                        </a:rPr>
                        <a:t>▪ Remote sessions with Market Share leads; combined Brazil workshop – new date in revised plan</a:t>
                      </a:r>
                    </a:p>
                  </a:txBody>
                  <a:tcPr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3642603"/>
                  </a:ext>
                </a:extLst>
              </a:tr>
            </a:tbl>
          </a:graphicData>
        </a:graphic>
      </p:graphicFrame>
      <p:sp>
        <p:nvSpPr>
          <p:cNvPr id="10" name="Rectangle 14">
            <a:extLst>
              <a:ext uri="{FF2B5EF4-FFF2-40B4-BE49-F238E27FC236}">
                <a16:creationId xmlns:a16="http://schemas.microsoft.com/office/drawing/2014/main" id="{E2AB9FD8-6302-77B9-D1DE-7E87C2179DF0}"/>
              </a:ext>
            </a:extLst>
          </p:cNvPr>
          <p:cNvSpPr/>
          <p:nvPr/>
        </p:nvSpPr>
        <p:spPr>
          <a:xfrm>
            <a:off x="99224" y="4685586"/>
            <a:ext cx="6649493" cy="182880"/>
          </a:xfrm>
          <a:prstGeom prst="rect">
            <a:avLst/>
          </a:prstGeom>
          <a:solidFill>
            <a:srgbClr val="156082"/>
          </a:solidFill>
          <a:ln w="19050" cap="flat" cmpd="sng" algn="ctr">
            <a:solidFill>
              <a:srgbClr val="156082"/>
            </a:solidFill>
            <a:prstDash val="solid"/>
            <a:miter lim="800000"/>
          </a:ln>
          <a:effectLst/>
        </p:spPr>
        <p:txBody>
          <a:bodyPr lIns="91440" tIns="45720" rIns="91440" bIns="4572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RAID (Risk, Action, Issue, Decision) with Mitigation Plan/Owner &amp; Due date</a:t>
            </a:r>
          </a:p>
        </p:txBody>
      </p:sp>
      <p:graphicFrame>
        <p:nvGraphicFramePr>
          <p:cNvPr id="11" name="Table 10">
            <a:extLst>
              <a:ext uri="{FF2B5EF4-FFF2-40B4-BE49-F238E27FC236}">
                <a16:creationId xmlns:a16="http://schemas.microsoft.com/office/drawing/2014/main" id="{8706C1E7-7A3E-980F-EF05-5D8FAD40F242}"/>
              </a:ext>
            </a:extLst>
          </p:cNvPr>
          <p:cNvGraphicFramePr>
            <a:graphicFrameLocks noGrp="1"/>
          </p:cNvGraphicFramePr>
          <p:nvPr/>
        </p:nvGraphicFramePr>
        <p:xfrm>
          <a:off x="6841338" y="4926879"/>
          <a:ext cx="5241546" cy="1828800"/>
        </p:xfrm>
        <a:graphic>
          <a:graphicData uri="http://schemas.openxmlformats.org/drawingml/2006/table">
            <a:tbl>
              <a:tblPr firstRow="1" bandRow="1"/>
              <a:tblGrid>
                <a:gridCol w="1232631">
                  <a:extLst>
                    <a:ext uri="{9D8B030D-6E8A-4147-A177-3AD203B41FA5}">
                      <a16:colId xmlns:a16="http://schemas.microsoft.com/office/drawing/2014/main" val="4063976994"/>
                    </a:ext>
                  </a:extLst>
                </a:gridCol>
                <a:gridCol w="2813474">
                  <a:extLst>
                    <a:ext uri="{9D8B030D-6E8A-4147-A177-3AD203B41FA5}">
                      <a16:colId xmlns:a16="http://schemas.microsoft.com/office/drawing/2014/main" val="342581697"/>
                    </a:ext>
                  </a:extLst>
                </a:gridCol>
                <a:gridCol w="551742">
                  <a:extLst>
                    <a:ext uri="{9D8B030D-6E8A-4147-A177-3AD203B41FA5}">
                      <a16:colId xmlns:a16="http://schemas.microsoft.com/office/drawing/2014/main" val="2994194436"/>
                    </a:ext>
                  </a:extLst>
                </a:gridCol>
                <a:gridCol w="643699">
                  <a:extLst>
                    <a:ext uri="{9D8B030D-6E8A-4147-A177-3AD203B41FA5}">
                      <a16:colId xmlns:a16="http://schemas.microsoft.com/office/drawing/2014/main" val="4204228725"/>
                    </a:ext>
                  </a:extLst>
                </a:gridCol>
              </a:tblGrid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Phase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Tasks &amp; Summary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Status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Due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63150789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 b="1"/>
                        <a:t>Blueprint / Working Prototype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Scope, design &amp; build working prototype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</a:rPr>
                        <a:t>G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7819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Feb 28th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3642603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 b="1"/>
                        <a:t>Migration to new DBX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sz="600"/>
                        <a:t>Migrate all pipelines to Databricks AWS</a:t>
                      </a:r>
                      <a:endParaRPr lang="en-US" sz="6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</a:rPr>
                        <a:t>N.S.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Mar 31st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2300796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 b="1"/>
                        <a:t>Project Unit Testing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sz="600"/>
                        <a:t>Unit &amp; parallel-run testing in DEV</a:t>
                      </a:r>
                      <a:endParaRPr lang="en-US" sz="6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</a:rPr>
                        <a:t>N.S.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Apr 30th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63418265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 b="1"/>
                        <a:t>Business Testing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sz="600"/>
                        <a:t>End-to-end validation by product team</a:t>
                      </a:r>
                      <a:endParaRPr lang="en-US" sz="6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</a:rPr>
                        <a:t>N.S.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July 02nd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9067520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 b="1"/>
                        <a:t>Integration Testing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sz="600"/>
                        <a:t>Cross-domain integration testing in QA</a:t>
                      </a:r>
                      <a:endParaRPr lang="en-US" sz="6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</a:rPr>
                        <a:t>N.S.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July 30th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6955591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 b="1"/>
                        <a:t>User Acceptance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sz="600"/>
                        <a:t>Business stakeholder UAT across 4 BUs</a:t>
                      </a:r>
                      <a:endParaRPr lang="en-US" sz="6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</a:rPr>
                        <a:t>N.S.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Sept 03rd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96495709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 b="1"/>
                        <a:t>Production Readiness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Technical go-live readiness sign-off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</a:rPr>
                        <a:t>N.S.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Sept 24th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2433145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US" sz="600" b="1"/>
                        <a:t>Go-live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600"/>
                        <a:t>Business go-live across all markets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</a:rPr>
                        <a:t>N.S.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600"/>
                        <a:t>Oct 11th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7EAE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94238755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US" sz="600" b="1"/>
                        <a:t>Hypercare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600"/>
                        <a:t>Support, parallel run &amp; transition to BAU (Business as Usual)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</a:rPr>
                        <a:t>N.S.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600"/>
                        <a:t>Dec 31st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38678162"/>
                  </a:ext>
                </a:extLst>
              </a:tr>
            </a:tbl>
          </a:graphicData>
        </a:graphic>
      </p:graphicFrame>
      <p:sp>
        <p:nvSpPr>
          <p:cNvPr id="12" name="Rectangle 14">
            <a:extLst>
              <a:ext uri="{FF2B5EF4-FFF2-40B4-BE49-F238E27FC236}">
                <a16:creationId xmlns:a16="http://schemas.microsoft.com/office/drawing/2014/main" id="{7931D922-CCF2-2709-CFA4-1ADF978FF425}"/>
              </a:ext>
            </a:extLst>
          </p:cNvPr>
          <p:cNvSpPr/>
          <p:nvPr/>
        </p:nvSpPr>
        <p:spPr>
          <a:xfrm>
            <a:off x="6841338" y="4685586"/>
            <a:ext cx="5241547" cy="182880"/>
          </a:xfrm>
          <a:prstGeom prst="rect">
            <a:avLst/>
          </a:prstGeom>
          <a:solidFill>
            <a:srgbClr val="156082"/>
          </a:solidFill>
          <a:ln w="19050" cap="flat" cmpd="sng" algn="ctr">
            <a:solidFill>
              <a:srgbClr val="156082"/>
            </a:solidFill>
            <a:prstDash val="solid"/>
            <a:miter lim="800000"/>
          </a:ln>
          <a:effectLst/>
        </p:spPr>
        <p:txBody>
          <a:bodyPr lIns="91440" tIns="45720" rIns="91440" bIns="4572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Upcoming Milestones Status Updates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C5821072-9A4D-2A54-04B4-F7BCEB2AA7C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9113" y="6478812"/>
            <a:ext cx="4081322" cy="329571"/>
          </a:xfrm>
          <a:prstGeom prst="rect">
            <a:avLst/>
          </a:prstGeom>
        </p:spPr>
      </p:pic>
      <p:graphicFrame>
        <p:nvGraphicFramePr>
          <p:cNvPr id="15" name="Table 14">
            <a:extLst>
              <a:ext uri="{FF2B5EF4-FFF2-40B4-BE49-F238E27FC236}">
                <a16:creationId xmlns:a16="http://schemas.microsoft.com/office/drawing/2014/main" id="{EC2C4D69-A050-C7DE-01EA-1A9A852723F0}"/>
              </a:ext>
            </a:extLst>
          </p:cNvPr>
          <p:cNvGraphicFramePr>
            <a:graphicFrameLocks noGrp="1"/>
          </p:cNvGraphicFramePr>
          <p:nvPr/>
        </p:nvGraphicFramePr>
        <p:xfrm>
          <a:off x="7900199" y="491483"/>
          <a:ext cx="4182688" cy="263081"/>
        </p:xfrm>
        <a:graphic>
          <a:graphicData uri="http://schemas.openxmlformats.org/drawingml/2006/table">
            <a:tbl>
              <a:tblPr bandRow="1"/>
              <a:tblGrid>
                <a:gridCol w="1671858">
                  <a:extLst>
                    <a:ext uri="{9D8B030D-6E8A-4147-A177-3AD203B41FA5}">
                      <a16:colId xmlns:a16="http://schemas.microsoft.com/office/drawing/2014/main" val="560141210"/>
                    </a:ext>
                  </a:extLst>
                </a:gridCol>
                <a:gridCol w="2510830">
                  <a:extLst>
                    <a:ext uri="{9D8B030D-6E8A-4147-A177-3AD203B41FA5}">
                      <a16:colId xmlns:a16="http://schemas.microsoft.com/office/drawing/2014/main" val="426978688"/>
                    </a:ext>
                  </a:extLst>
                </a:gridCol>
              </a:tblGrid>
              <a:tr h="238125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fontAlgn="base">
                        <a:lnSpc>
                          <a:spcPts val="1350"/>
                        </a:lnSpc>
                        <a:buNone/>
                      </a:pPr>
                      <a:r>
                        <a:rPr lang="en-US" sz="1100" b="1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MDLZ Lead</a:t>
                      </a:r>
                      <a:endParaRPr lang="en-US" b="1">
                        <a:solidFill>
                          <a:srgbClr val="FFFFFF"/>
                        </a:solidFill>
                        <a:effectLst/>
                        <a:latin typeface="Calibri"/>
                      </a:endParaRPr>
                    </a:p>
                  </a:txBody>
                  <a:tcPr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lvl="0" algn="l">
                        <a:lnSpc>
                          <a:spcPts val="1350"/>
                        </a:lnSpc>
                        <a:buNone/>
                      </a:pPr>
                      <a:r>
                        <a:rPr lang="en-US" sz="1100" b="1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Fabio A., Marvi M., Maria B., Gustavo P.</a:t>
                      </a:r>
                      <a:endParaRPr lang="en-US"/>
                    </a:p>
                  </a:txBody>
                  <a:tcPr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310687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397085495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ACA6833-236C-21E3-E698-FF570196087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3101E1F-B6C8-3397-359E-F01691C92AA4}"/>
              </a:ext>
            </a:extLst>
          </p:cNvPr>
          <p:cNvSpPr txBox="1">
            <a:spLocks/>
          </p:cNvSpPr>
          <p:nvPr/>
        </p:nvSpPr>
        <p:spPr>
          <a:xfrm>
            <a:off x="109113" y="0"/>
            <a:ext cx="6558388" cy="344312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85000"/>
              </a:lnSpc>
              <a:spcBef>
                <a:spcPct val="0"/>
              </a:spcBef>
              <a:buNone/>
              <a:defRPr sz="3200" b="0" kern="1200" cap="all" baseline="0">
                <a:solidFill>
                  <a:schemeClr val="accent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l" defTabSz="89486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all" spc="0" normalizeH="0" baseline="0" noProof="0">
                <a:ln>
                  <a:noFill/>
                </a:ln>
                <a:solidFill>
                  <a:srgbClr val="4F2170"/>
                </a:solidFill>
                <a:effectLst/>
                <a:uLnTx/>
                <a:uFillTx/>
                <a:latin typeface="Aptos Display" panose="02110004020202020204"/>
                <a:ea typeface="+mj-ea"/>
                <a:cs typeface="+mj-cs"/>
              </a:rPr>
              <a:t>4. MEXICO DSD</a:t>
            </a:r>
          </a:p>
        </p:txBody>
      </p:sp>
      <p:graphicFrame>
        <p:nvGraphicFramePr>
          <p:cNvPr id="3" name="Table 21">
            <a:extLst>
              <a:ext uri="{FF2B5EF4-FFF2-40B4-BE49-F238E27FC236}">
                <a16:creationId xmlns:a16="http://schemas.microsoft.com/office/drawing/2014/main" id="{DC9DDE59-222F-DAE6-7E55-4D7532643E5E}"/>
              </a:ext>
            </a:extLst>
          </p:cNvPr>
          <p:cNvGraphicFramePr>
            <a:graphicFrameLocks noGrp="1"/>
          </p:cNvGraphicFramePr>
          <p:nvPr/>
        </p:nvGraphicFramePr>
        <p:xfrm>
          <a:off x="6219827" y="50695"/>
          <a:ext cx="3946258" cy="365760"/>
        </p:xfrm>
        <a:graphic>
          <a:graphicData uri="http://schemas.openxmlformats.org/drawingml/2006/table">
            <a:tbl>
              <a:tblPr firstRow="1" bandRow="1"/>
              <a:tblGrid>
                <a:gridCol w="455198">
                  <a:extLst>
                    <a:ext uri="{9D8B030D-6E8A-4147-A177-3AD203B41FA5}">
                      <a16:colId xmlns:a16="http://schemas.microsoft.com/office/drawing/2014/main" val="169957441"/>
                    </a:ext>
                  </a:extLst>
                </a:gridCol>
                <a:gridCol w="55426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3948">
                  <a:extLst>
                    <a:ext uri="{9D8B030D-6E8A-4147-A177-3AD203B41FA5}">
                      <a16:colId xmlns:a16="http://schemas.microsoft.com/office/drawing/2014/main" val="3188106295"/>
                    </a:ext>
                  </a:extLst>
                </a:gridCol>
                <a:gridCol w="46948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345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35398">
                  <a:extLst>
                    <a:ext uri="{9D8B030D-6E8A-4147-A177-3AD203B41FA5}">
                      <a16:colId xmlns:a16="http://schemas.microsoft.com/office/drawing/2014/main" val="2479922860"/>
                    </a:ext>
                  </a:extLst>
                </a:gridCol>
                <a:gridCol w="645758">
                  <a:extLst>
                    <a:ext uri="{9D8B030D-6E8A-4147-A177-3AD203B41FA5}">
                      <a16:colId xmlns:a16="http://schemas.microsoft.com/office/drawing/2014/main" val="2139964373"/>
                    </a:ext>
                  </a:extLst>
                </a:gridCol>
                <a:gridCol w="648745">
                  <a:extLst>
                    <a:ext uri="{9D8B030D-6E8A-4147-A177-3AD203B41FA5}">
                      <a16:colId xmlns:a16="http://schemas.microsoft.com/office/drawing/2014/main" val="3332492913"/>
                    </a:ext>
                  </a:extLst>
                </a:gridCol>
              </a:tblGrid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1" i="0" u="none" strike="noStrike" noProof="0">
                          <a:solidFill>
                            <a:schemeClr val="tx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/>
                          <a:cs typeface="Arial"/>
                        </a:rPr>
                        <a:t>G</a:t>
                      </a:r>
                      <a:endParaRPr lang="en-US" sz="600" b="1" i="0" u="none" strike="noStrike" noProof="0"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Arial"/>
                        <a:cs typeface="Arial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7819"/>
                    </a:solidFill>
                  </a:tcPr>
                </a:tc>
                <a:tc>
                  <a:txBody>
                    <a:bodyPr/>
                    <a:lstStyle>
                      <a:lvl1pPr marL="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1pPr>
                      <a:lvl2pPr marL="456888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2pPr>
                      <a:lvl3pPr marL="913771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3pPr>
                      <a:lvl4pPr marL="137066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4pPr>
                      <a:lvl5pPr marL="1827543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5pPr>
                      <a:lvl6pPr marL="228443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6pPr>
                      <a:lvl7pPr marL="2741316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7pPr>
                      <a:lvl8pPr marL="3198202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8pPr>
                      <a:lvl9pPr marL="365509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9pPr>
                    </a:lstStyle>
                    <a:p>
                      <a:pPr marL="0" algn="ctr" defTabSz="914400" rtl="0" eaLnBrk="1" latinLnBrk="0" hangingPunct="1"/>
                      <a:r>
                        <a:rPr lang="en-US" sz="600" b="1" kern="1200">
                          <a:solidFill>
                            <a:schemeClr val="tx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/>
                          <a:ea typeface="+mn-ea"/>
                          <a:cs typeface="Arial"/>
                        </a:rPr>
                        <a:t>G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7819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endParaRPr lang="en-US" sz="100" b="0">
                        <a:solidFill>
                          <a:schemeClr val="tx2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1pPr>
                      <a:lvl2pPr marL="456888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2pPr>
                      <a:lvl3pPr marL="913771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3pPr>
                      <a:lvl4pPr marL="137066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4pPr>
                      <a:lvl5pPr marL="1827543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5pPr>
                      <a:lvl6pPr marL="228443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6pPr>
                      <a:lvl7pPr marL="2741316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7pPr>
                      <a:lvl8pPr marL="3198202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8pPr>
                      <a:lvl9pPr marL="365509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9pPr>
                    </a:lstStyle>
                    <a:p>
                      <a:pPr marL="0" marR="0" indent="0" algn="ctr" defTabSz="456888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600" b="1">
                          <a:solidFill>
                            <a:schemeClr val="tx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/>
                          <a:cs typeface="Arial"/>
                        </a:rPr>
                        <a:t>G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7819"/>
                    </a:solidFill>
                  </a:tcPr>
                </a:tc>
                <a:tc>
                  <a:txBody>
                    <a:bodyPr/>
                    <a:lstStyle>
                      <a:lvl1pPr marL="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1pPr>
                      <a:lvl2pPr marL="456888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2pPr>
                      <a:lvl3pPr marL="913771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3pPr>
                      <a:lvl4pPr marL="137066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4pPr>
                      <a:lvl5pPr marL="1827543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5pPr>
                      <a:lvl6pPr marL="228443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6pPr>
                      <a:lvl7pPr marL="2741316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7pPr>
                      <a:lvl8pPr marL="3198202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8pPr>
                      <a:lvl9pPr marL="365509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9pPr>
                    </a:lstStyle>
                    <a:p>
                      <a:pPr marL="0" marR="0" lvl="0" indent="0" algn="ctr" defTabSz="456888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  <a:tabLst/>
                        <a:defRPr/>
                      </a:pPr>
                      <a:r>
                        <a:rPr lang="en-US" sz="600" b="1" kern="1200">
                          <a:solidFill>
                            <a:schemeClr val="tx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/>
                          <a:ea typeface="+mn-ea"/>
                          <a:cs typeface="Arial"/>
                        </a:rPr>
                        <a:t>G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7819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marL="0" marR="0" indent="0" algn="ctr" defTabSz="456888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600" b="1">
                          <a:solidFill>
                            <a:schemeClr val="tx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/>
                          <a:cs typeface="Arial"/>
                        </a:rPr>
                        <a:t>G</a:t>
                      </a:r>
                    </a:p>
                  </a:txBody>
                  <a:tcPr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4">
                      <a:solidFill>
                        <a:srgbClr val="0E2841"/>
                      </a:solidFill>
                    </a:lnR>
                    <a:lnT w="3174">
                      <a:solidFill>
                        <a:srgbClr val="0E2841"/>
                      </a:solidFill>
                    </a:lnT>
                    <a:lnB w="3174">
                      <a:solidFill>
                        <a:srgbClr val="0E2841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7819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lvl="0" algn="ctr">
                        <a:buNone/>
                      </a:pPr>
                      <a:r>
                        <a:rPr lang="en-US" sz="600" b="1">
                          <a:solidFill>
                            <a:schemeClr val="tx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/>
                          <a:cs typeface="Arial"/>
                        </a:rPr>
                        <a:t>A</a:t>
                      </a:r>
                    </a:p>
                  </a:txBody>
                  <a:tcPr anchor="ctr">
                    <a:lnL w="3174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18719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tx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/>
                          <a:cs typeface="Arial"/>
                        </a:rPr>
                        <a:t>G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781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1pPr>
                      <a:lvl2pPr marL="456888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2pPr>
                      <a:lvl3pPr marL="913771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3pPr>
                      <a:lvl4pPr marL="137066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4pPr>
                      <a:lvl5pPr marL="1827543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5pPr>
                      <a:lvl6pPr marL="228443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6pPr>
                      <a:lvl7pPr marL="2741316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7pPr>
                      <a:lvl8pPr marL="3198202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8pPr>
                      <a:lvl9pPr marL="365509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  <a:latin typeface="Arial"/>
                          <a:cs typeface="Arial"/>
                        </a:rPr>
                        <a:t>Overall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2170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  <a:latin typeface="Arial"/>
                          <a:cs typeface="Arial"/>
                        </a:rPr>
                        <a:t>Trending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2170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endParaRPr lang="en-US" sz="100" b="1">
                        <a:solidFill>
                          <a:schemeClr val="bg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1pPr>
                      <a:lvl2pPr marL="456888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2pPr>
                      <a:lvl3pPr marL="913771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3pPr>
                      <a:lvl4pPr marL="137066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4pPr>
                      <a:lvl5pPr marL="1827543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5pPr>
                      <a:lvl6pPr marL="228443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6pPr>
                      <a:lvl7pPr marL="2741316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7pPr>
                      <a:lvl8pPr marL="3198202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8pPr>
                      <a:lvl9pPr marL="365509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9pPr>
                    </a:lstStyle>
                    <a:p>
                      <a:pPr algn="ctr"/>
                      <a:r>
                        <a:rPr lang="en-US" sz="600" b="1" kern="1200" baseline="0">
                          <a:solidFill>
                            <a:schemeClr val="bg1"/>
                          </a:solidFill>
                          <a:latin typeface="Arial"/>
                          <a:ea typeface="+mn-ea"/>
                          <a:cs typeface="Arial"/>
                        </a:rPr>
                        <a:t>Budget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2170"/>
                    </a:solidFill>
                  </a:tcPr>
                </a:tc>
                <a:tc>
                  <a:txBody>
                    <a:bodyPr/>
                    <a:lstStyle>
                      <a:lvl1pPr marL="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1pPr>
                      <a:lvl2pPr marL="456888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2pPr>
                      <a:lvl3pPr marL="913771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3pPr>
                      <a:lvl4pPr marL="137066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4pPr>
                      <a:lvl5pPr marL="1827543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5pPr>
                      <a:lvl6pPr marL="228443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6pPr>
                      <a:lvl7pPr marL="2741316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7pPr>
                      <a:lvl8pPr marL="3198202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8pPr>
                      <a:lvl9pPr marL="365509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  <a:latin typeface="Arial"/>
                          <a:cs typeface="Arial"/>
                        </a:rPr>
                        <a:t>Schedule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2170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lvl="0" algn="ctr">
                        <a:buNone/>
                      </a:pPr>
                      <a:r>
                        <a:rPr lang="en-US" sz="600" b="1" kern="1200">
                          <a:solidFill>
                            <a:schemeClr val="bg1"/>
                          </a:solidFill>
                          <a:latin typeface="Arial"/>
                          <a:ea typeface="+mn-ea"/>
                          <a:cs typeface="Arial"/>
                        </a:rPr>
                        <a:t>Scope</a:t>
                      </a:r>
                      <a:endParaRPr lang="en-US" sz="600" b="1" kern="1200" baseline="0">
                        <a:solidFill>
                          <a:schemeClr val="bg1"/>
                        </a:solidFill>
                        <a:latin typeface="Arial"/>
                        <a:ea typeface="+mn-ea"/>
                        <a:cs typeface="Arial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4">
                      <a:solidFill>
                        <a:srgbClr val="0E2841"/>
                      </a:solidFill>
                    </a:lnR>
                    <a:lnT w="3174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4">
                      <a:solidFill>
                        <a:srgbClr val="0E2841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2170"/>
                    </a:solidFill>
                  </a:tcPr>
                </a:tc>
                <a:tc>
                  <a:txBody>
                    <a:bodyPr/>
                    <a:lstStyle>
                      <a:lvl1pPr marL="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1pPr>
                      <a:lvl2pPr marL="456888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2pPr>
                      <a:lvl3pPr marL="913771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3pPr>
                      <a:lvl4pPr marL="137066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4pPr>
                      <a:lvl5pPr marL="1827543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5pPr>
                      <a:lvl6pPr marL="228443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6pPr>
                      <a:lvl7pPr marL="2741316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7pPr>
                      <a:lvl8pPr marL="3198202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8pPr>
                      <a:lvl9pPr marL="365509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  <a:latin typeface="Arial"/>
                          <a:cs typeface="Arial"/>
                        </a:rPr>
                        <a:t>Issues/ Risk</a:t>
                      </a:r>
                    </a:p>
                  </a:txBody>
                  <a:tcPr anchor="ctr">
                    <a:lnL w="3174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2170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marL="0" algn="ctr" defTabSz="456888" rtl="0" eaLnBrk="1" latinLnBrk="0" hangingPunct="1"/>
                      <a:r>
                        <a:rPr lang="en-US" sz="600" b="1" kern="1200">
                          <a:solidFill>
                            <a:schemeClr val="bg1"/>
                          </a:solidFill>
                          <a:latin typeface="Arial"/>
                          <a:cs typeface="Arial"/>
                        </a:rPr>
                        <a:t>Resources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217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19824854"/>
                  </a:ext>
                </a:extLst>
              </a:tr>
            </a:tbl>
          </a:graphicData>
        </a:graphic>
      </p:graphicFrame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8CBFEF98-9F12-2373-90BF-BF10141262B2}"/>
              </a:ext>
            </a:extLst>
          </p:cNvPr>
          <p:cNvGraphicFramePr>
            <a:graphicFrameLocks noGrp="1"/>
          </p:cNvGraphicFramePr>
          <p:nvPr/>
        </p:nvGraphicFramePr>
        <p:xfrm>
          <a:off x="10254087" y="41794"/>
          <a:ext cx="1828800" cy="263081"/>
        </p:xfrm>
        <a:graphic>
          <a:graphicData uri="http://schemas.openxmlformats.org/drawingml/2006/table">
            <a:tbl>
              <a:tblPr bandRow="1"/>
              <a:tblGrid>
                <a:gridCol w="611648">
                  <a:extLst>
                    <a:ext uri="{9D8B030D-6E8A-4147-A177-3AD203B41FA5}">
                      <a16:colId xmlns:a16="http://schemas.microsoft.com/office/drawing/2014/main" val="560141210"/>
                    </a:ext>
                  </a:extLst>
                </a:gridCol>
                <a:gridCol w="1217152">
                  <a:extLst>
                    <a:ext uri="{9D8B030D-6E8A-4147-A177-3AD203B41FA5}">
                      <a16:colId xmlns:a16="http://schemas.microsoft.com/office/drawing/2014/main" val="426978688"/>
                    </a:ext>
                  </a:extLst>
                </a:gridCol>
              </a:tblGrid>
              <a:tr h="238125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fontAlgn="base">
                        <a:lnSpc>
                          <a:spcPts val="1350"/>
                        </a:lnSpc>
                        <a:buNone/>
                      </a:pPr>
                      <a:r>
                        <a:rPr lang="en-US" sz="1100" b="1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Date</a:t>
                      </a:r>
                      <a:endParaRPr lang="en-US" b="1">
                        <a:solidFill>
                          <a:srgbClr val="FFFFFF"/>
                        </a:solidFill>
                        <a:effectLst/>
                        <a:latin typeface="Calibri"/>
                      </a:endParaRPr>
                    </a:p>
                  </a:txBody>
                  <a:tcPr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2170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lvl="0" algn="ctr">
                        <a:lnSpc>
                          <a:spcPts val="1350"/>
                        </a:lnSpc>
                        <a:buNone/>
                      </a:pPr>
                      <a:r>
                        <a:rPr lang="en-US" sz="1100" b="1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Nov 4th, 2026</a:t>
                      </a:r>
                      <a:endParaRPr lang="en-US"/>
                    </a:p>
                  </a:txBody>
                  <a:tcPr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3106872"/>
                  </a:ext>
                </a:extLst>
              </a:tr>
            </a:tbl>
          </a:graphicData>
        </a:graphic>
      </p:graphicFrame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364DCAC4-FE2E-AC24-4EB0-1AF46A37D9D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36084471"/>
              </p:ext>
            </p:extLst>
          </p:nvPr>
        </p:nvGraphicFramePr>
        <p:xfrm>
          <a:off x="99225" y="857681"/>
          <a:ext cx="5878344" cy="3718560"/>
        </p:xfrm>
        <a:graphic>
          <a:graphicData uri="http://schemas.openxmlformats.org/drawingml/2006/table">
            <a:tbl>
              <a:tblPr firstRow="1" bandRow="1"/>
              <a:tblGrid>
                <a:gridCol w="5878344">
                  <a:extLst>
                    <a:ext uri="{9D8B030D-6E8A-4147-A177-3AD203B41FA5}">
                      <a16:colId xmlns:a16="http://schemas.microsoft.com/office/drawing/2014/main" val="4063976994"/>
                    </a:ext>
                  </a:extLst>
                </a:gridCol>
              </a:tblGrid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1000">
                          <a:solidFill>
                            <a:schemeClr val="bg1"/>
                          </a:solidFill>
                        </a:rPr>
                        <a:t>Key Accomplishments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63150789"/>
                  </a:ext>
                </a:extLst>
              </a:tr>
              <a:tr h="347472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1000">
                          <a:latin typeface="+mn-lt"/>
                        </a:rPr>
                        <a:t>✓ DE and BI members assigned to Mexico DSD</a:t>
                      </a:r>
                    </a:p>
                    <a:p>
                      <a:r>
                        <a:rPr lang="en-US" sz="1000">
                          <a:latin typeface="+mn-lt"/>
                        </a:rPr>
                        <a:t>✓ MDLZ accounts requested; team onboarding started</a:t>
                      </a:r>
                    </a:p>
                    <a:p>
                      <a:r>
                        <a:rPr lang="en-US" sz="1000">
                          <a:latin typeface="+mn-lt"/>
                        </a:rPr>
                        <a:t>✓ Existing Mexico DSD solution on GCP confirmed as migration baseline (incl. suggested replenishment)</a:t>
                      </a:r>
                    </a:p>
                  </a:txBody>
                  <a:tcPr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3642603"/>
                  </a:ext>
                </a:extLst>
              </a:tr>
            </a:tbl>
          </a:graphicData>
        </a:graphic>
      </p:graphicFrame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A9278CB8-801A-449C-4383-703508E97F8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75079794"/>
              </p:ext>
            </p:extLst>
          </p:nvPr>
        </p:nvGraphicFramePr>
        <p:xfrm>
          <a:off x="4636008" y="491484"/>
          <a:ext cx="3202279" cy="273782"/>
        </p:xfrm>
        <a:graphic>
          <a:graphicData uri="http://schemas.openxmlformats.org/drawingml/2006/table">
            <a:tbl>
              <a:tblPr bandRow="1"/>
              <a:tblGrid>
                <a:gridCol w="1279980">
                  <a:extLst>
                    <a:ext uri="{9D8B030D-6E8A-4147-A177-3AD203B41FA5}">
                      <a16:colId xmlns:a16="http://schemas.microsoft.com/office/drawing/2014/main" val="560141210"/>
                    </a:ext>
                  </a:extLst>
                </a:gridCol>
                <a:gridCol w="1922299">
                  <a:extLst>
                    <a:ext uri="{9D8B030D-6E8A-4147-A177-3AD203B41FA5}">
                      <a16:colId xmlns:a16="http://schemas.microsoft.com/office/drawing/2014/main" val="426978688"/>
                    </a:ext>
                  </a:extLst>
                </a:gridCol>
              </a:tblGrid>
              <a:tr h="273782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fontAlgn="base">
                        <a:lnSpc>
                          <a:spcPts val="1350"/>
                        </a:lnSpc>
                        <a:buNone/>
                      </a:pPr>
                      <a:r>
                        <a:rPr lang="en-US" sz="1100" b="1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Gen BI Lead</a:t>
                      </a:r>
                      <a:endParaRPr lang="en-US" b="1">
                        <a:solidFill>
                          <a:srgbClr val="FFFFFF"/>
                        </a:solidFill>
                        <a:effectLst/>
                        <a:latin typeface="Calibri"/>
                      </a:endParaRPr>
                    </a:p>
                  </a:txBody>
                  <a:tcPr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lvl="0" algn="l">
                        <a:lnSpc>
                          <a:spcPts val="1350"/>
                        </a:lnSpc>
                        <a:buNone/>
                      </a:pPr>
                      <a:r>
                        <a:rPr lang="en-US" sz="1100" b="1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Harish Ravi</a:t>
                      </a:r>
                      <a:endParaRPr lang="en-US" dirty="0"/>
                    </a:p>
                  </a:txBody>
                  <a:tcPr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3106872"/>
                  </a:ext>
                </a:extLst>
              </a:tr>
            </a:tbl>
          </a:graphicData>
        </a:graphic>
      </p:graphicFrame>
      <p:graphicFrame>
        <p:nvGraphicFramePr>
          <p:cNvPr id="8" name="Table 7">
            <a:extLst>
              <a:ext uri="{FF2B5EF4-FFF2-40B4-BE49-F238E27FC236}">
                <a16:creationId xmlns:a16="http://schemas.microsoft.com/office/drawing/2014/main" id="{521AB339-179A-0153-7CC6-14CC33B28AE0}"/>
              </a:ext>
            </a:extLst>
          </p:cNvPr>
          <p:cNvGraphicFramePr>
            <a:graphicFrameLocks noGrp="1"/>
          </p:cNvGraphicFramePr>
          <p:nvPr/>
        </p:nvGraphicFramePr>
        <p:xfrm>
          <a:off x="99224" y="4926879"/>
          <a:ext cx="6649494" cy="1950720"/>
        </p:xfrm>
        <a:graphic>
          <a:graphicData uri="http://schemas.openxmlformats.org/drawingml/2006/table">
            <a:tbl>
              <a:tblPr firstRow="1" bandRow="1"/>
              <a:tblGrid>
                <a:gridCol w="408422">
                  <a:extLst>
                    <a:ext uri="{9D8B030D-6E8A-4147-A177-3AD203B41FA5}">
                      <a16:colId xmlns:a16="http://schemas.microsoft.com/office/drawing/2014/main" val="4063976994"/>
                    </a:ext>
                  </a:extLst>
                </a:gridCol>
                <a:gridCol w="571792">
                  <a:extLst>
                    <a:ext uri="{9D8B030D-6E8A-4147-A177-3AD203B41FA5}">
                      <a16:colId xmlns:a16="http://schemas.microsoft.com/office/drawing/2014/main" val="2930135291"/>
                    </a:ext>
                  </a:extLst>
                </a:gridCol>
                <a:gridCol w="3291840">
                  <a:extLst>
                    <a:ext uri="{9D8B030D-6E8A-4147-A177-3AD203B41FA5}">
                      <a16:colId xmlns:a16="http://schemas.microsoft.com/office/drawing/2014/main" val="342581697"/>
                    </a:ext>
                  </a:extLst>
                </a:gridCol>
                <a:gridCol w="731520">
                  <a:extLst>
                    <a:ext uri="{9D8B030D-6E8A-4147-A177-3AD203B41FA5}">
                      <a16:colId xmlns:a16="http://schemas.microsoft.com/office/drawing/2014/main" val="2994194436"/>
                    </a:ext>
                  </a:extLst>
                </a:gridCol>
                <a:gridCol w="1005840">
                  <a:extLst>
                    <a:ext uri="{9D8B030D-6E8A-4147-A177-3AD203B41FA5}">
                      <a16:colId xmlns:a16="http://schemas.microsoft.com/office/drawing/2014/main" val="3638549791"/>
                    </a:ext>
                  </a:extLst>
                </a:gridCol>
                <a:gridCol w="640080">
                  <a:extLst>
                    <a:ext uri="{9D8B030D-6E8A-4147-A177-3AD203B41FA5}">
                      <a16:colId xmlns:a16="http://schemas.microsoft.com/office/drawing/2014/main" val="4204228725"/>
                    </a:ext>
                  </a:extLst>
                </a:gridCol>
              </a:tblGrid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/>
                        <a:t>Type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/>
                        <a:t>Number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/>
                        <a:t>Description / Mitigation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/>
                        <a:t>Status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/>
                        <a:t>Owner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/>
                        <a:t>Due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63150789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700" b="1">
                          <a:latin typeface="+mn-lt"/>
                        </a:rPr>
                        <a:t>Risk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700" b="1">
                          <a:latin typeface="+mn-lt"/>
                        </a:rPr>
                        <a:t>R04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700">
                          <a:latin typeface="+mn-lt"/>
                        </a:rPr>
                        <a:t>Governance SPOCs not named – DP&amp;E fit/gap on hold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800" b="1">
                          <a:solidFill>
                            <a:schemeClr val="bg1"/>
                          </a:solidFill>
                          <a:latin typeface="+mn-lt"/>
                        </a:rPr>
                        <a:t>A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18719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700">
                          <a:latin typeface="+mn-lt"/>
                        </a:rPr>
                        <a:t>MDLZ PM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700">
                          <a:latin typeface="+mn-lt"/>
                        </a:rPr>
                        <a:t>Nov 13th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3642603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700" b="1">
                          <a:latin typeface="+mn-lt"/>
                        </a:rPr>
                        <a:t>Risk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700" b="1">
                          <a:latin typeface="+mn-lt"/>
                        </a:rPr>
                        <a:t>R01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700">
                          <a:latin typeface="+mn-lt"/>
                        </a:rPr>
                        <a:t>GitHub repository &amp; access needed for documentation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800" b="1">
                          <a:solidFill>
                            <a:schemeClr val="bg1"/>
                          </a:solidFill>
                          <a:latin typeface="+mn-lt"/>
                        </a:rPr>
                        <a:t>A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18719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700">
                          <a:latin typeface="+mn-lt"/>
                        </a:rPr>
                        <a:t>MDLZ D&amp;A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700">
                          <a:latin typeface="+mn-lt"/>
                        </a:rPr>
                        <a:t>Nov 13th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2300796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700" b="1">
                          <a:latin typeface="+mn-lt"/>
                        </a:rPr>
                        <a:t>Risk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700" b="1">
                          <a:latin typeface="+mn-lt"/>
                        </a:rPr>
                        <a:t>R03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700">
                          <a:latin typeface="+mn-lt"/>
                        </a:rPr>
                        <a:t>Cost-monitoring access needed for cost baseline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800" b="1">
                          <a:solidFill>
                            <a:schemeClr val="bg1"/>
                          </a:solidFill>
                          <a:latin typeface="+mn-lt"/>
                        </a:rPr>
                        <a:t>A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18719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700">
                          <a:latin typeface="+mn-lt"/>
                        </a:rPr>
                        <a:t>MDLZ Platform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700">
                          <a:latin typeface="+mn-lt"/>
                        </a:rPr>
                        <a:t>Nov 20th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63418265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9067520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6955591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96495709"/>
                  </a:ext>
                </a:extLst>
              </a:tr>
            </a:tbl>
          </a:graphicData>
        </a:graphic>
      </p:graphicFrame>
      <p:graphicFrame>
        <p:nvGraphicFramePr>
          <p:cNvPr id="9" name="Table 8">
            <a:extLst>
              <a:ext uri="{FF2B5EF4-FFF2-40B4-BE49-F238E27FC236}">
                <a16:creationId xmlns:a16="http://schemas.microsoft.com/office/drawing/2014/main" id="{E2A0F88D-EFDC-D3F5-33BB-ECC721CDC3F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73569481"/>
              </p:ext>
            </p:extLst>
          </p:nvPr>
        </p:nvGraphicFramePr>
        <p:xfrm>
          <a:off x="6153897" y="857681"/>
          <a:ext cx="5943600" cy="3718560"/>
        </p:xfrm>
        <a:graphic>
          <a:graphicData uri="http://schemas.openxmlformats.org/drawingml/2006/table">
            <a:tbl>
              <a:tblPr firstRow="1" bandRow="1"/>
              <a:tblGrid>
                <a:gridCol w="5943600">
                  <a:extLst>
                    <a:ext uri="{9D8B030D-6E8A-4147-A177-3AD203B41FA5}">
                      <a16:colId xmlns:a16="http://schemas.microsoft.com/office/drawing/2014/main" val="4063976994"/>
                    </a:ext>
                  </a:extLst>
                </a:gridCol>
              </a:tblGrid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1000">
                          <a:solidFill>
                            <a:schemeClr val="bg1"/>
                          </a:solidFill>
                        </a:rPr>
                        <a:t>Key upcoming activities &amp; decisions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63150789"/>
                  </a:ext>
                </a:extLst>
              </a:tr>
              <a:tr h="347472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pl-PL" sz="1000" dirty="0" err="1">
                          <a:latin typeface="+mn-lt"/>
                        </a:rPr>
                        <a:t>Activities</a:t>
                      </a:r>
                      <a:r>
                        <a:rPr lang="pl-PL" sz="1000" dirty="0">
                          <a:latin typeface="+mn-lt"/>
                        </a:rPr>
                        <a:t> </a:t>
                      </a:r>
                      <a:r>
                        <a:rPr lang="pl-PL" sz="1000" dirty="0" err="1">
                          <a:latin typeface="+mn-lt"/>
                        </a:rPr>
                        <a:t>planned</a:t>
                      </a:r>
                      <a:r>
                        <a:rPr lang="pl-PL" sz="1000" dirty="0">
                          <a:latin typeface="+mn-lt"/>
                        </a:rPr>
                        <a:t> </a:t>
                      </a:r>
                      <a:r>
                        <a:rPr lang="pl-PL" sz="1000" dirty="0" err="1">
                          <a:latin typeface="+mn-lt"/>
                        </a:rPr>
                        <a:t>after</a:t>
                      </a:r>
                      <a:r>
                        <a:rPr lang="pl-PL" sz="1000" dirty="0">
                          <a:latin typeface="+mn-lt"/>
                        </a:rPr>
                        <a:t> Access </a:t>
                      </a:r>
                      <a:r>
                        <a:rPr lang="pl-PL" sz="1000" dirty="0" err="1">
                          <a:latin typeface="+mn-lt"/>
                        </a:rPr>
                        <a:t>provisioning</a:t>
                      </a:r>
                      <a:r>
                        <a:rPr lang="pl-PL" sz="1000" dirty="0">
                          <a:latin typeface="+mn-lt"/>
                        </a:rPr>
                        <a:t>:</a:t>
                      </a:r>
                    </a:p>
                    <a:p>
                      <a:r>
                        <a:rPr lang="en-US" sz="1000" dirty="0">
                          <a:latin typeface="+mn-lt"/>
                        </a:rPr>
                        <a:t>▪ Federated integration GCP Harmonized → Databricks GCP</a:t>
                      </a:r>
                    </a:p>
                    <a:p>
                      <a:r>
                        <a:rPr lang="en-US" sz="1000" dirty="0">
                          <a:latin typeface="+mn-lt"/>
                        </a:rPr>
                        <a:t>▪ Fit/gap analysis against agnostic core domain with DP&amp;E</a:t>
                      </a:r>
                    </a:p>
                    <a:p>
                      <a:r>
                        <a:rPr lang="en-US" sz="1000" dirty="0">
                          <a:latin typeface="+mn-lt"/>
                        </a:rPr>
                        <a:t>▪ KPI inventory and harmonization for Mexico DSD</a:t>
                      </a:r>
                    </a:p>
                    <a:p>
                      <a:r>
                        <a:rPr lang="en-US" sz="1000" dirty="0">
                          <a:latin typeface="+mn-lt"/>
                        </a:rPr>
                        <a:t>▪ Right Store MX DSD mockup and redesign</a:t>
                      </a:r>
                    </a:p>
                  </a:txBody>
                  <a:tcPr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3642603"/>
                  </a:ext>
                </a:extLst>
              </a:tr>
            </a:tbl>
          </a:graphicData>
        </a:graphic>
      </p:graphicFrame>
      <p:sp>
        <p:nvSpPr>
          <p:cNvPr id="10" name="Rectangle 14">
            <a:extLst>
              <a:ext uri="{FF2B5EF4-FFF2-40B4-BE49-F238E27FC236}">
                <a16:creationId xmlns:a16="http://schemas.microsoft.com/office/drawing/2014/main" id="{16A7967F-E028-85F8-EB93-186C8114AD68}"/>
              </a:ext>
            </a:extLst>
          </p:cNvPr>
          <p:cNvSpPr/>
          <p:nvPr/>
        </p:nvSpPr>
        <p:spPr>
          <a:xfrm>
            <a:off x="99224" y="4685586"/>
            <a:ext cx="6649493" cy="182880"/>
          </a:xfrm>
          <a:prstGeom prst="rect">
            <a:avLst/>
          </a:prstGeom>
          <a:solidFill>
            <a:srgbClr val="156082"/>
          </a:solidFill>
          <a:ln w="19050" cap="flat" cmpd="sng" algn="ctr">
            <a:solidFill>
              <a:srgbClr val="156082"/>
            </a:solidFill>
            <a:prstDash val="solid"/>
            <a:miter lim="800000"/>
          </a:ln>
          <a:effectLst/>
        </p:spPr>
        <p:txBody>
          <a:bodyPr lIns="91440" tIns="45720" rIns="91440" bIns="4572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RAID (Risk, Action, Issue, Decision) with Mitigation Plan/Owner &amp; Due date</a:t>
            </a:r>
          </a:p>
        </p:txBody>
      </p:sp>
      <p:graphicFrame>
        <p:nvGraphicFramePr>
          <p:cNvPr id="11" name="Table 10">
            <a:extLst>
              <a:ext uri="{FF2B5EF4-FFF2-40B4-BE49-F238E27FC236}">
                <a16:creationId xmlns:a16="http://schemas.microsoft.com/office/drawing/2014/main" id="{69291377-214C-0B8D-F97A-D1E35903F48E}"/>
              </a:ext>
            </a:extLst>
          </p:cNvPr>
          <p:cNvGraphicFramePr>
            <a:graphicFrameLocks noGrp="1"/>
          </p:cNvGraphicFramePr>
          <p:nvPr/>
        </p:nvGraphicFramePr>
        <p:xfrm>
          <a:off x="6841338" y="4926879"/>
          <a:ext cx="5241546" cy="1828800"/>
        </p:xfrm>
        <a:graphic>
          <a:graphicData uri="http://schemas.openxmlformats.org/drawingml/2006/table">
            <a:tbl>
              <a:tblPr firstRow="1" bandRow="1"/>
              <a:tblGrid>
                <a:gridCol w="1232631">
                  <a:extLst>
                    <a:ext uri="{9D8B030D-6E8A-4147-A177-3AD203B41FA5}">
                      <a16:colId xmlns:a16="http://schemas.microsoft.com/office/drawing/2014/main" val="4063976994"/>
                    </a:ext>
                  </a:extLst>
                </a:gridCol>
                <a:gridCol w="2813474">
                  <a:extLst>
                    <a:ext uri="{9D8B030D-6E8A-4147-A177-3AD203B41FA5}">
                      <a16:colId xmlns:a16="http://schemas.microsoft.com/office/drawing/2014/main" val="342581697"/>
                    </a:ext>
                  </a:extLst>
                </a:gridCol>
                <a:gridCol w="551742">
                  <a:extLst>
                    <a:ext uri="{9D8B030D-6E8A-4147-A177-3AD203B41FA5}">
                      <a16:colId xmlns:a16="http://schemas.microsoft.com/office/drawing/2014/main" val="2994194436"/>
                    </a:ext>
                  </a:extLst>
                </a:gridCol>
                <a:gridCol w="643699">
                  <a:extLst>
                    <a:ext uri="{9D8B030D-6E8A-4147-A177-3AD203B41FA5}">
                      <a16:colId xmlns:a16="http://schemas.microsoft.com/office/drawing/2014/main" val="4204228725"/>
                    </a:ext>
                  </a:extLst>
                </a:gridCol>
              </a:tblGrid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Phase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Tasks &amp; Summary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Status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Due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63150789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 b="1"/>
                        <a:t>Blueprint / Working Prototype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Scope, design &amp; build working prototype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</a:rPr>
                        <a:t>G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7819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Feb 28th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3642603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 b="1"/>
                        <a:t>Migration to new DBX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sz="600"/>
                        <a:t>Migrate all pipelines to Databricks AWS</a:t>
                      </a:r>
                      <a:endParaRPr lang="en-US" sz="6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</a:rPr>
                        <a:t>N.S.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Mar 31st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2300796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 b="1"/>
                        <a:t>Project Unit Testing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sz="600"/>
                        <a:t>Unit &amp; parallel-run testing in DEV</a:t>
                      </a:r>
                      <a:endParaRPr lang="en-US" sz="6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</a:rPr>
                        <a:t>N.S.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Apr 30th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63418265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 b="1"/>
                        <a:t>Business Testing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sz="600"/>
                        <a:t>End-to-end validation by product team</a:t>
                      </a:r>
                      <a:endParaRPr lang="en-US" sz="6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</a:rPr>
                        <a:t>N.S.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July 02nd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9067520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 b="1"/>
                        <a:t>Integration Testing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sz="600"/>
                        <a:t>Cross-domain integration testing in QA</a:t>
                      </a:r>
                      <a:endParaRPr lang="en-US" sz="6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</a:rPr>
                        <a:t>N.S.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July 30th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6955591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 b="1"/>
                        <a:t>User Acceptance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sz="600"/>
                        <a:t>Business stakeholder UAT across 4 BUs</a:t>
                      </a:r>
                      <a:endParaRPr lang="en-US" sz="6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</a:rPr>
                        <a:t>N.S.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Sept 03rd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96495709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 b="1"/>
                        <a:t>Production Readiness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Technical go-live readiness sign-off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</a:rPr>
                        <a:t>N.S.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Sept 24th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2433145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US" sz="600" b="1"/>
                        <a:t>Go-live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600"/>
                        <a:t>Business go-live across all markets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</a:rPr>
                        <a:t>N.S.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600"/>
                        <a:t>Oct 11th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7EAE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94238755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US" sz="600" b="1"/>
                        <a:t>Hypercare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600"/>
                        <a:t>Support, parallel run &amp; transition to BAU (Business as Usual)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</a:rPr>
                        <a:t>N.S.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600"/>
                        <a:t>Dec 31st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38678162"/>
                  </a:ext>
                </a:extLst>
              </a:tr>
            </a:tbl>
          </a:graphicData>
        </a:graphic>
      </p:graphicFrame>
      <p:sp>
        <p:nvSpPr>
          <p:cNvPr id="12" name="Rectangle 14">
            <a:extLst>
              <a:ext uri="{FF2B5EF4-FFF2-40B4-BE49-F238E27FC236}">
                <a16:creationId xmlns:a16="http://schemas.microsoft.com/office/drawing/2014/main" id="{43628BA2-4769-2403-3FB2-6796354D2DB0}"/>
              </a:ext>
            </a:extLst>
          </p:cNvPr>
          <p:cNvSpPr/>
          <p:nvPr/>
        </p:nvSpPr>
        <p:spPr>
          <a:xfrm>
            <a:off x="6841338" y="4685586"/>
            <a:ext cx="5241547" cy="182880"/>
          </a:xfrm>
          <a:prstGeom prst="rect">
            <a:avLst/>
          </a:prstGeom>
          <a:solidFill>
            <a:srgbClr val="156082"/>
          </a:solidFill>
          <a:ln w="19050" cap="flat" cmpd="sng" algn="ctr">
            <a:solidFill>
              <a:srgbClr val="156082"/>
            </a:solidFill>
            <a:prstDash val="solid"/>
            <a:miter lim="800000"/>
          </a:ln>
          <a:effectLst/>
        </p:spPr>
        <p:txBody>
          <a:bodyPr lIns="91440" tIns="45720" rIns="91440" bIns="4572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Upcoming Milestones Status Updates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88C907A6-6316-0B2D-A3C8-54F7231CDE4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9113" y="6478812"/>
            <a:ext cx="4081322" cy="329571"/>
          </a:xfrm>
          <a:prstGeom prst="rect">
            <a:avLst/>
          </a:prstGeom>
        </p:spPr>
      </p:pic>
      <p:graphicFrame>
        <p:nvGraphicFramePr>
          <p:cNvPr id="15" name="Table 14">
            <a:extLst>
              <a:ext uri="{FF2B5EF4-FFF2-40B4-BE49-F238E27FC236}">
                <a16:creationId xmlns:a16="http://schemas.microsoft.com/office/drawing/2014/main" id="{B07FFCDE-D163-469D-DCD0-5F7E469E0B05}"/>
              </a:ext>
            </a:extLst>
          </p:cNvPr>
          <p:cNvGraphicFramePr>
            <a:graphicFrameLocks noGrp="1"/>
          </p:cNvGraphicFramePr>
          <p:nvPr/>
        </p:nvGraphicFramePr>
        <p:xfrm>
          <a:off x="7900199" y="491483"/>
          <a:ext cx="4182688" cy="263081"/>
        </p:xfrm>
        <a:graphic>
          <a:graphicData uri="http://schemas.openxmlformats.org/drawingml/2006/table">
            <a:tbl>
              <a:tblPr bandRow="1"/>
              <a:tblGrid>
                <a:gridCol w="1671858">
                  <a:extLst>
                    <a:ext uri="{9D8B030D-6E8A-4147-A177-3AD203B41FA5}">
                      <a16:colId xmlns:a16="http://schemas.microsoft.com/office/drawing/2014/main" val="560141210"/>
                    </a:ext>
                  </a:extLst>
                </a:gridCol>
                <a:gridCol w="2510830">
                  <a:extLst>
                    <a:ext uri="{9D8B030D-6E8A-4147-A177-3AD203B41FA5}">
                      <a16:colId xmlns:a16="http://schemas.microsoft.com/office/drawing/2014/main" val="426978688"/>
                    </a:ext>
                  </a:extLst>
                </a:gridCol>
              </a:tblGrid>
              <a:tr h="238125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fontAlgn="base">
                        <a:lnSpc>
                          <a:spcPts val="1350"/>
                        </a:lnSpc>
                        <a:buNone/>
                      </a:pPr>
                      <a:r>
                        <a:rPr lang="en-US" sz="1100" b="1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MDLZ Lead</a:t>
                      </a:r>
                      <a:endParaRPr lang="en-US" b="1">
                        <a:solidFill>
                          <a:srgbClr val="FFFFFF"/>
                        </a:solidFill>
                        <a:effectLst/>
                        <a:latin typeface="Calibri"/>
                      </a:endParaRPr>
                    </a:p>
                  </a:txBody>
                  <a:tcPr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lvl="0" algn="l">
                        <a:lnSpc>
                          <a:spcPts val="1350"/>
                        </a:lnSpc>
                        <a:buNone/>
                      </a:pPr>
                      <a:r>
                        <a:rPr lang="en-US" sz="1100" b="1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TBD (SPOC to be nominated)</a:t>
                      </a:r>
                      <a:endParaRPr lang="en-US"/>
                    </a:p>
                  </a:txBody>
                  <a:tcPr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3106872"/>
                  </a:ext>
                </a:extLst>
              </a:tr>
            </a:tbl>
          </a:graphicData>
        </a:graphic>
      </p:graphicFrame>
      <p:graphicFrame>
        <p:nvGraphicFramePr>
          <p:cNvPr id="16" name="Table 15">
            <a:extLst>
              <a:ext uri="{FF2B5EF4-FFF2-40B4-BE49-F238E27FC236}">
                <a16:creationId xmlns:a16="http://schemas.microsoft.com/office/drawing/2014/main" id="{AFF8EF1E-C7FF-F2BF-846A-51CA7158DD7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29725982"/>
              </p:ext>
            </p:extLst>
          </p:nvPr>
        </p:nvGraphicFramePr>
        <p:xfrm>
          <a:off x="99225" y="502184"/>
          <a:ext cx="4355999" cy="263081"/>
        </p:xfrm>
        <a:graphic>
          <a:graphicData uri="http://schemas.openxmlformats.org/drawingml/2006/table">
            <a:tbl>
              <a:tblPr bandRow="1"/>
              <a:tblGrid>
                <a:gridCol w="1502662">
                  <a:extLst>
                    <a:ext uri="{9D8B030D-6E8A-4147-A177-3AD203B41FA5}">
                      <a16:colId xmlns:a16="http://schemas.microsoft.com/office/drawing/2014/main" val="560141210"/>
                    </a:ext>
                  </a:extLst>
                </a:gridCol>
                <a:gridCol w="2853337">
                  <a:extLst>
                    <a:ext uri="{9D8B030D-6E8A-4147-A177-3AD203B41FA5}">
                      <a16:colId xmlns:a16="http://schemas.microsoft.com/office/drawing/2014/main" val="426978688"/>
                    </a:ext>
                  </a:extLst>
                </a:gridCol>
              </a:tblGrid>
              <a:tr h="263081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fontAlgn="base">
                        <a:lnSpc>
                          <a:spcPts val="1350"/>
                        </a:lnSpc>
                        <a:buNone/>
                      </a:pPr>
                      <a:r>
                        <a:rPr lang="en-US" sz="1100" b="1" dirty="0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Data Engineering Lead</a:t>
                      </a:r>
                      <a:endParaRPr lang="en-US" b="1" dirty="0">
                        <a:solidFill>
                          <a:srgbClr val="FFFFFF"/>
                        </a:solidFill>
                        <a:effectLst/>
                        <a:latin typeface="Calibri"/>
                      </a:endParaRPr>
                    </a:p>
                  </a:txBody>
                  <a:tcPr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lvl="0" algn="l">
                        <a:lnSpc>
                          <a:spcPct val="100000"/>
                        </a:lnSpc>
                        <a:buNone/>
                      </a:pPr>
                      <a:r>
                        <a:rPr lang="en-US" sz="1100" b="1" kern="1200" dirty="0">
                          <a:solidFill>
                            <a:srgbClr val="000000"/>
                          </a:solidFill>
                          <a:effectLst/>
                          <a:latin typeface="Calibri"/>
                          <a:ea typeface="+mn-ea"/>
                          <a:cs typeface="+mn-cs"/>
                        </a:rPr>
                        <a:t>Marcin </a:t>
                      </a:r>
                      <a:r>
                        <a:rPr lang="en-US" sz="1100" b="1" kern="1200" dirty="0" err="1">
                          <a:solidFill>
                            <a:srgbClr val="000000"/>
                          </a:solidFill>
                          <a:effectLst/>
                          <a:latin typeface="Calibri"/>
                          <a:ea typeface="+mn-ea"/>
                          <a:cs typeface="+mn-cs"/>
                        </a:rPr>
                        <a:t>Kostkiewicz</a:t>
                      </a:r>
                      <a:r>
                        <a:rPr lang="en-US" sz="1100" b="1" kern="1200" dirty="0">
                          <a:solidFill>
                            <a:srgbClr val="000000"/>
                          </a:solidFill>
                          <a:effectLst/>
                          <a:latin typeface="Calibri"/>
                          <a:ea typeface="+mn-ea"/>
                          <a:cs typeface="+mn-cs"/>
                        </a:rPr>
                        <a:t>/ Przemysław </a:t>
                      </a:r>
                      <a:r>
                        <a:rPr lang="en-US" sz="1100" b="1" kern="1200" dirty="0" err="1">
                          <a:solidFill>
                            <a:srgbClr val="000000"/>
                          </a:solidFill>
                          <a:effectLst/>
                          <a:latin typeface="Calibri"/>
                          <a:ea typeface="+mn-ea"/>
                          <a:cs typeface="+mn-cs"/>
                        </a:rPr>
                        <a:t>Dzierżak</a:t>
                      </a:r>
                      <a:endParaRPr lang="en-US" sz="1100" b="1" kern="1200" dirty="0">
                        <a:solidFill>
                          <a:srgbClr val="000000"/>
                        </a:solidFill>
                        <a:effectLst/>
                        <a:latin typeface="Calibri"/>
                        <a:ea typeface="+mn-ea"/>
                        <a:cs typeface="+mn-cs"/>
                      </a:endParaRPr>
                    </a:p>
                  </a:txBody>
                  <a:tcPr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310687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22351588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C76EE3F-4C9B-10C7-1A53-87714A5BDCB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062318F-7535-A55A-D31C-43BCEC4520A0}"/>
              </a:ext>
            </a:extLst>
          </p:cNvPr>
          <p:cNvSpPr txBox="1">
            <a:spLocks/>
          </p:cNvSpPr>
          <p:nvPr/>
        </p:nvSpPr>
        <p:spPr>
          <a:xfrm>
            <a:off x="109113" y="0"/>
            <a:ext cx="6558388" cy="344312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85000"/>
              </a:lnSpc>
              <a:spcBef>
                <a:spcPct val="0"/>
              </a:spcBef>
              <a:buNone/>
              <a:defRPr sz="3200" b="0" kern="1200" cap="all" baseline="0">
                <a:solidFill>
                  <a:schemeClr val="accent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l" defTabSz="89486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all" spc="0" normalizeH="0" baseline="0" noProof="0">
                <a:ln>
                  <a:noFill/>
                </a:ln>
                <a:solidFill>
                  <a:srgbClr val="4F2170"/>
                </a:solidFill>
                <a:effectLst/>
                <a:uLnTx/>
                <a:uFillTx/>
                <a:latin typeface="Aptos Display" panose="02110004020202020204"/>
                <a:ea typeface="+mj-ea"/>
                <a:cs typeface="+mj-cs"/>
              </a:rPr>
              <a:t>5. BRAZIL PVC / VR / EASTER</a:t>
            </a:r>
          </a:p>
        </p:txBody>
      </p:sp>
      <p:graphicFrame>
        <p:nvGraphicFramePr>
          <p:cNvPr id="3" name="Table 21">
            <a:extLst>
              <a:ext uri="{FF2B5EF4-FFF2-40B4-BE49-F238E27FC236}">
                <a16:creationId xmlns:a16="http://schemas.microsoft.com/office/drawing/2014/main" id="{9915C221-47EB-DCE9-193A-09203DB0006F}"/>
              </a:ext>
            </a:extLst>
          </p:cNvPr>
          <p:cNvGraphicFramePr>
            <a:graphicFrameLocks noGrp="1"/>
          </p:cNvGraphicFramePr>
          <p:nvPr/>
        </p:nvGraphicFramePr>
        <p:xfrm>
          <a:off x="6219827" y="50695"/>
          <a:ext cx="3946258" cy="365760"/>
        </p:xfrm>
        <a:graphic>
          <a:graphicData uri="http://schemas.openxmlformats.org/drawingml/2006/table">
            <a:tbl>
              <a:tblPr firstRow="1" bandRow="1"/>
              <a:tblGrid>
                <a:gridCol w="455198">
                  <a:extLst>
                    <a:ext uri="{9D8B030D-6E8A-4147-A177-3AD203B41FA5}">
                      <a16:colId xmlns:a16="http://schemas.microsoft.com/office/drawing/2014/main" val="169957441"/>
                    </a:ext>
                  </a:extLst>
                </a:gridCol>
                <a:gridCol w="55426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3948">
                  <a:extLst>
                    <a:ext uri="{9D8B030D-6E8A-4147-A177-3AD203B41FA5}">
                      <a16:colId xmlns:a16="http://schemas.microsoft.com/office/drawing/2014/main" val="3188106295"/>
                    </a:ext>
                  </a:extLst>
                </a:gridCol>
                <a:gridCol w="46948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345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35398">
                  <a:extLst>
                    <a:ext uri="{9D8B030D-6E8A-4147-A177-3AD203B41FA5}">
                      <a16:colId xmlns:a16="http://schemas.microsoft.com/office/drawing/2014/main" val="2479922860"/>
                    </a:ext>
                  </a:extLst>
                </a:gridCol>
                <a:gridCol w="645758">
                  <a:extLst>
                    <a:ext uri="{9D8B030D-6E8A-4147-A177-3AD203B41FA5}">
                      <a16:colId xmlns:a16="http://schemas.microsoft.com/office/drawing/2014/main" val="2139964373"/>
                    </a:ext>
                  </a:extLst>
                </a:gridCol>
                <a:gridCol w="648745">
                  <a:extLst>
                    <a:ext uri="{9D8B030D-6E8A-4147-A177-3AD203B41FA5}">
                      <a16:colId xmlns:a16="http://schemas.microsoft.com/office/drawing/2014/main" val="3332492913"/>
                    </a:ext>
                  </a:extLst>
                </a:gridCol>
              </a:tblGrid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1" i="0" u="none" strike="noStrike" noProof="0">
                          <a:solidFill>
                            <a:schemeClr val="tx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/>
                          <a:cs typeface="Arial"/>
                        </a:rPr>
                        <a:t>A</a:t>
                      </a:r>
                      <a:endParaRPr lang="en-US" sz="600" b="1" i="0" u="none" strike="noStrike" noProof="0"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Arial"/>
                        <a:cs typeface="Arial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18719"/>
                    </a:solidFill>
                  </a:tcPr>
                </a:tc>
                <a:tc>
                  <a:txBody>
                    <a:bodyPr/>
                    <a:lstStyle>
                      <a:lvl1pPr marL="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1pPr>
                      <a:lvl2pPr marL="456888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2pPr>
                      <a:lvl3pPr marL="913771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3pPr>
                      <a:lvl4pPr marL="137066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4pPr>
                      <a:lvl5pPr marL="1827543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5pPr>
                      <a:lvl6pPr marL="228443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6pPr>
                      <a:lvl7pPr marL="2741316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7pPr>
                      <a:lvl8pPr marL="3198202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8pPr>
                      <a:lvl9pPr marL="365509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9pPr>
                    </a:lstStyle>
                    <a:p>
                      <a:pPr marL="0" algn="ctr" defTabSz="914400" rtl="0" eaLnBrk="1" latinLnBrk="0" hangingPunct="1"/>
                      <a:r>
                        <a:rPr lang="en-US" sz="600" b="1" kern="1200">
                          <a:solidFill>
                            <a:schemeClr val="tx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/>
                          <a:ea typeface="+mn-ea"/>
                          <a:cs typeface="Arial"/>
                        </a:rPr>
                        <a:t>A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18719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endParaRPr lang="en-US" sz="100" b="0">
                        <a:solidFill>
                          <a:schemeClr val="tx2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1pPr>
                      <a:lvl2pPr marL="456888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2pPr>
                      <a:lvl3pPr marL="913771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3pPr>
                      <a:lvl4pPr marL="137066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4pPr>
                      <a:lvl5pPr marL="1827543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5pPr>
                      <a:lvl6pPr marL="228443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6pPr>
                      <a:lvl7pPr marL="2741316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7pPr>
                      <a:lvl8pPr marL="3198202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8pPr>
                      <a:lvl9pPr marL="365509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9pPr>
                    </a:lstStyle>
                    <a:p>
                      <a:pPr marL="0" marR="0" indent="0" algn="ctr" defTabSz="456888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600" b="1">
                          <a:solidFill>
                            <a:schemeClr val="tx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/>
                          <a:cs typeface="Arial"/>
                        </a:rPr>
                        <a:t>G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7819"/>
                    </a:solidFill>
                  </a:tcPr>
                </a:tc>
                <a:tc>
                  <a:txBody>
                    <a:bodyPr/>
                    <a:lstStyle>
                      <a:lvl1pPr marL="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1pPr>
                      <a:lvl2pPr marL="456888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2pPr>
                      <a:lvl3pPr marL="913771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3pPr>
                      <a:lvl4pPr marL="137066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4pPr>
                      <a:lvl5pPr marL="1827543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5pPr>
                      <a:lvl6pPr marL="228443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6pPr>
                      <a:lvl7pPr marL="2741316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7pPr>
                      <a:lvl8pPr marL="3198202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8pPr>
                      <a:lvl9pPr marL="365509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9pPr>
                    </a:lstStyle>
                    <a:p>
                      <a:pPr marL="0" marR="0" lvl="0" indent="0" algn="ctr" defTabSz="456888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  <a:tabLst/>
                        <a:defRPr/>
                      </a:pPr>
                      <a:r>
                        <a:rPr lang="en-US" sz="600" b="1" kern="1200">
                          <a:solidFill>
                            <a:schemeClr val="tx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/>
                          <a:ea typeface="+mn-ea"/>
                          <a:cs typeface="Arial"/>
                        </a:rPr>
                        <a:t>A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18719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marL="0" marR="0" indent="0" algn="ctr" defTabSz="456888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600" b="1">
                          <a:solidFill>
                            <a:schemeClr val="tx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/>
                          <a:cs typeface="Arial"/>
                        </a:rPr>
                        <a:t>G</a:t>
                      </a:r>
                    </a:p>
                  </a:txBody>
                  <a:tcPr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4">
                      <a:solidFill>
                        <a:srgbClr val="0E2841"/>
                      </a:solidFill>
                    </a:lnR>
                    <a:lnT w="3174">
                      <a:solidFill>
                        <a:srgbClr val="0E2841"/>
                      </a:solidFill>
                    </a:lnT>
                    <a:lnB w="3174">
                      <a:solidFill>
                        <a:srgbClr val="0E2841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7819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lvl="0" algn="ctr">
                        <a:buNone/>
                      </a:pPr>
                      <a:r>
                        <a:rPr lang="en-US" sz="600" b="1">
                          <a:solidFill>
                            <a:schemeClr val="tx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/>
                          <a:cs typeface="Arial"/>
                        </a:rPr>
                        <a:t>A</a:t>
                      </a:r>
                    </a:p>
                  </a:txBody>
                  <a:tcPr anchor="ctr">
                    <a:lnL w="3174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18719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tx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/>
                          <a:cs typeface="Arial"/>
                        </a:rPr>
                        <a:t>G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781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1pPr>
                      <a:lvl2pPr marL="456888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2pPr>
                      <a:lvl3pPr marL="913771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3pPr>
                      <a:lvl4pPr marL="137066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4pPr>
                      <a:lvl5pPr marL="1827543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5pPr>
                      <a:lvl6pPr marL="228443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6pPr>
                      <a:lvl7pPr marL="2741316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7pPr>
                      <a:lvl8pPr marL="3198202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8pPr>
                      <a:lvl9pPr marL="365509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  <a:latin typeface="Arial"/>
                          <a:cs typeface="Arial"/>
                        </a:rPr>
                        <a:t>Overall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2170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  <a:latin typeface="Arial"/>
                          <a:cs typeface="Arial"/>
                        </a:rPr>
                        <a:t>Trending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2170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endParaRPr lang="en-US" sz="100" b="1">
                        <a:solidFill>
                          <a:schemeClr val="bg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1pPr>
                      <a:lvl2pPr marL="456888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2pPr>
                      <a:lvl3pPr marL="913771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3pPr>
                      <a:lvl4pPr marL="137066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4pPr>
                      <a:lvl5pPr marL="1827543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5pPr>
                      <a:lvl6pPr marL="228443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6pPr>
                      <a:lvl7pPr marL="2741316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7pPr>
                      <a:lvl8pPr marL="3198202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8pPr>
                      <a:lvl9pPr marL="365509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9pPr>
                    </a:lstStyle>
                    <a:p>
                      <a:pPr algn="ctr"/>
                      <a:r>
                        <a:rPr lang="en-US" sz="600" b="1" kern="1200" baseline="0">
                          <a:solidFill>
                            <a:schemeClr val="bg1"/>
                          </a:solidFill>
                          <a:latin typeface="Arial"/>
                          <a:ea typeface="+mn-ea"/>
                          <a:cs typeface="Arial"/>
                        </a:rPr>
                        <a:t>Budget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2170"/>
                    </a:solidFill>
                  </a:tcPr>
                </a:tc>
                <a:tc>
                  <a:txBody>
                    <a:bodyPr/>
                    <a:lstStyle>
                      <a:lvl1pPr marL="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1pPr>
                      <a:lvl2pPr marL="456888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2pPr>
                      <a:lvl3pPr marL="913771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3pPr>
                      <a:lvl4pPr marL="137066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4pPr>
                      <a:lvl5pPr marL="1827543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5pPr>
                      <a:lvl6pPr marL="228443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6pPr>
                      <a:lvl7pPr marL="2741316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7pPr>
                      <a:lvl8pPr marL="3198202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8pPr>
                      <a:lvl9pPr marL="365509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  <a:latin typeface="Arial"/>
                          <a:cs typeface="Arial"/>
                        </a:rPr>
                        <a:t>Schedule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2170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lvl="0" algn="ctr">
                        <a:buNone/>
                      </a:pPr>
                      <a:r>
                        <a:rPr lang="en-US" sz="600" b="1" kern="1200">
                          <a:solidFill>
                            <a:schemeClr val="bg1"/>
                          </a:solidFill>
                          <a:latin typeface="Arial"/>
                          <a:ea typeface="+mn-ea"/>
                          <a:cs typeface="Arial"/>
                        </a:rPr>
                        <a:t>Scope</a:t>
                      </a:r>
                      <a:endParaRPr lang="en-US" sz="600" b="1" kern="1200" baseline="0">
                        <a:solidFill>
                          <a:schemeClr val="bg1"/>
                        </a:solidFill>
                        <a:latin typeface="Arial"/>
                        <a:ea typeface="+mn-ea"/>
                        <a:cs typeface="Arial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4">
                      <a:solidFill>
                        <a:srgbClr val="0E2841"/>
                      </a:solidFill>
                    </a:lnR>
                    <a:lnT w="3174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4">
                      <a:solidFill>
                        <a:srgbClr val="0E2841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2170"/>
                    </a:solidFill>
                  </a:tcPr>
                </a:tc>
                <a:tc>
                  <a:txBody>
                    <a:bodyPr/>
                    <a:lstStyle>
                      <a:lvl1pPr marL="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1pPr>
                      <a:lvl2pPr marL="456888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2pPr>
                      <a:lvl3pPr marL="913771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3pPr>
                      <a:lvl4pPr marL="137066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4pPr>
                      <a:lvl5pPr marL="1827543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5pPr>
                      <a:lvl6pPr marL="228443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6pPr>
                      <a:lvl7pPr marL="2741316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7pPr>
                      <a:lvl8pPr marL="3198202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8pPr>
                      <a:lvl9pPr marL="365509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  <a:latin typeface="Arial"/>
                          <a:cs typeface="Arial"/>
                        </a:rPr>
                        <a:t>Issues/ Risk</a:t>
                      </a:r>
                    </a:p>
                  </a:txBody>
                  <a:tcPr anchor="ctr">
                    <a:lnL w="3174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2170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marL="0" algn="ctr" defTabSz="456888" rtl="0" eaLnBrk="1" latinLnBrk="0" hangingPunct="1"/>
                      <a:r>
                        <a:rPr lang="en-US" sz="600" b="1" kern="1200">
                          <a:solidFill>
                            <a:schemeClr val="bg1"/>
                          </a:solidFill>
                          <a:latin typeface="Arial"/>
                          <a:cs typeface="Arial"/>
                        </a:rPr>
                        <a:t>Resources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217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19824854"/>
                  </a:ext>
                </a:extLst>
              </a:tr>
            </a:tbl>
          </a:graphicData>
        </a:graphic>
      </p:graphicFrame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44C15CCA-7C7D-21D6-7F1E-041B96721295}"/>
              </a:ext>
            </a:extLst>
          </p:cNvPr>
          <p:cNvGraphicFramePr>
            <a:graphicFrameLocks noGrp="1"/>
          </p:cNvGraphicFramePr>
          <p:nvPr/>
        </p:nvGraphicFramePr>
        <p:xfrm>
          <a:off x="10254087" y="41794"/>
          <a:ext cx="1828800" cy="263081"/>
        </p:xfrm>
        <a:graphic>
          <a:graphicData uri="http://schemas.openxmlformats.org/drawingml/2006/table">
            <a:tbl>
              <a:tblPr bandRow="1"/>
              <a:tblGrid>
                <a:gridCol w="611648">
                  <a:extLst>
                    <a:ext uri="{9D8B030D-6E8A-4147-A177-3AD203B41FA5}">
                      <a16:colId xmlns:a16="http://schemas.microsoft.com/office/drawing/2014/main" val="560141210"/>
                    </a:ext>
                  </a:extLst>
                </a:gridCol>
                <a:gridCol w="1217152">
                  <a:extLst>
                    <a:ext uri="{9D8B030D-6E8A-4147-A177-3AD203B41FA5}">
                      <a16:colId xmlns:a16="http://schemas.microsoft.com/office/drawing/2014/main" val="426978688"/>
                    </a:ext>
                  </a:extLst>
                </a:gridCol>
              </a:tblGrid>
              <a:tr h="238125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fontAlgn="base">
                        <a:lnSpc>
                          <a:spcPts val="1350"/>
                        </a:lnSpc>
                        <a:buNone/>
                      </a:pPr>
                      <a:r>
                        <a:rPr lang="en-US" sz="1100" b="1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Date</a:t>
                      </a:r>
                      <a:endParaRPr lang="en-US" b="1">
                        <a:solidFill>
                          <a:srgbClr val="FFFFFF"/>
                        </a:solidFill>
                        <a:effectLst/>
                        <a:latin typeface="Calibri"/>
                      </a:endParaRPr>
                    </a:p>
                  </a:txBody>
                  <a:tcPr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2170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lvl="0" algn="ctr">
                        <a:lnSpc>
                          <a:spcPts val="1350"/>
                        </a:lnSpc>
                        <a:buNone/>
                      </a:pPr>
                      <a:r>
                        <a:rPr lang="en-US" sz="1100" b="1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Nov 4th, 2026</a:t>
                      </a:r>
                      <a:endParaRPr lang="en-US"/>
                    </a:p>
                  </a:txBody>
                  <a:tcPr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3106872"/>
                  </a:ext>
                </a:extLst>
              </a:tr>
            </a:tbl>
          </a:graphicData>
        </a:graphic>
      </p:graphicFrame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124F9489-44BA-5218-D4F6-FEDED972135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42280"/>
              </p:ext>
            </p:extLst>
          </p:nvPr>
        </p:nvGraphicFramePr>
        <p:xfrm>
          <a:off x="99225" y="857681"/>
          <a:ext cx="5878344" cy="3718560"/>
        </p:xfrm>
        <a:graphic>
          <a:graphicData uri="http://schemas.openxmlformats.org/drawingml/2006/table">
            <a:tbl>
              <a:tblPr firstRow="1" bandRow="1"/>
              <a:tblGrid>
                <a:gridCol w="5878344">
                  <a:extLst>
                    <a:ext uri="{9D8B030D-6E8A-4147-A177-3AD203B41FA5}">
                      <a16:colId xmlns:a16="http://schemas.microsoft.com/office/drawing/2014/main" val="4063976994"/>
                    </a:ext>
                  </a:extLst>
                </a:gridCol>
              </a:tblGrid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1000">
                          <a:solidFill>
                            <a:schemeClr val="bg1"/>
                          </a:solidFill>
                        </a:rPr>
                        <a:t>Key Accomplishments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63150789"/>
                  </a:ext>
                </a:extLst>
              </a:tr>
              <a:tr h="347472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1000" dirty="0">
                          <a:latin typeface="+mn-lt"/>
                        </a:rPr>
                        <a:t>✓ DE members assigned to Brazil PVC / VR / Easter</a:t>
                      </a:r>
                    </a:p>
                    <a:p>
                      <a:r>
                        <a:rPr lang="en-US" sz="1000" dirty="0">
                          <a:latin typeface="+mn-lt"/>
                        </a:rPr>
                        <a:t>✓ MDLZ accounts requested; team onboarding started</a:t>
                      </a:r>
                    </a:p>
                    <a:p>
                      <a:r>
                        <a:rPr lang="en-US" sz="1000" dirty="0">
                          <a:latin typeface="+mn-lt"/>
                        </a:rPr>
                        <a:t>✓ Reverse engineering planned – pending accesses to Brazil PVC/PV/EASTER solutions: existing Brazil PVC, VR and Easter GCP pipelines, stored procedures and DAX logic</a:t>
                      </a:r>
                    </a:p>
                  </a:txBody>
                  <a:tcPr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3642603"/>
                  </a:ext>
                </a:extLst>
              </a:tr>
            </a:tbl>
          </a:graphicData>
        </a:graphic>
      </p:graphicFrame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9F9B367B-3E63-560C-3F28-DD1F64A9D3F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41987337"/>
              </p:ext>
            </p:extLst>
          </p:nvPr>
        </p:nvGraphicFramePr>
        <p:xfrm>
          <a:off x="99225" y="502184"/>
          <a:ext cx="3838575" cy="261684"/>
        </p:xfrm>
        <a:graphic>
          <a:graphicData uri="http://schemas.openxmlformats.org/drawingml/2006/table">
            <a:tbl>
              <a:tblPr bandRow="1"/>
              <a:tblGrid>
                <a:gridCol w="1534313">
                  <a:extLst>
                    <a:ext uri="{9D8B030D-6E8A-4147-A177-3AD203B41FA5}">
                      <a16:colId xmlns:a16="http://schemas.microsoft.com/office/drawing/2014/main" val="560141210"/>
                    </a:ext>
                  </a:extLst>
                </a:gridCol>
                <a:gridCol w="2304262">
                  <a:extLst>
                    <a:ext uri="{9D8B030D-6E8A-4147-A177-3AD203B41FA5}">
                      <a16:colId xmlns:a16="http://schemas.microsoft.com/office/drawing/2014/main" val="426978688"/>
                    </a:ext>
                  </a:extLst>
                </a:gridCol>
              </a:tblGrid>
              <a:tr h="238125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fontAlgn="base">
                        <a:lnSpc>
                          <a:spcPts val="1350"/>
                        </a:lnSpc>
                        <a:buNone/>
                      </a:pPr>
                      <a:r>
                        <a:rPr lang="en-US" sz="1100" b="1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Data Engineering Lead</a:t>
                      </a:r>
                      <a:endParaRPr lang="en-US" b="1">
                        <a:solidFill>
                          <a:srgbClr val="FFFFFF"/>
                        </a:solidFill>
                        <a:effectLst/>
                        <a:latin typeface="Calibri"/>
                      </a:endParaRPr>
                    </a:p>
                  </a:txBody>
                  <a:tcPr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lvl="0" algn="l">
                        <a:lnSpc>
                          <a:spcPct val="100000"/>
                        </a:lnSpc>
                        <a:buNone/>
                      </a:pPr>
                      <a:r>
                        <a:rPr lang="en-US" sz="1100" b="1" kern="1200" dirty="0">
                          <a:solidFill>
                            <a:srgbClr val="000000"/>
                          </a:solidFill>
                          <a:effectLst/>
                          <a:latin typeface="Calibri"/>
                          <a:ea typeface="+mn-ea"/>
                          <a:cs typeface="+mn-cs"/>
                        </a:rPr>
                        <a:t>Przemysław Trzaska/Marek Kaczor </a:t>
                      </a:r>
                    </a:p>
                  </a:txBody>
                  <a:tcPr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3106872"/>
                  </a:ext>
                </a:extLst>
              </a:tr>
            </a:tbl>
          </a:graphicData>
        </a:graphic>
      </p:graphicFrame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A416CAE6-566C-7FAC-F499-404A0139C48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33234779"/>
              </p:ext>
            </p:extLst>
          </p:nvPr>
        </p:nvGraphicFramePr>
        <p:xfrm>
          <a:off x="3999712" y="502184"/>
          <a:ext cx="3838575" cy="263081"/>
        </p:xfrm>
        <a:graphic>
          <a:graphicData uri="http://schemas.openxmlformats.org/drawingml/2006/table">
            <a:tbl>
              <a:tblPr bandRow="1"/>
              <a:tblGrid>
                <a:gridCol w="1534313">
                  <a:extLst>
                    <a:ext uri="{9D8B030D-6E8A-4147-A177-3AD203B41FA5}">
                      <a16:colId xmlns:a16="http://schemas.microsoft.com/office/drawing/2014/main" val="560141210"/>
                    </a:ext>
                  </a:extLst>
                </a:gridCol>
                <a:gridCol w="2304262">
                  <a:extLst>
                    <a:ext uri="{9D8B030D-6E8A-4147-A177-3AD203B41FA5}">
                      <a16:colId xmlns:a16="http://schemas.microsoft.com/office/drawing/2014/main" val="426978688"/>
                    </a:ext>
                  </a:extLst>
                </a:gridCol>
              </a:tblGrid>
              <a:tr h="238125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fontAlgn="base">
                        <a:lnSpc>
                          <a:spcPts val="1350"/>
                        </a:lnSpc>
                        <a:buNone/>
                      </a:pPr>
                      <a:r>
                        <a:rPr lang="en-US" sz="1100" b="1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Gen BI Lead</a:t>
                      </a:r>
                      <a:endParaRPr lang="en-US" b="1">
                        <a:solidFill>
                          <a:srgbClr val="FFFFFF"/>
                        </a:solidFill>
                        <a:effectLst/>
                        <a:latin typeface="Calibri"/>
                      </a:endParaRPr>
                    </a:p>
                  </a:txBody>
                  <a:tcPr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lvl="0" algn="l">
                        <a:lnSpc>
                          <a:spcPts val="1350"/>
                        </a:lnSpc>
                        <a:buNone/>
                      </a:pPr>
                      <a:r>
                        <a:rPr lang="en-US" sz="1100" b="1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TBD</a:t>
                      </a:r>
                      <a:endParaRPr lang="en-US" dirty="0"/>
                    </a:p>
                  </a:txBody>
                  <a:tcPr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3106872"/>
                  </a:ext>
                </a:extLst>
              </a:tr>
            </a:tbl>
          </a:graphicData>
        </a:graphic>
      </p:graphicFrame>
      <p:graphicFrame>
        <p:nvGraphicFramePr>
          <p:cNvPr id="8" name="Table 7">
            <a:extLst>
              <a:ext uri="{FF2B5EF4-FFF2-40B4-BE49-F238E27FC236}">
                <a16:creationId xmlns:a16="http://schemas.microsoft.com/office/drawing/2014/main" id="{5559EC79-AE02-03AE-386E-782DDE2B6964}"/>
              </a:ext>
            </a:extLst>
          </p:cNvPr>
          <p:cNvGraphicFramePr>
            <a:graphicFrameLocks noGrp="1"/>
          </p:cNvGraphicFramePr>
          <p:nvPr/>
        </p:nvGraphicFramePr>
        <p:xfrm>
          <a:off x="99224" y="4926879"/>
          <a:ext cx="6649494" cy="1950720"/>
        </p:xfrm>
        <a:graphic>
          <a:graphicData uri="http://schemas.openxmlformats.org/drawingml/2006/table">
            <a:tbl>
              <a:tblPr firstRow="1" bandRow="1"/>
              <a:tblGrid>
                <a:gridCol w="408422">
                  <a:extLst>
                    <a:ext uri="{9D8B030D-6E8A-4147-A177-3AD203B41FA5}">
                      <a16:colId xmlns:a16="http://schemas.microsoft.com/office/drawing/2014/main" val="4063976994"/>
                    </a:ext>
                  </a:extLst>
                </a:gridCol>
                <a:gridCol w="571792">
                  <a:extLst>
                    <a:ext uri="{9D8B030D-6E8A-4147-A177-3AD203B41FA5}">
                      <a16:colId xmlns:a16="http://schemas.microsoft.com/office/drawing/2014/main" val="2930135291"/>
                    </a:ext>
                  </a:extLst>
                </a:gridCol>
                <a:gridCol w="3291840">
                  <a:extLst>
                    <a:ext uri="{9D8B030D-6E8A-4147-A177-3AD203B41FA5}">
                      <a16:colId xmlns:a16="http://schemas.microsoft.com/office/drawing/2014/main" val="342581697"/>
                    </a:ext>
                  </a:extLst>
                </a:gridCol>
                <a:gridCol w="731520">
                  <a:extLst>
                    <a:ext uri="{9D8B030D-6E8A-4147-A177-3AD203B41FA5}">
                      <a16:colId xmlns:a16="http://schemas.microsoft.com/office/drawing/2014/main" val="2994194436"/>
                    </a:ext>
                  </a:extLst>
                </a:gridCol>
                <a:gridCol w="1005840">
                  <a:extLst>
                    <a:ext uri="{9D8B030D-6E8A-4147-A177-3AD203B41FA5}">
                      <a16:colId xmlns:a16="http://schemas.microsoft.com/office/drawing/2014/main" val="3638549791"/>
                    </a:ext>
                  </a:extLst>
                </a:gridCol>
                <a:gridCol w="640080">
                  <a:extLst>
                    <a:ext uri="{9D8B030D-6E8A-4147-A177-3AD203B41FA5}">
                      <a16:colId xmlns:a16="http://schemas.microsoft.com/office/drawing/2014/main" val="4204228725"/>
                    </a:ext>
                  </a:extLst>
                </a:gridCol>
              </a:tblGrid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/>
                        <a:t>Type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/>
                        <a:t>Number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/>
                        <a:t>Description / Mitigation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/>
                        <a:t>Status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/>
                        <a:t>Owner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/>
                        <a:t>Due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63150789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700" b="1">
                          <a:latin typeface="+mn-lt"/>
                        </a:rPr>
                        <a:t>Risk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700" b="1">
                          <a:latin typeface="+mn-lt"/>
                        </a:rPr>
                        <a:t>R05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700">
                          <a:latin typeface="+mn-lt"/>
                        </a:rPr>
                        <a:t>Brazil workshop moved to early Dec – sign-off at risk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800" b="1">
                          <a:solidFill>
                            <a:schemeClr val="bg1"/>
                          </a:solidFill>
                          <a:latin typeface="+mn-lt"/>
                        </a:rPr>
                        <a:t>R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52323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700">
                          <a:latin typeface="+mn-lt"/>
                        </a:rPr>
                        <a:t>Vadzim N.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700">
                          <a:latin typeface="+mn-lt"/>
                        </a:rPr>
                        <a:t>Nov 13th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3642603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700" b="1">
                          <a:latin typeface="+mn-lt"/>
                        </a:rPr>
                        <a:t>Risk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700" b="1">
                          <a:latin typeface="+mn-lt"/>
                        </a:rPr>
                        <a:t>R06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700">
                          <a:latin typeface="+mn-lt"/>
                        </a:rPr>
                        <a:t>Remote sessions less effective – question list &amp; pre-reads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800" b="1">
                          <a:solidFill>
                            <a:schemeClr val="bg1"/>
                          </a:solidFill>
                          <a:latin typeface="+mn-lt"/>
                        </a:rPr>
                        <a:t>A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18719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700">
                          <a:latin typeface="+mn-lt"/>
                        </a:rPr>
                        <a:t>Vadzim N.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700">
                          <a:latin typeface="+mn-lt"/>
                        </a:rPr>
                        <a:t>Weekly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2300796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700" b="1">
                          <a:latin typeface="+mn-lt"/>
                        </a:rPr>
                        <a:t>Act.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700" b="1">
                          <a:latin typeface="+mn-lt"/>
                        </a:rPr>
                        <a:t>A03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700">
                          <a:latin typeface="+mn-lt"/>
                        </a:rPr>
                        <a:t>Share reverse-engineering findings &amp; open questions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800" b="1">
                          <a:solidFill>
                            <a:schemeClr val="bg1"/>
                          </a:solidFill>
                          <a:latin typeface="+mn-lt"/>
                        </a:rPr>
                        <a:t>G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7819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700">
                          <a:latin typeface="+mn-lt"/>
                        </a:rPr>
                        <a:t>DE Lead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700">
                          <a:latin typeface="+mn-lt"/>
                        </a:rPr>
                        <a:t>Nov 27th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63418265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9067520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6955591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96495709"/>
                  </a:ext>
                </a:extLst>
              </a:tr>
            </a:tbl>
          </a:graphicData>
        </a:graphic>
      </p:graphicFrame>
      <p:graphicFrame>
        <p:nvGraphicFramePr>
          <p:cNvPr id="9" name="Table 8">
            <a:extLst>
              <a:ext uri="{FF2B5EF4-FFF2-40B4-BE49-F238E27FC236}">
                <a16:creationId xmlns:a16="http://schemas.microsoft.com/office/drawing/2014/main" id="{15821985-BA75-2CE6-78D5-02DCD58881A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71917957"/>
              </p:ext>
            </p:extLst>
          </p:nvPr>
        </p:nvGraphicFramePr>
        <p:xfrm>
          <a:off x="6153897" y="857681"/>
          <a:ext cx="5943600" cy="3718560"/>
        </p:xfrm>
        <a:graphic>
          <a:graphicData uri="http://schemas.openxmlformats.org/drawingml/2006/table">
            <a:tbl>
              <a:tblPr firstRow="1" bandRow="1"/>
              <a:tblGrid>
                <a:gridCol w="5943600">
                  <a:extLst>
                    <a:ext uri="{9D8B030D-6E8A-4147-A177-3AD203B41FA5}">
                      <a16:colId xmlns:a16="http://schemas.microsoft.com/office/drawing/2014/main" val="4063976994"/>
                    </a:ext>
                  </a:extLst>
                </a:gridCol>
              </a:tblGrid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1000" dirty="0">
                          <a:solidFill>
                            <a:schemeClr val="bg1"/>
                          </a:solidFill>
                        </a:rPr>
                        <a:t>Key upcoming activities &amp; decisions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63150789"/>
                  </a:ext>
                </a:extLst>
              </a:tr>
              <a:tr h="347472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1000" dirty="0">
                          <a:latin typeface="+mn-lt"/>
                        </a:rPr>
                        <a:t>Actions planned after access provisioning:</a:t>
                      </a:r>
                    </a:p>
                    <a:p>
                      <a:r>
                        <a:rPr lang="en-US" sz="1000" dirty="0">
                          <a:latin typeface="+mn-lt"/>
                        </a:rPr>
                        <a:t>▪ Document calculation flows, business rules and exception handling</a:t>
                      </a:r>
                    </a:p>
                    <a:p>
                      <a:r>
                        <a:rPr lang="en-US" sz="1000" dirty="0">
                          <a:latin typeface="+mn-lt"/>
                        </a:rPr>
                        <a:t>▪ Extract GCP production reconciliation baselines</a:t>
                      </a:r>
                    </a:p>
                    <a:p>
                      <a:r>
                        <a:rPr lang="en-US" sz="1000" dirty="0">
                          <a:latin typeface="+mn-lt"/>
                        </a:rPr>
                        <a:t>▪ Map legacy logic to the 8-block architecture and KPI engine design</a:t>
                      </a:r>
                    </a:p>
                    <a:p>
                      <a:r>
                        <a:rPr lang="en-US" sz="1000" dirty="0">
                          <a:latin typeface="+mn-lt"/>
                        </a:rPr>
                        <a:t>▪ Formalize undocumented rules and workarounds into config objects</a:t>
                      </a:r>
                    </a:p>
                    <a:p>
                      <a:r>
                        <a:rPr lang="en-US" sz="1000" dirty="0">
                          <a:latin typeface="+mn-lt"/>
                        </a:rPr>
                        <a:t>▪ Remote sessions with Brazil business in November; onsite workshop – beginning of December</a:t>
                      </a:r>
                    </a:p>
                  </a:txBody>
                  <a:tcPr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3642603"/>
                  </a:ext>
                </a:extLst>
              </a:tr>
            </a:tbl>
          </a:graphicData>
        </a:graphic>
      </p:graphicFrame>
      <p:sp>
        <p:nvSpPr>
          <p:cNvPr id="10" name="Rectangle 14">
            <a:extLst>
              <a:ext uri="{FF2B5EF4-FFF2-40B4-BE49-F238E27FC236}">
                <a16:creationId xmlns:a16="http://schemas.microsoft.com/office/drawing/2014/main" id="{C25C5475-64AE-5928-70A4-6DF9382FA6A6}"/>
              </a:ext>
            </a:extLst>
          </p:cNvPr>
          <p:cNvSpPr/>
          <p:nvPr/>
        </p:nvSpPr>
        <p:spPr>
          <a:xfrm>
            <a:off x="99224" y="4685586"/>
            <a:ext cx="6649493" cy="182880"/>
          </a:xfrm>
          <a:prstGeom prst="rect">
            <a:avLst/>
          </a:prstGeom>
          <a:solidFill>
            <a:srgbClr val="156082"/>
          </a:solidFill>
          <a:ln w="19050" cap="flat" cmpd="sng" algn="ctr">
            <a:solidFill>
              <a:srgbClr val="156082"/>
            </a:solidFill>
            <a:prstDash val="solid"/>
            <a:miter lim="800000"/>
          </a:ln>
          <a:effectLst/>
        </p:spPr>
        <p:txBody>
          <a:bodyPr lIns="91440" tIns="45720" rIns="91440" bIns="4572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RAID (Risk, Action, Issue, Decision) with Mitigation Plan/Owner &amp; Due date</a:t>
            </a:r>
          </a:p>
        </p:txBody>
      </p:sp>
      <p:graphicFrame>
        <p:nvGraphicFramePr>
          <p:cNvPr id="11" name="Table 10">
            <a:extLst>
              <a:ext uri="{FF2B5EF4-FFF2-40B4-BE49-F238E27FC236}">
                <a16:creationId xmlns:a16="http://schemas.microsoft.com/office/drawing/2014/main" id="{7C53D042-984C-A6E9-6EEC-433991120698}"/>
              </a:ext>
            </a:extLst>
          </p:cNvPr>
          <p:cNvGraphicFramePr>
            <a:graphicFrameLocks noGrp="1"/>
          </p:cNvGraphicFramePr>
          <p:nvPr/>
        </p:nvGraphicFramePr>
        <p:xfrm>
          <a:off x="6841338" y="4926879"/>
          <a:ext cx="5241546" cy="1828800"/>
        </p:xfrm>
        <a:graphic>
          <a:graphicData uri="http://schemas.openxmlformats.org/drawingml/2006/table">
            <a:tbl>
              <a:tblPr firstRow="1" bandRow="1"/>
              <a:tblGrid>
                <a:gridCol w="1232631">
                  <a:extLst>
                    <a:ext uri="{9D8B030D-6E8A-4147-A177-3AD203B41FA5}">
                      <a16:colId xmlns:a16="http://schemas.microsoft.com/office/drawing/2014/main" val="4063976994"/>
                    </a:ext>
                  </a:extLst>
                </a:gridCol>
                <a:gridCol w="2813474">
                  <a:extLst>
                    <a:ext uri="{9D8B030D-6E8A-4147-A177-3AD203B41FA5}">
                      <a16:colId xmlns:a16="http://schemas.microsoft.com/office/drawing/2014/main" val="342581697"/>
                    </a:ext>
                  </a:extLst>
                </a:gridCol>
                <a:gridCol w="551742">
                  <a:extLst>
                    <a:ext uri="{9D8B030D-6E8A-4147-A177-3AD203B41FA5}">
                      <a16:colId xmlns:a16="http://schemas.microsoft.com/office/drawing/2014/main" val="2994194436"/>
                    </a:ext>
                  </a:extLst>
                </a:gridCol>
                <a:gridCol w="643699">
                  <a:extLst>
                    <a:ext uri="{9D8B030D-6E8A-4147-A177-3AD203B41FA5}">
                      <a16:colId xmlns:a16="http://schemas.microsoft.com/office/drawing/2014/main" val="4204228725"/>
                    </a:ext>
                  </a:extLst>
                </a:gridCol>
              </a:tblGrid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Phase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Tasks &amp; Summary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Status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Due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63150789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 b="1"/>
                        <a:t>Blueprint / Working Prototype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Scope, design &amp; build working prototype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</a:rPr>
                        <a:t>A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18719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Feb 28th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3642603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 b="1"/>
                        <a:t>Migration to new DBX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sz="600"/>
                        <a:t>Migrate all pipelines to Databricks AWS</a:t>
                      </a:r>
                      <a:endParaRPr lang="en-US" sz="6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</a:rPr>
                        <a:t>N.S.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Mar 31st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2300796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 b="1"/>
                        <a:t>Project Unit Testing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sz="600"/>
                        <a:t>Unit &amp; parallel-run testing in DEV</a:t>
                      </a:r>
                      <a:endParaRPr lang="en-US" sz="6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</a:rPr>
                        <a:t>N.S.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Apr 30th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63418265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 b="1"/>
                        <a:t>Business Testing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sz="600"/>
                        <a:t>End-to-end validation by product team</a:t>
                      </a:r>
                      <a:endParaRPr lang="en-US" sz="6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</a:rPr>
                        <a:t>N.S.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July 02nd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9067520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 b="1"/>
                        <a:t>Integration Testing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sz="600"/>
                        <a:t>Cross-domain integration testing in QA</a:t>
                      </a:r>
                      <a:endParaRPr lang="en-US" sz="6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</a:rPr>
                        <a:t>N.S.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July 30th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6955591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 b="1"/>
                        <a:t>User Acceptance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sz="600"/>
                        <a:t>Business stakeholder UAT across 4 BUs</a:t>
                      </a:r>
                      <a:endParaRPr lang="en-US" sz="6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</a:rPr>
                        <a:t>N.S.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Sept 03rd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96495709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 b="1"/>
                        <a:t>Production Readiness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Technical go-live readiness sign-off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</a:rPr>
                        <a:t>N.S.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Sept 24th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2433145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US" sz="600" b="1"/>
                        <a:t>Go-live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600"/>
                        <a:t>Business go-live across all markets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</a:rPr>
                        <a:t>N.S.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600"/>
                        <a:t>Oct 11th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7EAE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94238755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US" sz="600" b="1"/>
                        <a:t>Hypercare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600"/>
                        <a:t>Support, parallel run &amp; transition to BAU (Business as Usual)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</a:rPr>
                        <a:t>N.S.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600"/>
                        <a:t>Dec 31st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38678162"/>
                  </a:ext>
                </a:extLst>
              </a:tr>
            </a:tbl>
          </a:graphicData>
        </a:graphic>
      </p:graphicFrame>
      <p:sp>
        <p:nvSpPr>
          <p:cNvPr id="12" name="Rectangle 14">
            <a:extLst>
              <a:ext uri="{FF2B5EF4-FFF2-40B4-BE49-F238E27FC236}">
                <a16:creationId xmlns:a16="http://schemas.microsoft.com/office/drawing/2014/main" id="{E24884A2-AD7B-35C6-22DB-90469CCA3F54}"/>
              </a:ext>
            </a:extLst>
          </p:cNvPr>
          <p:cNvSpPr/>
          <p:nvPr/>
        </p:nvSpPr>
        <p:spPr>
          <a:xfrm>
            <a:off x="6841338" y="4685586"/>
            <a:ext cx="5241547" cy="182880"/>
          </a:xfrm>
          <a:prstGeom prst="rect">
            <a:avLst/>
          </a:prstGeom>
          <a:solidFill>
            <a:srgbClr val="156082"/>
          </a:solidFill>
          <a:ln w="19050" cap="flat" cmpd="sng" algn="ctr">
            <a:solidFill>
              <a:srgbClr val="156082"/>
            </a:solidFill>
            <a:prstDash val="solid"/>
            <a:miter lim="800000"/>
          </a:ln>
          <a:effectLst/>
        </p:spPr>
        <p:txBody>
          <a:bodyPr lIns="91440" tIns="45720" rIns="91440" bIns="4572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Upcoming Milestones Status Updates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41DBF61E-4F0B-34B6-AF40-289D8A30DFA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9113" y="6478812"/>
            <a:ext cx="4081322" cy="329571"/>
          </a:xfrm>
          <a:prstGeom prst="rect">
            <a:avLst/>
          </a:prstGeom>
        </p:spPr>
      </p:pic>
      <p:graphicFrame>
        <p:nvGraphicFramePr>
          <p:cNvPr id="15" name="Table 14">
            <a:extLst>
              <a:ext uri="{FF2B5EF4-FFF2-40B4-BE49-F238E27FC236}">
                <a16:creationId xmlns:a16="http://schemas.microsoft.com/office/drawing/2014/main" id="{923417E7-E1EB-1DB3-3684-92BDB059AE74}"/>
              </a:ext>
            </a:extLst>
          </p:cNvPr>
          <p:cNvGraphicFramePr>
            <a:graphicFrameLocks noGrp="1"/>
          </p:cNvGraphicFramePr>
          <p:nvPr/>
        </p:nvGraphicFramePr>
        <p:xfrm>
          <a:off x="7900199" y="491483"/>
          <a:ext cx="4182688" cy="263081"/>
        </p:xfrm>
        <a:graphic>
          <a:graphicData uri="http://schemas.openxmlformats.org/drawingml/2006/table">
            <a:tbl>
              <a:tblPr bandRow="1"/>
              <a:tblGrid>
                <a:gridCol w="1671858">
                  <a:extLst>
                    <a:ext uri="{9D8B030D-6E8A-4147-A177-3AD203B41FA5}">
                      <a16:colId xmlns:a16="http://schemas.microsoft.com/office/drawing/2014/main" val="560141210"/>
                    </a:ext>
                  </a:extLst>
                </a:gridCol>
                <a:gridCol w="2510830">
                  <a:extLst>
                    <a:ext uri="{9D8B030D-6E8A-4147-A177-3AD203B41FA5}">
                      <a16:colId xmlns:a16="http://schemas.microsoft.com/office/drawing/2014/main" val="426978688"/>
                    </a:ext>
                  </a:extLst>
                </a:gridCol>
              </a:tblGrid>
              <a:tr h="238125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fontAlgn="base">
                        <a:lnSpc>
                          <a:spcPts val="1350"/>
                        </a:lnSpc>
                        <a:buNone/>
                      </a:pPr>
                      <a:r>
                        <a:rPr lang="en-US" sz="1100" b="1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MDLZ Lead</a:t>
                      </a:r>
                      <a:endParaRPr lang="en-US" b="1">
                        <a:solidFill>
                          <a:srgbClr val="FFFFFF"/>
                        </a:solidFill>
                        <a:effectLst/>
                        <a:latin typeface="Calibri"/>
                      </a:endParaRPr>
                    </a:p>
                  </a:txBody>
                  <a:tcPr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lvl="0" algn="l">
                        <a:lnSpc>
                          <a:spcPts val="1350"/>
                        </a:lnSpc>
                        <a:buNone/>
                      </a:pPr>
                      <a:r>
                        <a:rPr lang="en-US" sz="1100" b="1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TBD (SPOC to be nominated)</a:t>
                      </a:r>
                      <a:endParaRPr lang="en-US"/>
                    </a:p>
                  </a:txBody>
                  <a:tcPr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310687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376918548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9A5191A-33DC-E575-98C7-CE894BE7A08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018A03D-306B-A51A-9D6B-C554095C41AC}"/>
              </a:ext>
            </a:extLst>
          </p:cNvPr>
          <p:cNvSpPr txBox="1">
            <a:spLocks/>
          </p:cNvSpPr>
          <p:nvPr/>
        </p:nvSpPr>
        <p:spPr>
          <a:xfrm>
            <a:off x="109113" y="0"/>
            <a:ext cx="6558388" cy="344312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85000"/>
              </a:lnSpc>
              <a:spcBef>
                <a:spcPct val="0"/>
              </a:spcBef>
              <a:buNone/>
              <a:defRPr sz="3200" b="0" kern="1200" cap="all" baseline="0">
                <a:solidFill>
                  <a:schemeClr val="accent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l" defTabSz="89486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all" spc="0" normalizeH="0" baseline="0" noProof="0">
                <a:ln>
                  <a:noFill/>
                </a:ln>
                <a:solidFill>
                  <a:srgbClr val="4F2170"/>
                </a:solidFill>
                <a:effectLst/>
                <a:uLnTx/>
                <a:uFillTx/>
                <a:latin typeface="Aptos Display" panose="02110004020202020204"/>
                <a:ea typeface="+mj-ea"/>
                <a:cs typeface="+mj-cs"/>
              </a:rPr>
              <a:t>6. STORE OPERATIONS (PERFECT &amp; RIGHT STORE)</a:t>
            </a:r>
          </a:p>
        </p:txBody>
      </p:sp>
      <p:graphicFrame>
        <p:nvGraphicFramePr>
          <p:cNvPr id="3" name="Table 21">
            <a:extLst>
              <a:ext uri="{FF2B5EF4-FFF2-40B4-BE49-F238E27FC236}">
                <a16:creationId xmlns:a16="http://schemas.microsoft.com/office/drawing/2014/main" id="{75A94A20-03B3-0A01-8712-FFC3ADD0CDDD}"/>
              </a:ext>
            </a:extLst>
          </p:cNvPr>
          <p:cNvGraphicFramePr>
            <a:graphicFrameLocks noGrp="1"/>
          </p:cNvGraphicFramePr>
          <p:nvPr/>
        </p:nvGraphicFramePr>
        <p:xfrm>
          <a:off x="6219827" y="50695"/>
          <a:ext cx="3946258" cy="365760"/>
        </p:xfrm>
        <a:graphic>
          <a:graphicData uri="http://schemas.openxmlformats.org/drawingml/2006/table">
            <a:tbl>
              <a:tblPr firstRow="1" bandRow="1"/>
              <a:tblGrid>
                <a:gridCol w="455198">
                  <a:extLst>
                    <a:ext uri="{9D8B030D-6E8A-4147-A177-3AD203B41FA5}">
                      <a16:colId xmlns:a16="http://schemas.microsoft.com/office/drawing/2014/main" val="169957441"/>
                    </a:ext>
                  </a:extLst>
                </a:gridCol>
                <a:gridCol w="55426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3948">
                  <a:extLst>
                    <a:ext uri="{9D8B030D-6E8A-4147-A177-3AD203B41FA5}">
                      <a16:colId xmlns:a16="http://schemas.microsoft.com/office/drawing/2014/main" val="3188106295"/>
                    </a:ext>
                  </a:extLst>
                </a:gridCol>
                <a:gridCol w="46948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345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35398">
                  <a:extLst>
                    <a:ext uri="{9D8B030D-6E8A-4147-A177-3AD203B41FA5}">
                      <a16:colId xmlns:a16="http://schemas.microsoft.com/office/drawing/2014/main" val="2479922860"/>
                    </a:ext>
                  </a:extLst>
                </a:gridCol>
                <a:gridCol w="645758">
                  <a:extLst>
                    <a:ext uri="{9D8B030D-6E8A-4147-A177-3AD203B41FA5}">
                      <a16:colId xmlns:a16="http://schemas.microsoft.com/office/drawing/2014/main" val="2139964373"/>
                    </a:ext>
                  </a:extLst>
                </a:gridCol>
                <a:gridCol w="648745">
                  <a:extLst>
                    <a:ext uri="{9D8B030D-6E8A-4147-A177-3AD203B41FA5}">
                      <a16:colId xmlns:a16="http://schemas.microsoft.com/office/drawing/2014/main" val="3332492913"/>
                    </a:ext>
                  </a:extLst>
                </a:gridCol>
              </a:tblGrid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1" i="0" u="none" strike="noStrike" noProof="0">
                          <a:solidFill>
                            <a:schemeClr val="tx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/>
                          <a:cs typeface="Arial"/>
                        </a:rPr>
                        <a:t>A</a:t>
                      </a:r>
                      <a:endParaRPr lang="en-US" sz="600" b="1" i="0" u="none" strike="noStrike" noProof="0"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Arial"/>
                        <a:cs typeface="Arial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18719"/>
                    </a:solidFill>
                  </a:tcPr>
                </a:tc>
                <a:tc>
                  <a:txBody>
                    <a:bodyPr/>
                    <a:lstStyle>
                      <a:lvl1pPr marL="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1pPr>
                      <a:lvl2pPr marL="456888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2pPr>
                      <a:lvl3pPr marL="913771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3pPr>
                      <a:lvl4pPr marL="137066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4pPr>
                      <a:lvl5pPr marL="1827543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5pPr>
                      <a:lvl6pPr marL="228443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6pPr>
                      <a:lvl7pPr marL="2741316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7pPr>
                      <a:lvl8pPr marL="3198202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8pPr>
                      <a:lvl9pPr marL="365509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9pPr>
                    </a:lstStyle>
                    <a:p>
                      <a:pPr marL="0" algn="ctr" defTabSz="914400" rtl="0" eaLnBrk="1" latinLnBrk="0" hangingPunct="1"/>
                      <a:r>
                        <a:rPr lang="en-US" sz="600" b="1" kern="1200">
                          <a:solidFill>
                            <a:schemeClr val="tx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/>
                          <a:ea typeface="+mn-ea"/>
                          <a:cs typeface="Arial"/>
                        </a:rPr>
                        <a:t>A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18719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endParaRPr lang="en-US" sz="100" b="0">
                        <a:solidFill>
                          <a:schemeClr val="tx2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1pPr>
                      <a:lvl2pPr marL="456888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2pPr>
                      <a:lvl3pPr marL="913771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3pPr>
                      <a:lvl4pPr marL="137066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4pPr>
                      <a:lvl5pPr marL="1827543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5pPr>
                      <a:lvl6pPr marL="228443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6pPr>
                      <a:lvl7pPr marL="2741316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7pPr>
                      <a:lvl8pPr marL="3198202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8pPr>
                      <a:lvl9pPr marL="365509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9pPr>
                    </a:lstStyle>
                    <a:p>
                      <a:pPr marL="0" marR="0" indent="0" algn="ctr" defTabSz="456888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600" b="1">
                          <a:solidFill>
                            <a:schemeClr val="tx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/>
                          <a:cs typeface="Arial"/>
                        </a:rPr>
                        <a:t>G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7819"/>
                    </a:solidFill>
                  </a:tcPr>
                </a:tc>
                <a:tc>
                  <a:txBody>
                    <a:bodyPr/>
                    <a:lstStyle>
                      <a:lvl1pPr marL="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1pPr>
                      <a:lvl2pPr marL="456888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2pPr>
                      <a:lvl3pPr marL="913771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3pPr>
                      <a:lvl4pPr marL="137066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4pPr>
                      <a:lvl5pPr marL="1827543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5pPr>
                      <a:lvl6pPr marL="228443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6pPr>
                      <a:lvl7pPr marL="2741316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7pPr>
                      <a:lvl8pPr marL="3198202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8pPr>
                      <a:lvl9pPr marL="365509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9pPr>
                    </a:lstStyle>
                    <a:p>
                      <a:pPr marL="0" marR="0" lvl="0" indent="0" algn="ctr" defTabSz="456888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  <a:tabLst/>
                        <a:defRPr/>
                      </a:pPr>
                      <a:r>
                        <a:rPr lang="en-US" sz="600" b="1" kern="1200">
                          <a:solidFill>
                            <a:schemeClr val="tx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/>
                          <a:ea typeface="+mn-ea"/>
                          <a:cs typeface="Arial"/>
                        </a:rPr>
                        <a:t>A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18719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marL="0" marR="0" indent="0" algn="ctr" defTabSz="456888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600" b="1">
                          <a:solidFill>
                            <a:schemeClr val="tx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/>
                          <a:cs typeface="Arial"/>
                        </a:rPr>
                        <a:t>G</a:t>
                      </a:r>
                    </a:p>
                  </a:txBody>
                  <a:tcPr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4">
                      <a:solidFill>
                        <a:srgbClr val="0E2841"/>
                      </a:solidFill>
                    </a:lnR>
                    <a:lnT w="3174">
                      <a:solidFill>
                        <a:srgbClr val="0E2841"/>
                      </a:solidFill>
                    </a:lnT>
                    <a:lnB w="3174">
                      <a:solidFill>
                        <a:srgbClr val="0E2841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7819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lvl="0" algn="ctr">
                        <a:buNone/>
                      </a:pPr>
                      <a:r>
                        <a:rPr lang="en-US" sz="600" b="1">
                          <a:solidFill>
                            <a:schemeClr val="tx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/>
                          <a:cs typeface="Arial"/>
                        </a:rPr>
                        <a:t>A</a:t>
                      </a:r>
                    </a:p>
                  </a:txBody>
                  <a:tcPr anchor="ctr">
                    <a:lnL w="3174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18719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tx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/>
                          <a:cs typeface="Arial"/>
                        </a:rPr>
                        <a:t>G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781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1pPr>
                      <a:lvl2pPr marL="456888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2pPr>
                      <a:lvl3pPr marL="913771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3pPr>
                      <a:lvl4pPr marL="137066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4pPr>
                      <a:lvl5pPr marL="1827543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5pPr>
                      <a:lvl6pPr marL="228443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6pPr>
                      <a:lvl7pPr marL="2741316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7pPr>
                      <a:lvl8pPr marL="3198202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8pPr>
                      <a:lvl9pPr marL="365509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  <a:latin typeface="Arial"/>
                          <a:cs typeface="Arial"/>
                        </a:rPr>
                        <a:t>Overall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2170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  <a:latin typeface="Arial"/>
                          <a:cs typeface="Arial"/>
                        </a:rPr>
                        <a:t>Trending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2170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endParaRPr lang="en-US" sz="100" b="1">
                        <a:solidFill>
                          <a:schemeClr val="bg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1pPr>
                      <a:lvl2pPr marL="456888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2pPr>
                      <a:lvl3pPr marL="913771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3pPr>
                      <a:lvl4pPr marL="137066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4pPr>
                      <a:lvl5pPr marL="1827543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5pPr>
                      <a:lvl6pPr marL="228443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6pPr>
                      <a:lvl7pPr marL="2741316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7pPr>
                      <a:lvl8pPr marL="3198202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8pPr>
                      <a:lvl9pPr marL="365509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9pPr>
                    </a:lstStyle>
                    <a:p>
                      <a:pPr algn="ctr"/>
                      <a:r>
                        <a:rPr lang="en-US" sz="600" b="1" kern="1200" baseline="0">
                          <a:solidFill>
                            <a:schemeClr val="bg1"/>
                          </a:solidFill>
                          <a:latin typeface="Arial"/>
                          <a:ea typeface="+mn-ea"/>
                          <a:cs typeface="Arial"/>
                        </a:rPr>
                        <a:t>Budget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2170"/>
                    </a:solidFill>
                  </a:tcPr>
                </a:tc>
                <a:tc>
                  <a:txBody>
                    <a:bodyPr/>
                    <a:lstStyle>
                      <a:lvl1pPr marL="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1pPr>
                      <a:lvl2pPr marL="456888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2pPr>
                      <a:lvl3pPr marL="913771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3pPr>
                      <a:lvl4pPr marL="137066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4pPr>
                      <a:lvl5pPr marL="1827543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5pPr>
                      <a:lvl6pPr marL="228443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6pPr>
                      <a:lvl7pPr marL="2741316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7pPr>
                      <a:lvl8pPr marL="3198202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8pPr>
                      <a:lvl9pPr marL="365509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  <a:latin typeface="Arial"/>
                          <a:cs typeface="Arial"/>
                        </a:rPr>
                        <a:t>Schedule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2170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lvl="0" algn="ctr">
                        <a:buNone/>
                      </a:pPr>
                      <a:r>
                        <a:rPr lang="en-US" sz="600" b="1" kern="1200">
                          <a:solidFill>
                            <a:schemeClr val="bg1"/>
                          </a:solidFill>
                          <a:latin typeface="Arial"/>
                          <a:ea typeface="+mn-ea"/>
                          <a:cs typeface="Arial"/>
                        </a:rPr>
                        <a:t>Scope</a:t>
                      </a:r>
                      <a:endParaRPr lang="en-US" sz="600" b="1" kern="1200" baseline="0">
                        <a:solidFill>
                          <a:schemeClr val="bg1"/>
                        </a:solidFill>
                        <a:latin typeface="Arial"/>
                        <a:ea typeface="+mn-ea"/>
                        <a:cs typeface="Arial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4">
                      <a:solidFill>
                        <a:srgbClr val="0E2841"/>
                      </a:solidFill>
                    </a:lnR>
                    <a:lnT w="3174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4">
                      <a:solidFill>
                        <a:srgbClr val="0E2841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2170"/>
                    </a:solidFill>
                  </a:tcPr>
                </a:tc>
                <a:tc>
                  <a:txBody>
                    <a:bodyPr/>
                    <a:lstStyle>
                      <a:lvl1pPr marL="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1pPr>
                      <a:lvl2pPr marL="456888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2pPr>
                      <a:lvl3pPr marL="913771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3pPr>
                      <a:lvl4pPr marL="137066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4pPr>
                      <a:lvl5pPr marL="1827543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5pPr>
                      <a:lvl6pPr marL="228443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6pPr>
                      <a:lvl7pPr marL="2741316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7pPr>
                      <a:lvl8pPr marL="3198202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8pPr>
                      <a:lvl9pPr marL="365509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  <a:latin typeface="Arial"/>
                          <a:cs typeface="Arial"/>
                        </a:rPr>
                        <a:t>Issues/ Risk</a:t>
                      </a:r>
                    </a:p>
                  </a:txBody>
                  <a:tcPr anchor="ctr">
                    <a:lnL w="3174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2170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marL="0" algn="ctr" defTabSz="456888" rtl="0" eaLnBrk="1" latinLnBrk="0" hangingPunct="1"/>
                      <a:r>
                        <a:rPr lang="en-US" sz="600" b="1" kern="1200">
                          <a:solidFill>
                            <a:schemeClr val="bg1"/>
                          </a:solidFill>
                          <a:latin typeface="Arial"/>
                          <a:cs typeface="Arial"/>
                        </a:rPr>
                        <a:t>Resources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217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19824854"/>
                  </a:ext>
                </a:extLst>
              </a:tr>
            </a:tbl>
          </a:graphicData>
        </a:graphic>
      </p:graphicFrame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78FDE255-C47D-F4A3-496F-D753381F65D1}"/>
              </a:ext>
            </a:extLst>
          </p:cNvPr>
          <p:cNvGraphicFramePr>
            <a:graphicFrameLocks noGrp="1"/>
          </p:cNvGraphicFramePr>
          <p:nvPr/>
        </p:nvGraphicFramePr>
        <p:xfrm>
          <a:off x="10254087" y="41794"/>
          <a:ext cx="1828800" cy="263081"/>
        </p:xfrm>
        <a:graphic>
          <a:graphicData uri="http://schemas.openxmlformats.org/drawingml/2006/table">
            <a:tbl>
              <a:tblPr bandRow="1"/>
              <a:tblGrid>
                <a:gridCol w="611648">
                  <a:extLst>
                    <a:ext uri="{9D8B030D-6E8A-4147-A177-3AD203B41FA5}">
                      <a16:colId xmlns:a16="http://schemas.microsoft.com/office/drawing/2014/main" val="560141210"/>
                    </a:ext>
                  </a:extLst>
                </a:gridCol>
                <a:gridCol w="1217152">
                  <a:extLst>
                    <a:ext uri="{9D8B030D-6E8A-4147-A177-3AD203B41FA5}">
                      <a16:colId xmlns:a16="http://schemas.microsoft.com/office/drawing/2014/main" val="426978688"/>
                    </a:ext>
                  </a:extLst>
                </a:gridCol>
              </a:tblGrid>
              <a:tr h="238125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fontAlgn="base">
                        <a:lnSpc>
                          <a:spcPts val="1350"/>
                        </a:lnSpc>
                        <a:buNone/>
                      </a:pPr>
                      <a:r>
                        <a:rPr lang="en-US" sz="1100" b="1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Date</a:t>
                      </a:r>
                      <a:endParaRPr lang="en-US" b="1">
                        <a:solidFill>
                          <a:srgbClr val="FFFFFF"/>
                        </a:solidFill>
                        <a:effectLst/>
                        <a:latin typeface="Calibri"/>
                      </a:endParaRPr>
                    </a:p>
                  </a:txBody>
                  <a:tcPr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2170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lvl="0" algn="ctr">
                        <a:lnSpc>
                          <a:spcPts val="1350"/>
                        </a:lnSpc>
                        <a:buNone/>
                      </a:pPr>
                      <a:r>
                        <a:rPr lang="en-US" sz="1100" b="1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Nov 4th, 2026</a:t>
                      </a:r>
                      <a:endParaRPr lang="en-US"/>
                    </a:p>
                  </a:txBody>
                  <a:tcPr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3106872"/>
                  </a:ext>
                </a:extLst>
              </a:tr>
            </a:tbl>
          </a:graphicData>
        </a:graphic>
      </p:graphicFrame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A5A5F988-E8E3-85FD-F606-0E21A794D55E}"/>
              </a:ext>
            </a:extLst>
          </p:cNvPr>
          <p:cNvGraphicFramePr>
            <a:graphicFrameLocks noGrp="1"/>
          </p:cNvGraphicFramePr>
          <p:nvPr/>
        </p:nvGraphicFramePr>
        <p:xfrm>
          <a:off x="99225" y="857681"/>
          <a:ext cx="5878344" cy="3718560"/>
        </p:xfrm>
        <a:graphic>
          <a:graphicData uri="http://schemas.openxmlformats.org/drawingml/2006/table">
            <a:tbl>
              <a:tblPr firstRow="1" bandRow="1"/>
              <a:tblGrid>
                <a:gridCol w="5878344">
                  <a:extLst>
                    <a:ext uri="{9D8B030D-6E8A-4147-A177-3AD203B41FA5}">
                      <a16:colId xmlns:a16="http://schemas.microsoft.com/office/drawing/2014/main" val="4063976994"/>
                    </a:ext>
                  </a:extLst>
                </a:gridCol>
              </a:tblGrid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1000">
                          <a:solidFill>
                            <a:schemeClr val="bg1"/>
                          </a:solidFill>
                        </a:rPr>
                        <a:t>Key Accomplishments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63150789"/>
                  </a:ext>
                </a:extLst>
              </a:tr>
              <a:tr h="347472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1000">
                          <a:latin typeface="+mn-lt"/>
                        </a:rPr>
                        <a:t>✓ DE and BI members assigned to Store Operations (Perfect &amp; Right Store)</a:t>
                      </a:r>
                    </a:p>
                    <a:p>
                      <a:r>
                        <a:rPr lang="en-US" sz="1000">
                          <a:latin typeface="+mn-lt"/>
                        </a:rPr>
                        <a:t>✓ MDLZ accounts requested; team onboarding started</a:t>
                      </a:r>
                    </a:p>
                    <a:p>
                      <a:r>
                        <a:rPr lang="en-US" sz="1000">
                          <a:latin typeface="+mn-lt"/>
                        </a:rPr>
                        <a:t>✓ Scope confirmed: all applications for Perfect and Right Store across 4 BUs</a:t>
                      </a:r>
                    </a:p>
                  </a:txBody>
                  <a:tcPr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3642603"/>
                  </a:ext>
                </a:extLst>
              </a:tr>
            </a:tbl>
          </a:graphicData>
        </a:graphic>
      </p:graphicFrame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C9EF2E0D-1847-103C-DD40-E9817FB8546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95800486"/>
              </p:ext>
            </p:extLst>
          </p:nvPr>
        </p:nvGraphicFramePr>
        <p:xfrm>
          <a:off x="99225" y="502184"/>
          <a:ext cx="4355999" cy="263081"/>
        </p:xfrm>
        <a:graphic>
          <a:graphicData uri="http://schemas.openxmlformats.org/drawingml/2006/table">
            <a:tbl>
              <a:tblPr bandRow="1"/>
              <a:tblGrid>
                <a:gridCol w="1502662">
                  <a:extLst>
                    <a:ext uri="{9D8B030D-6E8A-4147-A177-3AD203B41FA5}">
                      <a16:colId xmlns:a16="http://schemas.microsoft.com/office/drawing/2014/main" val="560141210"/>
                    </a:ext>
                  </a:extLst>
                </a:gridCol>
                <a:gridCol w="2853337">
                  <a:extLst>
                    <a:ext uri="{9D8B030D-6E8A-4147-A177-3AD203B41FA5}">
                      <a16:colId xmlns:a16="http://schemas.microsoft.com/office/drawing/2014/main" val="426978688"/>
                    </a:ext>
                  </a:extLst>
                </a:gridCol>
              </a:tblGrid>
              <a:tr h="263081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fontAlgn="base">
                        <a:lnSpc>
                          <a:spcPts val="1350"/>
                        </a:lnSpc>
                        <a:buNone/>
                      </a:pPr>
                      <a:r>
                        <a:rPr lang="en-US" sz="1100" b="1" dirty="0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Data Engineering Lead</a:t>
                      </a:r>
                      <a:endParaRPr lang="en-US" b="1" dirty="0">
                        <a:solidFill>
                          <a:srgbClr val="FFFFFF"/>
                        </a:solidFill>
                        <a:effectLst/>
                        <a:latin typeface="Calibri"/>
                      </a:endParaRPr>
                    </a:p>
                  </a:txBody>
                  <a:tcPr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lvl="0" algn="l">
                        <a:lnSpc>
                          <a:spcPct val="100000"/>
                        </a:lnSpc>
                        <a:buNone/>
                      </a:pPr>
                      <a:r>
                        <a:rPr lang="en-US" sz="1100" b="1" kern="1200" dirty="0">
                          <a:solidFill>
                            <a:srgbClr val="000000"/>
                          </a:solidFill>
                          <a:effectLst/>
                          <a:latin typeface="Calibri"/>
                          <a:ea typeface="+mn-ea"/>
                          <a:cs typeface="+mn-cs"/>
                        </a:rPr>
                        <a:t>Marcin </a:t>
                      </a:r>
                      <a:r>
                        <a:rPr lang="en-US" sz="1100" b="1" kern="1200" dirty="0" err="1">
                          <a:solidFill>
                            <a:srgbClr val="000000"/>
                          </a:solidFill>
                          <a:effectLst/>
                          <a:latin typeface="Calibri"/>
                          <a:ea typeface="+mn-ea"/>
                          <a:cs typeface="+mn-cs"/>
                        </a:rPr>
                        <a:t>Kostkiewicz</a:t>
                      </a:r>
                      <a:r>
                        <a:rPr lang="en-US" sz="1100" b="1" kern="1200" dirty="0">
                          <a:solidFill>
                            <a:srgbClr val="000000"/>
                          </a:solidFill>
                          <a:effectLst/>
                          <a:latin typeface="Calibri"/>
                          <a:ea typeface="+mn-ea"/>
                          <a:cs typeface="+mn-cs"/>
                        </a:rPr>
                        <a:t>/ Przemysław </a:t>
                      </a:r>
                      <a:r>
                        <a:rPr lang="en-US" sz="1100" b="1" kern="1200" dirty="0" err="1">
                          <a:solidFill>
                            <a:srgbClr val="000000"/>
                          </a:solidFill>
                          <a:effectLst/>
                          <a:latin typeface="Calibri"/>
                          <a:ea typeface="+mn-ea"/>
                          <a:cs typeface="+mn-cs"/>
                        </a:rPr>
                        <a:t>Dzierżak</a:t>
                      </a:r>
                      <a:endParaRPr lang="en-US" sz="1100" b="1" kern="1200" dirty="0">
                        <a:solidFill>
                          <a:srgbClr val="000000"/>
                        </a:solidFill>
                        <a:effectLst/>
                        <a:latin typeface="Calibri"/>
                        <a:ea typeface="+mn-ea"/>
                        <a:cs typeface="+mn-cs"/>
                      </a:endParaRPr>
                    </a:p>
                  </a:txBody>
                  <a:tcPr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3106872"/>
                  </a:ext>
                </a:extLst>
              </a:tr>
            </a:tbl>
          </a:graphicData>
        </a:graphic>
      </p:graphicFrame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CBF0CFAB-5ADF-11BE-2787-6DB04AA531A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75084698"/>
              </p:ext>
            </p:extLst>
          </p:nvPr>
        </p:nvGraphicFramePr>
        <p:xfrm>
          <a:off x="4517136" y="502184"/>
          <a:ext cx="3321151" cy="263081"/>
        </p:xfrm>
        <a:graphic>
          <a:graphicData uri="http://schemas.openxmlformats.org/drawingml/2006/table">
            <a:tbl>
              <a:tblPr bandRow="1"/>
              <a:tblGrid>
                <a:gridCol w="1327494">
                  <a:extLst>
                    <a:ext uri="{9D8B030D-6E8A-4147-A177-3AD203B41FA5}">
                      <a16:colId xmlns:a16="http://schemas.microsoft.com/office/drawing/2014/main" val="560141210"/>
                    </a:ext>
                  </a:extLst>
                </a:gridCol>
                <a:gridCol w="1993657">
                  <a:extLst>
                    <a:ext uri="{9D8B030D-6E8A-4147-A177-3AD203B41FA5}">
                      <a16:colId xmlns:a16="http://schemas.microsoft.com/office/drawing/2014/main" val="426978688"/>
                    </a:ext>
                  </a:extLst>
                </a:gridCol>
              </a:tblGrid>
              <a:tr h="238125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fontAlgn="base">
                        <a:lnSpc>
                          <a:spcPts val="1350"/>
                        </a:lnSpc>
                        <a:buNone/>
                      </a:pPr>
                      <a:r>
                        <a:rPr lang="en-US" sz="1100" b="1" dirty="0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Gen BI Lead</a:t>
                      </a:r>
                      <a:endParaRPr lang="en-US" b="1" dirty="0">
                        <a:solidFill>
                          <a:srgbClr val="FFFFFF"/>
                        </a:solidFill>
                        <a:effectLst/>
                        <a:latin typeface="Calibri"/>
                      </a:endParaRPr>
                    </a:p>
                  </a:txBody>
                  <a:tcPr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lvl="0" algn="l">
                        <a:lnSpc>
                          <a:spcPts val="1350"/>
                        </a:lnSpc>
                        <a:buNone/>
                      </a:pPr>
                      <a:r>
                        <a:rPr lang="en-US" sz="1100" b="1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Harish Ravi</a:t>
                      </a:r>
                      <a:endParaRPr lang="en-US" dirty="0"/>
                    </a:p>
                  </a:txBody>
                  <a:tcPr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3106872"/>
                  </a:ext>
                </a:extLst>
              </a:tr>
            </a:tbl>
          </a:graphicData>
        </a:graphic>
      </p:graphicFrame>
      <p:graphicFrame>
        <p:nvGraphicFramePr>
          <p:cNvPr id="8" name="Table 7">
            <a:extLst>
              <a:ext uri="{FF2B5EF4-FFF2-40B4-BE49-F238E27FC236}">
                <a16:creationId xmlns:a16="http://schemas.microsoft.com/office/drawing/2014/main" id="{6688F154-291F-F6EE-B79D-B902910694F6}"/>
              </a:ext>
            </a:extLst>
          </p:cNvPr>
          <p:cNvGraphicFramePr>
            <a:graphicFrameLocks noGrp="1"/>
          </p:cNvGraphicFramePr>
          <p:nvPr/>
        </p:nvGraphicFramePr>
        <p:xfrm>
          <a:off x="99224" y="4926879"/>
          <a:ext cx="6649494" cy="1950720"/>
        </p:xfrm>
        <a:graphic>
          <a:graphicData uri="http://schemas.openxmlformats.org/drawingml/2006/table">
            <a:tbl>
              <a:tblPr firstRow="1" bandRow="1"/>
              <a:tblGrid>
                <a:gridCol w="408422">
                  <a:extLst>
                    <a:ext uri="{9D8B030D-6E8A-4147-A177-3AD203B41FA5}">
                      <a16:colId xmlns:a16="http://schemas.microsoft.com/office/drawing/2014/main" val="4063976994"/>
                    </a:ext>
                  </a:extLst>
                </a:gridCol>
                <a:gridCol w="571792">
                  <a:extLst>
                    <a:ext uri="{9D8B030D-6E8A-4147-A177-3AD203B41FA5}">
                      <a16:colId xmlns:a16="http://schemas.microsoft.com/office/drawing/2014/main" val="2930135291"/>
                    </a:ext>
                  </a:extLst>
                </a:gridCol>
                <a:gridCol w="3291840">
                  <a:extLst>
                    <a:ext uri="{9D8B030D-6E8A-4147-A177-3AD203B41FA5}">
                      <a16:colId xmlns:a16="http://schemas.microsoft.com/office/drawing/2014/main" val="342581697"/>
                    </a:ext>
                  </a:extLst>
                </a:gridCol>
                <a:gridCol w="731520">
                  <a:extLst>
                    <a:ext uri="{9D8B030D-6E8A-4147-A177-3AD203B41FA5}">
                      <a16:colId xmlns:a16="http://schemas.microsoft.com/office/drawing/2014/main" val="2994194436"/>
                    </a:ext>
                  </a:extLst>
                </a:gridCol>
                <a:gridCol w="1005840">
                  <a:extLst>
                    <a:ext uri="{9D8B030D-6E8A-4147-A177-3AD203B41FA5}">
                      <a16:colId xmlns:a16="http://schemas.microsoft.com/office/drawing/2014/main" val="3638549791"/>
                    </a:ext>
                  </a:extLst>
                </a:gridCol>
                <a:gridCol w="640080">
                  <a:extLst>
                    <a:ext uri="{9D8B030D-6E8A-4147-A177-3AD203B41FA5}">
                      <a16:colId xmlns:a16="http://schemas.microsoft.com/office/drawing/2014/main" val="4204228725"/>
                    </a:ext>
                  </a:extLst>
                </a:gridCol>
              </a:tblGrid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/>
                        <a:t>Type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/>
                        <a:t>Number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/>
                        <a:t>Description / Mitigation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/>
                        <a:t>Status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/>
                        <a:t>Owner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/>
                        <a:t>Due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63150789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700" b="1">
                          <a:latin typeface="+mn-lt"/>
                        </a:rPr>
                        <a:t>Dep.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700" b="1">
                          <a:latin typeface="+mn-lt"/>
                        </a:rPr>
                        <a:t>D03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700">
                          <a:latin typeface="+mn-lt"/>
                        </a:rPr>
                        <a:t>Perfect / Right Store source access to confirm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800" b="1">
                          <a:solidFill>
                            <a:schemeClr val="bg1"/>
                          </a:solidFill>
                          <a:latin typeface="+mn-lt"/>
                        </a:rPr>
                        <a:t>A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18719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700">
                          <a:latin typeface="+mn-lt"/>
                        </a:rPr>
                        <a:t>MDLZ D&amp;A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700">
                          <a:latin typeface="+mn-lt"/>
                        </a:rPr>
                        <a:t>Nov 13th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3642603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700" b="1">
                          <a:latin typeface="+mn-lt"/>
                        </a:rPr>
                        <a:t>Risk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700" b="1">
                          <a:latin typeface="+mn-lt"/>
                        </a:rPr>
                        <a:t>R05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700">
                          <a:latin typeface="+mn-lt"/>
                        </a:rPr>
                        <a:t>Workshop moved to early Dec – timeline replan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800" b="1">
                          <a:solidFill>
                            <a:schemeClr val="bg1"/>
                          </a:solidFill>
                          <a:latin typeface="+mn-lt"/>
                        </a:rPr>
                        <a:t>R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52323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700">
                          <a:latin typeface="+mn-lt"/>
                        </a:rPr>
                        <a:t>Vadzim N.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700">
                          <a:latin typeface="+mn-lt"/>
                        </a:rPr>
                        <a:t>Nov 13th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2300796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700" b="1">
                          <a:latin typeface="+mn-lt"/>
                        </a:rPr>
                        <a:t>Risk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700" b="1">
                          <a:latin typeface="+mn-lt"/>
                        </a:rPr>
                        <a:t>R06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700">
                          <a:latin typeface="+mn-lt"/>
                        </a:rPr>
                        <a:t>Remote sessions less effective – pre-reads, weekly sign-off tracking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800" b="1">
                          <a:solidFill>
                            <a:schemeClr val="bg1"/>
                          </a:solidFill>
                          <a:latin typeface="+mn-lt"/>
                        </a:rPr>
                        <a:t>A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18719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700">
                          <a:latin typeface="+mn-lt"/>
                        </a:rPr>
                        <a:t>Vadzim N.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700">
                          <a:latin typeface="+mn-lt"/>
                        </a:rPr>
                        <a:t>Weekly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63418265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9067520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6955591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96495709"/>
                  </a:ext>
                </a:extLst>
              </a:tr>
            </a:tbl>
          </a:graphicData>
        </a:graphic>
      </p:graphicFrame>
      <p:graphicFrame>
        <p:nvGraphicFramePr>
          <p:cNvPr id="9" name="Table 8">
            <a:extLst>
              <a:ext uri="{FF2B5EF4-FFF2-40B4-BE49-F238E27FC236}">
                <a16:creationId xmlns:a16="http://schemas.microsoft.com/office/drawing/2014/main" id="{96BED198-0BA7-5A80-41CF-B55E9E0AFF7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98335090"/>
              </p:ext>
            </p:extLst>
          </p:nvPr>
        </p:nvGraphicFramePr>
        <p:xfrm>
          <a:off x="6153897" y="857681"/>
          <a:ext cx="5943600" cy="3718560"/>
        </p:xfrm>
        <a:graphic>
          <a:graphicData uri="http://schemas.openxmlformats.org/drawingml/2006/table">
            <a:tbl>
              <a:tblPr firstRow="1" bandRow="1"/>
              <a:tblGrid>
                <a:gridCol w="5943600">
                  <a:extLst>
                    <a:ext uri="{9D8B030D-6E8A-4147-A177-3AD203B41FA5}">
                      <a16:colId xmlns:a16="http://schemas.microsoft.com/office/drawing/2014/main" val="4063976994"/>
                    </a:ext>
                  </a:extLst>
                </a:gridCol>
              </a:tblGrid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1000">
                          <a:solidFill>
                            <a:schemeClr val="bg1"/>
                          </a:solidFill>
                        </a:rPr>
                        <a:t>Key upcoming activities &amp; decisions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63150789"/>
                  </a:ext>
                </a:extLst>
              </a:tr>
              <a:tr h="347472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1000" dirty="0">
                          <a:latin typeface="+mn-lt"/>
                        </a:rPr>
                        <a:t>▪ Perfect Store analysis for LA planned start Nov 4th</a:t>
                      </a:r>
                    </a:p>
                    <a:p>
                      <a:r>
                        <a:rPr lang="en-US" sz="1000" dirty="0">
                          <a:latin typeface="+mn-lt"/>
                        </a:rPr>
                        <a:t>▪ Right Store MX DSD mockup review and redesign </a:t>
                      </a:r>
                    </a:p>
                    <a:p>
                      <a:r>
                        <a:rPr lang="en-US" sz="1000" dirty="0">
                          <a:latin typeface="+mn-lt"/>
                        </a:rPr>
                        <a:t>▪ Store Ops ingestion analysis prep (for probable MC-1 Business trip)</a:t>
                      </a:r>
                    </a:p>
                  </a:txBody>
                  <a:tcPr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3642603"/>
                  </a:ext>
                </a:extLst>
              </a:tr>
            </a:tbl>
          </a:graphicData>
        </a:graphic>
      </p:graphicFrame>
      <p:sp>
        <p:nvSpPr>
          <p:cNvPr id="10" name="Rectangle 14">
            <a:extLst>
              <a:ext uri="{FF2B5EF4-FFF2-40B4-BE49-F238E27FC236}">
                <a16:creationId xmlns:a16="http://schemas.microsoft.com/office/drawing/2014/main" id="{CFB0857D-F7BC-1D2B-D8A6-AFF52ECAE7DB}"/>
              </a:ext>
            </a:extLst>
          </p:cNvPr>
          <p:cNvSpPr/>
          <p:nvPr/>
        </p:nvSpPr>
        <p:spPr>
          <a:xfrm>
            <a:off x="99224" y="4685586"/>
            <a:ext cx="6649493" cy="182880"/>
          </a:xfrm>
          <a:prstGeom prst="rect">
            <a:avLst/>
          </a:prstGeom>
          <a:solidFill>
            <a:srgbClr val="156082"/>
          </a:solidFill>
          <a:ln w="19050" cap="flat" cmpd="sng" algn="ctr">
            <a:solidFill>
              <a:srgbClr val="156082"/>
            </a:solidFill>
            <a:prstDash val="solid"/>
            <a:miter lim="800000"/>
          </a:ln>
          <a:effectLst/>
        </p:spPr>
        <p:txBody>
          <a:bodyPr lIns="91440" tIns="45720" rIns="91440" bIns="4572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RAID (Risk, Action, Issue, Decision) with Mitigation Plan/Owner &amp; Due date</a:t>
            </a:r>
          </a:p>
        </p:txBody>
      </p:sp>
      <p:graphicFrame>
        <p:nvGraphicFramePr>
          <p:cNvPr id="11" name="Table 10">
            <a:extLst>
              <a:ext uri="{FF2B5EF4-FFF2-40B4-BE49-F238E27FC236}">
                <a16:creationId xmlns:a16="http://schemas.microsoft.com/office/drawing/2014/main" id="{D6E2FA6D-3E58-7282-8A1A-22656A1663F5}"/>
              </a:ext>
            </a:extLst>
          </p:cNvPr>
          <p:cNvGraphicFramePr>
            <a:graphicFrameLocks noGrp="1"/>
          </p:cNvGraphicFramePr>
          <p:nvPr/>
        </p:nvGraphicFramePr>
        <p:xfrm>
          <a:off x="6841338" y="4926879"/>
          <a:ext cx="5241546" cy="1828800"/>
        </p:xfrm>
        <a:graphic>
          <a:graphicData uri="http://schemas.openxmlformats.org/drawingml/2006/table">
            <a:tbl>
              <a:tblPr firstRow="1" bandRow="1"/>
              <a:tblGrid>
                <a:gridCol w="1232631">
                  <a:extLst>
                    <a:ext uri="{9D8B030D-6E8A-4147-A177-3AD203B41FA5}">
                      <a16:colId xmlns:a16="http://schemas.microsoft.com/office/drawing/2014/main" val="4063976994"/>
                    </a:ext>
                  </a:extLst>
                </a:gridCol>
                <a:gridCol w="2813474">
                  <a:extLst>
                    <a:ext uri="{9D8B030D-6E8A-4147-A177-3AD203B41FA5}">
                      <a16:colId xmlns:a16="http://schemas.microsoft.com/office/drawing/2014/main" val="342581697"/>
                    </a:ext>
                  </a:extLst>
                </a:gridCol>
                <a:gridCol w="551742">
                  <a:extLst>
                    <a:ext uri="{9D8B030D-6E8A-4147-A177-3AD203B41FA5}">
                      <a16:colId xmlns:a16="http://schemas.microsoft.com/office/drawing/2014/main" val="2994194436"/>
                    </a:ext>
                  </a:extLst>
                </a:gridCol>
                <a:gridCol w="643699">
                  <a:extLst>
                    <a:ext uri="{9D8B030D-6E8A-4147-A177-3AD203B41FA5}">
                      <a16:colId xmlns:a16="http://schemas.microsoft.com/office/drawing/2014/main" val="4204228725"/>
                    </a:ext>
                  </a:extLst>
                </a:gridCol>
              </a:tblGrid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Phase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Tasks &amp; Summary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Status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Due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63150789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 b="1"/>
                        <a:t>Blueprint / Working Prototype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Scope, design &amp; build working prototype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</a:rPr>
                        <a:t>G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7819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Feb 28th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3642603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 b="1"/>
                        <a:t>Migration to new DBX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sz="600"/>
                        <a:t>Migrate all pipelines to Databricks AWS</a:t>
                      </a:r>
                      <a:endParaRPr lang="en-US" sz="6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</a:rPr>
                        <a:t>N.S.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Mar 31st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2300796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 b="1"/>
                        <a:t>Project Unit Testing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sz="600"/>
                        <a:t>Unit &amp; parallel-run testing in DEV</a:t>
                      </a:r>
                      <a:endParaRPr lang="en-US" sz="6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</a:rPr>
                        <a:t>N.S.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Apr 30th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63418265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 b="1"/>
                        <a:t>Business Testing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sz="600"/>
                        <a:t>End-to-end validation by product team</a:t>
                      </a:r>
                      <a:endParaRPr lang="en-US" sz="6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</a:rPr>
                        <a:t>N.S.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July 02nd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9067520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 b="1"/>
                        <a:t>Integration Testing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sz="600"/>
                        <a:t>Cross-domain integration testing in QA</a:t>
                      </a:r>
                      <a:endParaRPr lang="en-US" sz="6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</a:rPr>
                        <a:t>N.S.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July 30th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6955591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 b="1"/>
                        <a:t>User Acceptance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sz="600"/>
                        <a:t>Business stakeholder UAT across 4 BUs</a:t>
                      </a:r>
                      <a:endParaRPr lang="en-US" sz="6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</a:rPr>
                        <a:t>N.S.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Sept 03rd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96495709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 b="1"/>
                        <a:t>Production Readiness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Technical go-live readiness sign-off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</a:rPr>
                        <a:t>N.S.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Sept 24th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2433145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US" sz="600" b="1"/>
                        <a:t>Go-live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600"/>
                        <a:t>Business go-live across all markets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</a:rPr>
                        <a:t>N.S.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600"/>
                        <a:t>Oct 11th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7EAE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94238755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US" sz="600" b="1"/>
                        <a:t>Hypercare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600"/>
                        <a:t>Support, parallel run &amp; transition to BAU (Business as Usual)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</a:rPr>
                        <a:t>N.S.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600"/>
                        <a:t>Dec 31st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38678162"/>
                  </a:ext>
                </a:extLst>
              </a:tr>
            </a:tbl>
          </a:graphicData>
        </a:graphic>
      </p:graphicFrame>
      <p:sp>
        <p:nvSpPr>
          <p:cNvPr id="12" name="Rectangle 14">
            <a:extLst>
              <a:ext uri="{FF2B5EF4-FFF2-40B4-BE49-F238E27FC236}">
                <a16:creationId xmlns:a16="http://schemas.microsoft.com/office/drawing/2014/main" id="{E617D916-880D-F8BB-8CE2-5504CB664604}"/>
              </a:ext>
            </a:extLst>
          </p:cNvPr>
          <p:cNvSpPr/>
          <p:nvPr/>
        </p:nvSpPr>
        <p:spPr>
          <a:xfrm>
            <a:off x="6841338" y="4685586"/>
            <a:ext cx="5241547" cy="182880"/>
          </a:xfrm>
          <a:prstGeom prst="rect">
            <a:avLst/>
          </a:prstGeom>
          <a:solidFill>
            <a:srgbClr val="156082"/>
          </a:solidFill>
          <a:ln w="19050" cap="flat" cmpd="sng" algn="ctr">
            <a:solidFill>
              <a:srgbClr val="156082"/>
            </a:solidFill>
            <a:prstDash val="solid"/>
            <a:miter lim="800000"/>
          </a:ln>
          <a:effectLst/>
        </p:spPr>
        <p:txBody>
          <a:bodyPr lIns="91440" tIns="45720" rIns="91440" bIns="4572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Upcoming Milestones Status Updates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9A8EB173-9664-44A3-5FF5-B1F1B1B4EF0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9113" y="6478812"/>
            <a:ext cx="4081322" cy="329571"/>
          </a:xfrm>
          <a:prstGeom prst="rect">
            <a:avLst/>
          </a:prstGeom>
        </p:spPr>
      </p:pic>
      <p:graphicFrame>
        <p:nvGraphicFramePr>
          <p:cNvPr id="15" name="Table 14">
            <a:extLst>
              <a:ext uri="{FF2B5EF4-FFF2-40B4-BE49-F238E27FC236}">
                <a16:creationId xmlns:a16="http://schemas.microsoft.com/office/drawing/2014/main" id="{A50D42B3-76D3-7ECF-63DE-A209C8010B82}"/>
              </a:ext>
            </a:extLst>
          </p:cNvPr>
          <p:cNvGraphicFramePr>
            <a:graphicFrameLocks noGrp="1"/>
          </p:cNvGraphicFramePr>
          <p:nvPr/>
        </p:nvGraphicFramePr>
        <p:xfrm>
          <a:off x="7900199" y="491483"/>
          <a:ext cx="4182688" cy="263081"/>
        </p:xfrm>
        <a:graphic>
          <a:graphicData uri="http://schemas.openxmlformats.org/drawingml/2006/table">
            <a:tbl>
              <a:tblPr bandRow="1"/>
              <a:tblGrid>
                <a:gridCol w="1671858">
                  <a:extLst>
                    <a:ext uri="{9D8B030D-6E8A-4147-A177-3AD203B41FA5}">
                      <a16:colId xmlns:a16="http://schemas.microsoft.com/office/drawing/2014/main" val="560141210"/>
                    </a:ext>
                  </a:extLst>
                </a:gridCol>
                <a:gridCol w="2510830">
                  <a:extLst>
                    <a:ext uri="{9D8B030D-6E8A-4147-A177-3AD203B41FA5}">
                      <a16:colId xmlns:a16="http://schemas.microsoft.com/office/drawing/2014/main" val="426978688"/>
                    </a:ext>
                  </a:extLst>
                </a:gridCol>
              </a:tblGrid>
              <a:tr h="238125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fontAlgn="base">
                        <a:lnSpc>
                          <a:spcPts val="1350"/>
                        </a:lnSpc>
                        <a:buNone/>
                      </a:pPr>
                      <a:r>
                        <a:rPr lang="en-US" sz="1100" b="1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MDLZ Lead</a:t>
                      </a:r>
                      <a:endParaRPr lang="en-US" b="1">
                        <a:solidFill>
                          <a:srgbClr val="FFFFFF"/>
                        </a:solidFill>
                        <a:effectLst/>
                        <a:latin typeface="Calibri"/>
                      </a:endParaRPr>
                    </a:p>
                  </a:txBody>
                  <a:tcPr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lvl="0" algn="l">
                        <a:lnSpc>
                          <a:spcPts val="1350"/>
                        </a:lnSpc>
                        <a:buNone/>
                      </a:pPr>
                      <a:r>
                        <a:rPr lang="en-US" sz="1100" b="1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TBD (SPOC to be nominated)</a:t>
                      </a:r>
                      <a:endParaRPr lang="en-US"/>
                    </a:p>
                  </a:txBody>
                  <a:tcPr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310687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00079750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1DF9604-F884-0929-472A-1A49EE9EBAD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33522A3-30B2-0B24-606F-A50D16864E8F}"/>
              </a:ext>
            </a:extLst>
          </p:cNvPr>
          <p:cNvSpPr txBox="1">
            <a:spLocks/>
          </p:cNvSpPr>
          <p:nvPr/>
        </p:nvSpPr>
        <p:spPr>
          <a:xfrm>
            <a:off x="109113" y="0"/>
            <a:ext cx="6558388" cy="344312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85000"/>
              </a:lnSpc>
              <a:spcBef>
                <a:spcPct val="0"/>
              </a:spcBef>
              <a:buNone/>
              <a:defRPr sz="3200" b="0" kern="1200" cap="all" baseline="0">
                <a:solidFill>
                  <a:schemeClr val="accent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l" defTabSz="89486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all" spc="0" normalizeH="0" baseline="0" noProof="0">
                <a:ln>
                  <a:noFill/>
                </a:ln>
                <a:solidFill>
                  <a:srgbClr val="4F2170"/>
                </a:solidFill>
                <a:effectLst/>
                <a:uLnTx/>
                <a:uFillTx/>
                <a:latin typeface="Aptos Display" panose="02110004020202020204"/>
                <a:ea typeface="+mj-ea"/>
                <a:cs typeface="+mj-cs"/>
              </a:rPr>
              <a:t>7. SNACKSYNC</a:t>
            </a:r>
          </a:p>
        </p:txBody>
      </p:sp>
      <p:graphicFrame>
        <p:nvGraphicFramePr>
          <p:cNvPr id="3" name="Table 21">
            <a:extLst>
              <a:ext uri="{FF2B5EF4-FFF2-40B4-BE49-F238E27FC236}">
                <a16:creationId xmlns:a16="http://schemas.microsoft.com/office/drawing/2014/main" id="{1E3CE45E-B6DF-CB69-26DB-B64DE2AC4C7D}"/>
              </a:ext>
            </a:extLst>
          </p:cNvPr>
          <p:cNvGraphicFramePr>
            <a:graphicFrameLocks noGrp="1"/>
          </p:cNvGraphicFramePr>
          <p:nvPr/>
        </p:nvGraphicFramePr>
        <p:xfrm>
          <a:off x="6219827" y="50695"/>
          <a:ext cx="3946258" cy="365760"/>
        </p:xfrm>
        <a:graphic>
          <a:graphicData uri="http://schemas.openxmlformats.org/drawingml/2006/table">
            <a:tbl>
              <a:tblPr firstRow="1" bandRow="1"/>
              <a:tblGrid>
                <a:gridCol w="455198">
                  <a:extLst>
                    <a:ext uri="{9D8B030D-6E8A-4147-A177-3AD203B41FA5}">
                      <a16:colId xmlns:a16="http://schemas.microsoft.com/office/drawing/2014/main" val="169957441"/>
                    </a:ext>
                  </a:extLst>
                </a:gridCol>
                <a:gridCol w="55426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3948">
                  <a:extLst>
                    <a:ext uri="{9D8B030D-6E8A-4147-A177-3AD203B41FA5}">
                      <a16:colId xmlns:a16="http://schemas.microsoft.com/office/drawing/2014/main" val="3188106295"/>
                    </a:ext>
                  </a:extLst>
                </a:gridCol>
                <a:gridCol w="46948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345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35398">
                  <a:extLst>
                    <a:ext uri="{9D8B030D-6E8A-4147-A177-3AD203B41FA5}">
                      <a16:colId xmlns:a16="http://schemas.microsoft.com/office/drawing/2014/main" val="2479922860"/>
                    </a:ext>
                  </a:extLst>
                </a:gridCol>
                <a:gridCol w="645758">
                  <a:extLst>
                    <a:ext uri="{9D8B030D-6E8A-4147-A177-3AD203B41FA5}">
                      <a16:colId xmlns:a16="http://schemas.microsoft.com/office/drawing/2014/main" val="2139964373"/>
                    </a:ext>
                  </a:extLst>
                </a:gridCol>
                <a:gridCol w="648745">
                  <a:extLst>
                    <a:ext uri="{9D8B030D-6E8A-4147-A177-3AD203B41FA5}">
                      <a16:colId xmlns:a16="http://schemas.microsoft.com/office/drawing/2014/main" val="3332492913"/>
                    </a:ext>
                  </a:extLst>
                </a:gridCol>
              </a:tblGrid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1" i="0" u="none" strike="noStrike" noProof="0">
                          <a:solidFill>
                            <a:schemeClr val="tx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/>
                          <a:cs typeface="Arial"/>
                        </a:rPr>
                        <a:t>G</a:t>
                      </a:r>
                      <a:endParaRPr lang="en-US" sz="600" b="1" i="0" u="none" strike="noStrike" noProof="0"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Arial"/>
                        <a:cs typeface="Arial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7819"/>
                    </a:solidFill>
                  </a:tcPr>
                </a:tc>
                <a:tc>
                  <a:txBody>
                    <a:bodyPr/>
                    <a:lstStyle>
                      <a:lvl1pPr marL="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1pPr>
                      <a:lvl2pPr marL="456888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2pPr>
                      <a:lvl3pPr marL="913771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3pPr>
                      <a:lvl4pPr marL="137066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4pPr>
                      <a:lvl5pPr marL="1827543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5pPr>
                      <a:lvl6pPr marL="228443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6pPr>
                      <a:lvl7pPr marL="2741316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7pPr>
                      <a:lvl8pPr marL="3198202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8pPr>
                      <a:lvl9pPr marL="365509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9pPr>
                    </a:lstStyle>
                    <a:p>
                      <a:pPr marL="0" algn="ctr" defTabSz="914400" rtl="0" eaLnBrk="1" latinLnBrk="0" hangingPunct="1"/>
                      <a:r>
                        <a:rPr lang="en-US" sz="600" b="1" kern="1200">
                          <a:solidFill>
                            <a:schemeClr val="tx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/>
                          <a:ea typeface="+mn-ea"/>
                          <a:cs typeface="Arial"/>
                        </a:rPr>
                        <a:t>G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7819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endParaRPr lang="en-US" sz="100" b="0">
                        <a:solidFill>
                          <a:schemeClr val="tx2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1pPr>
                      <a:lvl2pPr marL="456888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2pPr>
                      <a:lvl3pPr marL="913771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3pPr>
                      <a:lvl4pPr marL="137066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4pPr>
                      <a:lvl5pPr marL="1827543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5pPr>
                      <a:lvl6pPr marL="228443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6pPr>
                      <a:lvl7pPr marL="2741316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7pPr>
                      <a:lvl8pPr marL="3198202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8pPr>
                      <a:lvl9pPr marL="365509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9pPr>
                    </a:lstStyle>
                    <a:p>
                      <a:pPr marL="0" marR="0" indent="0" algn="ctr" defTabSz="456888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600" b="1">
                          <a:solidFill>
                            <a:schemeClr val="tx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/>
                          <a:cs typeface="Arial"/>
                        </a:rPr>
                        <a:t>G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7819"/>
                    </a:solidFill>
                  </a:tcPr>
                </a:tc>
                <a:tc>
                  <a:txBody>
                    <a:bodyPr/>
                    <a:lstStyle>
                      <a:lvl1pPr marL="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1pPr>
                      <a:lvl2pPr marL="456888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2pPr>
                      <a:lvl3pPr marL="913771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3pPr>
                      <a:lvl4pPr marL="137066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4pPr>
                      <a:lvl5pPr marL="1827543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5pPr>
                      <a:lvl6pPr marL="228443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6pPr>
                      <a:lvl7pPr marL="2741316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7pPr>
                      <a:lvl8pPr marL="3198202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8pPr>
                      <a:lvl9pPr marL="365509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9pPr>
                    </a:lstStyle>
                    <a:p>
                      <a:pPr marL="0" marR="0" lvl="0" indent="0" algn="ctr" defTabSz="456888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  <a:tabLst/>
                        <a:defRPr/>
                      </a:pPr>
                      <a:r>
                        <a:rPr lang="en-US" sz="600" b="1" kern="1200">
                          <a:solidFill>
                            <a:schemeClr val="tx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/>
                          <a:ea typeface="+mn-ea"/>
                          <a:cs typeface="Arial"/>
                        </a:rPr>
                        <a:t>G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7819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marL="0" marR="0" indent="0" algn="ctr" defTabSz="456888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600" b="1">
                          <a:solidFill>
                            <a:schemeClr val="tx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/>
                          <a:cs typeface="Arial"/>
                        </a:rPr>
                        <a:t>G</a:t>
                      </a:r>
                    </a:p>
                  </a:txBody>
                  <a:tcPr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4">
                      <a:solidFill>
                        <a:srgbClr val="0E2841"/>
                      </a:solidFill>
                    </a:lnR>
                    <a:lnT w="3174">
                      <a:solidFill>
                        <a:srgbClr val="0E2841"/>
                      </a:solidFill>
                    </a:lnT>
                    <a:lnB w="3174">
                      <a:solidFill>
                        <a:srgbClr val="0E2841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7819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lvl="0" algn="ctr">
                        <a:buNone/>
                      </a:pPr>
                      <a:r>
                        <a:rPr lang="en-US" sz="600" b="1">
                          <a:solidFill>
                            <a:schemeClr val="tx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/>
                          <a:cs typeface="Arial"/>
                        </a:rPr>
                        <a:t>A</a:t>
                      </a:r>
                    </a:p>
                  </a:txBody>
                  <a:tcPr anchor="ctr">
                    <a:lnL w="3174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18719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tx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/>
                          <a:cs typeface="Arial"/>
                        </a:rPr>
                        <a:t>G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781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1pPr>
                      <a:lvl2pPr marL="456888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2pPr>
                      <a:lvl3pPr marL="913771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3pPr>
                      <a:lvl4pPr marL="137066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4pPr>
                      <a:lvl5pPr marL="1827543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5pPr>
                      <a:lvl6pPr marL="228443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6pPr>
                      <a:lvl7pPr marL="2741316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7pPr>
                      <a:lvl8pPr marL="3198202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8pPr>
                      <a:lvl9pPr marL="365509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  <a:latin typeface="Arial"/>
                          <a:cs typeface="Arial"/>
                        </a:rPr>
                        <a:t>Overall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2170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  <a:latin typeface="Arial"/>
                          <a:cs typeface="Arial"/>
                        </a:rPr>
                        <a:t>Trending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2170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endParaRPr lang="en-US" sz="100" b="1">
                        <a:solidFill>
                          <a:schemeClr val="bg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1pPr>
                      <a:lvl2pPr marL="456888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2pPr>
                      <a:lvl3pPr marL="913771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3pPr>
                      <a:lvl4pPr marL="137066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4pPr>
                      <a:lvl5pPr marL="1827543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5pPr>
                      <a:lvl6pPr marL="228443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6pPr>
                      <a:lvl7pPr marL="2741316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7pPr>
                      <a:lvl8pPr marL="3198202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8pPr>
                      <a:lvl9pPr marL="365509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9pPr>
                    </a:lstStyle>
                    <a:p>
                      <a:pPr algn="ctr"/>
                      <a:r>
                        <a:rPr lang="en-US" sz="600" b="1" kern="1200" baseline="0">
                          <a:solidFill>
                            <a:schemeClr val="bg1"/>
                          </a:solidFill>
                          <a:latin typeface="Arial"/>
                          <a:ea typeface="+mn-ea"/>
                          <a:cs typeface="Arial"/>
                        </a:rPr>
                        <a:t>Budget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2170"/>
                    </a:solidFill>
                  </a:tcPr>
                </a:tc>
                <a:tc>
                  <a:txBody>
                    <a:bodyPr/>
                    <a:lstStyle>
                      <a:lvl1pPr marL="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1pPr>
                      <a:lvl2pPr marL="456888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2pPr>
                      <a:lvl3pPr marL="913771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3pPr>
                      <a:lvl4pPr marL="137066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4pPr>
                      <a:lvl5pPr marL="1827543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5pPr>
                      <a:lvl6pPr marL="228443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6pPr>
                      <a:lvl7pPr marL="2741316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7pPr>
                      <a:lvl8pPr marL="3198202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8pPr>
                      <a:lvl9pPr marL="365509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  <a:latin typeface="Arial"/>
                          <a:cs typeface="Arial"/>
                        </a:rPr>
                        <a:t>Schedule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2170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lvl="0" algn="ctr">
                        <a:buNone/>
                      </a:pPr>
                      <a:r>
                        <a:rPr lang="en-US" sz="600" b="1" kern="1200">
                          <a:solidFill>
                            <a:schemeClr val="bg1"/>
                          </a:solidFill>
                          <a:latin typeface="Arial"/>
                          <a:ea typeface="+mn-ea"/>
                          <a:cs typeface="Arial"/>
                        </a:rPr>
                        <a:t>Scope</a:t>
                      </a:r>
                      <a:endParaRPr lang="en-US" sz="600" b="1" kern="1200" baseline="0">
                        <a:solidFill>
                          <a:schemeClr val="bg1"/>
                        </a:solidFill>
                        <a:latin typeface="Arial"/>
                        <a:ea typeface="+mn-ea"/>
                        <a:cs typeface="Arial"/>
                      </a:endParaRP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4">
                      <a:solidFill>
                        <a:srgbClr val="0E2841"/>
                      </a:solidFill>
                    </a:lnR>
                    <a:lnT w="3174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4">
                      <a:solidFill>
                        <a:srgbClr val="0E2841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2170"/>
                    </a:solidFill>
                  </a:tcPr>
                </a:tc>
                <a:tc>
                  <a:txBody>
                    <a:bodyPr/>
                    <a:lstStyle>
                      <a:lvl1pPr marL="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1pPr>
                      <a:lvl2pPr marL="456888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2pPr>
                      <a:lvl3pPr marL="913771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3pPr>
                      <a:lvl4pPr marL="137066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4pPr>
                      <a:lvl5pPr marL="1827543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5pPr>
                      <a:lvl6pPr marL="228443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6pPr>
                      <a:lvl7pPr marL="2741316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7pPr>
                      <a:lvl8pPr marL="3198202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8pPr>
                      <a:lvl9pPr marL="3655090" algn="l" defTabSz="456888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  <a:ea typeface=""/>
                          <a:cs typeface="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  <a:latin typeface="Arial"/>
                          <a:cs typeface="Arial"/>
                        </a:rPr>
                        <a:t>Issues/ Risk</a:t>
                      </a:r>
                    </a:p>
                  </a:txBody>
                  <a:tcPr anchor="ctr">
                    <a:lnL w="3174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2170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marL="0" algn="ctr" defTabSz="456888" rtl="0" eaLnBrk="1" latinLnBrk="0" hangingPunct="1"/>
                      <a:r>
                        <a:rPr lang="en-US" sz="600" b="1" kern="1200">
                          <a:solidFill>
                            <a:schemeClr val="bg1"/>
                          </a:solidFill>
                          <a:latin typeface="Arial"/>
                          <a:cs typeface="Arial"/>
                        </a:rPr>
                        <a:t>Resources</a:t>
                      </a:r>
                    </a:p>
                  </a:txBody>
                  <a:tcPr anchor="ctr">
                    <a:lnL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E284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217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19824854"/>
                  </a:ext>
                </a:extLst>
              </a:tr>
            </a:tbl>
          </a:graphicData>
        </a:graphic>
      </p:graphicFrame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2FC03F6F-3549-B8C3-C2AF-607155766F12}"/>
              </a:ext>
            </a:extLst>
          </p:cNvPr>
          <p:cNvGraphicFramePr>
            <a:graphicFrameLocks noGrp="1"/>
          </p:cNvGraphicFramePr>
          <p:nvPr/>
        </p:nvGraphicFramePr>
        <p:xfrm>
          <a:off x="10254087" y="41794"/>
          <a:ext cx="1828800" cy="263081"/>
        </p:xfrm>
        <a:graphic>
          <a:graphicData uri="http://schemas.openxmlformats.org/drawingml/2006/table">
            <a:tbl>
              <a:tblPr bandRow="1"/>
              <a:tblGrid>
                <a:gridCol w="611648">
                  <a:extLst>
                    <a:ext uri="{9D8B030D-6E8A-4147-A177-3AD203B41FA5}">
                      <a16:colId xmlns:a16="http://schemas.microsoft.com/office/drawing/2014/main" val="560141210"/>
                    </a:ext>
                  </a:extLst>
                </a:gridCol>
                <a:gridCol w="1217152">
                  <a:extLst>
                    <a:ext uri="{9D8B030D-6E8A-4147-A177-3AD203B41FA5}">
                      <a16:colId xmlns:a16="http://schemas.microsoft.com/office/drawing/2014/main" val="426978688"/>
                    </a:ext>
                  </a:extLst>
                </a:gridCol>
              </a:tblGrid>
              <a:tr h="238125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fontAlgn="base">
                        <a:lnSpc>
                          <a:spcPts val="1350"/>
                        </a:lnSpc>
                        <a:buNone/>
                      </a:pPr>
                      <a:r>
                        <a:rPr lang="en-US" sz="1100" b="1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Date</a:t>
                      </a:r>
                      <a:endParaRPr lang="en-US" b="1">
                        <a:solidFill>
                          <a:srgbClr val="FFFFFF"/>
                        </a:solidFill>
                        <a:effectLst/>
                        <a:latin typeface="Calibri"/>
                      </a:endParaRPr>
                    </a:p>
                  </a:txBody>
                  <a:tcPr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2170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lvl="0" algn="ctr">
                        <a:lnSpc>
                          <a:spcPts val="1350"/>
                        </a:lnSpc>
                        <a:buNone/>
                      </a:pPr>
                      <a:r>
                        <a:rPr lang="en-US" sz="1100" b="1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Nov 4th, 2026</a:t>
                      </a:r>
                      <a:endParaRPr lang="en-US"/>
                    </a:p>
                  </a:txBody>
                  <a:tcPr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3106872"/>
                  </a:ext>
                </a:extLst>
              </a:tr>
            </a:tbl>
          </a:graphicData>
        </a:graphic>
      </p:graphicFrame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4BAF5B06-7C63-23F9-29EE-629CCB77F5D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71876805"/>
              </p:ext>
            </p:extLst>
          </p:nvPr>
        </p:nvGraphicFramePr>
        <p:xfrm>
          <a:off x="99225" y="857681"/>
          <a:ext cx="5878344" cy="3718560"/>
        </p:xfrm>
        <a:graphic>
          <a:graphicData uri="http://schemas.openxmlformats.org/drawingml/2006/table">
            <a:tbl>
              <a:tblPr firstRow="1" bandRow="1"/>
              <a:tblGrid>
                <a:gridCol w="5878344">
                  <a:extLst>
                    <a:ext uri="{9D8B030D-6E8A-4147-A177-3AD203B41FA5}">
                      <a16:colId xmlns:a16="http://schemas.microsoft.com/office/drawing/2014/main" val="4063976994"/>
                    </a:ext>
                  </a:extLst>
                </a:gridCol>
              </a:tblGrid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1000">
                          <a:solidFill>
                            <a:schemeClr val="bg1"/>
                          </a:solidFill>
                        </a:rPr>
                        <a:t>Key Accomplishments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63150789"/>
                  </a:ext>
                </a:extLst>
              </a:tr>
              <a:tr h="347472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1000" dirty="0">
                          <a:latin typeface="+mn-lt"/>
                        </a:rPr>
                        <a:t>✓ DE and BI members not yet assigned to </a:t>
                      </a:r>
                      <a:r>
                        <a:rPr lang="en-US" sz="1000" dirty="0" err="1">
                          <a:latin typeface="+mn-lt"/>
                        </a:rPr>
                        <a:t>SnackSync</a:t>
                      </a:r>
                      <a:r>
                        <a:rPr lang="en-US" sz="1000" dirty="0">
                          <a:latin typeface="+mn-lt"/>
                        </a:rPr>
                        <a:t> (pending new team members interviews finalization)</a:t>
                      </a:r>
                    </a:p>
                  </a:txBody>
                  <a:tcPr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3642603"/>
                  </a:ext>
                </a:extLst>
              </a:tr>
            </a:tbl>
          </a:graphicData>
        </a:graphic>
      </p:graphicFrame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4A3C289F-367B-EF86-5D7A-433F076CB41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55137304"/>
              </p:ext>
            </p:extLst>
          </p:nvPr>
        </p:nvGraphicFramePr>
        <p:xfrm>
          <a:off x="99225" y="502184"/>
          <a:ext cx="3838575" cy="263081"/>
        </p:xfrm>
        <a:graphic>
          <a:graphicData uri="http://schemas.openxmlformats.org/drawingml/2006/table">
            <a:tbl>
              <a:tblPr bandRow="1"/>
              <a:tblGrid>
                <a:gridCol w="1534313">
                  <a:extLst>
                    <a:ext uri="{9D8B030D-6E8A-4147-A177-3AD203B41FA5}">
                      <a16:colId xmlns:a16="http://schemas.microsoft.com/office/drawing/2014/main" val="560141210"/>
                    </a:ext>
                  </a:extLst>
                </a:gridCol>
                <a:gridCol w="2304262">
                  <a:extLst>
                    <a:ext uri="{9D8B030D-6E8A-4147-A177-3AD203B41FA5}">
                      <a16:colId xmlns:a16="http://schemas.microsoft.com/office/drawing/2014/main" val="426978688"/>
                    </a:ext>
                  </a:extLst>
                </a:gridCol>
              </a:tblGrid>
              <a:tr h="238125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fontAlgn="base">
                        <a:lnSpc>
                          <a:spcPts val="1350"/>
                        </a:lnSpc>
                        <a:buNone/>
                      </a:pPr>
                      <a:r>
                        <a:rPr lang="en-US" sz="1100" b="1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Data Engineering Lead</a:t>
                      </a:r>
                      <a:endParaRPr lang="en-US" b="1">
                        <a:solidFill>
                          <a:srgbClr val="FFFFFF"/>
                        </a:solidFill>
                        <a:effectLst/>
                        <a:latin typeface="Calibri"/>
                      </a:endParaRPr>
                    </a:p>
                  </a:txBody>
                  <a:tcPr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lvl="0" algn="l">
                        <a:lnSpc>
                          <a:spcPts val="1350"/>
                        </a:lnSpc>
                        <a:buNone/>
                      </a:pPr>
                      <a:r>
                        <a:rPr lang="en-US" sz="1100" b="1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TBD</a:t>
                      </a:r>
                      <a:endParaRPr lang="en-US" dirty="0"/>
                    </a:p>
                  </a:txBody>
                  <a:tcPr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3106872"/>
                  </a:ext>
                </a:extLst>
              </a:tr>
            </a:tbl>
          </a:graphicData>
        </a:graphic>
      </p:graphicFrame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429CF065-A28A-278C-F526-D8E456764D3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37147868"/>
              </p:ext>
            </p:extLst>
          </p:nvPr>
        </p:nvGraphicFramePr>
        <p:xfrm>
          <a:off x="3999712" y="502184"/>
          <a:ext cx="3838575" cy="263081"/>
        </p:xfrm>
        <a:graphic>
          <a:graphicData uri="http://schemas.openxmlformats.org/drawingml/2006/table">
            <a:tbl>
              <a:tblPr bandRow="1"/>
              <a:tblGrid>
                <a:gridCol w="1534313">
                  <a:extLst>
                    <a:ext uri="{9D8B030D-6E8A-4147-A177-3AD203B41FA5}">
                      <a16:colId xmlns:a16="http://schemas.microsoft.com/office/drawing/2014/main" val="560141210"/>
                    </a:ext>
                  </a:extLst>
                </a:gridCol>
                <a:gridCol w="2304262">
                  <a:extLst>
                    <a:ext uri="{9D8B030D-6E8A-4147-A177-3AD203B41FA5}">
                      <a16:colId xmlns:a16="http://schemas.microsoft.com/office/drawing/2014/main" val="426978688"/>
                    </a:ext>
                  </a:extLst>
                </a:gridCol>
              </a:tblGrid>
              <a:tr h="238125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fontAlgn="base">
                        <a:lnSpc>
                          <a:spcPts val="1350"/>
                        </a:lnSpc>
                        <a:buNone/>
                      </a:pPr>
                      <a:r>
                        <a:rPr lang="en-US" sz="1100" b="1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Gen BI Lead</a:t>
                      </a:r>
                      <a:endParaRPr lang="en-US" b="1">
                        <a:solidFill>
                          <a:srgbClr val="FFFFFF"/>
                        </a:solidFill>
                        <a:effectLst/>
                        <a:latin typeface="Calibri"/>
                      </a:endParaRPr>
                    </a:p>
                  </a:txBody>
                  <a:tcPr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lvl="0" algn="l">
                        <a:lnSpc>
                          <a:spcPts val="1350"/>
                        </a:lnSpc>
                        <a:buNone/>
                      </a:pPr>
                      <a:r>
                        <a:rPr lang="en-US" sz="1100" b="1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TBD</a:t>
                      </a:r>
                      <a:endParaRPr lang="en-US" dirty="0"/>
                    </a:p>
                  </a:txBody>
                  <a:tcPr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3106872"/>
                  </a:ext>
                </a:extLst>
              </a:tr>
            </a:tbl>
          </a:graphicData>
        </a:graphic>
      </p:graphicFrame>
      <p:graphicFrame>
        <p:nvGraphicFramePr>
          <p:cNvPr id="8" name="Table 7">
            <a:extLst>
              <a:ext uri="{FF2B5EF4-FFF2-40B4-BE49-F238E27FC236}">
                <a16:creationId xmlns:a16="http://schemas.microsoft.com/office/drawing/2014/main" id="{0B07B804-180E-9EA8-9CDA-43945149CB21}"/>
              </a:ext>
            </a:extLst>
          </p:cNvPr>
          <p:cNvGraphicFramePr>
            <a:graphicFrameLocks noGrp="1"/>
          </p:cNvGraphicFramePr>
          <p:nvPr/>
        </p:nvGraphicFramePr>
        <p:xfrm>
          <a:off x="99224" y="4926879"/>
          <a:ext cx="6649494" cy="1950720"/>
        </p:xfrm>
        <a:graphic>
          <a:graphicData uri="http://schemas.openxmlformats.org/drawingml/2006/table">
            <a:tbl>
              <a:tblPr firstRow="1" bandRow="1"/>
              <a:tblGrid>
                <a:gridCol w="408422">
                  <a:extLst>
                    <a:ext uri="{9D8B030D-6E8A-4147-A177-3AD203B41FA5}">
                      <a16:colId xmlns:a16="http://schemas.microsoft.com/office/drawing/2014/main" val="4063976994"/>
                    </a:ext>
                  </a:extLst>
                </a:gridCol>
                <a:gridCol w="571792">
                  <a:extLst>
                    <a:ext uri="{9D8B030D-6E8A-4147-A177-3AD203B41FA5}">
                      <a16:colId xmlns:a16="http://schemas.microsoft.com/office/drawing/2014/main" val="2930135291"/>
                    </a:ext>
                  </a:extLst>
                </a:gridCol>
                <a:gridCol w="3291840">
                  <a:extLst>
                    <a:ext uri="{9D8B030D-6E8A-4147-A177-3AD203B41FA5}">
                      <a16:colId xmlns:a16="http://schemas.microsoft.com/office/drawing/2014/main" val="342581697"/>
                    </a:ext>
                  </a:extLst>
                </a:gridCol>
                <a:gridCol w="731520">
                  <a:extLst>
                    <a:ext uri="{9D8B030D-6E8A-4147-A177-3AD203B41FA5}">
                      <a16:colId xmlns:a16="http://schemas.microsoft.com/office/drawing/2014/main" val="2994194436"/>
                    </a:ext>
                  </a:extLst>
                </a:gridCol>
                <a:gridCol w="1005840">
                  <a:extLst>
                    <a:ext uri="{9D8B030D-6E8A-4147-A177-3AD203B41FA5}">
                      <a16:colId xmlns:a16="http://schemas.microsoft.com/office/drawing/2014/main" val="3638549791"/>
                    </a:ext>
                  </a:extLst>
                </a:gridCol>
                <a:gridCol w="640080">
                  <a:extLst>
                    <a:ext uri="{9D8B030D-6E8A-4147-A177-3AD203B41FA5}">
                      <a16:colId xmlns:a16="http://schemas.microsoft.com/office/drawing/2014/main" val="4204228725"/>
                    </a:ext>
                  </a:extLst>
                </a:gridCol>
              </a:tblGrid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/>
                        <a:t>Type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/>
                        <a:t>Number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/>
                        <a:t>Description / Mitigation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/>
                        <a:t>Status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/>
                        <a:t>Owner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800"/>
                        <a:t>Due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63150789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700" b="1">
                          <a:latin typeface="+mn-lt"/>
                        </a:rPr>
                        <a:t>Dep.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700" b="1">
                          <a:latin typeface="+mn-lt"/>
                        </a:rPr>
                        <a:t>D04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700">
                          <a:latin typeface="+mn-lt"/>
                        </a:rPr>
                        <a:t>SnackSync DB for analytics needed by Nov 16th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800" b="1">
                          <a:solidFill>
                            <a:schemeClr val="bg1"/>
                          </a:solidFill>
                          <a:latin typeface="+mn-lt"/>
                        </a:rPr>
                        <a:t>A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18719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700">
                          <a:latin typeface="+mn-lt"/>
                        </a:rPr>
                        <a:t>MDLZ D&amp;A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700">
                          <a:latin typeface="+mn-lt"/>
                        </a:rPr>
                        <a:t>Nov 16th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3642603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700" b="1">
                          <a:latin typeface="+mn-lt"/>
                        </a:rPr>
                        <a:t>Risk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700" b="1">
                          <a:latin typeface="+mn-lt"/>
                        </a:rPr>
                        <a:t>R04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700">
                          <a:latin typeface="+mn-lt"/>
                        </a:rPr>
                        <a:t>Governance SPOCs not named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800" b="1">
                          <a:solidFill>
                            <a:schemeClr val="bg1"/>
                          </a:solidFill>
                          <a:latin typeface="+mn-lt"/>
                        </a:rPr>
                        <a:t>A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18719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700">
                          <a:latin typeface="+mn-lt"/>
                        </a:rPr>
                        <a:t>MDLZ PM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700">
                          <a:latin typeface="+mn-lt"/>
                        </a:rPr>
                        <a:t>Nov 13th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2300796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700" b="1">
                          <a:latin typeface="+mn-lt"/>
                        </a:rPr>
                        <a:t>Risk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700" b="1">
                          <a:latin typeface="+mn-lt"/>
                        </a:rPr>
                        <a:t>R01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700">
                          <a:latin typeface="+mn-lt"/>
                        </a:rPr>
                        <a:t>GitHub repository &amp; access needed for documentation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800" b="1">
                          <a:solidFill>
                            <a:schemeClr val="bg1"/>
                          </a:solidFill>
                          <a:latin typeface="+mn-lt"/>
                        </a:rPr>
                        <a:t>A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18719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700">
                          <a:latin typeface="+mn-lt"/>
                        </a:rPr>
                        <a:t>MDLZ D&amp;A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700">
                          <a:latin typeface="+mn-lt"/>
                        </a:rPr>
                        <a:t>Nov 13th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63418265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9067520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6955591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96495709"/>
                  </a:ext>
                </a:extLst>
              </a:tr>
            </a:tbl>
          </a:graphicData>
        </a:graphic>
      </p:graphicFrame>
      <p:graphicFrame>
        <p:nvGraphicFramePr>
          <p:cNvPr id="9" name="Table 8">
            <a:extLst>
              <a:ext uri="{FF2B5EF4-FFF2-40B4-BE49-F238E27FC236}">
                <a16:creationId xmlns:a16="http://schemas.microsoft.com/office/drawing/2014/main" id="{7F21AE95-F64B-7BF6-E4B0-AAE3098B144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21957938"/>
              </p:ext>
            </p:extLst>
          </p:nvPr>
        </p:nvGraphicFramePr>
        <p:xfrm>
          <a:off x="6153897" y="857681"/>
          <a:ext cx="5943600" cy="3718560"/>
        </p:xfrm>
        <a:graphic>
          <a:graphicData uri="http://schemas.openxmlformats.org/drawingml/2006/table">
            <a:tbl>
              <a:tblPr firstRow="1" bandRow="1"/>
              <a:tblGrid>
                <a:gridCol w="5943600">
                  <a:extLst>
                    <a:ext uri="{9D8B030D-6E8A-4147-A177-3AD203B41FA5}">
                      <a16:colId xmlns:a16="http://schemas.microsoft.com/office/drawing/2014/main" val="4063976994"/>
                    </a:ext>
                  </a:extLst>
                </a:gridCol>
              </a:tblGrid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1000">
                          <a:solidFill>
                            <a:schemeClr val="bg1"/>
                          </a:solidFill>
                        </a:rPr>
                        <a:t>Key upcoming activities &amp; decisions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63150789"/>
                  </a:ext>
                </a:extLst>
              </a:tr>
              <a:tr h="347472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1000" dirty="0">
                          <a:latin typeface="+mn-lt"/>
                        </a:rPr>
                        <a:t>Activities to be done after team assignment to </a:t>
                      </a:r>
                      <a:r>
                        <a:rPr lang="en-US" sz="1000" dirty="0" err="1">
                          <a:latin typeface="+mn-lt"/>
                        </a:rPr>
                        <a:t>Snacksync</a:t>
                      </a:r>
                      <a:r>
                        <a:rPr lang="en-US" sz="1000" dirty="0">
                          <a:latin typeface="+mn-lt"/>
                        </a:rPr>
                        <a:t> stream:</a:t>
                      </a:r>
                    </a:p>
                    <a:p>
                      <a:r>
                        <a:rPr lang="en-US" sz="1000" dirty="0">
                          <a:latin typeface="+mn-lt"/>
                        </a:rPr>
                        <a:t>▪ Assess </a:t>
                      </a:r>
                      <a:r>
                        <a:rPr lang="en-US" sz="1000" dirty="0" err="1">
                          <a:latin typeface="+mn-lt"/>
                        </a:rPr>
                        <a:t>SnackSync</a:t>
                      </a:r>
                      <a:r>
                        <a:rPr lang="en-US" sz="1000" dirty="0">
                          <a:latin typeface="+mn-lt"/>
                        </a:rPr>
                        <a:t> data quality, completeness and schema consistency</a:t>
                      </a:r>
                    </a:p>
                    <a:p>
                      <a:r>
                        <a:rPr lang="en-US" sz="1000" dirty="0">
                          <a:latin typeface="+mn-lt"/>
                        </a:rPr>
                        <a:t>▪ Document </a:t>
                      </a:r>
                      <a:r>
                        <a:rPr lang="en-US" sz="1000" dirty="0" err="1">
                          <a:latin typeface="+mn-lt"/>
                        </a:rPr>
                        <a:t>SnackSync</a:t>
                      </a:r>
                      <a:r>
                        <a:rPr lang="en-US" sz="1000" dirty="0">
                          <a:latin typeface="+mn-lt"/>
                        </a:rPr>
                        <a:t> logic, refresh cadence and known gaps</a:t>
                      </a:r>
                    </a:p>
                    <a:p>
                      <a:r>
                        <a:rPr lang="en-US" sz="1000" dirty="0">
                          <a:latin typeface="+mn-lt"/>
                        </a:rPr>
                        <a:t>▪ Federated integration from </a:t>
                      </a:r>
                      <a:r>
                        <a:rPr lang="en-US" sz="1000" dirty="0" err="1">
                          <a:latin typeface="+mn-lt"/>
                        </a:rPr>
                        <a:t>SnackSync</a:t>
                      </a:r>
                      <a:r>
                        <a:rPr lang="en-US" sz="1000" dirty="0">
                          <a:latin typeface="+mn-lt"/>
                        </a:rPr>
                        <a:t> into Databricks Harmonized Layer</a:t>
                      </a:r>
                    </a:p>
                    <a:p>
                      <a:r>
                        <a:rPr lang="en-US" sz="1000" dirty="0">
                          <a:latin typeface="+mn-lt"/>
                        </a:rPr>
                        <a:t>▪ Fit/gap of </a:t>
                      </a:r>
                      <a:r>
                        <a:rPr lang="en-US" sz="1000" dirty="0" err="1">
                          <a:latin typeface="+mn-lt"/>
                        </a:rPr>
                        <a:t>SnackSync</a:t>
                      </a:r>
                      <a:r>
                        <a:rPr lang="en-US" sz="1000" dirty="0">
                          <a:latin typeface="+mn-lt"/>
                        </a:rPr>
                        <a:t> data against EPOS and Store Ops core domains</a:t>
                      </a:r>
                    </a:p>
                  </a:txBody>
                  <a:tcPr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3642603"/>
                  </a:ext>
                </a:extLst>
              </a:tr>
            </a:tbl>
          </a:graphicData>
        </a:graphic>
      </p:graphicFrame>
      <p:sp>
        <p:nvSpPr>
          <p:cNvPr id="10" name="Rectangle 14">
            <a:extLst>
              <a:ext uri="{FF2B5EF4-FFF2-40B4-BE49-F238E27FC236}">
                <a16:creationId xmlns:a16="http://schemas.microsoft.com/office/drawing/2014/main" id="{9844304C-D8A7-14D3-2AA7-BD87871F9ADB}"/>
              </a:ext>
            </a:extLst>
          </p:cNvPr>
          <p:cNvSpPr/>
          <p:nvPr/>
        </p:nvSpPr>
        <p:spPr>
          <a:xfrm>
            <a:off x="99224" y="4685586"/>
            <a:ext cx="6649493" cy="182880"/>
          </a:xfrm>
          <a:prstGeom prst="rect">
            <a:avLst/>
          </a:prstGeom>
          <a:solidFill>
            <a:srgbClr val="156082"/>
          </a:solidFill>
          <a:ln w="19050" cap="flat" cmpd="sng" algn="ctr">
            <a:solidFill>
              <a:srgbClr val="156082"/>
            </a:solidFill>
            <a:prstDash val="solid"/>
            <a:miter lim="800000"/>
          </a:ln>
          <a:effectLst/>
        </p:spPr>
        <p:txBody>
          <a:bodyPr lIns="91440" tIns="45720" rIns="91440" bIns="4572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RAID (Risk, Action, Issue, Decision) with Mitigation Plan/Owner &amp; Due date</a:t>
            </a:r>
          </a:p>
        </p:txBody>
      </p:sp>
      <p:graphicFrame>
        <p:nvGraphicFramePr>
          <p:cNvPr id="11" name="Table 10">
            <a:extLst>
              <a:ext uri="{FF2B5EF4-FFF2-40B4-BE49-F238E27FC236}">
                <a16:creationId xmlns:a16="http://schemas.microsoft.com/office/drawing/2014/main" id="{EE43C5C2-1410-770E-1425-00AF331290F9}"/>
              </a:ext>
            </a:extLst>
          </p:cNvPr>
          <p:cNvGraphicFramePr>
            <a:graphicFrameLocks noGrp="1"/>
          </p:cNvGraphicFramePr>
          <p:nvPr/>
        </p:nvGraphicFramePr>
        <p:xfrm>
          <a:off x="6841338" y="4926879"/>
          <a:ext cx="5241546" cy="1828800"/>
        </p:xfrm>
        <a:graphic>
          <a:graphicData uri="http://schemas.openxmlformats.org/drawingml/2006/table">
            <a:tbl>
              <a:tblPr firstRow="1" bandRow="1"/>
              <a:tblGrid>
                <a:gridCol w="1232631">
                  <a:extLst>
                    <a:ext uri="{9D8B030D-6E8A-4147-A177-3AD203B41FA5}">
                      <a16:colId xmlns:a16="http://schemas.microsoft.com/office/drawing/2014/main" val="4063976994"/>
                    </a:ext>
                  </a:extLst>
                </a:gridCol>
                <a:gridCol w="2813474">
                  <a:extLst>
                    <a:ext uri="{9D8B030D-6E8A-4147-A177-3AD203B41FA5}">
                      <a16:colId xmlns:a16="http://schemas.microsoft.com/office/drawing/2014/main" val="342581697"/>
                    </a:ext>
                  </a:extLst>
                </a:gridCol>
                <a:gridCol w="551742">
                  <a:extLst>
                    <a:ext uri="{9D8B030D-6E8A-4147-A177-3AD203B41FA5}">
                      <a16:colId xmlns:a16="http://schemas.microsoft.com/office/drawing/2014/main" val="2994194436"/>
                    </a:ext>
                  </a:extLst>
                </a:gridCol>
                <a:gridCol w="643699">
                  <a:extLst>
                    <a:ext uri="{9D8B030D-6E8A-4147-A177-3AD203B41FA5}">
                      <a16:colId xmlns:a16="http://schemas.microsoft.com/office/drawing/2014/main" val="4204228725"/>
                    </a:ext>
                  </a:extLst>
                </a:gridCol>
              </a:tblGrid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Phase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Tasks &amp; Summary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Status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Due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63150789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 b="1"/>
                        <a:t>Blueprint / Working Prototype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Scope, design &amp; build working prototype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</a:rPr>
                        <a:t>G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7819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Feb 28th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3642603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 b="1"/>
                        <a:t>Migration to new DBX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sz="600"/>
                        <a:t>Migrate all pipelines to Databricks AWS</a:t>
                      </a:r>
                      <a:endParaRPr lang="en-US" sz="6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</a:rPr>
                        <a:t>N.S.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Mar 31st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2300796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 b="1"/>
                        <a:t>Project Unit Testing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sz="600"/>
                        <a:t>Unit &amp; parallel-run testing in DEV</a:t>
                      </a:r>
                      <a:endParaRPr lang="en-US" sz="6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</a:rPr>
                        <a:t>N.S.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Apr 30th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63418265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 b="1"/>
                        <a:t>Business Testing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sz="600"/>
                        <a:t>End-to-end validation by product team</a:t>
                      </a:r>
                      <a:endParaRPr lang="en-US" sz="6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</a:rPr>
                        <a:t>N.S.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July 02nd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9067520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 b="1"/>
                        <a:t>Integration Testing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sz="600"/>
                        <a:t>Cross-domain integration testing in QA</a:t>
                      </a:r>
                      <a:endParaRPr lang="en-US" sz="6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</a:rPr>
                        <a:t>N.S.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July 30th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6955591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 b="1"/>
                        <a:t>User Acceptance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sz="600"/>
                        <a:t>Business stakeholder UAT across 4 BUs</a:t>
                      </a:r>
                      <a:endParaRPr lang="en-US" sz="60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</a:rPr>
                        <a:t>N.S.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Sept 03rd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96495709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 b="1"/>
                        <a:t>Production Readiness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Technical go-live readiness sign-off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</a:rPr>
                        <a:t>N.S.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r>
                        <a:rPr lang="en-US" sz="600"/>
                        <a:t>Sept 24th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2433145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US" sz="600" b="1"/>
                        <a:t>Go-live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600"/>
                        <a:t>Business go-live across all markets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</a:rPr>
                        <a:t>N.S.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600"/>
                        <a:t>Oct 11th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7EAE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94238755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US" sz="600" b="1"/>
                        <a:t>Hypercare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600"/>
                        <a:t>Support, parallel run &amp; transition to BAU (Business as Usual)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600" b="1">
                          <a:solidFill>
                            <a:schemeClr val="bg1"/>
                          </a:solidFill>
                        </a:rPr>
                        <a:t>N.S.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600"/>
                        <a:t>Dec 31st</a:t>
                      </a: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38678162"/>
                  </a:ext>
                </a:extLst>
              </a:tr>
            </a:tbl>
          </a:graphicData>
        </a:graphic>
      </p:graphicFrame>
      <p:sp>
        <p:nvSpPr>
          <p:cNvPr id="12" name="Rectangle 14">
            <a:extLst>
              <a:ext uri="{FF2B5EF4-FFF2-40B4-BE49-F238E27FC236}">
                <a16:creationId xmlns:a16="http://schemas.microsoft.com/office/drawing/2014/main" id="{14BAB78F-8566-B1BE-A00B-DE949DCA77A3}"/>
              </a:ext>
            </a:extLst>
          </p:cNvPr>
          <p:cNvSpPr/>
          <p:nvPr/>
        </p:nvSpPr>
        <p:spPr>
          <a:xfrm>
            <a:off x="6841338" y="4685586"/>
            <a:ext cx="5241547" cy="182880"/>
          </a:xfrm>
          <a:prstGeom prst="rect">
            <a:avLst/>
          </a:prstGeom>
          <a:solidFill>
            <a:srgbClr val="156082"/>
          </a:solidFill>
          <a:ln w="19050" cap="flat" cmpd="sng" algn="ctr">
            <a:solidFill>
              <a:srgbClr val="156082"/>
            </a:solidFill>
            <a:prstDash val="solid"/>
            <a:miter lim="800000"/>
          </a:ln>
          <a:effectLst/>
        </p:spPr>
        <p:txBody>
          <a:bodyPr lIns="91440" tIns="45720" rIns="91440" bIns="4572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Calibri" panose="020F0502020204030204" pitchFamily="34" charset="0"/>
                <a:cs typeface="Calibri" panose="020F0502020204030204" pitchFamily="34" charset="0"/>
              </a:rPr>
              <a:t>Upcoming Milestones Status Updates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953EF6E8-FB23-A791-004C-C447E1F06E7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9113" y="6478812"/>
            <a:ext cx="4081322" cy="329571"/>
          </a:xfrm>
          <a:prstGeom prst="rect">
            <a:avLst/>
          </a:prstGeom>
        </p:spPr>
      </p:pic>
      <p:graphicFrame>
        <p:nvGraphicFramePr>
          <p:cNvPr id="15" name="Table 14">
            <a:extLst>
              <a:ext uri="{FF2B5EF4-FFF2-40B4-BE49-F238E27FC236}">
                <a16:creationId xmlns:a16="http://schemas.microsoft.com/office/drawing/2014/main" id="{66DE9F88-8C26-8E53-AE68-CCC17189457E}"/>
              </a:ext>
            </a:extLst>
          </p:cNvPr>
          <p:cNvGraphicFramePr>
            <a:graphicFrameLocks noGrp="1"/>
          </p:cNvGraphicFramePr>
          <p:nvPr/>
        </p:nvGraphicFramePr>
        <p:xfrm>
          <a:off x="7900199" y="491483"/>
          <a:ext cx="4182688" cy="263081"/>
        </p:xfrm>
        <a:graphic>
          <a:graphicData uri="http://schemas.openxmlformats.org/drawingml/2006/table">
            <a:tbl>
              <a:tblPr bandRow="1"/>
              <a:tblGrid>
                <a:gridCol w="1671858">
                  <a:extLst>
                    <a:ext uri="{9D8B030D-6E8A-4147-A177-3AD203B41FA5}">
                      <a16:colId xmlns:a16="http://schemas.microsoft.com/office/drawing/2014/main" val="560141210"/>
                    </a:ext>
                  </a:extLst>
                </a:gridCol>
                <a:gridCol w="2510830">
                  <a:extLst>
                    <a:ext uri="{9D8B030D-6E8A-4147-A177-3AD203B41FA5}">
                      <a16:colId xmlns:a16="http://schemas.microsoft.com/office/drawing/2014/main" val="426978688"/>
                    </a:ext>
                  </a:extLst>
                </a:gridCol>
              </a:tblGrid>
              <a:tr h="238125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fontAlgn="base">
                        <a:lnSpc>
                          <a:spcPts val="1350"/>
                        </a:lnSpc>
                        <a:buNone/>
                      </a:pPr>
                      <a:r>
                        <a:rPr lang="en-US" sz="1100" b="1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MDLZ Lead</a:t>
                      </a:r>
                      <a:endParaRPr lang="en-US" b="1">
                        <a:solidFill>
                          <a:srgbClr val="FFFFFF"/>
                        </a:solidFill>
                        <a:effectLst/>
                        <a:latin typeface="Calibri"/>
                      </a:endParaRPr>
                    </a:p>
                  </a:txBody>
                  <a:tcPr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lvl="0" algn="l">
                        <a:lnSpc>
                          <a:spcPts val="1350"/>
                        </a:lnSpc>
                        <a:buNone/>
                      </a:pPr>
                      <a:r>
                        <a:rPr lang="en-US" sz="1100" b="1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TBD (SPOC to be nominated)</a:t>
                      </a:r>
                      <a:endParaRPr lang="en-US"/>
                    </a:p>
                  </a:txBody>
                  <a:tcPr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310687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38301678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D6E13F8-60E4-9FBC-7F65-79D423DB407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>
            <a:extLst>
              <a:ext uri="{FF2B5EF4-FFF2-40B4-BE49-F238E27FC236}">
                <a16:creationId xmlns:a16="http://schemas.microsoft.com/office/drawing/2014/main" id="{0F84A290-BD22-4CD0-40FD-5F5B147C422A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2503" t="2040" r="6424"/>
          <a:stretch>
            <a:fillRect/>
          </a:stretch>
        </p:blipFill>
        <p:spPr>
          <a:xfrm>
            <a:off x="9212325" y="4012660"/>
            <a:ext cx="1729739" cy="1646867"/>
          </a:xfrm>
          <a:prstGeom prst="ellipse">
            <a:avLst/>
          </a:prstGeom>
        </p:spPr>
      </p:pic>
      <p:sp>
        <p:nvSpPr>
          <p:cNvPr id="4" name="Title 3">
            <a:extLst>
              <a:ext uri="{FF2B5EF4-FFF2-40B4-BE49-F238E27FC236}">
                <a16:creationId xmlns:a16="http://schemas.microsoft.com/office/drawing/2014/main" id="{C12ACA54-80DC-EC19-237A-3975E48CE72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201054" y="810638"/>
            <a:ext cx="6320709" cy="3393781"/>
          </a:xfrm>
        </p:spPr>
        <p:txBody>
          <a:bodyPr anchor="ctr"/>
          <a:lstStyle/>
          <a:p>
            <a:pPr algn="r" fontAlgn="auto">
              <a:spcAft>
                <a:spcPts val="0"/>
              </a:spcAft>
              <a:defRPr/>
            </a:pPr>
            <a:r>
              <a:rPr lang="en-US" sz="6000">
                <a:solidFill>
                  <a:schemeClr val="tx1"/>
                </a:solidFill>
              </a:rPr>
              <a:t>Q&amp;A</a:t>
            </a:r>
          </a:p>
        </p:txBody>
      </p:sp>
    </p:spTree>
    <p:extLst>
      <p:ext uri="{BB962C8B-B14F-4D97-AF65-F5344CB8AC3E}">
        <p14:creationId xmlns:p14="http://schemas.microsoft.com/office/powerpoint/2010/main" val="728949211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B9DFB03-AF88-0292-93E8-25D6213BA6A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9" name="Table 178">
            <a:extLst>
              <a:ext uri="{FF2B5EF4-FFF2-40B4-BE49-F238E27FC236}">
                <a16:creationId xmlns:a16="http://schemas.microsoft.com/office/drawing/2014/main" id="{14DC61CB-04B9-CB8A-507C-25F356DC2E57}"/>
              </a:ext>
            </a:extLst>
          </p:cNvPr>
          <p:cNvGraphicFramePr>
            <a:graphicFrameLocks noGrp="1"/>
          </p:cNvGraphicFramePr>
          <p:nvPr/>
        </p:nvGraphicFramePr>
        <p:xfrm>
          <a:off x="119405" y="596574"/>
          <a:ext cx="11850241" cy="38709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11557">
                  <a:extLst>
                    <a:ext uri="{9D8B030D-6E8A-4147-A177-3AD203B41FA5}">
                      <a16:colId xmlns:a16="http://schemas.microsoft.com/office/drawing/2014/main" val="251127611"/>
                    </a:ext>
                  </a:extLst>
                </a:gridCol>
                <a:gridCol w="911557">
                  <a:extLst>
                    <a:ext uri="{9D8B030D-6E8A-4147-A177-3AD203B41FA5}">
                      <a16:colId xmlns:a16="http://schemas.microsoft.com/office/drawing/2014/main" val="1222503726"/>
                    </a:ext>
                  </a:extLst>
                </a:gridCol>
                <a:gridCol w="911557">
                  <a:extLst>
                    <a:ext uri="{9D8B030D-6E8A-4147-A177-3AD203B41FA5}">
                      <a16:colId xmlns:a16="http://schemas.microsoft.com/office/drawing/2014/main" val="1030616740"/>
                    </a:ext>
                  </a:extLst>
                </a:gridCol>
                <a:gridCol w="911557">
                  <a:extLst>
                    <a:ext uri="{9D8B030D-6E8A-4147-A177-3AD203B41FA5}">
                      <a16:colId xmlns:a16="http://schemas.microsoft.com/office/drawing/2014/main" val="1364242629"/>
                    </a:ext>
                  </a:extLst>
                </a:gridCol>
                <a:gridCol w="911557">
                  <a:extLst>
                    <a:ext uri="{9D8B030D-6E8A-4147-A177-3AD203B41FA5}">
                      <a16:colId xmlns:a16="http://schemas.microsoft.com/office/drawing/2014/main" val="2814804338"/>
                    </a:ext>
                  </a:extLst>
                </a:gridCol>
                <a:gridCol w="911557">
                  <a:extLst>
                    <a:ext uri="{9D8B030D-6E8A-4147-A177-3AD203B41FA5}">
                      <a16:colId xmlns:a16="http://schemas.microsoft.com/office/drawing/2014/main" val="1808701544"/>
                    </a:ext>
                  </a:extLst>
                </a:gridCol>
                <a:gridCol w="911557">
                  <a:extLst>
                    <a:ext uri="{9D8B030D-6E8A-4147-A177-3AD203B41FA5}">
                      <a16:colId xmlns:a16="http://schemas.microsoft.com/office/drawing/2014/main" val="2995671545"/>
                    </a:ext>
                  </a:extLst>
                </a:gridCol>
                <a:gridCol w="911557">
                  <a:extLst>
                    <a:ext uri="{9D8B030D-6E8A-4147-A177-3AD203B41FA5}">
                      <a16:colId xmlns:a16="http://schemas.microsoft.com/office/drawing/2014/main" val="3311060168"/>
                    </a:ext>
                  </a:extLst>
                </a:gridCol>
                <a:gridCol w="911557">
                  <a:extLst>
                    <a:ext uri="{9D8B030D-6E8A-4147-A177-3AD203B41FA5}">
                      <a16:colId xmlns:a16="http://schemas.microsoft.com/office/drawing/2014/main" val="1749326342"/>
                    </a:ext>
                  </a:extLst>
                </a:gridCol>
                <a:gridCol w="911557">
                  <a:extLst>
                    <a:ext uri="{9D8B030D-6E8A-4147-A177-3AD203B41FA5}">
                      <a16:colId xmlns:a16="http://schemas.microsoft.com/office/drawing/2014/main" val="3177466681"/>
                    </a:ext>
                  </a:extLst>
                </a:gridCol>
                <a:gridCol w="911557">
                  <a:extLst>
                    <a:ext uri="{9D8B030D-6E8A-4147-A177-3AD203B41FA5}">
                      <a16:colId xmlns:a16="http://schemas.microsoft.com/office/drawing/2014/main" val="21093418"/>
                    </a:ext>
                  </a:extLst>
                </a:gridCol>
                <a:gridCol w="911557">
                  <a:extLst>
                    <a:ext uri="{9D8B030D-6E8A-4147-A177-3AD203B41FA5}">
                      <a16:colId xmlns:a16="http://schemas.microsoft.com/office/drawing/2014/main" val="26518041"/>
                    </a:ext>
                  </a:extLst>
                </a:gridCol>
                <a:gridCol w="911557">
                  <a:extLst>
                    <a:ext uri="{9D8B030D-6E8A-4147-A177-3AD203B41FA5}">
                      <a16:colId xmlns:a16="http://schemas.microsoft.com/office/drawing/2014/main" val="2288495061"/>
                    </a:ext>
                  </a:extLst>
                </a:gridCol>
              </a:tblGrid>
              <a:tr h="157076"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 Nov 2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Nov 9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Nov 16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Nov 23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Nov 30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Dec 7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Dec 14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Dec 21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Dec 28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Jan 4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Jan 11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Jan 18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Jan 25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467775164"/>
                  </a:ext>
                </a:extLst>
              </a:tr>
              <a:tr h="2698013"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74055313"/>
                  </a:ext>
                </a:extLst>
              </a:tr>
            </a:tbl>
          </a:graphicData>
        </a:graphic>
      </p:graphicFrame>
      <p:sp>
        <p:nvSpPr>
          <p:cNvPr id="90" name="Title 3">
            <a:extLst>
              <a:ext uri="{FF2B5EF4-FFF2-40B4-BE49-F238E27FC236}">
                <a16:creationId xmlns:a16="http://schemas.microsoft.com/office/drawing/2014/main" id="{E407F0C4-DE83-50B0-2EEC-AFD0FC02AA0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52400" y="77219"/>
            <a:ext cx="11917679" cy="485775"/>
          </a:xfrm>
        </p:spPr>
        <p:txBody>
          <a:bodyPr anchor="ctr"/>
          <a:lstStyle/>
          <a:p>
            <a:r>
              <a:rPr lang="en-US" sz="2400">
                <a:solidFill>
                  <a:srgbClr val="012F74"/>
                </a:solidFill>
              </a:rPr>
              <a:t>1. PROTOTYPE OTC / EPOS</a:t>
            </a:r>
          </a:p>
        </p:txBody>
      </p:sp>
      <p:sp>
        <p:nvSpPr>
          <p:cNvPr id="95" name="Rectangle: Rounded Corners 94">
            <a:extLst>
              <a:ext uri="{FF2B5EF4-FFF2-40B4-BE49-F238E27FC236}">
                <a16:creationId xmlns:a16="http://schemas.microsoft.com/office/drawing/2014/main" id="{3AF7260A-D42D-7DAB-A945-87C32BF1F463}"/>
              </a:ext>
            </a:extLst>
          </p:cNvPr>
          <p:cNvSpPr/>
          <p:nvPr/>
        </p:nvSpPr>
        <p:spPr>
          <a:xfrm>
            <a:off x="119405" y="2099896"/>
            <a:ext cx="2676034" cy="1001444"/>
          </a:xfrm>
          <a:prstGeom prst="roundRect">
            <a:avLst>
              <a:gd name="adj" fmla="val 831"/>
            </a:avLst>
          </a:prstGeom>
          <a:solidFill>
            <a:schemeClr val="accent6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Inventory and harmonize KPI definitions across Wacam &amp; Mexico with Global D&amp;A inventory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Align calculation logic, UOMs, and aggregation rules to single regional KPI dictionary + business context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Map KPI placement: pre-calculated vs on-demand per consumption need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Inventory existing dashboards, reports, personas, cases</a:t>
            </a:r>
          </a:p>
        </p:txBody>
      </p:sp>
      <p:sp>
        <p:nvSpPr>
          <p:cNvPr id="101" name="Rectangle: Rounded Corners 100">
            <a:extLst>
              <a:ext uri="{FF2B5EF4-FFF2-40B4-BE49-F238E27FC236}">
                <a16:creationId xmlns:a16="http://schemas.microsoft.com/office/drawing/2014/main" id="{372760A0-1212-088C-7D46-21C693BC7C4C}"/>
              </a:ext>
            </a:extLst>
          </p:cNvPr>
          <p:cNvSpPr/>
          <p:nvPr/>
        </p:nvSpPr>
        <p:spPr>
          <a:xfrm>
            <a:off x="9248729" y="3192450"/>
            <a:ext cx="885303" cy="801657"/>
          </a:xfrm>
          <a:prstGeom prst="roundRect">
            <a:avLst>
              <a:gd name="adj" fmla="val 2712"/>
            </a:avLst>
          </a:prstGeom>
          <a:solidFill>
            <a:schemeClr val="accent3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AI / BI, Genie Agent, Knowledge, Orchestration  </a:t>
            </a:r>
          </a:p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BR &amp; SC</a:t>
            </a:r>
          </a:p>
        </p:txBody>
      </p:sp>
      <p:sp>
        <p:nvSpPr>
          <p:cNvPr id="102" name="Rectangle: Rounded Corners 101">
            <a:extLst>
              <a:ext uri="{FF2B5EF4-FFF2-40B4-BE49-F238E27FC236}">
                <a16:creationId xmlns:a16="http://schemas.microsoft.com/office/drawing/2014/main" id="{FD85F5C9-9050-7291-E245-563CFB4336F0}"/>
              </a:ext>
            </a:extLst>
          </p:cNvPr>
          <p:cNvSpPr/>
          <p:nvPr/>
        </p:nvSpPr>
        <p:spPr>
          <a:xfrm>
            <a:off x="10209088" y="2099896"/>
            <a:ext cx="1693780" cy="2482642"/>
          </a:xfrm>
          <a:prstGeom prst="roundRect">
            <a:avLst>
              <a:gd name="adj" fmla="val 2712"/>
            </a:avLst>
          </a:prstGeom>
          <a:solidFill>
            <a:schemeClr val="accent1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Full LA demo: AI/BI, Genie, Knowledge Assistant, Supervisor across 4 BUs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Benchmark evaluation: accuracy, latency, and guardrails across all personas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RLS validation per BU, persona, and market hierarchy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DQ, Job Observability, and Cost Monitoring dashboards production-ready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Agent orchestration: routing, handoffs, and tools live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Amazon Quick MCP integration for enterprise agent connectivity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Regression benchmark: no accuracy loss post BR &amp; SC onboarding</a:t>
            </a:r>
          </a:p>
        </p:txBody>
      </p:sp>
      <p:sp>
        <p:nvSpPr>
          <p:cNvPr id="103" name="Rectangle 102">
            <a:extLst>
              <a:ext uri="{FF2B5EF4-FFF2-40B4-BE49-F238E27FC236}">
                <a16:creationId xmlns:a16="http://schemas.microsoft.com/office/drawing/2014/main" id="{9B5B2EC1-0682-EE53-5289-64D02CACF560}"/>
              </a:ext>
            </a:extLst>
          </p:cNvPr>
          <p:cNvSpPr/>
          <p:nvPr/>
        </p:nvSpPr>
        <p:spPr>
          <a:xfrm>
            <a:off x="161201" y="4527001"/>
            <a:ext cx="9968511" cy="322871"/>
          </a:xfrm>
          <a:prstGeom prst="rect">
            <a:avLst/>
          </a:prstGeom>
          <a:solidFill>
            <a:schemeClr val="accent2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Data Quality: </a:t>
            </a:r>
            <a:r>
              <a:rPr kumimoji="0" 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Automated DQ gate at ingestion: completeness, freshness, schema-drift, type enforcement; Quality thresholds and tolerance rules per source and BU; Quarantine and rejection handling with full audit trail; Reconciliation baselines from GCP production; DQ scoring and alerting embedded in pipeline orchestration</a:t>
            </a:r>
          </a:p>
        </p:txBody>
      </p:sp>
      <p:sp>
        <p:nvSpPr>
          <p:cNvPr id="105" name="Rectangle 104">
            <a:extLst>
              <a:ext uri="{FF2B5EF4-FFF2-40B4-BE49-F238E27FC236}">
                <a16:creationId xmlns:a16="http://schemas.microsoft.com/office/drawing/2014/main" id="{0CB9F6EE-1430-AE62-6640-10D4C6D624C5}"/>
              </a:ext>
            </a:extLst>
          </p:cNvPr>
          <p:cNvSpPr/>
          <p:nvPr/>
        </p:nvSpPr>
        <p:spPr>
          <a:xfrm>
            <a:off x="161201" y="4912247"/>
            <a:ext cx="9968510" cy="322871"/>
          </a:xfrm>
          <a:prstGeom prst="rect">
            <a:avLst/>
          </a:prstGeom>
          <a:solidFill>
            <a:schemeClr val="accent2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Job Observability</a:t>
            </a:r>
            <a:r>
              <a:rPr kumimoji="0" 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: End-to-end pipeline monitoring: status, duration, SLA, and failure alerts; Centralized job dashboard across ingestion, transformation, and KPI layers; Automated retry/restart with idempotency per pipeline stage; Anomaly detection: runtime deviations, volume spikes, data gaps; Full lineage traceability from source to KPI for root-cause analysis</a:t>
            </a:r>
          </a:p>
        </p:txBody>
      </p:sp>
      <p:sp>
        <p:nvSpPr>
          <p:cNvPr id="106" name="Rectangle 105">
            <a:extLst>
              <a:ext uri="{FF2B5EF4-FFF2-40B4-BE49-F238E27FC236}">
                <a16:creationId xmlns:a16="http://schemas.microsoft.com/office/drawing/2014/main" id="{8CCAD4DC-AEB1-CDCC-4955-5D5910009391}"/>
              </a:ext>
            </a:extLst>
          </p:cNvPr>
          <p:cNvSpPr/>
          <p:nvPr/>
        </p:nvSpPr>
        <p:spPr>
          <a:xfrm>
            <a:off x="161200" y="5281296"/>
            <a:ext cx="9968509" cy="303662"/>
          </a:xfrm>
          <a:prstGeom prst="rect">
            <a:avLst/>
          </a:prstGeom>
          <a:solidFill>
            <a:schemeClr val="accent2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Cost Monitoring</a:t>
            </a:r>
            <a:r>
              <a:rPr kumimoji="0" 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:  Real-time cost tracking per pipeline, BU, and environment; Budget baselines and automated threshold alerts from prototype phase; Cluster sizing and job scheduling optimization to control spend; Cost attribution by workstream (ingestion, KPI, AI/BI) and market; Monthly benchmarking vs GCP legacy for TCO comparison</a:t>
            </a:r>
          </a:p>
        </p:txBody>
      </p:sp>
      <p:sp>
        <p:nvSpPr>
          <p:cNvPr id="108" name="Rectangle 107">
            <a:extLst>
              <a:ext uri="{FF2B5EF4-FFF2-40B4-BE49-F238E27FC236}">
                <a16:creationId xmlns:a16="http://schemas.microsoft.com/office/drawing/2014/main" id="{C67B527A-EA00-1D55-FFE7-03DF06447448}"/>
              </a:ext>
            </a:extLst>
          </p:cNvPr>
          <p:cNvSpPr/>
          <p:nvPr/>
        </p:nvSpPr>
        <p:spPr>
          <a:xfrm>
            <a:off x="10209089" y="4675633"/>
            <a:ext cx="1693780" cy="1822912"/>
          </a:xfrm>
          <a:prstGeom prst="rect">
            <a:avLst/>
          </a:prstGeom>
          <a:solidFill>
            <a:schemeClr val="accent2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Demonstrate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Data Quality,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Job Observability,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Cost Monitoring,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Refresh schedule,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Data Governance,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Live Documentation</a:t>
            </a:r>
          </a:p>
        </p:txBody>
      </p:sp>
      <p:sp>
        <p:nvSpPr>
          <p:cNvPr id="110" name="Rectangle: Rounded Corners 109">
            <a:extLst>
              <a:ext uri="{FF2B5EF4-FFF2-40B4-BE49-F238E27FC236}">
                <a16:creationId xmlns:a16="http://schemas.microsoft.com/office/drawing/2014/main" id="{3DFB1E50-5AC6-DE41-6F1C-ABD135F933EE}"/>
              </a:ext>
            </a:extLst>
          </p:cNvPr>
          <p:cNvSpPr/>
          <p:nvPr/>
        </p:nvSpPr>
        <p:spPr>
          <a:xfrm>
            <a:off x="1080551" y="4061135"/>
            <a:ext cx="1753630" cy="164663"/>
          </a:xfrm>
          <a:prstGeom prst="roundRect">
            <a:avLst>
              <a:gd name="adj" fmla="val 9962"/>
            </a:avLst>
          </a:prstGeom>
          <a:solidFill>
            <a:schemeClr val="accent3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Travel Brazil</a:t>
            </a:r>
          </a:p>
        </p:txBody>
      </p:sp>
      <p:sp>
        <p:nvSpPr>
          <p:cNvPr id="114" name="Rectangle: Rounded Corners 113">
            <a:extLst>
              <a:ext uri="{FF2B5EF4-FFF2-40B4-BE49-F238E27FC236}">
                <a16:creationId xmlns:a16="http://schemas.microsoft.com/office/drawing/2014/main" id="{8EE12CE7-1A36-89C1-1DEA-75C7304DD42F}"/>
              </a:ext>
            </a:extLst>
          </p:cNvPr>
          <p:cNvSpPr/>
          <p:nvPr/>
        </p:nvSpPr>
        <p:spPr>
          <a:xfrm>
            <a:off x="119405" y="885999"/>
            <a:ext cx="2676034" cy="1140878"/>
          </a:xfrm>
          <a:prstGeom prst="roundRect">
            <a:avLst>
              <a:gd name="adj" fmla="val 2013"/>
            </a:avLst>
          </a:prstGeom>
          <a:solidFill>
            <a:schemeClr val="accent2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Establish federated integration from GCP Harmonized Layer into Databricks GCP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Optimize manual files into single similar entities before core domains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Define parameterized mapping layer from GCP Harmonized tables to target Agnostic Core Domain entities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Run fit / gap analysis against Core Domain agnostic with DP&amp;E, and build</a:t>
            </a:r>
          </a:p>
        </p:txBody>
      </p:sp>
      <p:sp>
        <p:nvSpPr>
          <p:cNvPr id="116" name="Rectangle: Rounded Corners 115">
            <a:extLst>
              <a:ext uri="{FF2B5EF4-FFF2-40B4-BE49-F238E27FC236}">
                <a16:creationId xmlns:a16="http://schemas.microsoft.com/office/drawing/2014/main" id="{E74F8986-F406-7E38-431E-183AE67BD264}"/>
              </a:ext>
            </a:extLst>
          </p:cNvPr>
          <p:cNvSpPr/>
          <p:nvPr/>
        </p:nvSpPr>
        <p:spPr>
          <a:xfrm>
            <a:off x="2898390" y="2099896"/>
            <a:ext cx="3538479" cy="1001444"/>
          </a:xfrm>
          <a:prstGeom prst="roundRect">
            <a:avLst>
              <a:gd name="adj" fmla="val 222"/>
            </a:avLst>
          </a:prstGeom>
          <a:solidFill>
            <a:schemeClr val="accent6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Build parameterized Market Configuration Layer with versioned, market-keyed rules for WC &amp; MX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Deploy configuration-driven KPI Calculation Engine, no hard-coded BU logic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Design and publish certified Metric Views in Unity Catalog with row-level security</a:t>
            </a:r>
          </a:p>
        </p:txBody>
      </p:sp>
      <p:sp>
        <p:nvSpPr>
          <p:cNvPr id="118" name="Rectangle: Rounded Corners 117">
            <a:extLst>
              <a:ext uri="{FF2B5EF4-FFF2-40B4-BE49-F238E27FC236}">
                <a16:creationId xmlns:a16="http://schemas.microsoft.com/office/drawing/2014/main" id="{06E44C99-7F80-47B7-0AEB-F616BDD5E8EA}"/>
              </a:ext>
            </a:extLst>
          </p:cNvPr>
          <p:cNvSpPr/>
          <p:nvPr/>
        </p:nvSpPr>
        <p:spPr>
          <a:xfrm>
            <a:off x="2885170" y="1738381"/>
            <a:ext cx="858156" cy="278813"/>
          </a:xfrm>
          <a:prstGeom prst="roundRect">
            <a:avLst>
              <a:gd name="adj" fmla="val 9962"/>
            </a:avLst>
          </a:prstGeom>
          <a:solidFill>
            <a:schemeClr val="accent5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SonarQube and AI audit review</a:t>
            </a:r>
          </a:p>
        </p:txBody>
      </p:sp>
      <p:sp>
        <p:nvSpPr>
          <p:cNvPr id="120" name="Rectangle: Rounded Corners 119">
            <a:extLst>
              <a:ext uri="{FF2B5EF4-FFF2-40B4-BE49-F238E27FC236}">
                <a16:creationId xmlns:a16="http://schemas.microsoft.com/office/drawing/2014/main" id="{1B22D96E-1D17-E794-645E-60FD4E00327C}"/>
              </a:ext>
            </a:extLst>
          </p:cNvPr>
          <p:cNvSpPr/>
          <p:nvPr/>
        </p:nvSpPr>
        <p:spPr>
          <a:xfrm>
            <a:off x="6547103" y="2099896"/>
            <a:ext cx="3582611" cy="1001444"/>
          </a:xfrm>
          <a:prstGeom prst="roundRect">
            <a:avLst>
              <a:gd name="adj" fmla="val 2049"/>
            </a:avLst>
          </a:prstGeom>
          <a:solidFill>
            <a:schemeClr val="accent6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AI/BI dashboard prototypes per persona for MX &amp; WC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Genie Agent spaces with curated business context and example queries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Benchmark evaluation (250+ questions) with accuracy tuning cycles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Knowledge Assistant build with indexed business documents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Agent orchestration (routing, tools, handoffs)</a:t>
            </a:r>
          </a:p>
        </p:txBody>
      </p:sp>
      <p:sp>
        <p:nvSpPr>
          <p:cNvPr id="122" name="Rectangle: Rounded Corners 121">
            <a:extLst>
              <a:ext uri="{FF2B5EF4-FFF2-40B4-BE49-F238E27FC236}">
                <a16:creationId xmlns:a16="http://schemas.microsoft.com/office/drawing/2014/main" id="{0E7124E3-3C39-A886-C172-E02887D82972}"/>
              </a:ext>
            </a:extLst>
          </p:cNvPr>
          <p:cNvSpPr/>
          <p:nvPr/>
        </p:nvSpPr>
        <p:spPr>
          <a:xfrm>
            <a:off x="4707393" y="1743711"/>
            <a:ext cx="858156" cy="278813"/>
          </a:xfrm>
          <a:prstGeom prst="roundRect">
            <a:avLst>
              <a:gd name="adj" fmla="val 9962"/>
            </a:avLst>
          </a:prstGeom>
          <a:solidFill>
            <a:schemeClr val="accent5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SonarQube and AI audit review</a:t>
            </a:r>
          </a:p>
        </p:txBody>
      </p:sp>
      <p:sp>
        <p:nvSpPr>
          <p:cNvPr id="124" name="Rectangle: Rounded Corners 123">
            <a:extLst>
              <a:ext uri="{FF2B5EF4-FFF2-40B4-BE49-F238E27FC236}">
                <a16:creationId xmlns:a16="http://schemas.microsoft.com/office/drawing/2014/main" id="{92BAFA08-2E19-4BA0-28D5-803D97378BDF}"/>
              </a:ext>
            </a:extLst>
          </p:cNvPr>
          <p:cNvSpPr/>
          <p:nvPr/>
        </p:nvSpPr>
        <p:spPr>
          <a:xfrm>
            <a:off x="8338519" y="1743711"/>
            <a:ext cx="858156" cy="278813"/>
          </a:xfrm>
          <a:prstGeom prst="roundRect">
            <a:avLst>
              <a:gd name="adj" fmla="val 9962"/>
            </a:avLst>
          </a:prstGeom>
          <a:solidFill>
            <a:schemeClr val="accent5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SonarQube and AI audit review</a:t>
            </a:r>
          </a:p>
        </p:txBody>
      </p:sp>
      <p:sp>
        <p:nvSpPr>
          <p:cNvPr id="126" name="Rectangle: Rounded Corners 125">
            <a:extLst>
              <a:ext uri="{FF2B5EF4-FFF2-40B4-BE49-F238E27FC236}">
                <a16:creationId xmlns:a16="http://schemas.microsoft.com/office/drawing/2014/main" id="{59C4607F-6B3E-1476-E191-2F20D8E2DFFC}"/>
              </a:ext>
            </a:extLst>
          </p:cNvPr>
          <p:cNvSpPr/>
          <p:nvPr/>
        </p:nvSpPr>
        <p:spPr>
          <a:xfrm>
            <a:off x="119405" y="3192450"/>
            <a:ext cx="5025620" cy="801657"/>
          </a:xfrm>
          <a:prstGeom prst="roundRect">
            <a:avLst>
              <a:gd name="adj" fmla="val 3266"/>
            </a:avLst>
          </a:prstGeom>
          <a:solidFill>
            <a:schemeClr val="accent3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Inventory and harmonize KPI definitions across Brazil &amp; S. Cone with Global D&amp;A inventory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Align calculation logic, UOMs, and aggregation rules to single regional KPI dictionary + business context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Map KPI placement: pre-calculated vs on-demand per consumption need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Inventory existing dashboards, reports, personas, cases</a:t>
            </a:r>
          </a:p>
        </p:txBody>
      </p:sp>
      <p:sp>
        <p:nvSpPr>
          <p:cNvPr id="128" name="Rectangle: Rounded Corners 127">
            <a:extLst>
              <a:ext uri="{FF2B5EF4-FFF2-40B4-BE49-F238E27FC236}">
                <a16:creationId xmlns:a16="http://schemas.microsoft.com/office/drawing/2014/main" id="{9577C4AE-D711-DBAB-833E-762DFF1BFA43}"/>
              </a:ext>
            </a:extLst>
          </p:cNvPr>
          <p:cNvSpPr/>
          <p:nvPr/>
        </p:nvSpPr>
        <p:spPr>
          <a:xfrm>
            <a:off x="5189583" y="3192450"/>
            <a:ext cx="4016715" cy="801657"/>
          </a:xfrm>
          <a:prstGeom prst="roundRect">
            <a:avLst>
              <a:gd name="adj" fmla="val 3266"/>
            </a:avLst>
          </a:prstGeom>
          <a:solidFill>
            <a:schemeClr val="accent3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Onboard BR &amp; SC onto KPI engine proven with WC &amp; MX, config-only, zero code changes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Market-specific rules (currency, UOMs, hierarchies) via parameterized config tables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Refresh Metric Views from certified WC &amp; MX template, proving global reusability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KPI-by-KPI reconciliation vs legacy GCP to confirm calculation parity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Validates parametrization design for future market rollouts</a:t>
            </a:r>
          </a:p>
        </p:txBody>
      </p:sp>
      <p:cxnSp>
        <p:nvCxnSpPr>
          <p:cNvPr id="100" name="Straight Connector 99">
            <a:extLst>
              <a:ext uri="{FF2B5EF4-FFF2-40B4-BE49-F238E27FC236}">
                <a16:creationId xmlns:a16="http://schemas.microsoft.com/office/drawing/2014/main" id="{AE32A14B-0162-13D1-269E-E6CE39669757}"/>
              </a:ext>
            </a:extLst>
          </p:cNvPr>
          <p:cNvCxnSpPr>
            <a:cxnSpLocks/>
          </p:cNvCxnSpPr>
          <p:nvPr/>
        </p:nvCxnSpPr>
        <p:spPr>
          <a:xfrm>
            <a:off x="5245632" y="3006706"/>
            <a:ext cx="0" cy="315614"/>
          </a:xfrm>
          <a:prstGeom prst="line">
            <a:avLst/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0" name="Straight Connector 129">
            <a:extLst>
              <a:ext uri="{FF2B5EF4-FFF2-40B4-BE49-F238E27FC236}">
                <a16:creationId xmlns:a16="http://schemas.microsoft.com/office/drawing/2014/main" id="{ABEF613D-A637-478E-09D7-5CD13B3425F2}"/>
              </a:ext>
            </a:extLst>
          </p:cNvPr>
          <p:cNvCxnSpPr>
            <a:cxnSpLocks/>
          </p:cNvCxnSpPr>
          <p:nvPr/>
        </p:nvCxnSpPr>
        <p:spPr>
          <a:xfrm>
            <a:off x="9380752" y="2976226"/>
            <a:ext cx="0" cy="315614"/>
          </a:xfrm>
          <a:prstGeom prst="line">
            <a:avLst/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2" name="Rectangle 131">
            <a:extLst>
              <a:ext uri="{FF2B5EF4-FFF2-40B4-BE49-F238E27FC236}">
                <a16:creationId xmlns:a16="http://schemas.microsoft.com/office/drawing/2014/main" id="{BF794B41-C985-7C61-C427-0D79EE94B0C2}"/>
              </a:ext>
            </a:extLst>
          </p:cNvPr>
          <p:cNvSpPr/>
          <p:nvPr/>
        </p:nvSpPr>
        <p:spPr>
          <a:xfrm>
            <a:off x="161200" y="5640758"/>
            <a:ext cx="9968509" cy="251762"/>
          </a:xfrm>
          <a:prstGeom prst="rect">
            <a:avLst/>
          </a:prstGeom>
          <a:solidFill>
            <a:schemeClr val="accent2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Refresh</a:t>
            </a:r>
            <a:r>
              <a:rPr kumimoji="0" 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: Weekend: full historical refresh across all layers and BUs; Nightly (Mon-Fri): incremental rolling 3-month window refresh; Daily workday: scheduled intraday refresh with automated watcher; Dependency-aware orchestration, downstream triggers post-validation; Freshness monitoring and staleness alerts per refresh tier</a:t>
            </a:r>
          </a:p>
        </p:txBody>
      </p:sp>
      <p:grpSp>
        <p:nvGrpSpPr>
          <p:cNvPr id="91" name="Group 90">
            <a:extLst>
              <a:ext uri="{FF2B5EF4-FFF2-40B4-BE49-F238E27FC236}">
                <a16:creationId xmlns:a16="http://schemas.microsoft.com/office/drawing/2014/main" id="{36EDD0E6-6DCB-5DFC-1B79-97DDDCFA2FA1}"/>
              </a:ext>
            </a:extLst>
          </p:cNvPr>
          <p:cNvGrpSpPr/>
          <p:nvPr/>
        </p:nvGrpSpPr>
        <p:grpSpPr>
          <a:xfrm>
            <a:off x="68580" y="878051"/>
            <a:ext cx="855980" cy="5937025"/>
            <a:chOff x="5702955" y="1175657"/>
            <a:chExt cx="855980" cy="5765745"/>
          </a:xfrm>
        </p:grpSpPr>
        <p:cxnSp>
          <p:nvCxnSpPr>
            <p:cNvPr id="92" name="Straight Connector 91">
              <a:extLst>
                <a:ext uri="{FF2B5EF4-FFF2-40B4-BE49-F238E27FC236}">
                  <a16:creationId xmlns:a16="http://schemas.microsoft.com/office/drawing/2014/main" id="{E673CAE1-853A-9E5A-2774-72F2555C1BB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28355" y="1175657"/>
              <a:ext cx="0" cy="5679161"/>
            </a:xfrm>
            <a:prstGeom prst="line">
              <a:avLst/>
            </a:prstGeom>
            <a:ln w="38100">
              <a:solidFill>
                <a:schemeClr val="accent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Freeform 40">
              <a:extLst>
                <a:ext uri="{FF2B5EF4-FFF2-40B4-BE49-F238E27FC236}">
                  <a16:creationId xmlns:a16="http://schemas.microsoft.com/office/drawing/2014/main" id="{88ED162A-E926-1B73-8B28-78C24E599467}"/>
                </a:ext>
              </a:extLst>
            </p:cNvPr>
            <p:cNvSpPr/>
            <p:nvPr/>
          </p:nvSpPr>
          <p:spPr>
            <a:xfrm flipH="1">
              <a:off x="5702955" y="6779589"/>
              <a:ext cx="855980" cy="161813"/>
            </a:xfrm>
            <a:custGeom>
              <a:avLst/>
              <a:gdLst>
                <a:gd name="connsiteX0" fmla="*/ 527292 w 1157638"/>
                <a:gd name="connsiteY0" fmla="*/ 0 h 968119"/>
                <a:gd name="connsiteX1" fmla="*/ 165096 w 1157638"/>
                <a:gd name="connsiteY1" fmla="*/ 185396 h 968119"/>
                <a:gd name="connsiteX2" fmla="*/ 170507 w 1157638"/>
                <a:gd name="connsiteY2" fmla="*/ 777654 h 968119"/>
                <a:gd name="connsiteX3" fmla="*/ 974625 w 1157638"/>
                <a:gd name="connsiteY3" fmla="*/ 861696 h 968119"/>
                <a:gd name="connsiteX4" fmla="*/ 1031264 w 1157638"/>
                <a:gd name="connsiteY4" fmla="*/ 145359 h 968119"/>
                <a:gd name="connsiteX5" fmla="*/ 527292 w 1157638"/>
                <a:gd name="connsiteY5" fmla="*/ 0 h 968119"/>
                <a:gd name="connsiteX6" fmla="*/ 527292 w 1157638"/>
                <a:gd name="connsiteY6" fmla="*/ 0 h 968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57638" h="968119">
                  <a:moveTo>
                    <a:pt x="527292" y="0"/>
                  </a:moveTo>
                  <a:cubicBezTo>
                    <a:pt x="404997" y="0"/>
                    <a:pt x="279815" y="45447"/>
                    <a:pt x="165096" y="185396"/>
                  </a:cubicBezTo>
                  <a:cubicBezTo>
                    <a:pt x="-127836" y="542482"/>
                    <a:pt x="30535" y="677742"/>
                    <a:pt x="170507" y="777654"/>
                  </a:cubicBezTo>
                  <a:cubicBezTo>
                    <a:pt x="310479" y="877566"/>
                    <a:pt x="787034" y="1100114"/>
                    <a:pt x="974625" y="861696"/>
                  </a:cubicBezTo>
                  <a:cubicBezTo>
                    <a:pt x="1162217" y="623278"/>
                    <a:pt x="1244468" y="204152"/>
                    <a:pt x="1031264" y="145359"/>
                  </a:cubicBezTo>
                  <a:cubicBezTo>
                    <a:pt x="901753" y="109651"/>
                    <a:pt x="717769" y="0"/>
                    <a:pt x="527292" y="0"/>
                  </a:cubicBezTo>
                  <a:lnTo>
                    <a:pt x="527292" y="0"/>
                  </a:lnTo>
                </a:path>
              </a:pathLst>
            </a:custGeom>
            <a:solidFill>
              <a:schemeClr val="accent1"/>
            </a:solidFill>
            <a:ln w="3606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WE ARE HERE!</a:t>
              </a:r>
            </a:p>
          </p:txBody>
        </p:sp>
      </p:grpSp>
      <p:sp>
        <p:nvSpPr>
          <p:cNvPr id="104" name="Rectangle 103">
            <a:extLst>
              <a:ext uri="{FF2B5EF4-FFF2-40B4-BE49-F238E27FC236}">
                <a16:creationId xmlns:a16="http://schemas.microsoft.com/office/drawing/2014/main" id="{93AB1EE7-8A46-5919-E813-527B1B358958}"/>
              </a:ext>
            </a:extLst>
          </p:cNvPr>
          <p:cNvSpPr/>
          <p:nvPr/>
        </p:nvSpPr>
        <p:spPr>
          <a:xfrm>
            <a:off x="161200" y="5933849"/>
            <a:ext cx="9968509" cy="301343"/>
          </a:xfrm>
          <a:prstGeom prst="rect">
            <a:avLst/>
          </a:prstGeom>
          <a:solidFill>
            <a:schemeClr val="accent2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Data Governance</a:t>
            </a:r>
            <a:r>
              <a:rPr kumimoji="0" 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: Unity Catalog: centralized metadata, lineage, and access control; RLS and column masking per BU, persona, and sensitivity tier; Dataset and KPI registration in MDLZ governance framework (Ataccama); Data ownership model: stewards per domain with BU accountability; Weekly automated security scans and access reviews; Full audit trail on access, transformations, and policy changes</a:t>
            </a:r>
          </a:p>
        </p:txBody>
      </p:sp>
      <p:sp>
        <p:nvSpPr>
          <p:cNvPr id="107" name="Rectangle 106">
            <a:extLst>
              <a:ext uri="{FF2B5EF4-FFF2-40B4-BE49-F238E27FC236}">
                <a16:creationId xmlns:a16="http://schemas.microsoft.com/office/drawing/2014/main" id="{EAF80630-24BB-8861-3F83-E85733CAB507}"/>
              </a:ext>
            </a:extLst>
          </p:cNvPr>
          <p:cNvSpPr/>
          <p:nvPr/>
        </p:nvSpPr>
        <p:spPr>
          <a:xfrm>
            <a:off x="161200" y="6299880"/>
            <a:ext cx="9968509" cy="271816"/>
          </a:xfrm>
          <a:prstGeom prst="rect">
            <a:avLst/>
          </a:prstGeom>
          <a:solidFill>
            <a:schemeClr val="accent2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Documentation</a:t>
            </a:r>
            <a:r>
              <a:rPr kumimoji="0" 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: 8-Block Pipeline Architecture (HLD) signed by DaaS Architecture Lead; Living playbooks: Ingestion, Market Config, KPI Engine, Semantic Layer, Consumption; Auto-generated data dictionaries and lineage from Unity Catalog; CDRB evidence package: SonarQube, AI reviews, conformance, reconciliation; Approved design before build for all Tiers; Live Knowledge transfer docs creation for MDLZ AMS handover</a:t>
            </a:r>
          </a:p>
        </p:txBody>
      </p:sp>
      <p:sp>
        <p:nvSpPr>
          <p:cNvPr id="149" name="Rectangle: Rounded Corners 148">
            <a:extLst>
              <a:ext uri="{FF2B5EF4-FFF2-40B4-BE49-F238E27FC236}">
                <a16:creationId xmlns:a16="http://schemas.microsoft.com/office/drawing/2014/main" id="{8F616E96-E5CF-7FAD-DFC6-FF92C7F7BA7C}"/>
              </a:ext>
            </a:extLst>
          </p:cNvPr>
          <p:cNvSpPr/>
          <p:nvPr/>
        </p:nvSpPr>
        <p:spPr>
          <a:xfrm>
            <a:off x="1080551" y="4287694"/>
            <a:ext cx="1753630" cy="164663"/>
          </a:xfrm>
          <a:prstGeom prst="roundRect">
            <a:avLst>
              <a:gd name="adj" fmla="val 9962"/>
            </a:avLst>
          </a:prstGeom>
          <a:solidFill>
            <a:schemeClr val="accent3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Travel Argentina</a:t>
            </a:r>
          </a:p>
        </p:txBody>
      </p:sp>
      <p:sp>
        <p:nvSpPr>
          <p:cNvPr id="151" name="Rectangle: Rounded Corners 150">
            <a:extLst>
              <a:ext uri="{FF2B5EF4-FFF2-40B4-BE49-F238E27FC236}">
                <a16:creationId xmlns:a16="http://schemas.microsoft.com/office/drawing/2014/main" id="{1869AD62-E7FC-C037-D19F-BDA95F437DE8}"/>
              </a:ext>
            </a:extLst>
          </p:cNvPr>
          <p:cNvSpPr/>
          <p:nvPr/>
        </p:nvSpPr>
        <p:spPr>
          <a:xfrm>
            <a:off x="4740071" y="4053750"/>
            <a:ext cx="1753630" cy="164663"/>
          </a:xfrm>
          <a:prstGeom prst="roundRect">
            <a:avLst>
              <a:gd name="adj" fmla="val 9962"/>
            </a:avLst>
          </a:prstGeom>
          <a:solidFill>
            <a:schemeClr val="accent3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Travel Brazil</a:t>
            </a:r>
          </a:p>
        </p:txBody>
      </p:sp>
      <p:sp>
        <p:nvSpPr>
          <p:cNvPr id="153" name="Rectangle: Rounded Corners 152">
            <a:extLst>
              <a:ext uri="{FF2B5EF4-FFF2-40B4-BE49-F238E27FC236}">
                <a16:creationId xmlns:a16="http://schemas.microsoft.com/office/drawing/2014/main" id="{F6AA6D19-8031-8968-9BA5-5AB36643EA84}"/>
              </a:ext>
            </a:extLst>
          </p:cNvPr>
          <p:cNvSpPr/>
          <p:nvPr/>
        </p:nvSpPr>
        <p:spPr>
          <a:xfrm>
            <a:off x="4740071" y="4280309"/>
            <a:ext cx="1753630" cy="164663"/>
          </a:xfrm>
          <a:prstGeom prst="roundRect">
            <a:avLst>
              <a:gd name="adj" fmla="val 9962"/>
            </a:avLst>
          </a:prstGeom>
          <a:solidFill>
            <a:schemeClr val="accent3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Travel Argentina</a:t>
            </a:r>
          </a:p>
        </p:txBody>
      </p:sp>
      <p:sp>
        <p:nvSpPr>
          <p:cNvPr id="155" name="Rectangle: Rounded Corners 154">
            <a:extLst>
              <a:ext uri="{FF2B5EF4-FFF2-40B4-BE49-F238E27FC236}">
                <a16:creationId xmlns:a16="http://schemas.microsoft.com/office/drawing/2014/main" id="{D650CEF3-D374-6BDB-D089-5B42E8646A92}"/>
              </a:ext>
            </a:extLst>
          </p:cNvPr>
          <p:cNvSpPr/>
          <p:nvPr/>
        </p:nvSpPr>
        <p:spPr>
          <a:xfrm>
            <a:off x="9196674" y="4056482"/>
            <a:ext cx="1012413" cy="164663"/>
          </a:xfrm>
          <a:prstGeom prst="roundRect">
            <a:avLst>
              <a:gd name="adj" fmla="val 9962"/>
            </a:avLst>
          </a:prstGeom>
          <a:solidFill>
            <a:schemeClr val="accent3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Travel Brazil</a:t>
            </a:r>
          </a:p>
        </p:txBody>
      </p:sp>
      <p:sp>
        <p:nvSpPr>
          <p:cNvPr id="157" name="Rectangle: Rounded Corners 156">
            <a:extLst>
              <a:ext uri="{FF2B5EF4-FFF2-40B4-BE49-F238E27FC236}">
                <a16:creationId xmlns:a16="http://schemas.microsoft.com/office/drawing/2014/main" id="{C9AA7BEB-ED6A-284A-DF00-04002E0087FA}"/>
              </a:ext>
            </a:extLst>
          </p:cNvPr>
          <p:cNvSpPr/>
          <p:nvPr/>
        </p:nvSpPr>
        <p:spPr>
          <a:xfrm>
            <a:off x="9196674" y="4283041"/>
            <a:ext cx="1012413" cy="164663"/>
          </a:xfrm>
          <a:prstGeom prst="roundRect">
            <a:avLst>
              <a:gd name="adj" fmla="val 9962"/>
            </a:avLst>
          </a:prstGeom>
          <a:solidFill>
            <a:schemeClr val="accent3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Travel Argentina</a:t>
            </a:r>
          </a:p>
        </p:txBody>
      </p:sp>
    </p:spTree>
    <p:extLst>
      <p:ext uri="{BB962C8B-B14F-4D97-AF65-F5344CB8AC3E}">
        <p14:creationId xmlns:p14="http://schemas.microsoft.com/office/powerpoint/2010/main" val="3155319062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294BBB3-257B-DA0D-9DE5-F05845A0C72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9" name="Table 178">
            <a:extLst>
              <a:ext uri="{FF2B5EF4-FFF2-40B4-BE49-F238E27FC236}">
                <a16:creationId xmlns:a16="http://schemas.microsoft.com/office/drawing/2014/main" id="{CE6B249E-318E-4A1A-B0B5-8612A05FD91F}"/>
              </a:ext>
            </a:extLst>
          </p:cNvPr>
          <p:cNvGraphicFramePr>
            <a:graphicFrameLocks noGrp="1"/>
          </p:cNvGraphicFramePr>
          <p:nvPr/>
        </p:nvGraphicFramePr>
        <p:xfrm>
          <a:off x="119405" y="596574"/>
          <a:ext cx="11850241" cy="38709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7073">
                  <a:extLst>
                    <a:ext uri="{9D8B030D-6E8A-4147-A177-3AD203B41FA5}">
                      <a16:colId xmlns:a16="http://schemas.microsoft.com/office/drawing/2014/main" val="251127611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1222503726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1030616740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1364242629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2814804338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1808701544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2995671545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3311060168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1749326342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3177466681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21093418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26518041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2288495061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3010911527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1569591041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2005490570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3550475085"/>
                    </a:ext>
                  </a:extLst>
                </a:gridCol>
              </a:tblGrid>
              <a:tr h="157076"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 Nov 2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Nov 9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Nov 16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Nov 23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Nov 30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Dec 7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Dec 14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Dec 21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Dec 28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Jan 4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Jan 11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Jan 18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Jan 25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Feb 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Feb 8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Feb 15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Feb 22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467775164"/>
                  </a:ext>
                </a:extLst>
              </a:tr>
              <a:tr h="2698013"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74055313"/>
                  </a:ext>
                </a:extLst>
              </a:tr>
            </a:tbl>
          </a:graphicData>
        </a:graphic>
      </p:graphicFrame>
      <p:sp>
        <p:nvSpPr>
          <p:cNvPr id="90" name="Title 3">
            <a:extLst>
              <a:ext uri="{FF2B5EF4-FFF2-40B4-BE49-F238E27FC236}">
                <a16:creationId xmlns:a16="http://schemas.microsoft.com/office/drawing/2014/main" id="{8AEA23E7-4CD1-0D73-1FA9-FE6CA43EA50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52400" y="77219"/>
            <a:ext cx="11917679" cy="485775"/>
          </a:xfrm>
        </p:spPr>
        <p:txBody>
          <a:bodyPr anchor="ctr"/>
          <a:lstStyle/>
          <a:p>
            <a:r>
              <a:rPr lang="en-US" sz="2400">
                <a:solidFill>
                  <a:srgbClr val="012F74"/>
                </a:solidFill>
              </a:rPr>
              <a:t>2. MDLZ INVENTORY &amp; SHIPMENT</a:t>
            </a:r>
          </a:p>
        </p:txBody>
      </p:sp>
      <p:sp>
        <p:nvSpPr>
          <p:cNvPr id="95" name="Rectangle: Rounded Corners 94">
            <a:extLst>
              <a:ext uri="{FF2B5EF4-FFF2-40B4-BE49-F238E27FC236}">
                <a16:creationId xmlns:a16="http://schemas.microsoft.com/office/drawing/2014/main" id="{9B0AAF64-8D29-C072-B933-0187128A483F}"/>
              </a:ext>
            </a:extLst>
          </p:cNvPr>
          <p:cNvSpPr/>
          <p:nvPr/>
        </p:nvSpPr>
        <p:spPr>
          <a:xfrm>
            <a:off x="119405" y="2099896"/>
            <a:ext cx="4174154" cy="1001444"/>
          </a:xfrm>
          <a:prstGeom prst="roundRect">
            <a:avLst>
              <a:gd name="adj" fmla="val 831"/>
            </a:avLst>
          </a:prstGeom>
          <a:solidFill>
            <a:schemeClr val="accent6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Inventory and harmonize KPI definitions across full LA with Global D&amp;A inventory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Align calculation logic, UOMs, and aggregation rules to single regional KPI dictionary + business context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Map KPI placement: pre-calculated vs on-demand per consumption need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Inventory existing dashboards, reports, personas, cases</a:t>
            </a:r>
          </a:p>
        </p:txBody>
      </p:sp>
      <p:sp>
        <p:nvSpPr>
          <p:cNvPr id="102" name="Rectangle: Rounded Corners 101">
            <a:extLst>
              <a:ext uri="{FF2B5EF4-FFF2-40B4-BE49-F238E27FC236}">
                <a16:creationId xmlns:a16="http://schemas.microsoft.com/office/drawing/2014/main" id="{5024126A-1D28-A271-098E-22F1186265E7}"/>
              </a:ext>
            </a:extLst>
          </p:cNvPr>
          <p:cNvSpPr/>
          <p:nvPr/>
        </p:nvSpPr>
        <p:spPr>
          <a:xfrm>
            <a:off x="10616184" y="886968"/>
            <a:ext cx="1304972" cy="3476752"/>
          </a:xfrm>
          <a:prstGeom prst="roundRect">
            <a:avLst>
              <a:gd name="adj" fmla="val 2712"/>
            </a:avLst>
          </a:prstGeom>
          <a:solidFill>
            <a:schemeClr val="accent1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Full LA demo: AI/BI, Genie, Knowledge Assistant, Supervisor across 4 BUs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Benchmark evaluation: accuracy, latency, and guardrails across all personas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RLS validation per BU, persona, and market hierarchy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DQ, Job Observability, and Cost Monitoring dashboards production-ready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Agent orchestration: routing, handoffs, and tools live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Amazon Quick MCP integration for enterprise agent connectivity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Regression benchmark: no accuracy loss post BR &amp; SC onboarding</a:t>
            </a:r>
          </a:p>
        </p:txBody>
      </p:sp>
      <p:sp>
        <p:nvSpPr>
          <p:cNvPr id="103" name="Rectangle 102">
            <a:extLst>
              <a:ext uri="{FF2B5EF4-FFF2-40B4-BE49-F238E27FC236}">
                <a16:creationId xmlns:a16="http://schemas.microsoft.com/office/drawing/2014/main" id="{6244D82C-526D-382A-C060-4064BF6FF022}"/>
              </a:ext>
            </a:extLst>
          </p:cNvPr>
          <p:cNvSpPr/>
          <p:nvPr/>
        </p:nvSpPr>
        <p:spPr>
          <a:xfrm>
            <a:off x="161201" y="4453849"/>
            <a:ext cx="10402617" cy="322871"/>
          </a:xfrm>
          <a:prstGeom prst="rect">
            <a:avLst/>
          </a:prstGeom>
          <a:solidFill>
            <a:schemeClr val="accent2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Data Quality: </a:t>
            </a:r>
            <a:r>
              <a:rPr kumimoji="0" 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Automated DQ gate at ingestion: completeness, freshness, schema-drift, type enforcement; Quality thresholds and tolerance rules per source and BU; Quarantine and rejection handling with full audit trail; Reconciliation baselines from GCP production; DQ scoring and alerting embedded in pipeline orchestration</a:t>
            </a:r>
          </a:p>
        </p:txBody>
      </p:sp>
      <p:sp>
        <p:nvSpPr>
          <p:cNvPr id="105" name="Rectangle 104">
            <a:extLst>
              <a:ext uri="{FF2B5EF4-FFF2-40B4-BE49-F238E27FC236}">
                <a16:creationId xmlns:a16="http://schemas.microsoft.com/office/drawing/2014/main" id="{0517FE7B-14D7-44DF-47A3-BDC255B132BE}"/>
              </a:ext>
            </a:extLst>
          </p:cNvPr>
          <p:cNvSpPr/>
          <p:nvPr/>
        </p:nvSpPr>
        <p:spPr>
          <a:xfrm>
            <a:off x="161201" y="4839095"/>
            <a:ext cx="10402616" cy="322871"/>
          </a:xfrm>
          <a:prstGeom prst="rect">
            <a:avLst/>
          </a:prstGeom>
          <a:solidFill>
            <a:schemeClr val="accent2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Job Observability</a:t>
            </a:r>
            <a:r>
              <a:rPr kumimoji="0" 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: End-to-end pipeline monitoring: status, duration, SLA, and failure alerts; Centralized job dashboard across ingestion, transformation, and KPI layers; Automated retry/restart with idempotency per pipeline stage; Anomaly detection: runtime deviations, volume spikes, data gaps; Full lineage traceability from source to KPI for root-cause analysis</a:t>
            </a:r>
          </a:p>
        </p:txBody>
      </p:sp>
      <p:sp>
        <p:nvSpPr>
          <p:cNvPr id="106" name="Rectangle 105">
            <a:extLst>
              <a:ext uri="{FF2B5EF4-FFF2-40B4-BE49-F238E27FC236}">
                <a16:creationId xmlns:a16="http://schemas.microsoft.com/office/drawing/2014/main" id="{850056D2-354E-0049-608C-D4E60BFFB4CC}"/>
              </a:ext>
            </a:extLst>
          </p:cNvPr>
          <p:cNvSpPr/>
          <p:nvPr/>
        </p:nvSpPr>
        <p:spPr>
          <a:xfrm>
            <a:off x="161200" y="5208144"/>
            <a:ext cx="10402615" cy="303662"/>
          </a:xfrm>
          <a:prstGeom prst="rect">
            <a:avLst/>
          </a:prstGeom>
          <a:solidFill>
            <a:schemeClr val="accent2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Cost Monitoring</a:t>
            </a:r>
            <a:r>
              <a:rPr kumimoji="0" 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:  Real-time cost tracking per pipeline, BU, and environment; Budget baselines and automated threshold alerts from prototype phase; Cluster sizing and job scheduling optimization to control spend; Cost attribution by workstream (ingestion, KPI, AI/BI) and market; Monthly benchmarking vs GCP legacy for TCO comparison</a:t>
            </a:r>
          </a:p>
        </p:txBody>
      </p:sp>
      <p:sp>
        <p:nvSpPr>
          <p:cNvPr id="108" name="Rectangle 107">
            <a:extLst>
              <a:ext uri="{FF2B5EF4-FFF2-40B4-BE49-F238E27FC236}">
                <a16:creationId xmlns:a16="http://schemas.microsoft.com/office/drawing/2014/main" id="{E1A2A3B7-2B23-55B3-5756-2B46ED65CE7A}"/>
              </a:ext>
            </a:extLst>
          </p:cNvPr>
          <p:cNvSpPr/>
          <p:nvPr/>
        </p:nvSpPr>
        <p:spPr>
          <a:xfrm>
            <a:off x="10616183" y="4453849"/>
            <a:ext cx="1286685" cy="2044696"/>
          </a:xfrm>
          <a:prstGeom prst="rect">
            <a:avLst/>
          </a:prstGeom>
          <a:solidFill>
            <a:schemeClr val="accent2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Demonstrate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Data Quality,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Job Observability,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Cost Monitoring,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Refresh schedule,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Data Governance,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Live Documentation</a:t>
            </a:r>
          </a:p>
        </p:txBody>
      </p:sp>
      <p:sp>
        <p:nvSpPr>
          <p:cNvPr id="110" name="Rectangle: Rounded Corners 109">
            <a:extLst>
              <a:ext uri="{FF2B5EF4-FFF2-40B4-BE49-F238E27FC236}">
                <a16:creationId xmlns:a16="http://schemas.microsoft.com/office/drawing/2014/main" id="{572E829C-2BE7-18FB-CD26-5728BB25EC45}"/>
              </a:ext>
            </a:extLst>
          </p:cNvPr>
          <p:cNvSpPr/>
          <p:nvPr/>
        </p:nvSpPr>
        <p:spPr>
          <a:xfrm>
            <a:off x="2310140" y="3162963"/>
            <a:ext cx="1200320" cy="290393"/>
          </a:xfrm>
          <a:prstGeom prst="roundRect">
            <a:avLst>
              <a:gd name="adj" fmla="val 9962"/>
            </a:avLst>
          </a:prstGeom>
          <a:solidFill>
            <a:schemeClr val="accent3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Travel Brazil</a:t>
            </a:r>
          </a:p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(+WC + MX + SC)</a:t>
            </a:r>
          </a:p>
        </p:txBody>
      </p:sp>
      <p:sp>
        <p:nvSpPr>
          <p:cNvPr id="114" name="Rectangle: Rounded Corners 113">
            <a:extLst>
              <a:ext uri="{FF2B5EF4-FFF2-40B4-BE49-F238E27FC236}">
                <a16:creationId xmlns:a16="http://schemas.microsoft.com/office/drawing/2014/main" id="{6DD44175-484E-6472-BFF4-05FC790293D6}"/>
              </a:ext>
            </a:extLst>
          </p:cNvPr>
          <p:cNvSpPr/>
          <p:nvPr/>
        </p:nvSpPr>
        <p:spPr>
          <a:xfrm>
            <a:off x="119404" y="885999"/>
            <a:ext cx="3464799" cy="1140878"/>
          </a:xfrm>
          <a:prstGeom prst="roundRect">
            <a:avLst>
              <a:gd name="adj" fmla="val 2013"/>
            </a:avLst>
          </a:prstGeom>
          <a:solidFill>
            <a:schemeClr val="accent2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Establish federated integration from GCP Harmonized into Databricks GCP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Optimize manual files into single similar entities before core domains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Define parameterized mapping layer from GCP Harmonized tables to target Agnostic Core Domain entities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Run fit / gap analysis against Core Domain agnostic with DP&amp;E, and build</a:t>
            </a:r>
          </a:p>
        </p:txBody>
      </p:sp>
      <p:sp>
        <p:nvSpPr>
          <p:cNvPr id="116" name="Rectangle: Rounded Corners 115">
            <a:extLst>
              <a:ext uri="{FF2B5EF4-FFF2-40B4-BE49-F238E27FC236}">
                <a16:creationId xmlns:a16="http://schemas.microsoft.com/office/drawing/2014/main" id="{3224A6F4-357B-0F5B-3E62-D9CC5A69EADF}"/>
              </a:ext>
            </a:extLst>
          </p:cNvPr>
          <p:cNvSpPr/>
          <p:nvPr/>
        </p:nvSpPr>
        <p:spPr>
          <a:xfrm>
            <a:off x="4345926" y="2099894"/>
            <a:ext cx="3447781" cy="1001445"/>
          </a:xfrm>
          <a:prstGeom prst="roundRect">
            <a:avLst>
              <a:gd name="adj" fmla="val 222"/>
            </a:avLst>
          </a:prstGeom>
          <a:solidFill>
            <a:schemeClr val="accent6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Build parameterized Market Configuration Layer with versioned, market-keyed rules for full LA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Deploy configuration-driven KPI Calculation Engine, no hard-coded BU logic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Design and publish certified Metric Views in Unity Catalog with row-level security</a:t>
            </a:r>
          </a:p>
        </p:txBody>
      </p:sp>
      <p:sp>
        <p:nvSpPr>
          <p:cNvPr id="118" name="Rectangle: Rounded Corners 117">
            <a:extLst>
              <a:ext uri="{FF2B5EF4-FFF2-40B4-BE49-F238E27FC236}">
                <a16:creationId xmlns:a16="http://schemas.microsoft.com/office/drawing/2014/main" id="{2306975E-D8CB-A0C6-DE6D-287691848DBE}"/>
              </a:ext>
            </a:extLst>
          </p:cNvPr>
          <p:cNvSpPr/>
          <p:nvPr/>
        </p:nvSpPr>
        <p:spPr>
          <a:xfrm>
            <a:off x="3636571" y="1297901"/>
            <a:ext cx="858156" cy="278813"/>
          </a:xfrm>
          <a:prstGeom prst="roundRect">
            <a:avLst>
              <a:gd name="adj" fmla="val 9962"/>
            </a:avLst>
          </a:prstGeom>
          <a:solidFill>
            <a:schemeClr val="accent5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SonarQube and AI audit review</a:t>
            </a:r>
          </a:p>
        </p:txBody>
      </p:sp>
      <p:sp>
        <p:nvSpPr>
          <p:cNvPr id="120" name="Rectangle: Rounded Corners 119">
            <a:extLst>
              <a:ext uri="{FF2B5EF4-FFF2-40B4-BE49-F238E27FC236}">
                <a16:creationId xmlns:a16="http://schemas.microsoft.com/office/drawing/2014/main" id="{1F3B7393-14FF-B221-F262-3A4D9494B6FC}"/>
              </a:ext>
            </a:extLst>
          </p:cNvPr>
          <p:cNvSpPr/>
          <p:nvPr/>
        </p:nvSpPr>
        <p:spPr>
          <a:xfrm>
            <a:off x="7846074" y="1868732"/>
            <a:ext cx="2717744" cy="1232608"/>
          </a:xfrm>
          <a:prstGeom prst="roundRect">
            <a:avLst>
              <a:gd name="adj" fmla="val 2049"/>
            </a:avLst>
          </a:prstGeom>
          <a:solidFill>
            <a:schemeClr val="accent6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AI/BI dashboard prototypes per persona for full LA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Genie Agent spaces with curated business context and example queries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Benchmark evaluation (250+ questions) with accuracy tuning cycles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Knowledge Assistant build with indexed business documents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Agent orchestration (routing, tools, handoffs)</a:t>
            </a:r>
          </a:p>
        </p:txBody>
      </p:sp>
      <p:sp>
        <p:nvSpPr>
          <p:cNvPr id="122" name="Rectangle: Rounded Corners 121">
            <a:extLst>
              <a:ext uri="{FF2B5EF4-FFF2-40B4-BE49-F238E27FC236}">
                <a16:creationId xmlns:a16="http://schemas.microsoft.com/office/drawing/2014/main" id="{E115E063-5BDD-3AA1-289A-84360AC66873}"/>
              </a:ext>
            </a:extLst>
          </p:cNvPr>
          <p:cNvSpPr/>
          <p:nvPr/>
        </p:nvSpPr>
        <p:spPr>
          <a:xfrm>
            <a:off x="6257880" y="1293849"/>
            <a:ext cx="858156" cy="278813"/>
          </a:xfrm>
          <a:prstGeom prst="roundRect">
            <a:avLst>
              <a:gd name="adj" fmla="val 9962"/>
            </a:avLst>
          </a:prstGeom>
          <a:solidFill>
            <a:schemeClr val="accent5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SonarQube and AI audit review</a:t>
            </a:r>
          </a:p>
        </p:txBody>
      </p:sp>
      <p:sp>
        <p:nvSpPr>
          <p:cNvPr id="124" name="Rectangle: Rounded Corners 123">
            <a:extLst>
              <a:ext uri="{FF2B5EF4-FFF2-40B4-BE49-F238E27FC236}">
                <a16:creationId xmlns:a16="http://schemas.microsoft.com/office/drawing/2014/main" id="{0958BDDF-F343-B719-A4B4-8CD06583442A}"/>
              </a:ext>
            </a:extLst>
          </p:cNvPr>
          <p:cNvSpPr/>
          <p:nvPr/>
        </p:nvSpPr>
        <p:spPr>
          <a:xfrm>
            <a:off x="8965455" y="1293849"/>
            <a:ext cx="858156" cy="278813"/>
          </a:xfrm>
          <a:prstGeom prst="roundRect">
            <a:avLst>
              <a:gd name="adj" fmla="val 9962"/>
            </a:avLst>
          </a:prstGeom>
          <a:solidFill>
            <a:schemeClr val="accent5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SonarQube and AI audit review</a:t>
            </a:r>
          </a:p>
        </p:txBody>
      </p:sp>
      <p:sp>
        <p:nvSpPr>
          <p:cNvPr id="132" name="Rectangle 131">
            <a:extLst>
              <a:ext uri="{FF2B5EF4-FFF2-40B4-BE49-F238E27FC236}">
                <a16:creationId xmlns:a16="http://schemas.microsoft.com/office/drawing/2014/main" id="{35DD68E9-1425-0556-EC26-6D02AEC35ED6}"/>
              </a:ext>
            </a:extLst>
          </p:cNvPr>
          <p:cNvSpPr/>
          <p:nvPr/>
        </p:nvSpPr>
        <p:spPr>
          <a:xfrm>
            <a:off x="161200" y="5567606"/>
            <a:ext cx="10402615" cy="251762"/>
          </a:xfrm>
          <a:prstGeom prst="rect">
            <a:avLst/>
          </a:prstGeom>
          <a:solidFill>
            <a:schemeClr val="accent2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Refresh</a:t>
            </a:r>
            <a:r>
              <a:rPr kumimoji="0" 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: Weekend: full historical refresh across all layers and BUs; Nightly (Mon-Fri): incremental rolling 3-month window refresh; Daily workday: scheduled intraday refresh with automated watcher; Dependency-aware orchestration, downstream triggers post-validation; Freshness monitoring and staleness alerts per refresh tier</a:t>
            </a:r>
          </a:p>
        </p:txBody>
      </p:sp>
      <p:grpSp>
        <p:nvGrpSpPr>
          <p:cNvPr id="91" name="Group 90">
            <a:extLst>
              <a:ext uri="{FF2B5EF4-FFF2-40B4-BE49-F238E27FC236}">
                <a16:creationId xmlns:a16="http://schemas.microsoft.com/office/drawing/2014/main" id="{542B3F7D-1655-76A8-0A2C-BF74A05A44E5}"/>
              </a:ext>
            </a:extLst>
          </p:cNvPr>
          <p:cNvGrpSpPr/>
          <p:nvPr/>
        </p:nvGrpSpPr>
        <p:grpSpPr>
          <a:xfrm>
            <a:off x="68580" y="878051"/>
            <a:ext cx="855980" cy="5937025"/>
            <a:chOff x="5702955" y="1175657"/>
            <a:chExt cx="855980" cy="5765745"/>
          </a:xfrm>
        </p:grpSpPr>
        <p:cxnSp>
          <p:nvCxnSpPr>
            <p:cNvPr id="92" name="Straight Connector 91">
              <a:extLst>
                <a:ext uri="{FF2B5EF4-FFF2-40B4-BE49-F238E27FC236}">
                  <a16:creationId xmlns:a16="http://schemas.microsoft.com/office/drawing/2014/main" id="{98759308-644A-8617-1024-74F407CC6FD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28355" y="1175657"/>
              <a:ext cx="0" cy="5679161"/>
            </a:xfrm>
            <a:prstGeom prst="line">
              <a:avLst/>
            </a:prstGeom>
            <a:ln w="38100">
              <a:solidFill>
                <a:schemeClr val="accent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Freeform 40">
              <a:extLst>
                <a:ext uri="{FF2B5EF4-FFF2-40B4-BE49-F238E27FC236}">
                  <a16:creationId xmlns:a16="http://schemas.microsoft.com/office/drawing/2014/main" id="{CEBDC288-C434-61C3-1BF8-279F7D876316}"/>
                </a:ext>
              </a:extLst>
            </p:cNvPr>
            <p:cNvSpPr/>
            <p:nvPr/>
          </p:nvSpPr>
          <p:spPr>
            <a:xfrm flipH="1">
              <a:off x="5702955" y="6779589"/>
              <a:ext cx="855980" cy="161813"/>
            </a:xfrm>
            <a:custGeom>
              <a:avLst/>
              <a:gdLst>
                <a:gd name="connsiteX0" fmla="*/ 527292 w 1157638"/>
                <a:gd name="connsiteY0" fmla="*/ 0 h 968119"/>
                <a:gd name="connsiteX1" fmla="*/ 165096 w 1157638"/>
                <a:gd name="connsiteY1" fmla="*/ 185396 h 968119"/>
                <a:gd name="connsiteX2" fmla="*/ 170507 w 1157638"/>
                <a:gd name="connsiteY2" fmla="*/ 777654 h 968119"/>
                <a:gd name="connsiteX3" fmla="*/ 974625 w 1157638"/>
                <a:gd name="connsiteY3" fmla="*/ 861696 h 968119"/>
                <a:gd name="connsiteX4" fmla="*/ 1031264 w 1157638"/>
                <a:gd name="connsiteY4" fmla="*/ 145359 h 968119"/>
                <a:gd name="connsiteX5" fmla="*/ 527292 w 1157638"/>
                <a:gd name="connsiteY5" fmla="*/ 0 h 968119"/>
                <a:gd name="connsiteX6" fmla="*/ 527292 w 1157638"/>
                <a:gd name="connsiteY6" fmla="*/ 0 h 968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57638" h="968119">
                  <a:moveTo>
                    <a:pt x="527292" y="0"/>
                  </a:moveTo>
                  <a:cubicBezTo>
                    <a:pt x="404997" y="0"/>
                    <a:pt x="279815" y="45447"/>
                    <a:pt x="165096" y="185396"/>
                  </a:cubicBezTo>
                  <a:cubicBezTo>
                    <a:pt x="-127836" y="542482"/>
                    <a:pt x="30535" y="677742"/>
                    <a:pt x="170507" y="777654"/>
                  </a:cubicBezTo>
                  <a:cubicBezTo>
                    <a:pt x="310479" y="877566"/>
                    <a:pt x="787034" y="1100114"/>
                    <a:pt x="974625" y="861696"/>
                  </a:cubicBezTo>
                  <a:cubicBezTo>
                    <a:pt x="1162217" y="623278"/>
                    <a:pt x="1244468" y="204152"/>
                    <a:pt x="1031264" y="145359"/>
                  </a:cubicBezTo>
                  <a:cubicBezTo>
                    <a:pt x="901753" y="109651"/>
                    <a:pt x="717769" y="0"/>
                    <a:pt x="527292" y="0"/>
                  </a:cubicBezTo>
                  <a:lnTo>
                    <a:pt x="527292" y="0"/>
                  </a:lnTo>
                </a:path>
              </a:pathLst>
            </a:custGeom>
            <a:solidFill>
              <a:schemeClr val="accent1"/>
            </a:solidFill>
            <a:ln w="3606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WE ARE HERE!</a:t>
              </a:r>
            </a:p>
          </p:txBody>
        </p:sp>
      </p:grpSp>
      <p:sp>
        <p:nvSpPr>
          <p:cNvPr id="104" name="Rectangle 103">
            <a:extLst>
              <a:ext uri="{FF2B5EF4-FFF2-40B4-BE49-F238E27FC236}">
                <a16:creationId xmlns:a16="http://schemas.microsoft.com/office/drawing/2014/main" id="{CE12999E-5BDD-F10E-6FE4-8DBE5CE39440}"/>
              </a:ext>
            </a:extLst>
          </p:cNvPr>
          <p:cNvSpPr/>
          <p:nvPr/>
        </p:nvSpPr>
        <p:spPr>
          <a:xfrm>
            <a:off x="161200" y="5860697"/>
            <a:ext cx="10402615" cy="301343"/>
          </a:xfrm>
          <a:prstGeom prst="rect">
            <a:avLst/>
          </a:prstGeom>
          <a:solidFill>
            <a:schemeClr val="accent2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Data Governance</a:t>
            </a:r>
            <a:r>
              <a:rPr kumimoji="0" 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: Unity Catalog: centralized metadata, lineage, and access control; RLS and column masking per BU, persona, and sensitivity tier; Dataset and KPI registration in MDLZ governance framework (Ataccama); Data ownership model: stewards per domain with BU accountability; Weekly automated security scans and access reviews; Full audit trail on access, transformations, and policy changes</a:t>
            </a:r>
          </a:p>
        </p:txBody>
      </p:sp>
      <p:sp>
        <p:nvSpPr>
          <p:cNvPr id="107" name="Rectangle 106">
            <a:extLst>
              <a:ext uri="{FF2B5EF4-FFF2-40B4-BE49-F238E27FC236}">
                <a16:creationId xmlns:a16="http://schemas.microsoft.com/office/drawing/2014/main" id="{2B8781D1-6982-8357-13E4-9ECC668BE8F0}"/>
              </a:ext>
            </a:extLst>
          </p:cNvPr>
          <p:cNvSpPr/>
          <p:nvPr/>
        </p:nvSpPr>
        <p:spPr>
          <a:xfrm>
            <a:off x="161200" y="6226728"/>
            <a:ext cx="10402615" cy="271816"/>
          </a:xfrm>
          <a:prstGeom prst="rect">
            <a:avLst/>
          </a:prstGeom>
          <a:solidFill>
            <a:schemeClr val="accent2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Documentation</a:t>
            </a:r>
            <a:r>
              <a:rPr kumimoji="0" 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: 8-Block Pipeline Architecture (HLD) signed by DaaS Architecture Lead; Living playbooks: Ingestion, Market Config, KPI Engine, Semantic Layer, Consumption; Auto-generated data dictionaries and lineage from Unity Catalog; CDRB evidence package: SonarQube, AI reviews, conformance, reconciliation; Approved design before build for all Tiers; Live Knowledge transfer docs creation for MDLZ AMS handover</a:t>
            </a:r>
          </a:p>
        </p:txBody>
      </p:sp>
      <p:sp>
        <p:nvSpPr>
          <p:cNvPr id="5" name="Rectangle: Rounded Corners 4">
            <a:extLst>
              <a:ext uri="{FF2B5EF4-FFF2-40B4-BE49-F238E27FC236}">
                <a16:creationId xmlns:a16="http://schemas.microsoft.com/office/drawing/2014/main" id="{B77FCAC9-B817-3194-FAD5-2579E39119D3}"/>
              </a:ext>
            </a:extLst>
          </p:cNvPr>
          <p:cNvSpPr/>
          <p:nvPr/>
        </p:nvSpPr>
        <p:spPr>
          <a:xfrm>
            <a:off x="8623793" y="3162963"/>
            <a:ext cx="1200320" cy="290393"/>
          </a:xfrm>
          <a:prstGeom prst="roundRect">
            <a:avLst>
              <a:gd name="adj" fmla="val 9962"/>
            </a:avLst>
          </a:prstGeom>
          <a:solidFill>
            <a:schemeClr val="accent3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Travel Brazil</a:t>
            </a:r>
          </a:p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(+WC + MX + SC)</a:t>
            </a:r>
          </a:p>
        </p:txBody>
      </p:sp>
    </p:spTree>
    <p:extLst>
      <p:ext uri="{BB962C8B-B14F-4D97-AF65-F5344CB8AC3E}">
        <p14:creationId xmlns:p14="http://schemas.microsoft.com/office/powerpoint/2010/main" val="2714269851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F4C313E-7D38-4204-A674-4996CA93C56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9" name="Table 178">
            <a:extLst>
              <a:ext uri="{FF2B5EF4-FFF2-40B4-BE49-F238E27FC236}">
                <a16:creationId xmlns:a16="http://schemas.microsoft.com/office/drawing/2014/main" id="{94692D57-0797-F24C-B5B7-FF447D29C5F6}"/>
              </a:ext>
            </a:extLst>
          </p:cNvPr>
          <p:cNvGraphicFramePr>
            <a:graphicFrameLocks noGrp="1"/>
          </p:cNvGraphicFramePr>
          <p:nvPr/>
        </p:nvGraphicFramePr>
        <p:xfrm>
          <a:off x="119405" y="596574"/>
          <a:ext cx="11850241" cy="38709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7073">
                  <a:extLst>
                    <a:ext uri="{9D8B030D-6E8A-4147-A177-3AD203B41FA5}">
                      <a16:colId xmlns:a16="http://schemas.microsoft.com/office/drawing/2014/main" val="251127611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1222503726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1030616740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1364242629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2814804338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1808701544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2995671545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3311060168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1749326342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3177466681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21093418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26518041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2288495061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3010911527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1569591041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2005490570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3550475085"/>
                    </a:ext>
                  </a:extLst>
                </a:gridCol>
              </a:tblGrid>
              <a:tr h="157076"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 Nov 2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Nov 9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Nov 16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Nov 23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Nov 30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Dec 7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Dec 14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Dec 21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Dec 28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Jan 4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Jan 11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Jan 18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Jan 25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Feb 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Feb 8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Feb 15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Feb 22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467775164"/>
                  </a:ext>
                </a:extLst>
              </a:tr>
              <a:tr h="2698013"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74055313"/>
                  </a:ext>
                </a:extLst>
              </a:tr>
            </a:tbl>
          </a:graphicData>
        </a:graphic>
      </p:graphicFrame>
      <p:sp>
        <p:nvSpPr>
          <p:cNvPr id="90" name="Title 3">
            <a:extLst>
              <a:ext uri="{FF2B5EF4-FFF2-40B4-BE49-F238E27FC236}">
                <a16:creationId xmlns:a16="http://schemas.microsoft.com/office/drawing/2014/main" id="{7D5E8FEB-6E87-92C0-4A88-3B36DA9D860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52400" y="77219"/>
            <a:ext cx="11917679" cy="485775"/>
          </a:xfrm>
        </p:spPr>
        <p:txBody>
          <a:bodyPr anchor="ctr"/>
          <a:lstStyle/>
          <a:p>
            <a:r>
              <a:rPr lang="en-US" sz="2400">
                <a:solidFill>
                  <a:srgbClr val="012F74"/>
                </a:solidFill>
              </a:rPr>
              <a:t>3. MARKET MEASUREMENT AND PROMOTIONS</a:t>
            </a:r>
          </a:p>
        </p:txBody>
      </p:sp>
      <p:sp>
        <p:nvSpPr>
          <p:cNvPr id="95" name="Rectangle: Rounded Corners 94">
            <a:extLst>
              <a:ext uri="{FF2B5EF4-FFF2-40B4-BE49-F238E27FC236}">
                <a16:creationId xmlns:a16="http://schemas.microsoft.com/office/drawing/2014/main" id="{A44B438E-33FA-49A8-AC3B-E11DDCF5B806}"/>
              </a:ext>
            </a:extLst>
          </p:cNvPr>
          <p:cNvSpPr/>
          <p:nvPr/>
        </p:nvSpPr>
        <p:spPr>
          <a:xfrm>
            <a:off x="119405" y="2967743"/>
            <a:ext cx="4174154" cy="1001444"/>
          </a:xfrm>
          <a:prstGeom prst="roundRect">
            <a:avLst>
              <a:gd name="adj" fmla="val 831"/>
            </a:avLst>
          </a:prstGeom>
          <a:solidFill>
            <a:schemeClr val="accent6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Inventory and harmonize KPI definitions across full LA with Global D&amp;A inventory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Align calculation logic, UOMs, and aggregation rules to single regional KPI dictionary + business context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Map KPI placement: pre-calculated vs on-demand per consumption need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Inventory existing dashboards, reports, personas, cases</a:t>
            </a:r>
          </a:p>
        </p:txBody>
      </p:sp>
      <p:sp>
        <p:nvSpPr>
          <p:cNvPr id="102" name="Rectangle: Rounded Corners 101">
            <a:extLst>
              <a:ext uri="{FF2B5EF4-FFF2-40B4-BE49-F238E27FC236}">
                <a16:creationId xmlns:a16="http://schemas.microsoft.com/office/drawing/2014/main" id="{25778736-976A-0A85-9748-549D9EE55965}"/>
              </a:ext>
            </a:extLst>
          </p:cNvPr>
          <p:cNvSpPr/>
          <p:nvPr/>
        </p:nvSpPr>
        <p:spPr>
          <a:xfrm>
            <a:off x="10616184" y="886968"/>
            <a:ext cx="1304972" cy="3476752"/>
          </a:xfrm>
          <a:prstGeom prst="roundRect">
            <a:avLst>
              <a:gd name="adj" fmla="val 2712"/>
            </a:avLst>
          </a:prstGeom>
          <a:solidFill>
            <a:schemeClr val="accent1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Full LA demo: AI/BI, Genie, Knowledge Assistant, Supervisor across 4 BUs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Benchmark evaluation: accuracy, latency, and guardrails across all personas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RLS validation per BU, persona, and market hierarchy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DQ, Job Observability, and Cost Monitoring dashboards production-ready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Agent orchestration: routing, handoffs, and tools live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Amazon Quick MCP integration for enterprise agent connectivity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Regression benchmark: no accuracy loss post BR &amp; SC onboarding</a:t>
            </a:r>
          </a:p>
        </p:txBody>
      </p:sp>
      <p:sp>
        <p:nvSpPr>
          <p:cNvPr id="103" name="Rectangle 102">
            <a:extLst>
              <a:ext uri="{FF2B5EF4-FFF2-40B4-BE49-F238E27FC236}">
                <a16:creationId xmlns:a16="http://schemas.microsoft.com/office/drawing/2014/main" id="{F953A267-A9AB-8295-2E3F-F3D8AD684715}"/>
              </a:ext>
            </a:extLst>
          </p:cNvPr>
          <p:cNvSpPr/>
          <p:nvPr/>
        </p:nvSpPr>
        <p:spPr>
          <a:xfrm>
            <a:off x="161201" y="4453849"/>
            <a:ext cx="10388202" cy="322871"/>
          </a:xfrm>
          <a:prstGeom prst="rect">
            <a:avLst/>
          </a:prstGeom>
          <a:solidFill>
            <a:schemeClr val="accent2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Data Quality: </a:t>
            </a:r>
            <a:r>
              <a:rPr kumimoji="0" 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Automated DQ gate at ingestion: completeness, freshness, schema-drift, type enforcement; Quality thresholds and tolerance rules per source and BU; Quarantine and rejection handling with full audit trail; Reconciliation baselines from GCP production; DQ scoring and alerting embedded in pipeline orchestration</a:t>
            </a:r>
          </a:p>
        </p:txBody>
      </p:sp>
      <p:sp>
        <p:nvSpPr>
          <p:cNvPr id="105" name="Rectangle 104">
            <a:extLst>
              <a:ext uri="{FF2B5EF4-FFF2-40B4-BE49-F238E27FC236}">
                <a16:creationId xmlns:a16="http://schemas.microsoft.com/office/drawing/2014/main" id="{1C75E6BC-ED97-BEAF-7B4A-DD3DEC0660EA}"/>
              </a:ext>
            </a:extLst>
          </p:cNvPr>
          <p:cNvSpPr/>
          <p:nvPr/>
        </p:nvSpPr>
        <p:spPr>
          <a:xfrm>
            <a:off x="161200" y="4839095"/>
            <a:ext cx="10388201" cy="322871"/>
          </a:xfrm>
          <a:prstGeom prst="rect">
            <a:avLst/>
          </a:prstGeom>
          <a:solidFill>
            <a:schemeClr val="accent2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Job Observability</a:t>
            </a:r>
            <a:r>
              <a:rPr kumimoji="0" 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: End-to-end pipeline monitoring: status, duration, SLA, and failure alerts; Centralized job dashboard across ingestion, transformation, and KPI layers; Automated retry/restart with idempotency per pipeline stage; Anomaly detection: runtime deviations, volume spikes, data gaps; Full lineage traceability from source to KPI for root-cause analysis</a:t>
            </a:r>
          </a:p>
        </p:txBody>
      </p:sp>
      <p:sp>
        <p:nvSpPr>
          <p:cNvPr id="106" name="Rectangle 105">
            <a:extLst>
              <a:ext uri="{FF2B5EF4-FFF2-40B4-BE49-F238E27FC236}">
                <a16:creationId xmlns:a16="http://schemas.microsoft.com/office/drawing/2014/main" id="{C9D8861C-D24A-58EE-3E72-252287CC036B}"/>
              </a:ext>
            </a:extLst>
          </p:cNvPr>
          <p:cNvSpPr/>
          <p:nvPr/>
        </p:nvSpPr>
        <p:spPr>
          <a:xfrm>
            <a:off x="161200" y="5208144"/>
            <a:ext cx="10388200" cy="303662"/>
          </a:xfrm>
          <a:prstGeom prst="rect">
            <a:avLst/>
          </a:prstGeom>
          <a:solidFill>
            <a:schemeClr val="accent2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Cost Monitoring</a:t>
            </a:r>
            <a:r>
              <a:rPr kumimoji="0" 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:  Real-time cost tracking per pipeline, BU, and environment; Budget baselines and automated threshold alerts from prototype phase; Cluster sizing and job scheduling optimization to control spend; Cost attribution by workstream (ingestion, KPI, AI/BI) and market; Monthly benchmarking vs GCP legacy for TCO comparison</a:t>
            </a:r>
          </a:p>
        </p:txBody>
      </p:sp>
      <p:sp>
        <p:nvSpPr>
          <p:cNvPr id="108" name="Rectangle 107">
            <a:extLst>
              <a:ext uri="{FF2B5EF4-FFF2-40B4-BE49-F238E27FC236}">
                <a16:creationId xmlns:a16="http://schemas.microsoft.com/office/drawing/2014/main" id="{2D470075-0933-C045-3FB2-6937757731D6}"/>
              </a:ext>
            </a:extLst>
          </p:cNvPr>
          <p:cNvSpPr/>
          <p:nvPr/>
        </p:nvSpPr>
        <p:spPr>
          <a:xfrm>
            <a:off x="10616183" y="4453849"/>
            <a:ext cx="1286685" cy="2044696"/>
          </a:xfrm>
          <a:prstGeom prst="rect">
            <a:avLst/>
          </a:prstGeom>
          <a:solidFill>
            <a:schemeClr val="accent2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Demonstrate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Data Quality,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Job Observability,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Cost Monitoring,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Refresh schedule,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Data Governance,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Live Documentation</a:t>
            </a:r>
          </a:p>
        </p:txBody>
      </p:sp>
      <p:sp>
        <p:nvSpPr>
          <p:cNvPr id="110" name="Rectangle: Rounded Corners 109">
            <a:extLst>
              <a:ext uri="{FF2B5EF4-FFF2-40B4-BE49-F238E27FC236}">
                <a16:creationId xmlns:a16="http://schemas.microsoft.com/office/drawing/2014/main" id="{4DF3102E-29EF-A72B-7F77-DF47618D1BB9}"/>
              </a:ext>
            </a:extLst>
          </p:cNvPr>
          <p:cNvSpPr/>
          <p:nvPr/>
        </p:nvSpPr>
        <p:spPr>
          <a:xfrm>
            <a:off x="2296388" y="4030810"/>
            <a:ext cx="1200320" cy="290393"/>
          </a:xfrm>
          <a:prstGeom prst="roundRect">
            <a:avLst>
              <a:gd name="adj" fmla="val 9962"/>
            </a:avLst>
          </a:prstGeom>
          <a:solidFill>
            <a:schemeClr val="accent3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Travel Brazil</a:t>
            </a:r>
          </a:p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(+WC + MX + SC)</a:t>
            </a:r>
          </a:p>
        </p:txBody>
      </p:sp>
      <p:sp>
        <p:nvSpPr>
          <p:cNvPr id="114" name="Rectangle: Rounded Corners 113">
            <a:extLst>
              <a:ext uri="{FF2B5EF4-FFF2-40B4-BE49-F238E27FC236}">
                <a16:creationId xmlns:a16="http://schemas.microsoft.com/office/drawing/2014/main" id="{61B7CFDB-E3C2-2A97-BAB4-AC717E4C3498}"/>
              </a:ext>
            </a:extLst>
          </p:cNvPr>
          <p:cNvSpPr/>
          <p:nvPr/>
        </p:nvSpPr>
        <p:spPr>
          <a:xfrm>
            <a:off x="119404" y="1753846"/>
            <a:ext cx="3428467" cy="1140878"/>
          </a:xfrm>
          <a:prstGeom prst="roundRect">
            <a:avLst>
              <a:gd name="adj" fmla="val 2013"/>
            </a:avLst>
          </a:prstGeom>
          <a:solidFill>
            <a:schemeClr val="accent2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Establish federated integration from GCP Harmonized into Databricks GCP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Optimize manual files into single similar entities before core domains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Define parameterized mapping layer from GCP Harmonized tables to target Agnostic Core Domain entities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Run fit / gap analysis against Core Domain agnostic with DP&amp;E, and build</a:t>
            </a:r>
          </a:p>
        </p:txBody>
      </p:sp>
      <p:sp>
        <p:nvSpPr>
          <p:cNvPr id="116" name="Rectangle: Rounded Corners 115">
            <a:extLst>
              <a:ext uri="{FF2B5EF4-FFF2-40B4-BE49-F238E27FC236}">
                <a16:creationId xmlns:a16="http://schemas.microsoft.com/office/drawing/2014/main" id="{079368E6-0025-B36E-3FC9-5345E3CA266F}"/>
              </a:ext>
            </a:extLst>
          </p:cNvPr>
          <p:cNvSpPr/>
          <p:nvPr/>
        </p:nvSpPr>
        <p:spPr>
          <a:xfrm>
            <a:off x="4345926" y="2967741"/>
            <a:ext cx="3447781" cy="1001445"/>
          </a:xfrm>
          <a:prstGeom prst="roundRect">
            <a:avLst>
              <a:gd name="adj" fmla="val 222"/>
            </a:avLst>
          </a:prstGeom>
          <a:solidFill>
            <a:schemeClr val="accent6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Build parameterized Market Configuration Layer with versioned, market-keyed rules for full LA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Deploy configuration-driven KPI Calculation Engine, no hard-coded BU logic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Design and publish certified Metric Views in Unity Catalog with row-level security</a:t>
            </a:r>
          </a:p>
        </p:txBody>
      </p:sp>
      <p:sp>
        <p:nvSpPr>
          <p:cNvPr id="118" name="Rectangle: Rounded Corners 117">
            <a:extLst>
              <a:ext uri="{FF2B5EF4-FFF2-40B4-BE49-F238E27FC236}">
                <a16:creationId xmlns:a16="http://schemas.microsoft.com/office/drawing/2014/main" id="{2307CEFA-A946-50E4-EF18-4329071AC9AD}"/>
              </a:ext>
            </a:extLst>
          </p:cNvPr>
          <p:cNvSpPr/>
          <p:nvPr/>
        </p:nvSpPr>
        <p:spPr>
          <a:xfrm>
            <a:off x="3624379" y="2165748"/>
            <a:ext cx="858156" cy="278813"/>
          </a:xfrm>
          <a:prstGeom prst="roundRect">
            <a:avLst>
              <a:gd name="adj" fmla="val 9962"/>
            </a:avLst>
          </a:prstGeom>
          <a:solidFill>
            <a:schemeClr val="accent5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SonarQube and AI audit review</a:t>
            </a:r>
          </a:p>
        </p:txBody>
      </p:sp>
      <p:sp>
        <p:nvSpPr>
          <p:cNvPr id="120" name="Rectangle: Rounded Corners 119">
            <a:extLst>
              <a:ext uri="{FF2B5EF4-FFF2-40B4-BE49-F238E27FC236}">
                <a16:creationId xmlns:a16="http://schemas.microsoft.com/office/drawing/2014/main" id="{1F1273AC-5CF5-A842-3B15-A197439CD4E4}"/>
              </a:ext>
            </a:extLst>
          </p:cNvPr>
          <p:cNvSpPr/>
          <p:nvPr/>
        </p:nvSpPr>
        <p:spPr>
          <a:xfrm>
            <a:off x="7846074" y="2736579"/>
            <a:ext cx="2717744" cy="1232608"/>
          </a:xfrm>
          <a:prstGeom prst="roundRect">
            <a:avLst>
              <a:gd name="adj" fmla="val 2049"/>
            </a:avLst>
          </a:prstGeom>
          <a:solidFill>
            <a:schemeClr val="accent6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AI/BI dashboard prototypes per persona for full LA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Genie Agent spaces with curated business context and example queries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Benchmark evaluation (250+ questions) with accuracy tuning cycles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Knowledge Assistant build with indexed business documents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Agent orchestration (routing, tools, handoffs)</a:t>
            </a:r>
          </a:p>
        </p:txBody>
      </p:sp>
      <p:sp>
        <p:nvSpPr>
          <p:cNvPr id="122" name="Rectangle: Rounded Corners 121">
            <a:extLst>
              <a:ext uri="{FF2B5EF4-FFF2-40B4-BE49-F238E27FC236}">
                <a16:creationId xmlns:a16="http://schemas.microsoft.com/office/drawing/2014/main" id="{4273E0E9-2C66-32C0-550D-5B801FBA1E3A}"/>
              </a:ext>
            </a:extLst>
          </p:cNvPr>
          <p:cNvSpPr/>
          <p:nvPr/>
        </p:nvSpPr>
        <p:spPr>
          <a:xfrm>
            <a:off x="6257880" y="2161696"/>
            <a:ext cx="858156" cy="278813"/>
          </a:xfrm>
          <a:prstGeom prst="roundRect">
            <a:avLst>
              <a:gd name="adj" fmla="val 9962"/>
            </a:avLst>
          </a:prstGeom>
          <a:solidFill>
            <a:schemeClr val="accent5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SonarQube and AI audit review</a:t>
            </a:r>
          </a:p>
        </p:txBody>
      </p:sp>
      <p:sp>
        <p:nvSpPr>
          <p:cNvPr id="124" name="Rectangle: Rounded Corners 123">
            <a:extLst>
              <a:ext uri="{FF2B5EF4-FFF2-40B4-BE49-F238E27FC236}">
                <a16:creationId xmlns:a16="http://schemas.microsoft.com/office/drawing/2014/main" id="{AB849E40-FB5B-89EC-70A2-00DBDA002996}"/>
              </a:ext>
            </a:extLst>
          </p:cNvPr>
          <p:cNvSpPr/>
          <p:nvPr/>
        </p:nvSpPr>
        <p:spPr>
          <a:xfrm>
            <a:off x="8965455" y="2161696"/>
            <a:ext cx="858156" cy="278813"/>
          </a:xfrm>
          <a:prstGeom prst="roundRect">
            <a:avLst>
              <a:gd name="adj" fmla="val 9962"/>
            </a:avLst>
          </a:prstGeom>
          <a:solidFill>
            <a:schemeClr val="accent5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SonarQube and AI audit review</a:t>
            </a:r>
          </a:p>
        </p:txBody>
      </p:sp>
      <p:sp>
        <p:nvSpPr>
          <p:cNvPr id="132" name="Rectangle 131">
            <a:extLst>
              <a:ext uri="{FF2B5EF4-FFF2-40B4-BE49-F238E27FC236}">
                <a16:creationId xmlns:a16="http://schemas.microsoft.com/office/drawing/2014/main" id="{1FA717B8-B8D2-41EE-B756-E2535B138D7F}"/>
              </a:ext>
            </a:extLst>
          </p:cNvPr>
          <p:cNvSpPr/>
          <p:nvPr/>
        </p:nvSpPr>
        <p:spPr>
          <a:xfrm>
            <a:off x="161200" y="5567606"/>
            <a:ext cx="10388200" cy="251762"/>
          </a:xfrm>
          <a:prstGeom prst="rect">
            <a:avLst/>
          </a:prstGeom>
          <a:solidFill>
            <a:schemeClr val="accent2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Refresh</a:t>
            </a:r>
            <a:r>
              <a:rPr kumimoji="0" 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: Weekend: full historical refresh across all layers and BUs; Nightly (Mon-Fri): incremental rolling 3-month window refresh; Daily workday: scheduled intraday refresh with automated watcher; Dependency-aware orchestration, downstream triggers post-validation; Freshness monitoring and staleness alerts per refresh tier</a:t>
            </a:r>
          </a:p>
        </p:txBody>
      </p:sp>
      <p:grpSp>
        <p:nvGrpSpPr>
          <p:cNvPr id="91" name="Group 90">
            <a:extLst>
              <a:ext uri="{FF2B5EF4-FFF2-40B4-BE49-F238E27FC236}">
                <a16:creationId xmlns:a16="http://schemas.microsoft.com/office/drawing/2014/main" id="{6DEA1BE8-E8E8-22B0-CF0D-ADDC4910DFE8}"/>
              </a:ext>
            </a:extLst>
          </p:cNvPr>
          <p:cNvGrpSpPr/>
          <p:nvPr/>
        </p:nvGrpSpPr>
        <p:grpSpPr>
          <a:xfrm>
            <a:off x="68580" y="878051"/>
            <a:ext cx="855980" cy="5937025"/>
            <a:chOff x="5702955" y="1175657"/>
            <a:chExt cx="855980" cy="5765745"/>
          </a:xfrm>
        </p:grpSpPr>
        <p:cxnSp>
          <p:nvCxnSpPr>
            <p:cNvPr id="92" name="Straight Connector 91">
              <a:extLst>
                <a:ext uri="{FF2B5EF4-FFF2-40B4-BE49-F238E27FC236}">
                  <a16:creationId xmlns:a16="http://schemas.microsoft.com/office/drawing/2014/main" id="{3D63B3FE-9E89-41C9-0222-07A0AA0B857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28355" y="1175657"/>
              <a:ext cx="0" cy="5679161"/>
            </a:xfrm>
            <a:prstGeom prst="line">
              <a:avLst/>
            </a:prstGeom>
            <a:ln w="38100">
              <a:solidFill>
                <a:schemeClr val="accent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Freeform 40">
              <a:extLst>
                <a:ext uri="{FF2B5EF4-FFF2-40B4-BE49-F238E27FC236}">
                  <a16:creationId xmlns:a16="http://schemas.microsoft.com/office/drawing/2014/main" id="{1A408D47-28D4-E10A-5ADD-B977E740A1BB}"/>
                </a:ext>
              </a:extLst>
            </p:cNvPr>
            <p:cNvSpPr/>
            <p:nvPr/>
          </p:nvSpPr>
          <p:spPr>
            <a:xfrm flipH="1">
              <a:off x="5702955" y="6779589"/>
              <a:ext cx="855980" cy="161813"/>
            </a:xfrm>
            <a:custGeom>
              <a:avLst/>
              <a:gdLst>
                <a:gd name="connsiteX0" fmla="*/ 527292 w 1157638"/>
                <a:gd name="connsiteY0" fmla="*/ 0 h 968119"/>
                <a:gd name="connsiteX1" fmla="*/ 165096 w 1157638"/>
                <a:gd name="connsiteY1" fmla="*/ 185396 h 968119"/>
                <a:gd name="connsiteX2" fmla="*/ 170507 w 1157638"/>
                <a:gd name="connsiteY2" fmla="*/ 777654 h 968119"/>
                <a:gd name="connsiteX3" fmla="*/ 974625 w 1157638"/>
                <a:gd name="connsiteY3" fmla="*/ 861696 h 968119"/>
                <a:gd name="connsiteX4" fmla="*/ 1031264 w 1157638"/>
                <a:gd name="connsiteY4" fmla="*/ 145359 h 968119"/>
                <a:gd name="connsiteX5" fmla="*/ 527292 w 1157638"/>
                <a:gd name="connsiteY5" fmla="*/ 0 h 968119"/>
                <a:gd name="connsiteX6" fmla="*/ 527292 w 1157638"/>
                <a:gd name="connsiteY6" fmla="*/ 0 h 968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57638" h="968119">
                  <a:moveTo>
                    <a:pt x="527292" y="0"/>
                  </a:moveTo>
                  <a:cubicBezTo>
                    <a:pt x="404997" y="0"/>
                    <a:pt x="279815" y="45447"/>
                    <a:pt x="165096" y="185396"/>
                  </a:cubicBezTo>
                  <a:cubicBezTo>
                    <a:pt x="-127836" y="542482"/>
                    <a:pt x="30535" y="677742"/>
                    <a:pt x="170507" y="777654"/>
                  </a:cubicBezTo>
                  <a:cubicBezTo>
                    <a:pt x="310479" y="877566"/>
                    <a:pt x="787034" y="1100114"/>
                    <a:pt x="974625" y="861696"/>
                  </a:cubicBezTo>
                  <a:cubicBezTo>
                    <a:pt x="1162217" y="623278"/>
                    <a:pt x="1244468" y="204152"/>
                    <a:pt x="1031264" y="145359"/>
                  </a:cubicBezTo>
                  <a:cubicBezTo>
                    <a:pt x="901753" y="109651"/>
                    <a:pt x="717769" y="0"/>
                    <a:pt x="527292" y="0"/>
                  </a:cubicBezTo>
                  <a:lnTo>
                    <a:pt x="527292" y="0"/>
                  </a:lnTo>
                </a:path>
              </a:pathLst>
            </a:custGeom>
            <a:solidFill>
              <a:schemeClr val="accent1"/>
            </a:solidFill>
            <a:ln w="3606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WE ARE HERE!</a:t>
              </a:r>
            </a:p>
          </p:txBody>
        </p:sp>
      </p:grpSp>
      <p:sp>
        <p:nvSpPr>
          <p:cNvPr id="104" name="Rectangle 103">
            <a:extLst>
              <a:ext uri="{FF2B5EF4-FFF2-40B4-BE49-F238E27FC236}">
                <a16:creationId xmlns:a16="http://schemas.microsoft.com/office/drawing/2014/main" id="{8DD99F5A-6411-457C-19C2-EBBFC3503146}"/>
              </a:ext>
            </a:extLst>
          </p:cNvPr>
          <p:cNvSpPr/>
          <p:nvPr/>
        </p:nvSpPr>
        <p:spPr>
          <a:xfrm>
            <a:off x="161200" y="5860697"/>
            <a:ext cx="10388200" cy="301343"/>
          </a:xfrm>
          <a:prstGeom prst="rect">
            <a:avLst/>
          </a:prstGeom>
          <a:solidFill>
            <a:schemeClr val="accent2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Data Governance</a:t>
            </a:r>
            <a:r>
              <a:rPr kumimoji="0" 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: Unity Catalog: centralized metadata, lineage, and access control; RLS and column masking per BU, persona, and sensitivity tier; Dataset and KPI registration in MDLZ governance framework (Ataccama); Data ownership model: stewards per domain with BU accountability; Weekly automated security scans and access reviews; Full audit trail on access, transformations, and policy changes</a:t>
            </a:r>
          </a:p>
        </p:txBody>
      </p:sp>
      <p:sp>
        <p:nvSpPr>
          <p:cNvPr id="107" name="Rectangle 106">
            <a:extLst>
              <a:ext uri="{FF2B5EF4-FFF2-40B4-BE49-F238E27FC236}">
                <a16:creationId xmlns:a16="http://schemas.microsoft.com/office/drawing/2014/main" id="{FABE8CDB-B409-C622-1613-47747BECCADB}"/>
              </a:ext>
            </a:extLst>
          </p:cNvPr>
          <p:cNvSpPr/>
          <p:nvPr/>
        </p:nvSpPr>
        <p:spPr>
          <a:xfrm>
            <a:off x="161200" y="6226728"/>
            <a:ext cx="10388200" cy="271816"/>
          </a:xfrm>
          <a:prstGeom prst="rect">
            <a:avLst/>
          </a:prstGeom>
          <a:solidFill>
            <a:schemeClr val="accent2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Documentation</a:t>
            </a:r>
            <a:r>
              <a:rPr kumimoji="0" 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: 8-Block Pipeline Architecture (HLD) signed by DaaS Architecture Lead; Living playbooks: Ingestion, Market Config, KPI Engine, Semantic Layer, Consumption; Auto-generated data dictionaries and lineage from Unity Catalog; CDRB evidence package: SonarQube, AI reviews, conformance, reconciliation; Approved design before build for all Tiers; Live Knowledge transfer docs creation for MDLZ AMS handover</a:t>
            </a:r>
          </a:p>
        </p:txBody>
      </p:sp>
      <p:sp>
        <p:nvSpPr>
          <p:cNvPr id="5" name="Rectangle: Rounded Corners 4">
            <a:extLst>
              <a:ext uri="{FF2B5EF4-FFF2-40B4-BE49-F238E27FC236}">
                <a16:creationId xmlns:a16="http://schemas.microsoft.com/office/drawing/2014/main" id="{AE434E83-6E67-EFB6-4F54-2D748C74214E}"/>
              </a:ext>
            </a:extLst>
          </p:cNvPr>
          <p:cNvSpPr/>
          <p:nvPr/>
        </p:nvSpPr>
        <p:spPr>
          <a:xfrm>
            <a:off x="8623793" y="4030810"/>
            <a:ext cx="1200320" cy="290393"/>
          </a:xfrm>
          <a:prstGeom prst="roundRect">
            <a:avLst>
              <a:gd name="adj" fmla="val 9962"/>
            </a:avLst>
          </a:prstGeom>
          <a:solidFill>
            <a:schemeClr val="accent3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Travel Brazil</a:t>
            </a:r>
          </a:p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(+WC + MX + SC)</a:t>
            </a:r>
          </a:p>
        </p:txBody>
      </p:sp>
      <p:sp>
        <p:nvSpPr>
          <p:cNvPr id="3" name="Rectangle: Rounded Corners 2">
            <a:extLst>
              <a:ext uri="{FF2B5EF4-FFF2-40B4-BE49-F238E27FC236}">
                <a16:creationId xmlns:a16="http://schemas.microsoft.com/office/drawing/2014/main" id="{1BE18BE6-2E14-683D-960D-AF3FB8413FE3}"/>
              </a:ext>
            </a:extLst>
          </p:cNvPr>
          <p:cNvSpPr/>
          <p:nvPr/>
        </p:nvSpPr>
        <p:spPr>
          <a:xfrm>
            <a:off x="119404" y="886968"/>
            <a:ext cx="3428467" cy="809066"/>
          </a:xfrm>
          <a:prstGeom prst="roundRect">
            <a:avLst>
              <a:gd name="adj" fmla="val 2013"/>
            </a:avLst>
          </a:prstGeom>
          <a:solidFill>
            <a:schemeClr val="accent2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Ingest FMT datasets with validated schemas, volumetrics, and refresh cadence with DQ gate controls applied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Onboard new Market Measurement &amp; Promo sources into GCP Harmonized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Federated integration into Databricks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Metadata and lineage registered in Unity Catalog</a:t>
            </a:r>
          </a:p>
        </p:txBody>
      </p:sp>
    </p:spTree>
    <p:extLst>
      <p:ext uri="{BB962C8B-B14F-4D97-AF65-F5344CB8AC3E}">
        <p14:creationId xmlns:p14="http://schemas.microsoft.com/office/powerpoint/2010/main" val="4243018545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1FCB48D-C206-9242-8585-71914BAC007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9" name="Table 178">
            <a:extLst>
              <a:ext uri="{FF2B5EF4-FFF2-40B4-BE49-F238E27FC236}">
                <a16:creationId xmlns:a16="http://schemas.microsoft.com/office/drawing/2014/main" id="{903519D9-B7A6-977F-1659-6C9DBB4FE061}"/>
              </a:ext>
            </a:extLst>
          </p:cNvPr>
          <p:cNvGraphicFramePr>
            <a:graphicFrameLocks noGrp="1"/>
          </p:cNvGraphicFramePr>
          <p:nvPr/>
        </p:nvGraphicFramePr>
        <p:xfrm>
          <a:off x="119405" y="596574"/>
          <a:ext cx="11850241" cy="38709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7073">
                  <a:extLst>
                    <a:ext uri="{9D8B030D-6E8A-4147-A177-3AD203B41FA5}">
                      <a16:colId xmlns:a16="http://schemas.microsoft.com/office/drawing/2014/main" val="251127611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1222503726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1030616740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1364242629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2814804338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1808701544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2995671545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3311060168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1749326342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3177466681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21093418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26518041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2288495061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3010911527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1569591041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2005490570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3550475085"/>
                    </a:ext>
                  </a:extLst>
                </a:gridCol>
              </a:tblGrid>
              <a:tr h="157076"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 Nov 2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Nov 9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Nov 16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Nov 23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Nov 30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Dec 7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Dec 14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Dec 21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Dec 28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Jan 4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Jan 11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Jan 18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Jan 25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Feb 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Feb 8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Feb 15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Feb 22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467775164"/>
                  </a:ext>
                </a:extLst>
              </a:tr>
              <a:tr h="2698013"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74055313"/>
                  </a:ext>
                </a:extLst>
              </a:tr>
            </a:tbl>
          </a:graphicData>
        </a:graphic>
      </p:graphicFrame>
      <p:sp>
        <p:nvSpPr>
          <p:cNvPr id="90" name="Title 3">
            <a:extLst>
              <a:ext uri="{FF2B5EF4-FFF2-40B4-BE49-F238E27FC236}">
                <a16:creationId xmlns:a16="http://schemas.microsoft.com/office/drawing/2014/main" id="{6797EEC1-227C-9882-4CB5-99C73C0F22F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52400" y="77219"/>
            <a:ext cx="11917679" cy="485775"/>
          </a:xfrm>
        </p:spPr>
        <p:txBody>
          <a:bodyPr anchor="ctr"/>
          <a:lstStyle/>
          <a:p>
            <a:r>
              <a:rPr lang="en-US" sz="2400">
                <a:solidFill>
                  <a:srgbClr val="012F74"/>
                </a:solidFill>
              </a:rPr>
              <a:t>4. MEXICO DSD</a:t>
            </a:r>
          </a:p>
        </p:txBody>
      </p:sp>
      <p:sp>
        <p:nvSpPr>
          <p:cNvPr id="95" name="Rectangle: Rounded Corners 94">
            <a:extLst>
              <a:ext uri="{FF2B5EF4-FFF2-40B4-BE49-F238E27FC236}">
                <a16:creationId xmlns:a16="http://schemas.microsoft.com/office/drawing/2014/main" id="{27FE286E-D459-6D68-A901-35B3A59AE6B2}"/>
              </a:ext>
            </a:extLst>
          </p:cNvPr>
          <p:cNvSpPr/>
          <p:nvPr/>
        </p:nvSpPr>
        <p:spPr>
          <a:xfrm>
            <a:off x="119405" y="2099896"/>
            <a:ext cx="4174154" cy="1001444"/>
          </a:xfrm>
          <a:prstGeom prst="roundRect">
            <a:avLst>
              <a:gd name="adj" fmla="val 831"/>
            </a:avLst>
          </a:prstGeom>
          <a:solidFill>
            <a:schemeClr val="accent6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Inventory and harmonize KPI definitions across MEXICO DSD with Global D&amp;A inventory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Align calculation logic, UOMs, and aggregation rules to single regional KPI dictionary + business context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Map KPI placement: pre-calculated vs on-demand per consumption need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Inventory existing dashboards, reports, personas, cases</a:t>
            </a:r>
          </a:p>
        </p:txBody>
      </p:sp>
      <p:sp>
        <p:nvSpPr>
          <p:cNvPr id="102" name="Rectangle: Rounded Corners 101">
            <a:extLst>
              <a:ext uri="{FF2B5EF4-FFF2-40B4-BE49-F238E27FC236}">
                <a16:creationId xmlns:a16="http://schemas.microsoft.com/office/drawing/2014/main" id="{3955172B-1EAB-B0DE-AD62-BE02768B067B}"/>
              </a:ext>
            </a:extLst>
          </p:cNvPr>
          <p:cNvSpPr/>
          <p:nvPr/>
        </p:nvSpPr>
        <p:spPr>
          <a:xfrm>
            <a:off x="10616184" y="886968"/>
            <a:ext cx="1304972" cy="3476752"/>
          </a:xfrm>
          <a:prstGeom prst="roundRect">
            <a:avLst>
              <a:gd name="adj" fmla="val 2712"/>
            </a:avLst>
          </a:prstGeom>
          <a:solidFill>
            <a:schemeClr val="accent1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Full LA demo: AI/BI, Genie, Knowledge Assistant, Supervisor across 4 BUs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Benchmark evaluation: accuracy, latency, and guardrails across all personas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RLS validation per BU, persona, and market hierarchy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DQ, Job Observability, and Cost Monitoring dashboards production-ready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Agent orchestration: routing, handoffs, and tools live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Amazon Quick MCP integration for enterprise agent connectivity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Regression benchmark: no accuracy loss post BR &amp; SC onboarding</a:t>
            </a:r>
          </a:p>
        </p:txBody>
      </p:sp>
      <p:sp>
        <p:nvSpPr>
          <p:cNvPr id="103" name="Rectangle 102">
            <a:extLst>
              <a:ext uri="{FF2B5EF4-FFF2-40B4-BE49-F238E27FC236}">
                <a16:creationId xmlns:a16="http://schemas.microsoft.com/office/drawing/2014/main" id="{AC54AADF-D19D-667A-AAAA-D64568169209}"/>
              </a:ext>
            </a:extLst>
          </p:cNvPr>
          <p:cNvSpPr/>
          <p:nvPr/>
        </p:nvSpPr>
        <p:spPr>
          <a:xfrm>
            <a:off x="161201" y="4453849"/>
            <a:ext cx="10388206" cy="322871"/>
          </a:xfrm>
          <a:prstGeom prst="rect">
            <a:avLst/>
          </a:prstGeom>
          <a:solidFill>
            <a:schemeClr val="accent2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Data Quality: </a:t>
            </a:r>
            <a:r>
              <a:rPr kumimoji="0" 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Automated DQ gate at ingestion: completeness, freshness, schema-drift, type enforcement; Quality thresholds and tolerance rules per source and BU; Quarantine and rejection handling with full audit trail; Reconciliation baselines from GCP production; DQ scoring and alerting embedded in pipeline orchestration</a:t>
            </a:r>
          </a:p>
        </p:txBody>
      </p:sp>
      <p:sp>
        <p:nvSpPr>
          <p:cNvPr id="105" name="Rectangle 104">
            <a:extLst>
              <a:ext uri="{FF2B5EF4-FFF2-40B4-BE49-F238E27FC236}">
                <a16:creationId xmlns:a16="http://schemas.microsoft.com/office/drawing/2014/main" id="{1753FA5D-F8FD-80A6-2074-B262A0BA4ED5}"/>
              </a:ext>
            </a:extLst>
          </p:cNvPr>
          <p:cNvSpPr/>
          <p:nvPr/>
        </p:nvSpPr>
        <p:spPr>
          <a:xfrm>
            <a:off x="161200" y="4839095"/>
            <a:ext cx="10388205" cy="322871"/>
          </a:xfrm>
          <a:prstGeom prst="rect">
            <a:avLst/>
          </a:prstGeom>
          <a:solidFill>
            <a:schemeClr val="accent2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Job Observability</a:t>
            </a:r>
            <a:r>
              <a:rPr kumimoji="0" 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: End-to-end pipeline monitoring: status, duration, SLA, and failure alerts; Centralized job dashboard across ingestion, transformation, and KPI layers; Automated retry/restart with idempotency per pipeline stage; Anomaly detection: runtime deviations, volume spikes, data gaps; Full lineage traceability from source to KPI for root-cause analysis</a:t>
            </a:r>
          </a:p>
        </p:txBody>
      </p:sp>
      <p:sp>
        <p:nvSpPr>
          <p:cNvPr id="106" name="Rectangle 105">
            <a:extLst>
              <a:ext uri="{FF2B5EF4-FFF2-40B4-BE49-F238E27FC236}">
                <a16:creationId xmlns:a16="http://schemas.microsoft.com/office/drawing/2014/main" id="{5110DFAA-E74D-73EF-D4CE-9909D8F19FAF}"/>
              </a:ext>
            </a:extLst>
          </p:cNvPr>
          <p:cNvSpPr/>
          <p:nvPr/>
        </p:nvSpPr>
        <p:spPr>
          <a:xfrm>
            <a:off x="161200" y="5208144"/>
            <a:ext cx="10388204" cy="303662"/>
          </a:xfrm>
          <a:prstGeom prst="rect">
            <a:avLst/>
          </a:prstGeom>
          <a:solidFill>
            <a:schemeClr val="accent2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Cost Monitoring</a:t>
            </a:r>
            <a:r>
              <a:rPr kumimoji="0" 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:  Real-time cost tracking per pipeline, BU, and environment; Budget baselines and automated threshold alerts from prototype phase; Cluster sizing and job scheduling optimization to control spend; Cost attribution by workstream (ingestion, KPI, AI/BI) and market; Monthly benchmarking vs GCP legacy for TCO comparison</a:t>
            </a:r>
          </a:p>
        </p:txBody>
      </p:sp>
      <p:sp>
        <p:nvSpPr>
          <p:cNvPr id="108" name="Rectangle 107">
            <a:extLst>
              <a:ext uri="{FF2B5EF4-FFF2-40B4-BE49-F238E27FC236}">
                <a16:creationId xmlns:a16="http://schemas.microsoft.com/office/drawing/2014/main" id="{9057EDEE-1378-C1B1-EA2E-25E35EF6359D}"/>
              </a:ext>
            </a:extLst>
          </p:cNvPr>
          <p:cNvSpPr/>
          <p:nvPr/>
        </p:nvSpPr>
        <p:spPr>
          <a:xfrm>
            <a:off x="10616183" y="4453849"/>
            <a:ext cx="1286685" cy="2044696"/>
          </a:xfrm>
          <a:prstGeom prst="rect">
            <a:avLst/>
          </a:prstGeom>
          <a:solidFill>
            <a:schemeClr val="accent2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Demonstrate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Data Quality,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Job Observability,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Cost Monitoring,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Refresh schedule,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Data Governance,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Live Documentation</a:t>
            </a:r>
          </a:p>
        </p:txBody>
      </p:sp>
      <p:sp>
        <p:nvSpPr>
          <p:cNvPr id="114" name="Rectangle: Rounded Corners 113">
            <a:extLst>
              <a:ext uri="{FF2B5EF4-FFF2-40B4-BE49-F238E27FC236}">
                <a16:creationId xmlns:a16="http://schemas.microsoft.com/office/drawing/2014/main" id="{C785C5A9-C86C-0DB8-EC6F-2333F0486A6C}"/>
              </a:ext>
            </a:extLst>
          </p:cNvPr>
          <p:cNvSpPr/>
          <p:nvPr/>
        </p:nvSpPr>
        <p:spPr>
          <a:xfrm>
            <a:off x="119404" y="885999"/>
            <a:ext cx="3474723" cy="1140878"/>
          </a:xfrm>
          <a:prstGeom prst="roundRect">
            <a:avLst>
              <a:gd name="adj" fmla="val 2013"/>
            </a:avLst>
          </a:prstGeom>
          <a:solidFill>
            <a:schemeClr val="accent2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Establish federated integration from GCP Harmonized into Databricks GCP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Optimize manual files into single similar entities before core domains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Define parameterized mapping layer from GCP Harmonized tables to target Agnostic Core Domain entities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Run fit / gap analysis against Core Domain agnostic with DP&amp;E, and build</a:t>
            </a:r>
          </a:p>
        </p:txBody>
      </p:sp>
      <p:sp>
        <p:nvSpPr>
          <p:cNvPr id="116" name="Rectangle: Rounded Corners 115">
            <a:extLst>
              <a:ext uri="{FF2B5EF4-FFF2-40B4-BE49-F238E27FC236}">
                <a16:creationId xmlns:a16="http://schemas.microsoft.com/office/drawing/2014/main" id="{EEEE1256-33CB-A656-145C-3B49A729A569}"/>
              </a:ext>
            </a:extLst>
          </p:cNvPr>
          <p:cNvSpPr/>
          <p:nvPr/>
        </p:nvSpPr>
        <p:spPr>
          <a:xfrm>
            <a:off x="4345926" y="2099894"/>
            <a:ext cx="3447781" cy="1001445"/>
          </a:xfrm>
          <a:prstGeom prst="roundRect">
            <a:avLst>
              <a:gd name="adj" fmla="val 222"/>
            </a:avLst>
          </a:prstGeom>
          <a:solidFill>
            <a:schemeClr val="accent6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Build parameterized Market Configuration Layer with versioned, market-keyed rules for MEXICO DSD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Deploy configuration-driven KPI Calculation Engine, no hard-coded BU logic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Design and publish certified Metric Views in Unity Catalog with row-level security</a:t>
            </a:r>
          </a:p>
        </p:txBody>
      </p:sp>
      <p:sp>
        <p:nvSpPr>
          <p:cNvPr id="118" name="Rectangle: Rounded Corners 117">
            <a:extLst>
              <a:ext uri="{FF2B5EF4-FFF2-40B4-BE49-F238E27FC236}">
                <a16:creationId xmlns:a16="http://schemas.microsoft.com/office/drawing/2014/main" id="{AF7F7D30-CF57-E22A-D724-241F9F084D8F}"/>
              </a:ext>
            </a:extLst>
          </p:cNvPr>
          <p:cNvSpPr/>
          <p:nvPr/>
        </p:nvSpPr>
        <p:spPr>
          <a:xfrm>
            <a:off x="3654859" y="1297901"/>
            <a:ext cx="858156" cy="278813"/>
          </a:xfrm>
          <a:prstGeom prst="roundRect">
            <a:avLst>
              <a:gd name="adj" fmla="val 9962"/>
            </a:avLst>
          </a:prstGeom>
          <a:solidFill>
            <a:schemeClr val="accent5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SonarQube and AI audit review</a:t>
            </a:r>
          </a:p>
        </p:txBody>
      </p:sp>
      <p:sp>
        <p:nvSpPr>
          <p:cNvPr id="120" name="Rectangle: Rounded Corners 119">
            <a:extLst>
              <a:ext uri="{FF2B5EF4-FFF2-40B4-BE49-F238E27FC236}">
                <a16:creationId xmlns:a16="http://schemas.microsoft.com/office/drawing/2014/main" id="{4F38C8F7-D32B-BE5C-D80B-107650181025}"/>
              </a:ext>
            </a:extLst>
          </p:cNvPr>
          <p:cNvSpPr/>
          <p:nvPr/>
        </p:nvSpPr>
        <p:spPr>
          <a:xfrm>
            <a:off x="7846074" y="1868732"/>
            <a:ext cx="2717744" cy="1232608"/>
          </a:xfrm>
          <a:prstGeom prst="roundRect">
            <a:avLst>
              <a:gd name="adj" fmla="val 2049"/>
            </a:avLst>
          </a:prstGeom>
          <a:solidFill>
            <a:schemeClr val="accent6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AI/BI dashboard prototypes per persona for MEXICO DSD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Genie Agent spaces with curated business context and example queries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Benchmark evaluation (250+ questions) with accuracy tuning cycles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Knowledge Assistant build with indexed business documents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Agent orchestration (routing, tools, handoffs)</a:t>
            </a:r>
          </a:p>
        </p:txBody>
      </p:sp>
      <p:sp>
        <p:nvSpPr>
          <p:cNvPr id="122" name="Rectangle: Rounded Corners 121">
            <a:extLst>
              <a:ext uri="{FF2B5EF4-FFF2-40B4-BE49-F238E27FC236}">
                <a16:creationId xmlns:a16="http://schemas.microsoft.com/office/drawing/2014/main" id="{34808A13-8EB3-542E-EA0D-7DD3C02FA571}"/>
              </a:ext>
            </a:extLst>
          </p:cNvPr>
          <p:cNvSpPr/>
          <p:nvPr/>
        </p:nvSpPr>
        <p:spPr>
          <a:xfrm>
            <a:off x="6257880" y="1293849"/>
            <a:ext cx="858156" cy="278813"/>
          </a:xfrm>
          <a:prstGeom prst="roundRect">
            <a:avLst>
              <a:gd name="adj" fmla="val 9962"/>
            </a:avLst>
          </a:prstGeom>
          <a:solidFill>
            <a:schemeClr val="accent5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SonarQube and AI audit review</a:t>
            </a:r>
          </a:p>
        </p:txBody>
      </p:sp>
      <p:sp>
        <p:nvSpPr>
          <p:cNvPr id="124" name="Rectangle: Rounded Corners 123">
            <a:extLst>
              <a:ext uri="{FF2B5EF4-FFF2-40B4-BE49-F238E27FC236}">
                <a16:creationId xmlns:a16="http://schemas.microsoft.com/office/drawing/2014/main" id="{0EBBE926-0B0A-2574-0FCE-61ABE047ED27}"/>
              </a:ext>
            </a:extLst>
          </p:cNvPr>
          <p:cNvSpPr/>
          <p:nvPr/>
        </p:nvSpPr>
        <p:spPr>
          <a:xfrm>
            <a:off x="8965455" y="1293849"/>
            <a:ext cx="858156" cy="278813"/>
          </a:xfrm>
          <a:prstGeom prst="roundRect">
            <a:avLst>
              <a:gd name="adj" fmla="val 9962"/>
            </a:avLst>
          </a:prstGeom>
          <a:solidFill>
            <a:schemeClr val="accent5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SonarQube and AI audit review</a:t>
            </a:r>
          </a:p>
        </p:txBody>
      </p:sp>
      <p:sp>
        <p:nvSpPr>
          <p:cNvPr id="132" name="Rectangle 131">
            <a:extLst>
              <a:ext uri="{FF2B5EF4-FFF2-40B4-BE49-F238E27FC236}">
                <a16:creationId xmlns:a16="http://schemas.microsoft.com/office/drawing/2014/main" id="{D7C6A014-4E6D-3D86-7B56-9D654B561000}"/>
              </a:ext>
            </a:extLst>
          </p:cNvPr>
          <p:cNvSpPr/>
          <p:nvPr/>
        </p:nvSpPr>
        <p:spPr>
          <a:xfrm>
            <a:off x="161200" y="5567606"/>
            <a:ext cx="10388204" cy="251762"/>
          </a:xfrm>
          <a:prstGeom prst="rect">
            <a:avLst/>
          </a:prstGeom>
          <a:solidFill>
            <a:schemeClr val="accent2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Refresh</a:t>
            </a:r>
            <a:r>
              <a:rPr kumimoji="0" 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: Weekend: full historical refresh across all layers and BUs; Nightly (Mon-Fri): incremental rolling 3-month window refresh; Daily workday: scheduled intraday refresh with automated watcher; Dependency-aware orchestration, downstream triggers post-validation; Freshness monitoring and staleness alerts per refresh tier</a:t>
            </a:r>
          </a:p>
        </p:txBody>
      </p:sp>
      <p:grpSp>
        <p:nvGrpSpPr>
          <p:cNvPr id="91" name="Group 90">
            <a:extLst>
              <a:ext uri="{FF2B5EF4-FFF2-40B4-BE49-F238E27FC236}">
                <a16:creationId xmlns:a16="http://schemas.microsoft.com/office/drawing/2014/main" id="{56412AC1-9B14-2222-679E-0F13D0F3C13F}"/>
              </a:ext>
            </a:extLst>
          </p:cNvPr>
          <p:cNvGrpSpPr/>
          <p:nvPr/>
        </p:nvGrpSpPr>
        <p:grpSpPr>
          <a:xfrm>
            <a:off x="68580" y="878051"/>
            <a:ext cx="855980" cy="5937025"/>
            <a:chOff x="5702955" y="1175657"/>
            <a:chExt cx="855980" cy="5765745"/>
          </a:xfrm>
        </p:grpSpPr>
        <p:cxnSp>
          <p:nvCxnSpPr>
            <p:cNvPr id="92" name="Straight Connector 91">
              <a:extLst>
                <a:ext uri="{FF2B5EF4-FFF2-40B4-BE49-F238E27FC236}">
                  <a16:creationId xmlns:a16="http://schemas.microsoft.com/office/drawing/2014/main" id="{EDD7C9CE-9CD4-DEAC-31D0-C29E67DBBF0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28355" y="1175657"/>
              <a:ext cx="0" cy="5679161"/>
            </a:xfrm>
            <a:prstGeom prst="line">
              <a:avLst/>
            </a:prstGeom>
            <a:ln w="38100">
              <a:solidFill>
                <a:schemeClr val="accent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Freeform 40">
              <a:extLst>
                <a:ext uri="{FF2B5EF4-FFF2-40B4-BE49-F238E27FC236}">
                  <a16:creationId xmlns:a16="http://schemas.microsoft.com/office/drawing/2014/main" id="{6B08543C-D582-B66A-0032-0CD4731BD302}"/>
                </a:ext>
              </a:extLst>
            </p:cNvPr>
            <p:cNvSpPr/>
            <p:nvPr/>
          </p:nvSpPr>
          <p:spPr>
            <a:xfrm flipH="1">
              <a:off x="5702955" y="6779589"/>
              <a:ext cx="855980" cy="161813"/>
            </a:xfrm>
            <a:custGeom>
              <a:avLst/>
              <a:gdLst>
                <a:gd name="connsiteX0" fmla="*/ 527292 w 1157638"/>
                <a:gd name="connsiteY0" fmla="*/ 0 h 968119"/>
                <a:gd name="connsiteX1" fmla="*/ 165096 w 1157638"/>
                <a:gd name="connsiteY1" fmla="*/ 185396 h 968119"/>
                <a:gd name="connsiteX2" fmla="*/ 170507 w 1157638"/>
                <a:gd name="connsiteY2" fmla="*/ 777654 h 968119"/>
                <a:gd name="connsiteX3" fmla="*/ 974625 w 1157638"/>
                <a:gd name="connsiteY3" fmla="*/ 861696 h 968119"/>
                <a:gd name="connsiteX4" fmla="*/ 1031264 w 1157638"/>
                <a:gd name="connsiteY4" fmla="*/ 145359 h 968119"/>
                <a:gd name="connsiteX5" fmla="*/ 527292 w 1157638"/>
                <a:gd name="connsiteY5" fmla="*/ 0 h 968119"/>
                <a:gd name="connsiteX6" fmla="*/ 527292 w 1157638"/>
                <a:gd name="connsiteY6" fmla="*/ 0 h 968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57638" h="968119">
                  <a:moveTo>
                    <a:pt x="527292" y="0"/>
                  </a:moveTo>
                  <a:cubicBezTo>
                    <a:pt x="404997" y="0"/>
                    <a:pt x="279815" y="45447"/>
                    <a:pt x="165096" y="185396"/>
                  </a:cubicBezTo>
                  <a:cubicBezTo>
                    <a:pt x="-127836" y="542482"/>
                    <a:pt x="30535" y="677742"/>
                    <a:pt x="170507" y="777654"/>
                  </a:cubicBezTo>
                  <a:cubicBezTo>
                    <a:pt x="310479" y="877566"/>
                    <a:pt x="787034" y="1100114"/>
                    <a:pt x="974625" y="861696"/>
                  </a:cubicBezTo>
                  <a:cubicBezTo>
                    <a:pt x="1162217" y="623278"/>
                    <a:pt x="1244468" y="204152"/>
                    <a:pt x="1031264" y="145359"/>
                  </a:cubicBezTo>
                  <a:cubicBezTo>
                    <a:pt x="901753" y="109651"/>
                    <a:pt x="717769" y="0"/>
                    <a:pt x="527292" y="0"/>
                  </a:cubicBezTo>
                  <a:lnTo>
                    <a:pt x="527292" y="0"/>
                  </a:lnTo>
                </a:path>
              </a:pathLst>
            </a:custGeom>
            <a:solidFill>
              <a:schemeClr val="accent1"/>
            </a:solidFill>
            <a:ln w="3606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WE ARE HERE!</a:t>
              </a:r>
            </a:p>
          </p:txBody>
        </p:sp>
      </p:grpSp>
      <p:sp>
        <p:nvSpPr>
          <p:cNvPr id="104" name="Rectangle 103">
            <a:extLst>
              <a:ext uri="{FF2B5EF4-FFF2-40B4-BE49-F238E27FC236}">
                <a16:creationId xmlns:a16="http://schemas.microsoft.com/office/drawing/2014/main" id="{618E4266-E754-87C4-09C9-DB1B7071101F}"/>
              </a:ext>
            </a:extLst>
          </p:cNvPr>
          <p:cNvSpPr/>
          <p:nvPr/>
        </p:nvSpPr>
        <p:spPr>
          <a:xfrm>
            <a:off x="161200" y="5860697"/>
            <a:ext cx="10388204" cy="301343"/>
          </a:xfrm>
          <a:prstGeom prst="rect">
            <a:avLst/>
          </a:prstGeom>
          <a:solidFill>
            <a:schemeClr val="accent2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Data Governance</a:t>
            </a:r>
            <a:r>
              <a:rPr kumimoji="0" 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: Unity Catalog: centralized metadata, lineage, and access control; RLS and column masking per BU, persona, and sensitivity tier; Dataset and KPI registration in MDLZ governance framework (Ataccama); Data ownership model: stewards per domain with BU accountability; Weekly automated security scans and access reviews; Full audit trail on access, transformations, and policy changes</a:t>
            </a:r>
          </a:p>
        </p:txBody>
      </p:sp>
      <p:sp>
        <p:nvSpPr>
          <p:cNvPr id="107" name="Rectangle 106">
            <a:extLst>
              <a:ext uri="{FF2B5EF4-FFF2-40B4-BE49-F238E27FC236}">
                <a16:creationId xmlns:a16="http://schemas.microsoft.com/office/drawing/2014/main" id="{EAB1ED4C-BD94-E37F-E4F9-32ECCAAEE871}"/>
              </a:ext>
            </a:extLst>
          </p:cNvPr>
          <p:cNvSpPr/>
          <p:nvPr/>
        </p:nvSpPr>
        <p:spPr>
          <a:xfrm>
            <a:off x="161200" y="6226728"/>
            <a:ext cx="10388204" cy="271816"/>
          </a:xfrm>
          <a:prstGeom prst="rect">
            <a:avLst/>
          </a:prstGeom>
          <a:solidFill>
            <a:schemeClr val="accent2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Documentation</a:t>
            </a:r>
            <a:r>
              <a:rPr kumimoji="0" 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: 8-Block Pipeline Architecture (HLD) signed by DaaS Architecture Lead; Living playbooks: Ingestion, Market Config, KPI Engine, Semantic Layer, Consumption; Auto-generated data dictionaries and lineage from Unity Catalog; CDRB evidence package: SonarQube, AI reviews, conformance, reconciliation; Approved design before build for all Tiers; Live Knowledge transfer docs creation for MDLZ AMS handover</a:t>
            </a:r>
          </a:p>
        </p:txBody>
      </p:sp>
      <p:sp>
        <p:nvSpPr>
          <p:cNvPr id="5" name="Rectangle: Rounded Corners 4">
            <a:extLst>
              <a:ext uri="{FF2B5EF4-FFF2-40B4-BE49-F238E27FC236}">
                <a16:creationId xmlns:a16="http://schemas.microsoft.com/office/drawing/2014/main" id="{7DB733B6-0328-6D38-759F-43ED52F39748}"/>
              </a:ext>
            </a:extLst>
          </p:cNvPr>
          <p:cNvSpPr/>
          <p:nvPr/>
        </p:nvSpPr>
        <p:spPr>
          <a:xfrm>
            <a:off x="9913619" y="3162963"/>
            <a:ext cx="792481" cy="290393"/>
          </a:xfrm>
          <a:prstGeom prst="roundRect">
            <a:avLst>
              <a:gd name="adj" fmla="val 9962"/>
            </a:avLst>
          </a:prstGeom>
          <a:solidFill>
            <a:schemeClr val="accent3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Travel Mexico</a:t>
            </a:r>
          </a:p>
        </p:txBody>
      </p:sp>
    </p:spTree>
    <p:extLst>
      <p:ext uri="{BB962C8B-B14F-4D97-AF65-F5344CB8AC3E}">
        <p14:creationId xmlns:p14="http://schemas.microsoft.com/office/powerpoint/2010/main" val="1064015733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68D73DA-583F-565A-BA24-E836AADC906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9" name="Table 178">
            <a:extLst>
              <a:ext uri="{FF2B5EF4-FFF2-40B4-BE49-F238E27FC236}">
                <a16:creationId xmlns:a16="http://schemas.microsoft.com/office/drawing/2014/main" id="{5DCB9F32-EA64-C763-6F19-5AD71289C33C}"/>
              </a:ext>
            </a:extLst>
          </p:cNvPr>
          <p:cNvGraphicFramePr>
            <a:graphicFrameLocks noGrp="1"/>
          </p:cNvGraphicFramePr>
          <p:nvPr/>
        </p:nvGraphicFramePr>
        <p:xfrm>
          <a:off x="119405" y="596574"/>
          <a:ext cx="11850241" cy="38709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7073">
                  <a:extLst>
                    <a:ext uri="{9D8B030D-6E8A-4147-A177-3AD203B41FA5}">
                      <a16:colId xmlns:a16="http://schemas.microsoft.com/office/drawing/2014/main" val="251127611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1222503726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1030616740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1364242629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2814804338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1808701544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2995671545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3311060168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1749326342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3177466681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21093418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26518041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2288495061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3010911527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1569591041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2005490570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3550475085"/>
                    </a:ext>
                  </a:extLst>
                </a:gridCol>
              </a:tblGrid>
              <a:tr h="157076"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 Nov 2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Nov 9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Nov 16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Nov 23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Nov 30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Dec 7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Dec 14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Dec 21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Dec 28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Jan 4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Jan 11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Jan 18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Jan 25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Feb 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Feb 8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Feb 15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Feb 22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467775164"/>
                  </a:ext>
                </a:extLst>
              </a:tr>
              <a:tr h="2698013"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74055313"/>
                  </a:ext>
                </a:extLst>
              </a:tr>
            </a:tbl>
          </a:graphicData>
        </a:graphic>
      </p:graphicFrame>
      <p:sp>
        <p:nvSpPr>
          <p:cNvPr id="90" name="Title 3">
            <a:extLst>
              <a:ext uri="{FF2B5EF4-FFF2-40B4-BE49-F238E27FC236}">
                <a16:creationId xmlns:a16="http://schemas.microsoft.com/office/drawing/2014/main" id="{C5EEA93A-DC9D-D155-0B34-02408BB8351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52400" y="77219"/>
            <a:ext cx="11917679" cy="485775"/>
          </a:xfrm>
        </p:spPr>
        <p:txBody>
          <a:bodyPr anchor="ctr"/>
          <a:lstStyle/>
          <a:p>
            <a:r>
              <a:rPr lang="en-US" sz="2400">
                <a:solidFill>
                  <a:srgbClr val="012F74"/>
                </a:solidFill>
              </a:rPr>
              <a:t>5. BRAZIL PVC / VR / EASTER</a:t>
            </a:r>
          </a:p>
        </p:txBody>
      </p:sp>
      <p:sp>
        <p:nvSpPr>
          <p:cNvPr id="95" name="Rectangle: Rounded Corners 94">
            <a:extLst>
              <a:ext uri="{FF2B5EF4-FFF2-40B4-BE49-F238E27FC236}">
                <a16:creationId xmlns:a16="http://schemas.microsoft.com/office/drawing/2014/main" id="{757307A5-27DE-6A0D-D4D1-A419D66DA941}"/>
              </a:ext>
            </a:extLst>
          </p:cNvPr>
          <p:cNvSpPr/>
          <p:nvPr/>
        </p:nvSpPr>
        <p:spPr>
          <a:xfrm>
            <a:off x="119405" y="3248610"/>
            <a:ext cx="4174154" cy="809067"/>
          </a:xfrm>
          <a:prstGeom prst="roundRect">
            <a:avLst>
              <a:gd name="adj" fmla="val 831"/>
            </a:avLst>
          </a:prstGeom>
          <a:solidFill>
            <a:schemeClr val="accent6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Inventory and harmonize KPI definitions across BRAZIL with Global D&amp;A inventory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Align calculation logic, UOMs, and aggregation rules to single regional KPI dictionary + business context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Map KPI placement: pre-calculated vs on-demand per consumption need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Inventory existing dashboards, reports, personas, cases</a:t>
            </a:r>
          </a:p>
        </p:txBody>
      </p:sp>
      <p:sp>
        <p:nvSpPr>
          <p:cNvPr id="102" name="Rectangle: Rounded Corners 101">
            <a:extLst>
              <a:ext uri="{FF2B5EF4-FFF2-40B4-BE49-F238E27FC236}">
                <a16:creationId xmlns:a16="http://schemas.microsoft.com/office/drawing/2014/main" id="{AF75A609-48A3-E24C-F971-3A70B4A731FB}"/>
              </a:ext>
            </a:extLst>
          </p:cNvPr>
          <p:cNvSpPr/>
          <p:nvPr/>
        </p:nvSpPr>
        <p:spPr>
          <a:xfrm>
            <a:off x="10616184" y="886968"/>
            <a:ext cx="1304972" cy="3476752"/>
          </a:xfrm>
          <a:prstGeom prst="roundRect">
            <a:avLst>
              <a:gd name="adj" fmla="val 2712"/>
            </a:avLst>
          </a:prstGeom>
          <a:solidFill>
            <a:schemeClr val="accent1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Full LA demo: AI/BI, Genie, Knowledge Assistant, Supervisor across 4 BUs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Benchmark evaluation: accuracy, latency, and guardrails across all personas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RLS validation per BU, persona, and market hierarchy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DQ, Job Observability, and Cost Monitoring dashboards production-ready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Agent orchestration: routing, handoffs, and tools live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Amazon Quick MCP integration for enterprise agent connectivity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Regression benchmark: no accuracy loss post BR &amp; SC onboarding</a:t>
            </a:r>
          </a:p>
        </p:txBody>
      </p:sp>
      <p:sp>
        <p:nvSpPr>
          <p:cNvPr id="103" name="Rectangle 102">
            <a:extLst>
              <a:ext uri="{FF2B5EF4-FFF2-40B4-BE49-F238E27FC236}">
                <a16:creationId xmlns:a16="http://schemas.microsoft.com/office/drawing/2014/main" id="{C129FC8D-D751-43E9-043C-3F2A7217343F}"/>
              </a:ext>
            </a:extLst>
          </p:cNvPr>
          <p:cNvSpPr/>
          <p:nvPr/>
        </p:nvSpPr>
        <p:spPr>
          <a:xfrm>
            <a:off x="161201" y="4453849"/>
            <a:ext cx="10388202" cy="322871"/>
          </a:xfrm>
          <a:prstGeom prst="rect">
            <a:avLst/>
          </a:prstGeom>
          <a:solidFill>
            <a:schemeClr val="accent2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Data Quality: </a:t>
            </a:r>
            <a:r>
              <a:rPr kumimoji="0" 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Automated DQ gate at ingestion: completeness, freshness, schema-drift, type enforcement; Quality thresholds and tolerance rules per source and BU; Quarantine and rejection handling with full audit trail; Reconciliation baselines from GCP production; DQ scoring and alerting embedded in pipeline orchestration</a:t>
            </a:r>
          </a:p>
        </p:txBody>
      </p:sp>
      <p:sp>
        <p:nvSpPr>
          <p:cNvPr id="105" name="Rectangle 104">
            <a:extLst>
              <a:ext uri="{FF2B5EF4-FFF2-40B4-BE49-F238E27FC236}">
                <a16:creationId xmlns:a16="http://schemas.microsoft.com/office/drawing/2014/main" id="{0403FD2D-7D33-4417-A3C9-FA8B0671DB4B}"/>
              </a:ext>
            </a:extLst>
          </p:cNvPr>
          <p:cNvSpPr/>
          <p:nvPr/>
        </p:nvSpPr>
        <p:spPr>
          <a:xfrm>
            <a:off x="161200" y="4839095"/>
            <a:ext cx="10388201" cy="322871"/>
          </a:xfrm>
          <a:prstGeom prst="rect">
            <a:avLst/>
          </a:prstGeom>
          <a:solidFill>
            <a:schemeClr val="accent2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Job Observability</a:t>
            </a:r>
            <a:r>
              <a:rPr kumimoji="0" 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: End-to-end pipeline monitoring: status, duration, SLA, and failure alerts; Centralized job dashboard across ingestion, transformation, and KPI layers; Automated retry/restart with idempotency per pipeline stage; Anomaly detection: runtime deviations, volume spikes, data gaps; Full lineage traceability from source to KPI for root-cause analysis</a:t>
            </a:r>
          </a:p>
        </p:txBody>
      </p:sp>
      <p:sp>
        <p:nvSpPr>
          <p:cNvPr id="106" name="Rectangle 105">
            <a:extLst>
              <a:ext uri="{FF2B5EF4-FFF2-40B4-BE49-F238E27FC236}">
                <a16:creationId xmlns:a16="http://schemas.microsoft.com/office/drawing/2014/main" id="{1A9EB4B0-4397-60DF-82EE-DD02D66E7862}"/>
              </a:ext>
            </a:extLst>
          </p:cNvPr>
          <p:cNvSpPr/>
          <p:nvPr/>
        </p:nvSpPr>
        <p:spPr>
          <a:xfrm>
            <a:off x="161200" y="5208144"/>
            <a:ext cx="10388200" cy="303662"/>
          </a:xfrm>
          <a:prstGeom prst="rect">
            <a:avLst/>
          </a:prstGeom>
          <a:solidFill>
            <a:schemeClr val="accent2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Cost Monitoring</a:t>
            </a:r>
            <a:r>
              <a:rPr kumimoji="0" 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:  Real-time cost tracking per pipeline, BU, and environment; Budget baselines and automated threshold alerts from prototype phase; Cluster sizing and job scheduling optimization to control spend; Cost attribution by workstream (ingestion, KPI, AI/BI) and market; Monthly benchmarking vs GCP legacy for TCO comparison</a:t>
            </a:r>
          </a:p>
        </p:txBody>
      </p:sp>
      <p:sp>
        <p:nvSpPr>
          <p:cNvPr id="108" name="Rectangle 107">
            <a:extLst>
              <a:ext uri="{FF2B5EF4-FFF2-40B4-BE49-F238E27FC236}">
                <a16:creationId xmlns:a16="http://schemas.microsoft.com/office/drawing/2014/main" id="{64410073-ECB4-8B46-8BC4-3C48CE979E39}"/>
              </a:ext>
            </a:extLst>
          </p:cNvPr>
          <p:cNvSpPr/>
          <p:nvPr/>
        </p:nvSpPr>
        <p:spPr>
          <a:xfrm>
            <a:off x="10616183" y="4453849"/>
            <a:ext cx="1286685" cy="2044696"/>
          </a:xfrm>
          <a:prstGeom prst="rect">
            <a:avLst/>
          </a:prstGeom>
          <a:solidFill>
            <a:schemeClr val="accent2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Demonstrate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Data Quality,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Job Observability,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Cost Monitoring,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Refresh schedule,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Data Governance,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Live Documentation</a:t>
            </a:r>
          </a:p>
        </p:txBody>
      </p:sp>
      <p:sp>
        <p:nvSpPr>
          <p:cNvPr id="110" name="Rectangle: Rounded Corners 109">
            <a:extLst>
              <a:ext uri="{FF2B5EF4-FFF2-40B4-BE49-F238E27FC236}">
                <a16:creationId xmlns:a16="http://schemas.microsoft.com/office/drawing/2014/main" id="{1598029B-AB38-15E9-2F44-E6DD76EBC300}"/>
              </a:ext>
            </a:extLst>
          </p:cNvPr>
          <p:cNvSpPr/>
          <p:nvPr/>
        </p:nvSpPr>
        <p:spPr>
          <a:xfrm>
            <a:off x="850900" y="4162806"/>
            <a:ext cx="1338577" cy="194471"/>
          </a:xfrm>
          <a:prstGeom prst="roundRect">
            <a:avLst>
              <a:gd name="adj" fmla="val 9962"/>
            </a:avLst>
          </a:prstGeom>
          <a:solidFill>
            <a:schemeClr val="accent3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Travel Brazil</a:t>
            </a:r>
          </a:p>
        </p:txBody>
      </p:sp>
      <p:sp>
        <p:nvSpPr>
          <p:cNvPr id="114" name="Rectangle: Rounded Corners 113">
            <a:extLst>
              <a:ext uri="{FF2B5EF4-FFF2-40B4-BE49-F238E27FC236}">
                <a16:creationId xmlns:a16="http://schemas.microsoft.com/office/drawing/2014/main" id="{9152B132-59F8-0964-2732-7B2C323D28C3}"/>
              </a:ext>
            </a:extLst>
          </p:cNvPr>
          <p:cNvSpPr/>
          <p:nvPr/>
        </p:nvSpPr>
        <p:spPr>
          <a:xfrm>
            <a:off x="119404" y="2464390"/>
            <a:ext cx="4174154" cy="712274"/>
          </a:xfrm>
          <a:prstGeom prst="roundRect">
            <a:avLst>
              <a:gd name="adj" fmla="val 2013"/>
            </a:avLst>
          </a:prstGeom>
          <a:solidFill>
            <a:schemeClr val="accent2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Establish federated integration from GCP Harmonized into Databricks GCP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Optimize manual files into single similar entities before core domains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Define parameterized mapping layer from GCP Harmonized tables to target Agnostic Core Domain entities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Run fit / gap analysis against Core Domain agnostic with DP&amp;E, and build</a:t>
            </a:r>
          </a:p>
        </p:txBody>
      </p:sp>
      <p:sp>
        <p:nvSpPr>
          <p:cNvPr id="116" name="Rectangle: Rounded Corners 115">
            <a:extLst>
              <a:ext uri="{FF2B5EF4-FFF2-40B4-BE49-F238E27FC236}">
                <a16:creationId xmlns:a16="http://schemas.microsoft.com/office/drawing/2014/main" id="{E150EBB4-0806-9961-B775-F3A437F298F3}"/>
              </a:ext>
            </a:extLst>
          </p:cNvPr>
          <p:cNvSpPr/>
          <p:nvPr/>
        </p:nvSpPr>
        <p:spPr>
          <a:xfrm>
            <a:off x="4345926" y="3248609"/>
            <a:ext cx="3447781" cy="809068"/>
          </a:xfrm>
          <a:prstGeom prst="roundRect">
            <a:avLst>
              <a:gd name="adj" fmla="val 222"/>
            </a:avLst>
          </a:prstGeom>
          <a:solidFill>
            <a:schemeClr val="accent6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Build parameterized Market Configuration Layer with versioned, market-keyed rules for BRAZIL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Deploy configuration-driven KPI Calculation Engine, no hard-coded BU logic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Design and publish certified Metric Views in Unity Catalog with row-level security</a:t>
            </a:r>
          </a:p>
        </p:txBody>
      </p:sp>
      <p:sp>
        <p:nvSpPr>
          <p:cNvPr id="120" name="Rectangle: Rounded Corners 119">
            <a:extLst>
              <a:ext uri="{FF2B5EF4-FFF2-40B4-BE49-F238E27FC236}">
                <a16:creationId xmlns:a16="http://schemas.microsoft.com/office/drawing/2014/main" id="{C96133AD-8756-24CE-F9F5-731BB4A1598C}"/>
              </a:ext>
            </a:extLst>
          </p:cNvPr>
          <p:cNvSpPr/>
          <p:nvPr/>
        </p:nvSpPr>
        <p:spPr>
          <a:xfrm>
            <a:off x="7846074" y="2805403"/>
            <a:ext cx="2717744" cy="1232608"/>
          </a:xfrm>
          <a:prstGeom prst="roundRect">
            <a:avLst>
              <a:gd name="adj" fmla="val 2049"/>
            </a:avLst>
          </a:prstGeom>
          <a:solidFill>
            <a:schemeClr val="accent6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AI/BI dashboard prototypes per persona for BRAZIL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Genie Agent spaces with curated business context and example queries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Benchmark evaluation (250+ questions) with accuracy tuning cycles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Knowledge Assistant build with indexed business documents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Agent orchestration (routing, tools, handoffs)</a:t>
            </a:r>
          </a:p>
        </p:txBody>
      </p:sp>
      <p:sp>
        <p:nvSpPr>
          <p:cNvPr id="122" name="Rectangle: Rounded Corners 121">
            <a:extLst>
              <a:ext uri="{FF2B5EF4-FFF2-40B4-BE49-F238E27FC236}">
                <a16:creationId xmlns:a16="http://schemas.microsoft.com/office/drawing/2014/main" id="{F2604488-A1C9-A5AB-EF92-6D8F08E8942B}"/>
              </a:ext>
            </a:extLst>
          </p:cNvPr>
          <p:cNvSpPr/>
          <p:nvPr/>
        </p:nvSpPr>
        <p:spPr>
          <a:xfrm>
            <a:off x="6257880" y="2161696"/>
            <a:ext cx="858156" cy="278813"/>
          </a:xfrm>
          <a:prstGeom prst="roundRect">
            <a:avLst>
              <a:gd name="adj" fmla="val 9962"/>
            </a:avLst>
          </a:prstGeom>
          <a:solidFill>
            <a:schemeClr val="accent5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SonarQube and AI audit review</a:t>
            </a:r>
          </a:p>
        </p:txBody>
      </p:sp>
      <p:sp>
        <p:nvSpPr>
          <p:cNvPr id="124" name="Rectangle: Rounded Corners 123">
            <a:extLst>
              <a:ext uri="{FF2B5EF4-FFF2-40B4-BE49-F238E27FC236}">
                <a16:creationId xmlns:a16="http://schemas.microsoft.com/office/drawing/2014/main" id="{AC74847A-6227-2BAA-8820-D6D732E84399}"/>
              </a:ext>
            </a:extLst>
          </p:cNvPr>
          <p:cNvSpPr/>
          <p:nvPr/>
        </p:nvSpPr>
        <p:spPr>
          <a:xfrm>
            <a:off x="8965455" y="2161696"/>
            <a:ext cx="858156" cy="278813"/>
          </a:xfrm>
          <a:prstGeom prst="roundRect">
            <a:avLst>
              <a:gd name="adj" fmla="val 9962"/>
            </a:avLst>
          </a:prstGeom>
          <a:solidFill>
            <a:schemeClr val="accent5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SonarQube and AI audit review</a:t>
            </a:r>
          </a:p>
        </p:txBody>
      </p:sp>
      <p:sp>
        <p:nvSpPr>
          <p:cNvPr id="132" name="Rectangle 131">
            <a:extLst>
              <a:ext uri="{FF2B5EF4-FFF2-40B4-BE49-F238E27FC236}">
                <a16:creationId xmlns:a16="http://schemas.microsoft.com/office/drawing/2014/main" id="{80391927-9761-60BD-45E7-54A16081EE9A}"/>
              </a:ext>
            </a:extLst>
          </p:cNvPr>
          <p:cNvSpPr/>
          <p:nvPr/>
        </p:nvSpPr>
        <p:spPr>
          <a:xfrm>
            <a:off x="161200" y="5567606"/>
            <a:ext cx="10388200" cy="251762"/>
          </a:xfrm>
          <a:prstGeom prst="rect">
            <a:avLst/>
          </a:prstGeom>
          <a:solidFill>
            <a:schemeClr val="accent2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Refresh</a:t>
            </a:r>
            <a:r>
              <a:rPr kumimoji="0" 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: Weekend: full historical refresh across all layers and BUs; Nightly (Mon-Fri): incremental rolling 3-month window refresh; Daily workday: scheduled intraday refresh with automated watcher; Dependency-aware orchestration, downstream triggers post-validation; Freshness monitoring and staleness alerts per refresh tier</a:t>
            </a:r>
          </a:p>
        </p:txBody>
      </p:sp>
      <p:grpSp>
        <p:nvGrpSpPr>
          <p:cNvPr id="91" name="Group 90">
            <a:extLst>
              <a:ext uri="{FF2B5EF4-FFF2-40B4-BE49-F238E27FC236}">
                <a16:creationId xmlns:a16="http://schemas.microsoft.com/office/drawing/2014/main" id="{CAB61196-A7B3-27AD-8563-A532496C52C5}"/>
              </a:ext>
            </a:extLst>
          </p:cNvPr>
          <p:cNvGrpSpPr/>
          <p:nvPr/>
        </p:nvGrpSpPr>
        <p:grpSpPr>
          <a:xfrm>
            <a:off x="68580" y="878051"/>
            <a:ext cx="855980" cy="5937025"/>
            <a:chOff x="5702955" y="1175657"/>
            <a:chExt cx="855980" cy="5765745"/>
          </a:xfrm>
        </p:grpSpPr>
        <p:cxnSp>
          <p:nvCxnSpPr>
            <p:cNvPr id="92" name="Straight Connector 91">
              <a:extLst>
                <a:ext uri="{FF2B5EF4-FFF2-40B4-BE49-F238E27FC236}">
                  <a16:creationId xmlns:a16="http://schemas.microsoft.com/office/drawing/2014/main" id="{BE543D36-DA71-1A7B-85C4-7D6C2BEB186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28355" y="1175657"/>
              <a:ext cx="0" cy="5679161"/>
            </a:xfrm>
            <a:prstGeom prst="line">
              <a:avLst/>
            </a:prstGeom>
            <a:ln w="38100">
              <a:solidFill>
                <a:schemeClr val="accent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Freeform 40">
              <a:extLst>
                <a:ext uri="{FF2B5EF4-FFF2-40B4-BE49-F238E27FC236}">
                  <a16:creationId xmlns:a16="http://schemas.microsoft.com/office/drawing/2014/main" id="{48B7D66E-08D5-4B91-9027-6390A9337EB0}"/>
                </a:ext>
              </a:extLst>
            </p:cNvPr>
            <p:cNvSpPr/>
            <p:nvPr/>
          </p:nvSpPr>
          <p:spPr>
            <a:xfrm flipH="1">
              <a:off x="5702955" y="6779589"/>
              <a:ext cx="855980" cy="161813"/>
            </a:xfrm>
            <a:custGeom>
              <a:avLst/>
              <a:gdLst>
                <a:gd name="connsiteX0" fmla="*/ 527292 w 1157638"/>
                <a:gd name="connsiteY0" fmla="*/ 0 h 968119"/>
                <a:gd name="connsiteX1" fmla="*/ 165096 w 1157638"/>
                <a:gd name="connsiteY1" fmla="*/ 185396 h 968119"/>
                <a:gd name="connsiteX2" fmla="*/ 170507 w 1157638"/>
                <a:gd name="connsiteY2" fmla="*/ 777654 h 968119"/>
                <a:gd name="connsiteX3" fmla="*/ 974625 w 1157638"/>
                <a:gd name="connsiteY3" fmla="*/ 861696 h 968119"/>
                <a:gd name="connsiteX4" fmla="*/ 1031264 w 1157638"/>
                <a:gd name="connsiteY4" fmla="*/ 145359 h 968119"/>
                <a:gd name="connsiteX5" fmla="*/ 527292 w 1157638"/>
                <a:gd name="connsiteY5" fmla="*/ 0 h 968119"/>
                <a:gd name="connsiteX6" fmla="*/ 527292 w 1157638"/>
                <a:gd name="connsiteY6" fmla="*/ 0 h 968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57638" h="968119">
                  <a:moveTo>
                    <a:pt x="527292" y="0"/>
                  </a:moveTo>
                  <a:cubicBezTo>
                    <a:pt x="404997" y="0"/>
                    <a:pt x="279815" y="45447"/>
                    <a:pt x="165096" y="185396"/>
                  </a:cubicBezTo>
                  <a:cubicBezTo>
                    <a:pt x="-127836" y="542482"/>
                    <a:pt x="30535" y="677742"/>
                    <a:pt x="170507" y="777654"/>
                  </a:cubicBezTo>
                  <a:cubicBezTo>
                    <a:pt x="310479" y="877566"/>
                    <a:pt x="787034" y="1100114"/>
                    <a:pt x="974625" y="861696"/>
                  </a:cubicBezTo>
                  <a:cubicBezTo>
                    <a:pt x="1162217" y="623278"/>
                    <a:pt x="1244468" y="204152"/>
                    <a:pt x="1031264" y="145359"/>
                  </a:cubicBezTo>
                  <a:cubicBezTo>
                    <a:pt x="901753" y="109651"/>
                    <a:pt x="717769" y="0"/>
                    <a:pt x="527292" y="0"/>
                  </a:cubicBezTo>
                  <a:lnTo>
                    <a:pt x="527292" y="0"/>
                  </a:lnTo>
                </a:path>
              </a:pathLst>
            </a:custGeom>
            <a:solidFill>
              <a:schemeClr val="accent1"/>
            </a:solidFill>
            <a:ln w="3606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WE ARE HERE!</a:t>
              </a:r>
            </a:p>
          </p:txBody>
        </p:sp>
      </p:grpSp>
      <p:sp>
        <p:nvSpPr>
          <p:cNvPr id="104" name="Rectangle 103">
            <a:extLst>
              <a:ext uri="{FF2B5EF4-FFF2-40B4-BE49-F238E27FC236}">
                <a16:creationId xmlns:a16="http://schemas.microsoft.com/office/drawing/2014/main" id="{3D62CDC4-AF5E-E900-D89D-C04F092513D9}"/>
              </a:ext>
            </a:extLst>
          </p:cNvPr>
          <p:cNvSpPr/>
          <p:nvPr/>
        </p:nvSpPr>
        <p:spPr>
          <a:xfrm>
            <a:off x="161200" y="5860697"/>
            <a:ext cx="10388200" cy="301343"/>
          </a:xfrm>
          <a:prstGeom prst="rect">
            <a:avLst/>
          </a:prstGeom>
          <a:solidFill>
            <a:schemeClr val="accent2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Data Governance</a:t>
            </a:r>
            <a:r>
              <a:rPr kumimoji="0" 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: Unity Catalog: centralized metadata, lineage, and access control; RLS and column masking per BU, persona, and sensitivity tier; Dataset and KPI registration in MDLZ governance framework (Ataccama); Data ownership model: stewards per domain with BU accountability; Weekly automated security scans and access reviews; Full audit trail on access, transformations, and policy changes</a:t>
            </a:r>
          </a:p>
        </p:txBody>
      </p:sp>
      <p:sp>
        <p:nvSpPr>
          <p:cNvPr id="107" name="Rectangle 106">
            <a:extLst>
              <a:ext uri="{FF2B5EF4-FFF2-40B4-BE49-F238E27FC236}">
                <a16:creationId xmlns:a16="http://schemas.microsoft.com/office/drawing/2014/main" id="{5A11EA6A-FB76-A82D-AD18-0EEB05C28A93}"/>
              </a:ext>
            </a:extLst>
          </p:cNvPr>
          <p:cNvSpPr/>
          <p:nvPr/>
        </p:nvSpPr>
        <p:spPr>
          <a:xfrm>
            <a:off x="161200" y="6226728"/>
            <a:ext cx="10388200" cy="271816"/>
          </a:xfrm>
          <a:prstGeom prst="rect">
            <a:avLst/>
          </a:prstGeom>
          <a:solidFill>
            <a:schemeClr val="accent2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Documentation</a:t>
            </a:r>
            <a:r>
              <a:rPr kumimoji="0" 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: 8-Block Pipeline Architecture (HLD) signed by DaaS Architecture Lead; Living playbooks: Ingestion, Market Config, KPI Engine, Semantic Layer, Consumption; Auto-generated data dictionaries and lineage from Unity Catalog; CDRB evidence package: SonarQube, AI reviews, conformance, reconciliation; Approved design before build for all Tiers; Live Knowledge transfer docs creation for MDLZ AMS handover</a:t>
            </a:r>
          </a:p>
        </p:txBody>
      </p:sp>
      <p:sp>
        <p:nvSpPr>
          <p:cNvPr id="3" name="Rectangle: Rounded Corners 2">
            <a:extLst>
              <a:ext uri="{FF2B5EF4-FFF2-40B4-BE49-F238E27FC236}">
                <a16:creationId xmlns:a16="http://schemas.microsoft.com/office/drawing/2014/main" id="{CB0B06BE-4C08-FFAD-0873-8FE4DDC72B95}"/>
              </a:ext>
            </a:extLst>
          </p:cNvPr>
          <p:cNvSpPr/>
          <p:nvPr/>
        </p:nvSpPr>
        <p:spPr>
          <a:xfrm>
            <a:off x="119404" y="1673504"/>
            <a:ext cx="4174154" cy="715950"/>
          </a:xfrm>
          <a:prstGeom prst="roundRect">
            <a:avLst>
              <a:gd name="adj" fmla="val 2013"/>
            </a:avLst>
          </a:prstGeom>
          <a:solidFill>
            <a:schemeClr val="accent2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Ingest FMT datasets with validated schemas, volumetrics, and refresh cadence with DQ gate controls applied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Onboard new Market Measurement &amp; Promo sources into GCP Harmonized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Federated integration into Databricks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Metadata and lineage registered in Unity Catalog</a:t>
            </a:r>
          </a:p>
        </p:txBody>
      </p:sp>
      <p:sp>
        <p:nvSpPr>
          <p:cNvPr id="4" name="Rectangle: Rounded Corners 3">
            <a:extLst>
              <a:ext uri="{FF2B5EF4-FFF2-40B4-BE49-F238E27FC236}">
                <a16:creationId xmlns:a16="http://schemas.microsoft.com/office/drawing/2014/main" id="{AEC553ED-3B79-9945-7FC1-5A0358E82284}"/>
              </a:ext>
            </a:extLst>
          </p:cNvPr>
          <p:cNvSpPr/>
          <p:nvPr/>
        </p:nvSpPr>
        <p:spPr>
          <a:xfrm>
            <a:off x="119404" y="866669"/>
            <a:ext cx="4174154" cy="713719"/>
          </a:xfrm>
          <a:prstGeom prst="roundRect">
            <a:avLst>
              <a:gd name="adj" fmla="val 2013"/>
            </a:avLst>
          </a:prstGeom>
          <a:solidFill>
            <a:schemeClr val="accent2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Reverse-engineer Brazil PVC/VR/Easter GCP pipelines, stored procs, and DAX logic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Document calculation flows, business rules, and exception handling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Extract GCP production reconciliation baselines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Map legacy logic to 8-Block Architecture and KPI engine design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Formalize undocumented rules and workarounds into config objects</a:t>
            </a:r>
          </a:p>
        </p:txBody>
      </p:sp>
      <p:sp>
        <p:nvSpPr>
          <p:cNvPr id="7" name="Rectangle: Rounded Corners 6">
            <a:extLst>
              <a:ext uri="{FF2B5EF4-FFF2-40B4-BE49-F238E27FC236}">
                <a16:creationId xmlns:a16="http://schemas.microsoft.com/office/drawing/2014/main" id="{17E28898-59D3-588F-204E-E09DB54D2322}"/>
              </a:ext>
            </a:extLst>
          </p:cNvPr>
          <p:cNvSpPr/>
          <p:nvPr/>
        </p:nvSpPr>
        <p:spPr>
          <a:xfrm>
            <a:off x="3632738" y="4162806"/>
            <a:ext cx="1338577" cy="194471"/>
          </a:xfrm>
          <a:prstGeom prst="roundRect">
            <a:avLst>
              <a:gd name="adj" fmla="val 9962"/>
            </a:avLst>
          </a:prstGeom>
          <a:solidFill>
            <a:schemeClr val="accent3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Travel Brazil</a:t>
            </a:r>
          </a:p>
        </p:txBody>
      </p:sp>
      <p:sp>
        <p:nvSpPr>
          <p:cNvPr id="9" name="Rectangle: Rounded Corners 8">
            <a:extLst>
              <a:ext uri="{FF2B5EF4-FFF2-40B4-BE49-F238E27FC236}">
                <a16:creationId xmlns:a16="http://schemas.microsoft.com/office/drawing/2014/main" id="{D39EBDC7-E340-5785-FE5F-13B58C7A70B2}"/>
              </a:ext>
            </a:extLst>
          </p:cNvPr>
          <p:cNvSpPr/>
          <p:nvPr/>
        </p:nvSpPr>
        <p:spPr>
          <a:xfrm>
            <a:off x="7133352" y="4162806"/>
            <a:ext cx="1338577" cy="194471"/>
          </a:xfrm>
          <a:prstGeom prst="roundRect">
            <a:avLst>
              <a:gd name="adj" fmla="val 9962"/>
            </a:avLst>
          </a:prstGeom>
          <a:solidFill>
            <a:schemeClr val="accent3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Travel Brazil</a:t>
            </a:r>
          </a:p>
        </p:txBody>
      </p:sp>
      <p:sp>
        <p:nvSpPr>
          <p:cNvPr id="11" name="Rectangle: Rounded Corners 10">
            <a:extLst>
              <a:ext uri="{FF2B5EF4-FFF2-40B4-BE49-F238E27FC236}">
                <a16:creationId xmlns:a16="http://schemas.microsoft.com/office/drawing/2014/main" id="{56378DFE-7B3E-49DE-1487-A1C7D62D41B8}"/>
              </a:ext>
            </a:extLst>
          </p:cNvPr>
          <p:cNvSpPr/>
          <p:nvPr/>
        </p:nvSpPr>
        <p:spPr>
          <a:xfrm>
            <a:off x="9944086" y="4162806"/>
            <a:ext cx="1338577" cy="194471"/>
          </a:xfrm>
          <a:prstGeom prst="roundRect">
            <a:avLst>
              <a:gd name="adj" fmla="val 9962"/>
            </a:avLst>
          </a:prstGeom>
          <a:solidFill>
            <a:schemeClr val="accent3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Travel Brazil</a:t>
            </a:r>
          </a:p>
        </p:txBody>
      </p:sp>
    </p:spTree>
    <p:extLst>
      <p:ext uri="{BB962C8B-B14F-4D97-AF65-F5344CB8AC3E}">
        <p14:creationId xmlns:p14="http://schemas.microsoft.com/office/powerpoint/2010/main" val="3931165505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BF43435-6AAB-C949-5BA6-D474A69D7F2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9" name="Table 178">
            <a:extLst>
              <a:ext uri="{FF2B5EF4-FFF2-40B4-BE49-F238E27FC236}">
                <a16:creationId xmlns:a16="http://schemas.microsoft.com/office/drawing/2014/main" id="{361FE32A-A09F-85B0-7A80-77DD5DFFF721}"/>
              </a:ext>
            </a:extLst>
          </p:cNvPr>
          <p:cNvGraphicFramePr>
            <a:graphicFrameLocks noGrp="1"/>
          </p:cNvGraphicFramePr>
          <p:nvPr/>
        </p:nvGraphicFramePr>
        <p:xfrm>
          <a:off x="119405" y="596574"/>
          <a:ext cx="11850241" cy="38709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7073">
                  <a:extLst>
                    <a:ext uri="{9D8B030D-6E8A-4147-A177-3AD203B41FA5}">
                      <a16:colId xmlns:a16="http://schemas.microsoft.com/office/drawing/2014/main" val="251127611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1222503726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1030616740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1364242629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2814804338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1808701544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2995671545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3311060168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1749326342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3177466681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21093418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26518041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2288495061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3010911527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1569591041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2005490570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3550475085"/>
                    </a:ext>
                  </a:extLst>
                </a:gridCol>
              </a:tblGrid>
              <a:tr h="157076"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 Nov 2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Nov 9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Nov 16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Nov 23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Nov 30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Dec 7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Dec 14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Dec 21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Dec 28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Jan 4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Jan 11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Jan 18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Jan 25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Feb 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Feb 8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Feb 15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Feb 22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467775164"/>
                  </a:ext>
                </a:extLst>
              </a:tr>
              <a:tr h="2698013"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74055313"/>
                  </a:ext>
                </a:extLst>
              </a:tr>
            </a:tbl>
          </a:graphicData>
        </a:graphic>
      </p:graphicFrame>
      <p:sp>
        <p:nvSpPr>
          <p:cNvPr id="90" name="Title 3">
            <a:extLst>
              <a:ext uri="{FF2B5EF4-FFF2-40B4-BE49-F238E27FC236}">
                <a16:creationId xmlns:a16="http://schemas.microsoft.com/office/drawing/2014/main" id="{B10EB7E2-EC22-A5F2-B42B-E696AA12996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52400" y="77219"/>
            <a:ext cx="11917679" cy="485775"/>
          </a:xfrm>
        </p:spPr>
        <p:txBody>
          <a:bodyPr anchor="ctr"/>
          <a:lstStyle/>
          <a:p>
            <a:r>
              <a:rPr lang="en-US" sz="2400">
                <a:solidFill>
                  <a:srgbClr val="012F74"/>
                </a:solidFill>
              </a:rPr>
              <a:t>6. STORE OPERATIONS (PERFECT &amp; RIGHT STORE)</a:t>
            </a:r>
          </a:p>
        </p:txBody>
      </p:sp>
      <p:sp>
        <p:nvSpPr>
          <p:cNvPr id="95" name="Rectangle: Rounded Corners 94">
            <a:extLst>
              <a:ext uri="{FF2B5EF4-FFF2-40B4-BE49-F238E27FC236}">
                <a16:creationId xmlns:a16="http://schemas.microsoft.com/office/drawing/2014/main" id="{151F8976-3A18-FE49-B3B8-9B41E3355008}"/>
              </a:ext>
            </a:extLst>
          </p:cNvPr>
          <p:cNvSpPr/>
          <p:nvPr/>
        </p:nvSpPr>
        <p:spPr>
          <a:xfrm>
            <a:off x="119405" y="3248610"/>
            <a:ext cx="4174154" cy="809067"/>
          </a:xfrm>
          <a:prstGeom prst="roundRect">
            <a:avLst>
              <a:gd name="adj" fmla="val 831"/>
            </a:avLst>
          </a:prstGeom>
          <a:solidFill>
            <a:schemeClr val="accent6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Inventory and harmonize KPI definitions across full LA with Global D&amp;A inventory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Align calculation logic, UOMs, and aggregation rules to single regional KPI dictionary + business context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Map KPI placement: pre-calculated vs on-demand per consumption need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Inventory existing dashboards, reports, personas, cases</a:t>
            </a:r>
          </a:p>
        </p:txBody>
      </p:sp>
      <p:sp>
        <p:nvSpPr>
          <p:cNvPr id="102" name="Rectangle: Rounded Corners 101">
            <a:extLst>
              <a:ext uri="{FF2B5EF4-FFF2-40B4-BE49-F238E27FC236}">
                <a16:creationId xmlns:a16="http://schemas.microsoft.com/office/drawing/2014/main" id="{CC23D86A-6B94-C5A9-FF2D-267EAEE52CA7}"/>
              </a:ext>
            </a:extLst>
          </p:cNvPr>
          <p:cNvSpPr/>
          <p:nvPr/>
        </p:nvSpPr>
        <p:spPr>
          <a:xfrm>
            <a:off x="10616184" y="886968"/>
            <a:ext cx="1304972" cy="3476752"/>
          </a:xfrm>
          <a:prstGeom prst="roundRect">
            <a:avLst>
              <a:gd name="adj" fmla="val 2712"/>
            </a:avLst>
          </a:prstGeom>
          <a:solidFill>
            <a:schemeClr val="accent1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Full LA demo: AI/BI, Genie, Knowledge Assistant, Supervisor across 4 BUs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Benchmark evaluation: accuracy, latency, and guardrails across all personas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RLS validation per BU, persona, and market hierarchy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DQ, Job Observability, and Cost Monitoring dashboards production-ready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Agent orchestration: routing, handoffs, and tools live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Amazon Quick MCP integration for enterprise agent connectivity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Regression benchmark: no accuracy loss post BR &amp; SC onboarding</a:t>
            </a:r>
          </a:p>
        </p:txBody>
      </p:sp>
      <p:sp>
        <p:nvSpPr>
          <p:cNvPr id="103" name="Rectangle 102">
            <a:extLst>
              <a:ext uri="{FF2B5EF4-FFF2-40B4-BE49-F238E27FC236}">
                <a16:creationId xmlns:a16="http://schemas.microsoft.com/office/drawing/2014/main" id="{B194FF9A-6A84-D021-FD9B-EF8FF09479BE}"/>
              </a:ext>
            </a:extLst>
          </p:cNvPr>
          <p:cNvSpPr/>
          <p:nvPr/>
        </p:nvSpPr>
        <p:spPr>
          <a:xfrm>
            <a:off x="161201" y="4453849"/>
            <a:ext cx="10388202" cy="322871"/>
          </a:xfrm>
          <a:prstGeom prst="rect">
            <a:avLst/>
          </a:prstGeom>
          <a:solidFill>
            <a:schemeClr val="accent2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Data Quality: </a:t>
            </a:r>
            <a:r>
              <a:rPr kumimoji="0" 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Automated DQ gate at ingestion: completeness, freshness, schema-drift, type enforcement; Quality thresholds and tolerance rules per source and BU; Quarantine and rejection handling with full audit trail; Reconciliation baselines from GCP production; DQ scoring and alerting embedded in pipeline orchestration</a:t>
            </a:r>
          </a:p>
        </p:txBody>
      </p:sp>
      <p:sp>
        <p:nvSpPr>
          <p:cNvPr id="105" name="Rectangle 104">
            <a:extLst>
              <a:ext uri="{FF2B5EF4-FFF2-40B4-BE49-F238E27FC236}">
                <a16:creationId xmlns:a16="http://schemas.microsoft.com/office/drawing/2014/main" id="{8777DFCE-4A1A-0C54-DC62-EDF383647FAA}"/>
              </a:ext>
            </a:extLst>
          </p:cNvPr>
          <p:cNvSpPr/>
          <p:nvPr/>
        </p:nvSpPr>
        <p:spPr>
          <a:xfrm>
            <a:off x="161200" y="4839095"/>
            <a:ext cx="10388201" cy="322871"/>
          </a:xfrm>
          <a:prstGeom prst="rect">
            <a:avLst/>
          </a:prstGeom>
          <a:solidFill>
            <a:schemeClr val="accent2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Job Observability</a:t>
            </a:r>
            <a:r>
              <a:rPr kumimoji="0" 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: End-to-end pipeline monitoring: status, duration, SLA, and failure alerts; Centralized job dashboard across ingestion, transformation, and KPI layers; Automated retry/restart with idempotency per pipeline stage; Anomaly detection: runtime deviations, volume spikes, data gaps; Full lineage traceability from source to KPI for root-cause analysis</a:t>
            </a:r>
          </a:p>
        </p:txBody>
      </p:sp>
      <p:sp>
        <p:nvSpPr>
          <p:cNvPr id="106" name="Rectangle 105">
            <a:extLst>
              <a:ext uri="{FF2B5EF4-FFF2-40B4-BE49-F238E27FC236}">
                <a16:creationId xmlns:a16="http://schemas.microsoft.com/office/drawing/2014/main" id="{5450C174-E29F-53B7-E7C8-E51ECF219EC0}"/>
              </a:ext>
            </a:extLst>
          </p:cNvPr>
          <p:cNvSpPr/>
          <p:nvPr/>
        </p:nvSpPr>
        <p:spPr>
          <a:xfrm>
            <a:off x="161200" y="5208144"/>
            <a:ext cx="10388200" cy="303662"/>
          </a:xfrm>
          <a:prstGeom prst="rect">
            <a:avLst/>
          </a:prstGeom>
          <a:solidFill>
            <a:schemeClr val="accent2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Cost Monitoring</a:t>
            </a:r>
            <a:r>
              <a:rPr kumimoji="0" 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:  Real-time cost tracking per pipeline, BU, and environment; Budget baselines and automated threshold alerts from prototype phase; Cluster sizing and job scheduling optimization to control spend; Cost attribution by workstream (ingestion, KPI, AI/BI) and market; Monthly benchmarking vs GCP legacy for TCO comparison</a:t>
            </a:r>
          </a:p>
        </p:txBody>
      </p:sp>
      <p:sp>
        <p:nvSpPr>
          <p:cNvPr id="108" name="Rectangle 107">
            <a:extLst>
              <a:ext uri="{FF2B5EF4-FFF2-40B4-BE49-F238E27FC236}">
                <a16:creationId xmlns:a16="http://schemas.microsoft.com/office/drawing/2014/main" id="{AEA09643-06E7-CF04-378C-6F407421F432}"/>
              </a:ext>
            </a:extLst>
          </p:cNvPr>
          <p:cNvSpPr/>
          <p:nvPr/>
        </p:nvSpPr>
        <p:spPr>
          <a:xfrm>
            <a:off x="10616183" y="4453849"/>
            <a:ext cx="1286685" cy="2044696"/>
          </a:xfrm>
          <a:prstGeom prst="rect">
            <a:avLst/>
          </a:prstGeom>
          <a:solidFill>
            <a:schemeClr val="accent2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Demonstrate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Data Quality,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Job Observability,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Cost Monitoring,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Refresh schedule,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Data Governance,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Live Documentation</a:t>
            </a:r>
          </a:p>
        </p:txBody>
      </p:sp>
      <p:sp>
        <p:nvSpPr>
          <p:cNvPr id="110" name="Rectangle: Rounded Corners 109">
            <a:extLst>
              <a:ext uri="{FF2B5EF4-FFF2-40B4-BE49-F238E27FC236}">
                <a16:creationId xmlns:a16="http://schemas.microsoft.com/office/drawing/2014/main" id="{D37DCF98-DDF7-521D-631B-107DE38F0277}"/>
              </a:ext>
            </a:extLst>
          </p:cNvPr>
          <p:cNvSpPr/>
          <p:nvPr/>
        </p:nvSpPr>
        <p:spPr>
          <a:xfrm>
            <a:off x="873760" y="4109466"/>
            <a:ext cx="1338577" cy="279695"/>
          </a:xfrm>
          <a:prstGeom prst="roundRect">
            <a:avLst>
              <a:gd name="adj" fmla="val 9962"/>
            </a:avLst>
          </a:prstGeom>
          <a:solidFill>
            <a:schemeClr val="accent3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Travel Brazil</a:t>
            </a:r>
          </a:p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(+WC + MX + SC)</a:t>
            </a:r>
          </a:p>
        </p:txBody>
      </p:sp>
      <p:sp>
        <p:nvSpPr>
          <p:cNvPr id="114" name="Rectangle: Rounded Corners 113">
            <a:extLst>
              <a:ext uri="{FF2B5EF4-FFF2-40B4-BE49-F238E27FC236}">
                <a16:creationId xmlns:a16="http://schemas.microsoft.com/office/drawing/2014/main" id="{38D4F4CF-FA6A-C12D-6272-924487111C1F}"/>
              </a:ext>
            </a:extLst>
          </p:cNvPr>
          <p:cNvSpPr/>
          <p:nvPr/>
        </p:nvSpPr>
        <p:spPr>
          <a:xfrm>
            <a:off x="119404" y="2464390"/>
            <a:ext cx="4174154" cy="712274"/>
          </a:xfrm>
          <a:prstGeom prst="roundRect">
            <a:avLst>
              <a:gd name="adj" fmla="val 2013"/>
            </a:avLst>
          </a:prstGeom>
          <a:solidFill>
            <a:schemeClr val="accent2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Establish federated integration from GCP Harmonized into Databricks GCP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Optimize manual files into single similar entities before core domains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Define parameterized mapping layer from GCP Harmonized tables to target Agnostic Core Domain entities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Run fit / gap analysis against Core Domain agnostic with DP&amp;E, and build</a:t>
            </a:r>
          </a:p>
        </p:txBody>
      </p:sp>
      <p:sp>
        <p:nvSpPr>
          <p:cNvPr id="116" name="Rectangle: Rounded Corners 115">
            <a:extLst>
              <a:ext uri="{FF2B5EF4-FFF2-40B4-BE49-F238E27FC236}">
                <a16:creationId xmlns:a16="http://schemas.microsoft.com/office/drawing/2014/main" id="{B9550D60-D911-B1BA-BE3B-7713FC153551}"/>
              </a:ext>
            </a:extLst>
          </p:cNvPr>
          <p:cNvSpPr/>
          <p:nvPr/>
        </p:nvSpPr>
        <p:spPr>
          <a:xfrm>
            <a:off x="4345926" y="3248609"/>
            <a:ext cx="3447781" cy="809068"/>
          </a:xfrm>
          <a:prstGeom prst="roundRect">
            <a:avLst>
              <a:gd name="adj" fmla="val 222"/>
            </a:avLst>
          </a:prstGeom>
          <a:solidFill>
            <a:schemeClr val="accent6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Build parameterized Market Configuration Layer with versioned, market-keyed rules for full LA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Deploy configuration-driven KPI Calculation Engine, no hard-coded BU logic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Design and publish certified Metric Views in Unity Catalog with row-level security</a:t>
            </a:r>
          </a:p>
        </p:txBody>
      </p:sp>
      <p:sp>
        <p:nvSpPr>
          <p:cNvPr id="120" name="Rectangle: Rounded Corners 119">
            <a:extLst>
              <a:ext uri="{FF2B5EF4-FFF2-40B4-BE49-F238E27FC236}">
                <a16:creationId xmlns:a16="http://schemas.microsoft.com/office/drawing/2014/main" id="{71B42453-B7C7-AD6E-4BDA-8C3BC5FD068C}"/>
              </a:ext>
            </a:extLst>
          </p:cNvPr>
          <p:cNvSpPr/>
          <p:nvPr/>
        </p:nvSpPr>
        <p:spPr>
          <a:xfrm>
            <a:off x="7846074" y="2805403"/>
            <a:ext cx="2717744" cy="1232608"/>
          </a:xfrm>
          <a:prstGeom prst="roundRect">
            <a:avLst>
              <a:gd name="adj" fmla="val 2049"/>
            </a:avLst>
          </a:prstGeom>
          <a:solidFill>
            <a:schemeClr val="accent6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AI/BI dashboard prototypes per persona for full LA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Genie Agent spaces with curated business context and example queries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Benchmark evaluation (250+ questions) with accuracy tuning cycles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Knowledge Assistant build with indexed business documents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Agent orchestration (routing, tools, handoffs)</a:t>
            </a:r>
          </a:p>
        </p:txBody>
      </p:sp>
      <p:sp>
        <p:nvSpPr>
          <p:cNvPr id="122" name="Rectangle: Rounded Corners 121">
            <a:extLst>
              <a:ext uri="{FF2B5EF4-FFF2-40B4-BE49-F238E27FC236}">
                <a16:creationId xmlns:a16="http://schemas.microsoft.com/office/drawing/2014/main" id="{81133670-7A19-4B59-BC43-E833A32DB696}"/>
              </a:ext>
            </a:extLst>
          </p:cNvPr>
          <p:cNvSpPr/>
          <p:nvPr/>
        </p:nvSpPr>
        <p:spPr>
          <a:xfrm>
            <a:off x="6257880" y="2161696"/>
            <a:ext cx="858156" cy="278813"/>
          </a:xfrm>
          <a:prstGeom prst="roundRect">
            <a:avLst>
              <a:gd name="adj" fmla="val 9962"/>
            </a:avLst>
          </a:prstGeom>
          <a:solidFill>
            <a:schemeClr val="accent5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SonarQube and AI audit review</a:t>
            </a:r>
          </a:p>
        </p:txBody>
      </p:sp>
      <p:sp>
        <p:nvSpPr>
          <p:cNvPr id="124" name="Rectangle: Rounded Corners 123">
            <a:extLst>
              <a:ext uri="{FF2B5EF4-FFF2-40B4-BE49-F238E27FC236}">
                <a16:creationId xmlns:a16="http://schemas.microsoft.com/office/drawing/2014/main" id="{7666917E-D15F-BFFA-CE55-021703C917BA}"/>
              </a:ext>
            </a:extLst>
          </p:cNvPr>
          <p:cNvSpPr/>
          <p:nvPr/>
        </p:nvSpPr>
        <p:spPr>
          <a:xfrm>
            <a:off x="8965455" y="2161696"/>
            <a:ext cx="858156" cy="278813"/>
          </a:xfrm>
          <a:prstGeom prst="roundRect">
            <a:avLst>
              <a:gd name="adj" fmla="val 9962"/>
            </a:avLst>
          </a:prstGeom>
          <a:solidFill>
            <a:schemeClr val="accent5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SonarQube and AI audit review</a:t>
            </a:r>
          </a:p>
        </p:txBody>
      </p:sp>
      <p:sp>
        <p:nvSpPr>
          <p:cNvPr id="132" name="Rectangle 131">
            <a:extLst>
              <a:ext uri="{FF2B5EF4-FFF2-40B4-BE49-F238E27FC236}">
                <a16:creationId xmlns:a16="http://schemas.microsoft.com/office/drawing/2014/main" id="{49F18ADD-B592-1230-C260-929FF65885AA}"/>
              </a:ext>
            </a:extLst>
          </p:cNvPr>
          <p:cNvSpPr/>
          <p:nvPr/>
        </p:nvSpPr>
        <p:spPr>
          <a:xfrm>
            <a:off x="161200" y="5567606"/>
            <a:ext cx="10388200" cy="251762"/>
          </a:xfrm>
          <a:prstGeom prst="rect">
            <a:avLst/>
          </a:prstGeom>
          <a:solidFill>
            <a:schemeClr val="accent2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Refresh</a:t>
            </a:r>
            <a:r>
              <a:rPr kumimoji="0" 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: Weekend: full historical refresh across all layers and BUs; Nightly (Mon-Fri): incremental rolling 3-month window refresh; Daily workday: scheduled intraday refresh with automated watcher; Dependency-aware orchestration, downstream triggers post-validation; Freshness monitoring and staleness alerts per refresh tier</a:t>
            </a:r>
          </a:p>
        </p:txBody>
      </p:sp>
      <p:grpSp>
        <p:nvGrpSpPr>
          <p:cNvPr id="91" name="Group 90">
            <a:extLst>
              <a:ext uri="{FF2B5EF4-FFF2-40B4-BE49-F238E27FC236}">
                <a16:creationId xmlns:a16="http://schemas.microsoft.com/office/drawing/2014/main" id="{F5303610-6AA5-2D56-238F-E66E1A373901}"/>
              </a:ext>
            </a:extLst>
          </p:cNvPr>
          <p:cNvGrpSpPr/>
          <p:nvPr/>
        </p:nvGrpSpPr>
        <p:grpSpPr>
          <a:xfrm>
            <a:off x="68580" y="878051"/>
            <a:ext cx="855980" cy="5937025"/>
            <a:chOff x="5702955" y="1175657"/>
            <a:chExt cx="855980" cy="5765745"/>
          </a:xfrm>
        </p:grpSpPr>
        <p:cxnSp>
          <p:nvCxnSpPr>
            <p:cNvPr id="92" name="Straight Connector 91">
              <a:extLst>
                <a:ext uri="{FF2B5EF4-FFF2-40B4-BE49-F238E27FC236}">
                  <a16:creationId xmlns:a16="http://schemas.microsoft.com/office/drawing/2014/main" id="{D0597551-9594-291E-3C59-0942BB3E97D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28355" y="1175657"/>
              <a:ext cx="0" cy="5679161"/>
            </a:xfrm>
            <a:prstGeom prst="line">
              <a:avLst/>
            </a:prstGeom>
            <a:ln w="38100">
              <a:solidFill>
                <a:schemeClr val="accent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Freeform 40">
              <a:extLst>
                <a:ext uri="{FF2B5EF4-FFF2-40B4-BE49-F238E27FC236}">
                  <a16:creationId xmlns:a16="http://schemas.microsoft.com/office/drawing/2014/main" id="{1D518F00-D9D3-292F-A763-C16BE9D87640}"/>
                </a:ext>
              </a:extLst>
            </p:cNvPr>
            <p:cNvSpPr/>
            <p:nvPr/>
          </p:nvSpPr>
          <p:spPr>
            <a:xfrm flipH="1">
              <a:off x="5702955" y="6779589"/>
              <a:ext cx="855980" cy="161813"/>
            </a:xfrm>
            <a:custGeom>
              <a:avLst/>
              <a:gdLst>
                <a:gd name="connsiteX0" fmla="*/ 527292 w 1157638"/>
                <a:gd name="connsiteY0" fmla="*/ 0 h 968119"/>
                <a:gd name="connsiteX1" fmla="*/ 165096 w 1157638"/>
                <a:gd name="connsiteY1" fmla="*/ 185396 h 968119"/>
                <a:gd name="connsiteX2" fmla="*/ 170507 w 1157638"/>
                <a:gd name="connsiteY2" fmla="*/ 777654 h 968119"/>
                <a:gd name="connsiteX3" fmla="*/ 974625 w 1157638"/>
                <a:gd name="connsiteY3" fmla="*/ 861696 h 968119"/>
                <a:gd name="connsiteX4" fmla="*/ 1031264 w 1157638"/>
                <a:gd name="connsiteY4" fmla="*/ 145359 h 968119"/>
                <a:gd name="connsiteX5" fmla="*/ 527292 w 1157638"/>
                <a:gd name="connsiteY5" fmla="*/ 0 h 968119"/>
                <a:gd name="connsiteX6" fmla="*/ 527292 w 1157638"/>
                <a:gd name="connsiteY6" fmla="*/ 0 h 968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57638" h="968119">
                  <a:moveTo>
                    <a:pt x="527292" y="0"/>
                  </a:moveTo>
                  <a:cubicBezTo>
                    <a:pt x="404997" y="0"/>
                    <a:pt x="279815" y="45447"/>
                    <a:pt x="165096" y="185396"/>
                  </a:cubicBezTo>
                  <a:cubicBezTo>
                    <a:pt x="-127836" y="542482"/>
                    <a:pt x="30535" y="677742"/>
                    <a:pt x="170507" y="777654"/>
                  </a:cubicBezTo>
                  <a:cubicBezTo>
                    <a:pt x="310479" y="877566"/>
                    <a:pt x="787034" y="1100114"/>
                    <a:pt x="974625" y="861696"/>
                  </a:cubicBezTo>
                  <a:cubicBezTo>
                    <a:pt x="1162217" y="623278"/>
                    <a:pt x="1244468" y="204152"/>
                    <a:pt x="1031264" y="145359"/>
                  </a:cubicBezTo>
                  <a:cubicBezTo>
                    <a:pt x="901753" y="109651"/>
                    <a:pt x="717769" y="0"/>
                    <a:pt x="527292" y="0"/>
                  </a:cubicBezTo>
                  <a:lnTo>
                    <a:pt x="527292" y="0"/>
                  </a:lnTo>
                </a:path>
              </a:pathLst>
            </a:custGeom>
            <a:solidFill>
              <a:schemeClr val="accent1"/>
            </a:solidFill>
            <a:ln w="3606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WE ARE HERE!</a:t>
              </a:r>
            </a:p>
          </p:txBody>
        </p:sp>
      </p:grpSp>
      <p:sp>
        <p:nvSpPr>
          <p:cNvPr id="104" name="Rectangle 103">
            <a:extLst>
              <a:ext uri="{FF2B5EF4-FFF2-40B4-BE49-F238E27FC236}">
                <a16:creationId xmlns:a16="http://schemas.microsoft.com/office/drawing/2014/main" id="{1F73B990-FC17-DEC6-45C3-892820CADF05}"/>
              </a:ext>
            </a:extLst>
          </p:cNvPr>
          <p:cNvSpPr/>
          <p:nvPr/>
        </p:nvSpPr>
        <p:spPr>
          <a:xfrm>
            <a:off x="161200" y="5860697"/>
            <a:ext cx="10388200" cy="301343"/>
          </a:xfrm>
          <a:prstGeom prst="rect">
            <a:avLst/>
          </a:prstGeom>
          <a:solidFill>
            <a:schemeClr val="accent2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Data Governance</a:t>
            </a:r>
            <a:r>
              <a:rPr kumimoji="0" 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: Unity Catalog: centralized metadata, lineage, and access control; RLS and column masking per BU, persona, and sensitivity tier; Dataset and KPI registration in MDLZ governance framework (Ataccama); Data ownership model: stewards per domain with BU accountability; Weekly automated security scans and access reviews; Full audit trail on access, transformations, and policy changes</a:t>
            </a:r>
          </a:p>
        </p:txBody>
      </p:sp>
      <p:sp>
        <p:nvSpPr>
          <p:cNvPr id="107" name="Rectangle 106">
            <a:extLst>
              <a:ext uri="{FF2B5EF4-FFF2-40B4-BE49-F238E27FC236}">
                <a16:creationId xmlns:a16="http://schemas.microsoft.com/office/drawing/2014/main" id="{88EB2D03-6A2D-85CA-0EE9-7380A9E8236A}"/>
              </a:ext>
            </a:extLst>
          </p:cNvPr>
          <p:cNvSpPr/>
          <p:nvPr/>
        </p:nvSpPr>
        <p:spPr>
          <a:xfrm>
            <a:off x="161200" y="6226728"/>
            <a:ext cx="10388200" cy="271816"/>
          </a:xfrm>
          <a:prstGeom prst="rect">
            <a:avLst/>
          </a:prstGeom>
          <a:solidFill>
            <a:schemeClr val="accent2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Documentation</a:t>
            </a:r>
            <a:r>
              <a:rPr kumimoji="0" 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: 8-Block Pipeline Architecture (HLD) signed by DaaS Architecture Lead; Living playbooks: Ingestion, Market Config, KPI Engine, Semantic Layer, Consumption; Auto-generated data dictionaries and lineage from Unity Catalog; CDRB evidence package: SonarQube, AI reviews, conformance, reconciliation; Approved design before build for all Tiers; Live Knowledge transfer docs creation for MDLZ AMS handover</a:t>
            </a:r>
          </a:p>
        </p:txBody>
      </p:sp>
      <p:sp>
        <p:nvSpPr>
          <p:cNvPr id="3" name="Rectangle: Rounded Corners 2">
            <a:extLst>
              <a:ext uri="{FF2B5EF4-FFF2-40B4-BE49-F238E27FC236}">
                <a16:creationId xmlns:a16="http://schemas.microsoft.com/office/drawing/2014/main" id="{0D00699A-3E2D-04F3-75DA-F04DCCDFAD9E}"/>
              </a:ext>
            </a:extLst>
          </p:cNvPr>
          <p:cNvSpPr/>
          <p:nvPr/>
        </p:nvSpPr>
        <p:spPr>
          <a:xfrm>
            <a:off x="119404" y="1673504"/>
            <a:ext cx="4174154" cy="715950"/>
          </a:xfrm>
          <a:prstGeom prst="roundRect">
            <a:avLst>
              <a:gd name="adj" fmla="val 2013"/>
            </a:avLst>
          </a:prstGeom>
          <a:solidFill>
            <a:schemeClr val="accent2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Ingest FMT datasets with validated schemas, volumetrics, and refresh cadence with DQ gate controls applied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Onboard new Market Measurement &amp; Promo sources into GCP Harmonized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Federated integration into Databricks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Metadata and lineage registered in Unity Catalog</a:t>
            </a:r>
          </a:p>
        </p:txBody>
      </p:sp>
      <p:sp>
        <p:nvSpPr>
          <p:cNvPr id="7" name="Rectangle: Rounded Corners 6">
            <a:extLst>
              <a:ext uri="{FF2B5EF4-FFF2-40B4-BE49-F238E27FC236}">
                <a16:creationId xmlns:a16="http://schemas.microsoft.com/office/drawing/2014/main" id="{7EAD034B-0B79-16A7-6367-22852DE28FDA}"/>
              </a:ext>
            </a:extLst>
          </p:cNvPr>
          <p:cNvSpPr/>
          <p:nvPr/>
        </p:nvSpPr>
        <p:spPr>
          <a:xfrm>
            <a:off x="3632738" y="4109466"/>
            <a:ext cx="1338577" cy="279695"/>
          </a:xfrm>
          <a:prstGeom prst="roundRect">
            <a:avLst>
              <a:gd name="adj" fmla="val 9962"/>
            </a:avLst>
          </a:prstGeom>
          <a:solidFill>
            <a:schemeClr val="accent3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Travel Brazil</a:t>
            </a:r>
          </a:p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(+WC + MX + SC)</a:t>
            </a:r>
          </a:p>
        </p:txBody>
      </p:sp>
      <p:sp>
        <p:nvSpPr>
          <p:cNvPr id="9" name="Rectangle: Rounded Corners 8">
            <a:extLst>
              <a:ext uri="{FF2B5EF4-FFF2-40B4-BE49-F238E27FC236}">
                <a16:creationId xmlns:a16="http://schemas.microsoft.com/office/drawing/2014/main" id="{DAEFC83A-264E-ED20-7916-1AF9DE8F6D4B}"/>
              </a:ext>
            </a:extLst>
          </p:cNvPr>
          <p:cNvSpPr/>
          <p:nvPr/>
        </p:nvSpPr>
        <p:spPr>
          <a:xfrm>
            <a:off x="7179072" y="4109466"/>
            <a:ext cx="1338577" cy="279695"/>
          </a:xfrm>
          <a:prstGeom prst="roundRect">
            <a:avLst>
              <a:gd name="adj" fmla="val 9962"/>
            </a:avLst>
          </a:prstGeom>
          <a:solidFill>
            <a:schemeClr val="accent3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Travel Brazil</a:t>
            </a:r>
          </a:p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(+WC + MX + SC)</a:t>
            </a:r>
          </a:p>
        </p:txBody>
      </p:sp>
      <p:sp>
        <p:nvSpPr>
          <p:cNvPr id="11" name="Rectangle: Rounded Corners 10">
            <a:extLst>
              <a:ext uri="{FF2B5EF4-FFF2-40B4-BE49-F238E27FC236}">
                <a16:creationId xmlns:a16="http://schemas.microsoft.com/office/drawing/2014/main" id="{50D66D96-C24D-8277-BB94-CD5D98E52DAF}"/>
              </a:ext>
            </a:extLst>
          </p:cNvPr>
          <p:cNvSpPr/>
          <p:nvPr/>
        </p:nvSpPr>
        <p:spPr>
          <a:xfrm>
            <a:off x="9913606" y="4109466"/>
            <a:ext cx="1338577" cy="279695"/>
          </a:xfrm>
          <a:prstGeom prst="roundRect">
            <a:avLst>
              <a:gd name="adj" fmla="val 9962"/>
            </a:avLst>
          </a:prstGeom>
          <a:solidFill>
            <a:schemeClr val="accent3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Travel Brazil</a:t>
            </a:r>
          </a:p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(+WC + MX + SC)</a:t>
            </a:r>
          </a:p>
        </p:txBody>
      </p:sp>
      <p:sp>
        <p:nvSpPr>
          <p:cNvPr id="5" name="Rectangle: Rounded Corners 4">
            <a:extLst>
              <a:ext uri="{FF2B5EF4-FFF2-40B4-BE49-F238E27FC236}">
                <a16:creationId xmlns:a16="http://schemas.microsoft.com/office/drawing/2014/main" id="{3B60B27D-437F-0C79-AD86-A709DEDB0BB5}"/>
              </a:ext>
            </a:extLst>
          </p:cNvPr>
          <p:cNvSpPr/>
          <p:nvPr/>
        </p:nvSpPr>
        <p:spPr>
          <a:xfrm>
            <a:off x="119404" y="904091"/>
            <a:ext cx="4174154" cy="676297"/>
          </a:xfrm>
          <a:prstGeom prst="roundRect">
            <a:avLst>
              <a:gd name="adj" fmla="val 2013"/>
            </a:avLst>
          </a:prstGeom>
          <a:solidFill>
            <a:schemeClr val="accent2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Evaluate MC1 ingestion and standardization via </a:t>
            </a:r>
            <a:r>
              <a:rPr kumimoji="0" lang="en-US" sz="800" b="1" i="0" u="none" strike="noStrike" kern="1200" cap="none" spc="0" normalizeH="0" baseline="0" noProof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SnackSync</a:t>
            </a: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in GCP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Assess data quality, completeness, and schema consistency for Store Ops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Document </a:t>
            </a:r>
            <a:r>
              <a:rPr kumimoji="0" lang="en-US" sz="800" b="1" i="0" u="none" strike="noStrike" kern="1200" cap="none" spc="0" normalizeH="0" baseline="0" noProof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SnackSync</a:t>
            </a: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logic, refresh cadence, and known gaps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Federated integration from </a:t>
            </a:r>
            <a:r>
              <a:rPr kumimoji="0" lang="en-US" sz="800" b="1" i="0" u="none" strike="noStrike" kern="1200" cap="none" spc="0" normalizeH="0" baseline="0" noProof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SnackSync</a:t>
            </a: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into Databricks Harmonized Layer</a:t>
            </a:r>
          </a:p>
        </p:txBody>
      </p:sp>
    </p:spTree>
    <p:extLst>
      <p:ext uri="{BB962C8B-B14F-4D97-AF65-F5344CB8AC3E}">
        <p14:creationId xmlns:p14="http://schemas.microsoft.com/office/powerpoint/2010/main" val="2979415017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294BBB3-257B-DA0D-9DE5-F05845A0C72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9" name="Table 178">
            <a:extLst>
              <a:ext uri="{FF2B5EF4-FFF2-40B4-BE49-F238E27FC236}">
                <a16:creationId xmlns:a16="http://schemas.microsoft.com/office/drawing/2014/main" id="{CE6B249E-318E-4A1A-B0B5-8612A05FD91F}"/>
              </a:ext>
            </a:extLst>
          </p:cNvPr>
          <p:cNvGraphicFramePr>
            <a:graphicFrameLocks noGrp="1"/>
          </p:cNvGraphicFramePr>
          <p:nvPr/>
        </p:nvGraphicFramePr>
        <p:xfrm>
          <a:off x="858545" y="596574"/>
          <a:ext cx="11153173" cy="50444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56069">
                  <a:extLst>
                    <a:ext uri="{9D8B030D-6E8A-4147-A177-3AD203B41FA5}">
                      <a16:colId xmlns:a16="http://schemas.microsoft.com/office/drawing/2014/main" val="251127611"/>
                    </a:ext>
                  </a:extLst>
                </a:gridCol>
                <a:gridCol w="656069">
                  <a:extLst>
                    <a:ext uri="{9D8B030D-6E8A-4147-A177-3AD203B41FA5}">
                      <a16:colId xmlns:a16="http://schemas.microsoft.com/office/drawing/2014/main" val="1222503726"/>
                    </a:ext>
                  </a:extLst>
                </a:gridCol>
                <a:gridCol w="656069">
                  <a:extLst>
                    <a:ext uri="{9D8B030D-6E8A-4147-A177-3AD203B41FA5}">
                      <a16:colId xmlns:a16="http://schemas.microsoft.com/office/drawing/2014/main" val="1030616740"/>
                    </a:ext>
                  </a:extLst>
                </a:gridCol>
                <a:gridCol w="656069">
                  <a:extLst>
                    <a:ext uri="{9D8B030D-6E8A-4147-A177-3AD203B41FA5}">
                      <a16:colId xmlns:a16="http://schemas.microsoft.com/office/drawing/2014/main" val="1364242629"/>
                    </a:ext>
                  </a:extLst>
                </a:gridCol>
                <a:gridCol w="656069">
                  <a:extLst>
                    <a:ext uri="{9D8B030D-6E8A-4147-A177-3AD203B41FA5}">
                      <a16:colId xmlns:a16="http://schemas.microsoft.com/office/drawing/2014/main" val="2814804338"/>
                    </a:ext>
                  </a:extLst>
                </a:gridCol>
                <a:gridCol w="656069">
                  <a:extLst>
                    <a:ext uri="{9D8B030D-6E8A-4147-A177-3AD203B41FA5}">
                      <a16:colId xmlns:a16="http://schemas.microsoft.com/office/drawing/2014/main" val="1808701544"/>
                    </a:ext>
                  </a:extLst>
                </a:gridCol>
                <a:gridCol w="656069">
                  <a:extLst>
                    <a:ext uri="{9D8B030D-6E8A-4147-A177-3AD203B41FA5}">
                      <a16:colId xmlns:a16="http://schemas.microsoft.com/office/drawing/2014/main" val="2995671545"/>
                    </a:ext>
                  </a:extLst>
                </a:gridCol>
                <a:gridCol w="656069">
                  <a:extLst>
                    <a:ext uri="{9D8B030D-6E8A-4147-A177-3AD203B41FA5}">
                      <a16:colId xmlns:a16="http://schemas.microsoft.com/office/drawing/2014/main" val="3311060168"/>
                    </a:ext>
                  </a:extLst>
                </a:gridCol>
                <a:gridCol w="656069">
                  <a:extLst>
                    <a:ext uri="{9D8B030D-6E8A-4147-A177-3AD203B41FA5}">
                      <a16:colId xmlns:a16="http://schemas.microsoft.com/office/drawing/2014/main" val="1749326342"/>
                    </a:ext>
                  </a:extLst>
                </a:gridCol>
                <a:gridCol w="656069">
                  <a:extLst>
                    <a:ext uri="{9D8B030D-6E8A-4147-A177-3AD203B41FA5}">
                      <a16:colId xmlns:a16="http://schemas.microsoft.com/office/drawing/2014/main" val="3177466681"/>
                    </a:ext>
                  </a:extLst>
                </a:gridCol>
                <a:gridCol w="656069">
                  <a:extLst>
                    <a:ext uri="{9D8B030D-6E8A-4147-A177-3AD203B41FA5}">
                      <a16:colId xmlns:a16="http://schemas.microsoft.com/office/drawing/2014/main" val="21093418"/>
                    </a:ext>
                  </a:extLst>
                </a:gridCol>
                <a:gridCol w="656069">
                  <a:extLst>
                    <a:ext uri="{9D8B030D-6E8A-4147-A177-3AD203B41FA5}">
                      <a16:colId xmlns:a16="http://schemas.microsoft.com/office/drawing/2014/main" val="26518041"/>
                    </a:ext>
                  </a:extLst>
                </a:gridCol>
                <a:gridCol w="656069">
                  <a:extLst>
                    <a:ext uri="{9D8B030D-6E8A-4147-A177-3AD203B41FA5}">
                      <a16:colId xmlns:a16="http://schemas.microsoft.com/office/drawing/2014/main" val="2288495061"/>
                    </a:ext>
                  </a:extLst>
                </a:gridCol>
                <a:gridCol w="656069">
                  <a:extLst>
                    <a:ext uri="{9D8B030D-6E8A-4147-A177-3AD203B41FA5}">
                      <a16:colId xmlns:a16="http://schemas.microsoft.com/office/drawing/2014/main" val="3010911527"/>
                    </a:ext>
                  </a:extLst>
                </a:gridCol>
                <a:gridCol w="656069">
                  <a:extLst>
                    <a:ext uri="{9D8B030D-6E8A-4147-A177-3AD203B41FA5}">
                      <a16:colId xmlns:a16="http://schemas.microsoft.com/office/drawing/2014/main" val="1569591041"/>
                    </a:ext>
                  </a:extLst>
                </a:gridCol>
                <a:gridCol w="656069">
                  <a:extLst>
                    <a:ext uri="{9D8B030D-6E8A-4147-A177-3AD203B41FA5}">
                      <a16:colId xmlns:a16="http://schemas.microsoft.com/office/drawing/2014/main" val="2005490570"/>
                    </a:ext>
                  </a:extLst>
                </a:gridCol>
                <a:gridCol w="656069">
                  <a:extLst>
                    <a:ext uri="{9D8B030D-6E8A-4147-A177-3AD203B41FA5}">
                      <a16:colId xmlns:a16="http://schemas.microsoft.com/office/drawing/2014/main" val="1808698034"/>
                    </a:ext>
                  </a:extLst>
                </a:gridCol>
              </a:tblGrid>
              <a:tr h="157076"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 Nov 2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Nov 9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Nov 16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Nov 23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Nov 30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Dec 7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Dec 14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Dec 21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Dec 28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Jan 4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Jan 11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Jan 18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Jan 25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Feb 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Feb 8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Feb 15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Feb 22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467775164"/>
                  </a:ext>
                </a:extLst>
              </a:tr>
              <a:tr h="2698013"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74055313"/>
                  </a:ext>
                </a:extLst>
              </a:tr>
            </a:tbl>
          </a:graphicData>
        </a:graphic>
      </p:graphicFrame>
      <p:sp>
        <p:nvSpPr>
          <p:cNvPr id="90" name="Title 3">
            <a:extLst>
              <a:ext uri="{FF2B5EF4-FFF2-40B4-BE49-F238E27FC236}">
                <a16:creationId xmlns:a16="http://schemas.microsoft.com/office/drawing/2014/main" id="{8AEA23E7-4CD1-0D73-1FA9-FE6CA43EA50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52400" y="77219"/>
            <a:ext cx="11917679" cy="485775"/>
          </a:xfrm>
        </p:spPr>
        <p:txBody>
          <a:bodyPr anchor="ctr"/>
          <a:lstStyle/>
          <a:p>
            <a:r>
              <a:rPr lang="en-US" sz="2400">
                <a:solidFill>
                  <a:srgbClr val="012F74"/>
                </a:solidFill>
              </a:rPr>
              <a:t>WORKSHOPS IN A PAGE</a:t>
            </a:r>
          </a:p>
        </p:txBody>
      </p:sp>
      <p:sp>
        <p:nvSpPr>
          <p:cNvPr id="3" name="Rectangle: Rounded Corners 2">
            <a:extLst>
              <a:ext uri="{FF2B5EF4-FFF2-40B4-BE49-F238E27FC236}">
                <a16:creationId xmlns:a16="http://schemas.microsoft.com/office/drawing/2014/main" id="{0655256F-347B-2C4C-7A28-42F20A178257}"/>
              </a:ext>
            </a:extLst>
          </p:cNvPr>
          <p:cNvSpPr/>
          <p:nvPr/>
        </p:nvSpPr>
        <p:spPr>
          <a:xfrm>
            <a:off x="1618523" y="926046"/>
            <a:ext cx="1269457" cy="164663"/>
          </a:xfrm>
          <a:prstGeom prst="roundRect">
            <a:avLst>
              <a:gd name="adj" fmla="val 9962"/>
            </a:avLst>
          </a:prstGeom>
          <a:solidFill>
            <a:schemeClr val="accent3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Travel Brazil</a:t>
            </a:r>
          </a:p>
        </p:txBody>
      </p:sp>
      <p:sp>
        <p:nvSpPr>
          <p:cNvPr id="6" name="Rectangle: Rounded Corners 5">
            <a:extLst>
              <a:ext uri="{FF2B5EF4-FFF2-40B4-BE49-F238E27FC236}">
                <a16:creationId xmlns:a16="http://schemas.microsoft.com/office/drawing/2014/main" id="{D4153F13-2819-3210-D397-6C087A6DE312}"/>
              </a:ext>
            </a:extLst>
          </p:cNvPr>
          <p:cNvSpPr/>
          <p:nvPr/>
        </p:nvSpPr>
        <p:spPr>
          <a:xfrm>
            <a:off x="1618523" y="1152605"/>
            <a:ext cx="1269457" cy="164663"/>
          </a:xfrm>
          <a:prstGeom prst="roundRect">
            <a:avLst>
              <a:gd name="adj" fmla="val 9962"/>
            </a:avLst>
          </a:prstGeom>
          <a:solidFill>
            <a:schemeClr val="accent6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Travel Argentina</a:t>
            </a:r>
          </a:p>
        </p:txBody>
      </p:sp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B6CECB15-B12F-24ED-160A-680A398184AB}"/>
              </a:ext>
            </a:extLst>
          </p:cNvPr>
          <p:cNvSpPr/>
          <p:nvPr/>
        </p:nvSpPr>
        <p:spPr>
          <a:xfrm>
            <a:off x="4381931" y="918661"/>
            <a:ext cx="1321639" cy="164663"/>
          </a:xfrm>
          <a:prstGeom prst="roundRect">
            <a:avLst>
              <a:gd name="adj" fmla="val 9962"/>
            </a:avLst>
          </a:prstGeom>
          <a:solidFill>
            <a:schemeClr val="accent3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Travel Brazil</a:t>
            </a:r>
          </a:p>
        </p:txBody>
      </p:sp>
      <p:sp>
        <p:nvSpPr>
          <p:cNvPr id="10" name="Rectangle: Rounded Corners 9">
            <a:extLst>
              <a:ext uri="{FF2B5EF4-FFF2-40B4-BE49-F238E27FC236}">
                <a16:creationId xmlns:a16="http://schemas.microsoft.com/office/drawing/2014/main" id="{E10CA2AB-8FBE-896A-649F-6DCA82D02150}"/>
              </a:ext>
            </a:extLst>
          </p:cNvPr>
          <p:cNvSpPr/>
          <p:nvPr/>
        </p:nvSpPr>
        <p:spPr>
          <a:xfrm>
            <a:off x="4381931" y="1145220"/>
            <a:ext cx="1321639" cy="164663"/>
          </a:xfrm>
          <a:prstGeom prst="roundRect">
            <a:avLst>
              <a:gd name="adj" fmla="val 9962"/>
            </a:avLst>
          </a:prstGeom>
          <a:solidFill>
            <a:schemeClr val="accent6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Travel Argentina</a:t>
            </a:r>
          </a:p>
        </p:txBody>
      </p:sp>
      <p:sp>
        <p:nvSpPr>
          <p:cNvPr id="12" name="Rectangle: Rounded Corners 11">
            <a:extLst>
              <a:ext uri="{FF2B5EF4-FFF2-40B4-BE49-F238E27FC236}">
                <a16:creationId xmlns:a16="http://schemas.microsoft.com/office/drawing/2014/main" id="{128AB688-8CBC-B9D9-DDDD-CC6AF46F9A84}"/>
              </a:ext>
            </a:extLst>
          </p:cNvPr>
          <p:cNvSpPr/>
          <p:nvPr/>
        </p:nvSpPr>
        <p:spPr>
          <a:xfrm>
            <a:off x="7888939" y="921393"/>
            <a:ext cx="1269457" cy="164663"/>
          </a:xfrm>
          <a:prstGeom prst="roundRect">
            <a:avLst>
              <a:gd name="adj" fmla="val 9962"/>
            </a:avLst>
          </a:prstGeom>
          <a:solidFill>
            <a:schemeClr val="accent3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Travel Brazil</a:t>
            </a:r>
          </a:p>
        </p:txBody>
      </p:sp>
      <p:sp>
        <p:nvSpPr>
          <p:cNvPr id="14" name="Rectangle: Rounded Corners 13">
            <a:extLst>
              <a:ext uri="{FF2B5EF4-FFF2-40B4-BE49-F238E27FC236}">
                <a16:creationId xmlns:a16="http://schemas.microsoft.com/office/drawing/2014/main" id="{CC4E55A9-8768-04B9-A324-15944356B15C}"/>
              </a:ext>
            </a:extLst>
          </p:cNvPr>
          <p:cNvSpPr/>
          <p:nvPr/>
        </p:nvSpPr>
        <p:spPr>
          <a:xfrm>
            <a:off x="7888939" y="1147952"/>
            <a:ext cx="1269457" cy="164663"/>
          </a:xfrm>
          <a:prstGeom prst="roundRect">
            <a:avLst>
              <a:gd name="adj" fmla="val 9962"/>
            </a:avLst>
          </a:prstGeom>
          <a:solidFill>
            <a:schemeClr val="accent6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Travel Argentina</a:t>
            </a:r>
          </a:p>
        </p:txBody>
      </p:sp>
      <p:sp>
        <p:nvSpPr>
          <p:cNvPr id="16" name="Rectangle: Rounded Corners 15">
            <a:extLst>
              <a:ext uri="{FF2B5EF4-FFF2-40B4-BE49-F238E27FC236}">
                <a16:creationId xmlns:a16="http://schemas.microsoft.com/office/drawing/2014/main" id="{F4AA038E-77D5-6267-D8F5-DDFA2F3948FE}"/>
              </a:ext>
            </a:extLst>
          </p:cNvPr>
          <p:cNvSpPr/>
          <p:nvPr/>
        </p:nvSpPr>
        <p:spPr>
          <a:xfrm>
            <a:off x="3049280" y="1567843"/>
            <a:ext cx="1200320" cy="290393"/>
          </a:xfrm>
          <a:prstGeom prst="roundRect">
            <a:avLst>
              <a:gd name="adj" fmla="val 9962"/>
            </a:avLst>
          </a:prstGeom>
          <a:solidFill>
            <a:schemeClr val="accent3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Travel Brazil</a:t>
            </a:r>
          </a:p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(+WC + MX + SC)</a:t>
            </a:r>
          </a:p>
        </p:txBody>
      </p:sp>
      <p:sp>
        <p:nvSpPr>
          <p:cNvPr id="18" name="Rectangle: Rounded Corners 17">
            <a:extLst>
              <a:ext uri="{FF2B5EF4-FFF2-40B4-BE49-F238E27FC236}">
                <a16:creationId xmlns:a16="http://schemas.microsoft.com/office/drawing/2014/main" id="{B16B6D98-A054-3758-52CE-23125E1ED8CD}"/>
              </a:ext>
            </a:extLst>
          </p:cNvPr>
          <p:cNvSpPr/>
          <p:nvPr/>
        </p:nvSpPr>
        <p:spPr>
          <a:xfrm>
            <a:off x="10733295" y="1559439"/>
            <a:ext cx="1200320" cy="290393"/>
          </a:xfrm>
          <a:prstGeom prst="roundRect">
            <a:avLst>
              <a:gd name="adj" fmla="val 9962"/>
            </a:avLst>
          </a:prstGeom>
          <a:solidFill>
            <a:schemeClr val="accent3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Travel Brazil</a:t>
            </a:r>
          </a:p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(+WC + MX + SC)</a:t>
            </a:r>
          </a:p>
        </p:txBody>
      </p:sp>
      <p:sp>
        <p:nvSpPr>
          <p:cNvPr id="20" name="Rectangle: Rounded Corners 19">
            <a:extLst>
              <a:ext uri="{FF2B5EF4-FFF2-40B4-BE49-F238E27FC236}">
                <a16:creationId xmlns:a16="http://schemas.microsoft.com/office/drawing/2014/main" id="{6C6559EC-69A4-1956-8B54-363F60D100B3}"/>
              </a:ext>
            </a:extLst>
          </p:cNvPr>
          <p:cNvSpPr/>
          <p:nvPr/>
        </p:nvSpPr>
        <p:spPr>
          <a:xfrm>
            <a:off x="3049280" y="2107933"/>
            <a:ext cx="1200320" cy="290393"/>
          </a:xfrm>
          <a:prstGeom prst="roundRect">
            <a:avLst>
              <a:gd name="adj" fmla="val 9962"/>
            </a:avLst>
          </a:prstGeom>
          <a:solidFill>
            <a:schemeClr val="accent3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Travel Brazil</a:t>
            </a:r>
          </a:p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(+WC + MX + SC)</a:t>
            </a:r>
          </a:p>
        </p:txBody>
      </p:sp>
      <p:sp>
        <p:nvSpPr>
          <p:cNvPr id="22" name="Rectangle: Rounded Corners 21">
            <a:extLst>
              <a:ext uri="{FF2B5EF4-FFF2-40B4-BE49-F238E27FC236}">
                <a16:creationId xmlns:a16="http://schemas.microsoft.com/office/drawing/2014/main" id="{A2716162-5335-4D65-BBEE-6A03184A618E}"/>
              </a:ext>
            </a:extLst>
          </p:cNvPr>
          <p:cNvSpPr/>
          <p:nvPr/>
        </p:nvSpPr>
        <p:spPr>
          <a:xfrm>
            <a:off x="10733295" y="2099529"/>
            <a:ext cx="1200320" cy="290393"/>
          </a:xfrm>
          <a:prstGeom prst="roundRect">
            <a:avLst>
              <a:gd name="adj" fmla="val 9962"/>
            </a:avLst>
          </a:prstGeom>
          <a:solidFill>
            <a:schemeClr val="accent3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Travel Brazil</a:t>
            </a:r>
          </a:p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(+WC + MX + SC)</a:t>
            </a:r>
          </a:p>
        </p:txBody>
      </p:sp>
      <p:sp>
        <p:nvSpPr>
          <p:cNvPr id="24" name="Rectangle: Rounded Corners 23">
            <a:extLst>
              <a:ext uri="{FF2B5EF4-FFF2-40B4-BE49-F238E27FC236}">
                <a16:creationId xmlns:a16="http://schemas.microsoft.com/office/drawing/2014/main" id="{035FA9A7-E00C-6B0E-C956-2D167106DC2A}"/>
              </a:ext>
            </a:extLst>
          </p:cNvPr>
          <p:cNvSpPr/>
          <p:nvPr/>
        </p:nvSpPr>
        <p:spPr>
          <a:xfrm>
            <a:off x="10652746" y="2682903"/>
            <a:ext cx="1309117" cy="290393"/>
          </a:xfrm>
          <a:prstGeom prst="roundRect">
            <a:avLst>
              <a:gd name="adj" fmla="val 9962"/>
            </a:avLst>
          </a:prstGeom>
          <a:solidFill>
            <a:schemeClr val="accent2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Travel Mexico</a:t>
            </a:r>
          </a:p>
        </p:txBody>
      </p:sp>
      <p:sp>
        <p:nvSpPr>
          <p:cNvPr id="26" name="Rectangle: Rounded Corners 25">
            <a:extLst>
              <a:ext uri="{FF2B5EF4-FFF2-40B4-BE49-F238E27FC236}">
                <a16:creationId xmlns:a16="http://schemas.microsoft.com/office/drawing/2014/main" id="{82F3A406-7D86-AE2A-5C37-807D3A2AD6C7}"/>
              </a:ext>
            </a:extLst>
          </p:cNvPr>
          <p:cNvSpPr/>
          <p:nvPr/>
        </p:nvSpPr>
        <p:spPr>
          <a:xfrm>
            <a:off x="1590040" y="3244357"/>
            <a:ext cx="1338577" cy="194471"/>
          </a:xfrm>
          <a:prstGeom prst="roundRect">
            <a:avLst>
              <a:gd name="adj" fmla="val 9962"/>
            </a:avLst>
          </a:prstGeom>
          <a:solidFill>
            <a:schemeClr val="accent3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Travel Brazil</a:t>
            </a:r>
          </a:p>
        </p:txBody>
      </p:sp>
      <p:sp>
        <p:nvSpPr>
          <p:cNvPr id="28" name="Rectangle: Rounded Corners 27">
            <a:extLst>
              <a:ext uri="{FF2B5EF4-FFF2-40B4-BE49-F238E27FC236}">
                <a16:creationId xmlns:a16="http://schemas.microsoft.com/office/drawing/2014/main" id="{6DDAD9A9-D59F-9804-5673-DD1E5B7074F6}"/>
              </a:ext>
            </a:extLst>
          </p:cNvPr>
          <p:cNvSpPr/>
          <p:nvPr/>
        </p:nvSpPr>
        <p:spPr>
          <a:xfrm>
            <a:off x="4371878" y="3244357"/>
            <a:ext cx="1338577" cy="194471"/>
          </a:xfrm>
          <a:prstGeom prst="roundRect">
            <a:avLst>
              <a:gd name="adj" fmla="val 9962"/>
            </a:avLst>
          </a:prstGeom>
          <a:solidFill>
            <a:schemeClr val="accent3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Travel Brazil</a:t>
            </a:r>
          </a:p>
        </p:txBody>
      </p:sp>
      <p:sp>
        <p:nvSpPr>
          <p:cNvPr id="30" name="Rectangle: Rounded Corners 29">
            <a:extLst>
              <a:ext uri="{FF2B5EF4-FFF2-40B4-BE49-F238E27FC236}">
                <a16:creationId xmlns:a16="http://schemas.microsoft.com/office/drawing/2014/main" id="{E50B6E9D-BB4C-8724-DA06-7660F1363C09}"/>
              </a:ext>
            </a:extLst>
          </p:cNvPr>
          <p:cNvSpPr/>
          <p:nvPr/>
        </p:nvSpPr>
        <p:spPr>
          <a:xfrm>
            <a:off x="7872492" y="3244357"/>
            <a:ext cx="1338577" cy="194471"/>
          </a:xfrm>
          <a:prstGeom prst="roundRect">
            <a:avLst>
              <a:gd name="adj" fmla="val 9962"/>
            </a:avLst>
          </a:prstGeom>
          <a:solidFill>
            <a:schemeClr val="accent3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Travel Brazil</a:t>
            </a:r>
          </a:p>
        </p:txBody>
      </p:sp>
      <p:sp>
        <p:nvSpPr>
          <p:cNvPr id="32" name="Rectangle: Rounded Corners 31">
            <a:extLst>
              <a:ext uri="{FF2B5EF4-FFF2-40B4-BE49-F238E27FC236}">
                <a16:creationId xmlns:a16="http://schemas.microsoft.com/office/drawing/2014/main" id="{F8BCC57E-8AA3-6374-0DA2-1957E8CF07B9}"/>
              </a:ext>
            </a:extLst>
          </p:cNvPr>
          <p:cNvSpPr/>
          <p:nvPr/>
        </p:nvSpPr>
        <p:spPr>
          <a:xfrm>
            <a:off x="10652746" y="3244357"/>
            <a:ext cx="1338577" cy="194471"/>
          </a:xfrm>
          <a:prstGeom prst="roundRect">
            <a:avLst>
              <a:gd name="adj" fmla="val 9962"/>
            </a:avLst>
          </a:prstGeom>
          <a:solidFill>
            <a:schemeClr val="accent3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Travel Brazil</a:t>
            </a:r>
          </a:p>
        </p:txBody>
      </p:sp>
      <p:sp>
        <p:nvSpPr>
          <p:cNvPr id="34" name="Rectangle: Rounded Corners 33">
            <a:extLst>
              <a:ext uri="{FF2B5EF4-FFF2-40B4-BE49-F238E27FC236}">
                <a16:creationId xmlns:a16="http://schemas.microsoft.com/office/drawing/2014/main" id="{9C3A92C9-BBC2-7B11-BCA8-66B5D82DA525}"/>
              </a:ext>
            </a:extLst>
          </p:cNvPr>
          <p:cNvSpPr/>
          <p:nvPr/>
        </p:nvSpPr>
        <p:spPr>
          <a:xfrm>
            <a:off x="1612900" y="3860320"/>
            <a:ext cx="1338577" cy="279695"/>
          </a:xfrm>
          <a:prstGeom prst="roundRect">
            <a:avLst>
              <a:gd name="adj" fmla="val 9962"/>
            </a:avLst>
          </a:prstGeom>
          <a:solidFill>
            <a:schemeClr val="accent3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Travel Brazil</a:t>
            </a:r>
          </a:p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(+WC + MX + SC)</a:t>
            </a:r>
          </a:p>
        </p:txBody>
      </p:sp>
      <p:sp>
        <p:nvSpPr>
          <p:cNvPr id="36" name="Rectangle: Rounded Corners 35">
            <a:extLst>
              <a:ext uri="{FF2B5EF4-FFF2-40B4-BE49-F238E27FC236}">
                <a16:creationId xmlns:a16="http://schemas.microsoft.com/office/drawing/2014/main" id="{C6FD1D3D-E0EA-B3C6-5D6C-E50D6E07A7B8}"/>
              </a:ext>
            </a:extLst>
          </p:cNvPr>
          <p:cNvSpPr/>
          <p:nvPr/>
        </p:nvSpPr>
        <p:spPr>
          <a:xfrm>
            <a:off x="4371878" y="3860320"/>
            <a:ext cx="1338577" cy="279695"/>
          </a:xfrm>
          <a:prstGeom prst="roundRect">
            <a:avLst>
              <a:gd name="adj" fmla="val 9962"/>
            </a:avLst>
          </a:prstGeom>
          <a:solidFill>
            <a:schemeClr val="accent3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Travel Brazil</a:t>
            </a:r>
          </a:p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(+WC + MX + SC)</a:t>
            </a:r>
          </a:p>
        </p:txBody>
      </p:sp>
      <p:sp>
        <p:nvSpPr>
          <p:cNvPr id="38" name="Rectangle: Rounded Corners 37">
            <a:extLst>
              <a:ext uri="{FF2B5EF4-FFF2-40B4-BE49-F238E27FC236}">
                <a16:creationId xmlns:a16="http://schemas.microsoft.com/office/drawing/2014/main" id="{08F3F75A-BB0A-28D6-EB51-53F12D7C71D3}"/>
              </a:ext>
            </a:extLst>
          </p:cNvPr>
          <p:cNvSpPr/>
          <p:nvPr/>
        </p:nvSpPr>
        <p:spPr>
          <a:xfrm>
            <a:off x="7872492" y="3860320"/>
            <a:ext cx="1338577" cy="279695"/>
          </a:xfrm>
          <a:prstGeom prst="roundRect">
            <a:avLst>
              <a:gd name="adj" fmla="val 9962"/>
            </a:avLst>
          </a:prstGeom>
          <a:solidFill>
            <a:schemeClr val="accent3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Travel Brazil</a:t>
            </a:r>
          </a:p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(+WC + MX + SC)</a:t>
            </a:r>
          </a:p>
        </p:txBody>
      </p:sp>
      <p:sp>
        <p:nvSpPr>
          <p:cNvPr id="40" name="Rectangle: Rounded Corners 39">
            <a:extLst>
              <a:ext uri="{FF2B5EF4-FFF2-40B4-BE49-F238E27FC236}">
                <a16:creationId xmlns:a16="http://schemas.microsoft.com/office/drawing/2014/main" id="{5BE993FB-F91C-9141-DBC0-BE07D3B5CC96}"/>
              </a:ext>
            </a:extLst>
          </p:cNvPr>
          <p:cNvSpPr/>
          <p:nvPr/>
        </p:nvSpPr>
        <p:spPr>
          <a:xfrm>
            <a:off x="10652746" y="3860320"/>
            <a:ext cx="1338577" cy="279695"/>
          </a:xfrm>
          <a:prstGeom prst="roundRect">
            <a:avLst>
              <a:gd name="adj" fmla="val 9962"/>
            </a:avLst>
          </a:prstGeom>
          <a:solidFill>
            <a:schemeClr val="accent3">
              <a:lumMod val="20000"/>
              <a:lumOff val="80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Travel Brazil</a:t>
            </a:r>
          </a:p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(+WC + MX + SC)</a:t>
            </a:r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C40F138B-EAD2-EB0A-8E16-992DEBF16CF7}"/>
              </a:ext>
            </a:extLst>
          </p:cNvPr>
          <p:cNvCxnSpPr/>
          <p:nvPr/>
        </p:nvCxnSpPr>
        <p:spPr>
          <a:xfrm>
            <a:off x="152400" y="1424940"/>
            <a:ext cx="11817246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6B58DD9E-048E-B8ED-E8A2-B920B77622CF}"/>
              </a:ext>
            </a:extLst>
          </p:cNvPr>
          <p:cNvCxnSpPr/>
          <p:nvPr/>
        </p:nvCxnSpPr>
        <p:spPr>
          <a:xfrm>
            <a:off x="152400" y="1978393"/>
            <a:ext cx="11817246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5E4BBAA-8F47-F9B2-749F-8377E5336E6E}"/>
              </a:ext>
            </a:extLst>
          </p:cNvPr>
          <p:cNvCxnSpPr/>
          <p:nvPr/>
        </p:nvCxnSpPr>
        <p:spPr>
          <a:xfrm>
            <a:off x="119405" y="2527033"/>
            <a:ext cx="11817246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53577AB8-D59A-B1D4-1E7C-1DCD362AD740}"/>
              </a:ext>
            </a:extLst>
          </p:cNvPr>
          <p:cNvCxnSpPr/>
          <p:nvPr/>
        </p:nvCxnSpPr>
        <p:spPr>
          <a:xfrm>
            <a:off x="119405" y="3083293"/>
            <a:ext cx="11817246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3D325DAD-FAD4-4190-BAF5-676F058F0109}"/>
              </a:ext>
            </a:extLst>
          </p:cNvPr>
          <p:cNvCxnSpPr/>
          <p:nvPr/>
        </p:nvCxnSpPr>
        <p:spPr>
          <a:xfrm>
            <a:off x="119405" y="3697908"/>
            <a:ext cx="11817246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BC238B74-F02E-9B4D-7C63-7E8DA6CFC315}"/>
              </a:ext>
            </a:extLst>
          </p:cNvPr>
          <p:cNvCxnSpPr/>
          <p:nvPr/>
        </p:nvCxnSpPr>
        <p:spPr>
          <a:xfrm>
            <a:off x="152400" y="4421808"/>
            <a:ext cx="11817246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Rectangle: Rounded Corners 16">
            <a:extLst>
              <a:ext uri="{FF2B5EF4-FFF2-40B4-BE49-F238E27FC236}">
                <a16:creationId xmlns:a16="http://schemas.microsoft.com/office/drawing/2014/main" id="{C2AFA662-C8F2-823C-1F3E-92F0EF92ECC3}"/>
              </a:ext>
            </a:extLst>
          </p:cNvPr>
          <p:cNvSpPr/>
          <p:nvPr/>
        </p:nvSpPr>
        <p:spPr>
          <a:xfrm>
            <a:off x="200680" y="918661"/>
            <a:ext cx="1202500" cy="383833"/>
          </a:xfrm>
          <a:prstGeom prst="roundRect">
            <a:avLst>
              <a:gd name="adj" fmla="val 9962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</a:t>
            </a:r>
            <a: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OTC / EPOS</a:t>
            </a:r>
          </a:p>
        </p:txBody>
      </p:sp>
      <p:sp>
        <p:nvSpPr>
          <p:cNvPr id="21" name="Rectangle: Rounded Corners 20">
            <a:extLst>
              <a:ext uri="{FF2B5EF4-FFF2-40B4-BE49-F238E27FC236}">
                <a16:creationId xmlns:a16="http://schemas.microsoft.com/office/drawing/2014/main" id="{4985BC8F-69BD-967A-F02B-602BBEA12E3F}"/>
              </a:ext>
            </a:extLst>
          </p:cNvPr>
          <p:cNvSpPr/>
          <p:nvPr/>
        </p:nvSpPr>
        <p:spPr>
          <a:xfrm>
            <a:off x="200680" y="1514354"/>
            <a:ext cx="1202500" cy="383833"/>
          </a:xfrm>
          <a:prstGeom prst="roundRect">
            <a:avLst>
              <a:gd name="adj" fmla="val 9962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Inventory/ Shipment</a:t>
            </a:r>
          </a:p>
        </p:txBody>
      </p:sp>
      <p:sp>
        <p:nvSpPr>
          <p:cNvPr id="25" name="Rectangle: Rounded Corners 24">
            <a:extLst>
              <a:ext uri="{FF2B5EF4-FFF2-40B4-BE49-F238E27FC236}">
                <a16:creationId xmlns:a16="http://schemas.microsoft.com/office/drawing/2014/main" id="{0E23A748-E3DD-39C5-BB6B-936C3BB5C877}"/>
              </a:ext>
            </a:extLst>
          </p:cNvPr>
          <p:cNvSpPr/>
          <p:nvPr/>
        </p:nvSpPr>
        <p:spPr>
          <a:xfrm>
            <a:off x="200679" y="2064070"/>
            <a:ext cx="1202500" cy="383833"/>
          </a:xfrm>
          <a:prstGeom prst="roundRect">
            <a:avLst>
              <a:gd name="adj" fmla="val 9962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Market Measurement / Promotions</a:t>
            </a:r>
          </a:p>
        </p:txBody>
      </p:sp>
      <p:sp>
        <p:nvSpPr>
          <p:cNvPr id="29" name="Rectangle: Rounded Corners 28">
            <a:extLst>
              <a:ext uri="{FF2B5EF4-FFF2-40B4-BE49-F238E27FC236}">
                <a16:creationId xmlns:a16="http://schemas.microsoft.com/office/drawing/2014/main" id="{D5DDB8D1-1D98-07C0-9465-6F1A61D4D891}"/>
              </a:ext>
            </a:extLst>
          </p:cNvPr>
          <p:cNvSpPr/>
          <p:nvPr/>
        </p:nvSpPr>
        <p:spPr>
          <a:xfrm>
            <a:off x="200679" y="2629790"/>
            <a:ext cx="1202500" cy="383833"/>
          </a:xfrm>
          <a:prstGeom prst="roundRect">
            <a:avLst>
              <a:gd name="adj" fmla="val 9962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Mexico DSD</a:t>
            </a:r>
          </a:p>
        </p:txBody>
      </p:sp>
      <p:sp>
        <p:nvSpPr>
          <p:cNvPr id="33" name="Rectangle: Rounded Corners 32">
            <a:extLst>
              <a:ext uri="{FF2B5EF4-FFF2-40B4-BE49-F238E27FC236}">
                <a16:creationId xmlns:a16="http://schemas.microsoft.com/office/drawing/2014/main" id="{B554BE50-892B-9E69-0138-7EA398E59C76}"/>
              </a:ext>
            </a:extLst>
          </p:cNvPr>
          <p:cNvSpPr/>
          <p:nvPr/>
        </p:nvSpPr>
        <p:spPr>
          <a:xfrm>
            <a:off x="200678" y="3171510"/>
            <a:ext cx="1202500" cy="383833"/>
          </a:xfrm>
          <a:prstGeom prst="roundRect">
            <a:avLst>
              <a:gd name="adj" fmla="val 9962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Brazil PVC/ VR/ Easter</a:t>
            </a:r>
          </a:p>
        </p:txBody>
      </p:sp>
      <p:sp>
        <p:nvSpPr>
          <p:cNvPr id="37" name="Rectangle: Rounded Corners 36">
            <a:extLst>
              <a:ext uri="{FF2B5EF4-FFF2-40B4-BE49-F238E27FC236}">
                <a16:creationId xmlns:a16="http://schemas.microsoft.com/office/drawing/2014/main" id="{12097C65-7E02-883C-BC28-A7210C91503A}"/>
              </a:ext>
            </a:extLst>
          </p:cNvPr>
          <p:cNvSpPr/>
          <p:nvPr/>
        </p:nvSpPr>
        <p:spPr>
          <a:xfrm>
            <a:off x="200677" y="3802579"/>
            <a:ext cx="1202500" cy="383833"/>
          </a:xfrm>
          <a:prstGeom prst="roundRect">
            <a:avLst>
              <a:gd name="adj" fmla="val 9962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Store Operations</a:t>
            </a:r>
          </a:p>
        </p:txBody>
      </p:sp>
    </p:spTree>
    <p:extLst>
      <p:ext uri="{BB962C8B-B14F-4D97-AF65-F5344CB8AC3E}">
        <p14:creationId xmlns:p14="http://schemas.microsoft.com/office/powerpoint/2010/main" val="3700315853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0014DDF-80C4-3B46-5F25-B80DB16593A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9" name="Table 178">
            <a:extLst>
              <a:ext uri="{FF2B5EF4-FFF2-40B4-BE49-F238E27FC236}">
                <a16:creationId xmlns:a16="http://schemas.microsoft.com/office/drawing/2014/main" id="{B564F947-513C-CB03-120A-257FE9EA0E3D}"/>
              </a:ext>
            </a:extLst>
          </p:cNvPr>
          <p:cNvGraphicFramePr>
            <a:graphicFrameLocks noGrp="1"/>
          </p:cNvGraphicFramePr>
          <p:nvPr/>
        </p:nvGraphicFramePr>
        <p:xfrm>
          <a:off x="119405" y="596574"/>
          <a:ext cx="11850241" cy="38709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7073">
                  <a:extLst>
                    <a:ext uri="{9D8B030D-6E8A-4147-A177-3AD203B41FA5}">
                      <a16:colId xmlns:a16="http://schemas.microsoft.com/office/drawing/2014/main" val="251127611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1222503726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1030616740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1364242629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2814804338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1808701544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2995671545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3311060168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1749326342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3177466681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21093418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26518041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2288495061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3010911527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1569591041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2005490570"/>
                    </a:ext>
                  </a:extLst>
                </a:gridCol>
                <a:gridCol w="697073">
                  <a:extLst>
                    <a:ext uri="{9D8B030D-6E8A-4147-A177-3AD203B41FA5}">
                      <a16:colId xmlns:a16="http://schemas.microsoft.com/office/drawing/2014/main" val="3550475085"/>
                    </a:ext>
                  </a:extLst>
                </a:gridCol>
              </a:tblGrid>
              <a:tr h="157076"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 Nov 2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Nov 9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Nov 16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Nov 23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Nov 30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Dec 7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Dec 14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Dec 21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Dec 28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Jan 4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Jan 11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Jan 18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Jan 25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Feb 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Feb 8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Feb 15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>
                          <a:solidFill>
                            <a:schemeClr val="bg1"/>
                          </a:solidFill>
                        </a:rPr>
                        <a:t>Feb 22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467775164"/>
                  </a:ext>
                </a:extLst>
              </a:tr>
              <a:tr h="2698013"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74055313"/>
                  </a:ext>
                </a:extLst>
              </a:tr>
            </a:tbl>
          </a:graphicData>
        </a:graphic>
      </p:graphicFrame>
      <p:sp>
        <p:nvSpPr>
          <p:cNvPr id="90" name="Title 3">
            <a:extLst>
              <a:ext uri="{FF2B5EF4-FFF2-40B4-BE49-F238E27FC236}">
                <a16:creationId xmlns:a16="http://schemas.microsoft.com/office/drawing/2014/main" id="{458A54AD-040E-C968-FD83-A126470A51E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52400" y="77219"/>
            <a:ext cx="11917679" cy="485775"/>
          </a:xfrm>
        </p:spPr>
        <p:txBody>
          <a:bodyPr anchor="ctr"/>
          <a:lstStyle/>
          <a:p>
            <a:r>
              <a:rPr lang="en-US" sz="2400">
                <a:solidFill>
                  <a:srgbClr val="012F74"/>
                </a:solidFill>
              </a:rPr>
              <a:t>7. SNACKSYNC</a:t>
            </a:r>
          </a:p>
        </p:txBody>
      </p:sp>
      <p:grpSp>
        <p:nvGrpSpPr>
          <p:cNvPr id="91" name="Group 90">
            <a:extLst>
              <a:ext uri="{FF2B5EF4-FFF2-40B4-BE49-F238E27FC236}">
                <a16:creationId xmlns:a16="http://schemas.microsoft.com/office/drawing/2014/main" id="{4CA01BCB-F19D-3D89-9361-E5841999EDB7}"/>
              </a:ext>
            </a:extLst>
          </p:cNvPr>
          <p:cNvGrpSpPr/>
          <p:nvPr/>
        </p:nvGrpSpPr>
        <p:grpSpPr>
          <a:xfrm>
            <a:off x="68580" y="878051"/>
            <a:ext cx="855980" cy="5937025"/>
            <a:chOff x="5702955" y="1175657"/>
            <a:chExt cx="855980" cy="5765745"/>
          </a:xfrm>
        </p:grpSpPr>
        <p:cxnSp>
          <p:nvCxnSpPr>
            <p:cNvPr id="92" name="Straight Connector 91">
              <a:extLst>
                <a:ext uri="{FF2B5EF4-FFF2-40B4-BE49-F238E27FC236}">
                  <a16:creationId xmlns:a16="http://schemas.microsoft.com/office/drawing/2014/main" id="{299C00F1-8EE6-3B5B-00C9-9EEE40F692B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28355" y="1175657"/>
              <a:ext cx="0" cy="5679161"/>
            </a:xfrm>
            <a:prstGeom prst="line">
              <a:avLst/>
            </a:prstGeom>
            <a:ln w="38100">
              <a:solidFill>
                <a:schemeClr val="accent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Freeform 40">
              <a:extLst>
                <a:ext uri="{FF2B5EF4-FFF2-40B4-BE49-F238E27FC236}">
                  <a16:creationId xmlns:a16="http://schemas.microsoft.com/office/drawing/2014/main" id="{33D78B69-9657-DA97-906E-3CC927CF92B2}"/>
                </a:ext>
              </a:extLst>
            </p:cNvPr>
            <p:cNvSpPr/>
            <p:nvPr/>
          </p:nvSpPr>
          <p:spPr>
            <a:xfrm flipH="1">
              <a:off x="5702955" y="6779589"/>
              <a:ext cx="855980" cy="161813"/>
            </a:xfrm>
            <a:custGeom>
              <a:avLst/>
              <a:gdLst>
                <a:gd name="connsiteX0" fmla="*/ 527292 w 1157638"/>
                <a:gd name="connsiteY0" fmla="*/ 0 h 968119"/>
                <a:gd name="connsiteX1" fmla="*/ 165096 w 1157638"/>
                <a:gd name="connsiteY1" fmla="*/ 185396 h 968119"/>
                <a:gd name="connsiteX2" fmla="*/ 170507 w 1157638"/>
                <a:gd name="connsiteY2" fmla="*/ 777654 h 968119"/>
                <a:gd name="connsiteX3" fmla="*/ 974625 w 1157638"/>
                <a:gd name="connsiteY3" fmla="*/ 861696 h 968119"/>
                <a:gd name="connsiteX4" fmla="*/ 1031264 w 1157638"/>
                <a:gd name="connsiteY4" fmla="*/ 145359 h 968119"/>
                <a:gd name="connsiteX5" fmla="*/ 527292 w 1157638"/>
                <a:gd name="connsiteY5" fmla="*/ 0 h 968119"/>
                <a:gd name="connsiteX6" fmla="*/ 527292 w 1157638"/>
                <a:gd name="connsiteY6" fmla="*/ 0 h 968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57638" h="968119">
                  <a:moveTo>
                    <a:pt x="527292" y="0"/>
                  </a:moveTo>
                  <a:cubicBezTo>
                    <a:pt x="404997" y="0"/>
                    <a:pt x="279815" y="45447"/>
                    <a:pt x="165096" y="185396"/>
                  </a:cubicBezTo>
                  <a:cubicBezTo>
                    <a:pt x="-127836" y="542482"/>
                    <a:pt x="30535" y="677742"/>
                    <a:pt x="170507" y="777654"/>
                  </a:cubicBezTo>
                  <a:cubicBezTo>
                    <a:pt x="310479" y="877566"/>
                    <a:pt x="787034" y="1100114"/>
                    <a:pt x="974625" y="861696"/>
                  </a:cubicBezTo>
                  <a:cubicBezTo>
                    <a:pt x="1162217" y="623278"/>
                    <a:pt x="1244468" y="204152"/>
                    <a:pt x="1031264" y="145359"/>
                  </a:cubicBezTo>
                  <a:cubicBezTo>
                    <a:pt x="901753" y="109651"/>
                    <a:pt x="717769" y="0"/>
                    <a:pt x="527292" y="0"/>
                  </a:cubicBezTo>
                  <a:lnTo>
                    <a:pt x="527292" y="0"/>
                  </a:lnTo>
                </a:path>
              </a:pathLst>
            </a:custGeom>
            <a:solidFill>
              <a:schemeClr val="accent1"/>
            </a:solidFill>
            <a:ln w="3606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WE ARE HERE!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069712967"/>
      </p:ext>
    </p:extLst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z9_f.d6YGbJCbK0.Pg2_A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Documenttype"/>
</p:tagLst>
</file>

<file path=ppt/tags/tag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Subtitle"/>
</p:tagLst>
</file>

<file path=ppt/tags/tag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NAME" val="Title"/>
</p:tagLst>
</file>

<file path=ppt/theme/theme1.xml><?xml version="1.0" encoding="utf-8"?>
<a:theme xmlns:a="http://schemas.openxmlformats.org/drawingml/2006/main" name="MDS_MDLZ Widescreen">
  <a:themeElements>
    <a:clrScheme name="MDLZ">
      <a:dk1>
        <a:srgbClr val="666666"/>
      </a:dk1>
      <a:lt1>
        <a:sysClr val="window" lastClr="FFFFFF"/>
      </a:lt1>
      <a:dk2>
        <a:srgbClr val="000000"/>
      </a:dk2>
      <a:lt2>
        <a:srgbClr val="DDDDDD"/>
      </a:lt2>
      <a:accent1>
        <a:srgbClr val="4F2170"/>
      </a:accent1>
      <a:accent2>
        <a:srgbClr val="E18719"/>
      </a:accent2>
      <a:accent3>
        <a:srgbClr val="287819"/>
      </a:accent3>
      <a:accent4>
        <a:srgbClr val="623E23"/>
      </a:accent4>
      <a:accent5>
        <a:srgbClr val="A52323"/>
      </a:accent5>
      <a:accent6>
        <a:srgbClr val="2D6EAA"/>
      </a:accent6>
      <a:hlink>
        <a:srgbClr val="4F2170"/>
      </a:hlink>
      <a:folHlink>
        <a:srgbClr val="777777"/>
      </a:folHlink>
    </a:clrScheme>
    <a:fontScheme name="MDLZ and Calibri">
      <a:majorFont>
        <a:latin typeface="MDLZ BITE TYPE"/>
        <a:ea typeface=""/>
        <a:cs typeface=""/>
      </a:majorFont>
      <a:minorFont>
        <a:latin typeface="Calibri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 w="12700">
          <a:solidFill>
            <a:schemeClr val="tx1"/>
          </a:solidFill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>
        <a:noFill/>
      </a:spPr>
      <a:bodyPr wrap="square" lIns="0" tIns="0" rIns="0" bIns="0" rtlCol="0">
        <a:noAutofit/>
      </a:bodyPr>
      <a:lstStyle>
        <a:defPPr algn="l">
          <a:lnSpc>
            <a:spcPct val="90000"/>
          </a:lnSpc>
          <a:defRPr smtClean="0"/>
        </a:defPPr>
      </a:lstStyle>
    </a:txDef>
  </a:objectDefaults>
  <a:extraClrSchemeLst/>
  <a:custClrLst>
    <a:custClr name="MDLZ WORLD">
      <a:srgbClr val="4F2170"/>
    </a:custClr>
    <a:custClr name="GOLDEN WHEAT">
      <a:srgbClr val="E18719"/>
    </a:custClr>
    <a:custClr name="GO GREEN">
      <a:srgbClr val="287819"/>
    </a:custClr>
    <a:custClr name="COCOA BROWN">
      <a:srgbClr val="623E23"/>
    </a:custClr>
    <a:custClr name="TASTY RED">
      <a:srgbClr val="A52323"/>
    </a:custClr>
    <a:custClr name="COOL BLUE">
      <a:srgbClr val="2D6EAA"/>
    </a:custClr>
    <a:custClr name="SUNNY GRAIN">
      <a:srgbClr val="E6AF23"/>
    </a:custClr>
    <a:custClr name="COOL GREY">
      <a:srgbClr val="666666"/>
    </a:custClr>
    <a:custClr name=" ">
      <a:srgbClr val="FFFFFF"/>
    </a:custClr>
    <a:custClr name=" ">
      <a:srgbClr val="FFFFFF"/>
    </a:custClr>
    <a:custClr name="MDLZ WORLD LIGHTER">
      <a:srgbClr val="724D8D"/>
    </a:custClr>
    <a:custClr name="GOLDEN WHEAT LIGHTER">
      <a:srgbClr val="EAAB5E"/>
    </a:custClr>
    <a:custClr name="GO GREEN LIGHTER">
      <a:srgbClr val="73A769"/>
    </a:custClr>
    <a:custClr name="COCOA BROWN LIGHTER">
      <a:srgbClr val="93785F"/>
    </a:custClr>
    <a:custClr name="TASTY RED LIGHTER">
      <a:srgbClr val="C97B7B"/>
    </a:custClr>
    <a:custClr name="COOL BLUE LIGHTER">
      <a:srgbClr val="81A8CC"/>
    </a:custClr>
    <a:custClr name="SUNNY GRAIN LIGHTER">
      <a:srgbClr val="EDC765"/>
    </a:custClr>
    <a:custClr name="COOL GREY LIGHTER">
      <a:srgbClr val="858585"/>
    </a:custClr>
    <a:custClr name=" ">
      <a:srgbClr val="FFFFFF"/>
    </a:custClr>
    <a:custClr name=" ">
      <a:srgbClr val="FFFFFF"/>
    </a:custClr>
    <a:custClr name="MDLZ WORLD LIGHTEST">
      <a:srgbClr val="957AA9"/>
    </a:custClr>
    <a:custClr name="GOLDEN WHEAT LIGHTEST">
      <a:srgbClr val="F3CFA3"/>
    </a:custClr>
    <a:custClr name="GO GREEN LIGHTEST">
      <a:srgbClr val="B4D0AF"/>
    </a:custClr>
    <a:custClr name="COCOA BROWN LIGHTEST">
      <a:srgbClr val="BEADA0"/>
    </a:custClr>
    <a:custClr name="TASTY RED LIGHTEST">
      <a:srgbClr val="E4BDBD"/>
    </a:custClr>
    <a:custClr name="COOL BLUE LIGHTEST">
      <a:srgbClr val="ABC5DD"/>
    </a:custClr>
    <a:custClr name="SUNNY GRAIN LIGHTEST">
      <a:srgbClr val="F4DB9C"/>
    </a:custClr>
    <a:custClr name="COOL GREY LIGHTEST">
      <a:srgbClr val="A3A3A3"/>
    </a:custClr>
    <a:custClr name=" ">
      <a:srgbClr val="FFFFFF"/>
    </a:custClr>
    <a:custClr name=" ">
      <a:srgbClr val="FFFFFF"/>
    </a:custClr>
  </a:custClrLst>
  <a:extLst>
    <a:ext uri="{05A4C25C-085E-4340-85A3-A5531E510DB2}">
      <thm15:themeFamily xmlns:thm15="http://schemas.microsoft.com/office/thememl/2012/main" name="Presentation1" id="{172CD2A0-A70D-43A5-B0E5-FA7D89FD821C}" vid="{4B2187F5-585B-451F-9A94-AF560FB21162}"/>
    </a:ext>
  </a:extLst>
</a:theme>
</file>

<file path=ppt/theme/theme2.xml><?xml version="1.0" encoding="utf-8"?>
<a:theme xmlns:a="http://schemas.openxmlformats.org/drawingml/2006/main" name="MDLZ Widescreen">
  <a:themeElements>
    <a:clrScheme name="MDLZ">
      <a:dk1>
        <a:srgbClr val="666666"/>
      </a:dk1>
      <a:lt1>
        <a:sysClr val="window" lastClr="FFFFFF"/>
      </a:lt1>
      <a:dk2>
        <a:srgbClr val="000000"/>
      </a:dk2>
      <a:lt2>
        <a:srgbClr val="DDDDDD"/>
      </a:lt2>
      <a:accent1>
        <a:srgbClr val="4F2170"/>
      </a:accent1>
      <a:accent2>
        <a:srgbClr val="E18719"/>
      </a:accent2>
      <a:accent3>
        <a:srgbClr val="287819"/>
      </a:accent3>
      <a:accent4>
        <a:srgbClr val="623E23"/>
      </a:accent4>
      <a:accent5>
        <a:srgbClr val="A52323"/>
      </a:accent5>
      <a:accent6>
        <a:srgbClr val="2D6EAA"/>
      </a:accent6>
      <a:hlink>
        <a:srgbClr val="4F2170"/>
      </a:hlink>
      <a:folHlink>
        <a:srgbClr val="777777"/>
      </a:folHlink>
    </a:clrScheme>
    <a:fontScheme name="MDLZ and Calibri">
      <a:majorFont>
        <a:latin typeface="MDLZ BITE TYPE"/>
        <a:ea typeface=""/>
        <a:cs typeface=""/>
      </a:majorFont>
      <a:minorFont>
        <a:latin typeface="Calibri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 w="12700">
          <a:solidFill>
            <a:schemeClr val="tx1"/>
          </a:solidFill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>
        <a:noFill/>
      </a:spPr>
      <a:bodyPr wrap="square" lIns="0" tIns="0" rIns="0" bIns="0" rtlCol="0">
        <a:noAutofit/>
      </a:bodyPr>
      <a:lstStyle>
        <a:defPPr algn="l">
          <a:lnSpc>
            <a:spcPct val="90000"/>
          </a:lnSpc>
          <a:defRPr smtClean="0"/>
        </a:defPPr>
      </a:lstStyle>
    </a:txDef>
  </a:objectDefaults>
  <a:extraClrSchemeLst/>
  <a:custClrLst>
    <a:custClr name="MDLZ WORLD">
      <a:srgbClr val="4F2170"/>
    </a:custClr>
    <a:custClr name="GOLDEN WHEAT">
      <a:srgbClr val="E18719"/>
    </a:custClr>
    <a:custClr name="GO GREEN">
      <a:srgbClr val="287819"/>
    </a:custClr>
    <a:custClr name="COCOA BROWN">
      <a:srgbClr val="623E23"/>
    </a:custClr>
    <a:custClr name="TASTY RED">
      <a:srgbClr val="A52323"/>
    </a:custClr>
    <a:custClr name="COOL BLUE">
      <a:srgbClr val="2D6EAA"/>
    </a:custClr>
    <a:custClr name="SUNNY GRAIN">
      <a:srgbClr val="E6AF23"/>
    </a:custClr>
    <a:custClr name="COOL GREY">
      <a:srgbClr val="666666"/>
    </a:custClr>
    <a:custClr name=" ">
      <a:srgbClr val="FFFFFF"/>
    </a:custClr>
    <a:custClr name=" ">
      <a:srgbClr val="FFFFFF"/>
    </a:custClr>
    <a:custClr name="MDLZ WORLD LIGHTER">
      <a:srgbClr val="724D8D"/>
    </a:custClr>
    <a:custClr name="GOLDEN WHEAT LIGHTER">
      <a:srgbClr val="EAAB5E"/>
    </a:custClr>
    <a:custClr name="GO GREEN LIGHTER">
      <a:srgbClr val="73A769"/>
    </a:custClr>
    <a:custClr name="COCOA BROWN LIGHTER">
      <a:srgbClr val="93785F"/>
    </a:custClr>
    <a:custClr name="TASTY RED LIGHTER">
      <a:srgbClr val="C97B7B"/>
    </a:custClr>
    <a:custClr name="COOL BLUE LIGHTER">
      <a:srgbClr val="81A8CC"/>
    </a:custClr>
    <a:custClr name="SUNNY GRAIN LIGHTER">
      <a:srgbClr val="EDC765"/>
    </a:custClr>
    <a:custClr name="COOL GREY LIGHTER">
      <a:srgbClr val="858585"/>
    </a:custClr>
    <a:custClr name=" ">
      <a:srgbClr val="FFFFFF"/>
    </a:custClr>
    <a:custClr name=" ">
      <a:srgbClr val="FFFFFF"/>
    </a:custClr>
    <a:custClr name="MDLZ WORLD LIGHTEST">
      <a:srgbClr val="957AA9"/>
    </a:custClr>
    <a:custClr name="GOLDEN WHEAT LIGHTEST">
      <a:srgbClr val="F3CFA3"/>
    </a:custClr>
    <a:custClr name="GO GREEN LIGHTEST">
      <a:srgbClr val="B4D0AF"/>
    </a:custClr>
    <a:custClr name="COCOA BROWN LIGHTEST">
      <a:srgbClr val="BEADA0"/>
    </a:custClr>
    <a:custClr name="TASTY RED LIGHTEST">
      <a:srgbClr val="E4BDBD"/>
    </a:custClr>
    <a:custClr name="COOL BLUE LIGHTEST">
      <a:srgbClr val="ABC5DD"/>
    </a:custClr>
    <a:custClr name="SUNNY GRAIN LIGHTEST">
      <a:srgbClr val="F4DB9C"/>
    </a:custClr>
    <a:custClr name="COOL GREY LIGHTEST">
      <a:srgbClr val="A3A3A3"/>
    </a:custClr>
    <a:custClr name=" ">
      <a:srgbClr val="FFFFFF"/>
    </a:custClr>
    <a:custClr name=" ">
      <a:srgbClr val="FFFFFF"/>
    </a:custClr>
  </a:custClrLst>
  <a:extLst>
    <a:ext uri="{05A4C25C-085E-4340-85A3-A5531E510DB2}">
      <thm15:themeFamily xmlns:thm15="http://schemas.microsoft.com/office/thememl/2012/main" name="MDLZ_Widescreen" id="{2074B8E5-CB94-4F43-AD07-1FABF61ECE5D}" vid="{06F1992E-0308-4275-8211-203BF2D4BAA2}"/>
    </a:ext>
  </a:extLst>
</a:theme>
</file>

<file path=ppt/theme/theme3.xml><?xml version="1.0" encoding="utf-8"?>
<a:theme xmlns:a="http://schemas.openxmlformats.org/drawingml/2006/main" name="2_MDS_MDLZ Widescreen">
  <a:themeElements>
    <a:clrScheme name="MDLZ">
      <a:dk1>
        <a:srgbClr val="666666"/>
      </a:dk1>
      <a:lt1>
        <a:sysClr val="window" lastClr="FFFFFF"/>
      </a:lt1>
      <a:dk2>
        <a:srgbClr val="000000"/>
      </a:dk2>
      <a:lt2>
        <a:srgbClr val="DDDDDD"/>
      </a:lt2>
      <a:accent1>
        <a:srgbClr val="4F2170"/>
      </a:accent1>
      <a:accent2>
        <a:srgbClr val="E18719"/>
      </a:accent2>
      <a:accent3>
        <a:srgbClr val="287819"/>
      </a:accent3>
      <a:accent4>
        <a:srgbClr val="623E23"/>
      </a:accent4>
      <a:accent5>
        <a:srgbClr val="A52323"/>
      </a:accent5>
      <a:accent6>
        <a:srgbClr val="2D6EAA"/>
      </a:accent6>
      <a:hlink>
        <a:srgbClr val="4F2170"/>
      </a:hlink>
      <a:folHlink>
        <a:srgbClr val="777777"/>
      </a:folHlink>
    </a:clrScheme>
    <a:fontScheme name="MDLZ and Calibri">
      <a:majorFont>
        <a:latin typeface="MDLZ BITE TYPE"/>
        <a:ea typeface=""/>
        <a:cs typeface=""/>
      </a:majorFont>
      <a:minorFont>
        <a:latin typeface="Calibri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 w="12700">
          <a:solidFill>
            <a:schemeClr val="tx1"/>
          </a:solidFill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>
        <a:noFill/>
      </a:spPr>
      <a:bodyPr wrap="square" lIns="0" tIns="0" rIns="0" bIns="0" rtlCol="0">
        <a:noAutofit/>
      </a:bodyPr>
      <a:lstStyle>
        <a:defPPr algn="l">
          <a:lnSpc>
            <a:spcPct val="90000"/>
          </a:lnSpc>
          <a:defRPr smtClean="0"/>
        </a:defPPr>
      </a:lstStyle>
    </a:txDef>
  </a:objectDefaults>
  <a:extraClrSchemeLst/>
  <a:custClrLst>
    <a:custClr name="MDLZ WORLD">
      <a:srgbClr val="4F2170"/>
    </a:custClr>
    <a:custClr name="GOLDEN WHEAT">
      <a:srgbClr val="E18719"/>
    </a:custClr>
    <a:custClr name="GO GREEN">
      <a:srgbClr val="287819"/>
    </a:custClr>
    <a:custClr name="COCOA BROWN">
      <a:srgbClr val="623E23"/>
    </a:custClr>
    <a:custClr name="TASTY RED">
      <a:srgbClr val="A52323"/>
    </a:custClr>
    <a:custClr name="COOL BLUE">
      <a:srgbClr val="2D6EAA"/>
    </a:custClr>
    <a:custClr name="SUNNY GRAIN">
      <a:srgbClr val="E6AF23"/>
    </a:custClr>
    <a:custClr name="COOL GREY">
      <a:srgbClr val="666666"/>
    </a:custClr>
    <a:custClr name=" ">
      <a:srgbClr val="FFFFFF"/>
    </a:custClr>
    <a:custClr name=" ">
      <a:srgbClr val="FFFFFF"/>
    </a:custClr>
    <a:custClr name="MDLZ WORLD LIGHTER">
      <a:srgbClr val="724D8D"/>
    </a:custClr>
    <a:custClr name="GOLDEN WHEAT LIGHTER">
      <a:srgbClr val="EAAB5E"/>
    </a:custClr>
    <a:custClr name="GO GREEN LIGHTER">
      <a:srgbClr val="73A769"/>
    </a:custClr>
    <a:custClr name="COCOA BROWN LIGHTER">
      <a:srgbClr val="93785F"/>
    </a:custClr>
    <a:custClr name="TASTY RED LIGHTER">
      <a:srgbClr val="C97B7B"/>
    </a:custClr>
    <a:custClr name="COOL BLUE LIGHTER">
      <a:srgbClr val="81A8CC"/>
    </a:custClr>
    <a:custClr name="SUNNY GRAIN LIGHTER">
      <a:srgbClr val="EDC765"/>
    </a:custClr>
    <a:custClr name="COOL GREY LIGHTER">
      <a:srgbClr val="858585"/>
    </a:custClr>
    <a:custClr name=" ">
      <a:srgbClr val="FFFFFF"/>
    </a:custClr>
    <a:custClr name=" ">
      <a:srgbClr val="FFFFFF"/>
    </a:custClr>
    <a:custClr name="MDLZ WORLD LIGHTEST">
      <a:srgbClr val="957AA9"/>
    </a:custClr>
    <a:custClr name="GOLDEN WHEAT LIGHTEST">
      <a:srgbClr val="F3CFA3"/>
    </a:custClr>
    <a:custClr name="GO GREEN LIGHTEST">
      <a:srgbClr val="B4D0AF"/>
    </a:custClr>
    <a:custClr name="COCOA BROWN LIGHTEST">
      <a:srgbClr val="BEADA0"/>
    </a:custClr>
    <a:custClr name="TASTY RED LIGHTEST">
      <a:srgbClr val="E4BDBD"/>
    </a:custClr>
    <a:custClr name="COOL BLUE LIGHTEST">
      <a:srgbClr val="ABC5DD"/>
    </a:custClr>
    <a:custClr name="SUNNY GRAIN LIGHTEST">
      <a:srgbClr val="F4DB9C"/>
    </a:custClr>
    <a:custClr name="COOL GREY LIGHTEST">
      <a:srgbClr val="A3A3A3"/>
    </a:custClr>
    <a:custClr name=" ">
      <a:srgbClr val="FFFFFF"/>
    </a:custClr>
    <a:custClr name=" ">
      <a:srgbClr val="FFFFFF"/>
    </a:custClr>
  </a:custClrLst>
  <a:extLst>
    <a:ext uri="{05A4C25C-085E-4340-85A3-A5531E510DB2}">
      <thm15:themeFamily xmlns:thm15="http://schemas.microsoft.com/office/thememl/2012/main" name="MDS-MDLZ PPT Template  -  Read-Only" id="{8D9DF51B-570F-4D07-B855-E390A7DF7537}" vid="{70EE1B35-0284-482E-ABF9-9DFD1C24BFC7}"/>
    </a:ext>
  </a:extLst>
</a:theme>
</file>

<file path=ppt/theme/theme4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ppt/theme/themeOverride1.xml><?xml version="1.0" encoding="utf-8"?>
<a:themeOverride xmlns:a="http://schemas.openxmlformats.org/drawingml/2006/main">
  <a:clrScheme name="MDLZ">
    <a:dk1>
      <a:srgbClr val="666666"/>
    </a:dk1>
    <a:lt1>
      <a:sysClr val="window" lastClr="FFFFFF"/>
    </a:lt1>
    <a:dk2>
      <a:srgbClr val="000000"/>
    </a:dk2>
    <a:lt2>
      <a:srgbClr val="DDDDDD"/>
    </a:lt2>
    <a:accent1>
      <a:srgbClr val="4F2170"/>
    </a:accent1>
    <a:accent2>
      <a:srgbClr val="E18719"/>
    </a:accent2>
    <a:accent3>
      <a:srgbClr val="287819"/>
    </a:accent3>
    <a:accent4>
      <a:srgbClr val="623E23"/>
    </a:accent4>
    <a:accent5>
      <a:srgbClr val="A52323"/>
    </a:accent5>
    <a:accent6>
      <a:srgbClr val="2D6EAA"/>
    </a:accent6>
    <a:hlink>
      <a:srgbClr val="4F2170"/>
    </a:hlink>
    <a:folHlink>
      <a:srgbClr val="777777"/>
    </a:folHlink>
  </a:clrScheme>
</a:themeOverride>
</file>

<file path=ppt/theme/themeOverride2.xml><?xml version="1.0" encoding="utf-8"?>
<a:themeOverride xmlns:a="http://schemas.openxmlformats.org/drawingml/2006/main">
  <a:clrScheme name="MDLZ">
    <a:dk1>
      <a:srgbClr val="666666"/>
    </a:dk1>
    <a:lt1>
      <a:sysClr val="window" lastClr="FFFFFF"/>
    </a:lt1>
    <a:dk2>
      <a:srgbClr val="000000"/>
    </a:dk2>
    <a:lt2>
      <a:srgbClr val="DDDDDD"/>
    </a:lt2>
    <a:accent1>
      <a:srgbClr val="4F2170"/>
    </a:accent1>
    <a:accent2>
      <a:srgbClr val="E18719"/>
    </a:accent2>
    <a:accent3>
      <a:srgbClr val="287819"/>
    </a:accent3>
    <a:accent4>
      <a:srgbClr val="623E23"/>
    </a:accent4>
    <a:accent5>
      <a:srgbClr val="A52323"/>
    </a:accent5>
    <a:accent6>
      <a:srgbClr val="2D6EAA"/>
    </a:accent6>
    <a:hlink>
      <a:srgbClr val="4F2170"/>
    </a:hlink>
    <a:folHlink>
      <a:srgbClr val="777777"/>
    </a:folHlink>
  </a:clrScheme>
</a:themeOverride>
</file>

<file path=ppt/theme/themeOverride3.xml><?xml version="1.0" encoding="utf-8"?>
<a:themeOverride xmlns:a="http://schemas.openxmlformats.org/drawingml/2006/main">
  <a:clrScheme name="MDLZ">
    <a:dk1>
      <a:srgbClr val="666666"/>
    </a:dk1>
    <a:lt1>
      <a:sysClr val="window" lastClr="FFFFFF"/>
    </a:lt1>
    <a:dk2>
      <a:srgbClr val="000000"/>
    </a:dk2>
    <a:lt2>
      <a:srgbClr val="DDDDDD"/>
    </a:lt2>
    <a:accent1>
      <a:srgbClr val="4F2170"/>
    </a:accent1>
    <a:accent2>
      <a:srgbClr val="E18719"/>
    </a:accent2>
    <a:accent3>
      <a:srgbClr val="287819"/>
    </a:accent3>
    <a:accent4>
      <a:srgbClr val="623E23"/>
    </a:accent4>
    <a:accent5>
      <a:srgbClr val="A52323"/>
    </a:accent5>
    <a:accent6>
      <a:srgbClr val="2D6EAA"/>
    </a:accent6>
    <a:hlink>
      <a:srgbClr val="4F2170"/>
    </a:hlink>
    <a:folHlink>
      <a:srgbClr val="777777"/>
    </a:folHlink>
  </a:clrScheme>
</a:themeOverride>
</file>

<file path=ppt/theme/themeOverride4.xml><?xml version="1.0" encoding="utf-8"?>
<a:themeOverride xmlns:a="http://schemas.openxmlformats.org/drawingml/2006/main">
  <a:clrScheme name="MDLZ">
    <a:dk1>
      <a:srgbClr val="666666"/>
    </a:dk1>
    <a:lt1>
      <a:sysClr val="window" lastClr="FFFFFF"/>
    </a:lt1>
    <a:dk2>
      <a:srgbClr val="000000"/>
    </a:dk2>
    <a:lt2>
      <a:srgbClr val="DDDDDD"/>
    </a:lt2>
    <a:accent1>
      <a:srgbClr val="4F2170"/>
    </a:accent1>
    <a:accent2>
      <a:srgbClr val="E18719"/>
    </a:accent2>
    <a:accent3>
      <a:srgbClr val="287819"/>
    </a:accent3>
    <a:accent4>
      <a:srgbClr val="623E23"/>
    </a:accent4>
    <a:accent5>
      <a:srgbClr val="A52323"/>
    </a:accent5>
    <a:accent6>
      <a:srgbClr val="2D6EAA"/>
    </a:accent6>
    <a:hlink>
      <a:srgbClr val="4F2170"/>
    </a:hlink>
    <a:folHlink>
      <a:srgbClr val="777777"/>
    </a:folHlink>
  </a:clrScheme>
</a:themeOverride>
</file>

<file path=ppt/theme/themeOverride5.xml><?xml version="1.0" encoding="utf-8"?>
<a:themeOverride xmlns:a="http://schemas.openxmlformats.org/drawingml/2006/main">
  <a:clrScheme name="MDLZ">
    <a:dk1>
      <a:srgbClr val="666666"/>
    </a:dk1>
    <a:lt1>
      <a:sysClr val="window" lastClr="FFFFFF"/>
    </a:lt1>
    <a:dk2>
      <a:srgbClr val="000000"/>
    </a:dk2>
    <a:lt2>
      <a:srgbClr val="DDDDDD"/>
    </a:lt2>
    <a:accent1>
      <a:srgbClr val="4F2170"/>
    </a:accent1>
    <a:accent2>
      <a:srgbClr val="E18719"/>
    </a:accent2>
    <a:accent3>
      <a:srgbClr val="287819"/>
    </a:accent3>
    <a:accent4>
      <a:srgbClr val="623E23"/>
    </a:accent4>
    <a:accent5>
      <a:srgbClr val="A52323"/>
    </a:accent5>
    <a:accent6>
      <a:srgbClr val="2D6EAA"/>
    </a:accent6>
    <a:hlink>
      <a:srgbClr val="4F2170"/>
    </a:hlink>
    <a:folHlink>
      <a:srgbClr val="777777"/>
    </a:folHlink>
  </a:clrScheme>
</a:themeOverride>
</file>

<file path=ppt/theme/themeOverride6.xml><?xml version="1.0" encoding="utf-8"?>
<a:themeOverride xmlns:a="http://schemas.openxmlformats.org/drawingml/2006/main">
  <a:clrScheme name="MDLZ">
    <a:dk1>
      <a:srgbClr val="666666"/>
    </a:dk1>
    <a:lt1>
      <a:sysClr val="window" lastClr="FFFFFF"/>
    </a:lt1>
    <a:dk2>
      <a:srgbClr val="000000"/>
    </a:dk2>
    <a:lt2>
      <a:srgbClr val="DDDDDD"/>
    </a:lt2>
    <a:accent1>
      <a:srgbClr val="4F2170"/>
    </a:accent1>
    <a:accent2>
      <a:srgbClr val="E18719"/>
    </a:accent2>
    <a:accent3>
      <a:srgbClr val="287819"/>
    </a:accent3>
    <a:accent4>
      <a:srgbClr val="623E23"/>
    </a:accent4>
    <a:accent5>
      <a:srgbClr val="A52323"/>
    </a:accent5>
    <a:accent6>
      <a:srgbClr val="2D6EAA"/>
    </a:accent6>
    <a:hlink>
      <a:srgbClr val="4F2170"/>
    </a:hlink>
    <a:folHlink>
      <a:srgbClr val="777777"/>
    </a:folHlink>
  </a:clrScheme>
</a:themeOverride>
</file>

<file path=ppt/theme/themeOverride7.xml><?xml version="1.0" encoding="utf-8"?>
<a:themeOverride xmlns:a="http://schemas.openxmlformats.org/drawingml/2006/main">
  <a:clrScheme name="MDLZ">
    <a:dk1>
      <a:srgbClr val="666666"/>
    </a:dk1>
    <a:lt1>
      <a:sysClr val="window" lastClr="FFFFFF"/>
    </a:lt1>
    <a:dk2>
      <a:srgbClr val="000000"/>
    </a:dk2>
    <a:lt2>
      <a:srgbClr val="DDDDDD"/>
    </a:lt2>
    <a:accent1>
      <a:srgbClr val="4F2170"/>
    </a:accent1>
    <a:accent2>
      <a:srgbClr val="E18719"/>
    </a:accent2>
    <a:accent3>
      <a:srgbClr val="287819"/>
    </a:accent3>
    <a:accent4>
      <a:srgbClr val="623E23"/>
    </a:accent4>
    <a:accent5>
      <a:srgbClr val="A52323"/>
    </a:accent5>
    <a:accent6>
      <a:srgbClr val="2D6EAA"/>
    </a:accent6>
    <a:hlink>
      <a:srgbClr val="4F2170"/>
    </a:hlink>
    <a:folHlink>
      <a:srgbClr val="777777"/>
    </a:folHlink>
  </a:clrScheme>
</a:themeOverride>
</file>

<file path=ppt/theme/themeOverride8.xml><?xml version="1.0" encoding="utf-8"?>
<a:themeOverride xmlns:a="http://schemas.openxmlformats.org/drawingml/2006/main">
  <a:clrScheme name="MDLZ">
    <a:dk1>
      <a:srgbClr val="666666"/>
    </a:dk1>
    <a:lt1>
      <a:sysClr val="window" lastClr="FFFFFF"/>
    </a:lt1>
    <a:dk2>
      <a:srgbClr val="000000"/>
    </a:dk2>
    <a:lt2>
      <a:srgbClr val="DDDDDD"/>
    </a:lt2>
    <a:accent1>
      <a:srgbClr val="4F2170"/>
    </a:accent1>
    <a:accent2>
      <a:srgbClr val="E18719"/>
    </a:accent2>
    <a:accent3>
      <a:srgbClr val="287819"/>
    </a:accent3>
    <a:accent4>
      <a:srgbClr val="623E23"/>
    </a:accent4>
    <a:accent5>
      <a:srgbClr val="A52323"/>
    </a:accent5>
    <a:accent6>
      <a:srgbClr val="2D6EAA"/>
    </a:accent6>
    <a:hlink>
      <a:srgbClr val="4F2170"/>
    </a:hlink>
    <a:folHlink>
      <a:srgbClr val="777777"/>
    </a:folHlink>
  </a:clrScheme>
</a:themeOverride>
</file>

<file path=ppt/theme/themeOverride9.xml><?xml version="1.0" encoding="utf-8"?>
<a:themeOverride xmlns:a="http://schemas.openxmlformats.org/drawingml/2006/main">
  <a:clrScheme name="MDLZ">
    <a:dk1>
      <a:srgbClr val="666666"/>
    </a:dk1>
    <a:lt1>
      <a:sysClr val="window" lastClr="FFFFFF"/>
    </a:lt1>
    <a:dk2>
      <a:srgbClr val="000000"/>
    </a:dk2>
    <a:lt2>
      <a:srgbClr val="DDDDDD"/>
    </a:lt2>
    <a:accent1>
      <a:srgbClr val="4F2170"/>
    </a:accent1>
    <a:accent2>
      <a:srgbClr val="E18719"/>
    </a:accent2>
    <a:accent3>
      <a:srgbClr val="287819"/>
    </a:accent3>
    <a:accent4>
      <a:srgbClr val="623E23"/>
    </a:accent4>
    <a:accent5>
      <a:srgbClr val="A52323"/>
    </a:accent5>
    <a:accent6>
      <a:srgbClr val="2D6EAA"/>
    </a:accent6>
    <a:hlink>
      <a:srgbClr val="4F2170"/>
    </a:hlink>
    <a:folHlink>
      <a:srgbClr val="777777"/>
    </a:folHlink>
  </a:clrScheme>
</a:themeOverride>
</file>

<file path=ppt/theme/themeOverride10.xml><?xml version="1.0" encoding="utf-8"?>
<a:themeOverride xmlns:a="http://schemas.openxmlformats.org/drawingml/2006/main">
  <a:clrScheme name="MDLZ">
    <a:dk1>
      <a:srgbClr val="666666"/>
    </a:dk1>
    <a:lt1>
      <a:sysClr val="window" lastClr="FFFFFF"/>
    </a:lt1>
    <a:dk2>
      <a:srgbClr val="000000"/>
    </a:dk2>
    <a:lt2>
      <a:srgbClr val="DDDDDD"/>
    </a:lt2>
    <a:accent1>
      <a:srgbClr val="4F2170"/>
    </a:accent1>
    <a:accent2>
      <a:srgbClr val="E18719"/>
    </a:accent2>
    <a:accent3>
      <a:srgbClr val="287819"/>
    </a:accent3>
    <a:accent4>
      <a:srgbClr val="623E23"/>
    </a:accent4>
    <a:accent5>
      <a:srgbClr val="A52323"/>
    </a:accent5>
    <a:accent6>
      <a:srgbClr val="2D6EAA"/>
    </a:accent6>
    <a:hlink>
      <a:srgbClr val="4F2170"/>
    </a:hlink>
    <a:folHlink>
      <a:srgbClr val="777777"/>
    </a:folHlink>
  </a:clrScheme>
</a:themeOverride>
</file>

<file path=ppt/theme/themeOverride11.xml><?xml version="1.0" encoding="utf-8"?>
<a:themeOverride xmlns:a="http://schemas.openxmlformats.org/drawingml/2006/main">
  <a:clrScheme name="MDLZ">
    <a:dk1>
      <a:srgbClr val="666666"/>
    </a:dk1>
    <a:lt1>
      <a:sysClr val="window" lastClr="FFFFFF"/>
    </a:lt1>
    <a:dk2>
      <a:srgbClr val="000000"/>
    </a:dk2>
    <a:lt2>
      <a:srgbClr val="DDDDDD"/>
    </a:lt2>
    <a:accent1>
      <a:srgbClr val="4F2170"/>
    </a:accent1>
    <a:accent2>
      <a:srgbClr val="E18719"/>
    </a:accent2>
    <a:accent3>
      <a:srgbClr val="287819"/>
    </a:accent3>
    <a:accent4>
      <a:srgbClr val="623E23"/>
    </a:accent4>
    <a:accent5>
      <a:srgbClr val="A52323"/>
    </a:accent5>
    <a:accent6>
      <a:srgbClr val="2D6EAA"/>
    </a:accent6>
    <a:hlink>
      <a:srgbClr val="4F2170"/>
    </a:hlink>
    <a:folHlink>
      <a:srgbClr val="777777"/>
    </a:folHlink>
  </a:clrScheme>
</a:themeOverride>
</file>

<file path=ppt/theme/themeOverride12.xml><?xml version="1.0" encoding="utf-8"?>
<a:themeOverride xmlns:a="http://schemas.openxmlformats.org/drawingml/2006/main">
  <a:clrScheme name="MDLZ">
    <a:dk1>
      <a:srgbClr val="666666"/>
    </a:dk1>
    <a:lt1>
      <a:sysClr val="window" lastClr="FFFFFF"/>
    </a:lt1>
    <a:dk2>
      <a:srgbClr val="000000"/>
    </a:dk2>
    <a:lt2>
      <a:srgbClr val="DDDDDD"/>
    </a:lt2>
    <a:accent1>
      <a:srgbClr val="4F2170"/>
    </a:accent1>
    <a:accent2>
      <a:srgbClr val="E18719"/>
    </a:accent2>
    <a:accent3>
      <a:srgbClr val="287819"/>
    </a:accent3>
    <a:accent4>
      <a:srgbClr val="623E23"/>
    </a:accent4>
    <a:accent5>
      <a:srgbClr val="A52323"/>
    </a:accent5>
    <a:accent6>
      <a:srgbClr val="2D6EAA"/>
    </a:accent6>
    <a:hlink>
      <a:srgbClr val="4F2170"/>
    </a:hlink>
    <a:folHlink>
      <a:srgbClr val="777777"/>
    </a:folHlink>
  </a:clrScheme>
</a:themeOverride>
</file>

<file path=ppt/theme/themeOverride13.xml><?xml version="1.0" encoding="utf-8"?>
<a:themeOverride xmlns:a="http://schemas.openxmlformats.org/drawingml/2006/main">
  <a:clrScheme name="MDLZ">
    <a:dk1>
      <a:srgbClr val="666666"/>
    </a:dk1>
    <a:lt1>
      <a:sysClr val="window" lastClr="FFFFFF"/>
    </a:lt1>
    <a:dk2>
      <a:srgbClr val="000000"/>
    </a:dk2>
    <a:lt2>
      <a:srgbClr val="DDDDDD"/>
    </a:lt2>
    <a:accent1>
      <a:srgbClr val="4F2170"/>
    </a:accent1>
    <a:accent2>
      <a:srgbClr val="E18719"/>
    </a:accent2>
    <a:accent3>
      <a:srgbClr val="287819"/>
    </a:accent3>
    <a:accent4>
      <a:srgbClr val="623E23"/>
    </a:accent4>
    <a:accent5>
      <a:srgbClr val="A52323"/>
    </a:accent5>
    <a:accent6>
      <a:srgbClr val="2D6EAA"/>
    </a:accent6>
    <a:hlink>
      <a:srgbClr val="4F2170"/>
    </a:hlink>
    <a:folHlink>
      <a:srgbClr val="777777"/>
    </a:folHlink>
  </a:clrScheme>
</a:themeOverride>
</file>

<file path=ppt/webextensions/_rels/taskpanes.xml.rels><?xml version="1.0" encoding="UTF-8" standalone="yes"?>
<Relationships xmlns="http://schemas.openxmlformats.org/package/2006/relationships"><Relationship Id="rId1" Type="http://schemas.microsoft.com/office/2011/relationships/webextension" Target="webextension1.xml"/></Relationships>
</file>

<file path=ppt/webextensions/taskpanes.xml><?xml version="1.0" encoding="utf-8"?>
<wetp:taskpanes xmlns:wetp="http://schemas.microsoft.com/office/webextensions/taskpanes/2010/11">
  <wetp:taskpane dockstate="right" visibility="0" width="399" row="4">
    <wetp:webextensionref xmlns:r="http://schemas.openxmlformats.org/officeDocument/2006/relationships" r:id="rId1"/>
  </wetp:taskpane>
</wetp:taskpanes>
</file>

<file path=ppt/webextensions/webextension1.xml><?xml version="1.0" encoding="utf-8"?>
<we:webextension xmlns:we="http://schemas.microsoft.com/office/webextensions/webextension/2010/11" id="{941B0381-076A-4D28-B3FD-32B4A551FCA9}">
  <we:reference id="7c42e8b1-3a5f-4d92-b6e1-f0a8c3d72e49" version="1.0.11635.0" store="EXCatalog" storeType="EXCatalog"/>
  <we:alternateReferences>
    <we:reference id="WA200010606" version="1.0.11635.0" store="en-US" storeType="OMEX"/>
  </we:alternateReferences>
  <we:properties/>
  <we:bindings/>
  <we:snapshot xmlns:r="http://schemas.openxmlformats.org/officeDocument/2006/relationships"/>
</we:webextension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_rels/item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.xml"/></Relationships>
</file>

<file path=customXml/item1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2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TaxCatchAll xmlns="5c801c27-1a67-42b9-b7e9-5cda40cc31e5" xsi:nil="true"/>
  </documentManagement>
</p:properties>
</file>

<file path=customXml/item3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8AF7A088C346F345BCA394D60937F716" ma:contentTypeVersion="5" ma:contentTypeDescription="Create a new document." ma:contentTypeScope="" ma:versionID="7fb3c4252b764d51beb667639a2fef61">
  <xsd:schema xmlns:xsd="http://www.w3.org/2001/XMLSchema" xmlns:xs="http://www.w3.org/2001/XMLSchema" xmlns:p="http://schemas.microsoft.com/office/2006/metadata/properties" xmlns:ns2="5c801c27-1a67-42b9-b7e9-5cda40cc31e5" xmlns:ns3="64f2da0d-c55c-42c2-bb8d-62a211847555" targetNamespace="http://schemas.microsoft.com/office/2006/metadata/properties" ma:root="true" ma:fieldsID="149877003bfa162700bf80dfb7d0a5a6" ns2:_="" ns3:_="">
    <xsd:import namespace="5c801c27-1a67-42b9-b7e9-5cda40cc31e5"/>
    <xsd:import namespace="64f2da0d-c55c-42c2-bb8d-62a211847555"/>
    <xsd:element name="properties">
      <xsd:complexType>
        <xsd:sequence>
          <xsd:element name="documentManagement">
            <xsd:complexType>
              <xsd:all>
                <xsd:element ref="ns2:TaxCatchAll" minOccurs="0"/>
                <xsd:element ref="ns2:TaxCatchAllLabel" minOccurs="0"/>
                <xsd:element ref="ns3:MediaServiceMetadata" minOccurs="0"/>
                <xsd:element ref="ns3:MediaServiceFastMetadata" minOccurs="0"/>
                <xsd:element ref="ns3:MediaServiceSearchProperties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5c801c27-1a67-42b9-b7e9-5cda40cc31e5" elementFormDefault="qualified">
    <xsd:import namespace="http://schemas.microsoft.com/office/2006/documentManagement/types"/>
    <xsd:import namespace="http://schemas.microsoft.com/office/infopath/2007/PartnerControls"/>
    <xsd:element name="TaxCatchAll" ma:index="3" nillable="true" ma:displayName="Taxonomy Catch All Column" ma:hidden="true" ma:list="{6f1daef2-9b74-48cb-baef-5b18a42c4e76}" ma:internalName="TaxCatchAll" ma:showField="CatchAllData" ma:web="032a44c3-1b97-4bd8-a0e8-7444805c94e8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  <xsd:element name="TaxCatchAllLabel" ma:index="4" nillable="true" ma:displayName="Taxonomy Catch All Column1" ma:hidden="true" ma:list="{6f1daef2-9b74-48cb-baef-5b18a42c4e76}" ma:internalName="TaxCatchAllLabel" ma:readOnly="true" ma:showField="CatchAllDataLabel" ma:web="032a44c3-1b97-4bd8-a0e8-7444805c94e8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64f2da0d-c55c-42c2-bb8d-62a211847555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10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11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SearchProperties" ma:index="12" nillable="true" ma:displayName="MediaServiceSearchProperties" ma:hidden="true" ma:internalName="MediaServiceSearchProperties" ma:readOnly="true">
      <xsd:simpleType>
        <xsd:restriction base="dms:Note"/>
      </xsd:simple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5" ma:displayName="Content Type"/>
        <xsd:element ref="dc:title" minOccurs="0" maxOccurs="1" ma:index="1" ma:displayName="Titl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4.xml><?xml version="1.0" encoding="utf-8"?>
<?mso-contentType ?>
<SharedContentType xmlns="Microsoft.SharePoint.Taxonomy.ContentTypeSync" SourceId="097b8a8d-5f3c-4193-8680-60a4d695ab07" ContentTypeId="0x0101" PreviousValue="false"/>
</file>

<file path=customXml/itemProps1.xml><?xml version="1.0" encoding="utf-8"?>
<ds:datastoreItem xmlns:ds="http://schemas.openxmlformats.org/officeDocument/2006/customXml" ds:itemID="{42CDBEC7-6492-4F61-A098-20A2EEBDD3C5}">
  <ds:schemaRefs>
    <ds:schemaRef ds:uri="http://schemas.microsoft.com/sharepoint/v3/contenttype/forms"/>
  </ds:schemaRefs>
</ds:datastoreItem>
</file>

<file path=customXml/itemProps2.xml><?xml version="1.0" encoding="utf-8"?>
<ds:datastoreItem xmlns:ds="http://schemas.openxmlformats.org/officeDocument/2006/customXml" ds:itemID="{D843BE1D-7827-473F-9254-5EE3A281AAE1}">
  <ds:schemaRefs>
    <ds:schemaRef ds:uri="5c801c27-1a67-42b9-b7e9-5cda40cc31e5"/>
    <ds:schemaRef ds:uri="64f2da0d-c55c-42c2-bb8d-62a211847555"/>
    <ds:schemaRef ds:uri="http://purl.org/dc/dcmitype/"/>
    <ds:schemaRef ds:uri="http://purl.org/dc/elements/1.1/"/>
    <ds:schemaRef ds:uri="http://purl.org/dc/terms/"/>
    <ds:schemaRef ds:uri="http://schemas.microsoft.com/office/2006/documentManagement/types"/>
    <ds:schemaRef ds:uri="http://schemas.microsoft.com/office/2006/metadata/properties"/>
    <ds:schemaRef ds:uri="http://schemas.microsoft.com/office/infopath/2007/PartnerControls"/>
    <ds:schemaRef ds:uri="http://schemas.openxmlformats.org/package/2006/metadata/core-properties"/>
    <ds:schemaRef ds:uri="http://www.w3.org/XML/1998/namespace"/>
  </ds:schemaRefs>
</ds:datastoreItem>
</file>

<file path=customXml/itemProps3.xml><?xml version="1.0" encoding="utf-8"?>
<ds:datastoreItem xmlns:ds="http://schemas.openxmlformats.org/officeDocument/2006/customXml" ds:itemID="{B866DF23-ED0E-4172-BE1F-A6F82EAC143B}">
  <ds:schemaRefs>
    <ds:schemaRef ds:uri="5c801c27-1a67-42b9-b7e9-5cda40cc31e5"/>
    <ds:schemaRef ds:uri="64f2da0d-c55c-42c2-bb8d-62a211847555"/>
    <ds:schemaRef ds:uri="http://purl.org/dc/elements/1.1/"/>
    <ds:schemaRef ds:uri="http://purl.org/dc/terms/"/>
    <ds:schemaRef ds:uri="http://schemas.microsoft.com/internal/obd"/>
    <ds:schemaRef ds:uri="http://schemas.microsoft.com/office/2006/documentManagement/types"/>
    <ds:schemaRef ds:uri="http://schemas.microsoft.com/office/2006/metadata/contentType"/>
    <ds:schemaRef ds:uri="http://schemas.microsoft.com/office/2006/metadata/properties"/>
    <ds:schemaRef ds:uri="http://schemas.microsoft.com/office/2006/metadata/properties/metaAttributes"/>
    <ds:schemaRef ds:uri="http://schemas.microsoft.com/office/infopath/2007/PartnerControls"/>
    <ds:schemaRef ds:uri="http://schemas.openxmlformats.org/package/2006/metadata/core-properties"/>
    <ds:schemaRef ds:uri="http://www.w3.org/2001/XMLSchema"/>
  </ds:schemaRefs>
</ds:datastoreItem>
</file>

<file path=customXml/itemProps4.xml><?xml version="1.0" encoding="utf-8"?>
<ds:datastoreItem xmlns:ds="http://schemas.openxmlformats.org/officeDocument/2006/customXml" ds:itemID="{AD1D7467-4CC0-468C-A330-AFD4544FE10E}">
  <ds:schemaRefs>
    <ds:schemaRef ds:uri="Microsoft.SharePoint.Taxonomy.ContentTypeSync"/>
  </ds:schemaRefs>
</ds:datastoreItem>
</file>

<file path=docMetadata/LabelInfo.xml><?xml version="1.0" encoding="utf-8"?>
<clbl:labelList xmlns:clbl="http://schemas.microsoft.com/office/2020/mipLabelMetadata">
  <clbl:label id="{a9324442-4656-4fca-b26e-099b64ea741e}" enabled="1" method="Standard" siteId="{18a01ad8-9727-498a-a47d-17374c6fd9f7}" removed="0"/>
</clbl:labelList>
</file>

<file path=docProps/app.xml><?xml version="1.0" encoding="utf-8"?>
<Properties xmlns="http://schemas.openxmlformats.org/officeDocument/2006/extended-properties" xmlns:vt="http://schemas.openxmlformats.org/officeDocument/2006/docPropsVTypes">
  <TotalTime>103</TotalTime>
  <Words>10286</Words>
  <Application>Microsoft Office PowerPoint</Application>
  <PresentationFormat>Widescreen</PresentationFormat>
  <Paragraphs>1781</Paragraphs>
  <Slides>23</Slides>
  <Notes>9</Notes>
  <HiddenSlides>0</HiddenSlides>
  <MMClips>0</MMClips>
  <ScaleCrop>false</ScaleCrop>
  <HeadingPairs>
    <vt:vector size="8" baseType="variant">
      <vt:variant>
        <vt:lpstr>Fonts Used</vt:lpstr>
      </vt:variant>
      <vt:variant>
        <vt:i4>9</vt:i4>
      </vt:variant>
      <vt:variant>
        <vt:lpstr>Theme</vt:lpstr>
      </vt:variant>
      <vt:variant>
        <vt:i4>3</vt:i4>
      </vt:variant>
      <vt:variant>
        <vt:lpstr>Embedded OLE Servers</vt:lpstr>
      </vt:variant>
      <vt:variant>
        <vt:i4>1</vt:i4>
      </vt:variant>
      <vt:variant>
        <vt:lpstr>Slide Titles</vt:lpstr>
      </vt:variant>
      <vt:variant>
        <vt:i4>23</vt:i4>
      </vt:variant>
    </vt:vector>
  </HeadingPairs>
  <TitlesOfParts>
    <vt:vector size="36" baseType="lpstr">
      <vt:lpstr>Aptos</vt:lpstr>
      <vt:lpstr>Aptos Display</vt:lpstr>
      <vt:lpstr>Arial</vt:lpstr>
      <vt:lpstr>Calibri</vt:lpstr>
      <vt:lpstr>Calibri Light</vt:lpstr>
      <vt:lpstr>Candara</vt:lpstr>
      <vt:lpstr>Graphik Semibold</vt:lpstr>
      <vt:lpstr>Maven Pro</vt:lpstr>
      <vt:lpstr>MDLZ BITE TYPE</vt:lpstr>
      <vt:lpstr>MDS_MDLZ Widescreen</vt:lpstr>
      <vt:lpstr>MDLZ Widescreen</vt:lpstr>
      <vt:lpstr>2_MDS_MDLZ Widescreen</vt:lpstr>
      <vt:lpstr>think-cell Slide</vt:lpstr>
      <vt:lpstr>   Weekly Status  Update  date</vt:lpstr>
      <vt:lpstr>PowerPoint Presentation</vt:lpstr>
      <vt:lpstr>PowerPoint Presentation</vt:lpstr>
      <vt:lpstr>PowerPoint Presentation</vt:lpstr>
      <vt:lpstr>PowerPoint Presentation</vt:lpstr>
      <vt:lpstr>Executive timeline (Plan in a Page)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Q&amp;A</vt:lpstr>
      <vt:lpstr>1. PROTOTYPE OTC / EPOS</vt:lpstr>
      <vt:lpstr>2. MDLZ INVENTORY &amp; SHIPMENT</vt:lpstr>
      <vt:lpstr>3. MARKET MEASUREMENT AND PROMOTIONS</vt:lpstr>
      <vt:lpstr>4. MEXICO DSD</vt:lpstr>
      <vt:lpstr>5. BRAZIL PVC / VR / EASTER</vt:lpstr>
      <vt:lpstr>6. STORE OPERATIONS (PERFECT &amp; RIGHT STORE)</vt:lpstr>
      <vt:lpstr>WORKSHOPS IN A PAGE</vt:lpstr>
      <vt:lpstr>7. SNACKSYNC</vt:lpstr>
    </vt:vector>
  </TitlesOfParts>
  <Company>Mondelez International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>Cerqueira, Marcelo</dc:creator>
  <cp:lastModifiedBy>Vadzim Nazarau</cp:lastModifiedBy>
  <cp:revision>3</cp:revision>
  <dcterms:created xsi:type="dcterms:W3CDTF">2026-09-07T19:53:22Z</dcterms:created>
  <dcterms:modified xsi:type="dcterms:W3CDTF">2026-10-30T15:59:11Z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0x0101008AF7A088C346F345BCA394D60937F716</vt:lpwstr>
  </property>
  <property fmtid="{D5CDD505-2E9C-101B-9397-08002B2CF9AE}" pid="3" name="MediaServiceImageTags">
    <vt:lpwstr/>
  </property>
  <property fmtid="{D5CDD505-2E9C-101B-9397-08002B2CF9AE}" pid="4" name="ClassificationContentMarkingFooterLocations">
    <vt:lpwstr>MDS_MDLZ Widescreen:4\MDLZ Widescreen:8\2_MDS_MDLZ Widescreen:8\1_MDS_MDLZ Widescreen:4</vt:lpwstr>
  </property>
  <property fmtid="{D5CDD505-2E9C-101B-9397-08002B2CF9AE}" pid="5" name="ClassificationContentMarkingFooterText">
    <vt:lpwstr>Mondelez International Internal</vt:lpwstr>
  </property>
  <property fmtid="{D5CDD505-2E9C-101B-9397-08002B2CF9AE}" pid="6" name="MSIP_Label_b76518f2-583d-4083-bd6a-d7f47288537e_Enabled">
    <vt:lpwstr>true</vt:lpwstr>
  </property>
  <property fmtid="{D5CDD505-2E9C-101B-9397-08002B2CF9AE}" pid="7" name="MSIP_Label_b76518f2-583d-4083-bd6a-d7f47288537e_SetDate">
    <vt:lpwstr>2026-10-29T15:24:17Z</vt:lpwstr>
  </property>
  <property fmtid="{D5CDD505-2E9C-101B-9397-08002B2CF9AE}" pid="8" name="MSIP_Label_b76518f2-583d-4083-bd6a-d7f47288537e_Method">
    <vt:lpwstr>Privileged</vt:lpwstr>
  </property>
  <property fmtid="{D5CDD505-2E9C-101B-9397-08002B2CF9AE}" pid="9" name="MSIP_Label_b76518f2-583d-4083-bd6a-d7f47288537e_Name">
    <vt:lpwstr>Restricted-External</vt:lpwstr>
  </property>
  <property fmtid="{D5CDD505-2E9C-101B-9397-08002B2CF9AE}" pid="10" name="MSIP_Label_b76518f2-583d-4083-bd6a-d7f47288537e_SiteId">
    <vt:lpwstr>2ee548e1-6be8-4729-b86e-f482e29d2c9f</vt:lpwstr>
  </property>
  <property fmtid="{D5CDD505-2E9C-101B-9397-08002B2CF9AE}" pid="11" name="MSIP_Label_b76518f2-583d-4083-bd6a-d7f47288537e_ActionId">
    <vt:lpwstr>18ebd173-9bab-4e7b-b872-65baf8661dcf</vt:lpwstr>
  </property>
  <property fmtid="{D5CDD505-2E9C-101B-9397-08002B2CF9AE}" pid="12" name="MSIP_Label_b76518f2-583d-4083-bd6a-d7f47288537e_ContentBits">
    <vt:lpwstr>0</vt:lpwstr>
  </property>
  <property fmtid="{D5CDD505-2E9C-101B-9397-08002B2CF9AE}" pid="13" name="MSIP_Label_b76518f2-583d-4083-bd6a-d7f47288537e_Tag">
    <vt:lpwstr>10, 0, 1, 1</vt:lpwstr>
  </property>
</Properties>
</file>